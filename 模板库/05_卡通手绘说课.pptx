
<file path=[Content_Types].xml><?xml version="1.0" encoding="utf-8"?>
<Types xmlns="http://schemas.openxmlformats.org/package/2006/content-types">
  <Default Extension="jpeg" ContentType="image/jpeg"/>
  <Default Extension="JPG" ContentType="image/.jpg"/>
  <Default Extension="png" ContentType="image/png"/>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fonts/font1.fntdata" ContentType="application/x-fontdata"/>
  <Override PartName="/ppt/fonts/font2.fntdata" ContentType="application/x-fontdata"/>
  <Override PartName="/ppt/fonts/font3.fntdata" ContentType="application/x-fontdata"/>
  <Override PartName="/ppt/fonts/font4.fntdata" ContentType="application/x-fontdata"/>
  <Override PartName="/ppt/fonts/font5.fntdata" ContentType="application/x-fontdata"/>
  <Override PartName="/ppt/fonts/font6.fntdata" ContentType="application/x-fontdata"/>
  <Override PartName="/ppt/fonts/font7.fntdata" ContentType="application/x-fontdata"/>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heme/theme1.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48" r:id="rId1"/>
  </p:sldMasterIdLst>
  <p:sldIdLst>
    <p:sldId id="256" r:id="rId3"/>
    <p:sldId id="270" r:id="rId4"/>
    <p:sldId id="258" r:id="rId5"/>
    <p:sldId id="262" r:id="rId6"/>
    <p:sldId id="263" r:id="rId7"/>
    <p:sldId id="259" r:id="rId8"/>
    <p:sldId id="264" r:id="rId9"/>
    <p:sldId id="265" r:id="rId10"/>
    <p:sldId id="260" r:id="rId11"/>
    <p:sldId id="266" r:id="rId12"/>
    <p:sldId id="267" r:id="rId13"/>
    <p:sldId id="261" r:id="rId14"/>
    <p:sldId id="268" r:id="rId15"/>
    <p:sldId id="269" r:id="rId16"/>
    <p:sldId id="257" r:id="rId17"/>
  </p:sldIdLst>
  <p:sldSz cx="12192000" cy="6858000"/>
  <p:notesSz cx="6858000" cy="9144000"/>
  <p:embeddedFontLst>
    <p:embeddedFont>
      <p:font typeface="Senty小丸子" panose="03000600000000000000" pitchFamily="66" charset="-122"/>
      <p:regular r:id="rId21"/>
    </p:embeddedFont>
    <p:embeddedFont>
      <p:font typeface="Calibri" panose="020F0502020204030204" charset="0"/>
      <p:regular r:id="rId22"/>
      <p:bold r:id="rId23"/>
      <p:italic r:id="rId24"/>
      <p:boldItalic r:id="rId25"/>
    </p:embeddedFont>
    <p:embeddedFont>
      <p:font typeface="Calibri Light" panose="020F0302020204030204" charset="0"/>
      <p:regular r:id="rId26"/>
      <p:italic r:id="rId27"/>
    </p:embeddedFont>
  </p:embeddedFont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showAnimation="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C0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809" autoAdjust="0"/>
    <p:restoredTop sz="94660"/>
  </p:normalViewPr>
  <p:slideViewPr>
    <p:cSldViewPr snapToGrid="0">
      <p:cViewPr>
        <p:scale>
          <a:sx n="66" d="100"/>
          <a:sy n="66" d="100"/>
        </p:scale>
        <p:origin x="864" y="246"/>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9" Type="http://schemas.openxmlformats.org/officeDocument/2006/relationships/slide" Target="slides/slide7.xml"/><Relationship Id="rId8" Type="http://schemas.openxmlformats.org/officeDocument/2006/relationships/slide" Target="slides/slide6.xml"/><Relationship Id="rId7" Type="http://schemas.openxmlformats.org/officeDocument/2006/relationships/slide" Target="slides/slide5.xml"/><Relationship Id="rId6" Type="http://schemas.openxmlformats.org/officeDocument/2006/relationships/slide" Target="slides/slide4.xml"/><Relationship Id="rId5" Type="http://schemas.openxmlformats.org/officeDocument/2006/relationships/slide" Target="slides/slide3.xml"/><Relationship Id="rId4" Type="http://schemas.openxmlformats.org/officeDocument/2006/relationships/slide" Target="slides/slide2.xml"/><Relationship Id="rId3" Type="http://schemas.openxmlformats.org/officeDocument/2006/relationships/slide" Target="slides/slide1.xml"/><Relationship Id="rId27" Type="http://schemas.openxmlformats.org/officeDocument/2006/relationships/font" Target="fonts/font7.fntdata"/><Relationship Id="rId26" Type="http://schemas.openxmlformats.org/officeDocument/2006/relationships/font" Target="fonts/font6.fntdata"/><Relationship Id="rId25" Type="http://schemas.openxmlformats.org/officeDocument/2006/relationships/font" Target="fonts/font5.fntdata"/><Relationship Id="rId24" Type="http://schemas.openxmlformats.org/officeDocument/2006/relationships/font" Target="fonts/font4.fntdata"/><Relationship Id="rId23" Type="http://schemas.openxmlformats.org/officeDocument/2006/relationships/font" Target="fonts/font3.fntdata"/><Relationship Id="rId22" Type="http://schemas.openxmlformats.org/officeDocument/2006/relationships/font" Target="fonts/font2.fntdata"/><Relationship Id="rId21" Type="http://schemas.openxmlformats.org/officeDocument/2006/relationships/font" Target="fonts/font1.fntdata"/><Relationship Id="rId20" Type="http://schemas.openxmlformats.org/officeDocument/2006/relationships/tableStyles" Target="tableStyles.xml"/><Relationship Id="rId2" Type="http://schemas.openxmlformats.org/officeDocument/2006/relationships/theme" Target="theme/theme1.xml"/><Relationship Id="rId19" Type="http://schemas.openxmlformats.org/officeDocument/2006/relationships/viewProps" Target="viewProps.xml"/><Relationship Id="rId18" Type="http://schemas.openxmlformats.org/officeDocument/2006/relationships/presProps" Target="presProps.xml"/><Relationship Id="rId17" Type="http://schemas.openxmlformats.org/officeDocument/2006/relationships/slide" Target="slides/slide15.xml"/><Relationship Id="rId16" Type="http://schemas.openxmlformats.org/officeDocument/2006/relationships/slide" Target="slides/slide14.xml"/><Relationship Id="rId15" Type="http://schemas.openxmlformats.org/officeDocument/2006/relationships/slide" Target="slides/slide13.xml"/><Relationship Id="rId14" Type="http://schemas.openxmlformats.org/officeDocument/2006/relationships/slide" Target="slides/slide12.xml"/><Relationship Id="rId13" Type="http://schemas.openxmlformats.org/officeDocument/2006/relationships/slide" Target="slides/slide11.xml"/><Relationship Id="rId12" Type="http://schemas.openxmlformats.org/officeDocument/2006/relationships/slide" Target="slides/slide10.xml"/><Relationship Id="rId11" Type="http://schemas.openxmlformats.org/officeDocument/2006/relationships/slide" Target="slides/slide9.xml"/><Relationship Id="rId10" Type="http://schemas.openxmlformats.org/officeDocument/2006/relationships/slide" Target="slides/slide8.xml"/><Relationship Id="rId1" Type="http://schemas.openxmlformats.org/officeDocument/2006/relationships/slideMaster" Target="slideMasters/slideMaster1.xml"/></Relationships>
</file>

<file path=ppt/slideLayouts/_rels/slideLayout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pic>
        <p:nvPicPr>
          <p:cNvPr id="7" name="图片 6"/>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2731"/>
            <a:ext cx="12192000" cy="6860731"/>
          </a:xfrm>
          <a:prstGeom prst="rect">
            <a:avLst/>
          </a:prstGeom>
        </p:spPr>
      </p:pic>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idx="1"/>
          </p:nvPr>
        </p:nvSpPr>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C5E3FFFA-BC19-41C7-9DF0-1774AA6E1389}" type="datetimeFigureOut">
              <a:rPr lang="zh-CN" altLang="en-US" smtClean="0"/>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E990CACC-4085-411A-997F-F81A949F4AD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0" y="1709738"/>
            <a:ext cx="10515600" cy="2852737"/>
          </a:xfrm>
        </p:spPr>
        <p:txBody>
          <a:bodyPr anchor="b"/>
          <a:lstStyle>
            <a:lvl1pPr>
              <a:defRPr sz="6000"/>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smtClean="0"/>
              <a:t>单击此处编辑母版文本样式</a:t>
            </a:r>
            <a:endParaRPr lang="zh-CN" altLang="en-US" smtClean="0"/>
          </a:p>
        </p:txBody>
      </p:sp>
      <p:sp>
        <p:nvSpPr>
          <p:cNvPr id="4" name="日期占位符 3"/>
          <p:cNvSpPr>
            <a:spLocks noGrp="1"/>
          </p:cNvSpPr>
          <p:nvPr>
            <p:ph type="dt" sz="half" idx="10"/>
          </p:nvPr>
        </p:nvSpPr>
        <p:spPr/>
        <p:txBody>
          <a:bodyPr/>
          <a:lstStyle/>
          <a:p>
            <a:fld id="{C5E3FFFA-BC19-41C7-9DF0-1774AA6E1389}" type="datetimeFigureOut">
              <a:rPr lang="zh-CN" altLang="en-US" smtClean="0"/>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E990CACC-4085-411A-997F-F81A949F4AD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838200" y="1825625"/>
            <a:ext cx="5181600" cy="4351338"/>
          </a:xfr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内容占位符 3"/>
          <p:cNvSpPr>
            <a:spLocks noGrp="1"/>
          </p:cNvSpPr>
          <p:nvPr>
            <p:ph sz="half" idx="2"/>
          </p:nvPr>
        </p:nvSpPr>
        <p:spPr>
          <a:xfrm>
            <a:off x="6172200" y="1825625"/>
            <a:ext cx="5181600" cy="4351338"/>
          </a:xfr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5" name="日期占位符 4"/>
          <p:cNvSpPr>
            <a:spLocks noGrp="1"/>
          </p:cNvSpPr>
          <p:nvPr>
            <p:ph type="dt" sz="half" idx="10"/>
          </p:nvPr>
        </p:nvSpPr>
        <p:spPr/>
        <p:txBody>
          <a:bodyPr/>
          <a:lstStyle/>
          <a:p>
            <a:fld id="{C5E3FFFA-BC19-41C7-9DF0-1774AA6E1389}" type="datetimeFigureOut">
              <a:rPr lang="zh-CN" altLang="en-US" smtClean="0"/>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E990CACC-4085-411A-997F-F81A949F4AD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39788" y="365125"/>
            <a:ext cx="10515600" cy="1325563"/>
          </a:xfrm>
        </p:spPr>
        <p:txBody>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endParaRPr lang="zh-CN" altLang="en-US" smtClean="0"/>
          </a:p>
        </p:txBody>
      </p:sp>
      <p:sp>
        <p:nvSpPr>
          <p:cNvPr id="4" name="内容占位符 3"/>
          <p:cNvSpPr>
            <a:spLocks noGrp="1"/>
          </p:cNvSpPr>
          <p:nvPr>
            <p:ph sz="half" idx="2"/>
          </p:nvPr>
        </p:nvSpPr>
        <p:spPr>
          <a:xfrm>
            <a:off x="839788" y="2505075"/>
            <a:ext cx="5157787" cy="3684588"/>
          </a:xfr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5" name="文本占位符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endParaRPr lang="zh-CN" altLang="en-US" smtClean="0"/>
          </a:p>
        </p:txBody>
      </p:sp>
      <p:sp>
        <p:nvSpPr>
          <p:cNvPr id="6" name="内容占位符 5"/>
          <p:cNvSpPr>
            <a:spLocks noGrp="1"/>
          </p:cNvSpPr>
          <p:nvPr>
            <p:ph sz="quarter" idx="4"/>
          </p:nvPr>
        </p:nvSpPr>
        <p:spPr>
          <a:xfrm>
            <a:off x="6172200" y="2505075"/>
            <a:ext cx="5183188" cy="3684588"/>
          </a:xfr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7" name="日期占位符 6"/>
          <p:cNvSpPr>
            <a:spLocks noGrp="1"/>
          </p:cNvSpPr>
          <p:nvPr>
            <p:ph type="dt" sz="half" idx="10"/>
          </p:nvPr>
        </p:nvSpPr>
        <p:spPr/>
        <p:txBody>
          <a:bodyPr/>
          <a:lstStyle/>
          <a:p>
            <a:fld id="{C5E3FFFA-BC19-41C7-9DF0-1774AA6E1389}" type="datetimeFigureOut">
              <a:rPr lang="zh-CN" altLang="en-US" smtClean="0"/>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E990CACC-4085-411A-997F-F81A949F4AD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日期占位符 2"/>
          <p:cNvSpPr>
            <a:spLocks noGrp="1"/>
          </p:cNvSpPr>
          <p:nvPr>
            <p:ph type="dt" sz="half" idx="10"/>
          </p:nvPr>
        </p:nvSpPr>
        <p:spPr/>
        <p:txBody>
          <a:bodyPr/>
          <a:lstStyle/>
          <a:p>
            <a:fld id="{C5E3FFFA-BC19-41C7-9DF0-1774AA6E1389}" type="datetimeFigureOut">
              <a:rPr lang="zh-CN" altLang="en-US" smtClean="0"/>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E990CACC-4085-411A-997F-F81A949F4AD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C5E3FFFA-BC19-41C7-9DF0-1774AA6E1389}" type="datetimeFigureOut">
              <a:rPr lang="zh-CN" altLang="en-US" smtClean="0"/>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E990CACC-4085-411A-997F-F81A949F4AD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endParaRPr lang="zh-CN" altLang="en-US" smtClean="0"/>
          </a:p>
        </p:txBody>
      </p:sp>
      <p:sp>
        <p:nvSpPr>
          <p:cNvPr id="5" name="日期占位符 4"/>
          <p:cNvSpPr>
            <a:spLocks noGrp="1"/>
          </p:cNvSpPr>
          <p:nvPr>
            <p:ph type="dt" sz="half" idx="10"/>
          </p:nvPr>
        </p:nvSpPr>
        <p:spPr/>
        <p:txBody>
          <a:bodyPr/>
          <a:lstStyle/>
          <a:p>
            <a:fld id="{C5E3FFFA-BC19-41C7-9DF0-1774AA6E1389}" type="datetimeFigureOut">
              <a:rPr lang="zh-CN" altLang="en-US" smtClean="0"/>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E990CACC-4085-411A-997F-F81A949F4AD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endParaRPr lang="zh-CN" altLang="en-US" smtClean="0"/>
          </a:p>
        </p:txBody>
      </p:sp>
      <p:sp>
        <p:nvSpPr>
          <p:cNvPr id="5" name="日期占位符 4"/>
          <p:cNvSpPr>
            <a:spLocks noGrp="1"/>
          </p:cNvSpPr>
          <p:nvPr>
            <p:ph type="dt" sz="half" idx="10"/>
          </p:nvPr>
        </p:nvSpPr>
        <p:spPr/>
        <p:txBody>
          <a:bodyPr/>
          <a:lstStyle/>
          <a:p>
            <a:fld id="{C5E3FFFA-BC19-41C7-9DF0-1774AA6E1389}" type="datetimeFigureOut">
              <a:rPr lang="zh-CN" altLang="en-US" smtClean="0"/>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E990CACC-4085-411A-997F-F81A949F4AD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C5E3FFFA-BC19-41C7-9DF0-1774AA6E1389}" type="datetimeFigureOut">
              <a:rPr lang="zh-CN" altLang="en-US" smtClean="0"/>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E990CACC-4085-411A-997F-F81A949F4AD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838200" y="365125"/>
            <a:ext cx="7734300" cy="5811838"/>
          </a:xfrm>
        </p:spPr>
        <p:txBody>
          <a:bodyPr vert="eaVert"/>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C5E3FFFA-BC19-41C7-9DF0-1774AA6E1389}" type="datetimeFigureOut">
              <a:rPr lang="zh-CN" altLang="en-US" smtClean="0"/>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E990CACC-4085-411A-997F-F81A949F4AD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2" Type="http://schemas.openxmlformats.org/officeDocument/2006/relationships/theme" Target="../theme/theme1.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5E3FFFA-BC19-41C7-9DF0-1774AA6E1389}" type="datetimeFigureOut">
              <a:rPr lang="zh-CN" altLang="en-US" smtClean="0"/>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E990CACC-4085-411A-997F-F81A949F4ADC}" type="slidenum">
              <a:rPr lang="zh-CN" altLang="en-US" smtClean="0"/>
            </a:fld>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ags" Target="../tags/tag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tags" Target="../tags/tag5.xml"/><Relationship Id="rId3" Type="http://schemas.openxmlformats.org/officeDocument/2006/relationships/tags" Target="../tags/tag4.xml"/><Relationship Id="rId2" Type="http://schemas.openxmlformats.org/officeDocument/2006/relationships/tags" Target="../tags/tag3.xml"/><Relationship Id="rId1" Type="http://schemas.openxmlformats.org/officeDocument/2006/relationships/tags" Target="../tags/tag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image" Target="../media/image2.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7" Type="http://schemas.openxmlformats.org/officeDocument/2006/relationships/slideLayout" Target="../slideLayouts/slideLayout1.xml"/><Relationship Id="rId6" Type="http://schemas.openxmlformats.org/officeDocument/2006/relationships/tags" Target="../tags/tag8.xml"/><Relationship Id="rId5" Type="http://schemas.microsoft.com/office/2007/relationships/hdphoto" Target="../media/image5.jpeg"/><Relationship Id="rId4" Type="http://schemas.openxmlformats.org/officeDocument/2006/relationships/image" Target="../media/image4.png"/><Relationship Id="rId3" Type="http://schemas.openxmlformats.org/officeDocument/2006/relationships/tags" Target="../tags/tag7.xml"/><Relationship Id="rId2" Type="http://schemas.openxmlformats.org/officeDocument/2006/relationships/tags" Target="../tags/tag6.xml"/><Relationship Id="rId1" Type="http://schemas.openxmlformats.org/officeDocument/2006/relationships/image" Target="../media/image3.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 name="组合 28"/>
          <p:cNvGrpSpPr/>
          <p:nvPr/>
        </p:nvGrpSpPr>
        <p:grpSpPr>
          <a:xfrm>
            <a:off x="7700360" y="1725769"/>
            <a:ext cx="3719226" cy="3217288"/>
            <a:chOff x="4242706" y="611903"/>
            <a:chExt cx="3387725" cy="2930525"/>
          </a:xfrm>
        </p:grpSpPr>
        <p:grpSp>
          <p:nvGrpSpPr>
            <p:cNvPr id="4" name="组合 3"/>
            <p:cNvGrpSpPr/>
            <p:nvPr/>
          </p:nvGrpSpPr>
          <p:grpSpPr>
            <a:xfrm>
              <a:off x="4242706" y="611903"/>
              <a:ext cx="1681163" cy="2930525"/>
              <a:chOff x="4643439" y="2103438"/>
              <a:chExt cx="1681163" cy="2930525"/>
            </a:xfrm>
            <a:solidFill>
              <a:schemeClr val="tx1"/>
            </a:solidFill>
          </p:grpSpPr>
          <p:sp>
            <p:nvSpPr>
              <p:cNvPr id="5" name="Freeform 6"/>
              <p:cNvSpPr/>
              <p:nvPr/>
            </p:nvSpPr>
            <p:spPr bwMode="auto">
              <a:xfrm>
                <a:off x="5692777" y="2201863"/>
                <a:ext cx="192088" cy="233362"/>
              </a:xfrm>
              <a:custGeom>
                <a:avLst/>
                <a:gdLst>
                  <a:gd name="T0" fmla="*/ 16 w 39"/>
                  <a:gd name="T1" fmla="*/ 22 h 47"/>
                  <a:gd name="T2" fmla="*/ 13 w 39"/>
                  <a:gd name="T3" fmla="*/ 25 h 47"/>
                  <a:gd name="T4" fmla="*/ 10 w 39"/>
                  <a:gd name="T5" fmla="*/ 29 h 47"/>
                  <a:gd name="T6" fmla="*/ 1 w 39"/>
                  <a:gd name="T7" fmla="*/ 44 h 47"/>
                  <a:gd name="T8" fmla="*/ 3 w 39"/>
                  <a:gd name="T9" fmla="*/ 46 h 47"/>
                  <a:gd name="T10" fmla="*/ 20 w 39"/>
                  <a:gd name="T11" fmla="*/ 29 h 47"/>
                  <a:gd name="T12" fmla="*/ 22 w 39"/>
                  <a:gd name="T13" fmla="*/ 27 h 47"/>
                  <a:gd name="T14" fmla="*/ 24 w 39"/>
                  <a:gd name="T15" fmla="*/ 25 h 47"/>
                  <a:gd name="T16" fmla="*/ 27 w 39"/>
                  <a:gd name="T17" fmla="*/ 21 h 47"/>
                  <a:gd name="T18" fmla="*/ 31 w 39"/>
                  <a:gd name="T19" fmla="*/ 16 h 47"/>
                  <a:gd name="T20" fmla="*/ 38 w 39"/>
                  <a:gd name="T21" fmla="*/ 3 h 47"/>
                  <a:gd name="T22" fmla="*/ 35 w 39"/>
                  <a:gd name="T23" fmla="*/ 1 h 47"/>
                  <a:gd name="T24" fmla="*/ 31 w 39"/>
                  <a:gd name="T25" fmla="*/ 5 h 47"/>
                  <a:gd name="T26" fmla="*/ 27 w 39"/>
                  <a:gd name="T27" fmla="*/ 9 h 47"/>
                  <a:gd name="T28" fmla="*/ 16 w 39"/>
                  <a:gd name="T29" fmla="*/ 2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47">
                    <a:moveTo>
                      <a:pt x="16" y="22"/>
                    </a:moveTo>
                    <a:cubicBezTo>
                      <a:pt x="15" y="23"/>
                      <a:pt x="14" y="24"/>
                      <a:pt x="13" y="25"/>
                    </a:cubicBezTo>
                    <a:cubicBezTo>
                      <a:pt x="12" y="26"/>
                      <a:pt x="11" y="28"/>
                      <a:pt x="10" y="29"/>
                    </a:cubicBezTo>
                    <a:cubicBezTo>
                      <a:pt x="7" y="34"/>
                      <a:pt x="3" y="38"/>
                      <a:pt x="1" y="44"/>
                    </a:cubicBezTo>
                    <a:cubicBezTo>
                      <a:pt x="0" y="45"/>
                      <a:pt x="2" y="47"/>
                      <a:pt x="3" y="46"/>
                    </a:cubicBezTo>
                    <a:cubicBezTo>
                      <a:pt x="10" y="42"/>
                      <a:pt x="15" y="35"/>
                      <a:pt x="20" y="29"/>
                    </a:cubicBezTo>
                    <a:cubicBezTo>
                      <a:pt x="21" y="28"/>
                      <a:pt x="21" y="28"/>
                      <a:pt x="22" y="27"/>
                    </a:cubicBezTo>
                    <a:cubicBezTo>
                      <a:pt x="23" y="26"/>
                      <a:pt x="23" y="26"/>
                      <a:pt x="24" y="25"/>
                    </a:cubicBezTo>
                    <a:cubicBezTo>
                      <a:pt x="25" y="24"/>
                      <a:pt x="26" y="22"/>
                      <a:pt x="27" y="21"/>
                    </a:cubicBezTo>
                    <a:cubicBezTo>
                      <a:pt x="28" y="19"/>
                      <a:pt x="30" y="17"/>
                      <a:pt x="31" y="16"/>
                    </a:cubicBezTo>
                    <a:cubicBezTo>
                      <a:pt x="34" y="12"/>
                      <a:pt x="36" y="7"/>
                      <a:pt x="38" y="3"/>
                    </a:cubicBezTo>
                    <a:cubicBezTo>
                      <a:pt x="39" y="1"/>
                      <a:pt x="37" y="0"/>
                      <a:pt x="35" y="1"/>
                    </a:cubicBezTo>
                    <a:cubicBezTo>
                      <a:pt x="34" y="2"/>
                      <a:pt x="32" y="3"/>
                      <a:pt x="31" y="5"/>
                    </a:cubicBezTo>
                    <a:cubicBezTo>
                      <a:pt x="30" y="6"/>
                      <a:pt x="28" y="7"/>
                      <a:pt x="27" y="9"/>
                    </a:cubicBezTo>
                    <a:cubicBezTo>
                      <a:pt x="23" y="13"/>
                      <a:pt x="20" y="17"/>
                      <a:pt x="16" y="2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p>
            </p:txBody>
          </p:sp>
          <p:sp>
            <p:nvSpPr>
              <p:cNvPr id="6" name="Freeform 7"/>
              <p:cNvSpPr>
                <a:spLocks noEditPoints="1"/>
              </p:cNvSpPr>
              <p:nvPr/>
            </p:nvSpPr>
            <p:spPr bwMode="auto">
              <a:xfrm>
                <a:off x="4643439" y="2103438"/>
                <a:ext cx="1681163" cy="2930525"/>
              </a:xfrm>
              <a:custGeom>
                <a:avLst/>
                <a:gdLst>
                  <a:gd name="T0" fmla="*/ 88 w 340"/>
                  <a:gd name="T1" fmla="*/ 145 h 592"/>
                  <a:gd name="T2" fmla="*/ 111 w 340"/>
                  <a:gd name="T3" fmla="*/ 174 h 592"/>
                  <a:gd name="T4" fmla="*/ 158 w 340"/>
                  <a:gd name="T5" fmla="*/ 240 h 592"/>
                  <a:gd name="T6" fmla="*/ 179 w 340"/>
                  <a:gd name="T7" fmla="*/ 249 h 592"/>
                  <a:gd name="T8" fmla="*/ 139 w 340"/>
                  <a:gd name="T9" fmla="*/ 279 h 592"/>
                  <a:gd name="T10" fmla="*/ 139 w 340"/>
                  <a:gd name="T11" fmla="*/ 287 h 592"/>
                  <a:gd name="T12" fmla="*/ 228 w 340"/>
                  <a:gd name="T13" fmla="*/ 315 h 592"/>
                  <a:gd name="T14" fmla="*/ 206 w 340"/>
                  <a:gd name="T15" fmla="*/ 445 h 592"/>
                  <a:gd name="T16" fmla="*/ 183 w 340"/>
                  <a:gd name="T17" fmla="*/ 523 h 592"/>
                  <a:gd name="T18" fmla="*/ 139 w 340"/>
                  <a:gd name="T19" fmla="*/ 518 h 592"/>
                  <a:gd name="T20" fmla="*/ 116 w 340"/>
                  <a:gd name="T21" fmla="*/ 449 h 592"/>
                  <a:gd name="T22" fmla="*/ 105 w 340"/>
                  <a:gd name="T23" fmla="*/ 345 h 592"/>
                  <a:gd name="T24" fmla="*/ 91 w 340"/>
                  <a:gd name="T25" fmla="*/ 249 h 592"/>
                  <a:gd name="T26" fmla="*/ 45 w 340"/>
                  <a:gd name="T27" fmla="*/ 201 h 592"/>
                  <a:gd name="T28" fmla="*/ 81 w 340"/>
                  <a:gd name="T29" fmla="*/ 249 h 592"/>
                  <a:gd name="T30" fmla="*/ 97 w 340"/>
                  <a:gd name="T31" fmla="*/ 349 h 592"/>
                  <a:gd name="T32" fmla="*/ 112 w 340"/>
                  <a:gd name="T33" fmla="*/ 518 h 592"/>
                  <a:gd name="T34" fmla="*/ 92 w 340"/>
                  <a:gd name="T35" fmla="*/ 549 h 592"/>
                  <a:gd name="T36" fmla="*/ 43 w 340"/>
                  <a:gd name="T37" fmla="*/ 567 h 592"/>
                  <a:gd name="T38" fmla="*/ 2 w 340"/>
                  <a:gd name="T39" fmla="*/ 572 h 592"/>
                  <a:gd name="T40" fmla="*/ 43 w 340"/>
                  <a:gd name="T41" fmla="*/ 577 h 592"/>
                  <a:gd name="T42" fmla="*/ 98 w 340"/>
                  <a:gd name="T43" fmla="*/ 555 h 592"/>
                  <a:gd name="T44" fmla="*/ 118 w 340"/>
                  <a:gd name="T45" fmla="*/ 523 h 592"/>
                  <a:gd name="T46" fmla="*/ 187 w 340"/>
                  <a:gd name="T47" fmla="*/ 532 h 592"/>
                  <a:gd name="T48" fmla="*/ 198 w 340"/>
                  <a:gd name="T49" fmla="*/ 562 h 592"/>
                  <a:gd name="T50" fmla="*/ 219 w 340"/>
                  <a:gd name="T51" fmla="*/ 591 h 592"/>
                  <a:gd name="T52" fmla="*/ 271 w 340"/>
                  <a:gd name="T53" fmla="*/ 570 h 592"/>
                  <a:gd name="T54" fmla="*/ 239 w 340"/>
                  <a:gd name="T55" fmla="*/ 574 h 592"/>
                  <a:gd name="T56" fmla="*/ 200 w 340"/>
                  <a:gd name="T57" fmla="*/ 549 h 592"/>
                  <a:gd name="T58" fmla="*/ 194 w 340"/>
                  <a:gd name="T59" fmla="*/ 529 h 592"/>
                  <a:gd name="T60" fmla="*/ 220 w 340"/>
                  <a:gd name="T61" fmla="*/ 406 h 592"/>
                  <a:gd name="T62" fmla="*/ 236 w 340"/>
                  <a:gd name="T63" fmla="*/ 308 h 592"/>
                  <a:gd name="T64" fmla="*/ 243 w 340"/>
                  <a:gd name="T65" fmla="*/ 297 h 592"/>
                  <a:gd name="T66" fmla="*/ 339 w 340"/>
                  <a:gd name="T67" fmla="*/ 256 h 592"/>
                  <a:gd name="T68" fmla="*/ 293 w 340"/>
                  <a:gd name="T69" fmla="*/ 267 h 592"/>
                  <a:gd name="T70" fmla="*/ 232 w 340"/>
                  <a:gd name="T71" fmla="*/ 294 h 592"/>
                  <a:gd name="T72" fmla="*/ 180 w 340"/>
                  <a:gd name="T73" fmla="*/ 267 h 592"/>
                  <a:gd name="T74" fmla="*/ 232 w 340"/>
                  <a:gd name="T75" fmla="*/ 245 h 592"/>
                  <a:gd name="T76" fmla="*/ 267 w 340"/>
                  <a:gd name="T77" fmla="*/ 209 h 592"/>
                  <a:gd name="T78" fmla="*/ 277 w 340"/>
                  <a:gd name="T79" fmla="*/ 181 h 592"/>
                  <a:gd name="T80" fmla="*/ 276 w 340"/>
                  <a:gd name="T81" fmla="*/ 145 h 592"/>
                  <a:gd name="T82" fmla="*/ 229 w 340"/>
                  <a:gd name="T83" fmla="*/ 75 h 592"/>
                  <a:gd name="T84" fmla="*/ 265 w 340"/>
                  <a:gd name="T85" fmla="*/ 49 h 592"/>
                  <a:gd name="T86" fmla="*/ 266 w 340"/>
                  <a:gd name="T87" fmla="*/ 43 h 592"/>
                  <a:gd name="T88" fmla="*/ 243 w 340"/>
                  <a:gd name="T89" fmla="*/ 53 h 592"/>
                  <a:gd name="T90" fmla="*/ 218 w 340"/>
                  <a:gd name="T91" fmla="*/ 71 h 592"/>
                  <a:gd name="T92" fmla="*/ 243 w 340"/>
                  <a:gd name="T93" fmla="*/ 95 h 592"/>
                  <a:gd name="T94" fmla="*/ 272 w 340"/>
                  <a:gd name="T95" fmla="*/ 191 h 592"/>
                  <a:gd name="T96" fmla="*/ 243 w 340"/>
                  <a:gd name="T97" fmla="*/ 236 h 592"/>
                  <a:gd name="T98" fmla="*/ 188 w 340"/>
                  <a:gd name="T99" fmla="*/ 245 h 592"/>
                  <a:gd name="T100" fmla="*/ 139 w 340"/>
                  <a:gd name="T101" fmla="*/ 219 h 592"/>
                  <a:gd name="T102" fmla="*/ 139 w 340"/>
                  <a:gd name="T103" fmla="*/ 89 h 592"/>
                  <a:gd name="T104" fmla="*/ 221 w 340"/>
                  <a:gd name="T105" fmla="*/ 71 h 592"/>
                  <a:gd name="T106" fmla="*/ 208 w 340"/>
                  <a:gd name="T107" fmla="*/ 49 h 592"/>
                  <a:gd name="T108" fmla="*/ 213 w 340"/>
                  <a:gd name="T109" fmla="*/ 4 h 592"/>
                  <a:gd name="T110" fmla="*/ 201 w 340"/>
                  <a:gd name="T111" fmla="*/ 45 h 592"/>
                  <a:gd name="T112" fmla="*/ 201 w 340"/>
                  <a:gd name="T113" fmla="*/ 62 h 592"/>
                  <a:gd name="T114" fmla="*/ 120 w 340"/>
                  <a:gd name="T115" fmla="*/ 112 h 592"/>
                  <a:gd name="T116" fmla="*/ 96 w 340"/>
                  <a:gd name="T117" fmla="*/ 145 h 592"/>
                  <a:gd name="T118" fmla="*/ 109 w 340"/>
                  <a:gd name="T119" fmla="*/ 148 h 592"/>
                  <a:gd name="T120" fmla="*/ 111 w 340"/>
                  <a:gd name="T121" fmla="*/ 169 h 592"/>
                  <a:gd name="T122" fmla="*/ 276 w 340"/>
                  <a:gd name="T123" fmla="*/ 182 h 592"/>
                  <a:gd name="T124" fmla="*/ 271 w 340"/>
                  <a:gd name="T125" fmla="*/ 204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0" h="592">
                    <a:moveTo>
                      <a:pt x="120" y="112"/>
                    </a:moveTo>
                    <a:cubicBezTo>
                      <a:pt x="115" y="122"/>
                      <a:pt x="113" y="132"/>
                      <a:pt x="111" y="142"/>
                    </a:cubicBezTo>
                    <a:cubicBezTo>
                      <a:pt x="103" y="136"/>
                      <a:pt x="92" y="136"/>
                      <a:pt x="88" y="145"/>
                    </a:cubicBezTo>
                    <a:cubicBezTo>
                      <a:pt x="88" y="146"/>
                      <a:pt x="87" y="148"/>
                      <a:pt x="87" y="149"/>
                    </a:cubicBezTo>
                    <a:cubicBezTo>
                      <a:pt x="87" y="150"/>
                      <a:pt x="87" y="150"/>
                      <a:pt x="87" y="151"/>
                    </a:cubicBezTo>
                    <a:cubicBezTo>
                      <a:pt x="87" y="164"/>
                      <a:pt x="99" y="175"/>
                      <a:pt x="111" y="174"/>
                    </a:cubicBezTo>
                    <a:cubicBezTo>
                      <a:pt x="115" y="193"/>
                      <a:pt x="124" y="212"/>
                      <a:pt x="139" y="226"/>
                    </a:cubicBezTo>
                    <a:cubicBezTo>
                      <a:pt x="140" y="227"/>
                      <a:pt x="142" y="229"/>
                      <a:pt x="143" y="230"/>
                    </a:cubicBezTo>
                    <a:cubicBezTo>
                      <a:pt x="147" y="234"/>
                      <a:pt x="152" y="237"/>
                      <a:pt x="158" y="240"/>
                    </a:cubicBezTo>
                    <a:cubicBezTo>
                      <a:pt x="161" y="242"/>
                      <a:pt x="164" y="244"/>
                      <a:pt x="167" y="245"/>
                    </a:cubicBezTo>
                    <a:cubicBezTo>
                      <a:pt x="171" y="247"/>
                      <a:pt x="175" y="248"/>
                      <a:pt x="178" y="249"/>
                    </a:cubicBezTo>
                    <a:cubicBezTo>
                      <a:pt x="179" y="249"/>
                      <a:pt x="179" y="249"/>
                      <a:pt x="179" y="249"/>
                    </a:cubicBezTo>
                    <a:cubicBezTo>
                      <a:pt x="176" y="259"/>
                      <a:pt x="172" y="271"/>
                      <a:pt x="176" y="282"/>
                    </a:cubicBezTo>
                    <a:cubicBezTo>
                      <a:pt x="165" y="281"/>
                      <a:pt x="154" y="280"/>
                      <a:pt x="143" y="279"/>
                    </a:cubicBezTo>
                    <a:cubicBezTo>
                      <a:pt x="142" y="279"/>
                      <a:pt x="140" y="279"/>
                      <a:pt x="139" y="279"/>
                    </a:cubicBezTo>
                    <a:cubicBezTo>
                      <a:pt x="129" y="278"/>
                      <a:pt x="119" y="278"/>
                      <a:pt x="110" y="277"/>
                    </a:cubicBezTo>
                    <a:cubicBezTo>
                      <a:pt x="107" y="277"/>
                      <a:pt x="107" y="281"/>
                      <a:pt x="109" y="281"/>
                    </a:cubicBezTo>
                    <a:cubicBezTo>
                      <a:pt x="119" y="284"/>
                      <a:pt x="129" y="285"/>
                      <a:pt x="139" y="287"/>
                    </a:cubicBezTo>
                    <a:cubicBezTo>
                      <a:pt x="140" y="287"/>
                      <a:pt x="142" y="287"/>
                      <a:pt x="143" y="287"/>
                    </a:cubicBezTo>
                    <a:cubicBezTo>
                      <a:pt x="156" y="289"/>
                      <a:pt x="169" y="290"/>
                      <a:pt x="183" y="292"/>
                    </a:cubicBezTo>
                    <a:cubicBezTo>
                      <a:pt x="202" y="293"/>
                      <a:pt x="231" y="289"/>
                      <a:pt x="228" y="315"/>
                    </a:cubicBezTo>
                    <a:cubicBezTo>
                      <a:pt x="227" y="325"/>
                      <a:pt x="226" y="335"/>
                      <a:pt x="224" y="345"/>
                    </a:cubicBezTo>
                    <a:cubicBezTo>
                      <a:pt x="224" y="346"/>
                      <a:pt x="224" y="348"/>
                      <a:pt x="224" y="349"/>
                    </a:cubicBezTo>
                    <a:cubicBezTo>
                      <a:pt x="219" y="381"/>
                      <a:pt x="213" y="413"/>
                      <a:pt x="206" y="445"/>
                    </a:cubicBezTo>
                    <a:cubicBezTo>
                      <a:pt x="206" y="446"/>
                      <a:pt x="206" y="448"/>
                      <a:pt x="206" y="449"/>
                    </a:cubicBezTo>
                    <a:cubicBezTo>
                      <a:pt x="203" y="461"/>
                      <a:pt x="200" y="473"/>
                      <a:pt x="198" y="485"/>
                    </a:cubicBezTo>
                    <a:cubicBezTo>
                      <a:pt x="196" y="491"/>
                      <a:pt x="192" y="524"/>
                      <a:pt x="183" y="523"/>
                    </a:cubicBezTo>
                    <a:cubicBezTo>
                      <a:pt x="170" y="522"/>
                      <a:pt x="156" y="520"/>
                      <a:pt x="143" y="519"/>
                    </a:cubicBezTo>
                    <a:cubicBezTo>
                      <a:pt x="142" y="519"/>
                      <a:pt x="142" y="519"/>
                      <a:pt x="141" y="518"/>
                    </a:cubicBezTo>
                    <a:cubicBezTo>
                      <a:pt x="140" y="518"/>
                      <a:pt x="140" y="518"/>
                      <a:pt x="139" y="518"/>
                    </a:cubicBezTo>
                    <a:cubicBezTo>
                      <a:pt x="121" y="516"/>
                      <a:pt x="120" y="512"/>
                      <a:pt x="120" y="493"/>
                    </a:cubicBezTo>
                    <a:cubicBezTo>
                      <a:pt x="120" y="480"/>
                      <a:pt x="118" y="466"/>
                      <a:pt x="117" y="453"/>
                    </a:cubicBezTo>
                    <a:cubicBezTo>
                      <a:pt x="116" y="452"/>
                      <a:pt x="116" y="450"/>
                      <a:pt x="116" y="449"/>
                    </a:cubicBezTo>
                    <a:cubicBezTo>
                      <a:pt x="116" y="448"/>
                      <a:pt x="116" y="446"/>
                      <a:pt x="116" y="445"/>
                    </a:cubicBezTo>
                    <a:cubicBezTo>
                      <a:pt x="111" y="413"/>
                      <a:pt x="106" y="381"/>
                      <a:pt x="105" y="349"/>
                    </a:cubicBezTo>
                    <a:cubicBezTo>
                      <a:pt x="105" y="348"/>
                      <a:pt x="105" y="346"/>
                      <a:pt x="105" y="345"/>
                    </a:cubicBezTo>
                    <a:cubicBezTo>
                      <a:pt x="104" y="325"/>
                      <a:pt x="105" y="305"/>
                      <a:pt x="110" y="285"/>
                    </a:cubicBezTo>
                    <a:cubicBezTo>
                      <a:pt x="110" y="282"/>
                      <a:pt x="109" y="281"/>
                      <a:pt x="107" y="280"/>
                    </a:cubicBezTo>
                    <a:cubicBezTo>
                      <a:pt x="102" y="271"/>
                      <a:pt x="97" y="260"/>
                      <a:pt x="91" y="249"/>
                    </a:cubicBezTo>
                    <a:cubicBezTo>
                      <a:pt x="91" y="248"/>
                      <a:pt x="90" y="246"/>
                      <a:pt x="89" y="245"/>
                    </a:cubicBezTo>
                    <a:cubicBezTo>
                      <a:pt x="79" y="225"/>
                      <a:pt x="68" y="205"/>
                      <a:pt x="49" y="195"/>
                    </a:cubicBezTo>
                    <a:cubicBezTo>
                      <a:pt x="46" y="193"/>
                      <a:pt x="43" y="198"/>
                      <a:pt x="45" y="201"/>
                    </a:cubicBezTo>
                    <a:cubicBezTo>
                      <a:pt x="58" y="215"/>
                      <a:pt x="70" y="228"/>
                      <a:pt x="79" y="245"/>
                    </a:cubicBezTo>
                    <a:cubicBezTo>
                      <a:pt x="79" y="245"/>
                      <a:pt x="79" y="245"/>
                      <a:pt x="79" y="245"/>
                    </a:cubicBezTo>
                    <a:cubicBezTo>
                      <a:pt x="80" y="246"/>
                      <a:pt x="80" y="248"/>
                      <a:pt x="81" y="249"/>
                    </a:cubicBezTo>
                    <a:cubicBezTo>
                      <a:pt x="88" y="261"/>
                      <a:pt x="94" y="273"/>
                      <a:pt x="103" y="283"/>
                    </a:cubicBezTo>
                    <a:cubicBezTo>
                      <a:pt x="98" y="304"/>
                      <a:pt x="97" y="324"/>
                      <a:pt x="97" y="345"/>
                    </a:cubicBezTo>
                    <a:cubicBezTo>
                      <a:pt x="97" y="346"/>
                      <a:pt x="97" y="348"/>
                      <a:pt x="97" y="349"/>
                    </a:cubicBezTo>
                    <a:cubicBezTo>
                      <a:pt x="98" y="381"/>
                      <a:pt x="103" y="413"/>
                      <a:pt x="107" y="445"/>
                    </a:cubicBezTo>
                    <a:cubicBezTo>
                      <a:pt x="107" y="446"/>
                      <a:pt x="107" y="448"/>
                      <a:pt x="107" y="449"/>
                    </a:cubicBezTo>
                    <a:cubicBezTo>
                      <a:pt x="110" y="472"/>
                      <a:pt x="112" y="495"/>
                      <a:pt x="112" y="518"/>
                    </a:cubicBezTo>
                    <a:cubicBezTo>
                      <a:pt x="112" y="519"/>
                      <a:pt x="112" y="520"/>
                      <a:pt x="112" y="521"/>
                    </a:cubicBezTo>
                    <a:cubicBezTo>
                      <a:pt x="106" y="528"/>
                      <a:pt x="100" y="537"/>
                      <a:pt x="95" y="545"/>
                    </a:cubicBezTo>
                    <a:cubicBezTo>
                      <a:pt x="94" y="546"/>
                      <a:pt x="93" y="548"/>
                      <a:pt x="92" y="549"/>
                    </a:cubicBezTo>
                    <a:cubicBezTo>
                      <a:pt x="92" y="550"/>
                      <a:pt x="91" y="550"/>
                      <a:pt x="91" y="551"/>
                    </a:cubicBezTo>
                    <a:cubicBezTo>
                      <a:pt x="86" y="558"/>
                      <a:pt x="78" y="570"/>
                      <a:pt x="78" y="580"/>
                    </a:cubicBezTo>
                    <a:cubicBezTo>
                      <a:pt x="68" y="574"/>
                      <a:pt x="56" y="570"/>
                      <a:pt x="43" y="567"/>
                    </a:cubicBezTo>
                    <a:cubicBezTo>
                      <a:pt x="42" y="567"/>
                      <a:pt x="40" y="567"/>
                      <a:pt x="39" y="567"/>
                    </a:cubicBezTo>
                    <a:cubicBezTo>
                      <a:pt x="26" y="565"/>
                      <a:pt x="13" y="565"/>
                      <a:pt x="2" y="568"/>
                    </a:cubicBezTo>
                    <a:cubicBezTo>
                      <a:pt x="0" y="569"/>
                      <a:pt x="0" y="572"/>
                      <a:pt x="2" y="572"/>
                    </a:cubicBezTo>
                    <a:cubicBezTo>
                      <a:pt x="14" y="575"/>
                      <a:pt x="27" y="575"/>
                      <a:pt x="39" y="577"/>
                    </a:cubicBezTo>
                    <a:cubicBezTo>
                      <a:pt x="39" y="577"/>
                      <a:pt x="40" y="577"/>
                      <a:pt x="40" y="577"/>
                    </a:cubicBezTo>
                    <a:cubicBezTo>
                      <a:pt x="41" y="577"/>
                      <a:pt x="42" y="577"/>
                      <a:pt x="43" y="577"/>
                    </a:cubicBezTo>
                    <a:cubicBezTo>
                      <a:pt x="56" y="579"/>
                      <a:pt x="68" y="584"/>
                      <a:pt x="79" y="589"/>
                    </a:cubicBezTo>
                    <a:cubicBezTo>
                      <a:pt x="82" y="590"/>
                      <a:pt x="84" y="588"/>
                      <a:pt x="84" y="586"/>
                    </a:cubicBezTo>
                    <a:cubicBezTo>
                      <a:pt x="91" y="577"/>
                      <a:pt x="93" y="564"/>
                      <a:pt x="98" y="555"/>
                    </a:cubicBezTo>
                    <a:cubicBezTo>
                      <a:pt x="100" y="553"/>
                      <a:pt x="101" y="551"/>
                      <a:pt x="102" y="549"/>
                    </a:cubicBezTo>
                    <a:cubicBezTo>
                      <a:pt x="103" y="548"/>
                      <a:pt x="104" y="546"/>
                      <a:pt x="104" y="545"/>
                    </a:cubicBezTo>
                    <a:cubicBezTo>
                      <a:pt x="109" y="538"/>
                      <a:pt x="114" y="531"/>
                      <a:pt x="118" y="523"/>
                    </a:cubicBezTo>
                    <a:cubicBezTo>
                      <a:pt x="125" y="524"/>
                      <a:pt x="132" y="525"/>
                      <a:pt x="139" y="526"/>
                    </a:cubicBezTo>
                    <a:cubicBezTo>
                      <a:pt x="140" y="527"/>
                      <a:pt x="142" y="527"/>
                      <a:pt x="143" y="527"/>
                    </a:cubicBezTo>
                    <a:cubicBezTo>
                      <a:pt x="158" y="529"/>
                      <a:pt x="172" y="530"/>
                      <a:pt x="187" y="532"/>
                    </a:cubicBezTo>
                    <a:cubicBezTo>
                      <a:pt x="188" y="536"/>
                      <a:pt x="189" y="541"/>
                      <a:pt x="191" y="545"/>
                    </a:cubicBezTo>
                    <a:cubicBezTo>
                      <a:pt x="191" y="546"/>
                      <a:pt x="192" y="548"/>
                      <a:pt x="192" y="549"/>
                    </a:cubicBezTo>
                    <a:cubicBezTo>
                      <a:pt x="194" y="553"/>
                      <a:pt x="196" y="558"/>
                      <a:pt x="198" y="562"/>
                    </a:cubicBezTo>
                    <a:cubicBezTo>
                      <a:pt x="202" y="572"/>
                      <a:pt x="207" y="585"/>
                      <a:pt x="216" y="592"/>
                    </a:cubicBezTo>
                    <a:cubicBezTo>
                      <a:pt x="217" y="592"/>
                      <a:pt x="218" y="592"/>
                      <a:pt x="219" y="591"/>
                    </a:cubicBezTo>
                    <a:cubicBezTo>
                      <a:pt x="219" y="591"/>
                      <a:pt x="219" y="591"/>
                      <a:pt x="219" y="591"/>
                    </a:cubicBezTo>
                    <a:cubicBezTo>
                      <a:pt x="226" y="589"/>
                      <a:pt x="232" y="587"/>
                      <a:pt x="239" y="584"/>
                    </a:cubicBezTo>
                    <a:cubicBezTo>
                      <a:pt x="240" y="584"/>
                      <a:pt x="242" y="583"/>
                      <a:pt x="243" y="583"/>
                    </a:cubicBezTo>
                    <a:cubicBezTo>
                      <a:pt x="253" y="579"/>
                      <a:pt x="262" y="575"/>
                      <a:pt x="271" y="570"/>
                    </a:cubicBezTo>
                    <a:cubicBezTo>
                      <a:pt x="273" y="569"/>
                      <a:pt x="272" y="566"/>
                      <a:pt x="270" y="566"/>
                    </a:cubicBezTo>
                    <a:cubicBezTo>
                      <a:pt x="261" y="566"/>
                      <a:pt x="252" y="569"/>
                      <a:pt x="243" y="572"/>
                    </a:cubicBezTo>
                    <a:cubicBezTo>
                      <a:pt x="242" y="573"/>
                      <a:pt x="240" y="573"/>
                      <a:pt x="239" y="574"/>
                    </a:cubicBezTo>
                    <a:cubicBezTo>
                      <a:pt x="231" y="577"/>
                      <a:pt x="224" y="581"/>
                      <a:pt x="217" y="584"/>
                    </a:cubicBezTo>
                    <a:cubicBezTo>
                      <a:pt x="213" y="575"/>
                      <a:pt x="207" y="566"/>
                      <a:pt x="203" y="557"/>
                    </a:cubicBezTo>
                    <a:cubicBezTo>
                      <a:pt x="202" y="554"/>
                      <a:pt x="201" y="552"/>
                      <a:pt x="200" y="549"/>
                    </a:cubicBezTo>
                    <a:cubicBezTo>
                      <a:pt x="199" y="548"/>
                      <a:pt x="199" y="546"/>
                      <a:pt x="198" y="545"/>
                    </a:cubicBezTo>
                    <a:cubicBezTo>
                      <a:pt x="197" y="540"/>
                      <a:pt x="195" y="535"/>
                      <a:pt x="193" y="531"/>
                    </a:cubicBezTo>
                    <a:cubicBezTo>
                      <a:pt x="193" y="530"/>
                      <a:pt x="194" y="530"/>
                      <a:pt x="194" y="529"/>
                    </a:cubicBezTo>
                    <a:cubicBezTo>
                      <a:pt x="202" y="503"/>
                      <a:pt x="208" y="476"/>
                      <a:pt x="213" y="449"/>
                    </a:cubicBezTo>
                    <a:cubicBezTo>
                      <a:pt x="213" y="448"/>
                      <a:pt x="213" y="446"/>
                      <a:pt x="214" y="445"/>
                    </a:cubicBezTo>
                    <a:cubicBezTo>
                      <a:pt x="216" y="432"/>
                      <a:pt x="218" y="419"/>
                      <a:pt x="220" y="406"/>
                    </a:cubicBezTo>
                    <a:cubicBezTo>
                      <a:pt x="223" y="387"/>
                      <a:pt x="227" y="368"/>
                      <a:pt x="231" y="349"/>
                    </a:cubicBezTo>
                    <a:cubicBezTo>
                      <a:pt x="231" y="348"/>
                      <a:pt x="231" y="346"/>
                      <a:pt x="232" y="345"/>
                    </a:cubicBezTo>
                    <a:cubicBezTo>
                      <a:pt x="234" y="332"/>
                      <a:pt x="235" y="320"/>
                      <a:pt x="236" y="308"/>
                    </a:cubicBezTo>
                    <a:cubicBezTo>
                      <a:pt x="236" y="304"/>
                      <a:pt x="236" y="301"/>
                      <a:pt x="235" y="299"/>
                    </a:cubicBezTo>
                    <a:cubicBezTo>
                      <a:pt x="236" y="299"/>
                      <a:pt x="238" y="298"/>
                      <a:pt x="239" y="298"/>
                    </a:cubicBezTo>
                    <a:cubicBezTo>
                      <a:pt x="240" y="298"/>
                      <a:pt x="242" y="297"/>
                      <a:pt x="243" y="297"/>
                    </a:cubicBezTo>
                    <a:cubicBezTo>
                      <a:pt x="256" y="293"/>
                      <a:pt x="268" y="288"/>
                      <a:pt x="280" y="283"/>
                    </a:cubicBezTo>
                    <a:cubicBezTo>
                      <a:pt x="299" y="274"/>
                      <a:pt x="321" y="268"/>
                      <a:pt x="339" y="257"/>
                    </a:cubicBezTo>
                    <a:cubicBezTo>
                      <a:pt x="339" y="257"/>
                      <a:pt x="339" y="256"/>
                      <a:pt x="339" y="256"/>
                    </a:cubicBezTo>
                    <a:cubicBezTo>
                      <a:pt x="340" y="255"/>
                      <a:pt x="340" y="254"/>
                      <a:pt x="339" y="254"/>
                    </a:cubicBezTo>
                    <a:cubicBezTo>
                      <a:pt x="339" y="253"/>
                      <a:pt x="338" y="253"/>
                      <a:pt x="337" y="253"/>
                    </a:cubicBezTo>
                    <a:cubicBezTo>
                      <a:pt x="322" y="252"/>
                      <a:pt x="307" y="261"/>
                      <a:pt x="293" y="267"/>
                    </a:cubicBezTo>
                    <a:cubicBezTo>
                      <a:pt x="277" y="275"/>
                      <a:pt x="260" y="282"/>
                      <a:pt x="243" y="289"/>
                    </a:cubicBezTo>
                    <a:cubicBezTo>
                      <a:pt x="242" y="290"/>
                      <a:pt x="240" y="290"/>
                      <a:pt x="239" y="291"/>
                    </a:cubicBezTo>
                    <a:cubicBezTo>
                      <a:pt x="237" y="292"/>
                      <a:pt x="234" y="293"/>
                      <a:pt x="232" y="294"/>
                    </a:cubicBezTo>
                    <a:cubicBezTo>
                      <a:pt x="228" y="291"/>
                      <a:pt x="224" y="289"/>
                      <a:pt x="218" y="288"/>
                    </a:cubicBezTo>
                    <a:cubicBezTo>
                      <a:pt x="206" y="285"/>
                      <a:pt x="192" y="283"/>
                      <a:pt x="179" y="282"/>
                    </a:cubicBezTo>
                    <a:cubicBezTo>
                      <a:pt x="180" y="277"/>
                      <a:pt x="180" y="272"/>
                      <a:pt x="180" y="267"/>
                    </a:cubicBezTo>
                    <a:cubicBezTo>
                      <a:pt x="180" y="262"/>
                      <a:pt x="181" y="256"/>
                      <a:pt x="182" y="250"/>
                    </a:cubicBezTo>
                    <a:cubicBezTo>
                      <a:pt x="195" y="253"/>
                      <a:pt x="209" y="253"/>
                      <a:pt x="221" y="249"/>
                    </a:cubicBezTo>
                    <a:cubicBezTo>
                      <a:pt x="225" y="248"/>
                      <a:pt x="228" y="247"/>
                      <a:pt x="232" y="245"/>
                    </a:cubicBezTo>
                    <a:cubicBezTo>
                      <a:pt x="234" y="244"/>
                      <a:pt x="237" y="242"/>
                      <a:pt x="239" y="241"/>
                    </a:cubicBezTo>
                    <a:cubicBezTo>
                      <a:pt x="240" y="240"/>
                      <a:pt x="242" y="239"/>
                      <a:pt x="243" y="238"/>
                    </a:cubicBezTo>
                    <a:cubicBezTo>
                      <a:pt x="253" y="231"/>
                      <a:pt x="261" y="221"/>
                      <a:pt x="267" y="209"/>
                    </a:cubicBezTo>
                    <a:cubicBezTo>
                      <a:pt x="268" y="209"/>
                      <a:pt x="268" y="210"/>
                      <a:pt x="269" y="210"/>
                    </a:cubicBezTo>
                    <a:cubicBezTo>
                      <a:pt x="279" y="212"/>
                      <a:pt x="292" y="211"/>
                      <a:pt x="295" y="199"/>
                    </a:cubicBezTo>
                    <a:cubicBezTo>
                      <a:pt x="298" y="190"/>
                      <a:pt x="287" y="176"/>
                      <a:pt x="277" y="181"/>
                    </a:cubicBezTo>
                    <a:cubicBezTo>
                      <a:pt x="277" y="181"/>
                      <a:pt x="276" y="181"/>
                      <a:pt x="276" y="182"/>
                    </a:cubicBezTo>
                    <a:cubicBezTo>
                      <a:pt x="278" y="171"/>
                      <a:pt x="278" y="160"/>
                      <a:pt x="276" y="149"/>
                    </a:cubicBezTo>
                    <a:cubicBezTo>
                      <a:pt x="276" y="148"/>
                      <a:pt x="276" y="146"/>
                      <a:pt x="276" y="145"/>
                    </a:cubicBezTo>
                    <a:cubicBezTo>
                      <a:pt x="272" y="122"/>
                      <a:pt x="261" y="99"/>
                      <a:pt x="243" y="85"/>
                    </a:cubicBezTo>
                    <a:cubicBezTo>
                      <a:pt x="242" y="84"/>
                      <a:pt x="240" y="83"/>
                      <a:pt x="239" y="82"/>
                    </a:cubicBezTo>
                    <a:cubicBezTo>
                      <a:pt x="236" y="79"/>
                      <a:pt x="232" y="77"/>
                      <a:pt x="229" y="75"/>
                    </a:cubicBezTo>
                    <a:cubicBezTo>
                      <a:pt x="232" y="73"/>
                      <a:pt x="235" y="70"/>
                      <a:pt x="239" y="67"/>
                    </a:cubicBezTo>
                    <a:cubicBezTo>
                      <a:pt x="240" y="66"/>
                      <a:pt x="242" y="66"/>
                      <a:pt x="243" y="65"/>
                    </a:cubicBezTo>
                    <a:cubicBezTo>
                      <a:pt x="250" y="59"/>
                      <a:pt x="258" y="54"/>
                      <a:pt x="265" y="49"/>
                    </a:cubicBezTo>
                    <a:cubicBezTo>
                      <a:pt x="266" y="48"/>
                      <a:pt x="267" y="48"/>
                      <a:pt x="268" y="47"/>
                    </a:cubicBezTo>
                    <a:cubicBezTo>
                      <a:pt x="269" y="47"/>
                      <a:pt x="269" y="46"/>
                      <a:pt x="269" y="45"/>
                    </a:cubicBezTo>
                    <a:cubicBezTo>
                      <a:pt x="269" y="44"/>
                      <a:pt x="268" y="42"/>
                      <a:pt x="266" y="43"/>
                    </a:cubicBezTo>
                    <a:cubicBezTo>
                      <a:pt x="264" y="43"/>
                      <a:pt x="261" y="44"/>
                      <a:pt x="259" y="45"/>
                    </a:cubicBezTo>
                    <a:cubicBezTo>
                      <a:pt x="256" y="46"/>
                      <a:pt x="253" y="47"/>
                      <a:pt x="250" y="49"/>
                    </a:cubicBezTo>
                    <a:cubicBezTo>
                      <a:pt x="248" y="50"/>
                      <a:pt x="245" y="52"/>
                      <a:pt x="243" y="53"/>
                    </a:cubicBezTo>
                    <a:cubicBezTo>
                      <a:pt x="242" y="54"/>
                      <a:pt x="240" y="55"/>
                      <a:pt x="239" y="56"/>
                    </a:cubicBezTo>
                    <a:cubicBezTo>
                      <a:pt x="233" y="61"/>
                      <a:pt x="227" y="67"/>
                      <a:pt x="223" y="73"/>
                    </a:cubicBezTo>
                    <a:cubicBezTo>
                      <a:pt x="222" y="72"/>
                      <a:pt x="220" y="72"/>
                      <a:pt x="218" y="71"/>
                    </a:cubicBezTo>
                    <a:cubicBezTo>
                      <a:pt x="216" y="71"/>
                      <a:pt x="215" y="74"/>
                      <a:pt x="217" y="75"/>
                    </a:cubicBezTo>
                    <a:cubicBezTo>
                      <a:pt x="225" y="80"/>
                      <a:pt x="232" y="86"/>
                      <a:pt x="239" y="92"/>
                    </a:cubicBezTo>
                    <a:cubicBezTo>
                      <a:pt x="240" y="93"/>
                      <a:pt x="242" y="94"/>
                      <a:pt x="243" y="95"/>
                    </a:cubicBezTo>
                    <a:cubicBezTo>
                      <a:pt x="257" y="110"/>
                      <a:pt x="268" y="126"/>
                      <a:pt x="272" y="145"/>
                    </a:cubicBezTo>
                    <a:cubicBezTo>
                      <a:pt x="272" y="146"/>
                      <a:pt x="272" y="148"/>
                      <a:pt x="273" y="149"/>
                    </a:cubicBezTo>
                    <a:cubicBezTo>
                      <a:pt x="275" y="162"/>
                      <a:pt x="275" y="176"/>
                      <a:pt x="272" y="191"/>
                    </a:cubicBezTo>
                    <a:cubicBezTo>
                      <a:pt x="271" y="196"/>
                      <a:pt x="270" y="200"/>
                      <a:pt x="268" y="204"/>
                    </a:cubicBezTo>
                    <a:cubicBezTo>
                      <a:pt x="267" y="205"/>
                      <a:pt x="267" y="206"/>
                      <a:pt x="267" y="208"/>
                    </a:cubicBezTo>
                    <a:cubicBezTo>
                      <a:pt x="261" y="220"/>
                      <a:pt x="253" y="230"/>
                      <a:pt x="243" y="236"/>
                    </a:cubicBezTo>
                    <a:cubicBezTo>
                      <a:pt x="242" y="237"/>
                      <a:pt x="240" y="238"/>
                      <a:pt x="239" y="238"/>
                    </a:cubicBezTo>
                    <a:cubicBezTo>
                      <a:pt x="234" y="241"/>
                      <a:pt x="228" y="244"/>
                      <a:pt x="222" y="245"/>
                    </a:cubicBezTo>
                    <a:cubicBezTo>
                      <a:pt x="211" y="247"/>
                      <a:pt x="199" y="247"/>
                      <a:pt x="188" y="245"/>
                    </a:cubicBezTo>
                    <a:cubicBezTo>
                      <a:pt x="179" y="243"/>
                      <a:pt x="169" y="240"/>
                      <a:pt x="161" y="235"/>
                    </a:cubicBezTo>
                    <a:cubicBezTo>
                      <a:pt x="154" y="232"/>
                      <a:pt x="148" y="228"/>
                      <a:pt x="143" y="223"/>
                    </a:cubicBezTo>
                    <a:cubicBezTo>
                      <a:pt x="142" y="222"/>
                      <a:pt x="140" y="220"/>
                      <a:pt x="139" y="219"/>
                    </a:cubicBezTo>
                    <a:cubicBezTo>
                      <a:pt x="122" y="200"/>
                      <a:pt x="116" y="174"/>
                      <a:pt x="117" y="149"/>
                    </a:cubicBezTo>
                    <a:cubicBezTo>
                      <a:pt x="118" y="148"/>
                      <a:pt x="118" y="146"/>
                      <a:pt x="118" y="145"/>
                    </a:cubicBezTo>
                    <a:cubicBezTo>
                      <a:pt x="120" y="124"/>
                      <a:pt x="127" y="104"/>
                      <a:pt x="139" y="89"/>
                    </a:cubicBezTo>
                    <a:cubicBezTo>
                      <a:pt x="140" y="88"/>
                      <a:pt x="142" y="86"/>
                      <a:pt x="143" y="85"/>
                    </a:cubicBezTo>
                    <a:cubicBezTo>
                      <a:pt x="161" y="64"/>
                      <a:pt x="188" y="56"/>
                      <a:pt x="221" y="71"/>
                    </a:cubicBezTo>
                    <a:cubicBezTo>
                      <a:pt x="221" y="71"/>
                      <a:pt x="221" y="71"/>
                      <a:pt x="221" y="71"/>
                    </a:cubicBezTo>
                    <a:cubicBezTo>
                      <a:pt x="215" y="67"/>
                      <a:pt x="208" y="64"/>
                      <a:pt x="202" y="63"/>
                    </a:cubicBezTo>
                    <a:cubicBezTo>
                      <a:pt x="203" y="63"/>
                      <a:pt x="204" y="62"/>
                      <a:pt x="205" y="61"/>
                    </a:cubicBezTo>
                    <a:cubicBezTo>
                      <a:pt x="207" y="57"/>
                      <a:pt x="208" y="53"/>
                      <a:pt x="208" y="49"/>
                    </a:cubicBezTo>
                    <a:cubicBezTo>
                      <a:pt x="209" y="48"/>
                      <a:pt x="209" y="46"/>
                      <a:pt x="209" y="45"/>
                    </a:cubicBezTo>
                    <a:cubicBezTo>
                      <a:pt x="210" y="42"/>
                      <a:pt x="210" y="38"/>
                      <a:pt x="210" y="35"/>
                    </a:cubicBezTo>
                    <a:cubicBezTo>
                      <a:pt x="211" y="25"/>
                      <a:pt x="213" y="14"/>
                      <a:pt x="213" y="4"/>
                    </a:cubicBezTo>
                    <a:cubicBezTo>
                      <a:pt x="214" y="1"/>
                      <a:pt x="209" y="0"/>
                      <a:pt x="208" y="3"/>
                    </a:cubicBezTo>
                    <a:cubicBezTo>
                      <a:pt x="204" y="11"/>
                      <a:pt x="204" y="20"/>
                      <a:pt x="203" y="29"/>
                    </a:cubicBezTo>
                    <a:cubicBezTo>
                      <a:pt x="202" y="34"/>
                      <a:pt x="201" y="40"/>
                      <a:pt x="201" y="45"/>
                    </a:cubicBezTo>
                    <a:cubicBezTo>
                      <a:pt x="200" y="46"/>
                      <a:pt x="200" y="48"/>
                      <a:pt x="200" y="49"/>
                    </a:cubicBezTo>
                    <a:cubicBezTo>
                      <a:pt x="200" y="53"/>
                      <a:pt x="200" y="56"/>
                      <a:pt x="200" y="60"/>
                    </a:cubicBezTo>
                    <a:cubicBezTo>
                      <a:pt x="200" y="61"/>
                      <a:pt x="200" y="62"/>
                      <a:pt x="201" y="62"/>
                    </a:cubicBezTo>
                    <a:cubicBezTo>
                      <a:pt x="180" y="57"/>
                      <a:pt x="159" y="64"/>
                      <a:pt x="143" y="79"/>
                    </a:cubicBezTo>
                    <a:cubicBezTo>
                      <a:pt x="142" y="81"/>
                      <a:pt x="140" y="82"/>
                      <a:pt x="139" y="83"/>
                    </a:cubicBezTo>
                    <a:cubicBezTo>
                      <a:pt x="131" y="92"/>
                      <a:pt x="125" y="101"/>
                      <a:pt x="120" y="112"/>
                    </a:cubicBezTo>
                    <a:close/>
                    <a:moveTo>
                      <a:pt x="94" y="152"/>
                    </a:moveTo>
                    <a:cubicBezTo>
                      <a:pt x="93" y="151"/>
                      <a:pt x="94" y="150"/>
                      <a:pt x="94" y="149"/>
                    </a:cubicBezTo>
                    <a:cubicBezTo>
                      <a:pt x="94" y="147"/>
                      <a:pt x="95" y="146"/>
                      <a:pt x="96" y="145"/>
                    </a:cubicBezTo>
                    <a:cubicBezTo>
                      <a:pt x="96" y="145"/>
                      <a:pt x="96" y="145"/>
                      <a:pt x="96" y="145"/>
                    </a:cubicBezTo>
                    <a:cubicBezTo>
                      <a:pt x="98" y="143"/>
                      <a:pt x="101" y="144"/>
                      <a:pt x="104" y="145"/>
                    </a:cubicBezTo>
                    <a:cubicBezTo>
                      <a:pt x="106" y="146"/>
                      <a:pt x="108" y="147"/>
                      <a:pt x="109" y="148"/>
                    </a:cubicBezTo>
                    <a:cubicBezTo>
                      <a:pt x="110" y="148"/>
                      <a:pt x="110" y="148"/>
                      <a:pt x="110" y="148"/>
                    </a:cubicBezTo>
                    <a:cubicBezTo>
                      <a:pt x="110" y="148"/>
                      <a:pt x="110" y="149"/>
                      <a:pt x="110" y="149"/>
                    </a:cubicBezTo>
                    <a:cubicBezTo>
                      <a:pt x="110" y="156"/>
                      <a:pt x="110" y="163"/>
                      <a:pt x="111" y="169"/>
                    </a:cubicBezTo>
                    <a:cubicBezTo>
                      <a:pt x="103" y="166"/>
                      <a:pt x="95" y="162"/>
                      <a:pt x="94" y="152"/>
                    </a:cubicBezTo>
                    <a:close/>
                    <a:moveTo>
                      <a:pt x="271" y="200"/>
                    </a:moveTo>
                    <a:cubicBezTo>
                      <a:pt x="274" y="194"/>
                      <a:pt x="275" y="188"/>
                      <a:pt x="276" y="182"/>
                    </a:cubicBezTo>
                    <a:cubicBezTo>
                      <a:pt x="276" y="183"/>
                      <a:pt x="276" y="183"/>
                      <a:pt x="276" y="184"/>
                    </a:cubicBezTo>
                    <a:cubicBezTo>
                      <a:pt x="280" y="189"/>
                      <a:pt x="289" y="189"/>
                      <a:pt x="289" y="197"/>
                    </a:cubicBezTo>
                    <a:cubicBezTo>
                      <a:pt x="289" y="206"/>
                      <a:pt x="276" y="205"/>
                      <a:pt x="271" y="204"/>
                    </a:cubicBezTo>
                    <a:cubicBezTo>
                      <a:pt x="270" y="204"/>
                      <a:pt x="270" y="204"/>
                      <a:pt x="270" y="204"/>
                    </a:cubicBezTo>
                    <a:cubicBezTo>
                      <a:pt x="270" y="202"/>
                      <a:pt x="271" y="201"/>
                      <a:pt x="271" y="20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p>
            </p:txBody>
          </p:sp>
          <p:sp>
            <p:nvSpPr>
              <p:cNvPr id="7" name="Freeform 8"/>
              <p:cNvSpPr/>
              <p:nvPr/>
            </p:nvSpPr>
            <p:spPr bwMode="auto">
              <a:xfrm>
                <a:off x="5553077" y="2989263"/>
                <a:ext cx="79375" cy="44450"/>
              </a:xfrm>
              <a:custGeom>
                <a:avLst/>
                <a:gdLst>
                  <a:gd name="T0" fmla="*/ 15 w 16"/>
                  <a:gd name="T1" fmla="*/ 8 h 9"/>
                  <a:gd name="T2" fmla="*/ 16 w 16"/>
                  <a:gd name="T3" fmla="*/ 6 h 9"/>
                  <a:gd name="T4" fmla="*/ 4 w 16"/>
                  <a:gd name="T5" fmla="*/ 1 h 9"/>
                  <a:gd name="T6" fmla="*/ 3 w 16"/>
                  <a:gd name="T7" fmla="*/ 5 h 9"/>
                  <a:gd name="T8" fmla="*/ 15 w 16"/>
                  <a:gd name="T9" fmla="*/ 8 h 9"/>
                </a:gdLst>
                <a:ahLst/>
                <a:cxnLst>
                  <a:cxn ang="0">
                    <a:pos x="T0" y="T1"/>
                  </a:cxn>
                  <a:cxn ang="0">
                    <a:pos x="T2" y="T3"/>
                  </a:cxn>
                  <a:cxn ang="0">
                    <a:pos x="T4" y="T5"/>
                  </a:cxn>
                  <a:cxn ang="0">
                    <a:pos x="T6" y="T7"/>
                  </a:cxn>
                  <a:cxn ang="0">
                    <a:pos x="T8" y="T9"/>
                  </a:cxn>
                </a:cxnLst>
                <a:rect l="0" t="0" r="r" b="b"/>
                <a:pathLst>
                  <a:path w="16" h="9">
                    <a:moveTo>
                      <a:pt x="15" y="8"/>
                    </a:moveTo>
                    <a:cubicBezTo>
                      <a:pt x="15" y="8"/>
                      <a:pt x="16" y="7"/>
                      <a:pt x="16" y="6"/>
                    </a:cubicBezTo>
                    <a:cubicBezTo>
                      <a:pt x="14" y="2"/>
                      <a:pt x="8" y="2"/>
                      <a:pt x="4" y="1"/>
                    </a:cubicBezTo>
                    <a:cubicBezTo>
                      <a:pt x="1" y="0"/>
                      <a:pt x="0" y="4"/>
                      <a:pt x="3" y="5"/>
                    </a:cubicBezTo>
                    <a:cubicBezTo>
                      <a:pt x="7" y="6"/>
                      <a:pt x="11" y="9"/>
                      <a:pt x="15" y="8"/>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p>
            </p:txBody>
          </p:sp>
          <p:sp>
            <p:nvSpPr>
              <p:cNvPr id="8" name="Freeform 9"/>
              <p:cNvSpPr/>
              <p:nvPr/>
            </p:nvSpPr>
            <p:spPr bwMode="auto">
              <a:xfrm>
                <a:off x="5494339" y="3113088"/>
                <a:ext cx="168275" cy="104775"/>
              </a:xfrm>
              <a:custGeom>
                <a:avLst/>
                <a:gdLst>
                  <a:gd name="T0" fmla="*/ 32 w 34"/>
                  <a:gd name="T1" fmla="*/ 5 h 21"/>
                  <a:gd name="T2" fmla="*/ 18 w 34"/>
                  <a:gd name="T3" fmla="*/ 12 h 21"/>
                  <a:gd name="T4" fmla="*/ 5 w 34"/>
                  <a:gd name="T5" fmla="*/ 2 h 21"/>
                  <a:gd name="T6" fmla="*/ 0 w 34"/>
                  <a:gd name="T7" fmla="*/ 4 h 21"/>
                  <a:gd name="T8" fmla="*/ 16 w 34"/>
                  <a:gd name="T9" fmla="*/ 20 h 21"/>
                  <a:gd name="T10" fmla="*/ 34 w 34"/>
                  <a:gd name="T11" fmla="*/ 6 h 21"/>
                  <a:gd name="T12" fmla="*/ 32 w 34"/>
                  <a:gd name="T13" fmla="*/ 5 h 21"/>
                </a:gdLst>
                <a:ahLst/>
                <a:cxnLst>
                  <a:cxn ang="0">
                    <a:pos x="T0" y="T1"/>
                  </a:cxn>
                  <a:cxn ang="0">
                    <a:pos x="T2" y="T3"/>
                  </a:cxn>
                  <a:cxn ang="0">
                    <a:pos x="T4" y="T5"/>
                  </a:cxn>
                  <a:cxn ang="0">
                    <a:pos x="T6" y="T7"/>
                  </a:cxn>
                  <a:cxn ang="0">
                    <a:pos x="T8" y="T9"/>
                  </a:cxn>
                  <a:cxn ang="0">
                    <a:pos x="T10" y="T11"/>
                  </a:cxn>
                  <a:cxn ang="0">
                    <a:pos x="T12" y="T13"/>
                  </a:cxn>
                </a:cxnLst>
                <a:rect l="0" t="0" r="r" b="b"/>
                <a:pathLst>
                  <a:path w="34" h="21">
                    <a:moveTo>
                      <a:pt x="32" y="5"/>
                    </a:moveTo>
                    <a:cubicBezTo>
                      <a:pt x="27" y="7"/>
                      <a:pt x="23" y="10"/>
                      <a:pt x="18" y="12"/>
                    </a:cubicBezTo>
                    <a:cubicBezTo>
                      <a:pt x="11" y="15"/>
                      <a:pt x="8" y="8"/>
                      <a:pt x="5" y="2"/>
                    </a:cubicBezTo>
                    <a:cubicBezTo>
                      <a:pt x="4" y="0"/>
                      <a:pt x="0" y="1"/>
                      <a:pt x="0" y="4"/>
                    </a:cubicBezTo>
                    <a:cubicBezTo>
                      <a:pt x="1" y="13"/>
                      <a:pt x="7" y="19"/>
                      <a:pt x="16" y="20"/>
                    </a:cubicBezTo>
                    <a:cubicBezTo>
                      <a:pt x="24" y="21"/>
                      <a:pt x="33" y="14"/>
                      <a:pt x="34" y="6"/>
                    </a:cubicBezTo>
                    <a:cubicBezTo>
                      <a:pt x="34" y="5"/>
                      <a:pt x="33" y="5"/>
                      <a:pt x="32" y="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p>
            </p:txBody>
          </p:sp>
          <p:sp>
            <p:nvSpPr>
              <p:cNvPr id="9" name="Freeform 10"/>
              <p:cNvSpPr/>
              <p:nvPr/>
            </p:nvSpPr>
            <p:spPr bwMode="auto">
              <a:xfrm>
                <a:off x="5776914" y="2909888"/>
                <a:ext cx="63500" cy="100012"/>
              </a:xfrm>
              <a:custGeom>
                <a:avLst/>
                <a:gdLst>
                  <a:gd name="T0" fmla="*/ 8 w 13"/>
                  <a:gd name="T1" fmla="*/ 17 h 20"/>
                  <a:gd name="T2" fmla="*/ 10 w 13"/>
                  <a:gd name="T3" fmla="*/ 13 h 20"/>
                  <a:gd name="T4" fmla="*/ 11 w 13"/>
                  <a:gd name="T5" fmla="*/ 9 h 20"/>
                  <a:gd name="T6" fmla="*/ 10 w 13"/>
                  <a:gd name="T7" fmla="*/ 0 h 20"/>
                  <a:gd name="T8" fmla="*/ 10 w 13"/>
                  <a:gd name="T9" fmla="*/ 0 h 20"/>
                  <a:gd name="T10" fmla="*/ 6 w 13"/>
                  <a:gd name="T11" fmla="*/ 1 h 20"/>
                  <a:gd name="T12" fmla="*/ 4 w 13"/>
                  <a:gd name="T13" fmla="*/ 4 h 20"/>
                  <a:gd name="T14" fmla="*/ 4 w 13"/>
                  <a:gd name="T15" fmla="*/ 4 h 20"/>
                  <a:gd name="T16" fmla="*/ 0 w 13"/>
                  <a:gd name="T17" fmla="*/ 15 h 20"/>
                  <a:gd name="T18" fmla="*/ 8 w 13"/>
                  <a:gd name="T19"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20">
                    <a:moveTo>
                      <a:pt x="8" y="17"/>
                    </a:moveTo>
                    <a:cubicBezTo>
                      <a:pt x="9" y="16"/>
                      <a:pt x="9" y="14"/>
                      <a:pt x="10" y="13"/>
                    </a:cubicBezTo>
                    <a:cubicBezTo>
                      <a:pt x="11" y="12"/>
                      <a:pt x="11" y="10"/>
                      <a:pt x="11" y="9"/>
                    </a:cubicBezTo>
                    <a:cubicBezTo>
                      <a:pt x="12" y="6"/>
                      <a:pt x="13" y="2"/>
                      <a:pt x="10" y="0"/>
                    </a:cubicBezTo>
                    <a:cubicBezTo>
                      <a:pt x="10" y="0"/>
                      <a:pt x="10" y="0"/>
                      <a:pt x="10" y="0"/>
                    </a:cubicBezTo>
                    <a:cubicBezTo>
                      <a:pt x="9" y="0"/>
                      <a:pt x="7" y="0"/>
                      <a:pt x="6" y="1"/>
                    </a:cubicBezTo>
                    <a:cubicBezTo>
                      <a:pt x="5" y="1"/>
                      <a:pt x="5" y="2"/>
                      <a:pt x="4" y="4"/>
                    </a:cubicBezTo>
                    <a:cubicBezTo>
                      <a:pt x="4" y="4"/>
                      <a:pt x="4" y="4"/>
                      <a:pt x="4" y="4"/>
                    </a:cubicBezTo>
                    <a:cubicBezTo>
                      <a:pt x="2" y="8"/>
                      <a:pt x="0" y="12"/>
                      <a:pt x="0" y="15"/>
                    </a:cubicBezTo>
                    <a:cubicBezTo>
                      <a:pt x="0" y="20"/>
                      <a:pt x="6" y="20"/>
                      <a:pt x="8" y="1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p>
            </p:txBody>
          </p:sp>
          <p:sp>
            <p:nvSpPr>
              <p:cNvPr id="10" name="Freeform 11"/>
              <p:cNvSpPr/>
              <p:nvPr/>
            </p:nvSpPr>
            <p:spPr bwMode="auto">
              <a:xfrm>
                <a:off x="5365752" y="2851150"/>
                <a:ext cx="58738" cy="119062"/>
              </a:xfrm>
              <a:custGeom>
                <a:avLst/>
                <a:gdLst>
                  <a:gd name="T0" fmla="*/ 5 w 12"/>
                  <a:gd name="T1" fmla="*/ 1 h 24"/>
                  <a:gd name="T2" fmla="*/ 0 w 12"/>
                  <a:gd name="T3" fmla="*/ 4 h 24"/>
                  <a:gd name="T4" fmla="*/ 0 w 12"/>
                  <a:gd name="T5" fmla="*/ 5 h 24"/>
                  <a:gd name="T6" fmla="*/ 0 w 12"/>
                  <a:gd name="T7" fmla="*/ 11 h 24"/>
                  <a:gd name="T8" fmla="*/ 5 w 12"/>
                  <a:gd name="T9" fmla="*/ 21 h 24"/>
                  <a:gd name="T10" fmla="*/ 12 w 12"/>
                  <a:gd name="T11" fmla="*/ 17 h 24"/>
                  <a:gd name="T12" fmla="*/ 11 w 12"/>
                  <a:gd name="T13" fmla="*/ 8 h 24"/>
                  <a:gd name="T14" fmla="*/ 5 w 12"/>
                  <a:gd name="T15" fmla="*/ 1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4">
                    <a:moveTo>
                      <a:pt x="5" y="1"/>
                    </a:moveTo>
                    <a:cubicBezTo>
                      <a:pt x="3" y="0"/>
                      <a:pt x="1" y="1"/>
                      <a:pt x="0" y="4"/>
                    </a:cubicBezTo>
                    <a:cubicBezTo>
                      <a:pt x="0" y="4"/>
                      <a:pt x="0" y="5"/>
                      <a:pt x="0" y="5"/>
                    </a:cubicBezTo>
                    <a:cubicBezTo>
                      <a:pt x="0" y="7"/>
                      <a:pt x="0" y="9"/>
                      <a:pt x="0" y="11"/>
                    </a:cubicBezTo>
                    <a:cubicBezTo>
                      <a:pt x="0" y="15"/>
                      <a:pt x="2" y="18"/>
                      <a:pt x="5" y="21"/>
                    </a:cubicBezTo>
                    <a:cubicBezTo>
                      <a:pt x="8" y="24"/>
                      <a:pt x="12" y="21"/>
                      <a:pt x="12" y="17"/>
                    </a:cubicBezTo>
                    <a:cubicBezTo>
                      <a:pt x="12" y="14"/>
                      <a:pt x="12" y="11"/>
                      <a:pt x="11" y="8"/>
                    </a:cubicBezTo>
                    <a:cubicBezTo>
                      <a:pt x="10" y="5"/>
                      <a:pt x="8" y="1"/>
                      <a:pt x="5"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p>
            </p:txBody>
          </p:sp>
          <p:sp>
            <p:nvSpPr>
              <p:cNvPr id="11" name="Freeform 12"/>
              <p:cNvSpPr/>
              <p:nvPr/>
            </p:nvSpPr>
            <p:spPr bwMode="auto">
              <a:xfrm>
                <a:off x="5356227" y="2643188"/>
                <a:ext cx="84138" cy="44450"/>
              </a:xfrm>
              <a:custGeom>
                <a:avLst/>
                <a:gdLst>
                  <a:gd name="T0" fmla="*/ 3 w 17"/>
                  <a:gd name="T1" fmla="*/ 8 h 9"/>
                  <a:gd name="T2" fmla="*/ 16 w 17"/>
                  <a:gd name="T3" fmla="*/ 4 h 9"/>
                  <a:gd name="T4" fmla="*/ 16 w 17"/>
                  <a:gd name="T5" fmla="*/ 1 h 9"/>
                  <a:gd name="T6" fmla="*/ 2 w 17"/>
                  <a:gd name="T7" fmla="*/ 5 h 9"/>
                  <a:gd name="T8" fmla="*/ 3 w 17"/>
                  <a:gd name="T9" fmla="*/ 8 h 9"/>
                </a:gdLst>
                <a:ahLst/>
                <a:cxnLst>
                  <a:cxn ang="0">
                    <a:pos x="T0" y="T1"/>
                  </a:cxn>
                  <a:cxn ang="0">
                    <a:pos x="T2" y="T3"/>
                  </a:cxn>
                  <a:cxn ang="0">
                    <a:pos x="T4" y="T5"/>
                  </a:cxn>
                  <a:cxn ang="0">
                    <a:pos x="T6" y="T7"/>
                  </a:cxn>
                  <a:cxn ang="0">
                    <a:pos x="T8" y="T9"/>
                  </a:cxn>
                </a:cxnLst>
                <a:rect l="0" t="0" r="r" b="b"/>
                <a:pathLst>
                  <a:path w="17" h="9">
                    <a:moveTo>
                      <a:pt x="3" y="8"/>
                    </a:moveTo>
                    <a:cubicBezTo>
                      <a:pt x="8" y="7"/>
                      <a:pt x="12" y="6"/>
                      <a:pt x="16" y="4"/>
                    </a:cubicBezTo>
                    <a:cubicBezTo>
                      <a:pt x="17" y="3"/>
                      <a:pt x="17" y="2"/>
                      <a:pt x="16" y="1"/>
                    </a:cubicBezTo>
                    <a:cubicBezTo>
                      <a:pt x="11" y="0"/>
                      <a:pt x="6" y="2"/>
                      <a:pt x="2" y="5"/>
                    </a:cubicBezTo>
                    <a:cubicBezTo>
                      <a:pt x="0" y="6"/>
                      <a:pt x="1" y="9"/>
                      <a:pt x="3" y="8"/>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p>
            </p:txBody>
          </p:sp>
          <p:sp>
            <p:nvSpPr>
              <p:cNvPr id="12" name="Freeform 13"/>
              <p:cNvSpPr/>
              <p:nvPr/>
            </p:nvSpPr>
            <p:spPr bwMode="auto">
              <a:xfrm>
                <a:off x="5835652" y="2682875"/>
                <a:ext cx="53975" cy="34925"/>
              </a:xfrm>
              <a:custGeom>
                <a:avLst/>
                <a:gdLst>
                  <a:gd name="T0" fmla="*/ 3 w 11"/>
                  <a:gd name="T1" fmla="*/ 0 h 7"/>
                  <a:gd name="T2" fmla="*/ 2 w 11"/>
                  <a:gd name="T3" fmla="*/ 0 h 7"/>
                  <a:gd name="T4" fmla="*/ 2 w 11"/>
                  <a:gd name="T5" fmla="*/ 3 h 7"/>
                  <a:gd name="T6" fmla="*/ 2 w 11"/>
                  <a:gd name="T7" fmla="*/ 3 h 7"/>
                  <a:gd name="T8" fmla="*/ 10 w 11"/>
                  <a:gd name="T9" fmla="*/ 6 h 7"/>
                  <a:gd name="T10" fmla="*/ 11 w 11"/>
                  <a:gd name="T11" fmla="*/ 4 h 7"/>
                  <a:gd name="T12" fmla="*/ 3 w 11"/>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1" h="7">
                    <a:moveTo>
                      <a:pt x="3" y="0"/>
                    </a:moveTo>
                    <a:cubicBezTo>
                      <a:pt x="3" y="0"/>
                      <a:pt x="2" y="0"/>
                      <a:pt x="2" y="0"/>
                    </a:cubicBezTo>
                    <a:cubicBezTo>
                      <a:pt x="1" y="1"/>
                      <a:pt x="0" y="3"/>
                      <a:pt x="2" y="3"/>
                    </a:cubicBezTo>
                    <a:cubicBezTo>
                      <a:pt x="2" y="3"/>
                      <a:pt x="2" y="3"/>
                      <a:pt x="2" y="3"/>
                    </a:cubicBezTo>
                    <a:cubicBezTo>
                      <a:pt x="5" y="5"/>
                      <a:pt x="7" y="7"/>
                      <a:pt x="10" y="6"/>
                    </a:cubicBezTo>
                    <a:cubicBezTo>
                      <a:pt x="11" y="6"/>
                      <a:pt x="11" y="5"/>
                      <a:pt x="11" y="4"/>
                    </a:cubicBezTo>
                    <a:cubicBezTo>
                      <a:pt x="9" y="2"/>
                      <a:pt x="6" y="1"/>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p>
            </p:txBody>
          </p:sp>
        </p:grpSp>
        <p:grpSp>
          <p:nvGrpSpPr>
            <p:cNvPr id="13" name="组合 12"/>
            <p:cNvGrpSpPr/>
            <p:nvPr/>
          </p:nvGrpSpPr>
          <p:grpSpPr>
            <a:xfrm>
              <a:off x="5825444" y="642065"/>
              <a:ext cx="1804987" cy="2816225"/>
              <a:chOff x="6226177" y="2133600"/>
              <a:chExt cx="1804987" cy="2816225"/>
            </a:xfrm>
            <a:solidFill>
              <a:schemeClr val="tx1"/>
            </a:solidFill>
          </p:grpSpPr>
          <p:sp>
            <p:nvSpPr>
              <p:cNvPr id="14" name="Freeform 14"/>
              <p:cNvSpPr/>
              <p:nvPr/>
            </p:nvSpPr>
            <p:spPr bwMode="auto">
              <a:xfrm>
                <a:off x="6973889" y="2311400"/>
                <a:ext cx="182563" cy="198437"/>
              </a:xfrm>
              <a:custGeom>
                <a:avLst/>
                <a:gdLst>
                  <a:gd name="T0" fmla="*/ 30 w 37"/>
                  <a:gd name="T1" fmla="*/ 37 h 40"/>
                  <a:gd name="T2" fmla="*/ 35 w 37"/>
                  <a:gd name="T3" fmla="*/ 34 h 40"/>
                  <a:gd name="T4" fmla="*/ 17 w 37"/>
                  <a:gd name="T5" fmla="*/ 15 h 40"/>
                  <a:gd name="T6" fmla="*/ 10 w 37"/>
                  <a:gd name="T7" fmla="*/ 7 h 40"/>
                  <a:gd name="T8" fmla="*/ 10 w 37"/>
                  <a:gd name="T9" fmla="*/ 7 h 40"/>
                  <a:gd name="T10" fmla="*/ 6 w 37"/>
                  <a:gd name="T11" fmla="*/ 3 h 40"/>
                  <a:gd name="T12" fmla="*/ 6 w 37"/>
                  <a:gd name="T13" fmla="*/ 2 h 40"/>
                  <a:gd name="T14" fmla="*/ 2 w 37"/>
                  <a:gd name="T15" fmla="*/ 1 h 40"/>
                  <a:gd name="T16" fmla="*/ 1 w 37"/>
                  <a:gd name="T17" fmla="*/ 3 h 40"/>
                  <a:gd name="T18" fmla="*/ 1 w 37"/>
                  <a:gd name="T19" fmla="*/ 7 h 40"/>
                  <a:gd name="T20" fmla="*/ 5 w 37"/>
                  <a:gd name="T21" fmla="*/ 13 h 40"/>
                  <a:gd name="T22" fmla="*/ 30 w 37"/>
                  <a:gd name="T23" fmla="*/ 3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40">
                    <a:moveTo>
                      <a:pt x="30" y="37"/>
                    </a:moveTo>
                    <a:cubicBezTo>
                      <a:pt x="32" y="40"/>
                      <a:pt x="37" y="37"/>
                      <a:pt x="35" y="34"/>
                    </a:cubicBezTo>
                    <a:cubicBezTo>
                      <a:pt x="30" y="27"/>
                      <a:pt x="24" y="21"/>
                      <a:pt x="17" y="15"/>
                    </a:cubicBezTo>
                    <a:cubicBezTo>
                      <a:pt x="15" y="13"/>
                      <a:pt x="12" y="10"/>
                      <a:pt x="10" y="7"/>
                    </a:cubicBezTo>
                    <a:cubicBezTo>
                      <a:pt x="10" y="7"/>
                      <a:pt x="10" y="7"/>
                      <a:pt x="10" y="7"/>
                    </a:cubicBezTo>
                    <a:cubicBezTo>
                      <a:pt x="9" y="6"/>
                      <a:pt x="7" y="4"/>
                      <a:pt x="6" y="3"/>
                    </a:cubicBezTo>
                    <a:cubicBezTo>
                      <a:pt x="6" y="3"/>
                      <a:pt x="6" y="3"/>
                      <a:pt x="6" y="2"/>
                    </a:cubicBezTo>
                    <a:cubicBezTo>
                      <a:pt x="6" y="1"/>
                      <a:pt x="3" y="0"/>
                      <a:pt x="2" y="1"/>
                    </a:cubicBezTo>
                    <a:cubicBezTo>
                      <a:pt x="1" y="2"/>
                      <a:pt x="1" y="2"/>
                      <a:pt x="1" y="3"/>
                    </a:cubicBezTo>
                    <a:cubicBezTo>
                      <a:pt x="0" y="4"/>
                      <a:pt x="0" y="6"/>
                      <a:pt x="1" y="7"/>
                    </a:cubicBezTo>
                    <a:cubicBezTo>
                      <a:pt x="1" y="9"/>
                      <a:pt x="3" y="12"/>
                      <a:pt x="5" y="13"/>
                    </a:cubicBezTo>
                    <a:cubicBezTo>
                      <a:pt x="13" y="21"/>
                      <a:pt x="22" y="28"/>
                      <a:pt x="30" y="37"/>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p>
            </p:txBody>
          </p:sp>
          <p:sp>
            <p:nvSpPr>
              <p:cNvPr id="15" name="Freeform 15"/>
              <p:cNvSpPr/>
              <p:nvPr/>
            </p:nvSpPr>
            <p:spPr bwMode="auto">
              <a:xfrm>
                <a:off x="7561264" y="2538413"/>
                <a:ext cx="469900" cy="100012"/>
              </a:xfrm>
              <a:custGeom>
                <a:avLst/>
                <a:gdLst>
                  <a:gd name="T0" fmla="*/ 49 w 95"/>
                  <a:gd name="T1" fmla="*/ 0 h 20"/>
                  <a:gd name="T2" fmla="*/ 1 w 95"/>
                  <a:gd name="T3" fmla="*/ 17 h 20"/>
                  <a:gd name="T4" fmla="*/ 3 w 95"/>
                  <a:gd name="T5" fmla="*/ 20 h 20"/>
                  <a:gd name="T6" fmla="*/ 49 w 95"/>
                  <a:gd name="T7" fmla="*/ 11 h 20"/>
                  <a:gd name="T8" fmla="*/ 49 w 95"/>
                  <a:gd name="T9" fmla="*/ 11 h 20"/>
                  <a:gd name="T10" fmla="*/ 53 w 95"/>
                  <a:gd name="T11" fmla="*/ 10 h 20"/>
                  <a:gd name="T12" fmla="*/ 92 w 95"/>
                  <a:gd name="T13" fmla="*/ 11 h 20"/>
                  <a:gd name="T14" fmla="*/ 93 w 95"/>
                  <a:gd name="T15" fmla="*/ 6 h 20"/>
                  <a:gd name="T16" fmla="*/ 53 w 95"/>
                  <a:gd name="T17" fmla="*/ 0 h 20"/>
                  <a:gd name="T18" fmla="*/ 49 w 95"/>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5" h="20">
                    <a:moveTo>
                      <a:pt x="49" y="0"/>
                    </a:moveTo>
                    <a:cubicBezTo>
                      <a:pt x="30" y="1"/>
                      <a:pt x="12" y="6"/>
                      <a:pt x="1" y="17"/>
                    </a:cubicBezTo>
                    <a:cubicBezTo>
                      <a:pt x="0" y="19"/>
                      <a:pt x="2" y="20"/>
                      <a:pt x="3" y="20"/>
                    </a:cubicBezTo>
                    <a:cubicBezTo>
                      <a:pt x="18" y="16"/>
                      <a:pt x="33" y="12"/>
                      <a:pt x="49" y="11"/>
                    </a:cubicBezTo>
                    <a:cubicBezTo>
                      <a:pt x="49" y="11"/>
                      <a:pt x="49" y="11"/>
                      <a:pt x="49" y="11"/>
                    </a:cubicBezTo>
                    <a:cubicBezTo>
                      <a:pt x="50" y="11"/>
                      <a:pt x="52" y="11"/>
                      <a:pt x="53" y="10"/>
                    </a:cubicBezTo>
                    <a:cubicBezTo>
                      <a:pt x="66" y="10"/>
                      <a:pt x="79" y="12"/>
                      <a:pt x="92" y="11"/>
                    </a:cubicBezTo>
                    <a:cubicBezTo>
                      <a:pt x="95" y="10"/>
                      <a:pt x="95" y="7"/>
                      <a:pt x="93" y="6"/>
                    </a:cubicBezTo>
                    <a:cubicBezTo>
                      <a:pt x="82" y="2"/>
                      <a:pt x="68" y="0"/>
                      <a:pt x="53" y="0"/>
                    </a:cubicBezTo>
                    <a:cubicBezTo>
                      <a:pt x="52" y="0"/>
                      <a:pt x="50" y="0"/>
                      <a:pt x="49" y="0"/>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p>
            </p:txBody>
          </p:sp>
          <p:sp>
            <p:nvSpPr>
              <p:cNvPr id="16" name="Freeform 16"/>
              <p:cNvSpPr/>
              <p:nvPr/>
            </p:nvSpPr>
            <p:spPr bwMode="auto">
              <a:xfrm>
                <a:off x="7581902" y="2652713"/>
                <a:ext cx="434975" cy="128587"/>
              </a:xfrm>
              <a:custGeom>
                <a:avLst/>
                <a:gdLst>
                  <a:gd name="T0" fmla="*/ 85 w 88"/>
                  <a:gd name="T1" fmla="*/ 26 h 26"/>
                  <a:gd name="T2" fmla="*/ 86 w 88"/>
                  <a:gd name="T3" fmla="*/ 22 h 26"/>
                  <a:gd name="T4" fmla="*/ 49 w 88"/>
                  <a:gd name="T5" fmla="*/ 8 h 26"/>
                  <a:gd name="T6" fmla="*/ 45 w 88"/>
                  <a:gd name="T7" fmla="*/ 7 h 26"/>
                  <a:gd name="T8" fmla="*/ 2 w 88"/>
                  <a:gd name="T9" fmla="*/ 2 h 26"/>
                  <a:gd name="T10" fmla="*/ 2 w 88"/>
                  <a:gd name="T11" fmla="*/ 5 h 26"/>
                  <a:gd name="T12" fmla="*/ 45 w 88"/>
                  <a:gd name="T13" fmla="*/ 18 h 26"/>
                  <a:gd name="T14" fmla="*/ 49 w 88"/>
                  <a:gd name="T15" fmla="*/ 19 h 26"/>
                  <a:gd name="T16" fmla="*/ 85 w 88"/>
                  <a:gd name="T1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6">
                    <a:moveTo>
                      <a:pt x="85" y="26"/>
                    </a:moveTo>
                    <a:cubicBezTo>
                      <a:pt x="87" y="26"/>
                      <a:pt x="88" y="23"/>
                      <a:pt x="86" y="22"/>
                    </a:cubicBezTo>
                    <a:cubicBezTo>
                      <a:pt x="75" y="17"/>
                      <a:pt x="62" y="12"/>
                      <a:pt x="49" y="8"/>
                    </a:cubicBezTo>
                    <a:cubicBezTo>
                      <a:pt x="48" y="7"/>
                      <a:pt x="46" y="7"/>
                      <a:pt x="45" y="7"/>
                    </a:cubicBezTo>
                    <a:cubicBezTo>
                      <a:pt x="31" y="3"/>
                      <a:pt x="16" y="0"/>
                      <a:pt x="2" y="2"/>
                    </a:cubicBezTo>
                    <a:cubicBezTo>
                      <a:pt x="1" y="2"/>
                      <a:pt x="0" y="5"/>
                      <a:pt x="2" y="5"/>
                    </a:cubicBezTo>
                    <a:cubicBezTo>
                      <a:pt x="16" y="9"/>
                      <a:pt x="30" y="14"/>
                      <a:pt x="45" y="18"/>
                    </a:cubicBezTo>
                    <a:cubicBezTo>
                      <a:pt x="46" y="18"/>
                      <a:pt x="48" y="19"/>
                      <a:pt x="49" y="19"/>
                    </a:cubicBezTo>
                    <a:cubicBezTo>
                      <a:pt x="61" y="22"/>
                      <a:pt x="73" y="25"/>
                      <a:pt x="85" y="26"/>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p>
            </p:txBody>
          </p:sp>
          <p:sp>
            <p:nvSpPr>
              <p:cNvPr id="17" name="Freeform 17"/>
              <p:cNvSpPr/>
              <p:nvPr/>
            </p:nvSpPr>
            <p:spPr bwMode="auto">
              <a:xfrm>
                <a:off x="6567489" y="2133600"/>
                <a:ext cx="331788" cy="549275"/>
              </a:xfrm>
              <a:custGeom>
                <a:avLst/>
                <a:gdLst>
                  <a:gd name="T0" fmla="*/ 36 w 67"/>
                  <a:gd name="T1" fmla="*/ 43 h 111"/>
                  <a:gd name="T2" fmla="*/ 34 w 67"/>
                  <a:gd name="T3" fmla="*/ 39 h 111"/>
                  <a:gd name="T4" fmla="*/ 32 w 67"/>
                  <a:gd name="T5" fmla="*/ 36 h 111"/>
                  <a:gd name="T6" fmla="*/ 4 w 67"/>
                  <a:gd name="T7" fmla="*/ 1 h 111"/>
                  <a:gd name="T8" fmla="*/ 1 w 67"/>
                  <a:gd name="T9" fmla="*/ 4 h 111"/>
                  <a:gd name="T10" fmla="*/ 23 w 67"/>
                  <a:gd name="T11" fmla="*/ 39 h 111"/>
                  <a:gd name="T12" fmla="*/ 26 w 67"/>
                  <a:gd name="T13" fmla="*/ 43 h 111"/>
                  <a:gd name="T14" fmla="*/ 26 w 67"/>
                  <a:gd name="T15" fmla="*/ 44 h 111"/>
                  <a:gd name="T16" fmla="*/ 50 w 67"/>
                  <a:gd name="T17" fmla="*/ 79 h 111"/>
                  <a:gd name="T18" fmla="*/ 52 w 67"/>
                  <a:gd name="T19" fmla="*/ 80 h 111"/>
                  <a:gd name="T20" fmla="*/ 50 w 67"/>
                  <a:gd name="T21" fmla="*/ 80 h 111"/>
                  <a:gd name="T22" fmla="*/ 32 w 67"/>
                  <a:gd name="T23" fmla="*/ 85 h 111"/>
                  <a:gd name="T24" fmla="*/ 26 w 67"/>
                  <a:gd name="T25" fmla="*/ 96 h 111"/>
                  <a:gd name="T26" fmla="*/ 33 w 67"/>
                  <a:gd name="T27" fmla="*/ 110 h 111"/>
                  <a:gd name="T28" fmla="*/ 35 w 67"/>
                  <a:gd name="T29" fmla="*/ 108 h 111"/>
                  <a:gd name="T30" fmla="*/ 38 w 67"/>
                  <a:gd name="T31" fmla="*/ 88 h 111"/>
                  <a:gd name="T32" fmla="*/ 50 w 67"/>
                  <a:gd name="T33" fmla="*/ 86 h 111"/>
                  <a:gd name="T34" fmla="*/ 54 w 67"/>
                  <a:gd name="T35" fmla="*/ 87 h 111"/>
                  <a:gd name="T36" fmla="*/ 62 w 67"/>
                  <a:gd name="T37" fmla="*/ 90 h 111"/>
                  <a:gd name="T38" fmla="*/ 64 w 67"/>
                  <a:gd name="T39" fmla="*/ 84 h 111"/>
                  <a:gd name="T40" fmla="*/ 54 w 67"/>
                  <a:gd name="T41" fmla="*/ 81 h 111"/>
                  <a:gd name="T42" fmla="*/ 54 w 67"/>
                  <a:gd name="T43" fmla="*/ 80 h 111"/>
                  <a:gd name="T44" fmla="*/ 54 w 67"/>
                  <a:gd name="T45" fmla="*/ 79 h 111"/>
                  <a:gd name="T46" fmla="*/ 50 w 67"/>
                  <a:gd name="T47" fmla="*/ 71 h 111"/>
                  <a:gd name="T48" fmla="*/ 36 w 67"/>
                  <a:gd name="T49" fmla="*/ 4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7" h="111">
                    <a:moveTo>
                      <a:pt x="36" y="43"/>
                    </a:moveTo>
                    <a:cubicBezTo>
                      <a:pt x="35" y="42"/>
                      <a:pt x="35" y="40"/>
                      <a:pt x="34" y="39"/>
                    </a:cubicBezTo>
                    <a:cubicBezTo>
                      <a:pt x="33" y="38"/>
                      <a:pt x="33" y="37"/>
                      <a:pt x="32" y="36"/>
                    </a:cubicBezTo>
                    <a:cubicBezTo>
                      <a:pt x="26" y="24"/>
                      <a:pt x="17" y="6"/>
                      <a:pt x="4" y="1"/>
                    </a:cubicBezTo>
                    <a:cubicBezTo>
                      <a:pt x="2" y="0"/>
                      <a:pt x="0" y="2"/>
                      <a:pt x="1" y="4"/>
                    </a:cubicBezTo>
                    <a:cubicBezTo>
                      <a:pt x="5" y="16"/>
                      <a:pt x="16" y="27"/>
                      <a:pt x="23" y="39"/>
                    </a:cubicBezTo>
                    <a:cubicBezTo>
                      <a:pt x="24" y="40"/>
                      <a:pt x="25" y="42"/>
                      <a:pt x="26" y="43"/>
                    </a:cubicBezTo>
                    <a:cubicBezTo>
                      <a:pt x="26" y="43"/>
                      <a:pt x="26" y="44"/>
                      <a:pt x="26" y="44"/>
                    </a:cubicBezTo>
                    <a:cubicBezTo>
                      <a:pt x="33" y="56"/>
                      <a:pt x="40" y="69"/>
                      <a:pt x="50" y="79"/>
                    </a:cubicBezTo>
                    <a:cubicBezTo>
                      <a:pt x="51" y="79"/>
                      <a:pt x="51" y="80"/>
                      <a:pt x="52" y="80"/>
                    </a:cubicBezTo>
                    <a:cubicBezTo>
                      <a:pt x="51" y="80"/>
                      <a:pt x="51" y="80"/>
                      <a:pt x="50" y="80"/>
                    </a:cubicBezTo>
                    <a:cubicBezTo>
                      <a:pt x="44" y="80"/>
                      <a:pt x="37" y="81"/>
                      <a:pt x="32" y="85"/>
                    </a:cubicBezTo>
                    <a:cubicBezTo>
                      <a:pt x="28" y="87"/>
                      <a:pt x="26" y="91"/>
                      <a:pt x="26" y="96"/>
                    </a:cubicBezTo>
                    <a:cubicBezTo>
                      <a:pt x="25" y="101"/>
                      <a:pt x="29" y="106"/>
                      <a:pt x="33" y="110"/>
                    </a:cubicBezTo>
                    <a:cubicBezTo>
                      <a:pt x="34" y="111"/>
                      <a:pt x="35" y="109"/>
                      <a:pt x="35" y="108"/>
                    </a:cubicBezTo>
                    <a:cubicBezTo>
                      <a:pt x="32" y="101"/>
                      <a:pt x="30" y="93"/>
                      <a:pt x="38" y="88"/>
                    </a:cubicBezTo>
                    <a:cubicBezTo>
                      <a:pt x="42" y="86"/>
                      <a:pt x="46" y="86"/>
                      <a:pt x="50" y="86"/>
                    </a:cubicBezTo>
                    <a:cubicBezTo>
                      <a:pt x="51" y="86"/>
                      <a:pt x="53" y="87"/>
                      <a:pt x="54" y="87"/>
                    </a:cubicBezTo>
                    <a:cubicBezTo>
                      <a:pt x="57" y="88"/>
                      <a:pt x="59" y="89"/>
                      <a:pt x="62" y="90"/>
                    </a:cubicBezTo>
                    <a:cubicBezTo>
                      <a:pt x="65" y="92"/>
                      <a:pt x="67" y="86"/>
                      <a:pt x="64" y="84"/>
                    </a:cubicBezTo>
                    <a:cubicBezTo>
                      <a:pt x="61" y="83"/>
                      <a:pt x="58" y="82"/>
                      <a:pt x="54" y="81"/>
                    </a:cubicBezTo>
                    <a:cubicBezTo>
                      <a:pt x="54" y="81"/>
                      <a:pt x="55" y="80"/>
                      <a:pt x="54" y="80"/>
                    </a:cubicBezTo>
                    <a:cubicBezTo>
                      <a:pt x="54" y="80"/>
                      <a:pt x="54" y="80"/>
                      <a:pt x="54" y="79"/>
                    </a:cubicBezTo>
                    <a:cubicBezTo>
                      <a:pt x="53" y="76"/>
                      <a:pt x="51" y="74"/>
                      <a:pt x="50" y="71"/>
                    </a:cubicBezTo>
                    <a:cubicBezTo>
                      <a:pt x="46" y="61"/>
                      <a:pt x="41" y="52"/>
                      <a:pt x="36" y="43"/>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p>
            </p:txBody>
          </p:sp>
          <p:sp>
            <p:nvSpPr>
              <p:cNvPr id="18" name="Freeform 18"/>
              <p:cNvSpPr/>
              <p:nvPr/>
            </p:nvSpPr>
            <p:spPr bwMode="auto">
              <a:xfrm>
                <a:off x="6375402" y="2306638"/>
                <a:ext cx="339725" cy="231775"/>
              </a:xfrm>
              <a:custGeom>
                <a:avLst/>
                <a:gdLst>
                  <a:gd name="T0" fmla="*/ 37 w 69"/>
                  <a:gd name="T1" fmla="*/ 28 h 47"/>
                  <a:gd name="T2" fmla="*/ 66 w 69"/>
                  <a:gd name="T3" fmla="*/ 46 h 47"/>
                  <a:gd name="T4" fmla="*/ 68 w 69"/>
                  <a:gd name="T5" fmla="*/ 43 h 47"/>
                  <a:gd name="T6" fmla="*/ 37 w 69"/>
                  <a:gd name="T7" fmla="*/ 15 h 47"/>
                  <a:gd name="T8" fmla="*/ 27 w 69"/>
                  <a:gd name="T9" fmla="*/ 8 h 47"/>
                  <a:gd name="T10" fmla="*/ 20 w 69"/>
                  <a:gd name="T11" fmla="*/ 4 h 47"/>
                  <a:gd name="T12" fmla="*/ 2 w 69"/>
                  <a:gd name="T13" fmla="*/ 1 h 47"/>
                  <a:gd name="T14" fmla="*/ 0 w 69"/>
                  <a:gd name="T15" fmla="*/ 4 h 47"/>
                  <a:gd name="T16" fmla="*/ 1 w 69"/>
                  <a:gd name="T17" fmla="*/ 6 h 47"/>
                  <a:gd name="T18" fmla="*/ 5 w 69"/>
                  <a:gd name="T19" fmla="*/ 8 h 47"/>
                  <a:gd name="T20" fmla="*/ 16 w 69"/>
                  <a:gd name="T21" fmla="*/ 13 h 47"/>
                  <a:gd name="T22" fmla="*/ 37 w 69"/>
                  <a:gd name="T23"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9" h="47">
                    <a:moveTo>
                      <a:pt x="37" y="28"/>
                    </a:moveTo>
                    <a:cubicBezTo>
                      <a:pt x="46" y="35"/>
                      <a:pt x="54" y="44"/>
                      <a:pt x="66" y="46"/>
                    </a:cubicBezTo>
                    <a:cubicBezTo>
                      <a:pt x="69" y="47"/>
                      <a:pt x="69" y="44"/>
                      <a:pt x="68" y="43"/>
                    </a:cubicBezTo>
                    <a:cubicBezTo>
                      <a:pt x="59" y="33"/>
                      <a:pt x="47" y="24"/>
                      <a:pt x="37" y="15"/>
                    </a:cubicBezTo>
                    <a:cubicBezTo>
                      <a:pt x="34" y="13"/>
                      <a:pt x="31" y="10"/>
                      <a:pt x="27" y="8"/>
                    </a:cubicBezTo>
                    <a:cubicBezTo>
                      <a:pt x="25" y="7"/>
                      <a:pt x="22" y="5"/>
                      <a:pt x="20" y="4"/>
                    </a:cubicBezTo>
                    <a:cubicBezTo>
                      <a:pt x="14" y="1"/>
                      <a:pt x="8" y="0"/>
                      <a:pt x="2" y="1"/>
                    </a:cubicBezTo>
                    <a:cubicBezTo>
                      <a:pt x="1" y="1"/>
                      <a:pt x="0" y="3"/>
                      <a:pt x="0" y="4"/>
                    </a:cubicBezTo>
                    <a:cubicBezTo>
                      <a:pt x="0" y="5"/>
                      <a:pt x="0" y="5"/>
                      <a:pt x="1" y="6"/>
                    </a:cubicBezTo>
                    <a:cubicBezTo>
                      <a:pt x="2" y="7"/>
                      <a:pt x="4" y="7"/>
                      <a:pt x="5" y="8"/>
                    </a:cubicBezTo>
                    <a:cubicBezTo>
                      <a:pt x="9" y="10"/>
                      <a:pt x="12" y="11"/>
                      <a:pt x="16" y="13"/>
                    </a:cubicBezTo>
                    <a:cubicBezTo>
                      <a:pt x="24" y="16"/>
                      <a:pt x="31" y="22"/>
                      <a:pt x="37" y="28"/>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p>
            </p:txBody>
          </p:sp>
          <p:sp>
            <p:nvSpPr>
              <p:cNvPr id="19" name="Freeform 19"/>
              <p:cNvSpPr/>
              <p:nvPr/>
            </p:nvSpPr>
            <p:spPr bwMode="auto">
              <a:xfrm>
                <a:off x="6226177" y="2573338"/>
                <a:ext cx="460375" cy="163512"/>
              </a:xfrm>
              <a:custGeom>
                <a:avLst/>
                <a:gdLst>
                  <a:gd name="T0" fmla="*/ 1 w 93"/>
                  <a:gd name="T1" fmla="*/ 29 h 33"/>
                  <a:gd name="T2" fmla="*/ 3 w 93"/>
                  <a:gd name="T3" fmla="*/ 33 h 33"/>
                  <a:gd name="T4" fmla="*/ 19 w 93"/>
                  <a:gd name="T5" fmla="*/ 29 h 33"/>
                  <a:gd name="T6" fmla="*/ 23 w 93"/>
                  <a:gd name="T7" fmla="*/ 28 h 33"/>
                  <a:gd name="T8" fmla="*/ 91 w 93"/>
                  <a:gd name="T9" fmla="*/ 4 h 33"/>
                  <a:gd name="T10" fmla="*/ 89 w 93"/>
                  <a:gd name="T11" fmla="*/ 0 h 33"/>
                  <a:gd name="T12" fmla="*/ 23 w 93"/>
                  <a:gd name="T13" fmla="*/ 18 h 33"/>
                  <a:gd name="T14" fmla="*/ 19 w 93"/>
                  <a:gd name="T15" fmla="*/ 20 h 33"/>
                  <a:gd name="T16" fmla="*/ 1 w 93"/>
                  <a:gd name="T17" fmla="*/ 2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33">
                    <a:moveTo>
                      <a:pt x="1" y="29"/>
                    </a:moveTo>
                    <a:cubicBezTo>
                      <a:pt x="0" y="30"/>
                      <a:pt x="1" y="33"/>
                      <a:pt x="3" y="33"/>
                    </a:cubicBezTo>
                    <a:cubicBezTo>
                      <a:pt x="8" y="32"/>
                      <a:pt x="13" y="30"/>
                      <a:pt x="19" y="29"/>
                    </a:cubicBezTo>
                    <a:cubicBezTo>
                      <a:pt x="20" y="28"/>
                      <a:pt x="22" y="28"/>
                      <a:pt x="23" y="28"/>
                    </a:cubicBezTo>
                    <a:cubicBezTo>
                      <a:pt x="46" y="22"/>
                      <a:pt x="70" y="14"/>
                      <a:pt x="91" y="4"/>
                    </a:cubicBezTo>
                    <a:cubicBezTo>
                      <a:pt x="93" y="3"/>
                      <a:pt x="92" y="0"/>
                      <a:pt x="89" y="0"/>
                    </a:cubicBezTo>
                    <a:cubicBezTo>
                      <a:pt x="68" y="2"/>
                      <a:pt x="44" y="9"/>
                      <a:pt x="23" y="18"/>
                    </a:cubicBezTo>
                    <a:cubicBezTo>
                      <a:pt x="22" y="19"/>
                      <a:pt x="20" y="19"/>
                      <a:pt x="19" y="20"/>
                    </a:cubicBezTo>
                    <a:cubicBezTo>
                      <a:pt x="13" y="23"/>
                      <a:pt x="7" y="26"/>
                      <a:pt x="1" y="29"/>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p>
            </p:txBody>
          </p:sp>
          <p:sp>
            <p:nvSpPr>
              <p:cNvPr id="20" name="Freeform 20"/>
              <p:cNvSpPr/>
              <p:nvPr/>
            </p:nvSpPr>
            <p:spPr bwMode="auto">
              <a:xfrm>
                <a:off x="6908802" y="2751138"/>
                <a:ext cx="69850" cy="119062"/>
              </a:xfrm>
              <a:custGeom>
                <a:avLst/>
                <a:gdLst>
                  <a:gd name="T0" fmla="*/ 14 w 14"/>
                  <a:gd name="T1" fmla="*/ 14 h 24"/>
                  <a:gd name="T2" fmla="*/ 14 w 14"/>
                  <a:gd name="T3" fmla="*/ 13 h 24"/>
                  <a:gd name="T4" fmla="*/ 12 w 14"/>
                  <a:gd name="T5" fmla="*/ 5 h 24"/>
                  <a:gd name="T6" fmla="*/ 4 w 14"/>
                  <a:gd name="T7" fmla="*/ 11 h 24"/>
                  <a:gd name="T8" fmla="*/ 4 w 14"/>
                  <a:gd name="T9" fmla="*/ 14 h 24"/>
                  <a:gd name="T10" fmla="*/ 4 w 14"/>
                  <a:gd name="T11" fmla="*/ 14 h 24"/>
                  <a:gd name="T12" fmla="*/ 4 w 14"/>
                  <a:gd name="T13" fmla="*/ 18 h 24"/>
                  <a:gd name="T14" fmla="*/ 5 w 14"/>
                  <a:gd name="T15" fmla="*/ 20 h 24"/>
                  <a:gd name="T16" fmla="*/ 12 w 14"/>
                  <a:gd name="T17" fmla="*/ 21 h 24"/>
                  <a:gd name="T18" fmla="*/ 14 w 14"/>
                  <a:gd name="T19" fmla="*/ 18 h 24"/>
                  <a:gd name="T20" fmla="*/ 14 w 14"/>
                  <a:gd name="T21" fmla="*/ 17 h 24"/>
                  <a:gd name="T22" fmla="*/ 14 w 14"/>
                  <a:gd name="T23"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24">
                    <a:moveTo>
                      <a:pt x="14" y="14"/>
                    </a:moveTo>
                    <a:cubicBezTo>
                      <a:pt x="14" y="14"/>
                      <a:pt x="14" y="13"/>
                      <a:pt x="14" y="13"/>
                    </a:cubicBezTo>
                    <a:cubicBezTo>
                      <a:pt x="14" y="10"/>
                      <a:pt x="13" y="7"/>
                      <a:pt x="12" y="5"/>
                    </a:cubicBezTo>
                    <a:cubicBezTo>
                      <a:pt x="8" y="0"/>
                      <a:pt x="0" y="6"/>
                      <a:pt x="4" y="11"/>
                    </a:cubicBezTo>
                    <a:cubicBezTo>
                      <a:pt x="4" y="12"/>
                      <a:pt x="4" y="13"/>
                      <a:pt x="4" y="14"/>
                    </a:cubicBezTo>
                    <a:cubicBezTo>
                      <a:pt x="4" y="14"/>
                      <a:pt x="4" y="14"/>
                      <a:pt x="4" y="14"/>
                    </a:cubicBezTo>
                    <a:cubicBezTo>
                      <a:pt x="4" y="16"/>
                      <a:pt x="4" y="17"/>
                      <a:pt x="4" y="18"/>
                    </a:cubicBezTo>
                    <a:cubicBezTo>
                      <a:pt x="4" y="19"/>
                      <a:pt x="4" y="19"/>
                      <a:pt x="5" y="20"/>
                    </a:cubicBezTo>
                    <a:cubicBezTo>
                      <a:pt x="6" y="23"/>
                      <a:pt x="11" y="24"/>
                      <a:pt x="12" y="21"/>
                    </a:cubicBezTo>
                    <a:cubicBezTo>
                      <a:pt x="13" y="20"/>
                      <a:pt x="14" y="19"/>
                      <a:pt x="14" y="18"/>
                    </a:cubicBezTo>
                    <a:cubicBezTo>
                      <a:pt x="14" y="18"/>
                      <a:pt x="14" y="17"/>
                      <a:pt x="14" y="17"/>
                    </a:cubicBezTo>
                    <a:cubicBezTo>
                      <a:pt x="14" y="16"/>
                      <a:pt x="14" y="15"/>
                      <a:pt x="14" y="14"/>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p>
            </p:txBody>
          </p:sp>
          <p:sp>
            <p:nvSpPr>
              <p:cNvPr id="21" name="Freeform 21"/>
              <p:cNvSpPr/>
              <p:nvPr/>
            </p:nvSpPr>
            <p:spPr bwMode="auto">
              <a:xfrm>
                <a:off x="7231064" y="2767013"/>
                <a:ext cx="63500" cy="98425"/>
              </a:xfrm>
              <a:custGeom>
                <a:avLst/>
                <a:gdLst>
                  <a:gd name="T0" fmla="*/ 13 w 13"/>
                  <a:gd name="T1" fmla="*/ 11 h 20"/>
                  <a:gd name="T2" fmla="*/ 11 w 13"/>
                  <a:gd name="T3" fmla="*/ 4 h 20"/>
                  <a:gd name="T4" fmla="*/ 4 w 13"/>
                  <a:gd name="T5" fmla="*/ 10 h 20"/>
                  <a:gd name="T6" fmla="*/ 4 w 13"/>
                  <a:gd name="T7" fmla="*/ 11 h 20"/>
                  <a:gd name="T8" fmla="*/ 5 w 13"/>
                  <a:gd name="T9" fmla="*/ 15 h 20"/>
                  <a:gd name="T10" fmla="*/ 5 w 13"/>
                  <a:gd name="T11" fmla="*/ 15 h 20"/>
                  <a:gd name="T12" fmla="*/ 13 w 13"/>
                  <a:gd name="T13" fmla="*/ 16 h 20"/>
                  <a:gd name="T14" fmla="*/ 13 w 13"/>
                  <a:gd name="T15" fmla="*/ 15 h 20"/>
                  <a:gd name="T16" fmla="*/ 13 w 13"/>
                  <a:gd name="T17"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20">
                    <a:moveTo>
                      <a:pt x="13" y="11"/>
                    </a:moveTo>
                    <a:cubicBezTo>
                      <a:pt x="13" y="9"/>
                      <a:pt x="12" y="6"/>
                      <a:pt x="11" y="4"/>
                    </a:cubicBezTo>
                    <a:cubicBezTo>
                      <a:pt x="8" y="0"/>
                      <a:pt x="0" y="5"/>
                      <a:pt x="4" y="10"/>
                    </a:cubicBezTo>
                    <a:cubicBezTo>
                      <a:pt x="4" y="10"/>
                      <a:pt x="4" y="11"/>
                      <a:pt x="4" y="11"/>
                    </a:cubicBezTo>
                    <a:cubicBezTo>
                      <a:pt x="5" y="12"/>
                      <a:pt x="4" y="14"/>
                      <a:pt x="5" y="15"/>
                    </a:cubicBezTo>
                    <a:cubicBezTo>
                      <a:pt x="5" y="15"/>
                      <a:pt x="5" y="15"/>
                      <a:pt x="5" y="15"/>
                    </a:cubicBezTo>
                    <a:cubicBezTo>
                      <a:pt x="5" y="19"/>
                      <a:pt x="11" y="20"/>
                      <a:pt x="13" y="16"/>
                    </a:cubicBezTo>
                    <a:cubicBezTo>
                      <a:pt x="13" y="16"/>
                      <a:pt x="13" y="15"/>
                      <a:pt x="13" y="15"/>
                    </a:cubicBezTo>
                    <a:cubicBezTo>
                      <a:pt x="13" y="14"/>
                      <a:pt x="13" y="12"/>
                      <a:pt x="13" y="11"/>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p>
            </p:txBody>
          </p:sp>
          <p:sp>
            <p:nvSpPr>
              <p:cNvPr id="22" name="Freeform 22"/>
              <p:cNvSpPr/>
              <p:nvPr/>
            </p:nvSpPr>
            <p:spPr bwMode="auto">
              <a:xfrm>
                <a:off x="7067552" y="2895600"/>
                <a:ext cx="88900" cy="49212"/>
              </a:xfrm>
              <a:custGeom>
                <a:avLst/>
                <a:gdLst>
                  <a:gd name="T0" fmla="*/ 13 w 18"/>
                  <a:gd name="T1" fmla="*/ 1 h 10"/>
                  <a:gd name="T2" fmla="*/ 8 w 18"/>
                  <a:gd name="T3" fmla="*/ 0 h 10"/>
                  <a:gd name="T4" fmla="*/ 1 w 18"/>
                  <a:gd name="T5" fmla="*/ 6 h 10"/>
                  <a:gd name="T6" fmla="*/ 4 w 18"/>
                  <a:gd name="T7" fmla="*/ 8 h 10"/>
                  <a:gd name="T8" fmla="*/ 12 w 18"/>
                  <a:gd name="T9" fmla="*/ 8 h 10"/>
                  <a:gd name="T10" fmla="*/ 17 w 18"/>
                  <a:gd name="T11" fmla="*/ 8 h 10"/>
                  <a:gd name="T12" fmla="*/ 17 w 18"/>
                  <a:gd name="T13" fmla="*/ 4 h 10"/>
                  <a:gd name="T14" fmla="*/ 13 w 18"/>
                  <a:gd name="T15" fmla="*/ 1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0">
                    <a:moveTo>
                      <a:pt x="13" y="1"/>
                    </a:moveTo>
                    <a:cubicBezTo>
                      <a:pt x="12" y="0"/>
                      <a:pt x="10" y="0"/>
                      <a:pt x="8" y="0"/>
                    </a:cubicBezTo>
                    <a:cubicBezTo>
                      <a:pt x="5" y="0"/>
                      <a:pt x="2" y="3"/>
                      <a:pt x="1" y="6"/>
                    </a:cubicBezTo>
                    <a:cubicBezTo>
                      <a:pt x="0" y="8"/>
                      <a:pt x="2" y="10"/>
                      <a:pt x="4" y="8"/>
                    </a:cubicBezTo>
                    <a:cubicBezTo>
                      <a:pt x="6" y="7"/>
                      <a:pt x="9" y="7"/>
                      <a:pt x="12" y="8"/>
                    </a:cubicBezTo>
                    <a:cubicBezTo>
                      <a:pt x="13" y="8"/>
                      <a:pt x="15" y="9"/>
                      <a:pt x="17" y="8"/>
                    </a:cubicBezTo>
                    <a:cubicBezTo>
                      <a:pt x="18" y="7"/>
                      <a:pt x="18" y="5"/>
                      <a:pt x="17" y="4"/>
                    </a:cubicBezTo>
                    <a:cubicBezTo>
                      <a:pt x="16" y="2"/>
                      <a:pt x="15" y="2"/>
                      <a:pt x="13" y="1"/>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p>
            </p:txBody>
          </p:sp>
          <p:sp>
            <p:nvSpPr>
              <p:cNvPr id="23" name="Freeform 23"/>
              <p:cNvSpPr/>
              <p:nvPr/>
            </p:nvSpPr>
            <p:spPr bwMode="auto">
              <a:xfrm>
                <a:off x="7018339" y="3059113"/>
                <a:ext cx="157163" cy="112712"/>
              </a:xfrm>
              <a:custGeom>
                <a:avLst/>
                <a:gdLst>
                  <a:gd name="T0" fmla="*/ 27 w 32"/>
                  <a:gd name="T1" fmla="*/ 4 h 23"/>
                  <a:gd name="T2" fmla="*/ 15 w 32"/>
                  <a:gd name="T3" fmla="*/ 15 h 23"/>
                  <a:gd name="T4" fmla="*/ 5 w 32"/>
                  <a:gd name="T5" fmla="*/ 2 h 23"/>
                  <a:gd name="T6" fmla="*/ 1 w 32"/>
                  <a:gd name="T7" fmla="*/ 4 h 23"/>
                  <a:gd name="T8" fmla="*/ 15 w 32"/>
                  <a:gd name="T9" fmla="*/ 22 h 23"/>
                  <a:gd name="T10" fmla="*/ 31 w 32"/>
                  <a:gd name="T11" fmla="*/ 5 h 23"/>
                  <a:gd name="T12" fmla="*/ 27 w 32"/>
                  <a:gd name="T13" fmla="*/ 4 h 23"/>
                </a:gdLst>
                <a:ahLst/>
                <a:cxnLst>
                  <a:cxn ang="0">
                    <a:pos x="T0" y="T1"/>
                  </a:cxn>
                  <a:cxn ang="0">
                    <a:pos x="T2" y="T3"/>
                  </a:cxn>
                  <a:cxn ang="0">
                    <a:pos x="T4" y="T5"/>
                  </a:cxn>
                  <a:cxn ang="0">
                    <a:pos x="T6" y="T7"/>
                  </a:cxn>
                  <a:cxn ang="0">
                    <a:pos x="T8" y="T9"/>
                  </a:cxn>
                  <a:cxn ang="0">
                    <a:pos x="T10" y="T11"/>
                  </a:cxn>
                  <a:cxn ang="0">
                    <a:pos x="T12" y="T13"/>
                  </a:cxn>
                </a:cxnLst>
                <a:rect l="0" t="0" r="r" b="b"/>
                <a:pathLst>
                  <a:path w="32" h="23">
                    <a:moveTo>
                      <a:pt x="27" y="4"/>
                    </a:moveTo>
                    <a:cubicBezTo>
                      <a:pt x="25" y="8"/>
                      <a:pt x="21" y="16"/>
                      <a:pt x="15" y="15"/>
                    </a:cubicBezTo>
                    <a:cubicBezTo>
                      <a:pt x="11" y="14"/>
                      <a:pt x="7" y="5"/>
                      <a:pt x="5" y="2"/>
                    </a:cubicBezTo>
                    <a:cubicBezTo>
                      <a:pt x="4" y="0"/>
                      <a:pt x="0" y="1"/>
                      <a:pt x="1" y="4"/>
                    </a:cubicBezTo>
                    <a:cubicBezTo>
                      <a:pt x="3" y="11"/>
                      <a:pt x="7" y="21"/>
                      <a:pt x="15" y="22"/>
                    </a:cubicBezTo>
                    <a:cubicBezTo>
                      <a:pt x="24" y="23"/>
                      <a:pt x="28" y="12"/>
                      <a:pt x="31" y="5"/>
                    </a:cubicBezTo>
                    <a:cubicBezTo>
                      <a:pt x="32" y="3"/>
                      <a:pt x="28" y="1"/>
                      <a:pt x="27" y="4"/>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p>
            </p:txBody>
          </p:sp>
          <p:sp>
            <p:nvSpPr>
              <p:cNvPr id="24" name="Freeform 24"/>
              <p:cNvSpPr>
                <a:spLocks noEditPoints="1"/>
              </p:cNvSpPr>
              <p:nvPr/>
            </p:nvSpPr>
            <p:spPr bwMode="auto">
              <a:xfrm>
                <a:off x="6567489" y="2281238"/>
                <a:ext cx="1330325" cy="2668587"/>
              </a:xfrm>
              <a:custGeom>
                <a:avLst/>
                <a:gdLst>
                  <a:gd name="T0" fmla="*/ 132 w 269"/>
                  <a:gd name="T1" fmla="*/ 9 h 539"/>
                  <a:gd name="T2" fmla="*/ 120 w 269"/>
                  <a:gd name="T3" fmla="*/ 13 h 539"/>
                  <a:gd name="T4" fmla="*/ 50 w 269"/>
                  <a:gd name="T5" fmla="*/ 78 h 539"/>
                  <a:gd name="T6" fmla="*/ 54 w 269"/>
                  <a:gd name="T7" fmla="*/ 179 h 539"/>
                  <a:gd name="T8" fmla="*/ 104 w 269"/>
                  <a:gd name="T9" fmla="*/ 209 h 539"/>
                  <a:gd name="T10" fmla="*/ 91 w 269"/>
                  <a:gd name="T11" fmla="*/ 238 h 539"/>
                  <a:gd name="T12" fmla="*/ 50 w 269"/>
                  <a:gd name="T13" fmla="*/ 213 h 539"/>
                  <a:gd name="T14" fmla="*/ 4 w 269"/>
                  <a:gd name="T15" fmla="*/ 179 h 539"/>
                  <a:gd name="T16" fmla="*/ 41 w 269"/>
                  <a:gd name="T17" fmla="*/ 216 h 539"/>
                  <a:gd name="T18" fmla="*/ 69 w 269"/>
                  <a:gd name="T19" fmla="*/ 309 h 539"/>
                  <a:gd name="T20" fmla="*/ 46 w 269"/>
                  <a:gd name="T21" fmla="*/ 409 h 539"/>
                  <a:gd name="T22" fmla="*/ 50 w 269"/>
                  <a:gd name="T23" fmla="*/ 462 h 539"/>
                  <a:gd name="T24" fmla="*/ 62 w 269"/>
                  <a:gd name="T25" fmla="*/ 465 h 539"/>
                  <a:gd name="T26" fmla="*/ 70 w 269"/>
                  <a:gd name="T27" fmla="*/ 511 h 539"/>
                  <a:gd name="T28" fmla="*/ 54 w 269"/>
                  <a:gd name="T29" fmla="*/ 525 h 539"/>
                  <a:gd name="T30" fmla="*/ 50 w 269"/>
                  <a:gd name="T31" fmla="*/ 538 h 539"/>
                  <a:gd name="T32" fmla="*/ 75 w 269"/>
                  <a:gd name="T33" fmla="*/ 513 h 539"/>
                  <a:gd name="T34" fmla="*/ 69 w 269"/>
                  <a:gd name="T35" fmla="*/ 483 h 539"/>
                  <a:gd name="T36" fmla="*/ 134 w 269"/>
                  <a:gd name="T37" fmla="*/ 472 h 539"/>
                  <a:gd name="T38" fmla="*/ 131 w 269"/>
                  <a:gd name="T39" fmla="*/ 516 h 539"/>
                  <a:gd name="T40" fmla="*/ 161 w 269"/>
                  <a:gd name="T41" fmla="*/ 527 h 539"/>
                  <a:gd name="T42" fmla="*/ 137 w 269"/>
                  <a:gd name="T43" fmla="*/ 513 h 539"/>
                  <a:gd name="T44" fmla="*/ 140 w 269"/>
                  <a:gd name="T45" fmla="*/ 473 h 539"/>
                  <a:gd name="T46" fmla="*/ 169 w 269"/>
                  <a:gd name="T47" fmla="*/ 424 h 539"/>
                  <a:gd name="T48" fmla="*/ 154 w 269"/>
                  <a:gd name="T49" fmla="*/ 344 h 539"/>
                  <a:gd name="T50" fmla="*/ 133 w 269"/>
                  <a:gd name="T51" fmla="*/ 244 h 539"/>
                  <a:gd name="T52" fmla="*/ 219 w 269"/>
                  <a:gd name="T53" fmla="*/ 209 h 539"/>
                  <a:gd name="T54" fmla="*/ 196 w 269"/>
                  <a:gd name="T55" fmla="*/ 213 h 539"/>
                  <a:gd name="T56" fmla="*/ 131 w 269"/>
                  <a:gd name="T57" fmla="*/ 238 h 539"/>
                  <a:gd name="T58" fmla="*/ 107 w 269"/>
                  <a:gd name="T59" fmla="*/ 238 h 539"/>
                  <a:gd name="T60" fmla="*/ 111 w 269"/>
                  <a:gd name="T61" fmla="*/ 206 h 539"/>
                  <a:gd name="T62" fmla="*/ 205 w 269"/>
                  <a:gd name="T63" fmla="*/ 151 h 539"/>
                  <a:gd name="T64" fmla="*/ 191 w 269"/>
                  <a:gd name="T65" fmla="*/ 109 h 539"/>
                  <a:gd name="T66" fmla="*/ 193 w 269"/>
                  <a:gd name="T67" fmla="*/ 93 h 539"/>
                  <a:gd name="T68" fmla="*/ 189 w 269"/>
                  <a:gd name="T69" fmla="*/ 64 h 539"/>
                  <a:gd name="T70" fmla="*/ 268 w 269"/>
                  <a:gd name="T71" fmla="*/ 24 h 539"/>
                  <a:gd name="T72" fmla="*/ 188 w 269"/>
                  <a:gd name="T73" fmla="*/ 62 h 539"/>
                  <a:gd name="T74" fmla="*/ 150 w 269"/>
                  <a:gd name="T75" fmla="*/ 46 h 539"/>
                  <a:gd name="T76" fmla="*/ 149 w 269"/>
                  <a:gd name="T77" fmla="*/ 24 h 539"/>
                  <a:gd name="T78" fmla="*/ 170 w 269"/>
                  <a:gd name="T79" fmla="*/ 10 h 539"/>
                  <a:gd name="T80" fmla="*/ 145 w 269"/>
                  <a:gd name="T81" fmla="*/ 13 h 539"/>
                  <a:gd name="T82" fmla="*/ 66 w 269"/>
                  <a:gd name="T83" fmla="*/ 466 h 539"/>
                  <a:gd name="T84" fmla="*/ 140 w 269"/>
                  <a:gd name="T85" fmla="*/ 309 h 539"/>
                  <a:gd name="T86" fmla="*/ 154 w 269"/>
                  <a:gd name="T87" fmla="*/ 387 h 539"/>
                  <a:gd name="T88" fmla="*/ 165 w 269"/>
                  <a:gd name="T89" fmla="*/ 457 h 539"/>
                  <a:gd name="T90" fmla="*/ 64 w 269"/>
                  <a:gd name="T91" fmla="*/ 457 h 539"/>
                  <a:gd name="T92" fmla="*/ 50 w 269"/>
                  <a:gd name="T93" fmla="*/ 426 h 539"/>
                  <a:gd name="T94" fmla="*/ 75 w 269"/>
                  <a:gd name="T95" fmla="*/ 309 h 539"/>
                  <a:gd name="T96" fmla="*/ 106 w 269"/>
                  <a:gd name="T97" fmla="*/ 246 h 539"/>
                  <a:gd name="T98" fmla="*/ 184 w 269"/>
                  <a:gd name="T99" fmla="*/ 156 h 539"/>
                  <a:gd name="T100" fmla="*/ 124 w 269"/>
                  <a:gd name="T101" fmla="*/ 49 h 539"/>
                  <a:gd name="T102" fmla="*/ 184 w 269"/>
                  <a:gd name="T103" fmla="*/ 109 h 539"/>
                  <a:gd name="T104" fmla="*/ 176 w 269"/>
                  <a:gd name="T105" fmla="*/ 158 h 539"/>
                  <a:gd name="T106" fmla="*/ 54 w 269"/>
                  <a:gd name="T107" fmla="*/ 168 h 539"/>
                  <a:gd name="T108" fmla="*/ 50 w 269"/>
                  <a:gd name="T109" fmla="*/ 96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9" h="539">
                    <a:moveTo>
                      <a:pt x="123" y="36"/>
                    </a:moveTo>
                    <a:cubicBezTo>
                      <a:pt x="123" y="31"/>
                      <a:pt x="124" y="27"/>
                      <a:pt x="125" y="22"/>
                    </a:cubicBezTo>
                    <a:cubicBezTo>
                      <a:pt x="126" y="19"/>
                      <a:pt x="128" y="16"/>
                      <a:pt x="130" y="13"/>
                    </a:cubicBezTo>
                    <a:cubicBezTo>
                      <a:pt x="131" y="12"/>
                      <a:pt x="131" y="10"/>
                      <a:pt x="132" y="9"/>
                    </a:cubicBezTo>
                    <a:cubicBezTo>
                      <a:pt x="133" y="7"/>
                      <a:pt x="134" y="5"/>
                      <a:pt x="135" y="4"/>
                    </a:cubicBezTo>
                    <a:cubicBezTo>
                      <a:pt x="136" y="2"/>
                      <a:pt x="134" y="0"/>
                      <a:pt x="132" y="1"/>
                    </a:cubicBezTo>
                    <a:cubicBezTo>
                      <a:pt x="128" y="3"/>
                      <a:pt x="125" y="6"/>
                      <a:pt x="122" y="9"/>
                    </a:cubicBezTo>
                    <a:cubicBezTo>
                      <a:pt x="121" y="10"/>
                      <a:pt x="120" y="12"/>
                      <a:pt x="120" y="13"/>
                    </a:cubicBezTo>
                    <a:cubicBezTo>
                      <a:pt x="115" y="22"/>
                      <a:pt x="114" y="34"/>
                      <a:pt x="121" y="43"/>
                    </a:cubicBezTo>
                    <a:cubicBezTo>
                      <a:pt x="119" y="43"/>
                      <a:pt x="118" y="45"/>
                      <a:pt x="120" y="47"/>
                    </a:cubicBezTo>
                    <a:cubicBezTo>
                      <a:pt x="90" y="43"/>
                      <a:pt x="68" y="54"/>
                      <a:pt x="54" y="72"/>
                    </a:cubicBezTo>
                    <a:cubicBezTo>
                      <a:pt x="53" y="74"/>
                      <a:pt x="51" y="76"/>
                      <a:pt x="50" y="78"/>
                    </a:cubicBezTo>
                    <a:cubicBezTo>
                      <a:pt x="44" y="87"/>
                      <a:pt x="40" y="98"/>
                      <a:pt x="38" y="109"/>
                    </a:cubicBezTo>
                    <a:cubicBezTo>
                      <a:pt x="38" y="110"/>
                      <a:pt x="37" y="112"/>
                      <a:pt x="37" y="113"/>
                    </a:cubicBezTo>
                    <a:cubicBezTo>
                      <a:pt x="34" y="134"/>
                      <a:pt x="38" y="156"/>
                      <a:pt x="50" y="173"/>
                    </a:cubicBezTo>
                    <a:cubicBezTo>
                      <a:pt x="51" y="175"/>
                      <a:pt x="53" y="177"/>
                      <a:pt x="54" y="179"/>
                    </a:cubicBezTo>
                    <a:cubicBezTo>
                      <a:pt x="64" y="191"/>
                      <a:pt x="78" y="200"/>
                      <a:pt x="97" y="204"/>
                    </a:cubicBezTo>
                    <a:cubicBezTo>
                      <a:pt x="100" y="205"/>
                      <a:pt x="102" y="205"/>
                      <a:pt x="105" y="206"/>
                    </a:cubicBezTo>
                    <a:cubicBezTo>
                      <a:pt x="105" y="206"/>
                      <a:pt x="105" y="206"/>
                      <a:pt x="105" y="206"/>
                    </a:cubicBezTo>
                    <a:cubicBezTo>
                      <a:pt x="105" y="207"/>
                      <a:pt x="105" y="208"/>
                      <a:pt x="104" y="209"/>
                    </a:cubicBezTo>
                    <a:cubicBezTo>
                      <a:pt x="104" y="210"/>
                      <a:pt x="104" y="212"/>
                      <a:pt x="104" y="213"/>
                    </a:cubicBezTo>
                    <a:cubicBezTo>
                      <a:pt x="104" y="215"/>
                      <a:pt x="103" y="217"/>
                      <a:pt x="103" y="219"/>
                    </a:cubicBezTo>
                    <a:cubicBezTo>
                      <a:pt x="102" y="225"/>
                      <a:pt x="100" y="233"/>
                      <a:pt x="104" y="238"/>
                    </a:cubicBezTo>
                    <a:cubicBezTo>
                      <a:pt x="100" y="237"/>
                      <a:pt x="95" y="237"/>
                      <a:pt x="91" y="238"/>
                    </a:cubicBezTo>
                    <a:cubicBezTo>
                      <a:pt x="90" y="238"/>
                      <a:pt x="89" y="238"/>
                      <a:pt x="89" y="239"/>
                    </a:cubicBezTo>
                    <a:cubicBezTo>
                      <a:pt x="89" y="239"/>
                      <a:pt x="89" y="239"/>
                      <a:pt x="89" y="239"/>
                    </a:cubicBezTo>
                    <a:cubicBezTo>
                      <a:pt x="75" y="234"/>
                      <a:pt x="65" y="225"/>
                      <a:pt x="54" y="216"/>
                    </a:cubicBezTo>
                    <a:cubicBezTo>
                      <a:pt x="53" y="215"/>
                      <a:pt x="51" y="214"/>
                      <a:pt x="50" y="213"/>
                    </a:cubicBezTo>
                    <a:cubicBezTo>
                      <a:pt x="50" y="213"/>
                      <a:pt x="50" y="213"/>
                      <a:pt x="50" y="213"/>
                    </a:cubicBezTo>
                    <a:cubicBezTo>
                      <a:pt x="48" y="212"/>
                      <a:pt x="47" y="211"/>
                      <a:pt x="46" y="210"/>
                    </a:cubicBezTo>
                    <a:cubicBezTo>
                      <a:pt x="45" y="210"/>
                      <a:pt x="45" y="209"/>
                      <a:pt x="44" y="209"/>
                    </a:cubicBezTo>
                    <a:cubicBezTo>
                      <a:pt x="31" y="199"/>
                      <a:pt x="18" y="189"/>
                      <a:pt x="4" y="179"/>
                    </a:cubicBezTo>
                    <a:cubicBezTo>
                      <a:pt x="3" y="178"/>
                      <a:pt x="0" y="179"/>
                      <a:pt x="1" y="181"/>
                    </a:cubicBezTo>
                    <a:cubicBezTo>
                      <a:pt x="6" y="194"/>
                      <a:pt x="19" y="202"/>
                      <a:pt x="31" y="209"/>
                    </a:cubicBezTo>
                    <a:cubicBezTo>
                      <a:pt x="33" y="210"/>
                      <a:pt x="35" y="212"/>
                      <a:pt x="37" y="213"/>
                    </a:cubicBezTo>
                    <a:cubicBezTo>
                      <a:pt x="39" y="214"/>
                      <a:pt x="40" y="215"/>
                      <a:pt x="41" y="216"/>
                    </a:cubicBezTo>
                    <a:cubicBezTo>
                      <a:pt x="44" y="217"/>
                      <a:pt x="47" y="220"/>
                      <a:pt x="50" y="222"/>
                    </a:cubicBezTo>
                    <a:cubicBezTo>
                      <a:pt x="51" y="223"/>
                      <a:pt x="53" y="224"/>
                      <a:pt x="54" y="226"/>
                    </a:cubicBezTo>
                    <a:cubicBezTo>
                      <a:pt x="64" y="234"/>
                      <a:pt x="75" y="243"/>
                      <a:pt x="88" y="243"/>
                    </a:cubicBezTo>
                    <a:cubicBezTo>
                      <a:pt x="81" y="265"/>
                      <a:pt x="74" y="287"/>
                      <a:pt x="69" y="309"/>
                    </a:cubicBezTo>
                    <a:cubicBezTo>
                      <a:pt x="68" y="310"/>
                      <a:pt x="68" y="312"/>
                      <a:pt x="68" y="313"/>
                    </a:cubicBezTo>
                    <a:cubicBezTo>
                      <a:pt x="63" y="333"/>
                      <a:pt x="58" y="352"/>
                      <a:pt x="54" y="372"/>
                    </a:cubicBezTo>
                    <a:cubicBezTo>
                      <a:pt x="53" y="378"/>
                      <a:pt x="51" y="384"/>
                      <a:pt x="50" y="390"/>
                    </a:cubicBezTo>
                    <a:cubicBezTo>
                      <a:pt x="49" y="396"/>
                      <a:pt x="47" y="403"/>
                      <a:pt x="46" y="409"/>
                    </a:cubicBezTo>
                    <a:cubicBezTo>
                      <a:pt x="46" y="410"/>
                      <a:pt x="45" y="412"/>
                      <a:pt x="45" y="413"/>
                    </a:cubicBezTo>
                    <a:cubicBezTo>
                      <a:pt x="42" y="427"/>
                      <a:pt x="39" y="440"/>
                      <a:pt x="36" y="454"/>
                    </a:cubicBezTo>
                    <a:cubicBezTo>
                      <a:pt x="35" y="456"/>
                      <a:pt x="37" y="458"/>
                      <a:pt x="38" y="458"/>
                    </a:cubicBezTo>
                    <a:cubicBezTo>
                      <a:pt x="42" y="460"/>
                      <a:pt x="46" y="461"/>
                      <a:pt x="50" y="462"/>
                    </a:cubicBezTo>
                    <a:cubicBezTo>
                      <a:pt x="51" y="463"/>
                      <a:pt x="53" y="463"/>
                      <a:pt x="54" y="463"/>
                    </a:cubicBezTo>
                    <a:cubicBezTo>
                      <a:pt x="57" y="464"/>
                      <a:pt x="59" y="465"/>
                      <a:pt x="62" y="465"/>
                    </a:cubicBezTo>
                    <a:cubicBezTo>
                      <a:pt x="62" y="465"/>
                      <a:pt x="62" y="465"/>
                      <a:pt x="62" y="465"/>
                    </a:cubicBezTo>
                    <a:cubicBezTo>
                      <a:pt x="62" y="465"/>
                      <a:pt x="62" y="465"/>
                      <a:pt x="62" y="465"/>
                    </a:cubicBezTo>
                    <a:cubicBezTo>
                      <a:pt x="61" y="472"/>
                      <a:pt x="63" y="480"/>
                      <a:pt x="64" y="486"/>
                    </a:cubicBezTo>
                    <a:cubicBezTo>
                      <a:pt x="64" y="494"/>
                      <a:pt x="65" y="502"/>
                      <a:pt x="69" y="509"/>
                    </a:cubicBezTo>
                    <a:cubicBezTo>
                      <a:pt x="69" y="509"/>
                      <a:pt x="69" y="510"/>
                      <a:pt x="69" y="510"/>
                    </a:cubicBezTo>
                    <a:cubicBezTo>
                      <a:pt x="69" y="510"/>
                      <a:pt x="69" y="511"/>
                      <a:pt x="70" y="511"/>
                    </a:cubicBezTo>
                    <a:cubicBezTo>
                      <a:pt x="70" y="511"/>
                      <a:pt x="70" y="511"/>
                      <a:pt x="70" y="511"/>
                    </a:cubicBezTo>
                    <a:cubicBezTo>
                      <a:pt x="69" y="511"/>
                      <a:pt x="68" y="512"/>
                      <a:pt x="67" y="513"/>
                    </a:cubicBezTo>
                    <a:cubicBezTo>
                      <a:pt x="63" y="516"/>
                      <a:pt x="60" y="520"/>
                      <a:pt x="56" y="523"/>
                    </a:cubicBezTo>
                    <a:cubicBezTo>
                      <a:pt x="55" y="524"/>
                      <a:pt x="55" y="524"/>
                      <a:pt x="54" y="525"/>
                    </a:cubicBezTo>
                    <a:cubicBezTo>
                      <a:pt x="53" y="526"/>
                      <a:pt x="51" y="527"/>
                      <a:pt x="50" y="528"/>
                    </a:cubicBezTo>
                    <a:cubicBezTo>
                      <a:pt x="48" y="530"/>
                      <a:pt x="45" y="532"/>
                      <a:pt x="45" y="536"/>
                    </a:cubicBezTo>
                    <a:cubicBezTo>
                      <a:pt x="45" y="537"/>
                      <a:pt x="46" y="538"/>
                      <a:pt x="47" y="538"/>
                    </a:cubicBezTo>
                    <a:cubicBezTo>
                      <a:pt x="48" y="539"/>
                      <a:pt x="49" y="538"/>
                      <a:pt x="50" y="538"/>
                    </a:cubicBezTo>
                    <a:cubicBezTo>
                      <a:pt x="51" y="538"/>
                      <a:pt x="53" y="537"/>
                      <a:pt x="54" y="537"/>
                    </a:cubicBezTo>
                    <a:cubicBezTo>
                      <a:pt x="57" y="535"/>
                      <a:pt x="59" y="533"/>
                      <a:pt x="62" y="531"/>
                    </a:cubicBezTo>
                    <a:cubicBezTo>
                      <a:pt x="66" y="526"/>
                      <a:pt x="73" y="521"/>
                      <a:pt x="75" y="515"/>
                    </a:cubicBezTo>
                    <a:cubicBezTo>
                      <a:pt x="76" y="514"/>
                      <a:pt x="76" y="514"/>
                      <a:pt x="75" y="513"/>
                    </a:cubicBezTo>
                    <a:cubicBezTo>
                      <a:pt x="75" y="512"/>
                      <a:pt x="75" y="512"/>
                      <a:pt x="74" y="511"/>
                    </a:cubicBezTo>
                    <a:cubicBezTo>
                      <a:pt x="75" y="511"/>
                      <a:pt x="76" y="510"/>
                      <a:pt x="76" y="509"/>
                    </a:cubicBezTo>
                    <a:cubicBezTo>
                      <a:pt x="76" y="508"/>
                      <a:pt x="76" y="508"/>
                      <a:pt x="75" y="507"/>
                    </a:cubicBezTo>
                    <a:cubicBezTo>
                      <a:pt x="72" y="500"/>
                      <a:pt x="70" y="492"/>
                      <a:pt x="69" y="483"/>
                    </a:cubicBezTo>
                    <a:cubicBezTo>
                      <a:pt x="69" y="482"/>
                      <a:pt x="69" y="481"/>
                      <a:pt x="68" y="480"/>
                    </a:cubicBezTo>
                    <a:cubicBezTo>
                      <a:pt x="69" y="479"/>
                      <a:pt x="69" y="479"/>
                      <a:pt x="69" y="478"/>
                    </a:cubicBezTo>
                    <a:cubicBezTo>
                      <a:pt x="70" y="474"/>
                      <a:pt x="70" y="471"/>
                      <a:pt x="70" y="467"/>
                    </a:cubicBezTo>
                    <a:cubicBezTo>
                      <a:pt x="91" y="470"/>
                      <a:pt x="113" y="471"/>
                      <a:pt x="134" y="472"/>
                    </a:cubicBezTo>
                    <a:cubicBezTo>
                      <a:pt x="132" y="477"/>
                      <a:pt x="132" y="484"/>
                      <a:pt x="131" y="489"/>
                    </a:cubicBezTo>
                    <a:cubicBezTo>
                      <a:pt x="130" y="496"/>
                      <a:pt x="130" y="502"/>
                      <a:pt x="130" y="509"/>
                    </a:cubicBezTo>
                    <a:cubicBezTo>
                      <a:pt x="130" y="510"/>
                      <a:pt x="130" y="512"/>
                      <a:pt x="130" y="513"/>
                    </a:cubicBezTo>
                    <a:cubicBezTo>
                      <a:pt x="131" y="514"/>
                      <a:pt x="131" y="515"/>
                      <a:pt x="131" y="516"/>
                    </a:cubicBezTo>
                    <a:cubicBezTo>
                      <a:pt x="133" y="527"/>
                      <a:pt x="140" y="533"/>
                      <a:pt x="150" y="535"/>
                    </a:cubicBezTo>
                    <a:cubicBezTo>
                      <a:pt x="151" y="535"/>
                      <a:pt x="153" y="535"/>
                      <a:pt x="154" y="535"/>
                    </a:cubicBezTo>
                    <a:cubicBezTo>
                      <a:pt x="157" y="535"/>
                      <a:pt x="159" y="535"/>
                      <a:pt x="162" y="534"/>
                    </a:cubicBezTo>
                    <a:cubicBezTo>
                      <a:pt x="166" y="533"/>
                      <a:pt x="165" y="527"/>
                      <a:pt x="161" y="527"/>
                    </a:cubicBezTo>
                    <a:cubicBezTo>
                      <a:pt x="159" y="527"/>
                      <a:pt x="156" y="527"/>
                      <a:pt x="154" y="527"/>
                    </a:cubicBezTo>
                    <a:cubicBezTo>
                      <a:pt x="153" y="527"/>
                      <a:pt x="151" y="527"/>
                      <a:pt x="150" y="526"/>
                    </a:cubicBezTo>
                    <a:cubicBezTo>
                      <a:pt x="147" y="526"/>
                      <a:pt x="144" y="524"/>
                      <a:pt x="141" y="522"/>
                    </a:cubicBezTo>
                    <a:cubicBezTo>
                      <a:pt x="139" y="519"/>
                      <a:pt x="138" y="516"/>
                      <a:pt x="137" y="513"/>
                    </a:cubicBezTo>
                    <a:cubicBezTo>
                      <a:pt x="137" y="512"/>
                      <a:pt x="137" y="510"/>
                      <a:pt x="137" y="509"/>
                    </a:cubicBezTo>
                    <a:cubicBezTo>
                      <a:pt x="137" y="507"/>
                      <a:pt x="137" y="505"/>
                      <a:pt x="137" y="504"/>
                    </a:cubicBezTo>
                    <a:cubicBezTo>
                      <a:pt x="136" y="497"/>
                      <a:pt x="138" y="489"/>
                      <a:pt x="139" y="482"/>
                    </a:cubicBezTo>
                    <a:cubicBezTo>
                      <a:pt x="139" y="479"/>
                      <a:pt x="140" y="476"/>
                      <a:pt x="140" y="473"/>
                    </a:cubicBezTo>
                    <a:cubicBezTo>
                      <a:pt x="143" y="473"/>
                      <a:pt x="147" y="473"/>
                      <a:pt x="150" y="473"/>
                    </a:cubicBezTo>
                    <a:cubicBezTo>
                      <a:pt x="151" y="473"/>
                      <a:pt x="153" y="473"/>
                      <a:pt x="154" y="473"/>
                    </a:cubicBezTo>
                    <a:cubicBezTo>
                      <a:pt x="163" y="472"/>
                      <a:pt x="172" y="469"/>
                      <a:pt x="174" y="458"/>
                    </a:cubicBezTo>
                    <a:cubicBezTo>
                      <a:pt x="175" y="448"/>
                      <a:pt x="171" y="435"/>
                      <a:pt x="169" y="424"/>
                    </a:cubicBezTo>
                    <a:cubicBezTo>
                      <a:pt x="169" y="421"/>
                      <a:pt x="168" y="417"/>
                      <a:pt x="167" y="413"/>
                    </a:cubicBezTo>
                    <a:cubicBezTo>
                      <a:pt x="167" y="412"/>
                      <a:pt x="167" y="410"/>
                      <a:pt x="167" y="409"/>
                    </a:cubicBezTo>
                    <a:cubicBezTo>
                      <a:pt x="164" y="396"/>
                      <a:pt x="162" y="383"/>
                      <a:pt x="159" y="370"/>
                    </a:cubicBezTo>
                    <a:cubicBezTo>
                      <a:pt x="158" y="361"/>
                      <a:pt x="156" y="353"/>
                      <a:pt x="154" y="344"/>
                    </a:cubicBezTo>
                    <a:cubicBezTo>
                      <a:pt x="153" y="338"/>
                      <a:pt x="151" y="332"/>
                      <a:pt x="150" y="325"/>
                    </a:cubicBezTo>
                    <a:cubicBezTo>
                      <a:pt x="149" y="321"/>
                      <a:pt x="148" y="317"/>
                      <a:pt x="147" y="313"/>
                    </a:cubicBezTo>
                    <a:cubicBezTo>
                      <a:pt x="147" y="312"/>
                      <a:pt x="147" y="310"/>
                      <a:pt x="147" y="309"/>
                    </a:cubicBezTo>
                    <a:cubicBezTo>
                      <a:pt x="142" y="287"/>
                      <a:pt x="138" y="266"/>
                      <a:pt x="133" y="244"/>
                    </a:cubicBezTo>
                    <a:cubicBezTo>
                      <a:pt x="139" y="244"/>
                      <a:pt x="144" y="243"/>
                      <a:pt x="150" y="242"/>
                    </a:cubicBezTo>
                    <a:cubicBezTo>
                      <a:pt x="151" y="241"/>
                      <a:pt x="153" y="241"/>
                      <a:pt x="154" y="241"/>
                    </a:cubicBezTo>
                    <a:cubicBezTo>
                      <a:pt x="174" y="236"/>
                      <a:pt x="195" y="225"/>
                      <a:pt x="214" y="213"/>
                    </a:cubicBezTo>
                    <a:cubicBezTo>
                      <a:pt x="216" y="212"/>
                      <a:pt x="218" y="210"/>
                      <a:pt x="219" y="209"/>
                    </a:cubicBezTo>
                    <a:cubicBezTo>
                      <a:pt x="227" y="204"/>
                      <a:pt x="233" y="199"/>
                      <a:pt x="239" y="194"/>
                    </a:cubicBezTo>
                    <a:cubicBezTo>
                      <a:pt x="240" y="194"/>
                      <a:pt x="239" y="192"/>
                      <a:pt x="238" y="193"/>
                    </a:cubicBezTo>
                    <a:cubicBezTo>
                      <a:pt x="226" y="196"/>
                      <a:pt x="214" y="203"/>
                      <a:pt x="203" y="209"/>
                    </a:cubicBezTo>
                    <a:cubicBezTo>
                      <a:pt x="200" y="210"/>
                      <a:pt x="198" y="212"/>
                      <a:pt x="196" y="213"/>
                    </a:cubicBezTo>
                    <a:cubicBezTo>
                      <a:pt x="193" y="214"/>
                      <a:pt x="190" y="216"/>
                      <a:pt x="188" y="217"/>
                    </a:cubicBezTo>
                    <a:cubicBezTo>
                      <a:pt x="176" y="223"/>
                      <a:pt x="165" y="228"/>
                      <a:pt x="154" y="232"/>
                    </a:cubicBezTo>
                    <a:cubicBezTo>
                      <a:pt x="153" y="232"/>
                      <a:pt x="151" y="233"/>
                      <a:pt x="150" y="233"/>
                    </a:cubicBezTo>
                    <a:cubicBezTo>
                      <a:pt x="144" y="235"/>
                      <a:pt x="138" y="237"/>
                      <a:pt x="131" y="238"/>
                    </a:cubicBezTo>
                    <a:cubicBezTo>
                      <a:pt x="131" y="237"/>
                      <a:pt x="130" y="237"/>
                      <a:pt x="128" y="237"/>
                    </a:cubicBezTo>
                    <a:cubicBezTo>
                      <a:pt x="122" y="237"/>
                      <a:pt x="115" y="238"/>
                      <a:pt x="108" y="239"/>
                    </a:cubicBezTo>
                    <a:cubicBezTo>
                      <a:pt x="108" y="238"/>
                      <a:pt x="108" y="238"/>
                      <a:pt x="107" y="238"/>
                    </a:cubicBezTo>
                    <a:cubicBezTo>
                      <a:pt x="107" y="238"/>
                      <a:pt x="107" y="238"/>
                      <a:pt x="107" y="238"/>
                    </a:cubicBezTo>
                    <a:cubicBezTo>
                      <a:pt x="110" y="231"/>
                      <a:pt x="110" y="224"/>
                      <a:pt x="110" y="217"/>
                    </a:cubicBezTo>
                    <a:cubicBezTo>
                      <a:pt x="110" y="216"/>
                      <a:pt x="111" y="214"/>
                      <a:pt x="111" y="213"/>
                    </a:cubicBezTo>
                    <a:cubicBezTo>
                      <a:pt x="111" y="212"/>
                      <a:pt x="111" y="210"/>
                      <a:pt x="111" y="209"/>
                    </a:cubicBezTo>
                    <a:cubicBezTo>
                      <a:pt x="111" y="208"/>
                      <a:pt x="111" y="207"/>
                      <a:pt x="111" y="206"/>
                    </a:cubicBezTo>
                    <a:cubicBezTo>
                      <a:pt x="126" y="207"/>
                      <a:pt x="139" y="204"/>
                      <a:pt x="150" y="198"/>
                    </a:cubicBezTo>
                    <a:cubicBezTo>
                      <a:pt x="151" y="197"/>
                      <a:pt x="153" y="196"/>
                      <a:pt x="154" y="195"/>
                    </a:cubicBezTo>
                    <a:cubicBezTo>
                      <a:pt x="166" y="187"/>
                      <a:pt x="176" y="175"/>
                      <a:pt x="182" y="160"/>
                    </a:cubicBezTo>
                    <a:cubicBezTo>
                      <a:pt x="191" y="162"/>
                      <a:pt x="202" y="160"/>
                      <a:pt x="205" y="151"/>
                    </a:cubicBezTo>
                    <a:cubicBezTo>
                      <a:pt x="207" y="147"/>
                      <a:pt x="205" y="143"/>
                      <a:pt x="202" y="139"/>
                    </a:cubicBezTo>
                    <a:cubicBezTo>
                      <a:pt x="200" y="136"/>
                      <a:pt x="195" y="132"/>
                      <a:pt x="190" y="131"/>
                    </a:cubicBezTo>
                    <a:cubicBezTo>
                      <a:pt x="191" y="125"/>
                      <a:pt x="191" y="119"/>
                      <a:pt x="191" y="113"/>
                    </a:cubicBezTo>
                    <a:cubicBezTo>
                      <a:pt x="191" y="112"/>
                      <a:pt x="191" y="110"/>
                      <a:pt x="191" y="109"/>
                    </a:cubicBezTo>
                    <a:cubicBezTo>
                      <a:pt x="190" y="94"/>
                      <a:pt x="185" y="80"/>
                      <a:pt x="178" y="68"/>
                    </a:cubicBezTo>
                    <a:cubicBezTo>
                      <a:pt x="183" y="69"/>
                      <a:pt x="189" y="70"/>
                      <a:pt x="193" y="75"/>
                    </a:cubicBezTo>
                    <a:cubicBezTo>
                      <a:pt x="195" y="77"/>
                      <a:pt x="195" y="80"/>
                      <a:pt x="195" y="83"/>
                    </a:cubicBezTo>
                    <a:cubicBezTo>
                      <a:pt x="194" y="87"/>
                      <a:pt x="192" y="89"/>
                      <a:pt x="193" y="93"/>
                    </a:cubicBezTo>
                    <a:cubicBezTo>
                      <a:pt x="193" y="94"/>
                      <a:pt x="194" y="95"/>
                      <a:pt x="195" y="95"/>
                    </a:cubicBezTo>
                    <a:cubicBezTo>
                      <a:pt x="200" y="94"/>
                      <a:pt x="201" y="88"/>
                      <a:pt x="202" y="84"/>
                    </a:cubicBezTo>
                    <a:cubicBezTo>
                      <a:pt x="203" y="80"/>
                      <a:pt x="201" y="75"/>
                      <a:pt x="199" y="72"/>
                    </a:cubicBezTo>
                    <a:cubicBezTo>
                      <a:pt x="197" y="68"/>
                      <a:pt x="193" y="66"/>
                      <a:pt x="189" y="64"/>
                    </a:cubicBezTo>
                    <a:cubicBezTo>
                      <a:pt x="190" y="64"/>
                      <a:pt x="190" y="64"/>
                      <a:pt x="190" y="64"/>
                    </a:cubicBezTo>
                    <a:cubicBezTo>
                      <a:pt x="208" y="46"/>
                      <a:pt x="227" y="35"/>
                      <a:pt x="250" y="28"/>
                    </a:cubicBezTo>
                    <a:cubicBezTo>
                      <a:pt x="251" y="28"/>
                      <a:pt x="253" y="27"/>
                      <a:pt x="254" y="27"/>
                    </a:cubicBezTo>
                    <a:cubicBezTo>
                      <a:pt x="258" y="26"/>
                      <a:pt x="263" y="25"/>
                      <a:pt x="268" y="24"/>
                    </a:cubicBezTo>
                    <a:cubicBezTo>
                      <a:pt x="269" y="24"/>
                      <a:pt x="269" y="22"/>
                      <a:pt x="268" y="22"/>
                    </a:cubicBezTo>
                    <a:cubicBezTo>
                      <a:pt x="263" y="21"/>
                      <a:pt x="259" y="22"/>
                      <a:pt x="254" y="22"/>
                    </a:cubicBezTo>
                    <a:cubicBezTo>
                      <a:pt x="253" y="22"/>
                      <a:pt x="251" y="22"/>
                      <a:pt x="250" y="23"/>
                    </a:cubicBezTo>
                    <a:cubicBezTo>
                      <a:pt x="225" y="26"/>
                      <a:pt x="199" y="41"/>
                      <a:pt x="188" y="62"/>
                    </a:cubicBezTo>
                    <a:cubicBezTo>
                      <a:pt x="187" y="63"/>
                      <a:pt x="187" y="63"/>
                      <a:pt x="188" y="64"/>
                    </a:cubicBezTo>
                    <a:cubicBezTo>
                      <a:pt x="183" y="62"/>
                      <a:pt x="179" y="62"/>
                      <a:pt x="174" y="64"/>
                    </a:cubicBezTo>
                    <a:cubicBezTo>
                      <a:pt x="169" y="57"/>
                      <a:pt x="162" y="51"/>
                      <a:pt x="154" y="47"/>
                    </a:cubicBezTo>
                    <a:cubicBezTo>
                      <a:pt x="153" y="47"/>
                      <a:pt x="151" y="46"/>
                      <a:pt x="150" y="46"/>
                    </a:cubicBezTo>
                    <a:cubicBezTo>
                      <a:pt x="142" y="43"/>
                      <a:pt x="133" y="42"/>
                      <a:pt x="123" y="42"/>
                    </a:cubicBezTo>
                    <a:cubicBezTo>
                      <a:pt x="123" y="42"/>
                      <a:pt x="123" y="41"/>
                      <a:pt x="123" y="40"/>
                    </a:cubicBezTo>
                    <a:cubicBezTo>
                      <a:pt x="124" y="41"/>
                      <a:pt x="126" y="41"/>
                      <a:pt x="127" y="40"/>
                    </a:cubicBezTo>
                    <a:cubicBezTo>
                      <a:pt x="135" y="35"/>
                      <a:pt x="141" y="29"/>
                      <a:pt x="149" y="24"/>
                    </a:cubicBezTo>
                    <a:cubicBezTo>
                      <a:pt x="149" y="24"/>
                      <a:pt x="150" y="23"/>
                      <a:pt x="150" y="23"/>
                    </a:cubicBezTo>
                    <a:cubicBezTo>
                      <a:pt x="151" y="22"/>
                      <a:pt x="153" y="21"/>
                      <a:pt x="154" y="20"/>
                    </a:cubicBezTo>
                    <a:cubicBezTo>
                      <a:pt x="158" y="18"/>
                      <a:pt x="163" y="16"/>
                      <a:pt x="167" y="13"/>
                    </a:cubicBezTo>
                    <a:cubicBezTo>
                      <a:pt x="168" y="12"/>
                      <a:pt x="169" y="11"/>
                      <a:pt x="170" y="10"/>
                    </a:cubicBezTo>
                    <a:cubicBezTo>
                      <a:pt x="171" y="10"/>
                      <a:pt x="171" y="10"/>
                      <a:pt x="172" y="9"/>
                    </a:cubicBezTo>
                    <a:cubicBezTo>
                      <a:pt x="172" y="7"/>
                      <a:pt x="171" y="5"/>
                      <a:pt x="168" y="5"/>
                    </a:cubicBezTo>
                    <a:cubicBezTo>
                      <a:pt x="164" y="5"/>
                      <a:pt x="159" y="6"/>
                      <a:pt x="154" y="8"/>
                    </a:cubicBezTo>
                    <a:cubicBezTo>
                      <a:pt x="151" y="10"/>
                      <a:pt x="148" y="11"/>
                      <a:pt x="145" y="13"/>
                    </a:cubicBezTo>
                    <a:cubicBezTo>
                      <a:pt x="136" y="19"/>
                      <a:pt x="128" y="27"/>
                      <a:pt x="123" y="36"/>
                    </a:cubicBezTo>
                    <a:close/>
                    <a:moveTo>
                      <a:pt x="65" y="467"/>
                    </a:moveTo>
                    <a:cubicBezTo>
                      <a:pt x="65" y="467"/>
                      <a:pt x="65" y="466"/>
                      <a:pt x="65" y="466"/>
                    </a:cubicBezTo>
                    <a:cubicBezTo>
                      <a:pt x="65" y="466"/>
                      <a:pt x="65" y="466"/>
                      <a:pt x="66" y="466"/>
                    </a:cubicBezTo>
                    <a:cubicBezTo>
                      <a:pt x="66" y="466"/>
                      <a:pt x="66" y="467"/>
                      <a:pt x="65" y="467"/>
                    </a:cubicBezTo>
                    <a:close/>
                    <a:moveTo>
                      <a:pt x="127" y="250"/>
                    </a:moveTo>
                    <a:cubicBezTo>
                      <a:pt x="129" y="263"/>
                      <a:pt x="132" y="275"/>
                      <a:pt x="135" y="287"/>
                    </a:cubicBezTo>
                    <a:cubicBezTo>
                      <a:pt x="137" y="294"/>
                      <a:pt x="138" y="302"/>
                      <a:pt x="140" y="309"/>
                    </a:cubicBezTo>
                    <a:cubicBezTo>
                      <a:pt x="140" y="310"/>
                      <a:pt x="141" y="312"/>
                      <a:pt x="141" y="313"/>
                    </a:cubicBezTo>
                    <a:cubicBezTo>
                      <a:pt x="144" y="330"/>
                      <a:pt x="147" y="346"/>
                      <a:pt x="150" y="363"/>
                    </a:cubicBezTo>
                    <a:cubicBezTo>
                      <a:pt x="150" y="366"/>
                      <a:pt x="151" y="368"/>
                      <a:pt x="151" y="371"/>
                    </a:cubicBezTo>
                    <a:cubicBezTo>
                      <a:pt x="152" y="376"/>
                      <a:pt x="153" y="381"/>
                      <a:pt x="154" y="387"/>
                    </a:cubicBezTo>
                    <a:cubicBezTo>
                      <a:pt x="155" y="394"/>
                      <a:pt x="156" y="402"/>
                      <a:pt x="158" y="409"/>
                    </a:cubicBezTo>
                    <a:cubicBezTo>
                      <a:pt x="158" y="410"/>
                      <a:pt x="158" y="412"/>
                      <a:pt x="158" y="413"/>
                    </a:cubicBezTo>
                    <a:cubicBezTo>
                      <a:pt x="159" y="419"/>
                      <a:pt x="160" y="425"/>
                      <a:pt x="162" y="431"/>
                    </a:cubicBezTo>
                    <a:cubicBezTo>
                      <a:pt x="163" y="439"/>
                      <a:pt x="165" y="448"/>
                      <a:pt x="165" y="457"/>
                    </a:cubicBezTo>
                    <a:cubicBezTo>
                      <a:pt x="165" y="461"/>
                      <a:pt x="160" y="463"/>
                      <a:pt x="154" y="464"/>
                    </a:cubicBezTo>
                    <a:cubicBezTo>
                      <a:pt x="153" y="464"/>
                      <a:pt x="151" y="464"/>
                      <a:pt x="150" y="464"/>
                    </a:cubicBezTo>
                    <a:cubicBezTo>
                      <a:pt x="142" y="464"/>
                      <a:pt x="132" y="463"/>
                      <a:pt x="129" y="463"/>
                    </a:cubicBezTo>
                    <a:cubicBezTo>
                      <a:pt x="107" y="461"/>
                      <a:pt x="86" y="460"/>
                      <a:pt x="64" y="457"/>
                    </a:cubicBezTo>
                    <a:cubicBezTo>
                      <a:pt x="60" y="456"/>
                      <a:pt x="57" y="455"/>
                      <a:pt x="54" y="454"/>
                    </a:cubicBezTo>
                    <a:cubicBezTo>
                      <a:pt x="52" y="453"/>
                      <a:pt x="51" y="451"/>
                      <a:pt x="50" y="450"/>
                    </a:cubicBezTo>
                    <a:cubicBezTo>
                      <a:pt x="46" y="445"/>
                      <a:pt x="48" y="437"/>
                      <a:pt x="50" y="427"/>
                    </a:cubicBezTo>
                    <a:cubicBezTo>
                      <a:pt x="50" y="427"/>
                      <a:pt x="50" y="427"/>
                      <a:pt x="50" y="426"/>
                    </a:cubicBezTo>
                    <a:cubicBezTo>
                      <a:pt x="51" y="420"/>
                      <a:pt x="53" y="413"/>
                      <a:pt x="54" y="406"/>
                    </a:cubicBezTo>
                    <a:cubicBezTo>
                      <a:pt x="56" y="397"/>
                      <a:pt x="57" y="389"/>
                      <a:pt x="59" y="380"/>
                    </a:cubicBezTo>
                    <a:cubicBezTo>
                      <a:pt x="64" y="357"/>
                      <a:pt x="69" y="335"/>
                      <a:pt x="74" y="313"/>
                    </a:cubicBezTo>
                    <a:cubicBezTo>
                      <a:pt x="74" y="312"/>
                      <a:pt x="75" y="310"/>
                      <a:pt x="75" y="309"/>
                    </a:cubicBezTo>
                    <a:cubicBezTo>
                      <a:pt x="76" y="305"/>
                      <a:pt x="77" y="300"/>
                      <a:pt x="78" y="296"/>
                    </a:cubicBezTo>
                    <a:cubicBezTo>
                      <a:pt x="82" y="281"/>
                      <a:pt x="86" y="265"/>
                      <a:pt x="91" y="251"/>
                    </a:cubicBezTo>
                    <a:cubicBezTo>
                      <a:pt x="93" y="242"/>
                      <a:pt x="96" y="244"/>
                      <a:pt x="102" y="244"/>
                    </a:cubicBezTo>
                    <a:cubicBezTo>
                      <a:pt x="103" y="245"/>
                      <a:pt x="104" y="246"/>
                      <a:pt x="106" y="246"/>
                    </a:cubicBezTo>
                    <a:cubicBezTo>
                      <a:pt x="112" y="245"/>
                      <a:pt x="125" y="241"/>
                      <a:pt x="127" y="250"/>
                    </a:cubicBezTo>
                    <a:close/>
                    <a:moveTo>
                      <a:pt x="195" y="140"/>
                    </a:moveTo>
                    <a:cubicBezTo>
                      <a:pt x="198" y="142"/>
                      <a:pt x="201" y="145"/>
                      <a:pt x="200" y="149"/>
                    </a:cubicBezTo>
                    <a:cubicBezTo>
                      <a:pt x="199" y="156"/>
                      <a:pt x="191" y="156"/>
                      <a:pt x="184" y="156"/>
                    </a:cubicBezTo>
                    <a:cubicBezTo>
                      <a:pt x="186" y="150"/>
                      <a:pt x="188" y="144"/>
                      <a:pt x="189" y="137"/>
                    </a:cubicBezTo>
                    <a:cubicBezTo>
                      <a:pt x="191" y="138"/>
                      <a:pt x="194" y="139"/>
                      <a:pt x="195" y="140"/>
                    </a:cubicBezTo>
                    <a:close/>
                    <a:moveTo>
                      <a:pt x="124" y="49"/>
                    </a:moveTo>
                    <a:cubicBezTo>
                      <a:pt x="124" y="49"/>
                      <a:pt x="124" y="49"/>
                      <a:pt x="124" y="49"/>
                    </a:cubicBezTo>
                    <a:cubicBezTo>
                      <a:pt x="134" y="51"/>
                      <a:pt x="142" y="53"/>
                      <a:pt x="150" y="57"/>
                    </a:cubicBezTo>
                    <a:cubicBezTo>
                      <a:pt x="151" y="58"/>
                      <a:pt x="153" y="58"/>
                      <a:pt x="154" y="59"/>
                    </a:cubicBezTo>
                    <a:cubicBezTo>
                      <a:pt x="161" y="63"/>
                      <a:pt x="167" y="68"/>
                      <a:pt x="172" y="76"/>
                    </a:cubicBezTo>
                    <a:cubicBezTo>
                      <a:pt x="179" y="86"/>
                      <a:pt x="183" y="97"/>
                      <a:pt x="184" y="109"/>
                    </a:cubicBezTo>
                    <a:cubicBezTo>
                      <a:pt x="184" y="110"/>
                      <a:pt x="184" y="112"/>
                      <a:pt x="184" y="113"/>
                    </a:cubicBezTo>
                    <a:cubicBezTo>
                      <a:pt x="184" y="119"/>
                      <a:pt x="184" y="125"/>
                      <a:pt x="184" y="130"/>
                    </a:cubicBezTo>
                    <a:cubicBezTo>
                      <a:pt x="183" y="139"/>
                      <a:pt x="180" y="148"/>
                      <a:pt x="177" y="156"/>
                    </a:cubicBezTo>
                    <a:cubicBezTo>
                      <a:pt x="176" y="156"/>
                      <a:pt x="176" y="157"/>
                      <a:pt x="176" y="158"/>
                    </a:cubicBezTo>
                    <a:cubicBezTo>
                      <a:pt x="171" y="169"/>
                      <a:pt x="163" y="178"/>
                      <a:pt x="154" y="185"/>
                    </a:cubicBezTo>
                    <a:cubicBezTo>
                      <a:pt x="153" y="186"/>
                      <a:pt x="151" y="187"/>
                      <a:pt x="150" y="188"/>
                    </a:cubicBezTo>
                    <a:cubicBezTo>
                      <a:pt x="136" y="196"/>
                      <a:pt x="118" y="200"/>
                      <a:pt x="98" y="196"/>
                    </a:cubicBezTo>
                    <a:cubicBezTo>
                      <a:pt x="77" y="193"/>
                      <a:pt x="63" y="182"/>
                      <a:pt x="54" y="168"/>
                    </a:cubicBezTo>
                    <a:cubicBezTo>
                      <a:pt x="53" y="166"/>
                      <a:pt x="51" y="163"/>
                      <a:pt x="50" y="161"/>
                    </a:cubicBezTo>
                    <a:cubicBezTo>
                      <a:pt x="43" y="146"/>
                      <a:pt x="42" y="129"/>
                      <a:pt x="45" y="113"/>
                    </a:cubicBezTo>
                    <a:cubicBezTo>
                      <a:pt x="45" y="112"/>
                      <a:pt x="46" y="110"/>
                      <a:pt x="46" y="109"/>
                    </a:cubicBezTo>
                    <a:cubicBezTo>
                      <a:pt x="47" y="105"/>
                      <a:pt x="48" y="100"/>
                      <a:pt x="50" y="96"/>
                    </a:cubicBezTo>
                    <a:cubicBezTo>
                      <a:pt x="51" y="93"/>
                      <a:pt x="53" y="90"/>
                      <a:pt x="54" y="87"/>
                    </a:cubicBezTo>
                    <a:cubicBezTo>
                      <a:pt x="67" y="63"/>
                      <a:pt x="91" y="45"/>
                      <a:pt x="124" y="49"/>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p>
            </p:txBody>
          </p:sp>
        </p:grpSp>
      </p:grpSp>
      <p:sp>
        <p:nvSpPr>
          <p:cNvPr id="25" name="文本框 24"/>
          <p:cNvSpPr txBox="1"/>
          <p:nvPr/>
        </p:nvSpPr>
        <p:spPr>
          <a:xfrm>
            <a:off x="430846" y="1893705"/>
            <a:ext cx="7526463" cy="2169825"/>
          </a:xfrm>
          <a:prstGeom prst="rect">
            <a:avLst/>
          </a:prstGeom>
          <a:noFill/>
        </p:spPr>
        <p:txBody>
          <a:bodyPr wrap="square" rtlCol="0">
            <a:spAutoFit/>
          </a:bodyPr>
          <a:lstStyle/>
          <a:p>
            <a:pPr algn="ctr">
              <a:lnSpc>
                <a:spcPct val="125000"/>
              </a:lnSpc>
            </a:pPr>
            <a:r>
              <a:rPr lang="zh-CN" altLang="en-US" sz="5400" b="1" dirty="0">
                <a:latin typeface="Senty小丸子" panose="03000600000000000000" pitchFamily="66" charset="-122"/>
                <a:ea typeface="Senty小丸子" panose="03000600000000000000" pitchFamily="66" charset="-122"/>
              </a:rPr>
              <a:t>卡通</a:t>
            </a:r>
            <a:r>
              <a:rPr lang="zh-CN" altLang="en-US" sz="5400" b="1" dirty="0" smtClean="0">
                <a:latin typeface="Senty小丸子" panose="03000600000000000000" pitchFamily="66" charset="-122"/>
                <a:ea typeface="Senty小丸子" panose="03000600000000000000" pitchFamily="66" charset="-122"/>
              </a:rPr>
              <a:t>手绘</a:t>
            </a:r>
            <a:r>
              <a:rPr lang="zh-CN" altLang="en-US" sz="5400" b="1" dirty="0">
                <a:latin typeface="Senty小丸子" panose="03000600000000000000" pitchFamily="66" charset="-122"/>
                <a:ea typeface="Senty小丸子" panose="03000600000000000000" pitchFamily="66" charset="-122"/>
              </a:rPr>
              <a:t>风</a:t>
            </a:r>
            <a:endParaRPr lang="en-US" altLang="zh-CN" sz="5400" b="1" dirty="0" smtClean="0">
              <a:latin typeface="Senty小丸子" panose="03000600000000000000" pitchFamily="66" charset="-122"/>
              <a:ea typeface="Senty小丸子" panose="03000600000000000000" pitchFamily="66" charset="-122"/>
            </a:endParaRPr>
          </a:p>
          <a:p>
            <a:pPr algn="ctr">
              <a:lnSpc>
                <a:spcPct val="125000"/>
              </a:lnSpc>
            </a:pPr>
            <a:r>
              <a:rPr lang="zh-CN" altLang="en-US" sz="5400" b="1" dirty="0" smtClean="0">
                <a:latin typeface="Senty小丸子" panose="03000600000000000000" pitchFamily="66" charset="-122"/>
                <a:ea typeface="Senty小丸子" panose="03000600000000000000" pitchFamily="66" charset="-122"/>
              </a:rPr>
              <a:t>教学说课</a:t>
            </a:r>
            <a:r>
              <a:rPr lang="en-US" altLang="zh-CN" sz="5400" b="1" dirty="0" smtClean="0">
                <a:latin typeface="Senty小丸子" panose="03000600000000000000" pitchFamily="66" charset="-122"/>
                <a:ea typeface="Senty小丸子" panose="03000600000000000000" pitchFamily="66" charset="-122"/>
              </a:rPr>
              <a:t>PPT</a:t>
            </a:r>
            <a:r>
              <a:rPr lang="zh-CN" altLang="en-US" sz="5400" b="1" dirty="0" smtClean="0">
                <a:latin typeface="Senty小丸子" panose="03000600000000000000" pitchFamily="66" charset="-122"/>
                <a:ea typeface="Senty小丸子" panose="03000600000000000000" pitchFamily="66" charset="-122"/>
              </a:rPr>
              <a:t>模板</a:t>
            </a:r>
            <a:endParaRPr lang="zh-CN" altLang="en-US" sz="5400" b="1" dirty="0">
              <a:latin typeface="Senty小丸子" panose="03000600000000000000" pitchFamily="66" charset="-122"/>
              <a:ea typeface="Senty小丸子" panose="03000600000000000000" pitchFamily="66" charset="-122"/>
            </a:endParaRPr>
          </a:p>
        </p:txBody>
      </p:sp>
      <p:sp>
        <p:nvSpPr>
          <p:cNvPr id="27" name="文本框 26"/>
          <p:cNvSpPr txBox="1"/>
          <p:nvPr/>
        </p:nvSpPr>
        <p:spPr>
          <a:xfrm>
            <a:off x="1376324" y="4408466"/>
            <a:ext cx="5324202" cy="400110"/>
          </a:xfrm>
          <a:prstGeom prst="rect">
            <a:avLst/>
          </a:prstGeom>
          <a:noFill/>
        </p:spPr>
        <p:txBody>
          <a:bodyPr wrap="square" rtlCol="0">
            <a:spAutoFit/>
          </a:bodyPr>
          <a:lstStyle/>
          <a:p>
            <a:pPr algn="ctr"/>
            <a:r>
              <a:rPr lang="zh-CN" altLang="en-US" sz="2000" b="1" dirty="0" smtClean="0">
                <a:latin typeface="Senty小丸子" panose="03000600000000000000" pitchFamily="66" charset="-122"/>
                <a:ea typeface="Senty小丸子" panose="03000600000000000000" pitchFamily="66" charset="-122"/>
              </a:rPr>
              <a:t>授课人：</a:t>
            </a:r>
            <a:r>
              <a:rPr lang="en-US" altLang="zh-CN" sz="2000" b="1" dirty="0" smtClean="0">
                <a:latin typeface="Senty小丸子" panose="03000600000000000000" pitchFamily="66" charset="-122"/>
                <a:ea typeface="Senty小丸子" panose="03000600000000000000" pitchFamily="66" charset="-122"/>
              </a:rPr>
              <a:t>XXX                      </a:t>
            </a:r>
            <a:r>
              <a:rPr lang="zh-CN" altLang="en-US" sz="2000" b="1" dirty="0" smtClean="0">
                <a:latin typeface="Senty小丸子" panose="03000600000000000000" pitchFamily="66" charset="-122"/>
                <a:ea typeface="Senty小丸子" panose="03000600000000000000" pitchFamily="66" charset="-122"/>
              </a:rPr>
              <a:t>日期：</a:t>
            </a:r>
            <a:r>
              <a:rPr lang="en-US" altLang="zh-CN" sz="2000" b="1" dirty="0" smtClean="0">
                <a:latin typeface="Senty小丸子" panose="03000600000000000000" pitchFamily="66" charset="-122"/>
                <a:ea typeface="Senty小丸子" panose="03000600000000000000" pitchFamily="66" charset="-122"/>
              </a:rPr>
              <a:t>XXX</a:t>
            </a:r>
            <a:endParaRPr lang="zh-CN" altLang="en-US" sz="2000" b="1" dirty="0">
              <a:latin typeface="Senty小丸子" panose="03000600000000000000" pitchFamily="66" charset="-122"/>
              <a:ea typeface="Senty小丸子" panose="03000600000000000000" pitchFamily="66"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4"/>
          <p:cNvGrpSpPr>
            <a:grpSpLocks noChangeAspect="1"/>
          </p:cNvGrpSpPr>
          <p:nvPr/>
        </p:nvGrpSpPr>
        <p:grpSpPr bwMode="auto">
          <a:xfrm>
            <a:off x="810435" y="1990902"/>
            <a:ext cx="2913974" cy="3404124"/>
            <a:chOff x="3082" y="1214"/>
            <a:chExt cx="1623" cy="1896"/>
          </a:xfrm>
          <a:solidFill>
            <a:schemeClr val="tx1"/>
          </a:solidFill>
        </p:grpSpPr>
        <p:grpSp>
          <p:nvGrpSpPr>
            <p:cNvPr id="5" name="Group 205"/>
            <p:cNvGrpSpPr/>
            <p:nvPr/>
          </p:nvGrpSpPr>
          <p:grpSpPr bwMode="auto">
            <a:xfrm>
              <a:off x="3082" y="1214"/>
              <a:ext cx="1623" cy="1603"/>
              <a:chOff x="3082" y="1214"/>
              <a:chExt cx="1623" cy="1603"/>
            </a:xfrm>
            <a:grpFill/>
          </p:grpSpPr>
          <p:sp>
            <p:nvSpPr>
              <p:cNvPr id="253" name="Freeform 5"/>
              <p:cNvSpPr/>
              <p:nvPr/>
            </p:nvSpPr>
            <p:spPr bwMode="auto">
              <a:xfrm>
                <a:off x="3608" y="2103"/>
                <a:ext cx="13" cy="0"/>
              </a:xfrm>
              <a:custGeom>
                <a:avLst/>
                <a:gdLst>
                  <a:gd name="T0" fmla="*/ 0 w 6"/>
                  <a:gd name="T1" fmla="*/ 6 w 6"/>
                  <a:gd name="T2" fmla="*/ 0 w 6"/>
                </a:gdLst>
                <a:ahLst/>
                <a:cxnLst>
                  <a:cxn ang="0">
                    <a:pos x="T0" y="0"/>
                  </a:cxn>
                  <a:cxn ang="0">
                    <a:pos x="T1" y="0"/>
                  </a:cxn>
                  <a:cxn ang="0">
                    <a:pos x="T2" y="0"/>
                  </a:cxn>
                </a:cxnLst>
                <a:rect l="0" t="0" r="r" b="b"/>
                <a:pathLst>
                  <a:path w="6">
                    <a:moveTo>
                      <a:pt x="0" y="0"/>
                    </a:moveTo>
                    <a:cubicBezTo>
                      <a:pt x="1" y="0"/>
                      <a:pt x="3" y="0"/>
                      <a:pt x="6" y="0"/>
                    </a:cubicBezTo>
                    <a:cubicBezTo>
                      <a:pt x="3" y="0"/>
                      <a:pt x="2"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4" name="Freeform 6"/>
              <p:cNvSpPr/>
              <p:nvPr/>
            </p:nvSpPr>
            <p:spPr bwMode="auto">
              <a:xfrm>
                <a:off x="3576" y="1893"/>
                <a:ext cx="5"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0" y="0"/>
                      <a:pt x="0" y="0"/>
                    </a:cubicBezTo>
                    <a:cubicBezTo>
                      <a:pt x="0" y="0"/>
                      <a:pt x="0" y="0"/>
                      <a:pt x="0" y="0"/>
                    </a:cubicBezTo>
                    <a:cubicBezTo>
                      <a:pt x="0" y="0"/>
                      <a:pt x="0" y="0"/>
                      <a:pt x="0" y="0"/>
                    </a:cubicBezTo>
                    <a:cubicBezTo>
                      <a:pt x="1" y="0"/>
                      <a:pt x="1" y="0"/>
                      <a:pt x="2" y="0"/>
                    </a:cubicBezTo>
                    <a:cubicBezTo>
                      <a:pt x="2" y="0"/>
                      <a:pt x="2" y="0"/>
                      <a:pt x="2"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5" name="Freeform 7"/>
              <p:cNvSpPr/>
              <p:nvPr/>
            </p:nvSpPr>
            <p:spPr bwMode="auto">
              <a:xfrm>
                <a:off x="3615" y="1903"/>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0"/>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6" name="Freeform 8"/>
              <p:cNvSpPr/>
              <p:nvPr/>
            </p:nvSpPr>
            <p:spPr bwMode="auto">
              <a:xfrm>
                <a:off x="3566" y="1893"/>
                <a:ext cx="6" cy="0"/>
              </a:xfrm>
              <a:custGeom>
                <a:avLst/>
                <a:gdLst>
                  <a:gd name="T0" fmla="*/ 3 w 3"/>
                  <a:gd name="T1" fmla="*/ 3 w 3"/>
                </a:gdLst>
                <a:ahLst/>
                <a:cxnLst>
                  <a:cxn ang="0">
                    <a:pos x="T0" y="0"/>
                  </a:cxn>
                  <a:cxn ang="0">
                    <a:pos x="T1" y="0"/>
                  </a:cxn>
                </a:cxnLst>
                <a:rect l="0" t="0" r="r" b="b"/>
                <a:pathLst>
                  <a:path w="3">
                    <a:moveTo>
                      <a:pt x="3" y="0"/>
                    </a:moveTo>
                    <a:cubicBezTo>
                      <a:pt x="0" y="0"/>
                      <a:pt x="1"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7" name="Freeform 9"/>
              <p:cNvSpPr/>
              <p:nvPr/>
            </p:nvSpPr>
            <p:spPr bwMode="auto">
              <a:xfrm>
                <a:off x="3820" y="2304"/>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8" name="Freeform 10"/>
              <p:cNvSpPr/>
              <p:nvPr/>
            </p:nvSpPr>
            <p:spPr bwMode="auto">
              <a:xfrm>
                <a:off x="3642" y="2209"/>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9" name="Freeform 11"/>
              <p:cNvSpPr/>
              <p:nvPr/>
            </p:nvSpPr>
            <p:spPr bwMode="auto">
              <a:xfrm>
                <a:off x="3549" y="2154"/>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0"/>
                      <a:pt x="1" y="1"/>
                      <a:pt x="1"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0" name="Freeform 12"/>
              <p:cNvSpPr/>
              <p:nvPr/>
            </p:nvSpPr>
            <p:spPr bwMode="auto">
              <a:xfrm>
                <a:off x="3610" y="1895"/>
                <a:ext cx="9" cy="8"/>
              </a:xfrm>
              <a:custGeom>
                <a:avLst/>
                <a:gdLst>
                  <a:gd name="T0" fmla="*/ 1 w 4"/>
                  <a:gd name="T1" fmla="*/ 1 h 4"/>
                  <a:gd name="T2" fmla="*/ 1 w 4"/>
                  <a:gd name="T3" fmla="*/ 2 h 4"/>
                  <a:gd name="T4" fmla="*/ 0 w 4"/>
                  <a:gd name="T5" fmla="*/ 2 h 4"/>
                  <a:gd name="T6" fmla="*/ 2 w 4"/>
                  <a:gd name="T7" fmla="*/ 4 h 4"/>
                  <a:gd name="T8" fmla="*/ 2 w 4"/>
                  <a:gd name="T9" fmla="*/ 2 h 4"/>
                  <a:gd name="T10" fmla="*/ 3 w 4"/>
                  <a:gd name="T11" fmla="*/ 1 h 4"/>
                  <a:gd name="T12" fmla="*/ 4 w 4"/>
                  <a:gd name="T13" fmla="*/ 0 h 4"/>
                  <a:gd name="T14" fmla="*/ 4 w 4"/>
                  <a:gd name="T15" fmla="*/ 0 h 4"/>
                  <a:gd name="T16" fmla="*/ 4 w 4"/>
                  <a:gd name="T17" fmla="*/ 0 h 4"/>
                  <a:gd name="T18" fmla="*/ 2 w 4"/>
                  <a:gd name="T19" fmla="*/ 0 h 4"/>
                  <a:gd name="T20" fmla="*/ 2 w 4"/>
                  <a:gd name="T21" fmla="*/ 0 h 4"/>
                  <a:gd name="T22" fmla="*/ 1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1" y="1"/>
                    </a:moveTo>
                    <a:cubicBezTo>
                      <a:pt x="1" y="2"/>
                      <a:pt x="1" y="2"/>
                      <a:pt x="1" y="2"/>
                    </a:cubicBezTo>
                    <a:cubicBezTo>
                      <a:pt x="1" y="2"/>
                      <a:pt x="0" y="2"/>
                      <a:pt x="0" y="2"/>
                    </a:cubicBezTo>
                    <a:cubicBezTo>
                      <a:pt x="1" y="2"/>
                      <a:pt x="2" y="3"/>
                      <a:pt x="2" y="4"/>
                    </a:cubicBezTo>
                    <a:cubicBezTo>
                      <a:pt x="2" y="3"/>
                      <a:pt x="2" y="3"/>
                      <a:pt x="2" y="2"/>
                    </a:cubicBezTo>
                    <a:cubicBezTo>
                      <a:pt x="3" y="1"/>
                      <a:pt x="3" y="1"/>
                      <a:pt x="3" y="1"/>
                    </a:cubicBezTo>
                    <a:cubicBezTo>
                      <a:pt x="4" y="0"/>
                      <a:pt x="4" y="0"/>
                      <a:pt x="4" y="0"/>
                    </a:cubicBezTo>
                    <a:cubicBezTo>
                      <a:pt x="4" y="0"/>
                      <a:pt x="4" y="0"/>
                      <a:pt x="4" y="0"/>
                    </a:cubicBezTo>
                    <a:cubicBezTo>
                      <a:pt x="4" y="0"/>
                      <a:pt x="4" y="0"/>
                      <a:pt x="4" y="0"/>
                    </a:cubicBezTo>
                    <a:cubicBezTo>
                      <a:pt x="3" y="0"/>
                      <a:pt x="2" y="0"/>
                      <a:pt x="2" y="0"/>
                    </a:cubicBezTo>
                    <a:cubicBezTo>
                      <a:pt x="2" y="0"/>
                      <a:pt x="2" y="0"/>
                      <a:pt x="2" y="0"/>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1" name="Freeform 13"/>
              <p:cNvSpPr/>
              <p:nvPr/>
            </p:nvSpPr>
            <p:spPr bwMode="auto">
              <a:xfrm>
                <a:off x="3926" y="1914"/>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2" name="Freeform 14"/>
              <p:cNvSpPr/>
              <p:nvPr/>
            </p:nvSpPr>
            <p:spPr bwMode="auto">
              <a:xfrm>
                <a:off x="3810" y="1774"/>
                <a:ext cx="2" cy="4"/>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0" y="2"/>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3" name="Freeform 15"/>
              <p:cNvSpPr/>
              <p:nvPr/>
            </p:nvSpPr>
            <p:spPr bwMode="auto">
              <a:xfrm>
                <a:off x="3846" y="2474"/>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4" name="Freeform 16"/>
              <p:cNvSpPr/>
              <p:nvPr/>
            </p:nvSpPr>
            <p:spPr bwMode="auto">
              <a:xfrm>
                <a:off x="3943" y="2546"/>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5" name="Freeform 17"/>
              <p:cNvSpPr/>
              <p:nvPr/>
            </p:nvSpPr>
            <p:spPr bwMode="auto">
              <a:xfrm>
                <a:off x="3846" y="2474"/>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6" name="Freeform 18"/>
              <p:cNvSpPr/>
              <p:nvPr/>
            </p:nvSpPr>
            <p:spPr bwMode="auto">
              <a:xfrm>
                <a:off x="4156" y="22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7" name="Freeform 19"/>
              <p:cNvSpPr/>
              <p:nvPr/>
            </p:nvSpPr>
            <p:spPr bwMode="auto">
              <a:xfrm>
                <a:off x="4056" y="2213"/>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8" name="Freeform 20"/>
              <p:cNvSpPr/>
              <p:nvPr/>
            </p:nvSpPr>
            <p:spPr bwMode="auto">
              <a:xfrm>
                <a:off x="3837" y="2470"/>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9" name="Freeform 21"/>
              <p:cNvSpPr/>
              <p:nvPr/>
            </p:nvSpPr>
            <p:spPr bwMode="auto">
              <a:xfrm>
                <a:off x="3954" y="2311"/>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0" name="Freeform 22"/>
              <p:cNvSpPr/>
              <p:nvPr/>
            </p:nvSpPr>
            <p:spPr bwMode="auto">
              <a:xfrm>
                <a:off x="3576" y="18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1" name="Freeform 23"/>
              <p:cNvSpPr/>
              <p:nvPr/>
            </p:nvSpPr>
            <p:spPr bwMode="auto">
              <a:xfrm>
                <a:off x="3281" y="254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2" name="Freeform 24"/>
              <p:cNvSpPr/>
              <p:nvPr/>
            </p:nvSpPr>
            <p:spPr bwMode="auto">
              <a:xfrm>
                <a:off x="3364" y="2470"/>
                <a:ext cx="2" cy="4"/>
              </a:xfrm>
              <a:custGeom>
                <a:avLst/>
                <a:gdLst>
                  <a:gd name="T0" fmla="*/ 1 w 1"/>
                  <a:gd name="T1" fmla="*/ 2 h 2"/>
                  <a:gd name="T2" fmla="*/ 1 w 1"/>
                  <a:gd name="T3" fmla="*/ 1 h 2"/>
                  <a:gd name="T4" fmla="*/ 1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0" y="0"/>
                      <a:pt x="1" y="1"/>
                      <a:pt x="1" y="1"/>
                    </a:cubicBezTo>
                    <a:cubicBezTo>
                      <a:pt x="1" y="1"/>
                      <a:pt x="1"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3" name="Freeform 25"/>
              <p:cNvSpPr/>
              <p:nvPr/>
            </p:nvSpPr>
            <p:spPr bwMode="auto">
              <a:xfrm>
                <a:off x="3360" y="2470"/>
                <a:ext cx="2"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4" name="Freeform 26"/>
              <p:cNvSpPr/>
              <p:nvPr/>
            </p:nvSpPr>
            <p:spPr bwMode="auto">
              <a:xfrm>
                <a:off x="3353" y="2470"/>
                <a:ext cx="3" cy="4"/>
              </a:xfrm>
              <a:custGeom>
                <a:avLst/>
                <a:gdLst>
                  <a:gd name="T0" fmla="*/ 1 w 1"/>
                  <a:gd name="T1" fmla="*/ 2 h 2"/>
                  <a:gd name="T2" fmla="*/ 0 w 1"/>
                  <a:gd name="T3" fmla="*/ 1 h 2"/>
                  <a:gd name="T4" fmla="*/ 1 w 1"/>
                  <a:gd name="T5" fmla="*/ 2 h 2"/>
                </a:gdLst>
                <a:ahLst/>
                <a:cxnLst>
                  <a:cxn ang="0">
                    <a:pos x="T0" y="T1"/>
                  </a:cxn>
                  <a:cxn ang="0">
                    <a:pos x="T2" y="T3"/>
                  </a:cxn>
                  <a:cxn ang="0">
                    <a:pos x="T4" y="T5"/>
                  </a:cxn>
                </a:cxnLst>
                <a:rect l="0" t="0" r="r" b="b"/>
                <a:pathLst>
                  <a:path w="1" h="2">
                    <a:moveTo>
                      <a:pt x="1" y="2"/>
                    </a:moveTo>
                    <a:cubicBezTo>
                      <a:pt x="0" y="0"/>
                      <a:pt x="1" y="1"/>
                      <a:pt x="0" y="1"/>
                    </a:cubicBezTo>
                    <a:cubicBezTo>
                      <a:pt x="1" y="1"/>
                      <a:pt x="1"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5" name="Freeform 27"/>
              <p:cNvSpPr/>
              <p:nvPr/>
            </p:nvSpPr>
            <p:spPr bwMode="auto">
              <a:xfrm>
                <a:off x="3392" y="2482"/>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1"/>
                      <a:pt x="1" y="1"/>
                    </a:cubicBezTo>
                    <a:cubicBezTo>
                      <a:pt x="0" y="0"/>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6" name="Freeform 28"/>
              <p:cNvSpPr/>
              <p:nvPr/>
            </p:nvSpPr>
            <p:spPr bwMode="auto">
              <a:xfrm>
                <a:off x="3390" y="2480"/>
                <a:ext cx="2" cy="7"/>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0"/>
                      <a:pt x="0" y="0"/>
                      <a:pt x="0" y="0"/>
                    </a:cubicBezTo>
                    <a:cubicBezTo>
                      <a:pt x="0" y="2"/>
                      <a:pt x="1" y="2"/>
                      <a:pt x="1"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7" name="Freeform 29"/>
              <p:cNvSpPr/>
              <p:nvPr/>
            </p:nvSpPr>
            <p:spPr bwMode="auto">
              <a:xfrm>
                <a:off x="3341" y="2474"/>
                <a:ext cx="2" cy="4"/>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1"/>
                      <a:pt x="1" y="1"/>
                      <a:pt x="1" y="2"/>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8" name="Freeform 30"/>
              <p:cNvSpPr/>
              <p:nvPr/>
            </p:nvSpPr>
            <p:spPr bwMode="auto">
              <a:xfrm>
                <a:off x="3822" y="2279"/>
                <a:ext cx="5" cy="4"/>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0" y="1"/>
                      <a:pt x="0" y="1"/>
                    </a:cubicBezTo>
                    <a:cubicBezTo>
                      <a:pt x="0" y="2"/>
                      <a:pt x="0" y="2"/>
                      <a:pt x="0" y="2"/>
                    </a:cubicBezTo>
                    <a:cubicBezTo>
                      <a:pt x="1" y="1"/>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9" name="Freeform 31"/>
              <p:cNvSpPr/>
              <p:nvPr/>
            </p:nvSpPr>
            <p:spPr bwMode="auto">
              <a:xfrm>
                <a:off x="3292" y="2529"/>
                <a:ext cx="2" cy="2"/>
              </a:xfrm>
              <a:custGeom>
                <a:avLst/>
                <a:gdLst>
                  <a:gd name="T0" fmla="*/ 2 w 2"/>
                  <a:gd name="T1" fmla="*/ 2 h 2"/>
                  <a:gd name="T2" fmla="*/ 0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0" y="0"/>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0" name="Freeform 32"/>
              <p:cNvSpPr/>
              <p:nvPr/>
            </p:nvSpPr>
            <p:spPr bwMode="auto">
              <a:xfrm>
                <a:off x="3699" y="2796"/>
                <a:ext cx="7" cy="5"/>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3" y="1"/>
                      <a:pt x="2" y="0"/>
                      <a:pt x="2" y="0"/>
                    </a:cubicBezTo>
                    <a:cubicBezTo>
                      <a:pt x="0" y="0"/>
                      <a:pt x="3"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1" name="Freeform 33"/>
              <p:cNvSpPr/>
              <p:nvPr/>
            </p:nvSpPr>
            <p:spPr bwMode="auto">
              <a:xfrm>
                <a:off x="4616" y="1870"/>
                <a:ext cx="2"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2" name="Freeform 34"/>
              <p:cNvSpPr/>
              <p:nvPr/>
            </p:nvSpPr>
            <p:spPr bwMode="auto">
              <a:xfrm>
                <a:off x="3262" y="2567"/>
                <a:ext cx="4" cy="4"/>
              </a:xfrm>
              <a:custGeom>
                <a:avLst/>
                <a:gdLst>
                  <a:gd name="T0" fmla="*/ 0 w 4"/>
                  <a:gd name="T1" fmla="*/ 2 h 4"/>
                  <a:gd name="T2" fmla="*/ 4 w 4"/>
                  <a:gd name="T3" fmla="*/ 4 h 4"/>
                  <a:gd name="T4" fmla="*/ 0 w 4"/>
                  <a:gd name="T5" fmla="*/ 0 h 4"/>
                  <a:gd name="T6" fmla="*/ 0 w 4"/>
                  <a:gd name="T7" fmla="*/ 2 h 4"/>
                </a:gdLst>
                <a:ahLst/>
                <a:cxnLst>
                  <a:cxn ang="0">
                    <a:pos x="T0" y="T1"/>
                  </a:cxn>
                  <a:cxn ang="0">
                    <a:pos x="T2" y="T3"/>
                  </a:cxn>
                  <a:cxn ang="0">
                    <a:pos x="T4" y="T5"/>
                  </a:cxn>
                  <a:cxn ang="0">
                    <a:pos x="T6" y="T7"/>
                  </a:cxn>
                </a:cxnLst>
                <a:rect l="0" t="0" r="r" b="b"/>
                <a:pathLst>
                  <a:path w="4" h="4">
                    <a:moveTo>
                      <a:pt x="0" y="2"/>
                    </a:moveTo>
                    <a:lnTo>
                      <a:pt x="4" y="4"/>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3" name="Freeform 35"/>
              <p:cNvSpPr/>
              <p:nvPr/>
            </p:nvSpPr>
            <p:spPr bwMode="auto">
              <a:xfrm>
                <a:off x="3570" y="1893"/>
                <a:ext cx="6" cy="6"/>
              </a:xfrm>
              <a:custGeom>
                <a:avLst/>
                <a:gdLst>
                  <a:gd name="T0" fmla="*/ 1 w 3"/>
                  <a:gd name="T1" fmla="*/ 0 h 3"/>
                  <a:gd name="T2" fmla="*/ 1 w 3"/>
                  <a:gd name="T3" fmla="*/ 0 h 3"/>
                  <a:gd name="T4" fmla="*/ 1 w 3"/>
                  <a:gd name="T5" fmla="*/ 0 h 3"/>
                  <a:gd name="T6" fmla="*/ 1 w 3"/>
                  <a:gd name="T7" fmla="*/ 0 h 3"/>
                  <a:gd name="T8" fmla="*/ 1 w 3"/>
                  <a:gd name="T9" fmla="*/ 0 h 3"/>
                  <a:gd name="T10" fmla="*/ 2 w 3"/>
                  <a:gd name="T11" fmla="*/ 1 h 3"/>
                  <a:gd name="T12" fmla="*/ 0 w 3"/>
                  <a:gd name="T13" fmla="*/ 2 h 3"/>
                  <a:gd name="T14" fmla="*/ 2 w 3"/>
                  <a:gd name="T15" fmla="*/ 2 h 3"/>
                  <a:gd name="T16" fmla="*/ 3 w 3"/>
                  <a:gd name="T17" fmla="*/ 0 h 3"/>
                  <a:gd name="T18" fmla="*/ 1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1" y="0"/>
                    </a:moveTo>
                    <a:cubicBezTo>
                      <a:pt x="1" y="0"/>
                      <a:pt x="1" y="0"/>
                      <a:pt x="1" y="0"/>
                    </a:cubicBezTo>
                    <a:cubicBezTo>
                      <a:pt x="1" y="0"/>
                      <a:pt x="1" y="0"/>
                      <a:pt x="1" y="0"/>
                    </a:cubicBezTo>
                    <a:cubicBezTo>
                      <a:pt x="1" y="0"/>
                      <a:pt x="1" y="0"/>
                      <a:pt x="1" y="0"/>
                    </a:cubicBezTo>
                    <a:cubicBezTo>
                      <a:pt x="1" y="0"/>
                      <a:pt x="1" y="0"/>
                      <a:pt x="1" y="0"/>
                    </a:cubicBezTo>
                    <a:cubicBezTo>
                      <a:pt x="2" y="1"/>
                      <a:pt x="2" y="1"/>
                      <a:pt x="2" y="1"/>
                    </a:cubicBezTo>
                    <a:cubicBezTo>
                      <a:pt x="1" y="2"/>
                      <a:pt x="0" y="0"/>
                      <a:pt x="0" y="2"/>
                    </a:cubicBezTo>
                    <a:cubicBezTo>
                      <a:pt x="0" y="3"/>
                      <a:pt x="1" y="3"/>
                      <a:pt x="2" y="2"/>
                    </a:cubicBezTo>
                    <a:cubicBezTo>
                      <a:pt x="3" y="0"/>
                      <a:pt x="3" y="0"/>
                      <a:pt x="3" y="0"/>
                    </a:cubicBezTo>
                    <a:cubicBezTo>
                      <a:pt x="3"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4" name="Freeform 36"/>
              <p:cNvSpPr/>
              <p:nvPr/>
            </p:nvSpPr>
            <p:spPr bwMode="auto">
              <a:xfrm>
                <a:off x="3207" y="2465"/>
                <a:ext cx="183" cy="174"/>
              </a:xfrm>
              <a:custGeom>
                <a:avLst/>
                <a:gdLst>
                  <a:gd name="T0" fmla="*/ 83 w 86"/>
                  <a:gd name="T1" fmla="*/ 5 h 82"/>
                  <a:gd name="T2" fmla="*/ 80 w 86"/>
                  <a:gd name="T3" fmla="*/ 4 h 82"/>
                  <a:gd name="T4" fmla="*/ 77 w 86"/>
                  <a:gd name="T5" fmla="*/ 8 h 82"/>
                  <a:gd name="T6" fmla="*/ 76 w 86"/>
                  <a:gd name="T7" fmla="*/ 6 h 82"/>
                  <a:gd name="T8" fmla="*/ 72 w 86"/>
                  <a:gd name="T9" fmla="*/ 7 h 82"/>
                  <a:gd name="T10" fmla="*/ 70 w 86"/>
                  <a:gd name="T11" fmla="*/ 4 h 82"/>
                  <a:gd name="T12" fmla="*/ 67 w 86"/>
                  <a:gd name="T13" fmla="*/ 1 h 82"/>
                  <a:gd name="T14" fmla="*/ 68 w 86"/>
                  <a:gd name="T15" fmla="*/ 6 h 82"/>
                  <a:gd name="T16" fmla="*/ 70 w 86"/>
                  <a:gd name="T17" fmla="*/ 10 h 82"/>
                  <a:gd name="T18" fmla="*/ 65 w 86"/>
                  <a:gd name="T19" fmla="*/ 6 h 82"/>
                  <a:gd name="T20" fmla="*/ 65 w 86"/>
                  <a:gd name="T21" fmla="*/ 8 h 82"/>
                  <a:gd name="T22" fmla="*/ 62 w 86"/>
                  <a:gd name="T23" fmla="*/ 6 h 82"/>
                  <a:gd name="T24" fmla="*/ 61 w 86"/>
                  <a:gd name="T25" fmla="*/ 8 h 82"/>
                  <a:gd name="T26" fmla="*/ 59 w 86"/>
                  <a:gd name="T27" fmla="*/ 9 h 82"/>
                  <a:gd name="T28" fmla="*/ 62 w 86"/>
                  <a:gd name="T29" fmla="*/ 15 h 82"/>
                  <a:gd name="T30" fmla="*/ 58 w 86"/>
                  <a:gd name="T31" fmla="*/ 10 h 82"/>
                  <a:gd name="T32" fmla="*/ 57 w 86"/>
                  <a:gd name="T33" fmla="*/ 12 h 82"/>
                  <a:gd name="T34" fmla="*/ 53 w 86"/>
                  <a:gd name="T35" fmla="*/ 17 h 82"/>
                  <a:gd name="T36" fmla="*/ 51 w 86"/>
                  <a:gd name="T37" fmla="*/ 19 h 82"/>
                  <a:gd name="T38" fmla="*/ 48 w 86"/>
                  <a:gd name="T39" fmla="*/ 22 h 82"/>
                  <a:gd name="T40" fmla="*/ 48 w 86"/>
                  <a:gd name="T41" fmla="*/ 24 h 82"/>
                  <a:gd name="T42" fmla="*/ 46 w 86"/>
                  <a:gd name="T43" fmla="*/ 24 h 82"/>
                  <a:gd name="T44" fmla="*/ 45 w 86"/>
                  <a:gd name="T45" fmla="*/ 25 h 82"/>
                  <a:gd name="T46" fmla="*/ 46 w 86"/>
                  <a:gd name="T47" fmla="*/ 27 h 82"/>
                  <a:gd name="T48" fmla="*/ 43 w 86"/>
                  <a:gd name="T49" fmla="*/ 28 h 82"/>
                  <a:gd name="T50" fmla="*/ 40 w 86"/>
                  <a:gd name="T51" fmla="*/ 30 h 82"/>
                  <a:gd name="T52" fmla="*/ 38 w 86"/>
                  <a:gd name="T53" fmla="*/ 32 h 82"/>
                  <a:gd name="T54" fmla="*/ 36 w 86"/>
                  <a:gd name="T55" fmla="*/ 34 h 82"/>
                  <a:gd name="T56" fmla="*/ 36 w 86"/>
                  <a:gd name="T57" fmla="*/ 37 h 82"/>
                  <a:gd name="T58" fmla="*/ 34 w 86"/>
                  <a:gd name="T59" fmla="*/ 36 h 82"/>
                  <a:gd name="T60" fmla="*/ 34 w 86"/>
                  <a:gd name="T61" fmla="*/ 37 h 82"/>
                  <a:gd name="T62" fmla="*/ 31 w 86"/>
                  <a:gd name="T63" fmla="*/ 41 h 82"/>
                  <a:gd name="T64" fmla="*/ 32 w 86"/>
                  <a:gd name="T65" fmla="*/ 45 h 82"/>
                  <a:gd name="T66" fmla="*/ 31 w 86"/>
                  <a:gd name="T67" fmla="*/ 48 h 82"/>
                  <a:gd name="T68" fmla="*/ 28 w 86"/>
                  <a:gd name="T69" fmla="*/ 47 h 82"/>
                  <a:gd name="T70" fmla="*/ 25 w 86"/>
                  <a:gd name="T71" fmla="*/ 53 h 82"/>
                  <a:gd name="T72" fmla="*/ 24 w 86"/>
                  <a:gd name="T73" fmla="*/ 55 h 82"/>
                  <a:gd name="T74" fmla="*/ 18 w 86"/>
                  <a:gd name="T75" fmla="*/ 59 h 82"/>
                  <a:gd name="T76" fmla="*/ 15 w 86"/>
                  <a:gd name="T77" fmla="*/ 59 h 82"/>
                  <a:gd name="T78" fmla="*/ 14 w 86"/>
                  <a:gd name="T79" fmla="*/ 60 h 82"/>
                  <a:gd name="T80" fmla="*/ 11 w 86"/>
                  <a:gd name="T81" fmla="*/ 69 h 82"/>
                  <a:gd name="T82" fmla="*/ 2 w 86"/>
                  <a:gd name="T83" fmla="*/ 75 h 82"/>
                  <a:gd name="T84" fmla="*/ 23 w 86"/>
                  <a:gd name="T85" fmla="*/ 72 h 82"/>
                  <a:gd name="T86" fmla="*/ 28 w 86"/>
                  <a:gd name="T87" fmla="*/ 68 h 82"/>
                  <a:gd name="T88" fmla="*/ 42 w 86"/>
                  <a:gd name="T89" fmla="*/ 48 h 82"/>
                  <a:gd name="T90" fmla="*/ 49 w 86"/>
                  <a:gd name="T91" fmla="*/ 45 h 82"/>
                  <a:gd name="T92" fmla="*/ 55 w 86"/>
                  <a:gd name="T93" fmla="*/ 43 h 82"/>
                  <a:gd name="T94" fmla="*/ 63 w 86"/>
                  <a:gd name="T95" fmla="*/ 35 h 82"/>
                  <a:gd name="T96" fmla="*/ 68 w 86"/>
                  <a:gd name="T97" fmla="*/ 31 h 82"/>
                  <a:gd name="T98" fmla="*/ 74 w 86"/>
                  <a:gd name="T99" fmla="*/ 23 h 82"/>
                  <a:gd name="T100" fmla="*/ 75 w 86"/>
                  <a:gd name="T101" fmla="*/ 16 h 82"/>
                  <a:gd name="T102" fmla="*/ 82 w 86"/>
                  <a:gd name="T103" fmla="*/ 14 h 82"/>
                  <a:gd name="T104" fmla="*/ 84 w 86"/>
                  <a:gd name="T105" fmla="*/ 13 h 82"/>
                  <a:gd name="T106" fmla="*/ 84 w 86"/>
                  <a:gd name="T107" fmla="*/ 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82">
                    <a:moveTo>
                      <a:pt x="84" y="7"/>
                    </a:moveTo>
                    <a:cubicBezTo>
                      <a:pt x="85" y="8"/>
                      <a:pt x="85" y="9"/>
                      <a:pt x="86" y="10"/>
                    </a:cubicBezTo>
                    <a:cubicBezTo>
                      <a:pt x="85" y="6"/>
                      <a:pt x="85" y="6"/>
                      <a:pt x="85" y="6"/>
                    </a:cubicBezTo>
                    <a:cubicBezTo>
                      <a:pt x="85" y="7"/>
                      <a:pt x="85" y="6"/>
                      <a:pt x="84" y="5"/>
                    </a:cubicBezTo>
                    <a:cubicBezTo>
                      <a:pt x="84" y="6"/>
                      <a:pt x="84" y="6"/>
                      <a:pt x="84" y="6"/>
                    </a:cubicBezTo>
                    <a:cubicBezTo>
                      <a:pt x="83" y="5"/>
                      <a:pt x="83" y="5"/>
                      <a:pt x="83" y="5"/>
                    </a:cubicBezTo>
                    <a:cubicBezTo>
                      <a:pt x="83" y="5"/>
                      <a:pt x="82" y="4"/>
                      <a:pt x="82" y="6"/>
                    </a:cubicBezTo>
                    <a:cubicBezTo>
                      <a:pt x="83" y="7"/>
                      <a:pt x="83" y="7"/>
                      <a:pt x="83" y="7"/>
                    </a:cubicBezTo>
                    <a:cubicBezTo>
                      <a:pt x="83" y="7"/>
                      <a:pt x="84" y="9"/>
                      <a:pt x="83" y="8"/>
                    </a:cubicBezTo>
                    <a:cubicBezTo>
                      <a:pt x="82" y="6"/>
                      <a:pt x="82" y="6"/>
                      <a:pt x="82" y="6"/>
                    </a:cubicBezTo>
                    <a:cubicBezTo>
                      <a:pt x="82" y="6"/>
                      <a:pt x="82" y="6"/>
                      <a:pt x="82" y="6"/>
                    </a:cubicBezTo>
                    <a:cubicBezTo>
                      <a:pt x="80" y="4"/>
                      <a:pt x="80" y="4"/>
                      <a:pt x="80" y="4"/>
                    </a:cubicBezTo>
                    <a:cubicBezTo>
                      <a:pt x="82" y="7"/>
                      <a:pt x="80" y="5"/>
                      <a:pt x="81" y="6"/>
                    </a:cubicBezTo>
                    <a:cubicBezTo>
                      <a:pt x="80" y="6"/>
                      <a:pt x="80" y="6"/>
                      <a:pt x="80" y="6"/>
                    </a:cubicBezTo>
                    <a:cubicBezTo>
                      <a:pt x="79" y="5"/>
                      <a:pt x="81" y="7"/>
                      <a:pt x="81" y="7"/>
                    </a:cubicBezTo>
                    <a:cubicBezTo>
                      <a:pt x="80" y="7"/>
                      <a:pt x="79" y="5"/>
                      <a:pt x="79" y="4"/>
                    </a:cubicBezTo>
                    <a:cubicBezTo>
                      <a:pt x="78" y="4"/>
                      <a:pt x="79" y="6"/>
                      <a:pt x="77" y="5"/>
                    </a:cubicBezTo>
                    <a:cubicBezTo>
                      <a:pt x="77" y="5"/>
                      <a:pt x="77" y="6"/>
                      <a:pt x="77" y="8"/>
                    </a:cubicBezTo>
                    <a:cubicBezTo>
                      <a:pt x="77" y="8"/>
                      <a:pt x="76" y="5"/>
                      <a:pt x="76" y="6"/>
                    </a:cubicBezTo>
                    <a:cubicBezTo>
                      <a:pt x="75" y="5"/>
                      <a:pt x="74" y="3"/>
                      <a:pt x="74" y="2"/>
                    </a:cubicBezTo>
                    <a:cubicBezTo>
                      <a:pt x="74" y="2"/>
                      <a:pt x="73" y="1"/>
                      <a:pt x="73" y="2"/>
                    </a:cubicBezTo>
                    <a:cubicBezTo>
                      <a:pt x="73" y="1"/>
                      <a:pt x="72" y="0"/>
                      <a:pt x="72" y="0"/>
                    </a:cubicBezTo>
                    <a:cubicBezTo>
                      <a:pt x="73" y="1"/>
                      <a:pt x="74" y="3"/>
                      <a:pt x="74" y="3"/>
                    </a:cubicBezTo>
                    <a:cubicBezTo>
                      <a:pt x="76" y="5"/>
                      <a:pt x="74" y="4"/>
                      <a:pt x="76" y="6"/>
                    </a:cubicBezTo>
                    <a:cubicBezTo>
                      <a:pt x="75" y="6"/>
                      <a:pt x="74" y="6"/>
                      <a:pt x="74" y="7"/>
                    </a:cubicBezTo>
                    <a:cubicBezTo>
                      <a:pt x="74" y="7"/>
                      <a:pt x="73" y="5"/>
                      <a:pt x="73" y="4"/>
                    </a:cubicBezTo>
                    <a:cubicBezTo>
                      <a:pt x="73" y="6"/>
                      <a:pt x="73" y="7"/>
                      <a:pt x="73" y="7"/>
                    </a:cubicBezTo>
                    <a:cubicBezTo>
                      <a:pt x="74" y="8"/>
                      <a:pt x="74" y="8"/>
                      <a:pt x="75" y="10"/>
                    </a:cubicBezTo>
                    <a:cubicBezTo>
                      <a:pt x="75" y="10"/>
                      <a:pt x="75" y="11"/>
                      <a:pt x="75" y="11"/>
                    </a:cubicBezTo>
                    <a:cubicBezTo>
                      <a:pt x="74" y="9"/>
                      <a:pt x="72" y="7"/>
                      <a:pt x="72" y="7"/>
                    </a:cubicBezTo>
                    <a:cubicBezTo>
                      <a:pt x="71" y="5"/>
                      <a:pt x="73" y="7"/>
                      <a:pt x="71" y="5"/>
                    </a:cubicBezTo>
                    <a:cubicBezTo>
                      <a:pt x="70" y="3"/>
                      <a:pt x="71" y="2"/>
                      <a:pt x="72" y="3"/>
                    </a:cubicBezTo>
                    <a:cubicBezTo>
                      <a:pt x="71" y="1"/>
                      <a:pt x="71" y="3"/>
                      <a:pt x="70" y="1"/>
                    </a:cubicBezTo>
                    <a:cubicBezTo>
                      <a:pt x="70" y="1"/>
                      <a:pt x="70" y="3"/>
                      <a:pt x="70" y="3"/>
                    </a:cubicBezTo>
                    <a:cubicBezTo>
                      <a:pt x="71" y="4"/>
                      <a:pt x="71" y="4"/>
                      <a:pt x="71" y="5"/>
                    </a:cubicBezTo>
                    <a:cubicBezTo>
                      <a:pt x="72" y="8"/>
                      <a:pt x="70" y="4"/>
                      <a:pt x="70" y="4"/>
                    </a:cubicBezTo>
                    <a:cubicBezTo>
                      <a:pt x="69" y="3"/>
                      <a:pt x="69" y="3"/>
                      <a:pt x="69" y="3"/>
                    </a:cubicBezTo>
                    <a:cubicBezTo>
                      <a:pt x="69" y="3"/>
                      <a:pt x="69" y="4"/>
                      <a:pt x="69" y="4"/>
                    </a:cubicBezTo>
                    <a:cubicBezTo>
                      <a:pt x="67" y="2"/>
                      <a:pt x="69" y="4"/>
                      <a:pt x="68" y="2"/>
                    </a:cubicBezTo>
                    <a:cubicBezTo>
                      <a:pt x="67" y="0"/>
                      <a:pt x="67" y="0"/>
                      <a:pt x="67" y="0"/>
                    </a:cubicBezTo>
                    <a:cubicBezTo>
                      <a:pt x="66" y="0"/>
                      <a:pt x="68" y="2"/>
                      <a:pt x="67" y="2"/>
                    </a:cubicBezTo>
                    <a:cubicBezTo>
                      <a:pt x="67" y="1"/>
                      <a:pt x="67" y="1"/>
                      <a:pt x="67" y="1"/>
                    </a:cubicBezTo>
                    <a:cubicBezTo>
                      <a:pt x="67" y="2"/>
                      <a:pt x="67" y="2"/>
                      <a:pt x="67" y="2"/>
                    </a:cubicBezTo>
                    <a:cubicBezTo>
                      <a:pt x="68" y="3"/>
                      <a:pt x="69" y="4"/>
                      <a:pt x="69" y="4"/>
                    </a:cubicBezTo>
                    <a:cubicBezTo>
                      <a:pt x="70" y="7"/>
                      <a:pt x="69" y="4"/>
                      <a:pt x="69" y="5"/>
                    </a:cubicBezTo>
                    <a:cubicBezTo>
                      <a:pt x="69" y="7"/>
                      <a:pt x="69" y="5"/>
                      <a:pt x="70" y="6"/>
                    </a:cubicBezTo>
                    <a:cubicBezTo>
                      <a:pt x="71" y="8"/>
                      <a:pt x="70" y="8"/>
                      <a:pt x="70" y="8"/>
                    </a:cubicBezTo>
                    <a:cubicBezTo>
                      <a:pt x="70" y="9"/>
                      <a:pt x="69" y="7"/>
                      <a:pt x="68" y="6"/>
                    </a:cubicBezTo>
                    <a:cubicBezTo>
                      <a:pt x="68" y="6"/>
                      <a:pt x="68" y="5"/>
                      <a:pt x="69" y="6"/>
                    </a:cubicBezTo>
                    <a:cubicBezTo>
                      <a:pt x="68" y="4"/>
                      <a:pt x="67" y="3"/>
                      <a:pt x="66" y="2"/>
                    </a:cubicBezTo>
                    <a:cubicBezTo>
                      <a:pt x="65" y="1"/>
                      <a:pt x="67" y="4"/>
                      <a:pt x="67" y="4"/>
                    </a:cubicBezTo>
                    <a:cubicBezTo>
                      <a:pt x="67" y="3"/>
                      <a:pt x="68" y="5"/>
                      <a:pt x="68" y="6"/>
                    </a:cubicBezTo>
                    <a:cubicBezTo>
                      <a:pt x="70" y="10"/>
                      <a:pt x="66" y="3"/>
                      <a:pt x="66" y="4"/>
                    </a:cubicBezTo>
                    <a:cubicBezTo>
                      <a:pt x="68" y="6"/>
                      <a:pt x="67" y="8"/>
                      <a:pt x="70" y="10"/>
                    </a:cubicBezTo>
                    <a:cubicBezTo>
                      <a:pt x="70" y="11"/>
                      <a:pt x="70" y="12"/>
                      <a:pt x="70" y="12"/>
                    </a:cubicBezTo>
                    <a:cubicBezTo>
                      <a:pt x="69" y="10"/>
                      <a:pt x="69" y="10"/>
                      <a:pt x="68" y="8"/>
                    </a:cubicBezTo>
                    <a:cubicBezTo>
                      <a:pt x="68" y="9"/>
                      <a:pt x="68" y="9"/>
                      <a:pt x="68" y="9"/>
                    </a:cubicBezTo>
                    <a:cubicBezTo>
                      <a:pt x="66" y="6"/>
                      <a:pt x="66" y="6"/>
                      <a:pt x="66" y="6"/>
                    </a:cubicBezTo>
                    <a:cubicBezTo>
                      <a:pt x="64" y="3"/>
                      <a:pt x="64" y="3"/>
                      <a:pt x="64" y="3"/>
                    </a:cubicBezTo>
                    <a:cubicBezTo>
                      <a:pt x="64" y="4"/>
                      <a:pt x="65" y="5"/>
                      <a:pt x="65" y="6"/>
                    </a:cubicBezTo>
                    <a:cubicBezTo>
                      <a:pt x="64" y="5"/>
                      <a:pt x="64" y="4"/>
                      <a:pt x="64" y="4"/>
                    </a:cubicBezTo>
                    <a:cubicBezTo>
                      <a:pt x="64" y="5"/>
                      <a:pt x="65" y="7"/>
                      <a:pt x="65" y="7"/>
                    </a:cubicBezTo>
                    <a:cubicBezTo>
                      <a:pt x="65" y="7"/>
                      <a:pt x="64" y="6"/>
                      <a:pt x="63" y="5"/>
                    </a:cubicBezTo>
                    <a:cubicBezTo>
                      <a:pt x="63" y="4"/>
                      <a:pt x="63" y="4"/>
                      <a:pt x="63" y="4"/>
                    </a:cubicBezTo>
                    <a:cubicBezTo>
                      <a:pt x="63" y="5"/>
                      <a:pt x="62" y="3"/>
                      <a:pt x="62" y="4"/>
                    </a:cubicBezTo>
                    <a:cubicBezTo>
                      <a:pt x="63" y="5"/>
                      <a:pt x="64" y="6"/>
                      <a:pt x="65" y="8"/>
                    </a:cubicBezTo>
                    <a:cubicBezTo>
                      <a:pt x="65" y="8"/>
                      <a:pt x="64" y="7"/>
                      <a:pt x="64" y="7"/>
                    </a:cubicBezTo>
                    <a:cubicBezTo>
                      <a:pt x="63" y="6"/>
                      <a:pt x="63" y="6"/>
                      <a:pt x="63" y="6"/>
                    </a:cubicBezTo>
                    <a:cubicBezTo>
                      <a:pt x="63" y="7"/>
                      <a:pt x="62" y="4"/>
                      <a:pt x="62" y="5"/>
                    </a:cubicBezTo>
                    <a:cubicBezTo>
                      <a:pt x="62" y="6"/>
                      <a:pt x="62" y="6"/>
                      <a:pt x="62" y="6"/>
                    </a:cubicBezTo>
                    <a:cubicBezTo>
                      <a:pt x="62" y="6"/>
                      <a:pt x="62" y="5"/>
                      <a:pt x="61" y="5"/>
                    </a:cubicBezTo>
                    <a:cubicBezTo>
                      <a:pt x="62" y="6"/>
                      <a:pt x="62" y="6"/>
                      <a:pt x="62" y="6"/>
                    </a:cubicBezTo>
                    <a:cubicBezTo>
                      <a:pt x="61" y="5"/>
                      <a:pt x="61" y="5"/>
                      <a:pt x="61" y="5"/>
                    </a:cubicBezTo>
                    <a:cubicBezTo>
                      <a:pt x="62" y="6"/>
                      <a:pt x="63" y="8"/>
                      <a:pt x="61" y="6"/>
                    </a:cubicBezTo>
                    <a:cubicBezTo>
                      <a:pt x="63" y="8"/>
                      <a:pt x="61" y="6"/>
                      <a:pt x="62" y="7"/>
                    </a:cubicBezTo>
                    <a:cubicBezTo>
                      <a:pt x="64" y="9"/>
                      <a:pt x="63" y="9"/>
                      <a:pt x="63" y="9"/>
                    </a:cubicBezTo>
                    <a:cubicBezTo>
                      <a:pt x="62" y="7"/>
                      <a:pt x="63" y="9"/>
                      <a:pt x="63" y="9"/>
                    </a:cubicBezTo>
                    <a:cubicBezTo>
                      <a:pt x="61" y="8"/>
                      <a:pt x="61" y="8"/>
                      <a:pt x="61" y="8"/>
                    </a:cubicBezTo>
                    <a:cubicBezTo>
                      <a:pt x="62" y="9"/>
                      <a:pt x="62" y="9"/>
                      <a:pt x="62" y="9"/>
                    </a:cubicBezTo>
                    <a:cubicBezTo>
                      <a:pt x="60" y="6"/>
                      <a:pt x="62" y="10"/>
                      <a:pt x="61" y="10"/>
                    </a:cubicBezTo>
                    <a:cubicBezTo>
                      <a:pt x="61" y="9"/>
                      <a:pt x="60" y="7"/>
                      <a:pt x="60" y="7"/>
                    </a:cubicBezTo>
                    <a:cubicBezTo>
                      <a:pt x="61" y="9"/>
                      <a:pt x="61" y="10"/>
                      <a:pt x="62" y="11"/>
                    </a:cubicBezTo>
                    <a:cubicBezTo>
                      <a:pt x="61" y="11"/>
                      <a:pt x="60" y="9"/>
                      <a:pt x="59" y="7"/>
                    </a:cubicBezTo>
                    <a:cubicBezTo>
                      <a:pt x="60" y="9"/>
                      <a:pt x="58" y="7"/>
                      <a:pt x="59" y="9"/>
                    </a:cubicBezTo>
                    <a:cubicBezTo>
                      <a:pt x="60" y="9"/>
                      <a:pt x="60" y="10"/>
                      <a:pt x="61" y="11"/>
                    </a:cubicBezTo>
                    <a:cubicBezTo>
                      <a:pt x="61" y="11"/>
                      <a:pt x="60" y="10"/>
                      <a:pt x="60" y="10"/>
                    </a:cubicBezTo>
                    <a:cubicBezTo>
                      <a:pt x="60" y="10"/>
                      <a:pt x="61" y="12"/>
                      <a:pt x="61" y="12"/>
                    </a:cubicBezTo>
                    <a:cubicBezTo>
                      <a:pt x="61" y="12"/>
                      <a:pt x="62" y="14"/>
                      <a:pt x="61" y="13"/>
                    </a:cubicBezTo>
                    <a:cubicBezTo>
                      <a:pt x="60" y="12"/>
                      <a:pt x="61" y="12"/>
                      <a:pt x="60" y="11"/>
                    </a:cubicBezTo>
                    <a:cubicBezTo>
                      <a:pt x="60" y="11"/>
                      <a:pt x="62" y="15"/>
                      <a:pt x="62" y="15"/>
                    </a:cubicBezTo>
                    <a:cubicBezTo>
                      <a:pt x="63" y="16"/>
                      <a:pt x="65" y="18"/>
                      <a:pt x="65" y="19"/>
                    </a:cubicBezTo>
                    <a:cubicBezTo>
                      <a:pt x="64" y="19"/>
                      <a:pt x="65" y="18"/>
                      <a:pt x="63" y="17"/>
                    </a:cubicBezTo>
                    <a:cubicBezTo>
                      <a:pt x="63" y="17"/>
                      <a:pt x="63" y="17"/>
                      <a:pt x="63" y="17"/>
                    </a:cubicBezTo>
                    <a:cubicBezTo>
                      <a:pt x="61" y="15"/>
                      <a:pt x="61" y="13"/>
                      <a:pt x="59" y="11"/>
                    </a:cubicBezTo>
                    <a:cubicBezTo>
                      <a:pt x="60" y="12"/>
                      <a:pt x="60" y="12"/>
                      <a:pt x="60" y="12"/>
                    </a:cubicBezTo>
                    <a:cubicBezTo>
                      <a:pt x="59" y="12"/>
                      <a:pt x="58" y="10"/>
                      <a:pt x="58" y="10"/>
                    </a:cubicBezTo>
                    <a:cubicBezTo>
                      <a:pt x="59" y="12"/>
                      <a:pt x="57" y="11"/>
                      <a:pt x="58" y="11"/>
                    </a:cubicBezTo>
                    <a:cubicBezTo>
                      <a:pt x="59" y="12"/>
                      <a:pt x="58" y="11"/>
                      <a:pt x="58" y="12"/>
                    </a:cubicBezTo>
                    <a:cubicBezTo>
                      <a:pt x="58" y="12"/>
                      <a:pt x="60" y="14"/>
                      <a:pt x="59" y="14"/>
                    </a:cubicBezTo>
                    <a:cubicBezTo>
                      <a:pt x="57" y="11"/>
                      <a:pt x="57" y="11"/>
                      <a:pt x="57" y="11"/>
                    </a:cubicBezTo>
                    <a:cubicBezTo>
                      <a:pt x="56" y="11"/>
                      <a:pt x="58" y="13"/>
                      <a:pt x="57" y="12"/>
                    </a:cubicBezTo>
                    <a:cubicBezTo>
                      <a:pt x="57" y="12"/>
                      <a:pt x="57" y="12"/>
                      <a:pt x="57" y="12"/>
                    </a:cubicBezTo>
                    <a:cubicBezTo>
                      <a:pt x="56" y="12"/>
                      <a:pt x="55" y="13"/>
                      <a:pt x="57" y="17"/>
                    </a:cubicBezTo>
                    <a:cubicBezTo>
                      <a:pt x="56" y="16"/>
                      <a:pt x="55" y="16"/>
                      <a:pt x="54" y="15"/>
                    </a:cubicBezTo>
                    <a:cubicBezTo>
                      <a:pt x="55" y="16"/>
                      <a:pt x="55" y="17"/>
                      <a:pt x="55" y="17"/>
                    </a:cubicBezTo>
                    <a:cubicBezTo>
                      <a:pt x="54" y="16"/>
                      <a:pt x="54" y="16"/>
                      <a:pt x="54" y="16"/>
                    </a:cubicBezTo>
                    <a:cubicBezTo>
                      <a:pt x="53" y="15"/>
                      <a:pt x="54" y="17"/>
                      <a:pt x="54" y="18"/>
                    </a:cubicBezTo>
                    <a:cubicBezTo>
                      <a:pt x="53" y="17"/>
                      <a:pt x="53" y="17"/>
                      <a:pt x="53" y="17"/>
                    </a:cubicBezTo>
                    <a:cubicBezTo>
                      <a:pt x="52" y="16"/>
                      <a:pt x="54" y="18"/>
                      <a:pt x="54" y="18"/>
                    </a:cubicBezTo>
                    <a:cubicBezTo>
                      <a:pt x="53" y="17"/>
                      <a:pt x="53" y="17"/>
                      <a:pt x="53" y="17"/>
                    </a:cubicBezTo>
                    <a:cubicBezTo>
                      <a:pt x="54" y="18"/>
                      <a:pt x="54" y="18"/>
                      <a:pt x="54" y="18"/>
                    </a:cubicBezTo>
                    <a:cubicBezTo>
                      <a:pt x="54" y="19"/>
                      <a:pt x="53" y="19"/>
                      <a:pt x="52" y="17"/>
                    </a:cubicBezTo>
                    <a:cubicBezTo>
                      <a:pt x="53" y="18"/>
                      <a:pt x="53" y="18"/>
                      <a:pt x="53" y="18"/>
                    </a:cubicBezTo>
                    <a:cubicBezTo>
                      <a:pt x="52" y="18"/>
                      <a:pt x="51" y="18"/>
                      <a:pt x="51" y="19"/>
                    </a:cubicBezTo>
                    <a:cubicBezTo>
                      <a:pt x="52" y="19"/>
                      <a:pt x="52" y="20"/>
                      <a:pt x="53" y="21"/>
                    </a:cubicBezTo>
                    <a:cubicBezTo>
                      <a:pt x="55" y="22"/>
                      <a:pt x="53" y="20"/>
                      <a:pt x="54" y="22"/>
                    </a:cubicBezTo>
                    <a:cubicBezTo>
                      <a:pt x="53" y="21"/>
                      <a:pt x="52" y="20"/>
                      <a:pt x="52" y="20"/>
                    </a:cubicBezTo>
                    <a:cubicBezTo>
                      <a:pt x="49" y="18"/>
                      <a:pt x="50" y="21"/>
                      <a:pt x="50" y="20"/>
                    </a:cubicBezTo>
                    <a:cubicBezTo>
                      <a:pt x="50" y="21"/>
                      <a:pt x="50" y="21"/>
                      <a:pt x="50" y="21"/>
                    </a:cubicBezTo>
                    <a:cubicBezTo>
                      <a:pt x="48" y="20"/>
                      <a:pt x="50" y="22"/>
                      <a:pt x="48" y="22"/>
                    </a:cubicBezTo>
                    <a:cubicBezTo>
                      <a:pt x="49" y="22"/>
                      <a:pt x="51" y="25"/>
                      <a:pt x="51" y="25"/>
                    </a:cubicBezTo>
                    <a:cubicBezTo>
                      <a:pt x="52" y="26"/>
                      <a:pt x="49" y="23"/>
                      <a:pt x="48" y="22"/>
                    </a:cubicBezTo>
                    <a:cubicBezTo>
                      <a:pt x="48" y="23"/>
                      <a:pt x="48" y="23"/>
                      <a:pt x="48" y="23"/>
                    </a:cubicBezTo>
                    <a:cubicBezTo>
                      <a:pt x="48" y="23"/>
                      <a:pt x="48" y="23"/>
                      <a:pt x="48" y="23"/>
                    </a:cubicBezTo>
                    <a:cubicBezTo>
                      <a:pt x="48" y="24"/>
                      <a:pt x="49" y="25"/>
                      <a:pt x="48" y="24"/>
                    </a:cubicBezTo>
                    <a:cubicBezTo>
                      <a:pt x="48" y="24"/>
                      <a:pt x="48" y="24"/>
                      <a:pt x="48" y="24"/>
                    </a:cubicBezTo>
                    <a:cubicBezTo>
                      <a:pt x="48" y="24"/>
                      <a:pt x="47" y="23"/>
                      <a:pt x="47" y="23"/>
                    </a:cubicBezTo>
                    <a:cubicBezTo>
                      <a:pt x="48" y="25"/>
                      <a:pt x="47" y="24"/>
                      <a:pt x="48" y="25"/>
                    </a:cubicBezTo>
                    <a:cubicBezTo>
                      <a:pt x="47" y="25"/>
                      <a:pt x="47" y="25"/>
                      <a:pt x="47" y="25"/>
                    </a:cubicBezTo>
                    <a:cubicBezTo>
                      <a:pt x="48" y="26"/>
                      <a:pt x="48" y="26"/>
                      <a:pt x="48" y="26"/>
                    </a:cubicBezTo>
                    <a:cubicBezTo>
                      <a:pt x="47" y="26"/>
                      <a:pt x="47" y="26"/>
                      <a:pt x="47" y="26"/>
                    </a:cubicBezTo>
                    <a:cubicBezTo>
                      <a:pt x="46" y="24"/>
                      <a:pt x="46" y="24"/>
                      <a:pt x="46" y="24"/>
                    </a:cubicBezTo>
                    <a:cubicBezTo>
                      <a:pt x="45" y="24"/>
                      <a:pt x="47" y="25"/>
                      <a:pt x="47" y="26"/>
                    </a:cubicBezTo>
                    <a:cubicBezTo>
                      <a:pt x="48" y="27"/>
                      <a:pt x="47" y="26"/>
                      <a:pt x="46" y="26"/>
                    </a:cubicBezTo>
                    <a:cubicBezTo>
                      <a:pt x="46" y="25"/>
                      <a:pt x="47" y="26"/>
                      <a:pt x="47" y="25"/>
                    </a:cubicBezTo>
                    <a:cubicBezTo>
                      <a:pt x="46" y="24"/>
                      <a:pt x="46" y="25"/>
                      <a:pt x="46" y="25"/>
                    </a:cubicBezTo>
                    <a:cubicBezTo>
                      <a:pt x="46" y="25"/>
                      <a:pt x="47" y="26"/>
                      <a:pt x="46" y="26"/>
                    </a:cubicBezTo>
                    <a:cubicBezTo>
                      <a:pt x="46" y="26"/>
                      <a:pt x="46" y="26"/>
                      <a:pt x="45" y="25"/>
                    </a:cubicBezTo>
                    <a:cubicBezTo>
                      <a:pt x="46" y="26"/>
                      <a:pt x="45" y="26"/>
                      <a:pt x="46" y="27"/>
                    </a:cubicBezTo>
                    <a:cubicBezTo>
                      <a:pt x="46" y="27"/>
                      <a:pt x="47" y="27"/>
                      <a:pt x="47" y="28"/>
                    </a:cubicBezTo>
                    <a:cubicBezTo>
                      <a:pt x="47" y="28"/>
                      <a:pt x="47" y="28"/>
                      <a:pt x="47" y="28"/>
                    </a:cubicBezTo>
                    <a:cubicBezTo>
                      <a:pt x="47" y="27"/>
                      <a:pt x="47" y="27"/>
                      <a:pt x="47" y="27"/>
                    </a:cubicBezTo>
                    <a:cubicBezTo>
                      <a:pt x="47" y="28"/>
                      <a:pt x="46" y="28"/>
                      <a:pt x="47" y="29"/>
                    </a:cubicBezTo>
                    <a:cubicBezTo>
                      <a:pt x="46" y="27"/>
                      <a:pt x="46" y="27"/>
                      <a:pt x="46" y="27"/>
                    </a:cubicBezTo>
                    <a:cubicBezTo>
                      <a:pt x="47" y="28"/>
                      <a:pt x="46" y="28"/>
                      <a:pt x="46" y="29"/>
                    </a:cubicBezTo>
                    <a:cubicBezTo>
                      <a:pt x="45" y="27"/>
                      <a:pt x="44" y="26"/>
                      <a:pt x="44" y="26"/>
                    </a:cubicBezTo>
                    <a:cubicBezTo>
                      <a:pt x="44" y="27"/>
                      <a:pt x="44" y="27"/>
                      <a:pt x="44" y="27"/>
                    </a:cubicBezTo>
                    <a:cubicBezTo>
                      <a:pt x="44" y="28"/>
                      <a:pt x="44" y="27"/>
                      <a:pt x="43" y="27"/>
                    </a:cubicBezTo>
                    <a:cubicBezTo>
                      <a:pt x="42" y="26"/>
                      <a:pt x="46" y="31"/>
                      <a:pt x="45" y="30"/>
                    </a:cubicBezTo>
                    <a:cubicBezTo>
                      <a:pt x="44" y="28"/>
                      <a:pt x="43" y="28"/>
                      <a:pt x="43" y="28"/>
                    </a:cubicBezTo>
                    <a:cubicBezTo>
                      <a:pt x="43" y="29"/>
                      <a:pt x="43" y="29"/>
                      <a:pt x="43" y="29"/>
                    </a:cubicBezTo>
                    <a:cubicBezTo>
                      <a:pt x="44" y="29"/>
                      <a:pt x="42" y="28"/>
                      <a:pt x="44" y="28"/>
                    </a:cubicBezTo>
                    <a:cubicBezTo>
                      <a:pt x="44" y="29"/>
                      <a:pt x="44" y="29"/>
                      <a:pt x="44" y="30"/>
                    </a:cubicBezTo>
                    <a:cubicBezTo>
                      <a:pt x="41" y="27"/>
                      <a:pt x="42" y="30"/>
                      <a:pt x="40" y="29"/>
                    </a:cubicBezTo>
                    <a:cubicBezTo>
                      <a:pt x="42" y="30"/>
                      <a:pt x="41" y="29"/>
                      <a:pt x="41" y="30"/>
                    </a:cubicBezTo>
                    <a:cubicBezTo>
                      <a:pt x="39" y="28"/>
                      <a:pt x="41" y="31"/>
                      <a:pt x="40" y="30"/>
                    </a:cubicBezTo>
                    <a:cubicBezTo>
                      <a:pt x="42" y="32"/>
                      <a:pt x="42" y="32"/>
                      <a:pt x="42" y="32"/>
                    </a:cubicBezTo>
                    <a:cubicBezTo>
                      <a:pt x="40" y="31"/>
                      <a:pt x="44" y="35"/>
                      <a:pt x="41" y="33"/>
                    </a:cubicBezTo>
                    <a:cubicBezTo>
                      <a:pt x="40" y="31"/>
                      <a:pt x="40" y="31"/>
                      <a:pt x="40" y="31"/>
                    </a:cubicBezTo>
                    <a:cubicBezTo>
                      <a:pt x="38" y="29"/>
                      <a:pt x="41" y="33"/>
                      <a:pt x="39" y="31"/>
                    </a:cubicBezTo>
                    <a:cubicBezTo>
                      <a:pt x="39" y="32"/>
                      <a:pt x="40" y="33"/>
                      <a:pt x="41" y="34"/>
                    </a:cubicBezTo>
                    <a:cubicBezTo>
                      <a:pt x="40" y="33"/>
                      <a:pt x="39" y="33"/>
                      <a:pt x="38" y="32"/>
                    </a:cubicBezTo>
                    <a:cubicBezTo>
                      <a:pt x="39" y="33"/>
                      <a:pt x="39" y="33"/>
                      <a:pt x="38" y="33"/>
                    </a:cubicBezTo>
                    <a:cubicBezTo>
                      <a:pt x="38" y="32"/>
                      <a:pt x="38" y="32"/>
                      <a:pt x="38" y="32"/>
                    </a:cubicBezTo>
                    <a:cubicBezTo>
                      <a:pt x="37" y="32"/>
                      <a:pt x="38" y="33"/>
                      <a:pt x="38" y="33"/>
                    </a:cubicBezTo>
                    <a:cubicBezTo>
                      <a:pt x="37" y="32"/>
                      <a:pt x="37" y="33"/>
                      <a:pt x="36" y="33"/>
                    </a:cubicBezTo>
                    <a:cubicBezTo>
                      <a:pt x="37" y="35"/>
                      <a:pt x="35" y="32"/>
                      <a:pt x="37" y="35"/>
                    </a:cubicBezTo>
                    <a:cubicBezTo>
                      <a:pt x="36" y="34"/>
                      <a:pt x="36" y="34"/>
                      <a:pt x="36" y="34"/>
                    </a:cubicBezTo>
                    <a:cubicBezTo>
                      <a:pt x="37" y="35"/>
                      <a:pt x="38" y="36"/>
                      <a:pt x="38" y="37"/>
                    </a:cubicBezTo>
                    <a:cubicBezTo>
                      <a:pt x="36" y="35"/>
                      <a:pt x="36" y="35"/>
                      <a:pt x="36" y="35"/>
                    </a:cubicBezTo>
                    <a:cubicBezTo>
                      <a:pt x="35" y="33"/>
                      <a:pt x="36" y="35"/>
                      <a:pt x="35" y="34"/>
                    </a:cubicBezTo>
                    <a:cubicBezTo>
                      <a:pt x="36" y="35"/>
                      <a:pt x="35" y="34"/>
                      <a:pt x="36" y="35"/>
                    </a:cubicBezTo>
                    <a:cubicBezTo>
                      <a:pt x="36" y="36"/>
                      <a:pt x="36" y="36"/>
                      <a:pt x="36" y="36"/>
                    </a:cubicBezTo>
                    <a:cubicBezTo>
                      <a:pt x="36" y="37"/>
                      <a:pt x="36" y="37"/>
                      <a:pt x="36" y="37"/>
                    </a:cubicBezTo>
                    <a:cubicBezTo>
                      <a:pt x="36" y="38"/>
                      <a:pt x="35" y="36"/>
                      <a:pt x="35" y="36"/>
                    </a:cubicBezTo>
                    <a:cubicBezTo>
                      <a:pt x="34" y="35"/>
                      <a:pt x="34" y="36"/>
                      <a:pt x="35" y="36"/>
                    </a:cubicBezTo>
                    <a:cubicBezTo>
                      <a:pt x="35" y="36"/>
                      <a:pt x="35" y="36"/>
                      <a:pt x="35" y="37"/>
                    </a:cubicBezTo>
                    <a:cubicBezTo>
                      <a:pt x="35" y="36"/>
                      <a:pt x="35" y="36"/>
                      <a:pt x="35" y="36"/>
                    </a:cubicBezTo>
                    <a:cubicBezTo>
                      <a:pt x="35" y="36"/>
                      <a:pt x="35" y="36"/>
                      <a:pt x="35" y="37"/>
                    </a:cubicBezTo>
                    <a:cubicBezTo>
                      <a:pt x="35" y="36"/>
                      <a:pt x="35" y="36"/>
                      <a:pt x="34" y="36"/>
                    </a:cubicBezTo>
                    <a:cubicBezTo>
                      <a:pt x="34" y="36"/>
                      <a:pt x="34" y="36"/>
                      <a:pt x="35" y="36"/>
                    </a:cubicBezTo>
                    <a:cubicBezTo>
                      <a:pt x="34" y="36"/>
                      <a:pt x="34" y="36"/>
                      <a:pt x="34" y="36"/>
                    </a:cubicBezTo>
                    <a:cubicBezTo>
                      <a:pt x="34" y="36"/>
                      <a:pt x="34" y="36"/>
                      <a:pt x="34" y="36"/>
                    </a:cubicBezTo>
                    <a:cubicBezTo>
                      <a:pt x="34" y="36"/>
                      <a:pt x="34" y="36"/>
                      <a:pt x="34" y="36"/>
                    </a:cubicBezTo>
                    <a:cubicBezTo>
                      <a:pt x="33" y="35"/>
                      <a:pt x="33" y="35"/>
                      <a:pt x="33" y="35"/>
                    </a:cubicBezTo>
                    <a:cubicBezTo>
                      <a:pt x="33" y="35"/>
                      <a:pt x="33" y="36"/>
                      <a:pt x="34" y="37"/>
                    </a:cubicBezTo>
                    <a:cubicBezTo>
                      <a:pt x="32" y="36"/>
                      <a:pt x="33" y="38"/>
                      <a:pt x="33" y="39"/>
                    </a:cubicBezTo>
                    <a:cubicBezTo>
                      <a:pt x="33" y="39"/>
                      <a:pt x="32" y="38"/>
                      <a:pt x="33" y="38"/>
                    </a:cubicBezTo>
                    <a:cubicBezTo>
                      <a:pt x="33" y="39"/>
                      <a:pt x="33" y="40"/>
                      <a:pt x="33" y="39"/>
                    </a:cubicBezTo>
                    <a:cubicBezTo>
                      <a:pt x="33" y="40"/>
                      <a:pt x="32" y="38"/>
                      <a:pt x="32" y="38"/>
                    </a:cubicBezTo>
                    <a:cubicBezTo>
                      <a:pt x="31" y="38"/>
                      <a:pt x="33" y="40"/>
                      <a:pt x="32" y="40"/>
                    </a:cubicBezTo>
                    <a:cubicBezTo>
                      <a:pt x="30" y="38"/>
                      <a:pt x="33" y="42"/>
                      <a:pt x="31" y="41"/>
                    </a:cubicBezTo>
                    <a:cubicBezTo>
                      <a:pt x="31" y="41"/>
                      <a:pt x="31" y="40"/>
                      <a:pt x="30" y="39"/>
                    </a:cubicBezTo>
                    <a:cubicBezTo>
                      <a:pt x="30" y="40"/>
                      <a:pt x="30" y="41"/>
                      <a:pt x="31" y="43"/>
                    </a:cubicBezTo>
                    <a:cubicBezTo>
                      <a:pt x="30" y="41"/>
                      <a:pt x="30" y="41"/>
                      <a:pt x="30" y="41"/>
                    </a:cubicBezTo>
                    <a:cubicBezTo>
                      <a:pt x="30" y="41"/>
                      <a:pt x="30" y="42"/>
                      <a:pt x="31" y="43"/>
                    </a:cubicBezTo>
                    <a:cubicBezTo>
                      <a:pt x="32" y="44"/>
                      <a:pt x="32" y="45"/>
                      <a:pt x="32" y="45"/>
                    </a:cubicBezTo>
                    <a:cubicBezTo>
                      <a:pt x="32" y="45"/>
                      <a:pt x="32" y="45"/>
                      <a:pt x="32" y="45"/>
                    </a:cubicBezTo>
                    <a:cubicBezTo>
                      <a:pt x="32" y="46"/>
                      <a:pt x="32" y="46"/>
                      <a:pt x="32" y="46"/>
                    </a:cubicBezTo>
                    <a:cubicBezTo>
                      <a:pt x="31" y="45"/>
                      <a:pt x="31" y="45"/>
                      <a:pt x="31" y="45"/>
                    </a:cubicBezTo>
                    <a:cubicBezTo>
                      <a:pt x="29" y="43"/>
                      <a:pt x="29" y="44"/>
                      <a:pt x="29" y="44"/>
                    </a:cubicBezTo>
                    <a:cubicBezTo>
                      <a:pt x="30" y="45"/>
                      <a:pt x="30" y="45"/>
                      <a:pt x="30" y="45"/>
                    </a:cubicBezTo>
                    <a:cubicBezTo>
                      <a:pt x="30" y="46"/>
                      <a:pt x="29" y="44"/>
                      <a:pt x="29" y="44"/>
                    </a:cubicBezTo>
                    <a:cubicBezTo>
                      <a:pt x="31" y="48"/>
                      <a:pt x="31" y="48"/>
                      <a:pt x="31" y="48"/>
                    </a:cubicBezTo>
                    <a:cubicBezTo>
                      <a:pt x="31" y="48"/>
                      <a:pt x="30" y="47"/>
                      <a:pt x="29" y="46"/>
                    </a:cubicBezTo>
                    <a:cubicBezTo>
                      <a:pt x="29" y="46"/>
                      <a:pt x="31" y="49"/>
                      <a:pt x="31" y="50"/>
                    </a:cubicBezTo>
                    <a:cubicBezTo>
                      <a:pt x="31" y="50"/>
                      <a:pt x="31" y="51"/>
                      <a:pt x="31" y="51"/>
                    </a:cubicBezTo>
                    <a:cubicBezTo>
                      <a:pt x="30" y="50"/>
                      <a:pt x="31" y="51"/>
                      <a:pt x="31" y="51"/>
                    </a:cubicBezTo>
                    <a:cubicBezTo>
                      <a:pt x="30" y="50"/>
                      <a:pt x="30" y="50"/>
                      <a:pt x="30" y="50"/>
                    </a:cubicBezTo>
                    <a:cubicBezTo>
                      <a:pt x="30" y="49"/>
                      <a:pt x="28" y="48"/>
                      <a:pt x="28" y="47"/>
                    </a:cubicBezTo>
                    <a:cubicBezTo>
                      <a:pt x="28" y="48"/>
                      <a:pt x="27" y="47"/>
                      <a:pt x="26" y="47"/>
                    </a:cubicBezTo>
                    <a:cubicBezTo>
                      <a:pt x="28" y="49"/>
                      <a:pt x="27" y="49"/>
                      <a:pt x="28" y="51"/>
                    </a:cubicBezTo>
                    <a:cubicBezTo>
                      <a:pt x="28" y="51"/>
                      <a:pt x="27" y="49"/>
                      <a:pt x="26" y="49"/>
                    </a:cubicBezTo>
                    <a:cubicBezTo>
                      <a:pt x="27" y="50"/>
                      <a:pt x="26" y="50"/>
                      <a:pt x="25" y="50"/>
                    </a:cubicBezTo>
                    <a:cubicBezTo>
                      <a:pt x="25" y="50"/>
                      <a:pt x="25" y="50"/>
                      <a:pt x="25" y="50"/>
                    </a:cubicBezTo>
                    <a:cubicBezTo>
                      <a:pt x="25" y="51"/>
                      <a:pt x="24" y="51"/>
                      <a:pt x="25" y="53"/>
                    </a:cubicBezTo>
                    <a:cubicBezTo>
                      <a:pt x="25" y="52"/>
                      <a:pt x="25" y="52"/>
                      <a:pt x="25" y="52"/>
                    </a:cubicBezTo>
                    <a:cubicBezTo>
                      <a:pt x="24" y="51"/>
                      <a:pt x="27" y="54"/>
                      <a:pt x="25" y="53"/>
                    </a:cubicBezTo>
                    <a:cubicBezTo>
                      <a:pt x="25" y="52"/>
                      <a:pt x="25" y="52"/>
                      <a:pt x="25" y="52"/>
                    </a:cubicBezTo>
                    <a:cubicBezTo>
                      <a:pt x="25" y="53"/>
                      <a:pt x="23" y="52"/>
                      <a:pt x="24" y="54"/>
                    </a:cubicBezTo>
                    <a:cubicBezTo>
                      <a:pt x="24" y="53"/>
                      <a:pt x="24" y="53"/>
                      <a:pt x="24" y="53"/>
                    </a:cubicBezTo>
                    <a:cubicBezTo>
                      <a:pt x="24" y="53"/>
                      <a:pt x="23" y="53"/>
                      <a:pt x="24" y="55"/>
                    </a:cubicBezTo>
                    <a:cubicBezTo>
                      <a:pt x="23" y="53"/>
                      <a:pt x="23" y="53"/>
                      <a:pt x="23" y="53"/>
                    </a:cubicBezTo>
                    <a:cubicBezTo>
                      <a:pt x="22" y="52"/>
                      <a:pt x="24" y="55"/>
                      <a:pt x="23" y="55"/>
                    </a:cubicBezTo>
                    <a:cubicBezTo>
                      <a:pt x="23" y="55"/>
                      <a:pt x="22" y="54"/>
                      <a:pt x="22" y="54"/>
                    </a:cubicBezTo>
                    <a:cubicBezTo>
                      <a:pt x="23" y="55"/>
                      <a:pt x="22" y="55"/>
                      <a:pt x="23" y="55"/>
                    </a:cubicBezTo>
                    <a:cubicBezTo>
                      <a:pt x="21" y="54"/>
                      <a:pt x="21" y="54"/>
                      <a:pt x="21" y="54"/>
                    </a:cubicBezTo>
                    <a:cubicBezTo>
                      <a:pt x="20" y="55"/>
                      <a:pt x="18" y="56"/>
                      <a:pt x="18" y="59"/>
                    </a:cubicBezTo>
                    <a:cubicBezTo>
                      <a:pt x="16" y="57"/>
                      <a:pt x="17" y="57"/>
                      <a:pt x="16" y="56"/>
                    </a:cubicBezTo>
                    <a:cubicBezTo>
                      <a:pt x="18" y="58"/>
                      <a:pt x="16" y="57"/>
                      <a:pt x="16" y="58"/>
                    </a:cubicBezTo>
                    <a:cubicBezTo>
                      <a:pt x="16" y="57"/>
                      <a:pt x="16" y="57"/>
                      <a:pt x="16" y="57"/>
                    </a:cubicBezTo>
                    <a:cubicBezTo>
                      <a:pt x="16" y="58"/>
                      <a:pt x="15" y="57"/>
                      <a:pt x="16" y="58"/>
                    </a:cubicBezTo>
                    <a:cubicBezTo>
                      <a:pt x="16" y="58"/>
                      <a:pt x="16" y="58"/>
                      <a:pt x="16" y="58"/>
                    </a:cubicBezTo>
                    <a:cubicBezTo>
                      <a:pt x="17" y="59"/>
                      <a:pt x="14" y="56"/>
                      <a:pt x="15" y="59"/>
                    </a:cubicBezTo>
                    <a:cubicBezTo>
                      <a:pt x="14" y="57"/>
                      <a:pt x="14" y="57"/>
                      <a:pt x="14" y="57"/>
                    </a:cubicBezTo>
                    <a:cubicBezTo>
                      <a:pt x="16" y="60"/>
                      <a:pt x="13" y="57"/>
                      <a:pt x="15" y="59"/>
                    </a:cubicBezTo>
                    <a:cubicBezTo>
                      <a:pt x="14" y="59"/>
                      <a:pt x="14" y="59"/>
                      <a:pt x="14" y="59"/>
                    </a:cubicBezTo>
                    <a:cubicBezTo>
                      <a:pt x="13" y="58"/>
                      <a:pt x="15" y="61"/>
                      <a:pt x="14" y="60"/>
                    </a:cubicBezTo>
                    <a:cubicBezTo>
                      <a:pt x="14" y="60"/>
                      <a:pt x="14" y="61"/>
                      <a:pt x="15" y="63"/>
                    </a:cubicBezTo>
                    <a:cubicBezTo>
                      <a:pt x="14" y="60"/>
                      <a:pt x="14" y="60"/>
                      <a:pt x="14" y="60"/>
                    </a:cubicBezTo>
                    <a:cubicBezTo>
                      <a:pt x="13" y="62"/>
                      <a:pt x="12" y="63"/>
                      <a:pt x="13" y="65"/>
                    </a:cubicBezTo>
                    <a:cubicBezTo>
                      <a:pt x="12" y="65"/>
                      <a:pt x="12" y="65"/>
                      <a:pt x="12" y="65"/>
                    </a:cubicBezTo>
                    <a:cubicBezTo>
                      <a:pt x="13" y="67"/>
                      <a:pt x="9" y="64"/>
                      <a:pt x="12" y="67"/>
                    </a:cubicBezTo>
                    <a:cubicBezTo>
                      <a:pt x="13" y="69"/>
                      <a:pt x="13" y="69"/>
                      <a:pt x="13" y="69"/>
                    </a:cubicBezTo>
                    <a:cubicBezTo>
                      <a:pt x="11" y="67"/>
                      <a:pt x="11" y="67"/>
                      <a:pt x="11" y="67"/>
                    </a:cubicBezTo>
                    <a:cubicBezTo>
                      <a:pt x="11" y="68"/>
                      <a:pt x="10" y="68"/>
                      <a:pt x="11" y="69"/>
                    </a:cubicBezTo>
                    <a:cubicBezTo>
                      <a:pt x="10" y="68"/>
                      <a:pt x="10" y="68"/>
                      <a:pt x="10" y="68"/>
                    </a:cubicBezTo>
                    <a:cubicBezTo>
                      <a:pt x="10" y="68"/>
                      <a:pt x="11" y="70"/>
                      <a:pt x="11" y="70"/>
                    </a:cubicBezTo>
                    <a:cubicBezTo>
                      <a:pt x="10" y="69"/>
                      <a:pt x="10" y="69"/>
                      <a:pt x="10" y="69"/>
                    </a:cubicBezTo>
                    <a:cubicBezTo>
                      <a:pt x="7" y="68"/>
                      <a:pt x="4" y="67"/>
                      <a:pt x="5" y="71"/>
                    </a:cubicBezTo>
                    <a:cubicBezTo>
                      <a:pt x="5" y="72"/>
                      <a:pt x="3" y="70"/>
                      <a:pt x="3" y="70"/>
                    </a:cubicBezTo>
                    <a:cubicBezTo>
                      <a:pt x="5" y="73"/>
                      <a:pt x="0" y="70"/>
                      <a:pt x="2" y="75"/>
                    </a:cubicBezTo>
                    <a:cubicBezTo>
                      <a:pt x="2" y="77"/>
                      <a:pt x="6" y="82"/>
                      <a:pt x="6" y="82"/>
                    </a:cubicBezTo>
                    <a:cubicBezTo>
                      <a:pt x="7" y="78"/>
                      <a:pt x="10" y="79"/>
                      <a:pt x="14" y="80"/>
                    </a:cubicBezTo>
                    <a:cubicBezTo>
                      <a:pt x="14" y="79"/>
                      <a:pt x="14" y="77"/>
                      <a:pt x="15" y="78"/>
                    </a:cubicBezTo>
                    <a:cubicBezTo>
                      <a:pt x="18" y="75"/>
                      <a:pt x="23" y="77"/>
                      <a:pt x="24" y="73"/>
                    </a:cubicBezTo>
                    <a:cubicBezTo>
                      <a:pt x="23" y="73"/>
                      <a:pt x="23" y="72"/>
                      <a:pt x="23" y="71"/>
                    </a:cubicBezTo>
                    <a:cubicBezTo>
                      <a:pt x="23" y="72"/>
                      <a:pt x="23" y="72"/>
                      <a:pt x="23" y="72"/>
                    </a:cubicBezTo>
                    <a:cubicBezTo>
                      <a:pt x="22" y="71"/>
                      <a:pt x="22" y="71"/>
                      <a:pt x="22" y="71"/>
                    </a:cubicBezTo>
                    <a:cubicBezTo>
                      <a:pt x="23" y="70"/>
                      <a:pt x="24" y="72"/>
                      <a:pt x="24" y="72"/>
                    </a:cubicBezTo>
                    <a:cubicBezTo>
                      <a:pt x="25" y="71"/>
                      <a:pt x="25" y="70"/>
                      <a:pt x="26" y="70"/>
                    </a:cubicBezTo>
                    <a:cubicBezTo>
                      <a:pt x="25" y="68"/>
                      <a:pt x="27" y="69"/>
                      <a:pt x="25" y="67"/>
                    </a:cubicBezTo>
                    <a:cubicBezTo>
                      <a:pt x="26" y="68"/>
                      <a:pt x="26" y="68"/>
                      <a:pt x="26" y="68"/>
                    </a:cubicBezTo>
                    <a:cubicBezTo>
                      <a:pt x="26" y="67"/>
                      <a:pt x="26" y="67"/>
                      <a:pt x="28" y="68"/>
                    </a:cubicBezTo>
                    <a:cubicBezTo>
                      <a:pt x="32" y="68"/>
                      <a:pt x="33" y="64"/>
                      <a:pt x="36" y="63"/>
                    </a:cubicBezTo>
                    <a:cubicBezTo>
                      <a:pt x="39" y="60"/>
                      <a:pt x="40" y="57"/>
                      <a:pt x="43" y="54"/>
                    </a:cubicBezTo>
                    <a:cubicBezTo>
                      <a:pt x="41" y="51"/>
                      <a:pt x="42" y="52"/>
                      <a:pt x="41" y="49"/>
                    </a:cubicBezTo>
                    <a:cubicBezTo>
                      <a:pt x="42" y="50"/>
                      <a:pt x="42" y="50"/>
                      <a:pt x="42" y="50"/>
                    </a:cubicBezTo>
                    <a:cubicBezTo>
                      <a:pt x="41" y="48"/>
                      <a:pt x="42" y="49"/>
                      <a:pt x="44" y="50"/>
                    </a:cubicBezTo>
                    <a:cubicBezTo>
                      <a:pt x="43" y="49"/>
                      <a:pt x="44" y="50"/>
                      <a:pt x="42" y="48"/>
                    </a:cubicBezTo>
                    <a:cubicBezTo>
                      <a:pt x="41" y="47"/>
                      <a:pt x="44" y="50"/>
                      <a:pt x="44" y="49"/>
                    </a:cubicBezTo>
                    <a:cubicBezTo>
                      <a:pt x="45" y="50"/>
                      <a:pt x="43" y="48"/>
                      <a:pt x="44" y="49"/>
                    </a:cubicBezTo>
                    <a:cubicBezTo>
                      <a:pt x="43" y="46"/>
                      <a:pt x="44" y="50"/>
                      <a:pt x="47" y="50"/>
                    </a:cubicBezTo>
                    <a:cubicBezTo>
                      <a:pt x="47" y="49"/>
                      <a:pt x="47" y="46"/>
                      <a:pt x="49" y="46"/>
                    </a:cubicBezTo>
                    <a:cubicBezTo>
                      <a:pt x="49" y="46"/>
                      <a:pt x="48" y="45"/>
                      <a:pt x="48" y="45"/>
                    </a:cubicBezTo>
                    <a:cubicBezTo>
                      <a:pt x="50" y="47"/>
                      <a:pt x="48" y="44"/>
                      <a:pt x="49" y="45"/>
                    </a:cubicBezTo>
                    <a:cubicBezTo>
                      <a:pt x="50" y="46"/>
                      <a:pt x="50" y="46"/>
                      <a:pt x="50" y="46"/>
                    </a:cubicBezTo>
                    <a:cubicBezTo>
                      <a:pt x="51" y="46"/>
                      <a:pt x="50" y="45"/>
                      <a:pt x="52" y="45"/>
                    </a:cubicBezTo>
                    <a:cubicBezTo>
                      <a:pt x="51" y="44"/>
                      <a:pt x="54" y="45"/>
                      <a:pt x="53" y="44"/>
                    </a:cubicBezTo>
                    <a:cubicBezTo>
                      <a:pt x="54" y="45"/>
                      <a:pt x="54" y="44"/>
                      <a:pt x="54" y="45"/>
                    </a:cubicBezTo>
                    <a:cubicBezTo>
                      <a:pt x="52" y="42"/>
                      <a:pt x="56" y="45"/>
                      <a:pt x="55" y="43"/>
                    </a:cubicBezTo>
                    <a:cubicBezTo>
                      <a:pt x="55" y="43"/>
                      <a:pt x="55" y="43"/>
                      <a:pt x="55" y="43"/>
                    </a:cubicBezTo>
                    <a:cubicBezTo>
                      <a:pt x="56" y="42"/>
                      <a:pt x="58" y="42"/>
                      <a:pt x="58" y="39"/>
                    </a:cubicBezTo>
                    <a:cubicBezTo>
                      <a:pt x="59" y="38"/>
                      <a:pt x="62" y="40"/>
                      <a:pt x="62" y="38"/>
                    </a:cubicBezTo>
                    <a:cubicBezTo>
                      <a:pt x="61" y="37"/>
                      <a:pt x="61" y="37"/>
                      <a:pt x="61" y="37"/>
                    </a:cubicBezTo>
                    <a:cubicBezTo>
                      <a:pt x="61" y="36"/>
                      <a:pt x="62" y="37"/>
                      <a:pt x="62" y="38"/>
                    </a:cubicBezTo>
                    <a:cubicBezTo>
                      <a:pt x="61" y="36"/>
                      <a:pt x="63" y="37"/>
                      <a:pt x="64" y="37"/>
                    </a:cubicBezTo>
                    <a:cubicBezTo>
                      <a:pt x="63" y="36"/>
                      <a:pt x="63" y="36"/>
                      <a:pt x="63" y="35"/>
                    </a:cubicBezTo>
                    <a:cubicBezTo>
                      <a:pt x="66" y="36"/>
                      <a:pt x="63" y="33"/>
                      <a:pt x="66" y="34"/>
                    </a:cubicBezTo>
                    <a:cubicBezTo>
                      <a:pt x="63" y="32"/>
                      <a:pt x="65" y="33"/>
                      <a:pt x="64" y="32"/>
                    </a:cubicBezTo>
                    <a:cubicBezTo>
                      <a:pt x="64" y="32"/>
                      <a:pt x="65" y="33"/>
                      <a:pt x="65" y="33"/>
                    </a:cubicBezTo>
                    <a:cubicBezTo>
                      <a:pt x="66" y="33"/>
                      <a:pt x="66" y="32"/>
                      <a:pt x="67" y="33"/>
                    </a:cubicBezTo>
                    <a:cubicBezTo>
                      <a:pt x="67" y="32"/>
                      <a:pt x="66" y="31"/>
                      <a:pt x="66" y="31"/>
                    </a:cubicBezTo>
                    <a:cubicBezTo>
                      <a:pt x="68" y="33"/>
                      <a:pt x="67" y="31"/>
                      <a:pt x="68" y="31"/>
                    </a:cubicBezTo>
                    <a:cubicBezTo>
                      <a:pt x="66" y="29"/>
                      <a:pt x="66" y="28"/>
                      <a:pt x="66" y="28"/>
                    </a:cubicBezTo>
                    <a:cubicBezTo>
                      <a:pt x="68" y="31"/>
                      <a:pt x="68" y="31"/>
                      <a:pt x="68" y="31"/>
                    </a:cubicBezTo>
                    <a:cubicBezTo>
                      <a:pt x="68" y="29"/>
                      <a:pt x="71" y="30"/>
                      <a:pt x="70" y="27"/>
                    </a:cubicBezTo>
                    <a:cubicBezTo>
                      <a:pt x="71" y="28"/>
                      <a:pt x="71" y="28"/>
                      <a:pt x="71" y="28"/>
                    </a:cubicBezTo>
                    <a:cubicBezTo>
                      <a:pt x="71" y="25"/>
                      <a:pt x="73" y="26"/>
                      <a:pt x="72" y="23"/>
                    </a:cubicBezTo>
                    <a:cubicBezTo>
                      <a:pt x="73" y="23"/>
                      <a:pt x="73" y="24"/>
                      <a:pt x="74" y="23"/>
                    </a:cubicBezTo>
                    <a:cubicBezTo>
                      <a:pt x="73" y="22"/>
                      <a:pt x="73" y="22"/>
                      <a:pt x="72" y="20"/>
                    </a:cubicBezTo>
                    <a:cubicBezTo>
                      <a:pt x="72" y="20"/>
                      <a:pt x="73" y="21"/>
                      <a:pt x="74" y="21"/>
                    </a:cubicBezTo>
                    <a:cubicBezTo>
                      <a:pt x="74" y="21"/>
                      <a:pt x="76" y="23"/>
                      <a:pt x="75" y="20"/>
                    </a:cubicBezTo>
                    <a:cubicBezTo>
                      <a:pt x="76" y="21"/>
                      <a:pt x="76" y="21"/>
                      <a:pt x="76" y="21"/>
                    </a:cubicBezTo>
                    <a:cubicBezTo>
                      <a:pt x="76" y="20"/>
                      <a:pt x="75" y="18"/>
                      <a:pt x="76" y="19"/>
                    </a:cubicBezTo>
                    <a:cubicBezTo>
                      <a:pt x="76" y="18"/>
                      <a:pt x="76" y="17"/>
                      <a:pt x="75" y="16"/>
                    </a:cubicBezTo>
                    <a:cubicBezTo>
                      <a:pt x="75" y="16"/>
                      <a:pt x="76" y="18"/>
                      <a:pt x="76" y="17"/>
                    </a:cubicBezTo>
                    <a:cubicBezTo>
                      <a:pt x="77" y="19"/>
                      <a:pt x="77" y="19"/>
                      <a:pt x="77" y="19"/>
                    </a:cubicBezTo>
                    <a:cubicBezTo>
                      <a:pt x="78" y="18"/>
                      <a:pt x="78" y="17"/>
                      <a:pt x="79" y="15"/>
                    </a:cubicBezTo>
                    <a:cubicBezTo>
                      <a:pt x="80" y="17"/>
                      <a:pt x="80" y="15"/>
                      <a:pt x="81" y="15"/>
                    </a:cubicBezTo>
                    <a:cubicBezTo>
                      <a:pt x="81" y="14"/>
                      <a:pt x="82" y="15"/>
                      <a:pt x="81" y="13"/>
                    </a:cubicBezTo>
                    <a:cubicBezTo>
                      <a:pt x="82" y="14"/>
                      <a:pt x="82" y="14"/>
                      <a:pt x="82" y="14"/>
                    </a:cubicBezTo>
                    <a:cubicBezTo>
                      <a:pt x="82" y="14"/>
                      <a:pt x="83" y="13"/>
                      <a:pt x="84" y="14"/>
                    </a:cubicBezTo>
                    <a:cubicBezTo>
                      <a:pt x="84" y="14"/>
                      <a:pt x="83" y="12"/>
                      <a:pt x="83" y="11"/>
                    </a:cubicBezTo>
                    <a:cubicBezTo>
                      <a:pt x="84" y="12"/>
                      <a:pt x="84" y="12"/>
                      <a:pt x="84" y="12"/>
                    </a:cubicBezTo>
                    <a:cubicBezTo>
                      <a:pt x="84" y="11"/>
                      <a:pt x="83" y="10"/>
                      <a:pt x="82" y="8"/>
                    </a:cubicBezTo>
                    <a:cubicBezTo>
                      <a:pt x="83" y="9"/>
                      <a:pt x="82" y="8"/>
                      <a:pt x="83" y="9"/>
                    </a:cubicBezTo>
                    <a:cubicBezTo>
                      <a:pt x="83" y="10"/>
                      <a:pt x="84" y="11"/>
                      <a:pt x="84" y="13"/>
                    </a:cubicBezTo>
                    <a:cubicBezTo>
                      <a:pt x="85" y="13"/>
                      <a:pt x="84" y="10"/>
                      <a:pt x="85" y="11"/>
                    </a:cubicBezTo>
                    <a:cubicBezTo>
                      <a:pt x="86" y="12"/>
                      <a:pt x="86" y="11"/>
                      <a:pt x="85" y="9"/>
                    </a:cubicBezTo>
                    <a:cubicBezTo>
                      <a:pt x="85" y="10"/>
                      <a:pt x="85" y="10"/>
                      <a:pt x="86" y="11"/>
                    </a:cubicBezTo>
                    <a:cubicBezTo>
                      <a:pt x="86" y="11"/>
                      <a:pt x="86" y="11"/>
                      <a:pt x="86" y="10"/>
                    </a:cubicBezTo>
                    <a:cubicBezTo>
                      <a:pt x="86" y="10"/>
                      <a:pt x="85" y="10"/>
                      <a:pt x="85" y="10"/>
                    </a:cubicBezTo>
                    <a:cubicBezTo>
                      <a:pt x="85" y="9"/>
                      <a:pt x="85" y="8"/>
                      <a:pt x="84" y="7"/>
                    </a:cubicBezTo>
                    <a:cubicBezTo>
                      <a:pt x="84" y="7"/>
                      <a:pt x="84" y="7"/>
                      <a:pt x="84" y="7"/>
                    </a:cubicBezTo>
                    <a:cubicBezTo>
                      <a:pt x="83" y="6"/>
                      <a:pt x="84" y="5"/>
                      <a:pt x="84"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5" name="Freeform 37"/>
              <p:cNvSpPr/>
              <p:nvPr/>
            </p:nvSpPr>
            <p:spPr bwMode="auto">
              <a:xfrm>
                <a:off x="3725" y="2268"/>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6" name="Freeform 38"/>
              <p:cNvSpPr/>
              <p:nvPr/>
            </p:nvSpPr>
            <p:spPr bwMode="auto">
              <a:xfrm>
                <a:off x="3474"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7" name="Freeform 39"/>
              <p:cNvSpPr/>
              <p:nvPr/>
            </p:nvSpPr>
            <p:spPr bwMode="auto">
              <a:xfrm>
                <a:off x="3799" y="2608"/>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8" name="Freeform 40"/>
              <p:cNvSpPr/>
              <p:nvPr/>
            </p:nvSpPr>
            <p:spPr bwMode="auto">
              <a:xfrm>
                <a:off x="3470" y="2079"/>
                <a:ext cx="2" cy="3"/>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9" name="Freeform 41"/>
              <p:cNvSpPr/>
              <p:nvPr/>
            </p:nvSpPr>
            <p:spPr bwMode="auto">
              <a:xfrm>
                <a:off x="3825" y="27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0" name="Freeform 42"/>
              <p:cNvSpPr/>
              <p:nvPr/>
            </p:nvSpPr>
            <p:spPr bwMode="auto">
              <a:xfrm>
                <a:off x="3466" y="215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1" name="Freeform 43"/>
              <p:cNvSpPr/>
              <p:nvPr/>
            </p:nvSpPr>
            <p:spPr bwMode="auto">
              <a:xfrm>
                <a:off x="3916" y="258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2" name="Freeform 44"/>
              <p:cNvSpPr/>
              <p:nvPr/>
            </p:nvSpPr>
            <p:spPr bwMode="auto">
              <a:xfrm>
                <a:off x="3899" y="27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3" name="Freeform 45"/>
              <p:cNvSpPr/>
              <p:nvPr/>
            </p:nvSpPr>
            <p:spPr bwMode="auto">
              <a:xfrm>
                <a:off x="3926" y="2582"/>
                <a:ext cx="3" cy="2"/>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4" name="Freeform 46"/>
              <p:cNvSpPr/>
              <p:nvPr/>
            </p:nvSpPr>
            <p:spPr bwMode="auto">
              <a:xfrm>
                <a:off x="3850" y="2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5" name="Freeform 47"/>
              <p:cNvSpPr/>
              <p:nvPr/>
            </p:nvSpPr>
            <p:spPr bwMode="auto">
              <a:xfrm>
                <a:off x="3926" y="25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6" name="Freeform 48"/>
              <p:cNvSpPr/>
              <p:nvPr/>
            </p:nvSpPr>
            <p:spPr bwMode="auto">
              <a:xfrm>
                <a:off x="3810" y="27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7" name="Freeform 49"/>
              <p:cNvSpPr/>
              <p:nvPr/>
            </p:nvSpPr>
            <p:spPr bwMode="auto">
              <a:xfrm>
                <a:off x="3827" y="2270"/>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8" name="Freeform 50"/>
              <p:cNvSpPr/>
              <p:nvPr/>
            </p:nvSpPr>
            <p:spPr bwMode="auto">
              <a:xfrm>
                <a:off x="3470" y="2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9" name="Freeform 51"/>
              <p:cNvSpPr/>
              <p:nvPr/>
            </p:nvSpPr>
            <p:spPr bwMode="auto">
              <a:xfrm>
                <a:off x="4497" y="2332"/>
                <a:ext cx="2" cy="4"/>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1"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0" name="Freeform 52"/>
              <p:cNvSpPr/>
              <p:nvPr/>
            </p:nvSpPr>
            <p:spPr bwMode="auto">
              <a:xfrm>
                <a:off x="4468" y="2319"/>
                <a:ext cx="2" cy="2"/>
              </a:xfrm>
              <a:custGeom>
                <a:avLst/>
                <a:gdLst>
                  <a:gd name="T0" fmla="*/ 2 w 2"/>
                  <a:gd name="T1" fmla="*/ 2 h 2"/>
                  <a:gd name="T2" fmla="*/ 2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2"/>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1" name="Freeform 53"/>
              <p:cNvSpPr/>
              <p:nvPr/>
            </p:nvSpPr>
            <p:spPr bwMode="auto">
              <a:xfrm>
                <a:off x="4451" y="227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2" name="Freeform 54"/>
              <p:cNvSpPr/>
              <p:nvPr/>
            </p:nvSpPr>
            <p:spPr bwMode="auto">
              <a:xfrm>
                <a:off x="4385" y="228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3" name="Freeform 55"/>
              <p:cNvSpPr/>
              <p:nvPr/>
            </p:nvSpPr>
            <p:spPr bwMode="auto">
              <a:xfrm>
                <a:off x="4381" y="2277"/>
                <a:ext cx="4" cy="2"/>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0" y="1"/>
                      <a:pt x="1" y="1"/>
                      <a:pt x="1" y="1"/>
                    </a:cubicBezTo>
                    <a:cubicBezTo>
                      <a:pt x="1" y="0"/>
                      <a:pt x="2" y="0"/>
                      <a:pt x="1" y="0"/>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4" name="Freeform 56"/>
              <p:cNvSpPr/>
              <p:nvPr/>
            </p:nvSpPr>
            <p:spPr bwMode="auto">
              <a:xfrm>
                <a:off x="4383" y="2281"/>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5" name="Freeform 57"/>
              <p:cNvSpPr/>
              <p:nvPr/>
            </p:nvSpPr>
            <p:spPr bwMode="auto">
              <a:xfrm>
                <a:off x="4504" y="23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6" name="Freeform 58"/>
              <p:cNvSpPr/>
              <p:nvPr/>
            </p:nvSpPr>
            <p:spPr bwMode="auto">
              <a:xfrm>
                <a:off x="3602" y="1893"/>
                <a:ext cx="27" cy="2"/>
              </a:xfrm>
              <a:custGeom>
                <a:avLst/>
                <a:gdLst>
                  <a:gd name="T0" fmla="*/ 4 w 13"/>
                  <a:gd name="T1" fmla="*/ 1 h 1"/>
                  <a:gd name="T2" fmla="*/ 6 w 13"/>
                  <a:gd name="T3" fmla="*/ 1 h 1"/>
                  <a:gd name="T4" fmla="*/ 6 w 13"/>
                  <a:gd name="T5" fmla="*/ 1 h 1"/>
                  <a:gd name="T6" fmla="*/ 6 w 13"/>
                  <a:gd name="T7" fmla="*/ 1 h 1"/>
                  <a:gd name="T8" fmla="*/ 6 w 13"/>
                  <a:gd name="T9" fmla="*/ 1 h 1"/>
                  <a:gd name="T10" fmla="*/ 6 w 13"/>
                  <a:gd name="T11" fmla="*/ 1 h 1"/>
                  <a:gd name="T12" fmla="*/ 6 w 13"/>
                  <a:gd name="T13" fmla="*/ 1 h 1"/>
                  <a:gd name="T14" fmla="*/ 6 w 13"/>
                  <a:gd name="T15" fmla="*/ 1 h 1"/>
                  <a:gd name="T16" fmla="*/ 4 w 13"/>
                  <a:gd name="T17" fmla="*/ 1 h 1"/>
                  <a:gd name="T18" fmla="*/ 4 w 1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
                    <a:moveTo>
                      <a:pt x="4" y="1"/>
                    </a:moveTo>
                    <a:cubicBezTo>
                      <a:pt x="4" y="1"/>
                      <a:pt x="5"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0" y="0"/>
                      <a:pt x="13" y="1"/>
                      <a:pt x="4" y="1"/>
                    </a:cubicBezTo>
                    <a:cubicBezTo>
                      <a:pt x="4" y="1"/>
                      <a:pt x="4" y="1"/>
                      <a:pt x="4"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7" name="Freeform 59"/>
              <p:cNvSpPr/>
              <p:nvPr/>
            </p:nvSpPr>
            <p:spPr bwMode="auto">
              <a:xfrm>
                <a:off x="4495" y="233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8" name="Freeform 60"/>
              <p:cNvSpPr/>
              <p:nvPr/>
            </p:nvSpPr>
            <p:spPr bwMode="auto">
              <a:xfrm>
                <a:off x="4381" y="2277"/>
                <a:ext cx="4" cy="8"/>
              </a:xfrm>
              <a:custGeom>
                <a:avLst/>
                <a:gdLst>
                  <a:gd name="T0" fmla="*/ 2 w 2"/>
                  <a:gd name="T1" fmla="*/ 1 h 4"/>
                  <a:gd name="T2" fmla="*/ 2 w 2"/>
                  <a:gd name="T3" fmla="*/ 0 h 4"/>
                  <a:gd name="T4" fmla="*/ 1 w 2"/>
                  <a:gd name="T5" fmla="*/ 2 h 4"/>
                  <a:gd name="T6" fmla="*/ 1 w 2"/>
                  <a:gd name="T7" fmla="*/ 2 h 4"/>
                  <a:gd name="T8" fmla="*/ 0 w 2"/>
                  <a:gd name="T9" fmla="*/ 4 h 4"/>
                  <a:gd name="T10" fmla="*/ 2 w 2"/>
                  <a:gd name="T11" fmla="*/ 1 h 4"/>
                </a:gdLst>
                <a:ahLst/>
                <a:cxnLst>
                  <a:cxn ang="0">
                    <a:pos x="T0" y="T1"/>
                  </a:cxn>
                  <a:cxn ang="0">
                    <a:pos x="T2" y="T3"/>
                  </a:cxn>
                  <a:cxn ang="0">
                    <a:pos x="T4" y="T5"/>
                  </a:cxn>
                  <a:cxn ang="0">
                    <a:pos x="T6" y="T7"/>
                  </a:cxn>
                  <a:cxn ang="0">
                    <a:pos x="T8" y="T9"/>
                  </a:cxn>
                  <a:cxn ang="0">
                    <a:pos x="T10" y="T11"/>
                  </a:cxn>
                </a:cxnLst>
                <a:rect l="0" t="0" r="r" b="b"/>
                <a:pathLst>
                  <a:path w="2" h="4">
                    <a:moveTo>
                      <a:pt x="2" y="1"/>
                    </a:moveTo>
                    <a:cubicBezTo>
                      <a:pt x="2" y="1"/>
                      <a:pt x="2" y="0"/>
                      <a:pt x="2" y="0"/>
                    </a:cubicBezTo>
                    <a:cubicBezTo>
                      <a:pt x="1" y="1"/>
                      <a:pt x="1" y="1"/>
                      <a:pt x="1" y="2"/>
                    </a:cubicBezTo>
                    <a:cubicBezTo>
                      <a:pt x="1" y="2"/>
                      <a:pt x="0" y="3"/>
                      <a:pt x="1" y="2"/>
                    </a:cubicBezTo>
                    <a:cubicBezTo>
                      <a:pt x="0" y="3"/>
                      <a:pt x="0" y="4"/>
                      <a:pt x="0" y="4"/>
                    </a:cubicBezTo>
                    <a:cubicBezTo>
                      <a:pt x="1" y="3"/>
                      <a:pt x="1" y="1"/>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9" name="Freeform 61"/>
              <p:cNvSpPr/>
              <p:nvPr/>
            </p:nvSpPr>
            <p:spPr bwMode="auto">
              <a:xfrm>
                <a:off x="4519" y="2328"/>
                <a:ext cx="2" cy="2"/>
              </a:xfrm>
              <a:custGeom>
                <a:avLst/>
                <a:gdLst>
                  <a:gd name="T0" fmla="*/ 0 w 2"/>
                  <a:gd name="T1" fmla="*/ 2 h 2"/>
                  <a:gd name="T2" fmla="*/ 0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0" y="2"/>
                    </a:lnTo>
                    <a:lnTo>
                      <a:pt x="2"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0" name="Freeform 62"/>
              <p:cNvSpPr/>
              <p:nvPr/>
            </p:nvSpPr>
            <p:spPr bwMode="auto">
              <a:xfrm>
                <a:off x="4504" y="2325"/>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1" name="Freeform 63"/>
              <p:cNvSpPr/>
              <p:nvPr/>
            </p:nvSpPr>
            <p:spPr bwMode="auto">
              <a:xfrm>
                <a:off x="4391" y="2294"/>
                <a:ext cx="4" cy="4"/>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0" y="2"/>
                      <a:pt x="1" y="1"/>
                      <a:pt x="1" y="1"/>
                    </a:cubicBezTo>
                    <a:cubicBezTo>
                      <a:pt x="2" y="0"/>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2" name="Freeform 64"/>
              <p:cNvSpPr/>
              <p:nvPr/>
            </p:nvSpPr>
            <p:spPr bwMode="auto">
              <a:xfrm>
                <a:off x="4381" y="2281"/>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3" name="Freeform 65"/>
              <p:cNvSpPr/>
              <p:nvPr/>
            </p:nvSpPr>
            <p:spPr bwMode="auto">
              <a:xfrm>
                <a:off x="3332" y="1903"/>
                <a:ext cx="2" cy="7"/>
              </a:xfrm>
              <a:custGeom>
                <a:avLst/>
                <a:gdLst>
                  <a:gd name="T0" fmla="*/ 0 w 1"/>
                  <a:gd name="T1" fmla="*/ 3 h 3"/>
                  <a:gd name="T2" fmla="*/ 1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1" y="3"/>
                    </a:cubicBezTo>
                    <a:cubicBezTo>
                      <a:pt x="1" y="2"/>
                      <a:pt x="1" y="1"/>
                      <a:pt x="1" y="0"/>
                    </a:cubicBezTo>
                    <a:lnTo>
                      <a:pt x="0" y="3"/>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4" name="Freeform 66"/>
              <p:cNvSpPr/>
              <p:nvPr/>
            </p:nvSpPr>
            <p:spPr bwMode="auto">
              <a:xfrm>
                <a:off x="3566" y="2372"/>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5" name="Freeform 67"/>
              <p:cNvSpPr/>
              <p:nvPr/>
            </p:nvSpPr>
            <p:spPr bwMode="auto">
              <a:xfrm>
                <a:off x="3474" y="2073"/>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6" name="Freeform 68"/>
              <p:cNvSpPr/>
              <p:nvPr/>
            </p:nvSpPr>
            <p:spPr bwMode="auto">
              <a:xfrm>
                <a:off x="4060" y="1568"/>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7" name="Freeform 69"/>
              <p:cNvSpPr/>
              <p:nvPr/>
            </p:nvSpPr>
            <p:spPr bwMode="auto">
              <a:xfrm>
                <a:off x="3472" y="2073"/>
                <a:ext cx="2"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0" y="0"/>
                      <a:pt x="0" y="0"/>
                      <a:pt x="0" y="0"/>
                    </a:cubicBezTo>
                    <a:cubicBezTo>
                      <a:pt x="0" y="0"/>
                      <a:pt x="0" y="0"/>
                      <a:pt x="1"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8" name="Freeform 70"/>
              <p:cNvSpPr/>
              <p:nvPr/>
            </p:nvSpPr>
            <p:spPr bwMode="auto">
              <a:xfrm>
                <a:off x="3474" y="2073"/>
                <a:ext cx="0" cy="2"/>
              </a:xfrm>
              <a:custGeom>
                <a:avLst/>
                <a:gdLst>
                  <a:gd name="T0" fmla="*/ 0 h 1"/>
                  <a:gd name="T1" fmla="*/ 1 h 1"/>
                  <a:gd name="T2" fmla="*/ 1 h 1"/>
                  <a:gd name="T3" fmla="*/ 1 h 1"/>
                  <a:gd name="T4" fmla="*/ 1 h 1"/>
                  <a:gd name="T5" fmla="*/ 1 h 1"/>
                  <a:gd name="T6" fmla="*/ 0 h 1"/>
                  <a:gd name="T7" fmla="*/ 0 h 1"/>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
                    <a:moveTo>
                      <a:pt x="0" y="0"/>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9" name="Freeform 71"/>
              <p:cNvSpPr/>
              <p:nvPr/>
            </p:nvSpPr>
            <p:spPr bwMode="auto">
              <a:xfrm>
                <a:off x="3702" y="1530"/>
                <a:ext cx="4" cy="2"/>
              </a:xfrm>
              <a:custGeom>
                <a:avLst/>
                <a:gdLst>
                  <a:gd name="T0" fmla="*/ 0 w 2"/>
                  <a:gd name="T1" fmla="*/ 1 h 1"/>
                  <a:gd name="T2" fmla="*/ 0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0" y="1"/>
                      <a:pt x="1" y="0"/>
                      <a:pt x="2"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0" name="Freeform 72"/>
              <p:cNvSpPr/>
              <p:nvPr/>
            </p:nvSpPr>
            <p:spPr bwMode="auto">
              <a:xfrm>
                <a:off x="3421" y="2084"/>
                <a:ext cx="17" cy="15"/>
              </a:xfrm>
              <a:custGeom>
                <a:avLst/>
                <a:gdLst>
                  <a:gd name="T0" fmla="*/ 2 w 8"/>
                  <a:gd name="T1" fmla="*/ 5 h 7"/>
                  <a:gd name="T2" fmla="*/ 4 w 8"/>
                  <a:gd name="T3" fmla="*/ 2 h 7"/>
                  <a:gd name="T4" fmla="*/ 2 w 8"/>
                  <a:gd name="T5" fmla="*/ 5 h 7"/>
                </a:gdLst>
                <a:ahLst/>
                <a:cxnLst>
                  <a:cxn ang="0">
                    <a:pos x="T0" y="T1"/>
                  </a:cxn>
                  <a:cxn ang="0">
                    <a:pos x="T2" y="T3"/>
                  </a:cxn>
                  <a:cxn ang="0">
                    <a:pos x="T4" y="T5"/>
                  </a:cxn>
                </a:cxnLst>
                <a:rect l="0" t="0" r="r" b="b"/>
                <a:pathLst>
                  <a:path w="8" h="7">
                    <a:moveTo>
                      <a:pt x="2" y="5"/>
                    </a:moveTo>
                    <a:cubicBezTo>
                      <a:pt x="8" y="0"/>
                      <a:pt x="0" y="7"/>
                      <a:pt x="4" y="2"/>
                    </a:cubicBezTo>
                    <a:cubicBezTo>
                      <a:pt x="2" y="3"/>
                      <a:pt x="2" y="4"/>
                      <a:pt x="2" y="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1" name="Freeform 73"/>
              <p:cNvSpPr/>
              <p:nvPr/>
            </p:nvSpPr>
            <p:spPr bwMode="auto">
              <a:xfrm>
                <a:off x="4381" y="2247"/>
                <a:ext cx="2" cy="4"/>
              </a:xfrm>
              <a:custGeom>
                <a:avLst/>
                <a:gdLst>
                  <a:gd name="T0" fmla="*/ 0 w 1"/>
                  <a:gd name="T1" fmla="*/ 1 h 2"/>
                  <a:gd name="T2" fmla="*/ 1 w 1"/>
                  <a:gd name="T3" fmla="*/ 0 h 2"/>
                  <a:gd name="T4" fmla="*/ 0 w 1"/>
                  <a:gd name="T5" fmla="*/ 1 h 2"/>
                </a:gdLst>
                <a:ahLst/>
                <a:cxnLst>
                  <a:cxn ang="0">
                    <a:pos x="T0" y="T1"/>
                  </a:cxn>
                  <a:cxn ang="0">
                    <a:pos x="T2" y="T3"/>
                  </a:cxn>
                  <a:cxn ang="0">
                    <a:pos x="T4" y="T5"/>
                  </a:cxn>
                </a:cxnLst>
                <a:rect l="0" t="0" r="r" b="b"/>
                <a:pathLst>
                  <a:path w="1" h="2">
                    <a:moveTo>
                      <a:pt x="0" y="1"/>
                    </a:moveTo>
                    <a:cubicBezTo>
                      <a:pt x="0" y="2"/>
                      <a:pt x="0" y="0"/>
                      <a:pt x="1" y="0"/>
                    </a:cubicBezTo>
                    <a:cubicBezTo>
                      <a:pt x="1" y="0"/>
                      <a:pt x="1"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2" name="Freeform 74"/>
              <p:cNvSpPr/>
              <p:nvPr/>
            </p:nvSpPr>
            <p:spPr bwMode="auto">
              <a:xfrm>
                <a:off x="4381" y="2247"/>
                <a:ext cx="2" cy="6"/>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3" name="Freeform 75"/>
              <p:cNvSpPr/>
              <p:nvPr/>
            </p:nvSpPr>
            <p:spPr bwMode="auto">
              <a:xfrm>
                <a:off x="3914" y="15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4" name="Freeform 76"/>
              <p:cNvSpPr/>
              <p:nvPr/>
            </p:nvSpPr>
            <p:spPr bwMode="auto">
              <a:xfrm>
                <a:off x="3317" y="1492"/>
                <a:ext cx="1064" cy="1219"/>
              </a:xfrm>
              <a:custGeom>
                <a:avLst/>
                <a:gdLst>
                  <a:gd name="T0" fmla="*/ 307 w 501"/>
                  <a:gd name="T1" fmla="*/ 7 h 575"/>
                  <a:gd name="T2" fmla="*/ 204 w 501"/>
                  <a:gd name="T3" fmla="*/ 13 h 575"/>
                  <a:gd name="T4" fmla="*/ 130 w 501"/>
                  <a:gd name="T5" fmla="*/ 42 h 575"/>
                  <a:gd name="T6" fmla="*/ 23 w 501"/>
                  <a:gd name="T7" fmla="*/ 152 h 575"/>
                  <a:gd name="T8" fmla="*/ 0 w 501"/>
                  <a:gd name="T9" fmla="*/ 247 h 575"/>
                  <a:gd name="T10" fmla="*/ 50 w 501"/>
                  <a:gd name="T11" fmla="*/ 385 h 575"/>
                  <a:gd name="T12" fmla="*/ 111 w 501"/>
                  <a:gd name="T13" fmla="*/ 430 h 575"/>
                  <a:gd name="T14" fmla="*/ 184 w 501"/>
                  <a:gd name="T15" fmla="*/ 490 h 575"/>
                  <a:gd name="T16" fmla="*/ 202 w 501"/>
                  <a:gd name="T17" fmla="*/ 528 h 575"/>
                  <a:gd name="T18" fmla="*/ 213 w 501"/>
                  <a:gd name="T19" fmla="*/ 562 h 575"/>
                  <a:gd name="T20" fmla="*/ 214 w 501"/>
                  <a:gd name="T21" fmla="*/ 567 h 575"/>
                  <a:gd name="T22" fmla="*/ 211 w 501"/>
                  <a:gd name="T23" fmla="*/ 536 h 575"/>
                  <a:gd name="T24" fmla="*/ 199 w 501"/>
                  <a:gd name="T25" fmla="*/ 494 h 575"/>
                  <a:gd name="T26" fmla="*/ 165 w 501"/>
                  <a:gd name="T27" fmla="*/ 454 h 575"/>
                  <a:gd name="T28" fmla="*/ 164 w 501"/>
                  <a:gd name="T29" fmla="*/ 451 h 575"/>
                  <a:gd name="T30" fmla="*/ 135 w 501"/>
                  <a:gd name="T31" fmla="*/ 430 h 575"/>
                  <a:gd name="T32" fmla="*/ 134 w 501"/>
                  <a:gd name="T33" fmla="*/ 428 h 575"/>
                  <a:gd name="T34" fmla="*/ 125 w 501"/>
                  <a:gd name="T35" fmla="*/ 419 h 575"/>
                  <a:gd name="T36" fmla="*/ 97 w 501"/>
                  <a:gd name="T37" fmla="*/ 407 h 575"/>
                  <a:gd name="T38" fmla="*/ 85 w 501"/>
                  <a:gd name="T39" fmla="*/ 394 h 575"/>
                  <a:gd name="T40" fmla="*/ 77 w 501"/>
                  <a:gd name="T41" fmla="*/ 384 h 575"/>
                  <a:gd name="T42" fmla="*/ 63 w 501"/>
                  <a:gd name="T43" fmla="*/ 368 h 575"/>
                  <a:gd name="T44" fmla="*/ 49 w 501"/>
                  <a:gd name="T45" fmla="*/ 353 h 575"/>
                  <a:gd name="T46" fmla="*/ 40 w 501"/>
                  <a:gd name="T47" fmla="*/ 338 h 575"/>
                  <a:gd name="T48" fmla="*/ 25 w 501"/>
                  <a:gd name="T49" fmla="*/ 323 h 575"/>
                  <a:gd name="T50" fmla="*/ 29 w 501"/>
                  <a:gd name="T51" fmla="*/ 315 h 575"/>
                  <a:gd name="T52" fmla="*/ 21 w 501"/>
                  <a:gd name="T53" fmla="*/ 247 h 575"/>
                  <a:gd name="T54" fmla="*/ 23 w 501"/>
                  <a:gd name="T55" fmla="*/ 221 h 575"/>
                  <a:gd name="T56" fmla="*/ 26 w 501"/>
                  <a:gd name="T57" fmla="*/ 191 h 575"/>
                  <a:gd name="T58" fmla="*/ 56 w 501"/>
                  <a:gd name="T59" fmla="*/ 133 h 575"/>
                  <a:gd name="T60" fmla="*/ 74 w 501"/>
                  <a:gd name="T61" fmla="*/ 107 h 575"/>
                  <a:gd name="T62" fmla="*/ 84 w 501"/>
                  <a:gd name="T63" fmla="*/ 99 h 575"/>
                  <a:gd name="T64" fmla="*/ 90 w 501"/>
                  <a:gd name="T65" fmla="*/ 91 h 575"/>
                  <a:gd name="T66" fmla="*/ 110 w 501"/>
                  <a:gd name="T67" fmla="*/ 80 h 575"/>
                  <a:gd name="T68" fmla="*/ 129 w 501"/>
                  <a:gd name="T69" fmla="*/ 65 h 575"/>
                  <a:gd name="T70" fmla="*/ 182 w 501"/>
                  <a:gd name="T71" fmla="*/ 36 h 575"/>
                  <a:gd name="T72" fmla="*/ 211 w 501"/>
                  <a:gd name="T73" fmla="*/ 29 h 575"/>
                  <a:gd name="T74" fmla="*/ 253 w 501"/>
                  <a:gd name="T75" fmla="*/ 19 h 575"/>
                  <a:gd name="T76" fmla="*/ 281 w 501"/>
                  <a:gd name="T77" fmla="*/ 19 h 575"/>
                  <a:gd name="T78" fmla="*/ 284 w 501"/>
                  <a:gd name="T79" fmla="*/ 19 h 575"/>
                  <a:gd name="T80" fmla="*/ 320 w 501"/>
                  <a:gd name="T81" fmla="*/ 24 h 575"/>
                  <a:gd name="T82" fmla="*/ 369 w 501"/>
                  <a:gd name="T83" fmla="*/ 42 h 575"/>
                  <a:gd name="T84" fmla="*/ 388 w 501"/>
                  <a:gd name="T85" fmla="*/ 53 h 575"/>
                  <a:gd name="T86" fmla="*/ 407 w 501"/>
                  <a:gd name="T87" fmla="*/ 71 h 575"/>
                  <a:gd name="T88" fmla="*/ 435 w 501"/>
                  <a:gd name="T89" fmla="*/ 107 h 575"/>
                  <a:gd name="T90" fmla="*/ 462 w 501"/>
                  <a:gd name="T91" fmla="*/ 154 h 575"/>
                  <a:gd name="T92" fmla="*/ 471 w 501"/>
                  <a:gd name="T93" fmla="*/ 184 h 575"/>
                  <a:gd name="T94" fmla="*/ 464 w 501"/>
                  <a:gd name="T95" fmla="*/ 279 h 575"/>
                  <a:gd name="T96" fmla="*/ 451 w 501"/>
                  <a:gd name="T97" fmla="*/ 307 h 575"/>
                  <a:gd name="T98" fmla="*/ 395 w 501"/>
                  <a:gd name="T99" fmla="*/ 377 h 575"/>
                  <a:gd name="T100" fmla="*/ 368 w 501"/>
                  <a:gd name="T101" fmla="*/ 412 h 575"/>
                  <a:gd name="T102" fmla="*/ 363 w 501"/>
                  <a:gd name="T103" fmla="*/ 573 h 575"/>
                  <a:gd name="T104" fmla="*/ 446 w 501"/>
                  <a:gd name="T105" fmla="*/ 342 h 575"/>
                  <a:gd name="T106" fmla="*/ 463 w 501"/>
                  <a:gd name="T107" fmla="*/ 118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1" h="575">
                    <a:moveTo>
                      <a:pt x="463" y="118"/>
                    </a:moveTo>
                    <a:cubicBezTo>
                      <a:pt x="439" y="74"/>
                      <a:pt x="402" y="38"/>
                      <a:pt x="355" y="17"/>
                    </a:cubicBezTo>
                    <a:cubicBezTo>
                      <a:pt x="347" y="17"/>
                      <a:pt x="337" y="12"/>
                      <a:pt x="328" y="12"/>
                    </a:cubicBezTo>
                    <a:cubicBezTo>
                      <a:pt x="328" y="11"/>
                      <a:pt x="328" y="11"/>
                      <a:pt x="328" y="11"/>
                    </a:cubicBezTo>
                    <a:cubicBezTo>
                      <a:pt x="320" y="11"/>
                      <a:pt x="319" y="8"/>
                      <a:pt x="310" y="5"/>
                    </a:cubicBezTo>
                    <a:cubicBezTo>
                      <a:pt x="309" y="7"/>
                      <a:pt x="306" y="5"/>
                      <a:pt x="307" y="7"/>
                    </a:cubicBezTo>
                    <a:cubicBezTo>
                      <a:pt x="303" y="8"/>
                      <a:pt x="301" y="3"/>
                      <a:pt x="296" y="4"/>
                    </a:cubicBezTo>
                    <a:cubicBezTo>
                      <a:pt x="296" y="3"/>
                      <a:pt x="296" y="5"/>
                      <a:pt x="295" y="4"/>
                    </a:cubicBezTo>
                    <a:cubicBezTo>
                      <a:pt x="282" y="5"/>
                      <a:pt x="298" y="3"/>
                      <a:pt x="282" y="0"/>
                    </a:cubicBezTo>
                    <a:cubicBezTo>
                      <a:pt x="259" y="0"/>
                      <a:pt x="236" y="5"/>
                      <a:pt x="215" y="9"/>
                    </a:cubicBezTo>
                    <a:cubicBezTo>
                      <a:pt x="216" y="9"/>
                      <a:pt x="217" y="10"/>
                      <a:pt x="215" y="11"/>
                    </a:cubicBezTo>
                    <a:cubicBezTo>
                      <a:pt x="212" y="8"/>
                      <a:pt x="208" y="13"/>
                      <a:pt x="204" y="13"/>
                    </a:cubicBezTo>
                    <a:cubicBezTo>
                      <a:pt x="204" y="12"/>
                      <a:pt x="206" y="12"/>
                      <a:pt x="207" y="11"/>
                    </a:cubicBezTo>
                    <a:cubicBezTo>
                      <a:pt x="197" y="13"/>
                      <a:pt x="190" y="17"/>
                      <a:pt x="181" y="19"/>
                    </a:cubicBezTo>
                    <a:cubicBezTo>
                      <a:pt x="173" y="24"/>
                      <a:pt x="163" y="25"/>
                      <a:pt x="158" y="29"/>
                    </a:cubicBezTo>
                    <a:cubicBezTo>
                      <a:pt x="159" y="27"/>
                      <a:pt x="154" y="30"/>
                      <a:pt x="152" y="30"/>
                    </a:cubicBezTo>
                    <a:cubicBezTo>
                      <a:pt x="148" y="37"/>
                      <a:pt x="136" y="37"/>
                      <a:pt x="131" y="43"/>
                    </a:cubicBezTo>
                    <a:cubicBezTo>
                      <a:pt x="130" y="42"/>
                      <a:pt x="130" y="42"/>
                      <a:pt x="130" y="42"/>
                    </a:cubicBezTo>
                    <a:cubicBezTo>
                      <a:pt x="110" y="54"/>
                      <a:pt x="88" y="68"/>
                      <a:pt x="70" y="87"/>
                    </a:cubicBezTo>
                    <a:cubicBezTo>
                      <a:pt x="59" y="96"/>
                      <a:pt x="48" y="108"/>
                      <a:pt x="39" y="121"/>
                    </a:cubicBezTo>
                    <a:cubicBezTo>
                      <a:pt x="38" y="123"/>
                      <a:pt x="40" y="122"/>
                      <a:pt x="39" y="124"/>
                    </a:cubicBezTo>
                    <a:cubicBezTo>
                      <a:pt x="37" y="127"/>
                      <a:pt x="38" y="123"/>
                      <a:pt x="37" y="124"/>
                    </a:cubicBezTo>
                    <a:cubicBezTo>
                      <a:pt x="34" y="132"/>
                      <a:pt x="28" y="140"/>
                      <a:pt x="23" y="148"/>
                    </a:cubicBezTo>
                    <a:cubicBezTo>
                      <a:pt x="23" y="150"/>
                      <a:pt x="22" y="152"/>
                      <a:pt x="23" y="152"/>
                    </a:cubicBezTo>
                    <a:cubicBezTo>
                      <a:pt x="17" y="161"/>
                      <a:pt x="14" y="176"/>
                      <a:pt x="9" y="185"/>
                    </a:cubicBezTo>
                    <a:cubicBezTo>
                      <a:pt x="14" y="183"/>
                      <a:pt x="10" y="192"/>
                      <a:pt x="10" y="196"/>
                    </a:cubicBezTo>
                    <a:cubicBezTo>
                      <a:pt x="9" y="198"/>
                      <a:pt x="8" y="198"/>
                      <a:pt x="8" y="197"/>
                    </a:cubicBezTo>
                    <a:cubicBezTo>
                      <a:pt x="6" y="205"/>
                      <a:pt x="5" y="209"/>
                      <a:pt x="3" y="219"/>
                    </a:cubicBezTo>
                    <a:cubicBezTo>
                      <a:pt x="2" y="223"/>
                      <a:pt x="4" y="225"/>
                      <a:pt x="3" y="230"/>
                    </a:cubicBezTo>
                    <a:cubicBezTo>
                      <a:pt x="0" y="233"/>
                      <a:pt x="1" y="241"/>
                      <a:pt x="0" y="247"/>
                    </a:cubicBezTo>
                    <a:cubicBezTo>
                      <a:pt x="2" y="245"/>
                      <a:pt x="4" y="252"/>
                      <a:pt x="3" y="257"/>
                    </a:cubicBezTo>
                    <a:cubicBezTo>
                      <a:pt x="0" y="256"/>
                      <a:pt x="0" y="256"/>
                      <a:pt x="0" y="256"/>
                    </a:cubicBezTo>
                    <a:cubicBezTo>
                      <a:pt x="1" y="272"/>
                      <a:pt x="0" y="297"/>
                      <a:pt x="9" y="316"/>
                    </a:cubicBezTo>
                    <a:cubicBezTo>
                      <a:pt x="8" y="318"/>
                      <a:pt x="8" y="318"/>
                      <a:pt x="8" y="318"/>
                    </a:cubicBezTo>
                    <a:cubicBezTo>
                      <a:pt x="17" y="337"/>
                      <a:pt x="25" y="356"/>
                      <a:pt x="39" y="370"/>
                    </a:cubicBezTo>
                    <a:cubicBezTo>
                      <a:pt x="42" y="375"/>
                      <a:pt x="47" y="381"/>
                      <a:pt x="50" y="385"/>
                    </a:cubicBezTo>
                    <a:cubicBezTo>
                      <a:pt x="56" y="390"/>
                      <a:pt x="58" y="391"/>
                      <a:pt x="63" y="393"/>
                    </a:cubicBezTo>
                    <a:cubicBezTo>
                      <a:pt x="65" y="395"/>
                      <a:pt x="65" y="397"/>
                      <a:pt x="65" y="398"/>
                    </a:cubicBezTo>
                    <a:cubicBezTo>
                      <a:pt x="71" y="405"/>
                      <a:pt x="76" y="411"/>
                      <a:pt x="83" y="414"/>
                    </a:cubicBezTo>
                    <a:cubicBezTo>
                      <a:pt x="83" y="415"/>
                      <a:pt x="83" y="415"/>
                      <a:pt x="83" y="415"/>
                    </a:cubicBezTo>
                    <a:cubicBezTo>
                      <a:pt x="89" y="419"/>
                      <a:pt x="98" y="423"/>
                      <a:pt x="104" y="429"/>
                    </a:cubicBezTo>
                    <a:cubicBezTo>
                      <a:pt x="106" y="429"/>
                      <a:pt x="113" y="433"/>
                      <a:pt x="111" y="430"/>
                    </a:cubicBezTo>
                    <a:cubicBezTo>
                      <a:pt x="114" y="431"/>
                      <a:pt x="111" y="433"/>
                      <a:pt x="115" y="433"/>
                    </a:cubicBezTo>
                    <a:cubicBezTo>
                      <a:pt x="111" y="433"/>
                      <a:pt x="111" y="433"/>
                      <a:pt x="111" y="433"/>
                    </a:cubicBezTo>
                    <a:cubicBezTo>
                      <a:pt x="125" y="443"/>
                      <a:pt x="138" y="450"/>
                      <a:pt x="152" y="459"/>
                    </a:cubicBezTo>
                    <a:cubicBezTo>
                      <a:pt x="154" y="464"/>
                      <a:pt x="165" y="469"/>
                      <a:pt x="170" y="476"/>
                    </a:cubicBezTo>
                    <a:cubicBezTo>
                      <a:pt x="175" y="479"/>
                      <a:pt x="180" y="487"/>
                      <a:pt x="185" y="489"/>
                    </a:cubicBezTo>
                    <a:cubicBezTo>
                      <a:pt x="184" y="490"/>
                      <a:pt x="184" y="490"/>
                      <a:pt x="184" y="490"/>
                    </a:cubicBezTo>
                    <a:cubicBezTo>
                      <a:pt x="188" y="495"/>
                      <a:pt x="194" y="503"/>
                      <a:pt x="196" y="512"/>
                    </a:cubicBezTo>
                    <a:cubicBezTo>
                      <a:pt x="198" y="518"/>
                      <a:pt x="200" y="517"/>
                      <a:pt x="202" y="521"/>
                    </a:cubicBezTo>
                    <a:cubicBezTo>
                      <a:pt x="201" y="521"/>
                      <a:pt x="201" y="521"/>
                      <a:pt x="201" y="521"/>
                    </a:cubicBezTo>
                    <a:cubicBezTo>
                      <a:pt x="203" y="525"/>
                      <a:pt x="206" y="526"/>
                      <a:pt x="207" y="528"/>
                    </a:cubicBezTo>
                    <a:cubicBezTo>
                      <a:pt x="207" y="532"/>
                      <a:pt x="208" y="532"/>
                      <a:pt x="208" y="536"/>
                    </a:cubicBezTo>
                    <a:cubicBezTo>
                      <a:pt x="207" y="532"/>
                      <a:pt x="205" y="530"/>
                      <a:pt x="202" y="528"/>
                    </a:cubicBezTo>
                    <a:cubicBezTo>
                      <a:pt x="203" y="534"/>
                      <a:pt x="207" y="539"/>
                      <a:pt x="206" y="543"/>
                    </a:cubicBezTo>
                    <a:cubicBezTo>
                      <a:pt x="207" y="547"/>
                      <a:pt x="207" y="551"/>
                      <a:pt x="209" y="551"/>
                    </a:cubicBezTo>
                    <a:cubicBezTo>
                      <a:pt x="209" y="552"/>
                      <a:pt x="208" y="555"/>
                      <a:pt x="207" y="552"/>
                    </a:cubicBezTo>
                    <a:cubicBezTo>
                      <a:pt x="208" y="556"/>
                      <a:pt x="208" y="558"/>
                      <a:pt x="209" y="560"/>
                    </a:cubicBezTo>
                    <a:cubicBezTo>
                      <a:pt x="209" y="560"/>
                      <a:pt x="209" y="559"/>
                      <a:pt x="209" y="558"/>
                    </a:cubicBezTo>
                    <a:cubicBezTo>
                      <a:pt x="211" y="560"/>
                      <a:pt x="211" y="563"/>
                      <a:pt x="213" y="562"/>
                    </a:cubicBezTo>
                    <a:cubicBezTo>
                      <a:pt x="212" y="561"/>
                      <a:pt x="212" y="560"/>
                      <a:pt x="212" y="558"/>
                    </a:cubicBezTo>
                    <a:cubicBezTo>
                      <a:pt x="213" y="559"/>
                      <a:pt x="214" y="565"/>
                      <a:pt x="213" y="567"/>
                    </a:cubicBezTo>
                    <a:cubicBezTo>
                      <a:pt x="212" y="569"/>
                      <a:pt x="210" y="563"/>
                      <a:pt x="210" y="566"/>
                    </a:cubicBezTo>
                    <a:cubicBezTo>
                      <a:pt x="213" y="575"/>
                      <a:pt x="213" y="575"/>
                      <a:pt x="213" y="575"/>
                    </a:cubicBezTo>
                    <a:cubicBezTo>
                      <a:pt x="213" y="573"/>
                      <a:pt x="214" y="570"/>
                      <a:pt x="215" y="571"/>
                    </a:cubicBezTo>
                    <a:cubicBezTo>
                      <a:pt x="214" y="567"/>
                      <a:pt x="214" y="567"/>
                      <a:pt x="214" y="567"/>
                    </a:cubicBezTo>
                    <a:cubicBezTo>
                      <a:pt x="215" y="567"/>
                      <a:pt x="215" y="567"/>
                      <a:pt x="215" y="567"/>
                    </a:cubicBezTo>
                    <a:cubicBezTo>
                      <a:pt x="214" y="560"/>
                      <a:pt x="215" y="555"/>
                      <a:pt x="214" y="548"/>
                    </a:cubicBezTo>
                    <a:cubicBezTo>
                      <a:pt x="212" y="551"/>
                      <a:pt x="212" y="551"/>
                      <a:pt x="212" y="551"/>
                    </a:cubicBezTo>
                    <a:cubicBezTo>
                      <a:pt x="212" y="547"/>
                      <a:pt x="209" y="543"/>
                      <a:pt x="210" y="539"/>
                    </a:cubicBezTo>
                    <a:cubicBezTo>
                      <a:pt x="211" y="541"/>
                      <a:pt x="211" y="539"/>
                      <a:pt x="212" y="539"/>
                    </a:cubicBezTo>
                    <a:cubicBezTo>
                      <a:pt x="212" y="538"/>
                      <a:pt x="211" y="537"/>
                      <a:pt x="211" y="536"/>
                    </a:cubicBezTo>
                    <a:cubicBezTo>
                      <a:pt x="214" y="538"/>
                      <a:pt x="214" y="538"/>
                      <a:pt x="214" y="538"/>
                    </a:cubicBezTo>
                    <a:cubicBezTo>
                      <a:pt x="210" y="536"/>
                      <a:pt x="210" y="526"/>
                      <a:pt x="210" y="525"/>
                    </a:cubicBezTo>
                    <a:cubicBezTo>
                      <a:pt x="210" y="525"/>
                      <a:pt x="210" y="525"/>
                      <a:pt x="210" y="525"/>
                    </a:cubicBezTo>
                    <a:cubicBezTo>
                      <a:pt x="209" y="519"/>
                      <a:pt x="209" y="527"/>
                      <a:pt x="208" y="523"/>
                    </a:cubicBezTo>
                    <a:cubicBezTo>
                      <a:pt x="207" y="519"/>
                      <a:pt x="210" y="520"/>
                      <a:pt x="210" y="517"/>
                    </a:cubicBezTo>
                    <a:cubicBezTo>
                      <a:pt x="207" y="511"/>
                      <a:pt x="202" y="501"/>
                      <a:pt x="199" y="494"/>
                    </a:cubicBezTo>
                    <a:cubicBezTo>
                      <a:pt x="196" y="489"/>
                      <a:pt x="191" y="484"/>
                      <a:pt x="186" y="481"/>
                    </a:cubicBezTo>
                    <a:cubicBezTo>
                      <a:pt x="183" y="477"/>
                      <a:pt x="189" y="480"/>
                      <a:pt x="184" y="476"/>
                    </a:cubicBezTo>
                    <a:cubicBezTo>
                      <a:pt x="186" y="476"/>
                      <a:pt x="186" y="475"/>
                      <a:pt x="186" y="474"/>
                    </a:cubicBezTo>
                    <a:cubicBezTo>
                      <a:pt x="185" y="474"/>
                      <a:pt x="179" y="467"/>
                      <a:pt x="181" y="471"/>
                    </a:cubicBezTo>
                    <a:cubicBezTo>
                      <a:pt x="176" y="466"/>
                      <a:pt x="169" y="460"/>
                      <a:pt x="163" y="455"/>
                    </a:cubicBezTo>
                    <a:cubicBezTo>
                      <a:pt x="165" y="457"/>
                      <a:pt x="167" y="456"/>
                      <a:pt x="165" y="454"/>
                    </a:cubicBezTo>
                    <a:cubicBezTo>
                      <a:pt x="162" y="453"/>
                      <a:pt x="156" y="450"/>
                      <a:pt x="151" y="445"/>
                    </a:cubicBezTo>
                    <a:cubicBezTo>
                      <a:pt x="150" y="447"/>
                      <a:pt x="152" y="448"/>
                      <a:pt x="150" y="449"/>
                    </a:cubicBezTo>
                    <a:cubicBezTo>
                      <a:pt x="149" y="449"/>
                      <a:pt x="147" y="449"/>
                      <a:pt x="146" y="447"/>
                    </a:cubicBezTo>
                    <a:cubicBezTo>
                      <a:pt x="147" y="445"/>
                      <a:pt x="148" y="443"/>
                      <a:pt x="144" y="440"/>
                    </a:cubicBezTo>
                    <a:cubicBezTo>
                      <a:pt x="146" y="438"/>
                      <a:pt x="152" y="446"/>
                      <a:pt x="151" y="442"/>
                    </a:cubicBezTo>
                    <a:cubicBezTo>
                      <a:pt x="154" y="442"/>
                      <a:pt x="163" y="448"/>
                      <a:pt x="164" y="451"/>
                    </a:cubicBezTo>
                    <a:cubicBezTo>
                      <a:pt x="170" y="452"/>
                      <a:pt x="161" y="448"/>
                      <a:pt x="163" y="447"/>
                    </a:cubicBezTo>
                    <a:cubicBezTo>
                      <a:pt x="159" y="444"/>
                      <a:pt x="157" y="444"/>
                      <a:pt x="151" y="440"/>
                    </a:cubicBezTo>
                    <a:cubicBezTo>
                      <a:pt x="150" y="440"/>
                      <a:pt x="152" y="442"/>
                      <a:pt x="148" y="441"/>
                    </a:cubicBezTo>
                    <a:cubicBezTo>
                      <a:pt x="142" y="439"/>
                      <a:pt x="143" y="435"/>
                      <a:pt x="141" y="434"/>
                    </a:cubicBezTo>
                    <a:cubicBezTo>
                      <a:pt x="144" y="435"/>
                      <a:pt x="144" y="435"/>
                      <a:pt x="144" y="435"/>
                    </a:cubicBezTo>
                    <a:cubicBezTo>
                      <a:pt x="141" y="432"/>
                      <a:pt x="139" y="432"/>
                      <a:pt x="135" y="430"/>
                    </a:cubicBezTo>
                    <a:cubicBezTo>
                      <a:pt x="136" y="426"/>
                      <a:pt x="142" y="434"/>
                      <a:pt x="144" y="433"/>
                    </a:cubicBezTo>
                    <a:cubicBezTo>
                      <a:pt x="143" y="429"/>
                      <a:pt x="143" y="429"/>
                      <a:pt x="143" y="429"/>
                    </a:cubicBezTo>
                    <a:cubicBezTo>
                      <a:pt x="137" y="425"/>
                      <a:pt x="140" y="430"/>
                      <a:pt x="134" y="425"/>
                    </a:cubicBezTo>
                    <a:cubicBezTo>
                      <a:pt x="135" y="425"/>
                      <a:pt x="135" y="425"/>
                      <a:pt x="135" y="425"/>
                    </a:cubicBezTo>
                    <a:cubicBezTo>
                      <a:pt x="131" y="423"/>
                      <a:pt x="131" y="423"/>
                      <a:pt x="131" y="423"/>
                    </a:cubicBezTo>
                    <a:cubicBezTo>
                      <a:pt x="131" y="424"/>
                      <a:pt x="130" y="426"/>
                      <a:pt x="134" y="428"/>
                    </a:cubicBezTo>
                    <a:cubicBezTo>
                      <a:pt x="130" y="429"/>
                      <a:pt x="131" y="427"/>
                      <a:pt x="125" y="424"/>
                    </a:cubicBezTo>
                    <a:cubicBezTo>
                      <a:pt x="122" y="424"/>
                      <a:pt x="127" y="425"/>
                      <a:pt x="126" y="427"/>
                    </a:cubicBezTo>
                    <a:cubicBezTo>
                      <a:pt x="126" y="428"/>
                      <a:pt x="123" y="426"/>
                      <a:pt x="120" y="425"/>
                    </a:cubicBezTo>
                    <a:cubicBezTo>
                      <a:pt x="116" y="422"/>
                      <a:pt x="119" y="421"/>
                      <a:pt x="118" y="419"/>
                    </a:cubicBezTo>
                    <a:cubicBezTo>
                      <a:pt x="119" y="420"/>
                      <a:pt x="122" y="422"/>
                      <a:pt x="121" y="422"/>
                    </a:cubicBezTo>
                    <a:cubicBezTo>
                      <a:pt x="127" y="424"/>
                      <a:pt x="121" y="418"/>
                      <a:pt x="125" y="419"/>
                    </a:cubicBezTo>
                    <a:cubicBezTo>
                      <a:pt x="122" y="415"/>
                      <a:pt x="121" y="417"/>
                      <a:pt x="118" y="416"/>
                    </a:cubicBezTo>
                    <a:cubicBezTo>
                      <a:pt x="119" y="417"/>
                      <a:pt x="117" y="418"/>
                      <a:pt x="117" y="419"/>
                    </a:cubicBezTo>
                    <a:cubicBezTo>
                      <a:pt x="108" y="418"/>
                      <a:pt x="115" y="413"/>
                      <a:pt x="108" y="409"/>
                    </a:cubicBezTo>
                    <a:cubicBezTo>
                      <a:pt x="108" y="413"/>
                      <a:pt x="98" y="407"/>
                      <a:pt x="100" y="413"/>
                    </a:cubicBezTo>
                    <a:cubicBezTo>
                      <a:pt x="98" y="412"/>
                      <a:pt x="96" y="411"/>
                      <a:pt x="95" y="410"/>
                    </a:cubicBezTo>
                    <a:cubicBezTo>
                      <a:pt x="98" y="409"/>
                      <a:pt x="93" y="407"/>
                      <a:pt x="97" y="407"/>
                    </a:cubicBezTo>
                    <a:cubicBezTo>
                      <a:pt x="95" y="405"/>
                      <a:pt x="95" y="405"/>
                      <a:pt x="95" y="405"/>
                    </a:cubicBezTo>
                    <a:cubicBezTo>
                      <a:pt x="100" y="406"/>
                      <a:pt x="100" y="406"/>
                      <a:pt x="100" y="406"/>
                    </a:cubicBezTo>
                    <a:cubicBezTo>
                      <a:pt x="98" y="403"/>
                      <a:pt x="95" y="399"/>
                      <a:pt x="94" y="397"/>
                    </a:cubicBezTo>
                    <a:cubicBezTo>
                      <a:pt x="91" y="395"/>
                      <a:pt x="94" y="399"/>
                      <a:pt x="90" y="397"/>
                    </a:cubicBezTo>
                    <a:cubicBezTo>
                      <a:pt x="92" y="397"/>
                      <a:pt x="91" y="394"/>
                      <a:pt x="89" y="393"/>
                    </a:cubicBezTo>
                    <a:cubicBezTo>
                      <a:pt x="92" y="396"/>
                      <a:pt x="87" y="395"/>
                      <a:pt x="85" y="394"/>
                    </a:cubicBezTo>
                    <a:cubicBezTo>
                      <a:pt x="82" y="392"/>
                      <a:pt x="81" y="388"/>
                      <a:pt x="81" y="388"/>
                    </a:cubicBezTo>
                    <a:cubicBezTo>
                      <a:pt x="86" y="389"/>
                      <a:pt x="86" y="389"/>
                      <a:pt x="86" y="389"/>
                    </a:cubicBezTo>
                    <a:cubicBezTo>
                      <a:pt x="82" y="388"/>
                      <a:pt x="85" y="388"/>
                      <a:pt x="82" y="386"/>
                    </a:cubicBezTo>
                    <a:cubicBezTo>
                      <a:pt x="81" y="386"/>
                      <a:pt x="78" y="386"/>
                      <a:pt x="77" y="387"/>
                    </a:cubicBezTo>
                    <a:cubicBezTo>
                      <a:pt x="75" y="385"/>
                      <a:pt x="74" y="383"/>
                      <a:pt x="73" y="383"/>
                    </a:cubicBezTo>
                    <a:cubicBezTo>
                      <a:pt x="77" y="384"/>
                      <a:pt x="77" y="384"/>
                      <a:pt x="77" y="384"/>
                    </a:cubicBezTo>
                    <a:cubicBezTo>
                      <a:pt x="73" y="381"/>
                      <a:pt x="79" y="381"/>
                      <a:pt x="74" y="378"/>
                    </a:cubicBezTo>
                    <a:cubicBezTo>
                      <a:pt x="72" y="378"/>
                      <a:pt x="72" y="378"/>
                      <a:pt x="72" y="378"/>
                    </a:cubicBezTo>
                    <a:cubicBezTo>
                      <a:pt x="72" y="377"/>
                      <a:pt x="72" y="376"/>
                      <a:pt x="73" y="377"/>
                    </a:cubicBezTo>
                    <a:cubicBezTo>
                      <a:pt x="71" y="377"/>
                      <a:pt x="69" y="375"/>
                      <a:pt x="68" y="374"/>
                    </a:cubicBezTo>
                    <a:cubicBezTo>
                      <a:pt x="69" y="373"/>
                      <a:pt x="69" y="373"/>
                      <a:pt x="69" y="373"/>
                    </a:cubicBezTo>
                    <a:cubicBezTo>
                      <a:pt x="67" y="372"/>
                      <a:pt x="63" y="371"/>
                      <a:pt x="63" y="368"/>
                    </a:cubicBezTo>
                    <a:cubicBezTo>
                      <a:pt x="62" y="371"/>
                      <a:pt x="65" y="370"/>
                      <a:pt x="66" y="373"/>
                    </a:cubicBezTo>
                    <a:cubicBezTo>
                      <a:pt x="66" y="377"/>
                      <a:pt x="62" y="372"/>
                      <a:pt x="62" y="371"/>
                    </a:cubicBezTo>
                    <a:cubicBezTo>
                      <a:pt x="64" y="370"/>
                      <a:pt x="58" y="367"/>
                      <a:pt x="56" y="364"/>
                    </a:cubicBezTo>
                    <a:cubicBezTo>
                      <a:pt x="56" y="363"/>
                      <a:pt x="55" y="361"/>
                      <a:pt x="55" y="360"/>
                    </a:cubicBezTo>
                    <a:cubicBezTo>
                      <a:pt x="53" y="360"/>
                      <a:pt x="53" y="360"/>
                      <a:pt x="53" y="360"/>
                    </a:cubicBezTo>
                    <a:cubicBezTo>
                      <a:pt x="56" y="357"/>
                      <a:pt x="49" y="356"/>
                      <a:pt x="49" y="353"/>
                    </a:cubicBezTo>
                    <a:cubicBezTo>
                      <a:pt x="50" y="354"/>
                      <a:pt x="51" y="353"/>
                      <a:pt x="51" y="351"/>
                    </a:cubicBezTo>
                    <a:cubicBezTo>
                      <a:pt x="50" y="355"/>
                      <a:pt x="45" y="349"/>
                      <a:pt x="44" y="350"/>
                    </a:cubicBezTo>
                    <a:cubicBezTo>
                      <a:pt x="42" y="345"/>
                      <a:pt x="48" y="349"/>
                      <a:pt x="48" y="347"/>
                    </a:cubicBezTo>
                    <a:cubicBezTo>
                      <a:pt x="45" y="346"/>
                      <a:pt x="46" y="341"/>
                      <a:pt x="43" y="341"/>
                    </a:cubicBezTo>
                    <a:cubicBezTo>
                      <a:pt x="44" y="345"/>
                      <a:pt x="41" y="341"/>
                      <a:pt x="40" y="341"/>
                    </a:cubicBezTo>
                    <a:cubicBezTo>
                      <a:pt x="38" y="337"/>
                      <a:pt x="41" y="341"/>
                      <a:pt x="40" y="338"/>
                    </a:cubicBezTo>
                    <a:cubicBezTo>
                      <a:pt x="39" y="336"/>
                      <a:pt x="36" y="335"/>
                      <a:pt x="37" y="338"/>
                    </a:cubicBezTo>
                    <a:cubicBezTo>
                      <a:pt x="36" y="335"/>
                      <a:pt x="32" y="333"/>
                      <a:pt x="32" y="330"/>
                    </a:cubicBezTo>
                    <a:cubicBezTo>
                      <a:pt x="33" y="328"/>
                      <a:pt x="36" y="335"/>
                      <a:pt x="36" y="333"/>
                    </a:cubicBezTo>
                    <a:cubicBezTo>
                      <a:pt x="32" y="326"/>
                      <a:pt x="30" y="331"/>
                      <a:pt x="27" y="325"/>
                    </a:cubicBezTo>
                    <a:cubicBezTo>
                      <a:pt x="27" y="328"/>
                      <a:pt x="24" y="327"/>
                      <a:pt x="22" y="324"/>
                    </a:cubicBezTo>
                    <a:cubicBezTo>
                      <a:pt x="19" y="317"/>
                      <a:pt x="24" y="327"/>
                      <a:pt x="25" y="323"/>
                    </a:cubicBezTo>
                    <a:cubicBezTo>
                      <a:pt x="23" y="321"/>
                      <a:pt x="23" y="321"/>
                      <a:pt x="23" y="321"/>
                    </a:cubicBezTo>
                    <a:cubicBezTo>
                      <a:pt x="25" y="316"/>
                      <a:pt x="31" y="327"/>
                      <a:pt x="32" y="322"/>
                    </a:cubicBezTo>
                    <a:cubicBezTo>
                      <a:pt x="30" y="320"/>
                      <a:pt x="30" y="320"/>
                      <a:pt x="30" y="320"/>
                    </a:cubicBezTo>
                    <a:cubicBezTo>
                      <a:pt x="31" y="320"/>
                      <a:pt x="32" y="321"/>
                      <a:pt x="33" y="319"/>
                    </a:cubicBezTo>
                    <a:cubicBezTo>
                      <a:pt x="30" y="319"/>
                      <a:pt x="30" y="313"/>
                      <a:pt x="29" y="312"/>
                    </a:cubicBezTo>
                    <a:cubicBezTo>
                      <a:pt x="27" y="312"/>
                      <a:pt x="30" y="315"/>
                      <a:pt x="29" y="315"/>
                    </a:cubicBezTo>
                    <a:cubicBezTo>
                      <a:pt x="27" y="312"/>
                      <a:pt x="24" y="311"/>
                      <a:pt x="24" y="306"/>
                    </a:cubicBezTo>
                    <a:cubicBezTo>
                      <a:pt x="26" y="308"/>
                      <a:pt x="26" y="304"/>
                      <a:pt x="27" y="305"/>
                    </a:cubicBezTo>
                    <a:cubicBezTo>
                      <a:pt x="27" y="303"/>
                      <a:pt x="25" y="305"/>
                      <a:pt x="25" y="301"/>
                    </a:cubicBezTo>
                    <a:cubicBezTo>
                      <a:pt x="26" y="301"/>
                      <a:pt x="26" y="301"/>
                      <a:pt x="26" y="301"/>
                    </a:cubicBezTo>
                    <a:cubicBezTo>
                      <a:pt x="23" y="289"/>
                      <a:pt x="22" y="272"/>
                      <a:pt x="18" y="260"/>
                    </a:cubicBezTo>
                    <a:cubicBezTo>
                      <a:pt x="20" y="258"/>
                      <a:pt x="20" y="254"/>
                      <a:pt x="21" y="247"/>
                    </a:cubicBezTo>
                    <a:cubicBezTo>
                      <a:pt x="21" y="250"/>
                      <a:pt x="19" y="247"/>
                      <a:pt x="19" y="246"/>
                    </a:cubicBezTo>
                    <a:cubicBezTo>
                      <a:pt x="21" y="242"/>
                      <a:pt x="21" y="242"/>
                      <a:pt x="21" y="242"/>
                    </a:cubicBezTo>
                    <a:cubicBezTo>
                      <a:pt x="23" y="239"/>
                      <a:pt x="22" y="233"/>
                      <a:pt x="21" y="230"/>
                    </a:cubicBezTo>
                    <a:cubicBezTo>
                      <a:pt x="22" y="229"/>
                      <a:pt x="22" y="229"/>
                      <a:pt x="23" y="229"/>
                    </a:cubicBezTo>
                    <a:cubicBezTo>
                      <a:pt x="24" y="225"/>
                      <a:pt x="22" y="225"/>
                      <a:pt x="22" y="224"/>
                    </a:cubicBezTo>
                    <a:cubicBezTo>
                      <a:pt x="23" y="221"/>
                      <a:pt x="23" y="221"/>
                      <a:pt x="23" y="221"/>
                    </a:cubicBezTo>
                    <a:cubicBezTo>
                      <a:pt x="22" y="221"/>
                      <a:pt x="22" y="221"/>
                      <a:pt x="22" y="221"/>
                    </a:cubicBezTo>
                    <a:cubicBezTo>
                      <a:pt x="22" y="217"/>
                      <a:pt x="23" y="213"/>
                      <a:pt x="25" y="213"/>
                    </a:cubicBezTo>
                    <a:cubicBezTo>
                      <a:pt x="25" y="212"/>
                      <a:pt x="25" y="211"/>
                      <a:pt x="24" y="212"/>
                    </a:cubicBezTo>
                    <a:cubicBezTo>
                      <a:pt x="26" y="209"/>
                      <a:pt x="28" y="200"/>
                      <a:pt x="29" y="193"/>
                    </a:cubicBezTo>
                    <a:cubicBezTo>
                      <a:pt x="28" y="196"/>
                      <a:pt x="27" y="196"/>
                      <a:pt x="26" y="196"/>
                    </a:cubicBezTo>
                    <a:cubicBezTo>
                      <a:pt x="24" y="194"/>
                      <a:pt x="27" y="194"/>
                      <a:pt x="26" y="191"/>
                    </a:cubicBezTo>
                    <a:cubicBezTo>
                      <a:pt x="27" y="192"/>
                      <a:pt x="28" y="189"/>
                      <a:pt x="28" y="192"/>
                    </a:cubicBezTo>
                    <a:cubicBezTo>
                      <a:pt x="33" y="185"/>
                      <a:pt x="36" y="173"/>
                      <a:pt x="40" y="164"/>
                    </a:cubicBezTo>
                    <a:cubicBezTo>
                      <a:pt x="40" y="162"/>
                      <a:pt x="40" y="162"/>
                      <a:pt x="39" y="161"/>
                    </a:cubicBezTo>
                    <a:cubicBezTo>
                      <a:pt x="45" y="156"/>
                      <a:pt x="47" y="148"/>
                      <a:pt x="51" y="142"/>
                    </a:cubicBezTo>
                    <a:cubicBezTo>
                      <a:pt x="49" y="143"/>
                      <a:pt x="48" y="139"/>
                      <a:pt x="50" y="136"/>
                    </a:cubicBezTo>
                    <a:cubicBezTo>
                      <a:pt x="51" y="131"/>
                      <a:pt x="53" y="136"/>
                      <a:pt x="56" y="133"/>
                    </a:cubicBezTo>
                    <a:cubicBezTo>
                      <a:pt x="57" y="131"/>
                      <a:pt x="59" y="128"/>
                      <a:pt x="60" y="127"/>
                    </a:cubicBezTo>
                    <a:cubicBezTo>
                      <a:pt x="60" y="127"/>
                      <a:pt x="60" y="127"/>
                      <a:pt x="60" y="127"/>
                    </a:cubicBezTo>
                    <a:cubicBezTo>
                      <a:pt x="61" y="125"/>
                      <a:pt x="63" y="121"/>
                      <a:pt x="65" y="120"/>
                    </a:cubicBezTo>
                    <a:cubicBezTo>
                      <a:pt x="65" y="120"/>
                      <a:pt x="65" y="120"/>
                      <a:pt x="65" y="120"/>
                    </a:cubicBezTo>
                    <a:cubicBezTo>
                      <a:pt x="67" y="118"/>
                      <a:pt x="69" y="117"/>
                      <a:pt x="71" y="115"/>
                    </a:cubicBezTo>
                    <a:cubicBezTo>
                      <a:pt x="70" y="113"/>
                      <a:pt x="75" y="109"/>
                      <a:pt x="74" y="107"/>
                    </a:cubicBezTo>
                    <a:cubicBezTo>
                      <a:pt x="75" y="107"/>
                      <a:pt x="74" y="107"/>
                      <a:pt x="75" y="107"/>
                    </a:cubicBezTo>
                    <a:cubicBezTo>
                      <a:pt x="74" y="106"/>
                      <a:pt x="74" y="106"/>
                      <a:pt x="74" y="106"/>
                    </a:cubicBezTo>
                    <a:cubicBezTo>
                      <a:pt x="78" y="103"/>
                      <a:pt x="78" y="103"/>
                      <a:pt x="78" y="103"/>
                    </a:cubicBezTo>
                    <a:cubicBezTo>
                      <a:pt x="78" y="104"/>
                      <a:pt x="78" y="105"/>
                      <a:pt x="78" y="106"/>
                    </a:cubicBezTo>
                    <a:cubicBezTo>
                      <a:pt x="82" y="103"/>
                      <a:pt x="78" y="104"/>
                      <a:pt x="79" y="101"/>
                    </a:cubicBezTo>
                    <a:cubicBezTo>
                      <a:pt x="81" y="98"/>
                      <a:pt x="82" y="99"/>
                      <a:pt x="84" y="99"/>
                    </a:cubicBezTo>
                    <a:cubicBezTo>
                      <a:pt x="84" y="100"/>
                      <a:pt x="82" y="100"/>
                      <a:pt x="81" y="101"/>
                    </a:cubicBezTo>
                    <a:cubicBezTo>
                      <a:pt x="81" y="103"/>
                      <a:pt x="83" y="100"/>
                      <a:pt x="84" y="101"/>
                    </a:cubicBezTo>
                    <a:cubicBezTo>
                      <a:pt x="85" y="100"/>
                      <a:pt x="84" y="98"/>
                      <a:pt x="86" y="97"/>
                    </a:cubicBezTo>
                    <a:cubicBezTo>
                      <a:pt x="88" y="96"/>
                      <a:pt x="92" y="92"/>
                      <a:pt x="92" y="93"/>
                    </a:cubicBezTo>
                    <a:cubicBezTo>
                      <a:pt x="93" y="91"/>
                      <a:pt x="95" y="90"/>
                      <a:pt x="96" y="88"/>
                    </a:cubicBezTo>
                    <a:cubicBezTo>
                      <a:pt x="94" y="89"/>
                      <a:pt x="91" y="91"/>
                      <a:pt x="90" y="91"/>
                    </a:cubicBezTo>
                    <a:cubicBezTo>
                      <a:pt x="91" y="90"/>
                      <a:pt x="94" y="87"/>
                      <a:pt x="94" y="87"/>
                    </a:cubicBezTo>
                    <a:cubicBezTo>
                      <a:pt x="94" y="88"/>
                      <a:pt x="94" y="88"/>
                      <a:pt x="94" y="88"/>
                    </a:cubicBezTo>
                    <a:cubicBezTo>
                      <a:pt x="94" y="87"/>
                      <a:pt x="99" y="84"/>
                      <a:pt x="96" y="85"/>
                    </a:cubicBezTo>
                    <a:cubicBezTo>
                      <a:pt x="100" y="84"/>
                      <a:pt x="100" y="84"/>
                      <a:pt x="100" y="84"/>
                    </a:cubicBezTo>
                    <a:cubicBezTo>
                      <a:pt x="100" y="82"/>
                      <a:pt x="103" y="80"/>
                      <a:pt x="105" y="78"/>
                    </a:cubicBezTo>
                    <a:cubicBezTo>
                      <a:pt x="106" y="80"/>
                      <a:pt x="106" y="82"/>
                      <a:pt x="110" y="80"/>
                    </a:cubicBezTo>
                    <a:cubicBezTo>
                      <a:pt x="113" y="76"/>
                      <a:pt x="113" y="76"/>
                      <a:pt x="113" y="76"/>
                    </a:cubicBezTo>
                    <a:cubicBezTo>
                      <a:pt x="115" y="74"/>
                      <a:pt x="116" y="74"/>
                      <a:pt x="116" y="75"/>
                    </a:cubicBezTo>
                    <a:cubicBezTo>
                      <a:pt x="124" y="71"/>
                      <a:pt x="121" y="66"/>
                      <a:pt x="128" y="64"/>
                    </a:cubicBezTo>
                    <a:cubicBezTo>
                      <a:pt x="126" y="67"/>
                      <a:pt x="129" y="66"/>
                      <a:pt x="132" y="65"/>
                    </a:cubicBezTo>
                    <a:cubicBezTo>
                      <a:pt x="131" y="65"/>
                      <a:pt x="131" y="64"/>
                      <a:pt x="132" y="63"/>
                    </a:cubicBezTo>
                    <a:cubicBezTo>
                      <a:pt x="131" y="63"/>
                      <a:pt x="132" y="65"/>
                      <a:pt x="129" y="65"/>
                    </a:cubicBezTo>
                    <a:cubicBezTo>
                      <a:pt x="128" y="65"/>
                      <a:pt x="131" y="63"/>
                      <a:pt x="132" y="62"/>
                    </a:cubicBezTo>
                    <a:cubicBezTo>
                      <a:pt x="139" y="63"/>
                      <a:pt x="150" y="53"/>
                      <a:pt x="160" y="50"/>
                    </a:cubicBezTo>
                    <a:cubicBezTo>
                      <a:pt x="158" y="48"/>
                      <a:pt x="163" y="48"/>
                      <a:pt x="164" y="46"/>
                    </a:cubicBezTo>
                    <a:cubicBezTo>
                      <a:pt x="165" y="49"/>
                      <a:pt x="169" y="43"/>
                      <a:pt x="172" y="44"/>
                    </a:cubicBezTo>
                    <a:cubicBezTo>
                      <a:pt x="170" y="42"/>
                      <a:pt x="170" y="42"/>
                      <a:pt x="170" y="42"/>
                    </a:cubicBezTo>
                    <a:cubicBezTo>
                      <a:pt x="176" y="41"/>
                      <a:pt x="177" y="34"/>
                      <a:pt x="182" y="36"/>
                    </a:cubicBezTo>
                    <a:cubicBezTo>
                      <a:pt x="185" y="35"/>
                      <a:pt x="182" y="38"/>
                      <a:pt x="181" y="39"/>
                    </a:cubicBezTo>
                    <a:cubicBezTo>
                      <a:pt x="186" y="40"/>
                      <a:pt x="191" y="32"/>
                      <a:pt x="196" y="34"/>
                    </a:cubicBezTo>
                    <a:cubicBezTo>
                      <a:pt x="196" y="33"/>
                      <a:pt x="194" y="32"/>
                      <a:pt x="197" y="30"/>
                    </a:cubicBezTo>
                    <a:cubicBezTo>
                      <a:pt x="201" y="30"/>
                      <a:pt x="207" y="29"/>
                      <a:pt x="207" y="29"/>
                    </a:cubicBezTo>
                    <a:cubicBezTo>
                      <a:pt x="209" y="28"/>
                      <a:pt x="210" y="27"/>
                      <a:pt x="213" y="27"/>
                    </a:cubicBezTo>
                    <a:cubicBezTo>
                      <a:pt x="213" y="28"/>
                      <a:pt x="212" y="28"/>
                      <a:pt x="211" y="29"/>
                    </a:cubicBezTo>
                    <a:cubicBezTo>
                      <a:pt x="215" y="28"/>
                      <a:pt x="219" y="26"/>
                      <a:pt x="222" y="24"/>
                    </a:cubicBezTo>
                    <a:cubicBezTo>
                      <a:pt x="225" y="26"/>
                      <a:pt x="233" y="23"/>
                      <a:pt x="238" y="23"/>
                    </a:cubicBezTo>
                    <a:cubicBezTo>
                      <a:pt x="241" y="20"/>
                      <a:pt x="247" y="23"/>
                      <a:pt x="247" y="20"/>
                    </a:cubicBezTo>
                    <a:cubicBezTo>
                      <a:pt x="247" y="20"/>
                      <a:pt x="247" y="20"/>
                      <a:pt x="248" y="21"/>
                    </a:cubicBezTo>
                    <a:cubicBezTo>
                      <a:pt x="249" y="19"/>
                      <a:pt x="251" y="17"/>
                      <a:pt x="253" y="17"/>
                    </a:cubicBezTo>
                    <a:cubicBezTo>
                      <a:pt x="253" y="19"/>
                      <a:pt x="253" y="19"/>
                      <a:pt x="253" y="19"/>
                    </a:cubicBezTo>
                    <a:cubicBezTo>
                      <a:pt x="252" y="22"/>
                      <a:pt x="260" y="19"/>
                      <a:pt x="261" y="20"/>
                    </a:cubicBezTo>
                    <a:cubicBezTo>
                      <a:pt x="258" y="19"/>
                      <a:pt x="263" y="20"/>
                      <a:pt x="263" y="18"/>
                    </a:cubicBezTo>
                    <a:cubicBezTo>
                      <a:pt x="266" y="18"/>
                      <a:pt x="266" y="18"/>
                      <a:pt x="266" y="18"/>
                    </a:cubicBezTo>
                    <a:cubicBezTo>
                      <a:pt x="271" y="17"/>
                      <a:pt x="267" y="17"/>
                      <a:pt x="273" y="16"/>
                    </a:cubicBezTo>
                    <a:cubicBezTo>
                      <a:pt x="276" y="16"/>
                      <a:pt x="274" y="19"/>
                      <a:pt x="273" y="19"/>
                    </a:cubicBezTo>
                    <a:cubicBezTo>
                      <a:pt x="275" y="20"/>
                      <a:pt x="278" y="19"/>
                      <a:pt x="281" y="19"/>
                    </a:cubicBezTo>
                    <a:cubicBezTo>
                      <a:pt x="280" y="18"/>
                      <a:pt x="280" y="18"/>
                      <a:pt x="281" y="18"/>
                    </a:cubicBezTo>
                    <a:cubicBezTo>
                      <a:pt x="281" y="18"/>
                      <a:pt x="281" y="18"/>
                      <a:pt x="281" y="19"/>
                    </a:cubicBezTo>
                    <a:cubicBezTo>
                      <a:pt x="282" y="18"/>
                      <a:pt x="283" y="18"/>
                      <a:pt x="285" y="18"/>
                    </a:cubicBezTo>
                    <a:cubicBezTo>
                      <a:pt x="285" y="19"/>
                      <a:pt x="285" y="19"/>
                      <a:pt x="285" y="19"/>
                    </a:cubicBezTo>
                    <a:cubicBezTo>
                      <a:pt x="283" y="19"/>
                      <a:pt x="282" y="19"/>
                      <a:pt x="281" y="19"/>
                    </a:cubicBezTo>
                    <a:cubicBezTo>
                      <a:pt x="282" y="19"/>
                      <a:pt x="283" y="19"/>
                      <a:pt x="284" y="19"/>
                    </a:cubicBezTo>
                    <a:cubicBezTo>
                      <a:pt x="285" y="19"/>
                      <a:pt x="285" y="19"/>
                      <a:pt x="285" y="19"/>
                    </a:cubicBezTo>
                    <a:cubicBezTo>
                      <a:pt x="286" y="19"/>
                      <a:pt x="287" y="19"/>
                      <a:pt x="288" y="20"/>
                    </a:cubicBezTo>
                    <a:cubicBezTo>
                      <a:pt x="287" y="21"/>
                      <a:pt x="287" y="21"/>
                      <a:pt x="287" y="21"/>
                    </a:cubicBezTo>
                    <a:cubicBezTo>
                      <a:pt x="289" y="22"/>
                      <a:pt x="294" y="20"/>
                      <a:pt x="294" y="20"/>
                    </a:cubicBezTo>
                    <a:cubicBezTo>
                      <a:pt x="303" y="22"/>
                      <a:pt x="318" y="23"/>
                      <a:pt x="322" y="24"/>
                    </a:cubicBezTo>
                    <a:cubicBezTo>
                      <a:pt x="319" y="23"/>
                      <a:pt x="318" y="24"/>
                      <a:pt x="320" y="24"/>
                    </a:cubicBezTo>
                    <a:cubicBezTo>
                      <a:pt x="323" y="25"/>
                      <a:pt x="326" y="24"/>
                      <a:pt x="326" y="25"/>
                    </a:cubicBezTo>
                    <a:cubicBezTo>
                      <a:pt x="329" y="25"/>
                      <a:pt x="328" y="27"/>
                      <a:pt x="332" y="28"/>
                    </a:cubicBezTo>
                    <a:cubicBezTo>
                      <a:pt x="332" y="29"/>
                      <a:pt x="333" y="27"/>
                      <a:pt x="332" y="27"/>
                    </a:cubicBezTo>
                    <a:cubicBezTo>
                      <a:pt x="337" y="31"/>
                      <a:pt x="347" y="31"/>
                      <a:pt x="354" y="36"/>
                    </a:cubicBezTo>
                    <a:cubicBezTo>
                      <a:pt x="353" y="36"/>
                      <a:pt x="352" y="36"/>
                      <a:pt x="351" y="37"/>
                    </a:cubicBezTo>
                    <a:cubicBezTo>
                      <a:pt x="357" y="38"/>
                      <a:pt x="363" y="41"/>
                      <a:pt x="369" y="42"/>
                    </a:cubicBezTo>
                    <a:cubicBezTo>
                      <a:pt x="368" y="42"/>
                      <a:pt x="368" y="43"/>
                      <a:pt x="366" y="43"/>
                    </a:cubicBezTo>
                    <a:cubicBezTo>
                      <a:pt x="369" y="44"/>
                      <a:pt x="372" y="46"/>
                      <a:pt x="375" y="47"/>
                    </a:cubicBezTo>
                    <a:cubicBezTo>
                      <a:pt x="375" y="47"/>
                      <a:pt x="375" y="47"/>
                      <a:pt x="375" y="47"/>
                    </a:cubicBezTo>
                    <a:cubicBezTo>
                      <a:pt x="373" y="44"/>
                      <a:pt x="378" y="46"/>
                      <a:pt x="381" y="48"/>
                    </a:cubicBezTo>
                    <a:cubicBezTo>
                      <a:pt x="380" y="48"/>
                      <a:pt x="380" y="48"/>
                      <a:pt x="380" y="48"/>
                    </a:cubicBezTo>
                    <a:cubicBezTo>
                      <a:pt x="384" y="51"/>
                      <a:pt x="385" y="50"/>
                      <a:pt x="388" y="53"/>
                    </a:cubicBezTo>
                    <a:cubicBezTo>
                      <a:pt x="390" y="55"/>
                      <a:pt x="386" y="52"/>
                      <a:pt x="386" y="53"/>
                    </a:cubicBezTo>
                    <a:cubicBezTo>
                      <a:pt x="386" y="56"/>
                      <a:pt x="393" y="61"/>
                      <a:pt x="394" y="62"/>
                    </a:cubicBezTo>
                    <a:cubicBezTo>
                      <a:pt x="395" y="62"/>
                      <a:pt x="396" y="63"/>
                      <a:pt x="397" y="62"/>
                    </a:cubicBezTo>
                    <a:cubicBezTo>
                      <a:pt x="400" y="64"/>
                      <a:pt x="397" y="64"/>
                      <a:pt x="399" y="66"/>
                    </a:cubicBezTo>
                    <a:cubicBezTo>
                      <a:pt x="409" y="69"/>
                      <a:pt x="409" y="69"/>
                      <a:pt x="409" y="69"/>
                    </a:cubicBezTo>
                    <a:cubicBezTo>
                      <a:pt x="408" y="69"/>
                      <a:pt x="410" y="73"/>
                      <a:pt x="407" y="71"/>
                    </a:cubicBezTo>
                    <a:cubicBezTo>
                      <a:pt x="412" y="76"/>
                      <a:pt x="417" y="77"/>
                      <a:pt x="422" y="80"/>
                    </a:cubicBezTo>
                    <a:cubicBezTo>
                      <a:pt x="423" y="82"/>
                      <a:pt x="428" y="87"/>
                      <a:pt x="430" y="89"/>
                    </a:cubicBezTo>
                    <a:cubicBezTo>
                      <a:pt x="429" y="90"/>
                      <a:pt x="428" y="87"/>
                      <a:pt x="427" y="87"/>
                    </a:cubicBezTo>
                    <a:cubicBezTo>
                      <a:pt x="428" y="91"/>
                      <a:pt x="428" y="91"/>
                      <a:pt x="428" y="91"/>
                    </a:cubicBezTo>
                    <a:cubicBezTo>
                      <a:pt x="425" y="87"/>
                      <a:pt x="427" y="93"/>
                      <a:pt x="424" y="91"/>
                    </a:cubicBezTo>
                    <a:cubicBezTo>
                      <a:pt x="428" y="94"/>
                      <a:pt x="432" y="102"/>
                      <a:pt x="435" y="107"/>
                    </a:cubicBezTo>
                    <a:cubicBezTo>
                      <a:pt x="435" y="102"/>
                      <a:pt x="440" y="113"/>
                      <a:pt x="443" y="111"/>
                    </a:cubicBezTo>
                    <a:cubicBezTo>
                      <a:pt x="447" y="117"/>
                      <a:pt x="443" y="115"/>
                      <a:pt x="443" y="118"/>
                    </a:cubicBezTo>
                    <a:cubicBezTo>
                      <a:pt x="448" y="124"/>
                      <a:pt x="451" y="130"/>
                      <a:pt x="453" y="136"/>
                    </a:cubicBezTo>
                    <a:cubicBezTo>
                      <a:pt x="453" y="136"/>
                      <a:pt x="453" y="136"/>
                      <a:pt x="453" y="136"/>
                    </a:cubicBezTo>
                    <a:cubicBezTo>
                      <a:pt x="456" y="141"/>
                      <a:pt x="459" y="150"/>
                      <a:pt x="464" y="155"/>
                    </a:cubicBezTo>
                    <a:cubicBezTo>
                      <a:pt x="463" y="154"/>
                      <a:pt x="463" y="155"/>
                      <a:pt x="462" y="154"/>
                    </a:cubicBezTo>
                    <a:cubicBezTo>
                      <a:pt x="463" y="160"/>
                      <a:pt x="465" y="154"/>
                      <a:pt x="466" y="161"/>
                    </a:cubicBezTo>
                    <a:cubicBezTo>
                      <a:pt x="465" y="160"/>
                      <a:pt x="465" y="160"/>
                      <a:pt x="465" y="160"/>
                    </a:cubicBezTo>
                    <a:cubicBezTo>
                      <a:pt x="467" y="164"/>
                      <a:pt x="467" y="169"/>
                      <a:pt x="470" y="173"/>
                    </a:cubicBezTo>
                    <a:cubicBezTo>
                      <a:pt x="469" y="174"/>
                      <a:pt x="469" y="173"/>
                      <a:pt x="468" y="172"/>
                    </a:cubicBezTo>
                    <a:cubicBezTo>
                      <a:pt x="470" y="177"/>
                      <a:pt x="471" y="182"/>
                      <a:pt x="474" y="186"/>
                    </a:cubicBezTo>
                    <a:cubicBezTo>
                      <a:pt x="473" y="186"/>
                      <a:pt x="472" y="186"/>
                      <a:pt x="471" y="184"/>
                    </a:cubicBezTo>
                    <a:cubicBezTo>
                      <a:pt x="471" y="189"/>
                      <a:pt x="474" y="189"/>
                      <a:pt x="474" y="193"/>
                    </a:cubicBezTo>
                    <a:cubicBezTo>
                      <a:pt x="475" y="194"/>
                      <a:pt x="474" y="197"/>
                      <a:pt x="474" y="196"/>
                    </a:cubicBezTo>
                    <a:cubicBezTo>
                      <a:pt x="475" y="198"/>
                      <a:pt x="476" y="205"/>
                      <a:pt x="477" y="207"/>
                    </a:cubicBezTo>
                    <a:cubicBezTo>
                      <a:pt x="476" y="208"/>
                      <a:pt x="476" y="209"/>
                      <a:pt x="475" y="212"/>
                    </a:cubicBezTo>
                    <a:cubicBezTo>
                      <a:pt x="478" y="236"/>
                      <a:pt x="473" y="260"/>
                      <a:pt x="467" y="283"/>
                    </a:cubicBezTo>
                    <a:cubicBezTo>
                      <a:pt x="463" y="286"/>
                      <a:pt x="467" y="277"/>
                      <a:pt x="464" y="279"/>
                    </a:cubicBezTo>
                    <a:cubicBezTo>
                      <a:pt x="467" y="280"/>
                      <a:pt x="464" y="283"/>
                      <a:pt x="461" y="290"/>
                    </a:cubicBezTo>
                    <a:cubicBezTo>
                      <a:pt x="461" y="290"/>
                      <a:pt x="461" y="290"/>
                      <a:pt x="461" y="290"/>
                    </a:cubicBezTo>
                    <a:cubicBezTo>
                      <a:pt x="460" y="293"/>
                      <a:pt x="458" y="294"/>
                      <a:pt x="457" y="297"/>
                    </a:cubicBezTo>
                    <a:cubicBezTo>
                      <a:pt x="458" y="297"/>
                      <a:pt x="458" y="297"/>
                      <a:pt x="458" y="297"/>
                    </a:cubicBezTo>
                    <a:cubicBezTo>
                      <a:pt x="458" y="301"/>
                      <a:pt x="452" y="303"/>
                      <a:pt x="453" y="306"/>
                    </a:cubicBezTo>
                    <a:cubicBezTo>
                      <a:pt x="451" y="307"/>
                      <a:pt x="451" y="307"/>
                      <a:pt x="451" y="307"/>
                    </a:cubicBezTo>
                    <a:cubicBezTo>
                      <a:pt x="451" y="312"/>
                      <a:pt x="447" y="312"/>
                      <a:pt x="447" y="316"/>
                    </a:cubicBezTo>
                    <a:cubicBezTo>
                      <a:pt x="447" y="316"/>
                      <a:pt x="447" y="316"/>
                      <a:pt x="447" y="316"/>
                    </a:cubicBezTo>
                    <a:cubicBezTo>
                      <a:pt x="443" y="320"/>
                      <a:pt x="442" y="327"/>
                      <a:pt x="439" y="328"/>
                    </a:cubicBezTo>
                    <a:cubicBezTo>
                      <a:pt x="437" y="332"/>
                      <a:pt x="434" y="337"/>
                      <a:pt x="435" y="339"/>
                    </a:cubicBezTo>
                    <a:cubicBezTo>
                      <a:pt x="433" y="339"/>
                      <a:pt x="433" y="338"/>
                      <a:pt x="433" y="337"/>
                    </a:cubicBezTo>
                    <a:cubicBezTo>
                      <a:pt x="422" y="352"/>
                      <a:pt x="406" y="365"/>
                      <a:pt x="395" y="377"/>
                    </a:cubicBezTo>
                    <a:cubicBezTo>
                      <a:pt x="394" y="378"/>
                      <a:pt x="395" y="377"/>
                      <a:pt x="395" y="376"/>
                    </a:cubicBezTo>
                    <a:cubicBezTo>
                      <a:pt x="389" y="385"/>
                      <a:pt x="378" y="390"/>
                      <a:pt x="378" y="398"/>
                    </a:cubicBezTo>
                    <a:cubicBezTo>
                      <a:pt x="377" y="402"/>
                      <a:pt x="377" y="402"/>
                      <a:pt x="377" y="402"/>
                    </a:cubicBezTo>
                    <a:cubicBezTo>
                      <a:pt x="375" y="403"/>
                      <a:pt x="375" y="402"/>
                      <a:pt x="373" y="403"/>
                    </a:cubicBezTo>
                    <a:cubicBezTo>
                      <a:pt x="373" y="406"/>
                      <a:pt x="368" y="411"/>
                      <a:pt x="369" y="413"/>
                    </a:cubicBezTo>
                    <a:cubicBezTo>
                      <a:pt x="368" y="414"/>
                      <a:pt x="369" y="412"/>
                      <a:pt x="368" y="412"/>
                    </a:cubicBezTo>
                    <a:cubicBezTo>
                      <a:pt x="365" y="416"/>
                      <a:pt x="365" y="422"/>
                      <a:pt x="363" y="426"/>
                    </a:cubicBezTo>
                    <a:cubicBezTo>
                      <a:pt x="363" y="424"/>
                      <a:pt x="363" y="424"/>
                      <a:pt x="363" y="424"/>
                    </a:cubicBezTo>
                    <a:cubicBezTo>
                      <a:pt x="349" y="443"/>
                      <a:pt x="340" y="473"/>
                      <a:pt x="342" y="493"/>
                    </a:cubicBezTo>
                    <a:cubicBezTo>
                      <a:pt x="343" y="498"/>
                      <a:pt x="340" y="495"/>
                      <a:pt x="340" y="497"/>
                    </a:cubicBezTo>
                    <a:cubicBezTo>
                      <a:pt x="342" y="517"/>
                      <a:pt x="338" y="542"/>
                      <a:pt x="349" y="558"/>
                    </a:cubicBezTo>
                    <a:cubicBezTo>
                      <a:pt x="355" y="570"/>
                      <a:pt x="363" y="573"/>
                      <a:pt x="363" y="573"/>
                    </a:cubicBezTo>
                    <a:cubicBezTo>
                      <a:pt x="346" y="542"/>
                      <a:pt x="349" y="513"/>
                      <a:pt x="356" y="481"/>
                    </a:cubicBezTo>
                    <a:cubicBezTo>
                      <a:pt x="356" y="470"/>
                      <a:pt x="359" y="457"/>
                      <a:pt x="363" y="448"/>
                    </a:cubicBezTo>
                    <a:cubicBezTo>
                      <a:pt x="376" y="404"/>
                      <a:pt x="410" y="388"/>
                      <a:pt x="444" y="349"/>
                    </a:cubicBezTo>
                    <a:cubicBezTo>
                      <a:pt x="442" y="350"/>
                      <a:pt x="443" y="348"/>
                      <a:pt x="444" y="346"/>
                    </a:cubicBezTo>
                    <a:cubicBezTo>
                      <a:pt x="445" y="345"/>
                      <a:pt x="445" y="345"/>
                      <a:pt x="445" y="345"/>
                    </a:cubicBezTo>
                    <a:cubicBezTo>
                      <a:pt x="446" y="342"/>
                      <a:pt x="446" y="342"/>
                      <a:pt x="446" y="342"/>
                    </a:cubicBezTo>
                    <a:cubicBezTo>
                      <a:pt x="448" y="339"/>
                      <a:pt x="449" y="341"/>
                      <a:pt x="447" y="344"/>
                    </a:cubicBezTo>
                    <a:cubicBezTo>
                      <a:pt x="459" y="329"/>
                      <a:pt x="467" y="314"/>
                      <a:pt x="475" y="297"/>
                    </a:cubicBezTo>
                    <a:cubicBezTo>
                      <a:pt x="474" y="295"/>
                      <a:pt x="479" y="288"/>
                      <a:pt x="477" y="286"/>
                    </a:cubicBezTo>
                    <a:cubicBezTo>
                      <a:pt x="478" y="286"/>
                      <a:pt x="478" y="286"/>
                      <a:pt x="478" y="287"/>
                    </a:cubicBezTo>
                    <a:cubicBezTo>
                      <a:pt x="481" y="274"/>
                      <a:pt x="482" y="274"/>
                      <a:pt x="487" y="263"/>
                    </a:cubicBezTo>
                    <a:cubicBezTo>
                      <a:pt x="501" y="211"/>
                      <a:pt x="485" y="161"/>
                      <a:pt x="463" y="118"/>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5" name="Rectangle 77"/>
              <p:cNvSpPr>
                <a:spLocks noChangeArrowheads="1"/>
              </p:cNvSpPr>
              <p:nvPr/>
            </p:nvSpPr>
            <p:spPr bwMode="auto">
              <a:xfrm>
                <a:off x="4586" y="1893"/>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6" name="Freeform 78"/>
              <p:cNvSpPr/>
              <p:nvPr/>
            </p:nvSpPr>
            <p:spPr bwMode="auto">
              <a:xfrm>
                <a:off x="3937" y="2817"/>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7" name="Freeform 79"/>
              <p:cNvSpPr/>
              <p:nvPr/>
            </p:nvSpPr>
            <p:spPr bwMode="auto">
              <a:xfrm>
                <a:off x="4629" y="1859"/>
                <a:ext cx="2" cy="2"/>
              </a:xfrm>
              <a:custGeom>
                <a:avLst/>
                <a:gdLst>
                  <a:gd name="T0" fmla="*/ 2 w 2"/>
                  <a:gd name="T1" fmla="*/ 2 h 2"/>
                  <a:gd name="T2" fmla="*/ 2 w 2"/>
                  <a:gd name="T3" fmla="*/ 2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2"/>
                    </a:lnTo>
                    <a:lnTo>
                      <a:pt x="0" y="0"/>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8" name="Freeform 80"/>
              <p:cNvSpPr/>
              <p:nvPr/>
            </p:nvSpPr>
            <p:spPr bwMode="auto">
              <a:xfrm>
                <a:off x="3967" y="28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9" name="Freeform 81"/>
              <p:cNvSpPr/>
              <p:nvPr/>
            </p:nvSpPr>
            <p:spPr bwMode="auto">
              <a:xfrm>
                <a:off x="4618" y="1878"/>
                <a:ext cx="2" cy="4"/>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0"/>
                      <a:pt x="1" y="2"/>
                      <a:pt x="1" y="2"/>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0" name="Freeform 82"/>
              <p:cNvSpPr/>
              <p:nvPr/>
            </p:nvSpPr>
            <p:spPr bwMode="auto">
              <a:xfrm>
                <a:off x="3814" y="226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1" name="Freeform 83"/>
              <p:cNvSpPr/>
              <p:nvPr/>
            </p:nvSpPr>
            <p:spPr bwMode="auto">
              <a:xfrm>
                <a:off x="3876" y="243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2" name="Freeform 84"/>
              <p:cNvSpPr/>
              <p:nvPr/>
            </p:nvSpPr>
            <p:spPr bwMode="auto">
              <a:xfrm>
                <a:off x="4618" y="187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3" name="Freeform 85"/>
              <p:cNvSpPr/>
              <p:nvPr/>
            </p:nvSpPr>
            <p:spPr bwMode="auto">
              <a:xfrm>
                <a:off x="3801" y="227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4" name="Freeform 86"/>
              <p:cNvSpPr/>
              <p:nvPr/>
            </p:nvSpPr>
            <p:spPr bwMode="auto">
              <a:xfrm>
                <a:off x="3808" y="2266"/>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0"/>
                      <a:pt x="1" y="1"/>
                      <a:pt x="1"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5" name="Freeform 87"/>
              <p:cNvSpPr/>
              <p:nvPr/>
            </p:nvSpPr>
            <p:spPr bwMode="auto">
              <a:xfrm>
                <a:off x="3878" y="2393"/>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6" name="Freeform 88"/>
              <p:cNvSpPr/>
              <p:nvPr/>
            </p:nvSpPr>
            <p:spPr bwMode="auto">
              <a:xfrm>
                <a:off x="3810" y="2266"/>
                <a:ext cx="6" cy="0"/>
              </a:xfrm>
              <a:custGeom>
                <a:avLst/>
                <a:gdLst>
                  <a:gd name="T0" fmla="*/ 1 w 3"/>
                  <a:gd name="T1" fmla="*/ 0 w 3"/>
                  <a:gd name="T2" fmla="*/ 1 w 3"/>
                </a:gdLst>
                <a:ahLst/>
                <a:cxnLst>
                  <a:cxn ang="0">
                    <a:pos x="T0" y="0"/>
                  </a:cxn>
                  <a:cxn ang="0">
                    <a:pos x="T1" y="0"/>
                  </a:cxn>
                  <a:cxn ang="0">
                    <a:pos x="T2" y="0"/>
                  </a:cxn>
                </a:cxnLst>
                <a:rect l="0" t="0" r="r" b="b"/>
                <a:pathLst>
                  <a:path w="3">
                    <a:moveTo>
                      <a:pt x="1" y="0"/>
                    </a:moveTo>
                    <a:cubicBezTo>
                      <a:pt x="0" y="0"/>
                      <a:pt x="0" y="0"/>
                      <a:pt x="0" y="0"/>
                    </a:cubicBezTo>
                    <a:cubicBezTo>
                      <a:pt x="3"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7" name="Freeform 89"/>
              <p:cNvSpPr/>
              <p:nvPr/>
            </p:nvSpPr>
            <p:spPr bwMode="auto">
              <a:xfrm>
                <a:off x="3935" y="224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8" name="Freeform 90"/>
              <p:cNvSpPr/>
              <p:nvPr/>
            </p:nvSpPr>
            <p:spPr bwMode="auto">
              <a:xfrm>
                <a:off x="3876" y="2213"/>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9" name="Oval 91"/>
              <p:cNvSpPr>
                <a:spLocks noChangeArrowheads="1"/>
              </p:cNvSpPr>
              <p:nvPr/>
            </p:nvSpPr>
            <p:spPr bwMode="auto">
              <a:xfrm>
                <a:off x="3814" y="2266"/>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0" name="Freeform 92"/>
              <p:cNvSpPr/>
              <p:nvPr/>
            </p:nvSpPr>
            <p:spPr bwMode="auto">
              <a:xfrm>
                <a:off x="3801" y="2007"/>
                <a:ext cx="5" cy="7"/>
              </a:xfrm>
              <a:custGeom>
                <a:avLst/>
                <a:gdLst>
                  <a:gd name="T0" fmla="*/ 1 w 2"/>
                  <a:gd name="T1" fmla="*/ 0 h 3"/>
                  <a:gd name="T2" fmla="*/ 2 w 2"/>
                  <a:gd name="T3" fmla="*/ 3 h 3"/>
                  <a:gd name="T4" fmla="*/ 1 w 2"/>
                  <a:gd name="T5" fmla="*/ 2 h 3"/>
                  <a:gd name="T6" fmla="*/ 1 w 2"/>
                  <a:gd name="T7" fmla="*/ 0 h 3"/>
                </a:gdLst>
                <a:ahLst/>
                <a:cxnLst>
                  <a:cxn ang="0">
                    <a:pos x="T0" y="T1"/>
                  </a:cxn>
                  <a:cxn ang="0">
                    <a:pos x="T2" y="T3"/>
                  </a:cxn>
                  <a:cxn ang="0">
                    <a:pos x="T4" y="T5"/>
                  </a:cxn>
                  <a:cxn ang="0">
                    <a:pos x="T6" y="T7"/>
                  </a:cxn>
                </a:cxnLst>
                <a:rect l="0" t="0" r="r" b="b"/>
                <a:pathLst>
                  <a:path w="2" h="3">
                    <a:moveTo>
                      <a:pt x="1" y="0"/>
                    </a:moveTo>
                    <a:cubicBezTo>
                      <a:pt x="0" y="0"/>
                      <a:pt x="0" y="1"/>
                      <a:pt x="2" y="3"/>
                    </a:cubicBezTo>
                    <a:cubicBezTo>
                      <a:pt x="1" y="2"/>
                      <a:pt x="1" y="2"/>
                      <a:pt x="1" y="2"/>
                    </a:cubicBezTo>
                    <a:cubicBezTo>
                      <a:pt x="1" y="1"/>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1" name="Freeform 93"/>
              <p:cNvSpPr/>
              <p:nvPr/>
            </p:nvSpPr>
            <p:spPr bwMode="auto">
              <a:xfrm>
                <a:off x="3837" y="24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2" name="Freeform 94"/>
              <p:cNvSpPr/>
              <p:nvPr/>
            </p:nvSpPr>
            <p:spPr bwMode="auto">
              <a:xfrm>
                <a:off x="4398" y="2296"/>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3" name="Freeform 95"/>
              <p:cNvSpPr/>
              <p:nvPr/>
            </p:nvSpPr>
            <p:spPr bwMode="auto">
              <a:xfrm>
                <a:off x="4376" y="2249"/>
                <a:ext cx="227" cy="119"/>
              </a:xfrm>
              <a:custGeom>
                <a:avLst/>
                <a:gdLst>
                  <a:gd name="T0" fmla="*/ 90 w 107"/>
                  <a:gd name="T1" fmla="*/ 34 h 56"/>
                  <a:gd name="T2" fmla="*/ 75 w 107"/>
                  <a:gd name="T3" fmla="*/ 23 h 56"/>
                  <a:gd name="T4" fmla="*/ 59 w 107"/>
                  <a:gd name="T5" fmla="*/ 22 h 56"/>
                  <a:gd name="T6" fmla="*/ 54 w 107"/>
                  <a:gd name="T7" fmla="*/ 18 h 56"/>
                  <a:gd name="T8" fmla="*/ 44 w 107"/>
                  <a:gd name="T9" fmla="*/ 13 h 56"/>
                  <a:gd name="T10" fmla="*/ 37 w 107"/>
                  <a:gd name="T11" fmla="*/ 9 h 56"/>
                  <a:gd name="T12" fmla="*/ 30 w 107"/>
                  <a:gd name="T13" fmla="*/ 11 h 56"/>
                  <a:gd name="T14" fmla="*/ 20 w 107"/>
                  <a:gd name="T15" fmla="*/ 8 h 56"/>
                  <a:gd name="T16" fmla="*/ 15 w 107"/>
                  <a:gd name="T17" fmla="*/ 6 h 56"/>
                  <a:gd name="T18" fmla="*/ 9 w 107"/>
                  <a:gd name="T19" fmla="*/ 1 h 56"/>
                  <a:gd name="T20" fmla="*/ 6 w 107"/>
                  <a:gd name="T21" fmla="*/ 1 h 56"/>
                  <a:gd name="T22" fmla="*/ 3 w 107"/>
                  <a:gd name="T23" fmla="*/ 3 h 56"/>
                  <a:gd name="T24" fmla="*/ 0 w 107"/>
                  <a:gd name="T25" fmla="*/ 5 h 56"/>
                  <a:gd name="T26" fmla="*/ 1 w 107"/>
                  <a:gd name="T27" fmla="*/ 8 h 56"/>
                  <a:gd name="T28" fmla="*/ 6 w 107"/>
                  <a:gd name="T29" fmla="*/ 9 h 56"/>
                  <a:gd name="T30" fmla="*/ 8 w 107"/>
                  <a:gd name="T31" fmla="*/ 14 h 56"/>
                  <a:gd name="T32" fmla="*/ 3 w 107"/>
                  <a:gd name="T33" fmla="*/ 19 h 56"/>
                  <a:gd name="T34" fmla="*/ 5 w 107"/>
                  <a:gd name="T35" fmla="*/ 20 h 56"/>
                  <a:gd name="T36" fmla="*/ 8 w 107"/>
                  <a:gd name="T37" fmla="*/ 18 h 56"/>
                  <a:gd name="T38" fmla="*/ 8 w 107"/>
                  <a:gd name="T39" fmla="*/ 20 h 56"/>
                  <a:gd name="T40" fmla="*/ 12 w 107"/>
                  <a:gd name="T41" fmla="*/ 17 h 56"/>
                  <a:gd name="T42" fmla="*/ 11 w 107"/>
                  <a:gd name="T43" fmla="*/ 22 h 56"/>
                  <a:gd name="T44" fmla="*/ 11 w 107"/>
                  <a:gd name="T45" fmla="*/ 25 h 56"/>
                  <a:gd name="T46" fmla="*/ 13 w 107"/>
                  <a:gd name="T47" fmla="*/ 23 h 56"/>
                  <a:gd name="T48" fmla="*/ 14 w 107"/>
                  <a:gd name="T49" fmla="*/ 25 h 56"/>
                  <a:gd name="T50" fmla="*/ 17 w 107"/>
                  <a:gd name="T51" fmla="*/ 22 h 56"/>
                  <a:gd name="T52" fmla="*/ 21 w 107"/>
                  <a:gd name="T53" fmla="*/ 18 h 56"/>
                  <a:gd name="T54" fmla="*/ 20 w 107"/>
                  <a:gd name="T55" fmla="*/ 23 h 56"/>
                  <a:gd name="T56" fmla="*/ 24 w 107"/>
                  <a:gd name="T57" fmla="*/ 26 h 56"/>
                  <a:gd name="T58" fmla="*/ 26 w 107"/>
                  <a:gd name="T59" fmla="*/ 27 h 56"/>
                  <a:gd name="T60" fmla="*/ 28 w 107"/>
                  <a:gd name="T61" fmla="*/ 27 h 56"/>
                  <a:gd name="T62" fmla="*/ 33 w 107"/>
                  <a:gd name="T63" fmla="*/ 29 h 56"/>
                  <a:gd name="T64" fmla="*/ 35 w 107"/>
                  <a:gd name="T65" fmla="*/ 30 h 56"/>
                  <a:gd name="T66" fmla="*/ 36 w 107"/>
                  <a:gd name="T67" fmla="*/ 30 h 56"/>
                  <a:gd name="T68" fmla="*/ 38 w 107"/>
                  <a:gd name="T69" fmla="*/ 28 h 56"/>
                  <a:gd name="T70" fmla="*/ 39 w 107"/>
                  <a:gd name="T71" fmla="*/ 31 h 56"/>
                  <a:gd name="T72" fmla="*/ 41 w 107"/>
                  <a:gd name="T73" fmla="*/ 30 h 56"/>
                  <a:gd name="T74" fmla="*/ 44 w 107"/>
                  <a:gd name="T75" fmla="*/ 33 h 56"/>
                  <a:gd name="T76" fmla="*/ 48 w 107"/>
                  <a:gd name="T77" fmla="*/ 34 h 56"/>
                  <a:gd name="T78" fmla="*/ 50 w 107"/>
                  <a:gd name="T79" fmla="*/ 37 h 56"/>
                  <a:gd name="T80" fmla="*/ 52 w 107"/>
                  <a:gd name="T81" fmla="*/ 36 h 56"/>
                  <a:gd name="T82" fmla="*/ 52 w 107"/>
                  <a:gd name="T83" fmla="*/ 37 h 56"/>
                  <a:gd name="T84" fmla="*/ 55 w 107"/>
                  <a:gd name="T85" fmla="*/ 37 h 56"/>
                  <a:gd name="T86" fmla="*/ 58 w 107"/>
                  <a:gd name="T87" fmla="*/ 38 h 56"/>
                  <a:gd name="T88" fmla="*/ 61 w 107"/>
                  <a:gd name="T89" fmla="*/ 38 h 56"/>
                  <a:gd name="T90" fmla="*/ 67 w 107"/>
                  <a:gd name="T91" fmla="*/ 33 h 56"/>
                  <a:gd name="T92" fmla="*/ 67 w 107"/>
                  <a:gd name="T93" fmla="*/ 38 h 56"/>
                  <a:gd name="T94" fmla="*/ 71 w 107"/>
                  <a:gd name="T95" fmla="*/ 39 h 56"/>
                  <a:gd name="T96" fmla="*/ 73 w 107"/>
                  <a:gd name="T97" fmla="*/ 40 h 56"/>
                  <a:gd name="T98" fmla="*/ 79 w 107"/>
                  <a:gd name="T99" fmla="*/ 44 h 56"/>
                  <a:gd name="T100" fmla="*/ 81 w 107"/>
                  <a:gd name="T101" fmla="*/ 46 h 56"/>
                  <a:gd name="T102" fmla="*/ 90 w 107"/>
                  <a:gd name="T103" fmla="*/ 46 h 56"/>
                  <a:gd name="T104" fmla="*/ 93 w 107"/>
                  <a:gd name="T105" fmla="*/ 4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56">
                    <a:moveTo>
                      <a:pt x="102" y="41"/>
                    </a:moveTo>
                    <a:cubicBezTo>
                      <a:pt x="101" y="41"/>
                      <a:pt x="100" y="41"/>
                      <a:pt x="100" y="40"/>
                    </a:cubicBezTo>
                    <a:cubicBezTo>
                      <a:pt x="96" y="38"/>
                      <a:pt x="96" y="32"/>
                      <a:pt x="92" y="32"/>
                    </a:cubicBezTo>
                    <a:cubicBezTo>
                      <a:pt x="91" y="33"/>
                      <a:pt x="91" y="34"/>
                      <a:pt x="90" y="34"/>
                    </a:cubicBezTo>
                    <a:cubicBezTo>
                      <a:pt x="91" y="33"/>
                      <a:pt x="91" y="33"/>
                      <a:pt x="91" y="33"/>
                    </a:cubicBezTo>
                    <a:cubicBezTo>
                      <a:pt x="90" y="34"/>
                      <a:pt x="90" y="34"/>
                      <a:pt x="90" y="34"/>
                    </a:cubicBezTo>
                    <a:cubicBezTo>
                      <a:pt x="89" y="34"/>
                      <a:pt x="90" y="33"/>
                      <a:pt x="91" y="33"/>
                    </a:cubicBezTo>
                    <a:cubicBezTo>
                      <a:pt x="89" y="32"/>
                      <a:pt x="88" y="32"/>
                      <a:pt x="87" y="31"/>
                    </a:cubicBezTo>
                    <a:cubicBezTo>
                      <a:pt x="86" y="32"/>
                      <a:pt x="86" y="30"/>
                      <a:pt x="85" y="32"/>
                    </a:cubicBezTo>
                    <a:cubicBezTo>
                      <a:pt x="86" y="31"/>
                      <a:pt x="86" y="31"/>
                      <a:pt x="86" y="31"/>
                    </a:cubicBezTo>
                    <a:cubicBezTo>
                      <a:pt x="84" y="32"/>
                      <a:pt x="84" y="32"/>
                      <a:pt x="85" y="29"/>
                    </a:cubicBezTo>
                    <a:cubicBezTo>
                      <a:pt x="82" y="25"/>
                      <a:pt x="78" y="26"/>
                      <a:pt x="75" y="23"/>
                    </a:cubicBezTo>
                    <a:cubicBezTo>
                      <a:pt x="72" y="22"/>
                      <a:pt x="68" y="22"/>
                      <a:pt x="64" y="21"/>
                    </a:cubicBezTo>
                    <a:cubicBezTo>
                      <a:pt x="62" y="24"/>
                      <a:pt x="62" y="23"/>
                      <a:pt x="60" y="25"/>
                    </a:cubicBezTo>
                    <a:cubicBezTo>
                      <a:pt x="61" y="24"/>
                      <a:pt x="61" y="24"/>
                      <a:pt x="61" y="24"/>
                    </a:cubicBezTo>
                    <a:cubicBezTo>
                      <a:pt x="60" y="25"/>
                      <a:pt x="60" y="24"/>
                      <a:pt x="60" y="22"/>
                    </a:cubicBezTo>
                    <a:cubicBezTo>
                      <a:pt x="60" y="23"/>
                      <a:pt x="60" y="22"/>
                      <a:pt x="59" y="24"/>
                    </a:cubicBezTo>
                    <a:cubicBezTo>
                      <a:pt x="58" y="26"/>
                      <a:pt x="60" y="21"/>
                      <a:pt x="59" y="22"/>
                    </a:cubicBezTo>
                    <a:cubicBezTo>
                      <a:pt x="60" y="21"/>
                      <a:pt x="59" y="23"/>
                      <a:pt x="59" y="22"/>
                    </a:cubicBezTo>
                    <a:cubicBezTo>
                      <a:pt x="57" y="24"/>
                      <a:pt x="60" y="22"/>
                      <a:pt x="59" y="19"/>
                    </a:cubicBezTo>
                    <a:cubicBezTo>
                      <a:pt x="57" y="19"/>
                      <a:pt x="55" y="20"/>
                      <a:pt x="54" y="19"/>
                    </a:cubicBezTo>
                    <a:cubicBezTo>
                      <a:pt x="54" y="19"/>
                      <a:pt x="54" y="20"/>
                      <a:pt x="54" y="20"/>
                    </a:cubicBezTo>
                    <a:cubicBezTo>
                      <a:pt x="55" y="17"/>
                      <a:pt x="53" y="21"/>
                      <a:pt x="53" y="19"/>
                    </a:cubicBezTo>
                    <a:cubicBezTo>
                      <a:pt x="53" y="19"/>
                      <a:pt x="53" y="19"/>
                      <a:pt x="54" y="18"/>
                    </a:cubicBezTo>
                    <a:cubicBezTo>
                      <a:pt x="54" y="17"/>
                      <a:pt x="52" y="18"/>
                      <a:pt x="52" y="17"/>
                    </a:cubicBezTo>
                    <a:cubicBezTo>
                      <a:pt x="51" y="18"/>
                      <a:pt x="52" y="15"/>
                      <a:pt x="51" y="16"/>
                    </a:cubicBezTo>
                    <a:cubicBezTo>
                      <a:pt x="51" y="15"/>
                      <a:pt x="51" y="15"/>
                      <a:pt x="51" y="15"/>
                    </a:cubicBezTo>
                    <a:cubicBezTo>
                      <a:pt x="49" y="18"/>
                      <a:pt x="50" y="13"/>
                      <a:pt x="49" y="15"/>
                    </a:cubicBezTo>
                    <a:cubicBezTo>
                      <a:pt x="49" y="14"/>
                      <a:pt x="49" y="14"/>
                      <a:pt x="49" y="14"/>
                    </a:cubicBezTo>
                    <a:cubicBezTo>
                      <a:pt x="47" y="14"/>
                      <a:pt x="46" y="12"/>
                      <a:pt x="44" y="13"/>
                    </a:cubicBezTo>
                    <a:cubicBezTo>
                      <a:pt x="43" y="13"/>
                      <a:pt x="43" y="10"/>
                      <a:pt x="41" y="11"/>
                    </a:cubicBezTo>
                    <a:cubicBezTo>
                      <a:pt x="40" y="12"/>
                      <a:pt x="40" y="12"/>
                      <a:pt x="40" y="12"/>
                    </a:cubicBezTo>
                    <a:cubicBezTo>
                      <a:pt x="40" y="12"/>
                      <a:pt x="41" y="11"/>
                      <a:pt x="41" y="11"/>
                    </a:cubicBezTo>
                    <a:cubicBezTo>
                      <a:pt x="40" y="12"/>
                      <a:pt x="40" y="10"/>
                      <a:pt x="39" y="10"/>
                    </a:cubicBezTo>
                    <a:cubicBezTo>
                      <a:pt x="39" y="10"/>
                      <a:pt x="39" y="10"/>
                      <a:pt x="39" y="11"/>
                    </a:cubicBezTo>
                    <a:cubicBezTo>
                      <a:pt x="39" y="9"/>
                      <a:pt x="37" y="11"/>
                      <a:pt x="37" y="9"/>
                    </a:cubicBezTo>
                    <a:cubicBezTo>
                      <a:pt x="35" y="12"/>
                      <a:pt x="35" y="11"/>
                      <a:pt x="35" y="11"/>
                    </a:cubicBezTo>
                    <a:cubicBezTo>
                      <a:pt x="35" y="11"/>
                      <a:pt x="35" y="10"/>
                      <a:pt x="35" y="10"/>
                    </a:cubicBezTo>
                    <a:cubicBezTo>
                      <a:pt x="35" y="10"/>
                      <a:pt x="34" y="10"/>
                      <a:pt x="34" y="9"/>
                    </a:cubicBezTo>
                    <a:cubicBezTo>
                      <a:pt x="34" y="9"/>
                      <a:pt x="33" y="11"/>
                      <a:pt x="33" y="10"/>
                    </a:cubicBezTo>
                    <a:cubicBezTo>
                      <a:pt x="34" y="8"/>
                      <a:pt x="32" y="10"/>
                      <a:pt x="32" y="9"/>
                    </a:cubicBezTo>
                    <a:cubicBezTo>
                      <a:pt x="31" y="10"/>
                      <a:pt x="30" y="12"/>
                      <a:pt x="30" y="11"/>
                    </a:cubicBezTo>
                    <a:cubicBezTo>
                      <a:pt x="32" y="8"/>
                      <a:pt x="32" y="8"/>
                      <a:pt x="32" y="8"/>
                    </a:cubicBezTo>
                    <a:cubicBezTo>
                      <a:pt x="30" y="9"/>
                      <a:pt x="30" y="6"/>
                      <a:pt x="27" y="8"/>
                    </a:cubicBezTo>
                    <a:cubicBezTo>
                      <a:pt x="28" y="7"/>
                      <a:pt x="28" y="7"/>
                      <a:pt x="28" y="7"/>
                    </a:cubicBezTo>
                    <a:cubicBezTo>
                      <a:pt x="26" y="8"/>
                      <a:pt x="25" y="5"/>
                      <a:pt x="23" y="7"/>
                    </a:cubicBezTo>
                    <a:cubicBezTo>
                      <a:pt x="23" y="6"/>
                      <a:pt x="23" y="6"/>
                      <a:pt x="22" y="5"/>
                    </a:cubicBezTo>
                    <a:cubicBezTo>
                      <a:pt x="21" y="7"/>
                      <a:pt x="21" y="6"/>
                      <a:pt x="20" y="8"/>
                    </a:cubicBezTo>
                    <a:cubicBezTo>
                      <a:pt x="19" y="8"/>
                      <a:pt x="20" y="7"/>
                      <a:pt x="20" y="6"/>
                    </a:cubicBezTo>
                    <a:cubicBezTo>
                      <a:pt x="20" y="6"/>
                      <a:pt x="21" y="3"/>
                      <a:pt x="19" y="5"/>
                    </a:cubicBezTo>
                    <a:cubicBezTo>
                      <a:pt x="20" y="4"/>
                      <a:pt x="20" y="4"/>
                      <a:pt x="20" y="4"/>
                    </a:cubicBezTo>
                    <a:cubicBezTo>
                      <a:pt x="18" y="5"/>
                      <a:pt x="17" y="6"/>
                      <a:pt x="17" y="5"/>
                    </a:cubicBezTo>
                    <a:cubicBezTo>
                      <a:pt x="16" y="6"/>
                      <a:pt x="16" y="6"/>
                      <a:pt x="15" y="7"/>
                    </a:cubicBezTo>
                    <a:cubicBezTo>
                      <a:pt x="15" y="7"/>
                      <a:pt x="16" y="5"/>
                      <a:pt x="15" y="6"/>
                    </a:cubicBezTo>
                    <a:cubicBezTo>
                      <a:pt x="16" y="5"/>
                      <a:pt x="16" y="5"/>
                      <a:pt x="16" y="5"/>
                    </a:cubicBezTo>
                    <a:cubicBezTo>
                      <a:pt x="16" y="4"/>
                      <a:pt x="14" y="4"/>
                      <a:pt x="13" y="4"/>
                    </a:cubicBezTo>
                    <a:cubicBezTo>
                      <a:pt x="14" y="2"/>
                      <a:pt x="11" y="4"/>
                      <a:pt x="12" y="2"/>
                    </a:cubicBezTo>
                    <a:cubicBezTo>
                      <a:pt x="11" y="3"/>
                      <a:pt x="11" y="1"/>
                      <a:pt x="9" y="4"/>
                    </a:cubicBezTo>
                    <a:cubicBezTo>
                      <a:pt x="10" y="3"/>
                      <a:pt x="10" y="3"/>
                      <a:pt x="10" y="3"/>
                    </a:cubicBezTo>
                    <a:cubicBezTo>
                      <a:pt x="9" y="2"/>
                      <a:pt x="9" y="2"/>
                      <a:pt x="9" y="1"/>
                    </a:cubicBezTo>
                    <a:cubicBezTo>
                      <a:pt x="8" y="0"/>
                      <a:pt x="7" y="2"/>
                      <a:pt x="7" y="3"/>
                    </a:cubicBezTo>
                    <a:cubicBezTo>
                      <a:pt x="7" y="1"/>
                      <a:pt x="7" y="1"/>
                      <a:pt x="7" y="1"/>
                    </a:cubicBezTo>
                    <a:cubicBezTo>
                      <a:pt x="7" y="2"/>
                      <a:pt x="5" y="4"/>
                      <a:pt x="4" y="5"/>
                    </a:cubicBezTo>
                    <a:cubicBezTo>
                      <a:pt x="5" y="4"/>
                      <a:pt x="4" y="5"/>
                      <a:pt x="4" y="4"/>
                    </a:cubicBezTo>
                    <a:cubicBezTo>
                      <a:pt x="5" y="3"/>
                      <a:pt x="6" y="2"/>
                      <a:pt x="7" y="1"/>
                    </a:cubicBezTo>
                    <a:cubicBezTo>
                      <a:pt x="7" y="0"/>
                      <a:pt x="5" y="3"/>
                      <a:pt x="6" y="1"/>
                    </a:cubicBezTo>
                    <a:cubicBezTo>
                      <a:pt x="6" y="0"/>
                      <a:pt x="5" y="0"/>
                      <a:pt x="4" y="2"/>
                    </a:cubicBezTo>
                    <a:cubicBezTo>
                      <a:pt x="5" y="1"/>
                      <a:pt x="5" y="1"/>
                      <a:pt x="5" y="0"/>
                    </a:cubicBezTo>
                    <a:cubicBezTo>
                      <a:pt x="5" y="0"/>
                      <a:pt x="5" y="0"/>
                      <a:pt x="4" y="1"/>
                    </a:cubicBezTo>
                    <a:cubicBezTo>
                      <a:pt x="4" y="1"/>
                      <a:pt x="4" y="1"/>
                      <a:pt x="4" y="1"/>
                    </a:cubicBezTo>
                    <a:cubicBezTo>
                      <a:pt x="3" y="2"/>
                      <a:pt x="3" y="2"/>
                      <a:pt x="2" y="4"/>
                    </a:cubicBezTo>
                    <a:cubicBezTo>
                      <a:pt x="2" y="3"/>
                      <a:pt x="3" y="3"/>
                      <a:pt x="3" y="3"/>
                    </a:cubicBezTo>
                    <a:cubicBezTo>
                      <a:pt x="2" y="4"/>
                      <a:pt x="1" y="5"/>
                      <a:pt x="2" y="3"/>
                    </a:cubicBezTo>
                    <a:cubicBezTo>
                      <a:pt x="2" y="2"/>
                      <a:pt x="3" y="2"/>
                      <a:pt x="4" y="1"/>
                    </a:cubicBezTo>
                    <a:cubicBezTo>
                      <a:pt x="1" y="3"/>
                      <a:pt x="1" y="3"/>
                      <a:pt x="1" y="3"/>
                    </a:cubicBezTo>
                    <a:cubicBezTo>
                      <a:pt x="2" y="2"/>
                      <a:pt x="1" y="3"/>
                      <a:pt x="0" y="5"/>
                    </a:cubicBezTo>
                    <a:cubicBezTo>
                      <a:pt x="1" y="4"/>
                      <a:pt x="1" y="4"/>
                      <a:pt x="1" y="4"/>
                    </a:cubicBezTo>
                    <a:cubicBezTo>
                      <a:pt x="0" y="5"/>
                      <a:pt x="0" y="5"/>
                      <a:pt x="0" y="5"/>
                    </a:cubicBezTo>
                    <a:cubicBezTo>
                      <a:pt x="1" y="5"/>
                      <a:pt x="0" y="6"/>
                      <a:pt x="2" y="6"/>
                    </a:cubicBezTo>
                    <a:cubicBezTo>
                      <a:pt x="2" y="4"/>
                      <a:pt x="2" y="4"/>
                      <a:pt x="2" y="4"/>
                    </a:cubicBezTo>
                    <a:cubicBezTo>
                      <a:pt x="3" y="4"/>
                      <a:pt x="4" y="3"/>
                      <a:pt x="3" y="4"/>
                    </a:cubicBezTo>
                    <a:cubicBezTo>
                      <a:pt x="2" y="6"/>
                      <a:pt x="2" y="6"/>
                      <a:pt x="2" y="6"/>
                    </a:cubicBezTo>
                    <a:cubicBezTo>
                      <a:pt x="2" y="6"/>
                      <a:pt x="3" y="6"/>
                      <a:pt x="3" y="6"/>
                    </a:cubicBezTo>
                    <a:cubicBezTo>
                      <a:pt x="1" y="8"/>
                      <a:pt x="1" y="8"/>
                      <a:pt x="1" y="8"/>
                    </a:cubicBezTo>
                    <a:cubicBezTo>
                      <a:pt x="3" y="5"/>
                      <a:pt x="3" y="7"/>
                      <a:pt x="3" y="7"/>
                    </a:cubicBezTo>
                    <a:cubicBezTo>
                      <a:pt x="3" y="7"/>
                      <a:pt x="3" y="7"/>
                      <a:pt x="3" y="7"/>
                    </a:cubicBezTo>
                    <a:cubicBezTo>
                      <a:pt x="2" y="9"/>
                      <a:pt x="3" y="6"/>
                      <a:pt x="4" y="6"/>
                    </a:cubicBezTo>
                    <a:cubicBezTo>
                      <a:pt x="4" y="7"/>
                      <a:pt x="2" y="9"/>
                      <a:pt x="2" y="10"/>
                    </a:cubicBezTo>
                    <a:cubicBezTo>
                      <a:pt x="2" y="10"/>
                      <a:pt x="4" y="9"/>
                      <a:pt x="3" y="11"/>
                    </a:cubicBezTo>
                    <a:cubicBezTo>
                      <a:pt x="4" y="10"/>
                      <a:pt x="5" y="10"/>
                      <a:pt x="6" y="9"/>
                    </a:cubicBezTo>
                    <a:cubicBezTo>
                      <a:pt x="6" y="9"/>
                      <a:pt x="4" y="11"/>
                      <a:pt x="5" y="11"/>
                    </a:cubicBezTo>
                    <a:cubicBezTo>
                      <a:pt x="5" y="11"/>
                      <a:pt x="4" y="12"/>
                      <a:pt x="4" y="13"/>
                    </a:cubicBezTo>
                    <a:cubicBezTo>
                      <a:pt x="5" y="12"/>
                      <a:pt x="4" y="13"/>
                      <a:pt x="5" y="11"/>
                    </a:cubicBezTo>
                    <a:cubicBezTo>
                      <a:pt x="6" y="12"/>
                      <a:pt x="6" y="13"/>
                      <a:pt x="7" y="12"/>
                    </a:cubicBezTo>
                    <a:cubicBezTo>
                      <a:pt x="7" y="12"/>
                      <a:pt x="6" y="14"/>
                      <a:pt x="5" y="15"/>
                    </a:cubicBezTo>
                    <a:cubicBezTo>
                      <a:pt x="6" y="13"/>
                      <a:pt x="7" y="13"/>
                      <a:pt x="8" y="14"/>
                    </a:cubicBezTo>
                    <a:cubicBezTo>
                      <a:pt x="9" y="12"/>
                      <a:pt x="8" y="12"/>
                      <a:pt x="9" y="11"/>
                    </a:cubicBezTo>
                    <a:cubicBezTo>
                      <a:pt x="10" y="10"/>
                      <a:pt x="10" y="10"/>
                      <a:pt x="10" y="10"/>
                    </a:cubicBezTo>
                    <a:cubicBezTo>
                      <a:pt x="9" y="11"/>
                      <a:pt x="8" y="14"/>
                      <a:pt x="8" y="14"/>
                    </a:cubicBezTo>
                    <a:cubicBezTo>
                      <a:pt x="6" y="16"/>
                      <a:pt x="8" y="13"/>
                      <a:pt x="6" y="16"/>
                    </a:cubicBezTo>
                    <a:cubicBezTo>
                      <a:pt x="5" y="18"/>
                      <a:pt x="4" y="17"/>
                      <a:pt x="5" y="16"/>
                    </a:cubicBezTo>
                    <a:cubicBezTo>
                      <a:pt x="3" y="18"/>
                      <a:pt x="5" y="17"/>
                      <a:pt x="3" y="19"/>
                    </a:cubicBezTo>
                    <a:cubicBezTo>
                      <a:pt x="4" y="19"/>
                      <a:pt x="5" y="18"/>
                      <a:pt x="5" y="18"/>
                    </a:cubicBezTo>
                    <a:cubicBezTo>
                      <a:pt x="6" y="17"/>
                      <a:pt x="6" y="16"/>
                      <a:pt x="7" y="16"/>
                    </a:cubicBezTo>
                    <a:cubicBezTo>
                      <a:pt x="8" y="14"/>
                      <a:pt x="6" y="17"/>
                      <a:pt x="6" y="18"/>
                    </a:cubicBezTo>
                    <a:cubicBezTo>
                      <a:pt x="6" y="18"/>
                      <a:pt x="6" y="18"/>
                      <a:pt x="6" y="18"/>
                    </a:cubicBezTo>
                    <a:cubicBezTo>
                      <a:pt x="6" y="19"/>
                      <a:pt x="7" y="18"/>
                      <a:pt x="7" y="18"/>
                    </a:cubicBezTo>
                    <a:cubicBezTo>
                      <a:pt x="5" y="21"/>
                      <a:pt x="6" y="18"/>
                      <a:pt x="5" y="20"/>
                    </a:cubicBezTo>
                    <a:cubicBezTo>
                      <a:pt x="4" y="22"/>
                      <a:pt x="4" y="22"/>
                      <a:pt x="4" y="22"/>
                    </a:cubicBezTo>
                    <a:cubicBezTo>
                      <a:pt x="4" y="22"/>
                      <a:pt x="6" y="19"/>
                      <a:pt x="6" y="20"/>
                    </a:cubicBezTo>
                    <a:cubicBezTo>
                      <a:pt x="5" y="21"/>
                      <a:pt x="5" y="21"/>
                      <a:pt x="5" y="21"/>
                    </a:cubicBezTo>
                    <a:cubicBezTo>
                      <a:pt x="6" y="21"/>
                      <a:pt x="6" y="21"/>
                      <a:pt x="6" y="21"/>
                    </a:cubicBezTo>
                    <a:cubicBezTo>
                      <a:pt x="6" y="20"/>
                      <a:pt x="7" y="18"/>
                      <a:pt x="7" y="18"/>
                    </a:cubicBezTo>
                    <a:cubicBezTo>
                      <a:pt x="9" y="16"/>
                      <a:pt x="7" y="18"/>
                      <a:pt x="8" y="18"/>
                    </a:cubicBezTo>
                    <a:cubicBezTo>
                      <a:pt x="9" y="16"/>
                      <a:pt x="8" y="18"/>
                      <a:pt x="9" y="16"/>
                    </a:cubicBezTo>
                    <a:cubicBezTo>
                      <a:pt x="9" y="15"/>
                      <a:pt x="10" y="15"/>
                      <a:pt x="10" y="15"/>
                    </a:cubicBezTo>
                    <a:cubicBezTo>
                      <a:pt x="10" y="15"/>
                      <a:pt x="9" y="17"/>
                      <a:pt x="9" y="18"/>
                    </a:cubicBezTo>
                    <a:cubicBezTo>
                      <a:pt x="9" y="18"/>
                      <a:pt x="8" y="18"/>
                      <a:pt x="9" y="17"/>
                    </a:cubicBezTo>
                    <a:cubicBezTo>
                      <a:pt x="7" y="19"/>
                      <a:pt x="7" y="21"/>
                      <a:pt x="6" y="21"/>
                    </a:cubicBezTo>
                    <a:cubicBezTo>
                      <a:pt x="6" y="23"/>
                      <a:pt x="7" y="20"/>
                      <a:pt x="8" y="20"/>
                    </a:cubicBezTo>
                    <a:cubicBezTo>
                      <a:pt x="7" y="21"/>
                      <a:pt x="8" y="19"/>
                      <a:pt x="9" y="18"/>
                    </a:cubicBezTo>
                    <a:cubicBezTo>
                      <a:pt x="12" y="14"/>
                      <a:pt x="7" y="21"/>
                      <a:pt x="8" y="21"/>
                    </a:cubicBezTo>
                    <a:cubicBezTo>
                      <a:pt x="10" y="18"/>
                      <a:pt x="11" y="18"/>
                      <a:pt x="12" y="15"/>
                    </a:cubicBezTo>
                    <a:cubicBezTo>
                      <a:pt x="13" y="14"/>
                      <a:pt x="13" y="14"/>
                      <a:pt x="13" y="14"/>
                    </a:cubicBezTo>
                    <a:cubicBezTo>
                      <a:pt x="12" y="16"/>
                      <a:pt x="13" y="16"/>
                      <a:pt x="11" y="17"/>
                    </a:cubicBezTo>
                    <a:cubicBezTo>
                      <a:pt x="12" y="17"/>
                      <a:pt x="12" y="17"/>
                      <a:pt x="12" y="17"/>
                    </a:cubicBezTo>
                    <a:cubicBezTo>
                      <a:pt x="10" y="19"/>
                      <a:pt x="10" y="19"/>
                      <a:pt x="10" y="19"/>
                    </a:cubicBezTo>
                    <a:cubicBezTo>
                      <a:pt x="10" y="21"/>
                      <a:pt x="9" y="22"/>
                      <a:pt x="9" y="23"/>
                    </a:cubicBezTo>
                    <a:cubicBezTo>
                      <a:pt x="10" y="22"/>
                      <a:pt x="10" y="21"/>
                      <a:pt x="10" y="21"/>
                    </a:cubicBezTo>
                    <a:cubicBezTo>
                      <a:pt x="10" y="22"/>
                      <a:pt x="9" y="23"/>
                      <a:pt x="10" y="23"/>
                    </a:cubicBezTo>
                    <a:cubicBezTo>
                      <a:pt x="10" y="22"/>
                      <a:pt x="11" y="20"/>
                      <a:pt x="11" y="20"/>
                    </a:cubicBezTo>
                    <a:cubicBezTo>
                      <a:pt x="12" y="20"/>
                      <a:pt x="11" y="22"/>
                      <a:pt x="11" y="22"/>
                    </a:cubicBezTo>
                    <a:cubicBezTo>
                      <a:pt x="10" y="24"/>
                      <a:pt x="10" y="24"/>
                      <a:pt x="10" y="24"/>
                    </a:cubicBezTo>
                    <a:cubicBezTo>
                      <a:pt x="11" y="23"/>
                      <a:pt x="9" y="24"/>
                      <a:pt x="10" y="24"/>
                    </a:cubicBezTo>
                    <a:cubicBezTo>
                      <a:pt x="12" y="20"/>
                      <a:pt x="12" y="20"/>
                      <a:pt x="12" y="20"/>
                    </a:cubicBezTo>
                    <a:cubicBezTo>
                      <a:pt x="13" y="20"/>
                      <a:pt x="12" y="21"/>
                      <a:pt x="12" y="21"/>
                    </a:cubicBezTo>
                    <a:cubicBezTo>
                      <a:pt x="11" y="22"/>
                      <a:pt x="11" y="22"/>
                      <a:pt x="11" y="22"/>
                    </a:cubicBezTo>
                    <a:cubicBezTo>
                      <a:pt x="12" y="22"/>
                      <a:pt x="10" y="25"/>
                      <a:pt x="11" y="25"/>
                    </a:cubicBezTo>
                    <a:cubicBezTo>
                      <a:pt x="12" y="23"/>
                      <a:pt x="12" y="23"/>
                      <a:pt x="12" y="23"/>
                    </a:cubicBezTo>
                    <a:cubicBezTo>
                      <a:pt x="11" y="25"/>
                      <a:pt x="11" y="25"/>
                      <a:pt x="11" y="25"/>
                    </a:cubicBezTo>
                    <a:cubicBezTo>
                      <a:pt x="11" y="24"/>
                      <a:pt x="12" y="24"/>
                      <a:pt x="12" y="24"/>
                    </a:cubicBezTo>
                    <a:cubicBezTo>
                      <a:pt x="11" y="25"/>
                      <a:pt x="11" y="25"/>
                      <a:pt x="11" y="25"/>
                    </a:cubicBezTo>
                    <a:cubicBezTo>
                      <a:pt x="12" y="24"/>
                      <a:pt x="13" y="22"/>
                      <a:pt x="12" y="24"/>
                    </a:cubicBezTo>
                    <a:cubicBezTo>
                      <a:pt x="14" y="22"/>
                      <a:pt x="12" y="24"/>
                      <a:pt x="13" y="23"/>
                    </a:cubicBezTo>
                    <a:cubicBezTo>
                      <a:pt x="13" y="21"/>
                      <a:pt x="14" y="21"/>
                      <a:pt x="14" y="21"/>
                    </a:cubicBezTo>
                    <a:cubicBezTo>
                      <a:pt x="13" y="24"/>
                      <a:pt x="14" y="22"/>
                      <a:pt x="14" y="22"/>
                    </a:cubicBezTo>
                    <a:cubicBezTo>
                      <a:pt x="14" y="23"/>
                      <a:pt x="14" y="23"/>
                      <a:pt x="14" y="24"/>
                    </a:cubicBezTo>
                    <a:cubicBezTo>
                      <a:pt x="15" y="22"/>
                      <a:pt x="15" y="22"/>
                      <a:pt x="15" y="22"/>
                    </a:cubicBezTo>
                    <a:cubicBezTo>
                      <a:pt x="13" y="25"/>
                      <a:pt x="15" y="22"/>
                      <a:pt x="15" y="23"/>
                    </a:cubicBezTo>
                    <a:cubicBezTo>
                      <a:pt x="14" y="24"/>
                      <a:pt x="14" y="25"/>
                      <a:pt x="14" y="25"/>
                    </a:cubicBezTo>
                    <a:cubicBezTo>
                      <a:pt x="15" y="23"/>
                      <a:pt x="16" y="23"/>
                      <a:pt x="16" y="21"/>
                    </a:cubicBezTo>
                    <a:cubicBezTo>
                      <a:pt x="16" y="22"/>
                      <a:pt x="15" y="24"/>
                      <a:pt x="14" y="26"/>
                    </a:cubicBezTo>
                    <a:cubicBezTo>
                      <a:pt x="15" y="24"/>
                      <a:pt x="14" y="27"/>
                      <a:pt x="15" y="25"/>
                    </a:cubicBezTo>
                    <a:cubicBezTo>
                      <a:pt x="15" y="24"/>
                      <a:pt x="16" y="23"/>
                      <a:pt x="17" y="22"/>
                    </a:cubicBezTo>
                    <a:cubicBezTo>
                      <a:pt x="17" y="23"/>
                      <a:pt x="16" y="23"/>
                      <a:pt x="16" y="24"/>
                    </a:cubicBezTo>
                    <a:cubicBezTo>
                      <a:pt x="16" y="24"/>
                      <a:pt x="17" y="23"/>
                      <a:pt x="17" y="22"/>
                    </a:cubicBezTo>
                    <a:cubicBezTo>
                      <a:pt x="17" y="22"/>
                      <a:pt x="19" y="20"/>
                      <a:pt x="18" y="22"/>
                    </a:cubicBezTo>
                    <a:cubicBezTo>
                      <a:pt x="18" y="23"/>
                      <a:pt x="17" y="22"/>
                      <a:pt x="17" y="23"/>
                    </a:cubicBezTo>
                    <a:cubicBezTo>
                      <a:pt x="17" y="24"/>
                      <a:pt x="19" y="20"/>
                      <a:pt x="20" y="20"/>
                    </a:cubicBezTo>
                    <a:cubicBezTo>
                      <a:pt x="20" y="19"/>
                      <a:pt x="22" y="16"/>
                      <a:pt x="22" y="15"/>
                    </a:cubicBezTo>
                    <a:cubicBezTo>
                      <a:pt x="23" y="16"/>
                      <a:pt x="22" y="16"/>
                      <a:pt x="21" y="18"/>
                    </a:cubicBezTo>
                    <a:cubicBezTo>
                      <a:pt x="21" y="18"/>
                      <a:pt x="21" y="18"/>
                      <a:pt x="21" y="18"/>
                    </a:cubicBezTo>
                    <a:cubicBezTo>
                      <a:pt x="20" y="21"/>
                      <a:pt x="18" y="22"/>
                      <a:pt x="18" y="24"/>
                    </a:cubicBezTo>
                    <a:cubicBezTo>
                      <a:pt x="18" y="23"/>
                      <a:pt x="18" y="23"/>
                      <a:pt x="18" y="23"/>
                    </a:cubicBezTo>
                    <a:cubicBezTo>
                      <a:pt x="17" y="26"/>
                      <a:pt x="17" y="26"/>
                      <a:pt x="17" y="26"/>
                    </a:cubicBezTo>
                    <a:cubicBezTo>
                      <a:pt x="18" y="24"/>
                      <a:pt x="18" y="26"/>
                      <a:pt x="18" y="26"/>
                    </a:cubicBezTo>
                    <a:cubicBezTo>
                      <a:pt x="19" y="24"/>
                      <a:pt x="17" y="26"/>
                      <a:pt x="18" y="25"/>
                    </a:cubicBezTo>
                    <a:cubicBezTo>
                      <a:pt x="19" y="25"/>
                      <a:pt x="20" y="22"/>
                      <a:pt x="20" y="23"/>
                    </a:cubicBezTo>
                    <a:cubicBezTo>
                      <a:pt x="18" y="26"/>
                      <a:pt x="18" y="26"/>
                      <a:pt x="18" y="26"/>
                    </a:cubicBezTo>
                    <a:cubicBezTo>
                      <a:pt x="18" y="27"/>
                      <a:pt x="19" y="24"/>
                      <a:pt x="19" y="25"/>
                    </a:cubicBezTo>
                    <a:cubicBezTo>
                      <a:pt x="19" y="26"/>
                      <a:pt x="19" y="26"/>
                      <a:pt x="19" y="26"/>
                    </a:cubicBezTo>
                    <a:cubicBezTo>
                      <a:pt x="19" y="27"/>
                      <a:pt x="21" y="28"/>
                      <a:pt x="23" y="24"/>
                    </a:cubicBezTo>
                    <a:cubicBezTo>
                      <a:pt x="23" y="26"/>
                      <a:pt x="23" y="26"/>
                      <a:pt x="23" y="27"/>
                    </a:cubicBezTo>
                    <a:cubicBezTo>
                      <a:pt x="23" y="27"/>
                      <a:pt x="24" y="26"/>
                      <a:pt x="24" y="26"/>
                    </a:cubicBezTo>
                    <a:cubicBezTo>
                      <a:pt x="23" y="28"/>
                      <a:pt x="23" y="28"/>
                      <a:pt x="23" y="28"/>
                    </a:cubicBezTo>
                    <a:cubicBezTo>
                      <a:pt x="23" y="29"/>
                      <a:pt x="24" y="27"/>
                      <a:pt x="25" y="26"/>
                    </a:cubicBezTo>
                    <a:cubicBezTo>
                      <a:pt x="25" y="28"/>
                      <a:pt x="25" y="28"/>
                      <a:pt x="25" y="28"/>
                    </a:cubicBezTo>
                    <a:cubicBezTo>
                      <a:pt x="24" y="29"/>
                      <a:pt x="25" y="27"/>
                      <a:pt x="26" y="26"/>
                    </a:cubicBezTo>
                    <a:cubicBezTo>
                      <a:pt x="25" y="28"/>
                      <a:pt x="25" y="28"/>
                      <a:pt x="25" y="28"/>
                    </a:cubicBezTo>
                    <a:cubicBezTo>
                      <a:pt x="26" y="27"/>
                      <a:pt x="26" y="27"/>
                      <a:pt x="26" y="27"/>
                    </a:cubicBezTo>
                    <a:cubicBezTo>
                      <a:pt x="26" y="26"/>
                      <a:pt x="27" y="26"/>
                      <a:pt x="26" y="28"/>
                    </a:cubicBezTo>
                    <a:cubicBezTo>
                      <a:pt x="26" y="27"/>
                      <a:pt x="26" y="27"/>
                      <a:pt x="26" y="27"/>
                    </a:cubicBezTo>
                    <a:cubicBezTo>
                      <a:pt x="26" y="28"/>
                      <a:pt x="27" y="29"/>
                      <a:pt x="27" y="28"/>
                    </a:cubicBezTo>
                    <a:cubicBezTo>
                      <a:pt x="28" y="28"/>
                      <a:pt x="28" y="27"/>
                      <a:pt x="28" y="26"/>
                    </a:cubicBezTo>
                    <a:cubicBezTo>
                      <a:pt x="29" y="24"/>
                      <a:pt x="28" y="26"/>
                      <a:pt x="29" y="25"/>
                    </a:cubicBezTo>
                    <a:cubicBezTo>
                      <a:pt x="28" y="27"/>
                      <a:pt x="28" y="27"/>
                      <a:pt x="28" y="27"/>
                    </a:cubicBezTo>
                    <a:cubicBezTo>
                      <a:pt x="27" y="30"/>
                      <a:pt x="29" y="28"/>
                      <a:pt x="30" y="29"/>
                    </a:cubicBezTo>
                    <a:cubicBezTo>
                      <a:pt x="31" y="28"/>
                      <a:pt x="31" y="28"/>
                      <a:pt x="31" y="28"/>
                    </a:cubicBezTo>
                    <a:cubicBezTo>
                      <a:pt x="30" y="30"/>
                      <a:pt x="32" y="28"/>
                      <a:pt x="32" y="30"/>
                    </a:cubicBezTo>
                    <a:cubicBezTo>
                      <a:pt x="32" y="29"/>
                      <a:pt x="33" y="26"/>
                      <a:pt x="34" y="26"/>
                    </a:cubicBezTo>
                    <a:cubicBezTo>
                      <a:pt x="35" y="25"/>
                      <a:pt x="33" y="29"/>
                      <a:pt x="32" y="30"/>
                    </a:cubicBezTo>
                    <a:cubicBezTo>
                      <a:pt x="33" y="29"/>
                      <a:pt x="33" y="29"/>
                      <a:pt x="33" y="29"/>
                    </a:cubicBezTo>
                    <a:cubicBezTo>
                      <a:pt x="33" y="30"/>
                      <a:pt x="33" y="30"/>
                      <a:pt x="33" y="30"/>
                    </a:cubicBezTo>
                    <a:cubicBezTo>
                      <a:pt x="34" y="29"/>
                      <a:pt x="34" y="28"/>
                      <a:pt x="34" y="29"/>
                    </a:cubicBezTo>
                    <a:cubicBezTo>
                      <a:pt x="34" y="29"/>
                      <a:pt x="34" y="29"/>
                      <a:pt x="34" y="29"/>
                    </a:cubicBezTo>
                    <a:cubicBezTo>
                      <a:pt x="34" y="30"/>
                      <a:pt x="34" y="31"/>
                      <a:pt x="34" y="31"/>
                    </a:cubicBezTo>
                    <a:cubicBezTo>
                      <a:pt x="35" y="29"/>
                      <a:pt x="35" y="30"/>
                      <a:pt x="36" y="29"/>
                    </a:cubicBezTo>
                    <a:cubicBezTo>
                      <a:pt x="35" y="30"/>
                      <a:pt x="35" y="30"/>
                      <a:pt x="35" y="30"/>
                    </a:cubicBezTo>
                    <a:cubicBezTo>
                      <a:pt x="36" y="28"/>
                      <a:pt x="36" y="28"/>
                      <a:pt x="36" y="28"/>
                    </a:cubicBezTo>
                    <a:cubicBezTo>
                      <a:pt x="36" y="29"/>
                      <a:pt x="36" y="29"/>
                      <a:pt x="36" y="29"/>
                    </a:cubicBezTo>
                    <a:cubicBezTo>
                      <a:pt x="35" y="31"/>
                      <a:pt x="35" y="31"/>
                      <a:pt x="35" y="31"/>
                    </a:cubicBezTo>
                    <a:cubicBezTo>
                      <a:pt x="35" y="32"/>
                      <a:pt x="36" y="29"/>
                      <a:pt x="36" y="29"/>
                    </a:cubicBezTo>
                    <a:cubicBezTo>
                      <a:pt x="37" y="28"/>
                      <a:pt x="37" y="29"/>
                      <a:pt x="36" y="30"/>
                    </a:cubicBezTo>
                    <a:cubicBezTo>
                      <a:pt x="36" y="30"/>
                      <a:pt x="36" y="29"/>
                      <a:pt x="36" y="30"/>
                    </a:cubicBezTo>
                    <a:cubicBezTo>
                      <a:pt x="35" y="31"/>
                      <a:pt x="36" y="30"/>
                      <a:pt x="36" y="31"/>
                    </a:cubicBezTo>
                    <a:cubicBezTo>
                      <a:pt x="36" y="31"/>
                      <a:pt x="37" y="29"/>
                      <a:pt x="37" y="30"/>
                    </a:cubicBezTo>
                    <a:cubicBezTo>
                      <a:pt x="37" y="30"/>
                      <a:pt x="37" y="30"/>
                      <a:pt x="37" y="31"/>
                    </a:cubicBezTo>
                    <a:cubicBezTo>
                      <a:pt x="37" y="30"/>
                      <a:pt x="37" y="31"/>
                      <a:pt x="38" y="30"/>
                    </a:cubicBezTo>
                    <a:cubicBezTo>
                      <a:pt x="38" y="30"/>
                      <a:pt x="38" y="29"/>
                      <a:pt x="38" y="28"/>
                    </a:cubicBezTo>
                    <a:cubicBezTo>
                      <a:pt x="38" y="28"/>
                      <a:pt x="39" y="28"/>
                      <a:pt x="38" y="28"/>
                    </a:cubicBezTo>
                    <a:cubicBezTo>
                      <a:pt x="38" y="29"/>
                      <a:pt x="38" y="29"/>
                      <a:pt x="38" y="29"/>
                    </a:cubicBezTo>
                    <a:cubicBezTo>
                      <a:pt x="38" y="28"/>
                      <a:pt x="38" y="29"/>
                      <a:pt x="39" y="28"/>
                    </a:cubicBezTo>
                    <a:cubicBezTo>
                      <a:pt x="38" y="30"/>
                      <a:pt x="38" y="30"/>
                      <a:pt x="38" y="30"/>
                    </a:cubicBezTo>
                    <a:cubicBezTo>
                      <a:pt x="39" y="29"/>
                      <a:pt x="39" y="29"/>
                      <a:pt x="39" y="29"/>
                    </a:cubicBezTo>
                    <a:cubicBezTo>
                      <a:pt x="39" y="30"/>
                      <a:pt x="38" y="32"/>
                      <a:pt x="38" y="32"/>
                    </a:cubicBezTo>
                    <a:cubicBezTo>
                      <a:pt x="39" y="31"/>
                      <a:pt x="39" y="31"/>
                      <a:pt x="39" y="31"/>
                    </a:cubicBezTo>
                    <a:cubicBezTo>
                      <a:pt x="39" y="31"/>
                      <a:pt x="39" y="31"/>
                      <a:pt x="39" y="32"/>
                    </a:cubicBezTo>
                    <a:cubicBezTo>
                      <a:pt x="39" y="33"/>
                      <a:pt x="41" y="28"/>
                      <a:pt x="41" y="30"/>
                    </a:cubicBezTo>
                    <a:cubicBezTo>
                      <a:pt x="40" y="31"/>
                      <a:pt x="40" y="32"/>
                      <a:pt x="40" y="32"/>
                    </a:cubicBezTo>
                    <a:cubicBezTo>
                      <a:pt x="40" y="32"/>
                      <a:pt x="41" y="31"/>
                      <a:pt x="41" y="31"/>
                    </a:cubicBezTo>
                    <a:cubicBezTo>
                      <a:pt x="41" y="31"/>
                      <a:pt x="40" y="33"/>
                      <a:pt x="40" y="31"/>
                    </a:cubicBezTo>
                    <a:cubicBezTo>
                      <a:pt x="41" y="30"/>
                      <a:pt x="41" y="31"/>
                      <a:pt x="41" y="30"/>
                    </a:cubicBezTo>
                    <a:cubicBezTo>
                      <a:pt x="40" y="35"/>
                      <a:pt x="42" y="32"/>
                      <a:pt x="42" y="34"/>
                    </a:cubicBezTo>
                    <a:cubicBezTo>
                      <a:pt x="43" y="32"/>
                      <a:pt x="43" y="34"/>
                      <a:pt x="43" y="33"/>
                    </a:cubicBezTo>
                    <a:cubicBezTo>
                      <a:pt x="42" y="35"/>
                      <a:pt x="44" y="33"/>
                      <a:pt x="43" y="34"/>
                    </a:cubicBezTo>
                    <a:cubicBezTo>
                      <a:pt x="44" y="32"/>
                      <a:pt x="44" y="32"/>
                      <a:pt x="44" y="32"/>
                    </a:cubicBezTo>
                    <a:cubicBezTo>
                      <a:pt x="44" y="33"/>
                      <a:pt x="46" y="29"/>
                      <a:pt x="45" y="31"/>
                    </a:cubicBezTo>
                    <a:cubicBezTo>
                      <a:pt x="45" y="32"/>
                      <a:pt x="45" y="33"/>
                      <a:pt x="44" y="33"/>
                    </a:cubicBezTo>
                    <a:cubicBezTo>
                      <a:pt x="44" y="36"/>
                      <a:pt x="46" y="32"/>
                      <a:pt x="45" y="35"/>
                    </a:cubicBezTo>
                    <a:cubicBezTo>
                      <a:pt x="46" y="34"/>
                      <a:pt x="46" y="32"/>
                      <a:pt x="47" y="31"/>
                    </a:cubicBezTo>
                    <a:cubicBezTo>
                      <a:pt x="47" y="33"/>
                      <a:pt x="47" y="34"/>
                      <a:pt x="46" y="34"/>
                    </a:cubicBezTo>
                    <a:cubicBezTo>
                      <a:pt x="47" y="34"/>
                      <a:pt x="47" y="33"/>
                      <a:pt x="47" y="34"/>
                    </a:cubicBezTo>
                    <a:cubicBezTo>
                      <a:pt x="47" y="35"/>
                      <a:pt x="47" y="35"/>
                      <a:pt x="46" y="35"/>
                    </a:cubicBezTo>
                    <a:cubicBezTo>
                      <a:pt x="46" y="36"/>
                      <a:pt x="47" y="35"/>
                      <a:pt x="48" y="34"/>
                    </a:cubicBezTo>
                    <a:cubicBezTo>
                      <a:pt x="47" y="36"/>
                      <a:pt x="48" y="35"/>
                      <a:pt x="48" y="37"/>
                    </a:cubicBezTo>
                    <a:cubicBezTo>
                      <a:pt x="49" y="35"/>
                      <a:pt x="48" y="38"/>
                      <a:pt x="49" y="35"/>
                    </a:cubicBezTo>
                    <a:cubicBezTo>
                      <a:pt x="49" y="36"/>
                      <a:pt x="49" y="36"/>
                      <a:pt x="49" y="36"/>
                    </a:cubicBezTo>
                    <a:cubicBezTo>
                      <a:pt x="50" y="35"/>
                      <a:pt x="51" y="33"/>
                      <a:pt x="51" y="33"/>
                    </a:cubicBezTo>
                    <a:cubicBezTo>
                      <a:pt x="50" y="35"/>
                      <a:pt x="50" y="35"/>
                      <a:pt x="50" y="35"/>
                    </a:cubicBezTo>
                    <a:cubicBezTo>
                      <a:pt x="49" y="37"/>
                      <a:pt x="50" y="36"/>
                      <a:pt x="50" y="37"/>
                    </a:cubicBezTo>
                    <a:cubicBezTo>
                      <a:pt x="50" y="35"/>
                      <a:pt x="50" y="37"/>
                      <a:pt x="51" y="36"/>
                    </a:cubicBezTo>
                    <a:cubicBezTo>
                      <a:pt x="51" y="35"/>
                      <a:pt x="51" y="35"/>
                      <a:pt x="51" y="35"/>
                    </a:cubicBezTo>
                    <a:cubicBezTo>
                      <a:pt x="52" y="35"/>
                      <a:pt x="52" y="34"/>
                      <a:pt x="52" y="34"/>
                    </a:cubicBezTo>
                    <a:cubicBezTo>
                      <a:pt x="52" y="34"/>
                      <a:pt x="51" y="36"/>
                      <a:pt x="51" y="36"/>
                    </a:cubicBezTo>
                    <a:cubicBezTo>
                      <a:pt x="51" y="37"/>
                      <a:pt x="51" y="37"/>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7"/>
                      <a:pt x="52" y="37"/>
                      <a:pt x="52" y="37"/>
                    </a:cubicBezTo>
                    <a:cubicBezTo>
                      <a:pt x="52" y="37"/>
                      <a:pt x="52" y="37"/>
                      <a:pt x="52" y="37"/>
                    </a:cubicBezTo>
                    <a:cubicBezTo>
                      <a:pt x="52" y="37"/>
                      <a:pt x="52" y="37"/>
                      <a:pt x="52" y="37"/>
                    </a:cubicBezTo>
                    <a:cubicBezTo>
                      <a:pt x="51" y="39"/>
                      <a:pt x="51" y="39"/>
                      <a:pt x="51" y="39"/>
                    </a:cubicBezTo>
                    <a:cubicBezTo>
                      <a:pt x="51" y="39"/>
                      <a:pt x="52" y="37"/>
                      <a:pt x="53" y="37"/>
                    </a:cubicBezTo>
                    <a:cubicBezTo>
                      <a:pt x="53" y="38"/>
                      <a:pt x="54" y="37"/>
                      <a:pt x="55" y="37"/>
                    </a:cubicBezTo>
                    <a:cubicBezTo>
                      <a:pt x="55" y="37"/>
                      <a:pt x="54" y="38"/>
                      <a:pt x="55" y="37"/>
                    </a:cubicBezTo>
                    <a:cubicBezTo>
                      <a:pt x="55" y="37"/>
                      <a:pt x="56" y="36"/>
                      <a:pt x="55" y="37"/>
                    </a:cubicBezTo>
                    <a:cubicBezTo>
                      <a:pt x="56" y="36"/>
                      <a:pt x="55" y="38"/>
                      <a:pt x="55" y="38"/>
                    </a:cubicBezTo>
                    <a:cubicBezTo>
                      <a:pt x="55" y="38"/>
                      <a:pt x="56" y="37"/>
                      <a:pt x="56" y="37"/>
                    </a:cubicBezTo>
                    <a:cubicBezTo>
                      <a:pt x="55" y="39"/>
                      <a:pt x="58" y="36"/>
                      <a:pt x="57" y="38"/>
                    </a:cubicBezTo>
                    <a:cubicBezTo>
                      <a:pt x="58" y="37"/>
                      <a:pt x="57" y="38"/>
                      <a:pt x="57" y="39"/>
                    </a:cubicBezTo>
                    <a:cubicBezTo>
                      <a:pt x="57" y="38"/>
                      <a:pt x="58" y="38"/>
                      <a:pt x="59" y="36"/>
                    </a:cubicBezTo>
                    <a:cubicBezTo>
                      <a:pt x="58" y="38"/>
                      <a:pt x="58" y="38"/>
                      <a:pt x="58" y="38"/>
                    </a:cubicBezTo>
                    <a:cubicBezTo>
                      <a:pt x="59" y="38"/>
                      <a:pt x="59" y="38"/>
                      <a:pt x="60" y="37"/>
                    </a:cubicBezTo>
                    <a:cubicBezTo>
                      <a:pt x="60" y="36"/>
                      <a:pt x="61" y="35"/>
                      <a:pt x="61" y="35"/>
                    </a:cubicBezTo>
                    <a:cubicBezTo>
                      <a:pt x="61" y="35"/>
                      <a:pt x="61" y="35"/>
                      <a:pt x="61" y="35"/>
                    </a:cubicBezTo>
                    <a:cubicBezTo>
                      <a:pt x="61" y="36"/>
                      <a:pt x="62" y="35"/>
                      <a:pt x="62" y="35"/>
                    </a:cubicBezTo>
                    <a:cubicBezTo>
                      <a:pt x="62" y="36"/>
                      <a:pt x="62" y="35"/>
                      <a:pt x="61" y="36"/>
                    </a:cubicBezTo>
                    <a:cubicBezTo>
                      <a:pt x="60" y="39"/>
                      <a:pt x="61" y="38"/>
                      <a:pt x="61" y="38"/>
                    </a:cubicBezTo>
                    <a:cubicBezTo>
                      <a:pt x="62" y="37"/>
                      <a:pt x="62" y="37"/>
                      <a:pt x="62" y="37"/>
                    </a:cubicBezTo>
                    <a:cubicBezTo>
                      <a:pt x="63" y="36"/>
                      <a:pt x="61" y="38"/>
                      <a:pt x="62" y="38"/>
                    </a:cubicBezTo>
                    <a:cubicBezTo>
                      <a:pt x="64" y="34"/>
                      <a:pt x="64" y="34"/>
                      <a:pt x="64" y="34"/>
                    </a:cubicBezTo>
                    <a:cubicBezTo>
                      <a:pt x="64" y="34"/>
                      <a:pt x="64" y="36"/>
                      <a:pt x="63" y="37"/>
                    </a:cubicBezTo>
                    <a:cubicBezTo>
                      <a:pt x="64" y="37"/>
                      <a:pt x="65" y="34"/>
                      <a:pt x="66" y="33"/>
                    </a:cubicBezTo>
                    <a:cubicBezTo>
                      <a:pt x="66" y="34"/>
                      <a:pt x="67" y="33"/>
                      <a:pt x="67" y="33"/>
                    </a:cubicBezTo>
                    <a:cubicBezTo>
                      <a:pt x="67" y="34"/>
                      <a:pt x="67" y="33"/>
                      <a:pt x="67" y="34"/>
                    </a:cubicBezTo>
                    <a:cubicBezTo>
                      <a:pt x="66" y="35"/>
                      <a:pt x="66" y="35"/>
                      <a:pt x="66" y="35"/>
                    </a:cubicBezTo>
                    <a:cubicBezTo>
                      <a:pt x="66" y="35"/>
                      <a:pt x="65" y="37"/>
                      <a:pt x="65" y="38"/>
                    </a:cubicBezTo>
                    <a:cubicBezTo>
                      <a:pt x="65" y="37"/>
                      <a:pt x="66" y="39"/>
                      <a:pt x="66" y="39"/>
                    </a:cubicBezTo>
                    <a:cubicBezTo>
                      <a:pt x="67" y="36"/>
                      <a:pt x="67" y="38"/>
                      <a:pt x="68" y="36"/>
                    </a:cubicBezTo>
                    <a:cubicBezTo>
                      <a:pt x="69" y="36"/>
                      <a:pt x="67" y="38"/>
                      <a:pt x="67" y="38"/>
                    </a:cubicBezTo>
                    <a:cubicBezTo>
                      <a:pt x="68" y="38"/>
                      <a:pt x="68" y="39"/>
                      <a:pt x="69" y="39"/>
                    </a:cubicBezTo>
                    <a:cubicBezTo>
                      <a:pt x="69" y="39"/>
                      <a:pt x="69" y="39"/>
                      <a:pt x="69" y="39"/>
                    </a:cubicBezTo>
                    <a:cubicBezTo>
                      <a:pt x="69" y="38"/>
                      <a:pt x="70" y="39"/>
                      <a:pt x="71" y="38"/>
                    </a:cubicBezTo>
                    <a:cubicBezTo>
                      <a:pt x="70" y="39"/>
                      <a:pt x="70" y="39"/>
                      <a:pt x="70" y="39"/>
                    </a:cubicBezTo>
                    <a:cubicBezTo>
                      <a:pt x="70" y="40"/>
                      <a:pt x="72" y="36"/>
                      <a:pt x="72" y="37"/>
                    </a:cubicBezTo>
                    <a:cubicBezTo>
                      <a:pt x="71" y="39"/>
                      <a:pt x="71" y="39"/>
                      <a:pt x="71" y="39"/>
                    </a:cubicBezTo>
                    <a:cubicBezTo>
                      <a:pt x="72" y="38"/>
                      <a:pt x="71" y="40"/>
                      <a:pt x="72" y="38"/>
                    </a:cubicBezTo>
                    <a:cubicBezTo>
                      <a:pt x="72" y="39"/>
                      <a:pt x="72" y="39"/>
                      <a:pt x="72" y="39"/>
                    </a:cubicBezTo>
                    <a:cubicBezTo>
                      <a:pt x="72" y="39"/>
                      <a:pt x="73" y="39"/>
                      <a:pt x="74" y="38"/>
                    </a:cubicBezTo>
                    <a:cubicBezTo>
                      <a:pt x="73" y="40"/>
                      <a:pt x="73" y="40"/>
                      <a:pt x="73" y="40"/>
                    </a:cubicBezTo>
                    <a:cubicBezTo>
                      <a:pt x="72" y="41"/>
                      <a:pt x="74" y="38"/>
                      <a:pt x="74" y="39"/>
                    </a:cubicBezTo>
                    <a:cubicBezTo>
                      <a:pt x="74" y="39"/>
                      <a:pt x="74" y="40"/>
                      <a:pt x="73" y="40"/>
                    </a:cubicBezTo>
                    <a:cubicBezTo>
                      <a:pt x="74" y="39"/>
                      <a:pt x="75" y="39"/>
                      <a:pt x="75" y="39"/>
                    </a:cubicBezTo>
                    <a:cubicBezTo>
                      <a:pt x="74" y="41"/>
                      <a:pt x="74" y="41"/>
                      <a:pt x="74" y="41"/>
                    </a:cubicBezTo>
                    <a:cubicBezTo>
                      <a:pt x="76" y="42"/>
                      <a:pt x="77" y="43"/>
                      <a:pt x="80" y="42"/>
                    </a:cubicBezTo>
                    <a:cubicBezTo>
                      <a:pt x="79" y="44"/>
                      <a:pt x="79" y="43"/>
                      <a:pt x="78" y="45"/>
                    </a:cubicBezTo>
                    <a:cubicBezTo>
                      <a:pt x="79" y="43"/>
                      <a:pt x="79" y="44"/>
                      <a:pt x="79" y="44"/>
                    </a:cubicBezTo>
                    <a:cubicBezTo>
                      <a:pt x="79" y="44"/>
                      <a:pt x="79" y="44"/>
                      <a:pt x="79" y="44"/>
                    </a:cubicBezTo>
                    <a:cubicBezTo>
                      <a:pt x="80" y="44"/>
                      <a:pt x="79" y="45"/>
                      <a:pt x="80" y="45"/>
                    </a:cubicBezTo>
                    <a:cubicBezTo>
                      <a:pt x="80" y="44"/>
                      <a:pt x="80" y="44"/>
                      <a:pt x="80" y="44"/>
                    </a:cubicBezTo>
                    <a:cubicBezTo>
                      <a:pt x="81" y="43"/>
                      <a:pt x="79" y="47"/>
                      <a:pt x="81" y="45"/>
                    </a:cubicBezTo>
                    <a:cubicBezTo>
                      <a:pt x="80" y="46"/>
                      <a:pt x="80" y="46"/>
                      <a:pt x="80" y="46"/>
                    </a:cubicBezTo>
                    <a:cubicBezTo>
                      <a:pt x="81" y="44"/>
                      <a:pt x="80" y="47"/>
                      <a:pt x="81" y="46"/>
                    </a:cubicBezTo>
                    <a:cubicBezTo>
                      <a:pt x="81" y="46"/>
                      <a:pt x="81" y="46"/>
                      <a:pt x="81" y="46"/>
                    </a:cubicBezTo>
                    <a:cubicBezTo>
                      <a:pt x="81" y="47"/>
                      <a:pt x="83" y="44"/>
                      <a:pt x="82" y="46"/>
                    </a:cubicBezTo>
                    <a:cubicBezTo>
                      <a:pt x="83" y="46"/>
                      <a:pt x="83" y="46"/>
                      <a:pt x="84" y="44"/>
                    </a:cubicBezTo>
                    <a:cubicBezTo>
                      <a:pt x="83" y="46"/>
                      <a:pt x="83" y="46"/>
                      <a:pt x="83" y="46"/>
                    </a:cubicBezTo>
                    <a:cubicBezTo>
                      <a:pt x="85" y="46"/>
                      <a:pt x="86" y="47"/>
                      <a:pt x="88" y="46"/>
                    </a:cubicBezTo>
                    <a:cubicBezTo>
                      <a:pt x="87" y="47"/>
                      <a:pt x="87" y="47"/>
                      <a:pt x="87" y="47"/>
                    </a:cubicBezTo>
                    <a:cubicBezTo>
                      <a:pt x="89" y="45"/>
                      <a:pt x="87" y="49"/>
                      <a:pt x="90" y="46"/>
                    </a:cubicBezTo>
                    <a:cubicBezTo>
                      <a:pt x="92" y="45"/>
                      <a:pt x="92" y="45"/>
                      <a:pt x="92" y="45"/>
                    </a:cubicBezTo>
                    <a:cubicBezTo>
                      <a:pt x="90" y="47"/>
                      <a:pt x="90" y="47"/>
                      <a:pt x="90" y="47"/>
                    </a:cubicBezTo>
                    <a:cubicBezTo>
                      <a:pt x="91" y="46"/>
                      <a:pt x="91" y="47"/>
                      <a:pt x="92" y="46"/>
                    </a:cubicBezTo>
                    <a:cubicBezTo>
                      <a:pt x="91" y="47"/>
                      <a:pt x="91" y="47"/>
                      <a:pt x="91" y="47"/>
                    </a:cubicBezTo>
                    <a:cubicBezTo>
                      <a:pt x="91" y="47"/>
                      <a:pt x="93" y="45"/>
                      <a:pt x="93" y="46"/>
                    </a:cubicBezTo>
                    <a:cubicBezTo>
                      <a:pt x="93" y="47"/>
                      <a:pt x="93" y="47"/>
                      <a:pt x="93" y="47"/>
                    </a:cubicBezTo>
                    <a:cubicBezTo>
                      <a:pt x="92" y="50"/>
                      <a:pt x="93" y="54"/>
                      <a:pt x="96" y="51"/>
                    </a:cubicBezTo>
                    <a:cubicBezTo>
                      <a:pt x="97" y="51"/>
                      <a:pt x="95" y="53"/>
                      <a:pt x="95" y="53"/>
                    </a:cubicBezTo>
                    <a:cubicBezTo>
                      <a:pt x="99" y="51"/>
                      <a:pt x="97" y="56"/>
                      <a:pt x="101" y="53"/>
                    </a:cubicBezTo>
                    <a:cubicBezTo>
                      <a:pt x="103" y="52"/>
                      <a:pt x="107" y="48"/>
                      <a:pt x="107" y="48"/>
                    </a:cubicBezTo>
                    <a:cubicBezTo>
                      <a:pt x="103" y="48"/>
                      <a:pt x="103" y="45"/>
                      <a:pt x="102" y="4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4" name="Freeform 96"/>
              <p:cNvSpPr/>
              <p:nvPr/>
            </p:nvSpPr>
            <p:spPr bwMode="auto">
              <a:xfrm>
                <a:off x="4117" y="22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5" name="Freeform 97"/>
              <p:cNvSpPr/>
              <p:nvPr/>
            </p:nvSpPr>
            <p:spPr bwMode="auto">
              <a:xfrm>
                <a:off x="4487" y="23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6" name="Freeform 98"/>
              <p:cNvSpPr/>
              <p:nvPr/>
            </p:nvSpPr>
            <p:spPr bwMode="auto">
              <a:xfrm>
                <a:off x="4387" y="2285"/>
                <a:ext cx="2" cy="4"/>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1"/>
                      <a:pt x="0"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7" name="Freeform 99"/>
              <p:cNvSpPr/>
              <p:nvPr/>
            </p:nvSpPr>
            <p:spPr bwMode="auto">
              <a:xfrm>
                <a:off x="4508" y="193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8" name="Freeform 100"/>
              <p:cNvSpPr/>
              <p:nvPr/>
            </p:nvSpPr>
            <p:spPr bwMode="auto">
              <a:xfrm>
                <a:off x="4487" y="2285"/>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9" name="Freeform 101"/>
              <p:cNvSpPr/>
              <p:nvPr/>
            </p:nvSpPr>
            <p:spPr bwMode="auto">
              <a:xfrm>
                <a:off x="4514" y="1929"/>
                <a:ext cx="0" cy="4"/>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0" name="Freeform 102"/>
              <p:cNvSpPr/>
              <p:nvPr/>
            </p:nvSpPr>
            <p:spPr bwMode="auto">
              <a:xfrm>
                <a:off x="4506" y="1927"/>
                <a:ext cx="0" cy="4"/>
              </a:xfrm>
              <a:custGeom>
                <a:avLst/>
                <a:gdLst>
                  <a:gd name="T0" fmla="*/ 1 h 2"/>
                  <a:gd name="T1" fmla="*/ 0 h 2"/>
                  <a:gd name="T2" fmla="*/ 1 h 2"/>
                </a:gdLst>
                <a:ahLst/>
                <a:cxnLst>
                  <a:cxn ang="0">
                    <a:pos x="0" y="T0"/>
                  </a:cxn>
                  <a:cxn ang="0">
                    <a:pos x="0" y="T1"/>
                  </a:cxn>
                  <a:cxn ang="0">
                    <a:pos x="0" y="T2"/>
                  </a:cxn>
                </a:cxnLst>
                <a:rect l="0" t="0" r="r" b="b"/>
                <a:pathLst>
                  <a:path h="2">
                    <a:moveTo>
                      <a:pt x="0" y="1"/>
                    </a:moveTo>
                    <a:cubicBezTo>
                      <a:pt x="0" y="1"/>
                      <a:pt x="0" y="0"/>
                      <a:pt x="0" y="0"/>
                    </a:cubicBezTo>
                    <a:cubicBezTo>
                      <a:pt x="0" y="2"/>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1" name="Freeform 103"/>
              <p:cNvSpPr/>
              <p:nvPr/>
            </p:nvSpPr>
            <p:spPr bwMode="auto">
              <a:xfrm>
                <a:off x="4516" y="1927"/>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2" name="Freeform 104"/>
              <p:cNvSpPr/>
              <p:nvPr/>
            </p:nvSpPr>
            <p:spPr bwMode="auto">
              <a:xfrm>
                <a:off x="4495" y="1925"/>
                <a:ext cx="2" cy="4"/>
              </a:xfrm>
              <a:custGeom>
                <a:avLst/>
                <a:gdLst>
                  <a:gd name="T0" fmla="*/ 1 w 1"/>
                  <a:gd name="T1" fmla="*/ 1 h 2"/>
                  <a:gd name="T2" fmla="*/ 0 w 1"/>
                  <a:gd name="T3" fmla="*/ 0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1"/>
                      <a:pt x="1" y="1"/>
                      <a:pt x="1"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3" name="Freeform 105"/>
              <p:cNvSpPr/>
              <p:nvPr/>
            </p:nvSpPr>
            <p:spPr bwMode="auto">
              <a:xfrm>
                <a:off x="3201" y="2162"/>
                <a:ext cx="0" cy="4"/>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4" name="Freeform 106"/>
              <p:cNvSpPr/>
              <p:nvPr/>
            </p:nvSpPr>
            <p:spPr bwMode="auto">
              <a:xfrm>
                <a:off x="3544" y="154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5" name="Freeform 107"/>
              <p:cNvSpPr/>
              <p:nvPr/>
            </p:nvSpPr>
            <p:spPr bwMode="auto">
              <a:xfrm>
                <a:off x="3914" y="141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6" name="Freeform 108"/>
              <p:cNvSpPr/>
              <p:nvPr/>
            </p:nvSpPr>
            <p:spPr bwMode="auto">
              <a:xfrm>
                <a:off x="3916" y="1409"/>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2" y="1"/>
                      <a:pt x="0" y="1"/>
                      <a:pt x="1" y="0"/>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7" name="Freeform 109"/>
              <p:cNvSpPr/>
              <p:nvPr/>
            </p:nvSpPr>
            <p:spPr bwMode="auto">
              <a:xfrm>
                <a:off x="3893" y="1441"/>
                <a:ext cx="4" cy="4"/>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0"/>
                      <a:pt x="1" y="1"/>
                      <a:pt x="1" y="1"/>
                    </a:cubicBezTo>
                    <a:cubicBezTo>
                      <a:pt x="0" y="2"/>
                      <a:pt x="1" y="1"/>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8" name="Freeform 110"/>
              <p:cNvSpPr/>
              <p:nvPr/>
            </p:nvSpPr>
            <p:spPr bwMode="auto">
              <a:xfrm>
                <a:off x="3893" y="1437"/>
                <a:ext cx="6" cy="6"/>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cubicBezTo>
                      <a:pt x="3" y="0"/>
                      <a:pt x="3" y="0"/>
                      <a:pt x="3" y="0"/>
                    </a:cubicBezTo>
                    <a:cubicBezTo>
                      <a:pt x="1" y="1"/>
                      <a:pt x="1"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9" name="Freeform 111"/>
              <p:cNvSpPr/>
              <p:nvPr/>
            </p:nvSpPr>
            <p:spPr bwMode="auto">
              <a:xfrm>
                <a:off x="3909" y="1418"/>
                <a:ext cx="5"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2"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0" name="Freeform 112"/>
              <p:cNvSpPr/>
              <p:nvPr/>
            </p:nvSpPr>
            <p:spPr bwMode="auto">
              <a:xfrm>
                <a:off x="3912" y="1416"/>
                <a:ext cx="4"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1" name="Freeform 113"/>
              <p:cNvSpPr/>
              <p:nvPr/>
            </p:nvSpPr>
            <p:spPr bwMode="auto">
              <a:xfrm>
                <a:off x="4472" y="1804"/>
                <a:ext cx="233" cy="133"/>
              </a:xfrm>
              <a:custGeom>
                <a:avLst/>
                <a:gdLst>
                  <a:gd name="T0" fmla="*/ 86 w 110"/>
                  <a:gd name="T1" fmla="*/ 5 h 63"/>
                  <a:gd name="T2" fmla="*/ 79 w 110"/>
                  <a:gd name="T3" fmla="*/ 7 h 63"/>
                  <a:gd name="T4" fmla="*/ 58 w 110"/>
                  <a:gd name="T5" fmla="*/ 24 h 63"/>
                  <a:gd name="T6" fmla="*/ 50 w 110"/>
                  <a:gd name="T7" fmla="*/ 26 h 63"/>
                  <a:gd name="T8" fmla="*/ 44 w 110"/>
                  <a:gd name="T9" fmla="*/ 26 h 63"/>
                  <a:gd name="T10" fmla="*/ 34 w 110"/>
                  <a:gd name="T11" fmla="*/ 31 h 63"/>
                  <a:gd name="T12" fmla="*/ 28 w 110"/>
                  <a:gd name="T13" fmla="*/ 33 h 63"/>
                  <a:gd name="T14" fmla="*/ 17 w 110"/>
                  <a:gd name="T15" fmla="*/ 38 h 63"/>
                  <a:gd name="T16" fmla="*/ 13 w 110"/>
                  <a:gd name="T17" fmla="*/ 45 h 63"/>
                  <a:gd name="T18" fmla="*/ 5 w 110"/>
                  <a:gd name="T19" fmla="*/ 47 h 63"/>
                  <a:gd name="T20" fmla="*/ 1 w 110"/>
                  <a:gd name="T21" fmla="*/ 50 h 63"/>
                  <a:gd name="T22" fmla="*/ 3 w 110"/>
                  <a:gd name="T23" fmla="*/ 55 h 63"/>
                  <a:gd name="T24" fmla="*/ 3 w 110"/>
                  <a:gd name="T25" fmla="*/ 56 h 63"/>
                  <a:gd name="T26" fmla="*/ 5 w 110"/>
                  <a:gd name="T27" fmla="*/ 55 h 63"/>
                  <a:gd name="T28" fmla="*/ 9 w 110"/>
                  <a:gd name="T29" fmla="*/ 56 h 63"/>
                  <a:gd name="T30" fmla="*/ 12 w 110"/>
                  <a:gd name="T31" fmla="*/ 58 h 63"/>
                  <a:gd name="T32" fmla="*/ 12 w 110"/>
                  <a:gd name="T33" fmla="*/ 51 h 63"/>
                  <a:gd name="T34" fmla="*/ 15 w 110"/>
                  <a:gd name="T35" fmla="*/ 57 h 63"/>
                  <a:gd name="T36" fmla="*/ 18 w 110"/>
                  <a:gd name="T37" fmla="*/ 61 h 63"/>
                  <a:gd name="T38" fmla="*/ 16 w 110"/>
                  <a:gd name="T39" fmla="*/ 54 h 63"/>
                  <a:gd name="T40" fmla="*/ 19 w 110"/>
                  <a:gd name="T41" fmla="*/ 59 h 63"/>
                  <a:gd name="T42" fmla="*/ 21 w 110"/>
                  <a:gd name="T43" fmla="*/ 60 h 63"/>
                  <a:gd name="T44" fmla="*/ 22 w 110"/>
                  <a:gd name="T45" fmla="*/ 60 h 63"/>
                  <a:gd name="T46" fmla="*/ 23 w 110"/>
                  <a:gd name="T47" fmla="*/ 60 h 63"/>
                  <a:gd name="T48" fmla="*/ 23 w 110"/>
                  <a:gd name="T49" fmla="*/ 55 h 63"/>
                  <a:gd name="T50" fmla="*/ 26 w 110"/>
                  <a:gd name="T51" fmla="*/ 58 h 63"/>
                  <a:gd name="T52" fmla="*/ 26 w 110"/>
                  <a:gd name="T53" fmla="*/ 54 h 63"/>
                  <a:gd name="T54" fmla="*/ 27 w 110"/>
                  <a:gd name="T55" fmla="*/ 54 h 63"/>
                  <a:gd name="T56" fmla="*/ 29 w 110"/>
                  <a:gd name="T57" fmla="*/ 54 h 63"/>
                  <a:gd name="T58" fmla="*/ 34 w 110"/>
                  <a:gd name="T59" fmla="*/ 51 h 63"/>
                  <a:gd name="T60" fmla="*/ 36 w 110"/>
                  <a:gd name="T61" fmla="*/ 51 h 63"/>
                  <a:gd name="T62" fmla="*/ 40 w 110"/>
                  <a:gd name="T63" fmla="*/ 49 h 63"/>
                  <a:gd name="T64" fmla="*/ 44 w 110"/>
                  <a:gd name="T65" fmla="*/ 47 h 63"/>
                  <a:gd name="T66" fmla="*/ 45 w 110"/>
                  <a:gd name="T67" fmla="*/ 45 h 63"/>
                  <a:gd name="T68" fmla="*/ 46 w 110"/>
                  <a:gd name="T69" fmla="*/ 45 h 63"/>
                  <a:gd name="T70" fmla="*/ 46 w 110"/>
                  <a:gd name="T71" fmla="*/ 42 h 63"/>
                  <a:gd name="T72" fmla="*/ 49 w 110"/>
                  <a:gd name="T73" fmla="*/ 42 h 63"/>
                  <a:gd name="T74" fmla="*/ 53 w 110"/>
                  <a:gd name="T75" fmla="*/ 42 h 63"/>
                  <a:gd name="T76" fmla="*/ 55 w 110"/>
                  <a:gd name="T77" fmla="*/ 39 h 63"/>
                  <a:gd name="T78" fmla="*/ 60 w 110"/>
                  <a:gd name="T79" fmla="*/ 39 h 63"/>
                  <a:gd name="T80" fmla="*/ 61 w 110"/>
                  <a:gd name="T81" fmla="*/ 38 h 63"/>
                  <a:gd name="T82" fmla="*/ 62 w 110"/>
                  <a:gd name="T83" fmla="*/ 38 h 63"/>
                  <a:gd name="T84" fmla="*/ 64 w 110"/>
                  <a:gd name="T85" fmla="*/ 40 h 63"/>
                  <a:gd name="T86" fmla="*/ 66 w 110"/>
                  <a:gd name="T87" fmla="*/ 35 h 63"/>
                  <a:gd name="T88" fmla="*/ 68 w 110"/>
                  <a:gd name="T89" fmla="*/ 30 h 63"/>
                  <a:gd name="T90" fmla="*/ 71 w 110"/>
                  <a:gd name="T91" fmla="*/ 31 h 63"/>
                  <a:gd name="T92" fmla="*/ 72 w 110"/>
                  <a:gd name="T93" fmla="*/ 26 h 63"/>
                  <a:gd name="T94" fmla="*/ 76 w 110"/>
                  <a:gd name="T95" fmla="*/ 26 h 63"/>
                  <a:gd name="T96" fmla="*/ 79 w 110"/>
                  <a:gd name="T97" fmla="*/ 24 h 63"/>
                  <a:gd name="T98" fmla="*/ 82 w 110"/>
                  <a:gd name="T99" fmla="*/ 23 h 63"/>
                  <a:gd name="T100" fmla="*/ 88 w 110"/>
                  <a:gd name="T101" fmla="*/ 20 h 63"/>
                  <a:gd name="T102" fmla="*/ 91 w 110"/>
                  <a:gd name="T103" fmla="*/ 16 h 63"/>
                  <a:gd name="T104" fmla="*/ 97 w 110"/>
                  <a:gd name="T105" fmla="*/ 13 h 63"/>
                  <a:gd name="T106" fmla="*/ 105 w 110"/>
                  <a:gd name="T107" fmla="*/ 1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 h="63">
                    <a:moveTo>
                      <a:pt x="108" y="1"/>
                    </a:moveTo>
                    <a:cubicBezTo>
                      <a:pt x="106" y="4"/>
                      <a:pt x="103" y="2"/>
                      <a:pt x="100" y="0"/>
                    </a:cubicBezTo>
                    <a:cubicBezTo>
                      <a:pt x="99" y="1"/>
                      <a:pt x="98" y="2"/>
                      <a:pt x="97" y="1"/>
                    </a:cubicBezTo>
                    <a:cubicBezTo>
                      <a:pt x="94" y="3"/>
                      <a:pt x="88" y="0"/>
                      <a:pt x="85" y="3"/>
                    </a:cubicBezTo>
                    <a:cubicBezTo>
                      <a:pt x="86" y="4"/>
                      <a:pt x="86" y="5"/>
                      <a:pt x="86" y="5"/>
                    </a:cubicBezTo>
                    <a:cubicBezTo>
                      <a:pt x="86" y="5"/>
                      <a:pt x="86" y="5"/>
                      <a:pt x="86" y="5"/>
                    </a:cubicBezTo>
                    <a:cubicBezTo>
                      <a:pt x="86" y="6"/>
                      <a:pt x="86" y="6"/>
                      <a:pt x="86" y="6"/>
                    </a:cubicBezTo>
                    <a:cubicBezTo>
                      <a:pt x="86" y="7"/>
                      <a:pt x="85" y="5"/>
                      <a:pt x="85" y="5"/>
                    </a:cubicBezTo>
                    <a:cubicBezTo>
                      <a:pt x="84" y="5"/>
                      <a:pt x="83" y="6"/>
                      <a:pt x="82" y="6"/>
                    </a:cubicBezTo>
                    <a:cubicBezTo>
                      <a:pt x="82" y="8"/>
                      <a:pt x="81" y="7"/>
                      <a:pt x="82" y="9"/>
                    </a:cubicBezTo>
                    <a:cubicBezTo>
                      <a:pt x="81" y="8"/>
                      <a:pt x="81" y="8"/>
                      <a:pt x="81" y="8"/>
                    </a:cubicBezTo>
                    <a:cubicBezTo>
                      <a:pt x="81" y="10"/>
                      <a:pt x="81" y="10"/>
                      <a:pt x="79" y="7"/>
                    </a:cubicBezTo>
                    <a:cubicBezTo>
                      <a:pt x="75" y="7"/>
                      <a:pt x="72" y="10"/>
                      <a:pt x="68" y="11"/>
                    </a:cubicBezTo>
                    <a:cubicBezTo>
                      <a:pt x="65" y="13"/>
                      <a:pt x="63" y="16"/>
                      <a:pt x="60" y="19"/>
                    </a:cubicBezTo>
                    <a:cubicBezTo>
                      <a:pt x="60" y="22"/>
                      <a:pt x="59" y="21"/>
                      <a:pt x="60" y="24"/>
                    </a:cubicBezTo>
                    <a:cubicBezTo>
                      <a:pt x="59" y="23"/>
                      <a:pt x="59" y="23"/>
                      <a:pt x="59" y="23"/>
                    </a:cubicBezTo>
                    <a:cubicBezTo>
                      <a:pt x="59" y="24"/>
                      <a:pt x="59" y="23"/>
                      <a:pt x="57" y="22"/>
                    </a:cubicBezTo>
                    <a:cubicBezTo>
                      <a:pt x="58" y="23"/>
                      <a:pt x="57" y="22"/>
                      <a:pt x="58" y="24"/>
                    </a:cubicBezTo>
                    <a:cubicBezTo>
                      <a:pt x="59" y="26"/>
                      <a:pt x="57" y="22"/>
                      <a:pt x="57" y="23"/>
                    </a:cubicBezTo>
                    <a:cubicBezTo>
                      <a:pt x="56" y="22"/>
                      <a:pt x="57" y="24"/>
                      <a:pt x="57" y="23"/>
                    </a:cubicBezTo>
                    <a:cubicBezTo>
                      <a:pt x="57" y="26"/>
                      <a:pt x="56" y="22"/>
                      <a:pt x="55" y="21"/>
                    </a:cubicBezTo>
                    <a:cubicBezTo>
                      <a:pt x="53" y="22"/>
                      <a:pt x="53" y="25"/>
                      <a:pt x="51" y="25"/>
                    </a:cubicBezTo>
                    <a:cubicBezTo>
                      <a:pt x="51" y="24"/>
                      <a:pt x="51" y="26"/>
                      <a:pt x="51" y="26"/>
                    </a:cubicBezTo>
                    <a:cubicBezTo>
                      <a:pt x="50" y="23"/>
                      <a:pt x="51" y="27"/>
                      <a:pt x="50" y="26"/>
                    </a:cubicBezTo>
                    <a:cubicBezTo>
                      <a:pt x="50" y="25"/>
                      <a:pt x="50" y="25"/>
                      <a:pt x="50" y="25"/>
                    </a:cubicBezTo>
                    <a:cubicBezTo>
                      <a:pt x="49" y="24"/>
                      <a:pt x="49" y="26"/>
                      <a:pt x="48" y="25"/>
                    </a:cubicBezTo>
                    <a:cubicBezTo>
                      <a:pt x="48" y="26"/>
                      <a:pt x="46" y="24"/>
                      <a:pt x="46" y="26"/>
                    </a:cubicBezTo>
                    <a:cubicBezTo>
                      <a:pt x="46" y="24"/>
                      <a:pt x="46" y="25"/>
                      <a:pt x="45" y="24"/>
                    </a:cubicBezTo>
                    <a:cubicBezTo>
                      <a:pt x="46" y="28"/>
                      <a:pt x="44" y="24"/>
                      <a:pt x="44" y="26"/>
                    </a:cubicBezTo>
                    <a:cubicBezTo>
                      <a:pt x="44" y="26"/>
                      <a:pt x="44" y="26"/>
                      <a:pt x="44" y="26"/>
                    </a:cubicBezTo>
                    <a:cubicBezTo>
                      <a:pt x="42" y="26"/>
                      <a:pt x="40" y="26"/>
                      <a:pt x="39" y="29"/>
                    </a:cubicBezTo>
                    <a:cubicBezTo>
                      <a:pt x="39" y="29"/>
                      <a:pt x="36" y="27"/>
                      <a:pt x="36" y="29"/>
                    </a:cubicBezTo>
                    <a:cubicBezTo>
                      <a:pt x="36" y="30"/>
                      <a:pt x="36" y="30"/>
                      <a:pt x="36" y="30"/>
                    </a:cubicBezTo>
                    <a:cubicBezTo>
                      <a:pt x="36" y="30"/>
                      <a:pt x="36" y="29"/>
                      <a:pt x="36" y="29"/>
                    </a:cubicBezTo>
                    <a:cubicBezTo>
                      <a:pt x="36" y="30"/>
                      <a:pt x="34" y="29"/>
                      <a:pt x="34" y="29"/>
                    </a:cubicBezTo>
                    <a:cubicBezTo>
                      <a:pt x="34" y="30"/>
                      <a:pt x="34" y="30"/>
                      <a:pt x="34" y="31"/>
                    </a:cubicBezTo>
                    <a:cubicBezTo>
                      <a:pt x="32" y="29"/>
                      <a:pt x="33" y="33"/>
                      <a:pt x="31" y="31"/>
                    </a:cubicBezTo>
                    <a:cubicBezTo>
                      <a:pt x="32" y="34"/>
                      <a:pt x="32" y="33"/>
                      <a:pt x="32" y="34"/>
                    </a:cubicBezTo>
                    <a:cubicBezTo>
                      <a:pt x="32" y="33"/>
                      <a:pt x="31" y="33"/>
                      <a:pt x="31" y="32"/>
                    </a:cubicBezTo>
                    <a:cubicBezTo>
                      <a:pt x="31" y="32"/>
                      <a:pt x="30" y="33"/>
                      <a:pt x="30" y="32"/>
                    </a:cubicBezTo>
                    <a:cubicBezTo>
                      <a:pt x="29" y="32"/>
                      <a:pt x="30" y="34"/>
                      <a:pt x="29" y="34"/>
                    </a:cubicBezTo>
                    <a:cubicBezTo>
                      <a:pt x="28" y="32"/>
                      <a:pt x="28" y="34"/>
                      <a:pt x="28" y="33"/>
                    </a:cubicBezTo>
                    <a:cubicBezTo>
                      <a:pt x="28" y="35"/>
                      <a:pt x="28" y="37"/>
                      <a:pt x="28" y="36"/>
                    </a:cubicBezTo>
                    <a:cubicBezTo>
                      <a:pt x="27" y="33"/>
                      <a:pt x="27" y="33"/>
                      <a:pt x="27" y="33"/>
                    </a:cubicBezTo>
                    <a:cubicBezTo>
                      <a:pt x="26" y="35"/>
                      <a:pt x="24" y="32"/>
                      <a:pt x="23" y="36"/>
                    </a:cubicBezTo>
                    <a:cubicBezTo>
                      <a:pt x="23" y="35"/>
                      <a:pt x="23" y="35"/>
                      <a:pt x="23" y="35"/>
                    </a:cubicBezTo>
                    <a:cubicBezTo>
                      <a:pt x="22" y="37"/>
                      <a:pt x="20" y="36"/>
                      <a:pt x="19" y="39"/>
                    </a:cubicBezTo>
                    <a:cubicBezTo>
                      <a:pt x="18" y="38"/>
                      <a:pt x="18" y="38"/>
                      <a:pt x="17" y="38"/>
                    </a:cubicBezTo>
                    <a:cubicBezTo>
                      <a:pt x="17" y="40"/>
                      <a:pt x="17" y="40"/>
                      <a:pt x="17" y="42"/>
                    </a:cubicBezTo>
                    <a:cubicBezTo>
                      <a:pt x="17" y="42"/>
                      <a:pt x="16" y="41"/>
                      <a:pt x="16" y="40"/>
                    </a:cubicBezTo>
                    <a:cubicBezTo>
                      <a:pt x="15" y="40"/>
                      <a:pt x="14" y="38"/>
                      <a:pt x="14" y="41"/>
                    </a:cubicBezTo>
                    <a:cubicBezTo>
                      <a:pt x="14" y="39"/>
                      <a:pt x="14" y="39"/>
                      <a:pt x="14" y="39"/>
                    </a:cubicBezTo>
                    <a:cubicBezTo>
                      <a:pt x="14" y="41"/>
                      <a:pt x="13" y="43"/>
                      <a:pt x="12" y="42"/>
                    </a:cubicBezTo>
                    <a:cubicBezTo>
                      <a:pt x="13" y="43"/>
                      <a:pt x="12" y="44"/>
                      <a:pt x="13" y="45"/>
                    </a:cubicBezTo>
                    <a:cubicBezTo>
                      <a:pt x="13" y="45"/>
                      <a:pt x="12" y="43"/>
                      <a:pt x="12" y="44"/>
                    </a:cubicBezTo>
                    <a:cubicBezTo>
                      <a:pt x="12" y="42"/>
                      <a:pt x="12" y="42"/>
                      <a:pt x="12" y="42"/>
                    </a:cubicBezTo>
                    <a:cubicBezTo>
                      <a:pt x="10" y="43"/>
                      <a:pt x="9" y="44"/>
                      <a:pt x="8" y="46"/>
                    </a:cubicBezTo>
                    <a:cubicBezTo>
                      <a:pt x="7" y="44"/>
                      <a:pt x="7" y="46"/>
                      <a:pt x="6" y="45"/>
                    </a:cubicBezTo>
                    <a:cubicBezTo>
                      <a:pt x="6" y="47"/>
                      <a:pt x="4" y="46"/>
                      <a:pt x="6" y="48"/>
                    </a:cubicBezTo>
                    <a:cubicBezTo>
                      <a:pt x="5" y="47"/>
                      <a:pt x="5" y="47"/>
                      <a:pt x="5" y="47"/>
                    </a:cubicBezTo>
                    <a:cubicBezTo>
                      <a:pt x="4" y="47"/>
                      <a:pt x="4" y="48"/>
                      <a:pt x="2" y="48"/>
                    </a:cubicBezTo>
                    <a:cubicBezTo>
                      <a:pt x="2" y="48"/>
                      <a:pt x="3" y="50"/>
                      <a:pt x="3" y="51"/>
                    </a:cubicBezTo>
                    <a:cubicBezTo>
                      <a:pt x="2" y="50"/>
                      <a:pt x="2" y="50"/>
                      <a:pt x="2" y="50"/>
                    </a:cubicBezTo>
                    <a:cubicBezTo>
                      <a:pt x="2" y="51"/>
                      <a:pt x="4" y="52"/>
                      <a:pt x="5" y="53"/>
                    </a:cubicBezTo>
                    <a:cubicBezTo>
                      <a:pt x="4" y="53"/>
                      <a:pt x="4" y="54"/>
                      <a:pt x="4" y="53"/>
                    </a:cubicBezTo>
                    <a:cubicBezTo>
                      <a:pt x="3" y="52"/>
                      <a:pt x="2" y="51"/>
                      <a:pt x="1" y="50"/>
                    </a:cubicBezTo>
                    <a:cubicBezTo>
                      <a:pt x="0" y="50"/>
                      <a:pt x="2" y="53"/>
                      <a:pt x="1" y="51"/>
                    </a:cubicBezTo>
                    <a:cubicBezTo>
                      <a:pt x="0" y="51"/>
                      <a:pt x="0" y="52"/>
                      <a:pt x="1" y="53"/>
                    </a:cubicBezTo>
                    <a:cubicBezTo>
                      <a:pt x="1" y="53"/>
                      <a:pt x="0" y="53"/>
                      <a:pt x="0" y="52"/>
                    </a:cubicBezTo>
                    <a:cubicBezTo>
                      <a:pt x="0" y="52"/>
                      <a:pt x="0" y="53"/>
                      <a:pt x="0" y="53"/>
                    </a:cubicBezTo>
                    <a:cubicBezTo>
                      <a:pt x="0" y="53"/>
                      <a:pt x="0" y="53"/>
                      <a:pt x="0" y="53"/>
                    </a:cubicBezTo>
                    <a:cubicBezTo>
                      <a:pt x="1" y="54"/>
                      <a:pt x="1" y="54"/>
                      <a:pt x="3" y="55"/>
                    </a:cubicBezTo>
                    <a:cubicBezTo>
                      <a:pt x="3" y="55"/>
                      <a:pt x="2" y="55"/>
                      <a:pt x="3" y="55"/>
                    </a:cubicBezTo>
                    <a:cubicBezTo>
                      <a:pt x="4" y="56"/>
                      <a:pt x="4" y="56"/>
                      <a:pt x="3" y="56"/>
                    </a:cubicBezTo>
                    <a:cubicBezTo>
                      <a:pt x="1" y="55"/>
                      <a:pt x="1" y="54"/>
                      <a:pt x="0" y="54"/>
                    </a:cubicBezTo>
                    <a:cubicBezTo>
                      <a:pt x="2" y="56"/>
                      <a:pt x="2" y="56"/>
                      <a:pt x="2" y="56"/>
                    </a:cubicBezTo>
                    <a:cubicBezTo>
                      <a:pt x="2" y="56"/>
                      <a:pt x="3" y="56"/>
                      <a:pt x="4" y="57"/>
                    </a:cubicBezTo>
                    <a:cubicBezTo>
                      <a:pt x="3" y="56"/>
                      <a:pt x="3" y="56"/>
                      <a:pt x="3" y="56"/>
                    </a:cubicBezTo>
                    <a:cubicBezTo>
                      <a:pt x="4" y="57"/>
                      <a:pt x="4" y="57"/>
                      <a:pt x="4" y="57"/>
                    </a:cubicBezTo>
                    <a:cubicBezTo>
                      <a:pt x="4" y="56"/>
                      <a:pt x="6" y="57"/>
                      <a:pt x="5" y="56"/>
                    </a:cubicBezTo>
                    <a:cubicBezTo>
                      <a:pt x="4" y="55"/>
                      <a:pt x="4" y="55"/>
                      <a:pt x="4" y="55"/>
                    </a:cubicBezTo>
                    <a:cubicBezTo>
                      <a:pt x="4" y="55"/>
                      <a:pt x="3" y="53"/>
                      <a:pt x="4" y="54"/>
                    </a:cubicBezTo>
                    <a:cubicBezTo>
                      <a:pt x="6" y="56"/>
                      <a:pt x="6" y="56"/>
                      <a:pt x="6" y="56"/>
                    </a:cubicBezTo>
                    <a:cubicBezTo>
                      <a:pt x="6" y="56"/>
                      <a:pt x="5" y="55"/>
                      <a:pt x="5" y="55"/>
                    </a:cubicBezTo>
                    <a:cubicBezTo>
                      <a:pt x="7" y="57"/>
                      <a:pt x="7" y="57"/>
                      <a:pt x="7" y="57"/>
                    </a:cubicBezTo>
                    <a:cubicBezTo>
                      <a:pt x="5" y="55"/>
                      <a:pt x="7" y="56"/>
                      <a:pt x="7" y="55"/>
                    </a:cubicBezTo>
                    <a:cubicBezTo>
                      <a:pt x="7" y="56"/>
                      <a:pt x="7" y="56"/>
                      <a:pt x="7" y="56"/>
                    </a:cubicBezTo>
                    <a:cubicBezTo>
                      <a:pt x="8" y="56"/>
                      <a:pt x="6" y="55"/>
                      <a:pt x="6" y="54"/>
                    </a:cubicBezTo>
                    <a:cubicBezTo>
                      <a:pt x="6" y="55"/>
                      <a:pt x="8" y="56"/>
                      <a:pt x="9" y="57"/>
                    </a:cubicBezTo>
                    <a:cubicBezTo>
                      <a:pt x="9" y="57"/>
                      <a:pt x="8" y="55"/>
                      <a:pt x="9" y="56"/>
                    </a:cubicBezTo>
                    <a:cubicBezTo>
                      <a:pt x="9" y="56"/>
                      <a:pt x="9" y="55"/>
                      <a:pt x="9" y="53"/>
                    </a:cubicBezTo>
                    <a:cubicBezTo>
                      <a:pt x="9" y="53"/>
                      <a:pt x="10" y="56"/>
                      <a:pt x="10" y="55"/>
                    </a:cubicBezTo>
                    <a:cubicBezTo>
                      <a:pt x="11" y="56"/>
                      <a:pt x="12" y="58"/>
                      <a:pt x="12" y="59"/>
                    </a:cubicBezTo>
                    <a:cubicBezTo>
                      <a:pt x="13" y="59"/>
                      <a:pt x="14" y="60"/>
                      <a:pt x="13" y="60"/>
                    </a:cubicBezTo>
                    <a:cubicBezTo>
                      <a:pt x="13" y="60"/>
                      <a:pt x="14" y="61"/>
                      <a:pt x="14" y="61"/>
                    </a:cubicBezTo>
                    <a:cubicBezTo>
                      <a:pt x="14" y="60"/>
                      <a:pt x="12" y="58"/>
                      <a:pt x="12" y="58"/>
                    </a:cubicBezTo>
                    <a:cubicBezTo>
                      <a:pt x="11" y="56"/>
                      <a:pt x="12" y="57"/>
                      <a:pt x="11" y="55"/>
                    </a:cubicBezTo>
                    <a:cubicBezTo>
                      <a:pt x="11" y="55"/>
                      <a:pt x="12" y="55"/>
                      <a:pt x="12" y="55"/>
                    </a:cubicBezTo>
                    <a:cubicBezTo>
                      <a:pt x="12" y="55"/>
                      <a:pt x="13" y="56"/>
                      <a:pt x="14" y="57"/>
                    </a:cubicBezTo>
                    <a:cubicBezTo>
                      <a:pt x="13" y="56"/>
                      <a:pt x="13" y="55"/>
                      <a:pt x="14" y="55"/>
                    </a:cubicBezTo>
                    <a:cubicBezTo>
                      <a:pt x="13" y="53"/>
                      <a:pt x="13" y="53"/>
                      <a:pt x="12" y="52"/>
                    </a:cubicBezTo>
                    <a:cubicBezTo>
                      <a:pt x="12" y="51"/>
                      <a:pt x="12" y="51"/>
                      <a:pt x="12" y="51"/>
                    </a:cubicBezTo>
                    <a:cubicBezTo>
                      <a:pt x="13" y="52"/>
                      <a:pt x="14" y="55"/>
                      <a:pt x="14" y="55"/>
                    </a:cubicBezTo>
                    <a:cubicBezTo>
                      <a:pt x="15" y="57"/>
                      <a:pt x="14" y="55"/>
                      <a:pt x="15" y="57"/>
                    </a:cubicBezTo>
                    <a:cubicBezTo>
                      <a:pt x="16" y="59"/>
                      <a:pt x="15" y="60"/>
                      <a:pt x="14" y="58"/>
                    </a:cubicBezTo>
                    <a:cubicBezTo>
                      <a:pt x="15" y="61"/>
                      <a:pt x="15" y="59"/>
                      <a:pt x="16" y="61"/>
                    </a:cubicBezTo>
                    <a:cubicBezTo>
                      <a:pt x="16" y="61"/>
                      <a:pt x="15" y="59"/>
                      <a:pt x="16" y="59"/>
                    </a:cubicBezTo>
                    <a:cubicBezTo>
                      <a:pt x="15" y="58"/>
                      <a:pt x="15" y="58"/>
                      <a:pt x="15" y="57"/>
                    </a:cubicBezTo>
                    <a:cubicBezTo>
                      <a:pt x="14" y="54"/>
                      <a:pt x="16" y="58"/>
                      <a:pt x="16" y="58"/>
                    </a:cubicBezTo>
                    <a:cubicBezTo>
                      <a:pt x="16" y="59"/>
                      <a:pt x="16" y="59"/>
                      <a:pt x="16" y="59"/>
                    </a:cubicBezTo>
                    <a:cubicBezTo>
                      <a:pt x="17" y="60"/>
                      <a:pt x="16" y="58"/>
                      <a:pt x="17" y="58"/>
                    </a:cubicBezTo>
                    <a:cubicBezTo>
                      <a:pt x="18" y="61"/>
                      <a:pt x="16" y="58"/>
                      <a:pt x="17" y="60"/>
                    </a:cubicBezTo>
                    <a:cubicBezTo>
                      <a:pt x="18" y="62"/>
                      <a:pt x="18" y="62"/>
                      <a:pt x="18" y="62"/>
                    </a:cubicBezTo>
                    <a:cubicBezTo>
                      <a:pt x="19" y="63"/>
                      <a:pt x="17" y="60"/>
                      <a:pt x="18" y="61"/>
                    </a:cubicBezTo>
                    <a:cubicBezTo>
                      <a:pt x="18" y="62"/>
                      <a:pt x="18" y="62"/>
                      <a:pt x="18" y="62"/>
                    </a:cubicBezTo>
                    <a:cubicBezTo>
                      <a:pt x="18" y="61"/>
                      <a:pt x="18" y="61"/>
                      <a:pt x="18" y="61"/>
                    </a:cubicBezTo>
                    <a:cubicBezTo>
                      <a:pt x="18" y="60"/>
                      <a:pt x="17" y="58"/>
                      <a:pt x="17" y="58"/>
                    </a:cubicBezTo>
                    <a:cubicBezTo>
                      <a:pt x="16" y="55"/>
                      <a:pt x="17" y="58"/>
                      <a:pt x="17" y="57"/>
                    </a:cubicBezTo>
                    <a:cubicBezTo>
                      <a:pt x="16" y="55"/>
                      <a:pt x="17" y="57"/>
                      <a:pt x="16" y="56"/>
                    </a:cubicBezTo>
                    <a:cubicBezTo>
                      <a:pt x="16" y="54"/>
                      <a:pt x="16" y="54"/>
                      <a:pt x="16" y="54"/>
                    </a:cubicBezTo>
                    <a:cubicBezTo>
                      <a:pt x="16" y="54"/>
                      <a:pt x="17" y="55"/>
                      <a:pt x="17" y="57"/>
                    </a:cubicBezTo>
                    <a:cubicBezTo>
                      <a:pt x="17" y="57"/>
                      <a:pt x="17" y="57"/>
                      <a:pt x="17" y="56"/>
                    </a:cubicBezTo>
                    <a:cubicBezTo>
                      <a:pt x="17" y="58"/>
                      <a:pt x="18" y="60"/>
                      <a:pt x="19" y="61"/>
                    </a:cubicBezTo>
                    <a:cubicBezTo>
                      <a:pt x="19" y="62"/>
                      <a:pt x="18" y="60"/>
                      <a:pt x="18" y="59"/>
                    </a:cubicBezTo>
                    <a:cubicBezTo>
                      <a:pt x="18" y="59"/>
                      <a:pt x="18" y="57"/>
                      <a:pt x="18" y="57"/>
                    </a:cubicBezTo>
                    <a:cubicBezTo>
                      <a:pt x="16" y="52"/>
                      <a:pt x="19" y="60"/>
                      <a:pt x="19" y="59"/>
                    </a:cubicBezTo>
                    <a:cubicBezTo>
                      <a:pt x="18" y="56"/>
                      <a:pt x="18" y="55"/>
                      <a:pt x="17" y="52"/>
                    </a:cubicBezTo>
                    <a:cubicBezTo>
                      <a:pt x="17" y="51"/>
                      <a:pt x="17" y="50"/>
                      <a:pt x="17" y="51"/>
                    </a:cubicBezTo>
                    <a:cubicBezTo>
                      <a:pt x="18" y="53"/>
                      <a:pt x="18" y="52"/>
                      <a:pt x="18" y="54"/>
                    </a:cubicBezTo>
                    <a:cubicBezTo>
                      <a:pt x="18" y="54"/>
                      <a:pt x="18" y="54"/>
                      <a:pt x="18" y="54"/>
                    </a:cubicBezTo>
                    <a:cubicBezTo>
                      <a:pt x="19" y="56"/>
                      <a:pt x="19" y="56"/>
                      <a:pt x="19" y="56"/>
                    </a:cubicBezTo>
                    <a:cubicBezTo>
                      <a:pt x="21" y="60"/>
                      <a:pt x="21" y="60"/>
                      <a:pt x="21" y="60"/>
                    </a:cubicBezTo>
                    <a:cubicBezTo>
                      <a:pt x="21" y="59"/>
                      <a:pt x="20" y="58"/>
                      <a:pt x="20" y="57"/>
                    </a:cubicBezTo>
                    <a:cubicBezTo>
                      <a:pt x="20" y="58"/>
                      <a:pt x="21" y="59"/>
                      <a:pt x="21" y="59"/>
                    </a:cubicBezTo>
                    <a:cubicBezTo>
                      <a:pt x="20" y="59"/>
                      <a:pt x="20" y="56"/>
                      <a:pt x="20" y="56"/>
                    </a:cubicBezTo>
                    <a:cubicBezTo>
                      <a:pt x="20" y="56"/>
                      <a:pt x="21" y="58"/>
                      <a:pt x="21" y="58"/>
                    </a:cubicBezTo>
                    <a:cubicBezTo>
                      <a:pt x="22" y="60"/>
                      <a:pt x="22" y="60"/>
                      <a:pt x="22" y="60"/>
                    </a:cubicBezTo>
                    <a:cubicBezTo>
                      <a:pt x="21" y="58"/>
                      <a:pt x="22" y="61"/>
                      <a:pt x="22" y="60"/>
                    </a:cubicBezTo>
                    <a:cubicBezTo>
                      <a:pt x="22" y="59"/>
                      <a:pt x="21" y="57"/>
                      <a:pt x="21" y="56"/>
                    </a:cubicBezTo>
                    <a:cubicBezTo>
                      <a:pt x="21" y="55"/>
                      <a:pt x="22" y="56"/>
                      <a:pt x="22" y="56"/>
                    </a:cubicBezTo>
                    <a:cubicBezTo>
                      <a:pt x="22" y="57"/>
                      <a:pt x="22" y="57"/>
                      <a:pt x="22" y="57"/>
                    </a:cubicBezTo>
                    <a:cubicBezTo>
                      <a:pt x="22" y="57"/>
                      <a:pt x="23" y="61"/>
                      <a:pt x="23" y="60"/>
                    </a:cubicBezTo>
                    <a:cubicBezTo>
                      <a:pt x="22" y="58"/>
                      <a:pt x="22" y="58"/>
                      <a:pt x="22" y="58"/>
                    </a:cubicBezTo>
                    <a:cubicBezTo>
                      <a:pt x="23" y="58"/>
                      <a:pt x="23" y="59"/>
                      <a:pt x="23" y="60"/>
                    </a:cubicBezTo>
                    <a:cubicBezTo>
                      <a:pt x="23" y="58"/>
                      <a:pt x="23" y="59"/>
                      <a:pt x="23" y="58"/>
                    </a:cubicBezTo>
                    <a:cubicBezTo>
                      <a:pt x="23" y="59"/>
                      <a:pt x="23" y="59"/>
                      <a:pt x="23" y="59"/>
                    </a:cubicBezTo>
                    <a:cubicBezTo>
                      <a:pt x="23" y="58"/>
                      <a:pt x="23" y="56"/>
                      <a:pt x="24" y="58"/>
                    </a:cubicBezTo>
                    <a:cubicBezTo>
                      <a:pt x="23" y="56"/>
                      <a:pt x="23" y="58"/>
                      <a:pt x="23" y="57"/>
                    </a:cubicBezTo>
                    <a:cubicBezTo>
                      <a:pt x="22" y="55"/>
                      <a:pt x="22" y="55"/>
                      <a:pt x="22" y="55"/>
                    </a:cubicBezTo>
                    <a:cubicBezTo>
                      <a:pt x="23" y="58"/>
                      <a:pt x="23" y="55"/>
                      <a:pt x="23" y="55"/>
                    </a:cubicBezTo>
                    <a:cubicBezTo>
                      <a:pt x="24" y="56"/>
                      <a:pt x="24" y="56"/>
                      <a:pt x="24" y="57"/>
                    </a:cubicBezTo>
                    <a:cubicBezTo>
                      <a:pt x="24" y="55"/>
                      <a:pt x="24" y="55"/>
                      <a:pt x="24" y="55"/>
                    </a:cubicBezTo>
                    <a:cubicBezTo>
                      <a:pt x="25" y="59"/>
                      <a:pt x="24" y="54"/>
                      <a:pt x="24" y="55"/>
                    </a:cubicBezTo>
                    <a:cubicBezTo>
                      <a:pt x="25" y="56"/>
                      <a:pt x="25" y="58"/>
                      <a:pt x="25" y="58"/>
                    </a:cubicBezTo>
                    <a:cubicBezTo>
                      <a:pt x="24" y="56"/>
                      <a:pt x="25" y="55"/>
                      <a:pt x="24" y="53"/>
                    </a:cubicBezTo>
                    <a:cubicBezTo>
                      <a:pt x="25" y="54"/>
                      <a:pt x="25" y="56"/>
                      <a:pt x="26" y="58"/>
                    </a:cubicBezTo>
                    <a:cubicBezTo>
                      <a:pt x="25" y="56"/>
                      <a:pt x="26" y="59"/>
                      <a:pt x="26" y="57"/>
                    </a:cubicBezTo>
                    <a:cubicBezTo>
                      <a:pt x="25" y="56"/>
                      <a:pt x="25" y="55"/>
                      <a:pt x="25" y="54"/>
                    </a:cubicBezTo>
                    <a:cubicBezTo>
                      <a:pt x="26" y="54"/>
                      <a:pt x="25" y="55"/>
                      <a:pt x="26" y="56"/>
                    </a:cubicBezTo>
                    <a:cubicBezTo>
                      <a:pt x="26" y="56"/>
                      <a:pt x="26" y="54"/>
                      <a:pt x="25" y="53"/>
                    </a:cubicBezTo>
                    <a:cubicBezTo>
                      <a:pt x="26" y="53"/>
                      <a:pt x="25" y="51"/>
                      <a:pt x="26" y="52"/>
                    </a:cubicBezTo>
                    <a:cubicBezTo>
                      <a:pt x="26" y="54"/>
                      <a:pt x="26" y="53"/>
                      <a:pt x="26" y="54"/>
                    </a:cubicBezTo>
                    <a:cubicBezTo>
                      <a:pt x="27" y="54"/>
                      <a:pt x="25" y="50"/>
                      <a:pt x="26" y="50"/>
                    </a:cubicBezTo>
                    <a:cubicBezTo>
                      <a:pt x="25" y="49"/>
                      <a:pt x="25" y="46"/>
                      <a:pt x="25" y="45"/>
                    </a:cubicBezTo>
                    <a:cubicBezTo>
                      <a:pt x="25" y="45"/>
                      <a:pt x="25" y="46"/>
                      <a:pt x="25" y="48"/>
                    </a:cubicBezTo>
                    <a:cubicBezTo>
                      <a:pt x="25" y="48"/>
                      <a:pt x="25" y="48"/>
                      <a:pt x="25" y="48"/>
                    </a:cubicBezTo>
                    <a:cubicBezTo>
                      <a:pt x="27" y="50"/>
                      <a:pt x="26" y="52"/>
                      <a:pt x="27" y="55"/>
                    </a:cubicBezTo>
                    <a:cubicBezTo>
                      <a:pt x="27" y="54"/>
                      <a:pt x="27" y="54"/>
                      <a:pt x="27" y="54"/>
                    </a:cubicBezTo>
                    <a:cubicBezTo>
                      <a:pt x="28" y="57"/>
                      <a:pt x="28" y="57"/>
                      <a:pt x="28" y="57"/>
                    </a:cubicBezTo>
                    <a:cubicBezTo>
                      <a:pt x="27" y="55"/>
                      <a:pt x="28" y="56"/>
                      <a:pt x="28" y="55"/>
                    </a:cubicBezTo>
                    <a:cubicBezTo>
                      <a:pt x="28" y="54"/>
                      <a:pt x="28" y="56"/>
                      <a:pt x="28" y="55"/>
                    </a:cubicBezTo>
                    <a:cubicBezTo>
                      <a:pt x="28" y="54"/>
                      <a:pt x="27" y="51"/>
                      <a:pt x="28" y="52"/>
                    </a:cubicBezTo>
                    <a:cubicBezTo>
                      <a:pt x="29" y="55"/>
                      <a:pt x="29" y="55"/>
                      <a:pt x="29" y="55"/>
                    </a:cubicBezTo>
                    <a:cubicBezTo>
                      <a:pt x="29" y="56"/>
                      <a:pt x="28" y="53"/>
                      <a:pt x="29" y="54"/>
                    </a:cubicBezTo>
                    <a:cubicBezTo>
                      <a:pt x="29" y="55"/>
                      <a:pt x="29" y="55"/>
                      <a:pt x="29" y="55"/>
                    </a:cubicBezTo>
                    <a:cubicBezTo>
                      <a:pt x="30" y="55"/>
                      <a:pt x="32" y="55"/>
                      <a:pt x="31" y="51"/>
                    </a:cubicBezTo>
                    <a:cubicBezTo>
                      <a:pt x="32" y="52"/>
                      <a:pt x="32" y="52"/>
                      <a:pt x="33" y="53"/>
                    </a:cubicBezTo>
                    <a:cubicBezTo>
                      <a:pt x="33" y="53"/>
                      <a:pt x="33" y="51"/>
                      <a:pt x="33" y="51"/>
                    </a:cubicBezTo>
                    <a:cubicBezTo>
                      <a:pt x="34" y="53"/>
                      <a:pt x="34" y="53"/>
                      <a:pt x="34" y="53"/>
                    </a:cubicBezTo>
                    <a:cubicBezTo>
                      <a:pt x="34" y="54"/>
                      <a:pt x="34" y="52"/>
                      <a:pt x="34" y="51"/>
                    </a:cubicBezTo>
                    <a:cubicBezTo>
                      <a:pt x="35" y="52"/>
                      <a:pt x="35" y="52"/>
                      <a:pt x="35" y="52"/>
                    </a:cubicBezTo>
                    <a:cubicBezTo>
                      <a:pt x="35" y="54"/>
                      <a:pt x="35" y="51"/>
                      <a:pt x="35" y="51"/>
                    </a:cubicBezTo>
                    <a:cubicBezTo>
                      <a:pt x="35" y="52"/>
                      <a:pt x="35" y="52"/>
                      <a:pt x="35" y="52"/>
                    </a:cubicBezTo>
                    <a:cubicBezTo>
                      <a:pt x="35" y="51"/>
                      <a:pt x="35" y="51"/>
                      <a:pt x="35" y="51"/>
                    </a:cubicBezTo>
                    <a:cubicBezTo>
                      <a:pt x="35" y="50"/>
                      <a:pt x="35" y="50"/>
                      <a:pt x="36" y="52"/>
                    </a:cubicBezTo>
                    <a:cubicBezTo>
                      <a:pt x="36" y="51"/>
                      <a:pt x="36" y="51"/>
                      <a:pt x="36" y="51"/>
                    </a:cubicBezTo>
                    <a:cubicBezTo>
                      <a:pt x="37" y="52"/>
                      <a:pt x="37" y="52"/>
                      <a:pt x="38" y="51"/>
                    </a:cubicBezTo>
                    <a:cubicBezTo>
                      <a:pt x="37" y="51"/>
                      <a:pt x="37" y="50"/>
                      <a:pt x="37" y="49"/>
                    </a:cubicBezTo>
                    <a:cubicBezTo>
                      <a:pt x="36" y="46"/>
                      <a:pt x="37" y="49"/>
                      <a:pt x="37" y="47"/>
                    </a:cubicBezTo>
                    <a:cubicBezTo>
                      <a:pt x="37" y="48"/>
                      <a:pt x="38" y="49"/>
                      <a:pt x="38" y="50"/>
                    </a:cubicBezTo>
                    <a:cubicBezTo>
                      <a:pt x="39" y="52"/>
                      <a:pt x="39" y="50"/>
                      <a:pt x="40" y="50"/>
                    </a:cubicBezTo>
                    <a:cubicBezTo>
                      <a:pt x="40" y="49"/>
                      <a:pt x="40" y="49"/>
                      <a:pt x="40" y="49"/>
                    </a:cubicBezTo>
                    <a:cubicBezTo>
                      <a:pt x="42" y="51"/>
                      <a:pt x="41" y="48"/>
                      <a:pt x="42" y="49"/>
                    </a:cubicBezTo>
                    <a:cubicBezTo>
                      <a:pt x="42" y="48"/>
                      <a:pt x="41" y="45"/>
                      <a:pt x="41" y="45"/>
                    </a:cubicBezTo>
                    <a:cubicBezTo>
                      <a:pt x="41" y="43"/>
                      <a:pt x="42" y="47"/>
                      <a:pt x="43" y="48"/>
                    </a:cubicBezTo>
                    <a:cubicBezTo>
                      <a:pt x="43" y="48"/>
                      <a:pt x="43" y="47"/>
                      <a:pt x="43" y="47"/>
                    </a:cubicBezTo>
                    <a:cubicBezTo>
                      <a:pt x="43" y="48"/>
                      <a:pt x="43" y="48"/>
                      <a:pt x="43" y="48"/>
                    </a:cubicBezTo>
                    <a:cubicBezTo>
                      <a:pt x="43" y="47"/>
                      <a:pt x="43" y="46"/>
                      <a:pt x="44" y="47"/>
                    </a:cubicBezTo>
                    <a:cubicBezTo>
                      <a:pt x="44" y="47"/>
                      <a:pt x="44" y="47"/>
                      <a:pt x="44" y="47"/>
                    </a:cubicBezTo>
                    <a:cubicBezTo>
                      <a:pt x="44" y="47"/>
                      <a:pt x="45" y="48"/>
                      <a:pt x="45" y="48"/>
                    </a:cubicBezTo>
                    <a:cubicBezTo>
                      <a:pt x="44" y="46"/>
                      <a:pt x="45" y="47"/>
                      <a:pt x="45" y="45"/>
                    </a:cubicBezTo>
                    <a:cubicBezTo>
                      <a:pt x="45" y="46"/>
                      <a:pt x="45" y="46"/>
                      <a:pt x="45" y="46"/>
                    </a:cubicBezTo>
                    <a:cubicBezTo>
                      <a:pt x="45" y="44"/>
                      <a:pt x="45" y="44"/>
                      <a:pt x="45" y="44"/>
                    </a:cubicBezTo>
                    <a:cubicBezTo>
                      <a:pt x="45" y="45"/>
                      <a:pt x="45" y="45"/>
                      <a:pt x="45" y="45"/>
                    </a:cubicBezTo>
                    <a:cubicBezTo>
                      <a:pt x="46" y="47"/>
                      <a:pt x="46" y="47"/>
                      <a:pt x="46" y="47"/>
                    </a:cubicBezTo>
                    <a:cubicBezTo>
                      <a:pt x="46" y="48"/>
                      <a:pt x="45" y="45"/>
                      <a:pt x="45" y="45"/>
                    </a:cubicBezTo>
                    <a:cubicBezTo>
                      <a:pt x="45" y="43"/>
                      <a:pt x="46" y="45"/>
                      <a:pt x="46" y="45"/>
                    </a:cubicBezTo>
                    <a:cubicBezTo>
                      <a:pt x="46" y="46"/>
                      <a:pt x="46" y="45"/>
                      <a:pt x="46" y="45"/>
                    </a:cubicBezTo>
                    <a:cubicBezTo>
                      <a:pt x="46" y="47"/>
                      <a:pt x="46" y="46"/>
                      <a:pt x="46" y="47"/>
                    </a:cubicBezTo>
                    <a:cubicBezTo>
                      <a:pt x="46" y="47"/>
                      <a:pt x="46" y="45"/>
                      <a:pt x="46" y="45"/>
                    </a:cubicBezTo>
                    <a:cubicBezTo>
                      <a:pt x="46" y="45"/>
                      <a:pt x="47" y="45"/>
                      <a:pt x="47" y="46"/>
                    </a:cubicBezTo>
                    <a:cubicBezTo>
                      <a:pt x="47" y="45"/>
                      <a:pt x="47" y="45"/>
                      <a:pt x="47" y="45"/>
                    </a:cubicBezTo>
                    <a:cubicBezTo>
                      <a:pt x="47" y="44"/>
                      <a:pt x="46" y="44"/>
                      <a:pt x="46" y="43"/>
                    </a:cubicBezTo>
                    <a:cubicBezTo>
                      <a:pt x="46" y="43"/>
                      <a:pt x="46" y="42"/>
                      <a:pt x="46" y="43"/>
                    </a:cubicBezTo>
                    <a:cubicBezTo>
                      <a:pt x="46" y="43"/>
                      <a:pt x="46" y="43"/>
                      <a:pt x="46" y="43"/>
                    </a:cubicBezTo>
                    <a:cubicBezTo>
                      <a:pt x="46" y="43"/>
                      <a:pt x="47" y="43"/>
                      <a:pt x="46" y="42"/>
                    </a:cubicBezTo>
                    <a:cubicBezTo>
                      <a:pt x="47" y="44"/>
                      <a:pt x="47" y="44"/>
                      <a:pt x="47" y="44"/>
                    </a:cubicBezTo>
                    <a:cubicBezTo>
                      <a:pt x="47" y="43"/>
                      <a:pt x="47" y="43"/>
                      <a:pt x="47" y="42"/>
                    </a:cubicBezTo>
                    <a:cubicBezTo>
                      <a:pt x="48" y="44"/>
                      <a:pt x="49" y="46"/>
                      <a:pt x="49" y="46"/>
                    </a:cubicBezTo>
                    <a:cubicBezTo>
                      <a:pt x="49" y="44"/>
                      <a:pt x="49" y="44"/>
                      <a:pt x="49" y="44"/>
                    </a:cubicBezTo>
                    <a:cubicBezTo>
                      <a:pt x="49" y="44"/>
                      <a:pt x="49" y="44"/>
                      <a:pt x="50" y="45"/>
                    </a:cubicBezTo>
                    <a:cubicBezTo>
                      <a:pt x="51" y="46"/>
                      <a:pt x="48" y="40"/>
                      <a:pt x="49" y="42"/>
                    </a:cubicBezTo>
                    <a:cubicBezTo>
                      <a:pt x="50" y="44"/>
                      <a:pt x="50" y="44"/>
                      <a:pt x="51" y="44"/>
                    </a:cubicBezTo>
                    <a:cubicBezTo>
                      <a:pt x="50" y="43"/>
                      <a:pt x="50" y="43"/>
                      <a:pt x="50" y="43"/>
                    </a:cubicBezTo>
                    <a:cubicBezTo>
                      <a:pt x="50" y="42"/>
                      <a:pt x="51" y="45"/>
                      <a:pt x="50" y="43"/>
                    </a:cubicBezTo>
                    <a:cubicBezTo>
                      <a:pt x="50" y="42"/>
                      <a:pt x="50" y="42"/>
                      <a:pt x="50" y="42"/>
                    </a:cubicBezTo>
                    <a:cubicBezTo>
                      <a:pt x="52" y="46"/>
                      <a:pt x="52" y="42"/>
                      <a:pt x="54" y="44"/>
                    </a:cubicBezTo>
                    <a:cubicBezTo>
                      <a:pt x="52" y="42"/>
                      <a:pt x="54" y="43"/>
                      <a:pt x="53" y="42"/>
                    </a:cubicBezTo>
                    <a:cubicBezTo>
                      <a:pt x="54" y="45"/>
                      <a:pt x="54" y="42"/>
                      <a:pt x="54" y="43"/>
                    </a:cubicBezTo>
                    <a:cubicBezTo>
                      <a:pt x="53" y="41"/>
                      <a:pt x="53" y="41"/>
                      <a:pt x="53" y="41"/>
                    </a:cubicBezTo>
                    <a:cubicBezTo>
                      <a:pt x="54" y="42"/>
                      <a:pt x="53" y="37"/>
                      <a:pt x="54" y="40"/>
                    </a:cubicBezTo>
                    <a:cubicBezTo>
                      <a:pt x="55" y="40"/>
                      <a:pt x="55" y="41"/>
                      <a:pt x="55" y="42"/>
                    </a:cubicBezTo>
                    <a:cubicBezTo>
                      <a:pt x="56" y="44"/>
                      <a:pt x="55" y="39"/>
                      <a:pt x="56" y="42"/>
                    </a:cubicBezTo>
                    <a:cubicBezTo>
                      <a:pt x="56" y="41"/>
                      <a:pt x="55" y="40"/>
                      <a:pt x="55" y="39"/>
                    </a:cubicBezTo>
                    <a:cubicBezTo>
                      <a:pt x="56" y="40"/>
                      <a:pt x="57" y="41"/>
                      <a:pt x="57" y="41"/>
                    </a:cubicBezTo>
                    <a:cubicBezTo>
                      <a:pt x="57" y="41"/>
                      <a:pt x="57" y="40"/>
                      <a:pt x="57" y="40"/>
                    </a:cubicBezTo>
                    <a:cubicBezTo>
                      <a:pt x="57" y="41"/>
                      <a:pt x="57" y="41"/>
                      <a:pt x="57" y="42"/>
                    </a:cubicBezTo>
                    <a:cubicBezTo>
                      <a:pt x="58" y="42"/>
                      <a:pt x="58" y="41"/>
                      <a:pt x="58" y="40"/>
                    </a:cubicBezTo>
                    <a:cubicBezTo>
                      <a:pt x="59" y="41"/>
                      <a:pt x="59" y="40"/>
                      <a:pt x="60" y="41"/>
                    </a:cubicBezTo>
                    <a:cubicBezTo>
                      <a:pt x="59" y="39"/>
                      <a:pt x="61" y="42"/>
                      <a:pt x="60" y="39"/>
                    </a:cubicBezTo>
                    <a:cubicBezTo>
                      <a:pt x="60" y="40"/>
                      <a:pt x="60" y="40"/>
                      <a:pt x="60" y="40"/>
                    </a:cubicBezTo>
                    <a:cubicBezTo>
                      <a:pt x="60" y="39"/>
                      <a:pt x="59" y="37"/>
                      <a:pt x="59" y="37"/>
                    </a:cubicBezTo>
                    <a:cubicBezTo>
                      <a:pt x="60" y="39"/>
                      <a:pt x="60" y="39"/>
                      <a:pt x="60" y="39"/>
                    </a:cubicBezTo>
                    <a:cubicBezTo>
                      <a:pt x="61" y="41"/>
                      <a:pt x="61" y="39"/>
                      <a:pt x="61" y="40"/>
                    </a:cubicBezTo>
                    <a:cubicBezTo>
                      <a:pt x="60" y="38"/>
                      <a:pt x="62" y="40"/>
                      <a:pt x="61" y="38"/>
                    </a:cubicBezTo>
                    <a:cubicBezTo>
                      <a:pt x="61" y="38"/>
                      <a:pt x="61" y="38"/>
                      <a:pt x="61" y="38"/>
                    </a:cubicBezTo>
                    <a:cubicBezTo>
                      <a:pt x="61" y="37"/>
                      <a:pt x="60" y="37"/>
                      <a:pt x="61" y="36"/>
                    </a:cubicBezTo>
                    <a:cubicBezTo>
                      <a:pt x="61" y="36"/>
                      <a:pt x="62" y="38"/>
                      <a:pt x="62" y="38"/>
                    </a:cubicBezTo>
                    <a:cubicBezTo>
                      <a:pt x="62" y="39"/>
                      <a:pt x="62" y="38"/>
                      <a:pt x="62" y="38"/>
                    </a:cubicBezTo>
                    <a:cubicBezTo>
                      <a:pt x="62" y="38"/>
                      <a:pt x="62" y="38"/>
                      <a:pt x="62" y="37"/>
                    </a:cubicBezTo>
                    <a:cubicBezTo>
                      <a:pt x="62" y="38"/>
                      <a:pt x="62" y="38"/>
                      <a:pt x="62" y="38"/>
                    </a:cubicBezTo>
                    <a:cubicBezTo>
                      <a:pt x="62" y="38"/>
                      <a:pt x="62" y="38"/>
                      <a:pt x="62" y="38"/>
                    </a:cubicBezTo>
                    <a:cubicBezTo>
                      <a:pt x="62" y="38"/>
                      <a:pt x="62" y="38"/>
                      <a:pt x="62" y="38"/>
                    </a:cubicBezTo>
                    <a:cubicBezTo>
                      <a:pt x="62" y="38"/>
                      <a:pt x="62" y="38"/>
                      <a:pt x="62" y="38"/>
                    </a:cubicBezTo>
                    <a:cubicBezTo>
                      <a:pt x="62" y="38"/>
                      <a:pt x="63" y="38"/>
                      <a:pt x="63" y="38"/>
                    </a:cubicBezTo>
                    <a:cubicBezTo>
                      <a:pt x="63" y="38"/>
                      <a:pt x="63" y="38"/>
                      <a:pt x="63" y="38"/>
                    </a:cubicBezTo>
                    <a:cubicBezTo>
                      <a:pt x="63" y="38"/>
                      <a:pt x="63" y="38"/>
                      <a:pt x="63" y="38"/>
                    </a:cubicBezTo>
                    <a:cubicBezTo>
                      <a:pt x="64" y="40"/>
                      <a:pt x="64" y="40"/>
                      <a:pt x="64" y="40"/>
                    </a:cubicBezTo>
                    <a:cubicBezTo>
                      <a:pt x="64" y="40"/>
                      <a:pt x="64" y="38"/>
                      <a:pt x="63" y="37"/>
                    </a:cubicBezTo>
                    <a:cubicBezTo>
                      <a:pt x="64" y="38"/>
                      <a:pt x="65" y="36"/>
                      <a:pt x="65" y="36"/>
                    </a:cubicBezTo>
                    <a:cubicBezTo>
                      <a:pt x="65" y="36"/>
                      <a:pt x="65" y="37"/>
                      <a:pt x="65" y="36"/>
                    </a:cubicBezTo>
                    <a:cubicBezTo>
                      <a:pt x="65" y="36"/>
                      <a:pt x="65" y="34"/>
                      <a:pt x="65" y="35"/>
                    </a:cubicBezTo>
                    <a:cubicBezTo>
                      <a:pt x="65" y="35"/>
                      <a:pt x="66" y="36"/>
                      <a:pt x="66" y="36"/>
                    </a:cubicBezTo>
                    <a:cubicBezTo>
                      <a:pt x="66" y="37"/>
                      <a:pt x="66" y="35"/>
                      <a:pt x="66" y="35"/>
                    </a:cubicBezTo>
                    <a:cubicBezTo>
                      <a:pt x="67" y="37"/>
                      <a:pt x="66" y="33"/>
                      <a:pt x="67" y="34"/>
                    </a:cubicBezTo>
                    <a:cubicBezTo>
                      <a:pt x="67" y="34"/>
                      <a:pt x="68" y="35"/>
                      <a:pt x="68" y="36"/>
                    </a:cubicBezTo>
                    <a:cubicBezTo>
                      <a:pt x="68" y="35"/>
                      <a:pt x="68" y="34"/>
                      <a:pt x="68" y="32"/>
                    </a:cubicBezTo>
                    <a:cubicBezTo>
                      <a:pt x="68" y="34"/>
                      <a:pt x="68" y="34"/>
                      <a:pt x="68" y="34"/>
                    </a:cubicBezTo>
                    <a:cubicBezTo>
                      <a:pt x="69" y="34"/>
                      <a:pt x="69" y="33"/>
                      <a:pt x="69" y="32"/>
                    </a:cubicBezTo>
                    <a:cubicBezTo>
                      <a:pt x="68" y="31"/>
                      <a:pt x="68" y="30"/>
                      <a:pt x="68" y="30"/>
                    </a:cubicBezTo>
                    <a:cubicBezTo>
                      <a:pt x="68" y="30"/>
                      <a:pt x="68" y="30"/>
                      <a:pt x="68" y="30"/>
                    </a:cubicBezTo>
                    <a:cubicBezTo>
                      <a:pt x="68" y="29"/>
                      <a:pt x="68" y="29"/>
                      <a:pt x="68" y="29"/>
                    </a:cubicBezTo>
                    <a:cubicBezTo>
                      <a:pt x="69" y="30"/>
                      <a:pt x="68" y="30"/>
                      <a:pt x="69" y="30"/>
                    </a:cubicBezTo>
                    <a:cubicBezTo>
                      <a:pt x="70" y="33"/>
                      <a:pt x="70" y="31"/>
                      <a:pt x="70" y="32"/>
                    </a:cubicBezTo>
                    <a:cubicBezTo>
                      <a:pt x="70" y="30"/>
                      <a:pt x="70" y="30"/>
                      <a:pt x="70" y="30"/>
                    </a:cubicBezTo>
                    <a:cubicBezTo>
                      <a:pt x="70" y="29"/>
                      <a:pt x="71" y="31"/>
                      <a:pt x="71" y="31"/>
                    </a:cubicBezTo>
                    <a:cubicBezTo>
                      <a:pt x="69" y="26"/>
                      <a:pt x="69" y="26"/>
                      <a:pt x="69" y="26"/>
                    </a:cubicBezTo>
                    <a:cubicBezTo>
                      <a:pt x="69" y="27"/>
                      <a:pt x="71" y="28"/>
                      <a:pt x="71" y="29"/>
                    </a:cubicBezTo>
                    <a:cubicBezTo>
                      <a:pt x="71" y="29"/>
                      <a:pt x="70" y="26"/>
                      <a:pt x="70" y="24"/>
                    </a:cubicBezTo>
                    <a:cubicBezTo>
                      <a:pt x="70" y="25"/>
                      <a:pt x="70" y="24"/>
                      <a:pt x="70" y="23"/>
                    </a:cubicBezTo>
                    <a:cubicBezTo>
                      <a:pt x="71" y="25"/>
                      <a:pt x="70" y="23"/>
                      <a:pt x="71" y="24"/>
                    </a:cubicBezTo>
                    <a:cubicBezTo>
                      <a:pt x="72" y="26"/>
                      <a:pt x="72" y="26"/>
                      <a:pt x="72" y="26"/>
                    </a:cubicBezTo>
                    <a:cubicBezTo>
                      <a:pt x="71" y="26"/>
                      <a:pt x="73" y="28"/>
                      <a:pt x="73" y="29"/>
                    </a:cubicBezTo>
                    <a:cubicBezTo>
                      <a:pt x="73" y="28"/>
                      <a:pt x="74" y="28"/>
                      <a:pt x="75" y="29"/>
                    </a:cubicBezTo>
                    <a:cubicBezTo>
                      <a:pt x="73" y="26"/>
                      <a:pt x="74" y="27"/>
                      <a:pt x="73" y="25"/>
                    </a:cubicBezTo>
                    <a:cubicBezTo>
                      <a:pt x="74" y="24"/>
                      <a:pt x="74" y="27"/>
                      <a:pt x="75" y="27"/>
                    </a:cubicBezTo>
                    <a:cubicBezTo>
                      <a:pt x="75" y="26"/>
                      <a:pt x="76" y="26"/>
                      <a:pt x="76" y="26"/>
                    </a:cubicBezTo>
                    <a:cubicBezTo>
                      <a:pt x="76" y="26"/>
                      <a:pt x="76" y="26"/>
                      <a:pt x="76" y="26"/>
                    </a:cubicBezTo>
                    <a:cubicBezTo>
                      <a:pt x="76" y="25"/>
                      <a:pt x="77" y="26"/>
                      <a:pt x="77" y="23"/>
                    </a:cubicBezTo>
                    <a:cubicBezTo>
                      <a:pt x="77" y="25"/>
                      <a:pt x="77" y="25"/>
                      <a:pt x="77" y="25"/>
                    </a:cubicBezTo>
                    <a:cubicBezTo>
                      <a:pt x="78" y="25"/>
                      <a:pt x="76" y="22"/>
                      <a:pt x="77" y="23"/>
                    </a:cubicBezTo>
                    <a:cubicBezTo>
                      <a:pt x="78" y="24"/>
                      <a:pt x="78" y="24"/>
                      <a:pt x="78" y="24"/>
                    </a:cubicBezTo>
                    <a:cubicBezTo>
                      <a:pt x="78" y="23"/>
                      <a:pt x="79" y="25"/>
                      <a:pt x="78" y="23"/>
                    </a:cubicBezTo>
                    <a:cubicBezTo>
                      <a:pt x="79" y="24"/>
                      <a:pt x="79" y="24"/>
                      <a:pt x="79" y="24"/>
                    </a:cubicBezTo>
                    <a:cubicBezTo>
                      <a:pt x="79" y="23"/>
                      <a:pt x="79" y="24"/>
                      <a:pt x="79" y="22"/>
                    </a:cubicBezTo>
                    <a:cubicBezTo>
                      <a:pt x="80" y="24"/>
                      <a:pt x="80" y="24"/>
                      <a:pt x="80" y="24"/>
                    </a:cubicBezTo>
                    <a:cubicBezTo>
                      <a:pt x="80" y="25"/>
                      <a:pt x="79" y="22"/>
                      <a:pt x="80" y="22"/>
                    </a:cubicBezTo>
                    <a:cubicBezTo>
                      <a:pt x="80" y="22"/>
                      <a:pt x="81" y="23"/>
                      <a:pt x="81" y="23"/>
                    </a:cubicBezTo>
                    <a:cubicBezTo>
                      <a:pt x="80" y="22"/>
                      <a:pt x="81" y="22"/>
                      <a:pt x="81" y="21"/>
                    </a:cubicBezTo>
                    <a:cubicBezTo>
                      <a:pt x="82" y="23"/>
                      <a:pt x="82" y="23"/>
                      <a:pt x="82" y="23"/>
                    </a:cubicBezTo>
                    <a:cubicBezTo>
                      <a:pt x="84" y="22"/>
                      <a:pt x="86" y="22"/>
                      <a:pt x="86" y="19"/>
                    </a:cubicBezTo>
                    <a:cubicBezTo>
                      <a:pt x="88" y="21"/>
                      <a:pt x="87" y="21"/>
                      <a:pt x="87" y="22"/>
                    </a:cubicBezTo>
                    <a:cubicBezTo>
                      <a:pt x="87" y="20"/>
                      <a:pt x="87" y="22"/>
                      <a:pt x="88" y="21"/>
                    </a:cubicBezTo>
                    <a:cubicBezTo>
                      <a:pt x="88" y="21"/>
                      <a:pt x="88" y="21"/>
                      <a:pt x="88" y="21"/>
                    </a:cubicBezTo>
                    <a:cubicBezTo>
                      <a:pt x="88" y="20"/>
                      <a:pt x="89" y="22"/>
                      <a:pt x="89" y="21"/>
                    </a:cubicBezTo>
                    <a:cubicBezTo>
                      <a:pt x="88" y="20"/>
                      <a:pt x="88" y="20"/>
                      <a:pt x="88" y="20"/>
                    </a:cubicBezTo>
                    <a:cubicBezTo>
                      <a:pt x="88" y="19"/>
                      <a:pt x="90" y="23"/>
                      <a:pt x="89" y="20"/>
                    </a:cubicBezTo>
                    <a:cubicBezTo>
                      <a:pt x="90" y="22"/>
                      <a:pt x="90" y="22"/>
                      <a:pt x="90" y="22"/>
                    </a:cubicBezTo>
                    <a:cubicBezTo>
                      <a:pt x="89" y="19"/>
                      <a:pt x="91" y="22"/>
                      <a:pt x="90" y="20"/>
                    </a:cubicBezTo>
                    <a:cubicBezTo>
                      <a:pt x="90" y="20"/>
                      <a:pt x="90" y="20"/>
                      <a:pt x="90" y="20"/>
                    </a:cubicBezTo>
                    <a:cubicBezTo>
                      <a:pt x="91" y="21"/>
                      <a:pt x="90" y="17"/>
                      <a:pt x="91" y="19"/>
                    </a:cubicBezTo>
                    <a:cubicBezTo>
                      <a:pt x="91" y="19"/>
                      <a:pt x="91" y="18"/>
                      <a:pt x="91" y="16"/>
                    </a:cubicBezTo>
                    <a:cubicBezTo>
                      <a:pt x="92" y="19"/>
                      <a:pt x="92" y="19"/>
                      <a:pt x="92" y="19"/>
                    </a:cubicBezTo>
                    <a:cubicBezTo>
                      <a:pt x="93" y="17"/>
                      <a:pt x="94" y="17"/>
                      <a:pt x="94" y="14"/>
                    </a:cubicBezTo>
                    <a:cubicBezTo>
                      <a:pt x="95" y="15"/>
                      <a:pt x="95" y="15"/>
                      <a:pt x="95" y="15"/>
                    </a:cubicBezTo>
                    <a:cubicBezTo>
                      <a:pt x="95" y="13"/>
                      <a:pt x="97" y="17"/>
                      <a:pt x="96" y="13"/>
                    </a:cubicBezTo>
                    <a:cubicBezTo>
                      <a:pt x="96" y="11"/>
                      <a:pt x="96" y="11"/>
                      <a:pt x="96" y="11"/>
                    </a:cubicBezTo>
                    <a:cubicBezTo>
                      <a:pt x="97" y="13"/>
                      <a:pt x="97" y="13"/>
                      <a:pt x="97" y="13"/>
                    </a:cubicBezTo>
                    <a:cubicBezTo>
                      <a:pt x="97" y="12"/>
                      <a:pt x="98" y="13"/>
                      <a:pt x="97" y="11"/>
                    </a:cubicBezTo>
                    <a:cubicBezTo>
                      <a:pt x="98" y="13"/>
                      <a:pt x="98" y="13"/>
                      <a:pt x="98" y="13"/>
                    </a:cubicBezTo>
                    <a:cubicBezTo>
                      <a:pt x="98" y="13"/>
                      <a:pt x="98" y="10"/>
                      <a:pt x="98" y="11"/>
                    </a:cubicBezTo>
                    <a:cubicBezTo>
                      <a:pt x="98" y="11"/>
                      <a:pt x="98" y="11"/>
                      <a:pt x="98" y="11"/>
                    </a:cubicBezTo>
                    <a:cubicBezTo>
                      <a:pt x="101" y="14"/>
                      <a:pt x="104" y="15"/>
                      <a:pt x="104" y="11"/>
                    </a:cubicBezTo>
                    <a:cubicBezTo>
                      <a:pt x="104" y="10"/>
                      <a:pt x="105" y="13"/>
                      <a:pt x="105" y="13"/>
                    </a:cubicBezTo>
                    <a:cubicBezTo>
                      <a:pt x="106" y="9"/>
                      <a:pt x="109" y="14"/>
                      <a:pt x="109" y="8"/>
                    </a:cubicBezTo>
                    <a:cubicBezTo>
                      <a:pt x="110" y="6"/>
                      <a:pt x="108" y="1"/>
                      <a:pt x="108"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2" name="Freeform 114"/>
              <p:cNvSpPr/>
              <p:nvPr/>
            </p:nvSpPr>
            <p:spPr bwMode="auto">
              <a:xfrm>
                <a:off x="3897" y="1269"/>
                <a:ext cx="6" cy="2"/>
              </a:xfrm>
              <a:custGeom>
                <a:avLst/>
                <a:gdLst>
                  <a:gd name="T0" fmla="*/ 6 w 6"/>
                  <a:gd name="T1" fmla="*/ 0 h 2"/>
                  <a:gd name="T2" fmla="*/ 6 w 6"/>
                  <a:gd name="T3" fmla="*/ 0 h 2"/>
                  <a:gd name="T4" fmla="*/ 0 w 6"/>
                  <a:gd name="T5" fmla="*/ 2 h 2"/>
                  <a:gd name="T6" fmla="*/ 6 w 6"/>
                  <a:gd name="T7" fmla="*/ 0 h 2"/>
                </a:gdLst>
                <a:ahLst/>
                <a:cxnLst>
                  <a:cxn ang="0">
                    <a:pos x="T0" y="T1"/>
                  </a:cxn>
                  <a:cxn ang="0">
                    <a:pos x="T2" y="T3"/>
                  </a:cxn>
                  <a:cxn ang="0">
                    <a:pos x="T4" y="T5"/>
                  </a:cxn>
                  <a:cxn ang="0">
                    <a:pos x="T6" y="T7"/>
                  </a:cxn>
                </a:cxnLst>
                <a:rect l="0" t="0" r="r" b="b"/>
                <a:pathLst>
                  <a:path w="6" h="2">
                    <a:moveTo>
                      <a:pt x="6" y="0"/>
                    </a:moveTo>
                    <a:lnTo>
                      <a:pt x="6" y="0"/>
                    </a:lnTo>
                    <a:lnTo>
                      <a:pt x="0" y="2"/>
                    </a:lnTo>
                    <a:lnTo>
                      <a:pt x="6"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3" name="Freeform 115"/>
              <p:cNvSpPr/>
              <p:nvPr/>
            </p:nvSpPr>
            <p:spPr bwMode="auto">
              <a:xfrm>
                <a:off x="3935" y="1214"/>
                <a:ext cx="78" cy="253"/>
              </a:xfrm>
              <a:custGeom>
                <a:avLst/>
                <a:gdLst>
                  <a:gd name="T0" fmla="*/ 15 w 37"/>
                  <a:gd name="T1" fmla="*/ 54 h 119"/>
                  <a:gd name="T2" fmla="*/ 12 w 37"/>
                  <a:gd name="T3" fmla="*/ 62 h 119"/>
                  <a:gd name="T4" fmla="*/ 8 w 37"/>
                  <a:gd name="T5" fmla="*/ 67 h 119"/>
                  <a:gd name="T6" fmla="*/ 6 w 37"/>
                  <a:gd name="T7" fmla="*/ 78 h 119"/>
                  <a:gd name="T8" fmla="*/ 4 w 37"/>
                  <a:gd name="T9" fmla="*/ 84 h 119"/>
                  <a:gd name="T10" fmla="*/ 2 w 37"/>
                  <a:gd name="T11" fmla="*/ 96 h 119"/>
                  <a:gd name="T12" fmla="*/ 5 w 37"/>
                  <a:gd name="T13" fmla="*/ 103 h 119"/>
                  <a:gd name="T14" fmla="*/ 2 w 37"/>
                  <a:gd name="T15" fmla="*/ 111 h 119"/>
                  <a:gd name="T16" fmla="*/ 2 w 37"/>
                  <a:gd name="T17" fmla="*/ 115 h 119"/>
                  <a:gd name="T18" fmla="*/ 7 w 37"/>
                  <a:gd name="T19" fmla="*/ 117 h 119"/>
                  <a:gd name="T20" fmla="*/ 8 w 37"/>
                  <a:gd name="T21" fmla="*/ 117 h 119"/>
                  <a:gd name="T22" fmla="*/ 9 w 37"/>
                  <a:gd name="T23" fmla="*/ 115 h 119"/>
                  <a:gd name="T24" fmla="*/ 12 w 37"/>
                  <a:gd name="T25" fmla="*/ 113 h 119"/>
                  <a:gd name="T26" fmla="*/ 15 w 37"/>
                  <a:gd name="T27" fmla="*/ 110 h 119"/>
                  <a:gd name="T28" fmla="*/ 17 w 37"/>
                  <a:gd name="T29" fmla="*/ 110 h 119"/>
                  <a:gd name="T30" fmla="*/ 17 w 37"/>
                  <a:gd name="T31" fmla="*/ 108 h 119"/>
                  <a:gd name="T32" fmla="*/ 18 w 37"/>
                  <a:gd name="T33" fmla="*/ 108 h 119"/>
                  <a:gd name="T34" fmla="*/ 21 w 37"/>
                  <a:gd name="T35" fmla="*/ 108 h 119"/>
                  <a:gd name="T36" fmla="*/ 15 w 37"/>
                  <a:gd name="T37" fmla="*/ 104 h 119"/>
                  <a:gd name="T38" fmla="*/ 18 w 37"/>
                  <a:gd name="T39" fmla="*/ 104 h 119"/>
                  <a:gd name="T40" fmla="*/ 20 w 37"/>
                  <a:gd name="T41" fmla="*/ 104 h 119"/>
                  <a:gd name="T42" fmla="*/ 22 w 37"/>
                  <a:gd name="T43" fmla="*/ 102 h 119"/>
                  <a:gd name="T44" fmla="*/ 20 w 37"/>
                  <a:gd name="T45" fmla="*/ 100 h 119"/>
                  <a:gd name="T46" fmla="*/ 22 w 37"/>
                  <a:gd name="T47" fmla="*/ 99 h 119"/>
                  <a:gd name="T48" fmla="*/ 15 w 37"/>
                  <a:gd name="T49" fmla="*/ 95 h 119"/>
                  <a:gd name="T50" fmla="*/ 21 w 37"/>
                  <a:gd name="T51" fmla="*/ 97 h 119"/>
                  <a:gd name="T52" fmla="*/ 24 w 37"/>
                  <a:gd name="T53" fmla="*/ 92 h 119"/>
                  <a:gd name="T54" fmla="*/ 24 w 37"/>
                  <a:gd name="T55" fmla="*/ 89 h 119"/>
                  <a:gd name="T56" fmla="*/ 21 w 37"/>
                  <a:gd name="T57" fmla="*/ 85 h 119"/>
                  <a:gd name="T58" fmla="*/ 26 w 37"/>
                  <a:gd name="T59" fmla="*/ 81 h 119"/>
                  <a:gd name="T60" fmla="*/ 24 w 37"/>
                  <a:gd name="T61" fmla="*/ 78 h 119"/>
                  <a:gd name="T62" fmla="*/ 25 w 37"/>
                  <a:gd name="T63" fmla="*/ 77 h 119"/>
                  <a:gd name="T64" fmla="*/ 23 w 37"/>
                  <a:gd name="T65" fmla="*/ 75 h 119"/>
                  <a:gd name="T66" fmla="*/ 27 w 37"/>
                  <a:gd name="T67" fmla="*/ 75 h 119"/>
                  <a:gd name="T68" fmla="*/ 26 w 37"/>
                  <a:gd name="T69" fmla="*/ 72 h 119"/>
                  <a:gd name="T70" fmla="*/ 25 w 37"/>
                  <a:gd name="T71" fmla="*/ 67 h 119"/>
                  <a:gd name="T72" fmla="*/ 29 w 37"/>
                  <a:gd name="T73" fmla="*/ 65 h 119"/>
                  <a:gd name="T74" fmla="*/ 28 w 37"/>
                  <a:gd name="T75" fmla="*/ 61 h 119"/>
                  <a:gd name="T76" fmla="*/ 29 w 37"/>
                  <a:gd name="T77" fmla="*/ 59 h 119"/>
                  <a:gd name="T78" fmla="*/ 29 w 37"/>
                  <a:gd name="T79" fmla="*/ 59 h 119"/>
                  <a:gd name="T80" fmla="*/ 29 w 37"/>
                  <a:gd name="T81" fmla="*/ 56 h 119"/>
                  <a:gd name="T82" fmla="*/ 27 w 37"/>
                  <a:gd name="T83" fmla="*/ 51 h 119"/>
                  <a:gd name="T84" fmla="*/ 25 w 37"/>
                  <a:gd name="T85" fmla="*/ 49 h 119"/>
                  <a:gd name="T86" fmla="*/ 27 w 37"/>
                  <a:gd name="T87" fmla="*/ 47 h 119"/>
                  <a:gd name="T88" fmla="*/ 29 w 37"/>
                  <a:gd name="T89" fmla="*/ 44 h 119"/>
                  <a:gd name="T90" fmla="*/ 27 w 37"/>
                  <a:gd name="T91" fmla="*/ 39 h 119"/>
                  <a:gd name="T92" fmla="*/ 28 w 37"/>
                  <a:gd name="T93" fmla="*/ 37 h 119"/>
                  <a:gd name="T94" fmla="*/ 31 w 37"/>
                  <a:gd name="T95" fmla="*/ 30 h 119"/>
                  <a:gd name="T96" fmla="*/ 32 w 37"/>
                  <a:gd name="T97" fmla="*/ 27 h 119"/>
                  <a:gd name="T98" fmla="*/ 29 w 37"/>
                  <a:gd name="T99" fmla="*/ 19 h 119"/>
                  <a:gd name="T100" fmla="*/ 30 w 37"/>
                  <a:gd name="T101" fmla="*/ 16 h 119"/>
                  <a:gd name="T102" fmla="*/ 26 w 37"/>
                  <a:gd name="T103" fmla="*/ 0 h 119"/>
                  <a:gd name="T104" fmla="*/ 18 w 37"/>
                  <a:gd name="T105" fmla="*/ 21 h 119"/>
                  <a:gd name="T106" fmla="*/ 11 w 37"/>
                  <a:gd name="T107" fmla="*/ 3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 h="119">
                    <a:moveTo>
                      <a:pt x="11" y="38"/>
                    </a:moveTo>
                    <a:cubicBezTo>
                      <a:pt x="11" y="42"/>
                      <a:pt x="12" y="46"/>
                      <a:pt x="12" y="50"/>
                    </a:cubicBezTo>
                    <a:cubicBezTo>
                      <a:pt x="15" y="51"/>
                      <a:pt x="13" y="52"/>
                      <a:pt x="16" y="53"/>
                    </a:cubicBezTo>
                    <a:cubicBezTo>
                      <a:pt x="15" y="53"/>
                      <a:pt x="15" y="53"/>
                      <a:pt x="15" y="53"/>
                    </a:cubicBezTo>
                    <a:cubicBezTo>
                      <a:pt x="16" y="53"/>
                      <a:pt x="14" y="53"/>
                      <a:pt x="13" y="54"/>
                    </a:cubicBezTo>
                    <a:cubicBezTo>
                      <a:pt x="14" y="54"/>
                      <a:pt x="13" y="54"/>
                      <a:pt x="15" y="54"/>
                    </a:cubicBezTo>
                    <a:cubicBezTo>
                      <a:pt x="17" y="55"/>
                      <a:pt x="12" y="54"/>
                      <a:pt x="13" y="55"/>
                    </a:cubicBezTo>
                    <a:cubicBezTo>
                      <a:pt x="13" y="55"/>
                      <a:pt x="14" y="55"/>
                      <a:pt x="14" y="55"/>
                    </a:cubicBezTo>
                    <a:cubicBezTo>
                      <a:pt x="16" y="56"/>
                      <a:pt x="13" y="55"/>
                      <a:pt x="11" y="55"/>
                    </a:cubicBezTo>
                    <a:cubicBezTo>
                      <a:pt x="11" y="57"/>
                      <a:pt x="13" y="59"/>
                      <a:pt x="11" y="61"/>
                    </a:cubicBezTo>
                    <a:cubicBezTo>
                      <a:pt x="11" y="60"/>
                      <a:pt x="13" y="61"/>
                      <a:pt x="13" y="61"/>
                    </a:cubicBezTo>
                    <a:cubicBezTo>
                      <a:pt x="9" y="60"/>
                      <a:pt x="13" y="62"/>
                      <a:pt x="12" y="62"/>
                    </a:cubicBezTo>
                    <a:cubicBezTo>
                      <a:pt x="11" y="61"/>
                      <a:pt x="11" y="61"/>
                      <a:pt x="11" y="61"/>
                    </a:cubicBezTo>
                    <a:cubicBezTo>
                      <a:pt x="9" y="62"/>
                      <a:pt x="11" y="63"/>
                      <a:pt x="10" y="63"/>
                    </a:cubicBezTo>
                    <a:cubicBezTo>
                      <a:pt x="11" y="64"/>
                      <a:pt x="8" y="64"/>
                      <a:pt x="9" y="65"/>
                    </a:cubicBezTo>
                    <a:cubicBezTo>
                      <a:pt x="8" y="64"/>
                      <a:pt x="8" y="65"/>
                      <a:pt x="8" y="65"/>
                    </a:cubicBezTo>
                    <a:cubicBezTo>
                      <a:pt x="11" y="66"/>
                      <a:pt x="6" y="66"/>
                      <a:pt x="8" y="67"/>
                    </a:cubicBezTo>
                    <a:cubicBezTo>
                      <a:pt x="8" y="67"/>
                      <a:pt x="8" y="67"/>
                      <a:pt x="8" y="67"/>
                    </a:cubicBezTo>
                    <a:cubicBezTo>
                      <a:pt x="8" y="68"/>
                      <a:pt x="6" y="70"/>
                      <a:pt x="8" y="72"/>
                    </a:cubicBezTo>
                    <a:cubicBezTo>
                      <a:pt x="8" y="73"/>
                      <a:pt x="4" y="73"/>
                      <a:pt x="5" y="75"/>
                    </a:cubicBezTo>
                    <a:cubicBezTo>
                      <a:pt x="7" y="76"/>
                      <a:pt x="7" y="76"/>
                      <a:pt x="7" y="76"/>
                    </a:cubicBezTo>
                    <a:cubicBezTo>
                      <a:pt x="7" y="76"/>
                      <a:pt x="6" y="75"/>
                      <a:pt x="5" y="75"/>
                    </a:cubicBezTo>
                    <a:cubicBezTo>
                      <a:pt x="7" y="76"/>
                      <a:pt x="5" y="76"/>
                      <a:pt x="5" y="77"/>
                    </a:cubicBezTo>
                    <a:cubicBezTo>
                      <a:pt x="5" y="77"/>
                      <a:pt x="5" y="78"/>
                      <a:pt x="6" y="78"/>
                    </a:cubicBezTo>
                    <a:cubicBezTo>
                      <a:pt x="4" y="78"/>
                      <a:pt x="7" y="80"/>
                      <a:pt x="5" y="80"/>
                    </a:cubicBezTo>
                    <a:cubicBezTo>
                      <a:pt x="8" y="81"/>
                      <a:pt x="6" y="80"/>
                      <a:pt x="7" y="81"/>
                    </a:cubicBezTo>
                    <a:cubicBezTo>
                      <a:pt x="7" y="81"/>
                      <a:pt x="6" y="81"/>
                      <a:pt x="5" y="81"/>
                    </a:cubicBezTo>
                    <a:cubicBezTo>
                      <a:pt x="6" y="81"/>
                      <a:pt x="6" y="82"/>
                      <a:pt x="4" y="82"/>
                    </a:cubicBezTo>
                    <a:cubicBezTo>
                      <a:pt x="5" y="82"/>
                      <a:pt x="6" y="83"/>
                      <a:pt x="6" y="83"/>
                    </a:cubicBezTo>
                    <a:cubicBezTo>
                      <a:pt x="3" y="83"/>
                      <a:pt x="5" y="84"/>
                      <a:pt x="4" y="84"/>
                    </a:cubicBezTo>
                    <a:cubicBezTo>
                      <a:pt x="6" y="85"/>
                      <a:pt x="8" y="86"/>
                      <a:pt x="7" y="86"/>
                    </a:cubicBezTo>
                    <a:cubicBezTo>
                      <a:pt x="4" y="85"/>
                      <a:pt x="4" y="85"/>
                      <a:pt x="4" y="85"/>
                    </a:cubicBezTo>
                    <a:cubicBezTo>
                      <a:pt x="5" y="86"/>
                      <a:pt x="2" y="87"/>
                      <a:pt x="4" y="90"/>
                    </a:cubicBezTo>
                    <a:cubicBezTo>
                      <a:pt x="3" y="89"/>
                      <a:pt x="3" y="89"/>
                      <a:pt x="3" y="89"/>
                    </a:cubicBezTo>
                    <a:cubicBezTo>
                      <a:pt x="4" y="91"/>
                      <a:pt x="1" y="92"/>
                      <a:pt x="4" y="95"/>
                    </a:cubicBezTo>
                    <a:cubicBezTo>
                      <a:pt x="3" y="95"/>
                      <a:pt x="2" y="95"/>
                      <a:pt x="2" y="96"/>
                    </a:cubicBezTo>
                    <a:cubicBezTo>
                      <a:pt x="3" y="97"/>
                      <a:pt x="3" y="97"/>
                      <a:pt x="5" y="98"/>
                    </a:cubicBezTo>
                    <a:cubicBezTo>
                      <a:pt x="5" y="98"/>
                      <a:pt x="4" y="98"/>
                      <a:pt x="3" y="98"/>
                    </a:cubicBezTo>
                    <a:cubicBezTo>
                      <a:pt x="2" y="98"/>
                      <a:pt x="0" y="98"/>
                      <a:pt x="2" y="99"/>
                    </a:cubicBezTo>
                    <a:cubicBezTo>
                      <a:pt x="1" y="99"/>
                      <a:pt x="1" y="99"/>
                      <a:pt x="1" y="99"/>
                    </a:cubicBezTo>
                    <a:cubicBezTo>
                      <a:pt x="2" y="100"/>
                      <a:pt x="4" y="101"/>
                      <a:pt x="2" y="102"/>
                    </a:cubicBezTo>
                    <a:cubicBezTo>
                      <a:pt x="3" y="102"/>
                      <a:pt x="3" y="103"/>
                      <a:pt x="5" y="103"/>
                    </a:cubicBezTo>
                    <a:cubicBezTo>
                      <a:pt x="5" y="103"/>
                      <a:pt x="3" y="103"/>
                      <a:pt x="4" y="103"/>
                    </a:cubicBezTo>
                    <a:cubicBezTo>
                      <a:pt x="2" y="102"/>
                      <a:pt x="2" y="102"/>
                      <a:pt x="2" y="102"/>
                    </a:cubicBezTo>
                    <a:cubicBezTo>
                      <a:pt x="1" y="104"/>
                      <a:pt x="2" y="105"/>
                      <a:pt x="3" y="107"/>
                    </a:cubicBezTo>
                    <a:cubicBezTo>
                      <a:pt x="0" y="107"/>
                      <a:pt x="3" y="108"/>
                      <a:pt x="1" y="109"/>
                    </a:cubicBezTo>
                    <a:cubicBezTo>
                      <a:pt x="2" y="110"/>
                      <a:pt x="0" y="110"/>
                      <a:pt x="3" y="111"/>
                    </a:cubicBezTo>
                    <a:cubicBezTo>
                      <a:pt x="2" y="111"/>
                      <a:pt x="2" y="111"/>
                      <a:pt x="2" y="111"/>
                    </a:cubicBezTo>
                    <a:cubicBezTo>
                      <a:pt x="1" y="111"/>
                      <a:pt x="2" y="112"/>
                      <a:pt x="1" y="113"/>
                    </a:cubicBezTo>
                    <a:cubicBezTo>
                      <a:pt x="1" y="114"/>
                      <a:pt x="3" y="114"/>
                      <a:pt x="4" y="114"/>
                    </a:cubicBezTo>
                    <a:cubicBezTo>
                      <a:pt x="2" y="114"/>
                      <a:pt x="2" y="114"/>
                      <a:pt x="2" y="114"/>
                    </a:cubicBezTo>
                    <a:cubicBezTo>
                      <a:pt x="3" y="115"/>
                      <a:pt x="5" y="115"/>
                      <a:pt x="7" y="115"/>
                    </a:cubicBezTo>
                    <a:cubicBezTo>
                      <a:pt x="6" y="115"/>
                      <a:pt x="7" y="115"/>
                      <a:pt x="6" y="115"/>
                    </a:cubicBezTo>
                    <a:cubicBezTo>
                      <a:pt x="5" y="115"/>
                      <a:pt x="4" y="115"/>
                      <a:pt x="2" y="115"/>
                    </a:cubicBezTo>
                    <a:cubicBezTo>
                      <a:pt x="1" y="116"/>
                      <a:pt x="5" y="116"/>
                      <a:pt x="3" y="117"/>
                    </a:cubicBezTo>
                    <a:cubicBezTo>
                      <a:pt x="2" y="117"/>
                      <a:pt x="3" y="118"/>
                      <a:pt x="5" y="117"/>
                    </a:cubicBezTo>
                    <a:cubicBezTo>
                      <a:pt x="4" y="117"/>
                      <a:pt x="4" y="118"/>
                      <a:pt x="3" y="118"/>
                    </a:cubicBezTo>
                    <a:cubicBezTo>
                      <a:pt x="3" y="118"/>
                      <a:pt x="3" y="118"/>
                      <a:pt x="4" y="118"/>
                    </a:cubicBezTo>
                    <a:cubicBezTo>
                      <a:pt x="4" y="118"/>
                      <a:pt x="4" y="118"/>
                      <a:pt x="4" y="118"/>
                    </a:cubicBezTo>
                    <a:cubicBezTo>
                      <a:pt x="5" y="118"/>
                      <a:pt x="5" y="118"/>
                      <a:pt x="7" y="117"/>
                    </a:cubicBezTo>
                    <a:cubicBezTo>
                      <a:pt x="7" y="117"/>
                      <a:pt x="6" y="117"/>
                      <a:pt x="7" y="117"/>
                    </a:cubicBezTo>
                    <a:cubicBezTo>
                      <a:pt x="8" y="117"/>
                      <a:pt x="8" y="117"/>
                      <a:pt x="7" y="118"/>
                    </a:cubicBezTo>
                    <a:cubicBezTo>
                      <a:pt x="6" y="118"/>
                      <a:pt x="5" y="118"/>
                      <a:pt x="4" y="119"/>
                    </a:cubicBezTo>
                    <a:cubicBezTo>
                      <a:pt x="7" y="118"/>
                      <a:pt x="7" y="118"/>
                      <a:pt x="7" y="118"/>
                    </a:cubicBezTo>
                    <a:cubicBezTo>
                      <a:pt x="7" y="118"/>
                      <a:pt x="8" y="118"/>
                      <a:pt x="9" y="117"/>
                    </a:cubicBezTo>
                    <a:cubicBezTo>
                      <a:pt x="8" y="117"/>
                      <a:pt x="8" y="117"/>
                      <a:pt x="8" y="117"/>
                    </a:cubicBezTo>
                    <a:cubicBezTo>
                      <a:pt x="9" y="117"/>
                      <a:pt x="9" y="117"/>
                      <a:pt x="9" y="117"/>
                    </a:cubicBezTo>
                    <a:cubicBezTo>
                      <a:pt x="9" y="117"/>
                      <a:pt x="10" y="116"/>
                      <a:pt x="9" y="116"/>
                    </a:cubicBezTo>
                    <a:cubicBezTo>
                      <a:pt x="7" y="116"/>
                      <a:pt x="7" y="116"/>
                      <a:pt x="7" y="116"/>
                    </a:cubicBezTo>
                    <a:cubicBezTo>
                      <a:pt x="7" y="116"/>
                      <a:pt x="5" y="116"/>
                      <a:pt x="7" y="116"/>
                    </a:cubicBezTo>
                    <a:cubicBezTo>
                      <a:pt x="9" y="115"/>
                      <a:pt x="9" y="115"/>
                      <a:pt x="9" y="115"/>
                    </a:cubicBezTo>
                    <a:cubicBezTo>
                      <a:pt x="9" y="115"/>
                      <a:pt x="8" y="115"/>
                      <a:pt x="9" y="115"/>
                    </a:cubicBezTo>
                    <a:cubicBezTo>
                      <a:pt x="11" y="115"/>
                      <a:pt x="11" y="115"/>
                      <a:pt x="11" y="115"/>
                    </a:cubicBezTo>
                    <a:cubicBezTo>
                      <a:pt x="8" y="115"/>
                      <a:pt x="10" y="114"/>
                      <a:pt x="9" y="114"/>
                    </a:cubicBezTo>
                    <a:cubicBezTo>
                      <a:pt x="10" y="114"/>
                      <a:pt x="10" y="114"/>
                      <a:pt x="10" y="114"/>
                    </a:cubicBezTo>
                    <a:cubicBezTo>
                      <a:pt x="11" y="114"/>
                      <a:pt x="8" y="114"/>
                      <a:pt x="8" y="114"/>
                    </a:cubicBezTo>
                    <a:cubicBezTo>
                      <a:pt x="9" y="114"/>
                      <a:pt x="11" y="114"/>
                      <a:pt x="12" y="114"/>
                    </a:cubicBezTo>
                    <a:cubicBezTo>
                      <a:pt x="12" y="113"/>
                      <a:pt x="10" y="113"/>
                      <a:pt x="12" y="113"/>
                    </a:cubicBezTo>
                    <a:cubicBezTo>
                      <a:pt x="11" y="112"/>
                      <a:pt x="10" y="112"/>
                      <a:pt x="9" y="111"/>
                    </a:cubicBezTo>
                    <a:cubicBezTo>
                      <a:pt x="9" y="111"/>
                      <a:pt x="12" y="112"/>
                      <a:pt x="11" y="111"/>
                    </a:cubicBezTo>
                    <a:cubicBezTo>
                      <a:pt x="12" y="111"/>
                      <a:pt x="13" y="111"/>
                      <a:pt x="14" y="111"/>
                    </a:cubicBezTo>
                    <a:cubicBezTo>
                      <a:pt x="13" y="111"/>
                      <a:pt x="14" y="111"/>
                      <a:pt x="12" y="111"/>
                    </a:cubicBezTo>
                    <a:cubicBezTo>
                      <a:pt x="12" y="110"/>
                      <a:pt x="13" y="110"/>
                      <a:pt x="12" y="109"/>
                    </a:cubicBezTo>
                    <a:cubicBezTo>
                      <a:pt x="12" y="109"/>
                      <a:pt x="14" y="110"/>
                      <a:pt x="15" y="110"/>
                    </a:cubicBezTo>
                    <a:cubicBezTo>
                      <a:pt x="13" y="109"/>
                      <a:pt x="13" y="109"/>
                      <a:pt x="13" y="108"/>
                    </a:cubicBezTo>
                    <a:cubicBezTo>
                      <a:pt x="11" y="108"/>
                      <a:pt x="11" y="108"/>
                      <a:pt x="10" y="108"/>
                    </a:cubicBezTo>
                    <a:cubicBezTo>
                      <a:pt x="9" y="108"/>
                      <a:pt x="9" y="107"/>
                      <a:pt x="9" y="107"/>
                    </a:cubicBezTo>
                    <a:cubicBezTo>
                      <a:pt x="11" y="108"/>
                      <a:pt x="13" y="108"/>
                      <a:pt x="14" y="108"/>
                    </a:cubicBezTo>
                    <a:cubicBezTo>
                      <a:pt x="16" y="108"/>
                      <a:pt x="13" y="108"/>
                      <a:pt x="16" y="109"/>
                    </a:cubicBezTo>
                    <a:cubicBezTo>
                      <a:pt x="18" y="109"/>
                      <a:pt x="18" y="110"/>
                      <a:pt x="17" y="110"/>
                    </a:cubicBezTo>
                    <a:cubicBezTo>
                      <a:pt x="19" y="111"/>
                      <a:pt x="17" y="110"/>
                      <a:pt x="19" y="110"/>
                    </a:cubicBezTo>
                    <a:cubicBezTo>
                      <a:pt x="19" y="110"/>
                      <a:pt x="18" y="110"/>
                      <a:pt x="18" y="109"/>
                    </a:cubicBezTo>
                    <a:cubicBezTo>
                      <a:pt x="17" y="109"/>
                      <a:pt x="16" y="109"/>
                      <a:pt x="15" y="108"/>
                    </a:cubicBezTo>
                    <a:cubicBezTo>
                      <a:pt x="13" y="108"/>
                      <a:pt x="17" y="108"/>
                      <a:pt x="17" y="108"/>
                    </a:cubicBezTo>
                    <a:cubicBezTo>
                      <a:pt x="18" y="109"/>
                      <a:pt x="18" y="109"/>
                      <a:pt x="18" y="109"/>
                    </a:cubicBezTo>
                    <a:cubicBezTo>
                      <a:pt x="19" y="109"/>
                      <a:pt x="17" y="108"/>
                      <a:pt x="17" y="108"/>
                    </a:cubicBezTo>
                    <a:cubicBezTo>
                      <a:pt x="21" y="109"/>
                      <a:pt x="18" y="108"/>
                      <a:pt x="20" y="109"/>
                    </a:cubicBezTo>
                    <a:cubicBezTo>
                      <a:pt x="22" y="109"/>
                      <a:pt x="22" y="109"/>
                      <a:pt x="22" y="109"/>
                    </a:cubicBezTo>
                    <a:cubicBezTo>
                      <a:pt x="22" y="109"/>
                      <a:pt x="19" y="109"/>
                      <a:pt x="20" y="108"/>
                    </a:cubicBezTo>
                    <a:cubicBezTo>
                      <a:pt x="21" y="109"/>
                      <a:pt x="21" y="109"/>
                      <a:pt x="21" y="109"/>
                    </a:cubicBezTo>
                    <a:cubicBezTo>
                      <a:pt x="21" y="108"/>
                      <a:pt x="21" y="108"/>
                      <a:pt x="21" y="108"/>
                    </a:cubicBezTo>
                    <a:cubicBezTo>
                      <a:pt x="20" y="108"/>
                      <a:pt x="18" y="108"/>
                      <a:pt x="18" y="108"/>
                    </a:cubicBezTo>
                    <a:cubicBezTo>
                      <a:pt x="15" y="107"/>
                      <a:pt x="18" y="108"/>
                      <a:pt x="17" y="107"/>
                    </a:cubicBezTo>
                    <a:cubicBezTo>
                      <a:pt x="15" y="106"/>
                      <a:pt x="17" y="107"/>
                      <a:pt x="16" y="107"/>
                    </a:cubicBezTo>
                    <a:cubicBezTo>
                      <a:pt x="14" y="106"/>
                      <a:pt x="14" y="106"/>
                      <a:pt x="14" y="106"/>
                    </a:cubicBezTo>
                    <a:cubicBezTo>
                      <a:pt x="14" y="105"/>
                      <a:pt x="16" y="106"/>
                      <a:pt x="17" y="106"/>
                    </a:cubicBezTo>
                    <a:cubicBezTo>
                      <a:pt x="17" y="106"/>
                      <a:pt x="17" y="107"/>
                      <a:pt x="16" y="106"/>
                    </a:cubicBezTo>
                    <a:cubicBezTo>
                      <a:pt x="18" y="107"/>
                      <a:pt x="20" y="107"/>
                      <a:pt x="21" y="108"/>
                    </a:cubicBezTo>
                    <a:cubicBezTo>
                      <a:pt x="22" y="108"/>
                      <a:pt x="20" y="107"/>
                      <a:pt x="20" y="107"/>
                    </a:cubicBezTo>
                    <a:cubicBezTo>
                      <a:pt x="19" y="107"/>
                      <a:pt x="18" y="107"/>
                      <a:pt x="17" y="106"/>
                    </a:cubicBezTo>
                    <a:cubicBezTo>
                      <a:pt x="13" y="105"/>
                      <a:pt x="21" y="107"/>
                      <a:pt x="20" y="106"/>
                    </a:cubicBezTo>
                    <a:cubicBezTo>
                      <a:pt x="17" y="106"/>
                      <a:pt x="16" y="104"/>
                      <a:pt x="13" y="104"/>
                    </a:cubicBezTo>
                    <a:cubicBezTo>
                      <a:pt x="12" y="104"/>
                      <a:pt x="12" y="103"/>
                      <a:pt x="12" y="103"/>
                    </a:cubicBezTo>
                    <a:cubicBezTo>
                      <a:pt x="14" y="104"/>
                      <a:pt x="13" y="103"/>
                      <a:pt x="15" y="104"/>
                    </a:cubicBezTo>
                    <a:cubicBezTo>
                      <a:pt x="15" y="104"/>
                      <a:pt x="15" y="104"/>
                      <a:pt x="15" y="104"/>
                    </a:cubicBezTo>
                    <a:cubicBezTo>
                      <a:pt x="18" y="105"/>
                      <a:pt x="18" y="105"/>
                      <a:pt x="18" y="105"/>
                    </a:cubicBezTo>
                    <a:cubicBezTo>
                      <a:pt x="22" y="106"/>
                      <a:pt x="22" y="106"/>
                      <a:pt x="22" y="106"/>
                    </a:cubicBezTo>
                    <a:cubicBezTo>
                      <a:pt x="21" y="105"/>
                      <a:pt x="20" y="105"/>
                      <a:pt x="19" y="105"/>
                    </a:cubicBezTo>
                    <a:cubicBezTo>
                      <a:pt x="20" y="105"/>
                      <a:pt x="21" y="105"/>
                      <a:pt x="21" y="105"/>
                    </a:cubicBezTo>
                    <a:cubicBezTo>
                      <a:pt x="20" y="105"/>
                      <a:pt x="18" y="104"/>
                      <a:pt x="18" y="104"/>
                    </a:cubicBezTo>
                    <a:cubicBezTo>
                      <a:pt x="18" y="103"/>
                      <a:pt x="20" y="104"/>
                      <a:pt x="20" y="104"/>
                    </a:cubicBezTo>
                    <a:cubicBezTo>
                      <a:pt x="22" y="105"/>
                      <a:pt x="22" y="105"/>
                      <a:pt x="22" y="105"/>
                    </a:cubicBezTo>
                    <a:cubicBezTo>
                      <a:pt x="21" y="104"/>
                      <a:pt x="23" y="105"/>
                      <a:pt x="22" y="105"/>
                    </a:cubicBezTo>
                    <a:cubicBezTo>
                      <a:pt x="21" y="104"/>
                      <a:pt x="20" y="104"/>
                      <a:pt x="18" y="103"/>
                    </a:cubicBezTo>
                    <a:cubicBezTo>
                      <a:pt x="18" y="103"/>
                      <a:pt x="19" y="103"/>
                      <a:pt x="19" y="103"/>
                    </a:cubicBezTo>
                    <a:cubicBezTo>
                      <a:pt x="20" y="104"/>
                      <a:pt x="20" y="104"/>
                      <a:pt x="20" y="104"/>
                    </a:cubicBezTo>
                    <a:cubicBezTo>
                      <a:pt x="20" y="103"/>
                      <a:pt x="23" y="104"/>
                      <a:pt x="23" y="104"/>
                    </a:cubicBezTo>
                    <a:cubicBezTo>
                      <a:pt x="21" y="103"/>
                      <a:pt x="21" y="103"/>
                      <a:pt x="21" y="103"/>
                    </a:cubicBezTo>
                    <a:cubicBezTo>
                      <a:pt x="23" y="104"/>
                      <a:pt x="23" y="104"/>
                      <a:pt x="23" y="104"/>
                    </a:cubicBezTo>
                    <a:cubicBezTo>
                      <a:pt x="22" y="103"/>
                      <a:pt x="22" y="103"/>
                      <a:pt x="21" y="103"/>
                    </a:cubicBezTo>
                    <a:cubicBezTo>
                      <a:pt x="23" y="103"/>
                      <a:pt x="23" y="103"/>
                      <a:pt x="23" y="103"/>
                    </a:cubicBezTo>
                    <a:cubicBezTo>
                      <a:pt x="22" y="103"/>
                      <a:pt x="20" y="102"/>
                      <a:pt x="22" y="102"/>
                    </a:cubicBezTo>
                    <a:cubicBezTo>
                      <a:pt x="19" y="102"/>
                      <a:pt x="22" y="103"/>
                      <a:pt x="20" y="102"/>
                    </a:cubicBezTo>
                    <a:cubicBezTo>
                      <a:pt x="19" y="102"/>
                      <a:pt x="19" y="101"/>
                      <a:pt x="19" y="101"/>
                    </a:cubicBezTo>
                    <a:cubicBezTo>
                      <a:pt x="21" y="102"/>
                      <a:pt x="19" y="101"/>
                      <a:pt x="19" y="101"/>
                    </a:cubicBezTo>
                    <a:cubicBezTo>
                      <a:pt x="20" y="101"/>
                      <a:pt x="21" y="101"/>
                      <a:pt x="21" y="101"/>
                    </a:cubicBezTo>
                    <a:cubicBezTo>
                      <a:pt x="19" y="101"/>
                      <a:pt x="19" y="101"/>
                      <a:pt x="19" y="101"/>
                    </a:cubicBezTo>
                    <a:cubicBezTo>
                      <a:pt x="23" y="102"/>
                      <a:pt x="19" y="100"/>
                      <a:pt x="20" y="100"/>
                    </a:cubicBezTo>
                    <a:cubicBezTo>
                      <a:pt x="21" y="101"/>
                      <a:pt x="22" y="101"/>
                      <a:pt x="23" y="101"/>
                    </a:cubicBezTo>
                    <a:cubicBezTo>
                      <a:pt x="20" y="100"/>
                      <a:pt x="20" y="99"/>
                      <a:pt x="18" y="99"/>
                    </a:cubicBezTo>
                    <a:cubicBezTo>
                      <a:pt x="19" y="99"/>
                      <a:pt x="21" y="100"/>
                      <a:pt x="23" y="101"/>
                    </a:cubicBezTo>
                    <a:cubicBezTo>
                      <a:pt x="21" y="100"/>
                      <a:pt x="25" y="101"/>
                      <a:pt x="22" y="100"/>
                    </a:cubicBezTo>
                    <a:cubicBezTo>
                      <a:pt x="21" y="100"/>
                      <a:pt x="21" y="99"/>
                      <a:pt x="19" y="99"/>
                    </a:cubicBezTo>
                    <a:cubicBezTo>
                      <a:pt x="20" y="98"/>
                      <a:pt x="21" y="99"/>
                      <a:pt x="22" y="99"/>
                    </a:cubicBezTo>
                    <a:cubicBezTo>
                      <a:pt x="21" y="99"/>
                      <a:pt x="19" y="98"/>
                      <a:pt x="19" y="98"/>
                    </a:cubicBezTo>
                    <a:cubicBezTo>
                      <a:pt x="19" y="98"/>
                      <a:pt x="17" y="97"/>
                      <a:pt x="19" y="97"/>
                    </a:cubicBezTo>
                    <a:cubicBezTo>
                      <a:pt x="20" y="98"/>
                      <a:pt x="19" y="98"/>
                      <a:pt x="20" y="98"/>
                    </a:cubicBezTo>
                    <a:cubicBezTo>
                      <a:pt x="21" y="98"/>
                      <a:pt x="17" y="96"/>
                      <a:pt x="16" y="96"/>
                    </a:cubicBezTo>
                    <a:cubicBezTo>
                      <a:pt x="15" y="95"/>
                      <a:pt x="13" y="94"/>
                      <a:pt x="12" y="94"/>
                    </a:cubicBezTo>
                    <a:cubicBezTo>
                      <a:pt x="13" y="93"/>
                      <a:pt x="13" y="94"/>
                      <a:pt x="15" y="95"/>
                    </a:cubicBezTo>
                    <a:cubicBezTo>
                      <a:pt x="14" y="94"/>
                      <a:pt x="14" y="94"/>
                      <a:pt x="14" y="94"/>
                    </a:cubicBezTo>
                    <a:cubicBezTo>
                      <a:pt x="17" y="95"/>
                      <a:pt x="19" y="97"/>
                      <a:pt x="21" y="97"/>
                    </a:cubicBezTo>
                    <a:cubicBezTo>
                      <a:pt x="20" y="97"/>
                      <a:pt x="20" y="97"/>
                      <a:pt x="20" y="97"/>
                    </a:cubicBezTo>
                    <a:cubicBezTo>
                      <a:pt x="23" y="98"/>
                      <a:pt x="23" y="98"/>
                      <a:pt x="23" y="98"/>
                    </a:cubicBezTo>
                    <a:cubicBezTo>
                      <a:pt x="21" y="97"/>
                      <a:pt x="23" y="97"/>
                      <a:pt x="22" y="97"/>
                    </a:cubicBezTo>
                    <a:cubicBezTo>
                      <a:pt x="21" y="96"/>
                      <a:pt x="23" y="97"/>
                      <a:pt x="21" y="97"/>
                    </a:cubicBezTo>
                    <a:cubicBezTo>
                      <a:pt x="21" y="97"/>
                      <a:pt x="19" y="95"/>
                      <a:pt x="20" y="95"/>
                    </a:cubicBezTo>
                    <a:cubicBezTo>
                      <a:pt x="23" y="97"/>
                      <a:pt x="23" y="97"/>
                      <a:pt x="23" y="97"/>
                    </a:cubicBezTo>
                    <a:cubicBezTo>
                      <a:pt x="23" y="97"/>
                      <a:pt x="21" y="96"/>
                      <a:pt x="22" y="96"/>
                    </a:cubicBezTo>
                    <a:cubicBezTo>
                      <a:pt x="23" y="96"/>
                      <a:pt x="23" y="96"/>
                      <a:pt x="23" y="96"/>
                    </a:cubicBezTo>
                    <a:cubicBezTo>
                      <a:pt x="23" y="96"/>
                      <a:pt x="24" y="94"/>
                      <a:pt x="20" y="92"/>
                    </a:cubicBezTo>
                    <a:cubicBezTo>
                      <a:pt x="22" y="92"/>
                      <a:pt x="22" y="92"/>
                      <a:pt x="24" y="92"/>
                    </a:cubicBezTo>
                    <a:cubicBezTo>
                      <a:pt x="23" y="92"/>
                      <a:pt x="22" y="91"/>
                      <a:pt x="22" y="91"/>
                    </a:cubicBezTo>
                    <a:cubicBezTo>
                      <a:pt x="24" y="91"/>
                      <a:pt x="24" y="91"/>
                      <a:pt x="24" y="91"/>
                    </a:cubicBezTo>
                    <a:cubicBezTo>
                      <a:pt x="25" y="91"/>
                      <a:pt x="23" y="90"/>
                      <a:pt x="23" y="90"/>
                    </a:cubicBezTo>
                    <a:cubicBezTo>
                      <a:pt x="24" y="90"/>
                      <a:pt x="24" y="90"/>
                      <a:pt x="24" y="90"/>
                    </a:cubicBezTo>
                    <a:cubicBezTo>
                      <a:pt x="25" y="90"/>
                      <a:pt x="23" y="89"/>
                      <a:pt x="23" y="89"/>
                    </a:cubicBezTo>
                    <a:cubicBezTo>
                      <a:pt x="24" y="89"/>
                      <a:pt x="24" y="89"/>
                      <a:pt x="24" y="89"/>
                    </a:cubicBezTo>
                    <a:cubicBezTo>
                      <a:pt x="23" y="89"/>
                      <a:pt x="23" y="89"/>
                      <a:pt x="23" y="89"/>
                    </a:cubicBezTo>
                    <a:cubicBezTo>
                      <a:pt x="22" y="88"/>
                      <a:pt x="23" y="88"/>
                      <a:pt x="25" y="89"/>
                    </a:cubicBezTo>
                    <a:cubicBezTo>
                      <a:pt x="23" y="88"/>
                      <a:pt x="23" y="88"/>
                      <a:pt x="23" y="88"/>
                    </a:cubicBezTo>
                    <a:cubicBezTo>
                      <a:pt x="25" y="88"/>
                      <a:pt x="25" y="88"/>
                      <a:pt x="25" y="86"/>
                    </a:cubicBezTo>
                    <a:cubicBezTo>
                      <a:pt x="24" y="87"/>
                      <a:pt x="23" y="86"/>
                      <a:pt x="22" y="86"/>
                    </a:cubicBezTo>
                    <a:cubicBezTo>
                      <a:pt x="20" y="86"/>
                      <a:pt x="22" y="86"/>
                      <a:pt x="21" y="85"/>
                    </a:cubicBezTo>
                    <a:cubicBezTo>
                      <a:pt x="24" y="86"/>
                      <a:pt x="24" y="86"/>
                      <a:pt x="24" y="86"/>
                    </a:cubicBezTo>
                    <a:cubicBezTo>
                      <a:pt x="27" y="86"/>
                      <a:pt x="25" y="85"/>
                      <a:pt x="25" y="84"/>
                    </a:cubicBezTo>
                    <a:cubicBezTo>
                      <a:pt x="24" y="83"/>
                      <a:pt x="24" y="83"/>
                      <a:pt x="24" y="83"/>
                    </a:cubicBezTo>
                    <a:cubicBezTo>
                      <a:pt x="27" y="83"/>
                      <a:pt x="24" y="82"/>
                      <a:pt x="25" y="82"/>
                    </a:cubicBezTo>
                    <a:cubicBezTo>
                      <a:pt x="24" y="82"/>
                      <a:pt x="22" y="81"/>
                      <a:pt x="22" y="80"/>
                    </a:cubicBezTo>
                    <a:cubicBezTo>
                      <a:pt x="20" y="79"/>
                      <a:pt x="25" y="81"/>
                      <a:pt x="26" y="81"/>
                    </a:cubicBezTo>
                    <a:cubicBezTo>
                      <a:pt x="25" y="80"/>
                      <a:pt x="25" y="80"/>
                      <a:pt x="25" y="80"/>
                    </a:cubicBezTo>
                    <a:cubicBezTo>
                      <a:pt x="25" y="80"/>
                      <a:pt x="25" y="80"/>
                      <a:pt x="25" y="80"/>
                    </a:cubicBezTo>
                    <a:cubicBezTo>
                      <a:pt x="24" y="80"/>
                      <a:pt x="24" y="79"/>
                      <a:pt x="25" y="79"/>
                    </a:cubicBezTo>
                    <a:cubicBezTo>
                      <a:pt x="25" y="79"/>
                      <a:pt x="25" y="79"/>
                      <a:pt x="25" y="79"/>
                    </a:cubicBezTo>
                    <a:cubicBezTo>
                      <a:pt x="25" y="79"/>
                      <a:pt x="26" y="79"/>
                      <a:pt x="26" y="79"/>
                    </a:cubicBezTo>
                    <a:cubicBezTo>
                      <a:pt x="24" y="78"/>
                      <a:pt x="26" y="78"/>
                      <a:pt x="24" y="78"/>
                    </a:cubicBezTo>
                    <a:cubicBezTo>
                      <a:pt x="25" y="78"/>
                      <a:pt x="25" y="78"/>
                      <a:pt x="25" y="78"/>
                    </a:cubicBezTo>
                    <a:cubicBezTo>
                      <a:pt x="23" y="77"/>
                      <a:pt x="23" y="77"/>
                      <a:pt x="23" y="77"/>
                    </a:cubicBezTo>
                    <a:cubicBezTo>
                      <a:pt x="24" y="77"/>
                      <a:pt x="24" y="77"/>
                      <a:pt x="24" y="77"/>
                    </a:cubicBezTo>
                    <a:cubicBezTo>
                      <a:pt x="26" y="78"/>
                      <a:pt x="26" y="78"/>
                      <a:pt x="26" y="78"/>
                    </a:cubicBezTo>
                    <a:cubicBezTo>
                      <a:pt x="27" y="78"/>
                      <a:pt x="25" y="77"/>
                      <a:pt x="24" y="77"/>
                    </a:cubicBezTo>
                    <a:cubicBezTo>
                      <a:pt x="23" y="76"/>
                      <a:pt x="24" y="77"/>
                      <a:pt x="25" y="77"/>
                    </a:cubicBezTo>
                    <a:cubicBezTo>
                      <a:pt x="26" y="77"/>
                      <a:pt x="25" y="77"/>
                      <a:pt x="25" y="77"/>
                    </a:cubicBezTo>
                    <a:cubicBezTo>
                      <a:pt x="26" y="78"/>
                      <a:pt x="25" y="77"/>
                      <a:pt x="26" y="77"/>
                    </a:cubicBezTo>
                    <a:cubicBezTo>
                      <a:pt x="26" y="77"/>
                      <a:pt x="24" y="77"/>
                      <a:pt x="25" y="77"/>
                    </a:cubicBezTo>
                    <a:cubicBezTo>
                      <a:pt x="25" y="76"/>
                      <a:pt x="25" y="76"/>
                      <a:pt x="26" y="76"/>
                    </a:cubicBezTo>
                    <a:cubicBezTo>
                      <a:pt x="26" y="76"/>
                      <a:pt x="26" y="76"/>
                      <a:pt x="25" y="75"/>
                    </a:cubicBezTo>
                    <a:cubicBezTo>
                      <a:pt x="25" y="76"/>
                      <a:pt x="24" y="76"/>
                      <a:pt x="23" y="75"/>
                    </a:cubicBezTo>
                    <a:cubicBezTo>
                      <a:pt x="23" y="75"/>
                      <a:pt x="23" y="75"/>
                      <a:pt x="23" y="75"/>
                    </a:cubicBezTo>
                    <a:cubicBezTo>
                      <a:pt x="24" y="75"/>
                      <a:pt x="24" y="75"/>
                      <a:pt x="24" y="75"/>
                    </a:cubicBezTo>
                    <a:cubicBezTo>
                      <a:pt x="23" y="75"/>
                      <a:pt x="24" y="75"/>
                      <a:pt x="22" y="75"/>
                    </a:cubicBezTo>
                    <a:cubicBezTo>
                      <a:pt x="25" y="75"/>
                      <a:pt x="25" y="75"/>
                      <a:pt x="25" y="75"/>
                    </a:cubicBezTo>
                    <a:cubicBezTo>
                      <a:pt x="23" y="74"/>
                      <a:pt x="23" y="74"/>
                      <a:pt x="23" y="74"/>
                    </a:cubicBezTo>
                    <a:cubicBezTo>
                      <a:pt x="25" y="74"/>
                      <a:pt x="27" y="75"/>
                      <a:pt x="27" y="75"/>
                    </a:cubicBezTo>
                    <a:cubicBezTo>
                      <a:pt x="26" y="74"/>
                      <a:pt x="26" y="74"/>
                      <a:pt x="26" y="74"/>
                    </a:cubicBezTo>
                    <a:cubicBezTo>
                      <a:pt x="26" y="73"/>
                      <a:pt x="26" y="74"/>
                      <a:pt x="27" y="74"/>
                    </a:cubicBezTo>
                    <a:cubicBezTo>
                      <a:pt x="28" y="73"/>
                      <a:pt x="22" y="72"/>
                      <a:pt x="24" y="72"/>
                    </a:cubicBezTo>
                    <a:cubicBezTo>
                      <a:pt x="26" y="72"/>
                      <a:pt x="26" y="72"/>
                      <a:pt x="27" y="72"/>
                    </a:cubicBezTo>
                    <a:cubicBezTo>
                      <a:pt x="27" y="72"/>
                      <a:pt x="26" y="72"/>
                      <a:pt x="26" y="72"/>
                    </a:cubicBezTo>
                    <a:cubicBezTo>
                      <a:pt x="25" y="72"/>
                      <a:pt x="27" y="72"/>
                      <a:pt x="26" y="72"/>
                    </a:cubicBezTo>
                    <a:cubicBezTo>
                      <a:pt x="25" y="72"/>
                      <a:pt x="25" y="72"/>
                      <a:pt x="25" y="72"/>
                    </a:cubicBezTo>
                    <a:cubicBezTo>
                      <a:pt x="29" y="72"/>
                      <a:pt x="26" y="70"/>
                      <a:pt x="28" y="70"/>
                    </a:cubicBezTo>
                    <a:cubicBezTo>
                      <a:pt x="26" y="69"/>
                      <a:pt x="28" y="69"/>
                      <a:pt x="27" y="69"/>
                    </a:cubicBezTo>
                    <a:cubicBezTo>
                      <a:pt x="29" y="70"/>
                      <a:pt x="27" y="68"/>
                      <a:pt x="28" y="69"/>
                    </a:cubicBezTo>
                    <a:cubicBezTo>
                      <a:pt x="26" y="68"/>
                      <a:pt x="26" y="68"/>
                      <a:pt x="26" y="68"/>
                    </a:cubicBezTo>
                    <a:cubicBezTo>
                      <a:pt x="27" y="68"/>
                      <a:pt x="22" y="66"/>
                      <a:pt x="25" y="67"/>
                    </a:cubicBezTo>
                    <a:cubicBezTo>
                      <a:pt x="26" y="67"/>
                      <a:pt x="27" y="67"/>
                      <a:pt x="27" y="68"/>
                    </a:cubicBezTo>
                    <a:cubicBezTo>
                      <a:pt x="30" y="68"/>
                      <a:pt x="25" y="66"/>
                      <a:pt x="29" y="67"/>
                    </a:cubicBezTo>
                    <a:cubicBezTo>
                      <a:pt x="28" y="66"/>
                      <a:pt x="26" y="66"/>
                      <a:pt x="25" y="65"/>
                    </a:cubicBezTo>
                    <a:cubicBezTo>
                      <a:pt x="26" y="65"/>
                      <a:pt x="28" y="65"/>
                      <a:pt x="28" y="65"/>
                    </a:cubicBezTo>
                    <a:cubicBezTo>
                      <a:pt x="28" y="65"/>
                      <a:pt x="27" y="65"/>
                      <a:pt x="28" y="65"/>
                    </a:cubicBezTo>
                    <a:cubicBezTo>
                      <a:pt x="28" y="65"/>
                      <a:pt x="28" y="65"/>
                      <a:pt x="29" y="65"/>
                    </a:cubicBezTo>
                    <a:cubicBezTo>
                      <a:pt x="30" y="65"/>
                      <a:pt x="28" y="64"/>
                      <a:pt x="28" y="64"/>
                    </a:cubicBezTo>
                    <a:cubicBezTo>
                      <a:pt x="30" y="64"/>
                      <a:pt x="29" y="63"/>
                      <a:pt x="30" y="63"/>
                    </a:cubicBezTo>
                    <a:cubicBezTo>
                      <a:pt x="28" y="62"/>
                      <a:pt x="31" y="63"/>
                      <a:pt x="28" y="62"/>
                    </a:cubicBezTo>
                    <a:cubicBezTo>
                      <a:pt x="29" y="62"/>
                      <a:pt x="29" y="62"/>
                      <a:pt x="29" y="62"/>
                    </a:cubicBezTo>
                    <a:cubicBezTo>
                      <a:pt x="28" y="62"/>
                      <a:pt x="26" y="61"/>
                      <a:pt x="26" y="61"/>
                    </a:cubicBezTo>
                    <a:cubicBezTo>
                      <a:pt x="28" y="61"/>
                      <a:pt x="28" y="61"/>
                      <a:pt x="28" y="61"/>
                    </a:cubicBezTo>
                    <a:cubicBezTo>
                      <a:pt x="30" y="62"/>
                      <a:pt x="29" y="61"/>
                      <a:pt x="30" y="61"/>
                    </a:cubicBezTo>
                    <a:cubicBezTo>
                      <a:pt x="28" y="61"/>
                      <a:pt x="30" y="61"/>
                      <a:pt x="28" y="61"/>
                    </a:cubicBezTo>
                    <a:cubicBezTo>
                      <a:pt x="28" y="60"/>
                      <a:pt x="28" y="60"/>
                      <a:pt x="28" y="60"/>
                    </a:cubicBezTo>
                    <a:cubicBezTo>
                      <a:pt x="27" y="60"/>
                      <a:pt x="27" y="60"/>
                      <a:pt x="27" y="59"/>
                    </a:cubicBezTo>
                    <a:cubicBezTo>
                      <a:pt x="27" y="59"/>
                      <a:pt x="29" y="60"/>
                      <a:pt x="29" y="60"/>
                    </a:cubicBezTo>
                    <a:cubicBezTo>
                      <a:pt x="30" y="60"/>
                      <a:pt x="29" y="60"/>
                      <a:pt x="29" y="59"/>
                    </a:cubicBezTo>
                    <a:cubicBezTo>
                      <a:pt x="29" y="59"/>
                      <a:pt x="29" y="59"/>
                      <a:pt x="28"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30" y="59"/>
                    </a:cubicBezTo>
                    <a:cubicBezTo>
                      <a:pt x="31" y="59"/>
                      <a:pt x="31" y="59"/>
                      <a:pt x="31" y="59"/>
                    </a:cubicBezTo>
                    <a:cubicBezTo>
                      <a:pt x="31" y="59"/>
                      <a:pt x="30" y="58"/>
                      <a:pt x="29" y="58"/>
                    </a:cubicBezTo>
                    <a:cubicBezTo>
                      <a:pt x="30" y="58"/>
                      <a:pt x="29" y="56"/>
                      <a:pt x="28" y="56"/>
                    </a:cubicBezTo>
                    <a:cubicBezTo>
                      <a:pt x="28" y="56"/>
                      <a:pt x="30" y="56"/>
                      <a:pt x="29" y="56"/>
                    </a:cubicBezTo>
                    <a:cubicBezTo>
                      <a:pt x="29" y="56"/>
                      <a:pt x="27" y="55"/>
                      <a:pt x="28" y="55"/>
                    </a:cubicBezTo>
                    <a:cubicBezTo>
                      <a:pt x="28" y="55"/>
                      <a:pt x="30" y="55"/>
                      <a:pt x="30" y="55"/>
                    </a:cubicBezTo>
                    <a:cubicBezTo>
                      <a:pt x="30" y="55"/>
                      <a:pt x="28" y="55"/>
                      <a:pt x="28" y="55"/>
                    </a:cubicBezTo>
                    <a:cubicBezTo>
                      <a:pt x="31" y="55"/>
                      <a:pt x="27" y="53"/>
                      <a:pt x="29" y="53"/>
                    </a:cubicBezTo>
                    <a:cubicBezTo>
                      <a:pt x="29" y="53"/>
                      <a:pt x="30" y="53"/>
                      <a:pt x="30" y="53"/>
                    </a:cubicBezTo>
                    <a:cubicBezTo>
                      <a:pt x="30" y="53"/>
                      <a:pt x="29" y="52"/>
                      <a:pt x="27" y="51"/>
                    </a:cubicBezTo>
                    <a:cubicBezTo>
                      <a:pt x="29" y="52"/>
                      <a:pt x="29" y="52"/>
                      <a:pt x="29" y="52"/>
                    </a:cubicBezTo>
                    <a:cubicBezTo>
                      <a:pt x="29" y="51"/>
                      <a:pt x="29" y="51"/>
                      <a:pt x="27" y="50"/>
                    </a:cubicBezTo>
                    <a:cubicBezTo>
                      <a:pt x="27" y="51"/>
                      <a:pt x="28" y="51"/>
                      <a:pt x="28" y="51"/>
                    </a:cubicBezTo>
                    <a:cubicBezTo>
                      <a:pt x="27" y="51"/>
                      <a:pt x="25" y="50"/>
                      <a:pt x="26" y="50"/>
                    </a:cubicBezTo>
                    <a:cubicBezTo>
                      <a:pt x="26" y="50"/>
                      <a:pt x="26" y="50"/>
                      <a:pt x="26" y="50"/>
                    </a:cubicBezTo>
                    <a:cubicBezTo>
                      <a:pt x="26" y="50"/>
                      <a:pt x="25" y="49"/>
                      <a:pt x="25" y="49"/>
                    </a:cubicBezTo>
                    <a:cubicBezTo>
                      <a:pt x="26" y="49"/>
                      <a:pt x="26" y="49"/>
                      <a:pt x="27" y="49"/>
                    </a:cubicBezTo>
                    <a:cubicBezTo>
                      <a:pt x="29" y="50"/>
                      <a:pt x="28" y="49"/>
                      <a:pt x="29" y="49"/>
                    </a:cubicBezTo>
                    <a:cubicBezTo>
                      <a:pt x="27" y="48"/>
                      <a:pt x="27" y="48"/>
                      <a:pt x="27" y="48"/>
                    </a:cubicBezTo>
                    <a:cubicBezTo>
                      <a:pt x="26" y="48"/>
                      <a:pt x="29" y="49"/>
                      <a:pt x="29" y="48"/>
                    </a:cubicBezTo>
                    <a:cubicBezTo>
                      <a:pt x="24" y="47"/>
                      <a:pt x="24" y="47"/>
                      <a:pt x="24" y="47"/>
                    </a:cubicBezTo>
                    <a:cubicBezTo>
                      <a:pt x="24" y="47"/>
                      <a:pt x="26" y="47"/>
                      <a:pt x="27" y="47"/>
                    </a:cubicBezTo>
                    <a:cubicBezTo>
                      <a:pt x="27" y="47"/>
                      <a:pt x="24" y="46"/>
                      <a:pt x="22" y="45"/>
                    </a:cubicBezTo>
                    <a:cubicBezTo>
                      <a:pt x="23" y="45"/>
                      <a:pt x="22" y="44"/>
                      <a:pt x="22" y="44"/>
                    </a:cubicBezTo>
                    <a:cubicBezTo>
                      <a:pt x="23" y="44"/>
                      <a:pt x="22" y="44"/>
                      <a:pt x="23" y="44"/>
                    </a:cubicBezTo>
                    <a:cubicBezTo>
                      <a:pt x="25" y="44"/>
                      <a:pt x="25" y="44"/>
                      <a:pt x="25" y="44"/>
                    </a:cubicBezTo>
                    <a:cubicBezTo>
                      <a:pt x="25" y="45"/>
                      <a:pt x="27" y="45"/>
                      <a:pt x="28" y="45"/>
                    </a:cubicBezTo>
                    <a:cubicBezTo>
                      <a:pt x="27" y="45"/>
                      <a:pt x="28" y="44"/>
                      <a:pt x="29" y="44"/>
                    </a:cubicBezTo>
                    <a:cubicBezTo>
                      <a:pt x="26" y="44"/>
                      <a:pt x="27" y="43"/>
                      <a:pt x="25" y="42"/>
                    </a:cubicBezTo>
                    <a:cubicBezTo>
                      <a:pt x="24" y="42"/>
                      <a:pt x="27" y="43"/>
                      <a:pt x="28" y="43"/>
                    </a:cubicBezTo>
                    <a:cubicBezTo>
                      <a:pt x="27" y="42"/>
                      <a:pt x="27" y="41"/>
                      <a:pt x="27" y="41"/>
                    </a:cubicBezTo>
                    <a:cubicBezTo>
                      <a:pt x="28" y="41"/>
                      <a:pt x="28" y="41"/>
                      <a:pt x="28" y="41"/>
                    </a:cubicBezTo>
                    <a:cubicBezTo>
                      <a:pt x="27" y="40"/>
                      <a:pt x="28" y="40"/>
                      <a:pt x="26" y="39"/>
                    </a:cubicBezTo>
                    <a:cubicBezTo>
                      <a:pt x="27" y="39"/>
                      <a:pt x="27" y="39"/>
                      <a:pt x="27" y="39"/>
                    </a:cubicBezTo>
                    <a:cubicBezTo>
                      <a:pt x="28" y="39"/>
                      <a:pt x="24" y="38"/>
                      <a:pt x="26" y="38"/>
                    </a:cubicBezTo>
                    <a:cubicBezTo>
                      <a:pt x="27" y="39"/>
                      <a:pt x="27" y="39"/>
                      <a:pt x="27" y="39"/>
                    </a:cubicBezTo>
                    <a:cubicBezTo>
                      <a:pt x="26" y="38"/>
                      <a:pt x="28" y="38"/>
                      <a:pt x="26" y="37"/>
                    </a:cubicBezTo>
                    <a:cubicBezTo>
                      <a:pt x="27" y="37"/>
                      <a:pt x="27" y="38"/>
                      <a:pt x="28" y="38"/>
                    </a:cubicBezTo>
                    <a:cubicBezTo>
                      <a:pt x="27" y="37"/>
                      <a:pt x="27" y="37"/>
                      <a:pt x="26" y="36"/>
                    </a:cubicBezTo>
                    <a:cubicBezTo>
                      <a:pt x="28" y="37"/>
                      <a:pt x="28" y="37"/>
                      <a:pt x="28" y="37"/>
                    </a:cubicBezTo>
                    <a:cubicBezTo>
                      <a:pt x="29" y="37"/>
                      <a:pt x="26" y="36"/>
                      <a:pt x="27" y="36"/>
                    </a:cubicBezTo>
                    <a:cubicBezTo>
                      <a:pt x="27" y="36"/>
                      <a:pt x="28" y="36"/>
                      <a:pt x="28" y="36"/>
                    </a:cubicBezTo>
                    <a:cubicBezTo>
                      <a:pt x="27" y="35"/>
                      <a:pt x="27" y="35"/>
                      <a:pt x="27" y="35"/>
                    </a:cubicBezTo>
                    <a:cubicBezTo>
                      <a:pt x="29" y="35"/>
                      <a:pt x="29" y="35"/>
                      <a:pt x="29" y="35"/>
                    </a:cubicBezTo>
                    <a:cubicBezTo>
                      <a:pt x="29" y="33"/>
                      <a:pt x="30" y="31"/>
                      <a:pt x="28" y="29"/>
                    </a:cubicBezTo>
                    <a:cubicBezTo>
                      <a:pt x="31" y="29"/>
                      <a:pt x="30" y="30"/>
                      <a:pt x="31" y="30"/>
                    </a:cubicBezTo>
                    <a:cubicBezTo>
                      <a:pt x="29" y="29"/>
                      <a:pt x="31" y="29"/>
                      <a:pt x="30" y="29"/>
                    </a:cubicBezTo>
                    <a:cubicBezTo>
                      <a:pt x="30" y="29"/>
                      <a:pt x="30" y="29"/>
                      <a:pt x="30" y="29"/>
                    </a:cubicBezTo>
                    <a:cubicBezTo>
                      <a:pt x="30" y="28"/>
                      <a:pt x="31" y="28"/>
                      <a:pt x="31" y="28"/>
                    </a:cubicBezTo>
                    <a:cubicBezTo>
                      <a:pt x="30" y="28"/>
                      <a:pt x="30" y="28"/>
                      <a:pt x="30" y="28"/>
                    </a:cubicBezTo>
                    <a:cubicBezTo>
                      <a:pt x="29" y="27"/>
                      <a:pt x="33" y="28"/>
                      <a:pt x="30" y="27"/>
                    </a:cubicBezTo>
                    <a:cubicBezTo>
                      <a:pt x="32" y="27"/>
                      <a:pt x="32" y="27"/>
                      <a:pt x="32" y="27"/>
                    </a:cubicBezTo>
                    <a:cubicBezTo>
                      <a:pt x="30" y="26"/>
                      <a:pt x="33" y="27"/>
                      <a:pt x="31" y="26"/>
                    </a:cubicBezTo>
                    <a:cubicBezTo>
                      <a:pt x="31" y="26"/>
                      <a:pt x="31" y="26"/>
                      <a:pt x="31" y="26"/>
                    </a:cubicBezTo>
                    <a:cubicBezTo>
                      <a:pt x="33" y="26"/>
                      <a:pt x="29" y="25"/>
                      <a:pt x="31" y="25"/>
                    </a:cubicBezTo>
                    <a:cubicBezTo>
                      <a:pt x="31" y="25"/>
                      <a:pt x="30" y="24"/>
                      <a:pt x="28" y="24"/>
                    </a:cubicBezTo>
                    <a:cubicBezTo>
                      <a:pt x="31" y="24"/>
                      <a:pt x="31" y="24"/>
                      <a:pt x="31" y="24"/>
                    </a:cubicBezTo>
                    <a:cubicBezTo>
                      <a:pt x="30" y="23"/>
                      <a:pt x="31" y="21"/>
                      <a:pt x="29" y="19"/>
                    </a:cubicBezTo>
                    <a:cubicBezTo>
                      <a:pt x="30" y="20"/>
                      <a:pt x="30" y="20"/>
                      <a:pt x="30" y="20"/>
                    </a:cubicBezTo>
                    <a:cubicBezTo>
                      <a:pt x="28" y="18"/>
                      <a:pt x="33" y="19"/>
                      <a:pt x="29" y="17"/>
                    </a:cubicBezTo>
                    <a:cubicBezTo>
                      <a:pt x="27" y="16"/>
                      <a:pt x="27" y="16"/>
                      <a:pt x="27" y="16"/>
                    </a:cubicBezTo>
                    <a:cubicBezTo>
                      <a:pt x="30" y="17"/>
                      <a:pt x="30" y="17"/>
                      <a:pt x="30" y="17"/>
                    </a:cubicBezTo>
                    <a:cubicBezTo>
                      <a:pt x="29" y="16"/>
                      <a:pt x="30" y="16"/>
                      <a:pt x="28" y="15"/>
                    </a:cubicBezTo>
                    <a:cubicBezTo>
                      <a:pt x="30" y="16"/>
                      <a:pt x="30" y="16"/>
                      <a:pt x="30" y="16"/>
                    </a:cubicBezTo>
                    <a:cubicBezTo>
                      <a:pt x="30" y="15"/>
                      <a:pt x="28" y="14"/>
                      <a:pt x="28" y="14"/>
                    </a:cubicBezTo>
                    <a:cubicBezTo>
                      <a:pt x="29" y="14"/>
                      <a:pt x="29" y="14"/>
                      <a:pt x="29" y="14"/>
                    </a:cubicBezTo>
                    <a:cubicBezTo>
                      <a:pt x="33" y="14"/>
                      <a:pt x="36" y="12"/>
                      <a:pt x="32" y="9"/>
                    </a:cubicBezTo>
                    <a:cubicBezTo>
                      <a:pt x="32" y="9"/>
                      <a:pt x="35" y="10"/>
                      <a:pt x="34" y="10"/>
                    </a:cubicBezTo>
                    <a:cubicBezTo>
                      <a:pt x="32" y="7"/>
                      <a:pt x="37" y="7"/>
                      <a:pt x="33" y="4"/>
                    </a:cubicBezTo>
                    <a:cubicBezTo>
                      <a:pt x="32" y="2"/>
                      <a:pt x="26" y="0"/>
                      <a:pt x="26" y="0"/>
                    </a:cubicBezTo>
                    <a:cubicBezTo>
                      <a:pt x="28" y="3"/>
                      <a:pt x="24" y="5"/>
                      <a:pt x="21" y="7"/>
                    </a:cubicBezTo>
                    <a:cubicBezTo>
                      <a:pt x="21" y="8"/>
                      <a:pt x="21" y="9"/>
                      <a:pt x="20" y="10"/>
                    </a:cubicBezTo>
                    <a:cubicBezTo>
                      <a:pt x="20" y="13"/>
                      <a:pt x="14" y="16"/>
                      <a:pt x="15" y="20"/>
                    </a:cubicBezTo>
                    <a:cubicBezTo>
                      <a:pt x="16" y="20"/>
                      <a:pt x="17" y="21"/>
                      <a:pt x="17" y="21"/>
                    </a:cubicBezTo>
                    <a:cubicBezTo>
                      <a:pt x="16" y="21"/>
                      <a:pt x="16" y="21"/>
                      <a:pt x="16" y="21"/>
                    </a:cubicBezTo>
                    <a:cubicBezTo>
                      <a:pt x="18" y="21"/>
                      <a:pt x="18" y="21"/>
                      <a:pt x="18" y="21"/>
                    </a:cubicBezTo>
                    <a:cubicBezTo>
                      <a:pt x="18" y="22"/>
                      <a:pt x="16" y="21"/>
                      <a:pt x="16" y="21"/>
                    </a:cubicBezTo>
                    <a:cubicBezTo>
                      <a:pt x="15" y="22"/>
                      <a:pt x="16" y="24"/>
                      <a:pt x="15" y="25"/>
                    </a:cubicBezTo>
                    <a:cubicBezTo>
                      <a:pt x="17" y="25"/>
                      <a:pt x="15" y="26"/>
                      <a:pt x="17" y="26"/>
                    </a:cubicBezTo>
                    <a:cubicBezTo>
                      <a:pt x="16" y="26"/>
                      <a:pt x="16" y="26"/>
                      <a:pt x="16" y="26"/>
                    </a:cubicBezTo>
                    <a:cubicBezTo>
                      <a:pt x="17" y="27"/>
                      <a:pt x="17" y="27"/>
                      <a:pt x="14" y="28"/>
                    </a:cubicBezTo>
                    <a:cubicBezTo>
                      <a:pt x="12" y="31"/>
                      <a:pt x="12" y="35"/>
                      <a:pt x="11" y="38"/>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4" name="Freeform 116"/>
              <p:cNvSpPr/>
              <p:nvPr/>
            </p:nvSpPr>
            <p:spPr bwMode="auto">
              <a:xfrm>
                <a:off x="3914" y="130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5" name="Freeform 117"/>
              <p:cNvSpPr/>
              <p:nvPr/>
            </p:nvSpPr>
            <p:spPr bwMode="auto">
              <a:xfrm>
                <a:off x="3364" y="24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6" name="Freeform 118"/>
              <p:cNvSpPr/>
              <p:nvPr/>
            </p:nvSpPr>
            <p:spPr bwMode="auto">
              <a:xfrm>
                <a:off x="3920" y="1403"/>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7" name="Freeform 119"/>
              <p:cNvSpPr/>
              <p:nvPr/>
            </p:nvSpPr>
            <p:spPr bwMode="auto">
              <a:xfrm>
                <a:off x="3918" y="1401"/>
                <a:ext cx="4"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2"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8" name="Freeform 120"/>
              <p:cNvSpPr/>
              <p:nvPr/>
            </p:nvSpPr>
            <p:spPr bwMode="auto">
              <a:xfrm>
                <a:off x="3920" y="1411"/>
                <a:ext cx="4"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9" name="Freeform 121"/>
              <p:cNvSpPr/>
              <p:nvPr/>
            </p:nvSpPr>
            <p:spPr bwMode="auto">
              <a:xfrm>
                <a:off x="3477" y="150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0" name="Freeform 122"/>
              <p:cNvSpPr/>
              <p:nvPr/>
            </p:nvSpPr>
            <p:spPr bwMode="auto">
              <a:xfrm>
                <a:off x="3453" y="145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1" name="Freeform 123"/>
              <p:cNvSpPr/>
              <p:nvPr/>
            </p:nvSpPr>
            <p:spPr bwMode="auto">
              <a:xfrm>
                <a:off x="3477" y="142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2" name="Freeform 124"/>
              <p:cNvSpPr/>
              <p:nvPr/>
            </p:nvSpPr>
            <p:spPr bwMode="auto">
              <a:xfrm>
                <a:off x="4603" y="18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3" name="Freeform 125"/>
              <p:cNvSpPr/>
              <p:nvPr/>
            </p:nvSpPr>
            <p:spPr bwMode="auto">
              <a:xfrm>
                <a:off x="3540" y="1530"/>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0"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4" name="Rectangle 126"/>
              <p:cNvSpPr>
                <a:spLocks noChangeArrowheads="1"/>
              </p:cNvSpPr>
              <p:nvPr/>
            </p:nvSpPr>
            <p:spPr bwMode="auto">
              <a:xfrm>
                <a:off x="3489" y="1441"/>
                <a:ext cx="2"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5" name="Freeform 127"/>
              <p:cNvSpPr/>
              <p:nvPr/>
            </p:nvSpPr>
            <p:spPr bwMode="auto">
              <a:xfrm>
                <a:off x="3375" y="1310"/>
                <a:ext cx="174" cy="269"/>
              </a:xfrm>
              <a:custGeom>
                <a:avLst/>
                <a:gdLst>
                  <a:gd name="T0" fmla="*/ 11 w 82"/>
                  <a:gd name="T1" fmla="*/ 27 h 127"/>
                  <a:gd name="T2" fmla="*/ 20 w 82"/>
                  <a:gd name="T3" fmla="*/ 47 h 127"/>
                  <a:gd name="T4" fmla="*/ 34 w 82"/>
                  <a:gd name="T5" fmla="*/ 60 h 127"/>
                  <a:gd name="T6" fmla="*/ 37 w 82"/>
                  <a:gd name="T7" fmla="*/ 68 h 127"/>
                  <a:gd name="T8" fmla="*/ 43 w 82"/>
                  <a:gd name="T9" fmla="*/ 80 h 127"/>
                  <a:gd name="T10" fmla="*/ 47 w 82"/>
                  <a:gd name="T11" fmla="*/ 89 h 127"/>
                  <a:gd name="T12" fmla="*/ 53 w 82"/>
                  <a:gd name="T13" fmla="*/ 94 h 127"/>
                  <a:gd name="T14" fmla="*/ 60 w 82"/>
                  <a:gd name="T15" fmla="*/ 105 h 127"/>
                  <a:gd name="T16" fmla="*/ 63 w 82"/>
                  <a:gd name="T17" fmla="*/ 111 h 127"/>
                  <a:gd name="T18" fmla="*/ 63 w 82"/>
                  <a:gd name="T19" fmla="*/ 121 h 127"/>
                  <a:gd name="T20" fmla="*/ 65 w 82"/>
                  <a:gd name="T21" fmla="*/ 124 h 127"/>
                  <a:gd name="T22" fmla="*/ 69 w 82"/>
                  <a:gd name="T23" fmla="*/ 126 h 127"/>
                  <a:gd name="T24" fmla="*/ 72 w 82"/>
                  <a:gd name="T25" fmla="*/ 126 h 127"/>
                  <a:gd name="T26" fmla="*/ 73 w 82"/>
                  <a:gd name="T27" fmla="*/ 123 h 127"/>
                  <a:gd name="T28" fmla="*/ 71 w 82"/>
                  <a:gd name="T29" fmla="*/ 118 h 127"/>
                  <a:gd name="T30" fmla="*/ 73 w 82"/>
                  <a:gd name="T31" fmla="*/ 112 h 127"/>
                  <a:gd name="T32" fmla="*/ 80 w 82"/>
                  <a:gd name="T33" fmla="*/ 112 h 127"/>
                  <a:gd name="T34" fmla="*/ 80 w 82"/>
                  <a:gd name="T35" fmla="*/ 109 h 127"/>
                  <a:gd name="T36" fmla="*/ 76 w 82"/>
                  <a:gd name="T37" fmla="*/ 108 h 127"/>
                  <a:gd name="T38" fmla="*/ 78 w 82"/>
                  <a:gd name="T39" fmla="*/ 107 h 127"/>
                  <a:gd name="T40" fmla="*/ 73 w 82"/>
                  <a:gd name="T41" fmla="*/ 105 h 127"/>
                  <a:gd name="T42" fmla="*/ 77 w 82"/>
                  <a:gd name="T43" fmla="*/ 102 h 127"/>
                  <a:gd name="T44" fmla="*/ 78 w 82"/>
                  <a:gd name="T45" fmla="*/ 100 h 127"/>
                  <a:gd name="T46" fmla="*/ 76 w 82"/>
                  <a:gd name="T47" fmla="*/ 100 h 127"/>
                  <a:gd name="T48" fmla="*/ 76 w 82"/>
                  <a:gd name="T49" fmla="*/ 96 h 127"/>
                  <a:gd name="T50" fmla="*/ 71 w 82"/>
                  <a:gd name="T51" fmla="*/ 96 h 127"/>
                  <a:gd name="T52" fmla="*/ 65 w 82"/>
                  <a:gd name="T53" fmla="*/ 95 h 127"/>
                  <a:gd name="T54" fmla="*/ 70 w 82"/>
                  <a:gd name="T55" fmla="*/ 92 h 127"/>
                  <a:gd name="T56" fmla="*/ 68 w 82"/>
                  <a:gd name="T57" fmla="*/ 86 h 127"/>
                  <a:gd name="T58" fmla="*/ 67 w 82"/>
                  <a:gd name="T59" fmla="*/ 84 h 127"/>
                  <a:gd name="T60" fmla="*/ 65 w 82"/>
                  <a:gd name="T61" fmla="*/ 81 h 127"/>
                  <a:gd name="T62" fmla="*/ 62 w 82"/>
                  <a:gd name="T63" fmla="*/ 75 h 127"/>
                  <a:gd name="T64" fmla="*/ 60 w 82"/>
                  <a:gd name="T65" fmla="*/ 73 h 127"/>
                  <a:gd name="T66" fmla="*/ 59 w 82"/>
                  <a:gd name="T67" fmla="*/ 72 h 127"/>
                  <a:gd name="T68" fmla="*/ 57 w 82"/>
                  <a:gd name="T69" fmla="*/ 71 h 127"/>
                  <a:gd name="T70" fmla="*/ 58 w 82"/>
                  <a:gd name="T71" fmla="*/ 68 h 127"/>
                  <a:gd name="T72" fmla="*/ 55 w 82"/>
                  <a:gd name="T73" fmla="*/ 67 h 127"/>
                  <a:gd name="T74" fmla="*/ 54 w 82"/>
                  <a:gd name="T75" fmla="*/ 62 h 127"/>
                  <a:gd name="T76" fmla="*/ 51 w 82"/>
                  <a:gd name="T77" fmla="*/ 58 h 127"/>
                  <a:gd name="T78" fmla="*/ 51 w 82"/>
                  <a:gd name="T79" fmla="*/ 54 h 127"/>
                  <a:gd name="T80" fmla="*/ 48 w 82"/>
                  <a:gd name="T81" fmla="*/ 53 h 127"/>
                  <a:gd name="T82" fmla="*/ 49 w 82"/>
                  <a:gd name="T83" fmla="*/ 53 h 127"/>
                  <a:gd name="T84" fmla="*/ 45 w 82"/>
                  <a:gd name="T85" fmla="*/ 50 h 127"/>
                  <a:gd name="T86" fmla="*/ 43 w 82"/>
                  <a:gd name="T87" fmla="*/ 46 h 127"/>
                  <a:gd name="T88" fmla="*/ 41 w 82"/>
                  <a:gd name="T89" fmla="*/ 44 h 127"/>
                  <a:gd name="T90" fmla="*/ 32 w 82"/>
                  <a:gd name="T91" fmla="*/ 44 h 127"/>
                  <a:gd name="T92" fmla="*/ 35 w 82"/>
                  <a:gd name="T93" fmla="*/ 39 h 127"/>
                  <a:gd name="T94" fmla="*/ 31 w 82"/>
                  <a:gd name="T95" fmla="*/ 36 h 127"/>
                  <a:gd name="T96" fmla="*/ 30 w 82"/>
                  <a:gd name="T97" fmla="*/ 32 h 127"/>
                  <a:gd name="T98" fmla="*/ 26 w 82"/>
                  <a:gd name="T99" fmla="*/ 24 h 127"/>
                  <a:gd name="T100" fmla="*/ 25 w 82"/>
                  <a:gd name="T101" fmla="*/ 21 h 127"/>
                  <a:gd name="T102" fmla="*/ 15 w 82"/>
                  <a:gd name="T103" fmla="*/ 15 h 127"/>
                  <a:gd name="T104" fmla="*/ 13 w 82"/>
                  <a:gd name="T105" fmla="*/ 1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 h="127">
                    <a:moveTo>
                      <a:pt x="1" y="12"/>
                    </a:moveTo>
                    <a:cubicBezTo>
                      <a:pt x="2" y="13"/>
                      <a:pt x="4" y="14"/>
                      <a:pt x="3" y="15"/>
                    </a:cubicBezTo>
                    <a:cubicBezTo>
                      <a:pt x="6" y="19"/>
                      <a:pt x="4" y="25"/>
                      <a:pt x="8" y="28"/>
                    </a:cubicBezTo>
                    <a:cubicBezTo>
                      <a:pt x="9" y="27"/>
                      <a:pt x="10" y="27"/>
                      <a:pt x="10" y="27"/>
                    </a:cubicBezTo>
                    <a:cubicBezTo>
                      <a:pt x="10" y="27"/>
                      <a:pt x="10" y="27"/>
                      <a:pt x="10" y="27"/>
                    </a:cubicBezTo>
                    <a:cubicBezTo>
                      <a:pt x="11" y="27"/>
                      <a:pt x="11" y="27"/>
                      <a:pt x="11" y="27"/>
                    </a:cubicBezTo>
                    <a:cubicBezTo>
                      <a:pt x="11" y="27"/>
                      <a:pt x="10" y="28"/>
                      <a:pt x="9" y="28"/>
                    </a:cubicBezTo>
                    <a:cubicBezTo>
                      <a:pt x="10" y="29"/>
                      <a:pt x="12" y="30"/>
                      <a:pt x="12" y="32"/>
                    </a:cubicBezTo>
                    <a:cubicBezTo>
                      <a:pt x="14" y="31"/>
                      <a:pt x="13" y="33"/>
                      <a:pt x="15" y="32"/>
                    </a:cubicBezTo>
                    <a:cubicBezTo>
                      <a:pt x="14" y="32"/>
                      <a:pt x="14" y="32"/>
                      <a:pt x="14" y="32"/>
                    </a:cubicBezTo>
                    <a:cubicBezTo>
                      <a:pt x="15" y="33"/>
                      <a:pt x="15" y="33"/>
                      <a:pt x="13" y="35"/>
                    </a:cubicBezTo>
                    <a:cubicBezTo>
                      <a:pt x="14" y="40"/>
                      <a:pt x="18" y="43"/>
                      <a:pt x="20" y="47"/>
                    </a:cubicBezTo>
                    <a:cubicBezTo>
                      <a:pt x="22" y="50"/>
                      <a:pt x="26" y="53"/>
                      <a:pt x="29" y="57"/>
                    </a:cubicBezTo>
                    <a:cubicBezTo>
                      <a:pt x="32" y="56"/>
                      <a:pt x="31" y="57"/>
                      <a:pt x="34" y="56"/>
                    </a:cubicBezTo>
                    <a:cubicBezTo>
                      <a:pt x="33" y="57"/>
                      <a:pt x="33" y="57"/>
                      <a:pt x="33" y="57"/>
                    </a:cubicBezTo>
                    <a:cubicBezTo>
                      <a:pt x="35" y="57"/>
                      <a:pt x="34" y="58"/>
                      <a:pt x="33" y="59"/>
                    </a:cubicBezTo>
                    <a:cubicBezTo>
                      <a:pt x="34" y="59"/>
                      <a:pt x="33" y="59"/>
                      <a:pt x="35" y="58"/>
                    </a:cubicBezTo>
                    <a:cubicBezTo>
                      <a:pt x="37" y="58"/>
                      <a:pt x="33" y="60"/>
                      <a:pt x="34" y="60"/>
                    </a:cubicBezTo>
                    <a:cubicBezTo>
                      <a:pt x="33" y="60"/>
                      <a:pt x="35" y="59"/>
                      <a:pt x="35" y="60"/>
                    </a:cubicBezTo>
                    <a:cubicBezTo>
                      <a:pt x="37" y="60"/>
                      <a:pt x="33" y="60"/>
                      <a:pt x="32" y="62"/>
                    </a:cubicBezTo>
                    <a:cubicBezTo>
                      <a:pt x="34" y="64"/>
                      <a:pt x="37" y="65"/>
                      <a:pt x="37" y="67"/>
                    </a:cubicBezTo>
                    <a:cubicBezTo>
                      <a:pt x="37" y="67"/>
                      <a:pt x="38" y="66"/>
                      <a:pt x="38" y="66"/>
                    </a:cubicBezTo>
                    <a:cubicBezTo>
                      <a:pt x="35" y="68"/>
                      <a:pt x="39" y="66"/>
                      <a:pt x="38" y="67"/>
                    </a:cubicBezTo>
                    <a:cubicBezTo>
                      <a:pt x="37" y="68"/>
                      <a:pt x="37" y="68"/>
                      <a:pt x="37" y="68"/>
                    </a:cubicBezTo>
                    <a:cubicBezTo>
                      <a:pt x="36" y="69"/>
                      <a:pt x="39" y="69"/>
                      <a:pt x="38" y="70"/>
                    </a:cubicBezTo>
                    <a:cubicBezTo>
                      <a:pt x="39" y="70"/>
                      <a:pt x="37" y="72"/>
                      <a:pt x="39" y="72"/>
                    </a:cubicBezTo>
                    <a:cubicBezTo>
                      <a:pt x="38" y="72"/>
                      <a:pt x="38" y="73"/>
                      <a:pt x="38" y="73"/>
                    </a:cubicBezTo>
                    <a:cubicBezTo>
                      <a:pt x="41" y="72"/>
                      <a:pt x="37" y="75"/>
                      <a:pt x="40" y="74"/>
                    </a:cubicBezTo>
                    <a:cubicBezTo>
                      <a:pt x="39" y="75"/>
                      <a:pt x="39" y="75"/>
                      <a:pt x="39" y="75"/>
                    </a:cubicBezTo>
                    <a:cubicBezTo>
                      <a:pt x="41" y="76"/>
                      <a:pt x="41" y="79"/>
                      <a:pt x="43" y="80"/>
                    </a:cubicBezTo>
                    <a:cubicBezTo>
                      <a:pt x="44" y="81"/>
                      <a:pt x="42" y="84"/>
                      <a:pt x="44" y="84"/>
                    </a:cubicBezTo>
                    <a:cubicBezTo>
                      <a:pt x="46" y="84"/>
                      <a:pt x="46" y="84"/>
                      <a:pt x="46" y="84"/>
                    </a:cubicBezTo>
                    <a:cubicBezTo>
                      <a:pt x="46" y="84"/>
                      <a:pt x="45" y="84"/>
                      <a:pt x="44" y="84"/>
                    </a:cubicBezTo>
                    <a:cubicBezTo>
                      <a:pt x="46" y="84"/>
                      <a:pt x="45" y="86"/>
                      <a:pt x="45" y="87"/>
                    </a:cubicBezTo>
                    <a:cubicBezTo>
                      <a:pt x="46" y="87"/>
                      <a:pt x="46" y="87"/>
                      <a:pt x="47" y="86"/>
                    </a:cubicBezTo>
                    <a:cubicBezTo>
                      <a:pt x="45" y="88"/>
                      <a:pt x="48" y="88"/>
                      <a:pt x="47" y="89"/>
                    </a:cubicBezTo>
                    <a:cubicBezTo>
                      <a:pt x="50" y="88"/>
                      <a:pt x="49" y="89"/>
                      <a:pt x="50" y="89"/>
                    </a:cubicBezTo>
                    <a:cubicBezTo>
                      <a:pt x="50" y="89"/>
                      <a:pt x="49" y="90"/>
                      <a:pt x="48" y="90"/>
                    </a:cubicBezTo>
                    <a:cubicBezTo>
                      <a:pt x="49" y="91"/>
                      <a:pt x="49" y="91"/>
                      <a:pt x="49" y="92"/>
                    </a:cubicBezTo>
                    <a:cubicBezTo>
                      <a:pt x="49" y="92"/>
                      <a:pt x="51" y="92"/>
                      <a:pt x="51" y="92"/>
                    </a:cubicBezTo>
                    <a:cubicBezTo>
                      <a:pt x="49" y="93"/>
                      <a:pt x="51" y="93"/>
                      <a:pt x="50" y="94"/>
                    </a:cubicBezTo>
                    <a:cubicBezTo>
                      <a:pt x="52" y="93"/>
                      <a:pt x="54" y="93"/>
                      <a:pt x="53" y="94"/>
                    </a:cubicBezTo>
                    <a:cubicBezTo>
                      <a:pt x="51" y="95"/>
                      <a:pt x="51" y="95"/>
                      <a:pt x="51" y="95"/>
                    </a:cubicBezTo>
                    <a:cubicBezTo>
                      <a:pt x="53" y="95"/>
                      <a:pt x="51" y="98"/>
                      <a:pt x="55" y="99"/>
                    </a:cubicBezTo>
                    <a:cubicBezTo>
                      <a:pt x="53" y="99"/>
                      <a:pt x="53" y="99"/>
                      <a:pt x="53" y="99"/>
                    </a:cubicBezTo>
                    <a:cubicBezTo>
                      <a:pt x="56" y="100"/>
                      <a:pt x="54" y="103"/>
                      <a:pt x="58" y="103"/>
                    </a:cubicBezTo>
                    <a:cubicBezTo>
                      <a:pt x="57" y="104"/>
                      <a:pt x="56" y="105"/>
                      <a:pt x="57" y="105"/>
                    </a:cubicBezTo>
                    <a:cubicBezTo>
                      <a:pt x="58" y="105"/>
                      <a:pt x="58" y="106"/>
                      <a:pt x="60" y="105"/>
                    </a:cubicBezTo>
                    <a:cubicBezTo>
                      <a:pt x="61" y="106"/>
                      <a:pt x="59" y="106"/>
                      <a:pt x="59" y="106"/>
                    </a:cubicBezTo>
                    <a:cubicBezTo>
                      <a:pt x="59" y="107"/>
                      <a:pt x="57" y="108"/>
                      <a:pt x="59" y="108"/>
                    </a:cubicBezTo>
                    <a:cubicBezTo>
                      <a:pt x="58" y="109"/>
                      <a:pt x="58" y="109"/>
                      <a:pt x="58" y="109"/>
                    </a:cubicBezTo>
                    <a:cubicBezTo>
                      <a:pt x="59" y="109"/>
                      <a:pt x="61" y="109"/>
                      <a:pt x="60" y="110"/>
                    </a:cubicBezTo>
                    <a:cubicBezTo>
                      <a:pt x="61" y="110"/>
                      <a:pt x="62" y="111"/>
                      <a:pt x="64" y="110"/>
                    </a:cubicBezTo>
                    <a:cubicBezTo>
                      <a:pt x="64" y="110"/>
                      <a:pt x="61" y="111"/>
                      <a:pt x="63" y="111"/>
                    </a:cubicBezTo>
                    <a:cubicBezTo>
                      <a:pt x="61" y="111"/>
                      <a:pt x="61" y="111"/>
                      <a:pt x="61" y="111"/>
                    </a:cubicBezTo>
                    <a:cubicBezTo>
                      <a:pt x="61" y="113"/>
                      <a:pt x="62" y="114"/>
                      <a:pt x="63" y="115"/>
                    </a:cubicBezTo>
                    <a:cubicBezTo>
                      <a:pt x="61" y="116"/>
                      <a:pt x="64" y="116"/>
                      <a:pt x="62" y="117"/>
                    </a:cubicBezTo>
                    <a:cubicBezTo>
                      <a:pt x="64" y="118"/>
                      <a:pt x="62" y="119"/>
                      <a:pt x="65" y="119"/>
                    </a:cubicBezTo>
                    <a:cubicBezTo>
                      <a:pt x="64" y="119"/>
                      <a:pt x="64" y="119"/>
                      <a:pt x="64" y="119"/>
                    </a:cubicBezTo>
                    <a:cubicBezTo>
                      <a:pt x="64" y="120"/>
                      <a:pt x="64" y="121"/>
                      <a:pt x="63" y="121"/>
                    </a:cubicBezTo>
                    <a:cubicBezTo>
                      <a:pt x="63" y="122"/>
                      <a:pt x="65" y="122"/>
                      <a:pt x="66" y="122"/>
                    </a:cubicBezTo>
                    <a:cubicBezTo>
                      <a:pt x="64" y="122"/>
                      <a:pt x="64" y="122"/>
                      <a:pt x="64" y="122"/>
                    </a:cubicBezTo>
                    <a:cubicBezTo>
                      <a:pt x="65" y="123"/>
                      <a:pt x="67" y="123"/>
                      <a:pt x="69" y="123"/>
                    </a:cubicBezTo>
                    <a:cubicBezTo>
                      <a:pt x="68" y="123"/>
                      <a:pt x="69" y="123"/>
                      <a:pt x="68" y="124"/>
                    </a:cubicBezTo>
                    <a:cubicBezTo>
                      <a:pt x="67" y="123"/>
                      <a:pt x="66" y="123"/>
                      <a:pt x="64" y="123"/>
                    </a:cubicBezTo>
                    <a:cubicBezTo>
                      <a:pt x="63" y="123"/>
                      <a:pt x="67" y="124"/>
                      <a:pt x="65" y="124"/>
                    </a:cubicBezTo>
                    <a:cubicBezTo>
                      <a:pt x="64" y="125"/>
                      <a:pt x="65" y="125"/>
                      <a:pt x="67" y="125"/>
                    </a:cubicBezTo>
                    <a:cubicBezTo>
                      <a:pt x="66" y="125"/>
                      <a:pt x="66" y="125"/>
                      <a:pt x="65" y="125"/>
                    </a:cubicBezTo>
                    <a:cubicBezTo>
                      <a:pt x="65" y="126"/>
                      <a:pt x="65" y="126"/>
                      <a:pt x="66" y="126"/>
                    </a:cubicBezTo>
                    <a:cubicBezTo>
                      <a:pt x="66" y="126"/>
                      <a:pt x="66" y="126"/>
                      <a:pt x="66" y="126"/>
                    </a:cubicBezTo>
                    <a:cubicBezTo>
                      <a:pt x="67" y="126"/>
                      <a:pt x="67" y="126"/>
                      <a:pt x="69" y="126"/>
                    </a:cubicBezTo>
                    <a:cubicBezTo>
                      <a:pt x="69" y="126"/>
                      <a:pt x="68" y="126"/>
                      <a:pt x="69" y="126"/>
                    </a:cubicBezTo>
                    <a:cubicBezTo>
                      <a:pt x="70" y="126"/>
                      <a:pt x="71" y="126"/>
                      <a:pt x="69" y="126"/>
                    </a:cubicBezTo>
                    <a:cubicBezTo>
                      <a:pt x="68" y="127"/>
                      <a:pt x="67" y="126"/>
                      <a:pt x="66" y="126"/>
                    </a:cubicBezTo>
                    <a:cubicBezTo>
                      <a:pt x="70" y="127"/>
                      <a:pt x="70" y="127"/>
                      <a:pt x="70" y="127"/>
                    </a:cubicBezTo>
                    <a:cubicBezTo>
                      <a:pt x="69" y="127"/>
                      <a:pt x="69" y="127"/>
                      <a:pt x="71" y="127"/>
                    </a:cubicBezTo>
                    <a:cubicBezTo>
                      <a:pt x="70" y="126"/>
                      <a:pt x="70" y="126"/>
                      <a:pt x="70" y="126"/>
                    </a:cubicBezTo>
                    <a:cubicBezTo>
                      <a:pt x="72" y="126"/>
                      <a:pt x="72" y="126"/>
                      <a:pt x="72" y="126"/>
                    </a:cubicBezTo>
                    <a:cubicBezTo>
                      <a:pt x="71" y="126"/>
                      <a:pt x="72" y="125"/>
                      <a:pt x="71" y="125"/>
                    </a:cubicBezTo>
                    <a:cubicBezTo>
                      <a:pt x="70" y="125"/>
                      <a:pt x="70" y="125"/>
                      <a:pt x="70" y="125"/>
                    </a:cubicBezTo>
                    <a:cubicBezTo>
                      <a:pt x="69" y="125"/>
                      <a:pt x="67" y="124"/>
                      <a:pt x="69" y="124"/>
                    </a:cubicBezTo>
                    <a:cubicBezTo>
                      <a:pt x="71" y="124"/>
                      <a:pt x="71" y="124"/>
                      <a:pt x="71" y="124"/>
                    </a:cubicBezTo>
                    <a:cubicBezTo>
                      <a:pt x="71" y="124"/>
                      <a:pt x="70" y="124"/>
                      <a:pt x="71" y="123"/>
                    </a:cubicBezTo>
                    <a:cubicBezTo>
                      <a:pt x="73" y="123"/>
                      <a:pt x="73" y="123"/>
                      <a:pt x="73" y="123"/>
                    </a:cubicBezTo>
                    <a:cubicBezTo>
                      <a:pt x="70" y="124"/>
                      <a:pt x="72" y="122"/>
                      <a:pt x="71" y="122"/>
                    </a:cubicBezTo>
                    <a:cubicBezTo>
                      <a:pt x="72" y="122"/>
                      <a:pt x="72" y="122"/>
                      <a:pt x="72" y="122"/>
                    </a:cubicBezTo>
                    <a:cubicBezTo>
                      <a:pt x="73" y="122"/>
                      <a:pt x="70" y="123"/>
                      <a:pt x="70" y="122"/>
                    </a:cubicBezTo>
                    <a:cubicBezTo>
                      <a:pt x="71" y="122"/>
                      <a:pt x="73" y="122"/>
                      <a:pt x="74" y="121"/>
                    </a:cubicBezTo>
                    <a:cubicBezTo>
                      <a:pt x="74" y="121"/>
                      <a:pt x="72" y="120"/>
                      <a:pt x="74" y="119"/>
                    </a:cubicBezTo>
                    <a:cubicBezTo>
                      <a:pt x="73" y="118"/>
                      <a:pt x="72" y="118"/>
                      <a:pt x="71" y="118"/>
                    </a:cubicBezTo>
                    <a:cubicBezTo>
                      <a:pt x="71" y="117"/>
                      <a:pt x="74" y="117"/>
                      <a:pt x="73" y="117"/>
                    </a:cubicBezTo>
                    <a:cubicBezTo>
                      <a:pt x="74" y="117"/>
                      <a:pt x="75" y="117"/>
                      <a:pt x="75" y="116"/>
                    </a:cubicBezTo>
                    <a:cubicBezTo>
                      <a:pt x="74" y="116"/>
                      <a:pt x="75" y="115"/>
                      <a:pt x="73" y="116"/>
                    </a:cubicBezTo>
                    <a:cubicBezTo>
                      <a:pt x="74" y="115"/>
                      <a:pt x="74" y="114"/>
                      <a:pt x="73" y="114"/>
                    </a:cubicBezTo>
                    <a:cubicBezTo>
                      <a:pt x="73" y="114"/>
                      <a:pt x="75" y="114"/>
                      <a:pt x="76" y="113"/>
                    </a:cubicBezTo>
                    <a:cubicBezTo>
                      <a:pt x="74" y="113"/>
                      <a:pt x="73" y="113"/>
                      <a:pt x="73" y="112"/>
                    </a:cubicBezTo>
                    <a:cubicBezTo>
                      <a:pt x="72" y="112"/>
                      <a:pt x="72" y="113"/>
                      <a:pt x="70" y="113"/>
                    </a:cubicBezTo>
                    <a:cubicBezTo>
                      <a:pt x="70" y="113"/>
                      <a:pt x="69" y="113"/>
                      <a:pt x="69" y="113"/>
                    </a:cubicBezTo>
                    <a:cubicBezTo>
                      <a:pt x="71" y="112"/>
                      <a:pt x="74" y="112"/>
                      <a:pt x="74" y="111"/>
                    </a:cubicBezTo>
                    <a:cubicBezTo>
                      <a:pt x="77" y="111"/>
                      <a:pt x="73" y="112"/>
                      <a:pt x="76" y="111"/>
                    </a:cubicBezTo>
                    <a:cubicBezTo>
                      <a:pt x="78" y="111"/>
                      <a:pt x="79" y="112"/>
                      <a:pt x="77" y="113"/>
                    </a:cubicBezTo>
                    <a:cubicBezTo>
                      <a:pt x="80" y="113"/>
                      <a:pt x="78" y="112"/>
                      <a:pt x="80" y="112"/>
                    </a:cubicBezTo>
                    <a:cubicBezTo>
                      <a:pt x="80" y="111"/>
                      <a:pt x="78" y="111"/>
                      <a:pt x="78" y="111"/>
                    </a:cubicBezTo>
                    <a:cubicBezTo>
                      <a:pt x="77" y="111"/>
                      <a:pt x="77" y="111"/>
                      <a:pt x="76" y="111"/>
                    </a:cubicBezTo>
                    <a:cubicBezTo>
                      <a:pt x="73" y="111"/>
                      <a:pt x="77" y="110"/>
                      <a:pt x="77" y="110"/>
                    </a:cubicBezTo>
                    <a:cubicBezTo>
                      <a:pt x="78" y="110"/>
                      <a:pt x="78" y="110"/>
                      <a:pt x="78" y="110"/>
                    </a:cubicBezTo>
                    <a:cubicBezTo>
                      <a:pt x="79" y="109"/>
                      <a:pt x="77" y="110"/>
                      <a:pt x="77" y="109"/>
                    </a:cubicBezTo>
                    <a:cubicBezTo>
                      <a:pt x="80" y="108"/>
                      <a:pt x="78" y="110"/>
                      <a:pt x="80" y="109"/>
                    </a:cubicBezTo>
                    <a:cubicBezTo>
                      <a:pt x="82" y="109"/>
                      <a:pt x="82" y="109"/>
                      <a:pt x="82" y="109"/>
                    </a:cubicBezTo>
                    <a:cubicBezTo>
                      <a:pt x="82" y="108"/>
                      <a:pt x="79" y="109"/>
                      <a:pt x="80" y="108"/>
                    </a:cubicBezTo>
                    <a:cubicBezTo>
                      <a:pt x="81" y="108"/>
                      <a:pt x="81" y="108"/>
                      <a:pt x="81" y="108"/>
                    </a:cubicBezTo>
                    <a:cubicBezTo>
                      <a:pt x="80" y="108"/>
                      <a:pt x="80" y="108"/>
                      <a:pt x="80" y="108"/>
                    </a:cubicBezTo>
                    <a:cubicBezTo>
                      <a:pt x="79" y="108"/>
                      <a:pt x="77" y="108"/>
                      <a:pt x="77" y="109"/>
                    </a:cubicBezTo>
                    <a:cubicBezTo>
                      <a:pt x="74" y="109"/>
                      <a:pt x="77" y="109"/>
                      <a:pt x="76" y="108"/>
                    </a:cubicBezTo>
                    <a:cubicBezTo>
                      <a:pt x="74" y="108"/>
                      <a:pt x="76" y="108"/>
                      <a:pt x="75" y="109"/>
                    </a:cubicBezTo>
                    <a:cubicBezTo>
                      <a:pt x="73" y="109"/>
                      <a:pt x="73" y="109"/>
                      <a:pt x="73" y="108"/>
                    </a:cubicBezTo>
                    <a:cubicBezTo>
                      <a:pt x="72" y="108"/>
                      <a:pt x="74" y="108"/>
                      <a:pt x="75" y="107"/>
                    </a:cubicBezTo>
                    <a:cubicBezTo>
                      <a:pt x="76" y="107"/>
                      <a:pt x="76" y="108"/>
                      <a:pt x="75" y="108"/>
                    </a:cubicBezTo>
                    <a:cubicBezTo>
                      <a:pt x="77" y="108"/>
                      <a:pt x="79" y="107"/>
                      <a:pt x="80" y="107"/>
                    </a:cubicBezTo>
                    <a:cubicBezTo>
                      <a:pt x="81" y="106"/>
                      <a:pt x="79" y="107"/>
                      <a:pt x="78" y="107"/>
                    </a:cubicBezTo>
                    <a:cubicBezTo>
                      <a:pt x="78" y="107"/>
                      <a:pt x="76" y="107"/>
                      <a:pt x="76" y="107"/>
                    </a:cubicBezTo>
                    <a:cubicBezTo>
                      <a:pt x="71" y="107"/>
                      <a:pt x="79" y="106"/>
                      <a:pt x="78" y="105"/>
                    </a:cubicBezTo>
                    <a:cubicBezTo>
                      <a:pt x="75" y="106"/>
                      <a:pt x="74" y="105"/>
                      <a:pt x="70" y="107"/>
                    </a:cubicBezTo>
                    <a:cubicBezTo>
                      <a:pt x="70" y="107"/>
                      <a:pt x="69" y="107"/>
                      <a:pt x="69" y="106"/>
                    </a:cubicBezTo>
                    <a:cubicBezTo>
                      <a:pt x="71" y="106"/>
                      <a:pt x="71" y="106"/>
                      <a:pt x="73" y="105"/>
                    </a:cubicBezTo>
                    <a:cubicBezTo>
                      <a:pt x="73" y="105"/>
                      <a:pt x="73" y="105"/>
                      <a:pt x="73" y="105"/>
                    </a:cubicBezTo>
                    <a:cubicBezTo>
                      <a:pt x="75" y="105"/>
                      <a:pt x="75" y="105"/>
                      <a:pt x="75" y="105"/>
                    </a:cubicBezTo>
                    <a:cubicBezTo>
                      <a:pt x="79" y="103"/>
                      <a:pt x="79" y="103"/>
                      <a:pt x="79" y="103"/>
                    </a:cubicBezTo>
                    <a:cubicBezTo>
                      <a:pt x="78" y="103"/>
                      <a:pt x="77" y="104"/>
                      <a:pt x="76" y="103"/>
                    </a:cubicBezTo>
                    <a:cubicBezTo>
                      <a:pt x="77" y="103"/>
                      <a:pt x="78" y="103"/>
                      <a:pt x="78" y="102"/>
                    </a:cubicBezTo>
                    <a:cubicBezTo>
                      <a:pt x="77" y="103"/>
                      <a:pt x="75" y="103"/>
                      <a:pt x="75" y="103"/>
                    </a:cubicBezTo>
                    <a:cubicBezTo>
                      <a:pt x="74" y="103"/>
                      <a:pt x="76" y="102"/>
                      <a:pt x="77" y="102"/>
                    </a:cubicBezTo>
                    <a:cubicBezTo>
                      <a:pt x="79" y="102"/>
                      <a:pt x="79" y="102"/>
                      <a:pt x="79" y="102"/>
                    </a:cubicBezTo>
                    <a:cubicBezTo>
                      <a:pt x="77" y="102"/>
                      <a:pt x="79" y="101"/>
                      <a:pt x="79" y="101"/>
                    </a:cubicBezTo>
                    <a:cubicBezTo>
                      <a:pt x="77" y="101"/>
                      <a:pt x="76" y="102"/>
                      <a:pt x="74" y="102"/>
                    </a:cubicBezTo>
                    <a:cubicBezTo>
                      <a:pt x="74" y="102"/>
                      <a:pt x="75" y="101"/>
                      <a:pt x="75" y="101"/>
                    </a:cubicBezTo>
                    <a:cubicBezTo>
                      <a:pt x="76" y="101"/>
                      <a:pt x="76" y="101"/>
                      <a:pt x="76" y="101"/>
                    </a:cubicBezTo>
                    <a:cubicBezTo>
                      <a:pt x="76" y="101"/>
                      <a:pt x="79" y="100"/>
                      <a:pt x="78" y="100"/>
                    </a:cubicBezTo>
                    <a:cubicBezTo>
                      <a:pt x="77" y="100"/>
                      <a:pt x="77" y="100"/>
                      <a:pt x="77" y="100"/>
                    </a:cubicBezTo>
                    <a:cubicBezTo>
                      <a:pt x="77" y="100"/>
                      <a:pt x="78" y="100"/>
                      <a:pt x="78" y="100"/>
                    </a:cubicBezTo>
                    <a:cubicBezTo>
                      <a:pt x="77" y="100"/>
                      <a:pt x="77" y="99"/>
                      <a:pt x="77" y="99"/>
                    </a:cubicBezTo>
                    <a:cubicBezTo>
                      <a:pt x="78" y="99"/>
                      <a:pt x="78" y="99"/>
                      <a:pt x="78" y="99"/>
                    </a:cubicBezTo>
                    <a:cubicBezTo>
                      <a:pt x="77" y="99"/>
                      <a:pt x="75" y="99"/>
                      <a:pt x="76" y="99"/>
                    </a:cubicBezTo>
                    <a:cubicBezTo>
                      <a:pt x="74" y="100"/>
                      <a:pt x="77" y="99"/>
                      <a:pt x="76" y="100"/>
                    </a:cubicBezTo>
                    <a:cubicBezTo>
                      <a:pt x="74" y="100"/>
                      <a:pt x="74" y="100"/>
                      <a:pt x="73" y="100"/>
                    </a:cubicBezTo>
                    <a:cubicBezTo>
                      <a:pt x="76" y="99"/>
                      <a:pt x="73" y="99"/>
                      <a:pt x="73" y="99"/>
                    </a:cubicBezTo>
                    <a:cubicBezTo>
                      <a:pt x="74" y="98"/>
                      <a:pt x="75" y="98"/>
                      <a:pt x="75" y="98"/>
                    </a:cubicBezTo>
                    <a:cubicBezTo>
                      <a:pt x="73" y="98"/>
                      <a:pt x="73" y="98"/>
                      <a:pt x="73" y="98"/>
                    </a:cubicBezTo>
                    <a:cubicBezTo>
                      <a:pt x="77" y="97"/>
                      <a:pt x="73" y="98"/>
                      <a:pt x="73" y="97"/>
                    </a:cubicBezTo>
                    <a:cubicBezTo>
                      <a:pt x="75" y="97"/>
                      <a:pt x="76" y="96"/>
                      <a:pt x="76" y="96"/>
                    </a:cubicBezTo>
                    <a:cubicBezTo>
                      <a:pt x="74" y="97"/>
                      <a:pt x="73" y="97"/>
                      <a:pt x="71" y="97"/>
                    </a:cubicBezTo>
                    <a:cubicBezTo>
                      <a:pt x="72" y="96"/>
                      <a:pt x="75" y="96"/>
                      <a:pt x="76" y="96"/>
                    </a:cubicBezTo>
                    <a:cubicBezTo>
                      <a:pt x="74" y="96"/>
                      <a:pt x="77" y="94"/>
                      <a:pt x="75" y="95"/>
                    </a:cubicBezTo>
                    <a:cubicBezTo>
                      <a:pt x="74" y="96"/>
                      <a:pt x="73" y="96"/>
                      <a:pt x="72" y="96"/>
                    </a:cubicBezTo>
                    <a:cubicBezTo>
                      <a:pt x="72" y="95"/>
                      <a:pt x="73" y="96"/>
                      <a:pt x="74" y="95"/>
                    </a:cubicBezTo>
                    <a:cubicBezTo>
                      <a:pt x="74" y="95"/>
                      <a:pt x="72" y="95"/>
                      <a:pt x="71" y="96"/>
                    </a:cubicBezTo>
                    <a:cubicBezTo>
                      <a:pt x="71" y="95"/>
                      <a:pt x="69" y="96"/>
                      <a:pt x="70" y="95"/>
                    </a:cubicBezTo>
                    <a:cubicBezTo>
                      <a:pt x="72" y="94"/>
                      <a:pt x="71" y="95"/>
                      <a:pt x="72" y="95"/>
                    </a:cubicBezTo>
                    <a:cubicBezTo>
                      <a:pt x="72" y="94"/>
                      <a:pt x="68" y="96"/>
                      <a:pt x="68" y="95"/>
                    </a:cubicBezTo>
                    <a:cubicBezTo>
                      <a:pt x="67" y="96"/>
                      <a:pt x="64" y="97"/>
                      <a:pt x="63" y="97"/>
                    </a:cubicBezTo>
                    <a:cubicBezTo>
                      <a:pt x="63" y="96"/>
                      <a:pt x="64" y="97"/>
                      <a:pt x="66" y="96"/>
                    </a:cubicBezTo>
                    <a:cubicBezTo>
                      <a:pt x="65" y="95"/>
                      <a:pt x="65" y="95"/>
                      <a:pt x="65" y="95"/>
                    </a:cubicBezTo>
                    <a:cubicBezTo>
                      <a:pt x="68" y="94"/>
                      <a:pt x="70" y="95"/>
                      <a:pt x="72" y="93"/>
                    </a:cubicBezTo>
                    <a:cubicBezTo>
                      <a:pt x="71" y="93"/>
                      <a:pt x="71" y="93"/>
                      <a:pt x="71" y="93"/>
                    </a:cubicBezTo>
                    <a:cubicBezTo>
                      <a:pt x="72" y="93"/>
                      <a:pt x="74" y="93"/>
                      <a:pt x="74" y="92"/>
                    </a:cubicBezTo>
                    <a:cubicBezTo>
                      <a:pt x="72" y="93"/>
                      <a:pt x="74" y="92"/>
                      <a:pt x="73" y="92"/>
                    </a:cubicBezTo>
                    <a:cubicBezTo>
                      <a:pt x="71" y="92"/>
                      <a:pt x="74" y="92"/>
                      <a:pt x="72" y="92"/>
                    </a:cubicBezTo>
                    <a:cubicBezTo>
                      <a:pt x="72" y="92"/>
                      <a:pt x="69" y="93"/>
                      <a:pt x="70" y="92"/>
                    </a:cubicBezTo>
                    <a:cubicBezTo>
                      <a:pt x="73" y="91"/>
                      <a:pt x="73" y="91"/>
                      <a:pt x="73" y="91"/>
                    </a:cubicBezTo>
                    <a:cubicBezTo>
                      <a:pt x="74" y="91"/>
                      <a:pt x="71" y="92"/>
                      <a:pt x="72" y="91"/>
                    </a:cubicBezTo>
                    <a:cubicBezTo>
                      <a:pt x="73" y="91"/>
                      <a:pt x="73" y="91"/>
                      <a:pt x="73" y="91"/>
                    </a:cubicBezTo>
                    <a:cubicBezTo>
                      <a:pt x="72" y="89"/>
                      <a:pt x="72" y="88"/>
                      <a:pt x="67" y="88"/>
                    </a:cubicBezTo>
                    <a:cubicBezTo>
                      <a:pt x="69" y="87"/>
                      <a:pt x="69" y="87"/>
                      <a:pt x="70" y="86"/>
                    </a:cubicBezTo>
                    <a:cubicBezTo>
                      <a:pt x="69" y="86"/>
                      <a:pt x="68" y="86"/>
                      <a:pt x="68" y="86"/>
                    </a:cubicBezTo>
                    <a:cubicBezTo>
                      <a:pt x="69" y="85"/>
                      <a:pt x="69" y="85"/>
                      <a:pt x="69" y="85"/>
                    </a:cubicBezTo>
                    <a:cubicBezTo>
                      <a:pt x="70" y="84"/>
                      <a:pt x="68" y="85"/>
                      <a:pt x="67" y="85"/>
                    </a:cubicBezTo>
                    <a:cubicBezTo>
                      <a:pt x="68" y="84"/>
                      <a:pt x="68" y="84"/>
                      <a:pt x="68" y="84"/>
                    </a:cubicBezTo>
                    <a:cubicBezTo>
                      <a:pt x="69" y="83"/>
                      <a:pt x="67" y="84"/>
                      <a:pt x="67" y="84"/>
                    </a:cubicBezTo>
                    <a:cubicBezTo>
                      <a:pt x="68" y="84"/>
                      <a:pt x="68" y="84"/>
                      <a:pt x="68" y="84"/>
                    </a:cubicBezTo>
                    <a:cubicBezTo>
                      <a:pt x="67" y="84"/>
                      <a:pt x="67" y="84"/>
                      <a:pt x="67" y="84"/>
                    </a:cubicBezTo>
                    <a:cubicBezTo>
                      <a:pt x="66" y="84"/>
                      <a:pt x="66" y="83"/>
                      <a:pt x="68" y="83"/>
                    </a:cubicBezTo>
                    <a:cubicBezTo>
                      <a:pt x="67" y="83"/>
                      <a:pt x="67" y="83"/>
                      <a:pt x="67" y="83"/>
                    </a:cubicBezTo>
                    <a:cubicBezTo>
                      <a:pt x="68" y="82"/>
                      <a:pt x="67" y="81"/>
                      <a:pt x="66" y="81"/>
                    </a:cubicBezTo>
                    <a:cubicBezTo>
                      <a:pt x="66" y="82"/>
                      <a:pt x="65" y="82"/>
                      <a:pt x="64" y="82"/>
                    </a:cubicBezTo>
                    <a:cubicBezTo>
                      <a:pt x="62" y="83"/>
                      <a:pt x="64" y="82"/>
                      <a:pt x="63" y="82"/>
                    </a:cubicBezTo>
                    <a:cubicBezTo>
                      <a:pt x="64" y="82"/>
                      <a:pt x="64" y="81"/>
                      <a:pt x="65" y="81"/>
                    </a:cubicBezTo>
                    <a:cubicBezTo>
                      <a:pt x="68" y="79"/>
                      <a:pt x="65" y="79"/>
                      <a:pt x="65" y="78"/>
                    </a:cubicBezTo>
                    <a:cubicBezTo>
                      <a:pt x="64" y="78"/>
                      <a:pt x="64" y="78"/>
                      <a:pt x="64" y="78"/>
                    </a:cubicBezTo>
                    <a:cubicBezTo>
                      <a:pt x="66" y="77"/>
                      <a:pt x="63" y="77"/>
                      <a:pt x="64" y="76"/>
                    </a:cubicBezTo>
                    <a:cubicBezTo>
                      <a:pt x="63" y="76"/>
                      <a:pt x="60" y="77"/>
                      <a:pt x="60" y="77"/>
                    </a:cubicBezTo>
                    <a:cubicBezTo>
                      <a:pt x="58" y="78"/>
                      <a:pt x="62" y="76"/>
                      <a:pt x="63" y="75"/>
                    </a:cubicBezTo>
                    <a:cubicBezTo>
                      <a:pt x="62" y="75"/>
                      <a:pt x="62" y="75"/>
                      <a:pt x="62" y="75"/>
                    </a:cubicBezTo>
                    <a:cubicBezTo>
                      <a:pt x="62" y="75"/>
                      <a:pt x="62" y="75"/>
                      <a:pt x="62" y="75"/>
                    </a:cubicBezTo>
                    <a:cubicBezTo>
                      <a:pt x="61" y="75"/>
                      <a:pt x="60" y="75"/>
                      <a:pt x="61" y="74"/>
                    </a:cubicBezTo>
                    <a:cubicBezTo>
                      <a:pt x="61" y="74"/>
                      <a:pt x="61" y="74"/>
                      <a:pt x="61" y="74"/>
                    </a:cubicBezTo>
                    <a:cubicBezTo>
                      <a:pt x="61" y="74"/>
                      <a:pt x="62" y="73"/>
                      <a:pt x="62" y="73"/>
                    </a:cubicBezTo>
                    <a:cubicBezTo>
                      <a:pt x="60" y="74"/>
                      <a:pt x="61" y="72"/>
                      <a:pt x="59" y="73"/>
                    </a:cubicBezTo>
                    <a:cubicBezTo>
                      <a:pt x="60" y="73"/>
                      <a:pt x="60" y="73"/>
                      <a:pt x="60" y="73"/>
                    </a:cubicBezTo>
                    <a:cubicBezTo>
                      <a:pt x="59" y="73"/>
                      <a:pt x="59" y="73"/>
                      <a:pt x="59" y="73"/>
                    </a:cubicBezTo>
                    <a:cubicBezTo>
                      <a:pt x="59" y="73"/>
                      <a:pt x="59" y="73"/>
                      <a:pt x="59" y="73"/>
                    </a:cubicBezTo>
                    <a:cubicBezTo>
                      <a:pt x="61" y="72"/>
                      <a:pt x="61" y="72"/>
                      <a:pt x="61" y="72"/>
                    </a:cubicBezTo>
                    <a:cubicBezTo>
                      <a:pt x="62" y="71"/>
                      <a:pt x="60" y="72"/>
                      <a:pt x="59" y="73"/>
                    </a:cubicBezTo>
                    <a:cubicBezTo>
                      <a:pt x="57" y="73"/>
                      <a:pt x="59" y="72"/>
                      <a:pt x="59" y="72"/>
                    </a:cubicBezTo>
                    <a:cubicBezTo>
                      <a:pt x="60" y="71"/>
                      <a:pt x="59" y="72"/>
                      <a:pt x="59" y="72"/>
                    </a:cubicBezTo>
                    <a:cubicBezTo>
                      <a:pt x="61" y="72"/>
                      <a:pt x="60" y="72"/>
                      <a:pt x="61" y="71"/>
                    </a:cubicBezTo>
                    <a:cubicBezTo>
                      <a:pt x="61" y="71"/>
                      <a:pt x="59" y="72"/>
                      <a:pt x="59" y="72"/>
                    </a:cubicBezTo>
                    <a:cubicBezTo>
                      <a:pt x="59" y="71"/>
                      <a:pt x="58" y="71"/>
                      <a:pt x="60" y="70"/>
                    </a:cubicBezTo>
                    <a:cubicBezTo>
                      <a:pt x="59" y="71"/>
                      <a:pt x="59" y="70"/>
                      <a:pt x="58" y="70"/>
                    </a:cubicBezTo>
                    <a:cubicBezTo>
                      <a:pt x="58" y="71"/>
                      <a:pt x="58" y="71"/>
                      <a:pt x="57" y="72"/>
                    </a:cubicBezTo>
                    <a:cubicBezTo>
                      <a:pt x="57" y="72"/>
                      <a:pt x="56" y="72"/>
                      <a:pt x="57" y="71"/>
                    </a:cubicBezTo>
                    <a:cubicBezTo>
                      <a:pt x="57" y="71"/>
                      <a:pt x="57" y="71"/>
                      <a:pt x="57" y="71"/>
                    </a:cubicBezTo>
                    <a:cubicBezTo>
                      <a:pt x="57" y="71"/>
                      <a:pt x="57" y="71"/>
                      <a:pt x="56" y="72"/>
                    </a:cubicBezTo>
                    <a:cubicBezTo>
                      <a:pt x="58" y="70"/>
                      <a:pt x="58" y="70"/>
                      <a:pt x="58" y="70"/>
                    </a:cubicBezTo>
                    <a:cubicBezTo>
                      <a:pt x="56" y="71"/>
                      <a:pt x="56" y="70"/>
                      <a:pt x="56" y="70"/>
                    </a:cubicBezTo>
                    <a:cubicBezTo>
                      <a:pt x="57" y="69"/>
                      <a:pt x="59" y="69"/>
                      <a:pt x="59" y="68"/>
                    </a:cubicBezTo>
                    <a:cubicBezTo>
                      <a:pt x="58" y="68"/>
                      <a:pt x="58" y="68"/>
                      <a:pt x="58" y="68"/>
                    </a:cubicBezTo>
                    <a:cubicBezTo>
                      <a:pt x="57" y="68"/>
                      <a:pt x="58" y="68"/>
                      <a:pt x="59" y="68"/>
                    </a:cubicBezTo>
                    <a:cubicBezTo>
                      <a:pt x="59" y="66"/>
                      <a:pt x="54" y="69"/>
                      <a:pt x="55" y="68"/>
                    </a:cubicBezTo>
                    <a:cubicBezTo>
                      <a:pt x="57" y="67"/>
                      <a:pt x="57" y="67"/>
                      <a:pt x="57" y="66"/>
                    </a:cubicBezTo>
                    <a:cubicBezTo>
                      <a:pt x="56" y="67"/>
                      <a:pt x="56" y="67"/>
                      <a:pt x="56" y="67"/>
                    </a:cubicBezTo>
                    <a:cubicBezTo>
                      <a:pt x="55" y="67"/>
                      <a:pt x="58" y="66"/>
                      <a:pt x="56" y="67"/>
                    </a:cubicBezTo>
                    <a:cubicBezTo>
                      <a:pt x="55" y="68"/>
                      <a:pt x="56" y="67"/>
                      <a:pt x="55" y="67"/>
                    </a:cubicBezTo>
                    <a:cubicBezTo>
                      <a:pt x="59" y="65"/>
                      <a:pt x="55" y="65"/>
                      <a:pt x="57" y="63"/>
                    </a:cubicBezTo>
                    <a:cubicBezTo>
                      <a:pt x="54" y="64"/>
                      <a:pt x="56" y="63"/>
                      <a:pt x="55" y="63"/>
                    </a:cubicBezTo>
                    <a:cubicBezTo>
                      <a:pt x="57" y="62"/>
                      <a:pt x="54" y="63"/>
                      <a:pt x="55" y="62"/>
                    </a:cubicBezTo>
                    <a:cubicBezTo>
                      <a:pt x="53" y="63"/>
                      <a:pt x="53" y="63"/>
                      <a:pt x="53" y="63"/>
                    </a:cubicBezTo>
                    <a:cubicBezTo>
                      <a:pt x="54" y="62"/>
                      <a:pt x="49" y="64"/>
                      <a:pt x="52" y="63"/>
                    </a:cubicBezTo>
                    <a:cubicBezTo>
                      <a:pt x="52" y="62"/>
                      <a:pt x="54" y="62"/>
                      <a:pt x="54" y="62"/>
                    </a:cubicBezTo>
                    <a:cubicBezTo>
                      <a:pt x="56" y="60"/>
                      <a:pt x="51" y="62"/>
                      <a:pt x="54" y="60"/>
                    </a:cubicBezTo>
                    <a:cubicBezTo>
                      <a:pt x="53" y="60"/>
                      <a:pt x="52" y="61"/>
                      <a:pt x="51" y="61"/>
                    </a:cubicBezTo>
                    <a:cubicBezTo>
                      <a:pt x="52" y="61"/>
                      <a:pt x="52" y="59"/>
                      <a:pt x="53" y="59"/>
                    </a:cubicBezTo>
                    <a:cubicBezTo>
                      <a:pt x="52" y="59"/>
                      <a:pt x="52" y="60"/>
                      <a:pt x="52" y="59"/>
                    </a:cubicBezTo>
                    <a:cubicBezTo>
                      <a:pt x="53" y="59"/>
                      <a:pt x="53" y="59"/>
                      <a:pt x="53" y="59"/>
                    </a:cubicBezTo>
                    <a:cubicBezTo>
                      <a:pt x="54" y="58"/>
                      <a:pt x="52" y="58"/>
                      <a:pt x="51" y="58"/>
                    </a:cubicBezTo>
                    <a:cubicBezTo>
                      <a:pt x="53" y="57"/>
                      <a:pt x="52" y="57"/>
                      <a:pt x="52" y="56"/>
                    </a:cubicBezTo>
                    <a:cubicBezTo>
                      <a:pt x="50" y="57"/>
                      <a:pt x="53" y="55"/>
                      <a:pt x="50" y="56"/>
                    </a:cubicBezTo>
                    <a:cubicBezTo>
                      <a:pt x="51" y="56"/>
                      <a:pt x="51" y="56"/>
                      <a:pt x="51" y="56"/>
                    </a:cubicBezTo>
                    <a:cubicBezTo>
                      <a:pt x="50" y="56"/>
                      <a:pt x="48" y="57"/>
                      <a:pt x="48" y="57"/>
                    </a:cubicBezTo>
                    <a:cubicBezTo>
                      <a:pt x="50" y="56"/>
                      <a:pt x="50" y="56"/>
                      <a:pt x="50" y="56"/>
                    </a:cubicBezTo>
                    <a:cubicBezTo>
                      <a:pt x="52" y="54"/>
                      <a:pt x="50" y="55"/>
                      <a:pt x="51" y="54"/>
                    </a:cubicBezTo>
                    <a:cubicBezTo>
                      <a:pt x="49" y="55"/>
                      <a:pt x="51" y="54"/>
                      <a:pt x="49" y="55"/>
                    </a:cubicBezTo>
                    <a:cubicBezTo>
                      <a:pt x="49" y="55"/>
                      <a:pt x="49" y="55"/>
                      <a:pt x="49" y="55"/>
                    </a:cubicBezTo>
                    <a:cubicBezTo>
                      <a:pt x="48" y="55"/>
                      <a:pt x="48" y="55"/>
                      <a:pt x="47" y="55"/>
                    </a:cubicBezTo>
                    <a:cubicBezTo>
                      <a:pt x="47" y="55"/>
                      <a:pt x="49" y="54"/>
                      <a:pt x="49" y="54"/>
                    </a:cubicBezTo>
                    <a:cubicBezTo>
                      <a:pt x="50" y="53"/>
                      <a:pt x="49" y="53"/>
                      <a:pt x="49" y="53"/>
                    </a:cubicBezTo>
                    <a:cubicBezTo>
                      <a:pt x="49" y="53"/>
                      <a:pt x="49" y="53"/>
                      <a:pt x="48" y="53"/>
                    </a:cubicBezTo>
                    <a:cubicBezTo>
                      <a:pt x="48" y="53"/>
                      <a:pt x="48" y="53"/>
                      <a:pt x="48" y="53"/>
                    </a:cubicBezTo>
                    <a:cubicBezTo>
                      <a:pt x="48" y="53"/>
                      <a:pt x="48" y="53"/>
                      <a:pt x="48" y="53"/>
                    </a:cubicBezTo>
                    <a:cubicBezTo>
                      <a:pt x="48" y="53"/>
                      <a:pt x="48" y="53"/>
                      <a:pt x="48" y="53"/>
                    </a:cubicBezTo>
                    <a:cubicBezTo>
                      <a:pt x="48" y="53"/>
                      <a:pt x="48" y="53"/>
                      <a:pt x="49" y="53"/>
                    </a:cubicBezTo>
                    <a:cubicBezTo>
                      <a:pt x="49" y="53"/>
                      <a:pt x="49" y="53"/>
                      <a:pt x="49" y="53"/>
                    </a:cubicBezTo>
                    <a:cubicBezTo>
                      <a:pt x="49" y="53"/>
                      <a:pt x="49" y="53"/>
                      <a:pt x="49" y="53"/>
                    </a:cubicBezTo>
                    <a:cubicBezTo>
                      <a:pt x="49" y="52"/>
                      <a:pt x="49" y="52"/>
                      <a:pt x="49" y="52"/>
                    </a:cubicBezTo>
                    <a:cubicBezTo>
                      <a:pt x="50" y="51"/>
                      <a:pt x="50" y="51"/>
                      <a:pt x="50" y="51"/>
                    </a:cubicBezTo>
                    <a:cubicBezTo>
                      <a:pt x="50" y="51"/>
                      <a:pt x="48" y="52"/>
                      <a:pt x="48" y="52"/>
                    </a:cubicBezTo>
                    <a:cubicBezTo>
                      <a:pt x="49" y="50"/>
                      <a:pt x="46" y="50"/>
                      <a:pt x="46" y="50"/>
                    </a:cubicBezTo>
                    <a:cubicBezTo>
                      <a:pt x="46" y="50"/>
                      <a:pt x="47" y="50"/>
                      <a:pt x="46" y="50"/>
                    </a:cubicBezTo>
                    <a:cubicBezTo>
                      <a:pt x="46" y="50"/>
                      <a:pt x="44" y="50"/>
                      <a:pt x="45" y="50"/>
                    </a:cubicBezTo>
                    <a:cubicBezTo>
                      <a:pt x="45" y="50"/>
                      <a:pt x="46" y="49"/>
                      <a:pt x="46" y="49"/>
                    </a:cubicBezTo>
                    <a:cubicBezTo>
                      <a:pt x="46" y="48"/>
                      <a:pt x="45" y="49"/>
                      <a:pt x="45" y="49"/>
                    </a:cubicBezTo>
                    <a:cubicBezTo>
                      <a:pt x="47" y="47"/>
                      <a:pt x="43" y="49"/>
                      <a:pt x="44" y="47"/>
                    </a:cubicBezTo>
                    <a:cubicBezTo>
                      <a:pt x="44" y="47"/>
                      <a:pt x="45" y="47"/>
                      <a:pt x="45" y="47"/>
                    </a:cubicBezTo>
                    <a:cubicBezTo>
                      <a:pt x="44" y="47"/>
                      <a:pt x="43" y="46"/>
                      <a:pt x="41" y="47"/>
                    </a:cubicBezTo>
                    <a:cubicBezTo>
                      <a:pt x="43" y="46"/>
                      <a:pt x="43" y="46"/>
                      <a:pt x="43" y="46"/>
                    </a:cubicBezTo>
                    <a:cubicBezTo>
                      <a:pt x="43" y="46"/>
                      <a:pt x="42" y="46"/>
                      <a:pt x="41" y="46"/>
                    </a:cubicBezTo>
                    <a:cubicBezTo>
                      <a:pt x="40" y="47"/>
                      <a:pt x="39" y="47"/>
                      <a:pt x="39" y="47"/>
                    </a:cubicBezTo>
                    <a:cubicBezTo>
                      <a:pt x="39" y="47"/>
                      <a:pt x="39" y="47"/>
                      <a:pt x="39" y="47"/>
                    </a:cubicBezTo>
                    <a:cubicBezTo>
                      <a:pt x="38" y="46"/>
                      <a:pt x="38" y="46"/>
                      <a:pt x="38" y="46"/>
                    </a:cubicBezTo>
                    <a:cubicBezTo>
                      <a:pt x="39" y="46"/>
                      <a:pt x="39" y="46"/>
                      <a:pt x="39" y="46"/>
                    </a:cubicBezTo>
                    <a:cubicBezTo>
                      <a:pt x="42" y="44"/>
                      <a:pt x="40" y="44"/>
                      <a:pt x="41" y="44"/>
                    </a:cubicBezTo>
                    <a:cubicBezTo>
                      <a:pt x="39" y="44"/>
                      <a:pt x="39" y="44"/>
                      <a:pt x="39" y="44"/>
                    </a:cubicBezTo>
                    <a:cubicBezTo>
                      <a:pt x="38" y="44"/>
                      <a:pt x="40" y="43"/>
                      <a:pt x="40" y="43"/>
                    </a:cubicBezTo>
                    <a:cubicBezTo>
                      <a:pt x="35" y="45"/>
                      <a:pt x="35" y="45"/>
                      <a:pt x="35" y="45"/>
                    </a:cubicBezTo>
                    <a:cubicBezTo>
                      <a:pt x="36" y="45"/>
                      <a:pt x="37" y="44"/>
                      <a:pt x="38" y="43"/>
                    </a:cubicBezTo>
                    <a:cubicBezTo>
                      <a:pt x="37" y="43"/>
                      <a:pt x="35" y="44"/>
                      <a:pt x="33" y="45"/>
                    </a:cubicBezTo>
                    <a:cubicBezTo>
                      <a:pt x="33" y="44"/>
                      <a:pt x="32" y="44"/>
                      <a:pt x="32" y="44"/>
                    </a:cubicBezTo>
                    <a:cubicBezTo>
                      <a:pt x="33" y="43"/>
                      <a:pt x="32" y="44"/>
                      <a:pt x="33" y="44"/>
                    </a:cubicBezTo>
                    <a:cubicBezTo>
                      <a:pt x="34" y="43"/>
                      <a:pt x="34" y="43"/>
                      <a:pt x="34" y="43"/>
                    </a:cubicBezTo>
                    <a:cubicBezTo>
                      <a:pt x="34" y="43"/>
                      <a:pt x="36" y="41"/>
                      <a:pt x="37" y="41"/>
                    </a:cubicBezTo>
                    <a:cubicBezTo>
                      <a:pt x="36" y="41"/>
                      <a:pt x="36" y="40"/>
                      <a:pt x="36" y="39"/>
                    </a:cubicBezTo>
                    <a:cubicBezTo>
                      <a:pt x="34" y="41"/>
                      <a:pt x="35" y="39"/>
                      <a:pt x="33" y="41"/>
                    </a:cubicBezTo>
                    <a:cubicBezTo>
                      <a:pt x="32" y="40"/>
                      <a:pt x="34" y="39"/>
                      <a:pt x="35" y="39"/>
                    </a:cubicBezTo>
                    <a:cubicBezTo>
                      <a:pt x="33" y="39"/>
                      <a:pt x="34" y="38"/>
                      <a:pt x="33" y="37"/>
                    </a:cubicBezTo>
                    <a:cubicBezTo>
                      <a:pt x="34" y="37"/>
                      <a:pt x="34" y="37"/>
                      <a:pt x="34" y="37"/>
                    </a:cubicBezTo>
                    <a:cubicBezTo>
                      <a:pt x="33" y="37"/>
                      <a:pt x="33" y="36"/>
                      <a:pt x="31" y="37"/>
                    </a:cubicBezTo>
                    <a:cubicBezTo>
                      <a:pt x="32" y="36"/>
                      <a:pt x="32" y="36"/>
                      <a:pt x="32" y="36"/>
                    </a:cubicBezTo>
                    <a:cubicBezTo>
                      <a:pt x="32" y="35"/>
                      <a:pt x="29" y="38"/>
                      <a:pt x="30" y="36"/>
                    </a:cubicBezTo>
                    <a:cubicBezTo>
                      <a:pt x="31" y="36"/>
                      <a:pt x="31" y="36"/>
                      <a:pt x="31" y="36"/>
                    </a:cubicBezTo>
                    <a:cubicBezTo>
                      <a:pt x="30" y="36"/>
                      <a:pt x="32" y="34"/>
                      <a:pt x="30" y="35"/>
                    </a:cubicBezTo>
                    <a:cubicBezTo>
                      <a:pt x="31" y="34"/>
                      <a:pt x="31" y="34"/>
                      <a:pt x="31" y="34"/>
                    </a:cubicBezTo>
                    <a:cubicBezTo>
                      <a:pt x="30" y="34"/>
                      <a:pt x="30" y="34"/>
                      <a:pt x="28" y="34"/>
                    </a:cubicBezTo>
                    <a:cubicBezTo>
                      <a:pt x="30" y="33"/>
                      <a:pt x="30" y="33"/>
                      <a:pt x="30" y="33"/>
                    </a:cubicBezTo>
                    <a:cubicBezTo>
                      <a:pt x="31" y="32"/>
                      <a:pt x="28" y="34"/>
                      <a:pt x="29" y="33"/>
                    </a:cubicBezTo>
                    <a:cubicBezTo>
                      <a:pt x="29" y="33"/>
                      <a:pt x="29" y="32"/>
                      <a:pt x="30" y="32"/>
                    </a:cubicBezTo>
                    <a:cubicBezTo>
                      <a:pt x="28" y="33"/>
                      <a:pt x="28" y="32"/>
                      <a:pt x="28" y="32"/>
                    </a:cubicBezTo>
                    <a:cubicBezTo>
                      <a:pt x="29" y="31"/>
                      <a:pt x="29" y="31"/>
                      <a:pt x="29" y="31"/>
                    </a:cubicBezTo>
                    <a:cubicBezTo>
                      <a:pt x="28" y="29"/>
                      <a:pt x="27" y="27"/>
                      <a:pt x="24" y="26"/>
                    </a:cubicBezTo>
                    <a:cubicBezTo>
                      <a:pt x="26" y="24"/>
                      <a:pt x="26" y="26"/>
                      <a:pt x="27" y="24"/>
                    </a:cubicBezTo>
                    <a:cubicBezTo>
                      <a:pt x="25" y="26"/>
                      <a:pt x="26" y="24"/>
                      <a:pt x="25" y="24"/>
                    </a:cubicBezTo>
                    <a:cubicBezTo>
                      <a:pt x="26" y="24"/>
                      <a:pt x="26" y="24"/>
                      <a:pt x="26" y="24"/>
                    </a:cubicBezTo>
                    <a:cubicBezTo>
                      <a:pt x="25" y="24"/>
                      <a:pt x="26" y="23"/>
                      <a:pt x="25" y="23"/>
                    </a:cubicBezTo>
                    <a:cubicBezTo>
                      <a:pt x="25" y="24"/>
                      <a:pt x="25" y="24"/>
                      <a:pt x="25" y="24"/>
                    </a:cubicBezTo>
                    <a:cubicBezTo>
                      <a:pt x="24" y="24"/>
                      <a:pt x="27" y="21"/>
                      <a:pt x="25" y="23"/>
                    </a:cubicBezTo>
                    <a:cubicBezTo>
                      <a:pt x="26" y="22"/>
                      <a:pt x="26" y="22"/>
                      <a:pt x="26" y="22"/>
                    </a:cubicBezTo>
                    <a:cubicBezTo>
                      <a:pt x="23" y="23"/>
                      <a:pt x="26" y="21"/>
                      <a:pt x="24" y="22"/>
                    </a:cubicBezTo>
                    <a:cubicBezTo>
                      <a:pt x="25" y="21"/>
                      <a:pt x="25" y="21"/>
                      <a:pt x="25" y="21"/>
                    </a:cubicBezTo>
                    <a:cubicBezTo>
                      <a:pt x="25" y="20"/>
                      <a:pt x="22" y="22"/>
                      <a:pt x="23" y="21"/>
                    </a:cubicBezTo>
                    <a:cubicBezTo>
                      <a:pt x="23" y="20"/>
                      <a:pt x="22" y="20"/>
                      <a:pt x="20" y="21"/>
                    </a:cubicBezTo>
                    <a:cubicBezTo>
                      <a:pt x="23" y="20"/>
                      <a:pt x="23" y="20"/>
                      <a:pt x="23" y="20"/>
                    </a:cubicBezTo>
                    <a:cubicBezTo>
                      <a:pt x="21" y="19"/>
                      <a:pt x="20" y="17"/>
                      <a:pt x="17" y="17"/>
                    </a:cubicBezTo>
                    <a:cubicBezTo>
                      <a:pt x="18" y="16"/>
                      <a:pt x="18" y="16"/>
                      <a:pt x="18" y="16"/>
                    </a:cubicBezTo>
                    <a:cubicBezTo>
                      <a:pt x="16" y="17"/>
                      <a:pt x="19" y="13"/>
                      <a:pt x="15" y="15"/>
                    </a:cubicBezTo>
                    <a:cubicBezTo>
                      <a:pt x="13" y="16"/>
                      <a:pt x="13" y="16"/>
                      <a:pt x="13" y="16"/>
                    </a:cubicBezTo>
                    <a:cubicBezTo>
                      <a:pt x="15" y="14"/>
                      <a:pt x="15" y="14"/>
                      <a:pt x="15" y="14"/>
                    </a:cubicBezTo>
                    <a:cubicBezTo>
                      <a:pt x="14" y="14"/>
                      <a:pt x="15" y="13"/>
                      <a:pt x="13" y="14"/>
                    </a:cubicBezTo>
                    <a:cubicBezTo>
                      <a:pt x="15" y="13"/>
                      <a:pt x="15" y="13"/>
                      <a:pt x="15" y="13"/>
                    </a:cubicBezTo>
                    <a:cubicBezTo>
                      <a:pt x="15" y="13"/>
                      <a:pt x="12" y="14"/>
                      <a:pt x="12" y="13"/>
                    </a:cubicBezTo>
                    <a:cubicBezTo>
                      <a:pt x="13" y="13"/>
                      <a:pt x="13" y="13"/>
                      <a:pt x="13" y="13"/>
                    </a:cubicBezTo>
                    <a:cubicBezTo>
                      <a:pt x="15" y="9"/>
                      <a:pt x="16" y="6"/>
                      <a:pt x="11" y="6"/>
                    </a:cubicBezTo>
                    <a:cubicBezTo>
                      <a:pt x="11" y="6"/>
                      <a:pt x="13" y="4"/>
                      <a:pt x="13" y="4"/>
                    </a:cubicBezTo>
                    <a:cubicBezTo>
                      <a:pt x="9" y="4"/>
                      <a:pt x="13" y="0"/>
                      <a:pt x="7" y="1"/>
                    </a:cubicBezTo>
                    <a:cubicBezTo>
                      <a:pt x="6" y="0"/>
                      <a:pt x="0" y="2"/>
                      <a:pt x="0" y="2"/>
                    </a:cubicBezTo>
                    <a:cubicBezTo>
                      <a:pt x="3" y="4"/>
                      <a:pt x="3" y="8"/>
                      <a:pt x="1" y="1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6" name="Freeform 128"/>
              <p:cNvSpPr/>
              <p:nvPr/>
            </p:nvSpPr>
            <p:spPr bwMode="auto">
              <a:xfrm>
                <a:off x="3538" y="1526"/>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7" name="Freeform 129"/>
              <p:cNvSpPr/>
              <p:nvPr/>
            </p:nvSpPr>
            <p:spPr bwMode="auto">
              <a:xfrm>
                <a:off x="3460" y="1407"/>
                <a:ext cx="2"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8" name="Freeform 130"/>
              <p:cNvSpPr/>
              <p:nvPr/>
            </p:nvSpPr>
            <p:spPr bwMode="auto">
              <a:xfrm>
                <a:off x="3445" y="1392"/>
                <a:ext cx="4" cy="2"/>
              </a:xfrm>
              <a:custGeom>
                <a:avLst/>
                <a:gdLst>
                  <a:gd name="T0" fmla="*/ 4 w 4"/>
                  <a:gd name="T1" fmla="*/ 0 h 2"/>
                  <a:gd name="T2" fmla="*/ 4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4" y="0"/>
                    </a:lnTo>
                    <a:lnTo>
                      <a:pt x="0" y="2"/>
                    </a:lnTo>
                    <a:lnTo>
                      <a:pt x="4"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9" name="Freeform 131"/>
              <p:cNvSpPr/>
              <p:nvPr/>
            </p:nvSpPr>
            <p:spPr bwMode="auto">
              <a:xfrm>
                <a:off x="3468" y="1405"/>
                <a:ext cx="4"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2" y="0"/>
                      <a:pt x="0" y="0"/>
                      <a:pt x="1" y="0"/>
                    </a:cubicBezTo>
                    <a:cubicBezTo>
                      <a:pt x="1" y="0"/>
                      <a:pt x="2"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0" name="Freeform 132"/>
              <p:cNvSpPr/>
              <p:nvPr/>
            </p:nvSpPr>
            <p:spPr bwMode="auto">
              <a:xfrm>
                <a:off x="3515" y="15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1" name="Freeform 133"/>
              <p:cNvSpPr/>
              <p:nvPr/>
            </p:nvSpPr>
            <p:spPr bwMode="auto">
              <a:xfrm>
                <a:off x="3470" y="140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2" name="Freeform 134"/>
              <p:cNvSpPr/>
              <p:nvPr/>
            </p:nvSpPr>
            <p:spPr bwMode="auto">
              <a:xfrm>
                <a:off x="3462" y="140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3" name="Freeform 135"/>
              <p:cNvSpPr/>
              <p:nvPr/>
            </p:nvSpPr>
            <p:spPr bwMode="auto">
              <a:xfrm>
                <a:off x="3909" y="1416"/>
                <a:ext cx="11" cy="2"/>
              </a:xfrm>
              <a:custGeom>
                <a:avLst/>
                <a:gdLst>
                  <a:gd name="T0" fmla="*/ 1 w 5"/>
                  <a:gd name="T1" fmla="*/ 1 h 1"/>
                  <a:gd name="T2" fmla="*/ 0 w 5"/>
                  <a:gd name="T3" fmla="*/ 1 h 1"/>
                  <a:gd name="T4" fmla="*/ 2 w 5"/>
                  <a:gd name="T5" fmla="*/ 1 h 1"/>
                  <a:gd name="T6" fmla="*/ 3 w 5"/>
                  <a:gd name="T7" fmla="*/ 1 h 1"/>
                  <a:gd name="T8" fmla="*/ 5 w 5"/>
                  <a:gd name="T9" fmla="*/ 0 h 1"/>
                  <a:gd name="T10" fmla="*/ 1 w 5"/>
                  <a:gd name="T11" fmla="*/ 1 h 1"/>
                </a:gdLst>
                <a:ahLst/>
                <a:cxnLst>
                  <a:cxn ang="0">
                    <a:pos x="T0" y="T1"/>
                  </a:cxn>
                  <a:cxn ang="0">
                    <a:pos x="T2" y="T3"/>
                  </a:cxn>
                  <a:cxn ang="0">
                    <a:pos x="T4" y="T5"/>
                  </a:cxn>
                  <a:cxn ang="0">
                    <a:pos x="T6" y="T7"/>
                  </a:cxn>
                  <a:cxn ang="0">
                    <a:pos x="T8" y="T9"/>
                  </a:cxn>
                  <a:cxn ang="0">
                    <a:pos x="T10" y="T11"/>
                  </a:cxn>
                </a:cxnLst>
                <a:rect l="0" t="0" r="r" b="b"/>
                <a:pathLst>
                  <a:path w="5" h="1">
                    <a:moveTo>
                      <a:pt x="1" y="1"/>
                    </a:moveTo>
                    <a:cubicBezTo>
                      <a:pt x="1" y="1"/>
                      <a:pt x="1" y="1"/>
                      <a:pt x="0" y="1"/>
                    </a:cubicBezTo>
                    <a:cubicBezTo>
                      <a:pt x="1" y="1"/>
                      <a:pt x="2" y="1"/>
                      <a:pt x="2" y="1"/>
                    </a:cubicBezTo>
                    <a:cubicBezTo>
                      <a:pt x="3" y="1"/>
                      <a:pt x="4" y="1"/>
                      <a:pt x="3" y="1"/>
                    </a:cubicBezTo>
                    <a:cubicBezTo>
                      <a:pt x="4" y="0"/>
                      <a:pt x="5" y="0"/>
                      <a:pt x="5" y="0"/>
                    </a:cubicBezTo>
                    <a:cubicBezTo>
                      <a:pt x="4" y="0"/>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4" name="Freeform 136"/>
              <p:cNvSpPr/>
              <p:nvPr/>
            </p:nvSpPr>
            <p:spPr bwMode="auto">
              <a:xfrm>
                <a:off x="4491" y="1382"/>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5" name="Freeform 137"/>
              <p:cNvSpPr/>
              <p:nvPr/>
            </p:nvSpPr>
            <p:spPr bwMode="auto">
              <a:xfrm>
                <a:off x="4368" y="1484"/>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6" name="Freeform 138"/>
              <p:cNvSpPr/>
              <p:nvPr/>
            </p:nvSpPr>
            <p:spPr bwMode="auto">
              <a:xfrm>
                <a:off x="4504" y="1378"/>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7" name="Freeform 139"/>
              <p:cNvSpPr/>
              <p:nvPr/>
            </p:nvSpPr>
            <p:spPr bwMode="auto">
              <a:xfrm>
                <a:off x="4506" y="138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8" name="Freeform 140"/>
              <p:cNvSpPr/>
              <p:nvPr/>
            </p:nvSpPr>
            <p:spPr bwMode="auto">
              <a:xfrm>
                <a:off x="4368" y="14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9" name="Freeform 141"/>
              <p:cNvSpPr/>
              <p:nvPr/>
            </p:nvSpPr>
            <p:spPr bwMode="auto">
              <a:xfrm>
                <a:off x="4364" y="1484"/>
                <a:ext cx="2" cy="4"/>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0"/>
                      <a:pt x="0" y="0"/>
                    </a:cubicBezTo>
                    <a:cubicBezTo>
                      <a:pt x="0" y="0"/>
                      <a:pt x="1"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0" name="Freeform 142"/>
              <p:cNvSpPr/>
              <p:nvPr/>
            </p:nvSpPr>
            <p:spPr bwMode="auto">
              <a:xfrm>
                <a:off x="4368" y="1492"/>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1" name="Freeform 143"/>
              <p:cNvSpPr/>
              <p:nvPr/>
            </p:nvSpPr>
            <p:spPr bwMode="auto">
              <a:xfrm>
                <a:off x="4487" y="1388"/>
                <a:ext cx="2"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1"/>
                      <a:pt x="0" y="1"/>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2" name="Freeform 144"/>
              <p:cNvSpPr/>
              <p:nvPr/>
            </p:nvSpPr>
            <p:spPr bwMode="auto">
              <a:xfrm>
                <a:off x="4514" y="1382"/>
                <a:ext cx="2" cy="4"/>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0" y="0"/>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3" name="Freeform 145"/>
              <p:cNvSpPr/>
              <p:nvPr/>
            </p:nvSpPr>
            <p:spPr bwMode="auto">
              <a:xfrm>
                <a:off x="4548" y="1397"/>
                <a:ext cx="2" cy="6"/>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4" name="Freeform 146"/>
              <p:cNvSpPr/>
              <p:nvPr/>
            </p:nvSpPr>
            <p:spPr bwMode="auto">
              <a:xfrm>
                <a:off x="4550" y="1399"/>
                <a:ext cx="3" cy="4"/>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2"/>
                      <a:pt x="1" y="1"/>
                    </a:cubicBezTo>
                    <a:cubicBezTo>
                      <a:pt x="0" y="0"/>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5" name="Freeform 147"/>
              <p:cNvSpPr/>
              <p:nvPr/>
            </p:nvSpPr>
            <p:spPr bwMode="auto">
              <a:xfrm>
                <a:off x="4521" y="1382"/>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6" name="Freeform 148"/>
              <p:cNvSpPr/>
              <p:nvPr/>
            </p:nvSpPr>
            <p:spPr bwMode="auto">
              <a:xfrm>
                <a:off x="4516" y="1378"/>
                <a:ext cx="5" cy="8"/>
              </a:xfrm>
              <a:custGeom>
                <a:avLst/>
                <a:gdLst>
                  <a:gd name="T0" fmla="*/ 2 w 2"/>
                  <a:gd name="T1" fmla="*/ 4 h 4"/>
                  <a:gd name="T2" fmla="*/ 1 w 2"/>
                  <a:gd name="T3" fmla="*/ 2 h 4"/>
                  <a:gd name="T4" fmla="*/ 0 w 2"/>
                  <a:gd name="T5" fmla="*/ 2 h 4"/>
                  <a:gd name="T6" fmla="*/ 0 w 2"/>
                  <a:gd name="T7" fmla="*/ 0 h 4"/>
                  <a:gd name="T8" fmla="*/ 2 w 2"/>
                  <a:gd name="T9" fmla="*/ 4 h 4"/>
                  <a:gd name="T10" fmla="*/ 2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2" y="4"/>
                    </a:moveTo>
                    <a:cubicBezTo>
                      <a:pt x="2" y="3"/>
                      <a:pt x="1" y="3"/>
                      <a:pt x="1" y="2"/>
                    </a:cubicBezTo>
                    <a:cubicBezTo>
                      <a:pt x="1" y="2"/>
                      <a:pt x="0" y="1"/>
                      <a:pt x="0" y="2"/>
                    </a:cubicBezTo>
                    <a:cubicBezTo>
                      <a:pt x="0" y="1"/>
                      <a:pt x="0" y="0"/>
                      <a:pt x="0" y="0"/>
                    </a:cubicBezTo>
                    <a:cubicBezTo>
                      <a:pt x="0" y="1"/>
                      <a:pt x="1" y="3"/>
                      <a:pt x="2" y="4"/>
                    </a:cubicBezTo>
                    <a:cubicBezTo>
                      <a:pt x="2" y="4"/>
                      <a:pt x="2" y="4"/>
                      <a:pt x="2" y="4"/>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7" name="Freeform 149"/>
              <p:cNvSpPr/>
              <p:nvPr/>
            </p:nvSpPr>
            <p:spPr bwMode="auto">
              <a:xfrm>
                <a:off x="4519" y="1380"/>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8" name="Freeform 150"/>
              <p:cNvSpPr/>
              <p:nvPr/>
            </p:nvSpPr>
            <p:spPr bwMode="auto">
              <a:xfrm>
                <a:off x="3876" y="13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9" name="Freeform 151"/>
              <p:cNvSpPr/>
              <p:nvPr/>
            </p:nvSpPr>
            <p:spPr bwMode="auto">
              <a:xfrm>
                <a:off x="4465" y="1920"/>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0" name="Freeform 152"/>
              <p:cNvSpPr/>
              <p:nvPr/>
            </p:nvSpPr>
            <p:spPr bwMode="auto">
              <a:xfrm>
                <a:off x="4468" y="1918"/>
                <a:ext cx="6"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1" name="Freeform 153"/>
              <p:cNvSpPr/>
              <p:nvPr/>
            </p:nvSpPr>
            <p:spPr bwMode="auto">
              <a:xfrm>
                <a:off x="3912" y="1286"/>
                <a:ext cx="4" cy="2"/>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2" y="1"/>
                      <a:pt x="0" y="1"/>
                      <a:pt x="1" y="1"/>
                    </a:cubicBezTo>
                    <a:cubicBezTo>
                      <a:pt x="1" y="0"/>
                      <a:pt x="2"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2" name="Freeform 154"/>
              <p:cNvSpPr/>
              <p:nvPr/>
            </p:nvSpPr>
            <p:spPr bwMode="auto">
              <a:xfrm>
                <a:off x="3876" y="132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3" name="Rectangle 155"/>
              <p:cNvSpPr>
                <a:spLocks noChangeArrowheads="1"/>
              </p:cNvSpPr>
              <p:nvPr/>
            </p:nvSpPr>
            <p:spPr bwMode="auto">
              <a:xfrm>
                <a:off x="4402" y="1454"/>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4" name="Freeform 156"/>
              <p:cNvSpPr/>
              <p:nvPr/>
            </p:nvSpPr>
            <p:spPr bwMode="auto">
              <a:xfrm>
                <a:off x="4546" y="140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5" name="Freeform 157"/>
              <p:cNvSpPr/>
              <p:nvPr/>
            </p:nvSpPr>
            <p:spPr bwMode="auto">
              <a:xfrm>
                <a:off x="3914" y="12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6" name="Freeform 158"/>
              <p:cNvSpPr/>
              <p:nvPr/>
            </p:nvSpPr>
            <p:spPr bwMode="auto">
              <a:xfrm>
                <a:off x="4423" y="14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7" name="Freeform 159"/>
              <p:cNvSpPr/>
              <p:nvPr/>
            </p:nvSpPr>
            <p:spPr bwMode="auto">
              <a:xfrm>
                <a:off x="4465" y="1456"/>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8" name="Freeform 160"/>
              <p:cNvSpPr/>
              <p:nvPr/>
            </p:nvSpPr>
            <p:spPr bwMode="auto">
              <a:xfrm>
                <a:off x="4355" y="1509"/>
                <a:ext cx="4" cy="4"/>
              </a:xfrm>
              <a:custGeom>
                <a:avLst/>
                <a:gdLst>
                  <a:gd name="T0" fmla="*/ 0 w 4"/>
                  <a:gd name="T1" fmla="*/ 0 h 4"/>
                  <a:gd name="T2" fmla="*/ 0 w 4"/>
                  <a:gd name="T3" fmla="*/ 2 h 4"/>
                  <a:gd name="T4" fmla="*/ 4 w 4"/>
                  <a:gd name="T5" fmla="*/ 4 h 4"/>
                  <a:gd name="T6" fmla="*/ 0 w 4"/>
                  <a:gd name="T7" fmla="*/ 0 h 4"/>
                </a:gdLst>
                <a:ahLst/>
                <a:cxnLst>
                  <a:cxn ang="0">
                    <a:pos x="T0" y="T1"/>
                  </a:cxn>
                  <a:cxn ang="0">
                    <a:pos x="T2" y="T3"/>
                  </a:cxn>
                  <a:cxn ang="0">
                    <a:pos x="T4" y="T5"/>
                  </a:cxn>
                  <a:cxn ang="0">
                    <a:pos x="T6" y="T7"/>
                  </a:cxn>
                </a:cxnLst>
                <a:rect l="0" t="0" r="r" b="b"/>
                <a:pathLst>
                  <a:path w="4" h="4">
                    <a:moveTo>
                      <a:pt x="0" y="0"/>
                    </a:moveTo>
                    <a:lnTo>
                      <a:pt x="0" y="2"/>
                    </a:lnTo>
                    <a:lnTo>
                      <a:pt x="4"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9" name="Freeform 161"/>
              <p:cNvSpPr/>
              <p:nvPr/>
            </p:nvSpPr>
            <p:spPr bwMode="auto">
              <a:xfrm>
                <a:off x="4383" y="14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0" name="Freeform 162"/>
              <p:cNvSpPr/>
              <p:nvPr/>
            </p:nvSpPr>
            <p:spPr bwMode="auto">
              <a:xfrm>
                <a:off x="4287" y="1378"/>
                <a:ext cx="261" cy="237"/>
              </a:xfrm>
              <a:custGeom>
                <a:avLst/>
                <a:gdLst>
                  <a:gd name="T0" fmla="*/ 27 w 123"/>
                  <a:gd name="T1" fmla="*/ 92 h 112"/>
                  <a:gd name="T2" fmla="*/ 33 w 123"/>
                  <a:gd name="T3" fmla="*/ 85 h 112"/>
                  <a:gd name="T4" fmla="*/ 52 w 123"/>
                  <a:gd name="T5" fmla="*/ 57 h 112"/>
                  <a:gd name="T6" fmla="*/ 61 w 123"/>
                  <a:gd name="T7" fmla="*/ 52 h 112"/>
                  <a:gd name="T8" fmla="*/ 69 w 123"/>
                  <a:gd name="T9" fmla="*/ 49 h 112"/>
                  <a:gd name="T10" fmla="*/ 81 w 123"/>
                  <a:gd name="T11" fmla="*/ 39 h 112"/>
                  <a:gd name="T12" fmla="*/ 89 w 123"/>
                  <a:gd name="T13" fmla="*/ 34 h 112"/>
                  <a:gd name="T14" fmla="*/ 100 w 123"/>
                  <a:gd name="T15" fmla="*/ 25 h 112"/>
                  <a:gd name="T16" fmla="*/ 105 w 123"/>
                  <a:gd name="T17" fmla="*/ 17 h 112"/>
                  <a:gd name="T18" fmla="*/ 115 w 123"/>
                  <a:gd name="T19" fmla="*/ 15 h 112"/>
                  <a:gd name="T20" fmla="*/ 119 w 123"/>
                  <a:gd name="T21" fmla="*/ 14 h 112"/>
                  <a:gd name="T22" fmla="*/ 121 w 123"/>
                  <a:gd name="T23" fmla="*/ 8 h 112"/>
                  <a:gd name="T24" fmla="*/ 122 w 123"/>
                  <a:gd name="T25" fmla="*/ 7 h 112"/>
                  <a:gd name="T26" fmla="*/ 118 w 123"/>
                  <a:gd name="T27" fmla="*/ 7 h 112"/>
                  <a:gd name="T28" fmla="*/ 113 w 123"/>
                  <a:gd name="T29" fmla="*/ 5 h 112"/>
                  <a:gd name="T30" fmla="*/ 107 w 123"/>
                  <a:gd name="T31" fmla="*/ 4 h 112"/>
                  <a:gd name="T32" fmla="*/ 106 w 123"/>
                  <a:gd name="T33" fmla="*/ 3 h 112"/>
                  <a:gd name="T34" fmla="*/ 102 w 123"/>
                  <a:gd name="T35" fmla="*/ 4 h 112"/>
                  <a:gd name="T36" fmla="*/ 101 w 123"/>
                  <a:gd name="T37" fmla="*/ 4 h 112"/>
                  <a:gd name="T38" fmla="*/ 99 w 123"/>
                  <a:gd name="T39" fmla="*/ 2 h 112"/>
                  <a:gd name="T40" fmla="*/ 98 w 123"/>
                  <a:gd name="T41" fmla="*/ 9 h 112"/>
                  <a:gd name="T42" fmla="*/ 96 w 123"/>
                  <a:gd name="T43" fmla="*/ 8 h 112"/>
                  <a:gd name="T44" fmla="*/ 93 w 123"/>
                  <a:gd name="T45" fmla="*/ 7 h 112"/>
                  <a:gd name="T46" fmla="*/ 91 w 123"/>
                  <a:gd name="T47" fmla="*/ 7 h 112"/>
                  <a:gd name="T48" fmla="*/ 89 w 123"/>
                  <a:gd name="T49" fmla="*/ 10 h 112"/>
                  <a:gd name="T50" fmla="*/ 87 w 123"/>
                  <a:gd name="T51" fmla="*/ 10 h 112"/>
                  <a:gd name="T52" fmla="*/ 89 w 123"/>
                  <a:gd name="T53" fmla="*/ 18 h 112"/>
                  <a:gd name="T54" fmla="*/ 85 w 123"/>
                  <a:gd name="T55" fmla="*/ 12 h 112"/>
                  <a:gd name="T56" fmla="*/ 78 w 123"/>
                  <a:gd name="T57" fmla="*/ 16 h 112"/>
                  <a:gd name="T58" fmla="*/ 75 w 123"/>
                  <a:gd name="T59" fmla="*/ 18 h 112"/>
                  <a:gd name="T60" fmla="*/ 75 w 123"/>
                  <a:gd name="T61" fmla="*/ 24 h 112"/>
                  <a:gd name="T62" fmla="*/ 67 w 123"/>
                  <a:gd name="T63" fmla="*/ 25 h 112"/>
                  <a:gd name="T64" fmla="*/ 65 w 123"/>
                  <a:gd name="T65" fmla="*/ 29 h 112"/>
                  <a:gd name="T66" fmla="*/ 64 w 123"/>
                  <a:gd name="T67" fmla="*/ 29 h 112"/>
                  <a:gd name="T68" fmla="*/ 64 w 123"/>
                  <a:gd name="T69" fmla="*/ 32 h 112"/>
                  <a:gd name="T70" fmla="*/ 60 w 123"/>
                  <a:gd name="T71" fmla="*/ 30 h 112"/>
                  <a:gd name="T72" fmla="*/ 59 w 123"/>
                  <a:gd name="T73" fmla="*/ 34 h 112"/>
                  <a:gd name="T74" fmla="*/ 55 w 123"/>
                  <a:gd name="T75" fmla="*/ 39 h 112"/>
                  <a:gd name="T76" fmla="*/ 50 w 123"/>
                  <a:gd name="T77" fmla="*/ 39 h 112"/>
                  <a:gd name="T78" fmla="*/ 47 w 123"/>
                  <a:gd name="T79" fmla="*/ 43 h 112"/>
                  <a:gd name="T80" fmla="*/ 45 w 123"/>
                  <a:gd name="T81" fmla="*/ 45 h 112"/>
                  <a:gd name="T82" fmla="*/ 44 w 123"/>
                  <a:gd name="T83" fmla="*/ 45 h 112"/>
                  <a:gd name="T84" fmla="*/ 42 w 123"/>
                  <a:gd name="T85" fmla="*/ 48 h 112"/>
                  <a:gd name="T86" fmla="*/ 39 w 123"/>
                  <a:gd name="T87" fmla="*/ 54 h 112"/>
                  <a:gd name="T88" fmla="*/ 38 w 123"/>
                  <a:gd name="T89" fmla="*/ 56 h 112"/>
                  <a:gd name="T90" fmla="*/ 38 w 123"/>
                  <a:gd name="T91" fmla="*/ 63 h 112"/>
                  <a:gd name="T92" fmla="*/ 34 w 123"/>
                  <a:gd name="T93" fmla="*/ 65 h 112"/>
                  <a:gd name="T94" fmla="*/ 30 w 123"/>
                  <a:gd name="T95" fmla="*/ 69 h 112"/>
                  <a:gd name="T96" fmla="*/ 27 w 123"/>
                  <a:gd name="T97" fmla="*/ 71 h 112"/>
                  <a:gd name="T98" fmla="*/ 19 w 123"/>
                  <a:gd name="T99" fmla="*/ 78 h 112"/>
                  <a:gd name="T100" fmla="*/ 17 w 123"/>
                  <a:gd name="T101" fmla="*/ 80 h 112"/>
                  <a:gd name="T102" fmla="*/ 13 w 123"/>
                  <a:gd name="T103" fmla="*/ 88 h 112"/>
                  <a:gd name="T104" fmla="*/ 12 w 123"/>
                  <a:gd name="T105" fmla="*/ 9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12">
                    <a:moveTo>
                      <a:pt x="9" y="112"/>
                    </a:moveTo>
                    <a:cubicBezTo>
                      <a:pt x="9" y="108"/>
                      <a:pt x="13" y="106"/>
                      <a:pt x="17" y="105"/>
                    </a:cubicBezTo>
                    <a:cubicBezTo>
                      <a:pt x="17" y="104"/>
                      <a:pt x="17" y="102"/>
                      <a:pt x="18" y="102"/>
                    </a:cubicBezTo>
                    <a:cubicBezTo>
                      <a:pt x="20" y="98"/>
                      <a:pt x="27" y="98"/>
                      <a:pt x="28" y="93"/>
                    </a:cubicBezTo>
                    <a:cubicBezTo>
                      <a:pt x="27" y="93"/>
                      <a:pt x="27" y="92"/>
                      <a:pt x="26" y="91"/>
                    </a:cubicBezTo>
                    <a:cubicBezTo>
                      <a:pt x="27" y="92"/>
                      <a:pt x="27" y="92"/>
                      <a:pt x="27" y="92"/>
                    </a:cubicBezTo>
                    <a:cubicBezTo>
                      <a:pt x="26" y="91"/>
                      <a:pt x="26" y="91"/>
                      <a:pt x="26" y="91"/>
                    </a:cubicBezTo>
                    <a:cubicBezTo>
                      <a:pt x="26" y="90"/>
                      <a:pt x="28" y="92"/>
                      <a:pt x="28" y="92"/>
                    </a:cubicBezTo>
                    <a:cubicBezTo>
                      <a:pt x="29" y="91"/>
                      <a:pt x="29" y="89"/>
                      <a:pt x="31" y="88"/>
                    </a:cubicBezTo>
                    <a:cubicBezTo>
                      <a:pt x="29" y="86"/>
                      <a:pt x="31" y="87"/>
                      <a:pt x="29" y="85"/>
                    </a:cubicBezTo>
                    <a:cubicBezTo>
                      <a:pt x="30" y="86"/>
                      <a:pt x="30" y="86"/>
                      <a:pt x="30" y="86"/>
                    </a:cubicBezTo>
                    <a:cubicBezTo>
                      <a:pt x="30" y="84"/>
                      <a:pt x="30" y="84"/>
                      <a:pt x="33" y="85"/>
                    </a:cubicBezTo>
                    <a:cubicBezTo>
                      <a:pt x="38" y="83"/>
                      <a:pt x="40" y="79"/>
                      <a:pt x="43" y="76"/>
                    </a:cubicBezTo>
                    <a:cubicBezTo>
                      <a:pt x="46" y="72"/>
                      <a:pt x="48" y="68"/>
                      <a:pt x="52" y="64"/>
                    </a:cubicBezTo>
                    <a:cubicBezTo>
                      <a:pt x="50" y="61"/>
                      <a:pt x="52" y="61"/>
                      <a:pt x="50" y="59"/>
                    </a:cubicBezTo>
                    <a:cubicBezTo>
                      <a:pt x="51" y="59"/>
                      <a:pt x="51" y="59"/>
                      <a:pt x="51" y="59"/>
                    </a:cubicBezTo>
                    <a:cubicBezTo>
                      <a:pt x="51" y="58"/>
                      <a:pt x="52" y="59"/>
                      <a:pt x="54" y="59"/>
                    </a:cubicBezTo>
                    <a:cubicBezTo>
                      <a:pt x="53" y="58"/>
                      <a:pt x="54" y="59"/>
                      <a:pt x="52" y="57"/>
                    </a:cubicBezTo>
                    <a:cubicBezTo>
                      <a:pt x="51" y="56"/>
                      <a:pt x="55" y="59"/>
                      <a:pt x="54" y="58"/>
                    </a:cubicBezTo>
                    <a:cubicBezTo>
                      <a:pt x="55" y="59"/>
                      <a:pt x="53" y="57"/>
                      <a:pt x="54" y="58"/>
                    </a:cubicBezTo>
                    <a:cubicBezTo>
                      <a:pt x="53" y="55"/>
                      <a:pt x="55" y="59"/>
                      <a:pt x="57" y="59"/>
                    </a:cubicBezTo>
                    <a:cubicBezTo>
                      <a:pt x="58" y="57"/>
                      <a:pt x="58" y="54"/>
                      <a:pt x="61" y="54"/>
                    </a:cubicBezTo>
                    <a:cubicBezTo>
                      <a:pt x="61" y="54"/>
                      <a:pt x="60" y="52"/>
                      <a:pt x="60" y="52"/>
                    </a:cubicBezTo>
                    <a:cubicBezTo>
                      <a:pt x="62" y="55"/>
                      <a:pt x="60" y="51"/>
                      <a:pt x="61" y="52"/>
                    </a:cubicBezTo>
                    <a:cubicBezTo>
                      <a:pt x="62" y="53"/>
                      <a:pt x="62" y="53"/>
                      <a:pt x="62" y="53"/>
                    </a:cubicBezTo>
                    <a:cubicBezTo>
                      <a:pt x="63" y="54"/>
                      <a:pt x="63" y="51"/>
                      <a:pt x="64" y="52"/>
                    </a:cubicBezTo>
                    <a:cubicBezTo>
                      <a:pt x="64" y="50"/>
                      <a:pt x="67" y="52"/>
                      <a:pt x="66" y="50"/>
                    </a:cubicBezTo>
                    <a:cubicBezTo>
                      <a:pt x="67" y="52"/>
                      <a:pt x="67" y="51"/>
                      <a:pt x="68" y="51"/>
                    </a:cubicBezTo>
                    <a:cubicBezTo>
                      <a:pt x="66" y="48"/>
                      <a:pt x="70" y="51"/>
                      <a:pt x="69" y="49"/>
                    </a:cubicBezTo>
                    <a:cubicBezTo>
                      <a:pt x="69" y="49"/>
                      <a:pt x="69" y="49"/>
                      <a:pt x="69" y="49"/>
                    </a:cubicBezTo>
                    <a:cubicBezTo>
                      <a:pt x="71" y="48"/>
                      <a:pt x="73" y="47"/>
                      <a:pt x="74" y="44"/>
                    </a:cubicBezTo>
                    <a:cubicBezTo>
                      <a:pt x="75" y="43"/>
                      <a:pt x="78" y="45"/>
                      <a:pt x="79" y="42"/>
                    </a:cubicBezTo>
                    <a:cubicBezTo>
                      <a:pt x="78" y="41"/>
                      <a:pt x="78" y="41"/>
                      <a:pt x="78" y="41"/>
                    </a:cubicBezTo>
                    <a:cubicBezTo>
                      <a:pt x="78" y="41"/>
                      <a:pt x="79" y="42"/>
                      <a:pt x="79" y="42"/>
                    </a:cubicBezTo>
                    <a:cubicBezTo>
                      <a:pt x="79" y="40"/>
                      <a:pt x="81" y="41"/>
                      <a:pt x="81" y="41"/>
                    </a:cubicBezTo>
                    <a:cubicBezTo>
                      <a:pt x="81" y="40"/>
                      <a:pt x="81" y="40"/>
                      <a:pt x="81" y="39"/>
                    </a:cubicBezTo>
                    <a:cubicBezTo>
                      <a:pt x="83" y="41"/>
                      <a:pt x="82" y="37"/>
                      <a:pt x="84" y="38"/>
                    </a:cubicBezTo>
                    <a:cubicBezTo>
                      <a:pt x="82" y="36"/>
                      <a:pt x="84" y="37"/>
                      <a:pt x="84" y="36"/>
                    </a:cubicBezTo>
                    <a:cubicBezTo>
                      <a:pt x="84" y="36"/>
                      <a:pt x="84" y="36"/>
                      <a:pt x="85" y="37"/>
                    </a:cubicBezTo>
                    <a:cubicBezTo>
                      <a:pt x="85" y="36"/>
                      <a:pt x="85" y="36"/>
                      <a:pt x="87" y="36"/>
                    </a:cubicBezTo>
                    <a:cubicBezTo>
                      <a:pt x="87" y="36"/>
                      <a:pt x="86" y="34"/>
                      <a:pt x="87" y="34"/>
                    </a:cubicBezTo>
                    <a:cubicBezTo>
                      <a:pt x="88" y="36"/>
                      <a:pt x="88" y="34"/>
                      <a:pt x="89" y="34"/>
                    </a:cubicBezTo>
                    <a:cubicBezTo>
                      <a:pt x="87" y="32"/>
                      <a:pt x="87" y="31"/>
                      <a:pt x="88" y="31"/>
                    </a:cubicBezTo>
                    <a:cubicBezTo>
                      <a:pt x="89" y="34"/>
                      <a:pt x="89" y="34"/>
                      <a:pt x="89" y="34"/>
                    </a:cubicBezTo>
                    <a:cubicBezTo>
                      <a:pt x="90" y="31"/>
                      <a:pt x="93" y="33"/>
                      <a:pt x="93" y="29"/>
                    </a:cubicBezTo>
                    <a:cubicBezTo>
                      <a:pt x="94" y="30"/>
                      <a:pt x="94" y="30"/>
                      <a:pt x="94" y="30"/>
                    </a:cubicBezTo>
                    <a:cubicBezTo>
                      <a:pt x="95" y="28"/>
                      <a:pt x="98" y="29"/>
                      <a:pt x="98" y="25"/>
                    </a:cubicBezTo>
                    <a:cubicBezTo>
                      <a:pt x="99" y="25"/>
                      <a:pt x="100" y="26"/>
                      <a:pt x="100" y="25"/>
                    </a:cubicBezTo>
                    <a:cubicBezTo>
                      <a:pt x="100" y="24"/>
                      <a:pt x="101" y="24"/>
                      <a:pt x="100" y="22"/>
                    </a:cubicBezTo>
                    <a:cubicBezTo>
                      <a:pt x="100" y="21"/>
                      <a:pt x="101" y="22"/>
                      <a:pt x="101" y="23"/>
                    </a:cubicBezTo>
                    <a:cubicBezTo>
                      <a:pt x="102" y="23"/>
                      <a:pt x="104" y="25"/>
                      <a:pt x="103" y="22"/>
                    </a:cubicBezTo>
                    <a:cubicBezTo>
                      <a:pt x="104" y="23"/>
                      <a:pt x="104" y="23"/>
                      <a:pt x="104" y="23"/>
                    </a:cubicBezTo>
                    <a:cubicBezTo>
                      <a:pt x="104" y="22"/>
                      <a:pt x="104" y="20"/>
                      <a:pt x="106" y="21"/>
                    </a:cubicBezTo>
                    <a:cubicBezTo>
                      <a:pt x="105" y="19"/>
                      <a:pt x="106" y="19"/>
                      <a:pt x="105" y="17"/>
                    </a:cubicBezTo>
                    <a:cubicBezTo>
                      <a:pt x="105" y="17"/>
                      <a:pt x="106" y="19"/>
                      <a:pt x="106" y="18"/>
                    </a:cubicBezTo>
                    <a:cubicBezTo>
                      <a:pt x="106" y="20"/>
                      <a:pt x="106" y="20"/>
                      <a:pt x="106" y="20"/>
                    </a:cubicBezTo>
                    <a:cubicBezTo>
                      <a:pt x="108" y="20"/>
                      <a:pt x="109" y="18"/>
                      <a:pt x="110" y="16"/>
                    </a:cubicBezTo>
                    <a:cubicBezTo>
                      <a:pt x="112" y="19"/>
                      <a:pt x="112" y="16"/>
                      <a:pt x="113" y="17"/>
                    </a:cubicBezTo>
                    <a:cubicBezTo>
                      <a:pt x="113" y="15"/>
                      <a:pt x="115" y="17"/>
                      <a:pt x="114" y="14"/>
                    </a:cubicBezTo>
                    <a:cubicBezTo>
                      <a:pt x="115" y="15"/>
                      <a:pt x="115" y="15"/>
                      <a:pt x="115" y="15"/>
                    </a:cubicBezTo>
                    <a:cubicBezTo>
                      <a:pt x="115" y="15"/>
                      <a:pt x="116" y="15"/>
                      <a:pt x="117" y="15"/>
                    </a:cubicBezTo>
                    <a:cubicBezTo>
                      <a:pt x="118" y="16"/>
                      <a:pt x="118" y="14"/>
                      <a:pt x="118" y="13"/>
                    </a:cubicBezTo>
                    <a:cubicBezTo>
                      <a:pt x="118" y="14"/>
                      <a:pt x="118" y="14"/>
                      <a:pt x="118" y="14"/>
                    </a:cubicBezTo>
                    <a:cubicBezTo>
                      <a:pt x="118" y="13"/>
                      <a:pt x="118" y="11"/>
                      <a:pt x="118" y="9"/>
                    </a:cubicBezTo>
                    <a:cubicBezTo>
                      <a:pt x="119" y="10"/>
                      <a:pt x="118" y="9"/>
                      <a:pt x="119" y="10"/>
                    </a:cubicBezTo>
                    <a:cubicBezTo>
                      <a:pt x="119" y="11"/>
                      <a:pt x="119" y="13"/>
                      <a:pt x="119" y="14"/>
                    </a:cubicBezTo>
                    <a:cubicBezTo>
                      <a:pt x="120" y="15"/>
                      <a:pt x="119" y="11"/>
                      <a:pt x="120" y="13"/>
                    </a:cubicBezTo>
                    <a:cubicBezTo>
                      <a:pt x="121" y="14"/>
                      <a:pt x="121" y="13"/>
                      <a:pt x="121" y="11"/>
                    </a:cubicBezTo>
                    <a:cubicBezTo>
                      <a:pt x="121" y="12"/>
                      <a:pt x="121" y="12"/>
                      <a:pt x="121" y="13"/>
                    </a:cubicBezTo>
                    <a:cubicBezTo>
                      <a:pt x="122" y="13"/>
                      <a:pt x="122" y="13"/>
                      <a:pt x="122" y="12"/>
                    </a:cubicBezTo>
                    <a:cubicBezTo>
                      <a:pt x="122" y="12"/>
                      <a:pt x="122" y="12"/>
                      <a:pt x="122" y="12"/>
                    </a:cubicBezTo>
                    <a:cubicBezTo>
                      <a:pt x="122" y="10"/>
                      <a:pt x="122" y="10"/>
                      <a:pt x="121" y="8"/>
                    </a:cubicBezTo>
                    <a:cubicBezTo>
                      <a:pt x="121" y="9"/>
                      <a:pt x="121" y="9"/>
                      <a:pt x="121" y="9"/>
                    </a:cubicBezTo>
                    <a:cubicBezTo>
                      <a:pt x="121" y="7"/>
                      <a:pt x="121" y="7"/>
                      <a:pt x="122" y="8"/>
                    </a:cubicBezTo>
                    <a:cubicBezTo>
                      <a:pt x="122" y="10"/>
                      <a:pt x="122" y="11"/>
                      <a:pt x="122" y="11"/>
                    </a:cubicBezTo>
                    <a:cubicBezTo>
                      <a:pt x="123" y="7"/>
                      <a:pt x="123" y="7"/>
                      <a:pt x="123" y="7"/>
                    </a:cubicBezTo>
                    <a:cubicBezTo>
                      <a:pt x="123" y="9"/>
                      <a:pt x="122" y="8"/>
                      <a:pt x="122" y="6"/>
                    </a:cubicBezTo>
                    <a:cubicBezTo>
                      <a:pt x="122" y="7"/>
                      <a:pt x="122" y="7"/>
                      <a:pt x="122" y="7"/>
                    </a:cubicBezTo>
                    <a:cubicBezTo>
                      <a:pt x="122" y="6"/>
                      <a:pt x="122" y="6"/>
                      <a:pt x="122" y="6"/>
                    </a:cubicBezTo>
                    <a:cubicBezTo>
                      <a:pt x="121" y="7"/>
                      <a:pt x="120" y="5"/>
                      <a:pt x="120" y="7"/>
                    </a:cubicBezTo>
                    <a:cubicBezTo>
                      <a:pt x="120" y="8"/>
                      <a:pt x="120" y="8"/>
                      <a:pt x="120" y="8"/>
                    </a:cubicBezTo>
                    <a:cubicBezTo>
                      <a:pt x="120" y="8"/>
                      <a:pt x="120" y="11"/>
                      <a:pt x="119" y="9"/>
                    </a:cubicBezTo>
                    <a:cubicBezTo>
                      <a:pt x="119" y="7"/>
                      <a:pt x="119" y="7"/>
                      <a:pt x="119" y="7"/>
                    </a:cubicBezTo>
                    <a:cubicBezTo>
                      <a:pt x="119" y="7"/>
                      <a:pt x="119" y="8"/>
                      <a:pt x="118" y="7"/>
                    </a:cubicBezTo>
                    <a:cubicBezTo>
                      <a:pt x="118" y="5"/>
                      <a:pt x="118" y="5"/>
                      <a:pt x="118" y="5"/>
                    </a:cubicBezTo>
                    <a:cubicBezTo>
                      <a:pt x="119" y="8"/>
                      <a:pt x="117" y="6"/>
                      <a:pt x="117" y="7"/>
                    </a:cubicBezTo>
                    <a:cubicBezTo>
                      <a:pt x="117" y="6"/>
                      <a:pt x="117" y="6"/>
                      <a:pt x="117" y="6"/>
                    </a:cubicBezTo>
                    <a:cubicBezTo>
                      <a:pt x="116" y="6"/>
                      <a:pt x="117" y="8"/>
                      <a:pt x="117" y="8"/>
                    </a:cubicBezTo>
                    <a:cubicBezTo>
                      <a:pt x="117" y="8"/>
                      <a:pt x="116" y="5"/>
                      <a:pt x="115" y="4"/>
                    </a:cubicBezTo>
                    <a:cubicBezTo>
                      <a:pt x="115" y="5"/>
                      <a:pt x="114" y="7"/>
                      <a:pt x="113" y="5"/>
                    </a:cubicBezTo>
                    <a:cubicBezTo>
                      <a:pt x="112" y="6"/>
                      <a:pt x="112" y="7"/>
                      <a:pt x="112" y="8"/>
                    </a:cubicBezTo>
                    <a:cubicBezTo>
                      <a:pt x="111" y="8"/>
                      <a:pt x="111" y="6"/>
                      <a:pt x="111" y="7"/>
                    </a:cubicBezTo>
                    <a:cubicBezTo>
                      <a:pt x="111" y="6"/>
                      <a:pt x="110" y="5"/>
                      <a:pt x="110" y="4"/>
                    </a:cubicBezTo>
                    <a:cubicBezTo>
                      <a:pt x="110" y="5"/>
                      <a:pt x="109" y="4"/>
                      <a:pt x="110" y="7"/>
                    </a:cubicBezTo>
                    <a:cubicBezTo>
                      <a:pt x="109" y="6"/>
                      <a:pt x="108" y="6"/>
                      <a:pt x="107" y="7"/>
                    </a:cubicBezTo>
                    <a:cubicBezTo>
                      <a:pt x="108" y="7"/>
                      <a:pt x="107" y="5"/>
                      <a:pt x="107" y="4"/>
                    </a:cubicBezTo>
                    <a:cubicBezTo>
                      <a:pt x="107" y="6"/>
                      <a:pt x="106" y="7"/>
                      <a:pt x="106" y="7"/>
                    </a:cubicBezTo>
                    <a:cubicBezTo>
                      <a:pt x="106" y="9"/>
                      <a:pt x="106" y="9"/>
                      <a:pt x="107" y="10"/>
                    </a:cubicBezTo>
                    <a:cubicBezTo>
                      <a:pt x="107" y="10"/>
                      <a:pt x="107" y="11"/>
                      <a:pt x="107" y="11"/>
                    </a:cubicBezTo>
                    <a:cubicBezTo>
                      <a:pt x="106" y="9"/>
                      <a:pt x="105" y="7"/>
                      <a:pt x="104" y="7"/>
                    </a:cubicBezTo>
                    <a:cubicBezTo>
                      <a:pt x="104" y="4"/>
                      <a:pt x="106" y="7"/>
                      <a:pt x="104" y="4"/>
                    </a:cubicBezTo>
                    <a:cubicBezTo>
                      <a:pt x="104" y="2"/>
                      <a:pt x="105" y="2"/>
                      <a:pt x="106" y="3"/>
                    </a:cubicBezTo>
                    <a:cubicBezTo>
                      <a:pt x="105" y="1"/>
                      <a:pt x="105" y="3"/>
                      <a:pt x="104" y="1"/>
                    </a:cubicBezTo>
                    <a:cubicBezTo>
                      <a:pt x="104" y="1"/>
                      <a:pt x="104" y="2"/>
                      <a:pt x="103" y="3"/>
                    </a:cubicBezTo>
                    <a:cubicBezTo>
                      <a:pt x="104" y="4"/>
                      <a:pt x="104" y="4"/>
                      <a:pt x="104" y="5"/>
                    </a:cubicBezTo>
                    <a:cubicBezTo>
                      <a:pt x="105" y="8"/>
                      <a:pt x="103" y="4"/>
                      <a:pt x="103" y="4"/>
                    </a:cubicBezTo>
                    <a:cubicBezTo>
                      <a:pt x="103" y="3"/>
                      <a:pt x="103" y="3"/>
                      <a:pt x="103" y="3"/>
                    </a:cubicBezTo>
                    <a:cubicBezTo>
                      <a:pt x="102" y="2"/>
                      <a:pt x="102" y="4"/>
                      <a:pt x="102" y="4"/>
                    </a:cubicBezTo>
                    <a:cubicBezTo>
                      <a:pt x="100" y="1"/>
                      <a:pt x="102" y="3"/>
                      <a:pt x="102" y="1"/>
                    </a:cubicBezTo>
                    <a:cubicBezTo>
                      <a:pt x="101" y="0"/>
                      <a:pt x="101" y="0"/>
                      <a:pt x="101" y="0"/>
                    </a:cubicBezTo>
                    <a:cubicBezTo>
                      <a:pt x="100" y="0"/>
                      <a:pt x="101" y="2"/>
                      <a:pt x="100" y="2"/>
                    </a:cubicBezTo>
                    <a:cubicBezTo>
                      <a:pt x="100" y="1"/>
                      <a:pt x="100" y="1"/>
                      <a:pt x="100" y="1"/>
                    </a:cubicBezTo>
                    <a:cubicBezTo>
                      <a:pt x="100" y="1"/>
                      <a:pt x="100" y="1"/>
                      <a:pt x="100" y="1"/>
                    </a:cubicBezTo>
                    <a:cubicBezTo>
                      <a:pt x="100" y="3"/>
                      <a:pt x="101" y="4"/>
                      <a:pt x="101" y="4"/>
                    </a:cubicBezTo>
                    <a:cubicBezTo>
                      <a:pt x="102" y="7"/>
                      <a:pt x="101" y="4"/>
                      <a:pt x="101" y="5"/>
                    </a:cubicBezTo>
                    <a:cubicBezTo>
                      <a:pt x="101" y="7"/>
                      <a:pt x="101" y="5"/>
                      <a:pt x="102" y="7"/>
                    </a:cubicBezTo>
                    <a:cubicBezTo>
                      <a:pt x="102" y="8"/>
                      <a:pt x="102" y="8"/>
                      <a:pt x="102" y="9"/>
                    </a:cubicBezTo>
                    <a:cubicBezTo>
                      <a:pt x="101" y="9"/>
                      <a:pt x="101" y="7"/>
                      <a:pt x="100" y="6"/>
                    </a:cubicBezTo>
                    <a:cubicBezTo>
                      <a:pt x="100" y="6"/>
                      <a:pt x="100" y="5"/>
                      <a:pt x="101" y="6"/>
                    </a:cubicBezTo>
                    <a:cubicBezTo>
                      <a:pt x="101" y="4"/>
                      <a:pt x="99" y="3"/>
                      <a:pt x="99" y="2"/>
                    </a:cubicBezTo>
                    <a:cubicBezTo>
                      <a:pt x="98" y="1"/>
                      <a:pt x="99" y="4"/>
                      <a:pt x="99" y="4"/>
                    </a:cubicBezTo>
                    <a:cubicBezTo>
                      <a:pt x="99" y="3"/>
                      <a:pt x="99" y="5"/>
                      <a:pt x="100" y="6"/>
                    </a:cubicBezTo>
                    <a:cubicBezTo>
                      <a:pt x="101" y="11"/>
                      <a:pt x="98" y="3"/>
                      <a:pt x="97" y="4"/>
                    </a:cubicBezTo>
                    <a:cubicBezTo>
                      <a:pt x="99" y="7"/>
                      <a:pt x="98" y="8"/>
                      <a:pt x="100" y="11"/>
                    </a:cubicBezTo>
                    <a:cubicBezTo>
                      <a:pt x="100" y="12"/>
                      <a:pt x="100" y="13"/>
                      <a:pt x="100" y="12"/>
                    </a:cubicBezTo>
                    <a:cubicBezTo>
                      <a:pt x="99" y="10"/>
                      <a:pt x="99" y="11"/>
                      <a:pt x="98" y="9"/>
                    </a:cubicBezTo>
                    <a:cubicBezTo>
                      <a:pt x="98" y="9"/>
                      <a:pt x="98" y="9"/>
                      <a:pt x="98" y="9"/>
                    </a:cubicBezTo>
                    <a:cubicBezTo>
                      <a:pt x="98" y="7"/>
                      <a:pt x="98" y="7"/>
                      <a:pt x="98" y="7"/>
                    </a:cubicBezTo>
                    <a:cubicBezTo>
                      <a:pt x="97" y="5"/>
                      <a:pt x="95" y="4"/>
                      <a:pt x="95" y="4"/>
                    </a:cubicBezTo>
                    <a:cubicBezTo>
                      <a:pt x="95" y="5"/>
                      <a:pt x="96" y="5"/>
                      <a:pt x="96" y="6"/>
                    </a:cubicBezTo>
                    <a:cubicBezTo>
                      <a:pt x="95" y="5"/>
                      <a:pt x="95" y="4"/>
                      <a:pt x="94" y="4"/>
                    </a:cubicBezTo>
                    <a:cubicBezTo>
                      <a:pt x="95" y="5"/>
                      <a:pt x="96" y="7"/>
                      <a:pt x="96" y="8"/>
                    </a:cubicBezTo>
                    <a:cubicBezTo>
                      <a:pt x="95" y="8"/>
                      <a:pt x="94" y="6"/>
                      <a:pt x="94" y="6"/>
                    </a:cubicBezTo>
                    <a:cubicBezTo>
                      <a:pt x="94" y="4"/>
                      <a:pt x="94" y="4"/>
                      <a:pt x="94" y="4"/>
                    </a:cubicBezTo>
                    <a:cubicBezTo>
                      <a:pt x="94" y="6"/>
                      <a:pt x="93" y="3"/>
                      <a:pt x="93" y="4"/>
                    </a:cubicBezTo>
                    <a:cubicBezTo>
                      <a:pt x="93" y="5"/>
                      <a:pt x="94" y="7"/>
                      <a:pt x="94" y="8"/>
                    </a:cubicBezTo>
                    <a:cubicBezTo>
                      <a:pt x="94" y="9"/>
                      <a:pt x="94" y="8"/>
                      <a:pt x="94" y="8"/>
                    </a:cubicBezTo>
                    <a:cubicBezTo>
                      <a:pt x="93" y="7"/>
                      <a:pt x="93" y="7"/>
                      <a:pt x="93" y="7"/>
                    </a:cubicBezTo>
                    <a:cubicBezTo>
                      <a:pt x="93" y="7"/>
                      <a:pt x="92" y="4"/>
                      <a:pt x="92" y="5"/>
                    </a:cubicBezTo>
                    <a:cubicBezTo>
                      <a:pt x="92" y="6"/>
                      <a:pt x="92" y="6"/>
                      <a:pt x="92" y="6"/>
                    </a:cubicBezTo>
                    <a:cubicBezTo>
                      <a:pt x="92" y="6"/>
                      <a:pt x="92" y="6"/>
                      <a:pt x="91" y="5"/>
                    </a:cubicBezTo>
                    <a:cubicBezTo>
                      <a:pt x="92" y="6"/>
                      <a:pt x="91" y="6"/>
                      <a:pt x="92" y="6"/>
                    </a:cubicBezTo>
                    <a:cubicBezTo>
                      <a:pt x="91" y="5"/>
                      <a:pt x="91" y="5"/>
                      <a:pt x="91" y="5"/>
                    </a:cubicBezTo>
                    <a:cubicBezTo>
                      <a:pt x="91" y="6"/>
                      <a:pt x="92" y="9"/>
                      <a:pt x="91" y="7"/>
                    </a:cubicBezTo>
                    <a:cubicBezTo>
                      <a:pt x="92" y="9"/>
                      <a:pt x="91" y="7"/>
                      <a:pt x="92" y="8"/>
                    </a:cubicBezTo>
                    <a:cubicBezTo>
                      <a:pt x="93" y="9"/>
                      <a:pt x="92" y="9"/>
                      <a:pt x="92" y="10"/>
                    </a:cubicBezTo>
                    <a:cubicBezTo>
                      <a:pt x="91" y="7"/>
                      <a:pt x="91" y="10"/>
                      <a:pt x="91" y="10"/>
                    </a:cubicBezTo>
                    <a:cubicBezTo>
                      <a:pt x="91" y="9"/>
                      <a:pt x="90" y="9"/>
                      <a:pt x="90" y="8"/>
                    </a:cubicBezTo>
                    <a:cubicBezTo>
                      <a:pt x="91" y="10"/>
                      <a:pt x="91" y="10"/>
                      <a:pt x="91" y="10"/>
                    </a:cubicBezTo>
                    <a:cubicBezTo>
                      <a:pt x="89" y="7"/>
                      <a:pt x="90" y="11"/>
                      <a:pt x="89" y="10"/>
                    </a:cubicBezTo>
                    <a:cubicBezTo>
                      <a:pt x="89" y="9"/>
                      <a:pt x="88" y="8"/>
                      <a:pt x="88" y="7"/>
                    </a:cubicBezTo>
                    <a:cubicBezTo>
                      <a:pt x="90" y="10"/>
                      <a:pt x="89" y="11"/>
                      <a:pt x="90" y="12"/>
                    </a:cubicBezTo>
                    <a:cubicBezTo>
                      <a:pt x="89" y="12"/>
                      <a:pt x="88" y="9"/>
                      <a:pt x="87" y="8"/>
                    </a:cubicBezTo>
                    <a:cubicBezTo>
                      <a:pt x="88" y="10"/>
                      <a:pt x="86" y="7"/>
                      <a:pt x="87" y="9"/>
                    </a:cubicBezTo>
                    <a:cubicBezTo>
                      <a:pt x="88" y="10"/>
                      <a:pt x="88" y="11"/>
                      <a:pt x="88" y="12"/>
                    </a:cubicBezTo>
                    <a:cubicBezTo>
                      <a:pt x="88" y="12"/>
                      <a:pt x="88" y="11"/>
                      <a:pt x="87" y="10"/>
                    </a:cubicBezTo>
                    <a:cubicBezTo>
                      <a:pt x="87" y="10"/>
                      <a:pt x="88" y="12"/>
                      <a:pt x="88" y="13"/>
                    </a:cubicBezTo>
                    <a:cubicBezTo>
                      <a:pt x="88" y="13"/>
                      <a:pt x="89" y="15"/>
                      <a:pt x="88" y="14"/>
                    </a:cubicBezTo>
                    <a:cubicBezTo>
                      <a:pt x="87" y="12"/>
                      <a:pt x="88" y="13"/>
                      <a:pt x="87" y="12"/>
                    </a:cubicBezTo>
                    <a:cubicBezTo>
                      <a:pt x="86" y="12"/>
                      <a:pt x="89" y="16"/>
                      <a:pt x="88" y="16"/>
                    </a:cubicBezTo>
                    <a:cubicBezTo>
                      <a:pt x="89" y="17"/>
                      <a:pt x="90" y="20"/>
                      <a:pt x="90" y="21"/>
                    </a:cubicBezTo>
                    <a:cubicBezTo>
                      <a:pt x="89" y="21"/>
                      <a:pt x="90" y="20"/>
                      <a:pt x="89" y="18"/>
                    </a:cubicBezTo>
                    <a:cubicBezTo>
                      <a:pt x="89" y="18"/>
                      <a:pt x="89" y="18"/>
                      <a:pt x="89" y="18"/>
                    </a:cubicBezTo>
                    <a:cubicBezTo>
                      <a:pt x="87" y="16"/>
                      <a:pt x="87" y="14"/>
                      <a:pt x="86" y="12"/>
                    </a:cubicBezTo>
                    <a:cubicBezTo>
                      <a:pt x="86" y="13"/>
                      <a:pt x="86" y="13"/>
                      <a:pt x="86" y="13"/>
                    </a:cubicBezTo>
                    <a:cubicBezTo>
                      <a:pt x="85" y="12"/>
                      <a:pt x="85" y="11"/>
                      <a:pt x="84" y="10"/>
                    </a:cubicBezTo>
                    <a:cubicBezTo>
                      <a:pt x="85" y="12"/>
                      <a:pt x="84" y="11"/>
                      <a:pt x="84" y="11"/>
                    </a:cubicBezTo>
                    <a:cubicBezTo>
                      <a:pt x="85" y="13"/>
                      <a:pt x="84" y="11"/>
                      <a:pt x="85" y="12"/>
                    </a:cubicBezTo>
                    <a:cubicBezTo>
                      <a:pt x="84" y="13"/>
                      <a:pt x="86" y="15"/>
                      <a:pt x="85" y="15"/>
                    </a:cubicBezTo>
                    <a:cubicBezTo>
                      <a:pt x="83" y="12"/>
                      <a:pt x="83" y="12"/>
                      <a:pt x="83" y="12"/>
                    </a:cubicBezTo>
                    <a:cubicBezTo>
                      <a:pt x="82" y="11"/>
                      <a:pt x="84" y="14"/>
                      <a:pt x="83" y="13"/>
                    </a:cubicBezTo>
                    <a:cubicBezTo>
                      <a:pt x="83" y="12"/>
                      <a:pt x="83" y="12"/>
                      <a:pt x="83" y="12"/>
                    </a:cubicBezTo>
                    <a:cubicBezTo>
                      <a:pt x="81" y="13"/>
                      <a:pt x="80" y="14"/>
                      <a:pt x="81" y="18"/>
                    </a:cubicBezTo>
                    <a:cubicBezTo>
                      <a:pt x="80" y="17"/>
                      <a:pt x="79" y="17"/>
                      <a:pt x="78" y="16"/>
                    </a:cubicBezTo>
                    <a:cubicBezTo>
                      <a:pt x="78" y="17"/>
                      <a:pt x="79" y="18"/>
                      <a:pt x="79" y="18"/>
                    </a:cubicBezTo>
                    <a:cubicBezTo>
                      <a:pt x="77" y="17"/>
                      <a:pt x="77" y="17"/>
                      <a:pt x="77" y="17"/>
                    </a:cubicBezTo>
                    <a:cubicBezTo>
                      <a:pt x="76" y="16"/>
                      <a:pt x="77" y="18"/>
                      <a:pt x="77" y="19"/>
                    </a:cubicBezTo>
                    <a:cubicBezTo>
                      <a:pt x="76" y="18"/>
                      <a:pt x="76" y="18"/>
                      <a:pt x="76" y="18"/>
                    </a:cubicBezTo>
                    <a:cubicBezTo>
                      <a:pt x="75" y="17"/>
                      <a:pt x="76" y="19"/>
                      <a:pt x="76" y="19"/>
                    </a:cubicBezTo>
                    <a:cubicBezTo>
                      <a:pt x="75" y="18"/>
                      <a:pt x="75" y="18"/>
                      <a:pt x="75" y="18"/>
                    </a:cubicBezTo>
                    <a:cubicBezTo>
                      <a:pt x="76" y="20"/>
                      <a:pt x="76" y="20"/>
                      <a:pt x="76" y="20"/>
                    </a:cubicBezTo>
                    <a:cubicBezTo>
                      <a:pt x="76" y="20"/>
                      <a:pt x="76" y="20"/>
                      <a:pt x="74" y="19"/>
                    </a:cubicBezTo>
                    <a:cubicBezTo>
                      <a:pt x="75" y="19"/>
                      <a:pt x="75" y="19"/>
                      <a:pt x="75" y="20"/>
                    </a:cubicBezTo>
                    <a:cubicBezTo>
                      <a:pt x="74" y="19"/>
                      <a:pt x="73" y="20"/>
                      <a:pt x="73" y="21"/>
                    </a:cubicBezTo>
                    <a:cubicBezTo>
                      <a:pt x="74" y="21"/>
                      <a:pt x="74" y="21"/>
                      <a:pt x="75" y="23"/>
                    </a:cubicBezTo>
                    <a:cubicBezTo>
                      <a:pt x="76" y="25"/>
                      <a:pt x="74" y="22"/>
                      <a:pt x="75" y="24"/>
                    </a:cubicBezTo>
                    <a:cubicBezTo>
                      <a:pt x="74" y="23"/>
                      <a:pt x="74" y="22"/>
                      <a:pt x="73" y="22"/>
                    </a:cubicBezTo>
                    <a:cubicBezTo>
                      <a:pt x="71" y="20"/>
                      <a:pt x="71" y="22"/>
                      <a:pt x="70" y="23"/>
                    </a:cubicBezTo>
                    <a:cubicBezTo>
                      <a:pt x="70" y="24"/>
                      <a:pt x="70" y="24"/>
                      <a:pt x="70" y="24"/>
                    </a:cubicBezTo>
                    <a:cubicBezTo>
                      <a:pt x="68" y="22"/>
                      <a:pt x="69" y="25"/>
                      <a:pt x="68" y="24"/>
                    </a:cubicBezTo>
                    <a:cubicBezTo>
                      <a:pt x="68" y="25"/>
                      <a:pt x="70" y="28"/>
                      <a:pt x="69" y="28"/>
                    </a:cubicBezTo>
                    <a:cubicBezTo>
                      <a:pt x="70" y="30"/>
                      <a:pt x="68" y="26"/>
                      <a:pt x="67" y="25"/>
                    </a:cubicBezTo>
                    <a:cubicBezTo>
                      <a:pt x="67" y="26"/>
                      <a:pt x="67" y="26"/>
                      <a:pt x="67" y="26"/>
                    </a:cubicBezTo>
                    <a:cubicBezTo>
                      <a:pt x="66" y="26"/>
                      <a:pt x="66" y="26"/>
                      <a:pt x="66" y="26"/>
                    </a:cubicBezTo>
                    <a:cubicBezTo>
                      <a:pt x="67" y="27"/>
                      <a:pt x="67" y="28"/>
                      <a:pt x="66" y="27"/>
                    </a:cubicBezTo>
                    <a:cubicBezTo>
                      <a:pt x="66" y="27"/>
                      <a:pt x="66" y="27"/>
                      <a:pt x="66" y="27"/>
                    </a:cubicBezTo>
                    <a:cubicBezTo>
                      <a:pt x="66" y="27"/>
                      <a:pt x="65" y="26"/>
                      <a:pt x="64" y="27"/>
                    </a:cubicBezTo>
                    <a:cubicBezTo>
                      <a:pt x="65" y="28"/>
                      <a:pt x="64" y="28"/>
                      <a:pt x="65" y="29"/>
                    </a:cubicBezTo>
                    <a:cubicBezTo>
                      <a:pt x="65" y="28"/>
                      <a:pt x="65" y="28"/>
                      <a:pt x="65" y="28"/>
                    </a:cubicBezTo>
                    <a:cubicBezTo>
                      <a:pt x="65" y="30"/>
                      <a:pt x="65" y="30"/>
                      <a:pt x="65" y="30"/>
                    </a:cubicBezTo>
                    <a:cubicBezTo>
                      <a:pt x="65" y="29"/>
                      <a:pt x="65" y="29"/>
                      <a:pt x="65" y="29"/>
                    </a:cubicBezTo>
                    <a:cubicBezTo>
                      <a:pt x="64" y="28"/>
                      <a:pt x="64" y="28"/>
                      <a:pt x="64" y="28"/>
                    </a:cubicBezTo>
                    <a:cubicBezTo>
                      <a:pt x="63" y="27"/>
                      <a:pt x="64" y="29"/>
                      <a:pt x="65" y="30"/>
                    </a:cubicBezTo>
                    <a:cubicBezTo>
                      <a:pt x="65" y="31"/>
                      <a:pt x="64" y="30"/>
                      <a:pt x="64" y="29"/>
                    </a:cubicBezTo>
                    <a:cubicBezTo>
                      <a:pt x="63" y="29"/>
                      <a:pt x="64" y="30"/>
                      <a:pt x="64" y="29"/>
                    </a:cubicBezTo>
                    <a:cubicBezTo>
                      <a:pt x="63" y="28"/>
                      <a:pt x="63" y="29"/>
                      <a:pt x="63" y="28"/>
                    </a:cubicBezTo>
                    <a:cubicBezTo>
                      <a:pt x="63" y="28"/>
                      <a:pt x="64" y="30"/>
                      <a:pt x="63" y="30"/>
                    </a:cubicBezTo>
                    <a:cubicBezTo>
                      <a:pt x="63" y="30"/>
                      <a:pt x="63" y="31"/>
                      <a:pt x="62" y="29"/>
                    </a:cubicBezTo>
                    <a:cubicBezTo>
                      <a:pt x="62" y="30"/>
                      <a:pt x="62" y="30"/>
                      <a:pt x="62" y="31"/>
                    </a:cubicBezTo>
                    <a:cubicBezTo>
                      <a:pt x="63" y="31"/>
                      <a:pt x="63" y="31"/>
                      <a:pt x="64" y="32"/>
                    </a:cubicBezTo>
                    <a:cubicBezTo>
                      <a:pt x="64" y="32"/>
                      <a:pt x="64" y="33"/>
                      <a:pt x="63" y="32"/>
                    </a:cubicBezTo>
                    <a:cubicBezTo>
                      <a:pt x="63" y="32"/>
                      <a:pt x="63" y="32"/>
                      <a:pt x="63" y="32"/>
                    </a:cubicBezTo>
                    <a:cubicBezTo>
                      <a:pt x="63" y="32"/>
                      <a:pt x="63" y="32"/>
                      <a:pt x="64" y="33"/>
                    </a:cubicBezTo>
                    <a:cubicBezTo>
                      <a:pt x="62" y="32"/>
                      <a:pt x="62" y="32"/>
                      <a:pt x="62" y="32"/>
                    </a:cubicBezTo>
                    <a:cubicBezTo>
                      <a:pt x="63" y="33"/>
                      <a:pt x="62" y="33"/>
                      <a:pt x="62" y="33"/>
                    </a:cubicBezTo>
                    <a:cubicBezTo>
                      <a:pt x="61" y="32"/>
                      <a:pt x="60" y="30"/>
                      <a:pt x="60" y="30"/>
                    </a:cubicBezTo>
                    <a:cubicBezTo>
                      <a:pt x="60" y="32"/>
                      <a:pt x="60" y="32"/>
                      <a:pt x="60" y="32"/>
                    </a:cubicBezTo>
                    <a:cubicBezTo>
                      <a:pt x="60" y="32"/>
                      <a:pt x="60" y="32"/>
                      <a:pt x="59" y="31"/>
                    </a:cubicBezTo>
                    <a:cubicBezTo>
                      <a:pt x="58" y="31"/>
                      <a:pt x="61" y="36"/>
                      <a:pt x="60" y="35"/>
                    </a:cubicBezTo>
                    <a:cubicBezTo>
                      <a:pt x="59" y="33"/>
                      <a:pt x="59" y="33"/>
                      <a:pt x="58" y="33"/>
                    </a:cubicBezTo>
                    <a:cubicBezTo>
                      <a:pt x="58" y="34"/>
                      <a:pt x="58" y="34"/>
                      <a:pt x="58" y="34"/>
                    </a:cubicBezTo>
                    <a:cubicBezTo>
                      <a:pt x="59" y="35"/>
                      <a:pt x="58" y="33"/>
                      <a:pt x="59" y="34"/>
                    </a:cubicBezTo>
                    <a:cubicBezTo>
                      <a:pt x="60" y="34"/>
                      <a:pt x="59" y="34"/>
                      <a:pt x="59" y="35"/>
                    </a:cubicBezTo>
                    <a:cubicBezTo>
                      <a:pt x="56" y="32"/>
                      <a:pt x="57" y="35"/>
                      <a:pt x="55" y="34"/>
                    </a:cubicBezTo>
                    <a:cubicBezTo>
                      <a:pt x="56" y="36"/>
                      <a:pt x="55" y="35"/>
                      <a:pt x="55" y="36"/>
                    </a:cubicBezTo>
                    <a:cubicBezTo>
                      <a:pt x="54" y="34"/>
                      <a:pt x="55" y="37"/>
                      <a:pt x="54" y="36"/>
                    </a:cubicBezTo>
                    <a:cubicBezTo>
                      <a:pt x="55" y="38"/>
                      <a:pt x="55" y="38"/>
                      <a:pt x="55" y="38"/>
                    </a:cubicBezTo>
                    <a:cubicBezTo>
                      <a:pt x="54" y="37"/>
                      <a:pt x="57" y="41"/>
                      <a:pt x="55" y="39"/>
                    </a:cubicBezTo>
                    <a:cubicBezTo>
                      <a:pt x="54" y="39"/>
                      <a:pt x="54" y="38"/>
                      <a:pt x="53" y="37"/>
                    </a:cubicBezTo>
                    <a:cubicBezTo>
                      <a:pt x="51" y="35"/>
                      <a:pt x="54" y="40"/>
                      <a:pt x="52" y="38"/>
                    </a:cubicBezTo>
                    <a:cubicBezTo>
                      <a:pt x="52" y="38"/>
                      <a:pt x="53" y="40"/>
                      <a:pt x="54" y="41"/>
                    </a:cubicBezTo>
                    <a:cubicBezTo>
                      <a:pt x="53" y="40"/>
                      <a:pt x="51" y="39"/>
                      <a:pt x="51" y="39"/>
                    </a:cubicBezTo>
                    <a:cubicBezTo>
                      <a:pt x="51" y="40"/>
                      <a:pt x="51" y="40"/>
                      <a:pt x="51" y="40"/>
                    </a:cubicBezTo>
                    <a:cubicBezTo>
                      <a:pt x="50" y="39"/>
                      <a:pt x="50" y="39"/>
                      <a:pt x="50" y="39"/>
                    </a:cubicBezTo>
                    <a:cubicBezTo>
                      <a:pt x="49" y="39"/>
                      <a:pt x="50" y="40"/>
                      <a:pt x="50" y="41"/>
                    </a:cubicBezTo>
                    <a:cubicBezTo>
                      <a:pt x="49" y="39"/>
                      <a:pt x="48" y="41"/>
                      <a:pt x="47" y="40"/>
                    </a:cubicBezTo>
                    <a:cubicBezTo>
                      <a:pt x="49" y="42"/>
                      <a:pt x="46" y="40"/>
                      <a:pt x="48" y="43"/>
                    </a:cubicBezTo>
                    <a:cubicBezTo>
                      <a:pt x="47" y="42"/>
                      <a:pt x="47" y="42"/>
                      <a:pt x="47" y="42"/>
                    </a:cubicBezTo>
                    <a:cubicBezTo>
                      <a:pt x="48" y="43"/>
                      <a:pt x="49" y="44"/>
                      <a:pt x="49" y="45"/>
                    </a:cubicBezTo>
                    <a:cubicBezTo>
                      <a:pt x="47" y="43"/>
                      <a:pt x="47" y="43"/>
                      <a:pt x="47" y="43"/>
                    </a:cubicBezTo>
                    <a:cubicBezTo>
                      <a:pt x="46" y="41"/>
                      <a:pt x="47" y="43"/>
                      <a:pt x="46" y="42"/>
                    </a:cubicBezTo>
                    <a:cubicBezTo>
                      <a:pt x="47" y="43"/>
                      <a:pt x="45" y="42"/>
                      <a:pt x="46" y="44"/>
                    </a:cubicBezTo>
                    <a:cubicBezTo>
                      <a:pt x="47" y="44"/>
                      <a:pt x="47" y="44"/>
                      <a:pt x="47" y="44"/>
                    </a:cubicBezTo>
                    <a:cubicBezTo>
                      <a:pt x="47" y="45"/>
                      <a:pt x="47" y="45"/>
                      <a:pt x="47" y="46"/>
                    </a:cubicBezTo>
                    <a:cubicBezTo>
                      <a:pt x="47" y="46"/>
                      <a:pt x="45" y="44"/>
                      <a:pt x="45" y="44"/>
                    </a:cubicBezTo>
                    <a:cubicBezTo>
                      <a:pt x="45" y="44"/>
                      <a:pt x="45" y="44"/>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4" y="45"/>
                      <a:pt x="44" y="45"/>
                    </a:cubicBezTo>
                    <a:cubicBezTo>
                      <a:pt x="44" y="45"/>
                      <a:pt x="44" y="45"/>
                      <a:pt x="44" y="45"/>
                    </a:cubicBezTo>
                    <a:cubicBezTo>
                      <a:pt x="44" y="45"/>
                      <a:pt x="44" y="45"/>
                      <a:pt x="44" y="45"/>
                    </a:cubicBezTo>
                    <a:cubicBezTo>
                      <a:pt x="43" y="44"/>
                      <a:pt x="43" y="44"/>
                      <a:pt x="43" y="44"/>
                    </a:cubicBezTo>
                    <a:cubicBezTo>
                      <a:pt x="43" y="44"/>
                      <a:pt x="43" y="45"/>
                      <a:pt x="44" y="46"/>
                    </a:cubicBezTo>
                    <a:cubicBezTo>
                      <a:pt x="42" y="46"/>
                      <a:pt x="42" y="48"/>
                      <a:pt x="42" y="49"/>
                    </a:cubicBezTo>
                    <a:cubicBezTo>
                      <a:pt x="42" y="49"/>
                      <a:pt x="41" y="48"/>
                      <a:pt x="42" y="48"/>
                    </a:cubicBezTo>
                    <a:cubicBezTo>
                      <a:pt x="42" y="49"/>
                      <a:pt x="42" y="50"/>
                      <a:pt x="42" y="49"/>
                    </a:cubicBezTo>
                    <a:cubicBezTo>
                      <a:pt x="42" y="50"/>
                      <a:pt x="41" y="48"/>
                      <a:pt x="40" y="49"/>
                    </a:cubicBezTo>
                    <a:cubicBezTo>
                      <a:pt x="40" y="48"/>
                      <a:pt x="41" y="50"/>
                      <a:pt x="41" y="50"/>
                    </a:cubicBezTo>
                    <a:cubicBezTo>
                      <a:pt x="39" y="48"/>
                      <a:pt x="41" y="52"/>
                      <a:pt x="39" y="51"/>
                    </a:cubicBezTo>
                    <a:cubicBezTo>
                      <a:pt x="40" y="52"/>
                      <a:pt x="39" y="51"/>
                      <a:pt x="39" y="50"/>
                    </a:cubicBezTo>
                    <a:cubicBezTo>
                      <a:pt x="39" y="51"/>
                      <a:pt x="38" y="52"/>
                      <a:pt x="39" y="54"/>
                    </a:cubicBezTo>
                    <a:cubicBezTo>
                      <a:pt x="38" y="53"/>
                      <a:pt x="38" y="53"/>
                      <a:pt x="38" y="53"/>
                    </a:cubicBezTo>
                    <a:cubicBezTo>
                      <a:pt x="38" y="53"/>
                      <a:pt x="38" y="53"/>
                      <a:pt x="38" y="54"/>
                    </a:cubicBezTo>
                    <a:cubicBezTo>
                      <a:pt x="39" y="55"/>
                      <a:pt x="40" y="56"/>
                      <a:pt x="39" y="56"/>
                    </a:cubicBezTo>
                    <a:cubicBezTo>
                      <a:pt x="39" y="56"/>
                      <a:pt x="39" y="56"/>
                      <a:pt x="39" y="56"/>
                    </a:cubicBezTo>
                    <a:cubicBezTo>
                      <a:pt x="39" y="56"/>
                      <a:pt x="39" y="57"/>
                      <a:pt x="39" y="57"/>
                    </a:cubicBezTo>
                    <a:cubicBezTo>
                      <a:pt x="38" y="57"/>
                      <a:pt x="39" y="57"/>
                      <a:pt x="38" y="56"/>
                    </a:cubicBezTo>
                    <a:cubicBezTo>
                      <a:pt x="36" y="54"/>
                      <a:pt x="36" y="56"/>
                      <a:pt x="36" y="56"/>
                    </a:cubicBezTo>
                    <a:cubicBezTo>
                      <a:pt x="37" y="57"/>
                      <a:pt x="37" y="57"/>
                      <a:pt x="37" y="57"/>
                    </a:cubicBezTo>
                    <a:cubicBezTo>
                      <a:pt x="37" y="58"/>
                      <a:pt x="36" y="56"/>
                      <a:pt x="36" y="56"/>
                    </a:cubicBezTo>
                    <a:cubicBezTo>
                      <a:pt x="38" y="61"/>
                      <a:pt x="38" y="61"/>
                      <a:pt x="38" y="61"/>
                    </a:cubicBezTo>
                    <a:cubicBezTo>
                      <a:pt x="38" y="60"/>
                      <a:pt x="37" y="59"/>
                      <a:pt x="36" y="58"/>
                    </a:cubicBezTo>
                    <a:cubicBezTo>
                      <a:pt x="36" y="59"/>
                      <a:pt x="37" y="61"/>
                      <a:pt x="38" y="63"/>
                    </a:cubicBezTo>
                    <a:cubicBezTo>
                      <a:pt x="38" y="63"/>
                      <a:pt x="38" y="64"/>
                      <a:pt x="38" y="64"/>
                    </a:cubicBezTo>
                    <a:cubicBezTo>
                      <a:pt x="37" y="63"/>
                      <a:pt x="38" y="64"/>
                      <a:pt x="37" y="63"/>
                    </a:cubicBezTo>
                    <a:cubicBezTo>
                      <a:pt x="36" y="63"/>
                      <a:pt x="36" y="63"/>
                      <a:pt x="36" y="63"/>
                    </a:cubicBezTo>
                    <a:cubicBezTo>
                      <a:pt x="36" y="62"/>
                      <a:pt x="34" y="61"/>
                      <a:pt x="34" y="60"/>
                    </a:cubicBezTo>
                    <a:cubicBezTo>
                      <a:pt x="34" y="61"/>
                      <a:pt x="33" y="61"/>
                      <a:pt x="32" y="61"/>
                    </a:cubicBezTo>
                    <a:cubicBezTo>
                      <a:pt x="34" y="63"/>
                      <a:pt x="32" y="63"/>
                      <a:pt x="34" y="65"/>
                    </a:cubicBezTo>
                    <a:cubicBezTo>
                      <a:pt x="34" y="65"/>
                      <a:pt x="32" y="63"/>
                      <a:pt x="32" y="63"/>
                    </a:cubicBezTo>
                    <a:cubicBezTo>
                      <a:pt x="32" y="64"/>
                      <a:pt x="31" y="64"/>
                      <a:pt x="31" y="65"/>
                    </a:cubicBezTo>
                    <a:cubicBezTo>
                      <a:pt x="30" y="65"/>
                      <a:pt x="30" y="65"/>
                      <a:pt x="30" y="65"/>
                    </a:cubicBezTo>
                    <a:cubicBezTo>
                      <a:pt x="30" y="66"/>
                      <a:pt x="29" y="66"/>
                      <a:pt x="30" y="68"/>
                    </a:cubicBezTo>
                    <a:cubicBezTo>
                      <a:pt x="30" y="67"/>
                      <a:pt x="30" y="67"/>
                      <a:pt x="30" y="67"/>
                    </a:cubicBezTo>
                    <a:cubicBezTo>
                      <a:pt x="28" y="67"/>
                      <a:pt x="32" y="69"/>
                      <a:pt x="30" y="69"/>
                    </a:cubicBezTo>
                    <a:cubicBezTo>
                      <a:pt x="29" y="68"/>
                      <a:pt x="29" y="68"/>
                      <a:pt x="29" y="68"/>
                    </a:cubicBezTo>
                    <a:cubicBezTo>
                      <a:pt x="30" y="69"/>
                      <a:pt x="28" y="68"/>
                      <a:pt x="29" y="70"/>
                    </a:cubicBezTo>
                    <a:cubicBezTo>
                      <a:pt x="28" y="68"/>
                      <a:pt x="28" y="68"/>
                      <a:pt x="28" y="68"/>
                    </a:cubicBezTo>
                    <a:cubicBezTo>
                      <a:pt x="28" y="69"/>
                      <a:pt x="28" y="69"/>
                      <a:pt x="28" y="71"/>
                    </a:cubicBezTo>
                    <a:cubicBezTo>
                      <a:pt x="27" y="69"/>
                      <a:pt x="27" y="69"/>
                      <a:pt x="27" y="69"/>
                    </a:cubicBezTo>
                    <a:cubicBezTo>
                      <a:pt x="26" y="69"/>
                      <a:pt x="28" y="71"/>
                      <a:pt x="27" y="71"/>
                    </a:cubicBezTo>
                    <a:cubicBezTo>
                      <a:pt x="27" y="71"/>
                      <a:pt x="26" y="71"/>
                      <a:pt x="26" y="70"/>
                    </a:cubicBezTo>
                    <a:cubicBezTo>
                      <a:pt x="27" y="71"/>
                      <a:pt x="26" y="72"/>
                      <a:pt x="27" y="72"/>
                    </a:cubicBezTo>
                    <a:cubicBezTo>
                      <a:pt x="25" y="71"/>
                      <a:pt x="25" y="71"/>
                      <a:pt x="25" y="71"/>
                    </a:cubicBezTo>
                    <a:cubicBezTo>
                      <a:pt x="23" y="73"/>
                      <a:pt x="21" y="75"/>
                      <a:pt x="21" y="78"/>
                    </a:cubicBezTo>
                    <a:cubicBezTo>
                      <a:pt x="19" y="77"/>
                      <a:pt x="20" y="77"/>
                      <a:pt x="19" y="76"/>
                    </a:cubicBezTo>
                    <a:cubicBezTo>
                      <a:pt x="20" y="77"/>
                      <a:pt x="19" y="77"/>
                      <a:pt x="19" y="78"/>
                    </a:cubicBezTo>
                    <a:cubicBezTo>
                      <a:pt x="19" y="77"/>
                      <a:pt x="19" y="77"/>
                      <a:pt x="19" y="77"/>
                    </a:cubicBezTo>
                    <a:cubicBezTo>
                      <a:pt x="19" y="78"/>
                      <a:pt x="18" y="77"/>
                      <a:pt x="18" y="78"/>
                    </a:cubicBezTo>
                    <a:cubicBezTo>
                      <a:pt x="18" y="78"/>
                      <a:pt x="18" y="78"/>
                      <a:pt x="18" y="78"/>
                    </a:cubicBezTo>
                    <a:cubicBezTo>
                      <a:pt x="19" y="80"/>
                      <a:pt x="16" y="77"/>
                      <a:pt x="18" y="79"/>
                    </a:cubicBezTo>
                    <a:cubicBezTo>
                      <a:pt x="16" y="78"/>
                      <a:pt x="16" y="78"/>
                      <a:pt x="16" y="78"/>
                    </a:cubicBezTo>
                    <a:cubicBezTo>
                      <a:pt x="18" y="80"/>
                      <a:pt x="15" y="78"/>
                      <a:pt x="17" y="80"/>
                    </a:cubicBezTo>
                    <a:cubicBezTo>
                      <a:pt x="16" y="80"/>
                      <a:pt x="16" y="80"/>
                      <a:pt x="16" y="80"/>
                    </a:cubicBezTo>
                    <a:cubicBezTo>
                      <a:pt x="15" y="79"/>
                      <a:pt x="18" y="82"/>
                      <a:pt x="16" y="81"/>
                    </a:cubicBezTo>
                    <a:cubicBezTo>
                      <a:pt x="16" y="82"/>
                      <a:pt x="16" y="83"/>
                      <a:pt x="17" y="84"/>
                    </a:cubicBezTo>
                    <a:cubicBezTo>
                      <a:pt x="15" y="82"/>
                      <a:pt x="15" y="82"/>
                      <a:pt x="15" y="82"/>
                    </a:cubicBezTo>
                    <a:cubicBezTo>
                      <a:pt x="15" y="85"/>
                      <a:pt x="13" y="86"/>
                      <a:pt x="14" y="89"/>
                    </a:cubicBezTo>
                    <a:cubicBezTo>
                      <a:pt x="13" y="88"/>
                      <a:pt x="13" y="88"/>
                      <a:pt x="13" y="88"/>
                    </a:cubicBezTo>
                    <a:cubicBezTo>
                      <a:pt x="14" y="90"/>
                      <a:pt x="10" y="89"/>
                      <a:pt x="13" y="92"/>
                    </a:cubicBezTo>
                    <a:cubicBezTo>
                      <a:pt x="14" y="93"/>
                      <a:pt x="14" y="93"/>
                      <a:pt x="14" y="93"/>
                    </a:cubicBezTo>
                    <a:cubicBezTo>
                      <a:pt x="12" y="92"/>
                      <a:pt x="12" y="92"/>
                      <a:pt x="12" y="92"/>
                    </a:cubicBezTo>
                    <a:cubicBezTo>
                      <a:pt x="13" y="93"/>
                      <a:pt x="11" y="93"/>
                      <a:pt x="13" y="94"/>
                    </a:cubicBezTo>
                    <a:cubicBezTo>
                      <a:pt x="12" y="94"/>
                      <a:pt x="12" y="93"/>
                      <a:pt x="12" y="93"/>
                    </a:cubicBezTo>
                    <a:cubicBezTo>
                      <a:pt x="11" y="93"/>
                      <a:pt x="13" y="95"/>
                      <a:pt x="12" y="95"/>
                    </a:cubicBezTo>
                    <a:cubicBezTo>
                      <a:pt x="11" y="95"/>
                      <a:pt x="11" y="95"/>
                      <a:pt x="11" y="95"/>
                    </a:cubicBezTo>
                    <a:cubicBezTo>
                      <a:pt x="8" y="95"/>
                      <a:pt x="4" y="96"/>
                      <a:pt x="6" y="100"/>
                    </a:cubicBezTo>
                    <a:cubicBezTo>
                      <a:pt x="6" y="101"/>
                      <a:pt x="4" y="99"/>
                      <a:pt x="4" y="99"/>
                    </a:cubicBezTo>
                    <a:cubicBezTo>
                      <a:pt x="6" y="103"/>
                      <a:pt x="0" y="102"/>
                      <a:pt x="3" y="107"/>
                    </a:cubicBezTo>
                    <a:cubicBezTo>
                      <a:pt x="4" y="109"/>
                      <a:pt x="9" y="112"/>
                      <a:pt x="9" y="11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1" name="Freeform 163"/>
              <p:cNvSpPr/>
              <p:nvPr/>
            </p:nvSpPr>
            <p:spPr bwMode="auto">
              <a:xfrm>
                <a:off x="4499" y="1925"/>
                <a:ext cx="3"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1" y="2"/>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2" name="Freeform 164"/>
              <p:cNvSpPr/>
              <p:nvPr/>
            </p:nvSpPr>
            <p:spPr bwMode="auto">
              <a:xfrm>
                <a:off x="3914" y="1322"/>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3" name="Freeform 165"/>
              <p:cNvSpPr/>
              <p:nvPr/>
            </p:nvSpPr>
            <p:spPr bwMode="auto">
              <a:xfrm>
                <a:off x="3122" y="2198"/>
                <a:ext cx="2" cy="4"/>
              </a:xfrm>
              <a:custGeom>
                <a:avLst/>
                <a:gdLst>
                  <a:gd name="T0" fmla="*/ 0 w 2"/>
                  <a:gd name="T1" fmla="*/ 0 h 4"/>
                  <a:gd name="T2" fmla="*/ 0 w 2"/>
                  <a:gd name="T3" fmla="*/ 0 h 4"/>
                  <a:gd name="T4" fmla="*/ 2 w 2"/>
                  <a:gd name="T5" fmla="*/ 4 h 4"/>
                  <a:gd name="T6" fmla="*/ 0 w 2"/>
                  <a:gd name="T7" fmla="*/ 0 h 4"/>
                </a:gdLst>
                <a:ahLst/>
                <a:cxnLst>
                  <a:cxn ang="0">
                    <a:pos x="T0" y="T1"/>
                  </a:cxn>
                  <a:cxn ang="0">
                    <a:pos x="T2" y="T3"/>
                  </a:cxn>
                  <a:cxn ang="0">
                    <a:pos x="T4" y="T5"/>
                  </a:cxn>
                  <a:cxn ang="0">
                    <a:pos x="T6" y="T7"/>
                  </a:cxn>
                </a:cxnLst>
                <a:rect l="0" t="0" r="r" b="b"/>
                <a:pathLst>
                  <a:path w="2" h="4">
                    <a:moveTo>
                      <a:pt x="0" y="0"/>
                    </a:moveTo>
                    <a:lnTo>
                      <a:pt x="0" y="0"/>
                    </a:lnTo>
                    <a:lnTo>
                      <a:pt x="2"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4" name="Freeform 166"/>
              <p:cNvSpPr/>
              <p:nvPr/>
            </p:nvSpPr>
            <p:spPr bwMode="auto">
              <a:xfrm>
                <a:off x="3126" y="2183"/>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0" y="0"/>
                    </a:cubicBezTo>
                    <a:cubicBezTo>
                      <a:pt x="0"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5" name="Freeform 167"/>
              <p:cNvSpPr/>
              <p:nvPr/>
            </p:nvSpPr>
            <p:spPr bwMode="auto">
              <a:xfrm>
                <a:off x="3540" y="1543"/>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1"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6" name="Freeform 168"/>
              <p:cNvSpPr/>
              <p:nvPr/>
            </p:nvSpPr>
            <p:spPr bwMode="auto">
              <a:xfrm>
                <a:off x="3156" y="221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7" name="Freeform 169"/>
              <p:cNvSpPr/>
              <p:nvPr/>
            </p:nvSpPr>
            <p:spPr bwMode="auto">
              <a:xfrm>
                <a:off x="3129" y="218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8" name="Freeform 170"/>
              <p:cNvSpPr/>
              <p:nvPr/>
            </p:nvSpPr>
            <p:spPr bwMode="auto">
              <a:xfrm>
                <a:off x="3129" y="21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9" name="Freeform 171"/>
              <p:cNvSpPr/>
              <p:nvPr/>
            </p:nvSpPr>
            <p:spPr bwMode="auto">
              <a:xfrm>
                <a:off x="3129" y="219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0" name="Freeform 172"/>
              <p:cNvSpPr/>
              <p:nvPr/>
            </p:nvSpPr>
            <p:spPr bwMode="auto">
              <a:xfrm>
                <a:off x="3205" y="2162"/>
                <a:ext cx="2" cy="9"/>
              </a:xfrm>
              <a:custGeom>
                <a:avLst/>
                <a:gdLst>
                  <a:gd name="T0" fmla="*/ 1 w 1"/>
                  <a:gd name="T1" fmla="*/ 2 h 4"/>
                  <a:gd name="T2" fmla="*/ 1 w 1"/>
                  <a:gd name="T3" fmla="*/ 0 h 4"/>
                  <a:gd name="T4" fmla="*/ 1 w 1"/>
                  <a:gd name="T5" fmla="*/ 4 h 4"/>
                  <a:gd name="T6" fmla="*/ 1 w 1"/>
                  <a:gd name="T7" fmla="*/ 4 h 4"/>
                  <a:gd name="T8" fmla="*/ 1 w 1"/>
                  <a:gd name="T9" fmla="*/ 3 h 4"/>
                  <a:gd name="T10" fmla="*/ 1 w 1"/>
                  <a:gd name="T11" fmla="*/ 2 h 4"/>
                </a:gdLst>
                <a:ahLst/>
                <a:cxnLst>
                  <a:cxn ang="0">
                    <a:pos x="T0" y="T1"/>
                  </a:cxn>
                  <a:cxn ang="0">
                    <a:pos x="T2" y="T3"/>
                  </a:cxn>
                  <a:cxn ang="0">
                    <a:pos x="T4" y="T5"/>
                  </a:cxn>
                  <a:cxn ang="0">
                    <a:pos x="T6" y="T7"/>
                  </a:cxn>
                  <a:cxn ang="0">
                    <a:pos x="T8" y="T9"/>
                  </a:cxn>
                  <a:cxn ang="0">
                    <a:pos x="T10" y="T11"/>
                  </a:cxn>
                </a:cxnLst>
                <a:rect l="0" t="0" r="r" b="b"/>
                <a:pathLst>
                  <a:path w="1" h="4">
                    <a:moveTo>
                      <a:pt x="1" y="2"/>
                    </a:moveTo>
                    <a:cubicBezTo>
                      <a:pt x="1" y="1"/>
                      <a:pt x="1" y="0"/>
                      <a:pt x="1" y="0"/>
                    </a:cubicBezTo>
                    <a:cubicBezTo>
                      <a:pt x="1" y="1"/>
                      <a:pt x="0" y="3"/>
                      <a:pt x="1" y="4"/>
                    </a:cubicBezTo>
                    <a:cubicBezTo>
                      <a:pt x="1" y="4"/>
                      <a:pt x="1" y="4"/>
                      <a:pt x="1" y="4"/>
                    </a:cubicBezTo>
                    <a:cubicBezTo>
                      <a:pt x="1" y="4"/>
                      <a:pt x="1" y="3"/>
                      <a:pt x="1" y="3"/>
                    </a:cubicBezTo>
                    <a:cubicBezTo>
                      <a:pt x="1" y="3"/>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1" name="Freeform 173"/>
              <p:cNvSpPr/>
              <p:nvPr/>
            </p:nvSpPr>
            <p:spPr bwMode="auto">
              <a:xfrm>
                <a:off x="3207" y="216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2" name="Freeform 174"/>
              <p:cNvSpPr/>
              <p:nvPr/>
            </p:nvSpPr>
            <p:spPr bwMode="auto">
              <a:xfrm>
                <a:off x="3207" y="2169"/>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3" name="Freeform 175"/>
              <p:cNvSpPr/>
              <p:nvPr/>
            </p:nvSpPr>
            <p:spPr bwMode="auto">
              <a:xfrm>
                <a:off x="3194" y="2156"/>
                <a:ext cx="0" cy="6"/>
              </a:xfrm>
              <a:custGeom>
                <a:avLst/>
                <a:gdLst>
                  <a:gd name="T0" fmla="*/ 2 h 3"/>
                  <a:gd name="T1" fmla="*/ 2 h 3"/>
                  <a:gd name="T2" fmla="*/ 2 h 3"/>
                </a:gdLst>
                <a:ahLst/>
                <a:cxnLst>
                  <a:cxn ang="0">
                    <a:pos x="0" y="T0"/>
                  </a:cxn>
                  <a:cxn ang="0">
                    <a:pos x="0" y="T1"/>
                  </a:cxn>
                  <a:cxn ang="0">
                    <a:pos x="0" y="T2"/>
                  </a:cxn>
                </a:cxnLst>
                <a:rect l="0" t="0" r="r" b="b"/>
                <a:pathLst>
                  <a:path h="3">
                    <a:moveTo>
                      <a:pt x="0" y="2"/>
                    </a:moveTo>
                    <a:cubicBezTo>
                      <a:pt x="0" y="0"/>
                      <a:pt x="0" y="2"/>
                      <a:pt x="0" y="2"/>
                    </a:cubicBezTo>
                    <a:cubicBezTo>
                      <a:pt x="0" y="3"/>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4" name="Freeform 176"/>
              <p:cNvSpPr/>
              <p:nvPr/>
            </p:nvSpPr>
            <p:spPr bwMode="auto">
              <a:xfrm>
                <a:off x="3209" y="219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5" name="Freeform 177"/>
              <p:cNvSpPr/>
              <p:nvPr/>
            </p:nvSpPr>
            <p:spPr bwMode="auto">
              <a:xfrm>
                <a:off x="3472" y="20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6" name="Freeform 178"/>
              <p:cNvSpPr/>
              <p:nvPr/>
            </p:nvSpPr>
            <p:spPr bwMode="auto">
              <a:xfrm>
                <a:off x="3201" y="2158"/>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7" name="Freeform 179"/>
              <p:cNvSpPr/>
              <p:nvPr/>
            </p:nvSpPr>
            <p:spPr bwMode="auto">
              <a:xfrm>
                <a:off x="3211" y="2194"/>
                <a:ext cx="2" cy="4"/>
              </a:xfrm>
              <a:custGeom>
                <a:avLst/>
                <a:gdLst>
                  <a:gd name="T0" fmla="*/ 1 w 1"/>
                  <a:gd name="T1" fmla="*/ 1 h 2"/>
                  <a:gd name="T2" fmla="*/ 0 w 1"/>
                  <a:gd name="T3" fmla="*/ 2 h 2"/>
                  <a:gd name="T4" fmla="*/ 1 w 1"/>
                  <a:gd name="T5" fmla="*/ 1 h 2"/>
                </a:gdLst>
                <a:ahLst/>
                <a:cxnLst>
                  <a:cxn ang="0">
                    <a:pos x="T0" y="T1"/>
                  </a:cxn>
                  <a:cxn ang="0">
                    <a:pos x="T2" y="T3"/>
                  </a:cxn>
                  <a:cxn ang="0">
                    <a:pos x="T4" y="T5"/>
                  </a:cxn>
                </a:cxnLst>
                <a:rect l="0" t="0" r="r" b="b"/>
                <a:pathLst>
                  <a:path w="1" h="2">
                    <a:moveTo>
                      <a:pt x="1" y="1"/>
                    </a:moveTo>
                    <a:cubicBezTo>
                      <a:pt x="1" y="0"/>
                      <a:pt x="1" y="1"/>
                      <a:pt x="0" y="2"/>
                    </a:cubicBezTo>
                    <a:cubicBezTo>
                      <a:pt x="0" y="2"/>
                      <a:pt x="0"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8" name="Freeform 180"/>
              <p:cNvSpPr/>
              <p:nvPr/>
            </p:nvSpPr>
            <p:spPr bwMode="auto">
              <a:xfrm>
                <a:off x="3317" y="2561"/>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9" name="Freeform 181"/>
              <p:cNvSpPr/>
              <p:nvPr/>
            </p:nvSpPr>
            <p:spPr bwMode="auto">
              <a:xfrm>
                <a:off x="3345" y="2535"/>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0" name="Freeform 182"/>
              <p:cNvSpPr/>
              <p:nvPr/>
            </p:nvSpPr>
            <p:spPr bwMode="auto">
              <a:xfrm>
                <a:off x="3211" y="2192"/>
                <a:ext cx="2" cy="6"/>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0"/>
                      <a:pt x="1" y="0"/>
                      <a:pt x="1" y="0"/>
                    </a:cubicBezTo>
                    <a:cubicBezTo>
                      <a:pt x="0" y="1"/>
                      <a:pt x="0"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1" name="Freeform 183"/>
              <p:cNvSpPr/>
              <p:nvPr/>
            </p:nvSpPr>
            <p:spPr bwMode="auto">
              <a:xfrm>
                <a:off x="3266" y="254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2" name="Freeform 184"/>
              <p:cNvSpPr/>
              <p:nvPr/>
            </p:nvSpPr>
            <p:spPr bwMode="auto">
              <a:xfrm>
                <a:off x="3271" y="25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3" name="Freeform 185"/>
              <p:cNvSpPr/>
              <p:nvPr/>
            </p:nvSpPr>
            <p:spPr bwMode="auto">
              <a:xfrm>
                <a:off x="3273" y="255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4" name="Freeform 186"/>
              <p:cNvSpPr/>
              <p:nvPr/>
            </p:nvSpPr>
            <p:spPr bwMode="auto">
              <a:xfrm>
                <a:off x="3271" y="2557"/>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5" name="Freeform 187"/>
              <p:cNvSpPr/>
              <p:nvPr/>
            </p:nvSpPr>
            <p:spPr bwMode="auto">
              <a:xfrm>
                <a:off x="4616" y="18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6" name="Freeform 188"/>
              <p:cNvSpPr/>
              <p:nvPr/>
            </p:nvSpPr>
            <p:spPr bwMode="auto">
              <a:xfrm>
                <a:off x="3175" y="221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7" name="Freeform 189"/>
              <p:cNvSpPr/>
              <p:nvPr/>
            </p:nvSpPr>
            <p:spPr bwMode="auto">
              <a:xfrm>
                <a:off x="3137" y="218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8" name="Freeform 190"/>
              <p:cNvSpPr/>
              <p:nvPr/>
            </p:nvSpPr>
            <p:spPr bwMode="auto">
              <a:xfrm>
                <a:off x="3203" y="2166"/>
                <a:ext cx="2" cy="5"/>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0" y="2"/>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9" name="Freeform 191"/>
              <p:cNvSpPr/>
              <p:nvPr/>
            </p:nvSpPr>
            <p:spPr bwMode="auto">
              <a:xfrm>
                <a:off x="4497" y="192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0" name="Freeform 192"/>
              <p:cNvSpPr/>
              <p:nvPr/>
            </p:nvSpPr>
            <p:spPr bwMode="auto">
              <a:xfrm>
                <a:off x="3082" y="2156"/>
                <a:ext cx="131" cy="91"/>
              </a:xfrm>
              <a:custGeom>
                <a:avLst/>
                <a:gdLst>
                  <a:gd name="T0" fmla="*/ 46 w 62"/>
                  <a:gd name="T1" fmla="*/ 23 h 43"/>
                  <a:gd name="T2" fmla="*/ 51 w 62"/>
                  <a:gd name="T3" fmla="*/ 20 h 43"/>
                  <a:gd name="T4" fmla="*/ 54 w 62"/>
                  <a:gd name="T5" fmla="*/ 19 h 43"/>
                  <a:gd name="T6" fmla="*/ 58 w 62"/>
                  <a:gd name="T7" fmla="*/ 21 h 43"/>
                  <a:gd name="T8" fmla="*/ 60 w 62"/>
                  <a:gd name="T9" fmla="*/ 20 h 43"/>
                  <a:gd name="T10" fmla="*/ 61 w 62"/>
                  <a:gd name="T11" fmla="*/ 16 h 43"/>
                  <a:gd name="T12" fmla="*/ 62 w 62"/>
                  <a:gd name="T13" fmla="*/ 13 h 43"/>
                  <a:gd name="T14" fmla="*/ 62 w 62"/>
                  <a:gd name="T15" fmla="*/ 11 h 43"/>
                  <a:gd name="T16" fmla="*/ 58 w 62"/>
                  <a:gd name="T17" fmla="*/ 12 h 43"/>
                  <a:gd name="T18" fmla="*/ 56 w 62"/>
                  <a:gd name="T19" fmla="*/ 9 h 43"/>
                  <a:gd name="T20" fmla="*/ 57 w 62"/>
                  <a:gd name="T21" fmla="*/ 2 h 43"/>
                  <a:gd name="T22" fmla="*/ 56 w 62"/>
                  <a:gd name="T23" fmla="*/ 2 h 43"/>
                  <a:gd name="T24" fmla="*/ 55 w 62"/>
                  <a:gd name="T25" fmla="*/ 5 h 43"/>
                  <a:gd name="T26" fmla="*/ 54 w 62"/>
                  <a:gd name="T27" fmla="*/ 3 h 43"/>
                  <a:gd name="T28" fmla="*/ 53 w 62"/>
                  <a:gd name="T29" fmla="*/ 8 h 43"/>
                  <a:gd name="T30" fmla="*/ 51 w 62"/>
                  <a:gd name="T31" fmla="*/ 3 h 43"/>
                  <a:gd name="T32" fmla="*/ 51 w 62"/>
                  <a:gd name="T33" fmla="*/ 1 h 43"/>
                  <a:gd name="T34" fmla="*/ 50 w 62"/>
                  <a:gd name="T35" fmla="*/ 4 h 43"/>
                  <a:gd name="T36" fmla="*/ 49 w 62"/>
                  <a:gd name="T37" fmla="*/ 2 h 43"/>
                  <a:gd name="T38" fmla="*/ 48 w 62"/>
                  <a:gd name="T39" fmla="*/ 7 h 43"/>
                  <a:gd name="T40" fmla="*/ 47 w 62"/>
                  <a:gd name="T41" fmla="*/ 12 h 43"/>
                  <a:gd name="T42" fmla="*/ 46 w 62"/>
                  <a:gd name="T43" fmla="*/ 7 h 43"/>
                  <a:gd name="T44" fmla="*/ 43 w 62"/>
                  <a:gd name="T45" fmla="*/ 7 h 43"/>
                  <a:gd name="T46" fmla="*/ 42 w 62"/>
                  <a:gd name="T47" fmla="*/ 7 h 43"/>
                  <a:gd name="T48" fmla="*/ 40 w 62"/>
                  <a:gd name="T49" fmla="*/ 8 h 43"/>
                  <a:gd name="T50" fmla="*/ 37 w 62"/>
                  <a:gd name="T51" fmla="*/ 9 h 43"/>
                  <a:gd name="T52" fmla="*/ 36 w 62"/>
                  <a:gd name="T53" fmla="*/ 10 h 43"/>
                  <a:gd name="T54" fmla="*/ 36 w 62"/>
                  <a:gd name="T55" fmla="*/ 10 h 43"/>
                  <a:gd name="T56" fmla="*/ 35 w 62"/>
                  <a:gd name="T57" fmla="*/ 12 h 43"/>
                  <a:gd name="T58" fmla="*/ 34 w 62"/>
                  <a:gd name="T59" fmla="*/ 10 h 43"/>
                  <a:gd name="T60" fmla="*/ 33 w 62"/>
                  <a:gd name="T61" fmla="*/ 12 h 43"/>
                  <a:gd name="T62" fmla="*/ 30 w 62"/>
                  <a:gd name="T63" fmla="*/ 11 h 43"/>
                  <a:gd name="T64" fmla="*/ 28 w 62"/>
                  <a:gd name="T65" fmla="*/ 12 h 43"/>
                  <a:gd name="T66" fmla="*/ 26 w 62"/>
                  <a:gd name="T67" fmla="*/ 12 h 43"/>
                  <a:gd name="T68" fmla="*/ 26 w 62"/>
                  <a:gd name="T69" fmla="*/ 14 h 43"/>
                  <a:gd name="T70" fmla="*/ 25 w 62"/>
                  <a:gd name="T71" fmla="*/ 13 h 43"/>
                  <a:gd name="T72" fmla="*/ 24 w 62"/>
                  <a:gd name="T73" fmla="*/ 15 h 43"/>
                  <a:gd name="T74" fmla="*/ 22 w 62"/>
                  <a:gd name="T75" fmla="*/ 16 h 43"/>
                  <a:gd name="T76" fmla="*/ 21 w 62"/>
                  <a:gd name="T77" fmla="*/ 17 h 43"/>
                  <a:gd name="T78" fmla="*/ 22 w 62"/>
                  <a:gd name="T79" fmla="*/ 25 h 43"/>
                  <a:gd name="T80" fmla="*/ 19 w 62"/>
                  <a:gd name="T81" fmla="*/ 21 h 43"/>
                  <a:gd name="T82" fmla="*/ 17 w 62"/>
                  <a:gd name="T83" fmla="*/ 23 h 43"/>
                  <a:gd name="T84" fmla="*/ 16 w 62"/>
                  <a:gd name="T85" fmla="*/ 23 h 43"/>
                  <a:gd name="T86" fmla="*/ 11 w 62"/>
                  <a:gd name="T87" fmla="*/ 24 h 43"/>
                  <a:gd name="T88" fmla="*/ 10 w 62"/>
                  <a:gd name="T89" fmla="*/ 24 h 43"/>
                  <a:gd name="T90" fmla="*/ 8 w 62"/>
                  <a:gd name="T91" fmla="*/ 31 h 43"/>
                  <a:gd name="T92" fmla="*/ 7 w 62"/>
                  <a:gd name="T93" fmla="*/ 32 h 43"/>
                  <a:gd name="T94" fmla="*/ 12 w 62"/>
                  <a:gd name="T95" fmla="*/ 41 h 43"/>
                  <a:gd name="T96" fmla="*/ 18 w 62"/>
                  <a:gd name="T97" fmla="*/ 38 h 43"/>
                  <a:gd name="T98" fmla="*/ 28 w 62"/>
                  <a:gd name="T99" fmla="*/ 27 h 43"/>
                  <a:gd name="T100" fmla="*/ 31 w 62"/>
                  <a:gd name="T101" fmla="*/ 31 h 43"/>
                  <a:gd name="T102" fmla="*/ 36 w 62"/>
                  <a:gd name="T103" fmla="*/ 29 h 43"/>
                  <a:gd name="T104" fmla="*/ 41 w 62"/>
                  <a:gd name="T105"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43">
                    <a:moveTo>
                      <a:pt x="44" y="25"/>
                    </a:moveTo>
                    <a:cubicBezTo>
                      <a:pt x="44" y="25"/>
                      <a:pt x="44" y="26"/>
                      <a:pt x="44" y="26"/>
                    </a:cubicBezTo>
                    <a:cubicBezTo>
                      <a:pt x="44" y="26"/>
                      <a:pt x="44" y="26"/>
                      <a:pt x="45" y="27"/>
                    </a:cubicBezTo>
                    <a:cubicBezTo>
                      <a:pt x="45" y="26"/>
                      <a:pt x="45" y="25"/>
                      <a:pt x="45" y="25"/>
                    </a:cubicBezTo>
                    <a:cubicBezTo>
                      <a:pt x="46" y="27"/>
                      <a:pt x="46" y="25"/>
                      <a:pt x="46" y="26"/>
                    </a:cubicBezTo>
                    <a:cubicBezTo>
                      <a:pt x="46" y="24"/>
                      <a:pt x="46" y="22"/>
                      <a:pt x="46" y="23"/>
                    </a:cubicBezTo>
                    <a:cubicBezTo>
                      <a:pt x="46" y="26"/>
                      <a:pt x="46" y="26"/>
                      <a:pt x="46" y="26"/>
                    </a:cubicBezTo>
                    <a:cubicBezTo>
                      <a:pt x="47" y="24"/>
                      <a:pt x="48" y="27"/>
                      <a:pt x="48" y="23"/>
                    </a:cubicBezTo>
                    <a:cubicBezTo>
                      <a:pt x="48" y="25"/>
                      <a:pt x="48" y="25"/>
                      <a:pt x="48" y="25"/>
                    </a:cubicBezTo>
                    <a:cubicBezTo>
                      <a:pt x="49" y="23"/>
                      <a:pt x="50" y="25"/>
                      <a:pt x="50" y="22"/>
                    </a:cubicBezTo>
                    <a:cubicBezTo>
                      <a:pt x="50" y="23"/>
                      <a:pt x="51" y="23"/>
                      <a:pt x="51" y="23"/>
                    </a:cubicBezTo>
                    <a:cubicBezTo>
                      <a:pt x="51" y="22"/>
                      <a:pt x="51" y="22"/>
                      <a:pt x="51" y="20"/>
                    </a:cubicBezTo>
                    <a:cubicBezTo>
                      <a:pt x="51" y="20"/>
                      <a:pt x="52" y="21"/>
                      <a:pt x="52" y="21"/>
                    </a:cubicBezTo>
                    <a:cubicBezTo>
                      <a:pt x="52" y="22"/>
                      <a:pt x="52" y="24"/>
                      <a:pt x="52" y="22"/>
                    </a:cubicBezTo>
                    <a:cubicBezTo>
                      <a:pt x="52" y="23"/>
                      <a:pt x="52" y="23"/>
                      <a:pt x="52" y="23"/>
                    </a:cubicBezTo>
                    <a:cubicBezTo>
                      <a:pt x="53" y="22"/>
                      <a:pt x="53" y="20"/>
                      <a:pt x="53" y="21"/>
                    </a:cubicBezTo>
                    <a:cubicBezTo>
                      <a:pt x="54" y="20"/>
                      <a:pt x="54" y="20"/>
                      <a:pt x="54" y="18"/>
                    </a:cubicBezTo>
                    <a:cubicBezTo>
                      <a:pt x="54" y="18"/>
                      <a:pt x="54" y="20"/>
                      <a:pt x="54" y="19"/>
                    </a:cubicBezTo>
                    <a:cubicBezTo>
                      <a:pt x="54" y="21"/>
                      <a:pt x="54" y="21"/>
                      <a:pt x="54" y="21"/>
                    </a:cubicBezTo>
                    <a:cubicBezTo>
                      <a:pt x="54" y="21"/>
                      <a:pt x="55" y="20"/>
                      <a:pt x="56" y="19"/>
                    </a:cubicBezTo>
                    <a:cubicBezTo>
                      <a:pt x="56" y="22"/>
                      <a:pt x="56" y="19"/>
                      <a:pt x="57" y="21"/>
                    </a:cubicBezTo>
                    <a:cubicBezTo>
                      <a:pt x="57" y="19"/>
                      <a:pt x="57" y="21"/>
                      <a:pt x="58" y="18"/>
                    </a:cubicBezTo>
                    <a:cubicBezTo>
                      <a:pt x="57" y="20"/>
                      <a:pt x="57" y="20"/>
                      <a:pt x="57" y="20"/>
                    </a:cubicBezTo>
                    <a:cubicBezTo>
                      <a:pt x="58" y="20"/>
                      <a:pt x="58" y="20"/>
                      <a:pt x="58" y="21"/>
                    </a:cubicBezTo>
                    <a:cubicBezTo>
                      <a:pt x="58" y="21"/>
                      <a:pt x="59" y="19"/>
                      <a:pt x="59" y="18"/>
                    </a:cubicBezTo>
                    <a:cubicBezTo>
                      <a:pt x="59" y="20"/>
                      <a:pt x="59" y="20"/>
                      <a:pt x="59" y="20"/>
                    </a:cubicBezTo>
                    <a:cubicBezTo>
                      <a:pt x="59" y="19"/>
                      <a:pt x="60" y="17"/>
                      <a:pt x="60" y="15"/>
                    </a:cubicBezTo>
                    <a:cubicBezTo>
                      <a:pt x="60" y="16"/>
                      <a:pt x="60" y="15"/>
                      <a:pt x="60" y="16"/>
                    </a:cubicBezTo>
                    <a:cubicBezTo>
                      <a:pt x="60" y="17"/>
                      <a:pt x="59" y="19"/>
                      <a:pt x="59" y="20"/>
                    </a:cubicBezTo>
                    <a:cubicBezTo>
                      <a:pt x="59" y="21"/>
                      <a:pt x="60" y="18"/>
                      <a:pt x="60" y="20"/>
                    </a:cubicBezTo>
                    <a:cubicBezTo>
                      <a:pt x="60" y="20"/>
                      <a:pt x="60" y="20"/>
                      <a:pt x="60" y="18"/>
                    </a:cubicBezTo>
                    <a:cubicBezTo>
                      <a:pt x="60" y="20"/>
                      <a:pt x="60" y="20"/>
                      <a:pt x="60" y="20"/>
                    </a:cubicBezTo>
                    <a:cubicBezTo>
                      <a:pt x="60" y="20"/>
                      <a:pt x="60" y="20"/>
                      <a:pt x="60" y="19"/>
                    </a:cubicBezTo>
                    <a:cubicBezTo>
                      <a:pt x="60" y="19"/>
                      <a:pt x="60" y="19"/>
                      <a:pt x="60" y="19"/>
                    </a:cubicBezTo>
                    <a:cubicBezTo>
                      <a:pt x="61" y="17"/>
                      <a:pt x="61" y="17"/>
                      <a:pt x="62" y="15"/>
                    </a:cubicBezTo>
                    <a:cubicBezTo>
                      <a:pt x="61" y="16"/>
                      <a:pt x="61" y="16"/>
                      <a:pt x="61" y="16"/>
                    </a:cubicBezTo>
                    <a:cubicBezTo>
                      <a:pt x="62" y="15"/>
                      <a:pt x="62" y="14"/>
                      <a:pt x="62" y="16"/>
                    </a:cubicBezTo>
                    <a:cubicBezTo>
                      <a:pt x="61" y="17"/>
                      <a:pt x="61" y="18"/>
                      <a:pt x="61" y="19"/>
                    </a:cubicBezTo>
                    <a:cubicBezTo>
                      <a:pt x="62" y="15"/>
                      <a:pt x="62" y="15"/>
                      <a:pt x="62" y="15"/>
                    </a:cubicBezTo>
                    <a:cubicBezTo>
                      <a:pt x="62" y="16"/>
                      <a:pt x="62" y="16"/>
                      <a:pt x="62" y="14"/>
                    </a:cubicBezTo>
                    <a:cubicBezTo>
                      <a:pt x="62" y="15"/>
                      <a:pt x="62" y="15"/>
                      <a:pt x="62" y="15"/>
                    </a:cubicBezTo>
                    <a:cubicBezTo>
                      <a:pt x="62" y="13"/>
                      <a:pt x="62" y="13"/>
                      <a:pt x="62" y="13"/>
                    </a:cubicBezTo>
                    <a:cubicBezTo>
                      <a:pt x="62" y="14"/>
                      <a:pt x="62" y="12"/>
                      <a:pt x="61" y="14"/>
                    </a:cubicBezTo>
                    <a:cubicBezTo>
                      <a:pt x="61" y="15"/>
                      <a:pt x="61" y="15"/>
                      <a:pt x="61" y="15"/>
                    </a:cubicBezTo>
                    <a:cubicBezTo>
                      <a:pt x="61" y="15"/>
                      <a:pt x="60" y="17"/>
                      <a:pt x="61" y="15"/>
                    </a:cubicBezTo>
                    <a:cubicBezTo>
                      <a:pt x="61" y="13"/>
                      <a:pt x="61" y="13"/>
                      <a:pt x="61" y="13"/>
                    </a:cubicBezTo>
                    <a:cubicBezTo>
                      <a:pt x="61" y="13"/>
                      <a:pt x="61" y="14"/>
                      <a:pt x="61" y="14"/>
                    </a:cubicBezTo>
                    <a:cubicBezTo>
                      <a:pt x="62" y="11"/>
                      <a:pt x="62" y="11"/>
                      <a:pt x="62" y="11"/>
                    </a:cubicBezTo>
                    <a:cubicBezTo>
                      <a:pt x="61" y="15"/>
                      <a:pt x="61" y="12"/>
                      <a:pt x="60" y="13"/>
                    </a:cubicBezTo>
                    <a:cubicBezTo>
                      <a:pt x="61" y="12"/>
                      <a:pt x="61" y="12"/>
                      <a:pt x="61" y="12"/>
                    </a:cubicBezTo>
                    <a:cubicBezTo>
                      <a:pt x="61" y="11"/>
                      <a:pt x="60" y="14"/>
                      <a:pt x="60" y="14"/>
                    </a:cubicBezTo>
                    <a:cubicBezTo>
                      <a:pt x="60" y="13"/>
                      <a:pt x="61" y="11"/>
                      <a:pt x="61" y="10"/>
                    </a:cubicBezTo>
                    <a:cubicBezTo>
                      <a:pt x="60" y="10"/>
                      <a:pt x="59" y="12"/>
                      <a:pt x="59" y="10"/>
                    </a:cubicBezTo>
                    <a:cubicBezTo>
                      <a:pt x="59" y="10"/>
                      <a:pt x="59" y="11"/>
                      <a:pt x="58" y="12"/>
                    </a:cubicBezTo>
                    <a:cubicBezTo>
                      <a:pt x="58" y="12"/>
                      <a:pt x="59" y="9"/>
                      <a:pt x="58" y="11"/>
                    </a:cubicBezTo>
                    <a:cubicBezTo>
                      <a:pt x="58" y="10"/>
                      <a:pt x="58" y="9"/>
                      <a:pt x="59" y="8"/>
                    </a:cubicBezTo>
                    <a:cubicBezTo>
                      <a:pt x="58" y="9"/>
                      <a:pt x="58" y="8"/>
                      <a:pt x="58" y="10"/>
                    </a:cubicBezTo>
                    <a:cubicBezTo>
                      <a:pt x="58" y="9"/>
                      <a:pt x="57" y="9"/>
                      <a:pt x="57" y="9"/>
                    </a:cubicBezTo>
                    <a:cubicBezTo>
                      <a:pt x="57" y="9"/>
                      <a:pt x="57" y="8"/>
                      <a:pt x="57" y="7"/>
                    </a:cubicBezTo>
                    <a:cubicBezTo>
                      <a:pt x="57" y="8"/>
                      <a:pt x="56" y="9"/>
                      <a:pt x="56" y="9"/>
                    </a:cubicBezTo>
                    <a:cubicBezTo>
                      <a:pt x="56" y="11"/>
                      <a:pt x="56" y="11"/>
                      <a:pt x="56" y="12"/>
                    </a:cubicBezTo>
                    <a:cubicBezTo>
                      <a:pt x="56" y="13"/>
                      <a:pt x="56" y="13"/>
                      <a:pt x="56" y="13"/>
                    </a:cubicBezTo>
                    <a:cubicBezTo>
                      <a:pt x="56" y="11"/>
                      <a:pt x="56" y="9"/>
                      <a:pt x="56" y="9"/>
                    </a:cubicBezTo>
                    <a:cubicBezTo>
                      <a:pt x="56" y="6"/>
                      <a:pt x="56" y="9"/>
                      <a:pt x="56" y="6"/>
                    </a:cubicBezTo>
                    <a:cubicBezTo>
                      <a:pt x="56" y="4"/>
                      <a:pt x="57" y="4"/>
                      <a:pt x="57" y="5"/>
                    </a:cubicBezTo>
                    <a:cubicBezTo>
                      <a:pt x="58" y="3"/>
                      <a:pt x="57" y="5"/>
                      <a:pt x="57" y="2"/>
                    </a:cubicBezTo>
                    <a:cubicBezTo>
                      <a:pt x="57" y="3"/>
                      <a:pt x="57" y="4"/>
                      <a:pt x="56" y="4"/>
                    </a:cubicBezTo>
                    <a:cubicBezTo>
                      <a:pt x="56" y="5"/>
                      <a:pt x="56" y="6"/>
                      <a:pt x="56" y="7"/>
                    </a:cubicBezTo>
                    <a:cubicBezTo>
                      <a:pt x="56" y="9"/>
                      <a:pt x="56" y="5"/>
                      <a:pt x="56" y="5"/>
                    </a:cubicBezTo>
                    <a:cubicBezTo>
                      <a:pt x="56" y="4"/>
                      <a:pt x="56" y="4"/>
                      <a:pt x="56" y="4"/>
                    </a:cubicBezTo>
                    <a:cubicBezTo>
                      <a:pt x="56" y="3"/>
                      <a:pt x="55" y="5"/>
                      <a:pt x="55" y="5"/>
                    </a:cubicBezTo>
                    <a:cubicBezTo>
                      <a:pt x="55" y="1"/>
                      <a:pt x="56" y="4"/>
                      <a:pt x="56" y="2"/>
                    </a:cubicBezTo>
                    <a:cubicBezTo>
                      <a:pt x="56" y="0"/>
                      <a:pt x="56" y="0"/>
                      <a:pt x="56" y="0"/>
                    </a:cubicBezTo>
                    <a:cubicBezTo>
                      <a:pt x="55" y="0"/>
                      <a:pt x="56" y="3"/>
                      <a:pt x="55" y="2"/>
                    </a:cubicBezTo>
                    <a:cubicBezTo>
                      <a:pt x="55" y="1"/>
                      <a:pt x="55" y="1"/>
                      <a:pt x="55" y="1"/>
                    </a:cubicBezTo>
                    <a:cubicBezTo>
                      <a:pt x="55" y="1"/>
                      <a:pt x="55" y="1"/>
                      <a:pt x="55" y="1"/>
                    </a:cubicBezTo>
                    <a:cubicBezTo>
                      <a:pt x="55" y="3"/>
                      <a:pt x="55" y="4"/>
                      <a:pt x="55" y="4"/>
                    </a:cubicBezTo>
                    <a:cubicBezTo>
                      <a:pt x="55" y="7"/>
                      <a:pt x="55" y="5"/>
                      <a:pt x="55" y="5"/>
                    </a:cubicBezTo>
                    <a:cubicBezTo>
                      <a:pt x="54" y="7"/>
                      <a:pt x="55" y="5"/>
                      <a:pt x="55" y="7"/>
                    </a:cubicBezTo>
                    <a:cubicBezTo>
                      <a:pt x="55" y="8"/>
                      <a:pt x="54" y="9"/>
                      <a:pt x="54" y="9"/>
                    </a:cubicBezTo>
                    <a:cubicBezTo>
                      <a:pt x="54" y="9"/>
                      <a:pt x="54" y="7"/>
                      <a:pt x="54" y="6"/>
                    </a:cubicBezTo>
                    <a:cubicBezTo>
                      <a:pt x="54" y="5"/>
                      <a:pt x="54" y="5"/>
                      <a:pt x="54" y="6"/>
                    </a:cubicBezTo>
                    <a:cubicBezTo>
                      <a:pt x="55" y="4"/>
                      <a:pt x="54" y="3"/>
                      <a:pt x="55" y="1"/>
                    </a:cubicBezTo>
                    <a:cubicBezTo>
                      <a:pt x="54" y="0"/>
                      <a:pt x="54" y="2"/>
                      <a:pt x="54" y="3"/>
                    </a:cubicBezTo>
                    <a:cubicBezTo>
                      <a:pt x="54" y="3"/>
                      <a:pt x="54" y="5"/>
                      <a:pt x="54" y="5"/>
                    </a:cubicBezTo>
                    <a:cubicBezTo>
                      <a:pt x="54" y="10"/>
                      <a:pt x="54" y="2"/>
                      <a:pt x="53" y="3"/>
                    </a:cubicBezTo>
                    <a:cubicBezTo>
                      <a:pt x="53" y="6"/>
                      <a:pt x="53" y="7"/>
                      <a:pt x="53" y="10"/>
                    </a:cubicBezTo>
                    <a:cubicBezTo>
                      <a:pt x="53" y="11"/>
                      <a:pt x="53" y="12"/>
                      <a:pt x="53" y="11"/>
                    </a:cubicBezTo>
                    <a:cubicBezTo>
                      <a:pt x="53" y="9"/>
                      <a:pt x="53" y="10"/>
                      <a:pt x="53" y="8"/>
                    </a:cubicBezTo>
                    <a:cubicBezTo>
                      <a:pt x="53" y="8"/>
                      <a:pt x="53" y="8"/>
                      <a:pt x="53" y="8"/>
                    </a:cubicBezTo>
                    <a:cubicBezTo>
                      <a:pt x="53" y="5"/>
                      <a:pt x="53" y="5"/>
                      <a:pt x="53" y="5"/>
                    </a:cubicBezTo>
                    <a:cubicBezTo>
                      <a:pt x="53" y="4"/>
                      <a:pt x="52" y="2"/>
                      <a:pt x="52" y="1"/>
                    </a:cubicBezTo>
                    <a:cubicBezTo>
                      <a:pt x="52" y="2"/>
                      <a:pt x="52" y="3"/>
                      <a:pt x="52" y="4"/>
                    </a:cubicBezTo>
                    <a:cubicBezTo>
                      <a:pt x="52" y="3"/>
                      <a:pt x="52" y="2"/>
                      <a:pt x="52" y="2"/>
                    </a:cubicBezTo>
                    <a:cubicBezTo>
                      <a:pt x="52" y="3"/>
                      <a:pt x="52" y="5"/>
                      <a:pt x="52" y="5"/>
                    </a:cubicBezTo>
                    <a:cubicBezTo>
                      <a:pt x="52" y="5"/>
                      <a:pt x="51" y="3"/>
                      <a:pt x="51" y="3"/>
                    </a:cubicBezTo>
                    <a:cubicBezTo>
                      <a:pt x="52" y="1"/>
                      <a:pt x="52" y="1"/>
                      <a:pt x="52" y="1"/>
                    </a:cubicBezTo>
                    <a:cubicBezTo>
                      <a:pt x="52" y="3"/>
                      <a:pt x="52" y="0"/>
                      <a:pt x="51" y="1"/>
                    </a:cubicBezTo>
                    <a:cubicBezTo>
                      <a:pt x="51" y="2"/>
                      <a:pt x="51" y="4"/>
                      <a:pt x="51" y="5"/>
                    </a:cubicBezTo>
                    <a:cubicBezTo>
                      <a:pt x="51" y="6"/>
                      <a:pt x="51" y="4"/>
                      <a:pt x="51" y="5"/>
                    </a:cubicBezTo>
                    <a:cubicBezTo>
                      <a:pt x="51" y="3"/>
                      <a:pt x="51" y="3"/>
                      <a:pt x="51" y="3"/>
                    </a:cubicBezTo>
                    <a:cubicBezTo>
                      <a:pt x="51" y="4"/>
                      <a:pt x="51" y="0"/>
                      <a:pt x="51" y="1"/>
                    </a:cubicBezTo>
                    <a:cubicBezTo>
                      <a:pt x="51" y="3"/>
                      <a:pt x="51" y="3"/>
                      <a:pt x="51" y="3"/>
                    </a:cubicBezTo>
                    <a:cubicBezTo>
                      <a:pt x="51" y="2"/>
                      <a:pt x="51" y="2"/>
                      <a:pt x="51" y="1"/>
                    </a:cubicBezTo>
                    <a:cubicBezTo>
                      <a:pt x="51" y="2"/>
                      <a:pt x="50" y="2"/>
                      <a:pt x="50" y="2"/>
                    </a:cubicBezTo>
                    <a:cubicBezTo>
                      <a:pt x="50" y="1"/>
                      <a:pt x="50" y="1"/>
                      <a:pt x="50" y="1"/>
                    </a:cubicBezTo>
                    <a:cubicBezTo>
                      <a:pt x="50" y="2"/>
                      <a:pt x="50" y="4"/>
                      <a:pt x="50" y="2"/>
                    </a:cubicBezTo>
                    <a:cubicBezTo>
                      <a:pt x="50" y="5"/>
                      <a:pt x="50" y="2"/>
                      <a:pt x="50" y="4"/>
                    </a:cubicBezTo>
                    <a:cubicBezTo>
                      <a:pt x="51" y="5"/>
                      <a:pt x="50" y="5"/>
                      <a:pt x="50" y="6"/>
                    </a:cubicBezTo>
                    <a:cubicBezTo>
                      <a:pt x="50" y="3"/>
                      <a:pt x="50" y="5"/>
                      <a:pt x="50" y="5"/>
                    </a:cubicBezTo>
                    <a:cubicBezTo>
                      <a:pt x="50" y="4"/>
                      <a:pt x="49" y="4"/>
                      <a:pt x="49" y="3"/>
                    </a:cubicBezTo>
                    <a:cubicBezTo>
                      <a:pt x="49" y="5"/>
                      <a:pt x="49" y="5"/>
                      <a:pt x="49" y="5"/>
                    </a:cubicBezTo>
                    <a:cubicBezTo>
                      <a:pt x="49" y="2"/>
                      <a:pt x="49" y="6"/>
                      <a:pt x="49" y="5"/>
                    </a:cubicBezTo>
                    <a:cubicBezTo>
                      <a:pt x="49" y="4"/>
                      <a:pt x="49" y="2"/>
                      <a:pt x="49" y="2"/>
                    </a:cubicBezTo>
                    <a:cubicBezTo>
                      <a:pt x="49" y="4"/>
                      <a:pt x="49" y="5"/>
                      <a:pt x="49" y="7"/>
                    </a:cubicBezTo>
                    <a:cubicBezTo>
                      <a:pt x="48" y="6"/>
                      <a:pt x="49" y="4"/>
                      <a:pt x="48" y="2"/>
                    </a:cubicBezTo>
                    <a:cubicBezTo>
                      <a:pt x="48" y="4"/>
                      <a:pt x="48" y="0"/>
                      <a:pt x="48" y="3"/>
                    </a:cubicBezTo>
                    <a:cubicBezTo>
                      <a:pt x="48" y="6"/>
                      <a:pt x="48" y="6"/>
                      <a:pt x="48" y="6"/>
                    </a:cubicBezTo>
                    <a:cubicBezTo>
                      <a:pt x="48" y="6"/>
                      <a:pt x="48" y="5"/>
                      <a:pt x="48" y="4"/>
                    </a:cubicBezTo>
                    <a:cubicBezTo>
                      <a:pt x="48" y="4"/>
                      <a:pt x="48" y="6"/>
                      <a:pt x="48" y="7"/>
                    </a:cubicBezTo>
                    <a:cubicBezTo>
                      <a:pt x="48" y="6"/>
                      <a:pt x="48" y="9"/>
                      <a:pt x="47" y="7"/>
                    </a:cubicBezTo>
                    <a:cubicBezTo>
                      <a:pt x="47" y="6"/>
                      <a:pt x="48" y="7"/>
                      <a:pt x="48" y="5"/>
                    </a:cubicBezTo>
                    <a:cubicBezTo>
                      <a:pt x="47" y="5"/>
                      <a:pt x="48" y="9"/>
                      <a:pt x="47" y="10"/>
                    </a:cubicBezTo>
                    <a:cubicBezTo>
                      <a:pt x="48" y="11"/>
                      <a:pt x="48" y="14"/>
                      <a:pt x="48" y="15"/>
                    </a:cubicBezTo>
                    <a:cubicBezTo>
                      <a:pt x="47" y="14"/>
                      <a:pt x="48" y="14"/>
                      <a:pt x="47" y="12"/>
                    </a:cubicBezTo>
                    <a:cubicBezTo>
                      <a:pt x="47" y="12"/>
                      <a:pt x="47" y="12"/>
                      <a:pt x="47" y="12"/>
                    </a:cubicBezTo>
                    <a:cubicBezTo>
                      <a:pt x="47" y="9"/>
                      <a:pt x="47" y="7"/>
                      <a:pt x="47" y="5"/>
                    </a:cubicBezTo>
                    <a:cubicBezTo>
                      <a:pt x="47" y="6"/>
                      <a:pt x="47" y="6"/>
                      <a:pt x="47" y="6"/>
                    </a:cubicBezTo>
                    <a:cubicBezTo>
                      <a:pt x="47" y="3"/>
                      <a:pt x="47" y="3"/>
                      <a:pt x="47" y="3"/>
                    </a:cubicBezTo>
                    <a:cubicBezTo>
                      <a:pt x="47" y="5"/>
                      <a:pt x="46" y="3"/>
                      <a:pt x="46" y="4"/>
                    </a:cubicBezTo>
                    <a:cubicBezTo>
                      <a:pt x="46" y="6"/>
                      <a:pt x="46" y="3"/>
                      <a:pt x="46" y="5"/>
                    </a:cubicBezTo>
                    <a:cubicBezTo>
                      <a:pt x="46" y="5"/>
                      <a:pt x="47" y="8"/>
                      <a:pt x="46" y="7"/>
                    </a:cubicBezTo>
                    <a:cubicBezTo>
                      <a:pt x="46" y="4"/>
                      <a:pt x="46" y="4"/>
                      <a:pt x="46" y="4"/>
                    </a:cubicBezTo>
                    <a:cubicBezTo>
                      <a:pt x="46" y="3"/>
                      <a:pt x="46" y="6"/>
                      <a:pt x="46" y="5"/>
                    </a:cubicBezTo>
                    <a:cubicBezTo>
                      <a:pt x="46" y="4"/>
                      <a:pt x="46" y="4"/>
                      <a:pt x="46" y="4"/>
                    </a:cubicBezTo>
                    <a:cubicBezTo>
                      <a:pt x="45" y="4"/>
                      <a:pt x="44" y="4"/>
                      <a:pt x="44" y="8"/>
                    </a:cubicBezTo>
                    <a:cubicBezTo>
                      <a:pt x="44" y="6"/>
                      <a:pt x="43" y="6"/>
                      <a:pt x="43" y="5"/>
                    </a:cubicBezTo>
                    <a:cubicBezTo>
                      <a:pt x="43" y="6"/>
                      <a:pt x="43" y="7"/>
                      <a:pt x="43" y="7"/>
                    </a:cubicBezTo>
                    <a:cubicBezTo>
                      <a:pt x="43" y="5"/>
                      <a:pt x="43" y="5"/>
                      <a:pt x="43" y="5"/>
                    </a:cubicBezTo>
                    <a:cubicBezTo>
                      <a:pt x="42" y="4"/>
                      <a:pt x="42" y="6"/>
                      <a:pt x="42" y="7"/>
                    </a:cubicBezTo>
                    <a:cubicBezTo>
                      <a:pt x="42" y="6"/>
                      <a:pt x="42" y="6"/>
                      <a:pt x="42" y="6"/>
                    </a:cubicBezTo>
                    <a:cubicBezTo>
                      <a:pt x="42" y="4"/>
                      <a:pt x="42" y="7"/>
                      <a:pt x="42" y="7"/>
                    </a:cubicBezTo>
                    <a:cubicBezTo>
                      <a:pt x="42" y="6"/>
                      <a:pt x="42" y="6"/>
                      <a:pt x="42" y="6"/>
                    </a:cubicBezTo>
                    <a:cubicBezTo>
                      <a:pt x="42" y="7"/>
                      <a:pt x="42" y="7"/>
                      <a:pt x="42" y="7"/>
                    </a:cubicBezTo>
                    <a:cubicBezTo>
                      <a:pt x="42" y="8"/>
                      <a:pt x="42" y="8"/>
                      <a:pt x="41" y="6"/>
                    </a:cubicBezTo>
                    <a:cubicBezTo>
                      <a:pt x="41" y="7"/>
                      <a:pt x="41" y="7"/>
                      <a:pt x="41" y="7"/>
                    </a:cubicBezTo>
                    <a:cubicBezTo>
                      <a:pt x="41" y="6"/>
                      <a:pt x="41" y="6"/>
                      <a:pt x="40" y="7"/>
                    </a:cubicBezTo>
                    <a:cubicBezTo>
                      <a:pt x="41" y="7"/>
                      <a:pt x="41" y="8"/>
                      <a:pt x="41" y="9"/>
                    </a:cubicBezTo>
                    <a:cubicBezTo>
                      <a:pt x="41" y="12"/>
                      <a:pt x="41" y="9"/>
                      <a:pt x="41" y="10"/>
                    </a:cubicBezTo>
                    <a:cubicBezTo>
                      <a:pt x="40" y="8"/>
                      <a:pt x="40" y="8"/>
                      <a:pt x="40" y="8"/>
                    </a:cubicBezTo>
                    <a:cubicBezTo>
                      <a:pt x="40" y="5"/>
                      <a:pt x="39" y="7"/>
                      <a:pt x="39" y="7"/>
                    </a:cubicBezTo>
                    <a:cubicBezTo>
                      <a:pt x="39" y="8"/>
                      <a:pt x="39" y="8"/>
                      <a:pt x="39" y="8"/>
                    </a:cubicBezTo>
                    <a:cubicBezTo>
                      <a:pt x="38" y="6"/>
                      <a:pt x="38" y="8"/>
                      <a:pt x="38" y="8"/>
                    </a:cubicBezTo>
                    <a:cubicBezTo>
                      <a:pt x="38" y="9"/>
                      <a:pt x="38" y="11"/>
                      <a:pt x="38" y="11"/>
                    </a:cubicBezTo>
                    <a:cubicBezTo>
                      <a:pt x="38" y="13"/>
                      <a:pt x="38" y="9"/>
                      <a:pt x="37" y="8"/>
                    </a:cubicBezTo>
                    <a:cubicBezTo>
                      <a:pt x="37" y="9"/>
                      <a:pt x="37" y="9"/>
                      <a:pt x="37" y="9"/>
                    </a:cubicBezTo>
                    <a:cubicBezTo>
                      <a:pt x="37" y="8"/>
                      <a:pt x="37" y="8"/>
                      <a:pt x="37" y="8"/>
                    </a:cubicBezTo>
                    <a:cubicBezTo>
                      <a:pt x="37" y="9"/>
                      <a:pt x="37" y="10"/>
                      <a:pt x="37" y="9"/>
                    </a:cubicBezTo>
                    <a:cubicBezTo>
                      <a:pt x="37" y="9"/>
                      <a:pt x="37" y="9"/>
                      <a:pt x="37" y="9"/>
                    </a:cubicBezTo>
                    <a:cubicBezTo>
                      <a:pt x="36" y="9"/>
                      <a:pt x="36" y="8"/>
                      <a:pt x="36" y="8"/>
                    </a:cubicBezTo>
                    <a:cubicBezTo>
                      <a:pt x="36" y="10"/>
                      <a:pt x="36" y="9"/>
                      <a:pt x="36" y="10"/>
                    </a:cubicBezTo>
                    <a:cubicBezTo>
                      <a:pt x="36" y="10"/>
                      <a:pt x="36" y="10"/>
                      <a:pt x="36" y="10"/>
                    </a:cubicBezTo>
                    <a:cubicBezTo>
                      <a:pt x="36" y="11"/>
                      <a:pt x="36" y="11"/>
                      <a:pt x="36" y="11"/>
                    </a:cubicBezTo>
                    <a:cubicBezTo>
                      <a:pt x="36" y="10"/>
                      <a:pt x="36" y="10"/>
                      <a:pt x="36" y="10"/>
                    </a:cubicBezTo>
                    <a:cubicBezTo>
                      <a:pt x="36" y="9"/>
                      <a:pt x="36" y="9"/>
                      <a:pt x="36" y="9"/>
                    </a:cubicBezTo>
                    <a:cubicBezTo>
                      <a:pt x="35" y="8"/>
                      <a:pt x="36" y="10"/>
                      <a:pt x="36" y="11"/>
                    </a:cubicBezTo>
                    <a:cubicBezTo>
                      <a:pt x="36" y="12"/>
                      <a:pt x="36" y="11"/>
                      <a:pt x="35" y="10"/>
                    </a:cubicBezTo>
                    <a:cubicBezTo>
                      <a:pt x="35" y="9"/>
                      <a:pt x="36" y="10"/>
                      <a:pt x="36" y="10"/>
                    </a:cubicBezTo>
                    <a:cubicBezTo>
                      <a:pt x="35" y="9"/>
                      <a:pt x="35" y="9"/>
                      <a:pt x="35" y="9"/>
                    </a:cubicBezTo>
                    <a:cubicBezTo>
                      <a:pt x="35" y="9"/>
                      <a:pt x="36" y="10"/>
                      <a:pt x="35" y="10"/>
                    </a:cubicBezTo>
                    <a:cubicBezTo>
                      <a:pt x="35" y="10"/>
                      <a:pt x="35" y="10"/>
                      <a:pt x="35" y="9"/>
                    </a:cubicBezTo>
                    <a:cubicBezTo>
                      <a:pt x="35" y="10"/>
                      <a:pt x="35" y="10"/>
                      <a:pt x="35" y="10"/>
                    </a:cubicBezTo>
                    <a:cubicBezTo>
                      <a:pt x="35" y="11"/>
                      <a:pt x="35" y="11"/>
                      <a:pt x="35" y="12"/>
                    </a:cubicBezTo>
                    <a:cubicBezTo>
                      <a:pt x="35" y="12"/>
                      <a:pt x="35" y="13"/>
                      <a:pt x="35" y="12"/>
                    </a:cubicBezTo>
                    <a:cubicBezTo>
                      <a:pt x="35" y="12"/>
                      <a:pt x="35" y="12"/>
                      <a:pt x="35" y="12"/>
                    </a:cubicBezTo>
                    <a:cubicBezTo>
                      <a:pt x="35" y="12"/>
                      <a:pt x="35" y="12"/>
                      <a:pt x="35" y="13"/>
                    </a:cubicBezTo>
                    <a:cubicBezTo>
                      <a:pt x="35" y="11"/>
                      <a:pt x="35" y="11"/>
                      <a:pt x="35" y="11"/>
                    </a:cubicBezTo>
                    <a:cubicBezTo>
                      <a:pt x="35" y="12"/>
                      <a:pt x="35" y="12"/>
                      <a:pt x="35" y="13"/>
                    </a:cubicBezTo>
                    <a:cubicBezTo>
                      <a:pt x="34" y="11"/>
                      <a:pt x="34" y="9"/>
                      <a:pt x="33" y="9"/>
                    </a:cubicBezTo>
                    <a:cubicBezTo>
                      <a:pt x="34" y="10"/>
                      <a:pt x="34" y="10"/>
                      <a:pt x="34" y="10"/>
                    </a:cubicBezTo>
                    <a:cubicBezTo>
                      <a:pt x="34" y="11"/>
                      <a:pt x="33" y="10"/>
                      <a:pt x="33" y="9"/>
                    </a:cubicBezTo>
                    <a:cubicBezTo>
                      <a:pt x="33" y="8"/>
                      <a:pt x="34" y="14"/>
                      <a:pt x="33" y="13"/>
                    </a:cubicBezTo>
                    <a:cubicBezTo>
                      <a:pt x="33" y="11"/>
                      <a:pt x="33" y="10"/>
                      <a:pt x="32" y="10"/>
                    </a:cubicBezTo>
                    <a:cubicBezTo>
                      <a:pt x="33" y="10"/>
                      <a:pt x="33" y="11"/>
                      <a:pt x="33" y="11"/>
                    </a:cubicBezTo>
                    <a:cubicBezTo>
                      <a:pt x="33" y="12"/>
                      <a:pt x="32" y="10"/>
                      <a:pt x="33" y="11"/>
                    </a:cubicBezTo>
                    <a:cubicBezTo>
                      <a:pt x="33" y="12"/>
                      <a:pt x="33" y="12"/>
                      <a:pt x="33" y="12"/>
                    </a:cubicBezTo>
                    <a:cubicBezTo>
                      <a:pt x="32" y="8"/>
                      <a:pt x="32" y="11"/>
                      <a:pt x="31" y="9"/>
                    </a:cubicBezTo>
                    <a:cubicBezTo>
                      <a:pt x="31" y="12"/>
                      <a:pt x="31" y="10"/>
                      <a:pt x="31" y="11"/>
                    </a:cubicBezTo>
                    <a:cubicBezTo>
                      <a:pt x="30" y="9"/>
                      <a:pt x="31" y="12"/>
                      <a:pt x="30" y="10"/>
                    </a:cubicBezTo>
                    <a:cubicBezTo>
                      <a:pt x="31" y="13"/>
                      <a:pt x="31" y="13"/>
                      <a:pt x="31" y="13"/>
                    </a:cubicBezTo>
                    <a:cubicBezTo>
                      <a:pt x="30" y="11"/>
                      <a:pt x="32" y="16"/>
                      <a:pt x="31" y="13"/>
                    </a:cubicBezTo>
                    <a:cubicBezTo>
                      <a:pt x="30" y="13"/>
                      <a:pt x="30" y="12"/>
                      <a:pt x="30" y="11"/>
                    </a:cubicBezTo>
                    <a:cubicBezTo>
                      <a:pt x="29" y="9"/>
                      <a:pt x="30" y="14"/>
                      <a:pt x="29" y="11"/>
                    </a:cubicBezTo>
                    <a:cubicBezTo>
                      <a:pt x="30" y="14"/>
                      <a:pt x="30" y="14"/>
                      <a:pt x="30" y="14"/>
                    </a:cubicBezTo>
                    <a:cubicBezTo>
                      <a:pt x="30" y="13"/>
                      <a:pt x="29" y="12"/>
                      <a:pt x="29" y="11"/>
                    </a:cubicBezTo>
                    <a:cubicBezTo>
                      <a:pt x="29" y="12"/>
                      <a:pt x="29" y="13"/>
                      <a:pt x="29" y="12"/>
                    </a:cubicBezTo>
                    <a:cubicBezTo>
                      <a:pt x="28" y="11"/>
                      <a:pt x="28" y="11"/>
                      <a:pt x="28" y="11"/>
                    </a:cubicBezTo>
                    <a:cubicBezTo>
                      <a:pt x="28" y="10"/>
                      <a:pt x="28" y="11"/>
                      <a:pt x="28" y="12"/>
                    </a:cubicBezTo>
                    <a:cubicBezTo>
                      <a:pt x="28" y="11"/>
                      <a:pt x="28" y="12"/>
                      <a:pt x="27" y="11"/>
                    </a:cubicBezTo>
                    <a:cubicBezTo>
                      <a:pt x="28" y="13"/>
                      <a:pt x="26" y="10"/>
                      <a:pt x="27" y="13"/>
                    </a:cubicBezTo>
                    <a:cubicBezTo>
                      <a:pt x="27" y="12"/>
                      <a:pt x="27" y="12"/>
                      <a:pt x="27" y="12"/>
                    </a:cubicBezTo>
                    <a:cubicBezTo>
                      <a:pt x="27" y="13"/>
                      <a:pt x="28" y="15"/>
                      <a:pt x="28" y="15"/>
                    </a:cubicBezTo>
                    <a:cubicBezTo>
                      <a:pt x="27" y="13"/>
                      <a:pt x="27" y="13"/>
                      <a:pt x="27" y="13"/>
                    </a:cubicBezTo>
                    <a:cubicBezTo>
                      <a:pt x="26" y="11"/>
                      <a:pt x="27" y="13"/>
                      <a:pt x="26" y="12"/>
                    </a:cubicBezTo>
                    <a:cubicBezTo>
                      <a:pt x="27" y="13"/>
                      <a:pt x="26" y="12"/>
                      <a:pt x="26" y="13"/>
                    </a:cubicBezTo>
                    <a:cubicBezTo>
                      <a:pt x="26" y="14"/>
                      <a:pt x="26" y="14"/>
                      <a:pt x="26" y="14"/>
                    </a:cubicBezTo>
                    <a:cubicBezTo>
                      <a:pt x="27" y="15"/>
                      <a:pt x="27" y="15"/>
                      <a:pt x="27" y="15"/>
                    </a:cubicBezTo>
                    <a:cubicBezTo>
                      <a:pt x="26" y="15"/>
                      <a:pt x="26" y="13"/>
                      <a:pt x="26" y="13"/>
                    </a:cubicBezTo>
                    <a:cubicBezTo>
                      <a:pt x="25" y="12"/>
                      <a:pt x="26" y="13"/>
                      <a:pt x="26" y="13"/>
                    </a:cubicBezTo>
                    <a:cubicBezTo>
                      <a:pt x="26" y="13"/>
                      <a:pt x="26" y="13"/>
                      <a:pt x="26" y="14"/>
                    </a:cubicBezTo>
                    <a:cubicBezTo>
                      <a:pt x="26" y="13"/>
                      <a:pt x="26" y="13"/>
                      <a:pt x="26" y="13"/>
                    </a:cubicBezTo>
                    <a:cubicBezTo>
                      <a:pt x="26" y="13"/>
                      <a:pt x="26" y="13"/>
                      <a:pt x="26" y="14"/>
                    </a:cubicBezTo>
                    <a:cubicBezTo>
                      <a:pt x="26" y="13"/>
                      <a:pt x="26" y="13"/>
                      <a:pt x="25" y="13"/>
                    </a:cubicBezTo>
                    <a:cubicBezTo>
                      <a:pt x="26" y="13"/>
                      <a:pt x="26" y="13"/>
                      <a:pt x="26" y="13"/>
                    </a:cubicBezTo>
                    <a:cubicBezTo>
                      <a:pt x="25" y="13"/>
                      <a:pt x="25" y="13"/>
                      <a:pt x="25" y="13"/>
                    </a:cubicBezTo>
                    <a:cubicBezTo>
                      <a:pt x="25" y="13"/>
                      <a:pt x="25" y="13"/>
                      <a:pt x="25" y="13"/>
                    </a:cubicBezTo>
                    <a:cubicBezTo>
                      <a:pt x="25" y="13"/>
                      <a:pt x="25" y="13"/>
                      <a:pt x="25" y="13"/>
                    </a:cubicBezTo>
                    <a:cubicBezTo>
                      <a:pt x="25" y="11"/>
                      <a:pt x="25" y="11"/>
                      <a:pt x="25" y="11"/>
                    </a:cubicBezTo>
                    <a:cubicBezTo>
                      <a:pt x="24" y="11"/>
                      <a:pt x="25" y="13"/>
                      <a:pt x="25" y="13"/>
                    </a:cubicBezTo>
                    <a:cubicBezTo>
                      <a:pt x="24" y="12"/>
                      <a:pt x="24" y="14"/>
                      <a:pt x="24" y="15"/>
                    </a:cubicBezTo>
                    <a:cubicBezTo>
                      <a:pt x="24" y="15"/>
                      <a:pt x="24" y="14"/>
                      <a:pt x="24" y="14"/>
                    </a:cubicBezTo>
                    <a:cubicBezTo>
                      <a:pt x="24" y="15"/>
                      <a:pt x="24" y="16"/>
                      <a:pt x="24" y="15"/>
                    </a:cubicBezTo>
                    <a:cubicBezTo>
                      <a:pt x="24" y="16"/>
                      <a:pt x="23" y="14"/>
                      <a:pt x="23" y="14"/>
                    </a:cubicBezTo>
                    <a:cubicBezTo>
                      <a:pt x="23" y="14"/>
                      <a:pt x="24" y="15"/>
                      <a:pt x="24" y="15"/>
                    </a:cubicBezTo>
                    <a:cubicBezTo>
                      <a:pt x="23" y="13"/>
                      <a:pt x="23" y="17"/>
                      <a:pt x="23" y="15"/>
                    </a:cubicBezTo>
                    <a:cubicBezTo>
                      <a:pt x="23" y="15"/>
                      <a:pt x="22" y="14"/>
                      <a:pt x="22" y="14"/>
                    </a:cubicBezTo>
                    <a:cubicBezTo>
                      <a:pt x="22" y="15"/>
                      <a:pt x="22" y="16"/>
                      <a:pt x="23" y="17"/>
                    </a:cubicBezTo>
                    <a:cubicBezTo>
                      <a:pt x="22" y="16"/>
                      <a:pt x="22" y="16"/>
                      <a:pt x="22" y="16"/>
                    </a:cubicBezTo>
                    <a:cubicBezTo>
                      <a:pt x="22" y="16"/>
                      <a:pt x="22" y="16"/>
                      <a:pt x="22" y="17"/>
                    </a:cubicBezTo>
                    <a:cubicBezTo>
                      <a:pt x="23" y="18"/>
                      <a:pt x="23" y="20"/>
                      <a:pt x="23" y="19"/>
                    </a:cubicBezTo>
                    <a:cubicBezTo>
                      <a:pt x="23" y="19"/>
                      <a:pt x="23" y="19"/>
                      <a:pt x="23" y="19"/>
                    </a:cubicBezTo>
                    <a:cubicBezTo>
                      <a:pt x="22" y="20"/>
                      <a:pt x="22" y="20"/>
                      <a:pt x="22" y="20"/>
                    </a:cubicBezTo>
                    <a:cubicBezTo>
                      <a:pt x="22" y="19"/>
                      <a:pt x="22" y="20"/>
                      <a:pt x="22" y="19"/>
                    </a:cubicBezTo>
                    <a:cubicBezTo>
                      <a:pt x="21" y="16"/>
                      <a:pt x="21" y="17"/>
                      <a:pt x="21" y="17"/>
                    </a:cubicBezTo>
                    <a:cubicBezTo>
                      <a:pt x="21" y="19"/>
                      <a:pt x="21" y="19"/>
                      <a:pt x="21" y="19"/>
                    </a:cubicBezTo>
                    <a:cubicBezTo>
                      <a:pt x="21" y="19"/>
                      <a:pt x="21" y="17"/>
                      <a:pt x="21" y="17"/>
                    </a:cubicBezTo>
                    <a:cubicBezTo>
                      <a:pt x="22" y="22"/>
                      <a:pt x="22" y="22"/>
                      <a:pt x="22" y="22"/>
                    </a:cubicBezTo>
                    <a:cubicBezTo>
                      <a:pt x="22" y="22"/>
                      <a:pt x="21" y="20"/>
                      <a:pt x="21" y="19"/>
                    </a:cubicBezTo>
                    <a:cubicBezTo>
                      <a:pt x="21" y="20"/>
                      <a:pt x="22" y="22"/>
                      <a:pt x="22" y="24"/>
                    </a:cubicBezTo>
                    <a:cubicBezTo>
                      <a:pt x="22" y="24"/>
                      <a:pt x="22" y="25"/>
                      <a:pt x="22" y="25"/>
                    </a:cubicBezTo>
                    <a:cubicBezTo>
                      <a:pt x="21" y="24"/>
                      <a:pt x="22" y="25"/>
                      <a:pt x="22" y="24"/>
                    </a:cubicBezTo>
                    <a:cubicBezTo>
                      <a:pt x="21" y="22"/>
                      <a:pt x="21" y="22"/>
                      <a:pt x="21" y="22"/>
                    </a:cubicBezTo>
                    <a:cubicBezTo>
                      <a:pt x="21" y="22"/>
                      <a:pt x="20" y="20"/>
                      <a:pt x="20" y="19"/>
                    </a:cubicBezTo>
                    <a:cubicBezTo>
                      <a:pt x="20" y="20"/>
                      <a:pt x="19" y="19"/>
                      <a:pt x="19" y="19"/>
                    </a:cubicBezTo>
                    <a:cubicBezTo>
                      <a:pt x="20" y="22"/>
                      <a:pt x="19" y="21"/>
                      <a:pt x="20" y="23"/>
                    </a:cubicBezTo>
                    <a:cubicBezTo>
                      <a:pt x="20" y="24"/>
                      <a:pt x="19" y="21"/>
                      <a:pt x="19" y="21"/>
                    </a:cubicBezTo>
                    <a:cubicBezTo>
                      <a:pt x="19" y="22"/>
                      <a:pt x="18" y="21"/>
                      <a:pt x="18" y="22"/>
                    </a:cubicBezTo>
                    <a:cubicBezTo>
                      <a:pt x="18" y="21"/>
                      <a:pt x="18" y="21"/>
                      <a:pt x="18" y="21"/>
                    </a:cubicBezTo>
                    <a:cubicBezTo>
                      <a:pt x="18" y="22"/>
                      <a:pt x="17" y="21"/>
                      <a:pt x="18" y="24"/>
                    </a:cubicBezTo>
                    <a:cubicBezTo>
                      <a:pt x="17" y="22"/>
                      <a:pt x="17" y="22"/>
                      <a:pt x="17" y="22"/>
                    </a:cubicBezTo>
                    <a:cubicBezTo>
                      <a:pt x="17" y="22"/>
                      <a:pt x="19" y="25"/>
                      <a:pt x="18" y="24"/>
                    </a:cubicBezTo>
                    <a:cubicBezTo>
                      <a:pt x="17" y="23"/>
                      <a:pt x="17" y="23"/>
                      <a:pt x="17" y="23"/>
                    </a:cubicBezTo>
                    <a:cubicBezTo>
                      <a:pt x="18" y="24"/>
                      <a:pt x="16" y="22"/>
                      <a:pt x="17" y="24"/>
                    </a:cubicBezTo>
                    <a:cubicBezTo>
                      <a:pt x="17" y="23"/>
                      <a:pt x="17" y="23"/>
                      <a:pt x="17" y="23"/>
                    </a:cubicBezTo>
                    <a:cubicBezTo>
                      <a:pt x="17" y="23"/>
                      <a:pt x="16" y="23"/>
                      <a:pt x="17" y="25"/>
                    </a:cubicBezTo>
                    <a:cubicBezTo>
                      <a:pt x="16" y="23"/>
                      <a:pt x="16" y="23"/>
                      <a:pt x="16" y="23"/>
                    </a:cubicBezTo>
                    <a:cubicBezTo>
                      <a:pt x="15" y="22"/>
                      <a:pt x="17" y="25"/>
                      <a:pt x="16" y="24"/>
                    </a:cubicBezTo>
                    <a:cubicBezTo>
                      <a:pt x="16" y="24"/>
                      <a:pt x="16" y="23"/>
                      <a:pt x="16" y="23"/>
                    </a:cubicBezTo>
                    <a:cubicBezTo>
                      <a:pt x="16" y="24"/>
                      <a:pt x="16" y="24"/>
                      <a:pt x="16" y="25"/>
                    </a:cubicBezTo>
                    <a:cubicBezTo>
                      <a:pt x="15" y="23"/>
                      <a:pt x="15" y="23"/>
                      <a:pt x="15" y="23"/>
                    </a:cubicBezTo>
                    <a:cubicBezTo>
                      <a:pt x="14" y="23"/>
                      <a:pt x="13" y="23"/>
                      <a:pt x="13" y="26"/>
                    </a:cubicBezTo>
                    <a:cubicBezTo>
                      <a:pt x="11" y="24"/>
                      <a:pt x="12" y="24"/>
                      <a:pt x="11" y="23"/>
                    </a:cubicBezTo>
                    <a:cubicBezTo>
                      <a:pt x="12" y="25"/>
                      <a:pt x="11" y="24"/>
                      <a:pt x="11" y="24"/>
                    </a:cubicBezTo>
                    <a:cubicBezTo>
                      <a:pt x="11" y="24"/>
                      <a:pt x="11" y="24"/>
                      <a:pt x="11" y="24"/>
                    </a:cubicBezTo>
                    <a:cubicBezTo>
                      <a:pt x="11" y="25"/>
                      <a:pt x="11" y="23"/>
                      <a:pt x="11" y="24"/>
                    </a:cubicBezTo>
                    <a:cubicBezTo>
                      <a:pt x="11" y="25"/>
                      <a:pt x="11" y="25"/>
                      <a:pt x="11" y="25"/>
                    </a:cubicBezTo>
                    <a:cubicBezTo>
                      <a:pt x="12" y="26"/>
                      <a:pt x="10" y="22"/>
                      <a:pt x="11" y="25"/>
                    </a:cubicBezTo>
                    <a:cubicBezTo>
                      <a:pt x="10" y="23"/>
                      <a:pt x="10" y="23"/>
                      <a:pt x="10" y="23"/>
                    </a:cubicBezTo>
                    <a:cubicBezTo>
                      <a:pt x="11" y="26"/>
                      <a:pt x="9" y="23"/>
                      <a:pt x="10" y="25"/>
                    </a:cubicBezTo>
                    <a:cubicBezTo>
                      <a:pt x="10" y="24"/>
                      <a:pt x="10" y="24"/>
                      <a:pt x="10" y="24"/>
                    </a:cubicBezTo>
                    <a:cubicBezTo>
                      <a:pt x="9" y="24"/>
                      <a:pt x="11" y="27"/>
                      <a:pt x="10" y="25"/>
                    </a:cubicBezTo>
                    <a:cubicBezTo>
                      <a:pt x="10" y="26"/>
                      <a:pt x="10" y="26"/>
                      <a:pt x="11" y="28"/>
                    </a:cubicBezTo>
                    <a:cubicBezTo>
                      <a:pt x="9" y="26"/>
                      <a:pt x="9" y="26"/>
                      <a:pt x="9" y="26"/>
                    </a:cubicBezTo>
                    <a:cubicBezTo>
                      <a:pt x="9" y="27"/>
                      <a:pt x="8" y="27"/>
                      <a:pt x="9" y="30"/>
                    </a:cubicBezTo>
                    <a:cubicBezTo>
                      <a:pt x="8" y="29"/>
                      <a:pt x="8" y="29"/>
                      <a:pt x="8" y="29"/>
                    </a:cubicBezTo>
                    <a:cubicBezTo>
                      <a:pt x="9" y="31"/>
                      <a:pt x="6" y="27"/>
                      <a:pt x="8" y="31"/>
                    </a:cubicBezTo>
                    <a:cubicBezTo>
                      <a:pt x="9" y="33"/>
                      <a:pt x="9" y="33"/>
                      <a:pt x="9" y="33"/>
                    </a:cubicBezTo>
                    <a:cubicBezTo>
                      <a:pt x="8" y="30"/>
                      <a:pt x="8" y="30"/>
                      <a:pt x="8" y="30"/>
                    </a:cubicBezTo>
                    <a:cubicBezTo>
                      <a:pt x="8" y="32"/>
                      <a:pt x="7" y="31"/>
                      <a:pt x="8" y="32"/>
                    </a:cubicBezTo>
                    <a:cubicBezTo>
                      <a:pt x="7" y="31"/>
                      <a:pt x="7" y="31"/>
                      <a:pt x="7" y="31"/>
                    </a:cubicBezTo>
                    <a:cubicBezTo>
                      <a:pt x="7" y="31"/>
                      <a:pt x="8" y="33"/>
                      <a:pt x="8" y="33"/>
                    </a:cubicBezTo>
                    <a:cubicBezTo>
                      <a:pt x="7" y="32"/>
                      <a:pt x="7" y="32"/>
                      <a:pt x="7" y="32"/>
                    </a:cubicBezTo>
                    <a:cubicBezTo>
                      <a:pt x="5" y="30"/>
                      <a:pt x="2" y="29"/>
                      <a:pt x="4" y="33"/>
                    </a:cubicBezTo>
                    <a:cubicBezTo>
                      <a:pt x="4" y="33"/>
                      <a:pt x="3" y="31"/>
                      <a:pt x="3" y="31"/>
                    </a:cubicBezTo>
                    <a:cubicBezTo>
                      <a:pt x="4" y="34"/>
                      <a:pt x="0" y="30"/>
                      <a:pt x="2" y="35"/>
                    </a:cubicBezTo>
                    <a:cubicBezTo>
                      <a:pt x="3" y="36"/>
                      <a:pt x="6" y="41"/>
                      <a:pt x="6" y="41"/>
                    </a:cubicBezTo>
                    <a:cubicBezTo>
                      <a:pt x="6" y="39"/>
                      <a:pt x="9" y="40"/>
                      <a:pt x="11" y="42"/>
                    </a:cubicBezTo>
                    <a:cubicBezTo>
                      <a:pt x="11" y="41"/>
                      <a:pt x="11" y="40"/>
                      <a:pt x="12" y="41"/>
                    </a:cubicBezTo>
                    <a:cubicBezTo>
                      <a:pt x="13" y="40"/>
                      <a:pt x="17" y="43"/>
                      <a:pt x="17" y="40"/>
                    </a:cubicBezTo>
                    <a:cubicBezTo>
                      <a:pt x="17" y="40"/>
                      <a:pt x="16" y="39"/>
                      <a:pt x="16" y="38"/>
                    </a:cubicBezTo>
                    <a:cubicBezTo>
                      <a:pt x="17" y="39"/>
                      <a:pt x="17" y="39"/>
                      <a:pt x="17" y="39"/>
                    </a:cubicBezTo>
                    <a:cubicBezTo>
                      <a:pt x="16" y="38"/>
                      <a:pt x="16" y="38"/>
                      <a:pt x="16" y="38"/>
                    </a:cubicBezTo>
                    <a:cubicBezTo>
                      <a:pt x="16" y="37"/>
                      <a:pt x="17" y="39"/>
                      <a:pt x="17" y="39"/>
                    </a:cubicBezTo>
                    <a:cubicBezTo>
                      <a:pt x="17" y="39"/>
                      <a:pt x="18" y="38"/>
                      <a:pt x="18" y="38"/>
                    </a:cubicBezTo>
                    <a:cubicBezTo>
                      <a:pt x="18" y="36"/>
                      <a:pt x="19" y="38"/>
                      <a:pt x="18" y="36"/>
                    </a:cubicBezTo>
                    <a:cubicBezTo>
                      <a:pt x="18" y="37"/>
                      <a:pt x="18" y="37"/>
                      <a:pt x="18" y="37"/>
                    </a:cubicBezTo>
                    <a:cubicBezTo>
                      <a:pt x="18" y="36"/>
                      <a:pt x="18" y="35"/>
                      <a:pt x="20" y="38"/>
                    </a:cubicBezTo>
                    <a:cubicBezTo>
                      <a:pt x="22" y="39"/>
                      <a:pt x="23" y="37"/>
                      <a:pt x="25" y="37"/>
                    </a:cubicBezTo>
                    <a:cubicBezTo>
                      <a:pt x="26" y="35"/>
                      <a:pt x="27" y="33"/>
                      <a:pt x="29" y="32"/>
                    </a:cubicBezTo>
                    <a:cubicBezTo>
                      <a:pt x="28" y="28"/>
                      <a:pt x="29" y="30"/>
                      <a:pt x="28" y="27"/>
                    </a:cubicBezTo>
                    <a:cubicBezTo>
                      <a:pt x="29" y="28"/>
                      <a:pt x="29" y="28"/>
                      <a:pt x="29" y="28"/>
                    </a:cubicBezTo>
                    <a:cubicBezTo>
                      <a:pt x="28" y="26"/>
                      <a:pt x="29" y="28"/>
                      <a:pt x="30" y="29"/>
                    </a:cubicBezTo>
                    <a:cubicBezTo>
                      <a:pt x="29" y="28"/>
                      <a:pt x="30" y="29"/>
                      <a:pt x="29" y="27"/>
                    </a:cubicBezTo>
                    <a:cubicBezTo>
                      <a:pt x="29" y="25"/>
                      <a:pt x="30" y="30"/>
                      <a:pt x="30" y="29"/>
                    </a:cubicBezTo>
                    <a:cubicBezTo>
                      <a:pt x="30" y="29"/>
                      <a:pt x="30" y="27"/>
                      <a:pt x="30" y="28"/>
                    </a:cubicBezTo>
                    <a:cubicBezTo>
                      <a:pt x="30" y="26"/>
                      <a:pt x="30" y="29"/>
                      <a:pt x="31" y="31"/>
                    </a:cubicBezTo>
                    <a:cubicBezTo>
                      <a:pt x="32" y="30"/>
                      <a:pt x="32" y="28"/>
                      <a:pt x="33" y="29"/>
                    </a:cubicBezTo>
                    <a:cubicBezTo>
                      <a:pt x="33" y="29"/>
                      <a:pt x="33" y="27"/>
                      <a:pt x="33" y="27"/>
                    </a:cubicBezTo>
                    <a:cubicBezTo>
                      <a:pt x="34" y="30"/>
                      <a:pt x="33" y="26"/>
                      <a:pt x="33" y="27"/>
                    </a:cubicBezTo>
                    <a:cubicBezTo>
                      <a:pt x="34" y="28"/>
                      <a:pt x="34" y="28"/>
                      <a:pt x="34" y="28"/>
                    </a:cubicBezTo>
                    <a:cubicBezTo>
                      <a:pt x="34" y="30"/>
                      <a:pt x="34" y="28"/>
                      <a:pt x="35" y="29"/>
                    </a:cubicBezTo>
                    <a:cubicBezTo>
                      <a:pt x="35" y="28"/>
                      <a:pt x="36" y="30"/>
                      <a:pt x="36" y="29"/>
                    </a:cubicBezTo>
                    <a:cubicBezTo>
                      <a:pt x="36" y="30"/>
                      <a:pt x="36" y="29"/>
                      <a:pt x="36" y="30"/>
                    </a:cubicBezTo>
                    <a:cubicBezTo>
                      <a:pt x="36" y="26"/>
                      <a:pt x="37" y="31"/>
                      <a:pt x="37" y="29"/>
                    </a:cubicBezTo>
                    <a:cubicBezTo>
                      <a:pt x="37" y="29"/>
                      <a:pt x="37" y="29"/>
                      <a:pt x="37" y="29"/>
                    </a:cubicBezTo>
                    <a:cubicBezTo>
                      <a:pt x="38" y="29"/>
                      <a:pt x="39" y="29"/>
                      <a:pt x="40" y="27"/>
                    </a:cubicBezTo>
                    <a:cubicBezTo>
                      <a:pt x="40" y="27"/>
                      <a:pt x="41" y="30"/>
                      <a:pt x="41" y="28"/>
                    </a:cubicBezTo>
                    <a:cubicBezTo>
                      <a:pt x="41" y="27"/>
                      <a:pt x="41" y="27"/>
                      <a:pt x="41" y="27"/>
                    </a:cubicBezTo>
                    <a:cubicBezTo>
                      <a:pt x="41" y="27"/>
                      <a:pt x="41" y="28"/>
                      <a:pt x="42" y="28"/>
                    </a:cubicBezTo>
                    <a:cubicBezTo>
                      <a:pt x="42" y="27"/>
                      <a:pt x="42" y="28"/>
                      <a:pt x="43" y="28"/>
                    </a:cubicBezTo>
                    <a:cubicBezTo>
                      <a:pt x="43" y="28"/>
                      <a:pt x="43" y="27"/>
                      <a:pt x="42" y="27"/>
                    </a:cubicBezTo>
                    <a:cubicBezTo>
                      <a:pt x="43" y="29"/>
                      <a:pt x="43" y="26"/>
                      <a:pt x="44" y="27"/>
                    </a:cubicBezTo>
                    <a:cubicBezTo>
                      <a:pt x="43" y="24"/>
                      <a:pt x="44" y="26"/>
                      <a:pt x="44" y="2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1" name="Freeform 193"/>
              <p:cNvSpPr/>
              <p:nvPr/>
            </p:nvSpPr>
            <p:spPr bwMode="auto">
              <a:xfrm>
                <a:off x="3192" y="2160"/>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2" name="Freeform 194"/>
              <p:cNvSpPr/>
              <p:nvPr/>
            </p:nvSpPr>
            <p:spPr bwMode="auto">
              <a:xfrm>
                <a:off x="3146" y="2177"/>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3" name="Freeform 195"/>
              <p:cNvSpPr/>
              <p:nvPr/>
            </p:nvSpPr>
            <p:spPr bwMode="auto">
              <a:xfrm>
                <a:off x="3264" y="1853"/>
                <a:ext cx="2" cy="4"/>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1" y="0"/>
                      <a:pt x="0" y="2"/>
                      <a:pt x="0" y="1"/>
                    </a:cubicBezTo>
                    <a:cubicBezTo>
                      <a:pt x="0" y="2"/>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4" name="Freeform 196"/>
              <p:cNvSpPr/>
              <p:nvPr/>
            </p:nvSpPr>
            <p:spPr bwMode="auto">
              <a:xfrm>
                <a:off x="3209" y="1836"/>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5" name="Freeform 197"/>
              <p:cNvSpPr/>
              <p:nvPr/>
            </p:nvSpPr>
            <p:spPr bwMode="auto">
              <a:xfrm>
                <a:off x="3343" y="2470"/>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6" name="Freeform 198"/>
              <p:cNvSpPr/>
              <p:nvPr/>
            </p:nvSpPr>
            <p:spPr bwMode="auto">
              <a:xfrm>
                <a:off x="3186" y="18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7" name="Freeform 199"/>
              <p:cNvSpPr/>
              <p:nvPr/>
            </p:nvSpPr>
            <p:spPr bwMode="auto">
              <a:xfrm>
                <a:off x="3188" y="1825"/>
                <a:ext cx="2" cy="4"/>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0"/>
                      <a:pt x="0" y="2"/>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8" name="Freeform 200"/>
              <p:cNvSpPr/>
              <p:nvPr/>
            </p:nvSpPr>
            <p:spPr bwMode="auto">
              <a:xfrm>
                <a:off x="3184" y="1833"/>
                <a:ext cx="2"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9" name="Freeform 201"/>
              <p:cNvSpPr/>
              <p:nvPr/>
            </p:nvSpPr>
            <p:spPr bwMode="auto">
              <a:xfrm>
                <a:off x="3351" y="2465"/>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0" name="Freeform 202"/>
              <p:cNvSpPr/>
              <p:nvPr/>
            </p:nvSpPr>
            <p:spPr bwMode="auto">
              <a:xfrm>
                <a:off x="3173" y="1831"/>
                <a:ext cx="2" cy="5"/>
              </a:xfrm>
              <a:custGeom>
                <a:avLst/>
                <a:gdLst>
                  <a:gd name="T0" fmla="*/ 2 w 2"/>
                  <a:gd name="T1" fmla="*/ 0 h 5"/>
                  <a:gd name="T2" fmla="*/ 2 w 2"/>
                  <a:gd name="T3" fmla="*/ 0 h 5"/>
                  <a:gd name="T4" fmla="*/ 0 w 2"/>
                  <a:gd name="T5" fmla="*/ 5 h 5"/>
                  <a:gd name="T6" fmla="*/ 2 w 2"/>
                  <a:gd name="T7" fmla="*/ 0 h 5"/>
                </a:gdLst>
                <a:ahLst/>
                <a:cxnLst>
                  <a:cxn ang="0">
                    <a:pos x="T0" y="T1"/>
                  </a:cxn>
                  <a:cxn ang="0">
                    <a:pos x="T2" y="T3"/>
                  </a:cxn>
                  <a:cxn ang="0">
                    <a:pos x="T4" y="T5"/>
                  </a:cxn>
                  <a:cxn ang="0">
                    <a:pos x="T6" y="T7"/>
                  </a:cxn>
                </a:cxnLst>
                <a:rect l="0" t="0" r="r" b="b"/>
                <a:pathLst>
                  <a:path w="2" h="5">
                    <a:moveTo>
                      <a:pt x="2" y="0"/>
                    </a:moveTo>
                    <a:lnTo>
                      <a:pt x="2" y="0"/>
                    </a:lnTo>
                    <a:lnTo>
                      <a:pt x="0" y="5"/>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1" name="Freeform 203"/>
              <p:cNvSpPr/>
              <p:nvPr/>
            </p:nvSpPr>
            <p:spPr bwMode="auto">
              <a:xfrm>
                <a:off x="3536" y="1554"/>
                <a:ext cx="8" cy="2"/>
              </a:xfrm>
              <a:custGeom>
                <a:avLst/>
                <a:gdLst>
                  <a:gd name="T0" fmla="*/ 0 w 4"/>
                  <a:gd name="T1" fmla="*/ 1 h 1"/>
                  <a:gd name="T2" fmla="*/ 0 w 4"/>
                  <a:gd name="T3" fmla="*/ 1 h 1"/>
                  <a:gd name="T4" fmla="*/ 1 w 4"/>
                  <a:gd name="T5" fmla="*/ 1 h 1"/>
                  <a:gd name="T6" fmla="*/ 2 w 4"/>
                  <a:gd name="T7" fmla="*/ 0 h 1"/>
                  <a:gd name="T8" fmla="*/ 4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0" y="1"/>
                      <a:pt x="0" y="1"/>
                    </a:cubicBezTo>
                    <a:cubicBezTo>
                      <a:pt x="0" y="1"/>
                      <a:pt x="1" y="1"/>
                      <a:pt x="1" y="1"/>
                    </a:cubicBezTo>
                    <a:cubicBezTo>
                      <a:pt x="2" y="1"/>
                      <a:pt x="3" y="1"/>
                      <a:pt x="2" y="0"/>
                    </a:cubicBezTo>
                    <a:cubicBezTo>
                      <a:pt x="3" y="0"/>
                      <a:pt x="4" y="0"/>
                      <a:pt x="4" y="0"/>
                    </a:cubicBezTo>
                    <a:cubicBezTo>
                      <a:pt x="3"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2" name="Freeform 204"/>
              <p:cNvSpPr/>
              <p:nvPr/>
            </p:nvSpPr>
            <p:spPr bwMode="auto">
              <a:xfrm>
                <a:off x="3538" y="155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grpSp>
          <p:nvGrpSpPr>
            <p:cNvPr id="6" name="Group 406"/>
            <p:cNvGrpSpPr/>
            <p:nvPr/>
          </p:nvGrpSpPr>
          <p:grpSpPr bwMode="auto">
            <a:xfrm>
              <a:off x="3112" y="1551"/>
              <a:ext cx="1462" cy="1559"/>
              <a:chOff x="3112" y="1551"/>
              <a:chExt cx="1462" cy="1559"/>
            </a:xfrm>
            <a:grpFill/>
          </p:grpSpPr>
          <p:sp>
            <p:nvSpPr>
              <p:cNvPr id="53" name="Freeform 206"/>
              <p:cNvSpPr/>
              <p:nvPr/>
            </p:nvSpPr>
            <p:spPr bwMode="auto">
              <a:xfrm>
                <a:off x="3534" y="1558"/>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4" name="Freeform 207"/>
              <p:cNvSpPr/>
              <p:nvPr/>
            </p:nvSpPr>
            <p:spPr bwMode="auto">
              <a:xfrm>
                <a:off x="3513" y="1581"/>
                <a:ext cx="4"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5" name="Freeform 208"/>
              <p:cNvSpPr/>
              <p:nvPr/>
            </p:nvSpPr>
            <p:spPr bwMode="auto">
              <a:xfrm>
                <a:off x="3513" y="1579"/>
                <a:ext cx="6" cy="2"/>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6" name="Freeform 209"/>
              <p:cNvSpPr/>
              <p:nvPr/>
            </p:nvSpPr>
            <p:spPr bwMode="auto">
              <a:xfrm>
                <a:off x="3536" y="1551"/>
                <a:ext cx="4"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lnTo>
                      <a:pt x="2"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7" name="Freeform 210"/>
              <p:cNvSpPr/>
              <p:nvPr/>
            </p:nvSpPr>
            <p:spPr bwMode="auto">
              <a:xfrm>
                <a:off x="3112" y="1810"/>
                <a:ext cx="161" cy="87"/>
              </a:xfrm>
              <a:custGeom>
                <a:avLst/>
                <a:gdLst>
                  <a:gd name="T0" fmla="*/ 12 w 76"/>
                  <a:gd name="T1" fmla="*/ 18 h 41"/>
                  <a:gd name="T2" fmla="*/ 22 w 76"/>
                  <a:gd name="T3" fmla="*/ 26 h 41"/>
                  <a:gd name="T4" fmla="*/ 33 w 76"/>
                  <a:gd name="T5" fmla="*/ 25 h 41"/>
                  <a:gd name="T6" fmla="*/ 37 w 76"/>
                  <a:gd name="T7" fmla="*/ 28 h 41"/>
                  <a:gd name="T8" fmla="*/ 43 w 76"/>
                  <a:gd name="T9" fmla="*/ 32 h 41"/>
                  <a:gd name="T10" fmla="*/ 48 w 76"/>
                  <a:gd name="T11" fmla="*/ 35 h 41"/>
                  <a:gd name="T12" fmla="*/ 53 w 76"/>
                  <a:gd name="T13" fmla="*/ 33 h 41"/>
                  <a:gd name="T14" fmla="*/ 60 w 76"/>
                  <a:gd name="T15" fmla="*/ 35 h 41"/>
                  <a:gd name="T16" fmla="*/ 63 w 76"/>
                  <a:gd name="T17" fmla="*/ 36 h 41"/>
                  <a:gd name="T18" fmla="*/ 67 w 76"/>
                  <a:gd name="T19" fmla="*/ 40 h 41"/>
                  <a:gd name="T20" fmla="*/ 69 w 76"/>
                  <a:gd name="T21" fmla="*/ 40 h 41"/>
                  <a:gd name="T22" fmla="*/ 72 w 76"/>
                  <a:gd name="T23" fmla="*/ 38 h 41"/>
                  <a:gd name="T24" fmla="*/ 74 w 76"/>
                  <a:gd name="T25" fmla="*/ 36 h 41"/>
                  <a:gd name="T26" fmla="*/ 75 w 76"/>
                  <a:gd name="T27" fmla="*/ 34 h 41"/>
                  <a:gd name="T28" fmla="*/ 71 w 76"/>
                  <a:gd name="T29" fmla="*/ 33 h 41"/>
                  <a:gd name="T30" fmla="*/ 72 w 76"/>
                  <a:gd name="T31" fmla="*/ 31 h 41"/>
                  <a:gd name="T32" fmla="*/ 71 w 76"/>
                  <a:gd name="T33" fmla="*/ 29 h 41"/>
                  <a:gd name="T34" fmla="*/ 73 w 76"/>
                  <a:gd name="T35" fmla="*/ 25 h 41"/>
                  <a:gd name="T36" fmla="*/ 75 w 76"/>
                  <a:gd name="T37" fmla="*/ 22 h 41"/>
                  <a:gd name="T38" fmla="*/ 71 w 76"/>
                  <a:gd name="T39" fmla="*/ 25 h 41"/>
                  <a:gd name="T40" fmla="*/ 67 w 76"/>
                  <a:gd name="T41" fmla="*/ 28 h 41"/>
                  <a:gd name="T42" fmla="*/ 70 w 76"/>
                  <a:gd name="T43" fmla="*/ 22 h 41"/>
                  <a:gd name="T44" fmla="*/ 69 w 76"/>
                  <a:gd name="T45" fmla="*/ 23 h 41"/>
                  <a:gd name="T46" fmla="*/ 70 w 76"/>
                  <a:gd name="T47" fmla="*/ 20 h 41"/>
                  <a:gd name="T48" fmla="*/ 68 w 76"/>
                  <a:gd name="T49" fmla="*/ 20 h 41"/>
                  <a:gd name="T50" fmla="*/ 67 w 76"/>
                  <a:gd name="T51" fmla="*/ 19 h 41"/>
                  <a:gd name="T52" fmla="*/ 62 w 76"/>
                  <a:gd name="T53" fmla="*/ 24 h 41"/>
                  <a:gd name="T54" fmla="*/ 66 w 76"/>
                  <a:gd name="T55" fmla="*/ 18 h 41"/>
                  <a:gd name="T56" fmla="*/ 65 w 76"/>
                  <a:gd name="T57" fmla="*/ 18 h 41"/>
                  <a:gd name="T58" fmla="*/ 60 w 76"/>
                  <a:gd name="T59" fmla="*/ 17 h 41"/>
                  <a:gd name="T60" fmla="*/ 58 w 76"/>
                  <a:gd name="T61" fmla="*/ 17 h 41"/>
                  <a:gd name="T62" fmla="*/ 55 w 76"/>
                  <a:gd name="T63" fmla="*/ 15 h 41"/>
                  <a:gd name="T64" fmla="*/ 53 w 76"/>
                  <a:gd name="T65" fmla="*/ 16 h 41"/>
                  <a:gd name="T66" fmla="*/ 53 w 76"/>
                  <a:gd name="T67" fmla="*/ 15 h 41"/>
                  <a:gd name="T68" fmla="*/ 52 w 76"/>
                  <a:gd name="T69" fmla="*/ 14 h 41"/>
                  <a:gd name="T70" fmla="*/ 50 w 76"/>
                  <a:gd name="T71" fmla="*/ 16 h 41"/>
                  <a:gd name="T72" fmla="*/ 49 w 76"/>
                  <a:gd name="T73" fmla="*/ 13 h 41"/>
                  <a:gd name="T74" fmla="*/ 47 w 76"/>
                  <a:gd name="T75" fmla="*/ 12 h 41"/>
                  <a:gd name="T76" fmla="*/ 45 w 76"/>
                  <a:gd name="T77" fmla="*/ 12 h 41"/>
                  <a:gd name="T78" fmla="*/ 43 w 76"/>
                  <a:gd name="T79" fmla="*/ 11 h 41"/>
                  <a:gd name="T80" fmla="*/ 40 w 76"/>
                  <a:gd name="T81" fmla="*/ 13 h 41"/>
                  <a:gd name="T82" fmla="*/ 40 w 76"/>
                  <a:gd name="T83" fmla="*/ 11 h 41"/>
                  <a:gd name="T84" fmla="*/ 40 w 76"/>
                  <a:gd name="T85" fmla="*/ 11 h 41"/>
                  <a:gd name="T86" fmla="*/ 37 w 76"/>
                  <a:gd name="T87" fmla="*/ 10 h 41"/>
                  <a:gd name="T88" fmla="*/ 34 w 76"/>
                  <a:gd name="T89" fmla="*/ 13 h 41"/>
                  <a:gd name="T90" fmla="*/ 31 w 76"/>
                  <a:gd name="T91" fmla="*/ 14 h 41"/>
                  <a:gd name="T92" fmla="*/ 31 w 76"/>
                  <a:gd name="T93" fmla="*/ 10 h 41"/>
                  <a:gd name="T94" fmla="*/ 26 w 76"/>
                  <a:gd name="T95" fmla="*/ 12 h 41"/>
                  <a:gd name="T96" fmla="*/ 24 w 76"/>
                  <a:gd name="T97" fmla="*/ 12 h 41"/>
                  <a:gd name="T98" fmla="*/ 20 w 76"/>
                  <a:gd name="T99" fmla="*/ 9 h 41"/>
                  <a:gd name="T100" fmla="*/ 20 w 76"/>
                  <a:gd name="T101" fmla="*/ 7 h 41"/>
                  <a:gd name="T102" fmla="*/ 18 w 76"/>
                  <a:gd name="T103" fmla="*/ 6 h 41"/>
                  <a:gd name="T104" fmla="*/ 11 w 76"/>
                  <a:gd name="T105" fmla="*/ 8 h 41"/>
                  <a:gd name="T106" fmla="*/ 4 w 76"/>
                  <a:gd name="T107"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41">
                    <a:moveTo>
                      <a:pt x="3" y="15"/>
                    </a:moveTo>
                    <a:cubicBezTo>
                      <a:pt x="4" y="15"/>
                      <a:pt x="5" y="15"/>
                      <a:pt x="5" y="16"/>
                    </a:cubicBezTo>
                    <a:cubicBezTo>
                      <a:pt x="7" y="16"/>
                      <a:pt x="8" y="22"/>
                      <a:pt x="11" y="21"/>
                    </a:cubicBezTo>
                    <a:cubicBezTo>
                      <a:pt x="11" y="20"/>
                      <a:pt x="11" y="19"/>
                      <a:pt x="12" y="19"/>
                    </a:cubicBezTo>
                    <a:cubicBezTo>
                      <a:pt x="11" y="20"/>
                      <a:pt x="11" y="20"/>
                      <a:pt x="11" y="20"/>
                    </a:cubicBezTo>
                    <a:cubicBezTo>
                      <a:pt x="12" y="18"/>
                      <a:pt x="12" y="18"/>
                      <a:pt x="12" y="18"/>
                    </a:cubicBezTo>
                    <a:cubicBezTo>
                      <a:pt x="13" y="18"/>
                      <a:pt x="12" y="20"/>
                      <a:pt x="11" y="20"/>
                    </a:cubicBezTo>
                    <a:cubicBezTo>
                      <a:pt x="12" y="21"/>
                      <a:pt x="13" y="20"/>
                      <a:pt x="14" y="21"/>
                    </a:cubicBezTo>
                    <a:cubicBezTo>
                      <a:pt x="15" y="19"/>
                      <a:pt x="15" y="21"/>
                      <a:pt x="15" y="19"/>
                    </a:cubicBezTo>
                    <a:cubicBezTo>
                      <a:pt x="15" y="20"/>
                      <a:pt x="15" y="20"/>
                      <a:pt x="15" y="20"/>
                    </a:cubicBezTo>
                    <a:cubicBezTo>
                      <a:pt x="16" y="19"/>
                      <a:pt x="16" y="19"/>
                      <a:pt x="16" y="22"/>
                    </a:cubicBezTo>
                    <a:cubicBezTo>
                      <a:pt x="17" y="25"/>
                      <a:pt x="20" y="24"/>
                      <a:pt x="22" y="26"/>
                    </a:cubicBezTo>
                    <a:cubicBezTo>
                      <a:pt x="24" y="27"/>
                      <a:pt x="27" y="26"/>
                      <a:pt x="30" y="26"/>
                    </a:cubicBezTo>
                    <a:cubicBezTo>
                      <a:pt x="31" y="23"/>
                      <a:pt x="31" y="25"/>
                      <a:pt x="33" y="22"/>
                    </a:cubicBezTo>
                    <a:cubicBezTo>
                      <a:pt x="32" y="23"/>
                      <a:pt x="32" y="23"/>
                      <a:pt x="32" y="23"/>
                    </a:cubicBezTo>
                    <a:cubicBezTo>
                      <a:pt x="33" y="22"/>
                      <a:pt x="33" y="24"/>
                      <a:pt x="33" y="25"/>
                    </a:cubicBezTo>
                    <a:cubicBezTo>
                      <a:pt x="33" y="24"/>
                      <a:pt x="33" y="25"/>
                      <a:pt x="34" y="23"/>
                    </a:cubicBezTo>
                    <a:cubicBezTo>
                      <a:pt x="34" y="22"/>
                      <a:pt x="33" y="26"/>
                      <a:pt x="33" y="25"/>
                    </a:cubicBezTo>
                    <a:cubicBezTo>
                      <a:pt x="33" y="26"/>
                      <a:pt x="34" y="24"/>
                      <a:pt x="34" y="24"/>
                    </a:cubicBezTo>
                    <a:cubicBezTo>
                      <a:pt x="35" y="23"/>
                      <a:pt x="33" y="25"/>
                      <a:pt x="33" y="28"/>
                    </a:cubicBezTo>
                    <a:cubicBezTo>
                      <a:pt x="34" y="27"/>
                      <a:pt x="36" y="26"/>
                      <a:pt x="37" y="27"/>
                    </a:cubicBezTo>
                    <a:cubicBezTo>
                      <a:pt x="36" y="28"/>
                      <a:pt x="37" y="26"/>
                      <a:pt x="37" y="26"/>
                    </a:cubicBezTo>
                    <a:cubicBezTo>
                      <a:pt x="36" y="29"/>
                      <a:pt x="38" y="25"/>
                      <a:pt x="37" y="27"/>
                    </a:cubicBezTo>
                    <a:cubicBezTo>
                      <a:pt x="37" y="27"/>
                      <a:pt x="37" y="27"/>
                      <a:pt x="37" y="28"/>
                    </a:cubicBezTo>
                    <a:cubicBezTo>
                      <a:pt x="37" y="29"/>
                      <a:pt x="38" y="27"/>
                      <a:pt x="38" y="29"/>
                    </a:cubicBezTo>
                    <a:cubicBezTo>
                      <a:pt x="39" y="28"/>
                      <a:pt x="38" y="31"/>
                      <a:pt x="39" y="29"/>
                    </a:cubicBezTo>
                    <a:cubicBezTo>
                      <a:pt x="38" y="31"/>
                      <a:pt x="39" y="30"/>
                      <a:pt x="38" y="31"/>
                    </a:cubicBezTo>
                    <a:cubicBezTo>
                      <a:pt x="40" y="28"/>
                      <a:pt x="38" y="33"/>
                      <a:pt x="40" y="30"/>
                    </a:cubicBezTo>
                    <a:cubicBezTo>
                      <a:pt x="40" y="31"/>
                      <a:pt x="40" y="31"/>
                      <a:pt x="40" y="31"/>
                    </a:cubicBezTo>
                    <a:cubicBezTo>
                      <a:pt x="41" y="31"/>
                      <a:pt x="41" y="33"/>
                      <a:pt x="43" y="32"/>
                    </a:cubicBezTo>
                    <a:cubicBezTo>
                      <a:pt x="44" y="31"/>
                      <a:pt x="43" y="35"/>
                      <a:pt x="44" y="34"/>
                    </a:cubicBezTo>
                    <a:cubicBezTo>
                      <a:pt x="45" y="32"/>
                      <a:pt x="45" y="32"/>
                      <a:pt x="45" y="32"/>
                    </a:cubicBezTo>
                    <a:cubicBezTo>
                      <a:pt x="45" y="32"/>
                      <a:pt x="45" y="33"/>
                      <a:pt x="45" y="34"/>
                    </a:cubicBezTo>
                    <a:cubicBezTo>
                      <a:pt x="46" y="33"/>
                      <a:pt x="45" y="34"/>
                      <a:pt x="46" y="35"/>
                    </a:cubicBezTo>
                    <a:cubicBezTo>
                      <a:pt x="46" y="34"/>
                      <a:pt x="46" y="34"/>
                      <a:pt x="47" y="33"/>
                    </a:cubicBezTo>
                    <a:cubicBezTo>
                      <a:pt x="46" y="36"/>
                      <a:pt x="48" y="33"/>
                      <a:pt x="48" y="35"/>
                    </a:cubicBezTo>
                    <a:cubicBezTo>
                      <a:pt x="49" y="32"/>
                      <a:pt x="49" y="33"/>
                      <a:pt x="49" y="33"/>
                    </a:cubicBezTo>
                    <a:cubicBezTo>
                      <a:pt x="49" y="33"/>
                      <a:pt x="49" y="34"/>
                      <a:pt x="48" y="34"/>
                    </a:cubicBezTo>
                    <a:cubicBezTo>
                      <a:pt x="49" y="34"/>
                      <a:pt x="49" y="34"/>
                      <a:pt x="49" y="35"/>
                    </a:cubicBezTo>
                    <a:cubicBezTo>
                      <a:pt x="50" y="35"/>
                      <a:pt x="51" y="33"/>
                      <a:pt x="50" y="34"/>
                    </a:cubicBezTo>
                    <a:cubicBezTo>
                      <a:pt x="49" y="36"/>
                      <a:pt x="51" y="34"/>
                      <a:pt x="51" y="35"/>
                    </a:cubicBezTo>
                    <a:cubicBezTo>
                      <a:pt x="52" y="33"/>
                      <a:pt x="53" y="32"/>
                      <a:pt x="53" y="33"/>
                    </a:cubicBezTo>
                    <a:cubicBezTo>
                      <a:pt x="51" y="35"/>
                      <a:pt x="51" y="35"/>
                      <a:pt x="51" y="35"/>
                    </a:cubicBezTo>
                    <a:cubicBezTo>
                      <a:pt x="53" y="34"/>
                      <a:pt x="52" y="37"/>
                      <a:pt x="55" y="35"/>
                    </a:cubicBezTo>
                    <a:cubicBezTo>
                      <a:pt x="54" y="36"/>
                      <a:pt x="54" y="36"/>
                      <a:pt x="54" y="36"/>
                    </a:cubicBezTo>
                    <a:cubicBezTo>
                      <a:pt x="56" y="35"/>
                      <a:pt x="55" y="38"/>
                      <a:pt x="58" y="35"/>
                    </a:cubicBezTo>
                    <a:cubicBezTo>
                      <a:pt x="57" y="36"/>
                      <a:pt x="57" y="37"/>
                      <a:pt x="57" y="37"/>
                    </a:cubicBezTo>
                    <a:cubicBezTo>
                      <a:pt x="58" y="36"/>
                      <a:pt x="58" y="36"/>
                      <a:pt x="60" y="35"/>
                    </a:cubicBezTo>
                    <a:cubicBezTo>
                      <a:pt x="60" y="35"/>
                      <a:pt x="59" y="36"/>
                      <a:pt x="59" y="36"/>
                    </a:cubicBezTo>
                    <a:cubicBezTo>
                      <a:pt x="59" y="37"/>
                      <a:pt x="58" y="39"/>
                      <a:pt x="60" y="37"/>
                    </a:cubicBezTo>
                    <a:cubicBezTo>
                      <a:pt x="59" y="38"/>
                      <a:pt x="59" y="38"/>
                      <a:pt x="59" y="38"/>
                    </a:cubicBezTo>
                    <a:cubicBezTo>
                      <a:pt x="60" y="37"/>
                      <a:pt x="62" y="36"/>
                      <a:pt x="61" y="38"/>
                    </a:cubicBezTo>
                    <a:cubicBezTo>
                      <a:pt x="62" y="37"/>
                      <a:pt x="62" y="36"/>
                      <a:pt x="63" y="35"/>
                    </a:cubicBezTo>
                    <a:cubicBezTo>
                      <a:pt x="64" y="35"/>
                      <a:pt x="62" y="37"/>
                      <a:pt x="63" y="36"/>
                    </a:cubicBezTo>
                    <a:cubicBezTo>
                      <a:pt x="62" y="37"/>
                      <a:pt x="62" y="37"/>
                      <a:pt x="62" y="37"/>
                    </a:cubicBezTo>
                    <a:cubicBezTo>
                      <a:pt x="62" y="38"/>
                      <a:pt x="63" y="38"/>
                      <a:pt x="64" y="38"/>
                    </a:cubicBezTo>
                    <a:cubicBezTo>
                      <a:pt x="63" y="40"/>
                      <a:pt x="65" y="38"/>
                      <a:pt x="65" y="39"/>
                    </a:cubicBezTo>
                    <a:cubicBezTo>
                      <a:pt x="66" y="38"/>
                      <a:pt x="65" y="40"/>
                      <a:pt x="67" y="38"/>
                    </a:cubicBezTo>
                    <a:cubicBezTo>
                      <a:pt x="66" y="39"/>
                      <a:pt x="66" y="39"/>
                      <a:pt x="66" y="39"/>
                    </a:cubicBezTo>
                    <a:cubicBezTo>
                      <a:pt x="66" y="39"/>
                      <a:pt x="67" y="40"/>
                      <a:pt x="67" y="40"/>
                    </a:cubicBezTo>
                    <a:cubicBezTo>
                      <a:pt x="67" y="41"/>
                      <a:pt x="68" y="39"/>
                      <a:pt x="69" y="39"/>
                    </a:cubicBezTo>
                    <a:cubicBezTo>
                      <a:pt x="68" y="40"/>
                      <a:pt x="68" y="40"/>
                      <a:pt x="68" y="40"/>
                    </a:cubicBezTo>
                    <a:cubicBezTo>
                      <a:pt x="68" y="39"/>
                      <a:pt x="70" y="38"/>
                      <a:pt x="71" y="37"/>
                    </a:cubicBezTo>
                    <a:cubicBezTo>
                      <a:pt x="71" y="38"/>
                      <a:pt x="71" y="37"/>
                      <a:pt x="71" y="38"/>
                    </a:cubicBezTo>
                    <a:cubicBezTo>
                      <a:pt x="70" y="38"/>
                      <a:pt x="69" y="39"/>
                      <a:pt x="68" y="41"/>
                    </a:cubicBezTo>
                    <a:cubicBezTo>
                      <a:pt x="67" y="41"/>
                      <a:pt x="70" y="39"/>
                      <a:pt x="69" y="40"/>
                    </a:cubicBezTo>
                    <a:cubicBezTo>
                      <a:pt x="69" y="41"/>
                      <a:pt x="69" y="41"/>
                      <a:pt x="70" y="39"/>
                    </a:cubicBezTo>
                    <a:cubicBezTo>
                      <a:pt x="69" y="41"/>
                      <a:pt x="69" y="41"/>
                      <a:pt x="69" y="41"/>
                    </a:cubicBezTo>
                    <a:cubicBezTo>
                      <a:pt x="69" y="41"/>
                      <a:pt x="69" y="41"/>
                      <a:pt x="70" y="40"/>
                    </a:cubicBezTo>
                    <a:cubicBezTo>
                      <a:pt x="70" y="41"/>
                      <a:pt x="70" y="40"/>
                      <a:pt x="70" y="40"/>
                    </a:cubicBezTo>
                    <a:cubicBezTo>
                      <a:pt x="71" y="39"/>
                      <a:pt x="71" y="39"/>
                      <a:pt x="73" y="38"/>
                    </a:cubicBezTo>
                    <a:cubicBezTo>
                      <a:pt x="72" y="38"/>
                      <a:pt x="72" y="38"/>
                      <a:pt x="72" y="38"/>
                    </a:cubicBezTo>
                    <a:cubicBezTo>
                      <a:pt x="73" y="37"/>
                      <a:pt x="74" y="37"/>
                      <a:pt x="73" y="38"/>
                    </a:cubicBezTo>
                    <a:cubicBezTo>
                      <a:pt x="72" y="39"/>
                      <a:pt x="71" y="40"/>
                      <a:pt x="70" y="40"/>
                    </a:cubicBezTo>
                    <a:cubicBezTo>
                      <a:pt x="74" y="38"/>
                      <a:pt x="74" y="38"/>
                      <a:pt x="74" y="38"/>
                    </a:cubicBezTo>
                    <a:cubicBezTo>
                      <a:pt x="73" y="39"/>
                      <a:pt x="73" y="38"/>
                      <a:pt x="74" y="37"/>
                    </a:cubicBezTo>
                    <a:cubicBezTo>
                      <a:pt x="73" y="38"/>
                      <a:pt x="73" y="38"/>
                      <a:pt x="73" y="38"/>
                    </a:cubicBezTo>
                    <a:cubicBezTo>
                      <a:pt x="74" y="36"/>
                      <a:pt x="74" y="36"/>
                      <a:pt x="74" y="36"/>
                    </a:cubicBezTo>
                    <a:cubicBezTo>
                      <a:pt x="74" y="37"/>
                      <a:pt x="75" y="35"/>
                      <a:pt x="73" y="36"/>
                    </a:cubicBezTo>
                    <a:cubicBezTo>
                      <a:pt x="72" y="37"/>
                      <a:pt x="72" y="37"/>
                      <a:pt x="72" y="37"/>
                    </a:cubicBezTo>
                    <a:cubicBezTo>
                      <a:pt x="72" y="37"/>
                      <a:pt x="71" y="39"/>
                      <a:pt x="72" y="37"/>
                    </a:cubicBezTo>
                    <a:cubicBezTo>
                      <a:pt x="73" y="36"/>
                      <a:pt x="73" y="36"/>
                      <a:pt x="73" y="36"/>
                    </a:cubicBezTo>
                    <a:cubicBezTo>
                      <a:pt x="73" y="36"/>
                      <a:pt x="73" y="36"/>
                      <a:pt x="73" y="36"/>
                    </a:cubicBezTo>
                    <a:cubicBezTo>
                      <a:pt x="75" y="34"/>
                      <a:pt x="75" y="34"/>
                      <a:pt x="75" y="34"/>
                    </a:cubicBezTo>
                    <a:cubicBezTo>
                      <a:pt x="72" y="37"/>
                      <a:pt x="73" y="35"/>
                      <a:pt x="73" y="35"/>
                    </a:cubicBezTo>
                    <a:cubicBezTo>
                      <a:pt x="73" y="35"/>
                      <a:pt x="73" y="35"/>
                      <a:pt x="73" y="35"/>
                    </a:cubicBezTo>
                    <a:cubicBezTo>
                      <a:pt x="74" y="34"/>
                      <a:pt x="72" y="36"/>
                      <a:pt x="72" y="36"/>
                    </a:cubicBezTo>
                    <a:cubicBezTo>
                      <a:pt x="72" y="35"/>
                      <a:pt x="74" y="33"/>
                      <a:pt x="75" y="33"/>
                    </a:cubicBezTo>
                    <a:cubicBezTo>
                      <a:pt x="74" y="32"/>
                      <a:pt x="72" y="33"/>
                      <a:pt x="73" y="32"/>
                    </a:cubicBezTo>
                    <a:cubicBezTo>
                      <a:pt x="73" y="32"/>
                      <a:pt x="72" y="32"/>
                      <a:pt x="71" y="33"/>
                    </a:cubicBezTo>
                    <a:cubicBezTo>
                      <a:pt x="71" y="33"/>
                      <a:pt x="73" y="31"/>
                      <a:pt x="72" y="32"/>
                    </a:cubicBezTo>
                    <a:cubicBezTo>
                      <a:pt x="73" y="30"/>
                      <a:pt x="74" y="29"/>
                      <a:pt x="75" y="28"/>
                    </a:cubicBezTo>
                    <a:cubicBezTo>
                      <a:pt x="75" y="28"/>
                      <a:pt x="76" y="27"/>
                      <a:pt x="75" y="27"/>
                    </a:cubicBezTo>
                    <a:cubicBezTo>
                      <a:pt x="76" y="27"/>
                      <a:pt x="76" y="26"/>
                      <a:pt x="76" y="26"/>
                    </a:cubicBezTo>
                    <a:cubicBezTo>
                      <a:pt x="75" y="27"/>
                      <a:pt x="74" y="28"/>
                      <a:pt x="74" y="29"/>
                    </a:cubicBezTo>
                    <a:cubicBezTo>
                      <a:pt x="73" y="31"/>
                      <a:pt x="74" y="29"/>
                      <a:pt x="72" y="31"/>
                    </a:cubicBezTo>
                    <a:cubicBezTo>
                      <a:pt x="72" y="30"/>
                      <a:pt x="72" y="30"/>
                      <a:pt x="71" y="30"/>
                    </a:cubicBezTo>
                    <a:cubicBezTo>
                      <a:pt x="71" y="30"/>
                      <a:pt x="72" y="29"/>
                      <a:pt x="73" y="28"/>
                    </a:cubicBezTo>
                    <a:cubicBezTo>
                      <a:pt x="72" y="29"/>
                      <a:pt x="71" y="30"/>
                      <a:pt x="71" y="29"/>
                    </a:cubicBezTo>
                    <a:cubicBezTo>
                      <a:pt x="70" y="31"/>
                      <a:pt x="70" y="31"/>
                      <a:pt x="69" y="32"/>
                    </a:cubicBezTo>
                    <a:cubicBezTo>
                      <a:pt x="68" y="32"/>
                      <a:pt x="68" y="33"/>
                      <a:pt x="68" y="33"/>
                    </a:cubicBezTo>
                    <a:cubicBezTo>
                      <a:pt x="69" y="31"/>
                      <a:pt x="71" y="29"/>
                      <a:pt x="71" y="29"/>
                    </a:cubicBezTo>
                    <a:cubicBezTo>
                      <a:pt x="72" y="27"/>
                      <a:pt x="71" y="29"/>
                      <a:pt x="72" y="27"/>
                    </a:cubicBezTo>
                    <a:cubicBezTo>
                      <a:pt x="74" y="25"/>
                      <a:pt x="75" y="26"/>
                      <a:pt x="74" y="27"/>
                    </a:cubicBezTo>
                    <a:cubicBezTo>
                      <a:pt x="76" y="25"/>
                      <a:pt x="74" y="26"/>
                      <a:pt x="75" y="25"/>
                    </a:cubicBezTo>
                    <a:cubicBezTo>
                      <a:pt x="75" y="25"/>
                      <a:pt x="74" y="25"/>
                      <a:pt x="73" y="26"/>
                    </a:cubicBezTo>
                    <a:cubicBezTo>
                      <a:pt x="73" y="26"/>
                      <a:pt x="73" y="27"/>
                      <a:pt x="72" y="27"/>
                    </a:cubicBezTo>
                    <a:cubicBezTo>
                      <a:pt x="70" y="29"/>
                      <a:pt x="73" y="26"/>
                      <a:pt x="73" y="25"/>
                    </a:cubicBezTo>
                    <a:cubicBezTo>
                      <a:pt x="73" y="25"/>
                      <a:pt x="73" y="25"/>
                      <a:pt x="73" y="25"/>
                    </a:cubicBezTo>
                    <a:cubicBezTo>
                      <a:pt x="74" y="24"/>
                      <a:pt x="72" y="26"/>
                      <a:pt x="72" y="25"/>
                    </a:cubicBezTo>
                    <a:cubicBezTo>
                      <a:pt x="74" y="23"/>
                      <a:pt x="73" y="25"/>
                      <a:pt x="74" y="24"/>
                    </a:cubicBezTo>
                    <a:cubicBezTo>
                      <a:pt x="76" y="22"/>
                      <a:pt x="76" y="22"/>
                      <a:pt x="76" y="22"/>
                    </a:cubicBezTo>
                    <a:cubicBezTo>
                      <a:pt x="75" y="21"/>
                      <a:pt x="74" y="24"/>
                      <a:pt x="74" y="23"/>
                    </a:cubicBezTo>
                    <a:cubicBezTo>
                      <a:pt x="75" y="22"/>
                      <a:pt x="75" y="22"/>
                      <a:pt x="75" y="22"/>
                    </a:cubicBezTo>
                    <a:cubicBezTo>
                      <a:pt x="74" y="22"/>
                      <a:pt x="74" y="22"/>
                      <a:pt x="74" y="22"/>
                    </a:cubicBezTo>
                    <a:cubicBezTo>
                      <a:pt x="73" y="23"/>
                      <a:pt x="72" y="25"/>
                      <a:pt x="73" y="25"/>
                    </a:cubicBezTo>
                    <a:cubicBezTo>
                      <a:pt x="70" y="27"/>
                      <a:pt x="72" y="25"/>
                      <a:pt x="71" y="25"/>
                    </a:cubicBezTo>
                    <a:cubicBezTo>
                      <a:pt x="70" y="27"/>
                      <a:pt x="72" y="25"/>
                      <a:pt x="71" y="27"/>
                    </a:cubicBezTo>
                    <a:cubicBezTo>
                      <a:pt x="70" y="28"/>
                      <a:pt x="69" y="28"/>
                      <a:pt x="69" y="28"/>
                    </a:cubicBezTo>
                    <a:cubicBezTo>
                      <a:pt x="69" y="28"/>
                      <a:pt x="70" y="26"/>
                      <a:pt x="71" y="25"/>
                    </a:cubicBezTo>
                    <a:cubicBezTo>
                      <a:pt x="71" y="25"/>
                      <a:pt x="71" y="25"/>
                      <a:pt x="71" y="26"/>
                    </a:cubicBezTo>
                    <a:cubicBezTo>
                      <a:pt x="72" y="25"/>
                      <a:pt x="73" y="23"/>
                      <a:pt x="74" y="22"/>
                    </a:cubicBezTo>
                    <a:cubicBezTo>
                      <a:pt x="74" y="21"/>
                      <a:pt x="72" y="24"/>
                      <a:pt x="72" y="23"/>
                    </a:cubicBezTo>
                    <a:cubicBezTo>
                      <a:pt x="73" y="23"/>
                      <a:pt x="71" y="24"/>
                      <a:pt x="71" y="25"/>
                    </a:cubicBezTo>
                    <a:cubicBezTo>
                      <a:pt x="68" y="29"/>
                      <a:pt x="73" y="22"/>
                      <a:pt x="72" y="22"/>
                    </a:cubicBezTo>
                    <a:cubicBezTo>
                      <a:pt x="70" y="25"/>
                      <a:pt x="69" y="25"/>
                      <a:pt x="67" y="28"/>
                    </a:cubicBezTo>
                    <a:cubicBezTo>
                      <a:pt x="67" y="29"/>
                      <a:pt x="66" y="29"/>
                      <a:pt x="66" y="29"/>
                    </a:cubicBezTo>
                    <a:cubicBezTo>
                      <a:pt x="68" y="27"/>
                      <a:pt x="67" y="27"/>
                      <a:pt x="69" y="26"/>
                    </a:cubicBezTo>
                    <a:cubicBezTo>
                      <a:pt x="68" y="26"/>
                      <a:pt x="68" y="26"/>
                      <a:pt x="68" y="26"/>
                    </a:cubicBezTo>
                    <a:cubicBezTo>
                      <a:pt x="70" y="24"/>
                      <a:pt x="70" y="24"/>
                      <a:pt x="70" y="24"/>
                    </a:cubicBezTo>
                    <a:cubicBezTo>
                      <a:pt x="71" y="23"/>
                      <a:pt x="71" y="21"/>
                      <a:pt x="72" y="21"/>
                    </a:cubicBezTo>
                    <a:cubicBezTo>
                      <a:pt x="71" y="21"/>
                      <a:pt x="71" y="22"/>
                      <a:pt x="70" y="22"/>
                    </a:cubicBezTo>
                    <a:cubicBezTo>
                      <a:pt x="71" y="22"/>
                      <a:pt x="71" y="21"/>
                      <a:pt x="71" y="21"/>
                    </a:cubicBezTo>
                    <a:cubicBezTo>
                      <a:pt x="71" y="22"/>
                      <a:pt x="69" y="23"/>
                      <a:pt x="69" y="23"/>
                    </a:cubicBezTo>
                    <a:cubicBezTo>
                      <a:pt x="69" y="23"/>
                      <a:pt x="70" y="22"/>
                      <a:pt x="70" y="21"/>
                    </a:cubicBezTo>
                    <a:cubicBezTo>
                      <a:pt x="71" y="20"/>
                      <a:pt x="71" y="20"/>
                      <a:pt x="71" y="20"/>
                    </a:cubicBezTo>
                    <a:cubicBezTo>
                      <a:pt x="70" y="21"/>
                      <a:pt x="72" y="19"/>
                      <a:pt x="71" y="20"/>
                    </a:cubicBezTo>
                    <a:cubicBezTo>
                      <a:pt x="69" y="23"/>
                      <a:pt x="69" y="23"/>
                      <a:pt x="69" y="23"/>
                    </a:cubicBezTo>
                    <a:cubicBezTo>
                      <a:pt x="68" y="23"/>
                      <a:pt x="69" y="22"/>
                      <a:pt x="69" y="22"/>
                    </a:cubicBezTo>
                    <a:cubicBezTo>
                      <a:pt x="70" y="21"/>
                      <a:pt x="70" y="21"/>
                      <a:pt x="70" y="21"/>
                    </a:cubicBezTo>
                    <a:cubicBezTo>
                      <a:pt x="69" y="22"/>
                      <a:pt x="71" y="19"/>
                      <a:pt x="71" y="19"/>
                    </a:cubicBezTo>
                    <a:cubicBezTo>
                      <a:pt x="70" y="21"/>
                      <a:pt x="70" y="21"/>
                      <a:pt x="70" y="21"/>
                    </a:cubicBezTo>
                    <a:cubicBezTo>
                      <a:pt x="71" y="19"/>
                      <a:pt x="71" y="19"/>
                      <a:pt x="71" y="19"/>
                    </a:cubicBezTo>
                    <a:cubicBezTo>
                      <a:pt x="70" y="20"/>
                      <a:pt x="70" y="20"/>
                      <a:pt x="70" y="20"/>
                    </a:cubicBezTo>
                    <a:cubicBezTo>
                      <a:pt x="70" y="19"/>
                      <a:pt x="70" y="19"/>
                      <a:pt x="70" y="19"/>
                    </a:cubicBezTo>
                    <a:cubicBezTo>
                      <a:pt x="70" y="20"/>
                      <a:pt x="68" y="22"/>
                      <a:pt x="69" y="20"/>
                    </a:cubicBezTo>
                    <a:cubicBezTo>
                      <a:pt x="68" y="22"/>
                      <a:pt x="69" y="20"/>
                      <a:pt x="69" y="21"/>
                    </a:cubicBezTo>
                    <a:cubicBezTo>
                      <a:pt x="68" y="23"/>
                      <a:pt x="68" y="22"/>
                      <a:pt x="67" y="22"/>
                    </a:cubicBezTo>
                    <a:cubicBezTo>
                      <a:pt x="69" y="20"/>
                      <a:pt x="67" y="22"/>
                      <a:pt x="67" y="22"/>
                    </a:cubicBezTo>
                    <a:cubicBezTo>
                      <a:pt x="68" y="20"/>
                      <a:pt x="68" y="20"/>
                      <a:pt x="68" y="20"/>
                    </a:cubicBezTo>
                    <a:cubicBezTo>
                      <a:pt x="67" y="22"/>
                      <a:pt x="67" y="22"/>
                      <a:pt x="67" y="22"/>
                    </a:cubicBezTo>
                    <a:cubicBezTo>
                      <a:pt x="69" y="19"/>
                      <a:pt x="66" y="22"/>
                      <a:pt x="67" y="21"/>
                    </a:cubicBezTo>
                    <a:cubicBezTo>
                      <a:pt x="67" y="20"/>
                      <a:pt x="68" y="19"/>
                      <a:pt x="68" y="18"/>
                    </a:cubicBezTo>
                    <a:cubicBezTo>
                      <a:pt x="67" y="21"/>
                      <a:pt x="66" y="21"/>
                      <a:pt x="65" y="23"/>
                    </a:cubicBezTo>
                    <a:cubicBezTo>
                      <a:pt x="66" y="22"/>
                      <a:pt x="67" y="20"/>
                      <a:pt x="68" y="18"/>
                    </a:cubicBezTo>
                    <a:cubicBezTo>
                      <a:pt x="67" y="20"/>
                      <a:pt x="69" y="17"/>
                      <a:pt x="67" y="19"/>
                    </a:cubicBezTo>
                    <a:cubicBezTo>
                      <a:pt x="67" y="20"/>
                      <a:pt x="66" y="20"/>
                      <a:pt x="65" y="21"/>
                    </a:cubicBezTo>
                    <a:cubicBezTo>
                      <a:pt x="65" y="21"/>
                      <a:pt x="66" y="20"/>
                      <a:pt x="66" y="19"/>
                    </a:cubicBezTo>
                    <a:cubicBezTo>
                      <a:pt x="66" y="20"/>
                      <a:pt x="65" y="21"/>
                      <a:pt x="65" y="22"/>
                    </a:cubicBezTo>
                    <a:cubicBezTo>
                      <a:pt x="65" y="21"/>
                      <a:pt x="63" y="23"/>
                      <a:pt x="64" y="22"/>
                    </a:cubicBezTo>
                    <a:cubicBezTo>
                      <a:pt x="65" y="21"/>
                      <a:pt x="65" y="22"/>
                      <a:pt x="65" y="20"/>
                    </a:cubicBezTo>
                    <a:cubicBezTo>
                      <a:pt x="65" y="20"/>
                      <a:pt x="63" y="24"/>
                      <a:pt x="62" y="24"/>
                    </a:cubicBezTo>
                    <a:cubicBezTo>
                      <a:pt x="62" y="25"/>
                      <a:pt x="60" y="27"/>
                      <a:pt x="60" y="28"/>
                    </a:cubicBezTo>
                    <a:cubicBezTo>
                      <a:pt x="60" y="27"/>
                      <a:pt x="60" y="27"/>
                      <a:pt x="61" y="25"/>
                    </a:cubicBezTo>
                    <a:cubicBezTo>
                      <a:pt x="61" y="26"/>
                      <a:pt x="61" y="26"/>
                      <a:pt x="61" y="26"/>
                    </a:cubicBezTo>
                    <a:cubicBezTo>
                      <a:pt x="62" y="23"/>
                      <a:pt x="64" y="22"/>
                      <a:pt x="65" y="20"/>
                    </a:cubicBezTo>
                    <a:cubicBezTo>
                      <a:pt x="64" y="20"/>
                      <a:pt x="64" y="20"/>
                      <a:pt x="64" y="20"/>
                    </a:cubicBezTo>
                    <a:cubicBezTo>
                      <a:pt x="66" y="18"/>
                      <a:pt x="66" y="18"/>
                      <a:pt x="66" y="18"/>
                    </a:cubicBezTo>
                    <a:cubicBezTo>
                      <a:pt x="65" y="19"/>
                      <a:pt x="65" y="18"/>
                      <a:pt x="65" y="18"/>
                    </a:cubicBezTo>
                    <a:cubicBezTo>
                      <a:pt x="64" y="20"/>
                      <a:pt x="65" y="18"/>
                      <a:pt x="65" y="19"/>
                    </a:cubicBezTo>
                    <a:cubicBezTo>
                      <a:pt x="64" y="19"/>
                      <a:pt x="63" y="22"/>
                      <a:pt x="63" y="21"/>
                    </a:cubicBezTo>
                    <a:cubicBezTo>
                      <a:pt x="65" y="18"/>
                      <a:pt x="65" y="18"/>
                      <a:pt x="65" y="18"/>
                    </a:cubicBezTo>
                    <a:cubicBezTo>
                      <a:pt x="65" y="17"/>
                      <a:pt x="64" y="20"/>
                      <a:pt x="64" y="19"/>
                    </a:cubicBezTo>
                    <a:cubicBezTo>
                      <a:pt x="65" y="18"/>
                      <a:pt x="65" y="18"/>
                      <a:pt x="65" y="18"/>
                    </a:cubicBezTo>
                    <a:cubicBezTo>
                      <a:pt x="64" y="17"/>
                      <a:pt x="63" y="17"/>
                      <a:pt x="60" y="20"/>
                    </a:cubicBezTo>
                    <a:cubicBezTo>
                      <a:pt x="61" y="19"/>
                      <a:pt x="61" y="18"/>
                      <a:pt x="61" y="17"/>
                    </a:cubicBezTo>
                    <a:cubicBezTo>
                      <a:pt x="61" y="18"/>
                      <a:pt x="60" y="19"/>
                      <a:pt x="60" y="19"/>
                    </a:cubicBezTo>
                    <a:cubicBezTo>
                      <a:pt x="61" y="17"/>
                      <a:pt x="61" y="17"/>
                      <a:pt x="61" y="17"/>
                    </a:cubicBezTo>
                    <a:cubicBezTo>
                      <a:pt x="61" y="16"/>
                      <a:pt x="60" y="17"/>
                      <a:pt x="59" y="18"/>
                    </a:cubicBezTo>
                    <a:cubicBezTo>
                      <a:pt x="60" y="17"/>
                      <a:pt x="60" y="17"/>
                      <a:pt x="60" y="17"/>
                    </a:cubicBezTo>
                    <a:cubicBezTo>
                      <a:pt x="61" y="16"/>
                      <a:pt x="59" y="18"/>
                      <a:pt x="59" y="18"/>
                    </a:cubicBezTo>
                    <a:cubicBezTo>
                      <a:pt x="60" y="17"/>
                      <a:pt x="60" y="17"/>
                      <a:pt x="60" y="17"/>
                    </a:cubicBezTo>
                    <a:cubicBezTo>
                      <a:pt x="59" y="18"/>
                      <a:pt x="59" y="18"/>
                      <a:pt x="59" y="18"/>
                    </a:cubicBezTo>
                    <a:cubicBezTo>
                      <a:pt x="58" y="19"/>
                      <a:pt x="58" y="18"/>
                      <a:pt x="60" y="16"/>
                    </a:cubicBezTo>
                    <a:cubicBezTo>
                      <a:pt x="59" y="18"/>
                      <a:pt x="59" y="18"/>
                      <a:pt x="59" y="18"/>
                    </a:cubicBezTo>
                    <a:cubicBezTo>
                      <a:pt x="59" y="16"/>
                      <a:pt x="59" y="16"/>
                      <a:pt x="58" y="17"/>
                    </a:cubicBezTo>
                    <a:cubicBezTo>
                      <a:pt x="58" y="17"/>
                      <a:pt x="58" y="18"/>
                      <a:pt x="57" y="19"/>
                    </a:cubicBezTo>
                    <a:cubicBezTo>
                      <a:pt x="56" y="21"/>
                      <a:pt x="57" y="19"/>
                      <a:pt x="56" y="20"/>
                    </a:cubicBezTo>
                    <a:cubicBezTo>
                      <a:pt x="57" y="18"/>
                      <a:pt x="57" y="18"/>
                      <a:pt x="57" y="18"/>
                    </a:cubicBezTo>
                    <a:cubicBezTo>
                      <a:pt x="59" y="15"/>
                      <a:pt x="57" y="17"/>
                      <a:pt x="56" y="16"/>
                    </a:cubicBezTo>
                    <a:cubicBezTo>
                      <a:pt x="56" y="17"/>
                      <a:pt x="56" y="17"/>
                      <a:pt x="56" y="17"/>
                    </a:cubicBezTo>
                    <a:cubicBezTo>
                      <a:pt x="57" y="15"/>
                      <a:pt x="55" y="17"/>
                      <a:pt x="55" y="15"/>
                    </a:cubicBezTo>
                    <a:cubicBezTo>
                      <a:pt x="55" y="16"/>
                      <a:pt x="53" y="19"/>
                      <a:pt x="53" y="19"/>
                    </a:cubicBezTo>
                    <a:cubicBezTo>
                      <a:pt x="52" y="20"/>
                      <a:pt x="54" y="16"/>
                      <a:pt x="55" y="15"/>
                    </a:cubicBezTo>
                    <a:cubicBezTo>
                      <a:pt x="54" y="16"/>
                      <a:pt x="54" y="16"/>
                      <a:pt x="54" y="16"/>
                    </a:cubicBezTo>
                    <a:cubicBezTo>
                      <a:pt x="54" y="16"/>
                      <a:pt x="54" y="16"/>
                      <a:pt x="54" y="16"/>
                    </a:cubicBezTo>
                    <a:cubicBezTo>
                      <a:pt x="53" y="16"/>
                      <a:pt x="53" y="17"/>
                      <a:pt x="53" y="16"/>
                    </a:cubicBezTo>
                    <a:cubicBezTo>
                      <a:pt x="53" y="16"/>
                      <a:pt x="53" y="16"/>
                      <a:pt x="53" y="16"/>
                    </a:cubicBezTo>
                    <a:cubicBezTo>
                      <a:pt x="53" y="16"/>
                      <a:pt x="54" y="14"/>
                      <a:pt x="53" y="15"/>
                    </a:cubicBezTo>
                    <a:cubicBezTo>
                      <a:pt x="52" y="16"/>
                      <a:pt x="53" y="15"/>
                      <a:pt x="52" y="16"/>
                    </a:cubicBezTo>
                    <a:cubicBezTo>
                      <a:pt x="52" y="16"/>
                      <a:pt x="52" y="16"/>
                      <a:pt x="52" y="16"/>
                    </a:cubicBezTo>
                    <a:cubicBezTo>
                      <a:pt x="51" y="17"/>
                      <a:pt x="51" y="17"/>
                      <a:pt x="51" y="17"/>
                    </a:cubicBezTo>
                    <a:cubicBezTo>
                      <a:pt x="52" y="16"/>
                      <a:pt x="52" y="16"/>
                      <a:pt x="52" y="16"/>
                    </a:cubicBezTo>
                    <a:cubicBezTo>
                      <a:pt x="53" y="15"/>
                      <a:pt x="53" y="15"/>
                      <a:pt x="53" y="15"/>
                    </a:cubicBezTo>
                    <a:cubicBezTo>
                      <a:pt x="53" y="14"/>
                      <a:pt x="52" y="16"/>
                      <a:pt x="51" y="17"/>
                    </a:cubicBezTo>
                    <a:cubicBezTo>
                      <a:pt x="51" y="18"/>
                      <a:pt x="51" y="16"/>
                      <a:pt x="51" y="16"/>
                    </a:cubicBezTo>
                    <a:cubicBezTo>
                      <a:pt x="52" y="15"/>
                      <a:pt x="51" y="16"/>
                      <a:pt x="52" y="16"/>
                    </a:cubicBezTo>
                    <a:cubicBezTo>
                      <a:pt x="52" y="15"/>
                      <a:pt x="52" y="15"/>
                      <a:pt x="52" y="14"/>
                    </a:cubicBezTo>
                    <a:cubicBezTo>
                      <a:pt x="52" y="14"/>
                      <a:pt x="51" y="16"/>
                      <a:pt x="51" y="16"/>
                    </a:cubicBezTo>
                    <a:cubicBezTo>
                      <a:pt x="51" y="15"/>
                      <a:pt x="51" y="16"/>
                      <a:pt x="52" y="14"/>
                    </a:cubicBezTo>
                    <a:cubicBezTo>
                      <a:pt x="51" y="15"/>
                      <a:pt x="51" y="15"/>
                      <a:pt x="51" y="15"/>
                    </a:cubicBezTo>
                    <a:cubicBezTo>
                      <a:pt x="51" y="16"/>
                      <a:pt x="51" y="16"/>
                      <a:pt x="50" y="17"/>
                    </a:cubicBezTo>
                    <a:cubicBezTo>
                      <a:pt x="50" y="17"/>
                      <a:pt x="49" y="18"/>
                      <a:pt x="50" y="17"/>
                    </a:cubicBezTo>
                    <a:cubicBezTo>
                      <a:pt x="50" y="17"/>
                      <a:pt x="50" y="17"/>
                      <a:pt x="50" y="17"/>
                    </a:cubicBezTo>
                    <a:cubicBezTo>
                      <a:pt x="50" y="17"/>
                      <a:pt x="50" y="16"/>
                      <a:pt x="49" y="18"/>
                    </a:cubicBezTo>
                    <a:cubicBezTo>
                      <a:pt x="50" y="16"/>
                      <a:pt x="50" y="16"/>
                      <a:pt x="50" y="16"/>
                    </a:cubicBezTo>
                    <a:cubicBezTo>
                      <a:pt x="49" y="17"/>
                      <a:pt x="49" y="17"/>
                      <a:pt x="49" y="17"/>
                    </a:cubicBezTo>
                    <a:cubicBezTo>
                      <a:pt x="50" y="15"/>
                      <a:pt x="51" y="14"/>
                      <a:pt x="51" y="13"/>
                    </a:cubicBezTo>
                    <a:cubicBezTo>
                      <a:pt x="50" y="15"/>
                      <a:pt x="50" y="15"/>
                      <a:pt x="50" y="15"/>
                    </a:cubicBezTo>
                    <a:cubicBezTo>
                      <a:pt x="49" y="15"/>
                      <a:pt x="50" y="14"/>
                      <a:pt x="50" y="14"/>
                    </a:cubicBezTo>
                    <a:cubicBezTo>
                      <a:pt x="50" y="12"/>
                      <a:pt x="47" y="18"/>
                      <a:pt x="48" y="16"/>
                    </a:cubicBezTo>
                    <a:cubicBezTo>
                      <a:pt x="49" y="14"/>
                      <a:pt x="49" y="14"/>
                      <a:pt x="49" y="13"/>
                    </a:cubicBezTo>
                    <a:cubicBezTo>
                      <a:pt x="49" y="14"/>
                      <a:pt x="48" y="14"/>
                      <a:pt x="48" y="14"/>
                    </a:cubicBezTo>
                    <a:cubicBezTo>
                      <a:pt x="48" y="15"/>
                      <a:pt x="49" y="13"/>
                      <a:pt x="49" y="14"/>
                    </a:cubicBezTo>
                    <a:cubicBezTo>
                      <a:pt x="48" y="16"/>
                      <a:pt x="48" y="15"/>
                      <a:pt x="48" y="15"/>
                    </a:cubicBezTo>
                    <a:cubicBezTo>
                      <a:pt x="50" y="11"/>
                      <a:pt x="47" y="14"/>
                      <a:pt x="48" y="12"/>
                    </a:cubicBezTo>
                    <a:cubicBezTo>
                      <a:pt x="47" y="14"/>
                      <a:pt x="47" y="12"/>
                      <a:pt x="47" y="13"/>
                    </a:cubicBezTo>
                    <a:cubicBezTo>
                      <a:pt x="48" y="11"/>
                      <a:pt x="46" y="13"/>
                      <a:pt x="47" y="12"/>
                    </a:cubicBezTo>
                    <a:cubicBezTo>
                      <a:pt x="46" y="14"/>
                      <a:pt x="46" y="14"/>
                      <a:pt x="46" y="14"/>
                    </a:cubicBezTo>
                    <a:cubicBezTo>
                      <a:pt x="46" y="13"/>
                      <a:pt x="44" y="18"/>
                      <a:pt x="45" y="15"/>
                    </a:cubicBezTo>
                    <a:cubicBezTo>
                      <a:pt x="45" y="14"/>
                      <a:pt x="46" y="13"/>
                      <a:pt x="46" y="13"/>
                    </a:cubicBezTo>
                    <a:cubicBezTo>
                      <a:pt x="47" y="10"/>
                      <a:pt x="44" y="14"/>
                      <a:pt x="46" y="12"/>
                    </a:cubicBezTo>
                    <a:cubicBezTo>
                      <a:pt x="45" y="12"/>
                      <a:pt x="44" y="14"/>
                      <a:pt x="44" y="15"/>
                    </a:cubicBezTo>
                    <a:cubicBezTo>
                      <a:pt x="44" y="14"/>
                      <a:pt x="44" y="12"/>
                      <a:pt x="45" y="12"/>
                    </a:cubicBezTo>
                    <a:cubicBezTo>
                      <a:pt x="44" y="12"/>
                      <a:pt x="44" y="13"/>
                      <a:pt x="44" y="12"/>
                    </a:cubicBezTo>
                    <a:cubicBezTo>
                      <a:pt x="44" y="11"/>
                      <a:pt x="45" y="11"/>
                      <a:pt x="45" y="11"/>
                    </a:cubicBezTo>
                    <a:cubicBezTo>
                      <a:pt x="45" y="10"/>
                      <a:pt x="44" y="11"/>
                      <a:pt x="44" y="12"/>
                    </a:cubicBezTo>
                    <a:cubicBezTo>
                      <a:pt x="44" y="10"/>
                      <a:pt x="43" y="11"/>
                      <a:pt x="44" y="10"/>
                    </a:cubicBezTo>
                    <a:cubicBezTo>
                      <a:pt x="42" y="12"/>
                      <a:pt x="44" y="9"/>
                      <a:pt x="42" y="12"/>
                    </a:cubicBezTo>
                    <a:cubicBezTo>
                      <a:pt x="43" y="11"/>
                      <a:pt x="43" y="11"/>
                      <a:pt x="43" y="11"/>
                    </a:cubicBezTo>
                    <a:cubicBezTo>
                      <a:pt x="42" y="12"/>
                      <a:pt x="41" y="13"/>
                      <a:pt x="41" y="13"/>
                    </a:cubicBezTo>
                    <a:cubicBezTo>
                      <a:pt x="42" y="12"/>
                      <a:pt x="42" y="12"/>
                      <a:pt x="42" y="12"/>
                    </a:cubicBezTo>
                    <a:cubicBezTo>
                      <a:pt x="43" y="9"/>
                      <a:pt x="42" y="11"/>
                      <a:pt x="42" y="10"/>
                    </a:cubicBezTo>
                    <a:cubicBezTo>
                      <a:pt x="42" y="11"/>
                      <a:pt x="42" y="10"/>
                      <a:pt x="42" y="11"/>
                    </a:cubicBezTo>
                    <a:cubicBezTo>
                      <a:pt x="41" y="12"/>
                      <a:pt x="41" y="12"/>
                      <a:pt x="41" y="12"/>
                    </a:cubicBezTo>
                    <a:cubicBezTo>
                      <a:pt x="40" y="13"/>
                      <a:pt x="40" y="13"/>
                      <a:pt x="40" y="13"/>
                    </a:cubicBezTo>
                    <a:cubicBezTo>
                      <a:pt x="40" y="13"/>
                      <a:pt x="41" y="11"/>
                      <a:pt x="41" y="11"/>
                    </a:cubicBezTo>
                    <a:cubicBezTo>
                      <a:pt x="41" y="10"/>
                      <a:pt x="41" y="10"/>
                      <a:pt x="41" y="11"/>
                    </a:cubicBezTo>
                    <a:cubicBezTo>
                      <a:pt x="41" y="11"/>
                      <a:pt x="41" y="11"/>
                      <a:pt x="41" y="11"/>
                    </a:cubicBezTo>
                    <a:cubicBezTo>
                      <a:pt x="41" y="11"/>
                      <a:pt x="41" y="11"/>
                      <a:pt x="41" y="11"/>
                    </a:cubicBezTo>
                    <a:cubicBezTo>
                      <a:pt x="41" y="11"/>
                      <a:pt x="40" y="11"/>
                      <a:pt x="40" y="11"/>
                    </a:cubicBezTo>
                    <a:cubicBezTo>
                      <a:pt x="40" y="11"/>
                      <a:pt x="40" y="11"/>
                      <a:pt x="40" y="11"/>
                    </a:cubicBezTo>
                    <a:cubicBezTo>
                      <a:pt x="41" y="11"/>
                      <a:pt x="41" y="11"/>
                      <a:pt x="41" y="11"/>
                    </a:cubicBezTo>
                    <a:cubicBezTo>
                      <a:pt x="41" y="10"/>
                      <a:pt x="41" y="10"/>
                      <a:pt x="41" y="10"/>
                    </a:cubicBezTo>
                    <a:cubicBezTo>
                      <a:pt x="41" y="10"/>
                      <a:pt x="41" y="10"/>
                      <a:pt x="41" y="10"/>
                    </a:cubicBezTo>
                    <a:cubicBezTo>
                      <a:pt x="41" y="10"/>
                      <a:pt x="41" y="10"/>
                      <a:pt x="41" y="10"/>
                    </a:cubicBezTo>
                    <a:cubicBezTo>
                      <a:pt x="41" y="8"/>
                      <a:pt x="41" y="8"/>
                      <a:pt x="41" y="8"/>
                    </a:cubicBezTo>
                    <a:cubicBezTo>
                      <a:pt x="41" y="8"/>
                      <a:pt x="40" y="10"/>
                      <a:pt x="40" y="11"/>
                    </a:cubicBezTo>
                    <a:cubicBezTo>
                      <a:pt x="40" y="9"/>
                      <a:pt x="39" y="10"/>
                      <a:pt x="38" y="11"/>
                    </a:cubicBezTo>
                    <a:cubicBezTo>
                      <a:pt x="38" y="11"/>
                      <a:pt x="39" y="10"/>
                      <a:pt x="39" y="10"/>
                    </a:cubicBezTo>
                    <a:cubicBezTo>
                      <a:pt x="38" y="10"/>
                      <a:pt x="38" y="12"/>
                      <a:pt x="38" y="11"/>
                    </a:cubicBezTo>
                    <a:cubicBezTo>
                      <a:pt x="38" y="11"/>
                      <a:pt x="38" y="10"/>
                      <a:pt x="38" y="9"/>
                    </a:cubicBezTo>
                    <a:cubicBezTo>
                      <a:pt x="38" y="9"/>
                      <a:pt x="38" y="11"/>
                      <a:pt x="38" y="11"/>
                    </a:cubicBezTo>
                    <a:cubicBezTo>
                      <a:pt x="38" y="8"/>
                      <a:pt x="36" y="12"/>
                      <a:pt x="37" y="10"/>
                    </a:cubicBezTo>
                    <a:cubicBezTo>
                      <a:pt x="36" y="10"/>
                      <a:pt x="37" y="9"/>
                      <a:pt x="37" y="9"/>
                    </a:cubicBezTo>
                    <a:cubicBezTo>
                      <a:pt x="37" y="9"/>
                      <a:pt x="36" y="10"/>
                      <a:pt x="35" y="11"/>
                    </a:cubicBezTo>
                    <a:cubicBezTo>
                      <a:pt x="36" y="10"/>
                      <a:pt x="36" y="10"/>
                      <a:pt x="36" y="10"/>
                    </a:cubicBezTo>
                    <a:cubicBezTo>
                      <a:pt x="36" y="10"/>
                      <a:pt x="35" y="10"/>
                      <a:pt x="35" y="11"/>
                    </a:cubicBezTo>
                    <a:cubicBezTo>
                      <a:pt x="34" y="12"/>
                      <a:pt x="34" y="13"/>
                      <a:pt x="34" y="13"/>
                    </a:cubicBezTo>
                    <a:cubicBezTo>
                      <a:pt x="34" y="13"/>
                      <a:pt x="34" y="13"/>
                      <a:pt x="34" y="13"/>
                    </a:cubicBezTo>
                    <a:cubicBezTo>
                      <a:pt x="33" y="12"/>
                      <a:pt x="33" y="13"/>
                      <a:pt x="33" y="13"/>
                    </a:cubicBezTo>
                    <a:cubicBezTo>
                      <a:pt x="33" y="12"/>
                      <a:pt x="33" y="13"/>
                      <a:pt x="34" y="12"/>
                    </a:cubicBezTo>
                    <a:cubicBezTo>
                      <a:pt x="35" y="10"/>
                      <a:pt x="34" y="10"/>
                      <a:pt x="34" y="10"/>
                    </a:cubicBezTo>
                    <a:cubicBezTo>
                      <a:pt x="33" y="11"/>
                      <a:pt x="33" y="11"/>
                      <a:pt x="33" y="11"/>
                    </a:cubicBezTo>
                    <a:cubicBezTo>
                      <a:pt x="33" y="12"/>
                      <a:pt x="34" y="10"/>
                      <a:pt x="33" y="10"/>
                    </a:cubicBezTo>
                    <a:cubicBezTo>
                      <a:pt x="31" y="14"/>
                      <a:pt x="31" y="14"/>
                      <a:pt x="31" y="14"/>
                    </a:cubicBezTo>
                    <a:cubicBezTo>
                      <a:pt x="31" y="14"/>
                      <a:pt x="32" y="12"/>
                      <a:pt x="32" y="11"/>
                    </a:cubicBezTo>
                    <a:cubicBezTo>
                      <a:pt x="32" y="12"/>
                      <a:pt x="30" y="14"/>
                      <a:pt x="29" y="15"/>
                    </a:cubicBezTo>
                    <a:cubicBezTo>
                      <a:pt x="30" y="15"/>
                      <a:pt x="29" y="16"/>
                      <a:pt x="29" y="16"/>
                    </a:cubicBezTo>
                    <a:cubicBezTo>
                      <a:pt x="29" y="15"/>
                      <a:pt x="29" y="16"/>
                      <a:pt x="29" y="15"/>
                    </a:cubicBezTo>
                    <a:cubicBezTo>
                      <a:pt x="30" y="14"/>
                      <a:pt x="30" y="14"/>
                      <a:pt x="30" y="14"/>
                    </a:cubicBezTo>
                    <a:cubicBezTo>
                      <a:pt x="30" y="13"/>
                      <a:pt x="31" y="11"/>
                      <a:pt x="31" y="10"/>
                    </a:cubicBezTo>
                    <a:cubicBezTo>
                      <a:pt x="31" y="11"/>
                      <a:pt x="31" y="10"/>
                      <a:pt x="30" y="10"/>
                    </a:cubicBezTo>
                    <a:cubicBezTo>
                      <a:pt x="29" y="12"/>
                      <a:pt x="29" y="11"/>
                      <a:pt x="28" y="13"/>
                    </a:cubicBezTo>
                    <a:cubicBezTo>
                      <a:pt x="28" y="13"/>
                      <a:pt x="29" y="11"/>
                      <a:pt x="29" y="11"/>
                    </a:cubicBezTo>
                    <a:cubicBezTo>
                      <a:pt x="28" y="11"/>
                      <a:pt x="28" y="10"/>
                      <a:pt x="28" y="11"/>
                    </a:cubicBezTo>
                    <a:cubicBezTo>
                      <a:pt x="28" y="10"/>
                      <a:pt x="28" y="10"/>
                      <a:pt x="28" y="10"/>
                    </a:cubicBezTo>
                    <a:cubicBezTo>
                      <a:pt x="28" y="11"/>
                      <a:pt x="27" y="10"/>
                      <a:pt x="26" y="12"/>
                    </a:cubicBezTo>
                    <a:cubicBezTo>
                      <a:pt x="27" y="11"/>
                      <a:pt x="27" y="11"/>
                      <a:pt x="27" y="11"/>
                    </a:cubicBezTo>
                    <a:cubicBezTo>
                      <a:pt x="27" y="10"/>
                      <a:pt x="25" y="14"/>
                      <a:pt x="26" y="12"/>
                    </a:cubicBezTo>
                    <a:cubicBezTo>
                      <a:pt x="26" y="11"/>
                      <a:pt x="26" y="11"/>
                      <a:pt x="26" y="11"/>
                    </a:cubicBezTo>
                    <a:cubicBezTo>
                      <a:pt x="26" y="12"/>
                      <a:pt x="26" y="10"/>
                      <a:pt x="25" y="11"/>
                    </a:cubicBezTo>
                    <a:cubicBezTo>
                      <a:pt x="26" y="10"/>
                      <a:pt x="26" y="10"/>
                      <a:pt x="26" y="10"/>
                    </a:cubicBezTo>
                    <a:cubicBezTo>
                      <a:pt x="26" y="11"/>
                      <a:pt x="25" y="10"/>
                      <a:pt x="24" y="12"/>
                    </a:cubicBezTo>
                    <a:cubicBezTo>
                      <a:pt x="25" y="10"/>
                      <a:pt x="25" y="10"/>
                      <a:pt x="25" y="10"/>
                    </a:cubicBezTo>
                    <a:cubicBezTo>
                      <a:pt x="26" y="9"/>
                      <a:pt x="24" y="12"/>
                      <a:pt x="24" y="11"/>
                    </a:cubicBezTo>
                    <a:cubicBezTo>
                      <a:pt x="24" y="11"/>
                      <a:pt x="25" y="10"/>
                      <a:pt x="25" y="10"/>
                    </a:cubicBezTo>
                    <a:cubicBezTo>
                      <a:pt x="24" y="11"/>
                      <a:pt x="24" y="11"/>
                      <a:pt x="24" y="11"/>
                    </a:cubicBezTo>
                    <a:cubicBezTo>
                      <a:pt x="24" y="9"/>
                      <a:pt x="24" y="9"/>
                      <a:pt x="24" y="9"/>
                    </a:cubicBezTo>
                    <a:cubicBezTo>
                      <a:pt x="23" y="8"/>
                      <a:pt x="22" y="8"/>
                      <a:pt x="20" y="9"/>
                    </a:cubicBezTo>
                    <a:cubicBezTo>
                      <a:pt x="21" y="7"/>
                      <a:pt x="21" y="8"/>
                      <a:pt x="22" y="6"/>
                    </a:cubicBezTo>
                    <a:cubicBezTo>
                      <a:pt x="21" y="8"/>
                      <a:pt x="21" y="7"/>
                      <a:pt x="21" y="7"/>
                    </a:cubicBezTo>
                    <a:cubicBezTo>
                      <a:pt x="21" y="7"/>
                      <a:pt x="21" y="7"/>
                      <a:pt x="21" y="7"/>
                    </a:cubicBezTo>
                    <a:cubicBezTo>
                      <a:pt x="20" y="7"/>
                      <a:pt x="21" y="6"/>
                      <a:pt x="20" y="6"/>
                    </a:cubicBezTo>
                    <a:cubicBezTo>
                      <a:pt x="20" y="7"/>
                      <a:pt x="20" y="7"/>
                      <a:pt x="20" y="7"/>
                    </a:cubicBezTo>
                    <a:cubicBezTo>
                      <a:pt x="19" y="8"/>
                      <a:pt x="21" y="4"/>
                      <a:pt x="20" y="7"/>
                    </a:cubicBezTo>
                    <a:cubicBezTo>
                      <a:pt x="20" y="5"/>
                      <a:pt x="20" y="5"/>
                      <a:pt x="20" y="5"/>
                    </a:cubicBezTo>
                    <a:cubicBezTo>
                      <a:pt x="19" y="7"/>
                      <a:pt x="20" y="4"/>
                      <a:pt x="19" y="6"/>
                    </a:cubicBezTo>
                    <a:cubicBezTo>
                      <a:pt x="19" y="6"/>
                      <a:pt x="19" y="6"/>
                      <a:pt x="19" y="6"/>
                    </a:cubicBezTo>
                    <a:cubicBezTo>
                      <a:pt x="20" y="5"/>
                      <a:pt x="18" y="8"/>
                      <a:pt x="18" y="6"/>
                    </a:cubicBezTo>
                    <a:cubicBezTo>
                      <a:pt x="18" y="6"/>
                      <a:pt x="18" y="7"/>
                      <a:pt x="17" y="8"/>
                    </a:cubicBezTo>
                    <a:cubicBezTo>
                      <a:pt x="18" y="6"/>
                      <a:pt x="18" y="6"/>
                      <a:pt x="18" y="6"/>
                    </a:cubicBezTo>
                    <a:cubicBezTo>
                      <a:pt x="17" y="7"/>
                      <a:pt x="16" y="6"/>
                      <a:pt x="14" y="8"/>
                    </a:cubicBezTo>
                    <a:cubicBezTo>
                      <a:pt x="14" y="7"/>
                      <a:pt x="14" y="7"/>
                      <a:pt x="14" y="7"/>
                    </a:cubicBezTo>
                    <a:cubicBezTo>
                      <a:pt x="13" y="8"/>
                      <a:pt x="15" y="4"/>
                      <a:pt x="12" y="8"/>
                    </a:cubicBezTo>
                    <a:cubicBezTo>
                      <a:pt x="11" y="9"/>
                      <a:pt x="11" y="9"/>
                      <a:pt x="11" y="9"/>
                    </a:cubicBezTo>
                    <a:cubicBezTo>
                      <a:pt x="12" y="7"/>
                      <a:pt x="12" y="7"/>
                      <a:pt x="12" y="7"/>
                    </a:cubicBezTo>
                    <a:cubicBezTo>
                      <a:pt x="12" y="8"/>
                      <a:pt x="12" y="7"/>
                      <a:pt x="11" y="8"/>
                    </a:cubicBezTo>
                    <a:cubicBezTo>
                      <a:pt x="12" y="7"/>
                      <a:pt x="12" y="7"/>
                      <a:pt x="12" y="7"/>
                    </a:cubicBezTo>
                    <a:cubicBezTo>
                      <a:pt x="12" y="7"/>
                      <a:pt x="10" y="9"/>
                      <a:pt x="10" y="8"/>
                    </a:cubicBezTo>
                    <a:cubicBezTo>
                      <a:pt x="11" y="8"/>
                      <a:pt x="11" y="8"/>
                      <a:pt x="11" y="8"/>
                    </a:cubicBezTo>
                    <a:cubicBezTo>
                      <a:pt x="11" y="4"/>
                      <a:pt x="11" y="1"/>
                      <a:pt x="8" y="5"/>
                    </a:cubicBezTo>
                    <a:cubicBezTo>
                      <a:pt x="7" y="5"/>
                      <a:pt x="9" y="2"/>
                      <a:pt x="9" y="3"/>
                    </a:cubicBezTo>
                    <a:cubicBezTo>
                      <a:pt x="6" y="5"/>
                      <a:pt x="8" y="0"/>
                      <a:pt x="4" y="4"/>
                    </a:cubicBezTo>
                    <a:cubicBezTo>
                      <a:pt x="3" y="5"/>
                      <a:pt x="0" y="10"/>
                      <a:pt x="0" y="10"/>
                    </a:cubicBezTo>
                    <a:cubicBezTo>
                      <a:pt x="3" y="9"/>
                      <a:pt x="3" y="12"/>
                      <a:pt x="3" y="1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8" name="Freeform 211"/>
              <p:cNvSpPr/>
              <p:nvPr/>
            </p:nvSpPr>
            <p:spPr bwMode="auto">
              <a:xfrm>
                <a:off x="3266" y="1867"/>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0"/>
                      <a:pt x="0" y="1"/>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9" name="Freeform 212"/>
              <p:cNvSpPr/>
              <p:nvPr/>
            </p:nvSpPr>
            <p:spPr bwMode="auto">
              <a:xfrm>
                <a:off x="3266" y="1861"/>
                <a:ext cx="3" cy="4"/>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0"/>
                      <a:pt x="0" y="1"/>
                      <a:pt x="1"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0" name="Freeform 213"/>
              <p:cNvSpPr/>
              <p:nvPr/>
            </p:nvSpPr>
            <p:spPr bwMode="auto">
              <a:xfrm>
                <a:off x="3260" y="185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1" name="Freeform 214"/>
              <p:cNvSpPr/>
              <p:nvPr/>
            </p:nvSpPr>
            <p:spPr bwMode="auto">
              <a:xfrm>
                <a:off x="3260" y="1893"/>
                <a:ext cx="4" cy="6"/>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1" y="1"/>
                      <a:pt x="1"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2" name="Freeform 215"/>
              <p:cNvSpPr/>
              <p:nvPr/>
            </p:nvSpPr>
            <p:spPr bwMode="auto">
              <a:xfrm>
                <a:off x="3269" y="1870"/>
                <a:ext cx="2" cy="4"/>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0" y="1"/>
                      <a:pt x="0" y="1"/>
                    </a:cubicBezTo>
                    <a:cubicBezTo>
                      <a:pt x="0" y="1"/>
                      <a:pt x="0" y="2"/>
                      <a:pt x="0" y="2"/>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3" name="Freeform 216"/>
              <p:cNvSpPr/>
              <p:nvPr/>
            </p:nvSpPr>
            <p:spPr bwMode="auto">
              <a:xfrm>
                <a:off x="3260" y="1895"/>
                <a:ext cx="4" cy="4"/>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2" y="0"/>
                      <a:pt x="1" y="2"/>
                      <a:pt x="1" y="2"/>
                    </a:cubicBezTo>
                    <a:cubicBezTo>
                      <a:pt x="0" y="2"/>
                      <a:pt x="1"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4" name="Freeform 217"/>
              <p:cNvSpPr/>
              <p:nvPr/>
            </p:nvSpPr>
            <p:spPr bwMode="auto">
              <a:xfrm>
                <a:off x="4538" y="18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5" name="Freeform 218"/>
              <p:cNvSpPr/>
              <p:nvPr/>
            </p:nvSpPr>
            <p:spPr bwMode="auto">
              <a:xfrm>
                <a:off x="3213" y="1882"/>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6" name="Freeform 219"/>
              <p:cNvSpPr/>
              <p:nvPr/>
            </p:nvSpPr>
            <p:spPr bwMode="auto">
              <a:xfrm>
                <a:off x="3190" y="182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7" name="Freeform 220"/>
              <p:cNvSpPr/>
              <p:nvPr/>
            </p:nvSpPr>
            <p:spPr bwMode="auto">
              <a:xfrm>
                <a:off x="3271" y="187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8" name="Freeform 221"/>
              <p:cNvSpPr/>
              <p:nvPr/>
            </p:nvSpPr>
            <p:spPr bwMode="auto">
              <a:xfrm>
                <a:off x="3190" y="187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9" name="Freeform 222"/>
              <p:cNvSpPr/>
              <p:nvPr/>
            </p:nvSpPr>
            <p:spPr bwMode="auto">
              <a:xfrm>
                <a:off x="4574" y="1855"/>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0" name="Freeform 223"/>
              <p:cNvSpPr/>
              <p:nvPr/>
            </p:nvSpPr>
            <p:spPr bwMode="auto">
              <a:xfrm>
                <a:off x="3199" y="18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1" name="Freeform 224"/>
              <p:cNvSpPr/>
              <p:nvPr/>
            </p:nvSpPr>
            <p:spPr bwMode="auto">
              <a:xfrm>
                <a:off x="3271" y="1859"/>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2" name="Freeform 225"/>
              <p:cNvSpPr/>
              <p:nvPr/>
            </p:nvSpPr>
            <p:spPr bwMode="auto">
              <a:xfrm>
                <a:off x="3742" y="3006"/>
                <a:ext cx="6" cy="9"/>
              </a:xfrm>
              <a:custGeom>
                <a:avLst/>
                <a:gdLst>
                  <a:gd name="T0" fmla="*/ 3 w 3"/>
                  <a:gd name="T1" fmla="*/ 0 h 4"/>
                  <a:gd name="T2" fmla="*/ 1 w 3"/>
                  <a:gd name="T3" fmla="*/ 1 h 4"/>
                  <a:gd name="T4" fmla="*/ 1 w 3"/>
                  <a:gd name="T5" fmla="*/ 3 h 4"/>
                  <a:gd name="T6" fmla="*/ 0 w 3"/>
                  <a:gd name="T7" fmla="*/ 4 h 4"/>
                  <a:gd name="T8" fmla="*/ 2 w 3"/>
                  <a:gd name="T9" fmla="*/ 1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cubicBezTo>
                      <a:pt x="2" y="1"/>
                      <a:pt x="2" y="1"/>
                      <a:pt x="1" y="1"/>
                    </a:cubicBezTo>
                    <a:cubicBezTo>
                      <a:pt x="1" y="2"/>
                      <a:pt x="0" y="3"/>
                      <a:pt x="1" y="3"/>
                    </a:cubicBezTo>
                    <a:cubicBezTo>
                      <a:pt x="1" y="3"/>
                      <a:pt x="0" y="4"/>
                      <a:pt x="0" y="4"/>
                    </a:cubicBezTo>
                    <a:cubicBezTo>
                      <a:pt x="1" y="4"/>
                      <a:pt x="2" y="2"/>
                      <a:pt x="2" y="1"/>
                    </a:cubicBezTo>
                    <a:cubicBezTo>
                      <a:pt x="3" y="1"/>
                      <a:pt x="3"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3" name="Freeform 226"/>
              <p:cNvSpPr/>
              <p:nvPr/>
            </p:nvSpPr>
            <p:spPr bwMode="auto">
              <a:xfrm>
                <a:off x="3988" y="30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4" name="Freeform 227"/>
              <p:cNvSpPr/>
              <p:nvPr/>
            </p:nvSpPr>
            <p:spPr bwMode="auto">
              <a:xfrm>
                <a:off x="3742" y="300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5" name="Rectangle 228"/>
              <p:cNvSpPr>
                <a:spLocks noChangeArrowheads="1"/>
              </p:cNvSpPr>
              <p:nvPr/>
            </p:nvSpPr>
            <p:spPr bwMode="auto">
              <a:xfrm>
                <a:off x="3748" y="3015"/>
                <a:ext cx="4"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6" name="Freeform 229"/>
              <p:cNvSpPr/>
              <p:nvPr/>
            </p:nvSpPr>
            <p:spPr bwMode="auto">
              <a:xfrm>
                <a:off x="3744" y="2894"/>
                <a:ext cx="2" cy="10"/>
              </a:xfrm>
              <a:custGeom>
                <a:avLst/>
                <a:gdLst>
                  <a:gd name="T0" fmla="*/ 0 w 1"/>
                  <a:gd name="T1" fmla="*/ 2 h 5"/>
                  <a:gd name="T2" fmla="*/ 1 w 1"/>
                  <a:gd name="T3" fmla="*/ 3 h 5"/>
                  <a:gd name="T4" fmla="*/ 0 w 1"/>
                  <a:gd name="T5" fmla="*/ 5 h 5"/>
                  <a:gd name="T6" fmla="*/ 1 w 1"/>
                  <a:gd name="T7" fmla="*/ 1 h 5"/>
                  <a:gd name="T8" fmla="*/ 1 w 1"/>
                  <a:gd name="T9" fmla="*/ 0 h 5"/>
                  <a:gd name="T10" fmla="*/ 0 w 1"/>
                  <a:gd name="T11" fmla="*/ 2 h 5"/>
                </a:gdLst>
                <a:ahLst/>
                <a:cxnLst>
                  <a:cxn ang="0">
                    <a:pos x="T0" y="T1"/>
                  </a:cxn>
                  <a:cxn ang="0">
                    <a:pos x="T2" y="T3"/>
                  </a:cxn>
                  <a:cxn ang="0">
                    <a:pos x="T4" y="T5"/>
                  </a:cxn>
                  <a:cxn ang="0">
                    <a:pos x="T6" y="T7"/>
                  </a:cxn>
                  <a:cxn ang="0">
                    <a:pos x="T8" y="T9"/>
                  </a:cxn>
                  <a:cxn ang="0">
                    <a:pos x="T10" y="T11"/>
                  </a:cxn>
                </a:cxnLst>
                <a:rect l="0" t="0" r="r" b="b"/>
                <a:pathLst>
                  <a:path w="1" h="5">
                    <a:moveTo>
                      <a:pt x="0" y="2"/>
                    </a:moveTo>
                    <a:cubicBezTo>
                      <a:pt x="0" y="2"/>
                      <a:pt x="0" y="4"/>
                      <a:pt x="1" y="3"/>
                    </a:cubicBezTo>
                    <a:cubicBezTo>
                      <a:pt x="1" y="3"/>
                      <a:pt x="0" y="4"/>
                      <a:pt x="0" y="5"/>
                    </a:cubicBezTo>
                    <a:cubicBezTo>
                      <a:pt x="1" y="4"/>
                      <a:pt x="1" y="1"/>
                      <a:pt x="1" y="1"/>
                    </a:cubicBezTo>
                    <a:cubicBezTo>
                      <a:pt x="1" y="0"/>
                      <a:pt x="1" y="0"/>
                      <a:pt x="1" y="0"/>
                    </a:cubicBezTo>
                    <a:cubicBezTo>
                      <a:pt x="1" y="1"/>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7" name="Freeform 230"/>
              <p:cNvSpPr/>
              <p:nvPr/>
            </p:nvSpPr>
            <p:spPr bwMode="auto">
              <a:xfrm>
                <a:off x="3744" y="3004"/>
                <a:ext cx="2"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1"/>
                      <a:pt x="0" y="1"/>
                      <a:pt x="0" y="1"/>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8" name="Freeform 231"/>
              <p:cNvSpPr/>
              <p:nvPr/>
            </p:nvSpPr>
            <p:spPr bwMode="auto">
              <a:xfrm>
                <a:off x="3742" y="2892"/>
                <a:ext cx="2" cy="4"/>
              </a:xfrm>
              <a:custGeom>
                <a:avLst/>
                <a:gdLst>
                  <a:gd name="T0" fmla="*/ 1 w 1"/>
                  <a:gd name="T1" fmla="*/ 1 h 2"/>
                  <a:gd name="T2" fmla="*/ 0 w 1"/>
                  <a:gd name="T3" fmla="*/ 2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2"/>
                      <a:pt x="0" y="2"/>
                    </a:cubicBezTo>
                    <a:cubicBezTo>
                      <a:pt x="0" y="2"/>
                      <a:pt x="1" y="1"/>
                      <a:pt x="1" y="1"/>
                    </a:cubicBezTo>
                    <a:cubicBezTo>
                      <a:pt x="1" y="1"/>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9" name="Freeform 232"/>
              <p:cNvSpPr/>
              <p:nvPr/>
            </p:nvSpPr>
            <p:spPr bwMode="auto">
              <a:xfrm>
                <a:off x="3772" y="3038"/>
                <a:ext cx="4" cy="4"/>
              </a:xfrm>
              <a:custGeom>
                <a:avLst/>
                <a:gdLst>
                  <a:gd name="T0" fmla="*/ 1 w 2"/>
                  <a:gd name="T1" fmla="*/ 0 h 2"/>
                  <a:gd name="T2" fmla="*/ 2 w 2"/>
                  <a:gd name="T3" fmla="*/ 1 h 2"/>
                  <a:gd name="T4" fmla="*/ 1 w 2"/>
                  <a:gd name="T5" fmla="*/ 0 h 2"/>
                </a:gdLst>
                <a:ahLst/>
                <a:cxnLst>
                  <a:cxn ang="0">
                    <a:pos x="T0" y="T1"/>
                  </a:cxn>
                  <a:cxn ang="0">
                    <a:pos x="T2" y="T3"/>
                  </a:cxn>
                  <a:cxn ang="0">
                    <a:pos x="T4" y="T5"/>
                  </a:cxn>
                </a:cxnLst>
                <a:rect l="0" t="0" r="r" b="b"/>
                <a:pathLst>
                  <a:path w="2" h="2">
                    <a:moveTo>
                      <a:pt x="1" y="0"/>
                    </a:moveTo>
                    <a:cubicBezTo>
                      <a:pt x="0" y="2"/>
                      <a:pt x="2" y="0"/>
                      <a:pt x="2"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0" name="Freeform 233"/>
              <p:cNvSpPr/>
              <p:nvPr/>
            </p:nvSpPr>
            <p:spPr bwMode="auto">
              <a:xfrm>
                <a:off x="3895" y="308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1" name="Freeform 234"/>
              <p:cNvSpPr/>
              <p:nvPr/>
            </p:nvSpPr>
            <p:spPr bwMode="auto">
              <a:xfrm>
                <a:off x="3602"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2" name="Freeform 235"/>
              <p:cNvSpPr/>
              <p:nvPr/>
            </p:nvSpPr>
            <p:spPr bwMode="auto">
              <a:xfrm>
                <a:off x="3742" y="289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3" name="Freeform 236"/>
              <p:cNvSpPr/>
              <p:nvPr/>
            </p:nvSpPr>
            <p:spPr bwMode="auto">
              <a:xfrm>
                <a:off x="3602" y="18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4" name="Freeform 237"/>
              <p:cNvSpPr/>
              <p:nvPr/>
            </p:nvSpPr>
            <p:spPr bwMode="auto">
              <a:xfrm>
                <a:off x="3755" y="3027"/>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5" name="Oval 238"/>
              <p:cNvSpPr>
                <a:spLocks noChangeArrowheads="1"/>
              </p:cNvSpPr>
              <p:nvPr/>
            </p:nvSpPr>
            <p:spPr bwMode="auto">
              <a:xfrm>
                <a:off x="3602" y="1823"/>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6" name="Freeform 239"/>
              <p:cNvSpPr/>
              <p:nvPr/>
            </p:nvSpPr>
            <p:spPr bwMode="auto">
              <a:xfrm>
                <a:off x="3922" y="2890"/>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7" name="Freeform 240"/>
              <p:cNvSpPr/>
              <p:nvPr/>
            </p:nvSpPr>
            <p:spPr bwMode="auto">
              <a:xfrm>
                <a:off x="3975" y="28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8" name="Freeform 241"/>
              <p:cNvSpPr/>
              <p:nvPr/>
            </p:nvSpPr>
            <p:spPr bwMode="auto">
              <a:xfrm>
                <a:off x="3954" y="288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9" name="Freeform 242"/>
              <p:cNvSpPr/>
              <p:nvPr/>
            </p:nvSpPr>
            <p:spPr bwMode="auto">
              <a:xfrm>
                <a:off x="3725" y="2760"/>
                <a:ext cx="399" cy="159"/>
              </a:xfrm>
              <a:custGeom>
                <a:avLst/>
                <a:gdLst>
                  <a:gd name="T0" fmla="*/ 11 w 188"/>
                  <a:gd name="T1" fmla="*/ 59 h 75"/>
                  <a:gd name="T2" fmla="*/ 17 w 188"/>
                  <a:gd name="T3" fmla="*/ 64 h 75"/>
                  <a:gd name="T4" fmla="*/ 14 w 188"/>
                  <a:gd name="T5" fmla="*/ 70 h 75"/>
                  <a:gd name="T6" fmla="*/ 17 w 188"/>
                  <a:gd name="T7" fmla="*/ 71 h 75"/>
                  <a:gd name="T8" fmla="*/ 21 w 188"/>
                  <a:gd name="T9" fmla="*/ 69 h 75"/>
                  <a:gd name="T10" fmla="*/ 22 w 188"/>
                  <a:gd name="T11" fmla="*/ 71 h 75"/>
                  <a:gd name="T12" fmla="*/ 27 w 188"/>
                  <a:gd name="T13" fmla="*/ 67 h 75"/>
                  <a:gd name="T14" fmla="*/ 30 w 188"/>
                  <a:gd name="T15" fmla="*/ 72 h 75"/>
                  <a:gd name="T16" fmla="*/ 31 w 188"/>
                  <a:gd name="T17" fmla="*/ 74 h 75"/>
                  <a:gd name="T18" fmla="*/ 33 w 188"/>
                  <a:gd name="T19" fmla="*/ 72 h 75"/>
                  <a:gd name="T20" fmla="*/ 37 w 188"/>
                  <a:gd name="T21" fmla="*/ 74 h 75"/>
                  <a:gd name="T22" fmla="*/ 40 w 188"/>
                  <a:gd name="T23" fmla="*/ 69 h 75"/>
                  <a:gd name="T24" fmla="*/ 43 w 188"/>
                  <a:gd name="T25" fmla="*/ 64 h 75"/>
                  <a:gd name="T26" fmla="*/ 45 w 188"/>
                  <a:gd name="T27" fmla="*/ 69 h 75"/>
                  <a:gd name="T28" fmla="*/ 54 w 188"/>
                  <a:gd name="T29" fmla="*/ 69 h 75"/>
                  <a:gd name="T30" fmla="*/ 58 w 188"/>
                  <a:gd name="T31" fmla="*/ 69 h 75"/>
                  <a:gd name="T32" fmla="*/ 62 w 188"/>
                  <a:gd name="T33" fmla="*/ 68 h 75"/>
                  <a:gd name="T34" fmla="*/ 73 w 188"/>
                  <a:gd name="T35" fmla="*/ 66 h 75"/>
                  <a:gd name="T36" fmla="*/ 76 w 188"/>
                  <a:gd name="T37" fmla="*/ 65 h 75"/>
                  <a:gd name="T38" fmla="*/ 77 w 188"/>
                  <a:gd name="T39" fmla="*/ 64 h 75"/>
                  <a:gd name="T40" fmla="*/ 80 w 188"/>
                  <a:gd name="T41" fmla="*/ 62 h 75"/>
                  <a:gd name="T42" fmla="*/ 83 w 188"/>
                  <a:gd name="T43" fmla="*/ 63 h 75"/>
                  <a:gd name="T44" fmla="*/ 86 w 188"/>
                  <a:gd name="T45" fmla="*/ 61 h 75"/>
                  <a:gd name="T46" fmla="*/ 94 w 188"/>
                  <a:gd name="T47" fmla="*/ 61 h 75"/>
                  <a:gd name="T48" fmla="*/ 100 w 188"/>
                  <a:gd name="T49" fmla="*/ 59 h 75"/>
                  <a:gd name="T50" fmla="*/ 105 w 188"/>
                  <a:gd name="T51" fmla="*/ 59 h 75"/>
                  <a:gd name="T52" fmla="*/ 108 w 188"/>
                  <a:gd name="T53" fmla="*/ 57 h 75"/>
                  <a:gd name="T54" fmla="*/ 109 w 188"/>
                  <a:gd name="T55" fmla="*/ 57 h 75"/>
                  <a:gd name="T56" fmla="*/ 114 w 188"/>
                  <a:gd name="T57" fmla="*/ 54 h 75"/>
                  <a:gd name="T58" fmla="*/ 120 w 188"/>
                  <a:gd name="T59" fmla="*/ 53 h 75"/>
                  <a:gd name="T60" fmla="*/ 124 w 188"/>
                  <a:gd name="T61" fmla="*/ 50 h 75"/>
                  <a:gd name="T62" fmla="*/ 127 w 188"/>
                  <a:gd name="T63" fmla="*/ 41 h 75"/>
                  <a:gd name="T64" fmla="*/ 133 w 188"/>
                  <a:gd name="T65" fmla="*/ 44 h 75"/>
                  <a:gd name="T66" fmla="*/ 139 w 188"/>
                  <a:gd name="T67" fmla="*/ 41 h 75"/>
                  <a:gd name="T68" fmla="*/ 144 w 188"/>
                  <a:gd name="T69" fmla="*/ 39 h 75"/>
                  <a:gd name="T70" fmla="*/ 156 w 188"/>
                  <a:gd name="T71" fmla="*/ 34 h 75"/>
                  <a:gd name="T72" fmla="*/ 160 w 188"/>
                  <a:gd name="T73" fmla="*/ 33 h 75"/>
                  <a:gd name="T74" fmla="*/ 170 w 188"/>
                  <a:gd name="T75" fmla="*/ 21 h 75"/>
                  <a:gd name="T76" fmla="*/ 173 w 188"/>
                  <a:gd name="T77" fmla="*/ 18 h 75"/>
                  <a:gd name="T78" fmla="*/ 169 w 188"/>
                  <a:gd name="T79" fmla="*/ 9 h 75"/>
                  <a:gd name="T80" fmla="*/ 149 w 188"/>
                  <a:gd name="T81" fmla="*/ 20 h 75"/>
                  <a:gd name="T82" fmla="*/ 110 w 188"/>
                  <a:gd name="T83" fmla="*/ 42 h 75"/>
                  <a:gd name="T84" fmla="*/ 103 w 188"/>
                  <a:gd name="T85" fmla="*/ 39 h 75"/>
                  <a:gd name="T86" fmla="*/ 88 w 188"/>
                  <a:gd name="T87" fmla="*/ 44 h 75"/>
                  <a:gd name="T88" fmla="*/ 69 w 188"/>
                  <a:gd name="T89" fmla="*/ 48 h 75"/>
                  <a:gd name="T90" fmla="*/ 59 w 188"/>
                  <a:gd name="T91" fmla="*/ 49 h 75"/>
                  <a:gd name="T92" fmla="*/ 44 w 188"/>
                  <a:gd name="T93" fmla="*/ 52 h 75"/>
                  <a:gd name="T94" fmla="*/ 29 w 188"/>
                  <a:gd name="T95" fmla="*/ 53 h 75"/>
                  <a:gd name="T96" fmla="*/ 19 w 188"/>
                  <a:gd name="T97" fmla="*/ 53 h 75"/>
                  <a:gd name="T98" fmla="*/ 10 w 188"/>
                  <a:gd name="T99" fmla="*/ 49 h 75"/>
                  <a:gd name="T100" fmla="*/ 7 w 188"/>
                  <a:gd name="T101" fmla="*/ 47 h 75"/>
                  <a:gd name="T102" fmla="*/ 5 w 188"/>
                  <a:gd name="T103" fmla="*/ 47 h 75"/>
                  <a:gd name="T104" fmla="*/ 3 w 188"/>
                  <a:gd name="T105" fmla="*/ 5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8" h="75">
                    <a:moveTo>
                      <a:pt x="5" y="55"/>
                    </a:moveTo>
                    <a:cubicBezTo>
                      <a:pt x="5" y="55"/>
                      <a:pt x="5" y="55"/>
                      <a:pt x="5" y="55"/>
                    </a:cubicBezTo>
                    <a:cubicBezTo>
                      <a:pt x="5" y="57"/>
                      <a:pt x="5" y="54"/>
                      <a:pt x="6" y="54"/>
                    </a:cubicBezTo>
                    <a:cubicBezTo>
                      <a:pt x="6" y="55"/>
                      <a:pt x="4" y="57"/>
                      <a:pt x="4" y="58"/>
                    </a:cubicBezTo>
                    <a:cubicBezTo>
                      <a:pt x="5" y="58"/>
                      <a:pt x="7" y="58"/>
                      <a:pt x="7" y="60"/>
                    </a:cubicBezTo>
                    <a:cubicBezTo>
                      <a:pt x="8" y="60"/>
                      <a:pt x="10" y="59"/>
                      <a:pt x="11" y="59"/>
                    </a:cubicBezTo>
                    <a:cubicBezTo>
                      <a:pt x="12" y="59"/>
                      <a:pt x="10" y="61"/>
                      <a:pt x="11" y="60"/>
                    </a:cubicBezTo>
                    <a:cubicBezTo>
                      <a:pt x="11" y="61"/>
                      <a:pt x="10" y="62"/>
                      <a:pt x="10" y="63"/>
                    </a:cubicBezTo>
                    <a:cubicBezTo>
                      <a:pt x="10" y="62"/>
                      <a:pt x="11" y="64"/>
                      <a:pt x="12" y="61"/>
                    </a:cubicBezTo>
                    <a:cubicBezTo>
                      <a:pt x="12" y="62"/>
                      <a:pt x="14" y="63"/>
                      <a:pt x="15" y="63"/>
                    </a:cubicBezTo>
                    <a:cubicBezTo>
                      <a:pt x="14" y="63"/>
                      <a:pt x="14" y="64"/>
                      <a:pt x="14" y="65"/>
                    </a:cubicBezTo>
                    <a:cubicBezTo>
                      <a:pt x="15" y="64"/>
                      <a:pt x="16" y="63"/>
                      <a:pt x="17" y="64"/>
                    </a:cubicBezTo>
                    <a:cubicBezTo>
                      <a:pt x="17" y="62"/>
                      <a:pt x="17" y="62"/>
                      <a:pt x="18" y="60"/>
                    </a:cubicBezTo>
                    <a:cubicBezTo>
                      <a:pt x="18" y="60"/>
                      <a:pt x="18" y="59"/>
                      <a:pt x="18" y="60"/>
                    </a:cubicBezTo>
                    <a:cubicBezTo>
                      <a:pt x="18" y="61"/>
                      <a:pt x="17" y="64"/>
                      <a:pt x="18" y="64"/>
                    </a:cubicBezTo>
                    <a:cubicBezTo>
                      <a:pt x="17" y="67"/>
                      <a:pt x="17" y="64"/>
                      <a:pt x="16" y="67"/>
                    </a:cubicBezTo>
                    <a:cubicBezTo>
                      <a:pt x="15" y="69"/>
                      <a:pt x="14" y="68"/>
                      <a:pt x="14" y="67"/>
                    </a:cubicBezTo>
                    <a:cubicBezTo>
                      <a:pt x="12" y="69"/>
                      <a:pt x="14" y="67"/>
                      <a:pt x="14" y="70"/>
                    </a:cubicBezTo>
                    <a:cubicBezTo>
                      <a:pt x="14" y="70"/>
                      <a:pt x="15" y="68"/>
                      <a:pt x="16" y="68"/>
                    </a:cubicBezTo>
                    <a:cubicBezTo>
                      <a:pt x="17" y="67"/>
                      <a:pt x="16" y="67"/>
                      <a:pt x="17" y="66"/>
                    </a:cubicBezTo>
                    <a:cubicBezTo>
                      <a:pt x="19" y="64"/>
                      <a:pt x="18" y="68"/>
                      <a:pt x="18" y="68"/>
                    </a:cubicBezTo>
                    <a:cubicBezTo>
                      <a:pt x="17" y="69"/>
                      <a:pt x="17" y="69"/>
                      <a:pt x="17" y="69"/>
                    </a:cubicBezTo>
                    <a:cubicBezTo>
                      <a:pt x="18" y="70"/>
                      <a:pt x="18" y="68"/>
                      <a:pt x="19" y="69"/>
                    </a:cubicBezTo>
                    <a:cubicBezTo>
                      <a:pt x="19" y="72"/>
                      <a:pt x="18" y="69"/>
                      <a:pt x="17" y="71"/>
                    </a:cubicBezTo>
                    <a:cubicBezTo>
                      <a:pt x="17" y="73"/>
                      <a:pt x="17" y="73"/>
                      <a:pt x="17" y="73"/>
                    </a:cubicBezTo>
                    <a:cubicBezTo>
                      <a:pt x="18" y="74"/>
                      <a:pt x="18" y="70"/>
                      <a:pt x="19" y="72"/>
                    </a:cubicBezTo>
                    <a:cubicBezTo>
                      <a:pt x="19" y="73"/>
                      <a:pt x="19" y="73"/>
                      <a:pt x="19" y="73"/>
                    </a:cubicBezTo>
                    <a:cubicBezTo>
                      <a:pt x="20" y="72"/>
                      <a:pt x="20" y="72"/>
                      <a:pt x="20" y="72"/>
                    </a:cubicBezTo>
                    <a:cubicBezTo>
                      <a:pt x="20" y="71"/>
                      <a:pt x="20" y="69"/>
                      <a:pt x="19" y="69"/>
                    </a:cubicBezTo>
                    <a:cubicBezTo>
                      <a:pt x="20" y="66"/>
                      <a:pt x="20" y="69"/>
                      <a:pt x="21" y="69"/>
                    </a:cubicBezTo>
                    <a:cubicBezTo>
                      <a:pt x="22" y="67"/>
                      <a:pt x="21" y="69"/>
                      <a:pt x="21" y="67"/>
                    </a:cubicBezTo>
                    <a:cubicBezTo>
                      <a:pt x="21" y="65"/>
                      <a:pt x="22" y="65"/>
                      <a:pt x="22" y="65"/>
                    </a:cubicBezTo>
                    <a:cubicBezTo>
                      <a:pt x="23" y="65"/>
                      <a:pt x="22" y="67"/>
                      <a:pt x="22" y="68"/>
                    </a:cubicBezTo>
                    <a:cubicBezTo>
                      <a:pt x="22" y="69"/>
                      <a:pt x="22" y="69"/>
                      <a:pt x="22" y="68"/>
                    </a:cubicBezTo>
                    <a:cubicBezTo>
                      <a:pt x="21" y="69"/>
                      <a:pt x="22" y="71"/>
                      <a:pt x="21" y="73"/>
                    </a:cubicBezTo>
                    <a:cubicBezTo>
                      <a:pt x="21" y="74"/>
                      <a:pt x="22" y="72"/>
                      <a:pt x="22" y="71"/>
                    </a:cubicBezTo>
                    <a:cubicBezTo>
                      <a:pt x="22" y="71"/>
                      <a:pt x="23" y="69"/>
                      <a:pt x="22" y="69"/>
                    </a:cubicBezTo>
                    <a:cubicBezTo>
                      <a:pt x="25" y="64"/>
                      <a:pt x="23" y="72"/>
                      <a:pt x="24" y="72"/>
                    </a:cubicBezTo>
                    <a:cubicBezTo>
                      <a:pt x="24" y="69"/>
                      <a:pt x="26" y="68"/>
                      <a:pt x="26" y="64"/>
                    </a:cubicBezTo>
                    <a:cubicBezTo>
                      <a:pt x="26" y="64"/>
                      <a:pt x="27" y="63"/>
                      <a:pt x="27" y="63"/>
                    </a:cubicBezTo>
                    <a:cubicBezTo>
                      <a:pt x="26" y="65"/>
                      <a:pt x="27" y="65"/>
                      <a:pt x="26" y="67"/>
                    </a:cubicBezTo>
                    <a:cubicBezTo>
                      <a:pt x="27" y="67"/>
                      <a:pt x="27" y="67"/>
                      <a:pt x="27" y="67"/>
                    </a:cubicBezTo>
                    <a:cubicBezTo>
                      <a:pt x="26" y="69"/>
                      <a:pt x="26" y="69"/>
                      <a:pt x="26" y="69"/>
                    </a:cubicBezTo>
                    <a:cubicBezTo>
                      <a:pt x="26" y="71"/>
                      <a:pt x="27" y="72"/>
                      <a:pt x="27" y="73"/>
                    </a:cubicBezTo>
                    <a:cubicBezTo>
                      <a:pt x="28" y="73"/>
                      <a:pt x="27" y="71"/>
                      <a:pt x="28" y="71"/>
                    </a:cubicBezTo>
                    <a:cubicBezTo>
                      <a:pt x="27" y="72"/>
                      <a:pt x="28" y="73"/>
                      <a:pt x="28" y="73"/>
                    </a:cubicBezTo>
                    <a:cubicBezTo>
                      <a:pt x="27" y="72"/>
                      <a:pt x="28" y="70"/>
                      <a:pt x="29" y="70"/>
                    </a:cubicBezTo>
                    <a:cubicBezTo>
                      <a:pt x="29" y="70"/>
                      <a:pt x="30" y="72"/>
                      <a:pt x="30" y="72"/>
                    </a:cubicBezTo>
                    <a:cubicBezTo>
                      <a:pt x="29" y="74"/>
                      <a:pt x="29" y="74"/>
                      <a:pt x="29" y="74"/>
                    </a:cubicBezTo>
                    <a:cubicBezTo>
                      <a:pt x="29" y="72"/>
                      <a:pt x="29" y="75"/>
                      <a:pt x="29" y="74"/>
                    </a:cubicBezTo>
                    <a:cubicBezTo>
                      <a:pt x="30" y="73"/>
                      <a:pt x="30" y="71"/>
                      <a:pt x="30" y="70"/>
                    </a:cubicBezTo>
                    <a:cubicBezTo>
                      <a:pt x="31" y="69"/>
                      <a:pt x="31" y="71"/>
                      <a:pt x="31" y="70"/>
                    </a:cubicBezTo>
                    <a:cubicBezTo>
                      <a:pt x="30" y="72"/>
                      <a:pt x="30" y="72"/>
                      <a:pt x="30" y="72"/>
                    </a:cubicBezTo>
                    <a:cubicBezTo>
                      <a:pt x="31" y="71"/>
                      <a:pt x="30" y="75"/>
                      <a:pt x="31" y="74"/>
                    </a:cubicBezTo>
                    <a:cubicBezTo>
                      <a:pt x="32" y="73"/>
                      <a:pt x="32" y="73"/>
                      <a:pt x="32" y="73"/>
                    </a:cubicBezTo>
                    <a:cubicBezTo>
                      <a:pt x="32" y="74"/>
                      <a:pt x="32" y="74"/>
                      <a:pt x="32" y="74"/>
                    </a:cubicBezTo>
                    <a:cubicBezTo>
                      <a:pt x="32" y="73"/>
                      <a:pt x="32" y="73"/>
                      <a:pt x="33" y="73"/>
                    </a:cubicBezTo>
                    <a:cubicBezTo>
                      <a:pt x="33" y="74"/>
                      <a:pt x="33" y="74"/>
                      <a:pt x="33" y="74"/>
                    </a:cubicBezTo>
                    <a:cubicBezTo>
                      <a:pt x="33" y="73"/>
                      <a:pt x="34" y="71"/>
                      <a:pt x="34" y="73"/>
                    </a:cubicBezTo>
                    <a:cubicBezTo>
                      <a:pt x="34" y="70"/>
                      <a:pt x="33" y="73"/>
                      <a:pt x="33" y="72"/>
                    </a:cubicBezTo>
                    <a:cubicBezTo>
                      <a:pt x="33" y="70"/>
                      <a:pt x="34" y="70"/>
                      <a:pt x="34" y="70"/>
                    </a:cubicBezTo>
                    <a:cubicBezTo>
                      <a:pt x="34" y="72"/>
                      <a:pt x="35" y="70"/>
                      <a:pt x="35" y="70"/>
                    </a:cubicBezTo>
                    <a:cubicBezTo>
                      <a:pt x="35" y="71"/>
                      <a:pt x="35" y="72"/>
                      <a:pt x="36" y="72"/>
                    </a:cubicBezTo>
                    <a:cubicBezTo>
                      <a:pt x="36" y="70"/>
                      <a:pt x="36" y="70"/>
                      <a:pt x="36" y="70"/>
                    </a:cubicBezTo>
                    <a:cubicBezTo>
                      <a:pt x="36" y="74"/>
                      <a:pt x="37" y="70"/>
                      <a:pt x="37" y="71"/>
                    </a:cubicBezTo>
                    <a:cubicBezTo>
                      <a:pt x="37" y="72"/>
                      <a:pt x="37" y="73"/>
                      <a:pt x="37" y="74"/>
                    </a:cubicBezTo>
                    <a:cubicBezTo>
                      <a:pt x="37" y="71"/>
                      <a:pt x="38" y="70"/>
                      <a:pt x="38" y="69"/>
                    </a:cubicBezTo>
                    <a:cubicBezTo>
                      <a:pt x="39" y="70"/>
                      <a:pt x="38" y="72"/>
                      <a:pt x="38" y="74"/>
                    </a:cubicBezTo>
                    <a:cubicBezTo>
                      <a:pt x="38" y="72"/>
                      <a:pt x="39" y="75"/>
                      <a:pt x="39" y="73"/>
                    </a:cubicBezTo>
                    <a:cubicBezTo>
                      <a:pt x="39" y="72"/>
                      <a:pt x="39" y="71"/>
                      <a:pt x="39" y="70"/>
                    </a:cubicBezTo>
                    <a:cubicBezTo>
                      <a:pt x="40" y="70"/>
                      <a:pt x="39" y="71"/>
                      <a:pt x="40" y="72"/>
                    </a:cubicBezTo>
                    <a:cubicBezTo>
                      <a:pt x="40" y="72"/>
                      <a:pt x="41" y="69"/>
                      <a:pt x="40" y="69"/>
                    </a:cubicBezTo>
                    <a:cubicBezTo>
                      <a:pt x="41" y="69"/>
                      <a:pt x="41" y="67"/>
                      <a:pt x="42" y="68"/>
                    </a:cubicBezTo>
                    <a:cubicBezTo>
                      <a:pt x="42" y="70"/>
                      <a:pt x="41" y="69"/>
                      <a:pt x="41" y="70"/>
                    </a:cubicBezTo>
                    <a:cubicBezTo>
                      <a:pt x="42" y="70"/>
                      <a:pt x="41" y="66"/>
                      <a:pt x="42" y="66"/>
                    </a:cubicBezTo>
                    <a:cubicBezTo>
                      <a:pt x="42" y="65"/>
                      <a:pt x="42" y="62"/>
                      <a:pt x="43" y="61"/>
                    </a:cubicBezTo>
                    <a:cubicBezTo>
                      <a:pt x="44" y="62"/>
                      <a:pt x="42" y="62"/>
                      <a:pt x="43" y="64"/>
                    </a:cubicBezTo>
                    <a:cubicBezTo>
                      <a:pt x="43" y="64"/>
                      <a:pt x="43" y="64"/>
                      <a:pt x="43" y="64"/>
                    </a:cubicBezTo>
                    <a:cubicBezTo>
                      <a:pt x="44" y="67"/>
                      <a:pt x="42" y="68"/>
                      <a:pt x="43" y="71"/>
                    </a:cubicBezTo>
                    <a:cubicBezTo>
                      <a:pt x="43" y="70"/>
                      <a:pt x="43" y="70"/>
                      <a:pt x="43" y="70"/>
                    </a:cubicBezTo>
                    <a:cubicBezTo>
                      <a:pt x="43" y="73"/>
                      <a:pt x="43" y="73"/>
                      <a:pt x="43" y="73"/>
                    </a:cubicBezTo>
                    <a:cubicBezTo>
                      <a:pt x="43" y="71"/>
                      <a:pt x="44" y="72"/>
                      <a:pt x="44" y="72"/>
                    </a:cubicBezTo>
                    <a:cubicBezTo>
                      <a:pt x="44" y="70"/>
                      <a:pt x="44" y="72"/>
                      <a:pt x="44" y="71"/>
                    </a:cubicBezTo>
                    <a:cubicBezTo>
                      <a:pt x="44" y="71"/>
                      <a:pt x="45" y="68"/>
                      <a:pt x="45" y="69"/>
                    </a:cubicBezTo>
                    <a:cubicBezTo>
                      <a:pt x="45" y="70"/>
                      <a:pt x="46" y="71"/>
                      <a:pt x="45" y="72"/>
                    </a:cubicBezTo>
                    <a:cubicBezTo>
                      <a:pt x="46" y="73"/>
                      <a:pt x="45" y="70"/>
                      <a:pt x="46" y="71"/>
                    </a:cubicBezTo>
                    <a:cubicBezTo>
                      <a:pt x="46" y="72"/>
                      <a:pt x="46" y="72"/>
                      <a:pt x="46" y="72"/>
                    </a:cubicBezTo>
                    <a:cubicBezTo>
                      <a:pt x="48" y="72"/>
                      <a:pt x="50" y="72"/>
                      <a:pt x="52" y="68"/>
                    </a:cubicBezTo>
                    <a:cubicBezTo>
                      <a:pt x="52" y="70"/>
                      <a:pt x="53" y="70"/>
                      <a:pt x="54" y="71"/>
                    </a:cubicBezTo>
                    <a:cubicBezTo>
                      <a:pt x="53" y="70"/>
                      <a:pt x="54" y="69"/>
                      <a:pt x="54" y="69"/>
                    </a:cubicBezTo>
                    <a:cubicBezTo>
                      <a:pt x="55" y="71"/>
                      <a:pt x="55" y="71"/>
                      <a:pt x="55" y="71"/>
                    </a:cubicBezTo>
                    <a:cubicBezTo>
                      <a:pt x="56" y="72"/>
                      <a:pt x="56" y="70"/>
                      <a:pt x="57" y="69"/>
                    </a:cubicBezTo>
                    <a:cubicBezTo>
                      <a:pt x="57" y="70"/>
                      <a:pt x="57" y="70"/>
                      <a:pt x="57" y="70"/>
                    </a:cubicBezTo>
                    <a:cubicBezTo>
                      <a:pt x="58" y="71"/>
                      <a:pt x="57" y="69"/>
                      <a:pt x="58" y="69"/>
                    </a:cubicBezTo>
                    <a:cubicBezTo>
                      <a:pt x="58" y="70"/>
                      <a:pt x="58" y="70"/>
                      <a:pt x="58" y="70"/>
                    </a:cubicBezTo>
                    <a:cubicBezTo>
                      <a:pt x="58" y="69"/>
                      <a:pt x="58" y="69"/>
                      <a:pt x="58" y="69"/>
                    </a:cubicBezTo>
                    <a:cubicBezTo>
                      <a:pt x="59" y="68"/>
                      <a:pt x="59" y="68"/>
                      <a:pt x="59" y="70"/>
                    </a:cubicBezTo>
                    <a:cubicBezTo>
                      <a:pt x="60" y="70"/>
                      <a:pt x="60" y="69"/>
                      <a:pt x="59" y="69"/>
                    </a:cubicBezTo>
                    <a:cubicBezTo>
                      <a:pt x="60" y="70"/>
                      <a:pt x="61" y="70"/>
                      <a:pt x="62" y="69"/>
                    </a:cubicBezTo>
                    <a:cubicBezTo>
                      <a:pt x="62" y="68"/>
                      <a:pt x="62" y="68"/>
                      <a:pt x="62" y="66"/>
                    </a:cubicBezTo>
                    <a:cubicBezTo>
                      <a:pt x="61" y="64"/>
                      <a:pt x="62" y="67"/>
                      <a:pt x="62" y="65"/>
                    </a:cubicBezTo>
                    <a:cubicBezTo>
                      <a:pt x="62" y="66"/>
                      <a:pt x="63" y="67"/>
                      <a:pt x="62" y="68"/>
                    </a:cubicBezTo>
                    <a:cubicBezTo>
                      <a:pt x="64" y="71"/>
                      <a:pt x="65" y="68"/>
                      <a:pt x="67" y="68"/>
                    </a:cubicBezTo>
                    <a:cubicBezTo>
                      <a:pt x="67" y="67"/>
                      <a:pt x="67" y="67"/>
                      <a:pt x="67" y="67"/>
                    </a:cubicBezTo>
                    <a:cubicBezTo>
                      <a:pt x="68" y="69"/>
                      <a:pt x="69" y="67"/>
                      <a:pt x="70" y="67"/>
                    </a:cubicBezTo>
                    <a:cubicBezTo>
                      <a:pt x="70" y="66"/>
                      <a:pt x="70" y="64"/>
                      <a:pt x="71" y="64"/>
                    </a:cubicBezTo>
                    <a:cubicBezTo>
                      <a:pt x="71" y="61"/>
                      <a:pt x="71" y="66"/>
                      <a:pt x="72" y="67"/>
                    </a:cubicBezTo>
                    <a:cubicBezTo>
                      <a:pt x="72" y="66"/>
                      <a:pt x="73" y="66"/>
                      <a:pt x="73" y="66"/>
                    </a:cubicBezTo>
                    <a:cubicBezTo>
                      <a:pt x="73" y="66"/>
                      <a:pt x="73" y="66"/>
                      <a:pt x="73" y="66"/>
                    </a:cubicBezTo>
                    <a:cubicBezTo>
                      <a:pt x="73" y="65"/>
                      <a:pt x="73" y="65"/>
                      <a:pt x="74" y="65"/>
                    </a:cubicBezTo>
                    <a:cubicBezTo>
                      <a:pt x="74" y="66"/>
                      <a:pt x="74" y="66"/>
                      <a:pt x="74" y="66"/>
                    </a:cubicBezTo>
                    <a:cubicBezTo>
                      <a:pt x="74" y="66"/>
                      <a:pt x="75" y="67"/>
                      <a:pt x="75" y="67"/>
                    </a:cubicBezTo>
                    <a:cubicBezTo>
                      <a:pt x="75" y="65"/>
                      <a:pt x="76" y="66"/>
                      <a:pt x="76" y="64"/>
                    </a:cubicBezTo>
                    <a:cubicBezTo>
                      <a:pt x="76" y="65"/>
                      <a:pt x="76" y="65"/>
                      <a:pt x="76" y="65"/>
                    </a:cubicBezTo>
                    <a:cubicBezTo>
                      <a:pt x="76" y="63"/>
                      <a:pt x="76" y="63"/>
                      <a:pt x="76" y="63"/>
                    </a:cubicBezTo>
                    <a:cubicBezTo>
                      <a:pt x="77" y="64"/>
                      <a:pt x="77" y="64"/>
                      <a:pt x="77" y="64"/>
                    </a:cubicBezTo>
                    <a:cubicBezTo>
                      <a:pt x="77" y="66"/>
                      <a:pt x="77" y="66"/>
                      <a:pt x="77" y="66"/>
                    </a:cubicBezTo>
                    <a:cubicBezTo>
                      <a:pt x="78" y="67"/>
                      <a:pt x="77" y="64"/>
                      <a:pt x="77" y="63"/>
                    </a:cubicBezTo>
                    <a:cubicBezTo>
                      <a:pt x="77" y="62"/>
                      <a:pt x="78" y="64"/>
                      <a:pt x="78" y="64"/>
                    </a:cubicBezTo>
                    <a:cubicBezTo>
                      <a:pt x="78" y="65"/>
                      <a:pt x="78" y="64"/>
                      <a:pt x="77" y="64"/>
                    </a:cubicBezTo>
                    <a:cubicBezTo>
                      <a:pt x="77" y="66"/>
                      <a:pt x="78" y="65"/>
                      <a:pt x="78" y="66"/>
                    </a:cubicBezTo>
                    <a:cubicBezTo>
                      <a:pt x="78" y="66"/>
                      <a:pt x="78" y="64"/>
                      <a:pt x="78" y="64"/>
                    </a:cubicBezTo>
                    <a:cubicBezTo>
                      <a:pt x="79" y="64"/>
                      <a:pt x="79" y="64"/>
                      <a:pt x="80" y="65"/>
                    </a:cubicBezTo>
                    <a:cubicBezTo>
                      <a:pt x="80" y="64"/>
                      <a:pt x="80" y="65"/>
                      <a:pt x="80" y="64"/>
                    </a:cubicBezTo>
                    <a:cubicBezTo>
                      <a:pt x="80" y="64"/>
                      <a:pt x="79" y="63"/>
                      <a:pt x="79" y="62"/>
                    </a:cubicBezTo>
                    <a:cubicBezTo>
                      <a:pt x="79" y="62"/>
                      <a:pt x="80" y="61"/>
                      <a:pt x="80" y="62"/>
                    </a:cubicBezTo>
                    <a:cubicBezTo>
                      <a:pt x="80" y="63"/>
                      <a:pt x="80" y="63"/>
                      <a:pt x="80" y="63"/>
                    </a:cubicBezTo>
                    <a:cubicBezTo>
                      <a:pt x="80" y="62"/>
                      <a:pt x="81" y="62"/>
                      <a:pt x="80" y="61"/>
                    </a:cubicBezTo>
                    <a:cubicBezTo>
                      <a:pt x="81" y="63"/>
                      <a:pt x="81" y="63"/>
                      <a:pt x="81" y="63"/>
                    </a:cubicBezTo>
                    <a:cubicBezTo>
                      <a:pt x="81" y="62"/>
                      <a:pt x="81" y="62"/>
                      <a:pt x="82" y="61"/>
                    </a:cubicBezTo>
                    <a:cubicBezTo>
                      <a:pt x="82" y="63"/>
                      <a:pt x="82" y="65"/>
                      <a:pt x="83" y="65"/>
                    </a:cubicBezTo>
                    <a:cubicBezTo>
                      <a:pt x="83" y="63"/>
                      <a:pt x="83" y="63"/>
                      <a:pt x="83" y="63"/>
                    </a:cubicBezTo>
                    <a:cubicBezTo>
                      <a:pt x="84" y="63"/>
                      <a:pt x="84" y="64"/>
                      <a:pt x="84" y="65"/>
                    </a:cubicBezTo>
                    <a:cubicBezTo>
                      <a:pt x="85" y="65"/>
                      <a:pt x="84" y="60"/>
                      <a:pt x="85" y="61"/>
                    </a:cubicBezTo>
                    <a:cubicBezTo>
                      <a:pt x="85" y="63"/>
                      <a:pt x="86" y="63"/>
                      <a:pt x="86" y="64"/>
                    </a:cubicBezTo>
                    <a:cubicBezTo>
                      <a:pt x="86" y="63"/>
                      <a:pt x="86" y="63"/>
                      <a:pt x="86" y="62"/>
                    </a:cubicBezTo>
                    <a:cubicBezTo>
                      <a:pt x="86" y="62"/>
                      <a:pt x="86" y="64"/>
                      <a:pt x="86" y="63"/>
                    </a:cubicBezTo>
                    <a:cubicBezTo>
                      <a:pt x="85" y="61"/>
                      <a:pt x="86" y="62"/>
                      <a:pt x="86" y="61"/>
                    </a:cubicBezTo>
                    <a:cubicBezTo>
                      <a:pt x="88" y="65"/>
                      <a:pt x="89" y="62"/>
                      <a:pt x="91" y="64"/>
                    </a:cubicBezTo>
                    <a:cubicBezTo>
                      <a:pt x="90" y="61"/>
                      <a:pt x="91" y="63"/>
                      <a:pt x="91" y="62"/>
                    </a:cubicBezTo>
                    <a:cubicBezTo>
                      <a:pt x="92" y="64"/>
                      <a:pt x="92" y="61"/>
                      <a:pt x="93" y="63"/>
                    </a:cubicBezTo>
                    <a:cubicBezTo>
                      <a:pt x="92" y="60"/>
                      <a:pt x="92" y="60"/>
                      <a:pt x="92" y="60"/>
                    </a:cubicBezTo>
                    <a:cubicBezTo>
                      <a:pt x="93" y="61"/>
                      <a:pt x="92" y="56"/>
                      <a:pt x="94" y="59"/>
                    </a:cubicBezTo>
                    <a:cubicBezTo>
                      <a:pt x="94" y="60"/>
                      <a:pt x="94" y="61"/>
                      <a:pt x="94" y="61"/>
                    </a:cubicBezTo>
                    <a:cubicBezTo>
                      <a:pt x="95" y="64"/>
                      <a:pt x="95" y="59"/>
                      <a:pt x="96" y="62"/>
                    </a:cubicBezTo>
                    <a:cubicBezTo>
                      <a:pt x="96" y="61"/>
                      <a:pt x="95" y="59"/>
                      <a:pt x="96" y="58"/>
                    </a:cubicBezTo>
                    <a:cubicBezTo>
                      <a:pt x="96" y="59"/>
                      <a:pt x="98" y="60"/>
                      <a:pt x="98" y="60"/>
                    </a:cubicBezTo>
                    <a:cubicBezTo>
                      <a:pt x="98" y="60"/>
                      <a:pt x="98" y="59"/>
                      <a:pt x="98" y="60"/>
                    </a:cubicBezTo>
                    <a:cubicBezTo>
                      <a:pt x="99" y="61"/>
                      <a:pt x="98" y="61"/>
                      <a:pt x="98" y="61"/>
                    </a:cubicBezTo>
                    <a:cubicBezTo>
                      <a:pt x="99" y="62"/>
                      <a:pt x="99" y="60"/>
                      <a:pt x="100" y="59"/>
                    </a:cubicBezTo>
                    <a:cubicBezTo>
                      <a:pt x="101" y="61"/>
                      <a:pt x="101" y="60"/>
                      <a:pt x="102" y="61"/>
                    </a:cubicBezTo>
                    <a:cubicBezTo>
                      <a:pt x="102" y="58"/>
                      <a:pt x="104" y="61"/>
                      <a:pt x="103" y="58"/>
                    </a:cubicBezTo>
                    <a:cubicBezTo>
                      <a:pt x="103" y="59"/>
                      <a:pt x="103" y="59"/>
                      <a:pt x="103" y="59"/>
                    </a:cubicBezTo>
                    <a:cubicBezTo>
                      <a:pt x="104" y="58"/>
                      <a:pt x="103" y="56"/>
                      <a:pt x="104" y="56"/>
                    </a:cubicBezTo>
                    <a:cubicBezTo>
                      <a:pt x="104" y="58"/>
                      <a:pt x="104" y="58"/>
                      <a:pt x="104" y="58"/>
                    </a:cubicBezTo>
                    <a:cubicBezTo>
                      <a:pt x="105" y="61"/>
                      <a:pt x="105" y="58"/>
                      <a:pt x="105" y="59"/>
                    </a:cubicBezTo>
                    <a:cubicBezTo>
                      <a:pt x="105" y="58"/>
                      <a:pt x="106" y="59"/>
                      <a:pt x="106" y="58"/>
                    </a:cubicBezTo>
                    <a:cubicBezTo>
                      <a:pt x="106" y="57"/>
                      <a:pt x="106" y="57"/>
                      <a:pt x="106" y="57"/>
                    </a:cubicBezTo>
                    <a:cubicBezTo>
                      <a:pt x="106" y="56"/>
                      <a:pt x="106" y="56"/>
                      <a:pt x="106" y="56"/>
                    </a:cubicBezTo>
                    <a:cubicBezTo>
                      <a:pt x="107" y="55"/>
                      <a:pt x="107" y="58"/>
                      <a:pt x="107" y="58"/>
                    </a:cubicBezTo>
                    <a:cubicBezTo>
                      <a:pt x="107" y="59"/>
                      <a:pt x="108" y="58"/>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9" y="57"/>
                    </a:cubicBezTo>
                    <a:cubicBezTo>
                      <a:pt x="109" y="57"/>
                      <a:pt x="109" y="57"/>
                      <a:pt x="109" y="57"/>
                    </a:cubicBezTo>
                    <a:cubicBezTo>
                      <a:pt x="109" y="57"/>
                      <a:pt x="109" y="57"/>
                      <a:pt x="109" y="58"/>
                    </a:cubicBezTo>
                    <a:cubicBezTo>
                      <a:pt x="109" y="59"/>
                      <a:pt x="109" y="59"/>
                      <a:pt x="109" y="59"/>
                    </a:cubicBezTo>
                    <a:cubicBezTo>
                      <a:pt x="110" y="59"/>
                      <a:pt x="110" y="57"/>
                      <a:pt x="110" y="57"/>
                    </a:cubicBezTo>
                    <a:cubicBezTo>
                      <a:pt x="111" y="58"/>
                      <a:pt x="113" y="56"/>
                      <a:pt x="113" y="55"/>
                    </a:cubicBezTo>
                    <a:cubicBezTo>
                      <a:pt x="113" y="55"/>
                      <a:pt x="113" y="56"/>
                      <a:pt x="113" y="55"/>
                    </a:cubicBezTo>
                    <a:cubicBezTo>
                      <a:pt x="114" y="55"/>
                      <a:pt x="114" y="53"/>
                      <a:pt x="114" y="54"/>
                    </a:cubicBezTo>
                    <a:cubicBezTo>
                      <a:pt x="114" y="54"/>
                      <a:pt x="115" y="55"/>
                      <a:pt x="115" y="55"/>
                    </a:cubicBezTo>
                    <a:cubicBezTo>
                      <a:pt x="115" y="56"/>
                      <a:pt x="115" y="54"/>
                      <a:pt x="115" y="54"/>
                    </a:cubicBezTo>
                    <a:cubicBezTo>
                      <a:pt x="116" y="56"/>
                      <a:pt x="116" y="52"/>
                      <a:pt x="118" y="53"/>
                    </a:cubicBezTo>
                    <a:cubicBezTo>
                      <a:pt x="118" y="53"/>
                      <a:pt x="118" y="54"/>
                      <a:pt x="118" y="55"/>
                    </a:cubicBezTo>
                    <a:cubicBezTo>
                      <a:pt x="119" y="54"/>
                      <a:pt x="119" y="53"/>
                      <a:pt x="120" y="51"/>
                    </a:cubicBezTo>
                    <a:cubicBezTo>
                      <a:pt x="120" y="53"/>
                      <a:pt x="120" y="53"/>
                      <a:pt x="120" y="53"/>
                    </a:cubicBezTo>
                    <a:cubicBezTo>
                      <a:pt x="120" y="52"/>
                      <a:pt x="121" y="52"/>
                      <a:pt x="121" y="51"/>
                    </a:cubicBezTo>
                    <a:cubicBezTo>
                      <a:pt x="120" y="50"/>
                      <a:pt x="120" y="48"/>
                      <a:pt x="121" y="49"/>
                    </a:cubicBezTo>
                    <a:cubicBezTo>
                      <a:pt x="121" y="49"/>
                      <a:pt x="121" y="49"/>
                      <a:pt x="121" y="49"/>
                    </a:cubicBezTo>
                    <a:cubicBezTo>
                      <a:pt x="122" y="48"/>
                      <a:pt x="122" y="48"/>
                      <a:pt x="122" y="48"/>
                    </a:cubicBezTo>
                    <a:cubicBezTo>
                      <a:pt x="122" y="48"/>
                      <a:pt x="122" y="48"/>
                      <a:pt x="122" y="49"/>
                    </a:cubicBezTo>
                    <a:cubicBezTo>
                      <a:pt x="123" y="51"/>
                      <a:pt x="124" y="50"/>
                      <a:pt x="124" y="50"/>
                    </a:cubicBezTo>
                    <a:cubicBezTo>
                      <a:pt x="124" y="49"/>
                      <a:pt x="124" y="49"/>
                      <a:pt x="124" y="49"/>
                    </a:cubicBezTo>
                    <a:cubicBezTo>
                      <a:pt x="124" y="48"/>
                      <a:pt x="125" y="50"/>
                      <a:pt x="125" y="50"/>
                    </a:cubicBezTo>
                    <a:cubicBezTo>
                      <a:pt x="125" y="45"/>
                      <a:pt x="125" y="45"/>
                      <a:pt x="125" y="45"/>
                    </a:cubicBezTo>
                    <a:cubicBezTo>
                      <a:pt x="125" y="45"/>
                      <a:pt x="126" y="47"/>
                      <a:pt x="126" y="48"/>
                    </a:cubicBezTo>
                    <a:cubicBezTo>
                      <a:pt x="127" y="47"/>
                      <a:pt x="126" y="44"/>
                      <a:pt x="126" y="42"/>
                    </a:cubicBezTo>
                    <a:cubicBezTo>
                      <a:pt x="127" y="43"/>
                      <a:pt x="127" y="41"/>
                      <a:pt x="127" y="41"/>
                    </a:cubicBezTo>
                    <a:cubicBezTo>
                      <a:pt x="128" y="42"/>
                      <a:pt x="127" y="41"/>
                      <a:pt x="127" y="42"/>
                    </a:cubicBezTo>
                    <a:cubicBezTo>
                      <a:pt x="128" y="43"/>
                      <a:pt x="128" y="43"/>
                      <a:pt x="128" y="43"/>
                    </a:cubicBezTo>
                    <a:cubicBezTo>
                      <a:pt x="128" y="44"/>
                      <a:pt x="129" y="46"/>
                      <a:pt x="129" y="47"/>
                    </a:cubicBezTo>
                    <a:cubicBezTo>
                      <a:pt x="129" y="46"/>
                      <a:pt x="131" y="46"/>
                      <a:pt x="132" y="46"/>
                    </a:cubicBezTo>
                    <a:cubicBezTo>
                      <a:pt x="130" y="44"/>
                      <a:pt x="132" y="45"/>
                      <a:pt x="132" y="42"/>
                    </a:cubicBezTo>
                    <a:cubicBezTo>
                      <a:pt x="132" y="41"/>
                      <a:pt x="133" y="44"/>
                      <a:pt x="133" y="44"/>
                    </a:cubicBezTo>
                    <a:cubicBezTo>
                      <a:pt x="134" y="43"/>
                      <a:pt x="135" y="44"/>
                      <a:pt x="136" y="43"/>
                    </a:cubicBezTo>
                    <a:cubicBezTo>
                      <a:pt x="136" y="43"/>
                      <a:pt x="136" y="43"/>
                      <a:pt x="136" y="43"/>
                    </a:cubicBezTo>
                    <a:cubicBezTo>
                      <a:pt x="136" y="42"/>
                      <a:pt x="138" y="43"/>
                      <a:pt x="138" y="40"/>
                    </a:cubicBezTo>
                    <a:cubicBezTo>
                      <a:pt x="138" y="42"/>
                      <a:pt x="138" y="42"/>
                      <a:pt x="138" y="42"/>
                    </a:cubicBezTo>
                    <a:cubicBezTo>
                      <a:pt x="139" y="42"/>
                      <a:pt x="137" y="39"/>
                      <a:pt x="139" y="40"/>
                    </a:cubicBezTo>
                    <a:cubicBezTo>
                      <a:pt x="139" y="41"/>
                      <a:pt x="139" y="41"/>
                      <a:pt x="139" y="41"/>
                    </a:cubicBezTo>
                    <a:cubicBezTo>
                      <a:pt x="139" y="40"/>
                      <a:pt x="140" y="42"/>
                      <a:pt x="140" y="39"/>
                    </a:cubicBezTo>
                    <a:cubicBezTo>
                      <a:pt x="141" y="41"/>
                      <a:pt x="141" y="41"/>
                      <a:pt x="141" y="41"/>
                    </a:cubicBezTo>
                    <a:cubicBezTo>
                      <a:pt x="141" y="40"/>
                      <a:pt x="142" y="40"/>
                      <a:pt x="142" y="38"/>
                    </a:cubicBezTo>
                    <a:cubicBezTo>
                      <a:pt x="142" y="40"/>
                      <a:pt x="142" y="40"/>
                      <a:pt x="142" y="40"/>
                    </a:cubicBezTo>
                    <a:cubicBezTo>
                      <a:pt x="143" y="41"/>
                      <a:pt x="142" y="38"/>
                      <a:pt x="143" y="38"/>
                    </a:cubicBezTo>
                    <a:cubicBezTo>
                      <a:pt x="143" y="38"/>
                      <a:pt x="144" y="39"/>
                      <a:pt x="144" y="39"/>
                    </a:cubicBezTo>
                    <a:cubicBezTo>
                      <a:pt x="143" y="38"/>
                      <a:pt x="144" y="38"/>
                      <a:pt x="144" y="37"/>
                    </a:cubicBezTo>
                    <a:cubicBezTo>
                      <a:pt x="146" y="39"/>
                      <a:pt x="146" y="39"/>
                      <a:pt x="146" y="39"/>
                    </a:cubicBezTo>
                    <a:cubicBezTo>
                      <a:pt x="149" y="37"/>
                      <a:pt x="152" y="36"/>
                      <a:pt x="154" y="33"/>
                    </a:cubicBezTo>
                    <a:cubicBezTo>
                      <a:pt x="156" y="35"/>
                      <a:pt x="154" y="35"/>
                      <a:pt x="155" y="36"/>
                    </a:cubicBezTo>
                    <a:cubicBezTo>
                      <a:pt x="154" y="34"/>
                      <a:pt x="155" y="35"/>
                      <a:pt x="156" y="34"/>
                    </a:cubicBezTo>
                    <a:cubicBezTo>
                      <a:pt x="156" y="34"/>
                      <a:pt x="156" y="34"/>
                      <a:pt x="156" y="34"/>
                    </a:cubicBezTo>
                    <a:cubicBezTo>
                      <a:pt x="156" y="34"/>
                      <a:pt x="157" y="35"/>
                      <a:pt x="157" y="34"/>
                    </a:cubicBezTo>
                    <a:cubicBezTo>
                      <a:pt x="157" y="34"/>
                      <a:pt x="157" y="34"/>
                      <a:pt x="157" y="34"/>
                    </a:cubicBezTo>
                    <a:cubicBezTo>
                      <a:pt x="157" y="32"/>
                      <a:pt x="159" y="36"/>
                      <a:pt x="158" y="33"/>
                    </a:cubicBezTo>
                    <a:cubicBezTo>
                      <a:pt x="159" y="34"/>
                      <a:pt x="159" y="34"/>
                      <a:pt x="159" y="34"/>
                    </a:cubicBezTo>
                    <a:cubicBezTo>
                      <a:pt x="158" y="32"/>
                      <a:pt x="160" y="35"/>
                      <a:pt x="160" y="33"/>
                    </a:cubicBezTo>
                    <a:cubicBezTo>
                      <a:pt x="160" y="33"/>
                      <a:pt x="160" y="33"/>
                      <a:pt x="160" y="33"/>
                    </a:cubicBezTo>
                    <a:cubicBezTo>
                      <a:pt x="161" y="34"/>
                      <a:pt x="160" y="30"/>
                      <a:pt x="161" y="32"/>
                    </a:cubicBezTo>
                    <a:cubicBezTo>
                      <a:pt x="162" y="31"/>
                      <a:pt x="162" y="30"/>
                      <a:pt x="161" y="28"/>
                    </a:cubicBezTo>
                    <a:cubicBezTo>
                      <a:pt x="162" y="30"/>
                      <a:pt x="162" y="30"/>
                      <a:pt x="162" y="30"/>
                    </a:cubicBezTo>
                    <a:cubicBezTo>
                      <a:pt x="164" y="28"/>
                      <a:pt x="167" y="27"/>
                      <a:pt x="167" y="24"/>
                    </a:cubicBezTo>
                    <a:cubicBezTo>
                      <a:pt x="168" y="25"/>
                      <a:pt x="168" y="25"/>
                      <a:pt x="168" y="25"/>
                    </a:cubicBezTo>
                    <a:cubicBezTo>
                      <a:pt x="167" y="22"/>
                      <a:pt x="171" y="25"/>
                      <a:pt x="170" y="21"/>
                    </a:cubicBezTo>
                    <a:cubicBezTo>
                      <a:pt x="169" y="19"/>
                      <a:pt x="169" y="19"/>
                      <a:pt x="169" y="19"/>
                    </a:cubicBezTo>
                    <a:cubicBezTo>
                      <a:pt x="171" y="21"/>
                      <a:pt x="171" y="21"/>
                      <a:pt x="171" y="21"/>
                    </a:cubicBezTo>
                    <a:cubicBezTo>
                      <a:pt x="170" y="20"/>
                      <a:pt x="172" y="20"/>
                      <a:pt x="171" y="19"/>
                    </a:cubicBezTo>
                    <a:cubicBezTo>
                      <a:pt x="171" y="19"/>
                      <a:pt x="171" y="19"/>
                      <a:pt x="172" y="20"/>
                    </a:cubicBezTo>
                    <a:cubicBezTo>
                      <a:pt x="172" y="20"/>
                      <a:pt x="171" y="17"/>
                      <a:pt x="172" y="17"/>
                    </a:cubicBezTo>
                    <a:cubicBezTo>
                      <a:pt x="173" y="18"/>
                      <a:pt x="173" y="18"/>
                      <a:pt x="173" y="18"/>
                    </a:cubicBezTo>
                    <a:cubicBezTo>
                      <a:pt x="177" y="19"/>
                      <a:pt x="182" y="18"/>
                      <a:pt x="181" y="13"/>
                    </a:cubicBezTo>
                    <a:cubicBezTo>
                      <a:pt x="181" y="12"/>
                      <a:pt x="183" y="14"/>
                      <a:pt x="183" y="14"/>
                    </a:cubicBezTo>
                    <a:cubicBezTo>
                      <a:pt x="182" y="10"/>
                      <a:pt x="188" y="11"/>
                      <a:pt x="186" y="6"/>
                    </a:cubicBezTo>
                    <a:cubicBezTo>
                      <a:pt x="186" y="4"/>
                      <a:pt x="182" y="0"/>
                      <a:pt x="182" y="0"/>
                    </a:cubicBezTo>
                    <a:cubicBezTo>
                      <a:pt x="180" y="4"/>
                      <a:pt x="176" y="5"/>
                      <a:pt x="171" y="6"/>
                    </a:cubicBezTo>
                    <a:cubicBezTo>
                      <a:pt x="171" y="7"/>
                      <a:pt x="170" y="9"/>
                      <a:pt x="169" y="9"/>
                    </a:cubicBezTo>
                    <a:cubicBezTo>
                      <a:pt x="165" y="12"/>
                      <a:pt x="158" y="11"/>
                      <a:pt x="154" y="16"/>
                    </a:cubicBezTo>
                    <a:cubicBezTo>
                      <a:pt x="155" y="16"/>
                      <a:pt x="155" y="18"/>
                      <a:pt x="155" y="18"/>
                    </a:cubicBezTo>
                    <a:cubicBezTo>
                      <a:pt x="155" y="18"/>
                      <a:pt x="155" y="18"/>
                      <a:pt x="155" y="18"/>
                    </a:cubicBezTo>
                    <a:cubicBezTo>
                      <a:pt x="155" y="19"/>
                      <a:pt x="155" y="19"/>
                      <a:pt x="155" y="19"/>
                    </a:cubicBezTo>
                    <a:cubicBezTo>
                      <a:pt x="155" y="19"/>
                      <a:pt x="154" y="18"/>
                      <a:pt x="154" y="17"/>
                    </a:cubicBezTo>
                    <a:cubicBezTo>
                      <a:pt x="153" y="19"/>
                      <a:pt x="151" y="20"/>
                      <a:pt x="149" y="20"/>
                    </a:cubicBezTo>
                    <a:cubicBezTo>
                      <a:pt x="150" y="22"/>
                      <a:pt x="148" y="21"/>
                      <a:pt x="149" y="23"/>
                    </a:cubicBezTo>
                    <a:cubicBezTo>
                      <a:pt x="148" y="22"/>
                      <a:pt x="148" y="22"/>
                      <a:pt x="148" y="22"/>
                    </a:cubicBezTo>
                    <a:cubicBezTo>
                      <a:pt x="147" y="24"/>
                      <a:pt x="147" y="24"/>
                      <a:pt x="145" y="22"/>
                    </a:cubicBezTo>
                    <a:cubicBezTo>
                      <a:pt x="139" y="23"/>
                      <a:pt x="134" y="27"/>
                      <a:pt x="128" y="28"/>
                    </a:cubicBezTo>
                    <a:cubicBezTo>
                      <a:pt x="123" y="30"/>
                      <a:pt x="118" y="35"/>
                      <a:pt x="112" y="37"/>
                    </a:cubicBezTo>
                    <a:cubicBezTo>
                      <a:pt x="112" y="40"/>
                      <a:pt x="110" y="39"/>
                      <a:pt x="110" y="42"/>
                    </a:cubicBezTo>
                    <a:cubicBezTo>
                      <a:pt x="110" y="41"/>
                      <a:pt x="110" y="41"/>
                      <a:pt x="110" y="41"/>
                    </a:cubicBezTo>
                    <a:cubicBezTo>
                      <a:pt x="109" y="43"/>
                      <a:pt x="109" y="41"/>
                      <a:pt x="107" y="40"/>
                    </a:cubicBezTo>
                    <a:cubicBezTo>
                      <a:pt x="107" y="42"/>
                      <a:pt x="107" y="41"/>
                      <a:pt x="107" y="43"/>
                    </a:cubicBezTo>
                    <a:cubicBezTo>
                      <a:pt x="107" y="45"/>
                      <a:pt x="106" y="40"/>
                      <a:pt x="106" y="41"/>
                    </a:cubicBezTo>
                    <a:cubicBezTo>
                      <a:pt x="105" y="41"/>
                      <a:pt x="106" y="42"/>
                      <a:pt x="106" y="42"/>
                    </a:cubicBezTo>
                    <a:cubicBezTo>
                      <a:pt x="105" y="45"/>
                      <a:pt x="106" y="41"/>
                      <a:pt x="103" y="39"/>
                    </a:cubicBezTo>
                    <a:cubicBezTo>
                      <a:pt x="101" y="41"/>
                      <a:pt x="98" y="44"/>
                      <a:pt x="95" y="43"/>
                    </a:cubicBezTo>
                    <a:cubicBezTo>
                      <a:pt x="95" y="43"/>
                      <a:pt x="96" y="44"/>
                      <a:pt x="96" y="44"/>
                    </a:cubicBezTo>
                    <a:cubicBezTo>
                      <a:pt x="95" y="41"/>
                      <a:pt x="95" y="46"/>
                      <a:pt x="94" y="44"/>
                    </a:cubicBezTo>
                    <a:cubicBezTo>
                      <a:pt x="94" y="44"/>
                      <a:pt x="94" y="43"/>
                      <a:pt x="94" y="43"/>
                    </a:cubicBezTo>
                    <a:cubicBezTo>
                      <a:pt x="93" y="42"/>
                      <a:pt x="92" y="44"/>
                      <a:pt x="91" y="43"/>
                    </a:cubicBezTo>
                    <a:cubicBezTo>
                      <a:pt x="90" y="45"/>
                      <a:pt x="88" y="42"/>
                      <a:pt x="88" y="44"/>
                    </a:cubicBezTo>
                    <a:cubicBezTo>
                      <a:pt x="88" y="43"/>
                      <a:pt x="87" y="43"/>
                      <a:pt x="87" y="43"/>
                    </a:cubicBezTo>
                    <a:cubicBezTo>
                      <a:pt x="87" y="47"/>
                      <a:pt x="84" y="42"/>
                      <a:pt x="84" y="44"/>
                    </a:cubicBezTo>
                    <a:cubicBezTo>
                      <a:pt x="84" y="44"/>
                      <a:pt x="84" y="44"/>
                      <a:pt x="84" y="44"/>
                    </a:cubicBezTo>
                    <a:cubicBezTo>
                      <a:pt x="81" y="45"/>
                      <a:pt x="77" y="45"/>
                      <a:pt x="75" y="47"/>
                    </a:cubicBezTo>
                    <a:cubicBezTo>
                      <a:pt x="73" y="47"/>
                      <a:pt x="70" y="44"/>
                      <a:pt x="69" y="46"/>
                    </a:cubicBezTo>
                    <a:cubicBezTo>
                      <a:pt x="69" y="48"/>
                      <a:pt x="69" y="48"/>
                      <a:pt x="69" y="48"/>
                    </a:cubicBezTo>
                    <a:cubicBezTo>
                      <a:pt x="68" y="48"/>
                      <a:pt x="69" y="47"/>
                      <a:pt x="68" y="46"/>
                    </a:cubicBezTo>
                    <a:cubicBezTo>
                      <a:pt x="68" y="48"/>
                      <a:pt x="66" y="47"/>
                      <a:pt x="65" y="47"/>
                    </a:cubicBezTo>
                    <a:cubicBezTo>
                      <a:pt x="65" y="47"/>
                      <a:pt x="65" y="48"/>
                      <a:pt x="65" y="49"/>
                    </a:cubicBezTo>
                    <a:cubicBezTo>
                      <a:pt x="63" y="46"/>
                      <a:pt x="62" y="50"/>
                      <a:pt x="60" y="48"/>
                    </a:cubicBezTo>
                    <a:cubicBezTo>
                      <a:pt x="61" y="51"/>
                      <a:pt x="60" y="50"/>
                      <a:pt x="59" y="51"/>
                    </a:cubicBezTo>
                    <a:cubicBezTo>
                      <a:pt x="59" y="51"/>
                      <a:pt x="59" y="50"/>
                      <a:pt x="59" y="49"/>
                    </a:cubicBezTo>
                    <a:cubicBezTo>
                      <a:pt x="58" y="50"/>
                      <a:pt x="57" y="50"/>
                      <a:pt x="56" y="49"/>
                    </a:cubicBezTo>
                    <a:cubicBezTo>
                      <a:pt x="56" y="49"/>
                      <a:pt x="56" y="51"/>
                      <a:pt x="55" y="51"/>
                    </a:cubicBezTo>
                    <a:cubicBezTo>
                      <a:pt x="54" y="49"/>
                      <a:pt x="54" y="51"/>
                      <a:pt x="53" y="50"/>
                    </a:cubicBezTo>
                    <a:cubicBezTo>
                      <a:pt x="54" y="52"/>
                      <a:pt x="52" y="54"/>
                      <a:pt x="52" y="53"/>
                    </a:cubicBezTo>
                    <a:cubicBezTo>
                      <a:pt x="52" y="50"/>
                      <a:pt x="52" y="50"/>
                      <a:pt x="52" y="50"/>
                    </a:cubicBezTo>
                    <a:cubicBezTo>
                      <a:pt x="50" y="52"/>
                      <a:pt x="47" y="49"/>
                      <a:pt x="44" y="52"/>
                    </a:cubicBezTo>
                    <a:cubicBezTo>
                      <a:pt x="44" y="51"/>
                      <a:pt x="44" y="51"/>
                      <a:pt x="44" y="51"/>
                    </a:cubicBezTo>
                    <a:cubicBezTo>
                      <a:pt x="42" y="53"/>
                      <a:pt x="39" y="51"/>
                      <a:pt x="37" y="54"/>
                    </a:cubicBezTo>
                    <a:cubicBezTo>
                      <a:pt x="36" y="53"/>
                      <a:pt x="35" y="52"/>
                      <a:pt x="35" y="52"/>
                    </a:cubicBezTo>
                    <a:cubicBezTo>
                      <a:pt x="34" y="53"/>
                      <a:pt x="33" y="53"/>
                      <a:pt x="32" y="55"/>
                    </a:cubicBezTo>
                    <a:cubicBezTo>
                      <a:pt x="32" y="56"/>
                      <a:pt x="32" y="54"/>
                      <a:pt x="32" y="54"/>
                    </a:cubicBezTo>
                    <a:cubicBezTo>
                      <a:pt x="31" y="53"/>
                      <a:pt x="30" y="51"/>
                      <a:pt x="29" y="53"/>
                    </a:cubicBezTo>
                    <a:cubicBezTo>
                      <a:pt x="29" y="52"/>
                      <a:pt x="29" y="52"/>
                      <a:pt x="29" y="52"/>
                    </a:cubicBezTo>
                    <a:cubicBezTo>
                      <a:pt x="28" y="53"/>
                      <a:pt x="27" y="55"/>
                      <a:pt x="26" y="53"/>
                    </a:cubicBezTo>
                    <a:cubicBezTo>
                      <a:pt x="25" y="54"/>
                      <a:pt x="24" y="55"/>
                      <a:pt x="25" y="56"/>
                    </a:cubicBezTo>
                    <a:cubicBezTo>
                      <a:pt x="24" y="56"/>
                      <a:pt x="25" y="54"/>
                      <a:pt x="24" y="55"/>
                    </a:cubicBezTo>
                    <a:cubicBezTo>
                      <a:pt x="25" y="53"/>
                      <a:pt x="25" y="53"/>
                      <a:pt x="25" y="53"/>
                    </a:cubicBezTo>
                    <a:cubicBezTo>
                      <a:pt x="23" y="52"/>
                      <a:pt x="21" y="53"/>
                      <a:pt x="19" y="53"/>
                    </a:cubicBezTo>
                    <a:cubicBezTo>
                      <a:pt x="19" y="51"/>
                      <a:pt x="17" y="53"/>
                      <a:pt x="16" y="51"/>
                    </a:cubicBezTo>
                    <a:cubicBezTo>
                      <a:pt x="15" y="52"/>
                      <a:pt x="15" y="50"/>
                      <a:pt x="13" y="53"/>
                    </a:cubicBezTo>
                    <a:cubicBezTo>
                      <a:pt x="14" y="51"/>
                      <a:pt x="14" y="51"/>
                      <a:pt x="14" y="51"/>
                    </a:cubicBezTo>
                    <a:cubicBezTo>
                      <a:pt x="13" y="51"/>
                      <a:pt x="12" y="51"/>
                      <a:pt x="11" y="49"/>
                    </a:cubicBezTo>
                    <a:cubicBezTo>
                      <a:pt x="11" y="49"/>
                      <a:pt x="10" y="50"/>
                      <a:pt x="9" y="51"/>
                    </a:cubicBezTo>
                    <a:cubicBezTo>
                      <a:pt x="10" y="49"/>
                      <a:pt x="10" y="49"/>
                      <a:pt x="10" y="49"/>
                    </a:cubicBezTo>
                    <a:cubicBezTo>
                      <a:pt x="9" y="50"/>
                      <a:pt x="7" y="51"/>
                      <a:pt x="6" y="52"/>
                    </a:cubicBezTo>
                    <a:cubicBezTo>
                      <a:pt x="6" y="51"/>
                      <a:pt x="6" y="52"/>
                      <a:pt x="6" y="51"/>
                    </a:cubicBezTo>
                    <a:cubicBezTo>
                      <a:pt x="7" y="51"/>
                      <a:pt x="8" y="50"/>
                      <a:pt x="9" y="48"/>
                    </a:cubicBezTo>
                    <a:cubicBezTo>
                      <a:pt x="9" y="48"/>
                      <a:pt x="6" y="50"/>
                      <a:pt x="7" y="48"/>
                    </a:cubicBezTo>
                    <a:cubicBezTo>
                      <a:pt x="7" y="47"/>
                      <a:pt x="7" y="47"/>
                      <a:pt x="5" y="49"/>
                    </a:cubicBezTo>
                    <a:cubicBezTo>
                      <a:pt x="6" y="48"/>
                      <a:pt x="6" y="48"/>
                      <a:pt x="7" y="47"/>
                    </a:cubicBezTo>
                    <a:cubicBezTo>
                      <a:pt x="6" y="47"/>
                      <a:pt x="6" y="47"/>
                      <a:pt x="5" y="47"/>
                    </a:cubicBezTo>
                    <a:cubicBezTo>
                      <a:pt x="6" y="47"/>
                      <a:pt x="5" y="47"/>
                      <a:pt x="5" y="48"/>
                    </a:cubicBezTo>
                    <a:cubicBezTo>
                      <a:pt x="4" y="48"/>
                      <a:pt x="4" y="48"/>
                      <a:pt x="2" y="49"/>
                    </a:cubicBezTo>
                    <a:cubicBezTo>
                      <a:pt x="3" y="49"/>
                      <a:pt x="3" y="49"/>
                      <a:pt x="3" y="49"/>
                    </a:cubicBezTo>
                    <a:cubicBezTo>
                      <a:pt x="2" y="50"/>
                      <a:pt x="1" y="50"/>
                      <a:pt x="2" y="49"/>
                    </a:cubicBezTo>
                    <a:cubicBezTo>
                      <a:pt x="3" y="48"/>
                      <a:pt x="4" y="48"/>
                      <a:pt x="5" y="47"/>
                    </a:cubicBezTo>
                    <a:cubicBezTo>
                      <a:pt x="1" y="48"/>
                      <a:pt x="1" y="48"/>
                      <a:pt x="1" y="48"/>
                    </a:cubicBezTo>
                    <a:cubicBezTo>
                      <a:pt x="2" y="48"/>
                      <a:pt x="2" y="49"/>
                      <a:pt x="1" y="49"/>
                    </a:cubicBezTo>
                    <a:cubicBezTo>
                      <a:pt x="2" y="49"/>
                      <a:pt x="2" y="49"/>
                      <a:pt x="2" y="49"/>
                    </a:cubicBezTo>
                    <a:cubicBezTo>
                      <a:pt x="0" y="50"/>
                      <a:pt x="0" y="50"/>
                      <a:pt x="0" y="50"/>
                    </a:cubicBezTo>
                    <a:cubicBezTo>
                      <a:pt x="1" y="51"/>
                      <a:pt x="1" y="52"/>
                      <a:pt x="2" y="52"/>
                    </a:cubicBezTo>
                    <a:cubicBezTo>
                      <a:pt x="3" y="51"/>
                      <a:pt x="3" y="51"/>
                      <a:pt x="3" y="51"/>
                    </a:cubicBezTo>
                    <a:cubicBezTo>
                      <a:pt x="4" y="51"/>
                      <a:pt x="5" y="50"/>
                      <a:pt x="5" y="52"/>
                    </a:cubicBezTo>
                    <a:cubicBezTo>
                      <a:pt x="4" y="52"/>
                      <a:pt x="4" y="53"/>
                      <a:pt x="3" y="53"/>
                    </a:cubicBezTo>
                    <a:cubicBezTo>
                      <a:pt x="4" y="53"/>
                      <a:pt x="4" y="53"/>
                      <a:pt x="4" y="53"/>
                    </a:cubicBezTo>
                    <a:cubicBezTo>
                      <a:pt x="2" y="55"/>
                      <a:pt x="2" y="55"/>
                      <a:pt x="2" y="55"/>
                    </a:cubicBezTo>
                    <a:cubicBezTo>
                      <a:pt x="5" y="52"/>
                      <a:pt x="4" y="55"/>
                      <a:pt x="5" y="5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0" name="Freeform 243"/>
              <p:cNvSpPr/>
              <p:nvPr/>
            </p:nvSpPr>
            <p:spPr bwMode="auto">
              <a:xfrm>
                <a:off x="4005" y="2851"/>
                <a:ext cx="2" cy="5"/>
              </a:xfrm>
              <a:custGeom>
                <a:avLst/>
                <a:gdLst>
                  <a:gd name="T0" fmla="*/ 2 w 2"/>
                  <a:gd name="T1" fmla="*/ 5 h 5"/>
                  <a:gd name="T2" fmla="*/ 2 w 2"/>
                  <a:gd name="T3" fmla="*/ 5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2" y="5"/>
                    </a:lnTo>
                    <a:lnTo>
                      <a:pt x="0" y="0"/>
                    </a:lnTo>
                    <a:lnTo>
                      <a:pt x="2" y="5"/>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1" name="Freeform 244"/>
              <p:cNvSpPr/>
              <p:nvPr/>
            </p:nvSpPr>
            <p:spPr bwMode="auto">
              <a:xfrm>
                <a:off x="3980" y="2866"/>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2" name="Freeform 245"/>
              <p:cNvSpPr/>
              <p:nvPr/>
            </p:nvSpPr>
            <p:spPr bwMode="auto">
              <a:xfrm>
                <a:off x="3982" y="28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3" name="Freeform 246"/>
              <p:cNvSpPr/>
              <p:nvPr/>
            </p:nvSpPr>
            <p:spPr bwMode="auto">
              <a:xfrm>
                <a:off x="3748" y="2898"/>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2"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4" name="Freeform 247"/>
              <p:cNvSpPr/>
              <p:nvPr/>
            </p:nvSpPr>
            <p:spPr bwMode="auto">
              <a:xfrm>
                <a:off x="3980" y="2875"/>
                <a:ext cx="2" cy="4"/>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0"/>
                      <a:pt x="0" y="2"/>
                      <a:pt x="1" y="2"/>
                    </a:cubicBezTo>
                    <a:cubicBezTo>
                      <a:pt x="1" y="2"/>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5" name="Freeform 248"/>
              <p:cNvSpPr/>
              <p:nvPr/>
            </p:nvSpPr>
            <p:spPr bwMode="auto">
              <a:xfrm>
                <a:off x="3757" y="2909"/>
                <a:ext cx="2" cy="4"/>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6" name="Freeform 249"/>
              <p:cNvSpPr/>
              <p:nvPr/>
            </p:nvSpPr>
            <p:spPr bwMode="auto">
              <a:xfrm>
                <a:off x="3776" y="2913"/>
                <a:ext cx="2" cy="4"/>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0"/>
                      <a:pt x="1" y="1"/>
                    </a:cubicBezTo>
                    <a:cubicBezTo>
                      <a:pt x="1"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7" name="Freeform 250"/>
              <p:cNvSpPr/>
              <p:nvPr/>
            </p:nvSpPr>
            <p:spPr bwMode="auto">
              <a:xfrm>
                <a:off x="3759" y="2904"/>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0"/>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8" name="Freeform 251"/>
              <p:cNvSpPr/>
              <p:nvPr/>
            </p:nvSpPr>
            <p:spPr bwMode="auto">
              <a:xfrm>
                <a:off x="3893" y="3080"/>
                <a:ext cx="4" cy="9"/>
              </a:xfrm>
              <a:custGeom>
                <a:avLst/>
                <a:gdLst>
                  <a:gd name="T0" fmla="*/ 2 w 2"/>
                  <a:gd name="T1" fmla="*/ 0 h 4"/>
                  <a:gd name="T2" fmla="*/ 1 w 2"/>
                  <a:gd name="T3" fmla="*/ 1 h 4"/>
                  <a:gd name="T4" fmla="*/ 1 w 2"/>
                  <a:gd name="T5" fmla="*/ 2 h 4"/>
                  <a:gd name="T6" fmla="*/ 0 w 2"/>
                  <a:gd name="T7" fmla="*/ 4 h 4"/>
                  <a:gd name="T8" fmla="*/ 2 w 2"/>
                  <a:gd name="T9" fmla="*/ 1 h 4"/>
                  <a:gd name="T10" fmla="*/ 2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2" y="0"/>
                    </a:moveTo>
                    <a:cubicBezTo>
                      <a:pt x="2" y="1"/>
                      <a:pt x="2" y="1"/>
                      <a:pt x="1" y="1"/>
                    </a:cubicBezTo>
                    <a:cubicBezTo>
                      <a:pt x="1" y="2"/>
                      <a:pt x="0" y="3"/>
                      <a:pt x="1" y="2"/>
                    </a:cubicBezTo>
                    <a:cubicBezTo>
                      <a:pt x="1" y="3"/>
                      <a:pt x="0" y="3"/>
                      <a:pt x="0" y="4"/>
                    </a:cubicBezTo>
                    <a:cubicBezTo>
                      <a:pt x="1" y="3"/>
                      <a:pt x="2" y="1"/>
                      <a:pt x="2" y="1"/>
                    </a:cubicBezTo>
                    <a:cubicBezTo>
                      <a:pt x="2" y="0"/>
                      <a:pt x="2"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9" name="Freeform 252"/>
              <p:cNvSpPr/>
              <p:nvPr/>
            </p:nvSpPr>
            <p:spPr bwMode="auto">
              <a:xfrm>
                <a:off x="3786" y="2913"/>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0" name="Freeform 253"/>
              <p:cNvSpPr/>
              <p:nvPr/>
            </p:nvSpPr>
            <p:spPr bwMode="auto">
              <a:xfrm>
                <a:off x="3952" y="30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1" name="Freeform 254"/>
              <p:cNvSpPr>
                <a:spLocks noEditPoints="1"/>
              </p:cNvSpPr>
              <p:nvPr/>
            </p:nvSpPr>
            <p:spPr bwMode="auto">
              <a:xfrm>
                <a:off x="3895" y="3015"/>
                <a:ext cx="152" cy="95"/>
              </a:xfrm>
              <a:custGeom>
                <a:avLst/>
                <a:gdLst>
                  <a:gd name="T0" fmla="*/ 54 w 72"/>
                  <a:gd name="T1" fmla="*/ 4 h 45"/>
                  <a:gd name="T2" fmla="*/ 55 w 72"/>
                  <a:gd name="T3" fmla="*/ 8 h 45"/>
                  <a:gd name="T4" fmla="*/ 44 w 72"/>
                  <a:gd name="T5" fmla="*/ 20 h 45"/>
                  <a:gd name="T6" fmla="*/ 38 w 72"/>
                  <a:gd name="T7" fmla="*/ 21 h 45"/>
                  <a:gd name="T8" fmla="*/ 35 w 72"/>
                  <a:gd name="T9" fmla="*/ 21 h 45"/>
                  <a:gd name="T10" fmla="*/ 30 w 72"/>
                  <a:gd name="T11" fmla="*/ 22 h 45"/>
                  <a:gd name="T12" fmla="*/ 27 w 72"/>
                  <a:gd name="T13" fmla="*/ 22 h 45"/>
                  <a:gd name="T14" fmla="*/ 21 w 72"/>
                  <a:gd name="T15" fmla="*/ 23 h 45"/>
                  <a:gd name="T16" fmla="*/ 16 w 72"/>
                  <a:gd name="T17" fmla="*/ 23 h 45"/>
                  <a:gd name="T18" fmla="*/ 11 w 72"/>
                  <a:gd name="T19" fmla="*/ 23 h 45"/>
                  <a:gd name="T20" fmla="*/ 9 w 72"/>
                  <a:gd name="T21" fmla="*/ 21 h 45"/>
                  <a:gd name="T22" fmla="*/ 8 w 72"/>
                  <a:gd name="T23" fmla="*/ 20 h 45"/>
                  <a:gd name="T24" fmla="*/ 7 w 72"/>
                  <a:gd name="T25" fmla="*/ 20 h 45"/>
                  <a:gd name="T26" fmla="*/ 4 w 72"/>
                  <a:gd name="T27" fmla="*/ 22 h 45"/>
                  <a:gd name="T28" fmla="*/ 2 w 72"/>
                  <a:gd name="T29" fmla="*/ 25 h 45"/>
                  <a:gd name="T30" fmla="*/ 2 w 72"/>
                  <a:gd name="T31" fmla="*/ 31 h 45"/>
                  <a:gd name="T32" fmla="*/ 8 w 72"/>
                  <a:gd name="T33" fmla="*/ 29 h 45"/>
                  <a:gd name="T34" fmla="*/ 4 w 72"/>
                  <a:gd name="T35" fmla="*/ 34 h 45"/>
                  <a:gd name="T36" fmla="*/ 3 w 72"/>
                  <a:gd name="T37" fmla="*/ 39 h 45"/>
                  <a:gd name="T38" fmla="*/ 8 w 72"/>
                  <a:gd name="T39" fmla="*/ 33 h 45"/>
                  <a:gd name="T40" fmla="*/ 6 w 72"/>
                  <a:gd name="T41" fmla="*/ 39 h 45"/>
                  <a:gd name="T42" fmla="*/ 7 w 72"/>
                  <a:gd name="T43" fmla="*/ 41 h 45"/>
                  <a:gd name="T44" fmla="*/ 8 w 72"/>
                  <a:gd name="T45" fmla="*/ 42 h 45"/>
                  <a:gd name="T46" fmla="*/ 9 w 72"/>
                  <a:gd name="T47" fmla="*/ 43 h 45"/>
                  <a:gd name="T48" fmla="*/ 12 w 72"/>
                  <a:gd name="T49" fmla="*/ 40 h 45"/>
                  <a:gd name="T50" fmla="*/ 13 w 72"/>
                  <a:gd name="T51" fmla="*/ 44 h 45"/>
                  <a:gd name="T52" fmla="*/ 15 w 72"/>
                  <a:gd name="T53" fmla="*/ 40 h 45"/>
                  <a:gd name="T54" fmla="*/ 16 w 72"/>
                  <a:gd name="T55" fmla="*/ 40 h 45"/>
                  <a:gd name="T56" fmla="*/ 17 w 72"/>
                  <a:gd name="T57" fmla="*/ 42 h 45"/>
                  <a:gd name="T58" fmla="*/ 23 w 72"/>
                  <a:gd name="T59" fmla="*/ 41 h 45"/>
                  <a:gd name="T60" fmla="*/ 24 w 72"/>
                  <a:gd name="T61" fmla="*/ 41 h 45"/>
                  <a:gd name="T62" fmla="*/ 28 w 72"/>
                  <a:gd name="T63" fmla="*/ 41 h 45"/>
                  <a:gd name="T64" fmla="*/ 31 w 72"/>
                  <a:gd name="T65" fmla="*/ 40 h 45"/>
                  <a:gd name="T66" fmla="*/ 33 w 72"/>
                  <a:gd name="T67" fmla="*/ 39 h 45"/>
                  <a:gd name="T68" fmla="*/ 34 w 72"/>
                  <a:gd name="T69" fmla="*/ 40 h 45"/>
                  <a:gd name="T70" fmla="*/ 34 w 72"/>
                  <a:gd name="T71" fmla="*/ 37 h 45"/>
                  <a:gd name="T72" fmla="*/ 37 w 72"/>
                  <a:gd name="T73" fmla="*/ 38 h 45"/>
                  <a:gd name="T74" fmla="*/ 41 w 72"/>
                  <a:gd name="T75" fmla="*/ 39 h 45"/>
                  <a:gd name="T76" fmla="*/ 43 w 72"/>
                  <a:gd name="T77" fmla="*/ 35 h 45"/>
                  <a:gd name="T78" fmla="*/ 46 w 72"/>
                  <a:gd name="T79" fmla="*/ 35 h 45"/>
                  <a:gd name="T80" fmla="*/ 47 w 72"/>
                  <a:gd name="T81" fmla="*/ 34 h 45"/>
                  <a:gd name="T82" fmla="*/ 49 w 72"/>
                  <a:gd name="T83" fmla="*/ 34 h 45"/>
                  <a:gd name="T84" fmla="*/ 50 w 72"/>
                  <a:gd name="T85" fmla="*/ 36 h 45"/>
                  <a:gd name="T86" fmla="*/ 51 w 72"/>
                  <a:gd name="T87" fmla="*/ 32 h 45"/>
                  <a:gd name="T88" fmla="*/ 52 w 72"/>
                  <a:gd name="T89" fmla="*/ 27 h 45"/>
                  <a:gd name="T90" fmla="*/ 54 w 72"/>
                  <a:gd name="T91" fmla="*/ 28 h 45"/>
                  <a:gd name="T92" fmla="*/ 54 w 72"/>
                  <a:gd name="T93" fmla="*/ 23 h 45"/>
                  <a:gd name="T94" fmla="*/ 58 w 72"/>
                  <a:gd name="T95" fmla="*/ 23 h 45"/>
                  <a:gd name="T96" fmla="*/ 59 w 72"/>
                  <a:gd name="T97" fmla="*/ 21 h 45"/>
                  <a:gd name="T98" fmla="*/ 61 w 72"/>
                  <a:gd name="T99" fmla="*/ 20 h 45"/>
                  <a:gd name="T100" fmla="*/ 65 w 72"/>
                  <a:gd name="T101" fmla="*/ 17 h 45"/>
                  <a:gd name="T102" fmla="*/ 65 w 72"/>
                  <a:gd name="T103" fmla="*/ 13 h 45"/>
                  <a:gd name="T104" fmla="*/ 67 w 72"/>
                  <a:gd name="T105" fmla="*/ 8 h 45"/>
                  <a:gd name="T106" fmla="*/ 61 w 72"/>
                  <a:gd name="T107"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 h="45">
                    <a:moveTo>
                      <a:pt x="68" y="4"/>
                    </a:moveTo>
                    <a:cubicBezTo>
                      <a:pt x="67" y="4"/>
                      <a:pt x="70" y="3"/>
                      <a:pt x="70" y="3"/>
                    </a:cubicBezTo>
                    <a:cubicBezTo>
                      <a:pt x="66" y="4"/>
                      <a:pt x="69" y="0"/>
                      <a:pt x="65" y="3"/>
                    </a:cubicBezTo>
                    <a:cubicBezTo>
                      <a:pt x="64" y="3"/>
                      <a:pt x="63" y="5"/>
                      <a:pt x="63" y="6"/>
                    </a:cubicBezTo>
                    <a:cubicBezTo>
                      <a:pt x="62" y="6"/>
                      <a:pt x="61" y="6"/>
                      <a:pt x="61" y="6"/>
                    </a:cubicBezTo>
                    <a:cubicBezTo>
                      <a:pt x="59" y="4"/>
                      <a:pt x="51" y="2"/>
                      <a:pt x="54" y="4"/>
                    </a:cubicBezTo>
                    <a:cubicBezTo>
                      <a:pt x="55" y="4"/>
                      <a:pt x="56" y="5"/>
                      <a:pt x="56" y="5"/>
                    </a:cubicBezTo>
                    <a:cubicBezTo>
                      <a:pt x="56" y="5"/>
                      <a:pt x="56" y="5"/>
                      <a:pt x="56" y="5"/>
                    </a:cubicBezTo>
                    <a:cubicBezTo>
                      <a:pt x="57" y="6"/>
                      <a:pt x="57" y="6"/>
                      <a:pt x="57" y="6"/>
                    </a:cubicBezTo>
                    <a:cubicBezTo>
                      <a:pt x="57" y="6"/>
                      <a:pt x="55" y="5"/>
                      <a:pt x="55" y="4"/>
                    </a:cubicBezTo>
                    <a:cubicBezTo>
                      <a:pt x="55" y="5"/>
                      <a:pt x="55" y="6"/>
                      <a:pt x="54" y="6"/>
                    </a:cubicBezTo>
                    <a:cubicBezTo>
                      <a:pt x="55" y="7"/>
                      <a:pt x="54" y="6"/>
                      <a:pt x="55" y="8"/>
                    </a:cubicBezTo>
                    <a:cubicBezTo>
                      <a:pt x="55" y="7"/>
                      <a:pt x="55" y="7"/>
                      <a:pt x="55" y="7"/>
                    </a:cubicBezTo>
                    <a:cubicBezTo>
                      <a:pt x="55" y="8"/>
                      <a:pt x="55" y="8"/>
                      <a:pt x="53" y="7"/>
                    </a:cubicBezTo>
                    <a:cubicBezTo>
                      <a:pt x="50" y="7"/>
                      <a:pt x="49" y="9"/>
                      <a:pt x="47" y="10"/>
                    </a:cubicBezTo>
                    <a:cubicBezTo>
                      <a:pt x="46" y="12"/>
                      <a:pt x="45" y="14"/>
                      <a:pt x="43" y="16"/>
                    </a:cubicBezTo>
                    <a:cubicBezTo>
                      <a:pt x="44" y="19"/>
                      <a:pt x="43" y="18"/>
                      <a:pt x="44" y="21"/>
                    </a:cubicBezTo>
                    <a:cubicBezTo>
                      <a:pt x="44" y="20"/>
                      <a:pt x="44" y="20"/>
                      <a:pt x="44" y="20"/>
                    </a:cubicBezTo>
                    <a:cubicBezTo>
                      <a:pt x="44" y="22"/>
                      <a:pt x="43" y="20"/>
                      <a:pt x="42" y="19"/>
                    </a:cubicBezTo>
                    <a:cubicBezTo>
                      <a:pt x="43" y="21"/>
                      <a:pt x="42" y="20"/>
                      <a:pt x="43" y="22"/>
                    </a:cubicBezTo>
                    <a:cubicBezTo>
                      <a:pt x="44" y="23"/>
                      <a:pt x="41" y="19"/>
                      <a:pt x="42" y="20"/>
                    </a:cubicBezTo>
                    <a:cubicBezTo>
                      <a:pt x="41" y="20"/>
                      <a:pt x="42" y="21"/>
                      <a:pt x="42" y="21"/>
                    </a:cubicBezTo>
                    <a:cubicBezTo>
                      <a:pt x="42" y="23"/>
                      <a:pt x="41" y="20"/>
                      <a:pt x="40" y="18"/>
                    </a:cubicBezTo>
                    <a:cubicBezTo>
                      <a:pt x="39" y="19"/>
                      <a:pt x="39" y="22"/>
                      <a:pt x="38" y="21"/>
                    </a:cubicBezTo>
                    <a:cubicBezTo>
                      <a:pt x="38" y="21"/>
                      <a:pt x="38" y="22"/>
                      <a:pt x="38" y="22"/>
                    </a:cubicBezTo>
                    <a:cubicBezTo>
                      <a:pt x="37" y="19"/>
                      <a:pt x="38" y="23"/>
                      <a:pt x="38" y="22"/>
                    </a:cubicBezTo>
                    <a:cubicBezTo>
                      <a:pt x="37" y="21"/>
                      <a:pt x="37" y="21"/>
                      <a:pt x="37" y="21"/>
                    </a:cubicBezTo>
                    <a:cubicBezTo>
                      <a:pt x="36" y="20"/>
                      <a:pt x="37" y="22"/>
                      <a:pt x="36" y="21"/>
                    </a:cubicBezTo>
                    <a:cubicBezTo>
                      <a:pt x="36" y="21"/>
                      <a:pt x="36" y="21"/>
                      <a:pt x="36" y="21"/>
                    </a:cubicBezTo>
                    <a:cubicBezTo>
                      <a:pt x="36" y="23"/>
                      <a:pt x="35" y="20"/>
                      <a:pt x="35" y="21"/>
                    </a:cubicBezTo>
                    <a:cubicBezTo>
                      <a:pt x="35" y="20"/>
                      <a:pt x="35" y="21"/>
                      <a:pt x="35" y="20"/>
                    </a:cubicBezTo>
                    <a:cubicBezTo>
                      <a:pt x="36" y="24"/>
                      <a:pt x="34" y="19"/>
                      <a:pt x="34" y="21"/>
                    </a:cubicBezTo>
                    <a:cubicBezTo>
                      <a:pt x="34" y="21"/>
                      <a:pt x="34" y="21"/>
                      <a:pt x="34" y="21"/>
                    </a:cubicBezTo>
                    <a:cubicBezTo>
                      <a:pt x="34" y="21"/>
                      <a:pt x="34" y="20"/>
                      <a:pt x="32" y="22"/>
                    </a:cubicBezTo>
                    <a:cubicBezTo>
                      <a:pt x="32" y="22"/>
                      <a:pt x="31" y="19"/>
                      <a:pt x="30" y="21"/>
                    </a:cubicBezTo>
                    <a:cubicBezTo>
                      <a:pt x="30" y="22"/>
                      <a:pt x="30" y="22"/>
                      <a:pt x="30" y="22"/>
                    </a:cubicBezTo>
                    <a:cubicBezTo>
                      <a:pt x="30" y="22"/>
                      <a:pt x="30" y="21"/>
                      <a:pt x="30" y="21"/>
                    </a:cubicBezTo>
                    <a:cubicBezTo>
                      <a:pt x="30" y="22"/>
                      <a:pt x="30" y="20"/>
                      <a:pt x="29" y="20"/>
                    </a:cubicBezTo>
                    <a:cubicBezTo>
                      <a:pt x="29" y="21"/>
                      <a:pt x="29" y="21"/>
                      <a:pt x="29" y="22"/>
                    </a:cubicBezTo>
                    <a:cubicBezTo>
                      <a:pt x="29" y="20"/>
                      <a:pt x="28" y="23"/>
                      <a:pt x="27" y="21"/>
                    </a:cubicBezTo>
                    <a:cubicBezTo>
                      <a:pt x="27" y="25"/>
                      <a:pt x="27" y="23"/>
                      <a:pt x="27" y="24"/>
                    </a:cubicBezTo>
                    <a:cubicBezTo>
                      <a:pt x="27" y="24"/>
                      <a:pt x="27" y="23"/>
                      <a:pt x="27" y="22"/>
                    </a:cubicBezTo>
                    <a:cubicBezTo>
                      <a:pt x="26" y="22"/>
                      <a:pt x="26" y="22"/>
                      <a:pt x="26" y="21"/>
                    </a:cubicBezTo>
                    <a:cubicBezTo>
                      <a:pt x="26" y="22"/>
                      <a:pt x="25" y="24"/>
                      <a:pt x="25" y="23"/>
                    </a:cubicBezTo>
                    <a:cubicBezTo>
                      <a:pt x="25" y="21"/>
                      <a:pt x="25" y="23"/>
                      <a:pt x="25" y="22"/>
                    </a:cubicBezTo>
                    <a:cubicBezTo>
                      <a:pt x="24" y="24"/>
                      <a:pt x="24" y="25"/>
                      <a:pt x="24" y="25"/>
                    </a:cubicBezTo>
                    <a:cubicBezTo>
                      <a:pt x="24" y="22"/>
                      <a:pt x="24" y="22"/>
                      <a:pt x="24" y="22"/>
                    </a:cubicBezTo>
                    <a:cubicBezTo>
                      <a:pt x="23" y="23"/>
                      <a:pt x="23" y="20"/>
                      <a:pt x="21" y="23"/>
                    </a:cubicBezTo>
                    <a:cubicBezTo>
                      <a:pt x="22" y="22"/>
                      <a:pt x="22" y="22"/>
                      <a:pt x="22" y="22"/>
                    </a:cubicBezTo>
                    <a:cubicBezTo>
                      <a:pt x="20" y="23"/>
                      <a:pt x="20" y="21"/>
                      <a:pt x="18" y="24"/>
                    </a:cubicBezTo>
                    <a:cubicBezTo>
                      <a:pt x="18" y="23"/>
                      <a:pt x="18" y="22"/>
                      <a:pt x="18" y="22"/>
                    </a:cubicBezTo>
                    <a:cubicBezTo>
                      <a:pt x="17" y="24"/>
                      <a:pt x="17" y="23"/>
                      <a:pt x="16" y="25"/>
                    </a:cubicBezTo>
                    <a:cubicBezTo>
                      <a:pt x="16" y="25"/>
                      <a:pt x="16" y="24"/>
                      <a:pt x="16" y="24"/>
                    </a:cubicBezTo>
                    <a:cubicBezTo>
                      <a:pt x="16" y="23"/>
                      <a:pt x="17" y="21"/>
                      <a:pt x="16" y="23"/>
                    </a:cubicBezTo>
                    <a:cubicBezTo>
                      <a:pt x="16" y="22"/>
                      <a:pt x="16" y="22"/>
                      <a:pt x="16" y="22"/>
                    </a:cubicBezTo>
                    <a:cubicBezTo>
                      <a:pt x="15" y="23"/>
                      <a:pt x="14" y="24"/>
                      <a:pt x="15" y="23"/>
                    </a:cubicBezTo>
                    <a:cubicBezTo>
                      <a:pt x="14" y="24"/>
                      <a:pt x="13" y="24"/>
                      <a:pt x="13" y="26"/>
                    </a:cubicBezTo>
                    <a:cubicBezTo>
                      <a:pt x="12" y="26"/>
                      <a:pt x="14" y="23"/>
                      <a:pt x="13" y="25"/>
                    </a:cubicBezTo>
                    <a:cubicBezTo>
                      <a:pt x="14" y="23"/>
                      <a:pt x="14" y="23"/>
                      <a:pt x="14" y="23"/>
                    </a:cubicBezTo>
                    <a:cubicBezTo>
                      <a:pt x="14" y="22"/>
                      <a:pt x="12" y="23"/>
                      <a:pt x="11" y="23"/>
                    </a:cubicBezTo>
                    <a:cubicBezTo>
                      <a:pt x="12" y="21"/>
                      <a:pt x="10" y="23"/>
                      <a:pt x="11" y="22"/>
                    </a:cubicBezTo>
                    <a:cubicBezTo>
                      <a:pt x="10" y="23"/>
                      <a:pt x="11" y="21"/>
                      <a:pt x="9" y="23"/>
                    </a:cubicBezTo>
                    <a:cubicBezTo>
                      <a:pt x="10" y="22"/>
                      <a:pt x="10" y="22"/>
                      <a:pt x="10" y="22"/>
                    </a:cubicBezTo>
                    <a:cubicBezTo>
                      <a:pt x="10" y="22"/>
                      <a:pt x="10" y="21"/>
                      <a:pt x="10" y="21"/>
                    </a:cubicBezTo>
                    <a:cubicBezTo>
                      <a:pt x="10" y="20"/>
                      <a:pt x="8" y="21"/>
                      <a:pt x="8" y="22"/>
                    </a:cubicBezTo>
                    <a:cubicBezTo>
                      <a:pt x="9" y="21"/>
                      <a:pt x="9" y="21"/>
                      <a:pt x="9" y="21"/>
                    </a:cubicBezTo>
                    <a:cubicBezTo>
                      <a:pt x="8" y="21"/>
                      <a:pt x="6" y="22"/>
                      <a:pt x="5" y="23"/>
                    </a:cubicBezTo>
                    <a:cubicBezTo>
                      <a:pt x="6" y="22"/>
                      <a:pt x="5" y="23"/>
                      <a:pt x="5" y="22"/>
                    </a:cubicBezTo>
                    <a:cubicBezTo>
                      <a:pt x="6" y="22"/>
                      <a:pt x="8" y="21"/>
                      <a:pt x="9" y="20"/>
                    </a:cubicBezTo>
                    <a:cubicBezTo>
                      <a:pt x="10" y="20"/>
                      <a:pt x="6" y="21"/>
                      <a:pt x="8" y="20"/>
                    </a:cubicBezTo>
                    <a:cubicBezTo>
                      <a:pt x="9" y="20"/>
                      <a:pt x="8" y="20"/>
                      <a:pt x="6" y="21"/>
                    </a:cubicBezTo>
                    <a:cubicBezTo>
                      <a:pt x="8" y="20"/>
                      <a:pt x="8" y="20"/>
                      <a:pt x="8" y="20"/>
                    </a:cubicBezTo>
                    <a:cubicBezTo>
                      <a:pt x="8" y="20"/>
                      <a:pt x="8" y="20"/>
                      <a:pt x="7" y="20"/>
                    </a:cubicBezTo>
                    <a:cubicBezTo>
                      <a:pt x="7" y="20"/>
                      <a:pt x="7" y="20"/>
                      <a:pt x="7" y="20"/>
                    </a:cubicBezTo>
                    <a:cubicBezTo>
                      <a:pt x="5" y="21"/>
                      <a:pt x="5" y="20"/>
                      <a:pt x="3" y="21"/>
                    </a:cubicBezTo>
                    <a:cubicBezTo>
                      <a:pt x="4" y="21"/>
                      <a:pt x="4" y="21"/>
                      <a:pt x="4" y="21"/>
                    </a:cubicBezTo>
                    <a:cubicBezTo>
                      <a:pt x="3" y="22"/>
                      <a:pt x="2" y="22"/>
                      <a:pt x="3" y="21"/>
                    </a:cubicBezTo>
                    <a:cubicBezTo>
                      <a:pt x="5" y="20"/>
                      <a:pt x="6" y="20"/>
                      <a:pt x="7" y="20"/>
                    </a:cubicBezTo>
                    <a:cubicBezTo>
                      <a:pt x="3" y="21"/>
                      <a:pt x="3" y="21"/>
                      <a:pt x="3" y="21"/>
                    </a:cubicBezTo>
                    <a:cubicBezTo>
                      <a:pt x="4" y="20"/>
                      <a:pt x="3" y="21"/>
                      <a:pt x="2" y="21"/>
                    </a:cubicBezTo>
                    <a:cubicBezTo>
                      <a:pt x="3" y="21"/>
                      <a:pt x="3" y="21"/>
                      <a:pt x="3" y="21"/>
                    </a:cubicBezTo>
                    <a:cubicBezTo>
                      <a:pt x="1" y="22"/>
                      <a:pt x="1" y="22"/>
                      <a:pt x="1" y="22"/>
                    </a:cubicBezTo>
                    <a:cubicBezTo>
                      <a:pt x="2" y="22"/>
                      <a:pt x="1" y="23"/>
                      <a:pt x="2" y="23"/>
                    </a:cubicBezTo>
                    <a:cubicBezTo>
                      <a:pt x="4" y="22"/>
                      <a:pt x="4" y="22"/>
                      <a:pt x="4" y="22"/>
                    </a:cubicBezTo>
                    <a:cubicBezTo>
                      <a:pt x="4" y="22"/>
                      <a:pt x="6" y="21"/>
                      <a:pt x="4" y="22"/>
                    </a:cubicBezTo>
                    <a:cubicBezTo>
                      <a:pt x="2" y="23"/>
                      <a:pt x="2" y="23"/>
                      <a:pt x="2" y="23"/>
                    </a:cubicBezTo>
                    <a:cubicBezTo>
                      <a:pt x="3" y="23"/>
                      <a:pt x="3" y="23"/>
                      <a:pt x="3" y="23"/>
                    </a:cubicBezTo>
                    <a:cubicBezTo>
                      <a:pt x="1" y="25"/>
                      <a:pt x="1" y="25"/>
                      <a:pt x="1" y="25"/>
                    </a:cubicBezTo>
                    <a:cubicBezTo>
                      <a:pt x="4" y="23"/>
                      <a:pt x="2" y="25"/>
                      <a:pt x="3" y="24"/>
                    </a:cubicBezTo>
                    <a:cubicBezTo>
                      <a:pt x="2" y="25"/>
                      <a:pt x="2" y="25"/>
                      <a:pt x="2" y="25"/>
                    </a:cubicBezTo>
                    <a:cubicBezTo>
                      <a:pt x="2" y="26"/>
                      <a:pt x="4" y="24"/>
                      <a:pt x="4" y="24"/>
                    </a:cubicBezTo>
                    <a:cubicBezTo>
                      <a:pt x="4" y="24"/>
                      <a:pt x="1" y="26"/>
                      <a:pt x="1" y="27"/>
                    </a:cubicBezTo>
                    <a:cubicBezTo>
                      <a:pt x="1" y="27"/>
                      <a:pt x="3" y="26"/>
                      <a:pt x="2" y="28"/>
                    </a:cubicBezTo>
                    <a:cubicBezTo>
                      <a:pt x="2" y="28"/>
                      <a:pt x="4" y="28"/>
                      <a:pt x="5" y="27"/>
                    </a:cubicBezTo>
                    <a:cubicBezTo>
                      <a:pt x="5" y="28"/>
                      <a:pt x="3" y="29"/>
                      <a:pt x="4" y="29"/>
                    </a:cubicBezTo>
                    <a:cubicBezTo>
                      <a:pt x="3" y="29"/>
                      <a:pt x="2" y="30"/>
                      <a:pt x="2" y="31"/>
                    </a:cubicBezTo>
                    <a:cubicBezTo>
                      <a:pt x="3" y="30"/>
                      <a:pt x="2" y="32"/>
                      <a:pt x="4" y="30"/>
                    </a:cubicBezTo>
                    <a:cubicBezTo>
                      <a:pt x="4" y="30"/>
                      <a:pt x="4" y="31"/>
                      <a:pt x="5" y="31"/>
                    </a:cubicBezTo>
                    <a:cubicBezTo>
                      <a:pt x="4" y="31"/>
                      <a:pt x="3" y="33"/>
                      <a:pt x="3" y="33"/>
                    </a:cubicBezTo>
                    <a:cubicBezTo>
                      <a:pt x="4" y="32"/>
                      <a:pt x="5" y="32"/>
                      <a:pt x="5" y="32"/>
                    </a:cubicBezTo>
                    <a:cubicBezTo>
                      <a:pt x="6" y="31"/>
                      <a:pt x="6" y="31"/>
                      <a:pt x="7" y="29"/>
                    </a:cubicBezTo>
                    <a:cubicBezTo>
                      <a:pt x="7" y="29"/>
                      <a:pt x="8" y="28"/>
                      <a:pt x="8" y="29"/>
                    </a:cubicBezTo>
                    <a:cubicBezTo>
                      <a:pt x="7" y="30"/>
                      <a:pt x="5" y="32"/>
                      <a:pt x="6" y="33"/>
                    </a:cubicBezTo>
                    <a:cubicBezTo>
                      <a:pt x="4" y="35"/>
                      <a:pt x="5" y="32"/>
                      <a:pt x="4" y="34"/>
                    </a:cubicBezTo>
                    <a:cubicBezTo>
                      <a:pt x="2" y="36"/>
                      <a:pt x="2" y="36"/>
                      <a:pt x="2" y="35"/>
                    </a:cubicBezTo>
                    <a:cubicBezTo>
                      <a:pt x="0" y="36"/>
                      <a:pt x="2" y="35"/>
                      <a:pt x="1" y="37"/>
                    </a:cubicBezTo>
                    <a:cubicBezTo>
                      <a:pt x="1" y="37"/>
                      <a:pt x="2" y="36"/>
                      <a:pt x="3" y="36"/>
                    </a:cubicBezTo>
                    <a:cubicBezTo>
                      <a:pt x="4" y="35"/>
                      <a:pt x="4" y="35"/>
                      <a:pt x="4" y="34"/>
                    </a:cubicBezTo>
                    <a:cubicBezTo>
                      <a:pt x="6" y="32"/>
                      <a:pt x="4" y="36"/>
                      <a:pt x="4" y="36"/>
                    </a:cubicBezTo>
                    <a:cubicBezTo>
                      <a:pt x="3" y="36"/>
                      <a:pt x="3" y="36"/>
                      <a:pt x="3" y="36"/>
                    </a:cubicBezTo>
                    <a:cubicBezTo>
                      <a:pt x="3" y="37"/>
                      <a:pt x="4" y="36"/>
                      <a:pt x="4" y="36"/>
                    </a:cubicBezTo>
                    <a:cubicBezTo>
                      <a:pt x="3" y="39"/>
                      <a:pt x="4" y="36"/>
                      <a:pt x="3" y="38"/>
                    </a:cubicBezTo>
                    <a:cubicBezTo>
                      <a:pt x="1" y="40"/>
                      <a:pt x="1" y="40"/>
                      <a:pt x="1" y="40"/>
                    </a:cubicBezTo>
                    <a:cubicBezTo>
                      <a:pt x="2" y="41"/>
                      <a:pt x="3" y="38"/>
                      <a:pt x="3" y="39"/>
                    </a:cubicBezTo>
                    <a:cubicBezTo>
                      <a:pt x="2" y="40"/>
                      <a:pt x="2" y="40"/>
                      <a:pt x="2" y="40"/>
                    </a:cubicBezTo>
                    <a:cubicBezTo>
                      <a:pt x="3" y="39"/>
                      <a:pt x="3" y="39"/>
                      <a:pt x="3" y="39"/>
                    </a:cubicBezTo>
                    <a:cubicBezTo>
                      <a:pt x="4" y="38"/>
                      <a:pt x="5" y="37"/>
                      <a:pt x="4" y="37"/>
                    </a:cubicBezTo>
                    <a:cubicBezTo>
                      <a:pt x="6" y="34"/>
                      <a:pt x="5" y="37"/>
                      <a:pt x="6" y="36"/>
                    </a:cubicBezTo>
                    <a:cubicBezTo>
                      <a:pt x="7" y="35"/>
                      <a:pt x="5" y="36"/>
                      <a:pt x="6" y="35"/>
                    </a:cubicBezTo>
                    <a:cubicBezTo>
                      <a:pt x="7" y="33"/>
                      <a:pt x="7" y="34"/>
                      <a:pt x="8" y="33"/>
                    </a:cubicBezTo>
                    <a:cubicBezTo>
                      <a:pt x="8" y="34"/>
                      <a:pt x="7" y="35"/>
                      <a:pt x="6" y="36"/>
                    </a:cubicBezTo>
                    <a:cubicBezTo>
                      <a:pt x="6" y="36"/>
                      <a:pt x="6" y="36"/>
                      <a:pt x="6" y="36"/>
                    </a:cubicBezTo>
                    <a:cubicBezTo>
                      <a:pt x="5" y="37"/>
                      <a:pt x="5" y="39"/>
                      <a:pt x="4" y="40"/>
                    </a:cubicBezTo>
                    <a:cubicBezTo>
                      <a:pt x="4" y="41"/>
                      <a:pt x="5" y="38"/>
                      <a:pt x="5" y="39"/>
                    </a:cubicBezTo>
                    <a:cubicBezTo>
                      <a:pt x="5" y="39"/>
                      <a:pt x="6" y="37"/>
                      <a:pt x="6" y="37"/>
                    </a:cubicBezTo>
                    <a:cubicBezTo>
                      <a:pt x="9" y="33"/>
                      <a:pt x="5" y="40"/>
                      <a:pt x="6" y="39"/>
                    </a:cubicBezTo>
                    <a:cubicBezTo>
                      <a:pt x="7" y="37"/>
                      <a:pt x="9" y="36"/>
                      <a:pt x="10" y="33"/>
                    </a:cubicBezTo>
                    <a:cubicBezTo>
                      <a:pt x="10" y="32"/>
                      <a:pt x="11" y="32"/>
                      <a:pt x="11" y="32"/>
                    </a:cubicBezTo>
                    <a:cubicBezTo>
                      <a:pt x="10" y="34"/>
                      <a:pt x="10" y="34"/>
                      <a:pt x="9" y="35"/>
                    </a:cubicBezTo>
                    <a:cubicBezTo>
                      <a:pt x="9" y="35"/>
                      <a:pt x="9" y="35"/>
                      <a:pt x="9" y="35"/>
                    </a:cubicBezTo>
                    <a:cubicBezTo>
                      <a:pt x="8" y="38"/>
                      <a:pt x="8" y="38"/>
                      <a:pt x="8" y="38"/>
                    </a:cubicBezTo>
                    <a:cubicBezTo>
                      <a:pt x="7" y="39"/>
                      <a:pt x="7" y="40"/>
                      <a:pt x="7" y="41"/>
                    </a:cubicBezTo>
                    <a:cubicBezTo>
                      <a:pt x="8" y="41"/>
                      <a:pt x="8" y="40"/>
                      <a:pt x="8" y="39"/>
                    </a:cubicBezTo>
                    <a:cubicBezTo>
                      <a:pt x="8" y="40"/>
                      <a:pt x="7" y="41"/>
                      <a:pt x="8" y="41"/>
                    </a:cubicBezTo>
                    <a:cubicBezTo>
                      <a:pt x="8" y="40"/>
                      <a:pt x="9" y="38"/>
                      <a:pt x="9" y="38"/>
                    </a:cubicBezTo>
                    <a:cubicBezTo>
                      <a:pt x="10" y="38"/>
                      <a:pt x="9" y="40"/>
                      <a:pt x="9" y="41"/>
                    </a:cubicBezTo>
                    <a:cubicBezTo>
                      <a:pt x="8" y="42"/>
                      <a:pt x="8" y="42"/>
                      <a:pt x="8" y="42"/>
                    </a:cubicBezTo>
                    <a:cubicBezTo>
                      <a:pt x="9" y="41"/>
                      <a:pt x="8" y="43"/>
                      <a:pt x="8" y="42"/>
                    </a:cubicBezTo>
                    <a:cubicBezTo>
                      <a:pt x="9" y="41"/>
                      <a:pt x="9" y="40"/>
                      <a:pt x="10" y="38"/>
                    </a:cubicBezTo>
                    <a:cubicBezTo>
                      <a:pt x="11" y="38"/>
                      <a:pt x="10" y="40"/>
                      <a:pt x="10" y="39"/>
                    </a:cubicBezTo>
                    <a:cubicBezTo>
                      <a:pt x="9" y="40"/>
                      <a:pt x="9" y="40"/>
                      <a:pt x="9" y="40"/>
                    </a:cubicBezTo>
                    <a:cubicBezTo>
                      <a:pt x="10" y="40"/>
                      <a:pt x="8" y="43"/>
                      <a:pt x="9" y="43"/>
                    </a:cubicBezTo>
                    <a:cubicBezTo>
                      <a:pt x="10" y="41"/>
                      <a:pt x="10" y="41"/>
                      <a:pt x="10" y="41"/>
                    </a:cubicBezTo>
                    <a:cubicBezTo>
                      <a:pt x="9" y="43"/>
                      <a:pt x="9" y="43"/>
                      <a:pt x="9" y="43"/>
                    </a:cubicBezTo>
                    <a:cubicBezTo>
                      <a:pt x="10" y="42"/>
                      <a:pt x="10" y="42"/>
                      <a:pt x="10" y="42"/>
                    </a:cubicBezTo>
                    <a:cubicBezTo>
                      <a:pt x="10" y="43"/>
                      <a:pt x="10" y="43"/>
                      <a:pt x="10" y="43"/>
                    </a:cubicBezTo>
                    <a:cubicBezTo>
                      <a:pt x="10" y="42"/>
                      <a:pt x="11" y="40"/>
                      <a:pt x="11" y="42"/>
                    </a:cubicBezTo>
                    <a:cubicBezTo>
                      <a:pt x="12" y="40"/>
                      <a:pt x="11" y="42"/>
                      <a:pt x="11" y="41"/>
                    </a:cubicBezTo>
                    <a:cubicBezTo>
                      <a:pt x="11" y="39"/>
                      <a:pt x="12" y="39"/>
                      <a:pt x="12" y="39"/>
                    </a:cubicBezTo>
                    <a:cubicBezTo>
                      <a:pt x="11" y="42"/>
                      <a:pt x="12" y="39"/>
                      <a:pt x="12" y="40"/>
                    </a:cubicBezTo>
                    <a:cubicBezTo>
                      <a:pt x="12" y="41"/>
                      <a:pt x="12" y="41"/>
                      <a:pt x="12" y="42"/>
                    </a:cubicBezTo>
                    <a:cubicBezTo>
                      <a:pt x="13" y="40"/>
                      <a:pt x="13" y="40"/>
                      <a:pt x="13" y="40"/>
                    </a:cubicBezTo>
                    <a:cubicBezTo>
                      <a:pt x="12" y="43"/>
                      <a:pt x="13" y="39"/>
                      <a:pt x="13" y="41"/>
                    </a:cubicBezTo>
                    <a:cubicBezTo>
                      <a:pt x="13" y="42"/>
                      <a:pt x="12" y="43"/>
                      <a:pt x="12" y="43"/>
                    </a:cubicBezTo>
                    <a:cubicBezTo>
                      <a:pt x="13" y="41"/>
                      <a:pt x="14" y="40"/>
                      <a:pt x="14" y="39"/>
                    </a:cubicBezTo>
                    <a:cubicBezTo>
                      <a:pt x="14" y="40"/>
                      <a:pt x="13" y="42"/>
                      <a:pt x="13" y="44"/>
                    </a:cubicBezTo>
                    <a:cubicBezTo>
                      <a:pt x="14" y="42"/>
                      <a:pt x="13" y="45"/>
                      <a:pt x="14" y="43"/>
                    </a:cubicBezTo>
                    <a:cubicBezTo>
                      <a:pt x="14" y="42"/>
                      <a:pt x="14" y="41"/>
                      <a:pt x="15" y="40"/>
                    </a:cubicBezTo>
                    <a:cubicBezTo>
                      <a:pt x="15" y="40"/>
                      <a:pt x="14" y="41"/>
                      <a:pt x="14" y="42"/>
                    </a:cubicBezTo>
                    <a:cubicBezTo>
                      <a:pt x="14" y="42"/>
                      <a:pt x="15" y="40"/>
                      <a:pt x="15" y="39"/>
                    </a:cubicBezTo>
                    <a:cubicBezTo>
                      <a:pt x="15" y="39"/>
                      <a:pt x="16" y="37"/>
                      <a:pt x="16" y="39"/>
                    </a:cubicBezTo>
                    <a:cubicBezTo>
                      <a:pt x="16" y="40"/>
                      <a:pt x="15" y="39"/>
                      <a:pt x="15" y="40"/>
                    </a:cubicBezTo>
                    <a:cubicBezTo>
                      <a:pt x="16" y="41"/>
                      <a:pt x="17" y="37"/>
                      <a:pt x="17" y="36"/>
                    </a:cubicBezTo>
                    <a:cubicBezTo>
                      <a:pt x="17" y="35"/>
                      <a:pt x="18" y="32"/>
                      <a:pt x="19" y="31"/>
                    </a:cubicBezTo>
                    <a:cubicBezTo>
                      <a:pt x="19" y="32"/>
                      <a:pt x="18" y="32"/>
                      <a:pt x="18" y="34"/>
                    </a:cubicBezTo>
                    <a:cubicBezTo>
                      <a:pt x="18" y="34"/>
                      <a:pt x="18" y="34"/>
                      <a:pt x="18" y="34"/>
                    </a:cubicBezTo>
                    <a:cubicBezTo>
                      <a:pt x="18" y="37"/>
                      <a:pt x="16" y="39"/>
                      <a:pt x="16" y="41"/>
                    </a:cubicBezTo>
                    <a:cubicBezTo>
                      <a:pt x="16" y="40"/>
                      <a:pt x="16" y="40"/>
                      <a:pt x="16" y="40"/>
                    </a:cubicBezTo>
                    <a:cubicBezTo>
                      <a:pt x="16" y="43"/>
                      <a:pt x="16" y="43"/>
                      <a:pt x="16" y="43"/>
                    </a:cubicBezTo>
                    <a:cubicBezTo>
                      <a:pt x="16" y="41"/>
                      <a:pt x="16" y="43"/>
                      <a:pt x="16" y="42"/>
                    </a:cubicBezTo>
                    <a:cubicBezTo>
                      <a:pt x="17" y="41"/>
                      <a:pt x="16" y="43"/>
                      <a:pt x="16" y="41"/>
                    </a:cubicBezTo>
                    <a:cubicBezTo>
                      <a:pt x="17" y="41"/>
                      <a:pt x="18" y="38"/>
                      <a:pt x="18" y="39"/>
                    </a:cubicBezTo>
                    <a:cubicBezTo>
                      <a:pt x="17" y="43"/>
                      <a:pt x="17" y="43"/>
                      <a:pt x="17" y="43"/>
                    </a:cubicBezTo>
                    <a:cubicBezTo>
                      <a:pt x="17" y="43"/>
                      <a:pt x="17" y="41"/>
                      <a:pt x="17" y="42"/>
                    </a:cubicBezTo>
                    <a:cubicBezTo>
                      <a:pt x="17" y="43"/>
                      <a:pt x="17" y="43"/>
                      <a:pt x="17" y="43"/>
                    </a:cubicBezTo>
                    <a:cubicBezTo>
                      <a:pt x="18" y="43"/>
                      <a:pt x="19" y="43"/>
                      <a:pt x="21" y="39"/>
                    </a:cubicBezTo>
                    <a:cubicBezTo>
                      <a:pt x="21" y="41"/>
                      <a:pt x="21" y="41"/>
                      <a:pt x="21" y="42"/>
                    </a:cubicBezTo>
                    <a:cubicBezTo>
                      <a:pt x="21" y="42"/>
                      <a:pt x="22" y="41"/>
                      <a:pt x="22" y="41"/>
                    </a:cubicBezTo>
                    <a:cubicBezTo>
                      <a:pt x="22" y="43"/>
                      <a:pt x="22" y="43"/>
                      <a:pt x="22" y="43"/>
                    </a:cubicBezTo>
                    <a:cubicBezTo>
                      <a:pt x="22" y="44"/>
                      <a:pt x="23" y="42"/>
                      <a:pt x="23" y="41"/>
                    </a:cubicBezTo>
                    <a:cubicBezTo>
                      <a:pt x="23" y="42"/>
                      <a:pt x="23" y="42"/>
                      <a:pt x="23" y="42"/>
                    </a:cubicBezTo>
                    <a:cubicBezTo>
                      <a:pt x="23" y="44"/>
                      <a:pt x="23" y="41"/>
                      <a:pt x="23" y="41"/>
                    </a:cubicBezTo>
                    <a:cubicBezTo>
                      <a:pt x="23" y="42"/>
                      <a:pt x="23" y="42"/>
                      <a:pt x="23" y="42"/>
                    </a:cubicBezTo>
                    <a:cubicBezTo>
                      <a:pt x="24" y="41"/>
                      <a:pt x="24" y="41"/>
                      <a:pt x="24" y="41"/>
                    </a:cubicBezTo>
                    <a:cubicBezTo>
                      <a:pt x="24" y="40"/>
                      <a:pt x="24" y="41"/>
                      <a:pt x="24" y="43"/>
                    </a:cubicBezTo>
                    <a:cubicBezTo>
                      <a:pt x="24" y="41"/>
                      <a:pt x="24" y="41"/>
                      <a:pt x="24" y="41"/>
                    </a:cubicBezTo>
                    <a:cubicBezTo>
                      <a:pt x="24" y="43"/>
                      <a:pt x="25" y="43"/>
                      <a:pt x="26" y="42"/>
                    </a:cubicBezTo>
                    <a:cubicBezTo>
                      <a:pt x="25" y="42"/>
                      <a:pt x="25" y="41"/>
                      <a:pt x="26" y="39"/>
                    </a:cubicBezTo>
                    <a:cubicBezTo>
                      <a:pt x="26" y="37"/>
                      <a:pt x="26" y="40"/>
                      <a:pt x="26" y="39"/>
                    </a:cubicBezTo>
                    <a:cubicBezTo>
                      <a:pt x="26" y="41"/>
                      <a:pt x="26" y="41"/>
                      <a:pt x="26" y="41"/>
                    </a:cubicBezTo>
                    <a:cubicBezTo>
                      <a:pt x="26" y="44"/>
                      <a:pt x="27" y="42"/>
                      <a:pt x="28" y="42"/>
                    </a:cubicBezTo>
                    <a:cubicBezTo>
                      <a:pt x="28" y="41"/>
                      <a:pt x="28" y="41"/>
                      <a:pt x="28" y="41"/>
                    </a:cubicBezTo>
                    <a:cubicBezTo>
                      <a:pt x="28" y="43"/>
                      <a:pt x="29" y="41"/>
                      <a:pt x="30" y="42"/>
                    </a:cubicBezTo>
                    <a:cubicBezTo>
                      <a:pt x="30" y="41"/>
                      <a:pt x="30" y="38"/>
                      <a:pt x="30" y="38"/>
                    </a:cubicBezTo>
                    <a:cubicBezTo>
                      <a:pt x="30" y="36"/>
                      <a:pt x="30" y="41"/>
                      <a:pt x="30" y="42"/>
                    </a:cubicBezTo>
                    <a:cubicBezTo>
                      <a:pt x="31" y="41"/>
                      <a:pt x="31" y="41"/>
                      <a:pt x="31" y="41"/>
                    </a:cubicBezTo>
                    <a:cubicBezTo>
                      <a:pt x="31" y="41"/>
                      <a:pt x="31" y="41"/>
                      <a:pt x="31" y="41"/>
                    </a:cubicBezTo>
                    <a:cubicBezTo>
                      <a:pt x="31" y="40"/>
                      <a:pt x="31" y="39"/>
                      <a:pt x="31" y="40"/>
                    </a:cubicBezTo>
                    <a:cubicBezTo>
                      <a:pt x="31" y="41"/>
                      <a:pt x="31" y="41"/>
                      <a:pt x="31" y="41"/>
                    </a:cubicBezTo>
                    <a:cubicBezTo>
                      <a:pt x="32" y="41"/>
                      <a:pt x="32" y="42"/>
                      <a:pt x="32" y="42"/>
                    </a:cubicBezTo>
                    <a:cubicBezTo>
                      <a:pt x="32" y="40"/>
                      <a:pt x="33" y="41"/>
                      <a:pt x="33" y="39"/>
                    </a:cubicBezTo>
                    <a:cubicBezTo>
                      <a:pt x="33" y="40"/>
                      <a:pt x="33" y="40"/>
                      <a:pt x="33" y="40"/>
                    </a:cubicBezTo>
                    <a:cubicBezTo>
                      <a:pt x="33" y="39"/>
                      <a:pt x="33" y="39"/>
                      <a:pt x="33" y="39"/>
                    </a:cubicBezTo>
                    <a:cubicBezTo>
                      <a:pt x="33" y="39"/>
                      <a:pt x="33" y="39"/>
                      <a:pt x="33" y="39"/>
                    </a:cubicBezTo>
                    <a:cubicBezTo>
                      <a:pt x="33" y="41"/>
                      <a:pt x="33" y="41"/>
                      <a:pt x="33" y="41"/>
                    </a:cubicBezTo>
                    <a:cubicBezTo>
                      <a:pt x="33" y="42"/>
                      <a:pt x="33" y="40"/>
                      <a:pt x="33" y="39"/>
                    </a:cubicBezTo>
                    <a:cubicBezTo>
                      <a:pt x="33" y="38"/>
                      <a:pt x="33" y="39"/>
                      <a:pt x="33" y="40"/>
                    </a:cubicBezTo>
                    <a:cubicBezTo>
                      <a:pt x="33" y="41"/>
                      <a:pt x="33" y="40"/>
                      <a:pt x="33" y="40"/>
                    </a:cubicBezTo>
                    <a:cubicBezTo>
                      <a:pt x="33" y="41"/>
                      <a:pt x="33" y="40"/>
                      <a:pt x="33" y="41"/>
                    </a:cubicBezTo>
                    <a:cubicBezTo>
                      <a:pt x="33" y="41"/>
                      <a:pt x="33" y="39"/>
                      <a:pt x="34" y="40"/>
                    </a:cubicBezTo>
                    <a:cubicBezTo>
                      <a:pt x="34" y="40"/>
                      <a:pt x="34" y="40"/>
                      <a:pt x="34" y="41"/>
                    </a:cubicBezTo>
                    <a:cubicBezTo>
                      <a:pt x="34" y="40"/>
                      <a:pt x="34" y="40"/>
                      <a:pt x="35" y="40"/>
                    </a:cubicBezTo>
                    <a:cubicBezTo>
                      <a:pt x="34" y="39"/>
                      <a:pt x="34" y="39"/>
                      <a:pt x="34" y="38"/>
                    </a:cubicBezTo>
                    <a:cubicBezTo>
                      <a:pt x="34" y="38"/>
                      <a:pt x="34" y="37"/>
                      <a:pt x="34" y="38"/>
                    </a:cubicBezTo>
                    <a:cubicBezTo>
                      <a:pt x="34" y="38"/>
                      <a:pt x="34" y="38"/>
                      <a:pt x="34" y="38"/>
                    </a:cubicBezTo>
                    <a:cubicBezTo>
                      <a:pt x="34" y="38"/>
                      <a:pt x="35" y="39"/>
                      <a:pt x="34" y="37"/>
                    </a:cubicBezTo>
                    <a:cubicBezTo>
                      <a:pt x="35" y="39"/>
                      <a:pt x="35" y="39"/>
                      <a:pt x="35" y="39"/>
                    </a:cubicBezTo>
                    <a:cubicBezTo>
                      <a:pt x="35" y="38"/>
                      <a:pt x="35" y="38"/>
                      <a:pt x="35" y="38"/>
                    </a:cubicBezTo>
                    <a:cubicBezTo>
                      <a:pt x="35" y="39"/>
                      <a:pt x="35" y="41"/>
                      <a:pt x="36" y="42"/>
                    </a:cubicBezTo>
                    <a:cubicBezTo>
                      <a:pt x="36" y="40"/>
                      <a:pt x="36" y="40"/>
                      <a:pt x="36" y="40"/>
                    </a:cubicBezTo>
                    <a:cubicBezTo>
                      <a:pt x="36" y="40"/>
                      <a:pt x="37" y="40"/>
                      <a:pt x="37" y="41"/>
                    </a:cubicBezTo>
                    <a:cubicBezTo>
                      <a:pt x="38" y="42"/>
                      <a:pt x="37" y="36"/>
                      <a:pt x="37" y="38"/>
                    </a:cubicBezTo>
                    <a:cubicBezTo>
                      <a:pt x="38" y="40"/>
                      <a:pt x="38" y="40"/>
                      <a:pt x="38" y="40"/>
                    </a:cubicBezTo>
                    <a:cubicBezTo>
                      <a:pt x="38" y="40"/>
                      <a:pt x="38" y="39"/>
                      <a:pt x="38" y="39"/>
                    </a:cubicBezTo>
                    <a:cubicBezTo>
                      <a:pt x="38" y="38"/>
                      <a:pt x="38" y="41"/>
                      <a:pt x="38" y="39"/>
                    </a:cubicBezTo>
                    <a:cubicBezTo>
                      <a:pt x="38" y="38"/>
                      <a:pt x="38" y="38"/>
                      <a:pt x="38" y="38"/>
                    </a:cubicBezTo>
                    <a:cubicBezTo>
                      <a:pt x="39" y="42"/>
                      <a:pt x="40" y="38"/>
                      <a:pt x="41" y="40"/>
                    </a:cubicBezTo>
                    <a:cubicBezTo>
                      <a:pt x="40" y="38"/>
                      <a:pt x="41" y="39"/>
                      <a:pt x="41" y="39"/>
                    </a:cubicBezTo>
                    <a:cubicBezTo>
                      <a:pt x="42" y="41"/>
                      <a:pt x="41" y="38"/>
                      <a:pt x="42" y="39"/>
                    </a:cubicBezTo>
                    <a:cubicBezTo>
                      <a:pt x="41" y="37"/>
                      <a:pt x="41" y="37"/>
                      <a:pt x="41" y="37"/>
                    </a:cubicBezTo>
                    <a:cubicBezTo>
                      <a:pt x="42" y="38"/>
                      <a:pt x="40" y="33"/>
                      <a:pt x="42" y="36"/>
                    </a:cubicBezTo>
                    <a:cubicBezTo>
                      <a:pt x="42" y="37"/>
                      <a:pt x="42" y="38"/>
                      <a:pt x="42" y="38"/>
                    </a:cubicBezTo>
                    <a:cubicBezTo>
                      <a:pt x="44" y="41"/>
                      <a:pt x="42" y="36"/>
                      <a:pt x="44" y="38"/>
                    </a:cubicBezTo>
                    <a:cubicBezTo>
                      <a:pt x="43" y="37"/>
                      <a:pt x="43" y="36"/>
                      <a:pt x="43" y="35"/>
                    </a:cubicBezTo>
                    <a:cubicBezTo>
                      <a:pt x="43" y="36"/>
                      <a:pt x="44" y="37"/>
                      <a:pt x="44" y="37"/>
                    </a:cubicBezTo>
                    <a:cubicBezTo>
                      <a:pt x="44" y="37"/>
                      <a:pt x="44" y="36"/>
                      <a:pt x="44" y="37"/>
                    </a:cubicBezTo>
                    <a:cubicBezTo>
                      <a:pt x="45" y="37"/>
                      <a:pt x="45" y="38"/>
                      <a:pt x="45" y="38"/>
                    </a:cubicBezTo>
                    <a:cubicBezTo>
                      <a:pt x="45" y="38"/>
                      <a:pt x="45" y="37"/>
                      <a:pt x="45" y="36"/>
                    </a:cubicBezTo>
                    <a:cubicBezTo>
                      <a:pt x="46" y="38"/>
                      <a:pt x="46" y="37"/>
                      <a:pt x="47" y="38"/>
                    </a:cubicBezTo>
                    <a:cubicBezTo>
                      <a:pt x="46" y="35"/>
                      <a:pt x="48" y="38"/>
                      <a:pt x="46" y="35"/>
                    </a:cubicBezTo>
                    <a:cubicBezTo>
                      <a:pt x="47" y="36"/>
                      <a:pt x="47" y="36"/>
                      <a:pt x="47" y="36"/>
                    </a:cubicBezTo>
                    <a:cubicBezTo>
                      <a:pt x="46" y="35"/>
                      <a:pt x="46" y="34"/>
                      <a:pt x="46" y="33"/>
                    </a:cubicBezTo>
                    <a:cubicBezTo>
                      <a:pt x="47" y="35"/>
                      <a:pt x="47" y="35"/>
                      <a:pt x="47" y="35"/>
                    </a:cubicBezTo>
                    <a:cubicBezTo>
                      <a:pt x="48" y="37"/>
                      <a:pt x="47" y="35"/>
                      <a:pt x="48" y="37"/>
                    </a:cubicBezTo>
                    <a:cubicBezTo>
                      <a:pt x="47" y="35"/>
                      <a:pt x="48" y="36"/>
                      <a:pt x="47" y="35"/>
                    </a:cubicBezTo>
                    <a:cubicBezTo>
                      <a:pt x="47" y="34"/>
                      <a:pt x="47" y="34"/>
                      <a:pt x="47" y="34"/>
                    </a:cubicBezTo>
                    <a:cubicBezTo>
                      <a:pt x="47" y="34"/>
                      <a:pt x="47" y="33"/>
                      <a:pt x="47" y="33"/>
                    </a:cubicBezTo>
                    <a:cubicBezTo>
                      <a:pt x="47" y="33"/>
                      <a:pt x="48" y="35"/>
                      <a:pt x="48" y="35"/>
                    </a:cubicBezTo>
                    <a:cubicBezTo>
                      <a:pt x="49" y="36"/>
                      <a:pt x="49" y="35"/>
                      <a:pt x="48" y="35"/>
                    </a:cubicBezTo>
                    <a:cubicBezTo>
                      <a:pt x="48" y="35"/>
                      <a:pt x="48" y="35"/>
                      <a:pt x="48" y="34"/>
                    </a:cubicBezTo>
                    <a:cubicBezTo>
                      <a:pt x="48" y="34"/>
                      <a:pt x="48" y="35"/>
                      <a:pt x="48" y="35"/>
                    </a:cubicBezTo>
                    <a:cubicBezTo>
                      <a:pt x="48" y="34"/>
                      <a:pt x="48" y="34"/>
                      <a:pt x="49" y="34"/>
                    </a:cubicBezTo>
                    <a:cubicBezTo>
                      <a:pt x="49" y="34"/>
                      <a:pt x="49" y="34"/>
                      <a:pt x="49" y="34"/>
                    </a:cubicBezTo>
                    <a:cubicBezTo>
                      <a:pt x="49" y="34"/>
                      <a:pt x="49" y="35"/>
                      <a:pt x="49" y="35"/>
                    </a:cubicBezTo>
                    <a:cubicBezTo>
                      <a:pt x="49" y="35"/>
                      <a:pt x="49" y="35"/>
                      <a:pt x="49" y="35"/>
                    </a:cubicBezTo>
                    <a:cubicBezTo>
                      <a:pt x="49" y="35"/>
                      <a:pt x="49" y="35"/>
                      <a:pt x="49" y="35"/>
                    </a:cubicBezTo>
                    <a:cubicBezTo>
                      <a:pt x="49" y="35"/>
                      <a:pt x="49" y="35"/>
                      <a:pt x="49" y="35"/>
                    </a:cubicBezTo>
                    <a:cubicBezTo>
                      <a:pt x="50" y="36"/>
                      <a:pt x="50" y="36"/>
                      <a:pt x="50" y="36"/>
                    </a:cubicBezTo>
                    <a:cubicBezTo>
                      <a:pt x="50" y="36"/>
                      <a:pt x="50" y="35"/>
                      <a:pt x="49" y="34"/>
                    </a:cubicBezTo>
                    <a:cubicBezTo>
                      <a:pt x="50" y="35"/>
                      <a:pt x="50" y="33"/>
                      <a:pt x="50" y="32"/>
                    </a:cubicBezTo>
                    <a:cubicBezTo>
                      <a:pt x="50" y="33"/>
                      <a:pt x="51" y="34"/>
                      <a:pt x="50" y="33"/>
                    </a:cubicBezTo>
                    <a:cubicBezTo>
                      <a:pt x="50" y="33"/>
                      <a:pt x="50" y="31"/>
                      <a:pt x="50" y="32"/>
                    </a:cubicBezTo>
                    <a:cubicBezTo>
                      <a:pt x="50" y="32"/>
                      <a:pt x="51" y="33"/>
                      <a:pt x="51" y="33"/>
                    </a:cubicBezTo>
                    <a:cubicBezTo>
                      <a:pt x="52" y="33"/>
                      <a:pt x="51" y="32"/>
                      <a:pt x="51" y="32"/>
                    </a:cubicBezTo>
                    <a:cubicBezTo>
                      <a:pt x="52" y="34"/>
                      <a:pt x="51" y="30"/>
                      <a:pt x="52" y="31"/>
                    </a:cubicBezTo>
                    <a:cubicBezTo>
                      <a:pt x="52" y="31"/>
                      <a:pt x="53" y="32"/>
                      <a:pt x="53" y="33"/>
                    </a:cubicBezTo>
                    <a:cubicBezTo>
                      <a:pt x="53" y="32"/>
                      <a:pt x="53" y="31"/>
                      <a:pt x="52" y="29"/>
                    </a:cubicBezTo>
                    <a:cubicBezTo>
                      <a:pt x="53" y="31"/>
                      <a:pt x="53" y="31"/>
                      <a:pt x="53" y="31"/>
                    </a:cubicBezTo>
                    <a:cubicBezTo>
                      <a:pt x="53" y="31"/>
                      <a:pt x="53" y="30"/>
                      <a:pt x="53" y="29"/>
                    </a:cubicBezTo>
                    <a:cubicBezTo>
                      <a:pt x="52" y="28"/>
                      <a:pt x="51" y="27"/>
                      <a:pt x="52" y="27"/>
                    </a:cubicBezTo>
                    <a:cubicBezTo>
                      <a:pt x="52" y="27"/>
                      <a:pt x="52" y="27"/>
                      <a:pt x="52" y="27"/>
                    </a:cubicBezTo>
                    <a:cubicBezTo>
                      <a:pt x="52" y="26"/>
                      <a:pt x="52" y="26"/>
                      <a:pt x="52" y="26"/>
                    </a:cubicBezTo>
                    <a:cubicBezTo>
                      <a:pt x="52" y="27"/>
                      <a:pt x="52" y="27"/>
                      <a:pt x="53" y="28"/>
                    </a:cubicBezTo>
                    <a:cubicBezTo>
                      <a:pt x="54" y="30"/>
                      <a:pt x="54" y="29"/>
                      <a:pt x="54" y="29"/>
                    </a:cubicBezTo>
                    <a:cubicBezTo>
                      <a:pt x="53" y="27"/>
                      <a:pt x="53" y="27"/>
                      <a:pt x="53" y="27"/>
                    </a:cubicBezTo>
                    <a:cubicBezTo>
                      <a:pt x="53" y="27"/>
                      <a:pt x="54" y="29"/>
                      <a:pt x="54" y="28"/>
                    </a:cubicBezTo>
                    <a:cubicBezTo>
                      <a:pt x="52" y="24"/>
                      <a:pt x="52" y="24"/>
                      <a:pt x="52" y="24"/>
                    </a:cubicBezTo>
                    <a:cubicBezTo>
                      <a:pt x="52" y="24"/>
                      <a:pt x="54" y="26"/>
                      <a:pt x="54" y="27"/>
                    </a:cubicBezTo>
                    <a:cubicBezTo>
                      <a:pt x="54" y="26"/>
                      <a:pt x="53" y="24"/>
                      <a:pt x="52" y="22"/>
                    </a:cubicBezTo>
                    <a:cubicBezTo>
                      <a:pt x="52" y="22"/>
                      <a:pt x="52" y="21"/>
                      <a:pt x="52" y="21"/>
                    </a:cubicBezTo>
                    <a:cubicBezTo>
                      <a:pt x="53" y="22"/>
                      <a:pt x="52" y="21"/>
                      <a:pt x="53" y="22"/>
                    </a:cubicBezTo>
                    <a:cubicBezTo>
                      <a:pt x="54" y="23"/>
                      <a:pt x="54" y="23"/>
                      <a:pt x="54" y="23"/>
                    </a:cubicBezTo>
                    <a:cubicBezTo>
                      <a:pt x="54" y="23"/>
                      <a:pt x="55" y="25"/>
                      <a:pt x="55" y="26"/>
                    </a:cubicBezTo>
                    <a:cubicBezTo>
                      <a:pt x="55" y="25"/>
                      <a:pt x="56" y="26"/>
                      <a:pt x="57" y="26"/>
                    </a:cubicBezTo>
                    <a:cubicBezTo>
                      <a:pt x="55" y="23"/>
                      <a:pt x="56" y="24"/>
                      <a:pt x="55" y="22"/>
                    </a:cubicBezTo>
                    <a:cubicBezTo>
                      <a:pt x="55" y="22"/>
                      <a:pt x="56" y="24"/>
                      <a:pt x="57" y="24"/>
                    </a:cubicBezTo>
                    <a:cubicBezTo>
                      <a:pt x="56" y="23"/>
                      <a:pt x="57" y="23"/>
                      <a:pt x="57" y="23"/>
                    </a:cubicBezTo>
                    <a:cubicBezTo>
                      <a:pt x="58" y="23"/>
                      <a:pt x="58" y="23"/>
                      <a:pt x="58" y="23"/>
                    </a:cubicBezTo>
                    <a:cubicBezTo>
                      <a:pt x="57" y="23"/>
                      <a:pt x="58" y="23"/>
                      <a:pt x="57" y="21"/>
                    </a:cubicBezTo>
                    <a:cubicBezTo>
                      <a:pt x="58" y="22"/>
                      <a:pt x="58" y="22"/>
                      <a:pt x="58" y="22"/>
                    </a:cubicBezTo>
                    <a:cubicBezTo>
                      <a:pt x="59" y="22"/>
                      <a:pt x="56" y="19"/>
                      <a:pt x="57" y="20"/>
                    </a:cubicBezTo>
                    <a:cubicBezTo>
                      <a:pt x="58" y="21"/>
                      <a:pt x="58" y="21"/>
                      <a:pt x="58" y="21"/>
                    </a:cubicBezTo>
                    <a:cubicBezTo>
                      <a:pt x="57" y="20"/>
                      <a:pt x="59" y="22"/>
                      <a:pt x="58" y="20"/>
                    </a:cubicBezTo>
                    <a:cubicBezTo>
                      <a:pt x="59" y="21"/>
                      <a:pt x="59" y="21"/>
                      <a:pt x="59" y="21"/>
                    </a:cubicBezTo>
                    <a:cubicBezTo>
                      <a:pt x="59" y="21"/>
                      <a:pt x="59" y="21"/>
                      <a:pt x="58" y="19"/>
                    </a:cubicBezTo>
                    <a:cubicBezTo>
                      <a:pt x="60" y="21"/>
                      <a:pt x="60" y="21"/>
                      <a:pt x="60" y="21"/>
                    </a:cubicBezTo>
                    <a:cubicBezTo>
                      <a:pt x="60" y="22"/>
                      <a:pt x="58" y="19"/>
                      <a:pt x="59" y="19"/>
                    </a:cubicBezTo>
                    <a:cubicBezTo>
                      <a:pt x="59" y="19"/>
                      <a:pt x="60" y="20"/>
                      <a:pt x="60" y="20"/>
                    </a:cubicBezTo>
                    <a:cubicBezTo>
                      <a:pt x="59" y="19"/>
                      <a:pt x="60" y="19"/>
                      <a:pt x="60" y="19"/>
                    </a:cubicBezTo>
                    <a:cubicBezTo>
                      <a:pt x="61" y="20"/>
                      <a:pt x="61" y="20"/>
                      <a:pt x="61" y="20"/>
                    </a:cubicBezTo>
                    <a:cubicBezTo>
                      <a:pt x="62" y="19"/>
                      <a:pt x="64" y="18"/>
                      <a:pt x="63" y="16"/>
                    </a:cubicBezTo>
                    <a:cubicBezTo>
                      <a:pt x="65" y="17"/>
                      <a:pt x="64" y="17"/>
                      <a:pt x="65" y="18"/>
                    </a:cubicBezTo>
                    <a:cubicBezTo>
                      <a:pt x="64" y="17"/>
                      <a:pt x="65" y="18"/>
                      <a:pt x="65" y="17"/>
                    </a:cubicBezTo>
                    <a:cubicBezTo>
                      <a:pt x="65" y="17"/>
                      <a:pt x="65" y="17"/>
                      <a:pt x="65" y="17"/>
                    </a:cubicBezTo>
                    <a:cubicBezTo>
                      <a:pt x="65" y="17"/>
                      <a:pt x="66" y="18"/>
                      <a:pt x="66" y="17"/>
                    </a:cubicBezTo>
                    <a:cubicBezTo>
                      <a:pt x="65" y="17"/>
                      <a:pt x="65" y="17"/>
                      <a:pt x="65" y="17"/>
                    </a:cubicBezTo>
                    <a:cubicBezTo>
                      <a:pt x="64" y="15"/>
                      <a:pt x="68" y="18"/>
                      <a:pt x="66" y="16"/>
                    </a:cubicBezTo>
                    <a:cubicBezTo>
                      <a:pt x="67" y="17"/>
                      <a:pt x="67" y="17"/>
                      <a:pt x="67" y="17"/>
                    </a:cubicBezTo>
                    <a:cubicBezTo>
                      <a:pt x="65" y="15"/>
                      <a:pt x="68" y="17"/>
                      <a:pt x="66" y="16"/>
                    </a:cubicBezTo>
                    <a:cubicBezTo>
                      <a:pt x="67" y="16"/>
                      <a:pt x="67" y="16"/>
                      <a:pt x="67" y="16"/>
                    </a:cubicBezTo>
                    <a:cubicBezTo>
                      <a:pt x="68" y="17"/>
                      <a:pt x="65" y="14"/>
                      <a:pt x="67" y="15"/>
                    </a:cubicBezTo>
                    <a:cubicBezTo>
                      <a:pt x="67" y="15"/>
                      <a:pt x="66" y="14"/>
                      <a:pt x="65" y="13"/>
                    </a:cubicBezTo>
                    <a:cubicBezTo>
                      <a:pt x="67" y="14"/>
                      <a:pt x="67" y="14"/>
                      <a:pt x="67" y="14"/>
                    </a:cubicBezTo>
                    <a:cubicBezTo>
                      <a:pt x="67" y="13"/>
                      <a:pt x="68" y="12"/>
                      <a:pt x="66" y="10"/>
                    </a:cubicBezTo>
                    <a:cubicBezTo>
                      <a:pt x="67" y="10"/>
                      <a:pt x="67" y="10"/>
                      <a:pt x="67" y="10"/>
                    </a:cubicBezTo>
                    <a:cubicBezTo>
                      <a:pt x="65" y="9"/>
                      <a:pt x="70" y="11"/>
                      <a:pt x="66" y="8"/>
                    </a:cubicBezTo>
                    <a:cubicBezTo>
                      <a:pt x="65" y="7"/>
                      <a:pt x="65" y="7"/>
                      <a:pt x="65" y="7"/>
                    </a:cubicBezTo>
                    <a:cubicBezTo>
                      <a:pt x="67" y="8"/>
                      <a:pt x="67" y="8"/>
                      <a:pt x="67" y="8"/>
                    </a:cubicBezTo>
                    <a:cubicBezTo>
                      <a:pt x="66" y="8"/>
                      <a:pt x="67" y="8"/>
                      <a:pt x="66" y="7"/>
                    </a:cubicBezTo>
                    <a:cubicBezTo>
                      <a:pt x="67" y="8"/>
                      <a:pt x="67" y="8"/>
                      <a:pt x="67" y="8"/>
                    </a:cubicBezTo>
                    <a:cubicBezTo>
                      <a:pt x="67" y="8"/>
                      <a:pt x="65" y="6"/>
                      <a:pt x="65" y="7"/>
                    </a:cubicBezTo>
                    <a:cubicBezTo>
                      <a:pt x="66" y="7"/>
                      <a:pt x="66" y="7"/>
                      <a:pt x="66" y="7"/>
                    </a:cubicBezTo>
                    <a:cubicBezTo>
                      <a:pt x="69" y="7"/>
                      <a:pt x="72" y="3"/>
                      <a:pt x="68" y="4"/>
                    </a:cubicBezTo>
                    <a:close/>
                    <a:moveTo>
                      <a:pt x="61" y="9"/>
                    </a:moveTo>
                    <a:cubicBezTo>
                      <a:pt x="60" y="9"/>
                      <a:pt x="61" y="7"/>
                      <a:pt x="62" y="6"/>
                    </a:cubicBezTo>
                    <a:cubicBezTo>
                      <a:pt x="62" y="8"/>
                      <a:pt x="61" y="9"/>
                      <a:pt x="61" y="9"/>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2" name="Freeform 255"/>
              <p:cNvSpPr/>
              <p:nvPr/>
            </p:nvSpPr>
            <p:spPr bwMode="auto">
              <a:xfrm>
                <a:off x="4011" y="3063"/>
                <a:ext cx="5" cy="5"/>
              </a:xfrm>
              <a:custGeom>
                <a:avLst/>
                <a:gdLst>
                  <a:gd name="T0" fmla="*/ 5 w 5"/>
                  <a:gd name="T1" fmla="*/ 5 h 5"/>
                  <a:gd name="T2" fmla="*/ 0 w 5"/>
                  <a:gd name="T3" fmla="*/ 0 h 5"/>
                  <a:gd name="T4" fmla="*/ 2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2" y="5"/>
                    </a:lnTo>
                    <a:lnTo>
                      <a:pt x="5" y="5"/>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3" name="Freeform 256"/>
              <p:cNvSpPr/>
              <p:nvPr/>
            </p:nvSpPr>
            <p:spPr bwMode="auto">
              <a:xfrm>
                <a:off x="3912" y="3100"/>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4" name="Freeform 257"/>
              <p:cNvSpPr/>
              <p:nvPr/>
            </p:nvSpPr>
            <p:spPr bwMode="auto">
              <a:xfrm>
                <a:off x="3996" y="3089"/>
                <a:ext cx="3"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5" name="Oval 258"/>
              <p:cNvSpPr>
                <a:spLocks noChangeArrowheads="1"/>
              </p:cNvSpPr>
              <p:nvPr/>
            </p:nvSpPr>
            <p:spPr bwMode="auto">
              <a:xfrm>
                <a:off x="3595" y="182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6" name="Freeform 259"/>
              <p:cNvSpPr/>
              <p:nvPr/>
            </p:nvSpPr>
            <p:spPr bwMode="auto">
              <a:xfrm>
                <a:off x="3598" y="1825"/>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7" name="Freeform 260"/>
              <p:cNvSpPr/>
              <p:nvPr/>
            </p:nvSpPr>
            <p:spPr bwMode="auto">
              <a:xfrm>
                <a:off x="3918" y="28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8" name="Freeform 261"/>
              <p:cNvSpPr/>
              <p:nvPr/>
            </p:nvSpPr>
            <p:spPr bwMode="auto">
              <a:xfrm>
                <a:off x="3924" y="3038"/>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9" name="Freeform 262"/>
              <p:cNvSpPr/>
              <p:nvPr/>
            </p:nvSpPr>
            <p:spPr bwMode="auto">
              <a:xfrm>
                <a:off x="3986" y="3027"/>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0" name="Freeform 263"/>
              <p:cNvSpPr/>
              <p:nvPr/>
            </p:nvSpPr>
            <p:spPr bwMode="auto">
              <a:xfrm>
                <a:off x="3899" y="3091"/>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1" name="Rectangle 264"/>
              <p:cNvSpPr>
                <a:spLocks noChangeArrowheads="1"/>
              </p:cNvSpPr>
              <p:nvPr/>
            </p:nvSpPr>
            <p:spPr bwMode="auto">
              <a:xfrm>
                <a:off x="4013" y="3004"/>
                <a:ext cx="1" cy="4"/>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2" name="Freeform 265"/>
              <p:cNvSpPr/>
              <p:nvPr/>
            </p:nvSpPr>
            <p:spPr bwMode="auto">
              <a:xfrm>
                <a:off x="3903" y="3055"/>
                <a:ext cx="6"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3" name="Freeform 266"/>
              <p:cNvSpPr/>
              <p:nvPr/>
            </p:nvSpPr>
            <p:spPr bwMode="auto">
              <a:xfrm>
                <a:off x="3905" y="3055"/>
                <a:ext cx="4"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0" y="0"/>
                      <a:pt x="1" y="0"/>
                      <a:pt x="2" y="0"/>
                    </a:cubicBezTo>
                    <a:cubicBezTo>
                      <a:pt x="2"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4" name="Freeform 267"/>
              <p:cNvSpPr/>
              <p:nvPr/>
            </p:nvSpPr>
            <p:spPr bwMode="auto">
              <a:xfrm>
                <a:off x="3897" y="3085"/>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5" name="Freeform 268"/>
              <p:cNvSpPr/>
              <p:nvPr/>
            </p:nvSpPr>
            <p:spPr bwMode="auto">
              <a:xfrm>
                <a:off x="3897" y="309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6" name="Freeform 269"/>
              <p:cNvSpPr/>
              <p:nvPr/>
            </p:nvSpPr>
            <p:spPr bwMode="auto">
              <a:xfrm>
                <a:off x="3984" y="30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7" name="Freeform 270"/>
              <p:cNvSpPr/>
              <p:nvPr/>
            </p:nvSpPr>
            <p:spPr bwMode="auto">
              <a:xfrm>
                <a:off x="3600"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8" name="Freeform 271"/>
              <p:cNvSpPr/>
              <p:nvPr/>
            </p:nvSpPr>
            <p:spPr bwMode="auto">
              <a:xfrm>
                <a:off x="3905" y="3100"/>
                <a:ext cx="4" cy="4"/>
              </a:xfrm>
              <a:custGeom>
                <a:avLst/>
                <a:gdLst>
                  <a:gd name="T0" fmla="*/ 1 w 2"/>
                  <a:gd name="T1" fmla="*/ 0 h 2"/>
                  <a:gd name="T2" fmla="*/ 1 w 2"/>
                  <a:gd name="T3" fmla="*/ 1 h 2"/>
                  <a:gd name="T4" fmla="*/ 1 w 2"/>
                  <a:gd name="T5" fmla="*/ 0 h 2"/>
                </a:gdLst>
                <a:ahLst/>
                <a:cxnLst>
                  <a:cxn ang="0">
                    <a:pos x="T0" y="T1"/>
                  </a:cxn>
                  <a:cxn ang="0">
                    <a:pos x="T2" y="T3"/>
                  </a:cxn>
                  <a:cxn ang="0">
                    <a:pos x="T4" y="T5"/>
                  </a:cxn>
                </a:cxnLst>
                <a:rect l="0" t="0" r="r" b="b"/>
                <a:pathLst>
                  <a:path w="2" h="2">
                    <a:moveTo>
                      <a:pt x="1" y="0"/>
                    </a:moveTo>
                    <a:cubicBezTo>
                      <a:pt x="0" y="2"/>
                      <a:pt x="1" y="0"/>
                      <a:pt x="1"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9" name="Freeform 272"/>
              <p:cNvSpPr/>
              <p:nvPr/>
            </p:nvSpPr>
            <p:spPr bwMode="auto">
              <a:xfrm>
                <a:off x="4230" y="2480"/>
                <a:ext cx="4" cy="2"/>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0" y="1"/>
                      <a:pt x="1" y="1"/>
                      <a:pt x="2" y="1"/>
                    </a:cubicBezTo>
                    <a:cubicBezTo>
                      <a:pt x="2" y="0"/>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0" name="Freeform 273"/>
              <p:cNvSpPr/>
              <p:nvPr/>
            </p:nvSpPr>
            <p:spPr bwMode="auto">
              <a:xfrm>
                <a:off x="3895" y="3080"/>
                <a:ext cx="4" cy="3"/>
              </a:xfrm>
              <a:custGeom>
                <a:avLst/>
                <a:gdLst>
                  <a:gd name="T0" fmla="*/ 0 w 2"/>
                  <a:gd name="T1" fmla="*/ 0 h 1"/>
                  <a:gd name="T2" fmla="*/ 1 w 2"/>
                  <a:gd name="T3" fmla="*/ 0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1" y="0"/>
                      <a:pt x="1" y="0"/>
                    </a:cubicBezTo>
                    <a:cubicBezTo>
                      <a:pt x="1" y="0"/>
                      <a:pt x="2"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1" name="Freeform 274"/>
              <p:cNvSpPr/>
              <p:nvPr/>
            </p:nvSpPr>
            <p:spPr bwMode="auto">
              <a:xfrm>
                <a:off x="4007" y="30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2" name="Freeform 275"/>
              <p:cNvSpPr/>
              <p:nvPr/>
            </p:nvSpPr>
            <p:spPr bwMode="auto">
              <a:xfrm>
                <a:off x="3598" y="18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3" name="Freeform 276"/>
              <p:cNvSpPr/>
              <p:nvPr/>
            </p:nvSpPr>
            <p:spPr bwMode="auto">
              <a:xfrm>
                <a:off x="4005" y="3074"/>
                <a:ext cx="2"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0" y="1"/>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4" name="Freeform 277"/>
              <p:cNvSpPr/>
              <p:nvPr/>
            </p:nvSpPr>
            <p:spPr bwMode="auto">
              <a:xfrm>
                <a:off x="4007" y="30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5" name="Freeform 278"/>
              <p:cNvSpPr/>
              <p:nvPr/>
            </p:nvSpPr>
            <p:spPr bwMode="auto">
              <a:xfrm>
                <a:off x="3598" y="182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6" name="Freeform 279"/>
              <p:cNvSpPr/>
              <p:nvPr/>
            </p:nvSpPr>
            <p:spPr bwMode="auto">
              <a:xfrm>
                <a:off x="3598" y="1823"/>
                <a:ext cx="2" cy="0"/>
              </a:xfrm>
              <a:custGeom>
                <a:avLst/>
                <a:gdLst>
                  <a:gd name="T0" fmla="*/ 1 w 1"/>
                  <a:gd name="T1" fmla="*/ 1 w 1"/>
                  <a:gd name="T2" fmla="*/ 0 w 1"/>
                  <a:gd name="T3" fmla="*/ 0 w 1"/>
                  <a:gd name="T4" fmla="*/ 0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0" y="0"/>
                      <a:pt x="0" y="0"/>
                    </a:cubicBezTo>
                    <a:cubicBezTo>
                      <a:pt x="0"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7" name="Freeform 280"/>
              <p:cNvSpPr/>
              <p:nvPr/>
            </p:nvSpPr>
            <p:spPr bwMode="auto">
              <a:xfrm>
                <a:off x="4009" y="308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8" name="Freeform 281"/>
              <p:cNvSpPr/>
              <p:nvPr/>
            </p:nvSpPr>
            <p:spPr bwMode="auto">
              <a:xfrm>
                <a:off x="3602"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9" name="Freeform 282"/>
              <p:cNvSpPr/>
              <p:nvPr/>
            </p:nvSpPr>
            <p:spPr bwMode="auto">
              <a:xfrm>
                <a:off x="3929" y="1870"/>
                <a:ext cx="4" cy="8"/>
              </a:xfrm>
              <a:custGeom>
                <a:avLst/>
                <a:gdLst>
                  <a:gd name="T0" fmla="*/ 2 w 2"/>
                  <a:gd name="T1" fmla="*/ 1 h 4"/>
                  <a:gd name="T2" fmla="*/ 1 w 2"/>
                  <a:gd name="T3" fmla="*/ 4 h 4"/>
                  <a:gd name="T4" fmla="*/ 2 w 2"/>
                  <a:gd name="T5" fmla="*/ 1 h 4"/>
                </a:gdLst>
                <a:ahLst/>
                <a:cxnLst>
                  <a:cxn ang="0">
                    <a:pos x="T0" y="T1"/>
                  </a:cxn>
                  <a:cxn ang="0">
                    <a:pos x="T2" y="T3"/>
                  </a:cxn>
                  <a:cxn ang="0">
                    <a:pos x="T4" y="T5"/>
                  </a:cxn>
                </a:cxnLst>
                <a:rect l="0" t="0" r="r" b="b"/>
                <a:pathLst>
                  <a:path w="2" h="4">
                    <a:moveTo>
                      <a:pt x="2" y="1"/>
                    </a:moveTo>
                    <a:cubicBezTo>
                      <a:pt x="2" y="1"/>
                      <a:pt x="0" y="1"/>
                      <a:pt x="1" y="4"/>
                    </a:cubicBezTo>
                    <a:cubicBezTo>
                      <a:pt x="1" y="0"/>
                      <a:pt x="2" y="4"/>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0" name="Freeform 283"/>
              <p:cNvSpPr/>
              <p:nvPr/>
            </p:nvSpPr>
            <p:spPr bwMode="auto">
              <a:xfrm>
                <a:off x="3687" y="1579"/>
                <a:ext cx="4" cy="4"/>
              </a:xfrm>
              <a:custGeom>
                <a:avLst/>
                <a:gdLst>
                  <a:gd name="T0" fmla="*/ 0 w 4"/>
                  <a:gd name="T1" fmla="*/ 4 h 4"/>
                  <a:gd name="T2" fmla="*/ 4 w 4"/>
                  <a:gd name="T3" fmla="*/ 0 h 4"/>
                  <a:gd name="T4" fmla="*/ 0 w 4"/>
                  <a:gd name="T5" fmla="*/ 2 h 4"/>
                  <a:gd name="T6" fmla="*/ 0 w 4"/>
                  <a:gd name="T7" fmla="*/ 4 h 4"/>
                </a:gdLst>
                <a:ahLst/>
                <a:cxnLst>
                  <a:cxn ang="0">
                    <a:pos x="T0" y="T1"/>
                  </a:cxn>
                  <a:cxn ang="0">
                    <a:pos x="T2" y="T3"/>
                  </a:cxn>
                  <a:cxn ang="0">
                    <a:pos x="T4" y="T5"/>
                  </a:cxn>
                  <a:cxn ang="0">
                    <a:pos x="T6" y="T7"/>
                  </a:cxn>
                </a:cxnLst>
                <a:rect l="0" t="0" r="r" b="b"/>
                <a:pathLst>
                  <a:path w="4" h="4">
                    <a:moveTo>
                      <a:pt x="0" y="4"/>
                    </a:moveTo>
                    <a:lnTo>
                      <a:pt x="4" y="0"/>
                    </a:lnTo>
                    <a:lnTo>
                      <a:pt x="0" y="2"/>
                    </a:lnTo>
                    <a:lnTo>
                      <a:pt x="0"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1" name="Freeform 284"/>
              <p:cNvSpPr/>
              <p:nvPr/>
            </p:nvSpPr>
            <p:spPr bwMode="auto">
              <a:xfrm>
                <a:off x="4086" y="1583"/>
                <a:ext cx="8" cy="4"/>
              </a:xfrm>
              <a:custGeom>
                <a:avLst/>
                <a:gdLst>
                  <a:gd name="T0" fmla="*/ 2 w 4"/>
                  <a:gd name="T1" fmla="*/ 2 h 2"/>
                  <a:gd name="T2" fmla="*/ 1 w 4"/>
                  <a:gd name="T3" fmla="*/ 0 h 2"/>
                  <a:gd name="T4" fmla="*/ 2 w 4"/>
                  <a:gd name="T5" fmla="*/ 2 h 2"/>
                </a:gdLst>
                <a:ahLst/>
                <a:cxnLst>
                  <a:cxn ang="0">
                    <a:pos x="T0" y="T1"/>
                  </a:cxn>
                  <a:cxn ang="0">
                    <a:pos x="T2" y="T3"/>
                  </a:cxn>
                  <a:cxn ang="0">
                    <a:pos x="T4" y="T5"/>
                  </a:cxn>
                </a:cxnLst>
                <a:rect l="0" t="0" r="r" b="b"/>
                <a:pathLst>
                  <a:path w="4" h="2">
                    <a:moveTo>
                      <a:pt x="2" y="2"/>
                    </a:moveTo>
                    <a:cubicBezTo>
                      <a:pt x="2" y="2"/>
                      <a:pt x="3" y="1"/>
                      <a:pt x="1" y="0"/>
                    </a:cubicBezTo>
                    <a:cubicBezTo>
                      <a:pt x="4" y="2"/>
                      <a:pt x="0"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2" name="Freeform 285"/>
              <p:cNvSpPr/>
              <p:nvPr/>
            </p:nvSpPr>
            <p:spPr bwMode="auto">
              <a:xfrm>
                <a:off x="3574" y="1912"/>
                <a:ext cx="2" cy="21"/>
              </a:xfrm>
              <a:custGeom>
                <a:avLst/>
                <a:gdLst>
                  <a:gd name="T0" fmla="*/ 0 w 1"/>
                  <a:gd name="T1" fmla="*/ 0 h 10"/>
                  <a:gd name="T2" fmla="*/ 1 w 1"/>
                  <a:gd name="T3" fmla="*/ 10 h 10"/>
                  <a:gd name="T4" fmla="*/ 0 w 1"/>
                  <a:gd name="T5" fmla="*/ 0 h 10"/>
                </a:gdLst>
                <a:ahLst/>
                <a:cxnLst>
                  <a:cxn ang="0">
                    <a:pos x="T0" y="T1"/>
                  </a:cxn>
                  <a:cxn ang="0">
                    <a:pos x="T2" y="T3"/>
                  </a:cxn>
                  <a:cxn ang="0">
                    <a:pos x="T4" y="T5"/>
                  </a:cxn>
                </a:cxnLst>
                <a:rect l="0" t="0" r="r" b="b"/>
                <a:pathLst>
                  <a:path w="1" h="10">
                    <a:moveTo>
                      <a:pt x="0" y="0"/>
                    </a:moveTo>
                    <a:cubicBezTo>
                      <a:pt x="0" y="4"/>
                      <a:pt x="0" y="10"/>
                      <a:pt x="1" y="1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3" name="Freeform 286"/>
              <p:cNvSpPr>
                <a:spLocks noEditPoints="1"/>
              </p:cNvSpPr>
              <p:nvPr/>
            </p:nvSpPr>
            <p:spPr bwMode="auto">
              <a:xfrm>
                <a:off x="3559" y="1774"/>
                <a:ext cx="77" cy="91"/>
              </a:xfrm>
              <a:custGeom>
                <a:avLst/>
                <a:gdLst>
                  <a:gd name="T0" fmla="*/ 32 w 36"/>
                  <a:gd name="T1" fmla="*/ 19 h 43"/>
                  <a:gd name="T2" fmla="*/ 27 w 36"/>
                  <a:gd name="T3" fmla="*/ 2 h 43"/>
                  <a:gd name="T4" fmla="*/ 8 w 36"/>
                  <a:gd name="T5" fmla="*/ 14 h 43"/>
                  <a:gd name="T6" fmla="*/ 16 w 36"/>
                  <a:gd name="T7" fmla="*/ 25 h 43"/>
                  <a:gd name="T8" fmla="*/ 16 w 36"/>
                  <a:gd name="T9" fmla="*/ 24 h 43"/>
                  <a:gd name="T10" fmla="*/ 17 w 36"/>
                  <a:gd name="T11" fmla="*/ 24 h 43"/>
                  <a:gd name="T12" fmla="*/ 17 w 36"/>
                  <a:gd name="T13" fmla="*/ 23 h 43"/>
                  <a:gd name="T14" fmla="*/ 17 w 36"/>
                  <a:gd name="T15" fmla="*/ 24 h 43"/>
                  <a:gd name="T16" fmla="*/ 19 w 36"/>
                  <a:gd name="T17" fmla="*/ 23 h 43"/>
                  <a:gd name="T18" fmla="*/ 18 w 36"/>
                  <a:gd name="T19" fmla="*/ 24 h 43"/>
                  <a:gd name="T20" fmla="*/ 17 w 36"/>
                  <a:gd name="T21" fmla="*/ 24 h 43"/>
                  <a:gd name="T22" fmla="*/ 19 w 36"/>
                  <a:gd name="T23" fmla="*/ 23 h 43"/>
                  <a:gd name="T24" fmla="*/ 20 w 36"/>
                  <a:gd name="T25" fmla="*/ 23 h 43"/>
                  <a:gd name="T26" fmla="*/ 21 w 36"/>
                  <a:gd name="T27" fmla="*/ 24 h 43"/>
                  <a:gd name="T28" fmla="*/ 21 w 36"/>
                  <a:gd name="T29" fmla="*/ 23 h 43"/>
                  <a:gd name="T30" fmla="*/ 21 w 36"/>
                  <a:gd name="T31" fmla="*/ 23 h 43"/>
                  <a:gd name="T32" fmla="*/ 21 w 36"/>
                  <a:gd name="T33" fmla="*/ 23 h 43"/>
                  <a:gd name="T34" fmla="*/ 21 w 36"/>
                  <a:gd name="T35" fmla="*/ 24 h 43"/>
                  <a:gd name="T36" fmla="*/ 22 w 36"/>
                  <a:gd name="T37" fmla="*/ 24 h 43"/>
                  <a:gd name="T38" fmla="*/ 22 w 36"/>
                  <a:gd name="T39" fmla="*/ 24 h 43"/>
                  <a:gd name="T40" fmla="*/ 22 w 36"/>
                  <a:gd name="T41" fmla="*/ 19 h 43"/>
                  <a:gd name="T42" fmla="*/ 22 w 36"/>
                  <a:gd name="T43" fmla="*/ 19 h 43"/>
                  <a:gd name="T44" fmla="*/ 23 w 36"/>
                  <a:gd name="T45" fmla="*/ 23 h 43"/>
                  <a:gd name="T46" fmla="*/ 27 w 36"/>
                  <a:gd name="T47" fmla="*/ 24 h 43"/>
                  <a:gd name="T48" fmla="*/ 25 w 36"/>
                  <a:gd name="T49" fmla="*/ 24 h 43"/>
                  <a:gd name="T50" fmla="*/ 25 w 36"/>
                  <a:gd name="T51" fmla="*/ 24 h 43"/>
                  <a:gd name="T52" fmla="*/ 26 w 36"/>
                  <a:gd name="T53" fmla="*/ 23 h 43"/>
                  <a:gd name="T54" fmla="*/ 25 w 36"/>
                  <a:gd name="T55" fmla="*/ 24 h 43"/>
                  <a:gd name="T56" fmla="*/ 24 w 36"/>
                  <a:gd name="T57" fmla="*/ 24 h 43"/>
                  <a:gd name="T58" fmla="*/ 24 w 36"/>
                  <a:gd name="T59" fmla="*/ 22 h 43"/>
                  <a:gd name="T60" fmla="*/ 24 w 36"/>
                  <a:gd name="T61" fmla="*/ 24 h 43"/>
                  <a:gd name="T62" fmla="*/ 23 w 36"/>
                  <a:gd name="T63" fmla="*/ 24 h 43"/>
                  <a:gd name="T64" fmla="*/ 23 w 36"/>
                  <a:gd name="T65" fmla="*/ 24 h 43"/>
                  <a:gd name="T66" fmla="*/ 24 w 36"/>
                  <a:gd name="T67" fmla="*/ 24 h 43"/>
                  <a:gd name="T68" fmla="*/ 24 w 36"/>
                  <a:gd name="T69" fmla="*/ 24 h 43"/>
                  <a:gd name="T70" fmla="*/ 25 w 36"/>
                  <a:gd name="T71" fmla="*/ 24 h 43"/>
                  <a:gd name="T72" fmla="*/ 29 w 36"/>
                  <a:gd name="T73" fmla="*/ 24 h 43"/>
                  <a:gd name="T74" fmla="*/ 26 w 36"/>
                  <a:gd name="T75" fmla="*/ 24 h 43"/>
                  <a:gd name="T76" fmla="*/ 24 w 36"/>
                  <a:gd name="T77" fmla="*/ 22 h 43"/>
                  <a:gd name="T78" fmla="*/ 23 w 36"/>
                  <a:gd name="T79" fmla="*/ 21 h 43"/>
                  <a:gd name="T80" fmla="*/ 24 w 36"/>
                  <a:gd name="T81" fmla="*/ 21 h 43"/>
                  <a:gd name="T82" fmla="*/ 24 w 36"/>
                  <a:gd name="T83" fmla="*/ 21 h 43"/>
                  <a:gd name="T84" fmla="*/ 23 w 36"/>
                  <a:gd name="T85" fmla="*/ 20 h 43"/>
                  <a:gd name="T86" fmla="*/ 22 w 36"/>
                  <a:gd name="T87" fmla="*/ 19 h 43"/>
                  <a:gd name="T88" fmla="*/ 22 w 36"/>
                  <a:gd name="T89" fmla="*/ 20 h 43"/>
                  <a:gd name="T90" fmla="*/ 21 w 36"/>
                  <a:gd name="T91" fmla="*/ 19 h 43"/>
                  <a:gd name="T92" fmla="*/ 22 w 36"/>
                  <a:gd name="T93" fmla="*/ 21 h 43"/>
                  <a:gd name="T94" fmla="*/ 20 w 36"/>
                  <a:gd name="T95" fmla="*/ 21 h 43"/>
                  <a:gd name="T96" fmla="*/ 17 w 36"/>
                  <a:gd name="T97" fmla="*/ 20 h 43"/>
                  <a:gd name="T98" fmla="*/ 20 w 36"/>
                  <a:gd name="T99" fmla="*/ 19 h 43"/>
                  <a:gd name="T100" fmla="*/ 18 w 36"/>
                  <a:gd name="T101" fmla="*/ 18 h 43"/>
                  <a:gd name="T102" fmla="*/ 19 w 36"/>
                  <a:gd name="T103" fmla="*/ 18 h 43"/>
                  <a:gd name="T104" fmla="*/ 20 w 36"/>
                  <a:gd name="T105" fmla="*/ 18 h 43"/>
                  <a:gd name="T106" fmla="*/ 21 w 36"/>
                  <a:gd name="T107" fmla="*/ 19 h 43"/>
                  <a:gd name="T108" fmla="*/ 20 w 36"/>
                  <a:gd name="T109" fmla="*/ 18 h 43"/>
                  <a:gd name="T110" fmla="*/ 18 w 36"/>
                  <a:gd name="T111" fmla="*/ 18 h 43"/>
                  <a:gd name="T112" fmla="*/ 18 w 36"/>
                  <a:gd name="T113" fmla="*/ 18 h 43"/>
                  <a:gd name="T114" fmla="*/ 15 w 36"/>
                  <a:gd name="T115" fmla="*/ 18 h 43"/>
                  <a:gd name="T116" fmla="*/ 18 w 36"/>
                  <a:gd name="T117" fmla="*/ 18 h 43"/>
                  <a:gd name="T118" fmla="*/ 18 w 36"/>
                  <a:gd name="T119" fmla="*/ 18 h 43"/>
                  <a:gd name="T120" fmla="*/ 17 w 36"/>
                  <a:gd name="T121" fmla="*/ 19 h 43"/>
                  <a:gd name="T122" fmla="*/ 16 w 36"/>
                  <a:gd name="T123" fmla="*/ 25 h 43"/>
                  <a:gd name="T124" fmla="*/ 14 w 36"/>
                  <a:gd name="T125" fmla="*/ 2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 h="43">
                    <a:moveTo>
                      <a:pt x="5" y="16"/>
                    </a:moveTo>
                    <a:cubicBezTo>
                      <a:pt x="6" y="19"/>
                      <a:pt x="3" y="20"/>
                      <a:pt x="0" y="23"/>
                    </a:cubicBezTo>
                    <a:cubicBezTo>
                      <a:pt x="0" y="23"/>
                      <a:pt x="1" y="25"/>
                      <a:pt x="1" y="28"/>
                    </a:cubicBezTo>
                    <a:cubicBezTo>
                      <a:pt x="5" y="39"/>
                      <a:pt x="13" y="43"/>
                      <a:pt x="19" y="41"/>
                    </a:cubicBezTo>
                    <a:cubicBezTo>
                      <a:pt x="18" y="40"/>
                      <a:pt x="18" y="39"/>
                      <a:pt x="19" y="39"/>
                    </a:cubicBezTo>
                    <a:cubicBezTo>
                      <a:pt x="19" y="39"/>
                      <a:pt x="19" y="39"/>
                      <a:pt x="19" y="39"/>
                    </a:cubicBezTo>
                    <a:cubicBezTo>
                      <a:pt x="19" y="38"/>
                      <a:pt x="19" y="38"/>
                      <a:pt x="19" y="38"/>
                    </a:cubicBezTo>
                    <a:cubicBezTo>
                      <a:pt x="19" y="38"/>
                      <a:pt x="19" y="39"/>
                      <a:pt x="19" y="40"/>
                    </a:cubicBezTo>
                    <a:cubicBezTo>
                      <a:pt x="20" y="39"/>
                      <a:pt x="21" y="39"/>
                      <a:pt x="23" y="39"/>
                    </a:cubicBezTo>
                    <a:cubicBezTo>
                      <a:pt x="22" y="36"/>
                      <a:pt x="23" y="38"/>
                      <a:pt x="23" y="36"/>
                    </a:cubicBezTo>
                    <a:cubicBezTo>
                      <a:pt x="23" y="37"/>
                      <a:pt x="23" y="37"/>
                      <a:pt x="23" y="37"/>
                    </a:cubicBezTo>
                    <a:cubicBezTo>
                      <a:pt x="23" y="36"/>
                      <a:pt x="23" y="36"/>
                      <a:pt x="25" y="38"/>
                    </a:cubicBezTo>
                    <a:cubicBezTo>
                      <a:pt x="29" y="38"/>
                      <a:pt x="31" y="35"/>
                      <a:pt x="33" y="33"/>
                    </a:cubicBezTo>
                    <a:cubicBezTo>
                      <a:pt x="36" y="30"/>
                      <a:pt x="36" y="26"/>
                      <a:pt x="36" y="21"/>
                    </a:cubicBezTo>
                    <a:cubicBezTo>
                      <a:pt x="33" y="20"/>
                      <a:pt x="35" y="19"/>
                      <a:pt x="32" y="19"/>
                    </a:cubicBezTo>
                    <a:cubicBezTo>
                      <a:pt x="33" y="19"/>
                      <a:pt x="33" y="19"/>
                      <a:pt x="33" y="19"/>
                    </a:cubicBezTo>
                    <a:cubicBezTo>
                      <a:pt x="31" y="18"/>
                      <a:pt x="33" y="18"/>
                      <a:pt x="34" y="17"/>
                    </a:cubicBezTo>
                    <a:cubicBezTo>
                      <a:pt x="33" y="17"/>
                      <a:pt x="34" y="17"/>
                      <a:pt x="32" y="17"/>
                    </a:cubicBezTo>
                    <a:cubicBezTo>
                      <a:pt x="30" y="17"/>
                      <a:pt x="35" y="17"/>
                      <a:pt x="34" y="16"/>
                    </a:cubicBezTo>
                    <a:cubicBezTo>
                      <a:pt x="34" y="16"/>
                      <a:pt x="33" y="17"/>
                      <a:pt x="33" y="16"/>
                    </a:cubicBezTo>
                    <a:cubicBezTo>
                      <a:pt x="31" y="16"/>
                      <a:pt x="34" y="17"/>
                      <a:pt x="36" y="15"/>
                    </a:cubicBezTo>
                    <a:cubicBezTo>
                      <a:pt x="35" y="13"/>
                      <a:pt x="32" y="12"/>
                      <a:pt x="33" y="10"/>
                    </a:cubicBezTo>
                    <a:cubicBezTo>
                      <a:pt x="33" y="11"/>
                      <a:pt x="32" y="11"/>
                      <a:pt x="32" y="11"/>
                    </a:cubicBezTo>
                    <a:cubicBezTo>
                      <a:pt x="35" y="9"/>
                      <a:pt x="31" y="11"/>
                      <a:pt x="32" y="10"/>
                    </a:cubicBezTo>
                    <a:cubicBezTo>
                      <a:pt x="33" y="10"/>
                      <a:pt x="33" y="10"/>
                      <a:pt x="33" y="10"/>
                    </a:cubicBezTo>
                    <a:cubicBezTo>
                      <a:pt x="34" y="9"/>
                      <a:pt x="32" y="9"/>
                      <a:pt x="32" y="7"/>
                    </a:cubicBezTo>
                    <a:cubicBezTo>
                      <a:pt x="30" y="7"/>
                      <a:pt x="32" y="5"/>
                      <a:pt x="30" y="5"/>
                    </a:cubicBezTo>
                    <a:cubicBezTo>
                      <a:pt x="31" y="5"/>
                      <a:pt x="30" y="4"/>
                      <a:pt x="30" y="4"/>
                    </a:cubicBezTo>
                    <a:cubicBezTo>
                      <a:pt x="27" y="6"/>
                      <a:pt x="29" y="1"/>
                      <a:pt x="27" y="3"/>
                    </a:cubicBezTo>
                    <a:cubicBezTo>
                      <a:pt x="27" y="2"/>
                      <a:pt x="27" y="2"/>
                      <a:pt x="27" y="2"/>
                    </a:cubicBezTo>
                    <a:cubicBezTo>
                      <a:pt x="25" y="1"/>
                      <a:pt x="21" y="0"/>
                      <a:pt x="18" y="3"/>
                    </a:cubicBezTo>
                    <a:cubicBezTo>
                      <a:pt x="16" y="3"/>
                      <a:pt x="12" y="1"/>
                      <a:pt x="13" y="3"/>
                    </a:cubicBezTo>
                    <a:cubicBezTo>
                      <a:pt x="13" y="5"/>
                      <a:pt x="13" y="5"/>
                      <a:pt x="13" y="5"/>
                    </a:cubicBezTo>
                    <a:cubicBezTo>
                      <a:pt x="13" y="5"/>
                      <a:pt x="13" y="4"/>
                      <a:pt x="12" y="3"/>
                    </a:cubicBezTo>
                    <a:cubicBezTo>
                      <a:pt x="13" y="5"/>
                      <a:pt x="11" y="4"/>
                      <a:pt x="11" y="4"/>
                    </a:cubicBezTo>
                    <a:cubicBezTo>
                      <a:pt x="11" y="5"/>
                      <a:pt x="11" y="5"/>
                      <a:pt x="11" y="6"/>
                    </a:cubicBezTo>
                    <a:cubicBezTo>
                      <a:pt x="9" y="4"/>
                      <a:pt x="11" y="8"/>
                      <a:pt x="9" y="7"/>
                    </a:cubicBezTo>
                    <a:cubicBezTo>
                      <a:pt x="12" y="9"/>
                      <a:pt x="10" y="8"/>
                      <a:pt x="10" y="9"/>
                    </a:cubicBezTo>
                    <a:cubicBezTo>
                      <a:pt x="10" y="9"/>
                      <a:pt x="10" y="9"/>
                      <a:pt x="9" y="8"/>
                    </a:cubicBezTo>
                    <a:cubicBezTo>
                      <a:pt x="9" y="9"/>
                      <a:pt x="9" y="9"/>
                      <a:pt x="8" y="9"/>
                    </a:cubicBezTo>
                    <a:cubicBezTo>
                      <a:pt x="8" y="9"/>
                      <a:pt x="10" y="10"/>
                      <a:pt x="9" y="10"/>
                    </a:cubicBezTo>
                    <a:cubicBezTo>
                      <a:pt x="7" y="9"/>
                      <a:pt x="9" y="11"/>
                      <a:pt x="8" y="10"/>
                    </a:cubicBezTo>
                    <a:cubicBezTo>
                      <a:pt x="10" y="11"/>
                      <a:pt x="11" y="13"/>
                      <a:pt x="10" y="12"/>
                    </a:cubicBezTo>
                    <a:cubicBezTo>
                      <a:pt x="8" y="11"/>
                      <a:pt x="8" y="11"/>
                      <a:pt x="8" y="11"/>
                    </a:cubicBezTo>
                    <a:cubicBezTo>
                      <a:pt x="9" y="12"/>
                      <a:pt x="5" y="12"/>
                      <a:pt x="8" y="14"/>
                    </a:cubicBezTo>
                    <a:cubicBezTo>
                      <a:pt x="6" y="13"/>
                      <a:pt x="6" y="13"/>
                      <a:pt x="6" y="13"/>
                    </a:cubicBezTo>
                    <a:cubicBezTo>
                      <a:pt x="8" y="15"/>
                      <a:pt x="6" y="15"/>
                      <a:pt x="8" y="17"/>
                    </a:cubicBezTo>
                    <a:cubicBezTo>
                      <a:pt x="8" y="17"/>
                      <a:pt x="7" y="17"/>
                      <a:pt x="7" y="17"/>
                    </a:cubicBezTo>
                    <a:cubicBezTo>
                      <a:pt x="6" y="17"/>
                      <a:pt x="5" y="16"/>
                      <a:pt x="5" y="16"/>
                    </a:cubicBezTo>
                    <a:close/>
                    <a:moveTo>
                      <a:pt x="16" y="26"/>
                    </a:moveTo>
                    <a:cubicBezTo>
                      <a:pt x="16" y="26"/>
                      <a:pt x="16" y="26"/>
                      <a:pt x="16" y="26"/>
                    </a:cubicBezTo>
                    <a:cubicBezTo>
                      <a:pt x="16" y="27"/>
                      <a:pt x="16" y="27"/>
                      <a:pt x="16" y="26"/>
                    </a:cubicBezTo>
                    <a:close/>
                    <a:moveTo>
                      <a:pt x="17" y="24"/>
                    </a:moveTo>
                    <a:cubicBezTo>
                      <a:pt x="17" y="25"/>
                      <a:pt x="16" y="25"/>
                      <a:pt x="17" y="27"/>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7" y="24"/>
                    </a:cubicBezTo>
                    <a:cubicBezTo>
                      <a:pt x="17" y="25"/>
                      <a:pt x="17" y="25"/>
                      <a:pt x="17" y="24"/>
                    </a:cubicBezTo>
                    <a:close/>
                    <a:moveTo>
                      <a:pt x="16" y="25"/>
                    </a:move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6" y="24"/>
                    </a:cubicBezTo>
                    <a:cubicBezTo>
                      <a:pt x="16" y="25"/>
                      <a:pt x="17" y="23"/>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6" y="25"/>
                      <a:pt x="17" y="24"/>
                      <a:pt x="16" y="24"/>
                    </a:cubicBezTo>
                    <a:cubicBezTo>
                      <a:pt x="17" y="24"/>
                      <a:pt x="17" y="24"/>
                      <a:pt x="17" y="24"/>
                    </a:cubicBezTo>
                    <a:cubicBezTo>
                      <a:pt x="17" y="24"/>
                      <a:pt x="17" y="24"/>
                      <a:pt x="17" y="24"/>
                    </a:cubicBezTo>
                    <a:cubicBezTo>
                      <a:pt x="17" y="24"/>
                      <a:pt x="16" y="24"/>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lose/>
                    <a:moveTo>
                      <a:pt x="17" y="24"/>
                    </a:move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8" y="23"/>
                      <a:pt x="18" y="23"/>
                      <a:pt x="18" y="23"/>
                    </a:cubicBezTo>
                    <a:cubicBezTo>
                      <a:pt x="18"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ubicBezTo>
                      <a:pt x="18" y="25"/>
                      <a:pt x="17" y="24"/>
                      <a:pt x="17" y="24"/>
                    </a:cubicBezTo>
                    <a:close/>
                    <a:moveTo>
                      <a:pt x="18" y="24"/>
                    </a:moveTo>
                    <a:cubicBezTo>
                      <a:pt x="18" y="24"/>
                      <a:pt x="18" y="24"/>
                      <a:pt x="18" y="24"/>
                    </a:cubicBezTo>
                    <a:cubicBezTo>
                      <a:pt x="18" y="24"/>
                      <a:pt x="18" y="24"/>
                      <a:pt x="18" y="24"/>
                    </a:cubicBezTo>
                    <a:cubicBezTo>
                      <a:pt x="18" y="24"/>
                      <a:pt x="18" y="24"/>
                      <a:pt x="18" y="24"/>
                    </a:cubicBezTo>
                    <a:close/>
                    <a:moveTo>
                      <a:pt x="20" y="23"/>
                    </a:moveTo>
                    <a:cubicBezTo>
                      <a:pt x="20" y="23"/>
                      <a:pt x="20" y="23"/>
                      <a:pt x="20" y="23"/>
                    </a:cubicBezTo>
                    <a:cubicBezTo>
                      <a:pt x="20" y="23"/>
                      <a:pt x="19" y="23"/>
                      <a:pt x="19" y="23"/>
                    </a:cubicBezTo>
                    <a:cubicBezTo>
                      <a:pt x="19" y="23"/>
                      <a:pt x="18" y="23"/>
                      <a:pt x="18" y="24"/>
                    </a:cubicBezTo>
                    <a:cubicBezTo>
                      <a:pt x="18" y="24"/>
                      <a:pt x="18" y="24"/>
                      <a:pt x="18" y="24"/>
                    </a:cubicBezTo>
                    <a:cubicBezTo>
                      <a:pt x="19" y="23"/>
                      <a:pt x="19" y="23"/>
                      <a:pt x="18" y="24"/>
                    </a:cubicBezTo>
                    <a:cubicBezTo>
                      <a:pt x="19" y="23"/>
                      <a:pt x="19" y="23"/>
                      <a:pt x="19" y="23"/>
                    </a:cubicBezTo>
                    <a:cubicBezTo>
                      <a:pt x="19" y="23"/>
                      <a:pt x="19" y="23"/>
                      <a:pt x="19" y="24"/>
                    </a:cubicBezTo>
                    <a:cubicBezTo>
                      <a:pt x="19" y="24"/>
                      <a:pt x="19" y="24"/>
                      <a:pt x="19" y="24"/>
                    </a:cubicBezTo>
                    <a:cubicBezTo>
                      <a:pt x="19" y="24"/>
                      <a:pt x="19" y="24"/>
                      <a:pt x="19" y="24"/>
                    </a:cubicBezTo>
                    <a:cubicBezTo>
                      <a:pt x="19" y="24"/>
                      <a:pt x="19" y="24"/>
                      <a:pt x="19" y="24"/>
                    </a:cubicBezTo>
                    <a:cubicBezTo>
                      <a:pt x="19" y="24"/>
                      <a:pt x="18" y="25"/>
                      <a:pt x="19" y="26"/>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3"/>
                      <a:pt x="17" y="23"/>
                    </a:cubicBezTo>
                    <a:cubicBezTo>
                      <a:pt x="17" y="23"/>
                      <a:pt x="18" y="23"/>
                      <a:pt x="18" y="23"/>
                    </a:cubicBezTo>
                    <a:cubicBezTo>
                      <a:pt x="18" y="23"/>
                      <a:pt x="18" y="23"/>
                      <a:pt x="18" y="24"/>
                    </a:cubicBezTo>
                    <a:cubicBezTo>
                      <a:pt x="18" y="24"/>
                      <a:pt x="18" y="24"/>
                      <a:pt x="18" y="24"/>
                    </a:cubicBezTo>
                    <a:cubicBezTo>
                      <a:pt x="18" y="23"/>
                      <a:pt x="18" y="23"/>
                      <a:pt x="18" y="23"/>
                    </a:cubicBezTo>
                    <a:cubicBezTo>
                      <a:pt x="18" y="23"/>
                      <a:pt x="18" y="23"/>
                      <a:pt x="18" y="23"/>
                    </a:cubicBezTo>
                    <a:cubicBezTo>
                      <a:pt x="18" y="22"/>
                      <a:pt x="17" y="22"/>
                      <a:pt x="17" y="22"/>
                    </a:cubicBezTo>
                    <a:cubicBezTo>
                      <a:pt x="18" y="22"/>
                      <a:pt x="18" y="23"/>
                      <a:pt x="18" y="23"/>
                    </a:cubicBezTo>
                    <a:cubicBezTo>
                      <a:pt x="19" y="22"/>
                      <a:pt x="19" y="22"/>
                      <a:pt x="19" y="22"/>
                    </a:cubicBezTo>
                    <a:cubicBezTo>
                      <a:pt x="19" y="22"/>
                      <a:pt x="19" y="23"/>
                      <a:pt x="19" y="23"/>
                    </a:cubicBezTo>
                    <a:cubicBezTo>
                      <a:pt x="19"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1"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4"/>
                    </a:moveTo>
                    <a:cubicBezTo>
                      <a:pt x="21" y="24"/>
                      <a:pt x="21" y="24"/>
                      <a:pt x="21" y="24"/>
                    </a:cubicBezTo>
                    <a:cubicBezTo>
                      <a:pt x="20" y="24"/>
                      <a:pt x="20" y="24"/>
                      <a:pt x="20" y="24"/>
                    </a:cubicBezTo>
                    <a:cubicBezTo>
                      <a:pt x="20"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lose/>
                    <a:moveTo>
                      <a:pt x="20" y="24"/>
                    </a:moveTo>
                    <a:cubicBezTo>
                      <a:pt x="20" y="24"/>
                      <a:pt x="20" y="24"/>
                      <a:pt x="20" y="24"/>
                    </a:cubicBezTo>
                    <a:cubicBezTo>
                      <a:pt x="20" y="24"/>
                      <a:pt x="20" y="24"/>
                      <a:pt x="20" y="24"/>
                    </a:cubicBezTo>
                    <a:cubicBezTo>
                      <a:pt x="20" y="24"/>
                      <a:pt x="20" y="24"/>
                      <a:pt x="20" y="24"/>
                    </a:cubicBezTo>
                    <a:cubicBezTo>
                      <a:pt x="20" y="24"/>
                      <a:pt x="20" y="24"/>
                      <a:pt x="20" y="24"/>
                    </a:cubicBezTo>
                    <a:close/>
                    <a:moveTo>
                      <a:pt x="20" y="24"/>
                    </a:moveTo>
                    <a:cubicBezTo>
                      <a:pt x="20" y="24"/>
                      <a:pt x="20" y="24"/>
                      <a:pt x="20" y="24"/>
                    </a:cubicBezTo>
                    <a:cubicBezTo>
                      <a:pt x="21" y="24"/>
                      <a:pt x="21" y="24"/>
                      <a:pt x="21" y="25"/>
                    </a:cubicBezTo>
                    <a:lnTo>
                      <a:pt x="20" y="24"/>
                    </a:ln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2" y="25"/>
                    </a:cubicBezTo>
                    <a:lnTo>
                      <a:pt x="21" y="24"/>
                    </a:lnTo>
                    <a:close/>
                    <a:moveTo>
                      <a:pt x="22" y="23"/>
                    </a:moveTo>
                    <a:cubicBezTo>
                      <a:pt x="21" y="23"/>
                      <a:pt x="21" y="23"/>
                      <a:pt x="21" y="23"/>
                    </a:cubicBezTo>
                    <a:cubicBezTo>
                      <a:pt x="22" y="23"/>
                      <a:pt x="22" y="23"/>
                      <a:pt x="22" y="23"/>
                    </a:cubicBezTo>
                    <a:cubicBezTo>
                      <a:pt x="22" y="23"/>
                      <a:pt x="22" y="23"/>
                      <a:pt x="22" y="23"/>
                    </a:cubicBezTo>
                    <a:cubicBezTo>
                      <a:pt x="22" y="23"/>
                      <a:pt x="22" y="23"/>
                      <a:pt x="22" y="23"/>
                    </a:cubicBezTo>
                    <a:close/>
                    <a:moveTo>
                      <a:pt x="22" y="23"/>
                    </a:moveTo>
                    <a:cubicBezTo>
                      <a:pt x="22" y="23"/>
                      <a:pt x="22" y="23"/>
                      <a:pt x="22" y="23"/>
                    </a:cubicBezTo>
                    <a:cubicBezTo>
                      <a:pt x="22" y="24"/>
                      <a:pt x="22" y="24"/>
                      <a:pt x="22" y="24"/>
                    </a:cubicBezTo>
                    <a:cubicBezTo>
                      <a:pt x="22" y="24"/>
                      <a:pt x="22" y="24"/>
                      <a:pt x="22" y="24"/>
                    </a:cubicBezTo>
                    <a:cubicBezTo>
                      <a:pt x="22" y="24"/>
                      <a:pt x="22" y="24"/>
                      <a:pt x="22" y="24"/>
                    </a:cubicBezTo>
                    <a:lnTo>
                      <a:pt x="22" y="23"/>
                    </a:lnTo>
                    <a:close/>
                    <a:moveTo>
                      <a:pt x="22" y="23"/>
                    </a:moveTo>
                    <a:cubicBezTo>
                      <a:pt x="22" y="23"/>
                      <a:pt x="22" y="23"/>
                      <a:pt x="22" y="23"/>
                    </a:cubicBezTo>
                    <a:cubicBezTo>
                      <a:pt x="22" y="23"/>
                      <a:pt x="22" y="23"/>
                      <a:pt x="22" y="23"/>
                    </a:cubicBezTo>
                    <a:cubicBezTo>
                      <a:pt x="22" y="23"/>
                      <a:pt x="22" y="23"/>
                      <a:pt x="22" y="23"/>
                    </a:cubicBezTo>
                    <a:close/>
                    <a:moveTo>
                      <a:pt x="22" y="24"/>
                    </a:moveTo>
                    <a:cubicBezTo>
                      <a:pt x="22" y="24"/>
                      <a:pt x="22" y="24"/>
                      <a:pt x="22" y="24"/>
                    </a:cubicBezTo>
                    <a:cubicBezTo>
                      <a:pt x="22" y="24"/>
                      <a:pt x="22" y="24"/>
                      <a:pt x="22" y="24"/>
                    </a:cubicBez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ubicBezTo>
                      <a:pt x="22" y="24"/>
                      <a:pt x="23" y="24"/>
                      <a:pt x="22" y="24"/>
                    </a:cubicBezTo>
                    <a:close/>
                    <a:moveTo>
                      <a:pt x="22" y="22"/>
                    </a:moveTo>
                    <a:cubicBezTo>
                      <a:pt x="22" y="22"/>
                      <a:pt x="22" y="22"/>
                      <a:pt x="22" y="22"/>
                    </a:cubicBezTo>
                    <a:cubicBezTo>
                      <a:pt x="23"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3" y="22"/>
                      <a:pt x="23" y="22"/>
                    </a:cubicBezTo>
                    <a:cubicBezTo>
                      <a:pt x="23" y="22"/>
                      <a:pt x="23" y="22"/>
                      <a:pt x="22" y="22"/>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20"/>
                      <a:pt x="22" y="20"/>
                      <a:pt x="22" y="20"/>
                    </a:cubicBezTo>
                    <a:cubicBezTo>
                      <a:pt x="22" y="20"/>
                      <a:pt x="22" y="20"/>
                      <a:pt x="22" y="20"/>
                    </a:cubicBezTo>
                    <a:cubicBezTo>
                      <a:pt x="22" y="19"/>
                      <a:pt x="22" y="19"/>
                      <a:pt x="22" y="19"/>
                    </a:cubicBezTo>
                    <a:cubicBezTo>
                      <a:pt x="22" y="19"/>
                      <a:pt x="22" y="19"/>
                      <a:pt x="22" y="19"/>
                    </a:cubicBezTo>
                    <a:close/>
                    <a:moveTo>
                      <a:pt x="22" y="19"/>
                    </a:moveTo>
                    <a:cubicBezTo>
                      <a:pt x="23" y="20"/>
                      <a:pt x="23" y="20"/>
                      <a:pt x="23" y="20"/>
                    </a:cubicBezTo>
                    <a:cubicBezTo>
                      <a:pt x="23" y="20"/>
                      <a:pt x="22" y="20"/>
                      <a:pt x="22" y="20"/>
                    </a:cubicBezTo>
                    <a:cubicBezTo>
                      <a:pt x="22" y="20"/>
                      <a:pt x="22" y="19"/>
                      <a:pt x="22" y="19"/>
                    </a:cubicBezTo>
                    <a:close/>
                    <a:moveTo>
                      <a:pt x="22" y="19"/>
                    </a:moveTo>
                    <a:cubicBezTo>
                      <a:pt x="22" y="19"/>
                      <a:pt x="22" y="19"/>
                      <a:pt x="22" y="19"/>
                    </a:cubicBezTo>
                    <a:cubicBezTo>
                      <a:pt x="22" y="19"/>
                      <a:pt x="22" y="19"/>
                      <a:pt x="22" y="19"/>
                    </a:cubicBezTo>
                    <a:cubicBezTo>
                      <a:pt x="23" y="20"/>
                      <a:pt x="23" y="20"/>
                      <a:pt x="23" y="20"/>
                    </a:cubicBezTo>
                    <a:cubicBezTo>
                      <a:pt x="23" y="20"/>
                      <a:pt x="23" y="20"/>
                      <a:pt x="23" y="20"/>
                    </a:cubicBezTo>
                    <a:cubicBezTo>
                      <a:pt x="23" y="20"/>
                      <a:pt x="23" y="20"/>
                      <a:pt x="22" y="19"/>
                    </a:cubicBezTo>
                    <a:close/>
                    <a:moveTo>
                      <a:pt x="22" y="20"/>
                    </a:moveTo>
                    <a:cubicBezTo>
                      <a:pt x="22" y="20"/>
                      <a:pt x="22" y="20"/>
                      <a:pt x="22" y="20"/>
                    </a:cubicBezTo>
                    <a:cubicBezTo>
                      <a:pt x="22" y="20"/>
                      <a:pt x="22" y="20"/>
                      <a:pt x="22" y="20"/>
                    </a:cubicBezTo>
                    <a:cubicBezTo>
                      <a:pt x="22" y="20"/>
                      <a:pt x="22" y="20"/>
                      <a:pt x="22" y="20"/>
                    </a:cubicBezTo>
                    <a:close/>
                    <a:moveTo>
                      <a:pt x="23" y="23"/>
                    </a:moveTo>
                    <a:cubicBezTo>
                      <a:pt x="23" y="23"/>
                      <a:pt x="23" y="22"/>
                      <a:pt x="22" y="22"/>
                    </a:cubicBezTo>
                    <a:cubicBezTo>
                      <a:pt x="22" y="22"/>
                      <a:pt x="23" y="22"/>
                      <a:pt x="23" y="22"/>
                    </a:cubicBezTo>
                    <a:cubicBezTo>
                      <a:pt x="23" y="22"/>
                      <a:pt x="23" y="22"/>
                      <a:pt x="23" y="23"/>
                    </a:cubicBezTo>
                    <a:cubicBezTo>
                      <a:pt x="23" y="23"/>
                      <a:pt x="23" y="23"/>
                      <a:pt x="23" y="23"/>
                    </a:cubicBezTo>
                    <a:close/>
                    <a:moveTo>
                      <a:pt x="23" y="22"/>
                    </a:moveTo>
                    <a:cubicBezTo>
                      <a:pt x="23" y="22"/>
                      <a:pt x="23" y="22"/>
                      <a:pt x="23" y="22"/>
                    </a:cubicBezTo>
                    <a:cubicBezTo>
                      <a:pt x="23" y="22"/>
                      <a:pt x="23" y="22"/>
                      <a:pt x="23" y="23"/>
                    </a:cubicBezTo>
                    <a:cubicBezTo>
                      <a:pt x="23" y="23"/>
                      <a:pt x="23" y="23"/>
                      <a:pt x="23" y="23"/>
                    </a:cubicBezTo>
                    <a:cubicBezTo>
                      <a:pt x="23" y="23"/>
                      <a:pt x="23" y="22"/>
                      <a:pt x="23" y="22"/>
                    </a:cubicBezTo>
                    <a:close/>
                    <a:moveTo>
                      <a:pt x="27" y="24"/>
                    </a:moveTo>
                    <a:cubicBezTo>
                      <a:pt x="26" y="24"/>
                      <a:pt x="27" y="24"/>
                      <a:pt x="27" y="24"/>
                    </a:cubicBezTo>
                    <a:cubicBezTo>
                      <a:pt x="27" y="24"/>
                      <a:pt x="27" y="24"/>
                      <a:pt x="27" y="24"/>
                    </a:cubicBezTo>
                    <a:close/>
                    <a:moveTo>
                      <a:pt x="27" y="24"/>
                    </a:moveTo>
                    <a:cubicBezTo>
                      <a:pt x="27" y="24"/>
                      <a:pt x="27" y="24"/>
                      <a:pt x="27" y="24"/>
                    </a:cubicBezTo>
                    <a:cubicBezTo>
                      <a:pt x="27" y="24"/>
                      <a:pt x="27" y="24"/>
                      <a:pt x="27" y="24"/>
                    </a:cubicBezTo>
                    <a:cubicBezTo>
                      <a:pt x="27" y="24"/>
                      <a:pt x="27" y="24"/>
                      <a:pt x="27" y="24"/>
                    </a:cubicBezTo>
                    <a:cubicBezTo>
                      <a:pt x="27" y="24"/>
                      <a:pt x="27" y="24"/>
                      <a:pt x="27" y="24"/>
                    </a:cubicBezTo>
                    <a:close/>
                    <a:moveTo>
                      <a:pt x="27" y="24"/>
                    </a:moveTo>
                    <a:cubicBezTo>
                      <a:pt x="27" y="24"/>
                      <a:pt x="27" y="24"/>
                      <a:pt x="27" y="24"/>
                    </a:cubicBezTo>
                    <a:cubicBezTo>
                      <a:pt x="27"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4"/>
                    </a:moveTo>
                    <a:cubicBezTo>
                      <a:pt x="26" y="24"/>
                      <a:pt x="26" y="24"/>
                      <a:pt x="25" y="24"/>
                    </a:cubicBezTo>
                    <a:cubicBezTo>
                      <a:pt x="26" y="24"/>
                      <a:pt x="25" y="24"/>
                      <a:pt x="26" y="24"/>
                    </a:cubicBezTo>
                    <a:cubicBezTo>
                      <a:pt x="26" y="24"/>
                      <a:pt x="26" y="24"/>
                      <a:pt x="26" y="24"/>
                    </a:cubicBezTo>
                    <a:cubicBezTo>
                      <a:pt x="26" y="24"/>
                      <a:pt x="26" y="24"/>
                      <a:pt x="26" y="24"/>
                    </a:cubicBezTo>
                    <a:close/>
                    <a:moveTo>
                      <a:pt x="26" y="24"/>
                    </a:move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6" y="24"/>
                    </a:cubicBezTo>
                    <a:close/>
                    <a:moveTo>
                      <a:pt x="25" y="24"/>
                    </a:moveTo>
                    <a:cubicBezTo>
                      <a:pt x="25" y="24"/>
                      <a:pt x="25" y="24"/>
                      <a:pt x="25" y="24"/>
                    </a:cubicBezTo>
                    <a:cubicBezTo>
                      <a:pt x="25" y="24"/>
                      <a:pt x="25" y="24"/>
                      <a:pt x="26"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6" y="24"/>
                    </a:cubicBezTo>
                    <a:cubicBezTo>
                      <a:pt x="26" y="24"/>
                      <a:pt x="26" y="24"/>
                      <a:pt x="26" y="24"/>
                    </a:cubicBezTo>
                    <a:cubicBezTo>
                      <a:pt x="26" y="24"/>
                      <a:pt x="25" y="24"/>
                      <a:pt x="25"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3"/>
                    </a:moveTo>
                    <a:cubicBezTo>
                      <a:pt x="26" y="23"/>
                      <a:pt x="26" y="23"/>
                      <a:pt x="26" y="23"/>
                    </a:cubicBezTo>
                    <a:cubicBezTo>
                      <a:pt x="26" y="23"/>
                      <a:pt x="26" y="23"/>
                      <a:pt x="26" y="23"/>
                    </a:cubicBezTo>
                    <a:cubicBezTo>
                      <a:pt x="26" y="23"/>
                      <a:pt x="26" y="23"/>
                      <a:pt x="26" y="23"/>
                    </a:cubicBezTo>
                    <a:close/>
                    <a:moveTo>
                      <a:pt x="26" y="23"/>
                    </a:moveTo>
                    <a:cubicBezTo>
                      <a:pt x="25" y="23"/>
                      <a:pt x="25" y="23"/>
                      <a:pt x="25" y="23"/>
                    </a:cubicBezTo>
                    <a:cubicBezTo>
                      <a:pt x="25" y="23"/>
                      <a:pt x="26"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lose/>
                    <a:moveTo>
                      <a:pt x="25" y="23"/>
                    </a:moveTo>
                    <a:cubicBezTo>
                      <a:pt x="25" y="23"/>
                      <a:pt x="25" y="23"/>
                      <a:pt x="25" y="23"/>
                    </a:cubicBezTo>
                    <a:cubicBezTo>
                      <a:pt x="25" y="23"/>
                      <a:pt x="25" y="23"/>
                      <a:pt x="25" y="23"/>
                    </a:cubicBezTo>
                    <a:cubicBezTo>
                      <a:pt x="25" y="23"/>
                      <a:pt x="25" y="23"/>
                      <a:pt x="26" y="23"/>
                    </a:cubicBezTo>
                    <a:cubicBezTo>
                      <a:pt x="25" y="23"/>
                      <a:pt x="25" y="23"/>
                      <a:pt x="25" y="23"/>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4" y="24"/>
                    </a:moveTo>
                    <a:cubicBezTo>
                      <a:pt x="24" y="24"/>
                      <a:pt x="24" y="24"/>
                      <a:pt x="24" y="24"/>
                    </a:cubicBezTo>
                    <a:cubicBezTo>
                      <a:pt x="24" y="24"/>
                      <a:pt x="24" y="24"/>
                      <a:pt x="24" y="24"/>
                    </a:cubicBezTo>
                    <a:cubicBezTo>
                      <a:pt x="24" y="24"/>
                      <a:pt x="25" y="24"/>
                      <a:pt x="25"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3" y="22"/>
                      <a:pt x="23" y="22"/>
                      <a:pt x="23" y="22"/>
                    </a:cubicBezTo>
                    <a:lnTo>
                      <a:pt x="24" y="22"/>
                    </a:lnTo>
                    <a:close/>
                    <a:moveTo>
                      <a:pt x="24" y="22"/>
                    </a:moveTo>
                    <a:cubicBezTo>
                      <a:pt x="24" y="22"/>
                      <a:pt x="24" y="22"/>
                      <a:pt x="24" y="22"/>
                    </a:cubicBezTo>
                    <a:cubicBezTo>
                      <a:pt x="23" y="22"/>
                      <a:pt x="23" y="22"/>
                      <a:pt x="23" y="22"/>
                    </a:cubicBezTo>
                    <a:cubicBezTo>
                      <a:pt x="23" y="22"/>
                      <a:pt x="23" y="22"/>
                      <a:pt x="23" y="22"/>
                    </a:cubicBezTo>
                    <a:cubicBezTo>
                      <a:pt x="23" y="22"/>
                      <a:pt x="23" y="22"/>
                      <a:pt x="23" y="22"/>
                    </a:cubicBezTo>
                    <a:cubicBezTo>
                      <a:pt x="23" y="22"/>
                      <a:pt x="24" y="22"/>
                      <a:pt x="24" y="22"/>
                    </a:cubicBezTo>
                    <a:close/>
                    <a:moveTo>
                      <a:pt x="24" y="24"/>
                    </a:moveTo>
                    <a:cubicBezTo>
                      <a:pt x="24" y="24"/>
                      <a:pt x="24" y="24"/>
                      <a:pt x="24" y="24"/>
                    </a:cubicBezTo>
                    <a:cubicBezTo>
                      <a:pt x="24" y="24"/>
                      <a:pt x="24" y="24"/>
                      <a:pt x="24" y="24"/>
                    </a:cubicBezTo>
                    <a:cubicBezTo>
                      <a:pt x="24" y="24"/>
                      <a:pt x="24" y="24"/>
                      <a:pt x="24" y="24"/>
                    </a:cubicBezTo>
                    <a:close/>
                    <a:moveTo>
                      <a:pt x="23" y="22"/>
                    </a:moveTo>
                    <a:cubicBezTo>
                      <a:pt x="23" y="22"/>
                      <a:pt x="23" y="23"/>
                      <a:pt x="23" y="23"/>
                    </a:cubicBezTo>
                    <a:cubicBezTo>
                      <a:pt x="23" y="22"/>
                      <a:pt x="23" y="22"/>
                      <a:pt x="23" y="22"/>
                    </a:cubicBezTo>
                    <a:cubicBezTo>
                      <a:pt x="23" y="22"/>
                      <a:pt x="23" y="22"/>
                      <a:pt x="23" y="22"/>
                    </a:cubicBezTo>
                    <a:cubicBezTo>
                      <a:pt x="23" y="22"/>
                      <a:pt x="23" y="22"/>
                      <a:pt x="23" y="22"/>
                    </a:cubicBezTo>
                    <a:close/>
                    <a:moveTo>
                      <a:pt x="24" y="24"/>
                    </a:moveTo>
                    <a:cubicBezTo>
                      <a:pt x="24" y="24"/>
                      <a:pt x="24" y="24"/>
                      <a:pt x="24" y="24"/>
                    </a:cubicBezTo>
                    <a:cubicBezTo>
                      <a:pt x="24" y="24"/>
                      <a:pt x="24" y="24"/>
                      <a:pt x="24" y="24"/>
                    </a:cubicBezTo>
                    <a:cubicBezTo>
                      <a:pt x="24" y="24"/>
                      <a:pt x="24" y="24"/>
                      <a:pt x="24" y="24"/>
                    </a:cubicBezTo>
                    <a:close/>
                    <a:moveTo>
                      <a:pt x="23" y="24"/>
                    </a:move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3" y="24"/>
                    </a:cubicBezTo>
                    <a:cubicBezTo>
                      <a:pt x="24" y="24"/>
                      <a:pt x="24" y="24"/>
                      <a:pt x="24" y="24"/>
                    </a:cubicBezTo>
                    <a:cubicBezTo>
                      <a:pt x="24" y="24"/>
                      <a:pt x="24" y="24"/>
                      <a:pt x="23"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5" y="24"/>
                    </a:cubicBezTo>
                    <a:cubicBezTo>
                      <a:pt x="25" y="24"/>
                      <a:pt x="25" y="24"/>
                      <a:pt x="25" y="24"/>
                    </a:cubicBezTo>
                    <a:cubicBezTo>
                      <a:pt x="24" y="24"/>
                      <a:pt x="24" y="24"/>
                      <a:pt x="24" y="24"/>
                    </a:cubicBezTo>
                    <a:cubicBezTo>
                      <a:pt x="24" y="24"/>
                      <a:pt x="24" y="24"/>
                      <a:pt x="24" y="24"/>
                    </a:cubicBezTo>
                    <a:close/>
                    <a:moveTo>
                      <a:pt x="24" y="24"/>
                    </a:moveTo>
                    <a:cubicBezTo>
                      <a:pt x="25" y="24"/>
                      <a:pt x="25" y="24"/>
                      <a:pt x="26" y="24"/>
                    </a:cubicBezTo>
                    <a:cubicBezTo>
                      <a:pt x="26" y="25"/>
                      <a:pt x="26" y="25"/>
                      <a:pt x="26" y="25"/>
                    </a:cubicBezTo>
                    <a:cubicBezTo>
                      <a:pt x="26" y="24"/>
                      <a:pt x="26" y="24"/>
                      <a:pt x="26" y="24"/>
                    </a:cubicBezTo>
                    <a:cubicBezTo>
                      <a:pt x="26" y="24"/>
                      <a:pt x="25" y="24"/>
                      <a:pt x="25" y="24"/>
                    </a:cubicBezTo>
                    <a:cubicBezTo>
                      <a:pt x="25" y="24"/>
                      <a:pt x="25" y="24"/>
                      <a:pt x="25" y="24"/>
                    </a:cubicBezTo>
                    <a:cubicBezTo>
                      <a:pt x="25" y="24"/>
                      <a:pt x="25" y="24"/>
                      <a:pt x="25" y="24"/>
                    </a:cubicBezTo>
                    <a:cubicBezTo>
                      <a:pt x="25" y="24"/>
                      <a:pt x="26" y="24"/>
                      <a:pt x="26" y="24"/>
                    </a:cubicBezTo>
                    <a:cubicBezTo>
                      <a:pt x="26" y="24"/>
                      <a:pt x="26" y="24"/>
                      <a:pt x="26" y="24"/>
                    </a:cubicBezTo>
                    <a:cubicBezTo>
                      <a:pt x="26" y="25"/>
                      <a:pt x="27" y="25"/>
                      <a:pt x="27" y="25"/>
                    </a:cubicBezTo>
                    <a:cubicBezTo>
                      <a:pt x="26" y="24"/>
                      <a:pt x="25" y="24"/>
                      <a:pt x="24" y="24"/>
                    </a:cubicBezTo>
                    <a:close/>
                    <a:moveTo>
                      <a:pt x="27" y="25"/>
                    </a:moveTo>
                    <a:cubicBezTo>
                      <a:pt x="27" y="25"/>
                      <a:pt x="27" y="25"/>
                      <a:pt x="27" y="25"/>
                    </a:cubicBezTo>
                    <a:cubicBezTo>
                      <a:pt x="27" y="25"/>
                      <a:pt x="27" y="25"/>
                      <a:pt x="27" y="25"/>
                    </a:cubicBezTo>
                    <a:cubicBezTo>
                      <a:pt x="27" y="25"/>
                      <a:pt x="27" y="25"/>
                      <a:pt x="27" y="25"/>
                    </a:cubicBezTo>
                    <a:close/>
                    <a:moveTo>
                      <a:pt x="27" y="24"/>
                    </a:moveTo>
                    <a:cubicBezTo>
                      <a:pt x="27" y="24"/>
                      <a:pt x="27" y="24"/>
                      <a:pt x="27" y="24"/>
                    </a:cubicBezTo>
                    <a:cubicBezTo>
                      <a:pt x="27" y="24"/>
                      <a:pt x="27" y="24"/>
                      <a:pt x="27" y="24"/>
                    </a:cubicBezTo>
                    <a:cubicBezTo>
                      <a:pt x="28" y="24"/>
                      <a:pt x="28" y="24"/>
                      <a:pt x="27" y="24"/>
                    </a:cubicBezTo>
                    <a:close/>
                    <a:moveTo>
                      <a:pt x="29" y="24"/>
                    </a:moveTo>
                    <a:cubicBezTo>
                      <a:pt x="29" y="24"/>
                      <a:pt x="26" y="24"/>
                      <a:pt x="27" y="24"/>
                    </a:cubicBezTo>
                    <a:cubicBezTo>
                      <a:pt x="28" y="24"/>
                      <a:pt x="28" y="24"/>
                      <a:pt x="28" y="24"/>
                    </a:cubicBezTo>
                    <a:cubicBezTo>
                      <a:pt x="27" y="24"/>
                      <a:pt x="27" y="24"/>
                      <a:pt x="27" y="24"/>
                    </a:cubicBezTo>
                    <a:cubicBezTo>
                      <a:pt x="27" y="24"/>
                      <a:pt x="27" y="24"/>
                      <a:pt x="27" y="24"/>
                    </a:cubicBezTo>
                    <a:cubicBezTo>
                      <a:pt x="27" y="24"/>
                      <a:pt x="27" y="24"/>
                      <a:pt x="26" y="24"/>
                    </a:cubicBezTo>
                    <a:lnTo>
                      <a:pt x="29" y="24"/>
                    </a:lnTo>
                    <a:close/>
                    <a:moveTo>
                      <a:pt x="27" y="24"/>
                    </a:moveTo>
                    <a:cubicBezTo>
                      <a:pt x="27" y="24"/>
                      <a:pt x="26" y="24"/>
                      <a:pt x="26" y="24"/>
                    </a:cubicBezTo>
                    <a:cubicBezTo>
                      <a:pt x="26"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lose/>
                    <a:moveTo>
                      <a:pt x="26" y="22"/>
                    </a:moveTo>
                    <a:cubicBezTo>
                      <a:pt x="26" y="22"/>
                      <a:pt x="25" y="22"/>
                      <a:pt x="25" y="22"/>
                    </a:cubicBezTo>
                    <a:cubicBezTo>
                      <a:pt x="25" y="22"/>
                      <a:pt x="25" y="22"/>
                      <a:pt x="25" y="22"/>
                    </a:cubicBezTo>
                    <a:cubicBezTo>
                      <a:pt x="25" y="22"/>
                      <a:pt x="26" y="22"/>
                      <a:pt x="26" y="22"/>
                    </a:cubicBezTo>
                    <a:close/>
                    <a:moveTo>
                      <a:pt x="25" y="22"/>
                    </a:move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3"/>
                    </a:cubicBezTo>
                    <a:cubicBezTo>
                      <a:pt x="25" y="23"/>
                      <a:pt x="25" y="23"/>
                      <a:pt x="25" y="23"/>
                    </a:cubicBezTo>
                    <a:cubicBezTo>
                      <a:pt x="25" y="23"/>
                      <a:pt x="25" y="22"/>
                      <a:pt x="25" y="22"/>
                    </a:cubicBezTo>
                    <a:cubicBezTo>
                      <a:pt x="25" y="22"/>
                      <a:pt x="24" y="22"/>
                      <a:pt x="24" y="22"/>
                    </a:cubicBezTo>
                    <a:cubicBezTo>
                      <a:pt x="24" y="22"/>
                      <a:pt x="24" y="22"/>
                      <a:pt x="24" y="22"/>
                    </a:cubicBezTo>
                    <a:cubicBezTo>
                      <a:pt x="24" y="22"/>
                      <a:pt x="24" y="22"/>
                      <a:pt x="25" y="22"/>
                    </a:cubicBezTo>
                    <a:cubicBezTo>
                      <a:pt x="24" y="22"/>
                      <a:pt x="24" y="21"/>
                      <a:pt x="23" y="21"/>
                    </a:cubicBezTo>
                    <a:cubicBezTo>
                      <a:pt x="23" y="21"/>
                      <a:pt x="23" y="21"/>
                      <a:pt x="23" y="21"/>
                    </a:cubicBezTo>
                    <a:cubicBezTo>
                      <a:pt x="23" y="21"/>
                      <a:pt x="23" y="21"/>
                      <a:pt x="23" y="21"/>
                    </a:cubicBezTo>
                    <a:cubicBezTo>
                      <a:pt x="23" y="21"/>
                      <a:pt x="23" y="21"/>
                      <a:pt x="23" y="21"/>
                    </a:cubicBezTo>
                    <a:cubicBezTo>
                      <a:pt x="23" y="21"/>
                      <a:pt x="22" y="21"/>
                      <a:pt x="22" y="20"/>
                    </a:cubicBezTo>
                    <a:cubicBezTo>
                      <a:pt x="22" y="20"/>
                      <a:pt x="22" y="20"/>
                      <a:pt x="22" y="20"/>
                    </a:cubicBezTo>
                    <a:cubicBezTo>
                      <a:pt x="23" y="21"/>
                      <a:pt x="23" y="21"/>
                      <a:pt x="23" y="21"/>
                    </a:cubicBezTo>
                    <a:cubicBezTo>
                      <a:pt x="23" y="21"/>
                      <a:pt x="23" y="21"/>
                      <a:pt x="24" y="21"/>
                    </a:cubicBezTo>
                    <a:cubicBezTo>
                      <a:pt x="24" y="22"/>
                      <a:pt x="24" y="22"/>
                      <a:pt x="25" y="22"/>
                    </a:cubicBezTo>
                    <a:cubicBezTo>
                      <a:pt x="25" y="22"/>
                      <a:pt x="25" y="22"/>
                      <a:pt x="25" y="22"/>
                    </a:cubicBezTo>
                    <a:close/>
                    <a:moveTo>
                      <a:pt x="23" y="21"/>
                    </a:moveTo>
                    <a:cubicBezTo>
                      <a:pt x="24" y="21"/>
                      <a:pt x="24" y="21"/>
                      <a:pt x="24" y="21"/>
                    </a:cubicBezTo>
                    <a:cubicBezTo>
                      <a:pt x="24" y="21"/>
                      <a:pt x="24" y="21"/>
                      <a:pt x="24" y="21"/>
                    </a:cubicBezTo>
                    <a:cubicBezTo>
                      <a:pt x="23" y="21"/>
                      <a:pt x="23" y="21"/>
                      <a:pt x="23"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5" y="21"/>
                    </a:cubicBezTo>
                    <a:cubicBezTo>
                      <a:pt x="25" y="21"/>
                      <a:pt x="24" y="21"/>
                      <a:pt x="24" y="21"/>
                    </a:cubicBezTo>
                    <a:close/>
                    <a:moveTo>
                      <a:pt x="24" y="21"/>
                    </a:moveTo>
                    <a:cubicBezTo>
                      <a:pt x="25" y="21"/>
                      <a:pt x="25" y="21"/>
                      <a:pt x="25"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3" y="21"/>
                      <a:pt x="23" y="21"/>
                      <a:pt x="23" y="21"/>
                    </a:cubicBezTo>
                    <a:cubicBezTo>
                      <a:pt x="23" y="21"/>
                      <a:pt x="23" y="21"/>
                      <a:pt x="23" y="21"/>
                    </a:cubicBezTo>
                    <a:cubicBezTo>
                      <a:pt x="24" y="21"/>
                      <a:pt x="24" y="21"/>
                      <a:pt x="24" y="21"/>
                    </a:cubicBezTo>
                    <a:cubicBezTo>
                      <a:pt x="24" y="21"/>
                      <a:pt x="24" y="21"/>
                      <a:pt x="24" y="21"/>
                    </a:cubicBezTo>
                    <a:close/>
                    <a:moveTo>
                      <a:pt x="23" y="20"/>
                    </a:move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19"/>
                      <a:pt x="23" y="19"/>
                      <a:pt x="23" y="20"/>
                    </a:cubicBezTo>
                    <a:close/>
                    <a:moveTo>
                      <a:pt x="23" y="20"/>
                    </a:moveTo>
                    <a:cubicBezTo>
                      <a:pt x="23" y="20"/>
                      <a:pt x="23" y="20"/>
                      <a:pt x="23" y="20"/>
                    </a:cubicBezTo>
                    <a:cubicBezTo>
                      <a:pt x="22" y="19"/>
                      <a:pt x="22" y="18"/>
                      <a:pt x="22" y="18"/>
                    </a:cubicBezTo>
                    <a:cubicBezTo>
                      <a:pt x="21" y="17"/>
                      <a:pt x="22" y="18"/>
                      <a:pt x="23" y="20"/>
                    </a:cubicBezTo>
                    <a:close/>
                    <a:moveTo>
                      <a:pt x="22" y="19"/>
                    </a:move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0"/>
                      <a:pt x="22" y="20"/>
                      <a:pt x="22" y="20"/>
                    </a:cubicBezTo>
                    <a:cubicBezTo>
                      <a:pt x="22" y="20"/>
                      <a:pt x="22" y="20"/>
                      <a:pt x="22" y="20"/>
                    </a:cubicBezTo>
                    <a:close/>
                    <a:moveTo>
                      <a:pt x="22" y="19"/>
                    </a:move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1"/>
                      <a:pt x="22" y="21"/>
                      <a:pt x="22" y="21"/>
                    </a:cubicBezTo>
                    <a:cubicBezTo>
                      <a:pt x="22" y="21"/>
                      <a:pt x="22" y="21"/>
                      <a:pt x="22" y="21"/>
                    </a:cubicBezTo>
                    <a:cubicBezTo>
                      <a:pt x="22" y="21"/>
                      <a:pt x="22" y="20"/>
                      <a:pt x="22" y="20"/>
                    </a:cubicBezTo>
                    <a:cubicBezTo>
                      <a:pt x="22" y="20"/>
                      <a:pt x="22" y="20"/>
                      <a:pt x="22" y="20"/>
                    </a:cubicBezTo>
                    <a:close/>
                    <a:moveTo>
                      <a:pt x="21" y="19"/>
                    </a:moveTo>
                    <a:cubicBezTo>
                      <a:pt x="21"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lose/>
                    <a:moveTo>
                      <a:pt x="21" y="19"/>
                    </a:moveTo>
                    <a:cubicBezTo>
                      <a:pt x="22" y="20"/>
                      <a:pt x="22" y="20"/>
                      <a:pt x="22" y="20"/>
                    </a:cubicBezTo>
                    <a:cubicBezTo>
                      <a:pt x="22" y="20"/>
                      <a:pt x="22" y="20"/>
                      <a:pt x="22" y="20"/>
                    </a:cubicBezTo>
                    <a:cubicBezTo>
                      <a:pt x="22" y="20"/>
                      <a:pt x="22" y="20"/>
                      <a:pt x="22" y="20"/>
                    </a:cubicBezTo>
                    <a:cubicBezTo>
                      <a:pt x="22" y="20"/>
                      <a:pt x="22" y="20"/>
                      <a:pt x="22" y="20"/>
                    </a:cubicBezTo>
                    <a:cubicBezTo>
                      <a:pt x="22" y="20"/>
                      <a:pt x="21" y="20"/>
                      <a:pt x="21" y="20"/>
                    </a:cubicBezTo>
                    <a:cubicBezTo>
                      <a:pt x="21" y="20"/>
                      <a:pt x="21" y="20"/>
                      <a:pt x="21" y="20"/>
                    </a:cubicBezTo>
                    <a:cubicBezTo>
                      <a:pt x="21" y="20"/>
                      <a:pt x="21" y="20"/>
                      <a:pt x="21" y="20"/>
                    </a:cubicBezTo>
                    <a:cubicBezTo>
                      <a:pt x="21" y="20"/>
                      <a:pt x="21" y="20"/>
                      <a:pt x="21" y="19"/>
                    </a:cubicBezTo>
                    <a:close/>
                    <a:moveTo>
                      <a:pt x="22" y="21"/>
                    </a:moveTo>
                    <a:cubicBezTo>
                      <a:pt x="22" y="21"/>
                      <a:pt x="22" y="21"/>
                      <a:pt x="22" y="21"/>
                    </a:cubicBezTo>
                    <a:cubicBezTo>
                      <a:pt x="22" y="21"/>
                      <a:pt x="22" y="21"/>
                      <a:pt x="22" y="21"/>
                    </a:cubicBezTo>
                    <a:cubicBezTo>
                      <a:pt x="22" y="21"/>
                      <a:pt x="21" y="21"/>
                      <a:pt x="21" y="21"/>
                    </a:cubicBezTo>
                    <a:cubicBezTo>
                      <a:pt x="21" y="21"/>
                      <a:pt x="21" y="21"/>
                      <a:pt x="22" y="21"/>
                    </a:cubicBezTo>
                    <a:close/>
                    <a:moveTo>
                      <a:pt x="22" y="21"/>
                    </a:moveTo>
                    <a:cubicBezTo>
                      <a:pt x="22" y="22"/>
                      <a:pt x="22" y="22"/>
                      <a:pt x="22" y="22"/>
                    </a:cubicBezTo>
                    <a:cubicBezTo>
                      <a:pt x="22" y="21"/>
                      <a:pt x="22" y="21"/>
                      <a:pt x="22" y="21"/>
                    </a:cubicBezTo>
                    <a:cubicBezTo>
                      <a:pt x="22" y="21"/>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1" y="21"/>
                      <a:pt x="21" y="21"/>
                    </a:cubicBezTo>
                    <a:cubicBezTo>
                      <a:pt x="21" y="21"/>
                      <a:pt x="22" y="21"/>
                      <a:pt x="22" y="21"/>
                    </a:cubicBezTo>
                    <a:close/>
                    <a:moveTo>
                      <a:pt x="20" y="21"/>
                    </a:moveTo>
                    <a:cubicBezTo>
                      <a:pt x="20" y="21"/>
                      <a:pt x="20" y="22"/>
                      <a:pt x="20" y="22"/>
                    </a:cubicBezTo>
                    <a:cubicBezTo>
                      <a:pt x="20" y="21"/>
                      <a:pt x="20" y="21"/>
                      <a:pt x="20" y="21"/>
                    </a:cubicBezTo>
                    <a:cubicBezTo>
                      <a:pt x="20" y="21"/>
                      <a:pt x="20" y="21"/>
                      <a:pt x="20" y="21"/>
                    </a:cubicBezTo>
                    <a:cubicBezTo>
                      <a:pt x="20" y="21"/>
                      <a:pt x="20" y="21"/>
                      <a:pt x="20" y="21"/>
                    </a:cubicBezTo>
                    <a:cubicBezTo>
                      <a:pt x="20" y="21"/>
                      <a:pt x="20" y="21"/>
                      <a:pt x="20" y="20"/>
                    </a:cubicBezTo>
                    <a:cubicBezTo>
                      <a:pt x="19" y="20"/>
                      <a:pt x="19" y="20"/>
                      <a:pt x="19" y="20"/>
                    </a:cubicBezTo>
                    <a:cubicBezTo>
                      <a:pt x="19" y="20"/>
                      <a:pt x="19" y="20"/>
                      <a:pt x="19" y="20"/>
                    </a:cubicBezTo>
                    <a:cubicBezTo>
                      <a:pt x="19" y="20"/>
                      <a:pt x="19" y="20"/>
                      <a:pt x="19" y="20"/>
                    </a:cubicBezTo>
                    <a:cubicBezTo>
                      <a:pt x="19" y="20"/>
                      <a:pt x="19" y="20"/>
                      <a:pt x="19" y="20"/>
                    </a:cubicBezTo>
                    <a:cubicBezTo>
                      <a:pt x="18" y="21"/>
                      <a:pt x="18" y="20"/>
                      <a:pt x="17" y="21"/>
                    </a:cubicBezTo>
                    <a:cubicBezTo>
                      <a:pt x="18" y="20"/>
                      <a:pt x="18" y="20"/>
                      <a:pt x="18" y="20"/>
                    </a:cubicBezTo>
                    <a:cubicBezTo>
                      <a:pt x="18" y="20"/>
                      <a:pt x="18" y="20"/>
                      <a:pt x="18" y="20"/>
                    </a:cubicBezTo>
                    <a:cubicBezTo>
                      <a:pt x="17" y="20"/>
                      <a:pt x="18" y="20"/>
                      <a:pt x="18" y="20"/>
                    </a:cubicBezTo>
                    <a:cubicBezTo>
                      <a:pt x="18" y="20"/>
                      <a:pt x="18" y="20"/>
                      <a:pt x="18" y="20"/>
                    </a:cubicBezTo>
                    <a:cubicBezTo>
                      <a:pt x="18" y="20"/>
                      <a:pt x="18" y="20"/>
                      <a:pt x="18" y="20"/>
                    </a:cubicBezTo>
                    <a:cubicBezTo>
                      <a:pt x="18" y="20"/>
                      <a:pt x="18" y="19"/>
                      <a:pt x="18" y="19"/>
                    </a:cubicBezTo>
                    <a:cubicBezTo>
                      <a:pt x="18" y="19"/>
                      <a:pt x="18" y="19"/>
                      <a:pt x="18" y="19"/>
                    </a:cubicBezTo>
                    <a:cubicBezTo>
                      <a:pt x="18" y="20"/>
                      <a:pt x="18" y="20"/>
                      <a:pt x="18" y="20"/>
                    </a:cubicBezTo>
                    <a:cubicBezTo>
                      <a:pt x="18" y="20"/>
                      <a:pt x="17" y="20"/>
                      <a:pt x="17" y="20"/>
                    </a:cubicBezTo>
                    <a:cubicBezTo>
                      <a:pt x="18" y="19"/>
                      <a:pt x="18" y="19"/>
                      <a:pt x="18" y="19"/>
                    </a:cubicBezTo>
                    <a:cubicBezTo>
                      <a:pt x="18" y="19"/>
                      <a:pt x="17" y="19"/>
                      <a:pt x="17" y="19"/>
                    </a:cubicBezTo>
                    <a:cubicBezTo>
                      <a:pt x="18" y="19"/>
                      <a:pt x="18" y="19"/>
                      <a:pt x="18" y="19"/>
                    </a:cubicBezTo>
                    <a:cubicBezTo>
                      <a:pt x="18" y="19"/>
                      <a:pt x="18" y="19"/>
                      <a:pt x="18" y="19"/>
                    </a:cubicBezTo>
                    <a:cubicBezTo>
                      <a:pt x="19" y="18"/>
                      <a:pt x="19" y="18"/>
                      <a:pt x="19" y="18"/>
                    </a:cubicBezTo>
                    <a:cubicBezTo>
                      <a:pt x="19" y="18"/>
                      <a:pt x="19" y="18"/>
                      <a:pt x="20" y="18"/>
                    </a:cubicBezTo>
                    <a:cubicBezTo>
                      <a:pt x="20" y="18"/>
                      <a:pt x="20" y="18"/>
                      <a:pt x="20" y="18"/>
                    </a:cubicBezTo>
                    <a:cubicBezTo>
                      <a:pt x="19" y="18"/>
                      <a:pt x="19" y="18"/>
                      <a:pt x="19" y="18"/>
                    </a:cubicBezTo>
                    <a:cubicBezTo>
                      <a:pt x="19" y="18"/>
                      <a:pt x="19" y="18"/>
                      <a:pt x="20" y="18"/>
                    </a:cubicBezTo>
                    <a:cubicBezTo>
                      <a:pt x="19" y="19"/>
                      <a:pt x="19" y="20"/>
                      <a:pt x="19" y="20"/>
                    </a:cubicBezTo>
                    <a:cubicBezTo>
                      <a:pt x="19" y="20"/>
                      <a:pt x="19" y="20"/>
                      <a:pt x="19" y="20"/>
                    </a:cubicBezTo>
                    <a:cubicBezTo>
                      <a:pt x="19" y="19"/>
                      <a:pt x="19" y="19"/>
                      <a:pt x="19" y="19"/>
                    </a:cubicBezTo>
                    <a:cubicBezTo>
                      <a:pt x="20" y="18"/>
                      <a:pt x="19" y="21"/>
                      <a:pt x="20" y="19"/>
                    </a:cubicBezTo>
                    <a:cubicBezTo>
                      <a:pt x="20" y="19"/>
                      <a:pt x="20" y="19"/>
                      <a:pt x="20" y="19"/>
                    </a:cubicBezTo>
                    <a:cubicBezTo>
                      <a:pt x="20" y="19"/>
                      <a:pt x="20" y="19"/>
                      <a:pt x="20" y="19"/>
                    </a:cubicBezTo>
                    <a:cubicBezTo>
                      <a:pt x="20" y="20"/>
                      <a:pt x="19" y="20"/>
                      <a:pt x="19" y="20"/>
                    </a:cubicBezTo>
                    <a:cubicBezTo>
                      <a:pt x="19" y="20"/>
                      <a:pt x="19" y="20"/>
                      <a:pt x="20" y="20"/>
                    </a:cubicBezTo>
                    <a:cubicBezTo>
                      <a:pt x="20" y="20"/>
                      <a:pt x="20" y="19"/>
                      <a:pt x="20" y="19"/>
                    </a:cubicBezTo>
                    <a:cubicBezTo>
                      <a:pt x="21" y="19"/>
                      <a:pt x="21" y="19"/>
                      <a:pt x="21" y="19"/>
                    </a:cubicBezTo>
                    <a:cubicBezTo>
                      <a:pt x="21" y="19"/>
                      <a:pt x="21" y="19"/>
                      <a:pt x="21" y="19"/>
                    </a:cubicBezTo>
                    <a:cubicBezTo>
                      <a:pt x="20" y="19"/>
                      <a:pt x="20" y="19"/>
                      <a:pt x="20" y="19"/>
                    </a:cubicBezTo>
                    <a:cubicBezTo>
                      <a:pt x="21" y="19"/>
                      <a:pt x="21" y="19"/>
                      <a:pt x="21" y="19"/>
                    </a:cubicBezTo>
                    <a:cubicBezTo>
                      <a:pt x="21" y="19"/>
                      <a:pt x="20" y="20"/>
                      <a:pt x="20" y="20"/>
                    </a:cubicBezTo>
                    <a:cubicBezTo>
                      <a:pt x="20" y="20"/>
                      <a:pt x="20" y="20"/>
                      <a:pt x="20" y="20"/>
                    </a:cubicBezTo>
                    <a:cubicBezTo>
                      <a:pt x="20" y="20"/>
                      <a:pt x="20" y="20"/>
                      <a:pt x="20" y="20"/>
                    </a:cubicBezTo>
                    <a:cubicBezTo>
                      <a:pt x="20" y="20"/>
                      <a:pt x="20" y="21"/>
                      <a:pt x="20" y="21"/>
                    </a:cubicBezTo>
                    <a:cubicBezTo>
                      <a:pt x="21" y="21"/>
                      <a:pt x="21" y="21"/>
                      <a:pt x="21" y="21"/>
                    </a:cubicBezTo>
                    <a:cubicBezTo>
                      <a:pt x="21" y="21"/>
                      <a:pt x="21" y="21"/>
                      <a:pt x="21" y="21"/>
                    </a:cubicBezTo>
                    <a:cubicBezTo>
                      <a:pt x="21" y="21"/>
                      <a:pt x="21" y="21"/>
                      <a:pt x="20" y="21"/>
                    </a:cubicBezTo>
                    <a:close/>
                    <a:moveTo>
                      <a:pt x="18" y="18"/>
                    </a:moveTo>
                    <a:cubicBezTo>
                      <a:pt x="19" y="18"/>
                      <a:pt x="19" y="18"/>
                      <a:pt x="18" y="18"/>
                    </a:cubicBezTo>
                    <a:cubicBezTo>
                      <a:pt x="19" y="18"/>
                      <a:pt x="19"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lose/>
                    <a:moveTo>
                      <a:pt x="19" y="18"/>
                    </a:moveTo>
                    <a:cubicBezTo>
                      <a:pt x="19" y="18"/>
                      <a:pt x="19" y="18"/>
                      <a:pt x="19" y="18"/>
                    </a:cubicBezTo>
                    <a:cubicBezTo>
                      <a:pt x="19" y="18"/>
                      <a:pt x="19" y="18"/>
                      <a:pt x="19" y="18"/>
                    </a:cubicBezTo>
                    <a:cubicBezTo>
                      <a:pt x="19" y="18"/>
                      <a:pt x="19" y="18"/>
                      <a:pt x="19" y="18"/>
                    </a:cubicBezTo>
                    <a:close/>
                    <a:moveTo>
                      <a:pt x="19" y="18"/>
                    </a:moveTo>
                    <a:cubicBezTo>
                      <a:pt x="19" y="18"/>
                      <a:pt x="19" y="18"/>
                      <a:pt x="19" y="18"/>
                    </a:cubicBezTo>
                    <a:cubicBezTo>
                      <a:pt x="19" y="18"/>
                      <a:pt x="18" y="18"/>
                      <a:pt x="18" y="18"/>
                    </a:cubicBezTo>
                    <a:cubicBezTo>
                      <a:pt x="18" y="18"/>
                      <a:pt x="19" y="18"/>
                      <a:pt x="19" y="18"/>
                    </a:cubicBezTo>
                    <a:close/>
                    <a:moveTo>
                      <a:pt x="19" y="18"/>
                    </a:moveTo>
                    <a:cubicBezTo>
                      <a:pt x="19" y="18"/>
                      <a:pt x="19" y="18"/>
                      <a:pt x="19" y="18"/>
                    </a:cubicBezTo>
                    <a:cubicBezTo>
                      <a:pt x="19" y="18"/>
                      <a:pt x="20" y="18"/>
                      <a:pt x="19" y="18"/>
                    </a:cubicBezTo>
                    <a:cubicBezTo>
                      <a:pt x="19" y="18"/>
                      <a:pt x="19" y="18"/>
                      <a:pt x="19" y="18"/>
                    </a:cubicBezTo>
                    <a:close/>
                    <a:moveTo>
                      <a:pt x="19" y="18"/>
                    </a:moveTo>
                    <a:cubicBezTo>
                      <a:pt x="19" y="18"/>
                      <a:pt x="19" y="18"/>
                      <a:pt x="19" y="18"/>
                    </a:cubicBezTo>
                    <a:cubicBezTo>
                      <a:pt x="19" y="18"/>
                      <a:pt x="19" y="18"/>
                      <a:pt x="19" y="18"/>
                    </a:cubicBezTo>
                    <a:cubicBezTo>
                      <a:pt x="19" y="18"/>
                      <a:pt x="19" y="18"/>
                      <a:pt x="19" y="18"/>
                    </a:cubicBezTo>
                    <a:cubicBezTo>
                      <a:pt x="19" y="18"/>
                      <a:pt x="20" y="18"/>
                      <a:pt x="19" y="18"/>
                    </a:cubicBezTo>
                    <a:close/>
                    <a:moveTo>
                      <a:pt x="20" y="18"/>
                    </a:moveTo>
                    <a:cubicBezTo>
                      <a:pt x="20" y="18"/>
                      <a:pt x="20" y="19"/>
                      <a:pt x="20" y="19"/>
                    </a:cubicBezTo>
                    <a:cubicBezTo>
                      <a:pt x="20" y="19"/>
                      <a:pt x="20" y="19"/>
                      <a:pt x="20" y="19"/>
                    </a:cubicBezTo>
                    <a:cubicBezTo>
                      <a:pt x="20" y="18"/>
                      <a:pt x="20" y="18"/>
                      <a:pt x="20" y="18"/>
                    </a:cubicBezTo>
                    <a:cubicBezTo>
                      <a:pt x="20" y="18"/>
                      <a:pt x="20" y="18"/>
                      <a:pt x="20" y="18"/>
                    </a:cubicBezTo>
                    <a:close/>
                    <a:moveTo>
                      <a:pt x="20" y="18"/>
                    </a:moveTo>
                    <a:cubicBezTo>
                      <a:pt x="20" y="18"/>
                      <a:pt x="20" y="18"/>
                      <a:pt x="20" y="18"/>
                    </a:cubicBezTo>
                    <a:cubicBezTo>
                      <a:pt x="20" y="18"/>
                      <a:pt x="20" y="18"/>
                      <a:pt x="20" y="18"/>
                    </a:cubicBezTo>
                    <a:cubicBezTo>
                      <a:pt x="20" y="18"/>
                      <a:pt x="20" y="18"/>
                      <a:pt x="20" y="18"/>
                    </a:cubicBezTo>
                    <a:close/>
                    <a:moveTo>
                      <a:pt x="21" y="19"/>
                    </a:moveTo>
                    <a:cubicBezTo>
                      <a:pt x="21" y="19"/>
                      <a:pt x="21" y="19"/>
                      <a:pt x="21" y="19"/>
                    </a:cubicBezTo>
                    <a:cubicBezTo>
                      <a:pt x="20" y="19"/>
                      <a:pt x="20" y="19"/>
                      <a:pt x="20" y="19"/>
                    </a:cubicBezTo>
                    <a:cubicBezTo>
                      <a:pt x="20" y="19"/>
                      <a:pt x="20" y="19"/>
                      <a:pt x="20" y="18"/>
                    </a:cubicBezTo>
                    <a:cubicBezTo>
                      <a:pt x="20" y="19"/>
                      <a:pt x="20" y="19"/>
                      <a:pt x="21" y="19"/>
                    </a:cubicBezTo>
                    <a:close/>
                    <a:moveTo>
                      <a:pt x="20" y="18"/>
                    </a:moveTo>
                    <a:cubicBezTo>
                      <a:pt x="20" y="19"/>
                      <a:pt x="20" y="19"/>
                      <a:pt x="21" y="19"/>
                    </a:cubicBezTo>
                    <a:cubicBezTo>
                      <a:pt x="21" y="19"/>
                      <a:pt x="21" y="19"/>
                      <a:pt x="21" y="19"/>
                    </a:cubicBezTo>
                    <a:cubicBezTo>
                      <a:pt x="20" y="19"/>
                      <a:pt x="20" y="18"/>
                      <a:pt x="20" y="18"/>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0" y="18"/>
                    </a:moveTo>
                    <a:cubicBezTo>
                      <a:pt x="20" y="18"/>
                      <a:pt x="20" y="18"/>
                      <a:pt x="20" y="18"/>
                    </a:cubicBezTo>
                    <a:cubicBezTo>
                      <a:pt x="20" y="18"/>
                      <a:pt x="20" y="18"/>
                      <a:pt x="21" y="19"/>
                    </a:cubicBezTo>
                    <a:lnTo>
                      <a:pt x="20" y="18"/>
                    </a:lnTo>
                    <a:close/>
                    <a:moveTo>
                      <a:pt x="19" y="18"/>
                    </a:moveTo>
                    <a:cubicBezTo>
                      <a:pt x="20" y="17"/>
                      <a:pt x="20" y="17"/>
                      <a:pt x="20" y="17"/>
                    </a:cubicBezTo>
                    <a:cubicBezTo>
                      <a:pt x="19" y="18"/>
                      <a:pt x="19" y="18"/>
                      <a:pt x="19" y="18"/>
                    </a:cubicBezTo>
                    <a:cubicBezTo>
                      <a:pt x="19" y="18"/>
                      <a:pt x="19" y="18"/>
                      <a:pt x="19" y="18"/>
                    </a:cubicBezTo>
                    <a:close/>
                    <a:moveTo>
                      <a:pt x="19" y="18"/>
                    </a:moveTo>
                    <a:cubicBezTo>
                      <a:pt x="20" y="18"/>
                      <a:pt x="20" y="18"/>
                      <a:pt x="20" y="18"/>
                    </a:cubicBezTo>
                    <a:cubicBezTo>
                      <a:pt x="20" y="18"/>
                      <a:pt x="19" y="18"/>
                      <a:pt x="19" y="18"/>
                    </a:cubicBezTo>
                    <a:cubicBezTo>
                      <a:pt x="19" y="18"/>
                      <a:pt x="19" y="18"/>
                      <a:pt x="19" y="18"/>
                    </a:cubicBezTo>
                    <a:close/>
                    <a:moveTo>
                      <a:pt x="18" y="18"/>
                    </a:moveTo>
                    <a:cubicBezTo>
                      <a:pt x="19" y="18"/>
                      <a:pt x="19" y="18"/>
                      <a:pt x="19" y="18"/>
                    </a:cubicBezTo>
                    <a:cubicBezTo>
                      <a:pt x="19" y="18"/>
                      <a:pt x="19" y="18"/>
                      <a:pt x="19" y="18"/>
                    </a:cubicBezTo>
                    <a:cubicBezTo>
                      <a:pt x="18" y="18"/>
                      <a:pt x="18" y="18"/>
                      <a:pt x="18" y="18"/>
                    </a:cubicBezTo>
                    <a:close/>
                    <a:moveTo>
                      <a:pt x="18" y="18"/>
                    </a:moveTo>
                    <a:cubicBezTo>
                      <a:pt x="18" y="18"/>
                      <a:pt x="18" y="18"/>
                      <a:pt x="18" y="18"/>
                    </a:cubicBezTo>
                    <a:cubicBezTo>
                      <a:pt x="19" y="18"/>
                      <a:pt x="19" y="18"/>
                      <a:pt x="19" y="18"/>
                    </a:cubicBezTo>
                    <a:cubicBezTo>
                      <a:pt x="19" y="18"/>
                      <a:pt x="19" y="18"/>
                      <a:pt x="19" y="18"/>
                    </a:cubicBezTo>
                    <a:cubicBezTo>
                      <a:pt x="19"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7" y="18"/>
                      <a:pt x="17" y="18"/>
                      <a:pt x="17" y="18"/>
                    </a:cubicBezTo>
                    <a:cubicBezTo>
                      <a:pt x="17" y="18"/>
                      <a:pt x="18" y="18"/>
                      <a:pt x="18" y="18"/>
                    </a:cubicBezTo>
                    <a:cubicBezTo>
                      <a:pt x="18" y="18"/>
                      <a:pt x="18" y="18"/>
                      <a:pt x="18" y="18"/>
                    </a:cubicBezTo>
                    <a:cubicBezTo>
                      <a:pt x="16" y="19"/>
                      <a:pt x="18" y="18"/>
                      <a:pt x="16" y="18"/>
                    </a:cubicBezTo>
                    <a:cubicBezTo>
                      <a:pt x="18" y="18"/>
                      <a:pt x="16" y="18"/>
                      <a:pt x="18" y="18"/>
                    </a:cubicBezTo>
                    <a:cubicBezTo>
                      <a:pt x="18" y="18"/>
                      <a:pt x="18" y="18"/>
                      <a:pt x="18" y="18"/>
                    </a:cubicBezTo>
                    <a:cubicBezTo>
                      <a:pt x="18" y="18"/>
                      <a:pt x="18" y="18"/>
                      <a:pt x="18" y="18"/>
                    </a:cubicBezTo>
                    <a:cubicBezTo>
                      <a:pt x="18" y="18"/>
                      <a:pt x="18" y="18"/>
                      <a:pt x="18" y="18"/>
                    </a:cubicBezTo>
                    <a:cubicBezTo>
                      <a:pt x="16" y="18"/>
                      <a:pt x="17" y="18"/>
                      <a:pt x="18" y="18"/>
                    </a:cubicBezTo>
                    <a:cubicBezTo>
                      <a:pt x="18" y="18"/>
                      <a:pt x="18" y="18"/>
                      <a:pt x="18" y="18"/>
                    </a:cubicBezTo>
                    <a:cubicBezTo>
                      <a:pt x="17" y="18"/>
                      <a:pt x="18" y="18"/>
                      <a:pt x="17" y="18"/>
                    </a:cubicBezTo>
                    <a:cubicBezTo>
                      <a:pt x="17" y="18"/>
                      <a:pt x="17" y="18"/>
                      <a:pt x="17" y="18"/>
                    </a:cubicBezTo>
                    <a:cubicBezTo>
                      <a:pt x="15" y="18"/>
                      <a:pt x="15" y="18"/>
                      <a:pt x="15" y="18"/>
                    </a:cubicBezTo>
                    <a:cubicBezTo>
                      <a:pt x="15" y="18"/>
                      <a:pt x="17" y="18"/>
                      <a:pt x="18" y="18"/>
                    </a:cubicBezTo>
                    <a:cubicBezTo>
                      <a:pt x="17" y="18"/>
                      <a:pt x="17"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7" y="18"/>
                      <a:pt x="17" y="18"/>
                      <a:pt x="17" y="19"/>
                    </a:cubicBezTo>
                    <a:cubicBezTo>
                      <a:pt x="16" y="19"/>
                      <a:pt x="17" y="18"/>
                      <a:pt x="18" y="18"/>
                    </a:cubicBezTo>
                    <a:cubicBezTo>
                      <a:pt x="16" y="19"/>
                      <a:pt x="17" y="18"/>
                      <a:pt x="16" y="19"/>
                    </a:cubicBezTo>
                    <a:cubicBezTo>
                      <a:pt x="16" y="19"/>
                      <a:pt x="17" y="19"/>
                      <a:pt x="17" y="19"/>
                    </a:cubicBezTo>
                    <a:cubicBezTo>
                      <a:pt x="17" y="19"/>
                      <a:pt x="19" y="18"/>
                      <a:pt x="17" y="19"/>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9" y="18"/>
                    </a:cubicBezTo>
                    <a:cubicBezTo>
                      <a:pt x="18" y="18"/>
                      <a:pt x="18" y="19"/>
                      <a:pt x="18"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6" y="19"/>
                      <a:pt x="16" y="19"/>
                    </a:cubicBezTo>
                    <a:cubicBezTo>
                      <a:pt x="16" y="19"/>
                      <a:pt x="16" y="19"/>
                      <a:pt x="16" y="19"/>
                    </a:cubicBezTo>
                    <a:cubicBezTo>
                      <a:pt x="16" y="19"/>
                      <a:pt x="16" y="19"/>
                      <a:pt x="16" y="19"/>
                    </a:cubicBezTo>
                    <a:cubicBezTo>
                      <a:pt x="16" y="19"/>
                      <a:pt x="15" y="18"/>
                      <a:pt x="15" y="18"/>
                    </a:cubicBezTo>
                    <a:cubicBezTo>
                      <a:pt x="16" y="18"/>
                      <a:pt x="16" y="18"/>
                      <a:pt x="16" y="19"/>
                    </a:cubicBezTo>
                    <a:cubicBezTo>
                      <a:pt x="18" y="18"/>
                      <a:pt x="15" y="19"/>
                      <a:pt x="18" y="18"/>
                    </a:cubicBezTo>
                    <a:close/>
                    <a:moveTo>
                      <a:pt x="17" y="24"/>
                    </a:moveTo>
                    <a:cubicBezTo>
                      <a:pt x="17" y="24"/>
                      <a:pt x="17" y="24"/>
                      <a:pt x="17" y="24"/>
                    </a:cubicBezTo>
                    <a:cubicBezTo>
                      <a:pt x="17" y="24"/>
                      <a:pt x="16" y="24"/>
                      <a:pt x="16" y="24"/>
                    </a:cubicBezTo>
                    <a:cubicBezTo>
                      <a:pt x="16" y="24"/>
                      <a:pt x="15" y="24"/>
                      <a:pt x="15" y="23"/>
                    </a:cubicBezTo>
                    <a:cubicBezTo>
                      <a:pt x="16" y="23"/>
                      <a:pt x="16" y="24"/>
                      <a:pt x="17" y="24"/>
                    </a:cubicBezTo>
                    <a:close/>
                    <a:moveTo>
                      <a:pt x="15" y="26"/>
                    </a:moveTo>
                    <a:cubicBezTo>
                      <a:pt x="15" y="26"/>
                      <a:pt x="15" y="26"/>
                      <a:pt x="15" y="26"/>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5" y="26"/>
                      <a:pt x="15" y="26"/>
                      <a:pt x="15" y="27"/>
                    </a:cubicBezTo>
                    <a:cubicBezTo>
                      <a:pt x="15" y="26"/>
                      <a:pt x="15" y="26"/>
                      <a:pt x="15" y="26"/>
                    </a:cubicBezTo>
                    <a:cubicBezTo>
                      <a:pt x="15" y="26"/>
                      <a:pt x="15" y="26"/>
                      <a:pt x="15" y="26"/>
                    </a:cubicBezTo>
                    <a:close/>
                    <a:moveTo>
                      <a:pt x="15" y="26"/>
                    </a:moveTo>
                    <a:cubicBezTo>
                      <a:pt x="14" y="27"/>
                      <a:pt x="15" y="26"/>
                      <a:pt x="14" y="27"/>
                    </a:cubicBezTo>
                    <a:cubicBezTo>
                      <a:pt x="14" y="27"/>
                      <a:pt x="14" y="27"/>
                      <a:pt x="14" y="26"/>
                    </a:cubicBezTo>
                    <a:cubicBezTo>
                      <a:pt x="14" y="26"/>
                      <a:pt x="15" y="26"/>
                      <a:pt x="15" y="26"/>
                    </a:cubicBezTo>
                    <a:close/>
                    <a:moveTo>
                      <a:pt x="15" y="29"/>
                    </a:moveTo>
                    <a:cubicBezTo>
                      <a:pt x="14" y="30"/>
                      <a:pt x="14" y="30"/>
                      <a:pt x="14" y="29"/>
                    </a:cubicBezTo>
                    <a:cubicBezTo>
                      <a:pt x="14" y="29"/>
                      <a:pt x="14" y="29"/>
                      <a:pt x="15" y="29"/>
                    </a:cubicBezTo>
                    <a:close/>
                    <a:moveTo>
                      <a:pt x="13" y="28"/>
                    </a:moveTo>
                    <a:cubicBezTo>
                      <a:pt x="13" y="28"/>
                      <a:pt x="13" y="27"/>
                      <a:pt x="13" y="27"/>
                    </a:cubicBezTo>
                    <a:cubicBezTo>
                      <a:pt x="13" y="27"/>
                      <a:pt x="13" y="28"/>
                      <a:pt x="13" y="28"/>
                    </a:cubicBezTo>
                    <a:cubicBezTo>
                      <a:pt x="13" y="28"/>
                      <a:pt x="13" y="28"/>
                      <a:pt x="13" y="28"/>
                    </a:cubicBezTo>
                    <a:cubicBezTo>
                      <a:pt x="13" y="28"/>
                      <a:pt x="12" y="28"/>
                      <a:pt x="12" y="29"/>
                    </a:cubicBezTo>
                    <a:lnTo>
                      <a:pt x="13" y="28"/>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4" name="Freeform 287"/>
              <p:cNvSpPr/>
              <p:nvPr/>
            </p:nvSpPr>
            <p:spPr bwMode="auto">
              <a:xfrm>
                <a:off x="3608" y="1908"/>
                <a:ext cx="4" cy="6"/>
              </a:xfrm>
              <a:custGeom>
                <a:avLst/>
                <a:gdLst>
                  <a:gd name="T0" fmla="*/ 1 w 2"/>
                  <a:gd name="T1" fmla="*/ 0 h 3"/>
                  <a:gd name="T2" fmla="*/ 0 w 2"/>
                  <a:gd name="T3" fmla="*/ 2 h 3"/>
                  <a:gd name="T4" fmla="*/ 1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0" y="1"/>
                      <a:pt x="0" y="2"/>
                    </a:cubicBezTo>
                    <a:cubicBezTo>
                      <a:pt x="1" y="2"/>
                      <a:pt x="1" y="2"/>
                      <a:pt x="1" y="3"/>
                    </a:cubicBezTo>
                    <a:cubicBezTo>
                      <a:pt x="2"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5" name="Freeform 288"/>
              <p:cNvSpPr/>
              <p:nvPr/>
            </p:nvSpPr>
            <p:spPr bwMode="auto">
              <a:xfrm>
                <a:off x="4113" y="1587"/>
                <a:ext cx="4" cy="5"/>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1" y="2"/>
                      <a:pt x="1" y="2"/>
                      <a:pt x="2" y="2"/>
                    </a:cubicBezTo>
                    <a:cubicBezTo>
                      <a:pt x="0" y="0"/>
                      <a:pt x="1"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6" name="Freeform 289"/>
              <p:cNvSpPr/>
              <p:nvPr/>
            </p:nvSpPr>
            <p:spPr bwMode="auto">
              <a:xfrm>
                <a:off x="3593" y="182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7" name="Freeform 290"/>
              <p:cNvSpPr/>
              <p:nvPr/>
            </p:nvSpPr>
            <p:spPr bwMode="auto">
              <a:xfrm>
                <a:off x="4251" y="1730"/>
                <a:ext cx="4" cy="4"/>
              </a:xfrm>
              <a:custGeom>
                <a:avLst/>
                <a:gdLst>
                  <a:gd name="T0" fmla="*/ 0 w 4"/>
                  <a:gd name="T1" fmla="*/ 2 h 4"/>
                  <a:gd name="T2" fmla="*/ 2 w 4"/>
                  <a:gd name="T3" fmla="*/ 4 h 4"/>
                  <a:gd name="T4" fmla="*/ 4 w 4"/>
                  <a:gd name="T5" fmla="*/ 0 h 4"/>
                  <a:gd name="T6" fmla="*/ 0 w 4"/>
                  <a:gd name="T7" fmla="*/ 2 h 4"/>
                </a:gdLst>
                <a:ahLst/>
                <a:cxnLst>
                  <a:cxn ang="0">
                    <a:pos x="T0" y="T1"/>
                  </a:cxn>
                  <a:cxn ang="0">
                    <a:pos x="T2" y="T3"/>
                  </a:cxn>
                  <a:cxn ang="0">
                    <a:pos x="T4" y="T5"/>
                  </a:cxn>
                  <a:cxn ang="0">
                    <a:pos x="T6" y="T7"/>
                  </a:cxn>
                </a:cxnLst>
                <a:rect l="0" t="0" r="r" b="b"/>
                <a:pathLst>
                  <a:path w="4" h="4">
                    <a:moveTo>
                      <a:pt x="0" y="2"/>
                    </a:moveTo>
                    <a:lnTo>
                      <a:pt x="2" y="4"/>
                    </a:lnTo>
                    <a:lnTo>
                      <a:pt x="4"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8" name="Freeform 291"/>
              <p:cNvSpPr/>
              <p:nvPr/>
            </p:nvSpPr>
            <p:spPr bwMode="auto">
              <a:xfrm>
                <a:off x="3980" y="243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9" name="Freeform 292"/>
              <p:cNvSpPr/>
              <p:nvPr/>
            </p:nvSpPr>
            <p:spPr bwMode="auto">
              <a:xfrm>
                <a:off x="3980" y="2446"/>
                <a:ext cx="4" cy="5"/>
              </a:xfrm>
              <a:custGeom>
                <a:avLst/>
                <a:gdLst>
                  <a:gd name="T0" fmla="*/ 1 w 2"/>
                  <a:gd name="T1" fmla="*/ 1 h 2"/>
                  <a:gd name="T2" fmla="*/ 1 w 2"/>
                  <a:gd name="T3" fmla="*/ 0 h 2"/>
                  <a:gd name="T4" fmla="*/ 1 w 2"/>
                  <a:gd name="T5" fmla="*/ 1 h 2"/>
                </a:gdLst>
                <a:ahLst/>
                <a:cxnLst>
                  <a:cxn ang="0">
                    <a:pos x="T0" y="T1"/>
                  </a:cxn>
                  <a:cxn ang="0">
                    <a:pos x="T2" y="T3"/>
                  </a:cxn>
                  <a:cxn ang="0">
                    <a:pos x="T4" y="T5"/>
                  </a:cxn>
                </a:cxnLst>
                <a:rect l="0" t="0" r="r" b="b"/>
                <a:pathLst>
                  <a:path w="2" h="2">
                    <a:moveTo>
                      <a:pt x="1" y="1"/>
                    </a:moveTo>
                    <a:cubicBezTo>
                      <a:pt x="2" y="2"/>
                      <a:pt x="0" y="0"/>
                      <a:pt x="1" y="0"/>
                    </a:cubicBezTo>
                    <a:cubicBezTo>
                      <a:pt x="0" y="0"/>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0" name="Freeform 293"/>
              <p:cNvSpPr/>
              <p:nvPr/>
            </p:nvSpPr>
            <p:spPr bwMode="auto">
              <a:xfrm>
                <a:off x="4062" y="225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1" name="Freeform 294"/>
              <p:cNvSpPr/>
              <p:nvPr/>
            </p:nvSpPr>
            <p:spPr bwMode="auto">
              <a:xfrm>
                <a:off x="4162" y="2200"/>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1" y="2"/>
                      <a:pt x="1" y="1"/>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2" name="Freeform 295"/>
              <p:cNvSpPr/>
              <p:nvPr/>
            </p:nvSpPr>
            <p:spPr bwMode="auto">
              <a:xfrm>
                <a:off x="4164" y="2139"/>
                <a:ext cx="4" cy="2"/>
              </a:xfrm>
              <a:custGeom>
                <a:avLst/>
                <a:gdLst>
                  <a:gd name="T0" fmla="*/ 4 w 4"/>
                  <a:gd name="T1" fmla="*/ 2 h 2"/>
                  <a:gd name="T2" fmla="*/ 4 w 4"/>
                  <a:gd name="T3" fmla="*/ 0 h 2"/>
                  <a:gd name="T4" fmla="*/ 0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4" y="0"/>
                    </a:lnTo>
                    <a:lnTo>
                      <a:pt x="0" y="2"/>
                    </a:lnTo>
                    <a:lnTo>
                      <a:pt x="4"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3" name="Freeform 296"/>
              <p:cNvSpPr/>
              <p:nvPr/>
            </p:nvSpPr>
            <p:spPr bwMode="auto">
              <a:xfrm>
                <a:off x="3606" y="1819"/>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4" name="Oval 297"/>
              <p:cNvSpPr>
                <a:spLocks noChangeArrowheads="1"/>
              </p:cNvSpPr>
              <p:nvPr/>
            </p:nvSpPr>
            <p:spPr bwMode="auto">
              <a:xfrm>
                <a:off x="3598" y="1817"/>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5" name="Oval 298"/>
              <p:cNvSpPr>
                <a:spLocks noChangeArrowheads="1"/>
              </p:cNvSpPr>
              <p:nvPr/>
            </p:nvSpPr>
            <p:spPr bwMode="auto">
              <a:xfrm>
                <a:off x="3600" y="1817"/>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6" name="Freeform 299"/>
              <p:cNvSpPr/>
              <p:nvPr/>
            </p:nvSpPr>
            <p:spPr bwMode="auto">
              <a:xfrm>
                <a:off x="3598" y="1817"/>
                <a:ext cx="2" cy="0"/>
              </a:xfrm>
              <a:custGeom>
                <a:avLst/>
                <a:gdLst>
                  <a:gd name="T0" fmla="*/ 0 w 1"/>
                  <a:gd name="T1" fmla="*/ 0 w 1"/>
                  <a:gd name="T2" fmla="*/ 0 w 1"/>
                  <a:gd name="T3" fmla="*/ 0 w 1"/>
                  <a:gd name="T4" fmla="*/ 0 w 1"/>
                  <a:gd name="T5" fmla="*/ 1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7" name="Oval 300"/>
              <p:cNvSpPr>
                <a:spLocks noChangeArrowheads="1"/>
              </p:cNvSpPr>
              <p:nvPr/>
            </p:nvSpPr>
            <p:spPr bwMode="auto">
              <a:xfrm>
                <a:off x="3602" y="1819"/>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8" name="Freeform 301"/>
              <p:cNvSpPr/>
              <p:nvPr/>
            </p:nvSpPr>
            <p:spPr bwMode="auto">
              <a:xfrm>
                <a:off x="3602" y="1817"/>
                <a:ext cx="0" cy="2"/>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9" name="Freeform 302"/>
              <p:cNvSpPr/>
              <p:nvPr/>
            </p:nvSpPr>
            <p:spPr bwMode="auto">
              <a:xfrm>
                <a:off x="3602" y="1817"/>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0" name="Oval 303"/>
              <p:cNvSpPr>
                <a:spLocks noChangeArrowheads="1"/>
              </p:cNvSpPr>
              <p:nvPr/>
            </p:nvSpPr>
            <p:spPr bwMode="auto">
              <a:xfrm>
                <a:off x="3593" y="1814"/>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1" name="Freeform 304"/>
              <p:cNvSpPr/>
              <p:nvPr/>
            </p:nvSpPr>
            <p:spPr bwMode="auto">
              <a:xfrm>
                <a:off x="3598" y="1814"/>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2" name="Freeform 305"/>
              <p:cNvSpPr/>
              <p:nvPr/>
            </p:nvSpPr>
            <p:spPr bwMode="auto">
              <a:xfrm>
                <a:off x="3598" y="181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3" name="Oval 306"/>
              <p:cNvSpPr>
                <a:spLocks noChangeArrowheads="1"/>
              </p:cNvSpPr>
              <p:nvPr/>
            </p:nvSpPr>
            <p:spPr bwMode="auto">
              <a:xfrm>
                <a:off x="3612" y="1821"/>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4" name="Freeform 307"/>
              <p:cNvSpPr/>
              <p:nvPr/>
            </p:nvSpPr>
            <p:spPr bwMode="auto">
              <a:xfrm>
                <a:off x="3977" y="2478"/>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5" name="Freeform 308"/>
              <p:cNvSpPr/>
              <p:nvPr/>
            </p:nvSpPr>
            <p:spPr bwMode="auto">
              <a:xfrm>
                <a:off x="3595" y="1812"/>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1" y="0"/>
                      <a:pt x="1"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6" name="Freeform 309"/>
              <p:cNvSpPr/>
              <p:nvPr/>
            </p:nvSpPr>
            <p:spPr bwMode="auto">
              <a:xfrm>
                <a:off x="3598" y="181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7" name="Freeform 310"/>
              <p:cNvSpPr/>
              <p:nvPr/>
            </p:nvSpPr>
            <p:spPr bwMode="auto">
              <a:xfrm>
                <a:off x="3967" y="2491"/>
                <a:ext cx="4" cy="4"/>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8" name="Freeform 311"/>
              <p:cNvSpPr/>
              <p:nvPr/>
            </p:nvSpPr>
            <p:spPr bwMode="auto">
              <a:xfrm>
                <a:off x="3825" y="2268"/>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1"/>
                      <a:pt x="1" y="1"/>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9" name="Freeform 312"/>
              <p:cNvSpPr/>
              <p:nvPr/>
            </p:nvSpPr>
            <p:spPr bwMode="auto">
              <a:xfrm>
                <a:off x="3810" y="2268"/>
                <a:ext cx="8" cy="2"/>
              </a:xfrm>
              <a:custGeom>
                <a:avLst/>
                <a:gdLst>
                  <a:gd name="T0" fmla="*/ 4 w 4"/>
                  <a:gd name="T1" fmla="*/ 0 h 1"/>
                  <a:gd name="T2" fmla="*/ 0 w 4"/>
                  <a:gd name="T3" fmla="*/ 0 h 1"/>
                  <a:gd name="T4" fmla="*/ 4 w 4"/>
                  <a:gd name="T5" fmla="*/ 0 h 1"/>
                </a:gdLst>
                <a:ahLst/>
                <a:cxnLst>
                  <a:cxn ang="0">
                    <a:pos x="T0" y="T1"/>
                  </a:cxn>
                  <a:cxn ang="0">
                    <a:pos x="T2" y="T3"/>
                  </a:cxn>
                  <a:cxn ang="0">
                    <a:pos x="T4" y="T5"/>
                  </a:cxn>
                </a:cxnLst>
                <a:rect l="0" t="0" r="r" b="b"/>
                <a:pathLst>
                  <a:path w="4" h="1">
                    <a:moveTo>
                      <a:pt x="4" y="0"/>
                    </a:moveTo>
                    <a:cubicBezTo>
                      <a:pt x="0" y="0"/>
                      <a:pt x="0" y="0"/>
                      <a:pt x="0" y="0"/>
                    </a:cubicBezTo>
                    <a:cubicBezTo>
                      <a:pt x="2" y="1"/>
                      <a:pt x="2" y="0"/>
                      <a:pt x="4"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0" name="Freeform 313"/>
              <p:cNvSpPr/>
              <p:nvPr/>
            </p:nvSpPr>
            <p:spPr bwMode="auto">
              <a:xfrm>
                <a:off x="3835" y="2275"/>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1" name="Freeform 314"/>
              <p:cNvSpPr/>
              <p:nvPr/>
            </p:nvSpPr>
            <p:spPr bwMode="auto">
              <a:xfrm>
                <a:off x="3833" y="2268"/>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0"/>
                      <a:pt x="0" y="1"/>
                    </a:cubicBezTo>
                    <a:cubicBezTo>
                      <a:pt x="1" y="2"/>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2" name="Freeform 315"/>
              <p:cNvSpPr/>
              <p:nvPr/>
            </p:nvSpPr>
            <p:spPr bwMode="auto">
              <a:xfrm>
                <a:off x="3833" y="2328"/>
                <a:ext cx="9" cy="2"/>
              </a:xfrm>
              <a:custGeom>
                <a:avLst/>
                <a:gdLst>
                  <a:gd name="T0" fmla="*/ 0 w 4"/>
                  <a:gd name="T1" fmla="*/ 1 h 1"/>
                  <a:gd name="T2" fmla="*/ 4 w 4"/>
                  <a:gd name="T3" fmla="*/ 0 h 1"/>
                  <a:gd name="T4" fmla="*/ 4 w 4"/>
                  <a:gd name="T5" fmla="*/ 0 h 1"/>
                  <a:gd name="T6" fmla="*/ 3 w 4"/>
                  <a:gd name="T7" fmla="*/ 0 h 1"/>
                  <a:gd name="T8" fmla="*/ 2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1" y="1"/>
                      <a:pt x="3" y="0"/>
                      <a:pt x="4" y="0"/>
                    </a:cubicBezTo>
                    <a:cubicBezTo>
                      <a:pt x="4" y="0"/>
                      <a:pt x="4" y="0"/>
                      <a:pt x="4" y="0"/>
                    </a:cubicBezTo>
                    <a:cubicBezTo>
                      <a:pt x="4" y="0"/>
                      <a:pt x="3" y="0"/>
                      <a:pt x="3" y="0"/>
                    </a:cubicBezTo>
                    <a:cubicBezTo>
                      <a:pt x="2" y="0"/>
                      <a:pt x="1" y="0"/>
                      <a:pt x="2" y="0"/>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3" name="Freeform 316"/>
              <p:cNvSpPr/>
              <p:nvPr/>
            </p:nvSpPr>
            <p:spPr bwMode="auto">
              <a:xfrm>
                <a:off x="3837" y="2330"/>
                <a:ext cx="5" cy="2"/>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1"/>
                      <a:pt x="2"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4" name="Freeform 317"/>
              <p:cNvSpPr/>
              <p:nvPr/>
            </p:nvSpPr>
            <p:spPr bwMode="auto">
              <a:xfrm>
                <a:off x="3839" y="2328"/>
                <a:ext cx="5" cy="0"/>
              </a:xfrm>
              <a:custGeom>
                <a:avLst/>
                <a:gdLst>
                  <a:gd name="T0" fmla="*/ 1 w 2"/>
                  <a:gd name="T1" fmla="*/ 0 w 2"/>
                  <a:gd name="T2" fmla="*/ 1 w 2"/>
                  <a:gd name="T3" fmla="*/ 1 w 2"/>
                </a:gdLst>
                <a:ahLst/>
                <a:cxnLst>
                  <a:cxn ang="0">
                    <a:pos x="T0" y="0"/>
                  </a:cxn>
                  <a:cxn ang="0">
                    <a:pos x="T1" y="0"/>
                  </a:cxn>
                  <a:cxn ang="0">
                    <a:pos x="T2" y="0"/>
                  </a:cxn>
                  <a:cxn ang="0">
                    <a:pos x="T3" y="0"/>
                  </a:cxn>
                </a:cxnLst>
                <a:rect l="0" t="0" r="r" b="b"/>
                <a:pathLst>
                  <a:path w="2">
                    <a:moveTo>
                      <a:pt x="1" y="0"/>
                    </a:moveTo>
                    <a:cubicBezTo>
                      <a:pt x="1" y="0"/>
                      <a:pt x="0" y="0"/>
                      <a:pt x="0" y="0"/>
                    </a:cubicBezTo>
                    <a:cubicBezTo>
                      <a:pt x="0" y="0"/>
                      <a:pt x="1" y="0"/>
                      <a:pt x="1" y="0"/>
                    </a:cubicBezTo>
                    <a:cubicBezTo>
                      <a:pt x="1"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5" name="Freeform 318"/>
              <p:cNvSpPr/>
              <p:nvPr/>
            </p:nvSpPr>
            <p:spPr bwMode="auto">
              <a:xfrm>
                <a:off x="3827" y="2268"/>
                <a:ext cx="2"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0" y="0"/>
                    </a:cubicBezTo>
                    <a:lnTo>
                      <a:pt x="1"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6" name="Freeform 319"/>
              <p:cNvSpPr/>
              <p:nvPr/>
            </p:nvSpPr>
            <p:spPr bwMode="auto">
              <a:xfrm>
                <a:off x="3729" y="2856"/>
                <a:ext cx="6" cy="4"/>
              </a:xfrm>
              <a:custGeom>
                <a:avLst/>
                <a:gdLst>
                  <a:gd name="T0" fmla="*/ 3 w 3"/>
                  <a:gd name="T1" fmla="*/ 0 h 2"/>
                  <a:gd name="T2" fmla="*/ 0 w 3"/>
                  <a:gd name="T3" fmla="*/ 2 h 2"/>
                  <a:gd name="T4" fmla="*/ 3 w 3"/>
                  <a:gd name="T5" fmla="*/ 0 h 2"/>
                </a:gdLst>
                <a:ahLst/>
                <a:cxnLst>
                  <a:cxn ang="0">
                    <a:pos x="T0" y="T1"/>
                  </a:cxn>
                  <a:cxn ang="0">
                    <a:pos x="T2" y="T3"/>
                  </a:cxn>
                  <a:cxn ang="0">
                    <a:pos x="T4" y="T5"/>
                  </a:cxn>
                </a:cxnLst>
                <a:rect l="0" t="0" r="r" b="b"/>
                <a:pathLst>
                  <a:path w="3" h="2">
                    <a:moveTo>
                      <a:pt x="3" y="0"/>
                    </a:moveTo>
                    <a:cubicBezTo>
                      <a:pt x="0" y="2"/>
                      <a:pt x="0" y="2"/>
                      <a:pt x="0" y="2"/>
                    </a:cubicBezTo>
                    <a:cubicBezTo>
                      <a:pt x="2" y="1"/>
                      <a:pt x="2" y="1"/>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7" name="Freeform 320"/>
              <p:cNvSpPr/>
              <p:nvPr/>
            </p:nvSpPr>
            <p:spPr bwMode="auto">
              <a:xfrm>
                <a:off x="3731" y="2854"/>
                <a:ext cx="2" cy="4"/>
              </a:xfrm>
              <a:custGeom>
                <a:avLst/>
                <a:gdLst>
                  <a:gd name="T0" fmla="*/ 0 w 1"/>
                  <a:gd name="T1" fmla="*/ 0 h 2"/>
                  <a:gd name="T2" fmla="*/ 1 w 1"/>
                  <a:gd name="T3" fmla="*/ 0 h 2"/>
                  <a:gd name="T4" fmla="*/ 0 w 1"/>
                  <a:gd name="T5" fmla="*/ 0 h 2"/>
                </a:gdLst>
                <a:ahLst/>
                <a:cxnLst>
                  <a:cxn ang="0">
                    <a:pos x="T0" y="T1"/>
                  </a:cxn>
                  <a:cxn ang="0">
                    <a:pos x="T2" y="T3"/>
                  </a:cxn>
                  <a:cxn ang="0">
                    <a:pos x="T4" y="T5"/>
                  </a:cxn>
                </a:cxnLst>
                <a:rect l="0" t="0" r="r" b="b"/>
                <a:pathLst>
                  <a:path w="1" h="2">
                    <a:moveTo>
                      <a:pt x="0" y="0"/>
                    </a:moveTo>
                    <a:cubicBezTo>
                      <a:pt x="0" y="2"/>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8" name="Freeform 321"/>
              <p:cNvSpPr/>
              <p:nvPr/>
            </p:nvSpPr>
            <p:spPr bwMode="auto">
              <a:xfrm>
                <a:off x="3897" y="2822"/>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9" name="Freeform 322"/>
              <p:cNvSpPr/>
              <p:nvPr/>
            </p:nvSpPr>
            <p:spPr bwMode="auto">
              <a:xfrm>
                <a:off x="4007" y="2790"/>
                <a:ext cx="2" cy="4"/>
              </a:xfrm>
              <a:custGeom>
                <a:avLst/>
                <a:gdLst>
                  <a:gd name="T0" fmla="*/ 2 w 2"/>
                  <a:gd name="T1" fmla="*/ 4 h 4"/>
                  <a:gd name="T2" fmla="*/ 2 w 2"/>
                  <a:gd name="T3" fmla="*/ 4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2" y="4"/>
                    </a:lnTo>
                    <a:lnTo>
                      <a:pt x="0" y="0"/>
                    </a:lnTo>
                    <a:lnTo>
                      <a:pt x="2"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0" name="Freeform 323"/>
              <p:cNvSpPr/>
              <p:nvPr/>
            </p:nvSpPr>
            <p:spPr bwMode="auto">
              <a:xfrm>
                <a:off x="3971" y="2813"/>
                <a:ext cx="2" cy="4"/>
              </a:xfrm>
              <a:custGeom>
                <a:avLst/>
                <a:gdLst>
                  <a:gd name="T0" fmla="*/ 0 w 1"/>
                  <a:gd name="T1" fmla="*/ 0 h 2"/>
                  <a:gd name="T2" fmla="*/ 1 w 1"/>
                  <a:gd name="T3" fmla="*/ 1 h 2"/>
                  <a:gd name="T4" fmla="*/ 0 w 1"/>
                  <a:gd name="T5" fmla="*/ 0 h 2"/>
                </a:gdLst>
                <a:ahLst/>
                <a:cxnLst>
                  <a:cxn ang="0">
                    <a:pos x="T0" y="T1"/>
                  </a:cxn>
                  <a:cxn ang="0">
                    <a:pos x="T2" y="T3"/>
                  </a:cxn>
                  <a:cxn ang="0">
                    <a:pos x="T4" y="T5"/>
                  </a:cxn>
                </a:cxnLst>
                <a:rect l="0" t="0" r="r" b="b"/>
                <a:pathLst>
                  <a:path w="1" h="2">
                    <a:moveTo>
                      <a:pt x="0" y="0"/>
                    </a:moveTo>
                    <a:cubicBezTo>
                      <a:pt x="1" y="0"/>
                      <a:pt x="0" y="2"/>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1" name="Freeform 324"/>
              <p:cNvSpPr/>
              <p:nvPr/>
            </p:nvSpPr>
            <p:spPr bwMode="auto">
              <a:xfrm>
                <a:off x="3969" y="250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2" name="Freeform 325"/>
              <p:cNvSpPr/>
              <p:nvPr/>
            </p:nvSpPr>
            <p:spPr bwMode="auto">
              <a:xfrm>
                <a:off x="3850" y="28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3" name="Freeform 326"/>
              <p:cNvSpPr/>
              <p:nvPr/>
            </p:nvSpPr>
            <p:spPr bwMode="auto">
              <a:xfrm>
                <a:off x="3668" y="2060"/>
                <a:ext cx="8" cy="17"/>
              </a:xfrm>
              <a:custGeom>
                <a:avLst/>
                <a:gdLst>
                  <a:gd name="T0" fmla="*/ 4 w 4"/>
                  <a:gd name="T1" fmla="*/ 0 h 8"/>
                  <a:gd name="T2" fmla="*/ 0 w 4"/>
                  <a:gd name="T3" fmla="*/ 6 h 8"/>
                  <a:gd name="T4" fmla="*/ 4 w 4"/>
                  <a:gd name="T5" fmla="*/ 0 h 8"/>
                </a:gdLst>
                <a:ahLst/>
                <a:cxnLst>
                  <a:cxn ang="0">
                    <a:pos x="T0" y="T1"/>
                  </a:cxn>
                  <a:cxn ang="0">
                    <a:pos x="T2" y="T3"/>
                  </a:cxn>
                  <a:cxn ang="0">
                    <a:pos x="T4" y="T5"/>
                  </a:cxn>
                </a:cxnLst>
                <a:rect l="0" t="0" r="r" b="b"/>
                <a:pathLst>
                  <a:path w="4" h="8">
                    <a:moveTo>
                      <a:pt x="4" y="0"/>
                    </a:moveTo>
                    <a:cubicBezTo>
                      <a:pt x="2" y="1"/>
                      <a:pt x="1" y="5"/>
                      <a:pt x="0" y="6"/>
                    </a:cubicBezTo>
                    <a:cubicBezTo>
                      <a:pt x="1" y="8"/>
                      <a:pt x="3" y="1"/>
                      <a:pt x="4"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4" name="Freeform 327"/>
              <p:cNvSpPr/>
              <p:nvPr/>
            </p:nvSpPr>
            <p:spPr bwMode="auto">
              <a:xfrm>
                <a:off x="3837" y="232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5" name="Freeform 328"/>
              <p:cNvSpPr/>
              <p:nvPr/>
            </p:nvSpPr>
            <p:spPr bwMode="auto">
              <a:xfrm>
                <a:off x="3965" y="2504"/>
                <a:ext cx="4" cy="2"/>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1" y="0"/>
                      <a:pt x="1" y="0"/>
                      <a:pt x="1"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6" name="Freeform 329"/>
              <p:cNvSpPr/>
              <p:nvPr/>
            </p:nvSpPr>
            <p:spPr bwMode="auto">
              <a:xfrm>
                <a:off x="3973" y="2476"/>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0"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7" name="Freeform 330"/>
              <p:cNvSpPr/>
              <p:nvPr/>
            </p:nvSpPr>
            <p:spPr bwMode="auto">
              <a:xfrm>
                <a:off x="3965" y="2497"/>
                <a:ext cx="10" cy="4"/>
              </a:xfrm>
              <a:custGeom>
                <a:avLst/>
                <a:gdLst>
                  <a:gd name="T0" fmla="*/ 5 w 5"/>
                  <a:gd name="T1" fmla="*/ 1 h 2"/>
                  <a:gd name="T2" fmla="*/ 1 w 5"/>
                  <a:gd name="T3" fmla="*/ 2 h 2"/>
                  <a:gd name="T4" fmla="*/ 0 w 5"/>
                  <a:gd name="T5" fmla="*/ 2 h 2"/>
                  <a:gd name="T6" fmla="*/ 2 w 5"/>
                  <a:gd name="T7" fmla="*/ 2 h 2"/>
                  <a:gd name="T8" fmla="*/ 3 w 5"/>
                  <a:gd name="T9" fmla="*/ 1 h 2"/>
                  <a:gd name="T10" fmla="*/ 5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5" y="1"/>
                    </a:moveTo>
                    <a:cubicBezTo>
                      <a:pt x="4" y="0"/>
                      <a:pt x="2" y="1"/>
                      <a:pt x="1" y="2"/>
                    </a:cubicBezTo>
                    <a:cubicBezTo>
                      <a:pt x="1" y="2"/>
                      <a:pt x="1" y="2"/>
                      <a:pt x="0" y="2"/>
                    </a:cubicBezTo>
                    <a:cubicBezTo>
                      <a:pt x="1" y="2"/>
                      <a:pt x="2" y="2"/>
                      <a:pt x="2" y="2"/>
                    </a:cubicBezTo>
                    <a:cubicBezTo>
                      <a:pt x="2" y="2"/>
                      <a:pt x="4" y="2"/>
                      <a:pt x="3" y="1"/>
                    </a:cubicBezTo>
                    <a:cubicBezTo>
                      <a:pt x="4" y="1"/>
                      <a:pt x="5" y="1"/>
                      <a:pt x="5"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8" name="Freeform 331"/>
              <p:cNvSpPr/>
              <p:nvPr/>
            </p:nvSpPr>
            <p:spPr bwMode="auto">
              <a:xfrm>
                <a:off x="3835" y="2474"/>
                <a:ext cx="4" cy="0"/>
              </a:xfrm>
              <a:custGeom>
                <a:avLst/>
                <a:gdLst>
                  <a:gd name="T0" fmla="*/ 0 w 2"/>
                  <a:gd name="T1" fmla="*/ 1 w 2"/>
                  <a:gd name="T2" fmla="*/ 0 w 2"/>
                </a:gdLst>
                <a:ahLst/>
                <a:cxnLst>
                  <a:cxn ang="0">
                    <a:pos x="T0" y="0"/>
                  </a:cxn>
                  <a:cxn ang="0">
                    <a:pos x="T1" y="0"/>
                  </a:cxn>
                  <a:cxn ang="0">
                    <a:pos x="T2" y="0"/>
                  </a:cxn>
                </a:cxnLst>
                <a:rect l="0" t="0" r="r" b="b"/>
                <a:pathLst>
                  <a:path w="2">
                    <a:moveTo>
                      <a:pt x="0" y="0"/>
                    </a:moveTo>
                    <a:cubicBezTo>
                      <a:pt x="0" y="0"/>
                      <a:pt x="2"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9" name="Freeform 332"/>
              <p:cNvSpPr/>
              <p:nvPr/>
            </p:nvSpPr>
            <p:spPr bwMode="auto">
              <a:xfrm>
                <a:off x="3829" y="2345"/>
                <a:ext cx="4"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2" y="0"/>
                      <a:pt x="1" y="0"/>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0" name="Freeform 333"/>
              <p:cNvSpPr/>
              <p:nvPr/>
            </p:nvSpPr>
            <p:spPr bwMode="auto">
              <a:xfrm>
                <a:off x="3831" y="233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1" name="Freeform 334"/>
              <p:cNvSpPr/>
              <p:nvPr/>
            </p:nvSpPr>
            <p:spPr bwMode="auto">
              <a:xfrm>
                <a:off x="3850" y="2491"/>
                <a:ext cx="4" cy="2"/>
              </a:xfrm>
              <a:custGeom>
                <a:avLst/>
                <a:gdLst>
                  <a:gd name="T0" fmla="*/ 0 w 4"/>
                  <a:gd name="T1" fmla="*/ 2 h 2"/>
                  <a:gd name="T2" fmla="*/ 0 w 4"/>
                  <a:gd name="T3" fmla="*/ 2 h 2"/>
                  <a:gd name="T4" fmla="*/ 4 w 4"/>
                  <a:gd name="T5" fmla="*/ 0 h 2"/>
                  <a:gd name="T6" fmla="*/ 0 w 4"/>
                  <a:gd name="T7" fmla="*/ 2 h 2"/>
                </a:gdLst>
                <a:ahLst/>
                <a:cxnLst>
                  <a:cxn ang="0">
                    <a:pos x="T0" y="T1"/>
                  </a:cxn>
                  <a:cxn ang="0">
                    <a:pos x="T2" y="T3"/>
                  </a:cxn>
                  <a:cxn ang="0">
                    <a:pos x="T4" y="T5"/>
                  </a:cxn>
                  <a:cxn ang="0">
                    <a:pos x="T6" y="T7"/>
                  </a:cxn>
                </a:cxnLst>
                <a:rect l="0" t="0" r="r" b="b"/>
                <a:pathLst>
                  <a:path w="4" h="2">
                    <a:moveTo>
                      <a:pt x="0" y="2"/>
                    </a:moveTo>
                    <a:lnTo>
                      <a:pt x="0" y="2"/>
                    </a:lnTo>
                    <a:lnTo>
                      <a:pt x="4"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2" name="Freeform 335"/>
              <p:cNvSpPr/>
              <p:nvPr/>
            </p:nvSpPr>
            <p:spPr bwMode="auto">
              <a:xfrm>
                <a:off x="3835" y="233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3" name="Rectangle 336"/>
              <p:cNvSpPr>
                <a:spLocks noChangeArrowheads="1"/>
              </p:cNvSpPr>
              <p:nvPr/>
            </p:nvSpPr>
            <p:spPr bwMode="auto">
              <a:xfrm>
                <a:off x="3835" y="2434"/>
                <a:ext cx="2"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4" name="Freeform 337"/>
              <p:cNvSpPr/>
              <p:nvPr/>
            </p:nvSpPr>
            <p:spPr bwMode="auto">
              <a:xfrm>
                <a:off x="3831" y="2349"/>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2" y="0"/>
                      <a:pt x="2"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5" name="Freeform 338"/>
              <p:cNvSpPr/>
              <p:nvPr/>
            </p:nvSpPr>
            <p:spPr bwMode="auto">
              <a:xfrm>
                <a:off x="3602" y="1823"/>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6" name="Freeform 339"/>
              <p:cNvSpPr/>
              <p:nvPr/>
            </p:nvSpPr>
            <p:spPr bwMode="auto">
              <a:xfrm>
                <a:off x="3905" y="227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7" name="Freeform 340"/>
              <p:cNvSpPr/>
              <p:nvPr/>
            </p:nvSpPr>
            <p:spPr bwMode="auto">
              <a:xfrm>
                <a:off x="3778" y="297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8" name="Freeform 341"/>
              <p:cNvSpPr/>
              <p:nvPr/>
            </p:nvSpPr>
            <p:spPr bwMode="auto">
              <a:xfrm>
                <a:off x="3746" y="2826"/>
                <a:ext cx="399" cy="167"/>
              </a:xfrm>
              <a:custGeom>
                <a:avLst/>
                <a:gdLst>
                  <a:gd name="T0" fmla="*/ 154 w 188"/>
                  <a:gd name="T1" fmla="*/ 20 h 79"/>
                  <a:gd name="T2" fmla="*/ 145 w 188"/>
                  <a:gd name="T3" fmla="*/ 25 h 79"/>
                  <a:gd name="T4" fmla="*/ 108 w 188"/>
                  <a:gd name="T5" fmla="*/ 47 h 79"/>
                  <a:gd name="T6" fmla="*/ 94 w 188"/>
                  <a:gd name="T7" fmla="*/ 49 h 79"/>
                  <a:gd name="T8" fmla="*/ 84 w 188"/>
                  <a:gd name="T9" fmla="*/ 48 h 79"/>
                  <a:gd name="T10" fmla="*/ 64 w 188"/>
                  <a:gd name="T11" fmla="*/ 52 h 79"/>
                  <a:gd name="T12" fmla="*/ 52 w 188"/>
                  <a:gd name="T13" fmla="*/ 54 h 79"/>
                  <a:gd name="T14" fmla="*/ 33 w 188"/>
                  <a:gd name="T15" fmla="*/ 56 h 79"/>
                  <a:gd name="T16" fmla="*/ 23 w 188"/>
                  <a:gd name="T17" fmla="*/ 60 h 79"/>
                  <a:gd name="T18" fmla="*/ 12 w 188"/>
                  <a:gd name="T19" fmla="*/ 55 h 79"/>
                  <a:gd name="T20" fmla="*/ 5 w 188"/>
                  <a:gd name="T21" fmla="*/ 55 h 79"/>
                  <a:gd name="T22" fmla="*/ 5 w 188"/>
                  <a:gd name="T23" fmla="*/ 53 h 79"/>
                  <a:gd name="T24" fmla="*/ 4 w 188"/>
                  <a:gd name="T25" fmla="*/ 51 h 79"/>
                  <a:gd name="T26" fmla="*/ 3 w 188"/>
                  <a:gd name="T27" fmla="*/ 53 h 79"/>
                  <a:gd name="T28" fmla="*/ 3 w 188"/>
                  <a:gd name="T29" fmla="*/ 56 h 79"/>
                  <a:gd name="T30" fmla="*/ 0 w 188"/>
                  <a:gd name="T31" fmla="*/ 58 h 79"/>
                  <a:gd name="T32" fmla="*/ 2 w 188"/>
                  <a:gd name="T33" fmla="*/ 61 h 79"/>
                  <a:gd name="T34" fmla="*/ 13 w 188"/>
                  <a:gd name="T35" fmla="*/ 66 h 79"/>
                  <a:gd name="T36" fmla="*/ 15 w 188"/>
                  <a:gd name="T37" fmla="*/ 70 h 79"/>
                  <a:gd name="T38" fmla="*/ 16 w 188"/>
                  <a:gd name="T39" fmla="*/ 72 h 79"/>
                  <a:gd name="T40" fmla="*/ 18 w 188"/>
                  <a:gd name="T41" fmla="*/ 76 h 79"/>
                  <a:gd name="T42" fmla="*/ 21 w 188"/>
                  <a:gd name="T43" fmla="*/ 71 h 79"/>
                  <a:gd name="T44" fmla="*/ 26 w 188"/>
                  <a:gd name="T45" fmla="*/ 67 h 79"/>
                  <a:gd name="T46" fmla="*/ 27 w 188"/>
                  <a:gd name="T47" fmla="*/ 76 h 79"/>
                  <a:gd name="T48" fmla="*/ 30 w 188"/>
                  <a:gd name="T49" fmla="*/ 74 h 79"/>
                  <a:gd name="T50" fmla="*/ 31 w 188"/>
                  <a:gd name="T51" fmla="*/ 78 h 79"/>
                  <a:gd name="T52" fmla="*/ 35 w 188"/>
                  <a:gd name="T53" fmla="*/ 74 h 79"/>
                  <a:gd name="T54" fmla="*/ 38 w 188"/>
                  <a:gd name="T55" fmla="*/ 73 h 79"/>
                  <a:gd name="T56" fmla="*/ 42 w 188"/>
                  <a:gd name="T57" fmla="*/ 64 h 79"/>
                  <a:gd name="T58" fmla="*/ 43 w 188"/>
                  <a:gd name="T59" fmla="*/ 76 h 79"/>
                  <a:gd name="T60" fmla="*/ 51 w 188"/>
                  <a:gd name="T61" fmla="*/ 72 h 79"/>
                  <a:gd name="T62" fmla="*/ 57 w 188"/>
                  <a:gd name="T63" fmla="*/ 72 h 79"/>
                  <a:gd name="T64" fmla="*/ 61 w 188"/>
                  <a:gd name="T65" fmla="*/ 70 h 79"/>
                  <a:gd name="T66" fmla="*/ 70 w 188"/>
                  <a:gd name="T67" fmla="*/ 68 h 79"/>
                  <a:gd name="T68" fmla="*/ 75 w 188"/>
                  <a:gd name="T69" fmla="*/ 71 h 79"/>
                  <a:gd name="T70" fmla="*/ 77 w 188"/>
                  <a:gd name="T71" fmla="*/ 68 h 79"/>
                  <a:gd name="T72" fmla="*/ 80 w 188"/>
                  <a:gd name="T73" fmla="*/ 68 h 79"/>
                  <a:gd name="T74" fmla="*/ 81 w 188"/>
                  <a:gd name="T75" fmla="*/ 66 h 79"/>
                  <a:gd name="T76" fmla="*/ 86 w 188"/>
                  <a:gd name="T77" fmla="*/ 67 h 79"/>
                  <a:gd name="T78" fmla="*/ 92 w 188"/>
                  <a:gd name="T79" fmla="*/ 65 h 79"/>
                  <a:gd name="T80" fmla="*/ 98 w 188"/>
                  <a:gd name="T81" fmla="*/ 64 h 79"/>
                  <a:gd name="T82" fmla="*/ 104 w 188"/>
                  <a:gd name="T83" fmla="*/ 60 h 79"/>
                  <a:gd name="T84" fmla="*/ 107 w 188"/>
                  <a:gd name="T85" fmla="*/ 62 h 79"/>
                  <a:gd name="T86" fmla="*/ 108 w 188"/>
                  <a:gd name="T87" fmla="*/ 62 h 79"/>
                  <a:gd name="T88" fmla="*/ 114 w 188"/>
                  <a:gd name="T89" fmla="*/ 59 h 79"/>
                  <a:gd name="T90" fmla="*/ 119 w 188"/>
                  <a:gd name="T91" fmla="*/ 59 h 79"/>
                  <a:gd name="T92" fmla="*/ 122 w 188"/>
                  <a:gd name="T93" fmla="*/ 52 h 79"/>
                  <a:gd name="T94" fmla="*/ 126 w 188"/>
                  <a:gd name="T95" fmla="*/ 52 h 79"/>
                  <a:gd name="T96" fmla="*/ 132 w 188"/>
                  <a:gd name="T97" fmla="*/ 50 h 79"/>
                  <a:gd name="T98" fmla="*/ 139 w 188"/>
                  <a:gd name="T99" fmla="*/ 45 h 79"/>
                  <a:gd name="T100" fmla="*/ 143 w 188"/>
                  <a:gd name="T101" fmla="*/ 43 h 79"/>
                  <a:gd name="T102" fmla="*/ 156 w 188"/>
                  <a:gd name="T103" fmla="*/ 39 h 79"/>
                  <a:gd name="T104" fmla="*/ 160 w 188"/>
                  <a:gd name="T105" fmla="*/ 37 h 79"/>
                  <a:gd name="T106" fmla="*/ 167 w 188"/>
                  <a:gd name="T107" fmla="*/ 26 h 79"/>
                  <a:gd name="T108" fmla="*/ 172 w 188"/>
                  <a:gd name="T109" fmla="*/ 21 h 79"/>
                  <a:gd name="T110" fmla="*/ 180 w 188"/>
                  <a:gd name="T11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79">
                    <a:moveTo>
                      <a:pt x="180" y="0"/>
                    </a:moveTo>
                    <a:cubicBezTo>
                      <a:pt x="179" y="5"/>
                      <a:pt x="175" y="6"/>
                      <a:pt x="171" y="7"/>
                    </a:cubicBezTo>
                    <a:cubicBezTo>
                      <a:pt x="170" y="8"/>
                      <a:pt x="169" y="10"/>
                      <a:pt x="168" y="10"/>
                    </a:cubicBezTo>
                    <a:cubicBezTo>
                      <a:pt x="164" y="15"/>
                      <a:pt x="157" y="14"/>
                      <a:pt x="154" y="19"/>
                    </a:cubicBezTo>
                    <a:cubicBezTo>
                      <a:pt x="155" y="19"/>
                      <a:pt x="155" y="20"/>
                      <a:pt x="155" y="21"/>
                    </a:cubicBezTo>
                    <a:cubicBezTo>
                      <a:pt x="154" y="20"/>
                      <a:pt x="154" y="20"/>
                      <a:pt x="154" y="20"/>
                    </a:cubicBezTo>
                    <a:cubicBezTo>
                      <a:pt x="155" y="22"/>
                      <a:pt x="155" y="22"/>
                      <a:pt x="155" y="22"/>
                    </a:cubicBezTo>
                    <a:cubicBezTo>
                      <a:pt x="155" y="22"/>
                      <a:pt x="154" y="20"/>
                      <a:pt x="154" y="20"/>
                    </a:cubicBezTo>
                    <a:cubicBezTo>
                      <a:pt x="152" y="21"/>
                      <a:pt x="151" y="23"/>
                      <a:pt x="149" y="23"/>
                    </a:cubicBezTo>
                    <a:cubicBezTo>
                      <a:pt x="149" y="25"/>
                      <a:pt x="148" y="24"/>
                      <a:pt x="149" y="26"/>
                    </a:cubicBezTo>
                    <a:cubicBezTo>
                      <a:pt x="148" y="25"/>
                      <a:pt x="148" y="25"/>
                      <a:pt x="148" y="25"/>
                    </a:cubicBezTo>
                    <a:cubicBezTo>
                      <a:pt x="147" y="27"/>
                      <a:pt x="147" y="27"/>
                      <a:pt x="145" y="25"/>
                    </a:cubicBezTo>
                    <a:cubicBezTo>
                      <a:pt x="139" y="27"/>
                      <a:pt x="134" y="30"/>
                      <a:pt x="128" y="32"/>
                    </a:cubicBezTo>
                    <a:cubicBezTo>
                      <a:pt x="123" y="34"/>
                      <a:pt x="118" y="39"/>
                      <a:pt x="112" y="41"/>
                    </a:cubicBezTo>
                    <a:cubicBezTo>
                      <a:pt x="112" y="45"/>
                      <a:pt x="111" y="43"/>
                      <a:pt x="110" y="47"/>
                    </a:cubicBezTo>
                    <a:cubicBezTo>
                      <a:pt x="110" y="46"/>
                      <a:pt x="110" y="46"/>
                      <a:pt x="110" y="46"/>
                    </a:cubicBezTo>
                    <a:cubicBezTo>
                      <a:pt x="110" y="47"/>
                      <a:pt x="109" y="46"/>
                      <a:pt x="107" y="45"/>
                    </a:cubicBezTo>
                    <a:cubicBezTo>
                      <a:pt x="108" y="46"/>
                      <a:pt x="107" y="45"/>
                      <a:pt x="108" y="47"/>
                    </a:cubicBezTo>
                    <a:cubicBezTo>
                      <a:pt x="108" y="49"/>
                      <a:pt x="106" y="45"/>
                      <a:pt x="106" y="46"/>
                    </a:cubicBezTo>
                    <a:cubicBezTo>
                      <a:pt x="105" y="45"/>
                      <a:pt x="106" y="47"/>
                      <a:pt x="106" y="46"/>
                    </a:cubicBezTo>
                    <a:cubicBezTo>
                      <a:pt x="105" y="49"/>
                      <a:pt x="106" y="45"/>
                      <a:pt x="103" y="44"/>
                    </a:cubicBezTo>
                    <a:cubicBezTo>
                      <a:pt x="101" y="45"/>
                      <a:pt x="98" y="48"/>
                      <a:pt x="95" y="47"/>
                    </a:cubicBezTo>
                    <a:cubicBezTo>
                      <a:pt x="95" y="47"/>
                      <a:pt x="96" y="49"/>
                      <a:pt x="96" y="49"/>
                    </a:cubicBezTo>
                    <a:cubicBezTo>
                      <a:pt x="95" y="46"/>
                      <a:pt x="95" y="50"/>
                      <a:pt x="94" y="49"/>
                    </a:cubicBezTo>
                    <a:cubicBezTo>
                      <a:pt x="94" y="48"/>
                      <a:pt x="94" y="48"/>
                      <a:pt x="94" y="48"/>
                    </a:cubicBezTo>
                    <a:cubicBezTo>
                      <a:pt x="93" y="47"/>
                      <a:pt x="92" y="49"/>
                      <a:pt x="91" y="48"/>
                    </a:cubicBezTo>
                    <a:cubicBezTo>
                      <a:pt x="90" y="49"/>
                      <a:pt x="88" y="47"/>
                      <a:pt x="88" y="49"/>
                    </a:cubicBezTo>
                    <a:cubicBezTo>
                      <a:pt x="88" y="47"/>
                      <a:pt x="87" y="48"/>
                      <a:pt x="87" y="47"/>
                    </a:cubicBezTo>
                    <a:cubicBezTo>
                      <a:pt x="87" y="51"/>
                      <a:pt x="84" y="46"/>
                      <a:pt x="84" y="49"/>
                    </a:cubicBezTo>
                    <a:cubicBezTo>
                      <a:pt x="84" y="48"/>
                      <a:pt x="84" y="48"/>
                      <a:pt x="84" y="48"/>
                    </a:cubicBezTo>
                    <a:cubicBezTo>
                      <a:pt x="81" y="49"/>
                      <a:pt x="77" y="49"/>
                      <a:pt x="74" y="51"/>
                    </a:cubicBezTo>
                    <a:cubicBezTo>
                      <a:pt x="73" y="52"/>
                      <a:pt x="70" y="48"/>
                      <a:pt x="69" y="50"/>
                    </a:cubicBezTo>
                    <a:cubicBezTo>
                      <a:pt x="68" y="52"/>
                      <a:pt x="68" y="52"/>
                      <a:pt x="68" y="52"/>
                    </a:cubicBezTo>
                    <a:cubicBezTo>
                      <a:pt x="68" y="52"/>
                      <a:pt x="68" y="51"/>
                      <a:pt x="68" y="51"/>
                    </a:cubicBezTo>
                    <a:cubicBezTo>
                      <a:pt x="67" y="52"/>
                      <a:pt x="66" y="51"/>
                      <a:pt x="65" y="51"/>
                    </a:cubicBezTo>
                    <a:cubicBezTo>
                      <a:pt x="65" y="51"/>
                      <a:pt x="64" y="52"/>
                      <a:pt x="64" y="52"/>
                    </a:cubicBezTo>
                    <a:cubicBezTo>
                      <a:pt x="63" y="50"/>
                      <a:pt x="61" y="54"/>
                      <a:pt x="60" y="52"/>
                    </a:cubicBezTo>
                    <a:cubicBezTo>
                      <a:pt x="61" y="55"/>
                      <a:pt x="59" y="54"/>
                      <a:pt x="59" y="55"/>
                    </a:cubicBezTo>
                    <a:cubicBezTo>
                      <a:pt x="58" y="55"/>
                      <a:pt x="58" y="54"/>
                      <a:pt x="58" y="53"/>
                    </a:cubicBezTo>
                    <a:cubicBezTo>
                      <a:pt x="57" y="53"/>
                      <a:pt x="57" y="54"/>
                      <a:pt x="56" y="53"/>
                    </a:cubicBezTo>
                    <a:cubicBezTo>
                      <a:pt x="55" y="53"/>
                      <a:pt x="55" y="55"/>
                      <a:pt x="54" y="55"/>
                    </a:cubicBezTo>
                    <a:cubicBezTo>
                      <a:pt x="54" y="52"/>
                      <a:pt x="53" y="54"/>
                      <a:pt x="52" y="54"/>
                    </a:cubicBezTo>
                    <a:cubicBezTo>
                      <a:pt x="52" y="56"/>
                      <a:pt x="52" y="57"/>
                      <a:pt x="51" y="56"/>
                    </a:cubicBezTo>
                    <a:cubicBezTo>
                      <a:pt x="51" y="54"/>
                      <a:pt x="51" y="54"/>
                      <a:pt x="51" y="54"/>
                    </a:cubicBezTo>
                    <a:cubicBezTo>
                      <a:pt x="49" y="56"/>
                      <a:pt x="46" y="53"/>
                      <a:pt x="43" y="56"/>
                    </a:cubicBezTo>
                    <a:cubicBezTo>
                      <a:pt x="43" y="54"/>
                      <a:pt x="43" y="54"/>
                      <a:pt x="43" y="54"/>
                    </a:cubicBezTo>
                    <a:cubicBezTo>
                      <a:pt x="41" y="56"/>
                      <a:pt x="38" y="54"/>
                      <a:pt x="36" y="57"/>
                    </a:cubicBezTo>
                    <a:cubicBezTo>
                      <a:pt x="35" y="56"/>
                      <a:pt x="34" y="56"/>
                      <a:pt x="33" y="56"/>
                    </a:cubicBezTo>
                    <a:cubicBezTo>
                      <a:pt x="32" y="57"/>
                      <a:pt x="32" y="57"/>
                      <a:pt x="31" y="59"/>
                    </a:cubicBezTo>
                    <a:cubicBezTo>
                      <a:pt x="31" y="59"/>
                      <a:pt x="31" y="58"/>
                      <a:pt x="31" y="57"/>
                    </a:cubicBezTo>
                    <a:cubicBezTo>
                      <a:pt x="30" y="57"/>
                      <a:pt x="29" y="54"/>
                      <a:pt x="28" y="57"/>
                    </a:cubicBezTo>
                    <a:cubicBezTo>
                      <a:pt x="28" y="55"/>
                      <a:pt x="28" y="55"/>
                      <a:pt x="28" y="55"/>
                    </a:cubicBezTo>
                    <a:cubicBezTo>
                      <a:pt x="27" y="57"/>
                      <a:pt x="25" y="58"/>
                      <a:pt x="25" y="57"/>
                    </a:cubicBezTo>
                    <a:cubicBezTo>
                      <a:pt x="24" y="58"/>
                      <a:pt x="23" y="58"/>
                      <a:pt x="23" y="60"/>
                    </a:cubicBezTo>
                    <a:cubicBezTo>
                      <a:pt x="23" y="60"/>
                      <a:pt x="23" y="57"/>
                      <a:pt x="23" y="59"/>
                    </a:cubicBezTo>
                    <a:cubicBezTo>
                      <a:pt x="23" y="57"/>
                      <a:pt x="23" y="57"/>
                      <a:pt x="23" y="57"/>
                    </a:cubicBezTo>
                    <a:cubicBezTo>
                      <a:pt x="21" y="56"/>
                      <a:pt x="19" y="56"/>
                      <a:pt x="17" y="57"/>
                    </a:cubicBezTo>
                    <a:cubicBezTo>
                      <a:pt x="17" y="55"/>
                      <a:pt x="15" y="57"/>
                      <a:pt x="14" y="55"/>
                    </a:cubicBezTo>
                    <a:cubicBezTo>
                      <a:pt x="13" y="56"/>
                      <a:pt x="13" y="54"/>
                      <a:pt x="11" y="56"/>
                    </a:cubicBezTo>
                    <a:cubicBezTo>
                      <a:pt x="12" y="55"/>
                      <a:pt x="12" y="55"/>
                      <a:pt x="12" y="55"/>
                    </a:cubicBezTo>
                    <a:cubicBezTo>
                      <a:pt x="11" y="54"/>
                      <a:pt x="10" y="54"/>
                      <a:pt x="9" y="53"/>
                    </a:cubicBezTo>
                    <a:cubicBezTo>
                      <a:pt x="9" y="52"/>
                      <a:pt x="8" y="54"/>
                      <a:pt x="7" y="54"/>
                    </a:cubicBezTo>
                    <a:cubicBezTo>
                      <a:pt x="8" y="53"/>
                      <a:pt x="8" y="53"/>
                      <a:pt x="8" y="53"/>
                    </a:cubicBezTo>
                    <a:cubicBezTo>
                      <a:pt x="8" y="53"/>
                      <a:pt x="7" y="54"/>
                      <a:pt x="6" y="55"/>
                    </a:cubicBezTo>
                    <a:cubicBezTo>
                      <a:pt x="6" y="54"/>
                      <a:pt x="6" y="54"/>
                      <a:pt x="6" y="54"/>
                    </a:cubicBezTo>
                    <a:cubicBezTo>
                      <a:pt x="5" y="55"/>
                      <a:pt x="5" y="55"/>
                      <a:pt x="5" y="55"/>
                    </a:cubicBezTo>
                    <a:cubicBezTo>
                      <a:pt x="5" y="55"/>
                      <a:pt x="5" y="56"/>
                      <a:pt x="5" y="56"/>
                    </a:cubicBezTo>
                    <a:cubicBezTo>
                      <a:pt x="5" y="55"/>
                      <a:pt x="4" y="56"/>
                      <a:pt x="4" y="54"/>
                    </a:cubicBezTo>
                    <a:cubicBezTo>
                      <a:pt x="5" y="54"/>
                      <a:pt x="7" y="53"/>
                      <a:pt x="8" y="52"/>
                    </a:cubicBezTo>
                    <a:cubicBezTo>
                      <a:pt x="8" y="51"/>
                      <a:pt x="5" y="53"/>
                      <a:pt x="6" y="52"/>
                    </a:cubicBezTo>
                    <a:cubicBezTo>
                      <a:pt x="6" y="51"/>
                      <a:pt x="6" y="51"/>
                      <a:pt x="5" y="51"/>
                    </a:cubicBezTo>
                    <a:cubicBezTo>
                      <a:pt x="5" y="52"/>
                      <a:pt x="5" y="52"/>
                      <a:pt x="5" y="53"/>
                    </a:cubicBezTo>
                    <a:cubicBezTo>
                      <a:pt x="5" y="53"/>
                      <a:pt x="5" y="52"/>
                      <a:pt x="5" y="52"/>
                    </a:cubicBezTo>
                    <a:cubicBezTo>
                      <a:pt x="4" y="52"/>
                      <a:pt x="4" y="52"/>
                      <a:pt x="4" y="52"/>
                    </a:cubicBezTo>
                    <a:cubicBezTo>
                      <a:pt x="4" y="52"/>
                      <a:pt x="4" y="52"/>
                      <a:pt x="5" y="52"/>
                    </a:cubicBezTo>
                    <a:cubicBezTo>
                      <a:pt x="5" y="51"/>
                      <a:pt x="5" y="51"/>
                      <a:pt x="5" y="51"/>
                    </a:cubicBezTo>
                    <a:cubicBezTo>
                      <a:pt x="4" y="52"/>
                      <a:pt x="4" y="52"/>
                      <a:pt x="4" y="52"/>
                    </a:cubicBezTo>
                    <a:cubicBezTo>
                      <a:pt x="4" y="51"/>
                      <a:pt x="4" y="51"/>
                      <a:pt x="4" y="51"/>
                    </a:cubicBezTo>
                    <a:cubicBezTo>
                      <a:pt x="3" y="51"/>
                      <a:pt x="3" y="51"/>
                      <a:pt x="2" y="50"/>
                    </a:cubicBezTo>
                    <a:cubicBezTo>
                      <a:pt x="1" y="52"/>
                      <a:pt x="4" y="46"/>
                      <a:pt x="0" y="55"/>
                    </a:cubicBezTo>
                    <a:cubicBezTo>
                      <a:pt x="1" y="55"/>
                      <a:pt x="1" y="55"/>
                      <a:pt x="1" y="55"/>
                    </a:cubicBezTo>
                    <a:cubicBezTo>
                      <a:pt x="2" y="54"/>
                      <a:pt x="2" y="54"/>
                      <a:pt x="2" y="54"/>
                    </a:cubicBezTo>
                    <a:cubicBezTo>
                      <a:pt x="2" y="54"/>
                      <a:pt x="3" y="54"/>
                      <a:pt x="3" y="54"/>
                    </a:cubicBezTo>
                    <a:cubicBezTo>
                      <a:pt x="3" y="54"/>
                      <a:pt x="3" y="53"/>
                      <a:pt x="3" y="53"/>
                    </a:cubicBezTo>
                    <a:cubicBezTo>
                      <a:pt x="3" y="53"/>
                      <a:pt x="3" y="54"/>
                      <a:pt x="3" y="53"/>
                    </a:cubicBezTo>
                    <a:cubicBezTo>
                      <a:pt x="3" y="52"/>
                      <a:pt x="4" y="51"/>
                      <a:pt x="4" y="53"/>
                    </a:cubicBezTo>
                    <a:cubicBezTo>
                      <a:pt x="4" y="54"/>
                      <a:pt x="4" y="54"/>
                      <a:pt x="4" y="55"/>
                    </a:cubicBezTo>
                    <a:cubicBezTo>
                      <a:pt x="4" y="55"/>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5"/>
                      <a:pt x="3" y="55"/>
                    </a:cubicBezTo>
                    <a:cubicBezTo>
                      <a:pt x="2" y="55"/>
                      <a:pt x="2" y="56"/>
                      <a:pt x="1" y="56"/>
                    </a:cubicBezTo>
                    <a:cubicBezTo>
                      <a:pt x="2" y="56"/>
                      <a:pt x="2" y="56"/>
                      <a:pt x="2" y="56"/>
                    </a:cubicBezTo>
                    <a:cubicBezTo>
                      <a:pt x="0" y="58"/>
                      <a:pt x="0" y="58"/>
                      <a:pt x="0" y="58"/>
                    </a:cubicBezTo>
                    <a:cubicBezTo>
                      <a:pt x="2" y="57"/>
                      <a:pt x="2" y="57"/>
                      <a:pt x="3" y="58"/>
                    </a:cubicBezTo>
                    <a:cubicBezTo>
                      <a:pt x="3" y="58"/>
                      <a:pt x="3" y="58"/>
                      <a:pt x="3" y="58"/>
                    </a:cubicBezTo>
                    <a:cubicBezTo>
                      <a:pt x="3" y="58"/>
                      <a:pt x="3" y="58"/>
                      <a:pt x="3" y="58"/>
                    </a:cubicBezTo>
                    <a:cubicBezTo>
                      <a:pt x="3" y="58"/>
                      <a:pt x="3" y="58"/>
                      <a:pt x="3" y="58"/>
                    </a:cubicBezTo>
                    <a:cubicBezTo>
                      <a:pt x="3" y="60"/>
                      <a:pt x="4" y="57"/>
                      <a:pt x="4" y="58"/>
                    </a:cubicBezTo>
                    <a:cubicBezTo>
                      <a:pt x="4" y="58"/>
                      <a:pt x="2" y="60"/>
                      <a:pt x="2" y="61"/>
                    </a:cubicBezTo>
                    <a:cubicBezTo>
                      <a:pt x="3" y="62"/>
                      <a:pt x="6" y="61"/>
                      <a:pt x="6" y="63"/>
                    </a:cubicBezTo>
                    <a:cubicBezTo>
                      <a:pt x="7" y="63"/>
                      <a:pt x="8" y="63"/>
                      <a:pt x="9" y="62"/>
                    </a:cubicBezTo>
                    <a:cubicBezTo>
                      <a:pt x="10" y="62"/>
                      <a:pt x="8" y="65"/>
                      <a:pt x="9" y="64"/>
                    </a:cubicBezTo>
                    <a:cubicBezTo>
                      <a:pt x="9" y="65"/>
                      <a:pt x="9" y="66"/>
                      <a:pt x="8" y="66"/>
                    </a:cubicBezTo>
                    <a:cubicBezTo>
                      <a:pt x="9" y="66"/>
                      <a:pt x="10" y="67"/>
                      <a:pt x="10" y="65"/>
                    </a:cubicBezTo>
                    <a:cubicBezTo>
                      <a:pt x="11" y="66"/>
                      <a:pt x="12" y="67"/>
                      <a:pt x="13" y="66"/>
                    </a:cubicBezTo>
                    <a:cubicBezTo>
                      <a:pt x="13" y="66"/>
                      <a:pt x="12" y="68"/>
                      <a:pt x="12" y="69"/>
                    </a:cubicBezTo>
                    <a:cubicBezTo>
                      <a:pt x="13" y="67"/>
                      <a:pt x="15" y="67"/>
                      <a:pt x="15" y="67"/>
                    </a:cubicBezTo>
                    <a:cubicBezTo>
                      <a:pt x="16" y="66"/>
                      <a:pt x="16" y="66"/>
                      <a:pt x="16" y="64"/>
                    </a:cubicBezTo>
                    <a:cubicBezTo>
                      <a:pt x="16" y="64"/>
                      <a:pt x="17" y="63"/>
                      <a:pt x="17" y="63"/>
                    </a:cubicBezTo>
                    <a:cubicBezTo>
                      <a:pt x="17" y="65"/>
                      <a:pt x="16" y="68"/>
                      <a:pt x="17" y="68"/>
                    </a:cubicBezTo>
                    <a:cubicBezTo>
                      <a:pt x="16" y="71"/>
                      <a:pt x="15" y="67"/>
                      <a:pt x="15" y="70"/>
                    </a:cubicBezTo>
                    <a:cubicBezTo>
                      <a:pt x="14" y="72"/>
                      <a:pt x="12" y="72"/>
                      <a:pt x="12" y="70"/>
                    </a:cubicBezTo>
                    <a:cubicBezTo>
                      <a:pt x="11" y="73"/>
                      <a:pt x="13" y="71"/>
                      <a:pt x="12" y="73"/>
                    </a:cubicBezTo>
                    <a:cubicBezTo>
                      <a:pt x="13" y="73"/>
                      <a:pt x="14" y="72"/>
                      <a:pt x="15" y="72"/>
                    </a:cubicBezTo>
                    <a:cubicBezTo>
                      <a:pt x="15" y="71"/>
                      <a:pt x="15" y="70"/>
                      <a:pt x="16" y="70"/>
                    </a:cubicBezTo>
                    <a:cubicBezTo>
                      <a:pt x="17" y="67"/>
                      <a:pt x="16" y="72"/>
                      <a:pt x="17" y="72"/>
                    </a:cubicBezTo>
                    <a:cubicBezTo>
                      <a:pt x="16" y="72"/>
                      <a:pt x="16" y="72"/>
                      <a:pt x="16" y="72"/>
                    </a:cubicBezTo>
                    <a:cubicBezTo>
                      <a:pt x="16" y="73"/>
                      <a:pt x="17" y="72"/>
                      <a:pt x="18" y="72"/>
                    </a:cubicBezTo>
                    <a:cubicBezTo>
                      <a:pt x="17" y="75"/>
                      <a:pt x="17" y="72"/>
                      <a:pt x="16" y="74"/>
                    </a:cubicBezTo>
                    <a:cubicBezTo>
                      <a:pt x="16" y="76"/>
                      <a:pt x="16" y="76"/>
                      <a:pt x="16" y="76"/>
                    </a:cubicBezTo>
                    <a:cubicBezTo>
                      <a:pt x="17" y="77"/>
                      <a:pt x="17" y="74"/>
                      <a:pt x="18" y="75"/>
                    </a:cubicBezTo>
                    <a:cubicBezTo>
                      <a:pt x="17" y="76"/>
                      <a:pt x="17" y="76"/>
                      <a:pt x="17" y="76"/>
                    </a:cubicBezTo>
                    <a:cubicBezTo>
                      <a:pt x="18" y="76"/>
                      <a:pt x="18" y="76"/>
                      <a:pt x="18" y="76"/>
                    </a:cubicBezTo>
                    <a:cubicBezTo>
                      <a:pt x="18" y="74"/>
                      <a:pt x="19" y="73"/>
                      <a:pt x="18" y="73"/>
                    </a:cubicBezTo>
                    <a:cubicBezTo>
                      <a:pt x="19" y="70"/>
                      <a:pt x="19" y="72"/>
                      <a:pt x="20" y="72"/>
                    </a:cubicBezTo>
                    <a:cubicBezTo>
                      <a:pt x="20" y="70"/>
                      <a:pt x="19" y="72"/>
                      <a:pt x="20" y="70"/>
                    </a:cubicBezTo>
                    <a:cubicBezTo>
                      <a:pt x="20" y="69"/>
                      <a:pt x="20" y="69"/>
                      <a:pt x="21" y="69"/>
                    </a:cubicBezTo>
                    <a:cubicBezTo>
                      <a:pt x="22" y="69"/>
                      <a:pt x="21" y="71"/>
                      <a:pt x="21" y="72"/>
                    </a:cubicBezTo>
                    <a:cubicBezTo>
                      <a:pt x="21" y="72"/>
                      <a:pt x="20" y="72"/>
                      <a:pt x="21" y="71"/>
                    </a:cubicBezTo>
                    <a:cubicBezTo>
                      <a:pt x="19" y="73"/>
                      <a:pt x="20" y="75"/>
                      <a:pt x="19" y="76"/>
                    </a:cubicBezTo>
                    <a:cubicBezTo>
                      <a:pt x="20" y="77"/>
                      <a:pt x="20" y="75"/>
                      <a:pt x="21" y="75"/>
                    </a:cubicBezTo>
                    <a:cubicBezTo>
                      <a:pt x="21" y="74"/>
                      <a:pt x="21" y="73"/>
                      <a:pt x="21" y="72"/>
                    </a:cubicBezTo>
                    <a:cubicBezTo>
                      <a:pt x="23" y="68"/>
                      <a:pt x="21" y="76"/>
                      <a:pt x="23" y="75"/>
                    </a:cubicBezTo>
                    <a:cubicBezTo>
                      <a:pt x="23" y="72"/>
                      <a:pt x="25" y="71"/>
                      <a:pt x="25" y="68"/>
                    </a:cubicBezTo>
                    <a:cubicBezTo>
                      <a:pt x="25" y="67"/>
                      <a:pt x="25" y="66"/>
                      <a:pt x="26" y="67"/>
                    </a:cubicBezTo>
                    <a:cubicBezTo>
                      <a:pt x="25" y="69"/>
                      <a:pt x="26" y="68"/>
                      <a:pt x="25" y="70"/>
                    </a:cubicBezTo>
                    <a:cubicBezTo>
                      <a:pt x="25" y="70"/>
                      <a:pt x="25" y="70"/>
                      <a:pt x="25" y="70"/>
                    </a:cubicBezTo>
                    <a:cubicBezTo>
                      <a:pt x="24" y="73"/>
                      <a:pt x="24" y="73"/>
                      <a:pt x="24" y="73"/>
                    </a:cubicBezTo>
                    <a:cubicBezTo>
                      <a:pt x="25" y="74"/>
                      <a:pt x="25" y="76"/>
                      <a:pt x="26" y="77"/>
                    </a:cubicBezTo>
                    <a:cubicBezTo>
                      <a:pt x="26" y="76"/>
                      <a:pt x="26" y="75"/>
                      <a:pt x="26" y="74"/>
                    </a:cubicBezTo>
                    <a:cubicBezTo>
                      <a:pt x="26" y="75"/>
                      <a:pt x="26" y="76"/>
                      <a:pt x="27" y="76"/>
                    </a:cubicBezTo>
                    <a:cubicBezTo>
                      <a:pt x="26" y="76"/>
                      <a:pt x="27" y="74"/>
                      <a:pt x="27" y="73"/>
                    </a:cubicBezTo>
                    <a:cubicBezTo>
                      <a:pt x="28" y="73"/>
                      <a:pt x="28" y="75"/>
                      <a:pt x="28" y="76"/>
                    </a:cubicBezTo>
                    <a:cubicBezTo>
                      <a:pt x="27" y="77"/>
                      <a:pt x="27" y="77"/>
                      <a:pt x="27" y="77"/>
                    </a:cubicBezTo>
                    <a:cubicBezTo>
                      <a:pt x="28" y="76"/>
                      <a:pt x="28" y="78"/>
                      <a:pt x="28" y="78"/>
                    </a:cubicBezTo>
                    <a:cubicBezTo>
                      <a:pt x="28" y="76"/>
                      <a:pt x="29" y="75"/>
                      <a:pt x="29" y="73"/>
                    </a:cubicBezTo>
                    <a:cubicBezTo>
                      <a:pt x="30" y="73"/>
                      <a:pt x="30" y="74"/>
                      <a:pt x="30" y="74"/>
                    </a:cubicBezTo>
                    <a:cubicBezTo>
                      <a:pt x="29" y="75"/>
                      <a:pt x="29" y="75"/>
                      <a:pt x="29" y="75"/>
                    </a:cubicBezTo>
                    <a:cubicBezTo>
                      <a:pt x="30" y="75"/>
                      <a:pt x="29" y="78"/>
                      <a:pt x="30" y="78"/>
                    </a:cubicBezTo>
                    <a:cubicBezTo>
                      <a:pt x="30" y="76"/>
                      <a:pt x="30" y="76"/>
                      <a:pt x="30" y="76"/>
                    </a:cubicBezTo>
                    <a:cubicBezTo>
                      <a:pt x="30" y="78"/>
                      <a:pt x="30" y="78"/>
                      <a:pt x="30" y="78"/>
                    </a:cubicBezTo>
                    <a:cubicBezTo>
                      <a:pt x="31" y="77"/>
                      <a:pt x="31" y="77"/>
                      <a:pt x="31" y="76"/>
                    </a:cubicBezTo>
                    <a:cubicBezTo>
                      <a:pt x="31" y="78"/>
                      <a:pt x="31" y="78"/>
                      <a:pt x="31" y="78"/>
                    </a:cubicBezTo>
                    <a:cubicBezTo>
                      <a:pt x="32" y="77"/>
                      <a:pt x="32" y="75"/>
                      <a:pt x="33" y="77"/>
                    </a:cubicBezTo>
                    <a:cubicBezTo>
                      <a:pt x="32" y="74"/>
                      <a:pt x="32" y="77"/>
                      <a:pt x="32" y="75"/>
                    </a:cubicBezTo>
                    <a:cubicBezTo>
                      <a:pt x="31" y="73"/>
                      <a:pt x="32" y="74"/>
                      <a:pt x="33" y="73"/>
                    </a:cubicBezTo>
                    <a:cubicBezTo>
                      <a:pt x="32" y="76"/>
                      <a:pt x="33" y="74"/>
                      <a:pt x="34" y="74"/>
                    </a:cubicBezTo>
                    <a:cubicBezTo>
                      <a:pt x="34" y="75"/>
                      <a:pt x="34" y="75"/>
                      <a:pt x="34" y="76"/>
                    </a:cubicBezTo>
                    <a:cubicBezTo>
                      <a:pt x="35" y="74"/>
                      <a:pt x="35" y="74"/>
                      <a:pt x="35" y="74"/>
                    </a:cubicBezTo>
                    <a:cubicBezTo>
                      <a:pt x="35" y="78"/>
                      <a:pt x="36" y="73"/>
                      <a:pt x="36" y="74"/>
                    </a:cubicBezTo>
                    <a:cubicBezTo>
                      <a:pt x="36" y="75"/>
                      <a:pt x="36" y="77"/>
                      <a:pt x="36" y="77"/>
                    </a:cubicBezTo>
                    <a:cubicBezTo>
                      <a:pt x="36" y="75"/>
                      <a:pt x="37" y="74"/>
                      <a:pt x="37" y="72"/>
                    </a:cubicBezTo>
                    <a:cubicBezTo>
                      <a:pt x="38" y="73"/>
                      <a:pt x="36" y="76"/>
                      <a:pt x="37" y="78"/>
                    </a:cubicBezTo>
                    <a:cubicBezTo>
                      <a:pt x="37" y="75"/>
                      <a:pt x="38" y="79"/>
                      <a:pt x="38" y="76"/>
                    </a:cubicBezTo>
                    <a:cubicBezTo>
                      <a:pt x="37" y="75"/>
                      <a:pt x="38" y="75"/>
                      <a:pt x="38" y="73"/>
                    </a:cubicBezTo>
                    <a:cubicBezTo>
                      <a:pt x="39" y="74"/>
                      <a:pt x="38" y="75"/>
                      <a:pt x="39" y="75"/>
                    </a:cubicBezTo>
                    <a:cubicBezTo>
                      <a:pt x="39" y="75"/>
                      <a:pt x="39" y="73"/>
                      <a:pt x="39" y="72"/>
                    </a:cubicBezTo>
                    <a:cubicBezTo>
                      <a:pt x="39" y="73"/>
                      <a:pt x="40" y="70"/>
                      <a:pt x="40" y="72"/>
                    </a:cubicBezTo>
                    <a:cubicBezTo>
                      <a:pt x="41" y="74"/>
                      <a:pt x="39" y="73"/>
                      <a:pt x="40" y="74"/>
                    </a:cubicBezTo>
                    <a:cubicBezTo>
                      <a:pt x="41" y="74"/>
                      <a:pt x="40" y="70"/>
                      <a:pt x="41" y="69"/>
                    </a:cubicBezTo>
                    <a:cubicBezTo>
                      <a:pt x="41" y="68"/>
                      <a:pt x="41" y="65"/>
                      <a:pt x="42" y="64"/>
                    </a:cubicBezTo>
                    <a:cubicBezTo>
                      <a:pt x="43" y="65"/>
                      <a:pt x="41" y="65"/>
                      <a:pt x="42" y="68"/>
                    </a:cubicBezTo>
                    <a:cubicBezTo>
                      <a:pt x="42" y="67"/>
                      <a:pt x="42" y="67"/>
                      <a:pt x="42" y="67"/>
                    </a:cubicBezTo>
                    <a:cubicBezTo>
                      <a:pt x="43" y="70"/>
                      <a:pt x="41" y="72"/>
                      <a:pt x="41" y="74"/>
                    </a:cubicBezTo>
                    <a:cubicBezTo>
                      <a:pt x="42" y="73"/>
                      <a:pt x="42" y="73"/>
                      <a:pt x="42" y="73"/>
                    </a:cubicBezTo>
                    <a:cubicBezTo>
                      <a:pt x="42" y="77"/>
                      <a:pt x="42" y="77"/>
                      <a:pt x="42" y="77"/>
                    </a:cubicBezTo>
                    <a:cubicBezTo>
                      <a:pt x="42" y="75"/>
                      <a:pt x="43" y="76"/>
                      <a:pt x="43" y="76"/>
                    </a:cubicBezTo>
                    <a:cubicBezTo>
                      <a:pt x="43" y="74"/>
                      <a:pt x="43" y="76"/>
                      <a:pt x="43" y="75"/>
                    </a:cubicBezTo>
                    <a:cubicBezTo>
                      <a:pt x="43" y="74"/>
                      <a:pt x="43" y="71"/>
                      <a:pt x="44" y="73"/>
                    </a:cubicBezTo>
                    <a:cubicBezTo>
                      <a:pt x="44" y="74"/>
                      <a:pt x="44" y="75"/>
                      <a:pt x="44" y="76"/>
                    </a:cubicBezTo>
                    <a:cubicBezTo>
                      <a:pt x="45" y="77"/>
                      <a:pt x="44" y="74"/>
                      <a:pt x="45" y="75"/>
                    </a:cubicBezTo>
                    <a:cubicBezTo>
                      <a:pt x="45" y="76"/>
                      <a:pt x="45" y="76"/>
                      <a:pt x="45" y="76"/>
                    </a:cubicBezTo>
                    <a:cubicBezTo>
                      <a:pt x="47" y="76"/>
                      <a:pt x="50" y="76"/>
                      <a:pt x="51" y="72"/>
                    </a:cubicBezTo>
                    <a:cubicBezTo>
                      <a:pt x="52" y="73"/>
                      <a:pt x="52" y="73"/>
                      <a:pt x="53" y="74"/>
                    </a:cubicBezTo>
                    <a:cubicBezTo>
                      <a:pt x="53" y="74"/>
                      <a:pt x="53" y="73"/>
                      <a:pt x="53" y="72"/>
                    </a:cubicBezTo>
                    <a:cubicBezTo>
                      <a:pt x="54" y="74"/>
                      <a:pt x="54" y="74"/>
                      <a:pt x="54" y="74"/>
                    </a:cubicBezTo>
                    <a:cubicBezTo>
                      <a:pt x="55" y="76"/>
                      <a:pt x="55" y="74"/>
                      <a:pt x="56" y="72"/>
                    </a:cubicBezTo>
                    <a:cubicBezTo>
                      <a:pt x="56" y="74"/>
                      <a:pt x="56" y="74"/>
                      <a:pt x="56" y="74"/>
                    </a:cubicBezTo>
                    <a:cubicBezTo>
                      <a:pt x="57" y="75"/>
                      <a:pt x="56" y="73"/>
                      <a:pt x="57" y="72"/>
                    </a:cubicBezTo>
                    <a:cubicBezTo>
                      <a:pt x="57" y="74"/>
                      <a:pt x="57" y="74"/>
                      <a:pt x="57" y="74"/>
                    </a:cubicBezTo>
                    <a:cubicBezTo>
                      <a:pt x="57" y="72"/>
                      <a:pt x="57" y="72"/>
                      <a:pt x="57" y="72"/>
                    </a:cubicBezTo>
                    <a:cubicBezTo>
                      <a:pt x="58" y="72"/>
                      <a:pt x="58" y="72"/>
                      <a:pt x="58" y="74"/>
                    </a:cubicBezTo>
                    <a:cubicBezTo>
                      <a:pt x="59" y="74"/>
                      <a:pt x="59" y="73"/>
                      <a:pt x="58" y="73"/>
                    </a:cubicBezTo>
                    <a:cubicBezTo>
                      <a:pt x="59" y="74"/>
                      <a:pt x="60" y="74"/>
                      <a:pt x="61" y="73"/>
                    </a:cubicBezTo>
                    <a:cubicBezTo>
                      <a:pt x="61" y="72"/>
                      <a:pt x="61" y="72"/>
                      <a:pt x="61" y="70"/>
                    </a:cubicBezTo>
                    <a:cubicBezTo>
                      <a:pt x="61" y="68"/>
                      <a:pt x="61" y="71"/>
                      <a:pt x="61" y="69"/>
                    </a:cubicBezTo>
                    <a:cubicBezTo>
                      <a:pt x="61" y="70"/>
                      <a:pt x="62" y="71"/>
                      <a:pt x="61" y="72"/>
                    </a:cubicBezTo>
                    <a:cubicBezTo>
                      <a:pt x="63" y="75"/>
                      <a:pt x="64" y="72"/>
                      <a:pt x="66" y="72"/>
                    </a:cubicBezTo>
                    <a:cubicBezTo>
                      <a:pt x="66" y="71"/>
                      <a:pt x="66" y="71"/>
                      <a:pt x="66" y="71"/>
                    </a:cubicBezTo>
                    <a:cubicBezTo>
                      <a:pt x="68" y="73"/>
                      <a:pt x="68" y="71"/>
                      <a:pt x="70" y="72"/>
                    </a:cubicBezTo>
                    <a:cubicBezTo>
                      <a:pt x="69" y="71"/>
                      <a:pt x="69" y="68"/>
                      <a:pt x="70" y="68"/>
                    </a:cubicBezTo>
                    <a:cubicBezTo>
                      <a:pt x="70" y="66"/>
                      <a:pt x="70" y="70"/>
                      <a:pt x="71" y="71"/>
                    </a:cubicBezTo>
                    <a:cubicBezTo>
                      <a:pt x="71" y="71"/>
                      <a:pt x="72" y="70"/>
                      <a:pt x="72" y="70"/>
                    </a:cubicBezTo>
                    <a:cubicBezTo>
                      <a:pt x="72" y="71"/>
                      <a:pt x="72" y="71"/>
                      <a:pt x="72" y="71"/>
                    </a:cubicBezTo>
                    <a:cubicBezTo>
                      <a:pt x="72" y="70"/>
                      <a:pt x="73" y="69"/>
                      <a:pt x="73" y="70"/>
                    </a:cubicBezTo>
                    <a:cubicBezTo>
                      <a:pt x="73" y="70"/>
                      <a:pt x="73" y="70"/>
                      <a:pt x="73" y="70"/>
                    </a:cubicBezTo>
                    <a:cubicBezTo>
                      <a:pt x="74" y="70"/>
                      <a:pt x="74" y="71"/>
                      <a:pt x="75" y="71"/>
                    </a:cubicBezTo>
                    <a:cubicBezTo>
                      <a:pt x="75" y="69"/>
                      <a:pt x="76" y="70"/>
                      <a:pt x="76" y="69"/>
                    </a:cubicBezTo>
                    <a:cubicBezTo>
                      <a:pt x="76" y="69"/>
                      <a:pt x="76" y="69"/>
                      <a:pt x="76" y="69"/>
                    </a:cubicBezTo>
                    <a:cubicBezTo>
                      <a:pt x="76" y="68"/>
                      <a:pt x="76" y="68"/>
                      <a:pt x="76" y="68"/>
                    </a:cubicBezTo>
                    <a:cubicBezTo>
                      <a:pt x="76" y="68"/>
                      <a:pt x="76" y="68"/>
                      <a:pt x="76" y="68"/>
                    </a:cubicBezTo>
                    <a:cubicBezTo>
                      <a:pt x="76" y="70"/>
                      <a:pt x="76" y="70"/>
                      <a:pt x="76" y="70"/>
                    </a:cubicBezTo>
                    <a:cubicBezTo>
                      <a:pt x="77" y="71"/>
                      <a:pt x="76" y="69"/>
                      <a:pt x="77" y="68"/>
                    </a:cubicBezTo>
                    <a:cubicBezTo>
                      <a:pt x="77" y="67"/>
                      <a:pt x="77" y="68"/>
                      <a:pt x="77" y="69"/>
                    </a:cubicBezTo>
                    <a:cubicBezTo>
                      <a:pt x="77" y="70"/>
                      <a:pt x="77" y="68"/>
                      <a:pt x="77" y="69"/>
                    </a:cubicBezTo>
                    <a:cubicBezTo>
                      <a:pt x="77" y="70"/>
                      <a:pt x="77" y="69"/>
                      <a:pt x="77" y="70"/>
                    </a:cubicBezTo>
                    <a:cubicBezTo>
                      <a:pt x="78" y="70"/>
                      <a:pt x="77" y="68"/>
                      <a:pt x="78" y="69"/>
                    </a:cubicBezTo>
                    <a:cubicBezTo>
                      <a:pt x="78" y="69"/>
                      <a:pt x="79" y="68"/>
                      <a:pt x="79" y="70"/>
                    </a:cubicBezTo>
                    <a:cubicBezTo>
                      <a:pt x="79" y="69"/>
                      <a:pt x="80" y="69"/>
                      <a:pt x="80" y="68"/>
                    </a:cubicBezTo>
                    <a:cubicBezTo>
                      <a:pt x="79" y="68"/>
                      <a:pt x="79" y="68"/>
                      <a:pt x="79" y="66"/>
                    </a:cubicBezTo>
                    <a:cubicBezTo>
                      <a:pt x="79" y="66"/>
                      <a:pt x="79" y="66"/>
                      <a:pt x="79" y="66"/>
                    </a:cubicBezTo>
                    <a:cubicBezTo>
                      <a:pt x="79" y="67"/>
                      <a:pt x="79" y="67"/>
                      <a:pt x="79" y="67"/>
                    </a:cubicBezTo>
                    <a:cubicBezTo>
                      <a:pt x="79" y="66"/>
                      <a:pt x="80" y="67"/>
                      <a:pt x="80" y="65"/>
                    </a:cubicBezTo>
                    <a:cubicBezTo>
                      <a:pt x="80" y="67"/>
                      <a:pt x="80" y="67"/>
                      <a:pt x="80" y="67"/>
                    </a:cubicBezTo>
                    <a:cubicBezTo>
                      <a:pt x="80" y="66"/>
                      <a:pt x="81" y="66"/>
                      <a:pt x="81" y="66"/>
                    </a:cubicBezTo>
                    <a:cubicBezTo>
                      <a:pt x="82" y="67"/>
                      <a:pt x="82" y="69"/>
                      <a:pt x="82" y="70"/>
                    </a:cubicBezTo>
                    <a:cubicBezTo>
                      <a:pt x="83" y="68"/>
                      <a:pt x="83" y="68"/>
                      <a:pt x="83" y="68"/>
                    </a:cubicBezTo>
                    <a:cubicBezTo>
                      <a:pt x="83" y="68"/>
                      <a:pt x="83" y="68"/>
                      <a:pt x="83" y="69"/>
                    </a:cubicBezTo>
                    <a:cubicBezTo>
                      <a:pt x="85" y="70"/>
                      <a:pt x="84" y="64"/>
                      <a:pt x="85" y="65"/>
                    </a:cubicBezTo>
                    <a:cubicBezTo>
                      <a:pt x="85" y="67"/>
                      <a:pt x="85" y="68"/>
                      <a:pt x="86" y="68"/>
                    </a:cubicBezTo>
                    <a:cubicBezTo>
                      <a:pt x="86" y="68"/>
                      <a:pt x="86" y="67"/>
                      <a:pt x="86" y="67"/>
                    </a:cubicBezTo>
                    <a:cubicBezTo>
                      <a:pt x="86" y="66"/>
                      <a:pt x="86" y="68"/>
                      <a:pt x="85" y="67"/>
                    </a:cubicBezTo>
                    <a:cubicBezTo>
                      <a:pt x="85" y="66"/>
                      <a:pt x="86" y="66"/>
                      <a:pt x="86" y="66"/>
                    </a:cubicBezTo>
                    <a:cubicBezTo>
                      <a:pt x="87" y="70"/>
                      <a:pt x="89" y="66"/>
                      <a:pt x="91" y="68"/>
                    </a:cubicBezTo>
                    <a:cubicBezTo>
                      <a:pt x="90" y="66"/>
                      <a:pt x="91" y="67"/>
                      <a:pt x="91" y="66"/>
                    </a:cubicBezTo>
                    <a:cubicBezTo>
                      <a:pt x="92" y="69"/>
                      <a:pt x="92" y="66"/>
                      <a:pt x="93" y="67"/>
                    </a:cubicBezTo>
                    <a:cubicBezTo>
                      <a:pt x="92" y="65"/>
                      <a:pt x="92" y="65"/>
                      <a:pt x="92" y="65"/>
                    </a:cubicBezTo>
                    <a:cubicBezTo>
                      <a:pt x="93" y="66"/>
                      <a:pt x="92" y="61"/>
                      <a:pt x="94" y="63"/>
                    </a:cubicBezTo>
                    <a:cubicBezTo>
                      <a:pt x="94" y="64"/>
                      <a:pt x="94" y="65"/>
                      <a:pt x="94" y="66"/>
                    </a:cubicBezTo>
                    <a:cubicBezTo>
                      <a:pt x="95" y="68"/>
                      <a:pt x="95" y="63"/>
                      <a:pt x="96" y="66"/>
                    </a:cubicBezTo>
                    <a:cubicBezTo>
                      <a:pt x="96" y="65"/>
                      <a:pt x="95" y="63"/>
                      <a:pt x="96" y="62"/>
                    </a:cubicBezTo>
                    <a:cubicBezTo>
                      <a:pt x="96" y="63"/>
                      <a:pt x="98" y="64"/>
                      <a:pt x="98" y="65"/>
                    </a:cubicBezTo>
                    <a:cubicBezTo>
                      <a:pt x="98" y="64"/>
                      <a:pt x="98" y="64"/>
                      <a:pt x="98" y="64"/>
                    </a:cubicBezTo>
                    <a:cubicBezTo>
                      <a:pt x="99" y="65"/>
                      <a:pt x="98" y="65"/>
                      <a:pt x="98" y="65"/>
                    </a:cubicBezTo>
                    <a:cubicBezTo>
                      <a:pt x="99" y="66"/>
                      <a:pt x="99" y="65"/>
                      <a:pt x="100" y="64"/>
                    </a:cubicBezTo>
                    <a:cubicBezTo>
                      <a:pt x="101" y="65"/>
                      <a:pt x="101" y="64"/>
                      <a:pt x="102" y="65"/>
                    </a:cubicBezTo>
                    <a:cubicBezTo>
                      <a:pt x="102" y="63"/>
                      <a:pt x="104" y="66"/>
                      <a:pt x="103" y="63"/>
                    </a:cubicBezTo>
                    <a:cubicBezTo>
                      <a:pt x="104" y="64"/>
                      <a:pt x="104" y="64"/>
                      <a:pt x="104" y="64"/>
                    </a:cubicBezTo>
                    <a:cubicBezTo>
                      <a:pt x="104" y="63"/>
                      <a:pt x="103" y="61"/>
                      <a:pt x="104" y="60"/>
                    </a:cubicBezTo>
                    <a:cubicBezTo>
                      <a:pt x="104" y="62"/>
                      <a:pt x="104" y="62"/>
                      <a:pt x="104" y="62"/>
                    </a:cubicBezTo>
                    <a:cubicBezTo>
                      <a:pt x="105" y="65"/>
                      <a:pt x="105" y="63"/>
                      <a:pt x="106" y="64"/>
                    </a:cubicBezTo>
                    <a:cubicBezTo>
                      <a:pt x="105" y="62"/>
                      <a:pt x="106" y="64"/>
                      <a:pt x="106" y="62"/>
                    </a:cubicBezTo>
                    <a:cubicBezTo>
                      <a:pt x="106" y="62"/>
                      <a:pt x="106" y="62"/>
                      <a:pt x="106" y="62"/>
                    </a:cubicBezTo>
                    <a:cubicBezTo>
                      <a:pt x="106" y="61"/>
                      <a:pt x="106" y="61"/>
                      <a:pt x="106" y="60"/>
                    </a:cubicBezTo>
                    <a:cubicBezTo>
                      <a:pt x="107" y="60"/>
                      <a:pt x="107" y="62"/>
                      <a:pt x="107" y="62"/>
                    </a:cubicBezTo>
                    <a:cubicBezTo>
                      <a:pt x="108" y="63"/>
                      <a:pt x="108" y="62"/>
                      <a:pt x="108" y="62"/>
                    </a:cubicBezTo>
                    <a:cubicBezTo>
                      <a:pt x="108" y="62"/>
                      <a:pt x="108" y="62"/>
                      <a:pt x="108" y="61"/>
                    </a:cubicBezTo>
                    <a:cubicBezTo>
                      <a:pt x="108" y="62"/>
                      <a:pt x="108" y="62"/>
                      <a:pt x="108" y="62"/>
                    </a:cubicBezTo>
                    <a:cubicBezTo>
                      <a:pt x="108" y="62"/>
                      <a:pt x="108" y="61"/>
                      <a:pt x="109" y="61"/>
                    </a:cubicBezTo>
                    <a:cubicBezTo>
                      <a:pt x="109" y="61"/>
                      <a:pt x="109" y="61"/>
                      <a:pt x="109" y="61"/>
                    </a:cubicBezTo>
                    <a:cubicBezTo>
                      <a:pt x="108" y="62"/>
                      <a:pt x="108" y="62"/>
                      <a:pt x="108" y="62"/>
                    </a:cubicBezTo>
                    <a:cubicBezTo>
                      <a:pt x="108" y="62"/>
                      <a:pt x="109" y="62"/>
                      <a:pt x="109" y="62"/>
                    </a:cubicBezTo>
                    <a:cubicBezTo>
                      <a:pt x="109" y="62"/>
                      <a:pt x="109" y="62"/>
                      <a:pt x="109" y="62"/>
                    </a:cubicBezTo>
                    <a:cubicBezTo>
                      <a:pt x="109" y="62"/>
                      <a:pt x="109" y="62"/>
                      <a:pt x="109" y="62"/>
                    </a:cubicBezTo>
                    <a:cubicBezTo>
                      <a:pt x="110" y="64"/>
                      <a:pt x="110" y="64"/>
                      <a:pt x="110" y="64"/>
                    </a:cubicBezTo>
                    <a:cubicBezTo>
                      <a:pt x="110" y="64"/>
                      <a:pt x="110" y="62"/>
                      <a:pt x="110" y="61"/>
                    </a:cubicBezTo>
                    <a:cubicBezTo>
                      <a:pt x="112" y="62"/>
                      <a:pt x="113" y="60"/>
                      <a:pt x="114" y="59"/>
                    </a:cubicBezTo>
                    <a:cubicBezTo>
                      <a:pt x="113" y="59"/>
                      <a:pt x="114" y="60"/>
                      <a:pt x="114" y="60"/>
                    </a:cubicBezTo>
                    <a:cubicBezTo>
                      <a:pt x="114" y="59"/>
                      <a:pt x="114" y="58"/>
                      <a:pt x="114" y="59"/>
                    </a:cubicBezTo>
                    <a:cubicBezTo>
                      <a:pt x="114" y="58"/>
                      <a:pt x="115" y="60"/>
                      <a:pt x="116" y="60"/>
                    </a:cubicBezTo>
                    <a:cubicBezTo>
                      <a:pt x="116" y="60"/>
                      <a:pt x="115" y="58"/>
                      <a:pt x="115" y="58"/>
                    </a:cubicBezTo>
                    <a:cubicBezTo>
                      <a:pt x="117" y="60"/>
                      <a:pt x="117" y="56"/>
                      <a:pt x="118" y="57"/>
                    </a:cubicBezTo>
                    <a:cubicBezTo>
                      <a:pt x="118" y="58"/>
                      <a:pt x="118" y="58"/>
                      <a:pt x="119" y="59"/>
                    </a:cubicBezTo>
                    <a:cubicBezTo>
                      <a:pt x="119" y="58"/>
                      <a:pt x="120" y="57"/>
                      <a:pt x="120" y="55"/>
                    </a:cubicBezTo>
                    <a:cubicBezTo>
                      <a:pt x="120" y="57"/>
                      <a:pt x="120" y="57"/>
                      <a:pt x="120" y="57"/>
                    </a:cubicBezTo>
                    <a:cubicBezTo>
                      <a:pt x="121" y="57"/>
                      <a:pt x="121" y="56"/>
                      <a:pt x="121" y="55"/>
                    </a:cubicBezTo>
                    <a:cubicBezTo>
                      <a:pt x="120" y="54"/>
                      <a:pt x="121" y="52"/>
                      <a:pt x="121" y="53"/>
                    </a:cubicBezTo>
                    <a:cubicBezTo>
                      <a:pt x="121" y="53"/>
                      <a:pt x="121" y="53"/>
                      <a:pt x="121" y="53"/>
                    </a:cubicBezTo>
                    <a:cubicBezTo>
                      <a:pt x="122" y="52"/>
                      <a:pt x="122" y="52"/>
                      <a:pt x="122" y="52"/>
                    </a:cubicBezTo>
                    <a:cubicBezTo>
                      <a:pt x="123" y="52"/>
                      <a:pt x="122" y="52"/>
                      <a:pt x="122" y="53"/>
                    </a:cubicBezTo>
                    <a:cubicBezTo>
                      <a:pt x="123" y="55"/>
                      <a:pt x="124" y="54"/>
                      <a:pt x="125" y="54"/>
                    </a:cubicBezTo>
                    <a:cubicBezTo>
                      <a:pt x="124" y="53"/>
                      <a:pt x="124" y="53"/>
                      <a:pt x="124" y="53"/>
                    </a:cubicBezTo>
                    <a:cubicBezTo>
                      <a:pt x="125" y="52"/>
                      <a:pt x="125" y="54"/>
                      <a:pt x="125" y="54"/>
                    </a:cubicBezTo>
                    <a:cubicBezTo>
                      <a:pt x="125" y="49"/>
                      <a:pt x="125" y="49"/>
                      <a:pt x="125" y="49"/>
                    </a:cubicBezTo>
                    <a:cubicBezTo>
                      <a:pt x="125" y="49"/>
                      <a:pt x="126" y="51"/>
                      <a:pt x="126" y="52"/>
                    </a:cubicBezTo>
                    <a:cubicBezTo>
                      <a:pt x="127" y="51"/>
                      <a:pt x="126" y="48"/>
                      <a:pt x="126" y="46"/>
                    </a:cubicBezTo>
                    <a:cubicBezTo>
                      <a:pt x="127" y="47"/>
                      <a:pt x="127" y="45"/>
                      <a:pt x="128" y="45"/>
                    </a:cubicBezTo>
                    <a:cubicBezTo>
                      <a:pt x="128" y="46"/>
                      <a:pt x="127" y="45"/>
                      <a:pt x="128" y="46"/>
                    </a:cubicBezTo>
                    <a:cubicBezTo>
                      <a:pt x="129" y="47"/>
                      <a:pt x="129" y="47"/>
                      <a:pt x="129" y="47"/>
                    </a:cubicBezTo>
                    <a:cubicBezTo>
                      <a:pt x="128" y="48"/>
                      <a:pt x="130" y="50"/>
                      <a:pt x="130" y="51"/>
                    </a:cubicBezTo>
                    <a:cubicBezTo>
                      <a:pt x="130" y="50"/>
                      <a:pt x="132" y="50"/>
                      <a:pt x="132" y="50"/>
                    </a:cubicBezTo>
                    <a:cubicBezTo>
                      <a:pt x="131" y="48"/>
                      <a:pt x="133" y="49"/>
                      <a:pt x="132" y="46"/>
                    </a:cubicBezTo>
                    <a:cubicBezTo>
                      <a:pt x="133" y="45"/>
                      <a:pt x="133" y="48"/>
                      <a:pt x="134" y="48"/>
                    </a:cubicBezTo>
                    <a:cubicBezTo>
                      <a:pt x="134" y="47"/>
                      <a:pt x="135" y="47"/>
                      <a:pt x="136" y="47"/>
                    </a:cubicBezTo>
                    <a:cubicBezTo>
                      <a:pt x="136" y="47"/>
                      <a:pt x="136" y="47"/>
                      <a:pt x="136" y="47"/>
                    </a:cubicBezTo>
                    <a:cubicBezTo>
                      <a:pt x="137" y="46"/>
                      <a:pt x="138" y="46"/>
                      <a:pt x="138" y="44"/>
                    </a:cubicBezTo>
                    <a:cubicBezTo>
                      <a:pt x="139" y="45"/>
                      <a:pt x="139" y="45"/>
                      <a:pt x="139" y="45"/>
                    </a:cubicBezTo>
                    <a:cubicBezTo>
                      <a:pt x="140" y="46"/>
                      <a:pt x="137" y="42"/>
                      <a:pt x="139" y="43"/>
                    </a:cubicBezTo>
                    <a:cubicBezTo>
                      <a:pt x="139" y="44"/>
                      <a:pt x="139" y="44"/>
                      <a:pt x="139" y="44"/>
                    </a:cubicBezTo>
                    <a:cubicBezTo>
                      <a:pt x="139" y="43"/>
                      <a:pt x="141" y="45"/>
                      <a:pt x="141" y="43"/>
                    </a:cubicBezTo>
                    <a:cubicBezTo>
                      <a:pt x="141" y="44"/>
                      <a:pt x="141" y="44"/>
                      <a:pt x="141" y="44"/>
                    </a:cubicBezTo>
                    <a:cubicBezTo>
                      <a:pt x="141" y="43"/>
                      <a:pt x="142" y="43"/>
                      <a:pt x="142" y="41"/>
                    </a:cubicBezTo>
                    <a:cubicBezTo>
                      <a:pt x="143" y="43"/>
                      <a:pt x="143" y="43"/>
                      <a:pt x="143" y="43"/>
                    </a:cubicBezTo>
                    <a:cubicBezTo>
                      <a:pt x="144" y="44"/>
                      <a:pt x="142" y="41"/>
                      <a:pt x="143" y="42"/>
                    </a:cubicBezTo>
                    <a:cubicBezTo>
                      <a:pt x="143" y="42"/>
                      <a:pt x="144" y="42"/>
                      <a:pt x="144" y="43"/>
                    </a:cubicBezTo>
                    <a:cubicBezTo>
                      <a:pt x="144" y="41"/>
                      <a:pt x="145" y="41"/>
                      <a:pt x="145" y="40"/>
                    </a:cubicBezTo>
                    <a:cubicBezTo>
                      <a:pt x="146" y="42"/>
                      <a:pt x="146" y="42"/>
                      <a:pt x="146" y="42"/>
                    </a:cubicBezTo>
                    <a:cubicBezTo>
                      <a:pt x="149" y="41"/>
                      <a:pt x="153" y="39"/>
                      <a:pt x="154" y="36"/>
                    </a:cubicBezTo>
                    <a:cubicBezTo>
                      <a:pt x="156" y="38"/>
                      <a:pt x="154" y="37"/>
                      <a:pt x="156" y="39"/>
                    </a:cubicBezTo>
                    <a:cubicBezTo>
                      <a:pt x="154" y="37"/>
                      <a:pt x="156" y="38"/>
                      <a:pt x="156" y="37"/>
                    </a:cubicBezTo>
                    <a:cubicBezTo>
                      <a:pt x="156" y="37"/>
                      <a:pt x="156" y="37"/>
                      <a:pt x="156" y="37"/>
                    </a:cubicBezTo>
                    <a:cubicBezTo>
                      <a:pt x="157" y="36"/>
                      <a:pt x="158" y="38"/>
                      <a:pt x="158" y="37"/>
                    </a:cubicBezTo>
                    <a:cubicBezTo>
                      <a:pt x="157" y="36"/>
                      <a:pt x="157" y="36"/>
                      <a:pt x="157" y="36"/>
                    </a:cubicBezTo>
                    <a:cubicBezTo>
                      <a:pt x="157" y="35"/>
                      <a:pt x="160" y="38"/>
                      <a:pt x="158" y="36"/>
                    </a:cubicBezTo>
                    <a:cubicBezTo>
                      <a:pt x="160" y="37"/>
                      <a:pt x="160" y="37"/>
                      <a:pt x="160" y="37"/>
                    </a:cubicBezTo>
                    <a:cubicBezTo>
                      <a:pt x="159" y="34"/>
                      <a:pt x="161" y="37"/>
                      <a:pt x="160" y="35"/>
                    </a:cubicBezTo>
                    <a:cubicBezTo>
                      <a:pt x="160" y="35"/>
                      <a:pt x="160" y="35"/>
                      <a:pt x="160" y="35"/>
                    </a:cubicBezTo>
                    <a:cubicBezTo>
                      <a:pt x="162" y="36"/>
                      <a:pt x="160" y="32"/>
                      <a:pt x="162" y="34"/>
                    </a:cubicBezTo>
                    <a:cubicBezTo>
                      <a:pt x="162" y="33"/>
                      <a:pt x="162" y="32"/>
                      <a:pt x="161" y="30"/>
                    </a:cubicBezTo>
                    <a:cubicBezTo>
                      <a:pt x="163" y="33"/>
                      <a:pt x="163" y="33"/>
                      <a:pt x="163" y="33"/>
                    </a:cubicBezTo>
                    <a:cubicBezTo>
                      <a:pt x="164" y="30"/>
                      <a:pt x="167" y="29"/>
                      <a:pt x="167" y="26"/>
                    </a:cubicBezTo>
                    <a:cubicBezTo>
                      <a:pt x="168" y="27"/>
                      <a:pt x="168" y="27"/>
                      <a:pt x="168" y="27"/>
                    </a:cubicBezTo>
                    <a:cubicBezTo>
                      <a:pt x="168" y="24"/>
                      <a:pt x="172" y="27"/>
                      <a:pt x="170" y="23"/>
                    </a:cubicBezTo>
                    <a:cubicBezTo>
                      <a:pt x="169" y="21"/>
                      <a:pt x="169" y="21"/>
                      <a:pt x="169" y="21"/>
                    </a:cubicBezTo>
                    <a:cubicBezTo>
                      <a:pt x="171" y="23"/>
                      <a:pt x="171" y="23"/>
                      <a:pt x="171" y="23"/>
                    </a:cubicBezTo>
                    <a:cubicBezTo>
                      <a:pt x="170" y="22"/>
                      <a:pt x="172" y="22"/>
                      <a:pt x="171" y="20"/>
                    </a:cubicBezTo>
                    <a:cubicBezTo>
                      <a:pt x="171" y="21"/>
                      <a:pt x="171" y="21"/>
                      <a:pt x="172" y="21"/>
                    </a:cubicBezTo>
                    <a:cubicBezTo>
                      <a:pt x="172" y="21"/>
                      <a:pt x="171" y="19"/>
                      <a:pt x="172" y="19"/>
                    </a:cubicBezTo>
                    <a:cubicBezTo>
                      <a:pt x="172" y="20"/>
                      <a:pt x="172" y="20"/>
                      <a:pt x="172" y="20"/>
                    </a:cubicBezTo>
                    <a:cubicBezTo>
                      <a:pt x="177" y="20"/>
                      <a:pt x="182" y="19"/>
                      <a:pt x="180" y="14"/>
                    </a:cubicBezTo>
                    <a:cubicBezTo>
                      <a:pt x="180" y="13"/>
                      <a:pt x="182" y="15"/>
                      <a:pt x="182" y="15"/>
                    </a:cubicBezTo>
                    <a:cubicBezTo>
                      <a:pt x="181" y="11"/>
                      <a:pt x="188" y="11"/>
                      <a:pt x="185" y="6"/>
                    </a:cubicBezTo>
                    <a:cubicBezTo>
                      <a:pt x="185" y="4"/>
                      <a:pt x="180" y="0"/>
                      <a:pt x="18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9" name="Freeform 342"/>
              <p:cNvSpPr/>
              <p:nvPr/>
            </p:nvSpPr>
            <p:spPr bwMode="auto">
              <a:xfrm>
                <a:off x="3757" y="2934"/>
                <a:ext cx="2" cy="2"/>
              </a:xfrm>
              <a:custGeom>
                <a:avLst/>
                <a:gdLst>
                  <a:gd name="T0" fmla="*/ 0 w 1"/>
                  <a:gd name="T1" fmla="*/ 0 h 1"/>
                  <a:gd name="T2" fmla="*/ 1 w 1"/>
                  <a:gd name="T3" fmla="*/ 0 h 1"/>
                  <a:gd name="T4" fmla="*/ 0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0" y="0"/>
                      <a:pt x="0" y="0"/>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0" name="Freeform 343"/>
              <p:cNvSpPr/>
              <p:nvPr/>
            </p:nvSpPr>
            <p:spPr bwMode="auto">
              <a:xfrm>
                <a:off x="4226" y="2525"/>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1" name="Freeform 344"/>
              <p:cNvSpPr/>
              <p:nvPr/>
            </p:nvSpPr>
            <p:spPr bwMode="auto">
              <a:xfrm>
                <a:off x="3752" y="2940"/>
                <a:ext cx="3" cy="3"/>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1"/>
                      <a:pt x="0" y="1"/>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2" name="Freeform 345"/>
              <p:cNvSpPr/>
              <p:nvPr/>
            </p:nvSpPr>
            <p:spPr bwMode="auto">
              <a:xfrm>
                <a:off x="3975" y="29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3" name="Freeform 346"/>
              <p:cNvSpPr/>
              <p:nvPr/>
            </p:nvSpPr>
            <p:spPr bwMode="auto">
              <a:xfrm>
                <a:off x="3905" y="22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4" name="Freeform 347"/>
              <p:cNvSpPr/>
              <p:nvPr/>
            </p:nvSpPr>
            <p:spPr bwMode="auto">
              <a:xfrm>
                <a:off x="4289" y="255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0"/>
                      <a:pt x="0" y="1"/>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5" name="Freeform 348"/>
              <p:cNvSpPr/>
              <p:nvPr/>
            </p:nvSpPr>
            <p:spPr bwMode="auto">
              <a:xfrm>
                <a:off x="3899" y="2262"/>
                <a:ext cx="2" cy="2"/>
              </a:xfrm>
              <a:custGeom>
                <a:avLst/>
                <a:gdLst>
                  <a:gd name="T0" fmla="*/ 2 w 2"/>
                  <a:gd name="T1" fmla="*/ 0 h 2"/>
                  <a:gd name="T2" fmla="*/ 0 w 2"/>
                  <a:gd name="T3" fmla="*/ 2 h 2"/>
                  <a:gd name="T4" fmla="*/ 0 w 2"/>
                  <a:gd name="T5" fmla="*/ 0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0" y="0"/>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6" name="Freeform 349"/>
              <p:cNvSpPr/>
              <p:nvPr/>
            </p:nvSpPr>
            <p:spPr bwMode="auto">
              <a:xfrm>
                <a:off x="3939" y="2926"/>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7" name="Freeform 350"/>
              <p:cNvSpPr/>
              <p:nvPr/>
            </p:nvSpPr>
            <p:spPr bwMode="auto">
              <a:xfrm>
                <a:off x="3888" y="2281"/>
                <a:ext cx="2" cy="4"/>
              </a:xfrm>
              <a:custGeom>
                <a:avLst/>
                <a:gdLst>
                  <a:gd name="T0" fmla="*/ 2 w 2"/>
                  <a:gd name="T1" fmla="*/ 0 h 4"/>
                  <a:gd name="T2" fmla="*/ 2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2" y="0"/>
                    </a:lnTo>
                    <a:lnTo>
                      <a:pt x="0" y="4"/>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8" name="Freeform 351"/>
              <p:cNvSpPr/>
              <p:nvPr/>
            </p:nvSpPr>
            <p:spPr bwMode="auto">
              <a:xfrm>
                <a:off x="3842" y="2270"/>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2"/>
                      <a:pt x="0" y="0"/>
                      <a:pt x="1"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9" name="Freeform 352"/>
              <p:cNvSpPr/>
              <p:nvPr/>
            </p:nvSpPr>
            <p:spPr bwMode="auto">
              <a:xfrm>
                <a:off x="3844" y="2268"/>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0" name="Freeform 353"/>
              <p:cNvSpPr/>
              <p:nvPr/>
            </p:nvSpPr>
            <p:spPr bwMode="auto">
              <a:xfrm>
                <a:off x="3899" y="2272"/>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1" name="Freeform 354"/>
              <p:cNvSpPr/>
              <p:nvPr/>
            </p:nvSpPr>
            <p:spPr bwMode="auto">
              <a:xfrm>
                <a:off x="3776" y="298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2" name="Freeform 355"/>
              <p:cNvSpPr/>
              <p:nvPr/>
            </p:nvSpPr>
            <p:spPr bwMode="auto">
              <a:xfrm>
                <a:off x="3795" y="2985"/>
                <a:ext cx="2" cy="6"/>
              </a:xfrm>
              <a:custGeom>
                <a:avLst/>
                <a:gdLst>
                  <a:gd name="T0" fmla="*/ 1 w 1"/>
                  <a:gd name="T1" fmla="*/ 2 h 3"/>
                  <a:gd name="T2" fmla="*/ 0 w 1"/>
                  <a:gd name="T3" fmla="*/ 1 h 3"/>
                  <a:gd name="T4" fmla="*/ 1 w 1"/>
                  <a:gd name="T5" fmla="*/ 2 h 3"/>
                </a:gdLst>
                <a:ahLst/>
                <a:cxnLst>
                  <a:cxn ang="0">
                    <a:pos x="T0" y="T1"/>
                  </a:cxn>
                  <a:cxn ang="0">
                    <a:pos x="T2" y="T3"/>
                  </a:cxn>
                  <a:cxn ang="0">
                    <a:pos x="T4" y="T5"/>
                  </a:cxn>
                </a:cxnLst>
                <a:rect l="0" t="0" r="r" b="b"/>
                <a:pathLst>
                  <a:path w="1" h="3">
                    <a:moveTo>
                      <a:pt x="1" y="2"/>
                    </a:moveTo>
                    <a:cubicBezTo>
                      <a:pt x="1" y="0"/>
                      <a:pt x="0" y="1"/>
                      <a:pt x="0" y="1"/>
                    </a:cubicBezTo>
                    <a:cubicBezTo>
                      <a:pt x="0" y="3"/>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3" name="Freeform 356"/>
              <p:cNvSpPr/>
              <p:nvPr/>
            </p:nvSpPr>
            <p:spPr bwMode="auto">
              <a:xfrm>
                <a:off x="3765" y="2972"/>
                <a:ext cx="7" cy="2"/>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1" y="1"/>
                      <a:pt x="2" y="1"/>
                      <a:pt x="3"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4" name="Freeform 357"/>
              <p:cNvSpPr/>
              <p:nvPr/>
            </p:nvSpPr>
            <p:spPr bwMode="auto">
              <a:xfrm>
                <a:off x="3803" y="2985"/>
                <a:ext cx="3"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5" name="Freeform 358"/>
              <p:cNvSpPr/>
              <p:nvPr/>
            </p:nvSpPr>
            <p:spPr bwMode="auto">
              <a:xfrm>
                <a:off x="3479"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6" name="Freeform 359"/>
              <p:cNvSpPr/>
              <p:nvPr/>
            </p:nvSpPr>
            <p:spPr bwMode="auto">
              <a:xfrm>
                <a:off x="3761" y="2966"/>
                <a:ext cx="2" cy="4"/>
              </a:xfrm>
              <a:custGeom>
                <a:avLst/>
                <a:gdLst>
                  <a:gd name="T0" fmla="*/ 1 w 1"/>
                  <a:gd name="T1" fmla="*/ 0 h 2"/>
                  <a:gd name="T2" fmla="*/ 0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1"/>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7" name="Freeform 360"/>
              <p:cNvSpPr/>
              <p:nvPr/>
            </p:nvSpPr>
            <p:spPr bwMode="auto">
              <a:xfrm>
                <a:off x="3943" y="2966"/>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8" name="Freeform 361"/>
              <p:cNvSpPr/>
              <p:nvPr/>
            </p:nvSpPr>
            <p:spPr bwMode="auto">
              <a:xfrm>
                <a:off x="4003" y="294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9" name="Freeform 362"/>
              <p:cNvSpPr/>
              <p:nvPr/>
            </p:nvSpPr>
            <p:spPr bwMode="auto">
              <a:xfrm>
                <a:off x="4003" y="29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0" name="Freeform 363"/>
              <p:cNvSpPr/>
              <p:nvPr/>
            </p:nvSpPr>
            <p:spPr bwMode="auto">
              <a:xfrm>
                <a:off x="3996" y="2951"/>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1" name="Freeform 364"/>
              <p:cNvSpPr/>
              <p:nvPr/>
            </p:nvSpPr>
            <p:spPr bwMode="auto">
              <a:xfrm>
                <a:off x="3757" y="3023"/>
                <a:ext cx="4" cy="4"/>
              </a:xfrm>
              <a:custGeom>
                <a:avLst/>
                <a:gdLst>
                  <a:gd name="T0" fmla="*/ 1 w 2"/>
                  <a:gd name="T1" fmla="*/ 0 h 2"/>
                  <a:gd name="T2" fmla="*/ 1 w 2"/>
                  <a:gd name="T3" fmla="*/ 2 h 2"/>
                  <a:gd name="T4" fmla="*/ 1 w 2"/>
                  <a:gd name="T5" fmla="*/ 0 h 2"/>
                </a:gdLst>
                <a:ahLst/>
                <a:cxnLst>
                  <a:cxn ang="0">
                    <a:pos x="T0" y="T1"/>
                  </a:cxn>
                  <a:cxn ang="0">
                    <a:pos x="T2" y="T3"/>
                  </a:cxn>
                  <a:cxn ang="0">
                    <a:pos x="T4" y="T5"/>
                  </a:cxn>
                </a:cxnLst>
                <a:rect l="0" t="0" r="r" b="b"/>
                <a:pathLst>
                  <a:path w="2" h="2">
                    <a:moveTo>
                      <a:pt x="1" y="0"/>
                    </a:moveTo>
                    <a:cubicBezTo>
                      <a:pt x="0" y="2"/>
                      <a:pt x="2" y="1"/>
                      <a:pt x="1" y="2"/>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2" name="Freeform 365"/>
              <p:cNvSpPr/>
              <p:nvPr/>
            </p:nvSpPr>
            <p:spPr bwMode="auto">
              <a:xfrm>
                <a:off x="4003" y="2949"/>
                <a:ext cx="0" cy="4"/>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2"/>
                      <a:pt x="0" y="0"/>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3" name="Freeform 366"/>
              <p:cNvSpPr/>
              <p:nvPr/>
            </p:nvSpPr>
            <p:spPr bwMode="auto">
              <a:xfrm>
                <a:off x="3869" y="293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4" name="Freeform 367"/>
              <p:cNvSpPr/>
              <p:nvPr/>
            </p:nvSpPr>
            <p:spPr bwMode="auto">
              <a:xfrm>
                <a:off x="4026" y="2926"/>
                <a:ext cx="2" cy="4"/>
              </a:xfrm>
              <a:custGeom>
                <a:avLst/>
                <a:gdLst>
                  <a:gd name="T0" fmla="*/ 0 w 2"/>
                  <a:gd name="T1" fmla="*/ 0 h 4"/>
                  <a:gd name="T2" fmla="*/ 2 w 2"/>
                  <a:gd name="T3" fmla="*/ 4 h 4"/>
                  <a:gd name="T4" fmla="*/ 2 w 2"/>
                  <a:gd name="T5" fmla="*/ 4 h 4"/>
                  <a:gd name="T6" fmla="*/ 0 w 2"/>
                  <a:gd name="T7" fmla="*/ 0 h 4"/>
                </a:gdLst>
                <a:ahLst/>
                <a:cxnLst>
                  <a:cxn ang="0">
                    <a:pos x="T0" y="T1"/>
                  </a:cxn>
                  <a:cxn ang="0">
                    <a:pos x="T2" y="T3"/>
                  </a:cxn>
                  <a:cxn ang="0">
                    <a:pos x="T4" y="T5"/>
                  </a:cxn>
                  <a:cxn ang="0">
                    <a:pos x="T6" y="T7"/>
                  </a:cxn>
                </a:cxnLst>
                <a:rect l="0" t="0" r="r" b="b"/>
                <a:pathLst>
                  <a:path w="2" h="4">
                    <a:moveTo>
                      <a:pt x="0" y="0"/>
                    </a:moveTo>
                    <a:lnTo>
                      <a:pt x="2" y="4"/>
                    </a:lnTo>
                    <a:lnTo>
                      <a:pt x="2"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5" name="Rectangle 368"/>
              <p:cNvSpPr>
                <a:spLocks noChangeArrowheads="1"/>
              </p:cNvSpPr>
              <p:nvPr/>
            </p:nvSpPr>
            <p:spPr bwMode="auto">
              <a:xfrm>
                <a:off x="4275" y="2542"/>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6" name="Oval 369"/>
              <p:cNvSpPr>
                <a:spLocks noChangeArrowheads="1"/>
              </p:cNvSpPr>
              <p:nvPr/>
            </p:nvSpPr>
            <p:spPr bwMode="auto">
              <a:xfrm>
                <a:off x="3472" y="207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7" name="Freeform 370"/>
              <p:cNvSpPr/>
              <p:nvPr/>
            </p:nvSpPr>
            <p:spPr bwMode="auto">
              <a:xfrm>
                <a:off x="4219" y="2518"/>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8" name="Freeform 371"/>
              <p:cNvSpPr/>
              <p:nvPr/>
            </p:nvSpPr>
            <p:spPr bwMode="auto">
              <a:xfrm>
                <a:off x="4230" y="2525"/>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9" name="Freeform 372"/>
              <p:cNvSpPr/>
              <p:nvPr/>
            </p:nvSpPr>
            <p:spPr bwMode="auto">
              <a:xfrm>
                <a:off x="3472"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0" name="Freeform 373"/>
              <p:cNvSpPr/>
              <p:nvPr/>
            </p:nvSpPr>
            <p:spPr bwMode="auto">
              <a:xfrm>
                <a:off x="4217" y="2482"/>
                <a:ext cx="145" cy="117"/>
              </a:xfrm>
              <a:custGeom>
                <a:avLst/>
                <a:gdLst>
                  <a:gd name="T0" fmla="*/ 63 w 68"/>
                  <a:gd name="T1" fmla="*/ 35 h 55"/>
                  <a:gd name="T2" fmla="*/ 47 w 68"/>
                  <a:gd name="T3" fmla="*/ 21 h 55"/>
                  <a:gd name="T4" fmla="*/ 43 w 68"/>
                  <a:gd name="T5" fmla="*/ 21 h 55"/>
                  <a:gd name="T6" fmla="*/ 40 w 68"/>
                  <a:gd name="T7" fmla="*/ 15 h 55"/>
                  <a:gd name="T8" fmla="*/ 35 w 68"/>
                  <a:gd name="T9" fmla="*/ 11 h 55"/>
                  <a:gd name="T10" fmla="*/ 29 w 68"/>
                  <a:gd name="T11" fmla="*/ 6 h 55"/>
                  <a:gd name="T12" fmla="*/ 24 w 68"/>
                  <a:gd name="T13" fmla="*/ 7 h 55"/>
                  <a:gd name="T14" fmla="*/ 16 w 68"/>
                  <a:gd name="T15" fmla="*/ 6 h 55"/>
                  <a:gd name="T16" fmla="*/ 13 w 68"/>
                  <a:gd name="T17" fmla="*/ 5 h 55"/>
                  <a:gd name="T18" fmla="*/ 10 w 68"/>
                  <a:gd name="T19" fmla="*/ 1 h 55"/>
                  <a:gd name="T20" fmla="*/ 9 w 68"/>
                  <a:gd name="T21" fmla="*/ 1 h 55"/>
                  <a:gd name="T22" fmla="*/ 5 w 68"/>
                  <a:gd name="T23" fmla="*/ 2 h 55"/>
                  <a:gd name="T24" fmla="*/ 2 w 68"/>
                  <a:gd name="T25" fmla="*/ 3 h 55"/>
                  <a:gd name="T26" fmla="*/ 2 w 68"/>
                  <a:gd name="T27" fmla="*/ 6 h 55"/>
                  <a:gd name="T28" fmla="*/ 5 w 68"/>
                  <a:gd name="T29" fmla="*/ 8 h 55"/>
                  <a:gd name="T30" fmla="*/ 4 w 68"/>
                  <a:gd name="T31" fmla="*/ 10 h 55"/>
                  <a:gd name="T32" fmla="*/ 6 w 68"/>
                  <a:gd name="T33" fmla="*/ 13 h 55"/>
                  <a:gd name="T34" fmla="*/ 4 w 68"/>
                  <a:gd name="T35" fmla="*/ 16 h 55"/>
                  <a:gd name="T36" fmla="*/ 2 w 68"/>
                  <a:gd name="T37" fmla="*/ 19 h 55"/>
                  <a:gd name="T38" fmla="*/ 6 w 68"/>
                  <a:gd name="T39" fmla="*/ 16 h 55"/>
                  <a:gd name="T40" fmla="*/ 9 w 68"/>
                  <a:gd name="T41" fmla="*/ 13 h 55"/>
                  <a:gd name="T42" fmla="*/ 7 w 68"/>
                  <a:gd name="T43" fmla="*/ 19 h 55"/>
                  <a:gd name="T44" fmla="*/ 8 w 68"/>
                  <a:gd name="T45" fmla="*/ 18 h 55"/>
                  <a:gd name="T46" fmla="*/ 8 w 68"/>
                  <a:gd name="T47" fmla="*/ 21 h 55"/>
                  <a:gd name="T48" fmla="*/ 9 w 68"/>
                  <a:gd name="T49" fmla="*/ 21 h 55"/>
                  <a:gd name="T50" fmla="*/ 10 w 68"/>
                  <a:gd name="T51" fmla="*/ 22 h 55"/>
                  <a:gd name="T52" fmla="*/ 15 w 68"/>
                  <a:gd name="T53" fmla="*/ 17 h 55"/>
                  <a:gd name="T54" fmla="*/ 11 w 68"/>
                  <a:gd name="T55" fmla="*/ 23 h 55"/>
                  <a:gd name="T56" fmla="*/ 13 w 68"/>
                  <a:gd name="T57" fmla="*/ 23 h 55"/>
                  <a:gd name="T58" fmla="*/ 16 w 68"/>
                  <a:gd name="T59" fmla="*/ 23 h 55"/>
                  <a:gd name="T60" fmla="*/ 18 w 68"/>
                  <a:gd name="T61" fmla="*/ 24 h 55"/>
                  <a:gd name="T62" fmla="*/ 18 w 68"/>
                  <a:gd name="T63" fmla="*/ 24 h 55"/>
                  <a:gd name="T64" fmla="*/ 21 w 68"/>
                  <a:gd name="T65" fmla="*/ 24 h 55"/>
                  <a:gd name="T66" fmla="*/ 23 w 68"/>
                  <a:gd name="T67" fmla="*/ 23 h 55"/>
                  <a:gd name="T68" fmla="*/ 22 w 68"/>
                  <a:gd name="T69" fmla="*/ 26 h 55"/>
                  <a:gd name="T70" fmla="*/ 25 w 68"/>
                  <a:gd name="T71" fmla="*/ 24 h 55"/>
                  <a:gd name="T72" fmla="*/ 24 w 68"/>
                  <a:gd name="T73" fmla="*/ 27 h 55"/>
                  <a:gd name="T74" fmla="*/ 26 w 68"/>
                  <a:gd name="T75" fmla="*/ 29 h 55"/>
                  <a:gd name="T76" fmla="*/ 28 w 68"/>
                  <a:gd name="T77" fmla="*/ 30 h 55"/>
                  <a:gd name="T78" fmla="*/ 29 w 68"/>
                  <a:gd name="T79" fmla="*/ 32 h 55"/>
                  <a:gd name="T80" fmla="*/ 31 w 68"/>
                  <a:gd name="T81" fmla="*/ 31 h 55"/>
                  <a:gd name="T82" fmla="*/ 32 w 68"/>
                  <a:gd name="T83" fmla="*/ 32 h 55"/>
                  <a:gd name="T84" fmla="*/ 31 w 68"/>
                  <a:gd name="T85" fmla="*/ 33 h 55"/>
                  <a:gd name="T86" fmla="*/ 34 w 68"/>
                  <a:gd name="T87" fmla="*/ 34 h 55"/>
                  <a:gd name="T88" fmla="*/ 37 w 68"/>
                  <a:gd name="T89" fmla="*/ 34 h 55"/>
                  <a:gd name="T90" fmla="*/ 39 w 68"/>
                  <a:gd name="T91" fmla="*/ 34 h 55"/>
                  <a:gd name="T92" fmla="*/ 44 w 68"/>
                  <a:gd name="T93" fmla="*/ 32 h 55"/>
                  <a:gd name="T94" fmla="*/ 43 w 68"/>
                  <a:gd name="T95" fmla="*/ 36 h 55"/>
                  <a:gd name="T96" fmla="*/ 46 w 68"/>
                  <a:gd name="T97" fmla="*/ 36 h 55"/>
                  <a:gd name="T98" fmla="*/ 47 w 68"/>
                  <a:gd name="T99" fmla="*/ 38 h 55"/>
                  <a:gd name="T100" fmla="*/ 48 w 68"/>
                  <a:gd name="T101" fmla="*/ 43 h 55"/>
                  <a:gd name="T102" fmla="*/ 50 w 68"/>
                  <a:gd name="T103" fmla="*/ 44 h 55"/>
                  <a:gd name="T104" fmla="*/ 58 w 68"/>
                  <a:gd name="T105" fmla="*/ 45 h 55"/>
                  <a:gd name="T106" fmla="*/ 58 w 68"/>
                  <a:gd name="T107" fmla="*/ 5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55">
                    <a:moveTo>
                      <a:pt x="66" y="42"/>
                    </a:moveTo>
                    <a:cubicBezTo>
                      <a:pt x="65" y="40"/>
                      <a:pt x="67" y="35"/>
                      <a:pt x="64" y="34"/>
                    </a:cubicBezTo>
                    <a:cubicBezTo>
                      <a:pt x="63" y="35"/>
                      <a:pt x="62" y="35"/>
                      <a:pt x="62" y="36"/>
                    </a:cubicBezTo>
                    <a:cubicBezTo>
                      <a:pt x="62" y="35"/>
                      <a:pt x="62" y="35"/>
                      <a:pt x="62" y="35"/>
                    </a:cubicBezTo>
                    <a:cubicBezTo>
                      <a:pt x="61" y="36"/>
                      <a:pt x="61" y="36"/>
                      <a:pt x="61" y="36"/>
                    </a:cubicBezTo>
                    <a:cubicBezTo>
                      <a:pt x="61" y="36"/>
                      <a:pt x="62" y="35"/>
                      <a:pt x="63" y="35"/>
                    </a:cubicBezTo>
                    <a:cubicBezTo>
                      <a:pt x="62" y="34"/>
                      <a:pt x="61" y="34"/>
                      <a:pt x="61" y="33"/>
                    </a:cubicBezTo>
                    <a:cubicBezTo>
                      <a:pt x="59" y="34"/>
                      <a:pt x="60" y="32"/>
                      <a:pt x="58" y="34"/>
                    </a:cubicBezTo>
                    <a:cubicBezTo>
                      <a:pt x="59" y="33"/>
                      <a:pt x="59" y="33"/>
                      <a:pt x="59" y="33"/>
                    </a:cubicBezTo>
                    <a:cubicBezTo>
                      <a:pt x="58" y="33"/>
                      <a:pt x="58" y="33"/>
                      <a:pt x="59" y="31"/>
                    </a:cubicBezTo>
                    <a:cubicBezTo>
                      <a:pt x="59" y="28"/>
                      <a:pt x="56" y="27"/>
                      <a:pt x="55" y="24"/>
                    </a:cubicBezTo>
                    <a:cubicBezTo>
                      <a:pt x="53" y="22"/>
                      <a:pt x="50" y="22"/>
                      <a:pt x="47" y="21"/>
                    </a:cubicBezTo>
                    <a:cubicBezTo>
                      <a:pt x="45" y="23"/>
                      <a:pt x="45" y="22"/>
                      <a:pt x="43" y="23"/>
                    </a:cubicBezTo>
                    <a:cubicBezTo>
                      <a:pt x="44" y="23"/>
                      <a:pt x="44" y="23"/>
                      <a:pt x="44" y="23"/>
                    </a:cubicBezTo>
                    <a:cubicBezTo>
                      <a:pt x="42" y="23"/>
                      <a:pt x="43" y="22"/>
                      <a:pt x="44" y="21"/>
                    </a:cubicBezTo>
                    <a:cubicBezTo>
                      <a:pt x="43" y="22"/>
                      <a:pt x="44" y="21"/>
                      <a:pt x="42" y="22"/>
                    </a:cubicBezTo>
                    <a:cubicBezTo>
                      <a:pt x="41" y="24"/>
                      <a:pt x="44" y="20"/>
                      <a:pt x="43" y="21"/>
                    </a:cubicBezTo>
                    <a:cubicBezTo>
                      <a:pt x="44" y="20"/>
                      <a:pt x="42" y="22"/>
                      <a:pt x="43" y="21"/>
                    </a:cubicBezTo>
                    <a:cubicBezTo>
                      <a:pt x="41" y="22"/>
                      <a:pt x="44" y="20"/>
                      <a:pt x="44" y="18"/>
                    </a:cubicBezTo>
                    <a:cubicBezTo>
                      <a:pt x="43" y="18"/>
                      <a:pt x="41" y="19"/>
                      <a:pt x="41" y="17"/>
                    </a:cubicBezTo>
                    <a:cubicBezTo>
                      <a:pt x="41" y="17"/>
                      <a:pt x="40" y="18"/>
                      <a:pt x="40" y="18"/>
                    </a:cubicBezTo>
                    <a:cubicBezTo>
                      <a:pt x="42" y="16"/>
                      <a:pt x="39" y="19"/>
                      <a:pt x="40" y="17"/>
                    </a:cubicBezTo>
                    <a:cubicBezTo>
                      <a:pt x="40" y="17"/>
                      <a:pt x="40" y="17"/>
                      <a:pt x="40" y="17"/>
                    </a:cubicBezTo>
                    <a:cubicBezTo>
                      <a:pt x="41" y="15"/>
                      <a:pt x="39" y="17"/>
                      <a:pt x="40" y="15"/>
                    </a:cubicBezTo>
                    <a:cubicBezTo>
                      <a:pt x="40" y="15"/>
                      <a:pt x="40" y="15"/>
                      <a:pt x="40" y="15"/>
                    </a:cubicBezTo>
                    <a:cubicBezTo>
                      <a:pt x="38" y="16"/>
                      <a:pt x="40" y="13"/>
                      <a:pt x="39" y="15"/>
                    </a:cubicBezTo>
                    <a:cubicBezTo>
                      <a:pt x="40" y="14"/>
                      <a:pt x="39" y="14"/>
                      <a:pt x="40" y="13"/>
                    </a:cubicBezTo>
                    <a:cubicBezTo>
                      <a:pt x="37" y="16"/>
                      <a:pt x="40" y="12"/>
                      <a:pt x="38" y="13"/>
                    </a:cubicBezTo>
                    <a:cubicBezTo>
                      <a:pt x="38" y="13"/>
                      <a:pt x="38" y="13"/>
                      <a:pt x="38" y="13"/>
                    </a:cubicBezTo>
                    <a:cubicBezTo>
                      <a:pt x="37" y="12"/>
                      <a:pt x="37" y="11"/>
                      <a:pt x="35" y="11"/>
                    </a:cubicBezTo>
                    <a:cubicBezTo>
                      <a:pt x="34" y="11"/>
                      <a:pt x="36" y="8"/>
                      <a:pt x="34" y="9"/>
                    </a:cubicBezTo>
                    <a:cubicBezTo>
                      <a:pt x="33" y="10"/>
                      <a:pt x="33" y="10"/>
                      <a:pt x="33" y="10"/>
                    </a:cubicBezTo>
                    <a:cubicBezTo>
                      <a:pt x="32" y="10"/>
                      <a:pt x="33" y="9"/>
                      <a:pt x="34" y="9"/>
                    </a:cubicBezTo>
                    <a:cubicBezTo>
                      <a:pt x="32" y="10"/>
                      <a:pt x="33" y="8"/>
                      <a:pt x="33" y="7"/>
                    </a:cubicBezTo>
                    <a:cubicBezTo>
                      <a:pt x="32" y="8"/>
                      <a:pt x="32" y="8"/>
                      <a:pt x="32" y="8"/>
                    </a:cubicBezTo>
                    <a:cubicBezTo>
                      <a:pt x="32" y="7"/>
                      <a:pt x="29" y="7"/>
                      <a:pt x="29" y="6"/>
                    </a:cubicBezTo>
                    <a:cubicBezTo>
                      <a:pt x="28" y="9"/>
                      <a:pt x="28" y="7"/>
                      <a:pt x="28" y="8"/>
                    </a:cubicBezTo>
                    <a:cubicBezTo>
                      <a:pt x="28" y="8"/>
                      <a:pt x="28" y="7"/>
                      <a:pt x="28" y="6"/>
                    </a:cubicBezTo>
                    <a:cubicBezTo>
                      <a:pt x="28" y="6"/>
                      <a:pt x="28" y="6"/>
                      <a:pt x="28" y="5"/>
                    </a:cubicBezTo>
                    <a:cubicBezTo>
                      <a:pt x="27" y="6"/>
                      <a:pt x="26" y="7"/>
                      <a:pt x="26" y="7"/>
                    </a:cubicBezTo>
                    <a:cubicBezTo>
                      <a:pt x="27" y="4"/>
                      <a:pt x="26" y="6"/>
                      <a:pt x="26" y="5"/>
                    </a:cubicBezTo>
                    <a:cubicBezTo>
                      <a:pt x="25" y="7"/>
                      <a:pt x="24" y="8"/>
                      <a:pt x="24" y="7"/>
                    </a:cubicBezTo>
                    <a:cubicBezTo>
                      <a:pt x="26" y="5"/>
                      <a:pt x="26" y="5"/>
                      <a:pt x="26" y="5"/>
                    </a:cubicBezTo>
                    <a:cubicBezTo>
                      <a:pt x="24" y="6"/>
                      <a:pt x="24" y="3"/>
                      <a:pt x="22" y="5"/>
                    </a:cubicBezTo>
                    <a:cubicBezTo>
                      <a:pt x="22" y="4"/>
                      <a:pt x="22" y="4"/>
                      <a:pt x="22" y="4"/>
                    </a:cubicBezTo>
                    <a:cubicBezTo>
                      <a:pt x="21" y="5"/>
                      <a:pt x="21" y="3"/>
                      <a:pt x="19" y="5"/>
                    </a:cubicBezTo>
                    <a:cubicBezTo>
                      <a:pt x="19" y="4"/>
                      <a:pt x="19" y="4"/>
                      <a:pt x="19" y="3"/>
                    </a:cubicBezTo>
                    <a:cubicBezTo>
                      <a:pt x="18" y="4"/>
                      <a:pt x="18" y="4"/>
                      <a:pt x="16" y="6"/>
                    </a:cubicBezTo>
                    <a:cubicBezTo>
                      <a:pt x="16" y="6"/>
                      <a:pt x="17" y="5"/>
                      <a:pt x="17" y="4"/>
                    </a:cubicBezTo>
                    <a:cubicBezTo>
                      <a:pt x="17" y="4"/>
                      <a:pt x="18" y="2"/>
                      <a:pt x="16" y="4"/>
                    </a:cubicBezTo>
                    <a:cubicBezTo>
                      <a:pt x="17" y="3"/>
                      <a:pt x="17" y="3"/>
                      <a:pt x="17" y="3"/>
                    </a:cubicBezTo>
                    <a:cubicBezTo>
                      <a:pt x="16" y="4"/>
                      <a:pt x="14" y="5"/>
                      <a:pt x="15" y="3"/>
                    </a:cubicBezTo>
                    <a:cubicBezTo>
                      <a:pt x="14" y="4"/>
                      <a:pt x="14" y="5"/>
                      <a:pt x="13" y="6"/>
                    </a:cubicBezTo>
                    <a:cubicBezTo>
                      <a:pt x="13" y="6"/>
                      <a:pt x="14" y="4"/>
                      <a:pt x="13" y="5"/>
                    </a:cubicBezTo>
                    <a:cubicBezTo>
                      <a:pt x="14" y="4"/>
                      <a:pt x="14" y="4"/>
                      <a:pt x="14" y="4"/>
                    </a:cubicBezTo>
                    <a:cubicBezTo>
                      <a:pt x="14" y="3"/>
                      <a:pt x="13" y="3"/>
                      <a:pt x="12" y="4"/>
                    </a:cubicBezTo>
                    <a:cubicBezTo>
                      <a:pt x="13" y="2"/>
                      <a:pt x="11" y="3"/>
                      <a:pt x="12" y="2"/>
                    </a:cubicBezTo>
                    <a:cubicBezTo>
                      <a:pt x="11" y="3"/>
                      <a:pt x="12" y="1"/>
                      <a:pt x="9" y="3"/>
                    </a:cubicBezTo>
                    <a:cubicBezTo>
                      <a:pt x="10" y="2"/>
                      <a:pt x="10" y="2"/>
                      <a:pt x="10" y="2"/>
                    </a:cubicBezTo>
                    <a:cubicBezTo>
                      <a:pt x="10" y="2"/>
                      <a:pt x="10" y="2"/>
                      <a:pt x="10" y="1"/>
                    </a:cubicBezTo>
                    <a:cubicBezTo>
                      <a:pt x="11" y="1"/>
                      <a:pt x="9" y="2"/>
                      <a:pt x="8" y="2"/>
                    </a:cubicBezTo>
                    <a:cubicBezTo>
                      <a:pt x="9" y="1"/>
                      <a:pt x="9" y="1"/>
                      <a:pt x="9" y="1"/>
                    </a:cubicBezTo>
                    <a:cubicBezTo>
                      <a:pt x="9" y="2"/>
                      <a:pt x="7" y="3"/>
                      <a:pt x="6" y="4"/>
                    </a:cubicBezTo>
                    <a:cubicBezTo>
                      <a:pt x="6" y="3"/>
                      <a:pt x="5" y="4"/>
                      <a:pt x="6" y="3"/>
                    </a:cubicBezTo>
                    <a:cubicBezTo>
                      <a:pt x="7" y="3"/>
                      <a:pt x="8" y="2"/>
                      <a:pt x="10" y="1"/>
                    </a:cubicBezTo>
                    <a:cubicBezTo>
                      <a:pt x="10" y="0"/>
                      <a:pt x="7" y="2"/>
                      <a:pt x="9" y="1"/>
                    </a:cubicBezTo>
                    <a:cubicBezTo>
                      <a:pt x="9" y="0"/>
                      <a:pt x="9" y="1"/>
                      <a:pt x="7" y="2"/>
                    </a:cubicBezTo>
                    <a:cubicBezTo>
                      <a:pt x="9" y="1"/>
                      <a:pt x="9" y="1"/>
                      <a:pt x="9" y="1"/>
                    </a:cubicBezTo>
                    <a:cubicBezTo>
                      <a:pt x="9" y="1"/>
                      <a:pt x="8" y="1"/>
                      <a:pt x="8" y="1"/>
                    </a:cubicBezTo>
                    <a:cubicBezTo>
                      <a:pt x="8" y="1"/>
                      <a:pt x="8" y="1"/>
                      <a:pt x="8" y="1"/>
                    </a:cubicBezTo>
                    <a:cubicBezTo>
                      <a:pt x="6" y="2"/>
                      <a:pt x="6" y="1"/>
                      <a:pt x="4" y="2"/>
                    </a:cubicBezTo>
                    <a:cubicBezTo>
                      <a:pt x="5" y="2"/>
                      <a:pt x="5" y="2"/>
                      <a:pt x="5" y="2"/>
                    </a:cubicBezTo>
                    <a:cubicBezTo>
                      <a:pt x="4" y="3"/>
                      <a:pt x="3" y="3"/>
                      <a:pt x="4" y="2"/>
                    </a:cubicBezTo>
                    <a:cubicBezTo>
                      <a:pt x="6" y="1"/>
                      <a:pt x="7" y="1"/>
                      <a:pt x="7" y="1"/>
                    </a:cubicBezTo>
                    <a:cubicBezTo>
                      <a:pt x="4" y="2"/>
                      <a:pt x="4" y="2"/>
                      <a:pt x="4" y="2"/>
                    </a:cubicBezTo>
                    <a:cubicBezTo>
                      <a:pt x="5" y="1"/>
                      <a:pt x="4" y="2"/>
                      <a:pt x="3" y="3"/>
                    </a:cubicBezTo>
                    <a:cubicBezTo>
                      <a:pt x="4" y="2"/>
                      <a:pt x="4" y="2"/>
                      <a:pt x="4" y="2"/>
                    </a:cubicBezTo>
                    <a:cubicBezTo>
                      <a:pt x="2" y="3"/>
                      <a:pt x="2" y="3"/>
                      <a:pt x="2" y="3"/>
                    </a:cubicBezTo>
                    <a:cubicBezTo>
                      <a:pt x="3" y="3"/>
                      <a:pt x="2" y="4"/>
                      <a:pt x="3" y="4"/>
                    </a:cubicBezTo>
                    <a:cubicBezTo>
                      <a:pt x="4" y="3"/>
                      <a:pt x="4" y="3"/>
                      <a:pt x="4" y="3"/>
                    </a:cubicBezTo>
                    <a:cubicBezTo>
                      <a:pt x="5" y="3"/>
                      <a:pt x="7" y="2"/>
                      <a:pt x="5" y="3"/>
                    </a:cubicBezTo>
                    <a:cubicBezTo>
                      <a:pt x="3" y="5"/>
                      <a:pt x="3" y="5"/>
                      <a:pt x="3" y="5"/>
                    </a:cubicBezTo>
                    <a:cubicBezTo>
                      <a:pt x="3" y="4"/>
                      <a:pt x="4" y="4"/>
                      <a:pt x="4" y="4"/>
                    </a:cubicBezTo>
                    <a:cubicBezTo>
                      <a:pt x="2" y="6"/>
                      <a:pt x="2" y="6"/>
                      <a:pt x="2" y="6"/>
                    </a:cubicBezTo>
                    <a:cubicBezTo>
                      <a:pt x="5" y="4"/>
                      <a:pt x="3" y="6"/>
                      <a:pt x="4" y="5"/>
                    </a:cubicBezTo>
                    <a:cubicBezTo>
                      <a:pt x="3" y="6"/>
                      <a:pt x="3" y="6"/>
                      <a:pt x="3" y="6"/>
                    </a:cubicBezTo>
                    <a:cubicBezTo>
                      <a:pt x="2" y="7"/>
                      <a:pt x="4" y="5"/>
                      <a:pt x="5" y="5"/>
                    </a:cubicBezTo>
                    <a:cubicBezTo>
                      <a:pt x="4" y="5"/>
                      <a:pt x="2" y="7"/>
                      <a:pt x="2" y="8"/>
                    </a:cubicBezTo>
                    <a:cubicBezTo>
                      <a:pt x="2" y="8"/>
                      <a:pt x="4" y="7"/>
                      <a:pt x="3" y="9"/>
                    </a:cubicBezTo>
                    <a:cubicBezTo>
                      <a:pt x="3" y="9"/>
                      <a:pt x="4" y="9"/>
                      <a:pt x="5" y="8"/>
                    </a:cubicBezTo>
                    <a:cubicBezTo>
                      <a:pt x="5" y="8"/>
                      <a:pt x="3" y="10"/>
                      <a:pt x="4" y="9"/>
                    </a:cubicBezTo>
                    <a:cubicBezTo>
                      <a:pt x="3" y="10"/>
                      <a:pt x="2" y="12"/>
                      <a:pt x="1" y="13"/>
                    </a:cubicBezTo>
                    <a:cubicBezTo>
                      <a:pt x="1" y="13"/>
                      <a:pt x="0" y="14"/>
                      <a:pt x="1" y="14"/>
                    </a:cubicBezTo>
                    <a:cubicBezTo>
                      <a:pt x="0" y="14"/>
                      <a:pt x="0" y="15"/>
                      <a:pt x="0" y="15"/>
                    </a:cubicBezTo>
                    <a:cubicBezTo>
                      <a:pt x="1" y="14"/>
                      <a:pt x="2" y="13"/>
                      <a:pt x="2" y="12"/>
                    </a:cubicBezTo>
                    <a:cubicBezTo>
                      <a:pt x="3" y="10"/>
                      <a:pt x="3" y="12"/>
                      <a:pt x="4" y="10"/>
                    </a:cubicBezTo>
                    <a:cubicBezTo>
                      <a:pt x="4" y="11"/>
                      <a:pt x="5" y="11"/>
                      <a:pt x="5" y="11"/>
                    </a:cubicBezTo>
                    <a:cubicBezTo>
                      <a:pt x="5" y="11"/>
                      <a:pt x="4" y="12"/>
                      <a:pt x="3" y="13"/>
                    </a:cubicBezTo>
                    <a:cubicBezTo>
                      <a:pt x="5" y="12"/>
                      <a:pt x="6" y="11"/>
                      <a:pt x="6" y="12"/>
                    </a:cubicBezTo>
                    <a:cubicBezTo>
                      <a:pt x="7" y="11"/>
                      <a:pt x="7" y="11"/>
                      <a:pt x="8" y="9"/>
                    </a:cubicBezTo>
                    <a:cubicBezTo>
                      <a:pt x="8" y="9"/>
                      <a:pt x="8" y="8"/>
                      <a:pt x="8" y="9"/>
                    </a:cubicBezTo>
                    <a:cubicBezTo>
                      <a:pt x="7" y="10"/>
                      <a:pt x="6" y="12"/>
                      <a:pt x="6" y="13"/>
                    </a:cubicBezTo>
                    <a:cubicBezTo>
                      <a:pt x="4" y="15"/>
                      <a:pt x="6" y="12"/>
                      <a:pt x="4" y="14"/>
                    </a:cubicBezTo>
                    <a:cubicBezTo>
                      <a:pt x="2" y="16"/>
                      <a:pt x="2" y="15"/>
                      <a:pt x="3" y="14"/>
                    </a:cubicBezTo>
                    <a:cubicBezTo>
                      <a:pt x="1" y="16"/>
                      <a:pt x="3" y="15"/>
                      <a:pt x="1" y="16"/>
                    </a:cubicBezTo>
                    <a:cubicBezTo>
                      <a:pt x="1" y="17"/>
                      <a:pt x="2" y="16"/>
                      <a:pt x="3" y="16"/>
                    </a:cubicBezTo>
                    <a:cubicBezTo>
                      <a:pt x="4" y="15"/>
                      <a:pt x="4" y="15"/>
                      <a:pt x="4" y="14"/>
                    </a:cubicBezTo>
                    <a:cubicBezTo>
                      <a:pt x="6" y="12"/>
                      <a:pt x="4" y="16"/>
                      <a:pt x="4" y="16"/>
                    </a:cubicBezTo>
                    <a:cubicBezTo>
                      <a:pt x="3" y="16"/>
                      <a:pt x="3" y="16"/>
                      <a:pt x="3" y="16"/>
                    </a:cubicBezTo>
                    <a:cubicBezTo>
                      <a:pt x="3" y="17"/>
                      <a:pt x="4" y="16"/>
                      <a:pt x="4" y="16"/>
                    </a:cubicBezTo>
                    <a:cubicBezTo>
                      <a:pt x="2" y="19"/>
                      <a:pt x="4" y="16"/>
                      <a:pt x="2" y="18"/>
                    </a:cubicBezTo>
                    <a:cubicBezTo>
                      <a:pt x="1" y="20"/>
                      <a:pt x="1" y="20"/>
                      <a:pt x="1" y="20"/>
                    </a:cubicBezTo>
                    <a:cubicBezTo>
                      <a:pt x="1" y="20"/>
                      <a:pt x="3" y="18"/>
                      <a:pt x="3" y="18"/>
                    </a:cubicBezTo>
                    <a:cubicBezTo>
                      <a:pt x="2" y="19"/>
                      <a:pt x="2" y="19"/>
                      <a:pt x="2" y="19"/>
                    </a:cubicBezTo>
                    <a:cubicBezTo>
                      <a:pt x="3" y="19"/>
                      <a:pt x="3" y="19"/>
                      <a:pt x="3" y="19"/>
                    </a:cubicBezTo>
                    <a:cubicBezTo>
                      <a:pt x="3" y="18"/>
                      <a:pt x="4" y="17"/>
                      <a:pt x="4" y="17"/>
                    </a:cubicBezTo>
                    <a:cubicBezTo>
                      <a:pt x="6" y="14"/>
                      <a:pt x="4" y="16"/>
                      <a:pt x="5" y="16"/>
                    </a:cubicBezTo>
                    <a:cubicBezTo>
                      <a:pt x="6" y="15"/>
                      <a:pt x="5" y="16"/>
                      <a:pt x="6" y="15"/>
                    </a:cubicBezTo>
                    <a:cubicBezTo>
                      <a:pt x="7" y="13"/>
                      <a:pt x="7" y="13"/>
                      <a:pt x="7" y="13"/>
                    </a:cubicBezTo>
                    <a:cubicBezTo>
                      <a:pt x="8" y="14"/>
                      <a:pt x="6" y="15"/>
                      <a:pt x="6" y="16"/>
                    </a:cubicBezTo>
                    <a:cubicBezTo>
                      <a:pt x="6" y="16"/>
                      <a:pt x="5" y="16"/>
                      <a:pt x="6" y="15"/>
                    </a:cubicBezTo>
                    <a:cubicBezTo>
                      <a:pt x="5" y="17"/>
                      <a:pt x="4" y="19"/>
                      <a:pt x="3" y="19"/>
                    </a:cubicBezTo>
                    <a:cubicBezTo>
                      <a:pt x="3" y="21"/>
                      <a:pt x="4" y="18"/>
                      <a:pt x="5" y="18"/>
                    </a:cubicBezTo>
                    <a:cubicBezTo>
                      <a:pt x="4" y="19"/>
                      <a:pt x="5" y="17"/>
                      <a:pt x="6" y="16"/>
                    </a:cubicBezTo>
                    <a:cubicBezTo>
                      <a:pt x="9" y="13"/>
                      <a:pt x="4" y="20"/>
                      <a:pt x="5" y="19"/>
                    </a:cubicBezTo>
                    <a:cubicBezTo>
                      <a:pt x="7" y="17"/>
                      <a:pt x="8" y="16"/>
                      <a:pt x="9" y="13"/>
                    </a:cubicBezTo>
                    <a:cubicBezTo>
                      <a:pt x="10" y="13"/>
                      <a:pt x="10" y="12"/>
                      <a:pt x="10" y="12"/>
                    </a:cubicBezTo>
                    <a:cubicBezTo>
                      <a:pt x="9" y="14"/>
                      <a:pt x="9" y="14"/>
                      <a:pt x="8" y="15"/>
                    </a:cubicBezTo>
                    <a:cubicBezTo>
                      <a:pt x="8" y="16"/>
                      <a:pt x="8" y="16"/>
                      <a:pt x="8" y="16"/>
                    </a:cubicBezTo>
                    <a:cubicBezTo>
                      <a:pt x="7" y="17"/>
                      <a:pt x="7" y="17"/>
                      <a:pt x="7" y="17"/>
                    </a:cubicBezTo>
                    <a:cubicBezTo>
                      <a:pt x="6" y="19"/>
                      <a:pt x="6" y="20"/>
                      <a:pt x="5" y="21"/>
                    </a:cubicBezTo>
                    <a:cubicBezTo>
                      <a:pt x="6" y="20"/>
                      <a:pt x="6" y="19"/>
                      <a:pt x="7" y="19"/>
                    </a:cubicBezTo>
                    <a:cubicBezTo>
                      <a:pt x="6" y="20"/>
                      <a:pt x="6" y="21"/>
                      <a:pt x="6" y="21"/>
                    </a:cubicBezTo>
                    <a:cubicBezTo>
                      <a:pt x="6" y="20"/>
                      <a:pt x="7" y="18"/>
                      <a:pt x="8" y="18"/>
                    </a:cubicBezTo>
                    <a:cubicBezTo>
                      <a:pt x="8" y="18"/>
                      <a:pt x="7" y="20"/>
                      <a:pt x="7" y="20"/>
                    </a:cubicBezTo>
                    <a:cubicBezTo>
                      <a:pt x="6" y="22"/>
                      <a:pt x="6" y="22"/>
                      <a:pt x="6" y="22"/>
                    </a:cubicBezTo>
                    <a:cubicBezTo>
                      <a:pt x="7" y="20"/>
                      <a:pt x="5" y="22"/>
                      <a:pt x="6" y="22"/>
                    </a:cubicBezTo>
                    <a:cubicBezTo>
                      <a:pt x="8" y="18"/>
                      <a:pt x="8" y="18"/>
                      <a:pt x="8" y="18"/>
                    </a:cubicBezTo>
                    <a:cubicBezTo>
                      <a:pt x="9" y="18"/>
                      <a:pt x="8" y="19"/>
                      <a:pt x="8" y="19"/>
                    </a:cubicBezTo>
                    <a:cubicBezTo>
                      <a:pt x="7" y="20"/>
                      <a:pt x="7" y="20"/>
                      <a:pt x="7" y="20"/>
                    </a:cubicBezTo>
                    <a:cubicBezTo>
                      <a:pt x="8" y="20"/>
                      <a:pt x="6" y="23"/>
                      <a:pt x="7" y="22"/>
                    </a:cubicBezTo>
                    <a:cubicBezTo>
                      <a:pt x="7" y="21"/>
                      <a:pt x="7" y="21"/>
                      <a:pt x="7" y="21"/>
                    </a:cubicBezTo>
                    <a:cubicBezTo>
                      <a:pt x="7" y="22"/>
                      <a:pt x="7" y="22"/>
                      <a:pt x="7" y="22"/>
                    </a:cubicBezTo>
                    <a:cubicBezTo>
                      <a:pt x="7" y="21"/>
                      <a:pt x="7" y="22"/>
                      <a:pt x="8" y="21"/>
                    </a:cubicBezTo>
                    <a:cubicBezTo>
                      <a:pt x="7" y="22"/>
                      <a:pt x="7" y="22"/>
                      <a:pt x="7" y="22"/>
                    </a:cubicBezTo>
                    <a:cubicBezTo>
                      <a:pt x="8" y="22"/>
                      <a:pt x="9" y="20"/>
                      <a:pt x="8" y="22"/>
                    </a:cubicBezTo>
                    <a:cubicBezTo>
                      <a:pt x="9" y="19"/>
                      <a:pt x="8" y="21"/>
                      <a:pt x="8" y="20"/>
                    </a:cubicBezTo>
                    <a:cubicBezTo>
                      <a:pt x="9" y="19"/>
                      <a:pt x="9" y="19"/>
                      <a:pt x="10" y="19"/>
                    </a:cubicBezTo>
                    <a:cubicBezTo>
                      <a:pt x="8" y="21"/>
                      <a:pt x="10" y="19"/>
                      <a:pt x="10" y="19"/>
                    </a:cubicBezTo>
                    <a:cubicBezTo>
                      <a:pt x="9" y="21"/>
                      <a:pt x="9" y="21"/>
                      <a:pt x="9" y="21"/>
                    </a:cubicBezTo>
                    <a:cubicBezTo>
                      <a:pt x="10" y="19"/>
                      <a:pt x="10" y="19"/>
                      <a:pt x="10" y="19"/>
                    </a:cubicBezTo>
                    <a:cubicBezTo>
                      <a:pt x="8" y="23"/>
                      <a:pt x="11" y="19"/>
                      <a:pt x="10" y="20"/>
                    </a:cubicBezTo>
                    <a:cubicBezTo>
                      <a:pt x="10" y="21"/>
                      <a:pt x="9" y="22"/>
                      <a:pt x="9" y="23"/>
                    </a:cubicBezTo>
                    <a:cubicBezTo>
                      <a:pt x="10" y="20"/>
                      <a:pt x="11" y="20"/>
                      <a:pt x="12" y="18"/>
                    </a:cubicBezTo>
                    <a:cubicBezTo>
                      <a:pt x="11" y="19"/>
                      <a:pt x="10" y="21"/>
                      <a:pt x="9" y="23"/>
                    </a:cubicBezTo>
                    <a:cubicBezTo>
                      <a:pt x="10" y="21"/>
                      <a:pt x="9" y="24"/>
                      <a:pt x="10" y="22"/>
                    </a:cubicBezTo>
                    <a:cubicBezTo>
                      <a:pt x="10" y="21"/>
                      <a:pt x="11" y="21"/>
                      <a:pt x="12" y="20"/>
                    </a:cubicBezTo>
                    <a:cubicBezTo>
                      <a:pt x="12" y="20"/>
                      <a:pt x="11" y="21"/>
                      <a:pt x="11" y="21"/>
                    </a:cubicBezTo>
                    <a:cubicBezTo>
                      <a:pt x="11" y="21"/>
                      <a:pt x="12" y="19"/>
                      <a:pt x="12" y="19"/>
                    </a:cubicBezTo>
                    <a:cubicBezTo>
                      <a:pt x="12" y="19"/>
                      <a:pt x="14" y="17"/>
                      <a:pt x="13" y="19"/>
                    </a:cubicBezTo>
                    <a:cubicBezTo>
                      <a:pt x="12" y="20"/>
                      <a:pt x="12" y="19"/>
                      <a:pt x="12" y="20"/>
                    </a:cubicBezTo>
                    <a:cubicBezTo>
                      <a:pt x="12" y="21"/>
                      <a:pt x="14" y="17"/>
                      <a:pt x="15" y="17"/>
                    </a:cubicBezTo>
                    <a:cubicBezTo>
                      <a:pt x="15" y="16"/>
                      <a:pt x="16" y="13"/>
                      <a:pt x="17" y="12"/>
                    </a:cubicBezTo>
                    <a:cubicBezTo>
                      <a:pt x="17" y="13"/>
                      <a:pt x="16" y="13"/>
                      <a:pt x="16" y="15"/>
                    </a:cubicBezTo>
                    <a:cubicBezTo>
                      <a:pt x="16" y="15"/>
                      <a:pt x="16" y="15"/>
                      <a:pt x="16" y="15"/>
                    </a:cubicBezTo>
                    <a:cubicBezTo>
                      <a:pt x="15" y="18"/>
                      <a:pt x="13" y="19"/>
                      <a:pt x="12" y="21"/>
                    </a:cubicBezTo>
                    <a:cubicBezTo>
                      <a:pt x="13" y="20"/>
                      <a:pt x="13" y="20"/>
                      <a:pt x="13" y="20"/>
                    </a:cubicBezTo>
                    <a:cubicBezTo>
                      <a:pt x="11" y="23"/>
                      <a:pt x="11" y="23"/>
                      <a:pt x="11" y="23"/>
                    </a:cubicBezTo>
                    <a:cubicBezTo>
                      <a:pt x="12" y="21"/>
                      <a:pt x="12" y="23"/>
                      <a:pt x="12" y="22"/>
                    </a:cubicBezTo>
                    <a:cubicBezTo>
                      <a:pt x="13" y="21"/>
                      <a:pt x="12" y="23"/>
                      <a:pt x="12" y="22"/>
                    </a:cubicBezTo>
                    <a:cubicBezTo>
                      <a:pt x="13" y="21"/>
                      <a:pt x="14" y="19"/>
                      <a:pt x="14" y="20"/>
                    </a:cubicBezTo>
                    <a:cubicBezTo>
                      <a:pt x="12" y="23"/>
                      <a:pt x="12" y="23"/>
                      <a:pt x="12" y="23"/>
                    </a:cubicBezTo>
                    <a:cubicBezTo>
                      <a:pt x="12" y="23"/>
                      <a:pt x="13" y="21"/>
                      <a:pt x="13" y="22"/>
                    </a:cubicBezTo>
                    <a:cubicBezTo>
                      <a:pt x="13" y="23"/>
                      <a:pt x="13" y="23"/>
                      <a:pt x="13" y="23"/>
                    </a:cubicBezTo>
                    <a:cubicBezTo>
                      <a:pt x="13" y="23"/>
                      <a:pt x="14" y="24"/>
                      <a:pt x="16" y="20"/>
                    </a:cubicBezTo>
                    <a:cubicBezTo>
                      <a:pt x="16" y="22"/>
                      <a:pt x="16" y="22"/>
                      <a:pt x="15" y="23"/>
                    </a:cubicBezTo>
                    <a:cubicBezTo>
                      <a:pt x="16" y="23"/>
                      <a:pt x="16" y="22"/>
                      <a:pt x="16" y="22"/>
                    </a:cubicBezTo>
                    <a:cubicBezTo>
                      <a:pt x="16" y="23"/>
                      <a:pt x="16" y="23"/>
                      <a:pt x="16" y="23"/>
                    </a:cubicBezTo>
                    <a:cubicBezTo>
                      <a:pt x="15" y="25"/>
                      <a:pt x="16" y="23"/>
                      <a:pt x="17" y="22"/>
                    </a:cubicBezTo>
                    <a:cubicBezTo>
                      <a:pt x="16" y="23"/>
                      <a:pt x="16" y="23"/>
                      <a:pt x="16" y="23"/>
                    </a:cubicBezTo>
                    <a:cubicBezTo>
                      <a:pt x="16" y="25"/>
                      <a:pt x="17" y="23"/>
                      <a:pt x="17" y="22"/>
                    </a:cubicBezTo>
                    <a:cubicBezTo>
                      <a:pt x="17" y="23"/>
                      <a:pt x="17" y="23"/>
                      <a:pt x="17" y="23"/>
                    </a:cubicBezTo>
                    <a:cubicBezTo>
                      <a:pt x="18" y="22"/>
                      <a:pt x="18" y="22"/>
                      <a:pt x="18" y="22"/>
                    </a:cubicBezTo>
                    <a:cubicBezTo>
                      <a:pt x="18" y="22"/>
                      <a:pt x="18" y="22"/>
                      <a:pt x="17" y="24"/>
                    </a:cubicBezTo>
                    <a:cubicBezTo>
                      <a:pt x="18" y="23"/>
                      <a:pt x="18" y="23"/>
                      <a:pt x="18" y="23"/>
                    </a:cubicBezTo>
                    <a:cubicBezTo>
                      <a:pt x="17" y="24"/>
                      <a:pt x="18" y="24"/>
                      <a:pt x="18" y="24"/>
                    </a:cubicBezTo>
                    <a:cubicBezTo>
                      <a:pt x="18" y="24"/>
                      <a:pt x="18" y="23"/>
                      <a:pt x="18" y="24"/>
                    </a:cubicBezTo>
                    <a:cubicBezTo>
                      <a:pt x="18" y="23"/>
                      <a:pt x="19" y="23"/>
                      <a:pt x="20" y="21"/>
                    </a:cubicBezTo>
                    <a:cubicBezTo>
                      <a:pt x="21" y="19"/>
                      <a:pt x="19" y="22"/>
                      <a:pt x="20" y="21"/>
                    </a:cubicBezTo>
                    <a:cubicBezTo>
                      <a:pt x="19" y="23"/>
                      <a:pt x="19" y="23"/>
                      <a:pt x="19" y="23"/>
                    </a:cubicBezTo>
                    <a:cubicBezTo>
                      <a:pt x="19" y="23"/>
                      <a:pt x="19" y="24"/>
                      <a:pt x="18" y="24"/>
                    </a:cubicBezTo>
                    <a:cubicBezTo>
                      <a:pt x="18" y="24"/>
                      <a:pt x="18" y="24"/>
                      <a:pt x="18" y="24"/>
                    </a:cubicBezTo>
                    <a:cubicBezTo>
                      <a:pt x="19" y="23"/>
                      <a:pt x="19" y="23"/>
                      <a:pt x="19" y="23"/>
                    </a:cubicBezTo>
                    <a:cubicBezTo>
                      <a:pt x="18" y="25"/>
                      <a:pt x="20" y="23"/>
                      <a:pt x="20" y="24"/>
                    </a:cubicBezTo>
                    <a:cubicBezTo>
                      <a:pt x="20" y="24"/>
                      <a:pt x="22" y="22"/>
                      <a:pt x="22" y="22"/>
                    </a:cubicBezTo>
                    <a:cubicBezTo>
                      <a:pt x="24" y="20"/>
                      <a:pt x="21" y="24"/>
                      <a:pt x="20" y="25"/>
                    </a:cubicBezTo>
                    <a:cubicBezTo>
                      <a:pt x="21" y="24"/>
                      <a:pt x="21" y="24"/>
                      <a:pt x="21" y="24"/>
                    </a:cubicBezTo>
                    <a:cubicBezTo>
                      <a:pt x="21" y="24"/>
                      <a:pt x="21" y="24"/>
                      <a:pt x="21" y="24"/>
                    </a:cubicBezTo>
                    <a:cubicBezTo>
                      <a:pt x="22" y="24"/>
                      <a:pt x="22" y="23"/>
                      <a:pt x="22" y="24"/>
                    </a:cubicBezTo>
                    <a:cubicBezTo>
                      <a:pt x="22" y="24"/>
                      <a:pt x="22" y="24"/>
                      <a:pt x="22" y="24"/>
                    </a:cubicBezTo>
                    <a:cubicBezTo>
                      <a:pt x="22" y="25"/>
                      <a:pt x="21" y="26"/>
                      <a:pt x="21" y="26"/>
                    </a:cubicBezTo>
                    <a:cubicBezTo>
                      <a:pt x="22" y="24"/>
                      <a:pt x="22" y="25"/>
                      <a:pt x="23" y="24"/>
                    </a:cubicBezTo>
                    <a:cubicBezTo>
                      <a:pt x="22" y="25"/>
                      <a:pt x="22" y="25"/>
                      <a:pt x="22" y="25"/>
                    </a:cubicBezTo>
                    <a:cubicBezTo>
                      <a:pt x="23" y="23"/>
                      <a:pt x="23" y="23"/>
                      <a:pt x="23" y="23"/>
                    </a:cubicBezTo>
                    <a:cubicBezTo>
                      <a:pt x="23" y="24"/>
                      <a:pt x="23" y="24"/>
                      <a:pt x="23" y="24"/>
                    </a:cubicBezTo>
                    <a:cubicBezTo>
                      <a:pt x="22" y="26"/>
                      <a:pt x="22" y="26"/>
                      <a:pt x="22" y="26"/>
                    </a:cubicBezTo>
                    <a:cubicBezTo>
                      <a:pt x="21" y="26"/>
                      <a:pt x="23" y="24"/>
                      <a:pt x="24" y="24"/>
                    </a:cubicBezTo>
                    <a:cubicBezTo>
                      <a:pt x="24" y="23"/>
                      <a:pt x="23" y="24"/>
                      <a:pt x="23" y="25"/>
                    </a:cubicBezTo>
                    <a:cubicBezTo>
                      <a:pt x="22" y="25"/>
                      <a:pt x="23" y="25"/>
                      <a:pt x="23" y="25"/>
                    </a:cubicBezTo>
                    <a:cubicBezTo>
                      <a:pt x="22" y="26"/>
                      <a:pt x="23" y="25"/>
                      <a:pt x="22" y="26"/>
                    </a:cubicBezTo>
                    <a:cubicBezTo>
                      <a:pt x="22" y="26"/>
                      <a:pt x="23" y="25"/>
                      <a:pt x="23" y="25"/>
                    </a:cubicBezTo>
                    <a:cubicBezTo>
                      <a:pt x="23" y="25"/>
                      <a:pt x="24" y="25"/>
                      <a:pt x="23" y="26"/>
                    </a:cubicBezTo>
                    <a:cubicBezTo>
                      <a:pt x="23" y="26"/>
                      <a:pt x="23" y="26"/>
                      <a:pt x="24" y="25"/>
                    </a:cubicBezTo>
                    <a:cubicBezTo>
                      <a:pt x="24" y="25"/>
                      <a:pt x="24" y="24"/>
                      <a:pt x="25" y="24"/>
                    </a:cubicBezTo>
                    <a:cubicBezTo>
                      <a:pt x="25" y="24"/>
                      <a:pt x="25" y="23"/>
                      <a:pt x="25" y="24"/>
                    </a:cubicBezTo>
                    <a:cubicBezTo>
                      <a:pt x="25" y="24"/>
                      <a:pt x="25" y="24"/>
                      <a:pt x="25" y="24"/>
                    </a:cubicBezTo>
                    <a:cubicBezTo>
                      <a:pt x="25" y="24"/>
                      <a:pt x="25" y="24"/>
                      <a:pt x="26" y="23"/>
                    </a:cubicBezTo>
                    <a:cubicBezTo>
                      <a:pt x="24" y="25"/>
                      <a:pt x="24" y="25"/>
                      <a:pt x="24" y="25"/>
                    </a:cubicBezTo>
                    <a:cubicBezTo>
                      <a:pt x="25" y="24"/>
                      <a:pt x="25" y="24"/>
                      <a:pt x="26" y="24"/>
                    </a:cubicBezTo>
                    <a:cubicBezTo>
                      <a:pt x="25" y="25"/>
                      <a:pt x="23" y="27"/>
                      <a:pt x="23" y="27"/>
                    </a:cubicBezTo>
                    <a:cubicBezTo>
                      <a:pt x="25" y="26"/>
                      <a:pt x="25" y="26"/>
                      <a:pt x="25" y="26"/>
                    </a:cubicBezTo>
                    <a:cubicBezTo>
                      <a:pt x="25" y="26"/>
                      <a:pt x="25" y="26"/>
                      <a:pt x="24" y="27"/>
                    </a:cubicBezTo>
                    <a:cubicBezTo>
                      <a:pt x="24" y="28"/>
                      <a:pt x="27" y="24"/>
                      <a:pt x="27" y="25"/>
                    </a:cubicBezTo>
                    <a:cubicBezTo>
                      <a:pt x="25" y="27"/>
                      <a:pt x="25" y="27"/>
                      <a:pt x="25" y="27"/>
                    </a:cubicBezTo>
                    <a:cubicBezTo>
                      <a:pt x="26" y="27"/>
                      <a:pt x="26" y="27"/>
                      <a:pt x="26" y="27"/>
                    </a:cubicBezTo>
                    <a:cubicBezTo>
                      <a:pt x="26" y="26"/>
                      <a:pt x="25" y="28"/>
                      <a:pt x="25" y="27"/>
                    </a:cubicBezTo>
                    <a:cubicBezTo>
                      <a:pt x="26" y="26"/>
                      <a:pt x="26" y="26"/>
                      <a:pt x="26" y="26"/>
                    </a:cubicBezTo>
                    <a:cubicBezTo>
                      <a:pt x="24" y="29"/>
                      <a:pt x="27" y="27"/>
                      <a:pt x="26" y="29"/>
                    </a:cubicBezTo>
                    <a:cubicBezTo>
                      <a:pt x="27" y="27"/>
                      <a:pt x="26" y="29"/>
                      <a:pt x="27" y="28"/>
                    </a:cubicBezTo>
                    <a:cubicBezTo>
                      <a:pt x="25" y="30"/>
                      <a:pt x="27" y="28"/>
                      <a:pt x="26" y="29"/>
                    </a:cubicBezTo>
                    <a:cubicBezTo>
                      <a:pt x="28" y="27"/>
                      <a:pt x="28" y="27"/>
                      <a:pt x="28" y="27"/>
                    </a:cubicBezTo>
                    <a:cubicBezTo>
                      <a:pt x="27" y="29"/>
                      <a:pt x="31" y="25"/>
                      <a:pt x="29" y="27"/>
                    </a:cubicBezTo>
                    <a:cubicBezTo>
                      <a:pt x="27" y="29"/>
                      <a:pt x="27" y="29"/>
                      <a:pt x="27" y="29"/>
                    </a:cubicBezTo>
                    <a:cubicBezTo>
                      <a:pt x="26" y="31"/>
                      <a:pt x="29" y="27"/>
                      <a:pt x="28" y="30"/>
                    </a:cubicBezTo>
                    <a:cubicBezTo>
                      <a:pt x="28" y="29"/>
                      <a:pt x="29" y="28"/>
                      <a:pt x="30" y="27"/>
                    </a:cubicBezTo>
                    <a:cubicBezTo>
                      <a:pt x="30" y="28"/>
                      <a:pt x="29" y="29"/>
                      <a:pt x="29" y="30"/>
                    </a:cubicBezTo>
                    <a:cubicBezTo>
                      <a:pt x="29" y="29"/>
                      <a:pt x="30" y="29"/>
                      <a:pt x="29" y="30"/>
                    </a:cubicBezTo>
                    <a:cubicBezTo>
                      <a:pt x="28" y="30"/>
                      <a:pt x="28" y="30"/>
                      <a:pt x="28" y="30"/>
                    </a:cubicBezTo>
                    <a:cubicBezTo>
                      <a:pt x="28" y="31"/>
                      <a:pt x="29" y="30"/>
                      <a:pt x="30" y="30"/>
                    </a:cubicBezTo>
                    <a:cubicBezTo>
                      <a:pt x="28" y="31"/>
                      <a:pt x="29" y="31"/>
                      <a:pt x="29" y="32"/>
                    </a:cubicBezTo>
                    <a:cubicBezTo>
                      <a:pt x="31" y="30"/>
                      <a:pt x="29" y="33"/>
                      <a:pt x="31" y="31"/>
                    </a:cubicBezTo>
                    <a:cubicBezTo>
                      <a:pt x="30" y="31"/>
                      <a:pt x="30" y="31"/>
                      <a:pt x="30" y="31"/>
                    </a:cubicBezTo>
                    <a:cubicBezTo>
                      <a:pt x="31" y="31"/>
                      <a:pt x="32" y="29"/>
                      <a:pt x="32" y="29"/>
                    </a:cubicBezTo>
                    <a:cubicBezTo>
                      <a:pt x="31" y="31"/>
                      <a:pt x="31" y="31"/>
                      <a:pt x="31" y="31"/>
                    </a:cubicBezTo>
                    <a:cubicBezTo>
                      <a:pt x="29" y="33"/>
                      <a:pt x="31" y="31"/>
                      <a:pt x="30" y="32"/>
                    </a:cubicBezTo>
                    <a:cubicBezTo>
                      <a:pt x="31" y="31"/>
                      <a:pt x="30" y="32"/>
                      <a:pt x="31" y="31"/>
                    </a:cubicBezTo>
                    <a:cubicBezTo>
                      <a:pt x="32" y="31"/>
                      <a:pt x="32" y="31"/>
                      <a:pt x="32" y="31"/>
                    </a:cubicBezTo>
                    <a:cubicBezTo>
                      <a:pt x="33" y="30"/>
                      <a:pt x="33" y="30"/>
                      <a:pt x="33" y="30"/>
                    </a:cubicBezTo>
                    <a:cubicBezTo>
                      <a:pt x="33" y="30"/>
                      <a:pt x="31" y="32"/>
                      <a:pt x="31" y="32"/>
                    </a:cubicBezTo>
                    <a:cubicBezTo>
                      <a:pt x="31" y="33"/>
                      <a:pt x="31"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1" y="33"/>
                    </a:cubicBezTo>
                    <a:cubicBezTo>
                      <a:pt x="30" y="34"/>
                      <a:pt x="30" y="34"/>
                      <a:pt x="30" y="34"/>
                    </a:cubicBezTo>
                    <a:cubicBezTo>
                      <a:pt x="30" y="34"/>
                      <a:pt x="32" y="33"/>
                      <a:pt x="32" y="32"/>
                    </a:cubicBezTo>
                    <a:cubicBezTo>
                      <a:pt x="32" y="34"/>
                      <a:pt x="33" y="33"/>
                      <a:pt x="34" y="33"/>
                    </a:cubicBezTo>
                    <a:cubicBezTo>
                      <a:pt x="34" y="33"/>
                      <a:pt x="33" y="33"/>
                      <a:pt x="33" y="33"/>
                    </a:cubicBezTo>
                    <a:cubicBezTo>
                      <a:pt x="34" y="33"/>
                      <a:pt x="35" y="32"/>
                      <a:pt x="34" y="33"/>
                    </a:cubicBezTo>
                    <a:cubicBezTo>
                      <a:pt x="35" y="32"/>
                      <a:pt x="33" y="34"/>
                      <a:pt x="34" y="34"/>
                    </a:cubicBezTo>
                    <a:cubicBezTo>
                      <a:pt x="33" y="34"/>
                      <a:pt x="35" y="33"/>
                      <a:pt x="34" y="33"/>
                    </a:cubicBezTo>
                    <a:cubicBezTo>
                      <a:pt x="33" y="35"/>
                      <a:pt x="36" y="32"/>
                      <a:pt x="35" y="34"/>
                    </a:cubicBezTo>
                    <a:cubicBezTo>
                      <a:pt x="36" y="33"/>
                      <a:pt x="35" y="34"/>
                      <a:pt x="34" y="35"/>
                    </a:cubicBezTo>
                    <a:cubicBezTo>
                      <a:pt x="35" y="34"/>
                      <a:pt x="36" y="34"/>
                      <a:pt x="37" y="33"/>
                    </a:cubicBezTo>
                    <a:cubicBezTo>
                      <a:pt x="36" y="34"/>
                      <a:pt x="36" y="34"/>
                      <a:pt x="36" y="34"/>
                    </a:cubicBezTo>
                    <a:cubicBezTo>
                      <a:pt x="36" y="34"/>
                      <a:pt x="36" y="34"/>
                      <a:pt x="37" y="34"/>
                    </a:cubicBezTo>
                    <a:cubicBezTo>
                      <a:pt x="38" y="33"/>
                      <a:pt x="39" y="32"/>
                      <a:pt x="39" y="32"/>
                    </a:cubicBezTo>
                    <a:cubicBezTo>
                      <a:pt x="39" y="32"/>
                      <a:pt x="39" y="32"/>
                      <a:pt x="39" y="32"/>
                    </a:cubicBezTo>
                    <a:cubicBezTo>
                      <a:pt x="40" y="32"/>
                      <a:pt x="40" y="32"/>
                      <a:pt x="40" y="32"/>
                    </a:cubicBezTo>
                    <a:cubicBezTo>
                      <a:pt x="39" y="33"/>
                      <a:pt x="39" y="32"/>
                      <a:pt x="39" y="33"/>
                    </a:cubicBezTo>
                    <a:cubicBezTo>
                      <a:pt x="37" y="35"/>
                      <a:pt x="38" y="34"/>
                      <a:pt x="38" y="35"/>
                    </a:cubicBezTo>
                    <a:cubicBezTo>
                      <a:pt x="39" y="34"/>
                      <a:pt x="39" y="34"/>
                      <a:pt x="39" y="34"/>
                    </a:cubicBezTo>
                    <a:cubicBezTo>
                      <a:pt x="40" y="33"/>
                      <a:pt x="38" y="35"/>
                      <a:pt x="38" y="35"/>
                    </a:cubicBezTo>
                    <a:cubicBezTo>
                      <a:pt x="42" y="32"/>
                      <a:pt x="42" y="32"/>
                      <a:pt x="42" y="32"/>
                    </a:cubicBezTo>
                    <a:cubicBezTo>
                      <a:pt x="42" y="32"/>
                      <a:pt x="41" y="33"/>
                      <a:pt x="40" y="34"/>
                    </a:cubicBezTo>
                    <a:cubicBezTo>
                      <a:pt x="40" y="34"/>
                      <a:pt x="42" y="32"/>
                      <a:pt x="44" y="31"/>
                    </a:cubicBezTo>
                    <a:cubicBezTo>
                      <a:pt x="44" y="31"/>
                      <a:pt x="45" y="31"/>
                      <a:pt x="45" y="31"/>
                    </a:cubicBezTo>
                    <a:cubicBezTo>
                      <a:pt x="44" y="32"/>
                      <a:pt x="45" y="31"/>
                      <a:pt x="44" y="32"/>
                    </a:cubicBezTo>
                    <a:cubicBezTo>
                      <a:pt x="43" y="33"/>
                      <a:pt x="43" y="33"/>
                      <a:pt x="43" y="33"/>
                    </a:cubicBezTo>
                    <a:cubicBezTo>
                      <a:pt x="43" y="33"/>
                      <a:pt x="41" y="34"/>
                      <a:pt x="40" y="35"/>
                    </a:cubicBezTo>
                    <a:cubicBezTo>
                      <a:pt x="41" y="35"/>
                      <a:pt x="41" y="36"/>
                      <a:pt x="41" y="36"/>
                    </a:cubicBezTo>
                    <a:cubicBezTo>
                      <a:pt x="43" y="34"/>
                      <a:pt x="42" y="35"/>
                      <a:pt x="44" y="34"/>
                    </a:cubicBezTo>
                    <a:cubicBezTo>
                      <a:pt x="44" y="34"/>
                      <a:pt x="43" y="35"/>
                      <a:pt x="42" y="36"/>
                    </a:cubicBezTo>
                    <a:cubicBezTo>
                      <a:pt x="43" y="35"/>
                      <a:pt x="43" y="36"/>
                      <a:pt x="43" y="36"/>
                    </a:cubicBezTo>
                    <a:cubicBezTo>
                      <a:pt x="43" y="36"/>
                      <a:pt x="43" y="36"/>
                      <a:pt x="43" y="36"/>
                    </a:cubicBezTo>
                    <a:cubicBezTo>
                      <a:pt x="44" y="36"/>
                      <a:pt x="43" y="37"/>
                      <a:pt x="45" y="36"/>
                    </a:cubicBezTo>
                    <a:cubicBezTo>
                      <a:pt x="44" y="37"/>
                      <a:pt x="44" y="37"/>
                      <a:pt x="44" y="37"/>
                    </a:cubicBezTo>
                    <a:cubicBezTo>
                      <a:pt x="44" y="37"/>
                      <a:pt x="47" y="34"/>
                      <a:pt x="46" y="36"/>
                    </a:cubicBezTo>
                    <a:cubicBezTo>
                      <a:pt x="45" y="36"/>
                      <a:pt x="45" y="36"/>
                      <a:pt x="45" y="36"/>
                    </a:cubicBezTo>
                    <a:cubicBezTo>
                      <a:pt x="46" y="36"/>
                      <a:pt x="44" y="38"/>
                      <a:pt x="46" y="36"/>
                    </a:cubicBezTo>
                    <a:cubicBezTo>
                      <a:pt x="45" y="37"/>
                      <a:pt x="45" y="37"/>
                      <a:pt x="45" y="37"/>
                    </a:cubicBezTo>
                    <a:cubicBezTo>
                      <a:pt x="45" y="37"/>
                      <a:pt x="45" y="37"/>
                      <a:pt x="47" y="36"/>
                    </a:cubicBezTo>
                    <a:cubicBezTo>
                      <a:pt x="45" y="38"/>
                      <a:pt x="45" y="38"/>
                      <a:pt x="45" y="38"/>
                    </a:cubicBezTo>
                    <a:cubicBezTo>
                      <a:pt x="45" y="39"/>
                      <a:pt x="47" y="36"/>
                      <a:pt x="47" y="37"/>
                    </a:cubicBezTo>
                    <a:cubicBezTo>
                      <a:pt x="47" y="37"/>
                      <a:pt x="46" y="38"/>
                      <a:pt x="46" y="38"/>
                    </a:cubicBezTo>
                    <a:cubicBezTo>
                      <a:pt x="47" y="37"/>
                      <a:pt x="47" y="38"/>
                      <a:pt x="47" y="38"/>
                    </a:cubicBezTo>
                    <a:cubicBezTo>
                      <a:pt x="46" y="39"/>
                      <a:pt x="46" y="39"/>
                      <a:pt x="46" y="39"/>
                    </a:cubicBezTo>
                    <a:cubicBezTo>
                      <a:pt x="47" y="40"/>
                      <a:pt x="47" y="41"/>
                      <a:pt x="50" y="41"/>
                    </a:cubicBezTo>
                    <a:cubicBezTo>
                      <a:pt x="48" y="42"/>
                      <a:pt x="48" y="41"/>
                      <a:pt x="47" y="43"/>
                    </a:cubicBezTo>
                    <a:cubicBezTo>
                      <a:pt x="49" y="41"/>
                      <a:pt x="48" y="42"/>
                      <a:pt x="49" y="42"/>
                    </a:cubicBezTo>
                    <a:cubicBezTo>
                      <a:pt x="48" y="42"/>
                      <a:pt x="48" y="42"/>
                      <a:pt x="48" y="42"/>
                    </a:cubicBezTo>
                    <a:cubicBezTo>
                      <a:pt x="49" y="42"/>
                      <a:pt x="48" y="43"/>
                      <a:pt x="48" y="43"/>
                    </a:cubicBezTo>
                    <a:cubicBezTo>
                      <a:pt x="49" y="43"/>
                      <a:pt x="49" y="43"/>
                      <a:pt x="49" y="43"/>
                    </a:cubicBezTo>
                    <a:cubicBezTo>
                      <a:pt x="50" y="42"/>
                      <a:pt x="47" y="45"/>
                      <a:pt x="49" y="43"/>
                    </a:cubicBezTo>
                    <a:cubicBezTo>
                      <a:pt x="48" y="44"/>
                      <a:pt x="48" y="44"/>
                      <a:pt x="48" y="44"/>
                    </a:cubicBezTo>
                    <a:cubicBezTo>
                      <a:pt x="50" y="43"/>
                      <a:pt x="47" y="45"/>
                      <a:pt x="49" y="44"/>
                    </a:cubicBezTo>
                    <a:cubicBezTo>
                      <a:pt x="49" y="44"/>
                      <a:pt x="49" y="44"/>
                      <a:pt x="49" y="44"/>
                    </a:cubicBezTo>
                    <a:cubicBezTo>
                      <a:pt x="48" y="45"/>
                      <a:pt x="51" y="43"/>
                      <a:pt x="50" y="44"/>
                    </a:cubicBezTo>
                    <a:cubicBezTo>
                      <a:pt x="50" y="44"/>
                      <a:pt x="51" y="44"/>
                      <a:pt x="53" y="43"/>
                    </a:cubicBezTo>
                    <a:cubicBezTo>
                      <a:pt x="51" y="44"/>
                      <a:pt x="51" y="44"/>
                      <a:pt x="51" y="44"/>
                    </a:cubicBezTo>
                    <a:cubicBezTo>
                      <a:pt x="52" y="44"/>
                      <a:pt x="52" y="46"/>
                      <a:pt x="55" y="45"/>
                    </a:cubicBezTo>
                    <a:cubicBezTo>
                      <a:pt x="54" y="45"/>
                      <a:pt x="54" y="45"/>
                      <a:pt x="54" y="45"/>
                    </a:cubicBezTo>
                    <a:cubicBezTo>
                      <a:pt x="56" y="44"/>
                      <a:pt x="52" y="48"/>
                      <a:pt x="56" y="45"/>
                    </a:cubicBezTo>
                    <a:cubicBezTo>
                      <a:pt x="58" y="45"/>
                      <a:pt x="58" y="45"/>
                      <a:pt x="58" y="45"/>
                    </a:cubicBezTo>
                    <a:cubicBezTo>
                      <a:pt x="56" y="46"/>
                      <a:pt x="56" y="46"/>
                      <a:pt x="56" y="46"/>
                    </a:cubicBezTo>
                    <a:cubicBezTo>
                      <a:pt x="57" y="46"/>
                      <a:pt x="56" y="46"/>
                      <a:pt x="58" y="46"/>
                    </a:cubicBezTo>
                    <a:cubicBezTo>
                      <a:pt x="56" y="46"/>
                      <a:pt x="56" y="46"/>
                      <a:pt x="56" y="46"/>
                    </a:cubicBezTo>
                    <a:cubicBezTo>
                      <a:pt x="56" y="47"/>
                      <a:pt x="59" y="46"/>
                      <a:pt x="58" y="46"/>
                    </a:cubicBezTo>
                    <a:cubicBezTo>
                      <a:pt x="57" y="46"/>
                      <a:pt x="57" y="46"/>
                      <a:pt x="57" y="46"/>
                    </a:cubicBezTo>
                    <a:cubicBezTo>
                      <a:pt x="55" y="49"/>
                      <a:pt x="54" y="52"/>
                      <a:pt x="58" y="51"/>
                    </a:cubicBezTo>
                    <a:cubicBezTo>
                      <a:pt x="59" y="50"/>
                      <a:pt x="56" y="52"/>
                      <a:pt x="56" y="52"/>
                    </a:cubicBezTo>
                    <a:cubicBezTo>
                      <a:pt x="60" y="51"/>
                      <a:pt x="56" y="55"/>
                      <a:pt x="61" y="53"/>
                    </a:cubicBezTo>
                    <a:cubicBezTo>
                      <a:pt x="63" y="53"/>
                      <a:pt x="68" y="50"/>
                      <a:pt x="68" y="50"/>
                    </a:cubicBezTo>
                    <a:cubicBezTo>
                      <a:pt x="65" y="50"/>
                      <a:pt x="66" y="47"/>
                      <a:pt x="68" y="44"/>
                    </a:cubicBezTo>
                    <a:cubicBezTo>
                      <a:pt x="67" y="44"/>
                      <a:pt x="66" y="43"/>
                      <a:pt x="66" y="4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1" name="Freeform 374"/>
              <p:cNvSpPr/>
              <p:nvPr/>
            </p:nvSpPr>
            <p:spPr bwMode="auto">
              <a:xfrm>
                <a:off x="3472" y="2077"/>
                <a:ext cx="0" cy="2"/>
              </a:xfrm>
              <a:custGeom>
                <a:avLst/>
                <a:gdLst>
                  <a:gd name="T0" fmla="*/ 0 h 1"/>
                  <a:gd name="T1" fmla="*/ 1 h 1"/>
                  <a:gd name="T2" fmla="*/ 0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2" name="Freeform 375"/>
              <p:cNvSpPr/>
              <p:nvPr/>
            </p:nvSpPr>
            <p:spPr bwMode="auto">
              <a:xfrm>
                <a:off x="4219" y="2506"/>
                <a:ext cx="2" cy="4"/>
              </a:xfrm>
              <a:custGeom>
                <a:avLst/>
                <a:gdLst>
                  <a:gd name="T0" fmla="*/ 0 w 1"/>
                  <a:gd name="T1" fmla="*/ 1 h 2"/>
                  <a:gd name="T2" fmla="*/ 1 w 1"/>
                  <a:gd name="T3" fmla="*/ 1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1"/>
                    </a:cubicBezTo>
                    <a:cubicBezTo>
                      <a:pt x="1" y="1"/>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3" name="Freeform 376"/>
              <p:cNvSpPr/>
              <p:nvPr/>
            </p:nvSpPr>
            <p:spPr bwMode="auto">
              <a:xfrm>
                <a:off x="4228" y="2482"/>
                <a:ext cx="6" cy="3"/>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4" name="Freeform 377"/>
              <p:cNvSpPr/>
              <p:nvPr/>
            </p:nvSpPr>
            <p:spPr bwMode="auto">
              <a:xfrm>
                <a:off x="3472" y="2073"/>
                <a:ext cx="0" cy="2"/>
              </a:xfrm>
              <a:custGeom>
                <a:avLst/>
                <a:gdLst>
                  <a:gd name="T0" fmla="*/ 0 h 1"/>
                  <a:gd name="T1" fmla="*/ 0 h 1"/>
                  <a:gd name="T2" fmla="*/ 0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0"/>
                      <a:pt x="0" y="1"/>
                    </a:cubicBezTo>
                    <a:cubicBezTo>
                      <a:pt x="0" y="1"/>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5" name="Freeform 378"/>
              <p:cNvSpPr/>
              <p:nvPr/>
            </p:nvSpPr>
            <p:spPr bwMode="auto">
              <a:xfrm>
                <a:off x="3472" y="20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6" name="Freeform 379"/>
              <p:cNvSpPr/>
              <p:nvPr/>
            </p:nvSpPr>
            <p:spPr bwMode="auto">
              <a:xfrm>
                <a:off x="4219" y="2510"/>
                <a:ext cx="5" cy="2"/>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7" name="Freeform 380"/>
              <p:cNvSpPr/>
              <p:nvPr/>
            </p:nvSpPr>
            <p:spPr bwMode="auto">
              <a:xfrm>
                <a:off x="4221" y="2514"/>
                <a:ext cx="3" cy="4"/>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2"/>
                      <a:pt x="1" y="1"/>
                      <a:pt x="1" y="2"/>
                    </a:cubicBezTo>
                    <a:cubicBezTo>
                      <a:pt x="1" y="1"/>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8" name="Oval 381"/>
              <p:cNvSpPr>
                <a:spLocks noChangeArrowheads="1"/>
              </p:cNvSpPr>
              <p:nvPr/>
            </p:nvSpPr>
            <p:spPr bwMode="auto">
              <a:xfrm>
                <a:off x="3905" y="227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9" name="Freeform 382"/>
              <p:cNvSpPr/>
              <p:nvPr/>
            </p:nvSpPr>
            <p:spPr bwMode="auto">
              <a:xfrm>
                <a:off x="4217" y="2510"/>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0" name="Freeform 383"/>
              <p:cNvSpPr/>
              <p:nvPr/>
            </p:nvSpPr>
            <p:spPr bwMode="auto">
              <a:xfrm>
                <a:off x="4296" y="2552"/>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1" name="Freeform 384"/>
              <p:cNvSpPr/>
              <p:nvPr/>
            </p:nvSpPr>
            <p:spPr bwMode="auto">
              <a:xfrm>
                <a:off x="4289" y="25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2" name="Freeform 385"/>
              <p:cNvSpPr/>
              <p:nvPr/>
            </p:nvSpPr>
            <p:spPr bwMode="auto">
              <a:xfrm>
                <a:off x="4296" y="2552"/>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3" name="Freeform 386"/>
              <p:cNvSpPr/>
              <p:nvPr/>
            </p:nvSpPr>
            <p:spPr bwMode="auto">
              <a:xfrm>
                <a:off x="4306" y="2555"/>
                <a:ext cx="2" cy="4"/>
              </a:xfrm>
              <a:custGeom>
                <a:avLst/>
                <a:gdLst>
                  <a:gd name="T0" fmla="*/ 0 w 2"/>
                  <a:gd name="T1" fmla="*/ 4 h 4"/>
                  <a:gd name="T2" fmla="*/ 0 w 2"/>
                  <a:gd name="T3" fmla="*/ 4 h 4"/>
                  <a:gd name="T4" fmla="*/ 2 w 2"/>
                  <a:gd name="T5" fmla="*/ 0 h 4"/>
                  <a:gd name="T6" fmla="*/ 0 w 2"/>
                  <a:gd name="T7" fmla="*/ 4 h 4"/>
                </a:gdLst>
                <a:ahLst/>
                <a:cxnLst>
                  <a:cxn ang="0">
                    <a:pos x="T0" y="T1"/>
                  </a:cxn>
                  <a:cxn ang="0">
                    <a:pos x="T2" y="T3"/>
                  </a:cxn>
                  <a:cxn ang="0">
                    <a:pos x="T4" y="T5"/>
                  </a:cxn>
                  <a:cxn ang="0">
                    <a:pos x="T6" y="T7"/>
                  </a:cxn>
                </a:cxnLst>
                <a:rect l="0" t="0" r="r" b="b"/>
                <a:pathLst>
                  <a:path w="2" h="4">
                    <a:moveTo>
                      <a:pt x="0" y="4"/>
                    </a:moveTo>
                    <a:lnTo>
                      <a:pt x="0" y="4"/>
                    </a:lnTo>
                    <a:lnTo>
                      <a:pt x="2" y="0"/>
                    </a:lnTo>
                    <a:lnTo>
                      <a:pt x="0"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4" name="Freeform 387"/>
              <p:cNvSpPr/>
              <p:nvPr/>
            </p:nvSpPr>
            <p:spPr bwMode="auto">
              <a:xfrm>
                <a:off x="3903" y="2275"/>
                <a:ext cx="2"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5" name="Freeform 388"/>
              <p:cNvSpPr/>
              <p:nvPr/>
            </p:nvSpPr>
            <p:spPr bwMode="auto">
              <a:xfrm>
                <a:off x="3901" y="257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6" name="Freeform 389"/>
              <p:cNvSpPr/>
              <p:nvPr/>
            </p:nvSpPr>
            <p:spPr bwMode="auto">
              <a:xfrm>
                <a:off x="4285" y="25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7" name="Freeform 390"/>
              <p:cNvSpPr/>
              <p:nvPr/>
            </p:nvSpPr>
            <p:spPr bwMode="auto">
              <a:xfrm>
                <a:off x="3472" y="207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8" name="Rectangle 391"/>
              <p:cNvSpPr>
                <a:spLocks noChangeArrowheads="1"/>
              </p:cNvSpPr>
              <p:nvPr/>
            </p:nvSpPr>
            <p:spPr bwMode="auto">
              <a:xfrm>
                <a:off x="3472" y="2079"/>
                <a:ext cx="1"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9" name="Freeform 392"/>
              <p:cNvSpPr/>
              <p:nvPr/>
            </p:nvSpPr>
            <p:spPr bwMode="auto">
              <a:xfrm>
                <a:off x="4277" y="2495"/>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0" name="Freeform 393"/>
              <p:cNvSpPr/>
              <p:nvPr/>
            </p:nvSpPr>
            <p:spPr bwMode="auto">
              <a:xfrm>
                <a:off x="3472"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1" name="Freeform 394"/>
              <p:cNvSpPr/>
              <p:nvPr/>
            </p:nvSpPr>
            <p:spPr bwMode="auto">
              <a:xfrm>
                <a:off x="4255" y="25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2" name="Freeform 395"/>
              <p:cNvSpPr/>
              <p:nvPr/>
            </p:nvSpPr>
            <p:spPr bwMode="auto">
              <a:xfrm>
                <a:off x="3678" y="2461"/>
                <a:ext cx="19" cy="13"/>
              </a:xfrm>
              <a:custGeom>
                <a:avLst/>
                <a:gdLst>
                  <a:gd name="T0" fmla="*/ 0 w 9"/>
                  <a:gd name="T1" fmla="*/ 0 h 6"/>
                  <a:gd name="T2" fmla="*/ 9 w 9"/>
                  <a:gd name="T3" fmla="*/ 6 h 6"/>
                  <a:gd name="T4" fmla="*/ 0 w 9"/>
                  <a:gd name="T5" fmla="*/ 0 h 6"/>
                </a:gdLst>
                <a:ahLst/>
                <a:cxnLst>
                  <a:cxn ang="0">
                    <a:pos x="T0" y="T1"/>
                  </a:cxn>
                  <a:cxn ang="0">
                    <a:pos x="T2" y="T3"/>
                  </a:cxn>
                  <a:cxn ang="0">
                    <a:pos x="T4" y="T5"/>
                  </a:cxn>
                </a:cxnLst>
                <a:rect l="0" t="0" r="r" b="b"/>
                <a:pathLst>
                  <a:path w="9" h="6">
                    <a:moveTo>
                      <a:pt x="0" y="0"/>
                    </a:moveTo>
                    <a:cubicBezTo>
                      <a:pt x="9" y="6"/>
                      <a:pt x="9" y="6"/>
                      <a:pt x="9" y="6"/>
                    </a:cubicBezTo>
                    <a:cubicBezTo>
                      <a:pt x="6" y="3"/>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3" name="Freeform 396"/>
              <p:cNvSpPr/>
              <p:nvPr/>
            </p:nvSpPr>
            <p:spPr bwMode="auto">
              <a:xfrm>
                <a:off x="3496" y="2319"/>
                <a:ext cx="4" cy="6"/>
              </a:xfrm>
              <a:custGeom>
                <a:avLst/>
                <a:gdLst>
                  <a:gd name="T0" fmla="*/ 1 w 2"/>
                  <a:gd name="T1" fmla="*/ 1 h 3"/>
                  <a:gd name="T2" fmla="*/ 2 w 2"/>
                  <a:gd name="T3" fmla="*/ 3 h 3"/>
                  <a:gd name="T4" fmla="*/ 2 w 2"/>
                  <a:gd name="T5" fmla="*/ 1 h 3"/>
                  <a:gd name="T6" fmla="*/ 1 w 2"/>
                  <a:gd name="T7" fmla="*/ 1 h 3"/>
                </a:gdLst>
                <a:ahLst/>
                <a:cxnLst>
                  <a:cxn ang="0">
                    <a:pos x="T0" y="T1"/>
                  </a:cxn>
                  <a:cxn ang="0">
                    <a:pos x="T2" y="T3"/>
                  </a:cxn>
                  <a:cxn ang="0">
                    <a:pos x="T4" y="T5"/>
                  </a:cxn>
                  <a:cxn ang="0">
                    <a:pos x="T6" y="T7"/>
                  </a:cxn>
                </a:cxnLst>
                <a:rect l="0" t="0" r="r" b="b"/>
                <a:pathLst>
                  <a:path w="2" h="3">
                    <a:moveTo>
                      <a:pt x="1" y="1"/>
                    </a:moveTo>
                    <a:cubicBezTo>
                      <a:pt x="2" y="2"/>
                      <a:pt x="2" y="2"/>
                      <a:pt x="2" y="3"/>
                    </a:cubicBezTo>
                    <a:cubicBezTo>
                      <a:pt x="2" y="1"/>
                      <a:pt x="2" y="1"/>
                      <a:pt x="2" y="1"/>
                    </a:cubicBezTo>
                    <a:cubicBezTo>
                      <a:pt x="2" y="0"/>
                      <a:pt x="0"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4" name="Freeform 397"/>
              <p:cNvSpPr/>
              <p:nvPr/>
            </p:nvSpPr>
            <p:spPr bwMode="auto">
              <a:xfrm>
                <a:off x="3483" y="2156"/>
                <a:ext cx="6" cy="4"/>
              </a:xfrm>
              <a:custGeom>
                <a:avLst/>
                <a:gdLst>
                  <a:gd name="T0" fmla="*/ 2 w 3"/>
                  <a:gd name="T1" fmla="*/ 1 h 2"/>
                  <a:gd name="T2" fmla="*/ 1 w 3"/>
                  <a:gd name="T3" fmla="*/ 2 h 2"/>
                  <a:gd name="T4" fmla="*/ 2 w 3"/>
                  <a:gd name="T5" fmla="*/ 1 h 2"/>
                </a:gdLst>
                <a:ahLst/>
                <a:cxnLst>
                  <a:cxn ang="0">
                    <a:pos x="T0" y="T1"/>
                  </a:cxn>
                  <a:cxn ang="0">
                    <a:pos x="T2" y="T3"/>
                  </a:cxn>
                  <a:cxn ang="0">
                    <a:pos x="T4" y="T5"/>
                  </a:cxn>
                </a:cxnLst>
                <a:rect l="0" t="0" r="r" b="b"/>
                <a:pathLst>
                  <a:path w="3" h="2">
                    <a:moveTo>
                      <a:pt x="2" y="1"/>
                    </a:moveTo>
                    <a:cubicBezTo>
                      <a:pt x="0" y="0"/>
                      <a:pt x="3" y="1"/>
                      <a:pt x="1" y="2"/>
                    </a:cubicBezTo>
                    <a:cubicBezTo>
                      <a:pt x="2" y="2"/>
                      <a:pt x="2" y="2"/>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5" name="Freeform 398"/>
              <p:cNvSpPr/>
              <p:nvPr/>
            </p:nvSpPr>
            <p:spPr bwMode="auto">
              <a:xfrm>
                <a:off x="3534" y="2347"/>
                <a:ext cx="13" cy="6"/>
              </a:xfrm>
              <a:custGeom>
                <a:avLst/>
                <a:gdLst>
                  <a:gd name="T0" fmla="*/ 0 w 6"/>
                  <a:gd name="T1" fmla="*/ 0 h 3"/>
                  <a:gd name="T2" fmla="*/ 4 w 6"/>
                  <a:gd name="T3" fmla="*/ 3 h 3"/>
                  <a:gd name="T4" fmla="*/ 0 w 6"/>
                  <a:gd name="T5" fmla="*/ 0 h 3"/>
                </a:gdLst>
                <a:ahLst/>
                <a:cxnLst>
                  <a:cxn ang="0">
                    <a:pos x="T0" y="T1"/>
                  </a:cxn>
                  <a:cxn ang="0">
                    <a:pos x="T2" y="T3"/>
                  </a:cxn>
                  <a:cxn ang="0">
                    <a:pos x="T4" y="T5"/>
                  </a:cxn>
                </a:cxnLst>
                <a:rect l="0" t="0" r="r" b="b"/>
                <a:pathLst>
                  <a:path w="6" h="3">
                    <a:moveTo>
                      <a:pt x="0" y="0"/>
                    </a:moveTo>
                    <a:cubicBezTo>
                      <a:pt x="0" y="2"/>
                      <a:pt x="3" y="3"/>
                      <a:pt x="4" y="3"/>
                    </a:cubicBezTo>
                    <a:cubicBezTo>
                      <a:pt x="6" y="3"/>
                      <a:pt x="1" y="2"/>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6" name="Freeform 399"/>
              <p:cNvSpPr/>
              <p:nvPr/>
            </p:nvSpPr>
            <p:spPr bwMode="auto">
              <a:xfrm>
                <a:off x="3466" y="2090"/>
                <a:ext cx="4" cy="4"/>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7" name="Freeform 400"/>
              <p:cNvSpPr/>
              <p:nvPr/>
            </p:nvSpPr>
            <p:spPr bwMode="auto">
              <a:xfrm>
                <a:off x="3466" y="2103"/>
                <a:ext cx="4" cy="0"/>
              </a:xfrm>
              <a:custGeom>
                <a:avLst/>
                <a:gdLst>
                  <a:gd name="T0" fmla="*/ 0 w 2"/>
                  <a:gd name="T1" fmla="*/ 1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1" y="0"/>
                    </a:cubicBezTo>
                    <a:cubicBezTo>
                      <a:pt x="2"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8" name="Freeform 401"/>
              <p:cNvSpPr/>
              <p:nvPr/>
            </p:nvSpPr>
            <p:spPr bwMode="auto">
              <a:xfrm>
                <a:off x="3477" y="2152"/>
                <a:ext cx="4" cy="8"/>
              </a:xfrm>
              <a:custGeom>
                <a:avLst/>
                <a:gdLst>
                  <a:gd name="T0" fmla="*/ 2 w 2"/>
                  <a:gd name="T1" fmla="*/ 4 h 4"/>
                  <a:gd name="T2" fmla="*/ 1 w 2"/>
                  <a:gd name="T3" fmla="*/ 0 h 4"/>
                  <a:gd name="T4" fmla="*/ 2 w 2"/>
                  <a:gd name="T5" fmla="*/ 4 h 4"/>
                </a:gdLst>
                <a:ahLst/>
                <a:cxnLst>
                  <a:cxn ang="0">
                    <a:pos x="T0" y="T1"/>
                  </a:cxn>
                  <a:cxn ang="0">
                    <a:pos x="T2" y="T3"/>
                  </a:cxn>
                  <a:cxn ang="0">
                    <a:pos x="T4" y="T5"/>
                  </a:cxn>
                </a:cxnLst>
                <a:rect l="0" t="0" r="r" b="b"/>
                <a:pathLst>
                  <a:path w="2" h="4">
                    <a:moveTo>
                      <a:pt x="2" y="4"/>
                    </a:moveTo>
                    <a:cubicBezTo>
                      <a:pt x="2" y="3"/>
                      <a:pt x="1" y="1"/>
                      <a:pt x="1" y="0"/>
                    </a:cubicBezTo>
                    <a:cubicBezTo>
                      <a:pt x="0" y="2"/>
                      <a:pt x="1" y="2"/>
                      <a:pt x="2" y="4"/>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9" name="Freeform 402"/>
              <p:cNvSpPr/>
              <p:nvPr/>
            </p:nvSpPr>
            <p:spPr bwMode="auto">
              <a:xfrm>
                <a:off x="3466" y="2096"/>
                <a:ext cx="8" cy="5"/>
              </a:xfrm>
              <a:custGeom>
                <a:avLst/>
                <a:gdLst>
                  <a:gd name="T0" fmla="*/ 0 w 4"/>
                  <a:gd name="T1" fmla="*/ 2 h 2"/>
                  <a:gd name="T2" fmla="*/ 0 w 4"/>
                  <a:gd name="T3" fmla="*/ 2 h 2"/>
                  <a:gd name="T4" fmla="*/ 2 w 4"/>
                  <a:gd name="T5" fmla="*/ 2 h 2"/>
                  <a:gd name="T6" fmla="*/ 2 w 4"/>
                  <a:gd name="T7" fmla="*/ 1 h 2"/>
                  <a:gd name="T8" fmla="*/ 4 w 4"/>
                  <a:gd name="T9" fmla="*/ 0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0" y="2"/>
                      <a:pt x="0" y="2"/>
                    </a:cubicBezTo>
                    <a:cubicBezTo>
                      <a:pt x="1" y="2"/>
                      <a:pt x="1" y="2"/>
                      <a:pt x="2" y="2"/>
                    </a:cubicBezTo>
                    <a:cubicBezTo>
                      <a:pt x="2" y="2"/>
                      <a:pt x="3" y="1"/>
                      <a:pt x="2" y="1"/>
                    </a:cubicBezTo>
                    <a:cubicBezTo>
                      <a:pt x="3" y="0"/>
                      <a:pt x="4" y="1"/>
                      <a:pt x="4" y="0"/>
                    </a:cubicBezTo>
                    <a:cubicBezTo>
                      <a:pt x="3" y="0"/>
                      <a:pt x="1"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0" name="Freeform 403"/>
              <p:cNvSpPr/>
              <p:nvPr/>
            </p:nvSpPr>
            <p:spPr bwMode="auto">
              <a:xfrm>
                <a:off x="3470" y="210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1" name="Freeform 404"/>
              <p:cNvSpPr/>
              <p:nvPr/>
            </p:nvSpPr>
            <p:spPr bwMode="auto">
              <a:xfrm>
                <a:off x="3718" y="2501"/>
                <a:ext cx="5" cy="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2" y="1"/>
                      <a:pt x="2" y="2"/>
                    </a:cubicBezTo>
                    <a:cubicBezTo>
                      <a:pt x="2" y="1"/>
                      <a:pt x="1" y="1"/>
                      <a:pt x="0" y="0"/>
                    </a:cubicBezTo>
                    <a:cubicBezTo>
                      <a:pt x="0" y="0"/>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2" name="Freeform 405"/>
              <p:cNvSpPr/>
              <p:nvPr/>
            </p:nvSpPr>
            <p:spPr bwMode="auto">
              <a:xfrm>
                <a:off x="3629" y="2417"/>
                <a:ext cx="7" cy="6"/>
              </a:xfrm>
              <a:custGeom>
                <a:avLst/>
                <a:gdLst>
                  <a:gd name="T0" fmla="*/ 2 w 3"/>
                  <a:gd name="T1" fmla="*/ 3 h 3"/>
                  <a:gd name="T2" fmla="*/ 0 w 3"/>
                  <a:gd name="T3" fmla="*/ 0 h 3"/>
                  <a:gd name="T4" fmla="*/ 2 w 3"/>
                  <a:gd name="T5" fmla="*/ 3 h 3"/>
                </a:gdLst>
                <a:ahLst/>
                <a:cxnLst>
                  <a:cxn ang="0">
                    <a:pos x="T0" y="T1"/>
                  </a:cxn>
                  <a:cxn ang="0">
                    <a:pos x="T2" y="T3"/>
                  </a:cxn>
                  <a:cxn ang="0">
                    <a:pos x="T4" y="T5"/>
                  </a:cxn>
                </a:cxnLst>
                <a:rect l="0" t="0" r="r" b="b"/>
                <a:pathLst>
                  <a:path w="3" h="3">
                    <a:moveTo>
                      <a:pt x="2" y="3"/>
                    </a:moveTo>
                    <a:cubicBezTo>
                      <a:pt x="3" y="2"/>
                      <a:pt x="1" y="1"/>
                      <a:pt x="0" y="0"/>
                    </a:cubicBezTo>
                    <a:cubicBezTo>
                      <a:pt x="0" y="1"/>
                      <a:pt x="1" y="2"/>
                      <a:pt x="2"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sp>
          <p:nvSpPr>
            <p:cNvPr id="7" name="Freeform 407"/>
            <p:cNvSpPr/>
            <p:nvPr/>
          </p:nvSpPr>
          <p:spPr bwMode="auto">
            <a:xfrm>
              <a:off x="3716" y="2495"/>
              <a:ext cx="5" cy="4"/>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1"/>
                    <a:pt x="1" y="0"/>
                    <a:pt x="0" y="0"/>
                  </a:cubicBezTo>
                  <a:cubicBezTo>
                    <a:pt x="1" y="1"/>
                    <a:pt x="1"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 name="Freeform 408"/>
            <p:cNvSpPr/>
            <p:nvPr/>
          </p:nvSpPr>
          <p:spPr bwMode="auto">
            <a:xfrm>
              <a:off x="3706" y="2480"/>
              <a:ext cx="10" cy="15"/>
            </a:xfrm>
            <a:custGeom>
              <a:avLst/>
              <a:gdLst>
                <a:gd name="T0" fmla="*/ 5 w 5"/>
                <a:gd name="T1" fmla="*/ 7 h 7"/>
                <a:gd name="T2" fmla="*/ 2 w 5"/>
                <a:gd name="T3" fmla="*/ 3 h 7"/>
                <a:gd name="T4" fmla="*/ 2 w 5"/>
                <a:gd name="T5" fmla="*/ 1 h 7"/>
                <a:gd name="T6" fmla="*/ 3 w 5"/>
                <a:gd name="T7" fmla="*/ 7 h 7"/>
                <a:gd name="T8" fmla="*/ 3 w 5"/>
                <a:gd name="T9" fmla="*/ 7 h 7"/>
                <a:gd name="T10" fmla="*/ 5 w 5"/>
                <a:gd name="T11" fmla="*/ 7 h 7"/>
              </a:gdLst>
              <a:ahLst/>
              <a:cxnLst>
                <a:cxn ang="0">
                  <a:pos x="T0" y="T1"/>
                </a:cxn>
                <a:cxn ang="0">
                  <a:pos x="T2" y="T3"/>
                </a:cxn>
                <a:cxn ang="0">
                  <a:pos x="T4" y="T5"/>
                </a:cxn>
                <a:cxn ang="0">
                  <a:pos x="T6" y="T7"/>
                </a:cxn>
                <a:cxn ang="0">
                  <a:pos x="T8" y="T9"/>
                </a:cxn>
                <a:cxn ang="0">
                  <a:pos x="T10" y="T11"/>
                </a:cxn>
              </a:cxnLst>
              <a:rect l="0" t="0" r="r" b="b"/>
              <a:pathLst>
                <a:path w="5" h="7">
                  <a:moveTo>
                    <a:pt x="5" y="7"/>
                  </a:moveTo>
                  <a:cubicBezTo>
                    <a:pt x="4" y="5"/>
                    <a:pt x="4" y="3"/>
                    <a:pt x="2" y="3"/>
                  </a:cubicBezTo>
                  <a:cubicBezTo>
                    <a:pt x="1" y="1"/>
                    <a:pt x="4" y="3"/>
                    <a:pt x="2" y="1"/>
                  </a:cubicBezTo>
                  <a:cubicBezTo>
                    <a:pt x="0" y="0"/>
                    <a:pt x="1" y="4"/>
                    <a:pt x="3" y="7"/>
                  </a:cubicBezTo>
                  <a:cubicBezTo>
                    <a:pt x="3" y="7"/>
                    <a:pt x="3" y="7"/>
                    <a:pt x="3" y="7"/>
                  </a:cubicBezTo>
                  <a:cubicBezTo>
                    <a:pt x="4" y="7"/>
                    <a:pt x="4" y="7"/>
                    <a:pt x="5"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 name="Freeform 409"/>
            <p:cNvSpPr/>
            <p:nvPr/>
          </p:nvSpPr>
          <p:spPr bwMode="auto">
            <a:xfrm>
              <a:off x="3782" y="3038"/>
              <a:ext cx="2" cy="4"/>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0" y="2"/>
                    <a:pt x="1" y="1"/>
                    <a:pt x="1"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 name="Freeform 410"/>
            <p:cNvSpPr/>
            <p:nvPr/>
          </p:nvSpPr>
          <p:spPr bwMode="auto">
            <a:xfrm>
              <a:off x="3631" y="2249"/>
              <a:ext cx="3" cy="2"/>
            </a:xfrm>
            <a:custGeom>
              <a:avLst/>
              <a:gdLst>
                <a:gd name="T0" fmla="*/ 3 w 3"/>
                <a:gd name="T1" fmla="*/ 0 h 2"/>
                <a:gd name="T2" fmla="*/ 0 w 3"/>
                <a:gd name="T3" fmla="*/ 0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0" y="2"/>
                  </a:lnTo>
                  <a:lnTo>
                    <a:pt x="3"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 name="Freeform 411"/>
            <p:cNvSpPr/>
            <p:nvPr/>
          </p:nvSpPr>
          <p:spPr bwMode="auto">
            <a:xfrm>
              <a:off x="3988" y="3019"/>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 name="Freeform 412"/>
            <p:cNvSpPr/>
            <p:nvPr/>
          </p:nvSpPr>
          <p:spPr bwMode="auto">
            <a:xfrm>
              <a:off x="3856" y="3002"/>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 name="Freeform 413"/>
            <p:cNvSpPr/>
            <p:nvPr/>
          </p:nvSpPr>
          <p:spPr bwMode="auto">
            <a:xfrm>
              <a:off x="3924" y="2998"/>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0"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 name="Freeform 414"/>
            <p:cNvSpPr/>
            <p:nvPr/>
          </p:nvSpPr>
          <p:spPr bwMode="auto">
            <a:xfrm>
              <a:off x="3561" y="1990"/>
              <a:ext cx="3" cy="9"/>
            </a:xfrm>
            <a:custGeom>
              <a:avLst/>
              <a:gdLst>
                <a:gd name="T0" fmla="*/ 1 w 1"/>
                <a:gd name="T1" fmla="*/ 1 h 4"/>
                <a:gd name="T2" fmla="*/ 0 w 1"/>
                <a:gd name="T3" fmla="*/ 0 h 4"/>
                <a:gd name="T4" fmla="*/ 1 w 1"/>
                <a:gd name="T5" fmla="*/ 1 h 4"/>
              </a:gdLst>
              <a:ahLst/>
              <a:cxnLst>
                <a:cxn ang="0">
                  <a:pos x="T0" y="T1"/>
                </a:cxn>
                <a:cxn ang="0">
                  <a:pos x="T2" y="T3"/>
                </a:cxn>
                <a:cxn ang="0">
                  <a:pos x="T4" y="T5"/>
                </a:cxn>
              </a:cxnLst>
              <a:rect l="0" t="0" r="r" b="b"/>
              <a:pathLst>
                <a:path w="1" h="4">
                  <a:moveTo>
                    <a:pt x="1" y="1"/>
                  </a:moveTo>
                  <a:cubicBezTo>
                    <a:pt x="1" y="1"/>
                    <a:pt x="0" y="0"/>
                    <a:pt x="0" y="0"/>
                  </a:cubicBezTo>
                  <a:cubicBezTo>
                    <a:pt x="0" y="3"/>
                    <a:pt x="0" y="4"/>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 name="Freeform 415"/>
            <p:cNvSpPr/>
            <p:nvPr/>
          </p:nvSpPr>
          <p:spPr bwMode="auto">
            <a:xfrm>
              <a:off x="3795" y="3040"/>
              <a:ext cx="2" cy="2"/>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0"/>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 name="Freeform 416"/>
            <p:cNvSpPr/>
            <p:nvPr/>
          </p:nvSpPr>
          <p:spPr bwMode="auto">
            <a:xfrm>
              <a:off x="3958" y="30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 name="Freeform 417"/>
            <p:cNvSpPr/>
            <p:nvPr/>
          </p:nvSpPr>
          <p:spPr bwMode="auto">
            <a:xfrm>
              <a:off x="3982" y="3027"/>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 name="Freeform 418"/>
            <p:cNvSpPr/>
            <p:nvPr/>
          </p:nvSpPr>
          <p:spPr bwMode="auto">
            <a:xfrm>
              <a:off x="3595" y="18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 name="Freeform 419"/>
            <p:cNvSpPr/>
            <p:nvPr/>
          </p:nvSpPr>
          <p:spPr bwMode="auto">
            <a:xfrm>
              <a:off x="3757" y="2981"/>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 name="Freeform 420"/>
            <p:cNvSpPr/>
            <p:nvPr/>
          </p:nvSpPr>
          <p:spPr bwMode="auto">
            <a:xfrm>
              <a:off x="3627" y="1789"/>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 name="Freeform 421"/>
            <p:cNvSpPr/>
            <p:nvPr/>
          </p:nvSpPr>
          <p:spPr bwMode="auto">
            <a:xfrm>
              <a:off x="3578" y="17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 name="Rectangle 422"/>
            <p:cNvSpPr>
              <a:spLocks noChangeArrowheads="1"/>
            </p:cNvSpPr>
            <p:nvPr/>
          </p:nvSpPr>
          <p:spPr bwMode="auto">
            <a:xfrm>
              <a:off x="3593" y="1825"/>
              <a:ext cx="1"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 name="Freeform 423"/>
            <p:cNvSpPr/>
            <p:nvPr/>
          </p:nvSpPr>
          <p:spPr bwMode="auto">
            <a:xfrm>
              <a:off x="3593" y="1825"/>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 name="Freeform 424"/>
            <p:cNvSpPr/>
            <p:nvPr/>
          </p:nvSpPr>
          <p:spPr bwMode="auto">
            <a:xfrm>
              <a:off x="3593" y="1825"/>
              <a:ext cx="0" cy="2"/>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 name="Freeform 425"/>
            <p:cNvSpPr/>
            <p:nvPr/>
          </p:nvSpPr>
          <p:spPr bwMode="auto">
            <a:xfrm>
              <a:off x="3638" y="2417"/>
              <a:ext cx="6" cy="6"/>
            </a:xfrm>
            <a:custGeom>
              <a:avLst/>
              <a:gdLst>
                <a:gd name="T0" fmla="*/ 1 w 3"/>
                <a:gd name="T1" fmla="*/ 2 h 3"/>
                <a:gd name="T2" fmla="*/ 3 w 3"/>
                <a:gd name="T3" fmla="*/ 2 h 3"/>
                <a:gd name="T4" fmla="*/ 1 w 3"/>
                <a:gd name="T5" fmla="*/ 2 h 3"/>
              </a:gdLst>
              <a:ahLst/>
              <a:cxnLst>
                <a:cxn ang="0">
                  <a:pos x="T0" y="T1"/>
                </a:cxn>
                <a:cxn ang="0">
                  <a:pos x="T2" y="T3"/>
                </a:cxn>
                <a:cxn ang="0">
                  <a:pos x="T4" y="T5"/>
                </a:cxn>
              </a:cxnLst>
              <a:rect l="0" t="0" r="r" b="b"/>
              <a:pathLst>
                <a:path w="3" h="3">
                  <a:moveTo>
                    <a:pt x="1" y="2"/>
                  </a:moveTo>
                  <a:cubicBezTo>
                    <a:pt x="2" y="2"/>
                    <a:pt x="3" y="3"/>
                    <a:pt x="3" y="2"/>
                  </a:cubicBezTo>
                  <a:cubicBezTo>
                    <a:pt x="0" y="0"/>
                    <a:pt x="0" y="0"/>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 name="Freeform 426"/>
            <p:cNvSpPr/>
            <p:nvPr/>
          </p:nvSpPr>
          <p:spPr bwMode="auto">
            <a:xfrm>
              <a:off x="3708" y="2743"/>
              <a:ext cx="2" cy="7"/>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1" y="3"/>
                    <a:pt x="1" y="0"/>
                    <a:pt x="0" y="0"/>
                  </a:cubicBezTo>
                  <a:cubicBezTo>
                    <a:pt x="0" y="0"/>
                    <a:pt x="0" y="3"/>
                    <a:pt x="1"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 name="Freeform 427"/>
            <p:cNvSpPr/>
            <p:nvPr/>
          </p:nvSpPr>
          <p:spPr bwMode="auto">
            <a:xfrm>
              <a:off x="3714" y="2737"/>
              <a:ext cx="4" cy="2"/>
            </a:xfrm>
            <a:custGeom>
              <a:avLst/>
              <a:gdLst>
                <a:gd name="T0" fmla="*/ 1 w 2"/>
                <a:gd name="T1" fmla="*/ 1 h 1"/>
                <a:gd name="T2" fmla="*/ 0 w 2"/>
                <a:gd name="T3" fmla="*/ 0 h 1"/>
                <a:gd name="T4" fmla="*/ 1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0" y="0"/>
                    <a:pt x="0" y="0"/>
                  </a:cubicBezTo>
                  <a:cubicBezTo>
                    <a:pt x="0" y="0"/>
                    <a:pt x="1" y="1"/>
                    <a:pt x="1" y="1"/>
                  </a:cubicBezTo>
                  <a:cubicBezTo>
                    <a:pt x="1" y="1"/>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 name="Freeform 428"/>
            <p:cNvSpPr/>
            <p:nvPr/>
          </p:nvSpPr>
          <p:spPr bwMode="auto">
            <a:xfrm>
              <a:off x="3706" y="2737"/>
              <a:ext cx="10" cy="4"/>
            </a:xfrm>
            <a:custGeom>
              <a:avLst/>
              <a:gdLst>
                <a:gd name="T0" fmla="*/ 0 w 5"/>
                <a:gd name="T1" fmla="*/ 1 h 2"/>
                <a:gd name="T2" fmla="*/ 4 w 5"/>
                <a:gd name="T3" fmla="*/ 1 h 2"/>
                <a:gd name="T4" fmla="*/ 5 w 5"/>
                <a:gd name="T5" fmla="*/ 2 h 2"/>
                <a:gd name="T6" fmla="*/ 3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2"/>
                    <a:pt x="3" y="2"/>
                    <a:pt x="4" y="1"/>
                  </a:cubicBezTo>
                  <a:cubicBezTo>
                    <a:pt x="4" y="1"/>
                    <a:pt x="5" y="2"/>
                    <a:pt x="5" y="2"/>
                  </a:cubicBezTo>
                  <a:cubicBezTo>
                    <a:pt x="4" y="1"/>
                    <a:pt x="4" y="1"/>
                    <a:pt x="3" y="1"/>
                  </a:cubicBezTo>
                  <a:cubicBezTo>
                    <a:pt x="3" y="1"/>
                    <a:pt x="1" y="0"/>
                    <a:pt x="2" y="1"/>
                  </a:cubicBezTo>
                  <a:cubicBezTo>
                    <a:pt x="2" y="1"/>
                    <a:pt x="1"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 name="Freeform 429"/>
            <p:cNvSpPr/>
            <p:nvPr/>
          </p:nvSpPr>
          <p:spPr bwMode="auto">
            <a:xfrm>
              <a:off x="3755" y="2718"/>
              <a:ext cx="4" cy="6"/>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cubicBezTo>
                    <a:pt x="0" y="0"/>
                    <a:pt x="0" y="0"/>
                    <a:pt x="0" y="0"/>
                  </a:cubicBezTo>
                  <a:cubicBezTo>
                    <a:pt x="1" y="2"/>
                    <a:pt x="1" y="2"/>
                    <a:pt x="2"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 name="Freeform 430"/>
            <p:cNvSpPr/>
            <p:nvPr/>
          </p:nvSpPr>
          <p:spPr bwMode="auto">
            <a:xfrm>
              <a:off x="3761" y="2733"/>
              <a:ext cx="4" cy="17"/>
            </a:xfrm>
            <a:custGeom>
              <a:avLst/>
              <a:gdLst>
                <a:gd name="T0" fmla="*/ 1 w 2"/>
                <a:gd name="T1" fmla="*/ 7 h 8"/>
                <a:gd name="T2" fmla="*/ 0 w 2"/>
                <a:gd name="T3" fmla="*/ 3 h 8"/>
                <a:gd name="T4" fmla="*/ 1 w 2"/>
                <a:gd name="T5" fmla="*/ 7 h 8"/>
              </a:gdLst>
              <a:ahLst/>
              <a:cxnLst>
                <a:cxn ang="0">
                  <a:pos x="T0" y="T1"/>
                </a:cxn>
                <a:cxn ang="0">
                  <a:pos x="T2" y="T3"/>
                </a:cxn>
                <a:cxn ang="0">
                  <a:pos x="T4" y="T5"/>
                </a:cxn>
              </a:cxnLst>
              <a:rect l="0" t="0" r="r" b="b"/>
              <a:pathLst>
                <a:path w="2" h="8">
                  <a:moveTo>
                    <a:pt x="1" y="7"/>
                  </a:moveTo>
                  <a:cubicBezTo>
                    <a:pt x="2" y="0"/>
                    <a:pt x="1" y="8"/>
                    <a:pt x="0" y="3"/>
                  </a:cubicBezTo>
                  <a:cubicBezTo>
                    <a:pt x="0" y="5"/>
                    <a:pt x="0" y="6"/>
                    <a:pt x="1"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 name="Freeform 431"/>
            <p:cNvSpPr/>
            <p:nvPr/>
          </p:nvSpPr>
          <p:spPr bwMode="auto">
            <a:xfrm>
              <a:off x="3759" y="2720"/>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 name="Freeform 432"/>
            <p:cNvSpPr/>
            <p:nvPr/>
          </p:nvSpPr>
          <p:spPr bwMode="auto">
            <a:xfrm>
              <a:off x="3761" y="2714"/>
              <a:ext cx="6" cy="12"/>
            </a:xfrm>
            <a:custGeom>
              <a:avLst/>
              <a:gdLst>
                <a:gd name="T0" fmla="*/ 0 w 3"/>
                <a:gd name="T1" fmla="*/ 5 h 6"/>
                <a:gd name="T2" fmla="*/ 3 w 3"/>
                <a:gd name="T3" fmla="*/ 3 h 6"/>
                <a:gd name="T4" fmla="*/ 0 w 3"/>
                <a:gd name="T5" fmla="*/ 5 h 6"/>
              </a:gdLst>
              <a:ahLst/>
              <a:cxnLst>
                <a:cxn ang="0">
                  <a:pos x="T0" y="T1"/>
                </a:cxn>
                <a:cxn ang="0">
                  <a:pos x="T2" y="T3"/>
                </a:cxn>
                <a:cxn ang="0">
                  <a:pos x="T4" y="T5"/>
                </a:cxn>
              </a:cxnLst>
              <a:rect l="0" t="0" r="r" b="b"/>
              <a:pathLst>
                <a:path w="3" h="6">
                  <a:moveTo>
                    <a:pt x="0" y="5"/>
                  </a:moveTo>
                  <a:cubicBezTo>
                    <a:pt x="1" y="6"/>
                    <a:pt x="2" y="3"/>
                    <a:pt x="3" y="3"/>
                  </a:cubicBezTo>
                  <a:cubicBezTo>
                    <a:pt x="2" y="0"/>
                    <a:pt x="1" y="4"/>
                    <a:pt x="0" y="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 name="Freeform 433"/>
            <p:cNvSpPr/>
            <p:nvPr/>
          </p:nvSpPr>
          <p:spPr bwMode="auto">
            <a:xfrm>
              <a:off x="3712" y="273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 name="Freeform 434"/>
            <p:cNvSpPr>
              <a:spLocks noEditPoints="1"/>
            </p:cNvSpPr>
            <p:nvPr/>
          </p:nvSpPr>
          <p:spPr bwMode="auto">
            <a:xfrm>
              <a:off x="3742" y="2907"/>
              <a:ext cx="384" cy="146"/>
            </a:xfrm>
            <a:custGeom>
              <a:avLst/>
              <a:gdLst>
                <a:gd name="T0" fmla="*/ 150 w 181"/>
                <a:gd name="T1" fmla="*/ 21 h 69"/>
                <a:gd name="T2" fmla="*/ 144 w 181"/>
                <a:gd name="T3" fmla="*/ 25 h 69"/>
                <a:gd name="T4" fmla="*/ 103 w 181"/>
                <a:gd name="T5" fmla="*/ 42 h 69"/>
                <a:gd name="T6" fmla="*/ 91 w 181"/>
                <a:gd name="T7" fmla="*/ 45 h 69"/>
                <a:gd name="T8" fmla="*/ 79 w 181"/>
                <a:gd name="T9" fmla="*/ 44 h 69"/>
                <a:gd name="T10" fmla="*/ 60 w 181"/>
                <a:gd name="T11" fmla="*/ 44 h 69"/>
                <a:gd name="T12" fmla="*/ 50 w 181"/>
                <a:gd name="T13" fmla="*/ 47 h 69"/>
                <a:gd name="T14" fmla="*/ 32 w 181"/>
                <a:gd name="T15" fmla="*/ 47 h 69"/>
                <a:gd name="T16" fmla="*/ 22 w 181"/>
                <a:gd name="T17" fmla="*/ 44 h 69"/>
                <a:gd name="T18" fmla="*/ 10 w 181"/>
                <a:gd name="T19" fmla="*/ 39 h 69"/>
                <a:gd name="T20" fmla="*/ 10 w 181"/>
                <a:gd name="T21" fmla="*/ 37 h 69"/>
                <a:gd name="T22" fmla="*/ 10 w 181"/>
                <a:gd name="T23" fmla="*/ 35 h 69"/>
                <a:gd name="T24" fmla="*/ 10 w 181"/>
                <a:gd name="T25" fmla="*/ 34 h 69"/>
                <a:gd name="T26" fmla="*/ 10 w 181"/>
                <a:gd name="T27" fmla="*/ 30 h 69"/>
                <a:gd name="T28" fmla="*/ 2 w 181"/>
                <a:gd name="T29" fmla="*/ 32 h 69"/>
                <a:gd name="T30" fmla="*/ 6 w 181"/>
                <a:gd name="T31" fmla="*/ 44 h 69"/>
                <a:gd name="T32" fmla="*/ 10 w 181"/>
                <a:gd name="T33" fmla="*/ 51 h 69"/>
                <a:gd name="T34" fmla="*/ 4 w 181"/>
                <a:gd name="T35" fmla="*/ 55 h 69"/>
                <a:gd name="T36" fmla="*/ 8 w 181"/>
                <a:gd name="T37" fmla="*/ 58 h 69"/>
                <a:gd name="T38" fmla="*/ 13 w 181"/>
                <a:gd name="T39" fmla="*/ 57 h 69"/>
                <a:gd name="T40" fmla="*/ 13 w 181"/>
                <a:gd name="T41" fmla="*/ 60 h 69"/>
                <a:gd name="T42" fmla="*/ 19 w 181"/>
                <a:gd name="T43" fmla="*/ 57 h 69"/>
                <a:gd name="T44" fmla="*/ 20 w 181"/>
                <a:gd name="T45" fmla="*/ 63 h 69"/>
                <a:gd name="T46" fmla="*/ 22 w 181"/>
                <a:gd name="T47" fmla="*/ 66 h 69"/>
                <a:gd name="T48" fmla="*/ 24 w 181"/>
                <a:gd name="T49" fmla="*/ 64 h 69"/>
                <a:gd name="T50" fmla="*/ 28 w 181"/>
                <a:gd name="T51" fmla="*/ 64 h 69"/>
                <a:gd name="T52" fmla="*/ 31 w 181"/>
                <a:gd name="T53" fmla="*/ 66 h 69"/>
                <a:gd name="T54" fmla="*/ 36 w 181"/>
                <a:gd name="T55" fmla="*/ 58 h 69"/>
                <a:gd name="T56" fmla="*/ 36 w 181"/>
                <a:gd name="T57" fmla="*/ 65 h 69"/>
                <a:gd name="T58" fmla="*/ 46 w 181"/>
                <a:gd name="T59" fmla="*/ 67 h 69"/>
                <a:gd name="T60" fmla="*/ 50 w 181"/>
                <a:gd name="T61" fmla="*/ 66 h 69"/>
                <a:gd name="T62" fmla="*/ 55 w 181"/>
                <a:gd name="T63" fmla="*/ 62 h 69"/>
                <a:gd name="T64" fmla="*/ 65 w 181"/>
                <a:gd name="T65" fmla="*/ 66 h 69"/>
                <a:gd name="T66" fmla="*/ 69 w 181"/>
                <a:gd name="T67" fmla="*/ 63 h 69"/>
                <a:gd name="T68" fmla="*/ 71 w 181"/>
                <a:gd name="T69" fmla="*/ 63 h 69"/>
                <a:gd name="T70" fmla="*/ 72 w 181"/>
                <a:gd name="T71" fmla="*/ 61 h 69"/>
                <a:gd name="T72" fmla="*/ 76 w 181"/>
                <a:gd name="T73" fmla="*/ 65 h 69"/>
                <a:gd name="T74" fmla="*/ 79 w 181"/>
                <a:gd name="T75" fmla="*/ 63 h 69"/>
                <a:gd name="T76" fmla="*/ 88 w 181"/>
                <a:gd name="T77" fmla="*/ 60 h 69"/>
                <a:gd name="T78" fmla="*/ 92 w 181"/>
                <a:gd name="T79" fmla="*/ 62 h 69"/>
                <a:gd name="T80" fmla="*/ 98 w 181"/>
                <a:gd name="T81" fmla="*/ 60 h 69"/>
                <a:gd name="T82" fmla="*/ 102 w 181"/>
                <a:gd name="T83" fmla="*/ 59 h 69"/>
                <a:gd name="T84" fmla="*/ 103 w 181"/>
                <a:gd name="T85" fmla="*/ 59 h 69"/>
                <a:gd name="T86" fmla="*/ 108 w 181"/>
                <a:gd name="T87" fmla="*/ 58 h 69"/>
                <a:gd name="T88" fmla="*/ 115 w 181"/>
                <a:gd name="T89" fmla="*/ 53 h 69"/>
                <a:gd name="T90" fmla="*/ 117 w 181"/>
                <a:gd name="T91" fmla="*/ 52 h 69"/>
                <a:gd name="T92" fmla="*/ 122 w 181"/>
                <a:gd name="T93" fmla="*/ 45 h 69"/>
                <a:gd name="T94" fmla="*/ 127 w 181"/>
                <a:gd name="T95" fmla="*/ 45 h 69"/>
                <a:gd name="T96" fmla="*/ 134 w 181"/>
                <a:gd name="T97" fmla="*/ 43 h 69"/>
                <a:gd name="T98" fmla="*/ 139 w 181"/>
                <a:gd name="T99" fmla="*/ 41 h 69"/>
                <a:gd name="T100" fmla="*/ 152 w 181"/>
                <a:gd name="T101" fmla="*/ 37 h 69"/>
                <a:gd name="T102" fmla="*/ 156 w 181"/>
                <a:gd name="T103" fmla="*/ 35 h 69"/>
                <a:gd name="T104" fmla="*/ 163 w 181"/>
                <a:gd name="T105" fmla="*/ 27 h 69"/>
                <a:gd name="T106" fmla="*/ 167 w 181"/>
                <a:gd name="T107" fmla="*/ 19 h 69"/>
                <a:gd name="T108" fmla="*/ 10 w 181"/>
                <a:gd name="T109" fmla="*/ 31 h 69"/>
                <a:gd name="T110" fmla="*/ 10 w 181"/>
                <a:gd name="T111" fmla="*/ 35 h 69"/>
                <a:gd name="T112" fmla="*/ 9 w 181"/>
                <a:gd name="T113" fmla="*/ 34 h 69"/>
                <a:gd name="T114" fmla="*/ 7 w 181"/>
                <a:gd name="T115" fmla="*/ 35 h 69"/>
                <a:gd name="T116" fmla="*/ 8 w 181"/>
                <a:gd name="T117" fmla="*/ 36 h 69"/>
                <a:gd name="T118" fmla="*/ 10 w 181"/>
                <a:gd name="T119"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1" h="69">
                  <a:moveTo>
                    <a:pt x="177" y="5"/>
                  </a:moveTo>
                  <a:cubicBezTo>
                    <a:pt x="177" y="2"/>
                    <a:pt x="172" y="0"/>
                    <a:pt x="172" y="0"/>
                  </a:cubicBezTo>
                  <a:cubicBezTo>
                    <a:pt x="172" y="4"/>
                    <a:pt x="169" y="7"/>
                    <a:pt x="164" y="8"/>
                  </a:cubicBezTo>
                  <a:cubicBezTo>
                    <a:pt x="163" y="9"/>
                    <a:pt x="163" y="11"/>
                    <a:pt x="162" y="11"/>
                  </a:cubicBezTo>
                  <a:cubicBezTo>
                    <a:pt x="159" y="15"/>
                    <a:pt x="152" y="15"/>
                    <a:pt x="149" y="19"/>
                  </a:cubicBezTo>
                  <a:cubicBezTo>
                    <a:pt x="150" y="19"/>
                    <a:pt x="150" y="20"/>
                    <a:pt x="150" y="21"/>
                  </a:cubicBezTo>
                  <a:cubicBezTo>
                    <a:pt x="150" y="20"/>
                    <a:pt x="150" y="20"/>
                    <a:pt x="150" y="20"/>
                  </a:cubicBezTo>
                  <a:cubicBezTo>
                    <a:pt x="150" y="22"/>
                    <a:pt x="150" y="22"/>
                    <a:pt x="150" y="22"/>
                  </a:cubicBezTo>
                  <a:cubicBezTo>
                    <a:pt x="150" y="22"/>
                    <a:pt x="149" y="21"/>
                    <a:pt x="149" y="20"/>
                  </a:cubicBezTo>
                  <a:cubicBezTo>
                    <a:pt x="147" y="21"/>
                    <a:pt x="146" y="23"/>
                    <a:pt x="144" y="24"/>
                  </a:cubicBezTo>
                  <a:cubicBezTo>
                    <a:pt x="145" y="26"/>
                    <a:pt x="143" y="24"/>
                    <a:pt x="144" y="26"/>
                  </a:cubicBezTo>
                  <a:cubicBezTo>
                    <a:pt x="144" y="25"/>
                    <a:pt x="144" y="25"/>
                    <a:pt x="144" y="25"/>
                  </a:cubicBezTo>
                  <a:cubicBezTo>
                    <a:pt x="143" y="27"/>
                    <a:pt x="143" y="27"/>
                    <a:pt x="141" y="25"/>
                  </a:cubicBezTo>
                  <a:cubicBezTo>
                    <a:pt x="135" y="26"/>
                    <a:pt x="130" y="30"/>
                    <a:pt x="125" y="31"/>
                  </a:cubicBezTo>
                  <a:cubicBezTo>
                    <a:pt x="119" y="33"/>
                    <a:pt x="114" y="37"/>
                    <a:pt x="108" y="39"/>
                  </a:cubicBezTo>
                  <a:cubicBezTo>
                    <a:pt x="108" y="42"/>
                    <a:pt x="106" y="41"/>
                    <a:pt x="106" y="44"/>
                  </a:cubicBezTo>
                  <a:cubicBezTo>
                    <a:pt x="106" y="43"/>
                    <a:pt x="106" y="43"/>
                    <a:pt x="106" y="43"/>
                  </a:cubicBezTo>
                  <a:cubicBezTo>
                    <a:pt x="105" y="45"/>
                    <a:pt x="104" y="43"/>
                    <a:pt x="103" y="42"/>
                  </a:cubicBezTo>
                  <a:cubicBezTo>
                    <a:pt x="103" y="44"/>
                    <a:pt x="102" y="43"/>
                    <a:pt x="103" y="45"/>
                  </a:cubicBezTo>
                  <a:cubicBezTo>
                    <a:pt x="103" y="46"/>
                    <a:pt x="102" y="42"/>
                    <a:pt x="101" y="43"/>
                  </a:cubicBezTo>
                  <a:cubicBezTo>
                    <a:pt x="101" y="42"/>
                    <a:pt x="101" y="44"/>
                    <a:pt x="101" y="44"/>
                  </a:cubicBezTo>
                  <a:cubicBezTo>
                    <a:pt x="100" y="46"/>
                    <a:pt x="101" y="42"/>
                    <a:pt x="99" y="41"/>
                  </a:cubicBezTo>
                  <a:cubicBezTo>
                    <a:pt x="96" y="42"/>
                    <a:pt x="94" y="45"/>
                    <a:pt x="91" y="44"/>
                  </a:cubicBezTo>
                  <a:cubicBezTo>
                    <a:pt x="91" y="44"/>
                    <a:pt x="91" y="45"/>
                    <a:pt x="91" y="45"/>
                  </a:cubicBezTo>
                  <a:cubicBezTo>
                    <a:pt x="90" y="42"/>
                    <a:pt x="90" y="46"/>
                    <a:pt x="90" y="45"/>
                  </a:cubicBezTo>
                  <a:cubicBezTo>
                    <a:pt x="90" y="44"/>
                    <a:pt x="90" y="44"/>
                    <a:pt x="90" y="44"/>
                  </a:cubicBezTo>
                  <a:cubicBezTo>
                    <a:pt x="88" y="43"/>
                    <a:pt x="88" y="45"/>
                    <a:pt x="86" y="44"/>
                  </a:cubicBezTo>
                  <a:cubicBezTo>
                    <a:pt x="85" y="45"/>
                    <a:pt x="84" y="42"/>
                    <a:pt x="83" y="44"/>
                  </a:cubicBezTo>
                  <a:cubicBezTo>
                    <a:pt x="83" y="43"/>
                    <a:pt x="83" y="43"/>
                    <a:pt x="82" y="43"/>
                  </a:cubicBezTo>
                  <a:cubicBezTo>
                    <a:pt x="82" y="47"/>
                    <a:pt x="80" y="42"/>
                    <a:pt x="79" y="44"/>
                  </a:cubicBezTo>
                  <a:cubicBezTo>
                    <a:pt x="79" y="44"/>
                    <a:pt x="79" y="44"/>
                    <a:pt x="79" y="44"/>
                  </a:cubicBezTo>
                  <a:cubicBezTo>
                    <a:pt x="76" y="44"/>
                    <a:pt x="73" y="43"/>
                    <a:pt x="70" y="46"/>
                  </a:cubicBezTo>
                  <a:cubicBezTo>
                    <a:pt x="68" y="46"/>
                    <a:pt x="66" y="43"/>
                    <a:pt x="64" y="44"/>
                  </a:cubicBezTo>
                  <a:cubicBezTo>
                    <a:pt x="64" y="46"/>
                    <a:pt x="64" y="46"/>
                    <a:pt x="64" y="46"/>
                  </a:cubicBezTo>
                  <a:cubicBezTo>
                    <a:pt x="63" y="46"/>
                    <a:pt x="64" y="45"/>
                    <a:pt x="64" y="44"/>
                  </a:cubicBezTo>
                  <a:cubicBezTo>
                    <a:pt x="63" y="46"/>
                    <a:pt x="61" y="44"/>
                    <a:pt x="60" y="44"/>
                  </a:cubicBezTo>
                  <a:cubicBezTo>
                    <a:pt x="60" y="45"/>
                    <a:pt x="60" y="45"/>
                    <a:pt x="60" y="46"/>
                  </a:cubicBezTo>
                  <a:cubicBezTo>
                    <a:pt x="59" y="43"/>
                    <a:pt x="57" y="47"/>
                    <a:pt x="55" y="45"/>
                  </a:cubicBezTo>
                  <a:cubicBezTo>
                    <a:pt x="56" y="48"/>
                    <a:pt x="55" y="47"/>
                    <a:pt x="54" y="48"/>
                  </a:cubicBezTo>
                  <a:cubicBezTo>
                    <a:pt x="54" y="47"/>
                    <a:pt x="54" y="46"/>
                    <a:pt x="54" y="46"/>
                  </a:cubicBezTo>
                  <a:cubicBezTo>
                    <a:pt x="53" y="46"/>
                    <a:pt x="52" y="46"/>
                    <a:pt x="51" y="45"/>
                  </a:cubicBezTo>
                  <a:cubicBezTo>
                    <a:pt x="51" y="46"/>
                    <a:pt x="50" y="48"/>
                    <a:pt x="50" y="47"/>
                  </a:cubicBezTo>
                  <a:cubicBezTo>
                    <a:pt x="49" y="45"/>
                    <a:pt x="48" y="47"/>
                    <a:pt x="48" y="46"/>
                  </a:cubicBezTo>
                  <a:cubicBezTo>
                    <a:pt x="48" y="48"/>
                    <a:pt x="47" y="49"/>
                    <a:pt x="46" y="49"/>
                  </a:cubicBezTo>
                  <a:cubicBezTo>
                    <a:pt x="47" y="46"/>
                    <a:pt x="47" y="46"/>
                    <a:pt x="47" y="46"/>
                  </a:cubicBezTo>
                  <a:cubicBezTo>
                    <a:pt x="44" y="47"/>
                    <a:pt x="42" y="44"/>
                    <a:pt x="39" y="47"/>
                  </a:cubicBezTo>
                  <a:cubicBezTo>
                    <a:pt x="39" y="45"/>
                    <a:pt x="39" y="45"/>
                    <a:pt x="39" y="45"/>
                  </a:cubicBezTo>
                  <a:cubicBezTo>
                    <a:pt x="36" y="47"/>
                    <a:pt x="35" y="45"/>
                    <a:pt x="32" y="47"/>
                  </a:cubicBezTo>
                  <a:cubicBezTo>
                    <a:pt x="33" y="46"/>
                    <a:pt x="30" y="45"/>
                    <a:pt x="30" y="45"/>
                  </a:cubicBezTo>
                  <a:cubicBezTo>
                    <a:pt x="29" y="46"/>
                    <a:pt x="28" y="46"/>
                    <a:pt x="27" y="48"/>
                  </a:cubicBezTo>
                  <a:cubicBezTo>
                    <a:pt x="27" y="48"/>
                    <a:pt x="27" y="46"/>
                    <a:pt x="27" y="46"/>
                  </a:cubicBezTo>
                  <a:cubicBezTo>
                    <a:pt x="26" y="45"/>
                    <a:pt x="26" y="43"/>
                    <a:pt x="25" y="45"/>
                  </a:cubicBezTo>
                  <a:cubicBezTo>
                    <a:pt x="25" y="43"/>
                    <a:pt x="25" y="43"/>
                    <a:pt x="25" y="43"/>
                  </a:cubicBezTo>
                  <a:cubicBezTo>
                    <a:pt x="24" y="44"/>
                    <a:pt x="22" y="46"/>
                    <a:pt x="22" y="44"/>
                  </a:cubicBezTo>
                  <a:cubicBezTo>
                    <a:pt x="21" y="45"/>
                    <a:pt x="20" y="45"/>
                    <a:pt x="20" y="46"/>
                  </a:cubicBezTo>
                  <a:cubicBezTo>
                    <a:pt x="19" y="46"/>
                    <a:pt x="20" y="44"/>
                    <a:pt x="19" y="45"/>
                  </a:cubicBezTo>
                  <a:cubicBezTo>
                    <a:pt x="21" y="44"/>
                    <a:pt x="21" y="44"/>
                    <a:pt x="21" y="44"/>
                  </a:cubicBezTo>
                  <a:cubicBezTo>
                    <a:pt x="19" y="42"/>
                    <a:pt x="17" y="42"/>
                    <a:pt x="15" y="42"/>
                  </a:cubicBezTo>
                  <a:cubicBezTo>
                    <a:pt x="16" y="40"/>
                    <a:pt x="13" y="41"/>
                    <a:pt x="13" y="39"/>
                  </a:cubicBezTo>
                  <a:cubicBezTo>
                    <a:pt x="12" y="40"/>
                    <a:pt x="13" y="38"/>
                    <a:pt x="10" y="39"/>
                  </a:cubicBezTo>
                  <a:cubicBezTo>
                    <a:pt x="11" y="39"/>
                    <a:pt x="11" y="39"/>
                    <a:pt x="11" y="39"/>
                  </a:cubicBezTo>
                  <a:cubicBezTo>
                    <a:pt x="11" y="38"/>
                    <a:pt x="11" y="37"/>
                    <a:pt x="12" y="37"/>
                  </a:cubicBezTo>
                  <a:cubicBezTo>
                    <a:pt x="12" y="37"/>
                    <a:pt x="11" y="37"/>
                    <a:pt x="11" y="37"/>
                  </a:cubicBezTo>
                  <a:cubicBezTo>
                    <a:pt x="11" y="36"/>
                    <a:pt x="11" y="36"/>
                    <a:pt x="11" y="36"/>
                  </a:cubicBezTo>
                  <a:cubicBezTo>
                    <a:pt x="11" y="36"/>
                    <a:pt x="11" y="36"/>
                    <a:pt x="11" y="37"/>
                  </a:cubicBezTo>
                  <a:cubicBezTo>
                    <a:pt x="10" y="37"/>
                    <a:pt x="10" y="37"/>
                    <a:pt x="10" y="37"/>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1" y="36"/>
                    <a:pt x="11" y="36"/>
                  </a:cubicBezTo>
                  <a:cubicBezTo>
                    <a:pt x="11" y="36"/>
                    <a:pt x="11" y="36"/>
                    <a:pt x="10" y="35"/>
                  </a:cubicBezTo>
                  <a:cubicBezTo>
                    <a:pt x="10" y="35"/>
                    <a:pt x="10" y="35"/>
                    <a:pt x="10" y="35"/>
                  </a:cubicBezTo>
                  <a:cubicBezTo>
                    <a:pt x="11" y="35"/>
                    <a:pt x="11" y="35"/>
                    <a:pt x="11" y="35"/>
                  </a:cubicBezTo>
                  <a:cubicBezTo>
                    <a:pt x="11" y="35"/>
                    <a:pt x="11" y="35"/>
                    <a:pt x="11" y="34"/>
                  </a:cubicBezTo>
                  <a:cubicBezTo>
                    <a:pt x="11" y="34"/>
                    <a:pt x="11" y="34"/>
                    <a:pt x="11" y="34"/>
                  </a:cubicBezTo>
                  <a:cubicBezTo>
                    <a:pt x="11" y="34"/>
                    <a:pt x="11" y="34"/>
                    <a:pt x="11" y="34"/>
                  </a:cubicBezTo>
                  <a:cubicBezTo>
                    <a:pt x="9" y="35"/>
                    <a:pt x="12" y="34"/>
                    <a:pt x="10" y="34"/>
                  </a:cubicBezTo>
                  <a:cubicBezTo>
                    <a:pt x="10" y="34"/>
                    <a:pt x="10" y="33"/>
                    <a:pt x="11" y="32"/>
                  </a:cubicBezTo>
                  <a:cubicBezTo>
                    <a:pt x="10" y="34"/>
                    <a:pt x="10" y="32"/>
                    <a:pt x="10" y="31"/>
                  </a:cubicBezTo>
                  <a:cubicBezTo>
                    <a:pt x="10" y="31"/>
                    <a:pt x="10" y="31"/>
                    <a:pt x="10" y="31"/>
                  </a:cubicBezTo>
                  <a:cubicBezTo>
                    <a:pt x="10" y="30"/>
                    <a:pt x="10" y="30"/>
                    <a:pt x="10" y="29"/>
                  </a:cubicBezTo>
                  <a:cubicBezTo>
                    <a:pt x="10" y="29"/>
                    <a:pt x="10" y="29"/>
                    <a:pt x="10" y="29"/>
                  </a:cubicBezTo>
                  <a:cubicBezTo>
                    <a:pt x="10" y="29"/>
                    <a:pt x="10" y="30"/>
                    <a:pt x="10" y="30"/>
                  </a:cubicBezTo>
                  <a:cubicBezTo>
                    <a:pt x="10" y="30"/>
                    <a:pt x="9" y="30"/>
                    <a:pt x="5" y="31"/>
                  </a:cubicBezTo>
                  <a:cubicBezTo>
                    <a:pt x="4" y="32"/>
                    <a:pt x="9" y="31"/>
                    <a:pt x="8" y="32"/>
                  </a:cubicBezTo>
                  <a:cubicBezTo>
                    <a:pt x="5" y="32"/>
                    <a:pt x="9" y="34"/>
                    <a:pt x="6" y="34"/>
                  </a:cubicBezTo>
                  <a:cubicBezTo>
                    <a:pt x="4" y="33"/>
                    <a:pt x="4" y="33"/>
                    <a:pt x="4" y="33"/>
                  </a:cubicBezTo>
                  <a:cubicBezTo>
                    <a:pt x="4" y="33"/>
                    <a:pt x="5" y="33"/>
                    <a:pt x="5" y="33"/>
                  </a:cubicBezTo>
                  <a:cubicBezTo>
                    <a:pt x="2" y="32"/>
                    <a:pt x="2" y="32"/>
                    <a:pt x="2" y="32"/>
                  </a:cubicBezTo>
                  <a:cubicBezTo>
                    <a:pt x="5" y="34"/>
                    <a:pt x="3" y="35"/>
                    <a:pt x="3" y="35"/>
                  </a:cubicBezTo>
                  <a:cubicBezTo>
                    <a:pt x="3" y="35"/>
                    <a:pt x="3" y="35"/>
                    <a:pt x="3" y="35"/>
                  </a:cubicBezTo>
                  <a:cubicBezTo>
                    <a:pt x="1" y="36"/>
                    <a:pt x="4" y="35"/>
                    <a:pt x="4" y="36"/>
                  </a:cubicBezTo>
                  <a:cubicBezTo>
                    <a:pt x="4" y="36"/>
                    <a:pt x="1" y="36"/>
                    <a:pt x="0" y="37"/>
                  </a:cubicBezTo>
                  <a:cubicBezTo>
                    <a:pt x="1" y="38"/>
                    <a:pt x="3" y="40"/>
                    <a:pt x="2" y="42"/>
                  </a:cubicBezTo>
                  <a:cubicBezTo>
                    <a:pt x="3" y="43"/>
                    <a:pt x="4" y="44"/>
                    <a:pt x="6" y="44"/>
                  </a:cubicBezTo>
                  <a:cubicBezTo>
                    <a:pt x="6" y="44"/>
                    <a:pt x="3" y="45"/>
                    <a:pt x="5" y="45"/>
                  </a:cubicBezTo>
                  <a:cubicBezTo>
                    <a:pt x="4" y="46"/>
                    <a:pt x="3" y="47"/>
                    <a:pt x="3" y="47"/>
                  </a:cubicBezTo>
                  <a:cubicBezTo>
                    <a:pt x="4" y="47"/>
                    <a:pt x="4" y="49"/>
                    <a:pt x="5" y="46"/>
                  </a:cubicBezTo>
                  <a:cubicBezTo>
                    <a:pt x="6" y="48"/>
                    <a:pt x="7" y="49"/>
                    <a:pt x="8" y="49"/>
                  </a:cubicBezTo>
                  <a:cubicBezTo>
                    <a:pt x="8" y="49"/>
                    <a:pt x="6" y="50"/>
                    <a:pt x="6" y="51"/>
                  </a:cubicBezTo>
                  <a:cubicBezTo>
                    <a:pt x="8" y="50"/>
                    <a:pt x="9" y="50"/>
                    <a:pt x="10" y="51"/>
                  </a:cubicBezTo>
                  <a:cubicBezTo>
                    <a:pt x="11" y="50"/>
                    <a:pt x="10" y="50"/>
                    <a:pt x="11" y="48"/>
                  </a:cubicBezTo>
                  <a:cubicBezTo>
                    <a:pt x="12" y="48"/>
                    <a:pt x="12" y="48"/>
                    <a:pt x="13" y="48"/>
                  </a:cubicBezTo>
                  <a:cubicBezTo>
                    <a:pt x="12" y="49"/>
                    <a:pt x="10" y="52"/>
                    <a:pt x="11" y="52"/>
                  </a:cubicBezTo>
                  <a:cubicBezTo>
                    <a:pt x="9" y="55"/>
                    <a:pt x="10" y="51"/>
                    <a:pt x="8" y="54"/>
                  </a:cubicBezTo>
                  <a:cubicBezTo>
                    <a:pt x="7" y="55"/>
                    <a:pt x="5" y="54"/>
                    <a:pt x="6" y="53"/>
                  </a:cubicBezTo>
                  <a:cubicBezTo>
                    <a:pt x="3" y="54"/>
                    <a:pt x="6" y="54"/>
                    <a:pt x="4" y="55"/>
                  </a:cubicBezTo>
                  <a:cubicBezTo>
                    <a:pt x="5" y="56"/>
                    <a:pt x="6" y="55"/>
                    <a:pt x="8" y="55"/>
                  </a:cubicBezTo>
                  <a:cubicBezTo>
                    <a:pt x="8" y="54"/>
                    <a:pt x="8" y="54"/>
                    <a:pt x="9" y="53"/>
                  </a:cubicBezTo>
                  <a:cubicBezTo>
                    <a:pt x="11" y="52"/>
                    <a:pt x="9" y="56"/>
                    <a:pt x="9" y="56"/>
                  </a:cubicBezTo>
                  <a:cubicBezTo>
                    <a:pt x="9" y="56"/>
                    <a:pt x="9" y="56"/>
                    <a:pt x="9" y="56"/>
                  </a:cubicBezTo>
                  <a:cubicBezTo>
                    <a:pt x="9" y="57"/>
                    <a:pt x="10" y="56"/>
                    <a:pt x="11" y="57"/>
                  </a:cubicBezTo>
                  <a:cubicBezTo>
                    <a:pt x="9" y="60"/>
                    <a:pt x="9" y="56"/>
                    <a:pt x="8" y="58"/>
                  </a:cubicBezTo>
                  <a:cubicBezTo>
                    <a:pt x="7" y="60"/>
                    <a:pt x="7" y="60"/>
                    <a:pt x="7" y="60"/>
                  </a:cubicBezTo>
                  <a:cubicBezTo>
                    <a:pt x="8" y="61"/>
                    <a:pt x="9" y="58"/>
                    <a:pt x="10" y="59"/>
                  </a:cubicBezTo>
                  <a:cubicBezTo>
                    <a:pt x="9" y="60"/>
                    <a:pt x="9" y="60"/>
                    <a:pt x="9" y="60"/>
                  </a:cubicBezTo>
                  <a:cubicBezTo>
                    <a:pt x="10" y="60"/>
                    <a:pt x="10" y="60"/>
                    <a:pt x="10" y="60"/>
                  </a:cubicBezTo>
                  <a:cubicBezTo>
                    <a:pt x="11" y="59"/>
                    <a:pt x="11" y="57"/>
                    <a:pt x="11" y="57"/>
                  </a:cubicBezTo>
                  <a:cubicBezTo>
                    <a:pt x="13" y="55"/>
                    <a:pt x="11" y="57"/>
                    <a:pt x="13" y="57"/>
                  </a:cubicBezTo>
                  <a:cubicBezTo>
                    <a:pt x="14" y="56"/>
                    <a:pt x="12" y="57"/>
                    <a:pt x="13" y="56"/>
                  </a:cubicBezTo>
                  <a:cubicBezTo>
                    <a:pt x="14" y="54"/>
                    <a:pt x="14" y="54"/>
                    <a:pt x="15" y="54"/>
                  </a:cubicBezTo>
                  <a:cubicBezTo>
                    <a:pt x="15" y="55"/>
                    <a:pt x="14" y="56"/>
                    <a:pt x="14" y="57"/>
                  </a:cubicBezTo>
                  <a:cubicBezTo>
                    <a:pt x="14" y="58"/>
                    <a:pt x="13" y="57"/>
                    <a:pt x="14" y="57"/>
                  </a:cubicBezTo>
                  <a:cubicBezTo>
                    <a:pt x="12" y="58"/>
                    <a:pt x="12" y="60"/>
                    <a:pt x="11" y="61"/>
                  </a:cubicBezTo>
                  <a:cubicBezTo>
                    <a:pt x="11" y="62"/>
                    <a:pt x="12" y="60"/>
                    <a:pt x="13" y="60"/>
                  </a:cubicBezTo>
                  <a:cubicBezTo>
                    <a:pt x="13" y="60"/>
                    <a:pt x="14" y="58"/>
                    <a:pt x="14" y="58"/>
                  </a:cubicBezTo>
                  <a:cubicBezTo>
                    <a:pt x="17" y="54"/>
                    <a:pt x="13" y="61"/>
                    <a:pt x="15" y="61"/>
                  </a:cubicBezTo>
                  <a:cubicBezTo>
                    <a:pt x="16" y="58"/>
                    <a:pt x="18" y="58"/>
                    <a:pt x="19" y="54"/>
                  </a:cubicBezTo>
                  <a:cubicBezTo>
                    <a:pt x="19" y="54"/>
                    <a:pt x="20" y="53"/>
                    <a:pt x="20" y="54"/>
                  </a:cubicBezTo>
                  <a:cubicBezTo>
                    <a:pt x="19" y="56"/>
                    <a:pt x="20" y="56"/>
                    <a:pt x="18" y="57"/>
                  </a:cubicBezTo>
                  <a:cubicBezTo>
                    <a:pt x="19" y="57"/>
                    <a:pt x="19" y="57"/>
                    <a:pt x="19" y="57"/>
                  </a:cubicBezTo>
                  <a:cubicBezTo>
                    <a:pt x="17" y="59"/>
                    <a:pt x="17" y="59"/>
                    <a:pt x="17" y="59"/>
                  </a:cubicBezTo>
                  <a:cubicBezTo>
                    <a:pt x="17" y="61"/>
                    <a:pt x="17" y="63"/>
                    <a:pt x="17" y="64"/>
                  </a:cubicBezTo>
                  <a:cubicBezTo>
                    <a:pt x="18" y="63"/>
                    <a:pt x="18" y="62"/>
                    <a:pt x="19" y="62"/>
                  </a:cubicBezTo>
                  <a:cubicBezTo>
                    <a:pt x="18" y="62"/>
                    <a:pt x="18" y="63"/>
                    <a:pt x="19" y="64"/>
                  </a:cubicBezTo>
                  <a:cubicBezTo>
                    <a:pt x="18" y="63"/>
                    <a:pt x="20" y="61"/>
                    <a:pt x="20" y="60"/>
                  </a:cubicBezTo>
                  <a:cubicBezTo>
                    <a:pt x="21" y="61"/>
                    <a:pt x="21" y="63"/>
                    <a:pt x="20" y="63"/>
                  </a:cubicBezTo>
                  <a:cubicBezTo>
                    <a:pt x="19" y="65"/>
                    <a:pt x="19" y="65"/>
                    <a:pt x="19" y="65"/>
                  </a:cubicBezTo>
                  <a:cubicBezTo>
                    <a:pt x="20" y="63"/>
                    <a:pt x="19" y="65"/>
                    <a:pt x="20" y="65"/>
                  </a:cubicBezTo>
                  <a:cubicBezTo>
                    <a:pt x="20" y="64"/>
                    <a:pt x="21" y="62"/>
                    <a:pt x="22" y="61"/>
                  </a:cubicBezTo>
                  <a:cubicBezTo>
                    <a:pt x="22" y="61"/>
                    <a:pt x="22" y="62"/>
                    <a:pt x="23" y="62"/>
                  </a:cubicBezTo>
                  <a:cubicBezTo>
                    <a:pt x="21" y="63"/>
                    <a:pt x="21" y="63"/>
                    <a:pt x="21" y="63"/>
                  </a:cubicBezTo>
                  <a:cubicBezTo>
                    <a:pt x="22" y="63"/>
                    <a:pt x="21" y="66"/>
                    <a:pt x="22" y="66"/>
                  </a:cubicBezTo>
                  <a:cubicBezTo>
                    <a:pt x="23" y="64"/>
                    <a:pt x="23" y="64"/>
                    <a:pt x="23" y="64"/>
                  </a:cubicBezTo>
                  <a:cubicBezTo>
                    <a:pt x="22" y="66"/>
                    <a:pt x="22" y="66"/>
                    <a:pt x="22" y="66"/>
                  </a:cubicBezTo>
                  <a:cubicBezTo>
                    <a:pt x="23" y="65"/>
                    <a:pt x="23" y="65"/>
                    <a:pt x="24" y="65"/>
                  </a:cubicBezTo>
                  <a:cubicBezTo>
                    <a:pt x="23" y="66"/>
                    <a:pt x="23" y="66"/>
                    <a:pt x="23" y="66"/>
                  </a:cubicBezTo>
                  <a:cubicBezTo>
                    <a:pt x="24" y="65"/>
                    <a:pt x="25" y="63"/>
                    <a:pt x="25" y="65"/>
                  </a:cubicBezTo>
                  <a:cubicBezTo>
                    <a:pt x="25" y="63"/>
                    <a:pt x="24" y="65"/>
                    <a:pt x="24" y="64"/>
                  </a:cubicBezTo>
                  <a:cubicBezTo>
                    <a:pt x="24" y="62"/>
                    <a:pt x="25" y="62"/>
                    <a:pt x="25" y="62"/>
                  </a:cubicBezTo>
                  <a:cubicBezTo>
                    <a:pt x="25" y="62"/>
                    <a:pt x="25" y="62"/>
                    <a:pt x="25" y="63"/>
                  </a:cubicBezTo>
                  <a:cubicBezTo>
                    <a:pt x="26" y="62"/>
                    <a:pt x="26" y="62"/>
                    <a:pt x="26" y="62"/>
                  </a:cubicBezTo>
                  <a:cubicBezTo>
                    <a:pt x="26" y="63"/>
                    <a:pt x="26" y="64"/>
                    <a:pt x="26" y="65"/>
                  </a:cubicBezTo>
                  <a:cubicBezTo>
                    <a:pt x="27" y="63"/>
                    <a:pt x="27" y="63"/>
                    <a:pt x="27" y="63"/>
                  </a:cubicBezTo>
                  <a:cubicBezTo>
                    <a:pt x="26" y="66"/>
                    <a:pt x="28" y="62"/>
                    <a:pt x="28" y="64"/>
                  </a:cubicBezTo>
                  <a:cubicBezTo>
                    <a:pt x="28" y="65"/>
                    <a:pt x="27" y="66"/>
                    <a:pt x="27" y="67"/>
                  </a:cubicBezTo>
                  <a:cubicBezTo>
                    <a:pt x="28" y="64"/>
                    <a:pt x="29" y="64"/>
                    <a:pt x="30" y="62"/>
                  </a:cubicBezTo>
                  <a:cubicBezTo>
                    <a:pt x="30" y="63"/>
                    <a:pt x="28" y="65"/>
                    <a:pt x="28" y="67"/>
                  </a:cubicBezTo>
                  <a:cubicBezTo>
                    <a:pt x="29" y="65"/>
                    <a:pt x="29" y="69"/>
                    <a:pt x="30" y="66"/>
                  </a:cubicBezTo>
                  <a:cubicBezTo>
                    <a:pt x="30" y="65"/>
                    <a:pt x="31" y="64"/>
                    <a:pt x="31" y="63"/>
                  </a:cubicBezTo>
                  <a:cubicBezTo>
                    <a:pt x="32" y="64"/>
                    <a:pt x="31" y="64"/>
                    <a:pt x="31" y="66"/>
                  </a:cubicBezTo>
                  <a:cubicBezTo>
                    <a:pt x="32" y="65"/>
                    <a:pt x="32" y="63"/>
                    <a:pt x="32" y="62"/>
                  </a:cubicBezTo>
                  <a:cubicBezTo>
                    <a:pt x="32" y="63"/>
                    <a:pt x="33" y="61"/>
                    <a:pt x="34" y="62"/>
                  </a:cubicBezTo>
                  <a:cubicBezTo>
                    <a:pt x="33" y="64"/>
                    <a:pt x="32" y="63"/>
                    <a:pt x="33" y="64"/>
                  </a:cubicBezTo>
                  <a:cubicBezTo>
                    <a:pt x="34" y="65"/>
                    <a:pt x="34" y="60"/>
                    <a:pt x="35" y="60"/>
                  </a:cubicBezTo>
                  <a:cubicBezTo>
                    <a:pt x="35" y="59"/>
                    <a:pt x="36" y="56"/>
                    <a:pt x="36" y="55"/>
                  </a:cubicBezTo>
                  <a:cubicBezTo>
                    <a:pt x="37" y="56"/>
                    <a:pt x="36" y="56"/>
                    <a:pt x="36" y="58"/>
                  </a:cubicBezTo>
                  <a:cubicBezTo>
                    <a:pt x="36" y="58"/>
                    <a:pt x="36" y="58"/>
                    <a:pt x="36" y="58"/>
                  </a:cubicBezTo>
                  <a:cubicBezTo>
                    <a:pt x="36" y="61"/>
                    <a:pt x="34" y="63"/>
                    <a:pt x="34" y="65"/>
                  </a:cubicBezTo>
                  <a:cubicBezTo>
                    <a:pt x="35" y="64"/>
                    <a:pt x="35" y="64"/>
                    <a:pt x="35" y="64"/>
                  </a:cubicBezTo>
                  <a:cubicBezTo>
                    <a:pt x="35" y="65"/>
                    <a:pt x="34" y="66"/>
                    <a:pt x="34" y="67"/>
                  </a:cubicBezTo>
                  <a:cubicBezTo>
                    <a:pt x="35" y="65"/>
                    <a:pt x="36" y="67"/>
                    <a:pt x="36" y="66"/>
                  </a:cubicBezTo>
                  <a:cubicBezTo>
                    <a:pt x="36" y="65"/>
                    <a:pt x="35" y="67"/>
                    <a:pt x="36" y="65"/>
                  </a:cubicBezTo>
                  <a:cubicBezTo>
                    <a:pt x="36" y="65"/>
                    <a:pt x="37" y="62"/>
                    <a:pt x="37" y="63"/>
                  </a:cubicBezTo>
                  <a:cubicBezTo>
                    <a:pt x="37" y="65"/>
                    <a:pt x="37" y="66"/>
                    <a:pt x="37" y="67"/>
                  </a:cubicBezTo>
                  <a:cubicBezTo>
                    <a:pt x="37" y="68"/>
                    <a:pt x="37" y="65"/>
                    <a:pt x="38" y="66"/>
                  </a:cubicBezTo>
                  <a:cubicBezTo>
                    <a:pt x="38" y="67"/>
                    <a:pt x="38" y="67"/>
                    <a:pt x="38" y="67"/>
                  </a:cubicBezTo>
                  <a:cubicBezTo>
                    <a:pt x="40" y="68"/>
                    <a:pt x="42" y="67"/>
                    <a:pt x="45" y="63"/>
                  </a:cubicBezTo>
                  <a:cubicBezTo>
                    <a:pt x="45" y="65"/>
                    <a:pt x="45" y="65"/>
                    <a:pt x="46" y="67"/>
                  </a:cubicBezTo>
                  <a:cubicBezTo>
                    <a:pt x="46" y="66"/>
                    <a:pt x="46" y="65"/>
                    <a:pt x="47" y="65"/>
                  </a:cubicBezTo>
                  <a:cubicBezTo>
                    <a:pt x="47" y="67"/>
                    <a:pt x="47" y="67"/>
                    <a:pt x="47" y="67"/>
                  </a:cubicBezTo>
                  <a:cubicBezTo>
                    <a:pt x="48" y="68"/>
                    <a:pt x="49" y="66"/>
                    <a:pt x="49" y="65"/>
                  </a:cubicBezTo>
                  <a:cubicBezTo>
                    <a:pt x="49" y="66"/>
                    <a:pt x="49" y="66"/>
                    <a:pt x="49" y="66"/>
                  </a:cubicBezTo>
                  <a:cubicBezTo>
                    <a:pt x="50" y="68"/>
                    <a:pt x="50" y="65"/>
                    <a:pt x="50" y="65"/>
                  </a:cubicBezTo>
                  <a:cubicBezTo>
                    <a:pt x="50" y="66"/>
                    <a:pt x="50" y="66"/>
                    <a:pt x="50" y="66"/>
                  </a:cubicBezTo>
                  <a:cubicBezTo>
                    <a:pt x="51" y="65"/>
                    <a:pt x="51" y="65"/>
                    <a:pt x="51" y="65"/>
                  </a:cubicBezTo>
                  <a:cubicBezTo>
                    <a:pt x="51" y="64"/>
                    <a:pt x="52" y="65"/>
                    <a:pt x="52" y="67"/>
                  </a:cubicBezTo>
                  <a:cubicBezTo>
                    <a:pt x="52" y="66"/>
                    <a:pt x="52" y="66"/>
                    <a:pt x="52" y="65"/>
                  </a:cubicBezTo>
                  <a:cubicBezTo>
                    <a:pt x="52" y="67"/>
                    <a:pt x="54" y="67"/>
                    <a:pt x="55" y="66"/>
                  </a:cubicBezTo>
                  <a:cubicBezTo>
                    <a:pt x="54" y="65"/>
                    <a:pt x="54" y="65"/>
                    <a:pt x="54" y="63"/>
                  </a:cubicBezTo>
                  <a:cubicBezTo>
                    <a:pt x="54" y="61"/>
                    <a:pt x="55" y="64"/>
                    <a:pt x="55" y="62"/>
                  </a:cubicBezTo>
                  <a:cubicBezTo>
                    <a:pt x="55" y="63"/>
                    <a:pt x="55" y="64"/>
                    <a:pt x="55" y="65"/>
                  </a:cubicBezTo>
                  <a:cubicBezTo>
                    <a:pt x="56" y="68"/>
                    <a:pt x="58" y="65"/>
                    <a:pt x="59" y="66"/>
                  </a:cubicBezTo>
                  <a:cubicBezTo>
                    <a:pt x="60" y="65"/>
                    <a:pt x="60" y="65"/>
                    <a:pt x="60" y="65"/>
                  </a:cubicBezTo>
                  <a:cubicBezTo>
                    <a:pt x="61" y="67"/>
                    <a:pt x="62" y="64"/>
                    <a:pt x="63" y="65"/>
                  </a:cubicBezTo>
                  <a:cubicBezTo>
                    <a:pt x="63" y="65"/>
                    <a:pt x="63" y="62"/>
                    <a:pt x="64" y="62"/>
                  </a:cubicBezTo>
                  <a:cubicBezTo>
                    <a:pt x="64" y="60"/>
                    <a:pt x="64" y="64"/>
                    <a:pt x="65" y="66"/>
                  </a:cubicBezTo>
                  <a:cubicBezTo>
                    <a:pt x="65" y="65"/>
                    <a:pt x="65" y="64"/>
                    <a:pt x="66" y="64"/>
                  </a:cubicBezTo>
                  <a:cubicBezTo>
                    <a:pt x="66" y="65"/>
                    <a:pt x="66" y="65"/>
                    <a:pt x="66" y="65"/>
                  </a:cubicBezTo>
                  <a:cubicBezTo>
                    <a:pt x="66" y="64"/>
                    <a:pt x="67" y="63"/>
                    <a:pt x="67" y="64"/>
                  </a:cubicBezTo>
                  <a:cubicBezTo>
                    <a:pt x="67" y="64"/>
                    <a:pt x="67" y="64"/>
                    <a:pt x="67" y="64"/>
                  </a:cubicBezTo>
                  <a:cubicBezTo>
                    <a:pt x="67" y="64"/>
                    <a:pt x="68" y="66"/>
                    <a:pt x="68" y="65"/>
                  </a:cubicBezTo>
                  <a:cubicBezTo>
                    <a:pt x="68" y="64"/>
                    <a:pt x="69" y="65"/>
                    <a:pt x="69" y="63"/>
                  </a:cubicBezTo>
                  <a:cubicBezTo>
                    <a:pt x="69" y="64"/>
                    <a:pt x="69" y="64"/>
                    <a:pt x="69" y="64"/>
                  </a:cubicBezTo>
                  <a:cubicBezTo>
                    <a:pt x="69" y="62"/>
                    <a:pt x="69" y="62"/>
                    <a:pt x="69" y="62"/>
                  </a:cubicBezTo>
                  <a:cubicBezTo>
                    <a:pt x="70" y="63"/>
                    <a:pt x="70" y="63"/>
                    <a:pt x="70" y="63"/>
                  </a:cubicBezTo>
                  <a:cubicBezTo>
                    <a:pt x="70" y="65"/>
                    <a:pt x="70" y="65"/>
                    <a:pt x="70" y="65"/>
                  </a:cubicBezTo>
                  <a:cubicBezTo>
                    <a:pt x="71" y="66"/>
                    <a:pt x="70" y="63"/>
                    <a:pt x="70" y="62"/>
                  </a:cubicBezTo>
                  <a:cubicBezTo>
                    <a:pt x="71" y="61"/>
                    <a:pt x="71" y="63"/>
                    <a:pt x="71" y="63"/>
                  </a:cubicBezTo>
                  <a:cubicBezTo>
                    <a:pt x="71" y="64"/>
                    <a:pt x="71" y="63"/>
                    <a:pt x="71" y="63"/>
                  </a:cubicBezTo>
                  <a:cubicBezTo>
                    <a:pt x="70" y="65"/>
                    <a:pt x="71" y="64"/>
                    <a:pt x="71" y="65"/>
                  </a:cubicBezTo>
                  <a:cubicBezTo>
                    <a:pt x="71" y="65"/>
                    <a:pt x="71" y="63"/>
                    <a:pt x="72" y="63"/>
                  </a:cubicBezTo>
                  <a:cubicBezTo>
                    <a:pt x="72" y="63"/>
                    <a:pt x="73" y="63"/>
                    <a:pt x="73" y="65"/>
                  </a:cubicBezTo>
                  <a:cubicBezTo>
                    <a:pt x="73" y="64"/>
                    <a:pt x="73" y="64"/>
                    <a:pt x="73" y="63"/>
                  </a:cubicBezTo>
                  <a:cubicBezTo>
                    <a:pt x="73" y="63"/>
                    <a:pt x="73" y="62"/>
                    <a:pt x="72" y="61"/>
                  </a:cubicBezTo>
                  <a:cubicBezTo>
                    <a:pt x="73" y="61"/>
                    <a:pt x="73" y="61"/>
                    <a:pt x="73" y="61"/>
                  </a:cubicBezTo>
                  <a:cubicBezTo>
                    <a:pt x="73" y="62"/>
                    <a:pt x="73" y="62"/>
                    <a:pt x="73" y="62"/>
                  </a:cubicBezTo>
                  <a:cubicBezTo>
                    <a:pt x="73" y="61"/>
                    <a:pt x="74" y="62"/>
                    <a:pt x="74" y="60"/>
                  </a:cubicBezTo>
                  <a:cubicBezTo>
                    <a:pt x="74" y="62"/>
                    <a:pt x="74" y="62"/>
                    <a:pt x="74" y="62"/>
                  </a:cubicBezTo>
                  <a:cubicBezTo>
                    <a:pt x="74" y="61"/>
                    <a:pt x="75" y="61"/>
                    <a:pt x="75" y="61"/>
                  </a:cubicBezTo>
                  <a:cubicBezTo>
                    <a:pt x="75" y="62"/>
                    <a:pt x="75" y="64"/>
                    <a:pt x="76" y="65"/>
                  </a:cubicBezTo>
                  <a:cubicBezTo>
                    <a:pt x="77" y="63"/>
                    <a:pt x="77" y="63"/>
                    <a:pt x="77" y="63"/>
                  </a:cubicBezTo>
                  <a:cubicBezTo>
                    <a:pt x="77" y="63"/>
                    <a:pt x="77" y="63"/>
                    <a:pt x="77" y="64"/>
                  </a:cubicBezTo>
                  <a:cubicBezTo>
                    <a:pt x="78" y="65"/>
                    <a:pt x="78" y="59"/>
                    <a:pt x="79" y="61"/>
                  </a:cubicBezTo>
                  <a:cubicBezTo>
                    <a:pt x="79" y="63"/>
                    <a:pt x="79" y="63"/>
                    <a:pt x="80" y="64"/>
                  </a:cubicBezTo>
                  <a:cubicBezTo>
                    <a:pt x="80" y="63"/>
                    <a:pt x="80" y="63"/>
                    <a:pt x="80" y="62"/>
                  </a:cubicBezTo>
                  <a:cubicBezTo>
                    <a:pt x="80" y="61"/>
                    <a:pt x="80" y="64"/>
                    <a:pt x="79" y="63"/>
                  </a:cubicBezTo>
                  <a:cubicBezTo>
                    <a:pt x="79" y="61"/>
                    <a:pt x="80" y="62"/>
                    <a:pt x="80" y="61"/>
                  </a:cubicBezTo>
                  <a:cubicBezTo>
                    <a:pt x="81" y="66"/>
                    <a:pt x="83" y="62"/>
                    <a:pt x="84" y="64"/>
                  </a:cubicBezTo>
                  <a:cubicBezTo>
                    <a:pt x="84" y="61"/>
                    <a:pt x="85" y="63"/>
                    <a:pt x="85" y="62"/>
                  </a:cubicBezTo>
                  <a:cubicBezTo>
                    <a:pt x="85" y="65"/>
                    <a:pt x="86" y="62"/>
                    <a:pt x="86" y="63"/>
                  </a:cubicBezTo>
                  <a:cubicBezTo>
                    <a:pt x="86" y="61"/>
                    <a:pt x="86" y="61"/>
                    <a:pt x="86" y="61"/>
                  </a:cubicBezTo>
                  <a:cubicBezTo>
                    <a:pt x="87" y="62"/>
                    <a:pt x="87" y="57"/>
                    <a:pt x="88" y="60"/>
                  </a:cubicBezTo>
                  <a:cubicBezTo>
                    <a:pt x="88" y="60"/>
                    <a:pt x="88" y="61"/>
                    <a:pt x="88" y="62"/>
                  </a:cubicBezTo>
                  <a:cubicBezTo>
                    <a:pt x="89" y="65"/>
                    <a:pt x="89" y="59"/>
                    <a:pt x="90" y="62"/>
                  </a:cubicBezTo>
                  <a:cubicBezTo>
                    <a:pt x="90" y="61"/>
                    <a:pt x="89" y="60"/>
                    <a:pt x="90" y="59"/>
                  </a:cubicBezTo>
                  <a:cubicBezTo>
                    <a:pt x="91" y="60"/>
                    <a:pt x="92" y="61"/>
                    <a:pt x="92" y="62"/>
                  </a:cubicBezTo>
                  <a:cubicBezTo>
                    <a:pt x="92" y="61"/>
                    <a:pt x="92" y="60"/>
                    <a:pt x="92" y="61"/>
                  </a:cubicBezTo>
                  <a:cubicBezTo>
                    <a:pt x="93" y="62"/>
                    <a:pt x="92" y="62"/>
                    <a:pt x="92" y="62"/>
                  </a:cubicBezTo>
                  <a:cubicBezTo>
                    <a:pt x="93" y="63"/>
                    <a:pt x="93" y="61"/>
                    <a:pt x="94" y="60"/>
                  </a:cubicBezTo>
                  <a:cubicBezTo>
                    <a:pt x="94" y="62"/>
                    <a:pt x="95" y="61"/>
                    <a:pt x="96" y="62"/>
                  </a:cubicBezTo>
                  <a:cubicBezTo>
                    <a:pt x="96" y="60"/>
                    <a:pt x="98" y="63"/>
                    <a:pt x="97" y="60"/>
                  </a:cubicBezTo>
                  <a:cubicBezTo>
                    <a:pt x="98" y="61"/>
                    <a:pt x="98" y="61"/>
                    <a:pt x="98" y="61"/>
                  </a:cubicBezTo>
                  <a:cubicBezTo>
                    <a:pt x="98" y="60"/>
                    <a:pt x="98" y="58"/>
                    <a:pt x="98" y="58"/>
                  </a:cubicBezTo>
                  <a:cubicBezTo>
                    <a:pt x="98" y="60"/>
                    <a:pt x="98" y="60"/>
                    <a:pt x="98" y="60"/>
                  </a:cubicBezTo>
                  <a:cubicBezTo>
                    <a:pt x="99" y="62"/>
                    <a:pt x="99" y="60"/>
                    <a:pt x="100" y="61"/>
                  </a:cubicBezTo>
                  <a:cubicBezTo>
                    <a:pt x="99" y="59"/>
                    <a:pt x="100" y="61"/>
                    <a:pt x="100" y="60"/>
                  </a:cubicBezTo>
                  <a:cubicBezTo>
                    <a:pt x="100" y="59"/>
                    <a:pt x="100" y="59"/>
                    <a:pt x="100" y="59"/>
                  </a:cubicBezTo>
                  <a:cubicBezTo>
                    <a:pt x="101" y="58"/>
                    <a:pt x="100" y="58"/>
                    <a:pt x="101" y="57"/>
                  </a:cubicBezTo>
                  <a:cubicBezTo>
                    <a:pt x="101" y="57"/>
                    <a:pt x="101" y="60"/>
                    <a:pt x="101" y="59"/>
                  </a:cubicBezTo>
                  <a:cubicBezTo>
                    <a:pt x="102" y="60"/>
                    <a:pt x="102" y="60"/>
                    <a:pt x="102" y="59"/>
                  </a:cubicBezTo>
                  <a:cubicBezTo>
                    <a:pt x="102" y="59"/>
                    <a:pt x="102" y="59"/>
                    <a:pt x="102" y="59"/>
                  </a:cubicBezTo>
                  <a:cubicBezTo>
                    <a:pt x="102" y="59"/>
                    <a:pt x="102" y="59"/>
                    <a:pt x="102" y="59"/>
                  </a:cubicBezTo>
                  <a:cubicBezTo>
                    <a:pt x="103" y="59"/>
                    <a:pt x="103" y="59"/>
                    <a:pt x="103" y="59"/>
                  </a:cubicBezTo>
                  <a:cubicBezTo>
                    <a:pt x="103" y="59"/>
                    <a:pt x="103" y="59"/>
                    <a:pt x="103" y="59"/>
                  </a:cubicBezTo>
                  <a:cubicBezTo>
                    <a:pt x="103" y="59"/>
                    <a:pt x="103" y="59"/>
                    <a:pt x="102" y="59"/>
                  </a:cubicBezTo>
                  <a:cubicBezTo>
                    <a:pt x="103" y="59"/>
                    <a:pt x="103" y="59"/>
                    <a:pt x="103" y="59"/>
                  </a:cubicBezTo>
                  <a:cubicBezTo>
                    <a:pt x="103" y="59"/>
                    <a:pt x="103" y="59"/>
                    <a:pt x="103" y="59"/>
                  </a:cubicBezTo>
                  <a:cubicBezTo>
                    <a:pt x="103" y="59"/>
                    <a:pt x="103" y="59"/>
                    <a:pt x="103" y="60"/>
                  </a:cubicBezTo>
                  <a:cubicBezTo>
                    <a:pt x="104" y="61"/>
                    <a:pt x="104" y="61"/>
                    <a:pt x="104" y="61"/>
                  </a:cubicBezTo>
                  <a:cubicBezTo>
                    <a:pt x="104" y="61"/>
                    <a:pt x="104" y="59"/>
                    <a:pt x="104" y="59"/>
                  </a:cubicBezTo>
                  <a:cubicBezTo>
                    <a:pt x="106" y="60"/>
                    <a:pt x="108" y="58"/>
                    <a:pt x="108" y="57"/>
                  </a:cubicBezTo>
                  <a:cubicBezTo>
                    <a:pt x="108" y="57"/>
                    <a:pt x="108" y="58"/>
                    <a:pt x="108" y="58"/>
                  </a:cubicBezTo>
                  <a:cubicBezTo>
                    <a:pt x="108" y="57"/>
                    <a:pt x="108" y="56"/>
                    <a:pt x="109" y="57"/>
                  </a:cubicBezTo>
                  <a:cubicBezTo>
                    <a:pt x="109" y="56"/>
                    <a:pt x="109" y="58"/>
                    <a:pt x="110" y="58"/>
                  </a:cubicBezTo>
                  <a:cubicBezTo>
                    <a:pt x="110" y="58"/>
                    <a:pt x="110" y="56"/>
                    <a:pt x="109" y="56"/>
                  </a:cubicBezTo>
                  <a:cubicBezTo>
                    <a:pt x="111" y="59"/>
                    <a:pt x="111" y="55"/>
                    <a:pt x="113" y="56"/>
                  </a:cubicBezTo>
                  <a:cubicBezTo>
                    <a:pt x="113" y="56"/>
                    <a:pt x="113" y="57"/>
                    <a:pt x="113" y="57"/>
                  </a:cubicBezTo>
                  <a:cubicBezTo>
                    <a:pt x="114" y="56"/>
                    <a:pt x="114" y="55"/>
                    <a:pt x="115" y="53"/>
                  </a:cubicBezTo>
                  <a:cubicBezTo>
                    <a:pt x="115" y="55"/>
                    <a:pt x="115" y="55"/>
                    <a:pt x="115" y="55"/>
                  </a:cubicBezTo>
                  <a:cubicBezTo>
                    <a:pt x="115" y="55"/>
                    <a:pt x="116" y="55"/>
                    <a:pt x="116" y="54"/>
                  </a:cubicBezTo>
                  <a:cubicBezTo>
                    <a:pt x="115" y="52"/>
                    <a:pt x="116" y="51"/>
                    <a:pt x="116" y="51"/>
                  </a:cubicBezTo>
                  <a:cubicBezTo>
                    <a:pt x="116" y="51"/>
                    <a:pt x="116" y="51"/>
                    <a:pt x="116" y="51"/>
                  </a:cubicBezTo>
                  <a:cubicBezTo>
                    <a:pt x="117" y="50"/>
                    <a:pt x="117" y="50"/>
                    <a:pt x="117" y="50"/>
                  </a:cubicBezTo>
                  <a:cubicBezTo>
                    <a:pt x="118" y="51"/>
                    <a:pt x="117" y="51"/>
                    <a:pt x="117" y="52"/>
                  </a:cubicBezTo>
                  <a:cubicBezTo>
                    <a:pt x="118" y="54"/>
                    <a:pt x="119" y="53"/>
                    <a:pt x="119" y="53"/>
                  </a:cubicBezTo>
                  <a:cubicBezTo>
                    <a:pt x="119" y="51"/>
                    <a:pt x="119" y="51"/>
                    <a:pt x="119" y="51"/>
                  </a:cubicBezTo>
                  <a:cubicBezTo>
                    <a:pt x="120" y="51"/>
                    <a:pt x="120" y="53"/>
                    <a:pt x="120" y="53"/>
                  </a:cubicBezTo>
                  <a:cubicBezTo>
                    <a:pt x="120" y="47"/>
                    <a:pt x="120" y="47"/>
                    <a:pt x="120" y="47"/>
                  </a:cubicBezTo>
                  <a:cubicBezTo>
                    <a:pt x="120" y="48"/>
                    <a:pt x="121" y="50"/>
                    <a:pt x="121" y="51"/>
                  </a:cubicBezTo>
                  <a:cubicBezTo>
                    <a:pt x="122" y="50"/>
                    <a:pt x="122" y="47"/>
                    <a:pt x="122" y="45"/>
                  </a:cubicBezTo>
                  <a:cubicBezTo>
                    <a:pt x="122" y="46"/>
                    <a:pt x="123" y="44"/>
                    <a:pt x="123" y="44"/>
                  </a:cubicBezTo>
                  <a:cubicBezTo>
                    <a:pt x="124" y="45"/>
                    <a:pt x="123" y="44"/>
                    <a:pt x="123" y="45"/>
                  </a:cubicBezTo>
                  <a:cubicBezTo>
                    <a:pt x="124" y="47"/>
                    <a:pt x="124" y="47"/>
                    <a:pt x="124" y="47"/>
                  </a:cubicBezTo>
                  <a:cubicBezTo>
                    <a:pt x="123" y="47"/>
                    <a:pt x="125" y="49"/>
                    <a:pt x="125" y="50"/>
                  </a:cubicBezTo>
                  <a:cubicBezTo>
                    <a:pt x="125" y="49"/>
                    <a:pt x="126" y="49"/>
                    <a:pt x="127" y="50"/>
                  </a:cubicBezTo>
                  <a:cubicBezTo>
                    <a:pt x="126" y="47"/>
                    <a:pt x="128" y="48"/>
                    <a:pt x="127" y="45"/>
                  </a:cubicBezTo>
                  <a:cubicBezTo>
                    <a:pt x="128" y="45"/>
                    <a:pt x="128" y="47"/>
                    <a:pt x="129" y="48"/>
                  </a:cubicBezTo>
                  <a:cubicBezTo>
                    <a:pt x="129" y="46"/>
                    <a:pt x="131" y="47"/>
                    <a:pt x="131" y="46"/>
                  </a:cubicBezTo>
                  <a:cubicBezTo>
                    <a:pt x="131" y="47"/>
                    <a:pt x="131" y="47"/>
                    <a:pt x="131" y="47"/>
                  </a:cubicBezTo>
                  <a:cubicBezTo>
                    <a:pt x="132" y="46"/>
                    <a:pt x="134" y="46"/>
                    <a:pt x="133" y="43"/>
                  </a:cubicBezTo>
                  <a:cubicBezTo>
                    <a:pt x="134" y="45"/>
                    <a:pt x="134" y="45"/>
                    <a:pt x="134" y="45"/>
                  </a:cubicBezTo>
                  <a:cubicBezTo>
                    <a:pt x="135" y="45"/>
                    <a:pt x="133" y="42"/>
                    <a:pt x="134" y="43"/>
                  </a:cubicBezTo>
                  <a:cubicBezTo>
                    <a:pt x="135" y="44"/>
                    <a:pt x="135" y="44"/>
                    <a:pt x="135" y="44"/>
                  </a:cubicBezTo>
                  <a:cubicBezTo>
                    <a:pt x="135" y="43"/>
                    <a:pt x="136" y="45"/>
                    <a:pt x="136" y="43"/>
                  </a:cubicBezTo>
                  <a:cubicBezTo>
                    <a:pt x="136" y="44"/>
                    <a:pt x="136" y="44"/>
                    <a:pt x="136" y="44"/>
                  </a:cubicBezTo>
                  <a:cubicBezTo>
                    <a:pt x="137" y="43"/>
                    <a:pt x="138" y="43"/>
                    <a:pt x="137" y="41"/>
                  </a:cubicBezTo>
                  <a:cubicBezTo>
                    <a:pt x="138" y="43"/>
                    <a:pt x="138" y="43"/>
                    <a:pt x="138" y="43"/>
                  </a:cubicBezTo>
                  <a:cubicBezTo>
                    <a:pt x="139" y="44"/>
                    <a:pt x="138" y="41"/>
                    <a:pt x="139" y="41"/>
                  </a:cubicBezTo>
                  <a:cubicBezTo>
                    <a:pt x="139" y="42"/>
                    <a:pt x="140" y="42"/>
                    <a:pt x="139" y="42"/>
                  </a:cubicBezTo>
                  <a:cubicBezTo>
                    <a:pt x="139" y="41"/>
                    <a:pt x="140" y="41"/>
                    <a:pt x="140" y="40"/>
                  </a:cubicBezTo>
                  <a:cubicBezTo>
                    <a:pt x="142" y="42"/>
                    <a:pt x="142" y="42"/>
                    <a:pt x="142" y="42"/>
                  </a:cubicBezTo>
                  <a:cubicBezTo>
                    <a:pt x="145" y="41"/>
                    <a:pt x="148" y="39"/>
                    <a:pt x="150" y="36"/>
                  </a:cubicBezTo>
                  <a:cubicBezTo>
                    <a:pt x="152" y="38"/>
                    <a:pt x="150" y="38"/>
                    <a:pt x="151" y="39"/>
                  </a:cubicBezTo>
                  <a:cubicBezTo>
                    <a:pt x="150" y="37"/>
                    <a:pt x="151" y="38"/>
                    <a:pt x="152" y="37"/>
                  </a:cubicBezTo>
                  <a:cubicBezTo>
                    <a:pt x="152" y="37"/>
                    <a:pt x="152" y="37"/>
                    <a:pt x="152" y="37"/>
                  </a:cubicBezTo>
                  <a:cubicBezTo>
                    <a:pt x="152" y="37"/>
                    <a:pt x="153" y="38"/>
                    <a:pt x="153" y="37"/>
                  </a:cubicBezTo>
                  <a:cubicBezTo>
                    <a:pt x="153" y="37"/>
                    <a:pt x="153" y="37"/>
                    <a:pt x="153" y="37"/>
                  </a:cubicBezTo>
                  <a:cubicBezTo>
                    <a:pt x="153" y="35"/>
                    <a:pt x="155" y="38"/>
                    <a:pt x="154" y="36"/>
                  </a:cubicBezTo>
                  <a:cubicBezTo>
                    <a:pt x="155" y="37"/>
                    <a:pt x="155" y="37"/>
                    <a:pt x="155" y="37"/>
                  </a:cubicBezTo>
                  <a:cubicBezTo>
                    <a:pt x="154" y="35"/>
                    <a:pt x="156" y="37"/>
                    <a:pt x="156" y="35"/>
                  </a:cubicBezTo>
                  <a:cubicBezTo>
                    <a:pt x="156" y="36"/>
                    <a:pt x="156" y="36"/>
                    <a:pt x="156" y="36"/>
                  </a:cubicBezTo>
                  <a:cubicBezTo>
                    <a:pt x="157" y="36"/>
                    <a:pt x="156" y="32"/>
                    <a:pt x="157" y="34"/>
                  </a:cubicBezTo>
                  <a:cubicBezTo>
                    <a:pt x="157" y="33"/>
                    <a:pt x="158" y="32"/>
                    <a:pt x="157" y="31"/>
                  </a:cubicBezTo>
                  <a:cubicBezTo>
                    <a:pt x="158" y="33"/>
                    <a:pt x="158" y="33"/>
                    <a:pt x="158" y="33"/>
                  </a:cubicBezTo>
                  <a:cubicBezTo>
                    <a:pt x="160" y="30"/>
                    <a:pt x="163" y="29"/>
                    <a:pt x="162" y="26"/>
                  </a:cubicBezTo>
                  <a:cubicBezTo>
                    <a:pt x="163" y="27"/>
                    <a:pt x="163" y="27"/>
                    <a:pt x="163" y="27"/>
                  </a:cubicBezTo>
                  <a:cubicBezTo>
                    <a:pt x="163" y="24"/>
                    <a:pt x="167" y="27"/>
                    <a:pt x="165" y="23"/>
                  </a:cubicBezTo>
                  <a:cubicBezTo>
                    <a:pt x="164" y="21"/>
                    <a:pt x="164" y="21"/>
                    <a:pt x="164" y="21"/>
                  </a:cubicBezTo>
                  <a:cubicBezTo>
                    <a:pt x="166" y="23"/>
                    <a:pt x="166" y="23"/>
                    <a:pt x="166" y="23"/>
                  </a:cubicBezTo>
                  <a:cubicBezTo>
                    <a:pt x="165" y="21"/>
                    <a:pt x="167" y="21"/>
                    <a:pt x="166" y="20"/>
                  </a:cubicBezTo>
                  <a:cubicBezTo>
                    <a:pt x="166" y="21"/>
                    <a:pt x="166" y="21"/>
                    <a:pt x="167" y="21"/>
                  </a:cubicBezTo>
                  <a:cubicBezTo>
                    <a:pt x="167" y="21"/>
                    <a:pt x="166" y="19"/>
                    <a:pt x="167" y="19"/>
                  </a:cubicBezTo>
                  <a:cubicBezTo>
                    <a:pt x="167" y="20"/>
                    <a:pt x="167" y="20"/>
                    <a:pt x="167" y="20"/>
                  </a:cubicBezTo>
                  <a:cubicBezTo>
                    <a:pt x="171" y="20"/>
                    <a:pt x="176" y="17"/>
                    <a:pt x="174" y="13"/>
                  </a:cubicBezTo>
                  <a:cubicBezTo>
                    <a:pt x="174" y="12"/>
                    <a:pt x="177" y="14"/>
                    <a:pt x="177" y="14"/>
                  </a:cubicBezTo>
                  <a:cubicBezTo>
                    <a:pt x="175" y="10"/>
                    <a:pt x="181" y="9"/>
                    <a:pt x="177" y="5"/>
                  </a:cubicBezTo>
                  <a:close/>
                  <a:moveTo>
                    <a:pt x="10" y="32"/>
                  </a:moveTo>
                  <a:cubicBezTo>
                    <a:pt x="10" y="32"/>
                    <a:pt x="10" y="32"/>
                    <a:pt x="10" y="31"/>
                  </a:cubicBezTo>
                  <a:cubicBezTo>
                    <a:pt x="10" y="32"/>
                    <a:pt x="10" y="32"/>
                    <a:pt x="10" y="32"/>
                  </a:cubicBezTo>
                  <a:close/>
                  <a:moveTo>
                    <a:pt x="6" y="35"/>
                  </a:moveTo>
                  <a:cubicBezTo>
                    <a:pt x="6" y="35"/>
                    <a:pt x="6" y="35"/>
                    <a:pt x="5" y="35"/>
                  </a:cubicBezTo>
                  <a:cubicBezTo>
                    <a:pt x="6" y="34"/>
                    <a:pt x="6" y="34"/>
                    <a:pt x="6" y="34"/>
                  </a:cubicBezTo>
                  <a:cubicBezTo>
                    <a:pt x="6" y="34"/>
                    <a:pt x="6" y="35"/>
                    <a:pt x="6" y="35"/>
                  </a:cubicBezTo>
                  <a:close/>
                  <a:moveTo>
                    <a:pt x="10" y="35"/>
                  </a:moveTo>
                  <a:cubicBezTo>
                    <a:pt x="10" y="35"/>
                    <a:pt x="10" y="35"/>
                    <a:pt x="10" y="35"/>
                  </a:cubicBezTo>
                  <a:cubicBezTo>
                    <a:pt x="10" y="35"/>
                    <a:pt x="10" y="35"/>
                    <a:pt x="10" y="35"/>
                  </a:cubicBezTo>
                  <a:close/>
                  <a:moveTo>
                    <a:pt x="9" y="32"/>
                  </a:moveTo>
                  <a:cubicBezTo>
                    <a:pt x="9" y="33"/>
                    <a:pt x="8" y="33"/>
                    <a:pt x="8" y="33"/>
                  </a:cubicBezTo>
                  <a:cubicBezTo>
                    <a:pt x="9" y="31"/>
                    <a:pt x="10" y="31"/>
                    <a:pt x="10" y="32"/>
                  </a:cubicBezTo>
                  <a:cubicBezTo>
                    <a:pt x="9" y="33"/>
                    <a:pt x="9" y="34"/>
                    <a:pt x="9" y="34"/>
                  </a:cubicBezTo>
                  <a:cubicBezTo>
                    <a:pt x="8" y="34"/>
                    <a:pt x="8" y="34"/>
                    <a:pt x="8" y="34"/>
                  </a:cubicBezTo>
                  <a:cubicBezTo>
                    <a:pt x="8" y="34"/>
                    <a:pt x="9" y="34"/>
                    <a:pt x="9" y="32"/>
                  </a:cubicBezTo>
                  <a:close/>
                  <a:moveTo>
                    <a:pt x="7" y="35"/>
                  </a:moveTo>
                  <a:cubicBezTo>
                    <a:pt x="7" y="35"/>
                    <a:pt x="7" y="34"/>
                    <a:pt x="7" y="34"/>
                  </a:cubicBezTo>
                  <a:cubicBezTo>
                    <a:pt x="7" y="34"/>
                    <a:pt x="7" y="34"/>
                    <a:pt x="7" y="35"/>
                  </a:cubicBezTo>
                  <a:cubicBezTo>
                    <a:pt x="7" y="35"/>
                    <a:pt x="7" y="35"/>
                    <a:pt x="7" y="35"/>
                  </a:cubicBezTo>
                  <a:close/>
                  <a:moveTo>
                    <a:pt x="7" y="35"/>
                  </a:moveTo>
                  <a:cubicBezTo>
                    <a:pt x="7" y="35"/>
                    <a:pt x="7" y="35"/>
                    <a:pt x="7" y="35"/>
                  </a:cubicBezTo>
                  <a:cubicBezTo>
                    <a:pt x="7" y="35"/>
                    <a:pt x="7" y="35"/>
                    <a:pt x="7" y="35"/>
                  </a:cubicBezTo>
                  <a:cubicBezTo>
                    <a:pt x="7" y="35"/>
                    <a:pt x="7" y="35"/>
                    <a:pt x="7" y="35"/>
                  </a:cubicBezTo>
                  <a:cubicBezTo>
                    <a:pt x="8" y="35"/>
                    <a:pt x="8" y="35"/>
                    <a:pt x="8" y="35"/>
                  </a:cubicBezTo>
                  <a:cubicBezTo>
                    <a:pt x="8" y="35"/>
                    <a:pt x="8" y="35"/>
                    <a:pt x="8" y="36"/>
                  </a:cubicBezTo>
                  <a:cubicBezTo>
                    <a:pt x="8" y="36"/>
                    <a:pt x="9" y="35"/>
                    <a:pt x="9" y="35"/>
                  </a:cubicBezTo>
                  <a:cubicBezTo>
                    <a:pt x="9" y="35"/>
                    <a:pt x="10" y="36"/>
                    <a:pt x="10" y="36"/>
                  </a:cubicBezTo>
                  <a:cubicBezTo>
                    <a:pt x="10" y="36"/>
                    <a:pt x="10" y="36"/>
                    <a:pt x="10" y="36"/>
                  </a:cubicBezTo>
                  <a:cubicBezTo>
                    <a:pt x="9" y="36"/>
                    <a:pt x="8" y="36"/>
                    <a:pt x="7" y="35"/>
                  </a:cubicBezTo>
                  <a:close/>
                  <a:moveTo>
                    <a:pt x="9" y="36"/>
                  </a:moveTo>
                  <a:cubicBezTo>
                    <a:pt x="10" y="36"/>
                    <a:pt x="10" y="36"/>
                    <a:pt x="10" y="36"/>
                  </a:cubicBezTo>
                  <a:cubicBezTo>
                    <a:pt x="10" y="36"/>
                    <a:pt x="10" y="36"/>
                    <a:pt x="10" y="37"/>
                  </a:cubicBezTo>
                  <a:cubicBezTo>
                    <a:pt x="10" y="36"/>
                    <a:pt x="9" y="36"/>
                    <a:pt x="9" y="36"/>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 name="Freeform 435"/>
            <p:cNvSpPr/>
            <p:nvPr/>
          </p:nvSpPr>
          <p:spPr bwMode="auto">
            <a:xfrm>
              <a:off x="3712" y="2809"/>
              <a:ext cx="4" cy="2"/>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1" y="1"/>
                    <a:pt x="2" y="1"/>
                    <a:pt x="2"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 name="Freeform 436"/>
            <p:cNvSpPr>
              <a:spLocks noEditPoints="1"/>
            </p:cNvSpPr>
            <p:nvPr/>
          </p:nvSpPr>
          <p:spPr bwMode="auto">
            <a:xfrm>
              <a:off x="3434" y="1624"/>
              <a:ext cx="862" cy="1213"/>
            </a:xfrm>
            <a:custGeom>
              <a:avLst/>
              <a:gdLst>
                <a:gd name="T0" fmla="*/ 172 w 406"/>
                <a:gd name="T1" fmla="*/ 570 h 572"/>
                <a:gd name="T2" fmla="*/ 205 w 406"/>
                <a:gd name="T3" fmla="*/ 568 h 572"/>
                <a:gd name="T4" fmla="*/ 239 w 406"/>
                <a:gd name="T5" fmla="*/ 564 h 572"/>
                <a:gd name="T6" fmla="*/ 281 w 406"/>
                <a:gd name="T7" fmla="*/ 547 h 572"/>
                <a:gd name="T8" fmla="*/ 300 w 406"/>
                <a:gd name="T9" fmla="*/ 522 h 572"/>
                <a:gd name="T10" fmla="*/ 204 w 406"/>
                <a:gd name="T11" fmla="*/ 395 h 572"/>
                <a:gd name="T12" fmla="*/ 207 w 406"/>
                <a:gd name="T13" fmla="*/ 339 h 572"/>
                <a:gd name="T14" fmla="*/ 214 w 406"/>
                <a:gd name="T15" fmla="*/ 279 h 572"/>
                <a:gd name="T16" fmla="*/ 177 w 406"/>
                <a:gd name="T17" fmla="*/ 304 h 572"/>
                <a:gd name="T18" fmla="*/ 184 w 406"/>
                <a:gd name="T19" fmla="*/ 298 h 572"/>
                <a:gd name="T20" fmla="*/ 197 w 406"/>
                <a:gd name="T21" fmla="*/ 321 h 572"/>
                <a:gd name="T22" fmla="*/ 186 w 406"/>
                <a:gd name="T23" fmla="*/ 337 h 572"/>
                <a:gd name="T24" fmla="*/ 190 w 406"/>
                <a:gd name="T25" fmla="*/ 347 h 572"/>
                <a:gd name="T26" fmla="*/ 189 w 406"/>
                <a:gd name="T27" fmla="*/ 365 h 572"/>
                <a:gd name="T28" fmla="*/ 189 w 406"/>
                <a:gd name="T29" fmla="*/ 382 h 572"/>
                <a:gd name="T30" fmla="*/ 194 w 406"/>
                <a:gd name="T31" fmla="*/ 401 h 572"/>
                <a:gd name="T32" fmla="*/ 198 w 406"/>
                <a:gd name="T33" fmla="*/ 426 h 572"/>
                <a:gd name="T34" fmla="*/ 92 w 406"/>
                <a:gd name="T35" fmla="*/ 277 h 572"/>
                <a:gd name="T36" fmla="*/ 68 w 406"/>
                <a:gd name="T37" fmla="*/ 218 h 572"/>
                <a:gd name="T38" fmla="*/ 189 w 406"/>
                <a:gd name="T39" fmla="*/ 198 h 572"/>
                <a:gd name="T40" fmla="*/ 299 w 406"/>
                <a:gd name="T41" fmla="*/ 279 h 572"/>
                <a:gd name="T42" fmla="*/ 240 w 406"/>
                <a:gd name="T43" fmla="*/ 425 h 572"/>
                <a:gd name="T44" fmla="*/ 250 w 406"/>
                <a:gd name="T45" fmla="*/ 401 h 572"/>
                <a:gd name="T46" fmla="*/ 257 w 406"/>
                <a:gd name="T47" fmla="*/ 380 h 572"/>
                <a:gd name="T48" fmla="*/ 262 w 406"/>
                <a:gd name="T49" fmla="*/ 342 h 572"/>
                <a:gd name="T50" fmla="*/ 279 w 406"/>
                <a:gd name="T51" fmla="*/ 305 h 572"/>
                <a:gd name="T52" fmla="*/ 323 w 406"/>
                <a:gd name="T53" fmla="*/ 287 h 572"/>
                <a:gd name="T54" fmla="*/ 345 w 406"/>
                <a:gd name="T55" fmla="*/ 231 h 572"/>
                <a:gd name="T56" fmla="*/ 313 w 406"/>
                <a:gd name="T57" fmla="*/ 163 h 572"/>
                <a:gd name="T58" fmla="*/ 199 w 406"/>
                <a:gd name="T59" fmla="*/ 120 h 572"/>
                <a:gd name="T60" fmla="*/ 99 w 406"/>
                <a:gd name="T61" fmla="*/ 189 h 572"/>
                <a:gd name="T62" fmla="*/ 67 w 406"/>
                <a:gd name="T63" fmla="*/ 156 h 572"/>
                <a:gd name="T64" fmla="*/ 18 w 406"/>
                <a:gd name="T65" fmla="*/ 247 h 572"/>
                <a:gd name="T66" fmla="*/ 17 w 406"/>
                <a:gd name="T67" fmla="*/ 216 h 572"/>
                <a:gd name="T68" fmla="*/ 18 w 406"/>
                <a:gd name="T69" fmla="*/ 212 h 572"/>
                <a:gd name="T70" fmla="*/ 18 w 406"/>
                <a:gd name="T71" fmla="*/ 213 h 572"/>
                <a:gd name="T72" fmla="*/ 20 w 406"/>
                <a:gd name="T73" fmla="*/ 216 h 572"/>
                <a:gd name="T74" fmla="*/ 36 w 406"/>
                <a:gd name="T75" fmla="*/ 256 h 572"/>
                <a:gd name="T76" fmla="*/ 80 w 406"/>
                <a:gd name="T77" fmla="*/ 293 h 572"/>
                <a:gd name="T78" fmla="*/ 143 w 406"/>
                <a:gd name="T79" fmla="*/ 304 h 572"/>
                <a:gd name="T80" fmla="*/ 162 w 406"/>
                <a:gd name="T81" fmla="*/ 375 h 572"/>
                <a:gd name="T82" fmla="*/ 177 w 406"/>
                <a:gd name="T83" fmla="*/ 504 h 572"/>
                <a:gd name="T84" fmla="*/ 192 w 406"/>
                <a:gd name="T85" fmla="*/ 530 h 572"/>
                <a:gd name="T86" fmla="*/ 191 w 406"/>
                <a:gd name="T87" fmla="*/ 504 h 572"/>
                <a:gd name="T88" fmla="*/ 192 w 406"/>
                <a:gd name="T89" fmla="*/ 486 h 572"/>
                <a:gd name="T90" fmla="*/ 194 w 406"/>
                <a:gd name="T91" fmla="*/ 451 h 572"/>
                <a:gd name="T92" fmla="*/ 220 w 406"/>
                <a:gd name="T93" fmla="*/ 447 h 572"/>
                <a:gd name="T94" fmla="*/ 240 w 406"/>
                <a:gd name="T95" fmla="*/ 469 h 572"/>
                <a:gd name="T96" fmla="*/ 247 w 406"/>
                <a:gd name="T97" fmla="*/ 543 h 572"/>
                <a:gd name="T98" fmla="*/ 146 w 406"/>
                <a:gd name="T99" fmla="*/ 545 h 572"/>
                <a:gd name="T100" fmla="*/ 137 w 406"/>
                <a:gd name="T101" fmla="*/ 524 h 572"/>
                <a:gd name="T102" fmla="*/ 130 w 406"/>
                <a:gd name="T103" fmla="*/ 553 h 572"/>
                <a:gd name="T104" fmla="*/ 193 w 406"/>
                <a:gd name="T105" fmla="*/ 309 h 572"/>
                <a:gd name="T106" fmla="*/ 196 w 406"/>
                <a:gd name="T107" fmla="*/ 303 h 572"/>
                <a:gd name="T108" fmla="*/ 209 w 406"/>
                <a:gd name="T109" fmla="*/ 295 h 572"/>
                <a:gd name="T110" fmla="*/ 218 w 406"/>
                <a:gd name="T111" fmla="*/ 301 h 572"/>
                <a:gd name="T112" fmla="*/ 221 w 406"/>
                <a:gd name="T113" fmla="*/ 307 h 572"/>
                <a:gd name="T114" fmla="*/ 211 w 406"/>
                <a:gd name="T115" fmla="*/ 310 h 572"/>
                <a:gd name="T116" fmla="*/ 222 w 406"/>
                <a:gd name="T117" fmla="*/ 307 h 572"/>
                <a:gd name="T118" fmla="*/ 191 w 406"/>
                <a:gd name="T119" fmla="*/ 185 h 572"/>
                <a:gd name="T120" fmla="*/ 63 w 406"/>
                <a:gd name="T121" fmla="*/ 186 h 572"/>
                <a:gd name="T122" fmla="*/ 22 w 406"/>
                <a:gd name="T123" fmla="*/ 214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6" h="572">
                  <a:moveTo>
                    <a:pt x="135" y="564"/>
                  </a:moveTo>
                  <a:cubicBezTo>
                    <a:pt x="136" y="564"/>
                    <a:pt x="137" y="565"/>
                    <a:pt x="137" y="564"/>
                  </a:cubicBezTo>
                  <a:cubicBezTo>
                    <a:pt x="137" y="565"/>
                    <a:pt x="137" y="565"/>
                    <a:pt x="137" y="565"/>
                  </a:cubicBezTo>
                  <a:cubicBezTo>
                    <a:pt x="138" y="565"/>
                    <a:pt x="140" y="563"/>
                    <a:pt x="139" y="566"/>
                  </a:cubicBezTo>
                  <a:cubicBezTo>
                    <a:pt x="140" y="563"/>
                    <a:pt x="139" y="565"/>
                    <a:pt x="138" y="564"/>
                  </a:cubicBezTo>
                  <a:cubicBezTo>
                    <a:pt x="139" y="562"/>
                    <a:pt x="140" y="563"/>
                    <a:pt x="141" y="562"/>
                  </a:cubicBezTo>
                  <a:cubicBezTo>
                    <a:pt x="139" y="565"/>
                    <a:pt x="142" y="563"/>
                    <a:pt x="142" y="564"/>
                  </a:cubicBezTo>
                  <a:cubicBezTo>
                    <a:pt x="142" y="565"/>
                    <a:pt x="142" y="565"/>
                    <a:pt x="142" y="566"/>
                  </a:cubicBezTo>
                  <a:cubicBezTo>
                    <a:pt x="143" y="564"/>
                    <a:pt x="143" y="564"/>
                    <a:pt x="143" y="564"/>
                  </a:cubicBezTo>
                  <a:cubicBezTo>
                    <a:pt x="142" y="568"/>
                    <a:pt x="145" y="564"/>
                    <a:pt x="145" y="566"/>
                  </a:cubicBezTo>
                  <a:cubicBezTo>
                    <a:pt x="144" y="566"/>
                    <a:pt x="144" y="568"/>
                    <a:pt x="144" y="569"/>
                  </a:cubicBezTo>
                  <a:cubicBezTo>
                    <a:pt x="144" y="566"/>
                    <a:pt x="146" y="566"/>
                    <a:pt x="147" y="564"/>
                  </a:cubicBezTo>
                  <a:cubicBezTo>
                    <a:pt x="148" y="565"/>
                    <a:pt x="145" y="567"/>
                    <a:pt x="145" y="569"/>
                  </a:cubicBezTo>
                  <a:cubicBezTo>
                    <a:pt x="146" y="567"/>
                    <a:pt x="146" y="571"/>
                    <a:pt x="147" y="568"/>
                  </a:cubicBezTo>
                  <a:cubicBezTo>
                    <a:pt x="147" y="567"/>
                    <a:pt x="148" y="567"/>
                    <a:pt x="149" y="566"/>
                  </a:cubicBezTo>
                  <a:cubicBezTo>
                    <a:pt x="150" y="566"/>
                    <a:pt x="148" y="567"/>
                    <a:pt x="148" y="568"/>
                  </a:cubicBezTo>
                  <a:cubicBezTo>
                    <a:pt x="149" y="568"/>
                    <a:pt x="150" y="566"/>
                    <a:pt x="150" y="565"/>
                  </a:cubicBezTo>
                  <a:cubicBezTo>
                    <a:pt x="150" y="566"/>
                    <a:pt x="152" y="564"/>
                    <a:pt x="152" y="565"/>
                  </a:cubicBezTo>
                  <a:cubicBezTo>
                    <a:pt x="152" y="567"/>
                    <a:pt x="150" y="566"/>
                    <a:pt x="150" y="567"/>
                  </a:cubicBezTo>
                  <a:cubicBezTo>
                    <a:pt x="152" y="568"/>
                    <a:pt x="152" y="563"/>
                    <a:pt x="154" y="563"/>
                  </a:cubicBezTo>
                  <a:cubicBezTo>
                    <a:pt x="153" y="562"/>
                    <a:pt x="155" y="559"/>
                    <a:pt x="155" y="558"/>
                  </a:cubicBezTo>
                  <a:cubicBezTo>
                    <a:pt x="157" y="560"/>
                    <a:pt x="155" y="559"/>
                    <a:pt x="155" y="561"/>
                  </a:cubicBezTo>
                  <a:cubicBezTo>
                    <a:pt x="155" y="561"/>
                    <a:pt x="155" y="561"/>
                    <a:pt x="155" y="561"/>
                  </a:cubicBezTo>
                  <a:cubicBezTo>
                    <a:pt x="155" y="564"/>
                    <a:pt x="152" y="566"/>
                    <a:pt x="153" y="568"/>
                  </a:cubicBezTo>
                  <a:cubicBezTo>
                    <a:pt x="154" y="567"/>
                    <a:pt x="154" y="567"/>
                    <a:pt x="154" y="567"/>
                  </a:cubicBezTo>
                  <a:cubicBezTo>
                    <a:pt x="153" y="568"/>
                    <a:pt x="153" y="569"/>
                    <a:pt x="153" y="570"/>
                  </a:cubicBezTo>
                  <a:cubicBezTo>
                    <a:pt x="153" y="568"/>
                    <a:pt x="154" y="570"/>
                    <a:pt x="155" y="570"/>
                  </a:cubicBezTo>
                  <a:cubicBezTo>
                    <a:pt x="155" y="568"/>
                    <a:pt x="154" y="570"/>
                    <a:pt x="154" y="569"/>
                  </a:cubicBezTo>
                  <a:cubicBezTo>
                    <a:pt x="155" y="568"/>
                    <a:pt x="156" y="566"/>
                    <a:pt x="157" y="567"/>
                  </a:cubicBezTo>
                  <a:cubicBezTo>
                    <a:pt x="156" y="568"/>
                    <a:pt x="157" y="569"/>
                    <a:pt x="156" y="570"/>
                  </a:cubicBezTo>
                  <a:cubicBezTo>
                    <a:pt x="157" y="571"/>
                    <a:pt x="157" y="568"/>
                    <a:pt x="157" y="569"/>
                  </a:cubicBezTo>
                  <a:cubicBezTo>
                    <a:pt x="157" y="570"/>
                    <a:pt x="157" y="570"/>
                    <a:pt x="157" y="570"/>
                  </a:cubicBezTo>
                  <a:cubicBezTo>
                    <a:pt x="160" y="571"/>
                    <a:pt x="164" y="571"/>
                    <a:pt x="166" y="567"/>
                  </a:cubicBezTo>
                  <a:cubicBezTo>
                    <a:pt x="166" y="569"/>
                    <a:pt x="167" y="569"/>
                    <a:pt x="169" y="570"/>
                  </a:cubicBezTo>
                  <a:cubicBezTo>
                    <a:pt x="168" y="570"/>
                    <a:pt x="169" y="569"/>
                    <a:pt x="169" y="568"/>
                  </a:cubicBezTo>
                  <a:cubicBezTo>
                    <a:pt x="170" y="570"/>
                    <a:pt x="170" y="570"/>
                    <a:pt x="170" y="570"/>
                  </a:cubicBezTo>
                  <a:cubicBezTo>
                    <a:pt x="170" y="572"/>
                    <a:pt x="172" y="570"/>
                    <a:pt x="172" y="569"/>
                  </a:cubicBezTo>
                  <a:cubicBezTo>
                    <a:pt x="172" y="570"/>
                    <a:pt x="172" y="570"/>
                    <a:pt x="172" y="570"/>
                  </a:cubicBezTo>
                  <a:cubicBezTo>
                    <a:pt x="173" y="571"/>
                    <a:pt x="173" y="569"/>
                    <a:pt x="173" y="568"/>
                  </a:cubicBezTo>
                  <a:cubicBezTo>
                    <a:pt x="174" y="570"/>
                    <a:pt x="174" y="570"/>
                    <a:pt x="174" y="570"/>
                  </a:cubicBezTo>
                  <a:cubicBezTo>
                    <a:pt x="174" y="569"/>
                    <a:pt x="174" y="569"/>
                    <a:pt x="174" y="569"/>
                  </a:cubicBezTo>
                  <a:cubicBezTo>
                    <a:pt x="174" y="568"/>
                    <a:pt x="175" y="568"/>
                    <a:pt x="175" y="570"/>
                  </a:cubicBezTo>
                  <a:cubicBezTo>
                    <a:pt x="175" y="570"/>
                    <a:pt x="176" y="569"/>
                    <a:pt x="175" y="569"/>
                  </a:cubicBezTo>
                  <a:cubicBezTo>
                    <a:pt x="176" y="570"/>
                    <a:pt x="178" y="570"/>
                    <a:pt x="179" y="569"/>
                  </a:cubicBezTo>
                  <a:cubicBezTo>
                    <a:pt x="178" y="569"/>
                    <a:pt x="178" y="568"/>
                    <a:pt x="178" y="567"/>
                  </a:cubicBezTo>
                  <a:cubicBezTo>
                    <a:pt x="178" y="564"/>
                    <a:pt x="179" y="567"/>
                    <a:pt x="179" y="566"/>
                  </a:cubicBezTo>
                  <a:cubicBezTo>
                    <a:pt x="179" y="567"/>
                    <a:pt x="180" y="567"/>
                    <a:pt x="179" y="568"/>
                  </a:cubicBezTo>
                  <a:cubicBezTo>
                    <a:pt x="181" y="571"/>
                    <a:pt x="183" y="569"/>
                    <a:pt x="184" y="569"/>
                  </a:cubicBezTo>
                  <a:cubicBezTo>
                    <a:pt x="185" y="568"/>
                    <a:pt x="185" y="568"/>
                    <a:pt x="185" y="568"/>
                  </a:cubicBezTo>
                  <a:cubicBezTo>
                    <a:pt x="186" y="570"/>
                    <a:pt x="188" y="568"/>
                    <a:pt x="189" y="569"/>
                  </a:cubicBezTo>
                  <a:cubicBezTo>
                    <a:pt x="189" y="568"/>
                    <a:pt x="189" y="565"/>
                    <a:pt x="190" y="565"/>
                  </a:cubicBezTo>
                  <a:cubicBezTo>
                    <a:pt x="190" y="563"/>
                    <a:pt x="190" y="567"/>
                    <a:pt x="191" y="569"/>
                  </a:cubicBezTo>
                  <a:cubicBezTo>
                    <a:pt x="191" y="568"/>
                    <a:pt x="192" y="567"/>
                    <a:pt x="192" y="567"/>
                  </a:cubicBezTo>
                  <a:cubicBezTo>
                    <a:pt x="192" y="568"/>
                    <a:pt x="192" y="568"/>
                    <a:pt x="192" y="568"/>
                  </a:cubicBezTo>
                  <a:cubicBezTo>
                    <a:pt x="192" y="567"/>
                    <a:pt x="193" y="566"/>
                    <a:pt x="194" y="567"/>
                  </a:cubicBezTo>
                  <a:cubicBezTo>
                    <a:pt x="194" y="567"/>
                    <a:pt x="194" y="567"/>
                    <a:pt x="194" y="567"/>
                  </a:cubicBezTo>
                  <a:cubicBezTo>
                    <a:pt x="194" y="567"/>
                    <a:pt x="195" y="569"/>
                    <a:pt x="195" y="568"/>
                  </a:cubicBezTo>
                  <a:cubicBezTo>
                    <a:pt x="195" y="567"/>
                    <a:pt x="196" y="568"/>
                    <a:pt x="196" y="566"/>
                  </a:cubicBezTo>
                  <a:cubicBezTo>
                    <a:pt x="197" y="567"/>
                    <a:pt x="197" y="567"/>
                    <a:pt x="197" y="567"/>
                  </a:cubicBezTo>
                  <a:cubicBezTo>
                    <a:pt x="197" y="565"/>
                    <a:pt x="197" y="565"/>
                    <a:pt x="197" y="565"/>
                  </a:cubicBezTo>
                  <a:cubicBezTo>
                    <a:pt x="197" y="566"/>
                    <a:pt x="197" y="566"/>
                    <a:pt x="197" y="566"/>
                  </a:cubicBezTo>
                  <a:cubicBezTo>
                    <a:pt x="197" y="568"/>
                    <a:pt x="197" y="568"/>
                    <a:pt x="197" y="568"/>
                  </a:cubicBezTo>
                  <a:cubicBezTo>
                    <a:pt x="198" y="569"/>
                    <a:pt x="197" y="566"/>
                    <a:pt x="198" y="565"/>
                  </a:cubicBezTo>
                  <a:cubicBezTo>
                    <a:pt x="198" y="564"/>
                    <a:pt x="198" y="566"/>
                    <a:pt x="199" y="566"/>
                  </a:cubicBezTo>
                  <a:cubicBezTo>
                    <a:pt x="198" y="567"/>
                    <a:pt x="198" y="566"/>
                    <a:pt x="198" y="566"/>
                  </a:cubicBezTo>
                  <a:cubicBezTo>
                    <a:pt x="198" y="568"/>
                    <a:pt x="198" y="567"/>
                    <a:pt x="199" y="568"/>
                  </a:cubicBezTo>
                  <a:cubicBezTo>
                    <a:pt x="199" y="568"/>
                    <a:pt x="199" y="566"/>
                    <a:pt x="199" y="566"/>
                  </a:cubicBezTo>
                  <a:cubicBezTo>
                    <a:pt x="200" y="566"/>
                    <a:pt x="201" y="566"/>
                    <a:pt x="200" y="568"/>
                  </a:cubicBezTo>
                  <a:cubicBezTo>
                    <a:pt x="201" y="567"/>
                    <a:pt x="201" y="567"/>
                    <a:pt x="201" y="566"/>
                  </a:cubicBezTo>
                  <a:cubicBezTo>
                    <a:pt x="201" y="566"/>
                    <a:pt x="200" y="565"/>
                    <a:pt x="200" y="564"/>
                  </a:cubicBezTo>
                  <a:cubicBezTo>
                    <a:pt x="201" y="564"/>
                    <a:pt x="201" y="564"/>
                    <a:pt x="201" y="564"/>
                  </a:cubicBezTo>
                  <a:cubicBezTo>
                    <a:pt x="201" y="565"/>
                    <a:pt x="201" y="565"/>
                    <a:pt x="201" y="565"/>
                  </a:cubicBezTo>
                  <a:cubicBezTo>
                    <a:pt x="201" y="564"/>
                    <a:pt x="202" y="565"/>
                    <a:pt x="202" y="563"/>
                  </a:cubicBezTo>
                  <a:cubicBezTo>
                    <a:pt x="202" y="565"/>
                    <a:pt x="202" y="565"/>
                    <a:pt x="202" y="565"/>
                  </a:cubicBezTo>
                  <a:cubicBezTo>
                    <a:pt x="203" y="564"/>
                    <a:pt x="203" y="564"/>
                    <a:pt x="204" y="564"/>
                  </a:cubicBezTo>
                  <a:cubicBezTo>
                    <a:pt x="204" y="566"/>
                    <a:pt x="204" y="568"/>
                    <a:pt x="205" y="568"/>
                  </a:cubicBezTo>
                  <a:cubicBezTo>
                    <a:pt x="205" y="566"/>
                    <a:pt x="205" y="566"/>
                    <a:pt x="205" y="566"/>
                  </a:cubicBezTo>
                  <a:cubicBezTo>
                    <a:pt x="206" y="566"/>
                    <a:pt x="206" y="566"/>
                    <a:pt x="206" y="567"/>
                  </a:cubicBezTo>
                  <a:cubicBezTo>
                    <a:pt x="207" y="568"/>
                    <a:pt x="207" y="562"/>
                    <a:pt x="209" y="564"/>
                  </a:cubicBezTo>
                  <a:cubicBezTo>
                    <a:pt x="208" y="566"/>
                    <a:pt x="209" y="566"/>
                    <a:pt x="209" y="567"/>
                  </a:cubicBezTo>
                  <a:cubicBezTo>
                    <a:pt x="209" y="566"/>
                    <a:pt x="209" y="566"/>
                    <a:pt x="209" y="566"/>
                  </a:cubicBezTo>
                  <a:cubicBezTo>
                    <a:pt x="209" y="565"/>
                    <a:pt x="209" y="567"/>
                    <a:pt x="209" y="566"/>
                  </a:cubicBezTo>
                  <a:cubicBezTo>
                    <a:pt x="208" y="564"/>
                    <a:pt x="209" y="565"/>
                    <a:pt x="209" y="564"/>
                  </a:cubicBezTo>
                  <a:cubicBezTo>
                    <a:pt x="211" y="569"/>
                    <a:pt x="213" y="565"/>
                    <a:pt x="215" y="567"/>
                  </a:cubicBezTo>
                  <a:cubicBezTo>
                    <a:pt x="215" y="565"/>
                    <a:pt x="216" y="567"/>
                    <a:pt x="216" y="566"/>
                  </a:cubicBezTo>
                  <a:cubicBezTo>
                    <a:pt x="216" y="568"/>
                    <a:pt x="217" y="565"/>
                    <a:pt x="217" y="567"/>
                  </a:cubicBezTo>
                  <a:cubicBezTo>
                    <a:pt x="217" y="564"/>
                    <a:pt x="217" y="564"/>
                    <a:pt x="217" y="564"/>
                  </a:cubicBezTo>
                  <a:cubicBezTo>
                    <a:pt x="218" y="566"/>
                    <a:pt x="218" y="560"/>
                    <a:pt x="219" y="563"/>
                  </a:cubicBezTo>
                  <a:cubicBezTo>
                    <a:pt x="220" y="564"/>
                    <a:pt x="219" y="565"/>
                    <a:pt x="219" y="565"/>
                  </a:cubicBezTo>
                  <a:cubicBezTo>
                    <a:pt x="220" y="568"/>
                    <a:pt x="221" y="563"/>
                    <a:pt x="222" y="566"/>
                  </a:cubicBezTo>
                  <a:cubicBezTo>
                    <a:pt x="222" y="565"/>
                    <a:pt x="221" y="563"/>
                    <a:pt x="222" y="562"/>
                  </a:cubicBezTo>
                  <a:cubicBezTo>
                    <a:pt x="223" y="563"/>
                    <a:pt x="224" y="565"/>
                    <a:pt x="224" y="565"/>
                  </a:cubicBezTo>
                  <a:cubicBezTo>
                    <a:pt x="224" y="565"/>
                    <a:pt x="224" y="564"/>
                    <a:pt x="225" y="565"/>
                  </a:cubicBezTo>
                  <a:cubicBezTo>
                    <a:pt x="225" y="565"/>
                    <a:pt x="225" y="565"/>
                    <a:pt x="225" y="566"/>
                  </a:cubicBezTo>
                  <a:cubicBezTo>
                    <a:pt x="226" y="566"/>
                    <a:pt x="226" y="565"/>
                    <a:pt x="227" y="564"/>
                  </a:cubicBezTo>
                  <a:cubicBezTo>
                    <a:pt x="227" y="566"/>
                    <a:pt x="229" y="565"/>
                    <a:pt x="230" y="566"/>
                  </a:cubicBezTo>
                  <a:cubicBezTo>
                    <a:pt x="230" y="563"/>
                    <a:pt x="231" y="567"/>
                    <a:pt x="231" y="564"/>
                  </a:cubicBezTo>
                  <a:cubicBezTo>
                    <a:pt x="231" y="564"/>
                    <a:pt x="231" y="564"/>
                    <a:pt x="231" y="564"/>
                  </a:cubicBezTo>
                  <a:cubicBezTo>
                    <a:pt x="232" y="564"/>
                    <a:pt x="232" y="562"/>
                    <a:pt x="232" y="561"/>
                  </a:cubicBezTo>
                  <a:cubicBezTo>
                    <a:pt x="232" y="563"/>
                    <a:pt x="232" y="563"/>
                    <a:pt x="232" y="563"/>
                  </a:cubicBezTo>
                  <a:cubicBezTo>
                    <a:pt x="232" y="566"/>
                    <a:pt x="234" y="564"/>
                    <a:pt x="234" y="565"/>
                  </a:cubicBezTo>
                  <a:cubicBezTo>
                    <a:pt x="233" y="563"/>
                    <a:pt x="234" y="565"/>
                    <a:pt x="234" y="563"/>
                  </a:cubicBezTo>
                  <a:cubicBezTo>
                    <a:pt x="235" y="563"/>
                    <a:pt x="235" y="563"/>
                    <a:pt x="235" y="563"/>
                  </a:cubicBezTo>
                  <a:cubicBezTo>
                    <a:pt x="235" y="562"/>
                    <a:pt x="235" y="562"/>
                    <a:pt x="236" y="561"/>
                  </a:cubicBezTo>
                  <a:cubicBezTo>
                    <a:pt x="236" y="561"/>
                    <a:pt x="236" y="564"/>
                    <a:pt x="236" y="563"/>
                  </a:cubicBezTo>
                  <a:cubicBezTo>
                    <a:pt x="237" y="564"/>
                    <a:pt x="237" y="564"/>
                    <a:pt x="237" y="563"/>
                  </a:cubicBezTo>
                  <a:cubicBezTo>
                    <a:pt x="237" y="563"/>
                    <a:pt x="237" y="563"/>
                    <a:pt x="237" y="563"/>
                  </a:cubicBezTo>
                  <a:cubicBezTo>
                    <a:pt x="237" y="563"/>
                    <a:pt x="237" y="563"/>
                    <a:pt x="238" y="563"/>
                  </a:cubicBezTo>
                  <a:cubicBezTo>
                    <a:pt x="238" y="563"/>
                    <a:pt x="238" y="563"/>
                    <a:pt x="238" y="563"/>
                  </a:cubicBezTo>
                  <a:cubicBezTo>
                    <a:pt x="238" y="563"/>
                    <a:pt x="238" y="563"/>
                    <a:pt x="238" y="563"/>
                  </a:cubicBezTo>
                  <a:cubicBezTo>
                    <a:pt x="238" y="563"/>
                    <a:pt x="238" y="563"/>
                    <a:pt x="238" y="563"/>
                  </a:cubicBezTo>
                  <a:cubicBezTo>
                    <a:pt x="238" y="563"/>
                    <a:pt x="238" y="563"/>
                    <a:pt x="238" y="563"/>
                  </a:cubicBezTo>
                  <a:cubicBezTo>
                    <a:pt x="238" y="564"/>
                    <a:pt x="238" y="563"/>
                    <a:pt x="238" y="563"/>
                  </a:cubicBezTo>
                  <a:cubicBezTo>
                    <a:pt x="238" y="563"/>
                    <a:pt x="239" y="563"/>
                    <a:pt x="239" y="564"/>
                  </a:cubicBezTo>
                  <a:cubicBezTo>
                    <a:pt x="239" y="565"/>
                    <a:pt x="239" y="565"/>
                    <a:pt x="239" y="565"/>
                  </a:cubicBezTo>
                  <a:cubicBezTo>
                    <a:pt x="239" y="565"/>
                    <a:pt x="240" y="563"/>
                    <a:pt x="240" y="563"/>
                  </a:cubicBezTo>
                  <a:cubicBezTo>
                    <a:pt x="242" y="564"/>
                    <a:pt x="244" y="562"/>
                    <a:pt x="245" y="561"/>
                  </a:cubicBezTo>
                  <a:cubicBezTo>
                    <a:pt x="244" y="561"/>
                    <a:pt x="244" y="562"/>
                    <a:pt x="244" y="562"/>
                  </a:cubicBezTo>
                  <a:cubicBezTo>
                    <a:pt x="245" y="561"/>
                    <a:pt x="245" y="560"/>
                    <a:pt x="245" y="561"/>
                  </a:cubicBezTo>
                  <a:cubicBezTo>
                    <a:pt x="246" y="560"/>
                    <a:pt x="246" y="562"/>
                    <a:pt x="247" y="562"/>
                  </a:cubicBezTo>
                  <a:cubicBezTo>
                    <a:pt x="247" y="562"/>
                    <a:pt x="247" y="560"/>
                    <a:pt x="247" y="561"/>
                  </a:cubicBezTo>
                  <a:cubicBezTo>
                    <a:pt x="248" y="563"/>
                    <a:pt x="249" y="559"/>
                    <a:pt x="251" y="560"/>
                  </a:cubicBezTo>
                  <a:cubicBezTo>
                    <a:pt x="251" y="560"/>
                    <a:pt x="251" y="561"/>
                    <a:pt x="251" y="561"/>
                  </a:cubicBezTo>
                  <a:cubicBezTo>
                    <a:pt x="252" y="560"/>
                    <a:pt x="253" y="560"/>
                    <a:pt x="253" y="558"/>
                  </a:cubicBezTo>
                  <a:cubicBezTo>
                    <a:pt x="253" y="559"/>
                    <a:pt x="253" y="559"/>
                    <a:pt x="253" y="559"/>
                  </a:cubicBezTo>
                  <a:cubicBezTo>
                    <a:pt x="254" y="559"/>
                    <a:pt x="255" y="559"/>
                    <a:pt x="255" y="557"/>
                  </a:cubicBezTo>
                  <a:cubicBezTo>
                    <a:pt x="254" y="557"/>
                    <a:pt x="255" y="558"/>
                    <a:pt x="255" y="558"/>
                  </a:cubicBezTo>
                  <a:cubicBezTo>
                    <a:pt x="254" y="557"/>
                    <a:pt x="255" y="555"/>
                    <a:pt x="255" y="555"/>
                  </a:cubicBezTo>
                  <a:cubicBezTo>
                    <a:pt x="255" y="556"/>
                    <a:pt x="255" y="556"/>
                    <a:pt x="255" y="556"/>
                  </a:cubicBezTo>
                  <a:cubicBezTo>
                    <a:pt x="256" y="555"/>
                    <a:pt x="256" y="555"/>
                    <a:pt x="257" y="554"/>
                  </a:cubicBezTo>
                  <a:cubicBezTo>
                    <a:pt x="257" y="555"/>
                    <a:pt x="256" y="555"/>
                    <a:pt x="257" y="556"/>
                  </a:cubicBezTo>
                  <a:cubicBezTo>
                    <a:pt x="257" y="558"/>
                    <a:pt x="259" y="557"/>
                    <a:pt x="259" y="557"/>
                  </a:cubicBezTo>
                  <a:cubicBezTo>
                    <a:pt x="259" y="555"/>
                    <a:pt x="259" y="555"/>
                    <a:pt x="259" y="555"/>
                  </a:cubicBezTo>
                  <a:cubicBezTo>
                    <a:pt x="260" y="555"/>
                    <a:pt x="260" y="557"/>
                    <a:pt x="260" y="557"/>
                  </a:cubicBezTo>
                  <a:cubicBezTo>
                    <a:pt x="261" y="551"/>
                    <a:pt x="261" y="551"/>
                    <a:pt x="261" y="551"/>
                  </a:cubicBezTo>
                  <a:cubicBezTo>
                    <a:pt x="260" y="552"/>
                    <a:pt x="262" y="553"/>
                    <a:pt x="261" y="555"/>
                  </a:cubicBezTo>
                  <a:cubicBezTo>
                    <a:pt x="263" y="554"/>
                    <a:pt x="263" y="551"/>
                    <a:pt x="263" y="549"/>
                  </a:cubicBezTo>
                  <a:cubicBezTo>
                    <a:pt x="263" y="550"/>
                    <a:pt x="264" y="548"/>
                    <a:pt x="265" y="548"/>
                  </a:cubicBezTo>
                  <a:cubicBezTo>
                    <a:pt x="265" y="549"/>
                    <a:pt x="264" y="548"/>
                    <a:pt x="264" y="549"/>
                  </a:cubicBezTo>
                  <a:cubicBezTo>
                    <a:pt x="266" y="550"/>
                    <a:pt x="266" y="550"/>
                    <a:pt x="266" y="550"/>
                  </a:cubicBezTo>
                  <a:cubicBezTo>
                    <a:pt x="265" y="551"/>
                    <a:pt x="266" y="553"/>
                    <a:pt x="266" y="554"/>
                  </a:cubicBezTo>
                  <a:cubicBezTo>
                    <a:pt x="266" y="553"/>
                    <a:pt x="268" y="553"/>
                    <a:pt x="269" y="553"/>
                  </a:cubicBezTo>
                  <a:cubicBezTo>
                    <a:pt x="268" y="551"/>
                    <a:pt x="270" y="552"/>
                    <a:pt x="270" y="549"/>
                  </a:cubicBezTo>
                  <a:cubicBezTo>
                    <a:pt x="271" y="549"/>
                    <a:pt x="271" y="551"/>
                    <a:pt x="271" y="552"/>
                  </a:cubicBezTo>
                  <a:cubicBezTo>
                    <a:pt x="272" y="550"/>
                    <a:pt x="274" y="550"/>
                    <a:pt x="275" y="550"/>
                  </a:cubicBezTo>
                  <a:cubicBezTo>
                    <a:pt x="275" y="550"/>
                    <a:pt x="275" y="550"/>
                    <a:pt x="275" y="550"/>
                  </a:cubicBezTo>
                  <a:cubicBezTo>
                    <a:pt x="275" y="549"/>
                    <a:pt x="277" y="549"/>
                    <a:pt x="277" y="547"/>
                  </a:cubicBezTo>
                  <a:cubicBezTo>
                    <a:pt x="278" y="548"/>
                    <a:pt x="278" y="548"/>
                    <a:pt x="278" y="548"/>
                  </a:cubicBezTo>
                  <a:cubicBezTo>
                    <a:pt x="279" y="549"/>
                    <a:pt x="277" y="545"/>
                    <a:pt x="278" y="546"/>
                  </a:cubicBezTo>
                  <a:cubicBezTo>
                    <a:pt x="279" y="547"/>
                    <a:pt x="279" y="547"/>
                    <a:pt x="279" y="547"/>
                  </a:cubicBezTo>
                  <a:cubicBezTo>
                    <a:pt x="279" y="546"/>
                    <a:pt x="281" y="548"/>
                    <a:pt x="281" y="546"/>
                  </a:cubicBezTo>
                  <a:cubicBezTo>
                    <a:pt x="281" y="547"/>
                    <a:pt x="281" y="547"/>
                    <a:pt x="281" y="547"/>
                  </a:cubicBezTo>
                  <a:cubicBezTo>
                    <a:pt x="281" y="546"/>
                    <a:pt x="282" y="546"/>
                    <a:pt x="282" y="544"/>
                  </a:cubicBezTo>
                  <a:cubicBezTo>
                    <a:pt x="283" y="546"/>
                    <a:pt x="283" y="546"/>
                    <a:pt x="283" y="546"/>
                  </a:cubicBezTo>
                  <a:cubicBezTo>
                    <a:pt x="284" y="547"/>
                    <a:pt x="283" y="544"/>
                    <a:pt x="284" y="544"/>
                  </a:cubicBezTo>
                  <a:cubicBezTo>
                    <a:pt x="284" y="544"/>
                    <a:pt x="285" y="545"/>
                    <a:pt x="285" y="545"/>
                  </a:cubicBezTo>
                  <a:cubicBezTo>
                    <a:pt x="285" y="544"/>
                    <a:pt x="286" y="544"/>
                    <a:pt x="286" y="543"/>
                  </a:cubicBezTo>
                  <a:cubicBezTo>
                    <a:pt x="288" y="545"/>
                    <a:pt x="288" y="545"/>
                    <a:pt x="288" y="545"/>
                  </a:cubicBezTo>
                  <a:cubicBezTo>
                    <a:pt x="291" y="543"/>
                    <a:pt x="295" y="541"/>
                    <a:pt x="298" y="537"/>
                  </a:cubicBezTo>
                  <a:cubicBezTo>
                    <a:pt x="300" y="539"/>
                    <a:pt x="298" y="539"/>
                    <a:pt x="299" y="540"/>
                  </a:cubicBezTo>
                  <a:cubicBezTo>
                    <a:pt x="298" y="538"/>
                    <a:pt x="299" y="539"/>
                    <a:pt x="300" y="538"/>
                  </a:cubicBezTo>
                  <a:cubicBezTo>
                    <a:pt x="300" y="538"/>
                    <a:pt x="300" y="538"/>
                    <a:pt x="300" y="538"/>
                  </a:cubicBezTo>
                  <a:cubicBezTo>
                    <a:pt x="300" y="538"/>
                    <a:pt x="301" y="539"/>
                    <a:pt x="302" y="538"/>
                  </a:cubicBezTo>
                  <a:cubicBezTo>
                    <a:pt x="301" y="537"/>
                    <a:pt x="301" y="537"/>
                    <a:pt x="301" y="537"/>
                  </a:cubicBezTo>
                  <a:cubicBezTo>
                    <a:pt x="301" y="536"/>
                    <a:pt x="304" y="539"/>
                    <a:pt x="303" y="536"/>
                  </a:cubicBezTo>
                  <a:cubicBezTo>
                    <a:pt x="304" y="537"/>
                    <a:pt x="304" y="537"/>
                    <a:pt x="304" y="537"/>
                  </a:cubicBezTo>
                  <a:cubicBezTo>
                    <a:pt x="303" y="535"/>
                    <a:pt x="305" y="538"/>
                    <a:pt x="305" y="535"/>
                  </a:cubicBezTo>
                  <a:cubicBezTo>
                    <a:pt x="305" y="536"/>
                    <a:pt x="305" y="536"/>
                    <a:pt x="305" y="536"/>
                  </a:cubicBezTo>
                  <a:cubicBezTo>
                    <a:pt x="306" y="536"/>
                    <a:pt x="305" y="532"/>
                    <a:pt x="306" y="534"/>
                  </a:cubicBezTo>
                  <a:cubicBezTo>
                    <a:pt x="307" y="533"/>
                    <a:pt x="307" y="532"/>
                    <a:pt x="306" y="530"/>
                  </a:cubicBezTo>
                  <a:cubicBezTo>
                    <a:pt x="308" y="533"/>
                    <a:pt x="308" y="533"/>
                    <a:pt x="308" y="533"/>
                  </a:cubicBezTo>
                  <a:cubicBezTo>
                    <a:pt x="310" y="530"/>
                    <a:pt x="313" y="528"/>
                    <a:pt x="314" y="524"/>
                  </a:cubicBezTo>
                  <a:cubicBezTo>
                    <a:pt x="314" y="525"/>
                    <a:pt x="314" y="525"/>
                    <a:pt x="314" y="525"/>
                  </a:cubicBezTo>
                  <a:cubicBezTo>
                    <a:pt x="314" y="522"/>
                    <a:pt x="319" y="525"/>
                    <a:pt x="317" y="521"/>
                  </a:cubicBezTo>
                  <a:cubicBezTo>
                    <a:pt x="316" y="519"/>
                    <a:pt x="316" y="519"/>
                    <a:pt x="316" y="519"/>
                  </a:cubicBezTo>
                  <a:cubicBezTo>
                    <a:pt x="318" y="520"/>
                    <a:pt x="318" y="520"/>
                    <a:pt x="318" y="520"/>
                  </a:cubicBezTo>
                  <a:cubicBezTo>
                    <a:pt x="317" y="519"/>
                    <a:pt x="319" y="519"/>
                    <a:pt x="318" y="518"/>
                  </a:cubicBezTo>
                  <a:cubicBezTo>
                    <a:pt x="318" y="518"/>
                    <a:pt x="318" y="519"/>
                    <a:pt x="319" y="519"/>
                  </a:cubicBezTo>
                  <a:cubicBezTo>
                    <a:pt x="320" y="519"/>
                    <a:pt x="318" y="516"/>
                    <a:pt x="319" y="516"/>
                  </a:cubicBezTo>
                  <a:cubicBezTo>
                    <a:pt x="320" y="517"/>
                    <a:pt x="320" y="517"/>
                    <a:pt x="320" y="517"/>
                  </a:cubicBezTo>
                  <a:cubicBezTo>
                    <a:pt x="324" y="517"/>
                    <a:pt x="329" y="511"/>
                    <a:pt x="325" y="508"/>
                  </a:cubicBezTo>
                  <a:cubicBezTo>
                    <a:pt x="324" y="507"/>
                    <a:pt x="327" y="507"/>
                    <a:pt x="327" y="507"/>
                  </a:cubicBezTo>
                  <a:cubicBezTo>
                    <a:pt x="323" y="505"/>
                    <a:pt x="324" y="499"/>
                    <a:pt x="317" y="501"/>
                  </a:cubicBezTo>
                  <a:cubicBezTo>
                    <a:pt x="315" y="501"/>
                    <a:pt x="312" y="506"/>
                    <a:pt x="312" y="506"/>
                  </a:cubicBezTo>
                  <a:cubicBezTo>
                    <a:pt x="318" y="506"/>
                    <a:pt x="315" y="512"/>
                    <a:pt x="315" y="509"/>
                  </a:cubicBezTo>
                  <a:cubicBezTo>
                    <a:pt x="313" y="508"/>
                    <a:pt x="315" y="509"/>
                    <a:pt x="313" y="509"/>
                  </a:cubicBezTo>
                  <a:cubicBezTo>
                    <a:pt x="312" y="512"/>
                    <a:pt x="303" y="513"/>
                    <a:pt x="299" y="519"/>
                  </a:cubicBezTo>
                  <a:cubicBezTo>
                    <a:pt x="300" y="519"/>
                    <a:pt x="300" y="520"/>
                    <a:pt x="300" y="521"/>
                  </a:cubicBezTo>
                  <a:cubicBezTo>
                    <a:pt x="299" y="520"/>
                    <a:pt x="299" y="520"/>
                    <a:pt x="299" y="520"/>
                  </a:cubicBezTo>
                  <a:cubicBezTo>
                    <a:pt x="300" y="522"/>
                    <a:pt x="300" y="522"/>
                    <a:pt x="300" y="522"/>
                  </a:cubicBezTo>
                  <a:cubicBezTo>
                    <a:pt x="299" y="522"/>
                    <a:pt x="298" y="521"/>
                    <a:pt x="299" y="520"/>
                  </a:cubicBezTo>
                  <a:cubicBezTo>
                    <a:pt x="296" y="522"/>
                    <a:pt x="294" y="524"/>
                    <a:pt x="292" y="525"/>
                  </a:cubicBezTo>
                  <a:cubicBezTo>
                    <a:pt x="293" y="527"/>
                    <a:pt x="291" y="526"/>
                    <a:pt x="292" y="528"/>
                  </a:cubicBezTo>
                  <a:cubicBezTo>
                    <a:pt x="291" y="527"/>
                    <a:pt x="291" y="527"/>
                    <a:pt x="291" y="527"/>
                  </a:cubicBezTo>
                  <a:cubicBezTo>
                    <a:pt x="290" y="529"/>
                    <a:pt x="290" y="529"/>
                    <a:pt x="287" y="527"/>
                  </a:cubicBezTo>
                  <a:cubicBezTo>
                    <a:pt x="280" y="529"/>
                    <a:pt x="275" y="533"/>
                    <a:pt x="268" y="535"/>
                  </a:cubicBezTo>
                  <a:cubicBezTo>
                    <a:pt x="263" y="536"/>
                    <a:pt x="259" y="538"/>
                    <a:pt x="255" y="540"/>
                  </a:cubicBezTo>
                  <a:cubicBezTo>
                    <a:pt x="255" y="537"/>
                    <a:pt x="256" y="534"/>
                    <a:pt x="257" y="531"/>
                  </a:cubicBezTo>
                  <a:cubicBezTo>
                    <a:pt x="257" y="529"/>
                    <a:pt x="255" y="527"/>
                    <a:pt x="256" y="525"/>
                  </a:cubicBezTo>
                  <a:cubicBezTo>
                    <a:pt x="255" y="519"/>
                    <a:pt x="260" y="512"/>
                    <a:pt x="257" y="505"/>
                  </a:cubicBezTo>
                  <a:cubicBezTo>
                    <a:pt x="257" y="505"/>
                    <a:pt x="256" y="505"/>
                    <a:pt x="255" y="504"/>
                  </a:cubicBezTo>
                  <a:cubicBezTo>
                    <a:pt x="256" y="504"/>
                    <a:pt x="256" y="504"/>
                    <a:pt x="256" y="504"/>
                  </a:cubicBezTo>
                  <a:cubicBezTo>
                    <a:pt x="254" y="504"/>
                    <a:pt x="254" y="504"/>
                    <a:pt x="254" y="504"/>
                  </a:cubicBezTo>
                  <a:cubicBezTo>
                    <a:pt x="254" y="503"/>
                    <a:pt x="256" y="504"/>
                    <a:pt x="256" y="504"/>
                  </a:cubicBezTo>
                  <a:cubicBezTo>
                    <a:pt x="256" y="501"/>
                    <a:pt x="256" y="499"/>
                    <a:pt x="256" y="496"/>
                  </a:cubicBezTo>
                  <a:cubicBezTo>
                    <a:pt x="254" y="496"/>
                    <a:pt x="256" y="494"/>
                    <a:pt x="254" y="494"/>
                  </a:cubicBezTo>
                  <a:cubicBezTo>
                    <a:pt x="255" y="494"/>
                    <a:pt x="255" y="494"/>
                    <a:pt x="255" y="494"/>
                  </a:cubicBezTo>
                  <a:cubicBezTo>
                    <a:pt x="254" y="492"/>
                    <a:pt x="254" y="492"/>
                    <a:pt x="257" y="491"/>
                  </a:cubicBezTo>
                  <a:cubicBezTo>
                    <a:pt x="259" y="481"/>
                    <a:pt x="257" y="475"/>
                    <a:pt x="256" y="465"/>
                  </a:cubicBezTo>
                  <a:cubicBezTo>
                    <a:pt x="254" y="457"/>
                    <a:pt x="250" y="447"/>
                    <a:pt x="242" y="440"/>
                  </a:cubicBezTo>
                  <a:cubicBezTo>
                    <a:pt x="242" y="440"/>
                    <a:pt x="242" y="440"/>
                    <a:pt x="242" y="440"/>
                  </a:cubicBezTo>
                  <a:cubicBezTo>
                    <a:pt x="242" y="440"/>
                    <a:pt x="242" y="440"/>
                    <a:pt x="242" y="440"/>
                  </a:cubicBezTo>
                  <a:cubicBezTo>
                    <a:pt x="241" y="439"/>
                    <a:pt x="241" y="439"/>
                    <a:pt x="240" y="438"/>
                  </a:cubicBezTo>
                  <a:cubicBezTo>
                    <a:pt x="237" y="440"/>
                    <a:pt x="236" y="437"/>
                    <a:pt x="233" y="438"/>
                  </a:cubicBezTo>
                  <a:cubicBezTo>
                    <a:pt x="234" y="437"/>
                    <a:pt x="234" y="437"/>
                    <a:pt x="234" y="437"/>
                  </a:cubicBezTo>
                  <a:cubicBezTo>
                    <a:pt x="232" y="438"/>
                    <a:pt x="232" y="436"/>
                    <a:pt x="232" y="434"/>
                  </a:cubicBezTo>
                  <a:cubicBezTo>
                    <a:pt x="231" y="435"/>
                    <a:pt x="231" y="434"/>
                    <a:pt x="230" y="436"/>
                  </a:cubicBezTo>
                  <a:cubicBezTo>
                    <a:pt x="228" y="437"/>
                    <a:pt x="230" y="433"/>
                    <a:pt x="229" y="433"/>
                  </a:cubicBezTo>
                  <a:cubicBezTo>
                    <a:pt x="229" y="432"/>
                    <a:pt x="228" y="434"/>
                    <a:pt x="228" y="433"/>
                  </a:cubicBezTo>
                  <a:cubicBezTo>
                    <a:pt x="225" y="435"/>
                    <a:pt x="229" y="433"/>
                    <a:pt x="227" y="429"/>
                  </a:cubicBezTo>
                  <a:cubicBezTo>
                    <a:pt x="223" y="428"/>
                    <a:pt x="219" y="429"/>
                    <a:pt x="215" y="428"/>
                  </a:cubicBezTo>
                  <a:cubicBezTo>
                    <a:pt x="214" y="427"/>
                    <a:pt x="214" y="425"/>
                    <a:pt x="214" y="424"/>
                  </a:cubicBezTo>
                  <a:cubicBezTo>
                    <a:pt x="212" y="424"/>
                    <a:pt x="214" y="423"/>
                    <a:pt x="212" y="424"/>
                  </a:cubicBezTo>
                  <a:cubicBezTo>
                    <a:pt x="213" y="424"/>
                    <a:pt x="213" y="424"/>
                    <a:pt x="213" y="424"/>
                  </a:cubicBezTo>
                  <a:cubicBezTo>
                    <a:pt x="212" y="423"/>
                    <a:pt x="211" y="423"/>
                    <a:pt x="214" y="421"/>
                  </a:cubicBezTo>
                  <a:cubicBezTo>
                    <a:pt x="216" y="417"/>
                    <a:pt x="214" y="413"/>
                    <a:pt x="214" y="409"/>
                  </a:cubicBezTo>
                  <a:cubicBezTo>
                    <a:pt x="213" y="405"/>
                    <a:pt x="211" y="401"/>
                    <a:pt x="210" y="397"/>
                  </a:cubicBezTo>
                  <a:cubicBezTo>
                    <a:pt x="206" y="397"/>
                    <a:pt x="207" y="396"/>
                    <a:pt x="204" y="395"/>
                  </a:cubicBezTo>
                  <a:cubicBezTo>
                    <a:pt x="206" y="395"/>
                    <a:pt x="206" y="395"/>
                    <a:pt x="206" y="395"/>
                  </a:cubicBezTo>
                  <a:cubicBezTo>
                    <a:pt x="204" y="395"/>
                    <a:pt x="206" y="394"/>
                    <a:pt x="207" y="394"/>
                  </a:cubicBezTo>
                  <a:cubicBezTo>
                    <a:pt x="206" y="394"/>
                    <a:pt x="207" y="393"/>
                    <a:pt x="205" y="394"/>
                  </a:cubicBezTo>
                  <a:cubicBezTo>
                    <a:pt x="203" y="393"/>
                    <a:pt x="207" y="393"/>
                    <a:pt x="206" y="393"/>
                  </a:cubicBezTo>
                  <a:cubicBezTo>
                    <a:pt x="207" y="392"/>
                    <a:pt x="205" y="393"/>
                    <a:pt x="206" y="393"/>
                  </a:cubicBezTo>
                  <a:cubicBezTo>
                    <a:pt x="203" y="392"/>
                    <a:pt x="207" y="393"/>
                    <a:pt x="209" y="391"/>
                  </a:cubicBezTo>
                  <a:cubicBezTo>
                    <a:pt x="208" y="390"/>
                    <a:pt x="206" y="388"/>
                    <a:pt x="207" y="387"/>
                  </a:cubicBezTo>
                  <a:cubicBezTo>
                    <a:pt x="207" y="387"/>
                    <a:pt x="206" y="387"/>
                    <a:pt x="206" y="387"/>
                  </a:cubicBezTo>
                  <a:cubicBezTo>
                    <a:pt x="209" y="386"/>
                    <a:pt x="205" y="386"/>
                    <a:pt x="206" y="386"/>
                  </a:cubicBezTo>
                  <a:cubicBezTo>
                    <a:pt x="207" y="386"/>
                    <a:pt x="207" y="386"/>
                    <a:pt x="207" y="386"/>
                  </a:cubicBezTo>
                  <a:cubicBezTo>
                    <a:pt x="209" y="385"/>
                    <a:pt x="207" y="385"/>
                    <a:pt x="208" y="384"/>
                  </a:cubicBezTo>
                  <a:cubicBezTo>
                    <a:pt x="207" y="383"/>
                    <a:pt x="210" y="382"/>
                    <a:pt x="208" y="382"/>
                  </a:cubicBezTo>
                  <a:cubicBezTo>
                    <a:pt x="209" y="382"/>
                    <a:pt x="209" y="382"/>
                    <a:pt x="210" y="382"/>
                  </a:cubicBezTo>
                  <a:cubicBezTo>
                    <a:pt x="206" y="381"/>
                    <a:pt x="211" y="380"/>
                    <a:pt x="209" y="379"/>
                  </a:cubicBezTo>
                  <a:cubicBezTo>
                    <a:pt x="209" y="380"/>
                    <a:pt x="209" y="380"/>
                    <a:pt x="209" y="380"/>
                  </a:cubicBezTo>
                  <a:cubicBezTo>
                    <a:pt x="209" y="378"/>
                    <a:pt x="210" y="376"/>
                    <a:pt x="208" y="374"/>
                  </a:cubicBezTo>
                  <a:cubicBezTo>
                    <a:pt x="208" y="372"/>
                    <a:pt x="212" y="371"/>
                    <a:pt x="210" y="370"/>
                  </a:cubicBezTo>
                  <a:cubicBezTo>
                    <a:pt x="208" y="370"/>
                    <a:pt x="208" y="370"/>
                    <a:pt x="208" y="370"/>
                  </a:cubicBezTo>
                  <a:cubicBezTo>
                    <a:pt x="209" y="369"/>
                    <a:pt x="210" y="370"/>
                    <a:pt x="210" y="370"/>
                  </a:cubicBezTo>
                  <a:cubicBezTo>
                    <a:pt x="209" y="369"/>
                    <a:pt x="211" y="368"/>
                    <a:pt x="211" y="367"/>
                  </a:cubicBezTo>
                  <a:cubicBezTo>
                    <a:pt x="210" y="367"/>
                    <a:pt x="210" y="367"/>
                    <a:pt x="209" y="367"/>
                  </a:cubicBezTo>
                  <a:cubicBezTo>
                    <a:pt x="212" y="366"/>
                    <a:pt x="208" y="365"/>
                    <a:pt x="210" y="364"/>
                  </a:cubicBezTo>
                  <a:cubicBezTo>
                    <a:pt x="207" y="364"/>
                    <a:pt x="209" y="363"/>
                    <a:pt x="208" y="363"/>
                  </a:cubicBezTo>
                  <a:cubicBezTo>
                    <a:pt x="208" y="363"/>
                    <a:pt x="209" y="363"/>
                    <a:pt x="209" y="363"/>
                  </a:cubicBezTo>
                  <a:cubicBezTo>
                    <a:pt x="209" y="362"/>
                    <a:pt x="209" y="362"/>
                    <a:pt x="210" y="361"/>
                  </a:cubicBezTo>
                  <a:cubicBezTo>
                    <a:pt x="210" y="361"/>
                    <a:pt x="208" y="360"/>
                    <a:pt x="209" y="360"/>
                  </a:cubicBezTo>
                  <a:cubicBezTo>
                    <a:pt x="211" y="360"/>
                    <a:pt x="209" y="359"/>
                    <a:pt x="210" y="359"/>
                  </a:cubicBezTo>
                  <a:cubicBezTo>
                    <a:pt x="208" y="359"/>
                    <a:pt x="206" y="358"/>
                    <a:pt x="207" y="358"/>
                  </a:cubicBezTo>
                  <a:cubicBezTo>
                    <a:pt x="210" y="358"/>
                    <a:pt x="210" y="358"/>
                    <a:pt x="210" y="358"/>
                  </a:cubicBezTo>
                  <a:cubicBezTo>
                    <a:pt x="208" y="357"/>
                    <a:pt x="212" y="355"/>
                    <a:pt x="208" y="353"/>
                  </a:cubicBezTo>
                  <a:cubicBezTo>
                    <a:pt x="210" y="353"/>
                    <a:pt x="210" y="353"/>
                    <a:pt x="210" y="353"/>
                  </a:cubicBezTo>
                  <a:cubicBezTo>
                    <a:pt x="208" y="351"/>
                    <a:pt x="210" y="349"/>
                    <a:pt x="207" y="347"/>
                  </a:cubicBezTo>
                  <a:cubicBezTo>
                    <a:pt x="208" y="347"/>
                    <a:pt x="209" y="346"/>
                    <a:pt x="209" y="346"/>
                  </a:cubicBezTo>
                  <a:cubicBezTo>
                    <a:pt x="207" y="345"/>
                    <a:pt x="207" y="345"/>
                    <a:pt x="205" y="344"/>
                  </a:cubicBezTo>
                  <a:cubicBezTo>
                    <a:pt x="205" y="344"/>
                    <a:pt x="206" y="344"/>
                    <a:pt x="207" y="344"/>
                  </a:cubicBezTo>
                  <a:cubicBezTo>
                    <a:pt x="207" y="343"/>
                    <a:pt x="210" y="342"/>
                    <a:pt x="207" y="342"/>
                  </a:cubicBezTo>
                  <a:cubicBezTo>
                    <a:pt x="209" y="342"/>
                    <a:pt x="209" y="342"/>
                    <a:pt x="209" y="342"/>
                  </a:cubicBezTo>
                  <a:cubicBezTo>
                    <a:pt x="207" y="341"/>
                    <a:pt x="205" y="340"/>
                    <a:pt x="207" y="339"/>
                  </a:cubicBezTo>
                  <a:cubicBezTo>
                    <a:pt x="206" y="339"/>
                    <a:pt x="205" y="339"/>
                    <a:pt x="204" y="339"/>
                  </a:cubicBezTo>
                  <a:cubicBezTo>
                    <a:pt x="203" y="339"/>
                    <a:pt x="206" y="339"/>
                    <a:pt x="205" y="338"/>
                  </a:cubicBezTo>
                  <a:cubicBezTo>
                    <a:pt x="207" y="339"/>
                    <a:pt x="207" y="339"/>
                    <a:pt x="207" y="339"/>
                  </a:cubicBezTo>
                  <a:cubicBezTo>
                    <a:pt x="207" y="337"/>
                    <a:pt x="206" y="336"/>
                    <a:pt x="205" y="334"/>
                  </a:cubicBezTo>
                  <a:cubicBezTo>
                    <a:pt x="207" y="334"/>
                    <a:pt x="204" y="333"/>
                    <a:pt x="206" y="332"/>
                  </a:cubicBezTo>
                  <a:cubicBezTo>
                    <a:pt x="204" y="331"/>
                    <a:pt x="206" y="330"/>
                    <a:pt x="203" y="330"/>
                  </a:cubicBezTo>
                  <a:cubicBezTo>
                    <a:pt x="204" y="330"/>
                    <a:pt x="204" y="330"/>
                    <a:pt x="204" y="330"/>
                  </a:cubicBezTo>
                  <a:cubicBezTo>
                    <a:pt x="205" y="329"/>
                    <a:pt x="205" y="329"/>
                    <a:pt x="205" y="328"/>
                  </a:cubicBezTo>
                  <a:cubicBezTo>
                    <a:pt x="205" y="327"/>
                    <a:pt x="203" y="327"/>
                    <a:pt x="203" y="327"/>
                  </a:cubicBezTo>
                  <a:cubicBezTo>
                    <a:pt x="204" y="327"/>
                    <a:pt x="204" y="327"/>
                    <a:pt x="204" y="327"/>
                  </a:cubicBezTo>
                  <a:cubicBezTo>
                    <a:pt x="203" y="326"/>
                    <a:pt x="201" y="327"/>
                    <a:pt x="200" y="327"/>
                  </a:cubicBezTo>
                  <a:cubicBezTo>
                    <a:pt x="200" y="326"/>
                    <a:pt x="199" y="326"/>
                    <a:pt x="200" y="326"/>
                  </a:cubicBezTo>
                  <a:cubicBezTo>
                    <a:pt x="201" y="326"/>
                    <a:pt x="203" y="326"/>
                    <a:pt x="205" y="326"/>
                  </a:cubicBezTo>
                  <a:cubicBezTo>
                    <a:pt x="205" y="325"/>
                    <a:pt x="202" y="325"/>
                    <a:pt x="203" y="325"/>
                  </a:cubicBezTo>
                  <a:cubicBezTo>
                    <a:pt x="206" y="325"/>
                    <a:pt x="208" y="326"/>
                    <a:pt x="209" y="326"/>
                  </a:cubicBezTo>
                  <a:cubicBezTo>
                    <a:pt x="214" y="327"/>
                    <a:pt x="220" y="328"/>
                    <a:pt x="231" y="322"/>
                  </a:cubicBezTo>
                  <a:cubicBezTo>
                    <a:pt x="231" y="319"/>
                    <a:pt x="234" y="318"/>
                    <a:pt x="233" y="315"/>
                  </a:cubicBezTo>
                  <a:cubicBezTo>
                    <a:pt x="233" y="316"/>
                    <a:pt x="233" y="316"/>
                    <a:pt x="233" y="316"/>
                  </a:cubicBezTo>
                  <a:cubicBezTo>
                    <a:pt x="233" y="314"/>
                    <a:pt x="234" y="314"/>
                    <a:pt x="236" y="313"/>
                  </a:cubicBezTo>
                  <a:cubicBezTo>
                    <a:pt x="235" y="313"/>
                    <a:pt x="236" y="312"/>
                    <a:pt x="234" y="312"/>
                  </a:cubicBezTo>
                  <a:cubicBezTo>
                    <a:pt x="233" y="311"/>
                    <a:pt x="238" y="312"/>
                    <a:pt x="237" y="310"/>
                  </a:cubicBezTo>
                  <a:cubicBezTo>
                    <a:pt x="238" y="311"/>
                    <a:pt x="236" y="310"/>
                    <a:pt x="236" y="310"/>
                  </a:cubicBezTo>
                  <a:cubicBezTo>
                    <a:pt x="235" y="308"/>
                    <a:pt x="238" y="311"/>
                    <a:pt x="240" y="308"/>
                  </a:cubicBezTo>
                  <a:cubicBezTo>
                    <a:pt x="239" y="305"/>
                    <a:pt x="237" y="302"/>
                    <a:pt x="238" y="299"/>
                  </a:cubicBezTo>
                  <a:cubicBezTo>
                    <a:pt x="238" y="299"/>
                    <a:pt x="236" y="300"/>
                    <a:pt x="236" y="299"/>
                  </a:cubicBezTo>
                  <a:cubicBezTo>
                    <a:pt x="239" y="298"/>
                    <a:pt x="235" y="299"/>
                    <a:pt x="236" y="298"/>
                  </a:cubicBezTo>
                  <a:cubicBezTo>
                    <a:pt x="237" y="298"/>
                    <a:pt x="237" y="298"/>
                    <a:pt x="237" y="298"/>
                  </a:cubicBezTo>
                  <a:cubicBezTo>
                    <a:pt x="238" y="296"/>
                    <a:pt x="236" y="296"/>
                    <a:pt x="236" y="294"/>
                  </a:cubicBezTo>
                  <a:cubicBezTo>
                    <a:pt x="235" y="293"/>
                    <a:pt x="236" y="291"/>
                    <a:pt x="234" y="291"/>
                  </a:cubicBezTo>
                  <a:cubicBezTo>
                    <a:pt x="236" y="290"/>
                    <a:pt x="235" y="290"/>
                    <a:pt x="235" y="289"/>
                  </a:cubicBezTo>
                  <a:cubicBezTo>
                    <a:pt x="232" y="291"/>
                    <a:pt x="235" y="286"/>
                    <a:pt x="232" y="287"/>
                  </a:cubicBezTo>
                  <a:cubicBezTo>
                    <a:pt x="233" y="286"/>
                    <a:pt x="233" y="286"/>
                    <a:pt x="233" y="286"/>
                  </a:cubicBezTo>
                  <a:cubicBezTo>
                    <a:pt x="230" y="284"/>
                    <a:pt x="227" y="281"/>
                    <a:pt x="223" y="281"/>
                  </a:cubicBezTo>
                  <a:cubicBezTo>
                    <a:pt x="221" y="281"/>
                    <a:pt x="220" y="277"/>
                    <a:pt x="218" y="278"/>
                  </a:cubicBezTo>
                  <a:cubicBezTo>
                    <a:pt x="217" y="280"/>
                    <a:pt x="217" y="280"/>
                    <a:pt x="217" y="280"/>
                  </a:cubicBezTo>
                  <a:cubicBezTo>
                    <a:pt x="217" y="280"/>
                    <a:pt x="218" y="279"/>
                    <a:pt x="218" y="278"/>
                  </a:cubicBezTo>
                  <a:cubicBezTo>
                    <a:pt x="216" y="280"/>
                    <a:pt x="216" y="277"/>
                    <a:pt x="214" y="277"/>
                  </a:cubicBezTo>
                  <a:cubicBezTo>
                    <a:pt x="214" y="278"/>
                    <a:pt x="214" y="278"/>
                    <a:pt x="214" y="279"/>
                  </a:cubicBezTo>
                  <a:cubicBezTo>
                    <a:pt x="213" y="276"/>
                    <a:pt x="211" y="280"/>
                    <a:pt x="210" y="277"/>
                  </a:cubicBezTo>
                  <a:cubicBezTo>
                    <a:pt x="210" y="281"/>
                    <a:pt x="209" y="279"/>
                    <a:pt x="209" y="280"/>
                  </a:cubicBezTo>
                  <a:cubicBezTo>
                    <a:pt x="208" y="280"/>
                    <a:pt x="208" y="279"/>
                    <a:pt x="208" y="278"/>
                  </a:cubicBezTo>
                  <a:cubicBezTo>
                    <a:pt x="208" y="279"/>
                    <a:pt x="207" y="279"/>
                    <a:pt x="206" y="278"/>
                  </a:cubicBezTo>
                  <a:cubicBezTo>
                    <a:pt x="206" y="278"/>
                    <a:pt x="206" y="280"/>
                    <a:pt x="205" y="280"/>
                  </a:cubicBezTo>
                  <a:cubicBezTo>
                    <a:pt x="205" y="277"/>
                    <a:pt x="204" y="280"/>
                    <a:pt x="203" y="279"/>
                  </a:cubicBezTo>
                  <a:cubicBezTo>
                    <a:pt x="204" y="281"/>
                    <a:pt x="203" y="283"/>
                    <a:pt x="202" y="282"/>
                  </a:cubicBezTo>
                  <a:cubicBezTo>
                    <a:pt x="202" y="279"/>
                    <a:pt x="202" y="279"/>
                    <a:pt x="202" y="279"/>
                  </a:cubicBezTo>
                  <a:cubicBezTo>
                    <a:pt x="201" y="281"/>
                    <a:pt x="198" y="278"/>
                    <a:pt x="197" y="282"/>
                  </a:cubicBezTo>
                  <a:cubicBezTo>
                    <a:pt x="196" y="280"/>
                    <a:pt x="196" y="280"/>
                    <a:pt x="196" y="280"/>
                  </a:cubicBezTo>
                  <a:cubicBezTo>
                    <a:pt x="195" y="283"/>
                    <a:pt x="192" y="281"/>
                    <a:pt x="191" y="285"/>
                  </a:cubicBezTo>
                  <a:cubicBezTo>
                    <a:pt x="191" y="284"/>
                    <a:pt x="190" y="284"/>
                    <a:pt x="189" y="284"/>
                  </a:cubicBezTo>
                  <a:cubicBezTo>
                    <a:pt x="189" y="286"/>
                    <a:pt x="189" y="285"/>
                    <a:pt x="189" y="288"/>
                  </a:cubicBezTo>
                  <a:cubicBezTo>
                    <a:pt x="189" y="288"/>
                    <a:pt x="188" y="287"/>
                    <a:pt x="188" y="286"/>
                  </a:cubicBezTo>
                  <a:cubicBezTo>
                    <a:pt x="187" y="286"/>
                    <a:pt x="185" y="284"/>
                    <a:pt x="186" y="287"/>
                  </a:cubicBezTo>
                  <a:cubicBezTo>
                    <a:pt x="185" y="286"/>
                    <a:pt x="185" y="286"/>
                    <a:pt x="185" y="286"/>
                  </a:cubicBezTo>
                  <a:cubicBezTo>
                    <a:pt x="185" y="287"/>
                    <a:pt x="185" y="289"/>
                    <a:pt x="183" y="288"/>
                  </a:cubicBezTo>
                  <a:cubicBezTo>
                    <a:pt x="184" y="289"/>
                    <a:pt x="183" y="290"/>
                    <a:pt x="184" y="291"/>
                  </a:cubicBezTo>
                  <a:cubicBezTo>
                    <a:pt x="184" y="292"/>
                    <a:pt x="183" y="289"/>
                    <a:pt x="183" y="291"/>
                  </a:cubicBezTo>
                  <a:cubicBezTo>
                    <a:pt x="183" y="289"/>
                    <a:pt x="183" y="289"/>
                    <a:pt x="183" y="289"/>
                  </a:cubicBezTo>
                  <a:cubicBezTo>
                    <a:pt x="181" y="289"/>
                    <a:pt x="180" y="291"/>
                    <a:pt x="179" y="293"/>
                  </a:cubicBezTo>
                  <a:cubicBezTo>
                    <a:pt x="178" y="291"/>
                    <a:pt x="178" y="294"/>
                    <a:pt x="176" y="293"/>
                  </a:cubicBezTo>
                  <a:cubicBezTo>
                    <a:pt x="177" y="295"/>
                    <a:pt x="175" y="294"/>
                    <a:pt x="176" y="297"/>
                  </a:cubicBezTo>
                  <a:cubicBezTo>
                    <a:pt x="175" y="296"/>
                    <a:pt x="175" y="296"/>
                    <a:pt x="175" y="296"/>
                  </a:cubicBezTo>
                  <a:cubicBezTo>
                    <a:pt x="175" y="296"/>
                    <a:pt x="174" y="297"/>
                    <a:pt x="172" y="297"/>
                  </a:cubicBezTo>
                  <a:cubicBezTo>
                    <a:pt x="172" y="298"/>
                    <a:pt x="173" y="299"/>
                    <a:pt x="174" y="300"/>
                  </a:cubicBezTo>
                  <a:cubicBezTo>
                    <a:pt x="172" y="299"/>
                    <a:pt x="172" y="299"/>
                    <a:pt x="172" y="299"/>
                  </a:cubicBezTo>
                  <a:cubicBezTo>
                    <a:pt x="173" y="300"/>
                    <a:pt x="175" y="301"/>
                    <a:pt x="176" y="302"/>
                  </a:cubicBezTo>
                  <a:cubicBezTo>
                    <a:pt x="175" y="302"/>
                    <a:pt x="176" y="302"/>
                    <a:pt x="175" y="302"/>
                  </a:cubicBezTo>
                  <a:cubicBezTo>
                    <a:pt x="175" y="302"/>
                    <a:pt x="173" y="301"/>
                    <a:pt x="172" y="300"/>
                  </a:cubicBezTo>
                  <a:cubicBezTo>
                    <a:pt x="171" y="301"/>
                    <a:pt x="174" y="303"/>
                    <a:pt x="172" y="303"/>
                  </a:cubicBezTo>
                  <a:cubicBezTo>
                    <a:pt x="172" y="304"/>
                    <a:pt x="172" y="305"/>
                    <a:pt x="174" y="305"/>
                  </a:cubicBezTo>
                  <a:cubicBezTo>
                    <a:pt x="173" y="305"/>
                    <a:pt x="173" y="305"/>
                    <a:pt x="172" y="305"/>
                  </a:cubicBezTo>
                  <a:cubicBezTo>
                    <a:pt x="172" y="306"/>
                    <a:pt x="173" y="306"/>
                    <a:pt x="173" y="306"/>
                  </a:cubicBezTo>
                  <a:cubicBezTo>
                    <a:pt x="173" y="306"/>
                    <a:pt x="174" y="306"/>
                    <a:pt x="174" y="306"/>
                  </a:cubicBezTo>
                  <a:cubicBezTo>
                    <a:pt x="175" y="305"/>
                    <a:pt x="175" y="306"/>
                    <a:pt x="176" y="305"/>
                  </a:cubicBezTo>
                  <a:cubicBezTo>
                    <a:pt x="177" y="305"/>
                    <a:pt x="178" y="306"/>
                    <a:pt x="179" y="306"/>
                  </a:cubicBezTo>
                  <a:cubicBezTo>
                    <a:pt x="178" y="306"/>
                    <a:pt x="177" y="305"/>
                    <a:pt x="177" y="304"/>
                  </a:cubicBezTo>
                  <a:cubicBezTo>
                    <a:pt x="178" y="304"/>
                    <a:pt x="177" y="304"/>
                    <a:pt x="176" y="304"/>
                  </a:cubicBezTo>
                  <a:cubicBezTo>
                    <a:pt x="176" y="304"/>
                    <a:pt x="176" y="304"/>
                    <a:pt x="176" y="304"/>
                  </a:cubicBezTo>
                  <a:cubicBezTo>
                    <a:pt x="176" y="304"/>
                    <a:pt x="175" y="304"/>
                    <a:pt x="174" y="303"/>
                  </a:cubicBezTo>
                  <a:cubicBezTo>
                    <a:pt x="175" y="304"/>
                    <a:pt x="175" y="304"/>
                    <a:pt x="175" y="304"/>
                  </a:cubicBezTo>
                  <a:cubicBezTo>
                    <a:pt x="174" y="303"/>
                    <a:pt x="174" y="303"/>
                    <a:pt x="174" y="303"/>
                  </a:cubicBezTo>
                  <a:cubicBezTo>
                    <a:pt x="175" y="303"/>
                    <a:pt x="176" y="303"/>
                    <a:pt x="176" y="303"/>
                  </a:cubicBezTo>
                  <a:cubicBezTo>
                    <a:pt x="176" y="303"/>
                    <a:pt x="175" y="303"/>
                    <a:pt x="177" y="303"/>
                  </a:cubicBezTo>
                  <a:cubicBezTo>
                    <a:pt x="179" y="303"/>
                    <a:pt x="179" y="303"/>
                    <a:pt x="179" y="303"/>
                  </a:cubicBezTo>
                  <a:cubicBezTo>
                    <a:pt x="179" y="303"/>
                    <a:pt x="178" y="303"/>
                    <a:pt x="178"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8" y="302"/>
                    <a:pt x="178" y="302"/>
                    <a:pt x="178" y="302"/>
                  </a:cubicBezTo>
                  <a:cubicBezTo>
                    <a:pt x="178" y="302"/>
                    <a:pt x="179" y="302"/>
                    <a:pt x="179" y="303"/>
                  </a:cubicBezTo>
                  <a:cubicBezTo>
                    <a:pt x="180" y="303"/>
                    <a:pt x="180" y="303"/>
                    <a:pt x="180" y="303"/>
                  </a:cubicBezTo>
                  <a:cubicBezTo>
                    <a:pt x="180" y="303"/>
                    <a:pt x="180" y="303"/>
                    <a:pt x="180" y="303"/>
                  </a:cubicBezTo>
                  <a:cubicBezTo>
                    <a:pt x="180" y="303"/>
                    <a:pt x="180"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80" y="303"/>
                    <a:pt x="181" y="304"/>
                    <a:pt x="181" y="304"/>
                  </a:cubicBezTo>
                  <a:cubicBezTo>
                    <a:pt x="181" y="304"/>
                    <a:pt x="180" y="302"/>
                    <a:pt x="182" y="303"/>
                  </a:cubicBezTo>
                  <a:cubicBezTo>
                    <a:pt x="182" y="303"/>
                    <a:pt x="182" y="302"/>
                    <a:pt x="181" y="301"/>
                  </a:cubicBezTo>
                  <a:cubicBezTo>
                    <a:pt x="181" y="300"/>
                    <a:pt x="183" y="303"/>
                    <a:pt x="182" y="302"/>
                  </a:cubicBezTo>
                  <a:cubicBezTo>
                    <a:pt x="183" y="303"/>
                    <a:pt x="185" y="304"/>
                    <a:pt x="186" y="305"/>
                  </a:cubicBezTo>
                  <a:cubicBezTo>
                    <a:pt x="186" y="305"/>
                    <a:pt x="187" y="306"/>
                    <a:pt x="186" y="306"/>
                  </a:cubicBezTo>
                  <a:cubicBezTo>
                    <a:pt x="187" y="306"/>
                    <a:pt x="187" y="307"/>
                    <a:pt x="187" y="307"/>
                  </a:cubicBezTo>
                  <a:cubicBezTo>
                    <a:pt x="187" y="306"/>
                    <a:pt x="185" y="305"/>
                    <a:pt x="185" y="304"/>
                  </a:cubicBezTo>
                  <a:cubicBezTo>
                    <a:pt x="183" y="303"/>
                    <a:pt x="185" y="304"/>
                    <a:pt x="183" y="302"/>
                  </a:cubicBezTo>
                  <a:cubicBezTo>
                    <a:pt x="184" y="302"/>
                    <a:pt x="184" y="302"/>
                    <a:pt x="184" y="301"/>
                  </a:cubicBezTo>
                  <a:cubicBezTo>
                    <a:pt x="184" y="301"/>
                    <a:pt x="185" y="303"/>
                    <a:pt x="186" y="303"/>
                  </a:cubicBezTo>
                  <a:cubicBezTo>
                    <a:pt x="185" y="302"/>
                    <a:pt x="185" y="301"/>
                    <a:pt x="185" y="301"/>
                  </a:cubicBezTo>
                  <a:cubicBezTo>
                    <a:pt x="185" y="300"/>
                    <a:pt x="184" y="300"/>
                    <a:pt x="184" y="298"/>
                  </a:cubicBezTo>
                  <a:cubicBezTo>
                    <a:pt x="183" y="298"/>
                    <a:pt x="183" y="297"/>
                    <a:pt x="183" y="297"/>
                  </a:cubicBezTo>
                  <a:cubicBezTo>
                    <a:pt x="184" y="299"/>
                    <a:pt x="186" y="301"/>
                    <a:pt x="186" y="301"/>
                  </a:cubicBezTo>
                  <a:cubicBezTo>
                    <a:pt x="188" y="304"/>
                    <a:pt x="185" y="301"/>
                    <a:pt x="187" y="303"/>
                  </a:cubicBezTo>
                  <a:cubicBezTo>
                    <a:pt x="188" y="305"/>
                    <a:pt x="187" y="306"/>
                    <a:pt x="187" y="305"/>
                  </a:cubicBezTo>
                  <a:cubicBezTo>
                    <a:pt x="188" y="307"/>
                    <a:pt x="187" y="305"/>
                    <a:pt x="188" y="307"/>
                  </a:cubicBezTo>
                  <a:cubicBezTo>
                    <a:pt x="188" y="307"/>
                    <a:pt x="188" y="305"/>
                    <a:pt x="188" y="305"/>
                  </a:cubicBezTo>
                  <a:cubicBezTo>
                    <a:pt x="187" y="304"/>
                    <a:pt x="187" y="304"/>
                    <a:pt x="187" y="303"/>
                  </a:cubicBezTo>
                  <a:cubicBezTo>
                    <a:pt x="186" y="300"/>
                    <a:pt x="188" y="304"/>
                    <a:pt x="188" y="304"/>
                  </a:cubicBezTo>
                  <a:cubicBezTo>
                    <a:pt x="189" y="305"/>
                    <a:pt x="189" y="305"/>
                    <a:pt x="189" y="305"/>
                  </a:cubicBezTo>
                  <a:cubicBezTo>
                    <a:pt x="189" y="306"/>
                    <a:pt x="188" y="304"/>
                    <a:pt x="189" y="304"/>
                  </a:cubicBezTo>
                  <a:cubicBezTo>
                    <a:pt x="190" y="307"/>
                    <a:pt x="189" y="305"/>
                    <a:pt x="189" y="306"/>
                  </a:cubicBezTo>
                  <a:cubicBezTo>
                    <a:pt x="190" y="308"/>
                    <a:pt x="190" y="308"/>
                    <a:pt x="190" y="308"/>
                  </a:cubicBezTo>
                  <a:cubicBezTo>
                    <a:pt x="190" y="308"/>
                    <a:pt x="189" y="309"/>
                    <a:pt x="188" y="310"/>
                  </a:cubicBezTo>
                  <a:cubicBezTo>
                    <a:pt x="188" y="309"/>
                    <a:pt x="188" y="309"/>
                    <a:pt x="188" y="309"/>
                  </a:cubicBezTo>
                  <a:cubicBezTo>
                    <a:pt x="187" y="311"/>
                    <a:pt x="186" y="306"/>
                    <a:pt x="186" y="311"/>
                  </a:cubicBezTo>
                  <a:cubicBezTo>
                    <a:pt x="186" y="312"/>
                    <a:pt x="186" y="312"/>
                    <a:pt x="186" y="312"/>
                  </a:cubicBezTo>
                  <a:cubicBezTo>
                    <a:pt x="185" y="310"/>
                    <a:pt x="185" y="310"/>
                    <a:pt x="185" y="310"/>
                  </a:cubicBezTo>
                  <a:cubicBezTo>
                    <a:pt x="185" y="311"/>
                    <a:pt x="184" y="310"/>
                    <a:pt x="184" y="312"/>
                  </a:cubicBezTo>
                  <a:cubicBezTo>
                    <a:pt x="184" y="310"/>
                    <a:pt x="184" y="310"/>
                    <a:pt x="184" y="310"/>
                  </a:cubicBezTo>
                  <a:cubicBezTo>
                    <a:pt x="184" y="310"/>
                    <a:pt x="184" y="313"/>
                    <a:pt x="183" y="312"/>
                  </a:cubicBezTo>
                  <a:cubicBezTo>
                    <a:pt x="183" y="311"/>
                    <a:pt x="183" y="311"/>
                    <a:pt x="183" y="311"/>
                  </a:cubicBezTo>
                  <a:cubicBezTo>
                    <a:pt x="183" y="311"/>
                    <a:pt x="183" y="311"/>
                    <a:pt x="183" y="311"/>
                  </a:cubicBezTo>
                  <a:cubicBezTo>
                    <a:pt x="182" y="311"/>
                    <a:pt x="182" y="312"/>
                    <a:pt x="181" y="312"/>
                  </a:cubicBezTo>
                  <a:cubicBezTo>
                    <a:pt x="182" y="311"/>
                    <a:pt x="182" y="311"/>
                    <a:pt x="183" y="310"/>
                  </a:cubicBezTo>
                  <a:cubicBezTo>
                    <a:pt x="181" y="308"/>
                    <a:pt x="177" y="307"/>
                    <a:pt x="178" y="311"/>
                  </a:cubicBezTo>
                  <a:cubicBezTo>
                    <a:pt x="178" y="312"/>
                    <a:pt x="176" y="309"/>
                    <a:pt x="176" y="309"/>
                  </a:cubicBezTo>
                  <a:cubicBezTo>
                    <a:pt x="177" y="312"/>
                    <a:pt x="172" y="313"/>
                    <a:pt x="178" y="313"/>
                  </a:cubicBezTo>
                  <a:cubicBezTo>
                    <a:pt x="178" y="313"/>
                    <a:pt x="179" y="313"/>
                    <a:pt x="179" y="313"/>
                  </a:cubicBezTo>
                  <a:cubicBezTo>
                    <a:pt x="179" y="314"/>
                    <a:pt x="180" y="316"/>
                    <a:pt x="183" y="321"/>
                  </a:cubicBezTo>
                  <a:cubicBezTo>
                    <a:pt x="183" y="321"/>
                    <a:pt x="183" y="321"/>
                    <a:pt x="183" y="321"/>
                  </a:cubicBezTo>
                  <a:cubicBezTo>
                    <a:pt x="185" y="320"/>
                    <a:pt x="189" y="325"/>
                    <a:pt x="192" y="323"/>
                  </a:cubicBezTo>
                  <a:cubicBezTo>
                    <a:pt x="192" y="322"/>
                    <a:pt x="192" y="321"/>
                    <a:pt x="192" y="321"/>
                  </a:cubicBezTo>
                  <a:cubicBezTo>
                    <a:pt x="192" y="322"/>
                    <a:pt x="192" y="322"/>
                    <a:pt x="192" y="322"/>
                  </a:cubicBezTo>
                  <a:cubicBezTo>
                    <a:pt x="193" y="320"/>
                    <a:pt x="193" y="320"/>
                    <a:pt x="193" y="320"/>
                  </a:cubicBezTo>
                  <a:cubicBezTo>
                    <a:pt x="193" y="320"/>
                    <a:pt x="193" y="322"/>
                    <a:pt x="192" y="322"/>
                  </a:cubicBezTo>
                  <a:cubicBezTo>
                    <a:pt x="194" y="322"/>
                    <a:pt x="195" y="322"/>
                    <a:pt x="196" y="322"/>
                  </a:cubicBezTo>
                  <a:cubicBezTo>
                    <a:pt x="197" y="320"/>
                    <a:pt x="197" y="322"/>
                    <a:pt x="197" y="320"/>
                  </a:cubicBezTo>
                  <a:cubicBezTo>
                    <a:pt x="197" y="321"/>
                    <a:pt x="197" y="321"/>
                    <a:pt x="197" y="321"/>
                  </a:cubicBezTo>
                  <a:cubicBezTo>
                    <a:pt x="198" y="320"/>
                    <a:pt x="198" y="320"/>
                    <a:pt x="199" y="322"/>
                  </a:cubicBezTo>
                  <a:cubicBezTo>
                    <a:pt x="199" y="323"/>
                    <a:pt x="199" y="323"/>
                    <a:pt x="199" y="323"/>
                  </a:cubicBezTo>
                  <a:cubicBezTo>
                    <a:pt x="198" y="323"/>
                    <a:pt x="198" y="323"/>
                    <a:pt x="197" y="323"/>
                  </a:cubicBezTo>
                  <a:cubicBezTo>
                    <a:pt x="198" y="323"/>
                    <a:pt x="198" y="323"/>
                    <a:pt x="198" y="323"/>
                  </a:cubicBezTo>
                  <a:cubicBezTo>
                    <a:pt x="197" y="324"/>
                    <a:pt x="197" y="324"/>
                    <a:pt x="197" y="324"/>
                  </a:cubicBezTo>
                  <a:cubicBezTo>
                    <a:pt x="197" y="324"/>
                    <a:pt x="196" y="325"/>
                    <a:pt x="197" y="325"/>
                  </a:cubicBezTo>
                  <a:cubicBezTo>
                    <a:pt x="199" y="325"/>
                    <a:pt x="199" y="325"/>
                    <a:pt x="199" y="325"/>
                  </a:cubicBezTo>
                  <a:cubicBezTo>
                    <a:pt x="199" y="325"/>
                    <a:pt x="201" y="325"/>
                    <a:pt x="199" y="326"/>
                  </a:cubicBezTo>
                  <a:cubicBezTo>
                    <a:pt x="197" y="326"/>
                    <a:pt x="197" y="326"/>
                    <a:pt x="197" y="326"/>
                  </a:cubicBezTo>
                  <a:cubicBezTo>
                    <a:pt x="197" y="326"/>
                    <a:pt x="198" y="326"/>
                    <a:pt x="198" y="326"/>
                  </a:cubicBezTo>
                  <a:cubicBezTo>
                    <a:pt x="195" y="326"/>
                    <a:pt x="195" y="326"/>
                    <a:pt x="195" y="326"/>
                  </a:cubicBezTo>
                  <a:cubicBezTo>
                    <a:pt x="199" y="326"/>
                    <a:pt x="196" y="327"/>
                    <a:pt x="197" y="327"/>
                  </a:cubicBezTo>
                  <a:cubicBezTo>
                    <a:pt x="196" y="327"/>
                    <a:pt x="196" y="327"/>
                    <a:pt x="196" y="327"/>
                  </a:cubicBezTo>
                  <a:cubicBezTo>
                    <a:pt x="195" y="328"/>
                    <a:pt x="198" y="327"/>
                    <a:pt x="198" y="327"/>
                  </a:cubicBezTo>
                  <a:cubicBezTo>
                    <a:pt x="198" y="328"/>
                    <a:pt x="195" y="328"/>
                    <a:pt x="194" y="328"/>
                  </a:cubicBezTo>
                  <a:cubicBezTo>
                    <a:pt x="194" y="329"/>
                    <a:pt x="196" y="329"/>
                    <a:pt x="194" y="330"/>
                  </a:cubicBezTo>
                  <a:cubicBezTo>
                    <a:pt x="195" y="330"/>
                    <a:pt x="196" y="331"/>
                    <a:pt x="197" y="331"/>
                  </a:cubicBezTo>
                  <a:cubicBezTo>
                    <a:pt x="197" y="332"/>
                    <a:pt x="194" y="331"/>
                    <a:pt x="195" y="332"/>
                  </a:cubicBezTo>
                  <a:cubicBezTo>
                    <a:pt x="195" y="332"/>
                    <a:pt x="194" y="332"/>
                    <a:pt x="193" y="332"/>
                  </a:cubicBezTo>
                  <a:cubicBezTo>
                    <a:pt x="194" y="332"/>
                    <a:pt x="193" y="333"/>
                    <a:pt x="195" y="332"/>
                  </a:cubicBezTo>
                  <a:cubicBezTo>
                    <a:pt x="194" y="333"/>
                    <a:pt x="194" y="334"/>
                    <a:pt x="195" y="334"/>
                  </a:cubicBezTo>
                  <a:cubicBezTo>
                    <a:pt x="195" y="334"/>
                    <a:pt x="193" y="334"/>
                    <a:pt x="192" y="334"/>
                  </a:cubicBezTo>
                  <a:cubicBezTo>
                    <a:pt x="194" y="334"/>
                    <a:pt x="195" y="335"/>
                    <a:pt x="194" y="335"/>
                  </a:cubicBezTo>
                  <a:cubicBezTo>
                    <a:pt x="196" y="335"/>
                    <a:pt x="196" y="335"/>
                    <a:pt x="198" y="335"/>
                  </a:cubicBezTo>
                  <a:cubicBezTo>
                    <a:pt x="198" y="335"/>
                    <a:pt x="199" y="335"/>
                    <a:pt x="199" y="335"/>
                  </a:cubicBezTo>
                  <a:cubicBezTo>
                    <a:pt x="197" y="336"/>
                    <a:pt x="194" y="336"/>
                    <a:pt x="194" y="336"/>
                  </a:cubicBezTo>
                  <a:cubicBezTo>
                    <a:pt x="191" y="336"/>
                    <a:pt x="194" y="335"/>
                    <a:pt x="192" y="336"/>
                  </a:cubicBezTo>
                  <a:cubicBezTo>
                    <a:pt x="189" y="335"/>
                    <a:pt x="189" y="335"/>
                    <a:pt x="191" y="334"/>
                  </a:cubicBezTo>
                  <a:cubicBezTo>
                    <a:pt x="188" y="334"/>
                    <a:pt x="190" y="335"/>
                    <a:pt x="188" y="335"/>
                  </a:cubicBezTo>
                  <a:cubicBezTo>
                    <a:pt x="188" y="335"/>
                    <a:pt x="189" y="335"/>
                    <a:pt x="190" y="336"/>
                  </a:cubicBezTo>
                  <a:cubicBezTo>
                    <a:pt x="191" y="336"/>
                    <a:pt x="191" y="336"/>
                    <a:pt x="192" y="336"/>
                  </a:cubicBezTo>
                  <a:cubicBezTo>
                    <a:pt x="195" y="336"/>
                    <a:pt x="190" y="336"/>
                    <a:pt x="190" y="337"/>
                  </a:cubicBezTo>
                  <a:cubicBezTo>
                    <a:pt x="190" y="336"/>
                    <a:pt x="190" y="336"/>
                    <a:pt x="190" y="336"/>
                  </a:cubicBezTo>
                  <a:cubicBezTo>
                    <a:pt x="189" y="337"/>
                    <a:pt x="191" y="337"/>
                    <a:pt x="190" y="337"/>
                  </a:cubicBezTo>
                  <a:cubicBezTo>
                    <a:pt x="187" y="337"/>
                    <a:pt x="190" y="337"/>
                    <a:pt x="188" y="336"/>
                  </a:cubicBezTo>
                  <a:cubicBezTo>
                    <a:pt x="186" y="337"/>
                    <a:pt x="186" y="337"/>
                    <a:pt x="186" y="337"/>
                  </a:cubicBezTo>
                  <a:cubicBezTo>
                    <a:pt x="185" y="337"/>
                    <a:pt x="188" y="337"/>
                    <a:pt x="188" y="337"/>
                  </a:cubicBezTo>
                  <a:cubicBezTo>
                    <a:pt x="186" y="337"/>
                    <a:pt x="186" y="337"/>
                    <a:pt x="186" y="337"/>
                  </a:cubicBezTo>
                  <a:cubicBezTo>
                    <a:pt x="187" y="338"/>
                    <a:pt x="187" y="338"/>
                    <a:pt x="187" y="338"/>
                  </a:cubicBezTo>
                  <a:cubicBezTo>
                    <a:pt x="188" y="338"/>
                    <a:pt x="190" y="338"/>
                    <a:pt x="190" y="337"/>
                  </a:cubicBezTo>
                  <a:cubicBezTo>
                    <a:pt x="193" y="337"/>
                    <a:pt x="190" y="338"/>
                    <a:pt x="191" y="338"/>
                  </a:cubicBezTo>
                  <a:cubicBezTo>
                    <a:pt x="193" y="338"/>
                    <a:pt x="191" y="338"/>
                    <a:pt x="193" y="338"/>
                  </a:cubicBezTo>
                  <a:cubicBezTo>
                    <a:pt x="194" y="338"/>
                    <a:pt x="194" y="338"/>
                    <a:pt x="195" y="338"/>
                  </a:cubicBezTo>
                  <a:cubicBezTo>
                    <a:pt x="195" y="339"/>
                    <a:pt x="193" y="339"/>
                    <a:pt x="191" y="339"/>
                  </a:cubicBezTo>
                  <a:cubicBezTo>
                    <a:pt x="191" y="339"/>
                    <a:pt x="191" y="338"/>
                    <a:pt x="192" y="338"/>
                  </a:cubicBezTo>
                  <a:cubicBezTo>
                    <a:pt x="190" y="338"/>
                    <a:pt x="188" y="339"/>
                    <a:pt x="187" y="338"/>
                  </a:cubicBezTo>
                  <a:cubicBezTo>
                    <a:pt x="186" y="339"/>
                    <a:pt x="188" y="339"/>
                    <a:pt x="189" y="339"/>
                  </a:cubicBezTo>
                  <a:cubicBezTo>
                    <a:pt x="189" y="339"/>
                    <a:pt x="190" y="339"/>
                    <a:pt x="191" y="339"/>
                  </a:cubicBezTo>
                  <a:cubicBezTo>
                    <a:pt x="196" y="340"/>
                    <a:pt x="187" y="339"/>
                    <a:pt x="188" y="340"/>
                  </a:cubicBezTo>
                  <a:cubicBezTo>
                    <a:pt x="191" y="340"/>
                    <a:pt x="193" y="341"/>
                    <a:pt x="196" y="340"/>
                  </a:cubicBezTo>
                  <a:cubicBezTo>
                    <a:pt x="197" y="341"/>
                    <a:pt x="197" y="341"/>
                    <a:pt x="197" y="341"/>
                  </a:cubicBezTo>
                  <a:cubicBezTo>
                    <a:pt x="195" y="341"/>
                    <a:pt x="195" y="341"/>
                    <a:pt x="193" y="341"/>
                  </a:cubicBezTo>
                  <a:cubicBezTo>
                    <a:pt x="193" y="341"/>
                    <a:pt x="193" y="341"/>
                    <a:pt x="193" y="341"/>
                  </a:cubicBezTo>
                  <a:cubicBezTo>
                    <a:pt x="191" y="341"/>
                    <a:pt x="191" y="341"/>
                    <a:pt x="191" y="341"/>
                  </a:cubicBezTo>
                  <a:cubicBezTo>
                    <a:pt x="189" y="341"/>
                    <a:pt x="188" y="341"/>
                    <a:pt x="187" y="341"/>
                  </a:cubicBezTo>
                  <a:cubicBezTo>
                    <a:pt x="188" y="342"/>
                    <a:pt x="189" y="341"/>
                    <a:pt x="189" y="342"/>
                  </a:cubicBezTo>
                  <a:cubicBezTo>
                    <a:pt x="188" y="342"/>
                    <a:pt x="187" y="342"/>
                    <a:pt x="187" y="342"/>
                  </a:cubicBezTo>
                  <a:cubicBezTo>
                    <a:pt x="188" y="342"/>
                    <a:pt x="190" y="342"/>
                    <a:pt x="191" y="342"/>
                  </a:cubicBezTo>
                  <a:cubicBezTo>
                    <a:pt x="191" y="343"/>
                    <a:pt x="189" y="343"/>
                    <a:pt x="188" y="343"/>
                  </a:cubicBezTo>
                  <a:cubicBezTo>
                    <a:pt x="187" y="342"/>
                    <a:pt x="187" y="342"/>
                    <a:pt x="187" y="342"/>
                  </a:cubicBezTo>
                  <a:cubicBezTo>
                    <a:pt x="188" y="343"/>
                    <a:pt x="186" y="342"/>
                    <a:pt x="186" y="343"/>
                  </a:cubicBezTo>
                  <a:cubicBezTo>
                    <a:pt x="188" y="343"/>
                    <a:pt x="189" y="343"/>
                    <a:pt x="191" y="343"/>
                  </a:cubicBezTo>
                  <a:cubicBezTo>
                    <a:pt x="191" y="343"/>
                    <a:pt x="190" y="344"/>
                    <a:pt x="190" y="344"/>
                  </a:cubicBezTo>
                  <a:cubicBezTo>
                    <a:pt x="189" y="343"/>
                    <a:pt x="189" y="343"/>
                    <a:pt x="189" y="343"/>
                  </a:cubicBezTo>
                  <a:cubicBezTo>
                    <a:pt x="189" y="344"/>
                    <a:pt x="186" y="343"/>
                    <a:pt x="186" y="344"/>
                  </a:cubicBezTo>
                  <a:cubicBezTo>
                    <a:pt x="188" y="344"/>
                    <a:pt x="188" y="344"/>
                    <a:pt x="188" y="344"/>
                  </a:cubicBezTo>
                  <a:cubicBezTo>
                    <a:pt x="186" y="344"/>
                    <a:pt x="186" y="344"/>
                    <a:pt x="186" y="344"/>
                  </a:cubicBezTo>
                  <a:cubicBezTo>
                    <a:pt x="188" y="344"/>
                    <a:pt x="187" y="344"/>
                    <a:pt x="188" y="344"/>
                  </a:cubicBezTo>
                  <a:cubicBezTo>
                    <a:pt x="187" y="344"/>
                    <a:pt x="187" y="344"/>
                    <a:pt x="187" y="344"/>
                  </a:cubicBezTo>
                  <a:cubicBezTo>
                    <a:pt x="187" y="345"/>
                    <a:pt x="190" y="345"/>
                    <a:pt x="188" y="345"/>
                  </a:cubicBezTo>
                  <a:cubicBezTo>
                    <a:pt x="190" y="345"/>
                    <a:pt x="188" y="345"/>
                    <a:pt x="189" y="345"/>
                  </a:cubicBezTo>
                  <a:cubicBezTo>
                    <a:pt x="191" y="344"/>
                    <a:pt x="191" y="345"/>
                    <a:pt x="191" y="345"/>
                  </a:cubicBezTo>
                  <a:cubicBezTo>
                    <a:pt x="188" y="345"/>
                    <a:pt x="191" y="346"/>
                    <a:pt x="191" y="346"/>
                  </a:cubicBezTo>
                  <a:cubicBezTo>
                    <a:pt x="190" y="346"/>
                    <a:pt x="189" y="346"/>
                    <a:pt x="188" y="346"/>
                  </a:cubicBezTo>
                  <a:cubicBezTo>
                    <a:pt x="190" y="346"/>
                    <a:pt x="190" y="346"/>
                    <a:pt x="190" y="346"/>
                  </a:cubicBezTo>
                  <a:cubicBezTo>
                    <a:pt x="187" y="346"/>
                    <a:pt x="191" y="347"/>
                    <a:pt x="190" y="347"/>
                  </a:cubicBezTo>
                  <a:cubicBezTo>
                    <a:pt x="189" y="347"/>
                    <a:pt x="187" y="347"/>
                    <a:pt x="187" y="347"/>
                  </a:cubicBezTo>
                  <a:cubicBezTo>
                    <a:pt x="190" y="347"/>
                    <a:pt x="190" y="347"/>
                    <a:pt x="192" y="347"/>
                  </a:cubicBezTo>
                  <a:cubicBezTo>
                    <a:pt x="191" y="348"/>
                    <a:pt x="189" y="347"/>
                    <a:pt x="187" y="347"/>
                  </a:cubicBezTo>
                  <a:cubicBezTo>
                    <a:pt x="189" y="348"/>
                    <a:pt x="185" y="348"/>
                    <a:pt x="188" y="348"/>
                  </a:cubicBezTo>
                  <a:cubicBezTo>
                    <a:pt x="189" y="348"/>
                    <a:pt x="190" y="348"/>
                    <a:pt x="191" y="348"/>
                  </a:cubicBezTo>
                  <a:cubicBezTo>
                    <a:pt x="191" y="349"/>
                    <a:pt x="190" y="348"/>
                    <a:pt x="189" y="348"/>
                  </a:cubicBezTo>
                  <a:cubicBezTo>
                    <a:pt x="189" y="349"/>
                    <a:pt x="191" y="349"/>
                    <a:pt x="192" y="349"/>
                  </a:cubicBezTo>
                  <a:cubicBezTo>
                    <a:pt x="191" y="349"/>
                    <a:pt x="194" y="349"/>
                    <a:pt x="192" y="350"/>
                  </a:cubicBezTo>
                  <a:cubicBezTo>
                    <a:pt x="191" y="350"/>
                    <a:pt x="191" y="349"/>
                    <a:pt x="190" y="349"/>
                  </a:cubicBezTo>
                  <a:cubicBezTo>
                    <a:pt x="190" y="350"/>
                    <a:pt x="194" y="350"/>
                    <a:pt x="195" y="350"/>
                  </a:cubicBezTo>
                  <a:cubicBezTo>
                    <a:pt x="196" y="350"/>
                    <a:pt x="199" y="351"/>
                    <a:pt x="200" y="351"/>
                  </a:cubicBezTo>
                  <a:cubicBezTo>
                    <a:pt x="199" y="352"/>
                    <a:pt x="199" y="351"/>
                    <a:pt x="197" y="351"/>
                  </a:cubicBezTo>
                  <a:cubicBezTo>
                    <a:pt x="197" y="351"/>
                    <a:pt x="197" y="351"/>
                    <a:pt x="197" y="351"/>
                  </a:cubicBezTo>
                  <a:cubicBezTo>
                    <a:pt x="194" y="351"/>
                    <a:pt x="192" y="350"/>
                    <a:pt x="190" y="350"/>
                  </a:cubicBezTo>
                  <a:cubicBezTo>
                    <a:pt x="191" y="350"/>
                    <a:pt x="191" y="350"/>
                    <a:pt x="191" y="350"/>
                  </a:cubicBezTo>
                  <a:cubicBezTo>
                    <a:pt x="188" y="350"/>
                    <a:pt x="188" y="350"/>
                    <a:pt x="188" y="350"/>
                  </a:cubicBezTo>
                  <a:cubicBezTo>
                    <a:pt x="190" y="350"/>
                    <a:pt x="188" y="351"/>
                    <a:pt x="189" y="351"/>
                  </a:cubicBezTo>
                  <a:cubicBezTo>
                    <a:pt x="190" y="351"/>
                    <a:pt x="188" y="351"/>
                    <a:pt x="189" y="351"/>
                  </a:cubicBezTo>
                  <a:cubicBezTo>
                    <a:pt x="190" y="351"/>
                    <a:pt x="193" y="351"/>
                    <a:pt x="192" y="352"/>
                  </a:cubicBezTo>
                  <a:cubicBezTo>
                    <a:pt x="188" y="351"/>
                    <a:pt x="188" y="351"/>
                    <a:pt x="188" y="351"/>
                  </a:cubicBezTo>
                  <a:cubicBezTo>
                    <a:pt x="188" y="352"/>
                    <a:pt x="190" y="352"/>
                    <a:pt x="189" y="352"/>
                  </a:cubicBezTo>
                  <a:cubicBezTo>
                    <a:pt x="188" y="352"/>
                    <a:pt x="188" y="352"/>
                    <a:pt x="188" y="352"/>
                  </a:cubicBezTo>
                  <a:cubicBezTo>
                    <a:pt x="188" y="353"/>
                    <a:pt x="188" y="354"/>
                    <a:pt x="192" y="356"/>
                  </a:cubicBezTo>
                  <a:cubicBezTo>
                    <a:pt x="190" y="356"/>
                    <a:pt x="190" y="356"/>
                    <a:pt x="189" y="357"/>
                  </a:cubicBezTo>
                  <a:cubicBezTo>
                    <a:pt x="189" y="357"/>
                    <a:pt x="191" y="357"/>
                    <a:pt x="191" y="357"/>
                  </a:cubicBezTo>
                  <a:cubicBezTo>
                    <a:pt x="189" y="357"/>
                    <a:pt x="189" y="357"/>
                    <a:pt x="189" y="357"/>
                  </a:cubicBezTo>
                  <a:cubicBezTo>
                    <a:pt x="188" y="357"/>
                    <a:pt x="189" y="358"/>
                    <a:pt x="191" y="359"/>
                  </a:cubicBezTo>
                  <a:cubicBezTo>
                    <a:pt x="189" y="358"/>
                    <a:pt x="189" y="358"/>
                    <a:pt x="189" y="358"/>
                  </a:cubicBezTo>
                  <a:cubicBezTo>
                    <a:pt x="188" y="359"/>
                    <a:pt x="190" y="359"/>
                    <a:pt x="191" y="359"/>
                  </a:cubicBezTo>
                  <a:cubicBezTo>
                    <a:pt x="189" y="359"/>
                    <a:pt x="189" y="359"/>
                    <a:pt x="189" y="359"/>
                  </a:cubicBezTo>
                  <a:cubicBezTo>
                    <a:pt x="191" y="359"/>
                    <a:pt x="191" y="359"/>
                    <a:pt x="191" y="359"/>
                  </a:cubicBezTo>
                  <a:cubicBezTo>
                    <a:pt x="191" y="360"/>
                    <a:pt x="191" y="360"/>
                    <a:pt x="189" y="360"/>
                  </a:cubicBezTo>
                  <a:cubicBezTo>
                    <a:pt x="190" y="360"/>
                    <a:pt x="190" y="360"/>
                    <a:pt x="190" y="360"/>
                  </a:cubicBezTo>
                  <a:cubicBezTo>
                    <a:pt x="189" y="360"/>
                    <a:pt x="189" y="361"/>
                    <a:pt x="189" y="362"/>
                  </a:cubicBezTo>
                  <a:cubicBezTo>
                    <a:pt x="190" y="362"/>
                    <a:pt x="191" y="362"/>
                    <a:pt x="192" y="362"/>
                  </a:cubicBezTo>
                  <a:cubicBezTo>
                    <a:pt x="194" y="362"/>
                    <a:pt x="192" y="362"/>
                    <a:pt x="193" y="362"/>
                  </a:cubicBezTo>
                  <a:cubicBezTo>
                    <a:pt x="191" y="362"/>
                    <a:pt x="191" y="362"/>
                    <a:pt x="191" y="362"/>
                  </a:cubicBezTo>
                  <a:cubicBezTo>
                    <a:pt x="187" y="362"/>
                    <a:pt x="190" y="364"/>
                    <a:pt x="189" y="365"/>
                  </a:cubicBezTo>
                  <a:cubicBezTo>
                    <a:pt x="190" y="365"/>
                    <a:pt x="190" y="365"/>
                    <a:pt x="190" y="365"/>
                  </a:cubicBezTo>
                  <a:cubicBezTo>
                    <a:pt x="188" y="365"/>
                    <a:pt x="190" y="366"/>
                    <a:pt x="189" y="367"/>
                  </a:cubicBezTo>
                  <a:cubicBezTo>
                    <a:pt x="190" y="367"/>
                    <a:pt x="193" y="367"/>
                    <a:pt x="193" y="368"/>
                  </a:cubicBezTo>
                  <a:cubicBezTo>
                    <a:pt x="195" y="368"/>
                    <a:pt x="190" y="368"/>
                    <a:pt x="189" y="368"/>
                  </a:cubicBezTo>
                  <a:cubicBezTo>
                    <a:pt x="190" y="368"/>
                    <a:pt x="190" y="368"/>
                    <a:pt x="190" y="369"/>
                  </a:cubicBezTo>
                  <a:cubicBezTo>
                    <a:pt x="190" y="369"/>
                    <a:pt x="190" y="369"/>
                    <a:pt x="190" y="369"/>
                  </a:cubicBezTo>
                  <a:cubicBezTo>
                    <a:pt x="191" y="369"/>
                    <a:pt x="191" y="369"/>
                    <a:pt x="190" y="369"/>
                  </a:cubicBezTo>
                  <a:cubicBezTo>
                    <a:pt x="190" y="369"/>
                    <a:pt x="190" y="369"/>
                    <a:pt x="190" y="369"/>
                  </a:cubicBezTo>
                  <a:cubicBezTo>
                    <a:pt x="190" y="370"/>
                    <a:pt x="189" y="370"/>
                    <a:pt x="189" y="370"/>
                  </a:cubicBezTo>
                  <a:cubicBezTo>
                    <a:pt x="191" y="370"/>
                    <a:pt x="190" y="371"/>
                    <a:pt x="191" y="371"/>
                  </a:cubicBezTo>
                  <a:cubicBezTo>
                    <a:pt x="190" y="371"/>
                    <a:pt x="190" y="371"/>
                    <a:pt x="190" y="371"/>
                  </a:cubicBezTo>
                  <a:cubicBezTo>
                    <a:pt x="192" y="371"/>
                    <a:pt x="192" y="371"/>
                    <a:pt x="192" y="371"/>
                  </a:cubicBezTo>
                  <a:cubicBezTo>
                    <a:pt x="191" y="371"/>
                    <a:pt x="191" y="371"/>
                    <a:pt x="191" y="371"/>
                  </a:cubicBezTo>
                  <a:cubicBezTo>
                    <a:pt x="189" y="371"/>
                    <a:pt x="189" y="371"/>
                    <a:pt x="189" y="371"/>
                  </a:cubicBezTo>
                  <a:cubicBezTo>
                    <a:pt x="188" y="371"/>
                    <a:pt x="191" y="371"/>
                    <a:pt x="192" y="372"/>
                  </a:cubicBezTo>
                  <a:cubicBezTo>
                    <a:pt x="193" y="372"/>
                    <a:pt x="191" y="372"/>
                    <a:pt x="191" y="372"/>
                  </a:cubicBezTo>
                  <a:cubicBezTo>
                    <a:pt x="190" y="372"/>
                    <a:pt x="191" y="372"/>
                    <a:pt x="191" y="372"/>
                  </a:cubicBezTo>
                  <a:cubicBezTo>
                    <a:pt x="189" y="371"/>
                    <a:pt x="190" y="372"/>
                    <a:pt x="189" y="372"/>
                  </a:cubicBezTo>
                  <a:cubicBezTo>
                    <a:pt x="189" y="372"/>
                    <a:pt x="191" y="372"/>
                    <a:pt x="191" y="372"/>
                  </a:cubicBezTo>
                  <a:cubicBezTo>
                    <a:pt x="190" y="373"/>
                    <a:pt x="191" y="373"/>
                    <a:pt x="189" y="373"/>
                  </a:cubicBezTo>
                  <a:cubicBezTo>
                    <a:pt x="190" y="373"/>
                    <a:pt x="190" y="373"/>
                    <a:pt x="191" y="374"/>
                  </a:cubicBezTo>
                  <a:cubicBezTo>
                    <a:pt x="191" y="373"/>
                    <a:pt x="191" y="373"/>
                    <a:pt x="193" y="373"/>
                  </a:cubicBezTo>
                  <a:cubicBezTo>
                    <a:pt x="193" y="373"/>
                    <a:pt x="193" y="374"/>
                    <a:pt x="192" y="374"/>
                  </a:cubicBezTo>
                  <a:cubicBezTo>
                    <a:pt x="192" y="374"/>
                    <a:pt x="192" y="374"/>
                    <a:pt x="192" y="374"/>
                  </a:cubicBezTo>
                  <a:cubicBezTo>
                    <a:pt x="192" y="374"/>
                    <a:pt x="192" y="374"/>
                    <a:pt x="193" y="374"/>
                  </a:cubicBezTo>
                  <a:cubicBezTo>
                    <a:pt x="191" y="374"/>
                    <a:pt x="191" y="374"/>
                    <a:pt x="191" y="374"/>
                  </a:cubicBezTo>
                  <a:cubicBezTo>
                    <a:pt x="193" y="374"/>
                    <a:pt x="192" y="375"/>
                    <a:pt x="193" y="375"/>
                  </a:cubicBezTo>
                  <a:cubicBezTo>
                    <a:pt x="191" y="375"/>
                    <a:pt x="189" y="375"/>
                    <a:pt x="189" y="375"/>
                  </a:cubicBezTo>
                  <a:cubicBezTo>
                    <a:pt x="190" y="376"/>
                    <a:pt x="190" y="376"/>
                    <a:pt x="190" y="376"/>
                  </a:cubicBezTo>
                  <a:cubicBezTo>
                    <a:pt x="191" y="376"/>
                    <a:pt x="190" y="376"/>
                    <a:pt x="189" y="376"/>
                  </a:cubicBezTo>
                  <a:cubicBezTo>
                    <a:pt x="188" y="376"/>
                    <a:pt x="194" y="377"/>
                    <a:pt x="192" y="377"/>
                  </a:cubicBezTo>
                  <a:cubicBezTo>
                    <a:pt x="190" y="377"/>
                    <a:pt x="190" y="377"/>
                    <a:pt x="189" y="377"/>
                  </a:cubicBezTo>
                  <a:cubicBezTo>
                    <a:pt x="190" y="378"/>
                    <a:pt x="191" y="378"/>
                    <a:pt x="191" y="378"/>
                  </a:cubicBezTo>
                  <a:cubicBezTo>
                    <a:pt x="192" y="378"/>
                    <a:pt x="189" y="377"/>
                    <a:pt x="191" y="377"/>
                  </a:cubicBezTo>
                  <a:cubicBezTo>
                    <a:pt x="192" y="377"/>
                    <a:pt x="191" y="378"/>
                    <a:pt x="192" y="378"/>
                  </a:cubicBezTo>
                  <a:cubicBezTo>
                    <a:pt x="187" y="378"/>
                    <a:pt x="191" y="380"/>
                    <a:pt x="188" y="380"/>
                  </a:cubicBezTo>
                  <a:cubicBezTo>
                    <a:pt x="191" y="380"/>
                    <a:pt x="189" y="381"/>
                    <a:pt x="190" y="381"/>
                  </a:cubicBezTo>
                  <a:cubicBezTo>
                    <a:pt x="187" y="381"/>
                    <a:pt x="190" y="382"/>
                    <a:pt x="189" y="382"/>
                  </a:cubicBezTo>
                  <a:cubicBezTo>
                    <a:pt x="191" y="382"/>
                    <a:pt x="191" y="382"/>
                    <a:pt x="191" y="382"/>
                  </a:cubicBezTo>
                  <a:cubicBezTo>
                    <a:pt x="190" y="382"/>
                    <a:pt x="195" y="383"/>
                    <a:pt x="192" y="383"/>
                  </a:cubicBezTo>
                  <a:cubicBezTo>
                    <a:pt x="191" y="383"/>
                    <a:pt x="190" y="383"/>
                    <a:pt x="190" y="383"/>
                  </a:cubicBezTo>
                  <a:cubicBezTo>
                    <a:pt x="187" y="383"/>
                    <a:pt x="192" y="384"/>
                    <a:pt x="189" y="384"/>
                  </a:cubicBezTo>
                  <a:cubicBezTo>
                    <a:pt x="190" y="384"/>
                    <a:pt x="192" y="384"/>
                    <a:pt x="193" y="385"/>
                  </a:cubicBezTo>
                  <a:cubicBezTo>
                    <a:pt x="192" y="385"/>
                    <a:pt x="190" y="385"/>
                    <a:pt x="190" y="385"/>
                  </a:cubicBezTo>
                  <a:cubicBezTo>
                    <a:pt x="190" y="386"/>
                    <a:pt x="191" y="386"/>
                    <a:pt x="190" y="386"/>
                  </a:cubicBezTo>
                  <a:cubicBezTo>
                    <a:pt x="189" y="386"/>
                    <a:pt x="189" y="386"/>
                    <a:pt x="189" y="386"/>
                  </a:cubicBezTo>
                  <a:cubicBezTo>
                    <a:pt x="188" y="386"/>
                    <a:pt x="189" y="386"/>
                    <a:pt x="190" y="387"/>
                  </a:cubicBezTo>
                  <a:cubicBezTo>
                    <a:pt x="188" y="387"/>
                    <a:pt x="189" y="388"/>
                    <a:pt x="188" y="388"/>
                  </a:cubicBezTo>
                  <a:cubicBezTo>
                    <a:pt x="191" y="389"/>
                    <a:pt x="187" y="389"/>
                    <a:pt x="190" y="389"/>
                  </a:cubicBezTo>
                  <a:cubicBezTo>
                    <a:pt x="189" y="389"/>
                    <a:pt x="189" y="389"/>
                    <a:pt x="189" y="389"/>
                  </a:cubicBezTo>
                  <a:cubicBezTo>
                    <a:pt x="190" y="389"/>
                    <a:pt x="192" y="390"/>
                    <a:pt x="192" y="390"/>
                  </a:cubicBezTo>
                  <a:cubicBezTo>
                    <a:pt x="190" y="390"/>
                    <a:pt x="190" y="390"/>
                    <a:pt x="190" y="390"/>
                  </a:cubicBezTo>
                  <a:cubicBezTo>
                    <a:pt x="188" y="390"/>
                    <a:pt x="190" y="390"/>
                    <a:pt x="189" y="391"/>
                  </a:cubicBezTo>
                  <a:cubicBezTo>
                    <a:pt x="190" y="390"/>
                    <a:pt x="189" y="391"/>
                    <a:pt x="190" y="391"/>
                  </a:cubicBezTo>
                  <a:cubicBezTo>
                    <a:pt x="191" y="391"/>
                    <a:pt x="191" y="391"/>
                    <a:pt x="191" y="391"/>
                  </a:cubicBezTo>
                  <a:cubicBezTo>
                    <a:pt x="192" y="392"/>
                    <a:pt x="192" y="391"/>
                    <a:pt x="192" y="392"/>
                  </a:cubicBezTo>
                  <a:cubicBezTo>
                    <a:pt x="192" y="392"/>
                    <a:pt x="190" y="392"/>
                    <a:pt x="190" y="392"/>
                  </a:cubicBezTo>
                  <a:cubicBezTo>
                    <a:pt x="189" y="392"/>
                    <a:pt x="190" y="392"/>
                    <a:pt x="190" y="393"/>
                  </a:cubicBezTo>
                  <a:cubicBezTo>
                    <a:pt x="190" y="393"/>
                    <a:pt x="190" y="392"/>
                    <a:pt x="191" y="393"/>
                  </a:cubicBezTo>
                  <a:cubicBezTo>
                    <a:pt x="191" y="393"/>
                    <a:pt x="190" y="393"/>
                    <a:pt x="190" y="393"/>
                  </a:cubicBezTo>
                  <a:cubicBezTo>
                    <a:pt x="190" y="393"/>
                    <a:pt x="191" y="393"/>
                    <a:pt x="191" y="393"/>
                  </a:cubicBezTo>
                  <a:cubicBezTo>
                    <a:pt x="191" y="393"/>
                    <a:pt x="191" y="393"/>
                    <a:pt x="191" y="393"/>
                  </a:cubicBezTo>
                  <a:cubicBezTo>
                    <a:pt x="190" y="393"/>
                    <a:pt x="190" y="393"/>
                    <a:pt x="190" y="393"/>
                  </a:cubicBezTo>
                  <a:cubicBezTo>
                    <a:pt x="190" y="393"/>
                    <a:pt x="190" y="393"/>
                    <a:pt x="190" y="393"/>
                  </a:cubicBezTo>
                  <a:cubicBezTo>
                    <a:pt x="190" y="393"/>
                    <a:pt x="190" y="393"/>
                    <a:pt x="190" y="393"/>
                  </a:cubicBezTo>
                  <a:cubicBezTo>
                    <a:pt x="190" y="393"/>
                    <a:pt x="190" y="393"/>
                    <a:pt x="190" y="393"/>
                  </a:cubicBezTo>
                  <a:cubicBezTo>
                    <a:pt x="188" y="393"/>
                    <a:pt x="188" y="393"/>
                    <a:pt x="188" y="393"/>
                  </a:cubicBezTo>
                  <a:cubicBezTo>
                    <a:pt x="188" y="394"/>
                    <a:pt x="190" y="394"/>
                    <a:pt x="191" y="394"/>
                  </a:cubicBezTo>
                  <a:cubicBezTo>
                    <a:pt x="189" y="395"/>
                    <a:pt x="191" y="396"/>
                    <a:pt x="192" y="396"/>
                  </a:cubicBezTo>
                  <a:cubicBezTo>
                    <a:pt x="192" y="396"/>
                    <a:pt x="190" y="396"/>
                    <a:pt x="191" y="396"/>
                  </a:cubicBezTo>
                  <a:cubicBezTo>
                    <a:pt x="191" y="397"/>
                    <a:pt x="193" y="397"/>
                    <a:pt x="192" y="397"/>
                  </a:cubicBezTo>
                  <a:cubicBezTo>
                    <a:pt x="192" y="397"/>
                    <a:pt x="191" y="397"/>
                    <a:pt x="191" y="398"/>
                  </a:cubicBezTo>
                  <a:cubicBezTo>
                    <a:pt x="190" y="398"/>
                    <a:pt x="192" y="397"/>
                    <a:pt x="192" y="397"/>
                  </a:cubicBezTo>
                  <a:cubicBezTo>
                    <a:pt x="190" y="398"/>
                    <a:pt x="194" y="399"/>
                    <a:pt x="192" y="400"/>
                  </a:cubicBezTo>
                  <a:cubicBezTo>
                    <a:pt x="192" y="399"/>
                    <a:pt x="191" y="399"/>
                    <a:pt x="191" y="399"/>
                  </a:cubicBezTo>
                  <a:cubicBezTo>
                    <a:pt x="191" y="400"/>
                    <a:pt x="192" y="400"/>
                    <a:pt x="194" y="401"/>
                  </a:cubicBezTo>
                  <a:cubicBezTo>
                    <a:pt x="192" y="401"/>
                    <a:pt x="192" y="401"/>
                    <a:pt x="192" y="401"/>
                  </a:cubicBezTo>
                  <a:cubicBezTo>
                    <a:pt x="192" y="401"/>
                    <a:pt x="193" y="401"/>
                    <a:pt x="194" y="401"/>
                  </a:cubicBezTo>
                  <a:cubicBezTo>
                    <a:pt x="195" y="401"/>
                    <a:pt x="196" y="401"/>
                    <a:pt x="196" y="402"/>
                  </a:cubicBezTo>
                  <a:cubicBezTo>
                    <a:pt x="196" y="402"/>
                    <a:pt x="196" y="402"/>
                    <a:pt x="196" y="402"/>
                  </a:cubicBezTo>
                  <a:cubicBezTo>
                    <a:pt x="196" y="402"/>
                    <a:pt x="197" y="402"/>
                    <a:pt x="197" y="402"/>
                  </a:cubicBezTo>
                  <a:cubicBezTo>
                    <a:pt x="196" y="403"/>
                    <a:pt x="196" y="402"/>
                    <a:pt x="195" y="402"/>
                  </a:cubicBezTo>
                  <a:cubicBezTo>
                    <a:pt x="193" y="403"/>
                    <a:pt x="194" y="404"/>
                    <a:pt x="194" y="404"/>
                  </a:cubicBezTo>
                  <a:cubicBezTo>
                    <a:pt x="195" y="404"/>
                    <a:pt x="195" y="404"/>
                    <a:pt x="195" y="404"/>
                  </a:cubicBezTo>
                  <a:cubicBezTo>
                    <a:pt x="196" y="404"/>
                    <a:pt x="194" y="404"/>
                    <a:pt x="194" y="404"/>
                  </a:cubicBezTo>
                  <a:cubicBezTo>
                    <a:pt x="199" y="405"/>
                    <a:pt x="199" y="405"/>
                    <a:pt x="199" y="405"/>
                  </a:cubicBezTo>
                  <a:cubicBezTo>
                    <a:pt x="198" y="404"/>
                    <a:pt x="197" y="405"/>
                    <a:pt x="196" y="405"/>
                  </a:cubicBezTo>
                  <a:cubicBezTo>
                    <a:pt x="196" y="405"/>
                    <a:pt x="199" y="406"/>
                    <a:pt x="201" y="406"/>
                  </a:cubicBezTo>
                  <a:cubicBezTo>
                    <a:pt x="200" y="406"/>
                    <a:pt x="201" y="406"/>
                    <a:pt x="201" y="407"/>
                  </a:cubicBezTo>
                  <a:cubicBezTo>
                    <a:pt x="200" y="407"/>
                    <a:pt x="202" y="407"/>
                    <a:pt x="200" y="407"/>
                  </a:cubicBezTo>
                  <a:cubicBezTo>
                    <a:pt x="199" y="407"/>
                    <a:pt x="199" y="407"/>
                    <a:pt x="199" y="407"/>
                  </a:cubicBezTo>
                  <a:cubicBezTo>
                    <a:pt x="199" y="407"/>
                    <a:pt x="197" y="407"/>
                    <a:pt x="196" y="407"/>
                  </a:cubicBezTo>
                  <a:cubicBezTo>
                    <a:pt x="196" y="407"/>
                    <a:pt x="196" y="408"/>
                    <a:pt x="195" y="409"/>
                  </a:cubicBezTo>
                  <a:cubicBezTo>
                    <a:pt x="198" y="408"/>
                    <a:pt x="197" y="410"/>
                    <a:pt x="199" y="409"/>
                  </a:cubicBezTo>
                  <a:cubicBezTo>
                    <a:pt x="200" y="410"/>
                    <a:pt x="197" y="410"/>
                    <a:pt x="197" y="410"/>
                  </a:cubicBezTo>
                  <a:cubicBezTo>
                    <a:pt x="198" y="411"/>
                    <a:pt x="197" y="411"/>
                    <a:pt x="197" y="412"/>
                  </a:cubicBezTo>
                  <a:cubicBezTo>
                    <a:pt x="197" y="412"/>
                    <a:pt x="197" y="412"/>
                    <a:pt x="197" y="412"/>
                  </a:cubicBezTo>
                  <a:cubicBezTo>
                    <a:pt x="198" y="412"/>
                    <a:pt x="197" y="413"/>
                    <a:pt x="199" y="413"/>
                  </a:cubicBezTo>
                  <a:cubicBezTo>
                    <a:pt x="198" y="413"/>
                    <a:pt x="198" y="413"/>
                    <a:pt x="198" y="413"/>
                  </a:cubicBezTo>
                  <a:cubicBezTo>
                    <a:pt x="197" y="414"/>
                    <a:pt x="201" y="413"/>
                    <a:pt x="200" y="414"/>
                  </a:cubicBezTo>
                  <a:cubicBezTo>
                    <a:pt x="199" y="414"/>
                    <a:pt x="199" y="414"/>
                    <a:pt x="199" y="414"/>
                  </a:cubicBezTo>
                  <a:cubicBezTo>
                    <a:pt x="200" y="414"/>
                    <a:pt x="198" y="415"/>
                    <a:pt x="200" y="415"/>
                  </a:cubicBezTo>
                  <a:cubicBezTo>
                    <a:pt x="199" y="415"/>
                    <a:pt x="199" y="415"/>
                    <a:pt x="198" y="415"/>
                  </a:cubicBezTo>
                  <a:cubicBezTo>
                    <a:pt x="199" y="415"/>
                    <a:pt x="199" y="416"/>
                    <a:pt x="200" y="416"/>
                  </a:cubicBezTo>
                  <a:cubicBezTo>
                    <a:pt x="198" y="416"/>
                    <a:pt x="198" y="416"/>
                    <a:pt x="198" y="416"/>
                  </a:cubicBezTo>
                  <a:cubicBezTo>
                    <a:pt x="197" y="417"/>
                    <a:pt x="201" y="416"/>
                    <a:pt x="200" y="417"/>
                  </a:cubicBezTo>
                  <a:cubicBezTo>
                    <a:pt x="200" y="417"/>
                    <a:pt x="199" y="417"/>
                    <a:pt x="199" y="417"/>
                  </a:cubicBezTo>
                  <a:cubicBezTo>
                    <a:pt x="200" y="417"/>
                    <a:pt x="200" y="418"/>
                    <a:pt x="200" y="418"/>
                  </a:cubicBezTo>
                  <a:cubicBezTo>
                    <a:pt x="198" y="419"/>
                    <a:pt x="198" y="419"/>
                    <a:pt x="198" y="419"/>
                  </a:cubicBezTo>
                  <a:cubicBezTo>
                    <a:pt x="198" y="421"/>
                    <a:pt x="198" y="423"/>
                    <a:pt x="201" y="425"/>
                  </a:cubicBezTo>
                  <a:cubicBezTo>
                    <a:pt x="198" y="425"/>
                    <a:pt x="199" y="424"/>
                    <a:pt x="197" y="425"/>
                  </a:cubicBezTo>
                  <a:cubicBezTo>
                    <a:pt x="200" y="425"/>
                    <a:pt x="198" y="425"/>
                    <a:pt x="199" y="426"/>
                  </a:cubicBezTo>
                  <a:cubicBezTo>
                    <a:pt x="198" y="426"/>
                    <a:pt x="198" y="426"/>
                    <a:pt x="198" y="426"/>
                  </a:cubicBezTo>
                  <a:cubicBezTo>
                    <a:pt x="199" y="426"/>
                    <a:pt x="198" y="426"/>
                    <a:pt x="198" y="426"/>
                  </a:cubicBezTo>
                  <a:cubicBezTo>
                    <a:pt x="199" y="426"/>
                    <a:pt x="199" y="426"/>
                    <a:pt x="199" y="426"/>
                  </a:cubicBezTo>
                  <a:cubicBezTo>
                    <a:pt x="199" y="426"/>
                    <a:pt x="199" y="427"/>
                    <a:pt x="199" y="427"/>
                  </a:cubicBezTo>
                  <a:cubicBezTo>
                    <a:pt x="199" y="427"/>
                    <a:pt x="199" y="427"/>
                    <a:pt x="199" y="427"/>
                  </a:cubicBezTo>
                  <a:cubicBezTo>
                    <a:pt x="199" y="427"/>
                    <a:pt x="199" y="427"/>
                    <a:pt x="199" y="427"/>
                  </a:cubicBezTo>
                  <a:cubicBezTo>
                    <a:pt x="198" y="427"/>
                    <a:pt x="197" y="427"/>
                    <a:pt x="199" y="427"/>
                  </a:cubicBezTo>
                  <a:cubicBezTo>
                    <a:pt x="199" y="427"/>
                    <a:pt x="199" y="427"/>
                    <a:pt x="199" y="427"/>
                  </a:cubicBezTo>
                  <a:cubicBezTo>
                    <a:pt x="197" y="428"/>
                    <a:pt x="197" y="428"/>
                    <a:pt x="197" y="428"/>
                  </a:cubicBezTo>
                  <a:cubicBezTo>
                    <a:pt x="200" y="428"/>
                    <a:pt x="198" y="428"/>
                    <a:pt x="198" y="428"/>
                  </a:cubicBezTo>
                  <a:cubicBezTo>
                    <a:pt x="197" y="429"/>
                    <a:pt x="194" y="427"/>
                    <a:pt x="194" y="429"/>
                  </a:cubicBezTo>
                  <a:cubicBezTo>
                    <a:pt x="194" y="429"/>
                    <a:pt x="194" y="429"/>
                    <a:pt x="194" y="429"/>
                  </a:cubicBezTo>
                  <a:cubicBezTo>
                    <a:pt x="189" y="432"/>
                    <a:pt x="183" y="435"/>
                    <a:pt x="180" y="441"/>
                  </a:cubicBezTo>
                  <a:cubicBezTo>
                    <a:pt x="180" y="442"/>
                    <a:pt x="179" y="443"/>
                    <a:pt x="178" y="444"/>
                  </a:cubicBezTo>
                  <a:cubicBezTo>
                    <a:pt x="178" y="441"/>
                    <a:pt x="178" y="437"/>
                    <a:pt x="180" y="434"/>
                  </a:cubicBezTo>
                  <a:cubicBezTo>
                    <a:pt x="179" y="431"/>
                    <a:pt x="178" y="427"/>
                    <a:pt x="179" y="425"/>
                  </a:cubicBezTo>
                  <a:cubicBezTo>
                    <a:pt x="178" y="412"/>
                    <a:pt x="182" y="402"/>
                    <a:pt x="179" y="389"/>
                  </a:cubicBezTo>
                  <a:cubicBezTo>
                    <a:pt x="179" y="390"/>
                    <a:pt x="178" y="389"/>
                    <a:pt x="177" y="389"/>
                  </a:cubicBezTo>
                  <a:cubicBezTo>
                    <a:pt x="178" y="389"/>
                    <a:pt x="178" y="389"/>
                    <a:pt x="178" y="389"/>
                  </a:cubicBezTo>
                  <a:cubicBezTo>
                    <a:pt x="176" y="388"/>
                    <a:pt x="176" y="388"/>
                    <a:pt x="176" y="388"/>
                  </a:cubicBezTo>
                  <a:cubicBezTo>
                    <a:pt x="176" y="387"/>
                    <a:pt x="178" y="387"/>
                    <a:pt x="178" y="388"/>
                  </a:cubicBezTo>
                  <a:cubicBezTo>
                    <a:pt x="178" y="383"/>
                    <a:pt x="177" y="379"/>
                    <a:pt x="178" y="374"/>
                  </a:cubicBezTo>
                  <a:cubicBezTo>
                    <a:pt x="175" y="374"/>
                    <a:pt x="177" y="371"/>
                    <a:pt x="175" y="371"/>
                  </a:cubicBezTo>
                  <a:cubicBezTo>
                    <a:pt x="176" y="371"/>
                    <a:pt x="176" y="371"/>
                    <a:pt x="176" y="371"/>
                  </a:cubicBezTo>
                  <a:cubicBezTo>
                    <a:pt x="175" y="368"/>
                    <a:pt x="175" y="368"/>
                    <a:pt x="177" y="365"/>
                  </a:cubicBezTo>
                  <a:cubicBezTo>
                    <a:pt x="178" y="353"/>
                    <a:pt x="176" y="340"/>
                    <a:pt x="174" y="326"/>
                  </a:cubicBezTo>
                  <a:cubicBezTo>
                    <a:pt x="170" y="313"/>
                    <a:pt x="162" y="297"/>
                    <a:pt x="148" y="288"/>
                  </a:cubicBezTo>
                  <a:cubicBezTo>
                    <a:pt x="143" y="290"/>
                    <a:pt x="142" y="286"/>
                    <a:pt x="138" y="288"/>
                  </a:cubicBezTo>
                  <a:cubicBezTo>
                    <a:pt x="138" y="287"/>
                    <a:pt x="138" y="287"/>
                    <a:pt x="138" y="287"/>
                  </a:cubicBezTo>
                  <a:cubicBezTo>
                    <a:pt x="136" y="288"/>
                    <a:pt x="136" y="286"/>
                    <a:pt x="133" y="284"/>
                  </a:cubicBezTo>
                  <a:cubicBezTo>
                    <a:pt x="133" y="285"/>
                    <a:pt x="132" y="284"/>
                    <a:pt x="132" y="286"/>
                  </a:cubicBezTo>
                  <a:cubicBezTo>
                    <a:pt x="131" y="287"/>
                    <a:pt x="131" y="282"/>
                    <a:pt x="129" y="283"/>
                  </a:cubicBezTo>
                  <a:cubicBezTo>
                    <a:pt x="129" y="282"/>
                    <a:pt x="129" y="284"/>
                    <a:pt x="129" y="283"/>
                  </a:cubicBezTo>
                  <a:cubicBezTo>
                    <a:pt x="125" y="285"/>
                    <a:pt x="129" y="282"/>
                    <a:pt x="127" y="279"/>
                  </a:cubicBezTo>
                  <a:cubicBezTo>
                    <a:pt x="120" y="278"/>
                    <a:pt x="113" y="280"/>
                    <a:pt x="107" y="278"/>
                  </a:cubicBezTo>
                  <a:cubicBezTo>
                    <a:pt x="108" y="278"/>
                    <a:pt x="108" y="280"/>
                    <a:pt x="107" y="280"/>
                  </a:cubicBezTo>
                  <a:cubicBezTo>
                    <a:pt x="107" y="276"/>
                    <a:pt x="105" y="280"/>
                    <a:pt x="104" y="279"/>
                  </a:cubicBezTo>
                  <a:cubicBezTo>
                    <a:pt x="104" y="278"/>
                    <a:pt x="105" y="278"/>
                    <a:pt x="105" y="278"/>
                  </a:cubicBezTo>
                  <a:cubicBezTo>
                    <a:pt x="103" y="276"/>
                    <a:pt x="101" y="278"/>
                    <a:pt x="98" y="277"/>
                  </a:cubicBezTo>
                  <a:cubicBezTo>
                    <a:pt x="96" y="278"/>
                    <a:pt x="94" y="275"/>
                    <a:pt x="92" y="277"/>
                  </a:cubicBezTo>
                  <a:cubicBezTo>
                    <a:pt x="93" y="275"/>
                    <a:pt x="91" y="276"/>
                    <a:pt x="91" y="275"/>
                  </a:cubicBezTo>
                  <a:cubicBezTo>
                    <a:pt x="89" y="279"/>
                    <a:pt x="88" y="273"/>
                    <a:pt x="85" y="275"/>
                  </a:cubicBezTo>
                  <a:cubicBezTo>
                    <a:pt x="86" y="275"/>
                    <a:pt x="86" y="275"/>
                    <a:pt x="86" y="275"/>
                  </a:cubicBezTo>
                  <a:cubicBezTo>
                    <a:pt x="80" y="274"/>
                    <a:pt x="77" y="272"/>
                    <a:pt x="72" y="271"/>
                  </a:cubicBezTo>
                  <a:cubicBezTo>
                    <a:pt x="69" y="270"/>
                    <a:pt x="69" y="264"/>
                    <a:pt x="66" y="264"/>
                  </a:cubicBezTo>
                  <a:cubicBezTo>
                    <a:pt x="65" y="265"/>
                    <a:pt x="65" y="265"/>
                    <a:pt x="64" y="265"/>
                  </a:cubicBezTo>
                  <a:cubicBezTo>
                    <a:pt x="64" y="264"/>
                    <a:pt x="65" y="264"/>
                    <a:pt x="65" y="264"/>
                  </a:cubicBezTo>
                  <a:cubicBezTo>
                    <a:pt x="63" y="263"/>
                    <a:pt x="63" y="260"/>
                    <a:pt x="62" y="259"/>
                  </a:cubicBezTo>
                  <a:cubicBezTo>
                    <a:pt x="62" y="259"/>
                    <a:pt x="61" y="258"/>
                    <a:pt x="60" y="259"/>
                  </a:cubicBezTo>
                  <a:cubicBezTo>
                    <a:pt x="61" y="256"/>
                    <a:pt x="56" y="255"/>
                    <a:pt x="57" y="252"/>
                  </a:cubicBezTo>
                  <a:cubicBezTo>
                    <a:pt x="54" y="254"/>
                    <a:pt x="54" y="252"/>
                    <a:pt x="53" y="251"/>
                  </a:cubicBezTo>
                  <a:cubicBezTo>
                    <a:pt x="53" y="251"/>
                    <a:pt x="54" y="250"/>
                    <a:pt x="54" y="250"/>
                  </a:cubicBezTo>
                  <a:cubicBezTo>
                    <a:pt x="53" y="249"/>
                    <a:pt x="53" y="248"/>
                    <a:pt x="53" y="245"/>
                  </a:cubicBezTo>
                  <a:cubicBezTo>
                    <a:pt x="52" y="245"/>
                    <a:pt x="50" y="245"/>
                    <a:pt x="50" y="244"/>
                  </a:cubicBezTo>
                  <a:cubicBezTo>
                    <a:pt x="52" y="242"/>
                    <a:pt x="50" y="241"/>
                    <a:pt x="50" y="240"/>
                  </a:cubicBezTo>
                  <a:cubicBezTo>
                    <a:pt x="48" y="241"/>
                    <a:pt x="46" y="240"/>
                    <a:pt x="47" y="239"/>
                  </a:cubicBezTo>
                  <a:cubicBezTo>
                    <a:pt x="49" y="238"/>
                    <a:pt x="49" y="238"/>
                    <a:pt x="49" y="238"/>
                  </a:cubicBezTo>
                  <a:cubicBezTo>
                    <a:pt x="46" y="235"/>
                    <a:pt x="48" y="230"/>
                    <a:pt x="44" y="225"/>
                  </a:cubicBezTo>
                  <a:cubicBezTo>
                    <a:pt x="45" y="224"/>
                    <a:pt x="45" y="224"/>
                    <a:pt x="45" y="224"/>
                  </a:cubicBezTo>
                  <a:cubicBezTo>
                    <a:pt x="42" y="219"/>
                    <a:pt x="42" y="213"/>
                    <a:pt x="37" y="209"/>
                  </a:cubicBezTo>
                  <a:cubicBezTo>
                    <a:pt x="37" y="208"/>
                    <a:pt x="37" y="207"/>
                    <a:pt x="36" y="205"/>
                  </a:cubicBezTo>
                  <a:cubicBezTo>
                    <a:pt x="37" y="205"/>
                    <a:pt x="39" y="204"/>
                    <a:pt x="40" y="203"/>
                  </a:cubicBezTo>
                  <a:cubicBezTo>
                    <a:pt x="36" y="203"/>
                    <a:pt x="36" y="203"/>
                    <a:pt x="36" y="203"/>
                  </a:cubicBezTo>
                  <a:cubicBezTo>
                    <a:pt x="41" y="201"/>
                    <a:pt x="44" y="197"/>
                    <a:pt x="48" y="196"/>
                  </a:cubicBezTo>
                  <a:cubicBezTo>
                    <a:pt x="47" y="198"/>
                    <a:pt x="49" y="198"/>
                    <a:pt x="49" y="199"/>
                  </a:cubicBezTo>
                  <a:cubicBezTo>
                    <a:pt x="50" y="198"/>
                    <a:pt x="50" y="196"/>
                    <a:pt x="52" y="196"/>
                  </a:cubicBezTo>
                  <a:cubicBezTo>
                    <a:pt x="51" y="199"/>
                    <a:pt x="51" y="199"/>
                    <a:pt x="51" y="199"/>
                  </a:cubicBezTo>
                  <a:cubicBezTo>
                    <a:pt x="52" y="197"/>
                    <a:pt x="56" y="193"/>
                    <a:pt x="59" y="190"/>
                  </a:cubicBezTo>
                  <a:cubicBezTo>
                    <a:pt x="59" y="197"/>
                    <a:pt x="61" y="192"/>
                    <a:pt x="62" y="201"/>
                  </a:cubicBezTo>
                  <a:cubicBezTo>
                    <a:pt x="60" y="200"/>
                    <a:pt x="60" y="200"/>
                    <a:pt x="60" y="200"/>
                  </a:cubicBezTo>
                  <a:cubicBezTo>
                    <a:pt x="61" y="202"/>
                    <a:pt x="61" y="203"/>
                    <a:pt x="62" y="206"/>
                  </a:cubicBezTo>
                  <a:cubicBezTo>
                    <a:pt x="64" y="206"/>
                    <a:pt x="65" y="204"/>
                    <a:pt x="64" y="199"/>
                  </a:cubicBezTo>
                  <a:cubicBezTo>
                    <a:pt x="68" y="202"/>
                    <a:pt x="65" y="203"/>
                    <a:pt x="68" y="212"/>
                  </a:cubicBezTo>
                  <a:cubicBezTo>
                    <a:pt x="71" y="214"/>
                    <a:pt x="66" y="208"/>
                    <a:pt x="69" y="207"/>
                  </a:cubicBezTo>
                  <a:cubicBezTo>
                    <a:pt x="70" y="206"/>
                    <a:pt x="71" y="211"/>
                    <a:pt x="75" y="215"/>
                  </a:cubicBezTo>
                  <a:cubicBezTo>
                    <a:pt x="82" y="221"/>
                    <a:pt x="78" y="220"/>
                    <a:pt x="81" y="223"/>
                  </a:cubicBezTo>
                  <a:cubicBezTo>
                    <a:pt x="79" y="223"/>
                    <a:pt x="71" y="217"/>
                    <a:pt x="73" y="217"/>
                  </a:cubicBezTo>
                  <a:cubicBezTo>
                    <a:pt x="65" y="209"/>
                    <a:pt x="73" y="224"/>
                    <a:pt x="68" y="218"/>
                  </a:cubicBezTo>
                  <a:cubicBezTo>
                    <a:pt x="75" y="226"/>
                    <a:pt x="76" y="226"/>
                    <a:pt x="82" y="226"/>
                  </a:cubicBezTo>
                  <a:cubicBezTo>
                    <a:pt x="79" y="225"/>
                    <a:pt x="85" y="224"/>
                    <a:pt x="82" y="223"/>
                  </a:cubicBezTo>
                  <a:cubicBezTo>
                    <a:pt x="98" y="219"/>
                    <a:pt x="96" y="225"/>
                    <a:pt x="106" y="216"/>
                  </a:cubicBezTo>
                  <a:cubicBezTo>
                    <a:pt x="103" y="216"/>
                    <a:pt x="111" y="202"/>
                    <a:pt x="104" y="206"/>
                  </a:cubicBezTo>
                  <a:cubicBezTo>
                    <a:pt x="104" y="204"/>
                    <a:pt x="105" y="201"/>
                    <a:pt x="107" y="200"/>
                  </a:cubicBezTo>
                  <a:cubicBezTo>
                    <a:pt x="107" y="203"/>
                    <a:pt x="110" y="197"/>
                    <a:pt x="110" y="201"/>
                  </a:cubicBezTo>
                  <a:cubicBezTo>
                    <a:pt x="111" y="198"/>
                    <a:pt x="111" y="198"/>
                    <a:pt x="111" y="198"/>
                  </a:cubicBezTo>
                  <a:cubicBezTo>
                    <a:pt x="111" y="204"/>
                    <a:pt x="111" y="204"/>
                    <a:pt x="111" y="204"/>
                  </a:cubicBezTo>
                  <a:cubicBezTo>
                    <a:pt x="114" y="201"/>
                    <a:pt x="118" y="196"/>
                    <a:pt x="120" y="194"/>
                  </a:cubicBezTo>
                  <a:cubicBezTo>
                    <a:pt x="121" y="189"/>
                    <a:pt x="117" y="195"/>
                    <a:pt x="119" y="190"/>
                  </a:cubicBezTo>
                  <a:cubicBezTo>
                    <a:pt x="119" y="192"/>
                    <a:pt x="121" y="189"/>
                    <a:pt x="122" y="186"/>
                  </a:cubicBezTo>
                  <a:cubicBezTo>
                    <a:pt x="120" y="191"/>
                    <a:pt x="119" y="186"/>
                    <a:pt x="120" y="182"/>
                  </a:cubicBezTo>
                  <a:cubicBezTo>
                    <a:pt x="120" y="181"/>
                    <a:pt x="121" y="180"/>
                    <a:pt x="121" y="179"/>
                  </a:cubicBezTo>
                  <a:cubicBezTo>
                    <a:pt x="122" y="180"/>
                    <a:pt x="122" y="180"/>
                    <a:pt x="122" y="181"/>
                  </a:cubicBezTo>
                  <a:cubicBezTo>
                    <a:pt x="122" y="182"/>
                    <a:pt x="122" y="182"/>
                    <a:pt x="122" y="183"/>
                  </a:cubicBezTo>
                  <a:cubicBezTo>
                    <a:pt x="123" y="183"/>
                    <a:pt x="123" y="183"/>
                    <a:pt x="123" y="183"/>
                  </a:cubicBezTo>
                  <a:cubicBezTo>
                    <a:pt x="123" y="183"/>
                    <a:pt x="122" y="183"/>
                    <a:pt x="122" y="183"/>
                  </a:cubicBezTo>
                  <a:cubicBezTo>
                    <a:pt x="122" y="188"/>
                    <a:pt x="125" y="188"/>
                    <a:pt x="126" y="189"/>
                  </a:cubicBezTo>
                  <a:cubicBezTo>
                    <a:pt x="126" y="193"/>
                    <a:pt x="126" y="193"/>
                    <a:pt x="126" y="193"/>
                  </a:cubicBezTo>
                  <a:cubicBezTo>
                    <a:pt x="127" y="193"/>
                    <a:pt x="127" y="193"/>
                    <a:pt x="127" y="193"/>
                  </a:cubicBezTo>
                  <a:cubicBezTo>
                    <a:pt x="130" y="197"/>
                    <a:pt x="134" y="202"/>
                    <a:pt x="132" y="203"/>
                  </a:cubicBezTo>
                  <a:cubicBezTo>
                    <a:pt x="134" y="205"/>
                    <a:pt x="136" y="206"/>
                    <a:pt x="135" y="203"/>
                  </a:cubicBezTo>
                  <a:cubicBezTo>
                    <a:pt x="136" y="205"/>
                    <a:pt x="140" y="212"/>
                    <a:pt x="151" y="211"/>
                  </a:cubicBezTo>
                  <a:cubicBezTo>
                    <a:pt x="161" y="208"/>
                    <a:pt x="165" y="201"/>
                    <a:pt x="167" y="197"/>
                  </a:cubicBezTo>
                  <a:cubicBezTo>
                    <a:pt x="164" y="201"/>
                    <a:pt x="163" y="200"/>
                    <a:pt x="162" y="200"/>
                  </a:cubicBezTo>
                  <a:cubicBezTo>
                    <a:pt x="161" y="197"/>
                    <a:pt x="164" y="198"/>
                    <a:pt x="164" y="194"/>
                  </a:cubicBezTo>
                  <a:cubicBezTo>
                    <a:pt x="165" y="195"/>
                    <a:pt x="167" y="192"/>
                    <a:pt x="166" y="196"/>
                  </a:cubicBezTo>
                  <a:cubicBezTo>
                    <a:pt x="170" y="191"/>
                    <a:pt x="171" y="185"/>
                    <a:pt x="173" y="179"/>
                  </a:cubicBezTo>
                  <a:cubicBezTo>
                    <a:pt x="173" y="180"/>
                    <a:pt x="173" y="180"/>
                    <a:pt x="174" y="181"/>
                  </a:cubicBezTo>
                  <a:cubicBezTo>
                    <a:pt x="174" y="181"/>
                    <a:pt x="174" y="181"/>
                    <a:pt x="174" y="182"/>
                  </a:cubicBezTo>
                  <a:cubicBezTo>
                    <a:pt x="174" y="182"/>
                    <a:pt x="174" y="182"/>
                    <a:pt x="174" y="183"/>
                  </a:cubicBezTo>
                  <a:cubicBezTo>
                    <a:pt x="175" y="184"/>
                    <a:pt x="175" y="185"/>
                    <a:pt x="176" y="186"/>
                  </a:cubicBezTo>
                  <a:cubicBezTo>
                    <a:pt x="175" y="185"/>
                    <a:pt x="175" y="185"/>
                    <a:pt x="175" y="184"/>
                  </a:cubicBezTo>
                  <a:cubicBezTo>
                    <a:pt x="175" y="185"/>
                    <a:pt x="175" y="186"/>
                    <a:pt x="176" y="187"/>
                  </a:cubicBezTo>
                  <a:cubicBezTo>
                    <a:pt x="176" y="187"/>
                    <a:pt x="176" y="187"/>
                    <a:pt x="176" y="187"/>
                  </a:cubicBezTo>
                  <a:cubicBezTo>
                    <a:pt x="177" y="189"/>
                    <a:pt x="177" y="190"/>
                    <a:pt x="178" y="191"/>
                  </a:cubicBezTo>
                  <a:cubicBezTo>
                    <a:pt x="176" y="191"/>
                    <a:pt x="176" y="191"/>
                    <a:pt x="176" y="191"/>
                  </a:cubicBezTo>
                  <a:cubicBezTo>
                    <a:pt x="176" y="194"/>
                    <a:pt x="188" y="201"/>
                    <a:pt x="189" y="198"/>
                  </a:cubicBezTo>
                  <a:cubicBezTo>
                    <a:pt x="205" y="196"/>
                    <a:pt x="210" y="186"/>
                    <a:pt x="213" y="179"/>
                  </a:cubicBezTo>
                  <a:cubicBezTo>
                    <a:pt x="214" y="178"/>
                    <a:pt x="214" y="178"/>
                    <a:pt x="214" y="178"/>
                  </a:cubicBezTo>
                  <a:cubicBezTo>
                    <a:pt x="214" y="178"/>
                    <a:pt x="214" y="178"/>
                    <a:pt x="214" y="178"/>
                  </a:cubicBezTo>
                  <a:cubicBezTo>
                    <a:pt x="214" y="178"/>
                    <a:pt x="214" y="177"/>
                    <a:pt x="214" y="177"/>
                  </a:cubicBezTo>
                  <a:cubicBezTo>
                    <a:pt x="214" y="177"/>
                    <a:pt x="215" y="177"/>
                    <a:pt x="215" y="177"/>
                  </a:cubicBezTo>
                  <a:cubicBezTo>
                    <a:pt x="219" y="183"/>
                    <a:pt x="215" y="181"/>
                    <a:pt x="216" y="184"/>
                  </a:cubicBezTo>
                  <a:cubicBezTo>
                    <a:pt x="224" y="191"/>
                    <a:pt x="234" y="187"/>
                    <a:pt x="239" y="182"/>
                  </a:cubicBezTo>
                  <a:cubicBezTo>
                    <a:pt x="239" y="182"/>
                    <a:pt x="240" y="183"/>
                    <a:pt x="239" y="183"/>
                  </a:cubicBezTo>
                  <a:cubicBezTo>
                    <a:pt x="244" y="179"/>
                    <a:pt x="250" y="173"/>
                    <a:pt x="253" y="167"/>
                  </a:cubicBezTo>
                  <a:cubicBezTo>
                    <a:pt x="255" y="173"/>
                    <a:pt x="258" y="178"/>
                    <a:pt x="262" y="183"/>
                  </a:cubicBezTo>
                  <a:cubicBezTo>
                    <a:pt x="272" y="194"/>
                    <a:pt x="282" y="179"/>
                    <a:pt x="282" y="172"/>
                  </a:cubicBezTo>
                  <a:cubicBezTo>
                    <a:pt x="282" y="171"/>
                    <a:pt x="283" y="172"/>
                    <a:pt x="283" y="173"/>
                  </a:cubicBezTo>
                  <a:cubicBezTo>
                    <a:pt x="283" y="162"/>
                    <a:pt x="288" y="150"/>
                    <a:pt x="283" y="141"/>
                  </a:cubicBezTo>
                  <a:cubicBezTo>
                    <a:pt x="281" y="138"/>
                    <a:pt x="281" y="138"/>
                    <a:pt x="281" y="138"/>
                  </a:cubicBezTo>
                  <a:cubicBezTo>
                    <a:pt x="282" y="136"/>
                    <a:pt x="283" y="136"/>
                    <a:pt x="284" y="134"/>
                  </a:cubicBezTo>
                  <a:cubicBezTo>
                    <a:pt x="283" y="132"/>
                    <a:pt x="283" y="124"/>
                    <a:pt x="282" y="122"/>
                  </a:cubicBezTo>
                  <a:cubicBezTo>
                    <a:pt x="283" y="121"/>
                    <a:pt x="283" y="123"/>
                    <a:pt x="283" y="123"/>
                  </a:cubicBezTo>
                  <a:cubicBezTo>
                    <a:pt x="284" y="122"/>
                    <a:pt x="284" y="121"/>
                    <a:pt x="284" y="120"/>
                  </a:cubicBezTo>
                  <a:cubicBezTo>
                    <a:pt x="285" y="120"/>
                    <a:pt x="286" y="120"/>
                    <a:pt x="287" y="120"/>
                  </a:cubicBezTo>
                  <a:cubicBezTo>
                    <a:pt x="293" y="141"/>
                    <a:pt x="294" y="171"/>
                    <a:pt x="312" y="180"/>
                  </a:cubicBezTo>
                  <a:cubicBezTo>
                    <a:pt x="316" y="182"/>
                    <a:pt x="313" y="183"/>
                    <a:pt x="315" y="184"/>
                  </a:cubicBezTo>
                  <a:cubicBezTo>
                    <a:pt x="325" y="187"/>
                    <a:pt x="336" y="188"/>
                    <a:pt x="347" y="188"/>
                  </a:cubicBezTo>
                  <a:cubicBezTo>
                    <a:pt x="346" y="189"/>
                    <a:pt x="345" y="190"/>
                    <a:pt x="344" y="191"/>
                  </a:cubicBezTo>
                  <a:cubicBezTo>
                    <a:pt x="346" y="193"/>
                    <a:pt x="342" y="195"/>
                    <a:pt x="343" y="196"/>
                  </a:cubicBezTo>
                  <a:cubicBezTo>
                    <a:pt x="343" y="196"/>
                    <a:pt x="343" y="196"/>
                    <a:pt x="343" y="195"/>
                  </a:cubicBezTo>
                  <a:cubicBezTo>
                    <a:pt x="340" y="201"/>
                    <a:pt x="343" y="196"/>
                    <a:pt x="338" y="200"/>
                  </a:cubicBezTo>
                  <a:cubicBezTo>
                    <a:pt x="327" y="213"/>
                    <a:pt x="329" y="230"/>
                    <a:pt x="329" y="240"/>
                  </a:cubicBezTo>
                  <a:cubicBezTo>
                    <a:pt x="330" y="251"/>
                    <a:pt x="331" y="257"/>
                    <a:pt x="326" y="263"/>
                  </a:cubicBezTo>
                  <a:cubicBezTo>
                    <a:pt x="327" y="267"/>
                    <a:pt x="324" y="267"/>
                    <a:pt x="325" y="270"/>
                  </a:cubicBezTo>
                  <a:cubicBezTo>
                    <a:pt x="324" y="269"/>
                    <a:pt x="324" y="269"/>
                    <a:pt x="324" y="269"/>
                  </a:cubicBezTo>
                  <a:cubicBezTo>
                    <a:pt x="324" y="271"/>
                    <a:pt x="323" y="270"/>
                    <a:pt x="321" y="270"/>
                  </a:cubicBezTo>
                  <a:cubicBezTo>
                    <a:pt x="321" y="271"/>
                    <a:pt x="320" y="271"/>
                    <a:pt x="321" y="272"/>
                  </a:cubicBezTo>
                  <a:cubicBezTo>
                    <a:pt x="322" y="274"/>
                    <a:pt x="319" y="270"/>
                    <a:pt x="318" y="271"/>
                  </a:cubicBezTo>
                  <a:cubicBezTo>
                    <a:pt x="318" y="271"/>
                    <a:pt x="319" y="272"/>
                    <a:pt x="318" y="272"/>
                  </a:cubicBezTo>
                  <a:cubicBezTo>
                    <a:pt x="317" y="275"/>
                    <a:pt x="318" y="271"/>
                    <a:pt x="315" y="270"/>
                  </a:cubicBezTo>
                  <a:cubicBezTo>
                    <a:pt x="311" y="273"/>
                    <a:pt x="306" y="276"/>
                    <a:pt x="302" y="277"/>
                  </a:cubicBezTo>
                  <a:cubicBezTo>
                    <a:pt x="302" y="277"/>
                    <a:pt x="303" y="278"/>
                    <a:pt x="302" y="278"/>
                  </a:cubicBezTo>
                  <a:cubicBezTo>
                    <a:pt x="301" y="275"/>
                    <a:pt x="301" y="280"/>
                    <a:pt x="299" y="279"/>
                  </a:cubicBezTo>
                  <a:cubicBezTo>
                    <a:pt x="300" y="277"/>
                    <a:pt x="300" y="277"/>
                    <a:pt x="300" y="277"/>
                  </a:cubicBezTo>
                  <a:cubicBezTo>
                    <a:pt x="297" y="277"/>
                    <a:pt x="296" y="279"/>
                    <a:pt x="293" y="279"/>
                  </a:cubicBezTo>
                  <a:cubicBezTo>
                    <a:pt x="292" y="280"/>
                    <a:pt x="288" y="279"/>
                    <a:pt x="287" y="281"/>
                  </a:cubicBezTo>
                  <a:cubicBezTo>
                    <a:pt x="287" y="280"/>
                    <a:pt x="286" y="280"/>
                    <a:pt x="285" y="280"/>
                  </a:cubicBezTo>
                  <a:cubicBezTo>
                    <a:pt x="285" y="284"/>
                    <a:pt x="281" y="280"/>
                    <a:pt x="280" y="284"/>
                  </a:cubicBezTo>
                  <a:cubicBezTo>
                    <a:pt x="280" y="283"/>
                    <a:pt x="280" y="283"/>
                    <a:pt x="280" y="283"/>
                  </a:cubicBezTo>
                  <a:cubicBezTo>
                    <a:pt x="274" y="287"/>
                    <a:pt x="267" y="290"/>
                    <a:pt x="263" y="297"/>
                  </a:cubicBezTo>
                  <a:cubicBezTo>
                    <a:pt x="260" y="300"/>
                    <a:pt x="256" y="300"/>
                    <a:pt x="254" y="305"/>
                  </a:cubicBezTo>
                  <a:cubicBezTo>
                    <a:pt x="254" y="306"/>
                    <a:pt x="255" y="306"/>
                    <a:pt x="255" y="307"/>
                  </a:cubicBezTo>
                  <a:cubicBezTo>
                    <a:pt x="255" y="308"/>
                    <a:pt x="254" y="306"/>
                    <a:pt x="254" y="306"/>
                  </a:cubicBezTo>
                  <a:cubicBezTo>
                    <a:pt x="254" y="309"/>
                    <a:pt x="251" y="310"/>
                    <a:pt x="250" y="312"/>
                  </a:cubicBezTo>
                  <a:cubicBezTo>
                    <a:pt x="250" y="313"/>
                    <a:pt x="250" y="314"/>
                    <a:pt x="251" y="314"/>
                  </a:cubicBezTo>
                  <a:cubicBezTo>
                    <a:pt x="247" y="315"/>
                    <a:pt x="248" y="320"/>
                    <a:pt x="245" y="322"/>
                  </a:cubicBezTo>
                  <a:cubicBezTo>
                    <a:pt x="248" y="322"/>
                    <a:pt x="246" y="324"/>
                    <a:pt x="247" y="325"/>
                  </a:cubicBezTo>
                  <a:cubicBezTo>
                    <a:pt x="246" y="326"/>
                    <a:pt x="245" y="326"/>
                    <a:pt x="245" y="325"/>
                  </a:cubicBezTo>
                  <a:cubicBezTo>
                    <a:pt x="245" y="327"/>
                    <a:pt x="244" y="328"/>
                    <a:pt x="243" y="330"/>
                  </a:cubicBezTo>
                  <a:cubicBezTo>
                    <a:pt x="243" y="332"/>
                    <a:pt x="244" y="333"/>
                    <a:pt x="243" y="334"/>
                  </a:cubicBezTo>
                  <a:cubicBezTo>
                    <a:pt x="241" y="334"/>
                    <a:pt x="242" y="336"/>
                    <a:pt x="241" y="338"/>
                  </a:cubicBezTo>
                  <a:cubicBezTo>
                    <a:pt x="243" y="338"/>
                    <a:pt x="244" y="340"/>
                    <a:pt x="243" y="341"/>
                  </a:cubicBezTo>
                  <a:cubicBezTo>
                    <a:pt x="240" y="340"/>
                    <a:pt x="240" y="340"/>
                    <a:pt x="240" y="340"/>
                  </a:cubicBezTo>
                  <a:cubicBezTo>
                    <a:pt x="241" y="344"/>
                    <a:pt x="237" y="350"/>
                    <a:pt x="240" y="355"/>
                  </a:cubicBezTo>
                  <a:cubicBezTo>
                    <a:pt x="238" y="355"/>
                    <a:pt x="238" y="355"/>
                    <a:pt x="238" y="355"/>
                  </a:cubicBezTo>
                  <a:cubicBezTo>
                    <a:pt x="239" y="360"/>
                    <a:pt x="236" y="365"/>
                    <a:pt x="239" y="370"/>
                  </a:cubicBezTo>
                  <a:cubicBezTo>
                    <a:pt x="238" y="371"/>
                    <a:pt x="237" y="373"/>
                    <a:pt x="237" y="374"/>
                  </a:cubicBezTo>
                  <a:cubicBezTo>
                    <a:pt x="239" y="376"/>
                    <a:pt x="238" y="376"/>
                    <a:pt x="241" y="378"/>
                  </a:cubicBezTo>
                  <a:cubicBezTo>
                    <a:pt x="241" y="378"/>
                    <a:pt x="239" y="379"/>
                    <a:pt x="239" y="379"/>
                  </a:cubicBezTo>
                  <a:cubicBezTo>
                    <a:pt x="238" y="381"/>
                    <a:pt x="236" y="383"/>
                    <a:pt x="238" y="385"/>
                  </a:cubicBezTo>
                  <a:cubicBezTo>
                    <a:pt x="237" y="385"/>
                    <a:pt x="237" y="385"/>
                    <a:pt x="237" y="385"/>
                  </a:cubicBezTo>
                  <a:cubicBezTo>
                    <a:pt x="238" y="387"/>
                    <a:pt x="240" y="389"/>
                    <a:pt x="238" y="391"/>
                  </a:cubicBezTo>
                  <a:cubicBezTo>
                    <a:pt x="239" y="391"/>
                    <a:pt x="239" y="393"/>
                    <a:pt x="241" y="393"/>
                  </a:cubicBezTo>
                  <a:cubicBezTo>
                    <a:pt x="241" y="393"/>
                    <a:pt x="239" y="393"/>
                    <a:pt x="240" y="394"/>
                  </a:cubicBezTo>
                  <a:cubicBezTo>
                    <a:pt x="238" y="393"/>
                    <a:pt x="238" y="393"/>
                    <a:pt x="238" y="393"/>
                  </a:cubicBezTo>
                  <a:cubicBezTo>
                    <a:pt x="237" y="397"/>
                    <a:pt x="238" y="401"/>
                    <a:pt x="239" y="405"/>
                  </a:cubicBezTo>
                  <a:cubicBezTo>
                    <a:pt x="236" y="406"/>
                    <a:pt x="239" y="409"/>
                    <a:pt x="237" y="411"/>
                  </a:cubicBezTo>
                  <a:cubicBezTo>
                    <a:pt x="239" y="412"/>
                    <a:pt x="237" y="415"/>
                    <a:pt x="240" y="416"/>
                  </a:cubicBezTo>
                  <a:cubicBezTo>
                    <a:pt x="238" y="416"/>
                    <a:pt x="238" y="416"/>
                    <a:pt x="238" y="416"/>
                  </a:cubicBezTo>
                  <a:cubicBezTo>
                    <a:pt x="238" y="418"/>
                    <a:pt x="238" y="420"/>
                    <a:pt x="237" y="423"/>
                  </a:cubicBezTo>
                  <a:cubicBezTo>
                    <a:pt x="237" y="424"/>
                    <a:pt x="239" y="424"/>
                    <a:pt x="240" y="425"/>
                  </a:cubicBezTo>
                  <a:cubicBezTo>
                    <a:pt x="238" y="425"/>
                    <a:pt x="238" y="425"/>
                    <a:pt x="238" y="425"/>
                  </a:cubicBezTo>
                  <a:cubicBezTo>
                    <a:pt x="239" y="426"/>
                    <a:pt x="241" y="427"/>
                    <a:pt x="243" y="427"/>
                  </a:cubicBezTo>
                  <a:cubicBezTo>
                    <a:pt x="242" y="428"/>
                    <a:pt x="243" y="428"/>
                    <a:pt x="242" y="429"/>
                  </a:cubicBezTo>
                  <a:cubicBezTo>
                    <a:pt x="241" y="428"/>
                    <a:pt x="239" y="428"/>
                    <a:pt x="237" y="427"/>
                  </a:cubicBezTo>
                  <a:cubicBezTo>
                    <a:pt x="237" y="428"/>
                    <a:pt x="240" y="430"/>
                    <a:pt x="238" y="431"/>
                  </a:cubicBezTo>
                  <a:cubicBezTo>
                    <a:pt x="238" y="432"/>
                    <a:pt x="239" y="433"/>
                    <a:pt x="241" y="433"/>
                  </a:cubicBezTo>
                  <a:cubicBezTo>
                    <a:pt x="240" y="433"/>
                    <a:pt x="239" y="434"/>
                    <a:pt x="239" y="433"/>
                  </a:cubicBezTo>
                  <a:cubicBezTo>
                    <a:pt x="239" y="434"/>
                    <a:pt x="239" y="435"/>
                    <a:pt x="240" y="435"/>
                  </a:cubicBezTo>
                  <a:cubicBezTo>
                    <a:pt x="240" y="435"/>
                    <a:pt x="240" y="435"/>
                    <a:pt x="240" y="435"/>
                  </a:cubicBezTo>
                  <a:cubicBezTo>
                    <a:pt x="241" y="435"/>
                    <a:pt x="241" y="436"/>
                    <a:pt x="243" y="436"/>
                  </a:cubicBezTo>
                  <a:cubicBezTo>
                    <a:pt x="243" y="435"/>
                    <a:pt x="243" y="435"/>
                    <a:pt x="243" y="435"/>
                  </a:cubicBezTo>
                  <a:cubicBezTo>
                    <a:pt x="244" y="435"/>
                    <a:pt x="245" y="436"/>
                    <a:pt x="243" y="437"/>
                  </a:cubicBezTo>
                  <a:cubicBezTo>
                    <a:pt x="242" y="437"/>
                    <a:pt x="241" y="436"/>
                    <a:pt x="240" y="437"/>
                  </a:cubicBezTo>
                  <a:cubicBezTo>
                    <a:pt x="244" y="439"/>
                    <a:pt x="244" y="439"/>
                    <a:pt x="244" y="439"/>
                  </a:cubicBezTo>
                  <a:cubicBezTo>
                    <a:pt x="243" y="439"/>
                    <a:pt x="244" y="438"/>
                    <a:pt x="245" y="438"/>
                  </a:cubicBezTo>
                  <a:cubicBezTo>
                    <a:pt x="244" y="437"/>
                    <a:pt x="244" y="437"/>
                    <a:pt x="244" y="437"/>
                  </a:cubicBezTo>
                  <a:cubicBezTo>
                    <a:pt x="246" y="437"/>
                    <a:pt x="246" y="437"/>
                    <a:pt x="246" y="437"/>
                  </a:cubicBezTo>
                  <a:cubicBezTo>
                    <a:pt x="245" y="435"/>
                    <a:pt x="246" y="434"/>
                    <a:pt x="245" y="432"/>
                  </a:cubicBezTo>
                  <a:cubicBezTo>
                    <a:pt x="244" y="433"/>
                    <a:pt x="244" y="433"/>
                    <a:pt x="244" y="433"/>
                  </a:cubicBezTo>
                  <a:cubicBezTo>
                    <a:pt x="243" y="432"/>
                    <a:pt x="241" y="431"/>
                    <a:pt x="243" y="430"/>
                  </a:cubicBezTo>
                  <a:cubicBezTo>
                    <a:pt x="244" y="430"/>
                    <a:pt x="244" y="430"/>
                    <a:pt x="245" y="430"/>
                  </a:cubicBezTo>
                  <a:cubicBezTo>
                    <a:pt x="245" y="430"/>
                    <a:pt x="244" y="430"/>
                    <a:pt x="244" y="429"/>
                  </a:cubicBezTo>
                  <a:cubicBezTo>
                    <a:pt x="247" y="430"/>
                    <a:pt x="247" y="430"/>
                    <a:pt x="247" y="430"/>
                  </a:cubicBezTo>
                  <a:cubicBezTo>
                    <a:pt x="243" y="429"/>
                    <a:pt x="246" y="427"/>
                    <a:pt x="245" y="427"/>
                  </a:cubicBezTo>
                  <a:cubicBezTo>
                    <a:pt x="246" y="427"/>
                    <a:pt x="246" y="427"/>
                    <a:pt x="246" y="427"/>
                  </a:cubicBezTo>
                  <a:cubicBezTo>
                    <a:pt x="247" y="425"/>
                    <a:pt x="244" y="427"/>
                    <a:pt x="244" y="426"/>
                  </a:cubicBezTo>
                  <a:cubicBezTo>
                    <a:pt x="245" y="425"/>
                    <a:pt x="247" y="426"/>
                    <a:pt x="248" y="425"/>
                  </a:cubicBezTo>
                  <a:cubicBezTo>
                    <a:pt x="248" y="423"/>
                    <a:pt x="246" y="421"/>
                    <a:pt x="248" y="419"/>
                  </a:cubicBezTo>
                  <a:cubicBezTo>
                    <a:pt x="248" y="418"/>
                    <a:pt x="247" y="416"/>
                    <a:pt x="246" y="415"/>
                  </a:cubicBezTo>
                  <a:cubicBezTo>
                    <a:pt x="246" y="414"/>
                    <a:pt x="248" y="415"/>
                    <a:pt x="247" y="414"/>
                  </a:cubicBezTo>
                  <a:cubicBezTo>
                    <a:pt x="248" y="414"/>
                    <a:pt x="249" y="414"/>
                    <a:pt x="250" y="414"/>
                  </a:cubicBezTo>
                  <a:cubicBezTo>
                    <a:pt x="249" y="414"/>
                    <a:pt x="250" y="412"/>
                    <a:pt x="248" y="413"/>
                  </a:cubicBezTo>
                  <a:cubicBezTo>
                    <a:pt x="249" y="411"/>
                    <a:pt x="249" y="409"/>
                    <a:pt x="249" y="407"/>
                  </a:cubicBezTo>
                  <a:cubicBezTo>
                    <a:pt x="249" y="408"/>
                    <a:pt x="250" y="408"/>
                    <a:pt x="251" y="407"/>
                  </a:cubicBezTo>
                  <a:cubicBezTo>
                    <a:pt x="250" y="406"/>
                    <a:pt x="249" y="405"/>
                    <a:pt x="249" y="403"/>
                  </a:cubicBezTo>
                  <a:cubicBezTo>
                    <a:pt x="248" y="403"/>
                    <a:pt x="248" y="404"/>
                    <a:pt x="246" y="403"/>
                  </a:cubicBezTo>
                  <a:cubicBezTo>
                    <a:pt x="246" y="403"/>
                    <a:pt x="245" y="403"/>
                    <a:pt x="245" y="402"/>
                  </a:cubicBezTo>
                  <a:cubicBezTo>
                    <a:pt x="247" y="402"/>
                    <a:pt x="250" y="403"/>
                    <a:pt x="250" y="401"/>
                  </a:cubicBezTo>
                  <a:cubicBezTo>
                    <a:pt x="253" y="402"/>
                    <a:pt x="249" y="404"/>
                    <a:pt x="252" y="403"/>
                  </a:cubicBezTo>
                  <a:cubicBezTo>
                    <a:pt x="254" y="404"/>
                    <a:pt x="254" y="406"/>
                    <a:pt x="253" y="407"/>
                  </a:cubicBezTo>
                  <a:cubicBezTo>
                    <a:pt x="255" y="408"/>
                    <a:pt x="253" y="406"/>
                    <a:pt x="256" y="406"/>
                  </a:cubicBezTo>
                  <a:cubicBezTo>
                    <a:pt x="256" y="405"/>
                    <a:pt x="254" y="405"/>
                    <a:pt x="254" y="403"/>
                  </a:cubicBezTo>
                  <a:cubicBezTo>
                    <a:pt x="253" y="403"/>
                    <a:pt x="253" y="403"/>
                    <a:pt x="252" y="402"/>
                  </a:cubicBezTo>
                  <a:cubicBezTo>
                    <a:pt x="249" y="401"/>
                    <a:pt x="254" y="401"/>
                    <a:pt x="254" y="400"/>
                  </a:cubicBezTo>
                  <a:cubicBezTo>
                    <a:pt x="254" y="401"/>
                    <a:pt x="254" y="401"/>
                    <a:pt x="254" y="401"/>
                  </a:cubicBezTo>
                  <a:cubicBezTo>
                    <a:pt x="255" y="400"/>
                    <a:pt x="254" y="400"/>
                    <a:pt x="254" y="399"/>
                  </a:cubicBezTo>
                  <a:cubicBezTo>
                    <a:pt x="257" y="398"/>
                    <a:pt x="254" y="400"/>
                    <a:pt x="256" y="401"/>
                  </a:cubicBezTo>
                  <a:cubicBezTo>
                    <a:pt x="258" y="400"/>
                    <a:pt x="258" y="400"/>
                    <a:pt x="258" y="400"/>
                  </a:cubicBezTo>
                  <a:cubicBezTo>
                    <a:pt x="259" y="399"/>
                    <a:pt x="256" y="400"/>
                    <a:pt x="257" y="398"/>
                  </a:cubicBezTo>
                  <a:cubicBezTo>
                    <a:pt x="258" y="398"/>
                    <a:pt x="258" y="398"/>
                    <a:pt x="258" y="398"/>
                  </a:cubicBezTo>
                  <a:cubicBezTo>
                    <a:pt x="257" y="397"/>
                    <a:pt x="257" y="397"/>
                    <a:pt x="257" y="397"/>
                  </a:cubicBezTo>
                  <a:cubicBezTo>
                    <a:pt x="256" y="397"/>
                    <a:pt x="254" y="397"/>
                    <a:pt x="254" y="398"/>
                  </a:cubicBezTo>
                  <a:cubicBezTo>
                    <a:pt x="251" y="397"/>
                    <a:pt x="254" y="397"/>
                    <a:pt x="254" y="396"/>
                  </a:cubicBezTo>
                  <a:cubicBezTo>
                    <a:pt x="252" y="395"/>
                    <a:pt x="254" y="396"/>
                    <a:pt x="252" y="396"/>
                  </a:cubicBezTo>
                  <a:cubicBezTo>
                    <a:pt x="250" y="396"/>
                    <a:pt x="250" y="395"/>
                    <a:pt x="250" y="394"/>
                  </a:cubicBezTo>
                  <a:cubicBezTo>
                    <a:pt x="250" y="393"/>
                    <a:pt x="252" y="394"/>
                    <a:pt x="253" y="393"/>
                  </a:cubicBezTo>
                  <a:cubicBezTo>
                    <a:pt x="254" y="394"/>
                    <a:pt x="254" y="395"/>
                    <a:pt x="253" y="394"/>
                  </a:cubicBezTo>
                  <a:cubicBezTo>
                    <a:pt x="254" y="396"/>
                    <a:pt x="256" y="394"/>
                    <a:pt x="258" y="395"/>
                  </a:cubicBezTo>
                  <a:cubicBezTo>
                    <a:pt x="259" y="394"/>
                    <a:pt x="257" y="394"/>
                    <a:pt x="256" y="393"/>
                  </a:cubicBezTo>
                  <a:cubicBezTo>
                    <a:pt x="256" y="394"/>
                    <a:pt x="254" y="393"/>
                    <a:pt x="254" y="393"/>
                  </a:cubicBezTo>
                  <a:cubicBezTo>
                    <a:pt x="249" y="391"/>
                    <a:pt x="257" y="392"/>
                    <a:pt x="257" y="390"/>
                  </a:cubicBezTo>
                  <a:cubicBezTo>
                    <a:pt x="253" y="390"/>
                    <a:pt x="252" y="387"/>
                    <a:pt x="249" y="389"/>
                  </a:cubicBezTo>
                  <a:cubicBezTo>
                    <a:pt x="248" y="388"/>
                    <a:pt x="248" y="387"/>
                    <a:pt x="248" y="387"/>
                  </a:cubicBezTo>
                  <a:cubicBezTo>
                    <a:pt x="250" y="388"/>
                    <a:pt x="250" y="386"/>
                    <a:pt x="252" y="387"/>
                  </a:cubicBezTo>
                  <a:cubicBezTo>
                    <a:pt x="252" y="386"/>
                    <a:pt x="252" y="386"/>
                    <a:pt x="252" y="386"/>
                  </a:cubicBezTo>
                  <a:cubicBezTo>
                    <a:pt x="254" y="388"/>
                    <a:pt x="254" y="388"/>
                    <a:pt x="254" y="388"/>
                  </a:cubicBezTo>
                  <a:cubicBezTo>
                    <a:pt x="256" y="387"/>
                    <a:pt x="257" y="385"/>
                    <a:pt x="258" y="386"/>
                  </a:cubicBezTo>
                  <a:cubicBezTo>
                    <a:pt x="257" y="385"/>
                    <a:pt x="256" y="386"/>
                    <a:pt x="256" y="385"/>
                  </a:cubicBezTo>
                  <a:cubicBezTo>
                    <a:pt x="257" y="385"/>
                    <a:pt x="258" y="385"/>
                    <a:pt x="258" y="384"/>
                  </a:cubicBezTo>
                  <a:cubicBezTo>
                    <a:pt x="257" y="385"/>
                    <a:pt x="255" y="384"/>
                    <a:pt x="254" y="383"/>
                  </a:cubicBezTo>
                  <a:cubicBezTo>
                    <a:pt x="255" y="382"/>
                    <a:pt x="257" y="382"/>
                    <a:pt x="257" y="382"/>
                  </a:cubicBezTo>
                  <a:cubicBezTo>
                    <a:pt x="259" y="383"/>
                    <a:pt x="259" y="383"/>
                    <a:pt x="259" y="383"/>
                  </a:cubicBezTo>
                  <a:cubicBezTo>
                    <a:pt x="257" y="382"/>
                    <a:pt x="260" y="383"/>
                    <a:pt x="259" y="382"/>
                  </a:cubicBezTo>
                  <a:cubicBezTo>
                    <a:pt x="258" y="381"/>
                    <a:pt x="256" y="381"/>
                    <a:pt x="255" y="380"/>
                  </a:cubicBezTo>
                  <a:cubicBezTo>
                    <a:pt x="254" y="380"/>
                    <a:pt x="256" y="379"/>
                    <a:pt x="256" y="379"/>
                  </a:cubicBezTo>
                  <a:cubicBezTo>
                    <a:pt x="257" y="380"/>
                    <a:pt x="257" y="380"/>
                    <a:pt x="257" y="380"/>
                  </a:cubicBezTo>
                  <a:cubicBezTo>
                    <a:pt x="256" y="379"/>
                    <a:pt x="260" y="380"/>
                    <a:pt x="259" y="379"/>
                  </a:cubicBezTo>
                  <a:cubicBezTo>
                    <a:pt x="258" y="378"/>
                    <a:pt x="258" y="378"/>
                    <a:pt x="258" y="378"/>
                  </a:cubicBezTo>
                  <a:cubicBezTo>
                    <a:pt x="258" y="378"/>
                    <a:pt x="259" y="378"/>
                    <a:pt x="259" y="378"/>
                  </a:cubicBezTo>
                  <a:cubicBezTo>
                    <a:pt x="258" y="378"/>
                    <a:pt x="258" y="377"/>
                    <a:pt x="258" y="377"/>
                  </a:cubicBezTo>
                  <a:cubicBezTo>
                    <a:pt x="259" y="377"/>
                    <a:pt x="259" y="377"/>
                    <a:pt x="259" y="377"/>
                  </a:cubicBezTo>
                  <a:cubicBezTo>
                    <a:pt x="258" y="376"/>
                    <a:pt x="256" y="375"/>
                    <a:pt x="258" y="375"/>
                  </a:cubicBezTo>
                  <a:cubicBezTo>
                    <a:pt x="256" y="375"/>
                    <a:pt x="258" y="376"/>
                    <a:pt x="257" y="376"/>
                  </a:cubicBezTo>
                  <a:cubicBezTo>
                    <a:pt x="255" y="377"/>
                    <a:pt x="255" y="375"/>
                    <a:pt x="255" y="375"/>
                  </a:cubicBezTo>
                  <a:cubicBezTo>
                    <a:pt x="258" y="375"/>
                    <a:pt x="255" y="374"/>
                    <a:pt x="255" y="373"/>
                  </a:cubicBezTo>
                  <a:cubicBezTo>
                    <a:pt x="256" y="373"/>
                    <a:pt x="257" y="372"/>
                    <a:pt x="258" y="372"/>
                  </a:cubicBezTo>
                  <a:cubicBezTo>
                    <a:pt x="256" y="372"/>
                    <a:pt x="256" y="372"/>
                    <a:pt x="256" y="372"/>
                  </a:cubicBezTo>
                  <a:cubicBezTo>
                    <a:pt x="259" y="372"/>
                    <a:pt x="255" y="370"/>
                    <a:pt x="256" y="370"/>
                  </a:cubicBezTo>
                  <a:cubicBezTo>
                    <a:pt x="257" y="370"/>
                    <a:pt x="259" y="370"/>
                    <a:pt x="259" y="370"/>
                  </a:cubicBezTo>
                  <a:cubicBezTo>
                    <a:pt x="257" y="370"/>
                    <a:pt x="256" y="368"/>
                    <a:pt x="254" y="368"/>
                  </a:cubicBezTo>
                  <a:cubicBezTo>
                    <a:pt x="255" y="367"/>
                    <a:pt x="258" y="369"/>
                    <a:pt x="260" y="369"/>
                  </a:cubicBezTo>
                  <a:cubicBezTo>
                    <a:pt x="258" y="368"/>
                    <a:pt x="261" y="367"/>
                    <a:pt x="258" y="366"/>
                  </a:cubicBezTo>
                  <a:cubicBezTo>
                    <a:pt x="257" y="367"/>
                    <a:pt x="257" y="366"/>
                    <a:pt x="256" y="366"/>
                  </a:cubicBezTo>
                  <a:cubicBezTo>
                    <a:pt x="256" y="365"/>
                    <a:pt x="257" y="366"/>
                    <a:pt x="258" y="365"/>
                  </a:cubicBezTo>
                  <a:cubicBezTo>
                    <a:pt x="258" y="365"/>
                    <a:pt x="256" y="364"/>
                    <a:pt x="255" y="365"/>
                  </a:cubicBezTo>
                  <a:cubicBezTo>
                    <a:pt x="255" y="364"/>
                    <a:pt x="253" y="363"/>
                    <a:pt x="255" y="362"/>
                  </a:cubicBezTo>
                  <a:cubicBezTo>
                    <a:pt x="256" y="362"/>
                    <a:pt x="255" y="364"/>
                    <a:pt x="257" y="363"/>
                  </a:cubicBezTo>
                  <a:cubicBezTo>
                    <a:pt x="257" y="362"/>
                    <a:pt x="253" y="362"/>
                    <a:pt x="252" y="360"/>
                  </a:cubicBezTo>
                  <a:cubicBezTo>
                    <a:pt x="251" y="361"/>
                    <a:pt x="248" y="360"/>
                    <a:pt x="248" y="359"/>
                  </a:cubicBezTo>
                  <a:cubicBezTo>
                    <a:pt x="249" y="357"/>
                    <a:pt x="248" y="360"/>
                    <a:pt x="251" y="360"/>
                  </a:cubicBezTo>
                  <a:cubicBezTo>
                    <a:pt x="250" y="359"/>
                    <a:pt x="250" y="359"/>
                    <a:pt x="250" y="359"/>
                  </a:cubicBezTo>
                  <a:cubicBezTo>
                    <a:pt x="254" y="358"/>
                    <a:pt x="255" y="362"/>
                    <a:pt x="257" y="361"/>
                  </a:cubicBezTo>
                  <a:cubicBezTo>
                    <a:pt x="257" y="360"/>
                    <a:pt x="257" y="360"/>
                    <a:pt x="257" y="360"/>
                  </a:cubicBezTo>
                  <a:cubicBezTo>
                    <a:pt x="257" y="360"/>
                    <a:pt x="259" y="361"/>
                    <a:pt x="260" y="361"/>
                  </a:cubicBezTo>
                  <a:cubicBezTo>
                    <a:pt x="258" y="360"/>
                    <a:pt x="259" y="359"/>
                    <a:pt x="259" y="359"/>
                  </a:cubicBezTo>
                  <a:cubicBezTo>
                    <a:pt x="257" y="358"/>
                    <a:pt x="259" y="359"/>
                    <a:pt x="258" y="359"/>
                  </a:cubicBezTo>
                  <a:cubicBezTo>
                    <a:pt x="258" y="358"/>
                    <a:pt x="255" y="357"/>
                    <a:pt x="256" y="356"/>
                  </a:cubicBezTo>
                  <a:cubicBezTo>
                    <a:pt x="257" y="357"/>
                    <a:pt x="259" y="356"/>
                    <a:pt x="259" y="357"/>
                  </a:cubicBezTo>
                  <a:cubicBezTo>
                    <a:pt x="260" y="356"/>
                    <a:pt x="257" y="356"/>
                    <a:pt x="259" y="356"/>
                  </a:cubicBezTo>
                  <a:cubicBezTo>
                    <a:pt x="260" y="356"/>
                    <a:pt x="260" y="356"/>
                    <a:pt x="260" y="356"/>
                  </a:cubicBezTo>
                  <a:cubicBezTo>
                    <a:pt x="260" y="353"/>
                    <a:pt x="261" y="349"/>
                    <a:pt x="257" y="345"/>
                  </a:cubicBezTo>
                  <a:cubicBezTo>
                    <a:pt x="259" y="345"/>
                    <a:pt x="260" y="344"/>
                    <a:pt x="261" y="343"/>
                  </a:cubicBezTo>
                  <a:cubicBezTo>
                    <a:pt x="261" y="343"/>
                    <a:pt x="260" y="343"/>
                    <a:pt x="260" y="342"/>
                  </a:cubicBezTo>
                  <a:cubicBezTo>
                    <a:pt x="262" y="342"/>
                    <a:pt x="262" y="342"/>
                    <a:pt x="262" y="342"/>
                  </a:cubicBezTo>
                  <a:cubicBezTo>
                    <a:pt x="263" y="341"/>
                    <a:pt x="262" y="340"/>
                    <a:pt x="261" y="339"/>
                  </a:cubicBezTo>
                  <a:cubicBezTo>
                    <a:pt x="262" y="339"/>
                    <a:pt x="262" y="339"/>
                    <a:pt x="262" y="339"/>
                  </a:cubicBezTo>
                  <a:cubicBezTo>
                    <a:pt x="264" y="338"/>
                    <a:pt x="261" y="338"/>
                    <a:pt x="261" y="337"/>
                  </a:cubicBezTo>
                  <a:cubicBezTo>
                    <a:pt x="263" y="337"/>
                    <a:pt x="263" y="337"/>
                    <a:pt x="263" y="337"/>
                  </a:cubicBezTo>
                  <a:cubicBezTo>
                    <a:pt x="261" y="337"/>
                    <a:pt x="261" y="337"/>
                    <a:pt x="261" y="337"/>
                  </a:cubicBezTo>
                  <a:cubicBezTo>
                    <a:pt x="261" y="336"/>
                    <a:pt x="262" y="335"/>
                    <a:pt x="264" y="336"/>
                  </a:cubicBezTo>
                  <a:cubicBezTo>
                    <a:pt x="263" y="335"/>
                    <a:pt x="263" y="335"/>
                    <a:pt x="262" y="335"/>
                  </a:cubicBezTo>
                  <a:cubicBezTo>
                    <a:pt x="264" y="335"/>
                    <a:pt x="264" y="332"/>
                    <a:pt x="264" y="331"/>
                  </a:cubicBezTo>
                  <a:cubicBezTo>
                    <a:pt x="263" y="331"/>
                    <a:pt x="263" y="331"/>
                    <a:pt x="261" y="330"/>
                  </a:cubicBezTo>
                  <a:cubicBezTo>
                    <a:pt x="259" y="329"/>
                    <a:pt x="262" y="330"/>
                    <a:pt x="261" y="329"/>
                  </a:cubicBezTo>
                  <a:cubicBezTo>
                    <a:pt x="262" y="329"/>
                    <a:pt x="263" y="329"/>
                    <a:pt x="263" y="330"/>
                  </a:cubicBezTo>
                  <a:cubicBezTo>
                    <a:pt x="266" y="329"/>
                    <a:pt x="266" y="326"/>
                    <a:pt x="268" y="325"/>
                  </a:cubicBezTo>
                  <a:cubicBezTo>
                    <a:pt x="267" y="324"/>
                    <a:pt x="267" y="324"/>
                    <a:pt x="267" y="324"/>
                  </a:cubicBezTo>
                  <a:cubicBezTo>
                    <a:pt x="270" y="323"/>
                    <a:pt x="268" y="321"/>
                    <a:pt x="270" y="320"/>
                  </a:cubicBezTo>
                  <a:cubicBezTo>
                    <a:pt x="269" y="320"/>
                    <a:pt x="267" y="318"/>
                    <a:pt x="268" y="317"/>
                  </a:cubicBezTo>
                  <a:cubicBezTo>
                    <a:pt x="266" y="315"/>
                    <a:pt x="270" y="318"/>
                    <a:pt x="271" y="318"/>
                  </a:cubicBezTo>
                  <a:cubicBezTo>
                    <a:pt x="271" y="317"/>
                    <a:pt x="271" y="316"/>
                    <a:pt x="271" y="316"/>
                  </a:cubicBezTo>
                  <a:cubicBezTo>
                    <a:pt x="272" y="316"/>
                    <a:pt x="272" y="316"/>
                    <a:pt x="272" y="316"/>
                  </a:cubicBezTo>
                  <a:cubicBezTo>
                    <a:pt x="271" y="315"/>
                    <a:pt x="271" y="314"/>
                    <a:pt x="272" y="314"/>
                  </a:cubicBezTo>
                  <a:cubicBezTo>
                    <a:pt x="272" y="314"/>
                    <a:pt x="272" y="314"/>
                    <a:pt x="272" y="314"/>
                  </a:cubicBezTo>
                  <a:cubicBezTo>
                    <a:pt x="273" y="314"/>
                    <a:pt x="274" y="314"/>
                    <a:pt x="274" y="313"/>
                  </a:cubicBezTo>
                  <a:cubicBezTo>
                    <a:pt x="274" y="311"/>
                    <a:pt x="275" y="312"/>
                    <a:pt x="274" y="310"/>
                  </a:cubicBezTo>
                  <a:cubicBezTo>
                    <a:pt x="275" y="311"/>
                    <a:pt x="275" y="311"/>
                    <a:pt x="275" y="311"/>
                  </a:cubicBezTo>
                  <a:cubicBezTo>
                    <a:pt x="273" y="310"/>
                    <a:pt x="273" y="310"/>
                    <a:pt x="273" y="310"/>
                  </a:cubicBezTo>
                  <a:cubicBezTo>
                    <a:pt x="275" y="309"/>
                    <a:pt x="275" y="309"/>
                    <a:pt x="275" y="309"/>
                  </a:cubicBezTo>
                  <a:cubicBezTo>
                    <a:pt x="276" y="311"/>
                    <a:pt x="276" y="311"/>
                    <a:pt x="276" y="311"/>
                  </a:cubicBezTo>
                  <a:cubicBezTo>
                    <a:pt x="277" y="311"/>
                    <a:pt x="275" y="310"/>
                    <a:pt x="275" y="309"/>
                  </a:cubicBezTo>
                  <a:cubicBezTo>
                    <a:pt x="274" y="308"/>
                    <a:pt x="275" y="309"/>
                    <a:pt x="276" y="309"/>
                  </a:cubicBezTo>
                  <a:cubicBezTo>
                    <a:pt x="277" y="310"/>
                    <a:pt x="276" y="309"/>
                    <a:pt x="276" y="309"/>
                  </a:cubicBezTo>
                  <a:cubicBezTo>
                    <a:pt x="276" y="310"/>
                    <a:pt x="276" y="309"/>
                    <a:pt x="277" y="310"/>
                  </a:cubicBezTo>
                  <a:cubicBezTo>
                    <a:pt x="277" y="310"/>
                    <a:pt x="276" y="308"/>
                    <a:pt x="276" y="308"/>
                  </a:cubicBezTo>
                  <a:cubicBezTo>
                    <a:pt x="277" y="308"/>
                    <a:pt x="277" y="307"/>
                    <a:pt x="278" y="308"/>
                  </a:cubicBezTo>
                  <a:cubicBezTo>
                    <a:pt x="278" y="307"/>
                    <a:pt x="279" y="307"/>
                    <a:pt x="278" y="306"/>
                  </a:cubicBezTo>
                  <a:cubicBezTo>
                    <a:pt x="278" y="306"/>
                    <a:pt x="277" y="307"/>
                    <a:pt x="276" y="306"/>
                  </a:cubicBezTo>
                  <a:cubicBezTo>
                    <a:pt x="276" y="305"/>
                    <a:pt x="277" y="305"/>
                    <a:pt x="277" y="305"/>
                  </a:cubicBezTo>
                  <a:cubicBezTo>
                    <a:pt x="277" y="306"/>
                    <a:pt x="277" y="306"/>
                    <a:pt x="277" y="306"/>
                  </a:cubicBezTo>
                  <a:cubicBezTo>
                    <a:pt x="277" y="305"/>
                    <a:pt x="278" y="305"/>
                    <a:pt x="277" y="304"/>
                  </a:cubicBezTo>
                  <a:cubicBezTo>
                    <a:pt x="279" y="305"/>
                    <a:pt x="279" y="305"/>
                    <a:pt x="279" y="305"/>
                  </a:cubicBezTo>
                  <a:cubicBezTo>
                    <a:pt x="278" y="304"/>
                    <a:pt x="279" y="303"/>
                    <a:pt x="279" y="303"/>
                  </a:cubicBezTo>
                  <a:cubicBezTo>
                    <a:pt x="280" y="304"/>
                    <a:pt x="281" y="306"/>
                    <a:pt x="282" y="306"/>
                  </a:cubicBezTo>
                  <a:cubicBezTo>
                    <a:pt x="282" y="304"/>
                    <a:pt x="282" y="304"/>
                    <a:pt x="282" y="304"/>
                  </a:cubicBezTo>
                  <a:cubicBezTo>
                    <a:pt x="282" y="303"/>
                    <a:pt x="283" y="304"/>
                    <a:pt x="283" y="304"/>
                  </a:cubicBezTo>
                  <a:cubicBezTo>
                    <a:pt x="285" y="304"/>
                    <a:pt x="282" y="299"/>
                    <a:pt x="284" y="300"/>
                  </a:cubicBezTo>
                  <a:cubicBezTo>
                    <a:pt x="285" y="302"/>
                    <a:pt x="285" y="302"/>
                    <a:pt x="286" y="302"/>
                  </a:cubicBezTo>
                  <a:cubicBezTo>
                    <a:pt x="286" y="301"/>
                    <a:pt x="286" y="301"/>
                    <a:pt x="286" y="301"/>
                  </a:cubicBezTo>
                  <a:cubicBezTo>
                    <a:pt x="285" y="300"/>
                    <a:pt x="286" y="302"/>
                    <a:pt x="285" y="301"/>
                  </a:cubicBezTo>
                  <a:cubicBezTo>
                    <a:pt x="285" y="300"/>
                    <a:pt x="285" y="300"/>
                    <a:pt x="285" y="300"/>
                  </a:cubicBezTo>
                  <a:cubicBezTo>
                    <a:pt x="288" y="303"/>
                    <a:pt x="290" y="299"/>
                    <a:pt x="293" y="300"/>
                  </a:cubicBezTo>
                  <a:cubicBezTo>
                    <a:pt x="292" y="298"/>
                    <a:pt x="294" y="299"/>
                    <a:pt x="294" y="298"/>
                  </a:cubicBezTo>
                  <a:cubicBezTo>
                    <a:pt x="294" y="300"/>
                    <a:pt x="295" y="297"/>
                    <a:pt x="296" y="298"/>
                  </a:cubicBezTo>
                  <a:cubicBezTo>
                    <a:pt x="295" y="296"/>
                    <a:pt x="295" y="296"/>
                    <a:pt x="295" y="296"/>
                  </a:cubicBezTo>
                  <a:cubicBezTo>
                    <a:pt x="296" y="297"/>
                    <a:pt x="295" y="291"/>
                    <a:pt x="297" y="294"/>
                  </a:cubicBezTo>
                  <a:cubicBezTo>
                    <a:pt x="298" y="295"/>
                    <a:pt x="298" y="296"/>
                    <a:pt x="297" y="296"/>
                  </a:cubicBezTo>
                  <a:cubicBezTo>
                    <a:pt x="299" y="299"/>
                    <a:pt x="300" y="293"/>
                    <a:pt x="301" y="296"/>
                  </a:cubicBezTo>
                  <a:cubicBezTo>
                    <a:pt x="301" y="295"/>
                    <a:pt x="300" y="294"/>
                    <a:pt x="301" y="292"/>
                  </a:cubicBezTo>
                  <a:cubicBezTo>
                    <a:pt x="302" y="293"/>
                    <a:pt x="304" y="294"/>
                    <a:pt x="304" y="294"/>
                  </a:cubicBezTo>
                  <a:cubicBezTo>
                    <a:pt x="304" y="294"/>
                    <a:pt x="304" y="293"/>
                    <a:pt x="305" y="294"/>
                  </a:cubicBezTo>
                  <a:cubicBezTo>
                    <a:pt x="305" y="294"/>
                    <a:pt x="305" y="294"/>
                    <a:pt x="305" y="295"/>
                  </a:cubicBezTo>
                  <a:cubicBezTo>
                    <a:pt x="306" y="295"/>
                    <a:pt x="307" y="294"/>
                    <a:pt x="308" y="293"/>
                  </a:cubicBezTo>
                  <a:cubicBezTo>
                    <a:pt x="309" y="294"/>
                    <a:pt x="310" y="293"/>
                    <a:pt x="312" y="293"/>
                  </a:cubicBezTo>
                  <a:cubicBezTo>
                    <a:pt x="312" y="291"/>
                    <a:pt x="315" y="293"/>
                    <a:pt x="314" y="290"/>
                  </a:cubicBezTo>
                  <a:cubicBezTo>
                    <a:pt x="314" y="291"/>
                    <a:pt x="314" y="291"/>
                    <a:pt x="314" y="291"/>
                  </a:cubicBezTo>
                  <a:cubicBezTo>
                    <a:pt x="314" y="290"/>
                    <a:pt x="314" y="288"/>
                    <a:pt x="315" y="288"/>
                  </a:cubicBezTo>
                  <a:cubicBezTo>
                    <a:pt x="315" y="290"/>
                    <a:pt x="315" y="290"/>
                    <a:pt x="315" y="290"/>
                  </a:cubicBezTo>
                  <a:cubicBezTo>
                    <a:pt x="316" y="292"/>
                    <a:pt x="317" y="290"/>
                    <a:pt x="318" y="291"/>
                  </a:cubicBezTo>
                  <a:cubicBezTo>
                    <a:pt x="316" y="289"/>
                    <a:pt x="318" y="291"/>
                    <a:pt x="318" y="289"/>
                  </a:cubicBezTo>
                  <a:cubicBezTo>
                    <a:pt x="318" y="288"/>
                    <a:pt x="318" y="288"/>
                    <a:pt x="318" y="288"/>
                  </a:cubicBezTo>
                  <a:cubicBezTo>
                    <a:pt x="319" y="287"/>
                    <a:pt x="318" y="287"/>
                    <a:pt x="319" y="286"/>
                  </a:cubicBezTo>
                  <a:cubicBezTo>
                    <a:pt x="320" y="286"/>
                    <a:pt x="321" y="288"/>
                    <a:pt x="320" y="288"/>
                  </a:cubicBezTo>
                  <a:cubicBezTo>
                    <a:pt x="321" y="289"/>
                    <a:pt x="322" y="288"/>
                    <a:pt x="322" y="287"/>
                  </a:cubicBezTo>
                  <a:cubicBezTo>
                    <a:pt x="322" y="287"/>
                    <a:pt x="322" y="287"/>
                    <a:pt x="322" y="287"/>
                  </a:cubicBezTo>
                  <a:cubicBezTo>
                    <a:pt x="322" y="287"/>
                    <a:pt x="322" y="287"/>
                    <a:pt x="322" y="287"/>
                  </a:cubicBezTo>
                  <a:cubicBezTo>
                    <a:pt x="323" y="287"/>
                    <a:pt x="323" y="287"/>
                    <a:pt x="323" y="287"/>
                  </a:cubicBezTo>
                  <a:cubicBezTo>
                    <a:pt x="323" y="287"/>
                    <a:pt x="323" y="287"/>
                    <a:pt x="323" y="287"/>
                  </a:cubicBezTo>
                  <a:cubicBezTo>
                    <a:pt x="323" y="287"/>
                    <a:pt x="323" y="287"/>
                    <a:pt x="322" y="287"/>
                  </a:cubicBezTo>
                  <a:cubicBezTo>
                    <a:pt x="323" y="287"/>
                    <a:pt x="323" y="287"/>
                    <a:pt x="323" y="287"/>
                  </a:cubicBezTo>
                  <a:cubicBezTo>
                    <a:pt x="323" y="287"/>
                    <a:pt x="323" y="287"/>
                    <a:pt x="323" y="287"/>
                  </a:cubicBezTo>
                  <a:cubicBezTo>
                    <a:pt x="324" y="287"/>
                    <a:pt x="324" y="287"/>
                    <a:pt x="324" y="287"/>
                  </a:cubicBezTo>
                  <a:cubicBezTo>
                    <a:pt x="325" y="289"/>
                    <a:pt x="325" y="289"/>
                    <a:pt x="325" y="289"/>
                  </a:cubicBezTo>
                  <a:cubicBezTo>
                    <a:pt x="325" y="289"/>
                    <a:pt x="326" y="286"/>
                    <a:pt x="326" y="286"/>
                  </a:cubicBezTo>
                  <a:cubicBezTo>
                    <a:pt x="328" y="286"/>
                    <a:pt x="331" y="283"/>
                    <a:pt x="332" y="281"/>
                  </a:cubicBezTo>
                  <a:cubicBezTo>
                    <a:pt x="332" y="282"/>
                    <a:pt x="332" y="282"/>
                    <a:pt x="332" y="282"/>
                  </a:cubicBezTo>
                  <a:cubicBezTo>
                    <a:pt x="332" y="281"/>
                    <a:pt x="332" y="279"/>
                    <a:pt x="333" y="280"/>
                  </a:cubicBezTo>
                  <a:cubicBezTo>
                    <a:pt x="333" y="279"/>
                    <a:pt x="334" y="280"/>
                    <a:pt x="335" y="280"/>
                  </a:cubicBezTo>
                  <a:cubicBezTo>
                    <a:pt x="335" y="280"/>
                    <a:pt x="334" y="279"/>
                    <a:pt x="334" y="279"/>
                  </a:cubicBezTo>
                  <a:cubicBezTo>
                    <a:pt x="337" y="279"/>
                    <a:pt x="337" y="275"/>
                    <a:pt x="339" y="274"/>
                  </a:cubicBezTo>
                  <a:cubicBezTo>
                    <a:pt x="339" y="274"/>
                    <a:pt x="340" y="275"/>
                    <a:pt x="340" y="276"/>
                  </a:cubicBezTo>
                  <a:cubicBezTo>
                    <a:pt x="341" y="274"/>
                    <a:pt x="341" y="272"/>
                    <a:pt x="341" y="270"/>
                  </a:cubicBezTo>
                  <a:cubicBezTo>
                    <a:pt x="341" y="270"/>
                    <a:pt x="342" y="270"/>
                    <a:pt x="342" y="271"/>
                  </a:cubicBezTo>
                  <a:cubicBezTo>
                    <a:pt x="342" y="270"/>
                    <a:pt x="343" y="269"/>
                    <a:pt x="342" y="267"/>
                  </a:cubicBezTo>
                  <a:cubicBezTo>
                    <a:pt x="341" y="268"/>
                    <a:pt x="343" y="268"/>
                    <a:pt x="342" y="268"/>
                  </a:cubicBezTo>
                  <a:cubicBezTo>
                    <a:pt x="341" y="268"/>
                    <a:pt x="340" y="266"/>
                    <a:pt x="341" y="266"/>
                  </a:cubicBezTo>
                  <a:cubicBezTo>
                    <a:pt x="341" y="266"/>
                    <a:pt x="341" y="266"/>
                    <a:pt x="341" y="266"/>
                  </a:cubicBezTo>
                  <a:cubicBezTo>
                    <a:pt x="342" y="265"/>
                    <a:pt x="341" y="265"/>
                    <a:pt x="342" y="263"/>
                  </a:cubicBezTo>
                  <a:cubicBezTo>
                    <a:pt x="343" y="263"/>
                    <a:pt x="342" y="264"/>
                    <a:pt x="343" y="264"/>
                  </a:cubicBezTo>
                  <a:cubicBezTo>
                    <a:pt x="345" y="265"/>
                    <a:pt x="345" y="262"/>
                    <a:pt x="346" y="262"/>
                  </a:cubicBezTo>
                  <a:cubicBezTo>
                    <a:pt x="344" y="261"/>
                    <a:pt x="344" y="261"/>
                    <a:pt x="344" y="261"/>
                  </a:cubicBezTo>
                  <a:cubicBezTo>
                    <a:pt x="344" y="260"/>
                    <a:pt x="346" y="261"/>
                    <a:pt x="346" y="260"/>
                  </a:cubicBezTo>
                  <a:cubicBezTo>
                    <a:pt x="342" y="256"/>
                    <a:pt x="342" y="256"/>
                    <a:pt x="342" y="256"/>
                  </a:cubicBezTo>
                  <a:cubicBezTo>
                    <a:pt x="342" y="257"/>
                    <a:pt x="344" y="256"/>
                    <a:pt x="345" y="257"/>
                  </a:cubicBezTo>
                  <a:cubicBezTo>
                    <a:pt x="346" y="255"/>
                    <a:pt x="342" y="254"/>
                    <a:pt x="341" y="253"/>
                  </a:cubicBezTo>
                  <a:cubicBezTo>
                    <a:pt x="342" y="252"/>
                    <a:pt x="341" y="250"/>
                    <a:pt x="341" y="250"/>
                  </a:cubicBezTo>
                  <a:cubicBezTo>
                    <a:pt x="342" y="250"/>
                    <a:pt x="341" y="250"/>
                    <a:pt x="342" y="250"/>
                  </a:cubicBezTo>
                  <a:cubicBezTo>
                    <a:pt x="343" y="250"/>
                    <a:pt x="343" y="250"/>
                    <a:pt x="343" y="250"/>
                  </a:cubicBezTo>
                  <a:cubicBezTo>
                    <a:pt x="343" y="251"/>
                    <a:pt x="346" y="250"/>
                    <a:pt x="347" y="251"/>
                  </a:cubicBezTo>
                  <a:cubicBezTo>
                    <a:pt x="346" y="249"/>
                    <a:pt x="347" y="247"/>
                    <a:pt x="347" y="246"/>
                  </a:cubicBezTo>
                  <a:cubicBezTo>
                    <a:pt x="345" y="247"/>
                    <a:pt x="346" y="244"/>
                    <a:pt x="343" y="244"/>
                  </a:cubicBezTo>
                  <a:cubicBezTo>
                    <a:pt x="343" y="242"/>
                    <a:pt x="346" y="243"/>
                    <a:pt x="346" y="242"/>
                  </a:cubicBezTo>
                  <a:cubicBezTo>
                    <a:pt x="345" y="240"/>
                    <a:pt x="346" y="239"/>
                    <a:pt x="345" y="237"/>
                  </a:cubicBezTo>
                  <a:cubicBezTo>
                    <a:pt x="346" y="237"/>
                    <a:pt x="346" y="237"/>
                    <a:pt x="346" y="237"/>
                  </a:cubicBezTo>
                  <a:cubicBezTo>
                    <a:pt x="345" y="236"/>
                    <a:pt x="346" y="233"/>
                    <a:pt x="344" y="232"/>
                  </a:cubicBezTo>
                  <a:cubicBezTo>
                    <a:pt x="345" y="232"/>
                    <a:pt x="345" y="232"/>
                    <a:pt x="345" y="232"/>
                  </a:cubicBezTo>
                  <a:cubicBezTo>
                    <a:pt x="346" y="231"/>
                    <a:pt x="342" y="232"/>
                    <a:pt x="343" y="230"/>
                  </a:cubicBezTo>
                  <a:cubicBezTo>
                    <a:pt x="345" y="231"/>
                    <a:pt x="345" y="231"/>
                    <a:pt x="345" y="231"/>
                  </a:cubicBezTo>
                  <a:cubicBezTo>
                    <a:pt x="343" y="230"/>
                    <a:pt x="346" y="229"/>
                    <a:pt x="344" y="227"/>
                  </a:cubicBezTo>
                  <a:cubicBezTo>
                    <a:pt x="344" y="227"/>
                    <a:pt x="345" y="227"/>
                    <a:pt x="345" y="228"/>
                  </a:cubicBezTo>
                  <a:cubicBezTo>
                    <a:pt x="344" y="226"/>
                    <a:pt x="345" y="225"/>
                    <a:pt x="343" y="224"/>
                  </a:cubicBezTo>
                  <a:cubicBezTo>
                    <a:pt x="344" y="224"/>
                    <a:pt x="345" y="224"/>
                    <a:pt x="345" y="225"/>
                  </a:cubicBezTo>
                  <a:cubicBezTo>
                    <a:pt x="346" y="224"/>
                    <a:pt x="343" y="223"/>
                    <a:pt x="344" y="222"/>
                  </a:cubicBezTo>
                  <a:cubicBezTo>
                    <a:pt x="344" y="222"/>
                    <a:pt x="345" y="222"/>
                    <a:pt x="346" y="222"/>
                  </a:cubicBezTo>
                  <a:cubicBezTo>
                    <a:pt x="344" y="221"/>
                    <a:pt x="345" y="219"/>
                    <a:pt x="344" y="219"/>
                  </a:cubicBezTo>
                  <a:cubicBezTo>
                    <a:pt x="345" y="219"/>
                    <a:pt x="346" y="218"/>
                    <a:pt x="347" y="218"/>
                  </a:cubicBezTo>
                  <a:cubicBezTo>
                    <a:pt x="348" y="213"/>
                    <a:pt x="351" y="208"/>
                    <a:pt x="353" y="202"/>
                  </a:cubicBezTo>
                  <a:cubicBezTo>
                    <a:pt x="355" y="203"/>
                    <a:pt x="353" y="204"/>
                    <a:pt x="355" y="204"/>
                  </a:cubicBezTo>
                  <a:cubicBezTo>
                    <a:pt x="353" y="203"/>
                    <a:pt x="355" y="203"/>
                    <a:pt x="355" y="202"/>
                  </a:cubicBezTo>
                  <a:cubicBezTo>
                    <a:pt x="356" y="202"/>
                    <a:pt x="356" y="202"/>
                    <a:pt x="356" y="202"/>
                  </a:cubicBezTo>
                  <a:cubicBezTo>
                    <a:pt x="356" y="201"/>
                    <a:pt x="357" y="202"/>
                    <a:pt x="357" y="201"/>
                  </a:cubicBezTo>
                  <a:cubicBezTo>
                    <a:pt x="357" y="200"/>
                    <a:pt x="357" y="200"/>
                    <a:pt x="357" y="200"/>
                  </a:cubicBezTo>
                  <a:cubicBezTo>
                    <a:pt x="356" y="199"/>
                    <a:pt x="360" y="201"/>
                    <a:pt x="358" y="199"/>
                  </a:cubicBezTo>
                  <a:cubicBezTo>
                    <a:pt x="360" y="200"/>
                    <a:pt x="360" y="200"/>
                    <a:pt x="360" y="200"/>
                  </a:cubicBezTo>
                  <a:cubicBezTo>
                    <a:pt x="359" y="197"/>
                    <a:pt x="361" y="199"/>
                    <a:pt x="361" y="197"/>
                  </a:cubicBezTo>
                  <a:cubicBezTo>
                    <a:pt x="361" y="197"/>
                    <a:pt x="361" y="197"/>
                    <a:pt x="361" y="197"/>
                  </a:cubicBezTo>
                  <a:cubicBezTo>
                    <a:pt x="363" y="198"/>
                    <a:pt x="362" y="194"/>
                    <a:pt x="363" y="195"/>
                  </a:cubicBezTo>
                  <a:cubicBezTo>
                    <a:pt x="364" y="194"/>
                    <a:pt x="365" y="193"/>
                    <a:pt x="364" y="191"/>
                  </a:cubicBezTo>
                  <a:cubicBezTo>
                    <a:pt x="365" y="193"/>
                    <a:pt x="365" y="193"/>
                    <a:pt x="365" y="193"/>
                  </a:cubicBezTo>
                  <a:cubicBezTo>
                    <a:pt x="366" y="192"/>
                    <a:pt x="368" y="191"/>
                    <a:pt x="369" y="190"/>
                  </a:cubicBezTo>
                  <a:cubicBezTo>
                    <a:pt x="374" y="190"/>
                    <a:pt x="379" y="190"/>
                    <a:pt x="383" y="191"/>
                  </a:cubicBezTo>
                  <a:cubicBezTo>
                    <a:pt x="386" y="192"/>
                    <a:pt x="388" y="193"/>
                    <a:pt x="390" y="194"/>
                  </a:cubicBezTo>
                  <a:cubicBezTo>
                    <a:pt x="389" y="196"/>
                    <a:pt x="388" y="198"/>
                    <a:pt x="388" y="200"/>
                  </a:cubicBezTo>
                  <a:cubicBezTo>
                    <a:pt x="387" y="201"/>
                    <a:pt x="386" y="199"/>
                    <a:pt x="386" y="199"/>
                  </a:cubicBezTo>
                  <a:cubicBezTo>
                    <a:pt x="384" y="205"/>
                    <a:pt x="377" y="203"/>
                    <a:pt x="373" y="209"/>
                  </a:cubicBezTo>
                  <a:cubicBezTo>
                    <a:pt x="369" y="210"/>
                    <a:pt x="365" y="215"/>
                    <a:pt x="365" y="215"/>
                  </a:cubicBezTo>
                  <a:cubicBezTo>
                    <a:pt x="382" y="216"/>
                    <a:pt x="389" y="211"/>
                    <a:pt x="399" y="205"/>
                  </a:cubicBezTo>
                  <a:cubicBezTo>
                    <a:pt x="401" y="203"/>
                    <a:pt x="402" y="201"/>
                    <a:pt x="403" y="198"/>
                  </a:cubicBezTo>
                  <a:cubicBezTo>
                    <a:pt x="405" y="199"/>
                    <a:pt x="406" y="199"/>
                    <a:pt x="406" y="198"/>
                  </a:cubicBezTo>
                  <a:cubicBezTo>
                    <a:pt x="405" y="197"/>
                    <a:pt x="404" y="197"/>
                    <a:pt x="404" y="196"/>
                  </a:cubicBezTo>
                  <a:cubicBezTo>
                    <a:pt x="404" y="194"/>
                    <a:pt x="405" y="191"/>
                    <a:pt x="406" y="188"/>
                  </a:cubicBezTo>
                  <a:cubicBezTo>
                    <a:pt x="398" y="164"/>
                    <a:pt x="382" y="170"/>
                    <a:pt x="375" y="170"/>
                  </a:cubicBezTo>
                  <a:cubicBezTo>
                    <a:pt x="367" y="172"/>
                    <a:pt x="361" y="175"/>
                    <a:pt x="356" y="179"/>
                  </a:cubicBezTo>
                  <a:cubicBezTo>
                    <a:pt x="356" y="179"/>
                    <a:pt x="356" y="179"/>
                    <a:pt x="357" y="180"/>
                  </a:cubicBezTo>
                  <a:cubicBezTo>
                    <a:pt x="354" y="179"/>
                    <a:pt x="351" y="179"/>
                    <a:pt x="349" y="179"/>
                  </a:cubicBezTo>
                  <a:cubicBezTo>
                    <a:pt x="332" y="177"/>
                    <a:pt x="315" y="175"/>
                    <a:pt x="313" y="163"/>
                  </a:cubicBezTo>
                  <a:cubicBezTo>
                    <a:pt x="308" y="154"/>
                    <a:pt x="303" y="139"/>
                    <a:pt x="301" y="128"/>
                  </a:cubicBezTo>
                  <a:cubicBezTo>
                    <a:pt x="300" y="124"/>
                    <a:pt x="300" y="121"/>
                    <a:pt x="299" y="117"/>
                  </a:cubicBezTo>
                  <a:cubicBezTo>
                    <a:pt x="323" y="112"/>
                    <a:pt x="296" y="118"/>
                    <a:pt x="307" y="115"/>
                  </a:cubicBezTo>
                  <a:cubicBezTo>
                    <a:pt x="307" y="115"/>
                    <a:pt x="307" y="115"/>
                    <a:pt x="307" y="115"/>
                  </a:cubicBezTo>
                  <a:cubicBezTo>
                    <a:pt x="307" y="114"/>
                    <a:pt x="307" y="114"/>
                    <a:pt x="307" y="114"/>
                  </a:cubicBezTo>
                  <a:cubicBezTo>
                    <a:pt x="306" y="113"/>
                    <a:pt x="306" y="113"/>
                    <a:pt x="306" y="113"/>
                  </a:cubicBezTo>
                  <a:cubicBezTo>
                    <a:pt x="306" y="110"/>
                    <a:pt x="306" y="110"/>
                    <a:pt x="306" y="110"/>
                  </a:cubicBezTo>
                  <a:cubicBezTo>
                    <a:pt x="303" y="103"/>
                    <a:pt x="304" y="96"/>
                    <a:pt x="292" y="85"/>
                  </a:cubicBezTo>
                  <a:cubicBezTo>
                    <a:pt x="277" y="75"/>
                    <a:pt x="266" y="83"/>
                    <a:pt x="261" y="92"/>
                  </a:cubicBezTo>
                  <a:cubicBezTo>
                    <a:pt x="260" y="93"/>
                    <a:pt x="259" y="94"/>
                    <a:pt x="258" y="95"/>
                  </a:cubicBezTo>
                  <a:cubicBezTo>
                    <a:pt x="257" y="95"/>
                    <a:pt x="257" y="95"/>
                    <a:pt x="257" y="95"/>
                  </a:cubicBezTo>
                  <a:cubicBezTo>
                    <a:pt x="255" y="97"/>
                    <a:pt x="253" y="98"/>
                    <a:pt x="251" y="102"/>
                  </a:cubicBezTo>
                  <a:cubicBezTo>
                    <a:pt x="251" y="102"/>
                    <a:pt x="251" y="102"/>
                    <a:pt x="251" y="102"/>
                  </a:cubicBezTo>
                  <a:cubicBezTo>
                    <a:pt x="251" y="106"/>
                    <a:pt x="245" y="110"/>
                    <a:pt x="247" y="113"/>
                  </a:cubicBezTo>
                  <a:cubicBezTo>
                    <a:pt x="245" y="115"/>
                    <a:pt x="245" y="115"/>
                    <a:pt x="245" y="115"/>
                  </a:cubicBezTo>
                  <a:cubicBezTo>
                    <a:pt x="246" y="120"/>
                    <a:pt x="243" y="122"/>
                    <a:pt x="245" y="127"/>
                  </a:cubicBezTo>
                  <a:cubicBezTo>
                    <a:pt x="244" y="126"/>
                    <a:pt x="244" y="126"/>
                    <a:pt x="244" y="126"/>
                  </a:cubicBezTo>
                  <a:cubicBezTo>
                    <a:pt x="243" y="133"/>
                    <a:pt x="248" y="140"/>
                    <a:pt x="246" y="142"/>
                  </a:cubicBezTo>
                  <a:cubicBezTo>
                    <a:pt x="246" y="144"/>
                    <a:pt x="246" y="145"/>
                    <a:pt x="247" y="147"/>
                  </a:cubicBezTo>
                  <a:cubicBezTo>
                    <a:pt x="241" y="158"/>
                    <a:pt x="234" y="167"/>
                    <a:pt x="228" y="171"/>
                  </a:cubicBezTo>
                  <a:cubicBezTo>
                    <a:pt x="228" y="169"/>
                    <a:pt x="226" y="166"/>
                    <a:pt x="223" y="162"/>
                  </a:cubicBezTo>
                  <a:cubicBezTo>
                    <a:pt x="223" y="162"/>
                    <a:pt x="223" y="162"/>
                    <a:pt x="224" y="162"/>
                  </a:cubicBezTo>
                  <a:cubicBezTo>
                    <a:pt x="224" y="162"/>
                    <a:pt x="223" y="161"/>
                    <a:pt x="223" y="161"/>
                  </a:cubicBezTo>
                  <a:cubicBezTo>
                    <a:pt x="223" y="161"/>
                    <a:pt x="223" y="161"/>
                    <a:pt x="223" y="160"/>
                  </a:cubicBezTo>
                  <a:cubicBezTo>
                    <a:pt x="228" y="153"/>
                    <a:pt x="228" y="143"/>
                    <a:pt x="231" y="134"/>
                  </a:cubicBezTo>
                  <a:cubicBezTo>
                    <a:pt x="231" y="134"/>
                    <a:pt x="232" y="136"/>
                    <a:pt x="232" y="137"/>
                  </a:cubicBezTo>
                  <a:cubicBezTo>
                    <a:pt x="233" y="129"/>
                    <a:pt x="233" y="121"/>
                    <a:pt x="230" y="115"/>
                  </a:cubicBezTo>
                  <a:cubicBezTo>
                    <a:pt x="231" y="115"/>
                    <a:pt x="231" y="115"/>
                    <a:pt x="232" y="117"/>
                  </a:cubicBezTo>
                  <a:cubicBezTo>
                    <a:pt x="231" y="111"/>
                    <a:pt x="229" y="105"/>
                    <a:pt x="227" y="103"/>
                  </a:cubicBezTo>
                  <a:cubicBezTo>
                    <a:pt x="227" y="107"/>
                    <a:pt x="228" y="103"/>
                    <a:pt x="228" y="106"/>
                  </a:cubicBezTo>
                  <a:cubicBezTo>
                    <a:pt x="228" y="110"/>
                    <a:pt x="225" y="104"/>
                    <a:pt x="223" y="100"/>
                  </a:cubicBezTo>
                  <a:cubicBezTo>
                    <a:pt x="223" y="100"/>
                    <a:pt x="223" y="100"/>
                    <a:pt x="223" y="100"/>
                  </a:cubicBezTo>
                  <a:cubicBezTo>
                    <a:pt x="220" y="96"/>
                    <a:pt x="218" y="95"/>
                    <a:pt x="213" y="96"/>
                  </a:cubicBezTo>
                  <a:cubicBezTo>
                    <a:pt x="209" y="95"/>
                    <a:pt x="216" y="95"/>
                    <a:pt x="214" y="94"/>
                  </a:cubicBezTo>
                  <a:cubicBezTo>
                    <a:pt x="211" y="90"/>
                    <a:pt x="201" y="99"/>
                    <a:pt x="201" y="100"/>
                  </a:cubicBezTo>
                  <a:cubicBezTo>
                    <a:pt x="200" y="102"/>
                    <a:pt x="199" y="104"/>
                    <a:pt x="200" y="104"/>
                  </a:cubicBezTo>
                  <a:cubicBezTo>
                    <a:pt x="198" y="108"/>
                    <a:pt x="198" y="105"/>
                    <a:pt x="197" y="108"/>
                  </a:cubicBezTo>
                  <a:cubicBezTo>
                    <a:pt x="196" y="112"/>
                    <a:pt x="197" y="116"/>
                    <a:pt x="199" y="120"/>
                  </a:cubicBezTo>
                  <a:cubicBezTo>
                    <a:pt x="198" y="119"/>
                    <a:pt x="196" y="123"/>
                    <a:pt x="195" y="120"/>
                  </a:cubicBezTo>
                  <a:cubicBezTo>
                    <a:pt x="196" y="129"/>
                    <a:pt x="200" y="133"/>
                    <a:pt x="202" y="137"/>
                  </a:cubicBezTo>
                  <a:cubicBezTo>
                    <a:pt x="202" y="140"/>
                    <a:pt x="205" y="147"/>
                    <a:pt x="207" y="149"/>
                  </a:cubicBezTo>
                  <a:cubicBezTo>
                    <a:pt x="206" y="151"/>
                    <a:pt x="206" y="147"/>
                    <a:pt x="205" y="147"/>
                  </a:cubicBezTo>
                  <a:cubicBezTo>
                    <a:pt x="205" y="151"/>
                    <a:pt x="205" y="151"/>
                    <a:pt x="205" y="151"/>
                  </a:cubicBezTo>
                  <a:cubicBezTo>
                    <a:pt x="202" y="146"/>
                    <a:pt x="203" y="153"/>
                    <a:pt x="201" y="150"/>
                  </a:cubicBezTo>
                  <a:cubicBezTo>
                    <a:pt x="202" y="153"/>
                    <a:pt x="204" y="158"/>
                    <a:pt x="206" y="163"/>
                  </a:cubicBezTo>
                  <a:cubicBezTo>
                    <a:pt x="203" y="170"/>
                    <a:pt x="201" y="172"/>
                    <a:pt x="194" y="178"/>
                  </a:cubicBezTo>
                  <a:cubicBezTo>
                    <a:pt x="195" y="178"/>
                    <a:pt x="192" y="180"/>
                    <a:pt x="194" y="181"/>
                  </a:cubicBezTo>
                  <a:cubicBezTo>
                    <a:pt x="194" y="183"/>
                    <a:pt x="192" y="183"/>
                    <a:pt x="191" y="183"/>
                  </a:cubicBezTo>
                  <a:cubicBezTo>
                    <a:pt x="192" y="182"/>
                    <a:pt x="193" y="182"/>
                    <a:pt x="192" y="176"/>
                  </a:cubicBezTo>
                  <a:cubicBezTo>
                    <a:pt x="186" y="156"/>
                    <a:pt x="180" y="130"/>
                    <a:pt x="179" y="108"/>
                  </a:cubicBezTo>
                  <a:cubicBezTo>
                    <a:pt x="179" y="110"/>
                    <a:pt x="178" y="110"/>
                    <a:pt x="178" y="108"/>
                  </a:cubicBezTo>
                  <a:cubicBezTo>
                    <a:pt x="181" y="106"/>
                    <a:pt x="176" y="101"/>
                    <a:pt x="177" y="97"/>
                  </a:cubicBezTo>
                  <a:cubicBezTo>
                    <a:pt x="178" y="97"/>
                    <a:pt x="178" y="99"/>
                    <a:pt x="178" y="100"/>
                  </a:cubicBezTo>
                  <a:cubicBezTo>
                    <a:pt x="179" y="89"/>
                    <a:pt x="176" y="81"/>
                    <a:pt x="177" y="71"/>
                  </a:cubicBezTo>
                  <a:cubicBezTo>
                    <a:pt x="175" y="62"/>
                    <a:pt x="178" y="51"/>
                    <a:pt x="176" y="45"/>
                  </a:cubicBezTo>
                  <a:cubicBezTo>
                    <a:pt x="177" y="46"/>
                    <a:pt x="176" y="41"/>
                    <a:pt x="177" y="39"/>
                  </a:cubicBezTo>
                  <a:cubicBezTo>
                    <a:pt x="176" y="36"/>
                    <a:pt x="176" y="34"/>
                    <a:pt x="176" y="31"/>
                  </a:cubicBezTo>
                  <a:cubicBezTo>
                    <a:pt x="176" y="30"/>
                    <a:pt x="176" y="29"/>
                    <a:pt x="176" y="28"/>
                  </a:cubicBezTo>
                  <a:cubicBezTo>
                    <a:pt x="176" y="27"/>
                    <a:pt x="176" y="27"/>
                    <a:pt x="176" y="27"/>
                  </a:cubicBezTo>
                  <a:cubicBezTo>
                    <a:pt x="176" y="23"/>
                    <a:pt x="177" y="18"/>
                    <a:pt x="176" y="14"/>
                  </a:cubicBezTo>
                  <a:cubicBezTo>
                    <a:pt x="176" y="13"/>
                    <a:pt x="175" y="2"/>
                    <a:pt x="174" y="1"/>
                  </a:cubicBezTo>
                  <a:cubicBezTo>
                    <a:pt x="173" y="0"/>
                    <a:pt x="172" y="6"/>
                    <a:pt x="170" y="6"/>
                  </a:cubicBezTo>
                  <a:cubicBezTo>
                    <a:pt x="162" y="5"/>
                    <a:pt x="168" y="10"/>
                    <a:pt x="161" y="11"/>
                  </a:cubicBezTo>
                  <a:cubicBezTo>
                    <a:pt x="157" y="12"/>
                    <a:pt x="156" y="13"/>
                    <a:pt x="154" y="16"/>
                  </a:cubicBezTo>
                  <a:cubicBezTo>
                    <a:pt x="155" y="20"/>
                    <a:pt x="155" y="24"/>
                    <a:pt x="155" y="28"/>
                  </a:cubicBezTo>
                  <a:cubicBezTo>
                    <a:pt x="156" y="67"/>
                    <a:pt x="156" y="67"/>
                    <a:pt x="156" y="67"/>
                  </a:cubicBezTo>
                  <a:cubicBezTo>
                    <a:pt x="156" y="75"/>
                    <a:pt x="154" y="84"/>
                    <a:pt x="153" y="92"/>
                  </a:cubicBezTo>
                  <a:cubicBezTo>
                    <a:pt x="148" y="91"/>
                    <a:pt x="142" y="91"/>
                    <a:pt x="139" y="94"/>
                  </a:cubicBezTo>
                  <a:cubicBezTo>
                    <a:pt x="137" y="95"/>
                    <a:pt x="135" y="96"/>
                    <a:pt x="134" y="98"/>
                  </a:cubicBezTo>
                  <a:cubicBezTo>
                    <a:pt x="125" y="103"/>
                    <a:pt x="119" y="113"/>
                    <a:pt x="119" y="118"/>
                  </a:cubicBezTo>
                  <a:cubicBezTo>
                    <a:pt x="118" y="121"/>
                    <a:pt x="118" y="124"/>
                    <a:pt x="118" y="127"/>
                  </a:cubicBezTo>
                  <a:cubicBezTo>
                    <a:pt x="115" y="132"/>
                    <a:pt x="113" y="140"/>
                    <a:pt x="112" y="144"/>
                  </a:cubicBezTo>
                  <a:cubicBezTo>
                    <a:pt x="111" y="152"/>
                    <a:pt x="111" y="155"/>
                    <a:pt x="111" y="160"/>
                  </a:cubicBezTo>
                  <a:cubicBezTo>
                    <a:pt x="111" y="163"/>
                    <a:pt x="109" y="164"/>
                    <a:pt x="108" y="165"/>
                  </a:cubicBezTo>
                  <a:cubicBezTo>
                    <a:pt x="105" y="174"/>
                    <a:pt x="100" y="181"/>
                    <a:pt x="100" y="189"/>
                  </a:cubicBezTo>
                  <a:cubicBezTo>
                    <a:pt x="99" y="189"/>
                    <a:pt x="99" y="189"/>
                    <a:pt x="99" y="189"/>
                  </a:cubicBezTo>
                  <a:cubicBezTo>
                    <a:pt x="98" y="195"/>
                    <a:pt x="93" y="208"/>
                    <a:pt x="88" y="208"/>
                  </a:cubicBezTo>
                  <a:cubicBezTo>
                    <a:pt x="88" y="210"/>
                    <a:pt x="83" y="208"/>
                    <a:pt x="85" y="211"/>
                  </a:cubicBezTo>
                  <a:cubicBezTo>
                    <a:pt x="82" y="210"/>
                    <a:pt x="85" y="209"/>
                    <a:pt x="82" y="208"/>
                  </a:cubicBezTo>
                  <a:cubicBezTo>
                    <a:pt x="83" y="209"/>
                    <a:pt x="84" y="208"/>
                    <a:pt x="85" y="208"/>
                  </a:cubicBezTo>
                  <a:cubicBezTo>
                    <a:pt x="78" y="200"/>
                    <a:pt x="79" y="178"/>
                    <a:pt x="79" y="161"/>
                  </a:cubicBezTo>
                  <a:cubicBezTo>
                    <a:pt x="81" y="156"/>
                    <a:pt x="80" y="144"/>
                    <a:pt x="81" y="133"/>
                  </a:cubicBezTo>
                  <a:cubicBezTo>
                    <a:pt x="81" y="131"/>
                    <a:pt x="81" y="131"/>
                    <a:pt x="81" y="131"/>
                  </a:cubicBezTo>
                  <a:cubicBezTo>
                    <a:pt x="82" y="131"/>
                    <a:pt x="82" y="131"/>
                    <a:pt x="83" y="131"/>
                  </a:cubicBezTo>
                  <a:cubicBezTo>
                    <a:pt x="83" y="131"/>
                    <a:pt x="83" y="130"/>
                    <a:pt x="83" y="130"/>
                  </a:cubicBezTo>
                  <a:cubicBezTo>
                    <a:pt x="83" y="129"/>
                    <a:pt x="83" y="129"/>
                    <a:pt x="83" y="129"/>
                  </a:cubicBezTo>
                  <a:cubicBezTo>
                    <a:pt x="83" y="128"/>
                    <a:pt x="83" y="128"/>
                    <a:pt x="83" y="128"/>
                  </a:cubicBezTo>
                  <a:cubicBezTo>
                    <a:pt x="82" y="128"/>
                    <a:pt x="82" y="128"/>
                    <a:pt x="81" y="128"/>
                  </a:cubicBezTo>
                  <a:cubicBezTo>
                    <a:pt x="81" y="127"/>
                    <a:pt x="81" y="127"/>
                    <a:pt x="81" y="127"/>
                  </a:cubicBezTo>
                  <a:cubicBezTo>
                    <a:pt x="82" y="128"/>
                    <a:pt x="82" y="128"/>
                    <a:pt x="83" y="128"/>
                  </a:cubicBezTo>
                  <a:cubicBezTo>
                    <a:pt x="83" y="128"/>
                    <a:pt x="83" y="128"/>
                    <a:pt x="83" y="128"/>
                  </a:cubicBezTo>
                  <a:cubicBezTo>
                    <a:pt x="83" y="127"/>
                    <a:pt x="83" y="127"/>
                    <a:pt x="83" y="127"/>
                  </a:cubicBezTo>
                  <a:cubicBezTo>
                    <a:pt x="83" y="127"/>
                    <a:pt x="83" y="127"/>
                    <a:pt x="83" y="127"/>
                  </a:cubicBezTo>
                  <a:cubicBezTo>
                    <a:pt x="83" y="127"/>
                    <a:pt x="83" y="127"/>
                    <a:pt x="83" y="127"/>
                  </a:cubicBezTo>
                  <a:cubicBezTo>
                    <a:pt x="83" y="127"/>
                    <a:pt x="83" y="127"/>
                    <a:pt x="83" y="127"/>
                  </a:cubicBezTo>
                  <a:cubicBezTo>
                    <a:pt x="83" y="127"/>
                    <a:pt x="82" y="127"/>
                    <a:pt x="81" y="127"/>
                  </a:cubicBezTo>
                  <a:cubicBezTo>
                    <a:pt x="81" y="126"/>
                    <a:pt x="81" y="126"/>
                    <a:pt x="81" y="126"/>
                  </a:cubicBezTo>
                  <a:cubicBezTo>
                    <a:pt x="62" y="125"/>
                    <a:pt x="75" y="126"/>
                    <a:pt x="71" y="127"/>
                  </a:cubicBezTo>
                  <a:cubicBezTo>
                    <a:pt x="71" y="127"/>
                    <a:pt x="71" y="127"/>
                    <a:pt x="71" y="127"/>
                  </a:cubicBezTo>
                  <a:cubicBezTo>
                    <a:pt x="66" y="126"/>
                    <a:pt x="63" y="126"/>
                    <a:pt x="69" y="126"/>
                  </a:cubicBezTo>
                  <a:cubicBezTo>
                    <a:pt x="69" y="127"/>
                    <a:pt x="69" y="127"/>
                    <a:pt x="69" y="127"/>
                  </a:cubicBezTo>
                  <a:cubicBezTo>
                    <a:pt x="69" y="127"/>
                    <a:pt x="69" y="127"/>
                    <a:pt x="69" y="127"/>
                  </a:cubicBezTo>
                  <a:cubicBezTo>
                    <a:pt x="70" y="127"/>
                    <a:pt x="70" y="127"/>
                    <a:pt x="71" y="127"/>
                  </a:cubicBezTo>
                  <a:cubicBezTo>
                    <a:pt x="71" y="127"/>
                    <a:pt x="71" y="127"/>
                    <a:pt x="71" y="127"/>
                  </a:cubicBezTo>
                  <a:cubicBezTo>
                    <a:pt x="70" y="127"/>
                    <a:pt x="70" y="127"/>
                    <a:pt x="69" y="127"/>
                  </a:cubicBezTo>
                  <a:cubicBezTo>
                    <a:pt x="69" y="129"/>
                    <a:pt x="69" y="131"/>
                    <a:pt x="71" y="129"/>
                  </a:cubicBezTo>
                  <a:cubicBezTo>
                    <a:pt x="71" y="129"/>
                    <a:pt x="71" y="129"/>
                    <a:pt x="71" y="130"/>
                  </a:cubicBezTo>
                  <a:cubicBezTo>
                    <a:pt x="71" y="130"/>
                    <a:pt x="71" y="130"/>
                    <a:pt x="71" y="130"/>
                  </a:cubicBezTo>
                  <a:cubicBezTo>
                    <a:pt x="70" y="132"/>
                    <a:pt x="70" y="134"/>
                    <a:pt x="70" y="136"/>
                  </a:cubicBezTo>
                  <a:cubicBezTo>
                    <a:pt x="70" y="138"/>
                    <a:pt x="70" y="139"/>
                    <a:pt x="70" y="140"/>
                  </a:cubicBezTo>
                  <a:cubicBezTo>
                    <a:pt x="70" y="140"/>
                    <a:pt x="70" y="140"/>
                    <a:pt x="70" y="140"/>
                  </a:cubicBezTo>
                  <a:cubicBezTo>
                    <a:pt x="69" y="144"/>
                    <a:pt x="69" y="147"/>
                    <a:pt x="68" y="151"/>
                  </a:cubicBezTo>
                  <a:cubicBezTo>
                    <a:pt x="68" y="151"/>
                    <a:pt x="67" y="151"/>
                    <a:pt x="67" y="152"/>
                  </a:cubicBezTo>
                  <a:cubicBezTo>
                    <a:pt x="67" y="153"/>
                    <a:pt x="67" y="155"/>
                    <a:pt x="67" y="156"/>
                  </a:cubicBezTo>
                  <a:cubicBezTo>
                    <a:pt x="67" y="160"/>
                    <a:pt x="66" y="164"/>
                    <a:pt x="64" y="168"/>
                  </a:cubicBezTo>
                  <a:cubicBezTo>
                    <a:pt x="64" y="168"/>
                    <a:pt x="64" y="169"/>
                    <a:pt x="64" y="169"/>
                  </a:cubicBezTo>
                  <a:cubicBezTo>
                    <a:pt x="63" y="164"/>
                    <a:pt x="64" y="157"/>
                    <a:pt x="65" y="155"/>
                  </a:cubicBezTo>
                  <a:cubicBezTo>
                    <a:pt x="63" y="149"/>
                    <a:pt x="64" y="160"/>
                    <a:pt x="62" y="159"/>
                  </a:cubicBezTo>
                  <a:cubicBezTo>
                    <a:pt x="62" y="163"/>
                    <a:pt x="62" y="166"/>
                    <a:pt x="63" y="171"/>
                  </a:cubicBezTo>
                  <a:cubicBezTo>
                    <a:pt x="62" y="174"/>
                    <a:pt x="63" y="175"/>
                    <a:pt x="61" y="179"/>
                  </a:cubicBezTo>
                  <a:cubicBezTo>
                    <a:pt x="60" y="178"/>
                    <a:pt x="60" y="178"/>
                    <a:pt x="60" y="178"/>
                  </a:cubicBezTo>
                  <a:cubicBezTo>
                    <a:pt x="58" y="183"/>
                    <a:pt x="58" y="185"/>
                    <a:pt x="58" y="188"/>
                  </a:cubicBezTo>
                  <a:cubicBezTo>
                    <a:pt x="54" y="190"/>
                    <a:pt x="55" y="191"/>
                    <a:pt x="51" y="193"/>
                  </a:cubicBezTo>
                  <a:cubicBezTo>
                    <a:pt x="54" y="190"/>
                    <a:pt x="55" y="186"/>
                    <a:pt x="55" y="183"/>
                  </a:cubicBezTo>
                  <a:cubicBezTo>
                    <a:pt x="51" y="187"/>
                    <a:pt x="48" y="194"/>
                    <a:pt x="43" y="194"/>
                  </a:cubicBezTo>
                  <a:cubicBezTo>
                    <a:pt x="38" y="196"/>
                    <a:pt x="35" y="199"/>
                    <a:pt x="35" y="201"/>
                  </a:cubicBezTo>
                  <a:cubicBezTo>
                    <a:pt x="36" y="200"/>
                    <a:pt x="31" y="201"/>
                    <a:pt x="34" y="199"/>
                  </a:cubicBezTo>
                  <a:cubicBezTo>
                    <a:pt x="32" y="200"/>
                    <a:pt x="30" y="201"/>
                    <a:pt x="29" y="201"/>
                  </a:cubicBezTo>
                  <a:cubicBezTo>
                    <a:pt x="29" y="201"/>
                    <a:pt x="29" y="201"/>
                    <a:pt x="29" y="201"/>
                  </a:cubicBezTo>
                  <a:cubicBezTo>
                    <a:pt x="28" y="201"/>
                    <a:pt x="28" y="200"/>
                    <a:pt x="28" y="199"/>
                  </a:cubicBezTo>
                  <a:cubicBezTo>
                    <a:pt x="26" y="197"/>
                    <a:pt x="23" y="193"/>
                    <a:pt x="19" y="196"/>
                  </a:cubicBezTo>
                  <a:cubicBezTo>
                    <a:pt x="19" y="194"/>
                    <a:pt x="19" y="194"/>
                    <a:pt x="19" y="194"/>
                  </a:cubicBezTo>
                  <a:cubicBezTo>
                    <a:pt x="16" y="196"/>
                    <a:pt x="12" y="198"/>
                    <a:pt x="9" y="198"/>
                  </a:cubicBezTo>
                  <a:cubicBezTo>
                    <a:pt x="9" y="200"/>
                    <a:pt x="8" y="202"/>
                    <a:pt x="10" y="203"/>
                  </a:cubicBezTo>
                  <a:cubicBezTo>
                    <a:pt x="9" y="204"/>
                    <a:pt x="7" y="201"/>
                    <a:pt x="8" y="203"/>
                  </a:cubicBezTo>
                  <a:cubicBezTo>
                    <a:pt x="7" y="201"/>
                    <a:pt x="7" y="201"/>
                    <a:pt x="7" y="201"/>
                  </a:cubicBezTo>
                  <a:cubicBezTo>
                    <a:pt x="1" y="206"/>
                    <a:pt x="3" y="212"/>
                    <a:pt x="3" y="217"/>
                  </a:cubicBezTo>
                  <a:cubicBezTo>
                    <a:pt x="0" y="218"/>
                    <a:pt x="3" y="221"/>
                    <a:pt x="2" y="224"/>
                  </a:cubicBezTo>
                  <a:cubicBezTo>
                    <a:pt x="3" y="226"/>
                    <a:pt x="2" y="229"/>
                    <a:pt x="5" y="229"/>
                  </a:cubicBezTo>
                  <a:cubicBezTo>
                    <a:pt x="4" y="230"/>
                    <a:pt x="4" y="230"/>
                    <a:pt x="4" y="230"/>
                  </a:cubicBezTo>
                  <a:cubicBezTo>
                    <a:pt x="4" y="232"/>
                    <a:pt x="4" y="235"/>
                    <a:pt x="5" y="237"/>
                  </a:cubicBezTo>
                  <a:cubicBezTo>
                    <a:pt x="5" y="239"/>
                    <a:pt x="7" y="238"/>
                    <a:pt x="8" y="239"/>
                  </a:cubicBezTo>
                  <a:cubicBezTo>
                    <a:pt x="7" y="240"/>
                    <a:pt x="7" y="240"/>
                    <a:pt x="7" y="240"/>
                  </a:cubicBezTo>
                  <a:cubicBezTo>
                    <a:pt x="8" y="241"/>
                    <a:pt x="10" y="240"/>
                    <a:pt x="12" y="240"/>
                  </a:cubicBezTo>
                  <a:cubicBezTo>
                    <a:pt x="12" y="241"/>
                    <a:pt x="12" y="241"/>
                    <a:pt x="12" y="242"/>
                  </a:cubicBezTo>
                  <a:cubicBezTo>
                    <a:pt x="11" y="242"/>
                    <a:pt x="9" y="242"/>
                    <a:pt x="7" y="242"/>
                  </a:cubicBezTo>
                  <a:cubicBezTo>
                    <a:pt x="8" y="244"/>
                    <a:pt x="11" y="244"/>
                    <a:pt x="10" y="246"/>
                  </a:cubicBezTo>
                  <a:cubicBezTo>
                    <a:pt x="11" y="247"/>
                    <a:pt x="12" y="248"/>
                    <a:pt x="14" y="247"/>
                  </a:cubicBezTo>
                  <a:cubicBezTo>
                    <a:pt x="13" y="247"/>
                    <a:pt x="14" y="248"/>
                    <a:pt x="13" y="248"/>
                  </a:cubicBezTo>
                  <a:cubicBezTo>
                    <a:pt x="13" y="249"/>
                    <a:pt x="14" y="249"/>
                    <a:pt x="15" y="249"/>
                  </a:cubicBezTo>
                  <a:cubicBezTo>
                    <a:pt x="15" y="249"/>
                    <a:pt x="15" y="249"/>
                    <a:pt x="15" y="249"/>
                  </a:cubicBezTo>
                  <a:cubicBezTo>
                    <a:pt x="16" y="248"/>
                    <a:pt x="17" y="249"/>
                    <a:pt x="18" y="247"/>
                  </a:cubicBezTo>
                  <a:cubicBezTo>
                    <a:pt x="17" y="247"/>
                    <a:pt x="17" y="247"/>
                    <a:pt x="17" y="246"/>
                  </a:cubicBezTo>
                  <a:cubicBezTo>
                    <a:pt x="18" y="246"/>
                    <a:pt x="19" y="246"/>
                    <a:pt x="19" y="248"/>
                  </a:cubicBezTo>
                  <a:cubicBezTo>
                    <a:pt x="18" y="249"/>
                    <a:pt x="16" y="249"/>
                    <a:pt x="17" y="250"/>
                  </a:cubicBezTo>
                  <a:cubicBezTo>
                    <a:pt x="18" y="250"/>
                    <a:pt x="20" y="249"/>
                    <a:pt x="21" y="248"/>
                  </a:cubicBezTo>
                  <a:cubicBezTo>
                    <a:pt x="20" y="249"/>
                    <a:pt x="19" y="248"/>
                    <a:pt x="20" y="246"/>
                  </a:cubicBezTo>
                  <a:cubicBezTo>
                    <a:pt x="19" y="247"/>
                    <a:pt x="19" y="247"/>
                    <a:pt x="19" y="247"/>
                  </a:cubicBezTo>
                  <a:cubicBezTo>
                    <a:pt x="20" y="246"/>
                    <a:pt x="20" y="246"/>
                    <a:pt x="20" y="246"/>
                  </a:cubicBezTo>
                  <a:cubicBezTo>
                    <a:pt x="18" y="245"/>
                    <a:pt x="19" y="243"/>
                    <a:pt x="17" y="243"/>
                  </a:cubicBezTo>
                  <a:cubicBezTo>
                    <a:pt x="16" y="245"/>
                    <a:pt x="16" y="245"/>
                    <a:pt x="16" y="245"/>
                  </a:cubicBezTo>
                  <a:cubicBezTo>
                    <a:pt x="15" y="244"/>
                    <a:pt x="13" y="244"/>
                    <a:pt x="13" y="243"/>
                  </a:cubicBezTo>
                  <a:cubicBezTo>
                    <a:pt x="14" y="243"/>
                    <a:pt x="15" y="242"/>
                    <a:pt x="15" y="241"/>
                  </a:cubicBezTo>
                  <a:cubicBezTo>
                    <a:pt x="15" y="241"/>
                    <a:pt x="14" y="241"/>
                    <a:pt x="15" y="241"/>
                  </a:cubicBezTo>
                  <a:cubicBezTo>
                    <a:pt x="17" y="240"/>
                    <a:pt x="17" y="240"/>
                    <a:pt x="17" y="240"/>
                  </a:cubicBezTo>
                  <a:cubicBezTo>
                    <a:pt x="14" y="242"/>
                    <a:pt x="15" y="238"/>
                    <a:pt x="14" y="238"/>
                  </a:cubicBezTo>
                  <a:cubicBezTo>
                    <a:pt x="15" y="238"/>
                    <a:pt x="15" y="238"/>
                    <a:pt x="15" y="238"/>
                  </a:cubicBezTo>
                  <a:cubicBezTo>
                    <a:pt x="15" y="236"/>
                    <a:pt x="13" y="239"/>
                    <a:pt x="13" y="238"/>
                  </a:cubicBezTo>
                  <a:cubicBezTo>
                    <a:pt x="13" y="237"/>
                    <a:pt x="15" y="237"/>
                    <a:pt x="16" y="235"/>
                  </a:cubicBezTo>
                  <a:cubicBezTo>
                    <a:pt x="15" y="234"/>
                    <a:pt x="12" y="233"/>
                    <a:pt x="14" y="230"/>
                  </a:cubicBezTo>
                  <a:cubicBezTo>
                    <a:pt x="13" y="229"/>
                    <a:pt x="12" y="228"/>
                    <a:pt x="11" y="227"/>
                  </a:cubicBezTo>
                  <a:cubicBezTo>
                    <a:pt x="10" y="226"/>
                    <a:pt x="13" y="227"/>
                    <a:pt x="12" y="226"/>
                  </a:cubicBezTo>
                  <a:cubicBezTo>
                    <a:pt x="13" y="226"/>
                    <a:pt x="14" y="225"/>
                    <a:pt x="15" y="225"/>
                  </a:cubicBezTo>
                  <a:cubicBezTo>
                    <a:pt x="14" y="225"/>
                    <a:pt x="15" y="223"/>
                    <a:pt x="12" y="224"/>
                  </a:cubicBezTo>
                  <a:cubicBezTo>
                    <a:pt x="13" y="222"/>
                    <a:pt x="13" y="221"/>
                    <a:pt x="13" y="219"/>
                  </a:cubicBezTo>
                  <a:cubicBezTo>
                    <a:pt x="13" y="219"/>
                    <a:pt x="14" y="219"/>
                    <a:pt x="15" y="219"/>
                  </a:cubicBezTo>
                  <a:cubicBezTo>
                    <a:pt x="14" y="218"/>
                    <a:pt x="12" y="217"/>
                    <a:pt x="13" y="216"/>
                  </a:cubicBezTo>
                  <a:cubicBezTo>
                    <a:pt x="12" y="215"/>
                    <a:pt x="12" y="216"/>
                    <a:pt x="10" y="215"/>
                  </a:cubicBezTo>
                  <a:cubicBezTo>
                    <a:pt x="10" y="215"/>
                    <a:pt x="9" y="215"/>
                    <a:pt x="9" y="214"/>
                  </a:cubicBezTo>
                  <a:cubicBezTo>
                    <a:pt x="11" y="214"/>
                    <a:pt x="14" y="215"/>
                    <a:pt x="14" y="214"/>
                  </a:cubicBezTo>
                  <a:cubicBezTo>
                    <a:pt x="17" y="215"/>
                    <a:pt x="13" y="216"/>
                    <a:pt x="16" y="216"/>
                  </a:cubicBezTo>
                  <a:cubicBezTo>
                    <a:pt x="18" y="216"/>
                    <a:pt x="18" y="218"/>
                    <a:pt x="17" y="219"/>
                  </a:cubicBezTo>
                  <a:cubicBezTo>
                    <a:pt x="19" y="220"/>
                    <a:pt x="17" y="218"/>
                    <a:pt x="19" y="218"/>
                  </a:cubicBezTo>
                  <a:cubicBezTo>
                    <a:pt x="19" y="217"/>
                    <a:pt x="18" y="217"/>
                    <a:pt x="18" y="216"/>
                  </a:cubicBezTo>
                  <a:cubicBezTo>
                    <a:pt x="18" y="216"/>
                    <a:pt x="17" y="216"/>
                    <a:pt x="17" y="216"/>
                  </a:cubicBezTo>
                  <a:cubicBezTo>
                    <a:pt x="17" y="215"/>
                    <a:pt x="18" y="215"/>
                    <a:pt x="18" y="215"/>
                  </a:cubicBezTo>
                  <a:cubicBezTo>
                    <a:pt x="18" y="215"/>
                    <a:pt x="18" y="215"/>
                    <a:pt x="18" y="215"/>
                  </a:cubicBezTo>
                  <a:cubicBezTo>
                    <a:pt x="17" y="216"/>
                    <a:pt x="17" y="216"/>
                    <a:pt x="17" y="216"/>
                  </a:cubicBezTo>
                  <a:cubicBezTo>
                    <a:pt x="17" y="216"/>
                    <a:pt x="17" y="216"/>
                    <a:pt x="17" y="216"/>
                  </a:cubicBezTo>
                  <a:cubicBezTo>
                    <a:pt x="17" y="216"/>
                    <a:pt x="17" y="216"/>
                    <a:pt x="17" y="216"/>
                  </a:cubicBezTo>
                  <a:cubicBezTo>
                    <a:pt x="17" y="215"/>
                    <a:pt x="17" y="215"/>
                    <a:pt x="17" y="215"/>
                  </a:cubicBezTo>
                  <a:cubicBezTo>
                    <a:pt x="17" y="215"/>
                    <a:pt x="17" y="216"/>
                    <a:pt x="17" y="216"/>
                  </a:cubicBezTo>
                  <a:cubicBezTo>
                    <a:pt x="17" y="216"/>
                    <a:pt x="17" y="216"/>
                    <a:pt x="17" y="216"/>
                  </a:cubicBezTo>
                  <a:cubicBezTo>
                    <a:pt x="17" y="215"/>
                    <a:pt x="17" y="215"/>
                    <a:pt x="17" y="215"/>
                  </a:cubicBezTo>
                  <a:cubicBezTo>
                    <a:pt x="17" y="215"/>
                    <a:pt x="17" y="215"/>
                    <a:pt x="17" y="215"/>
                  </a:cubicBezTo>
                  <a:cubicBezTo>
                    <a:pt x="18" y="214"/>
                    <a:pt x="18" y="214"/>
                    <a:pt x="18" y="214"/>
                  </a:cubicBezTo>
                  <a:cubicBezTo>
                    <a:pt x="18" y="214"/>
                    <a:pt x="18" y="214"/>
                    <a:pt x="18" y="214"/>
                  </a:cubicBezTo>
                  <a:cubicBezTo>
                    <a:pt x="17" y="215"/>
                    <a:pt x="17" y="215"/>
                    <a:pt x="17" y="216"/>
                  </a:cubicBezTo>
                  <a:cubicBezTo>
                    <a:pt x="17" y="216"/>
                    <a:pt x="17" y="216"/>
                    <a:pt x="17" y="216"/>
                  </a:cubicBezTo>
                  <a:cubicBezTo>
                    <a:pt x="16" y="216"/>
                    <a:pt x="16" y="215"/>
                    <a:pt x="16" y="215"/>
                  </a:cubicBezTo>
                  <a:cubicBezTo>
                    <a:pt x="14" y="214"/>
                    <a:pt x="17" y="214"/>
                    <a:pt x="18" y="214"/>
                  </a:cubicBezTo>
                  <a:cubicBezTo>
                    <a:pt x="18" y="214"/>
                    <a:pt x="18" y="214"/>
                    <a:pt x="18" y="214"/>
                  </a:cubicBezTo>
                  <a:cubicBezTo>
                    <a:pt x="18" y="214"/>
                    <a:pt x="18" y="214"/>
                    <a:pt x="18" y="214"/>
                  </a:cubicBezTo>
                  <a:cubicBezTo>
                    <a:pt x="18" y="214"/>
                    <a:pt x="18" y="214"/>
                    <a:pt x="18" y="214"/>
                  </a:cubicBezTo>
                  <a:cubicBezTo>
                    <a:pt x="17" y="214"/>
                    <a:pt x="17" y="215"/>
                    <a:pt x="17" y="215"/>
                  </a:cubicBezTo>
                  <a:cubicBezTo>
                    <a:pt x="17" y="215"/>
                    <a:pt x="17" y="215"/>
                    <a:pt x="17" y="215"/>
                  </a:cubicBezTo>
                  <a:cubicBezTo>
                    <a:pt x="17" y="216"/>
                    <a:pt x="17" y="216"/>
                    <a:pt x="17" y="216"/>
                  </a:cubicBezTo>
                  <a:cubicBezTo>
                    <a:pt x="18" y="215"/>
                    <a:pt x="18" y="215"/>
                    <a:pt x="18" y="215"/>
                  </a:cubicBezTo>
                  <a:cubicBezTo>
                    <a:pt x="18" y="215"/>
                    <a:pt x="18" y="214"/>
                    <a:pt x="18" y="214"/>
                  </a:cubicBezTo>
                  <a:cubicBezTo>
                    <a:pt x="18" y="214"/>
                    <a:pt x="18" y="214"/>
                    <a:pt x="18" y="214"/>
                  </a:cubicBezTo>
                  <a:cubicBezTo>
                    <a:pt x="18" y="215"/>
                    <a:pt x="17" y="215"/>
                    <a:pt x="17" y="215"/>
                  </a:cubicBezTo>
                  <a:cubicBezTo>
                    <a:pt x="17" y="215"/>
                    <a:pt x="17" y="215"/>
                    <a:pt x="18" y="215"/>
                  </a:cubicBezTo>
                  <a:cubicBezTo>
                    <a:pt x="17" y="215"/>
                    <a:pt x="17" y="215"/>
                    <a:pt x="17" y="215"/>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9" y="212"/>
                  </a:cubicBezTo>
                  <a:cubicBezTo>
                    <a:pt x="19" y="212"/>
                    <a:pt x="19" y="212"/>
                    <a:pt x="19" y="212"/>
                  </a:cubicBezTo>
                  <a:cubicBezTo>
                    <a:pt x="19" y="212"/>
                    <a:pt x="19" y="212"/>
                    <a:pt x="19" y="212"/>
                  </a:cubicBezTo>
                  <a:cubicBezTo>
                    <a:pt x="19" y="212"/>
                    <a:pt x="19" y="212"/>
                    <a:pt x="19" y="212"/>
                  </a:cubicBezTo>
                  <a:cubicBezTo>
                    <a:pt x="20" y="212"/>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8" y="213"/>
                  </a:cubicBezTo>
                  <a:cubicBezTo>
                    <a:pt x="19" y="213"/>
                    <a:pt x="19" y="213"/>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9" y="213"/>
                    <a:pt x="19" y="213"/>
                  </a:cubicBezTo>
                  <a:cubicBezTo>
                    <a:pt x="18" y="213"/>
                    <a:pt x="18" y="213"/>
                    <a:pt x="18" y="213"/>
                  </a:cubicBezTo>
                  <a:cubicBezTo>
                    <a:pt x="18" y="213"/>
                    <a:pt x="18" y="214"/>
                    <a:pt x="18" y="214"/>
                  </a:cubicBezTo>
                  <a:cubicBezTo>
                    <a:pt x="18" y="214"/>
                    <a:pt x="18" y="214"/>
                    <a:pt x="18" y="213"/>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6"/>
                    <a:pt x="18" y="216"/>
                    <a:pt x="18" y="216"/>
                  </a:cubicBezTo>
                  <a:cubicBezTo>
                    <a:pt x="18" y="216"/>
                    <a:pt x="18" y="216"/>
                    <a:pt x="18" y="216"/>
                  </a:cubicBezTo>
                  <a:cubicBezTo>
                    <a:pt x="19" y="216"/>
                    <a:pt x="18" y="215"/>
                    <a:pt x="19" y="215"/>
                  </a:cubicBezTo>
                  <a:cubicBezTo>
                    <a:pt x="19" y="215"/>
                    <a:pt x="19" y="215"/>
                    <a:pt x="19" y="215"/>
                  </a:cubicBezTo>
                  <a:cubicBezTo>
                    <a:pt x="19" y="215"/>
                    <a:pt x="19" y="215"/>
                    <a:pt x="19" y="215"/>
                  </a:cubicBezTo>
                  <a:cubicBezTo>
                    <a:pt x="19" y="215"/>
                    <a:pt x="19" y="216"/>
                    <a:pt x="19" y="216"/>
                  </a:cubicBezTo>
                  <a:cubicBezTo>
                    <a:pt x="19" y="216"/>
                    <a:pt x="19" y="216"/>
                    <a:pt x="19" y="215"/>
                  </a:cubicBezTo>
                  <a:cubicBezTo>
                    <a:pt x="19" y="216"/>
                    <a:pt x="19" y="216"/>
                    <a:pt x="19" y="216"/>
                  </a:cubicBezTo>
                  <a:cubicBezTo>
                    <a:pt x="19" y="215"/>
                    <a:pt x="20" y="217"/>
                    <a:pt x="20" y="215"/>
                  </a:cubicBezTo>
                  <a:cubicBezTo>
                    <a:pt x="19" y="215"/>
                    <a:pt x="19" y="215"/>
                    <a:pt x="19" y="215"/>
                  </a:cubicBezTo>
                  <a:cubicBezTo>
                    <a:pt x="20" y="215"/>
                    <a:pt x="18" y="215"/>
                    <a:pt x="19" y="214"/>
                  </a:cubicBezTo>
                  <a:cubicBezTo>
                    <a:pt x="19" y="214"/>
                    <a:pt x="19" y="214"/>
                    <a:pt x="19" y="214"/>
                  </a:cubicBezTo>
                  <a:cubicBezTo>
                    <a:pt x="19" y="214"/>
                    <a:pt x="19" y="214"/>
                    <a:pt x="19" y="213"/>
                  </a:cubicBezTo>
                  <a:cubicBezTo>
                    <a:pt x="19" y="213"/>
                    <a:pt x="19" y="214"/>
                    <a:pt x="19" y="214"/>
                  </a:cubicBezTo>
                  <a:cubicBezTo>
                    <a:pt x="19" y="214"/>
                    <a:pt x="19" y="214"/>
                    <a:pt x="19" y="214"/>
                  </a:cubicBezTo>
                  <a:cubicBezTo>
                    <a:pt x="19" y="214"/>
                    <a:pt x="20" y="214"/>
                    <a:pt x="20" y="214"/>
                  </a:cubicBezTo>
                  <a:cubicBezTo>
                    <a:pt x="20" y="214"/>
                    <a:pt x="19" y="214"/>
                    <a:pt x="20" y="215"/>
                  </a:cubicBezTo>
                  <a:cubicBezTo>
                    <a:pt x="22" y="215"/>
                    <a:pt x="22" y="215"/>
                    <a:pt x="22" y="215"/>
                  </a:cubicBezTo>
                  <a:cubicBezTo>
                    <a:pt x="21" y="216"/>
                    <a:pt x="21" y="216"/>
                    <a:pt x="21" y="216"/>
                  </a:cubicBezTo>
                  <a:cubicBezTo>
                    <a:pt x="20" y="216"/>
                    <a:pt x="20" y="216"/>
                    <a:pt x="20" y="216"/>
                  </a:cubicBezTo>
                  <a:cubicBezTo>
                    <a:pt x="21" y="216"/>
                    <a:pt x="21" y="216"/>
                    <a:pt x="21" y="216"/>
                  </a:cubicBezTo>
                  <a:cubicBezTo>
                    <a:pt x="20" y="217"/>
                    <a:pt x="20" y="217"/>
                    <a:pt x="20" y="217"/>
                  </a:cubicBezTo>
                  <a:cubicBezTo>
                    <a:pt x="21" y="216"/>
                    <a:pt x="21" y="216"/>
                    <a:pt x="21" y="216"/>
                  </a:cubicBezTo>
                  <a:cubicBezTo>
                    <a:pt x="21" y="217"/>
                    <a:pt x="21" y="217"/>
                    <a:pt x="21" y="217"/>
                  </a:cubicBezTo>
                  <a:cubicBezTo>
                    <a:pt x="20" y="218"/>
                    <a:pt x="23" y="217"/>
                    <a:pt x="22" y="218"/>
                  </a:cubicBezTo>
                  <a:cubicBezTo>
                    <a:pt x="21" y="218"/>
                    <a:pt x="20" y="219"/>
                    <a:pt x="20" y="219"/>
                  </a:cubicBezTo>
                  <a:cubicBezTo>
                    <a:pt x="22" y="218"/>
                    <a:pt x="23" y="219"/>
                    <a:pt x="25" y="218"/>
                  </a:cubicBezTo>
                  <a:cubicBezTo>
                    <a:pt x="24" y="219"/>
                    <a:pt x="21" y="219"/>
                    <a:pt x="20" y="220"/>
                  </a:cubicBezTo>
                  <a:cubicBezTo>
                    <a:pt x="22" y="220"/>
                    <a:pt x="19" y="222"/>
                    <a:pt x="22" y="221"/>
                  </a:cubicBezTo>
                  <a:cubicBezTo>
                    <a:pt x="22" y="220"/>
                    <a:pt x="23" y="221"/>
                    <a:pt x="25" y="220"/>
                  </a:cubicBezTo>
                  <a:cubicBezTo>
                    <a:pt x="25" y="222"/>
                    <a:pt x="23" y="221"/>
                    <a:pt x="23" y="222"/>
                  </a:cubicBezTo>
                  <a:cubicBezTo>
                    <a:pt x="23" y="222"/>
                    <a:pt x="25" y="222"/>
                    <a:pt x="26" y="221"/>
                  </a:cubicBezTo>
                  <a:cubicBezTo>
                    <a:pt x="26" y="222"/>
                    <a:pt x="28" y="222"/>
                    <a:pt x="27" y="223"/>
                  </a:cubicBezTo>
                  <a:cubicBezTo>
                    <a:pt x="25" y="224"/>
                    <a:pt x="26" y="222"/>
                    <a:pt x="25" y="223"/>
                  </a:cubicBezTo>
                  <a:cubicBezTo>
                    <a:pt x="25" y="224"/>
                    <a:pt x="29" y="222"/>
                    <a:pt x="30" y="224"/>
                  </a:cubicBezTo>
                  <a:cubicBezTo>
                    <a:pt x="31" y="223"/>
                    <a:pt x="34" y="223"/>
                    <a:pt x="35" y="224"/>
                  </a:cubicBezTo>
                  <a:cubicBezTo>
                    <a:pt x="35" y="226"/>
                    <a:pt x="34" y="223"/>
                    <a:pt x="32" y="224"/>
                  </a:cubicBezTo>
                  <a:cubicBezTo>
                    <a:pt x="32" y="225"/>
                    <a:pt x="32" y="225"/>
                    <a:pt x="32" y="225"/>
                  </a:cubicBezTo>
                  <a:cubicBezTo>
                    <a:pt x="30" y="227"/>
                    <a:pt x="27" y="224"/>
                    <a:pt x="25" y="225"/>
                  </a:cubicBezTo>
                  <a:cubicBezTo>
                    <a:pt x="26" y="226"/>
                    <a:pt x="26" y="226"/>
                    <a:pt x="26" y="226"/>
                  </a:cubicBezTo>
                  <a:cubicBezTo>
                    <a:pt x="25" y="226"/>
                    <a:pt x="24" y="226"/>
                    <a:pt x="23" y="227"/>
                  </a:cubicBezTo>
                  <a:cubicBezTo>
                    <a:pt x="25" y="226"/>
                    <a:pt x="24" y="228"/>
                    <a:pt x="25" y="228"/>
                  </a:cubicBezTo>
                  <a:cubicBezTo>
                    <a:pt x="26" y="228"/>
                    <a:pt x="24" y="228"/>
                    <a:pt x="25" y="228"/>
                  </a:cubicBezTo>
                  <a:cubicBezTo>
                    <a:pt x="26" y="228"/>
                    <a:pt x="29" y="228"/>
                    <a:pt x="28" y="230"/>
                  </a:cubicBezTo>
                  <a:cubicBezTo>
                    <a:pt x="27" y="229"/>
                    <a:pt x="26" y="230"/>
                    <a:pt x="25" y="230"/>
                  </a:cubicBezTo>
                  <a:cubicBezTo>
                    <a:pt x="24" y="231"/>
                    <a:pt x="27" y="230"/>
                    <a:pt x="26" y="231"/>
                  </a:cubicBezTo>
                  <a:cubicBezTo>
                    <a:pt x="25" y="231"/>
                    <a:pt x="25" y="231"/>
                    <a:pt x="25" y="231"/>
                  </a:cubicBezTo>
                  <a:cubicBezTo>
                    <a:pt x="25" y="233"/>
                    <a:pt x="26" y="241"/>
                    <a:pt x="32" y="242"/>
                  </a:cubicBezTo>
                  <a:cubicBezTo>
                    <a:pt x="31" y="243"/>
                    <a:pt x="31" y="245"/>
                    <a:pt x="30" y="247"/>
                  </a:cubicBezTo>
                  <a:cubicBezTo>
                    <a:pt x="31" y="246"/>
                    <a:pt x="32" y="246"/>
                    <a:pt x="33" y="247"/>
                  </a:cubicBezTo>
                  <a:cubicBezTo>
                    <a:pt x="31" y="248"/>
                    <a:pt x="31" y="248"/>
                    <a:pt x="31" y="248"/>
                  </a:cubicBezTo>
                  <a:cubicBezTo>
                    <a:pt x="30" y="250"/>
                    <a:pt x="33" y="251"/>
                    <a:pt x="34" y="251"/>
                  </a:cubicBezTo>
                  <a:cubicBezTo>
                    <a:pt x="33" y="252"/>
                    <a:pt x="33" y="252"/>
                    <a:pt x="33" y="252"/>
                  </a:cubicBezTo>
                  <a:cubicBezTo>
                    <a:pt x="32" y="254"/>
                    <a:pt x="34" y="253"/>
                    <a:pt x="35" y="253"/>
                  </a:cubicBezTo>
                  <a:cubicBezTo>
                    <a:pt x="34" y="254"/>
                    <a:pt x="34" y="254"/>
                    <a:pt x="34" y="254"/>
                  </a:cubicBezTo>
                  <a:cubicBezTo>
                    <a:pt x="35" y="254"/>
                    <a:pt x="35" y="254"/>
                    <a:pt x="35" y="254"/>
                  </a:cubicBezTo>
                  <a:cubicBezTo>
                    <a:pt x="36" y="255"/>
                    <a:pt x="36" y="256"/>
                    <a:pt x="34" y="257"/>
                  </a:cubicBezTo>
                  <a:cubicBezTo>
                    <a:pt x="35" y="257"/>
                    <a:pt x="35" y="257"/>
                    <a:pt x="36" y="256"/>
                  </a:cubicBezTo>
                  <a:cubicBezTo>
                    <a:pt x="35" y="258"/>
                    <a:pt x="36" y="261"/>
                    <a:pt x="38" y="262"/>
                  </a:cubicBezTo>
                  <a:cubicBezTo>
                    <a:pt x="38" y="261"/>
                    <a:pt x="39" y="261"/>
                    <a:pt x="40" y="260"/>
                  </a:cubicBezTo>
                  <a:cubicBezTo>
                    <a:pt x="42" y="259"/>
                    <a:pt x="40" y="260"/>
                    <a:pt x="41" y="260"/>
                  </a:cubicBezTo>
                  <a:cubicBezTo>
                    <a:pt x="41" y="261"/>
                    <a:pt x="40" y="262"/>
                    <a:pt x="39" y="262"/>
                  </a:cubicBezTo>
                  <a:cubicBezTo>
                    <a:pt x="38" y="265"/>
                    <a:pt x="42" y="267"/>
                    <a:pt x="44" y="270"/>
                  </a:cubicBezTo>
                  <a:cubicBezTo>
                    <a:pt x="44" y="270"/>
                    <a:pt x="44" y="270"/>
                    <a:pt x="45" y="270"/>
                  </a:cubicBezTo>
                  <a:cubicBezTo>
                    <a:pt x="44" y="273"/>
                    <a:pt x="48" y="273"/>
                    <a:pt x="48" y="276"/>
                  </a:cubicBezTo>
                  <a:cubicBezTo>
                    <a:pt x="49" y="275"/>
                    <a:pt x="51" y="273"/>
                    <a:pt x="52" y="274"/>
                  </a:cubicBezTo>
                  <a:cubicBezTo>
                    <a:pt x="54" y="274"/>
                    <a:pt x="50" y="276"/>
                    <a:pt x="50" y="279"/>
                  </a:cubicBezTo>
                  <a:cubicBezTo>
                    <a:pt x="51" y="278"/>
                    <a:pt x="52" y="279"/>
                    <a:pt x="53" y="279"/>
                  </a:cubicBezTo>
                  <a:cubicBezTo>
                    <a:pt x="52" y="280"/>
                    <a:pt x="52" y="280"/>
                    <a:pt x="52" y="280"/>
                  </a:cubicBezTo>
                  <a:cubicBezTo>
                    <a:pt x="54" y="279"/>
                    <a:pt x="55" y="280"/>
                    <a:pt x="55" y="281"/>
                  </a:cubicBezTo>
                  <a:cubicBezTo>
                    <a:pt x="55" y="281"/>
                    <a:pt x="55" y="281"/>
                    <a:pt x="55" y="281"/>
                  </a:cubicBezTo>
                  <a:cubicBezTo>
                    <a:pt x="55" y="282"/>
                    <a:pt x="55" y="283"/>
                    <a:pt x="56" y="284"/>
                  </a:cubicBezTo>
                  <a:cubicBezTo>
                    <a:pt x="57" y="282"/>
                    <a:pt x="58" y="284"/>
                    <a:pt x="59" y="283"/>
                  </a:cubicBezTo>
                  <a:cubicBezTo>
                    <a:pt x="59" y="284"/>
                    <a:pt x="59" y="284"/>
                    <a:pt x="59" y="284"/>
                  </a:cubicBezTo>
                  <a:cubicBezTo>
                    <a:pt x="60" y="283"/>
                    <a:pt x="60" y="283"/>
                    <a:pt x="60" y="283"/>
                  </a:cubicBezTo>
                  <a:cubicBezTo>
                    <a:pt x="61" y="285"/>
                    <a:pt x="61" y="285"/>
                    <a:pt x="61" y="285"/>
                  </a:cubicBezTo>
                  <a:cubicBezTo>
                    <a:pt x="59" y="285"/>
                    <a:pt x="59" y="285"/>
                    <a:pt x="59" y="285"/>
                  </a:cubicBezTo>
                  <a:cubicBezTo>
                    <a:pt x="60" y="287"/>
                    <a:pt x="60" y="285"/>
                    <a:pt x="62" y="284"/>
                  </a:cubicBezTo>
                  <a:cubicBezTo>
                    <a:pt x="63" y="284"/>
                    <a:pt x="62" y="285"/>
                    <a:pt x="62" y="286"/>
                  </a:cubicBezTo>
                  <a:cubicBezTo>
                    <a:pt x="62" y="287"/>
                    <a:pt x="62" y="285"/>
                    <a:pt x="61" y="285"/>
                  </a:cubicBezTo>
                  <a:cubicBezTo>
                    <a:pt x="60" y="286"/>
                    <a:pt x="62" y="286"/>
                    <a:pt x="61" y="287"/>
                  </a:cubicBezTo>
                  <a:cubicBezTo>
                    <a:pt x="62" y="287"/>
                    <a:pt x="63" y="286"/>
                    <a:pt x="63" y="286"/>
                  </a:cubicBezTo>
                  <a:cubicBezTo>
                    <a:pt x="64" y="287"/>
                    <a:pt x="65" y="287"/>
                    <a:pt x="65" y="289"/>
                  </a:cubicBezTo>
                  <a:cubicBezTo>
                    <a:pt x="65" y="288"/>
                    <a:pt x="66" y="289"/>
                    <a:pt x="67" y="288"/>
                  </a:cubicBezTo>
                  <a:cubicBezTo>
                    <a:pt x="66" y="288"/>
                    <a:pt x="66" y="287"/>
                    <a:pt x="66" y="286"/>
                  </a:cubicBezTo>
                  <a:cubicBezTo>
                    <a:pt x="67" y="286"/>
                    <a:pt x="68" y="286"/>
                    <a:pt x="68" y="287"/>
                  </a:cubicBezTo>
                  <a:cubicBezTo>
                    <a:pt x="67" y="287"/>
                    <a:pt x="67" y="287"/>
                    <a:pt x="67" y="287"/>
                  </a:cubicBezTo>
                  <a:cubicBezTo>
                    <a:pt x="68" y="287"/>
                    <a:pt x="69" y="288"/>
                    <a:pt x="69" y="286"/>
                  </a:cubicBezTo>
                  <a:cubicBezTo>
                    <a:pt x="69" y="289"/>
                    <a:pt x="69" y="289"/>
                    <a:pt x="69" y="289"/>
                  </a:cubicBezTo>
                  <a:cubicBezTo>
                    <a:pt x="70" y="288"/>
                    <a:pt x="71" y="288"/>
                    <a:pt x="72" y="288"/>
                  </a:cubicBezTo>
                  <a:cubicBezTo>
                    <a:pt x="71" y="290"/>
                    <a:pt x="69" y="291"/>
                    <a:pt x="71" y="292"/>
                  </a:cubicBezTo>
                  <a:cubicBezTo>
                    <a:pt x="73" y="291"/>
                    <a:pt x="73" y="291"/>
                    <a:pt x="73" y="291"/>
                  </a:cubicBezTo>
                  <a:cubicBezTo>
                    <a:pt x="74" y="291"/>
                    <a:pt x="74" y="292"/>
                    <a:pt x="74" y="293"/>
                  </a:cubicBezTo>
                  <a:cubicBezTo>
                    <a:pt x="76" y="294"/>
                    <a:pt x="77" y="289"/>
                    <a:pt x="79" y="291"/>
                  </a:cubicBezTo>
                  <a:cubicBezTo>
                    <a:pt x="78" y="293"/>
                    <a:pt x="78" y="293"/>
                    <a:pt x="79" y="294"/>
                  </a:cubicBezTo>
                  <a:cubicBezTo>
                    <a:pt x="79" y="293"/>
                    <a:pt x="79" y="293"/>
                    <a:pt x="80" y="293"/>
                  </a:cubicBezTo>
                  <a:cubicBezTo>
                    <a:pt x="80" y="292"/>
                    <a:pt x="79" y="294"/>
                    <a:pt x="79" y="293"/>
                  </a:cubicBezTo>
                  <a:cubicBezTo>
                    <a:pt x="79" y="291"/>
                    <a:pt x="80" y="292"/>
                    <a:pt x="80" y="292"/>
                  </a:cubicBezTo>
                  <a:cubicBezTo>
                    <a:pt x="81" y="296"/>
                    <a:pt x="86" y="294"/>
                    <a:pt x="88" y="296"/>
                  </a:cubicBezTo>
                  <a:cubicBezTo>
                    <a:pt x="88" y="294"/>
                    <a:pt x="90" y="295"/>
                    <a:pt x="90" y="295"/>
                  </a:cubicBezTo>
                  <a:cubicBezTo>
                    <a:pt x="90" y="297"/>
                    <a:pt x="92" y="294"/>
                    <a:pt x="93" y="296"/>
                  </a:cubicBezTo>
                  <a:cubicBezTo>
                    <a:pt x="92" y="293"/>
                    <a:pt x="92" y="293"/>
                    <a:pt x="92" y="293"/>
                  </a:cubicBezTo>
                  <a:cubicBezTo>
                    <a:pt x="94" y="295"/>
                    <a:pt x="95" y="290"/>
                    <a:pt x="96" y="293"/>
                  </a:cubicBezTo>
                  <a:cubicBezTo>
                    <a:pt x="97" y="293"/>
                    <a:pt x="96" y="294"/>
                    <a:pt x="95" y="295"/>
                  </a:cubicBezTo>
                  <a:cubicBezTo>
                    <a:pt x="96" y="298"/>
                    <a:pt x="99" y="293"/>
                    <a:pt x="100" y="296"/>
                  </a:cubicBezTo>
                  <a:cubicBezTo>
                    <a:pt x="100" y="295"/>
                    <a:pt x="99" y="293"/>
                    <a:pt x="101" y="292"/>
                  </a:cubicBezTo>
                  <a:cubicBezTo>
                    <a:pt x="101" y="294"/>
                    <a:pt x="103" y="295"/>
                    <a:pt x="103" y="295"/>
                  </a:cubicBezTo>
                  <a:cubicBezTo>
                    <a:pt x="104" y="295"/>
                    <a:pt x="104" y="294"/>
                    <a:pt x="105" y="295"/>
                  </a:cubicBezTo>
                  <a:cubicBezTo>
                    <a:pt x="104" y="296"/>
                    <a:pt x="104" y="296"/>
                    <a:pt x="104" y="296"/>
                  </a:cubicBezTo>
                  <a:cubicBezTo>
                    <a:pt x="105" y="297"/>
                    <a:pt x="106" y="296"/>
                    <a:pt x="107" y="295"/>
                  </a:cubicBezTo>
                  <a:cubicBezTo>
                    <a:pt x="108" y="297"/>
                    <a:pt x="110" y="296"/>
                    <a:pt x="111" y="297"/>
                  </a:cubicBezTo>
                  <a:cubicBezTo>
                    <a:pt x="112" y="295"/>
                    <a:pt x="113" y="299"/>
                    <a:pt x="113" y="295"/>
                  </a:cubicBezTo>
                  <a:cubicBezTo>
                    <a:pt x="114" y="296"/>
                    <a:pt x="114" y="296"/>
                    <a:pt x="114" y="296"/>
                  </a:cubicBezTo>
                  <a:cubicBezTo>
                    <a:pt x="114" y="296"/>
                    <a:pt x="115" y="294"/>
                    <a:pt x="115" y="294"/>
                  </a:cubicBezTo>
                  <a:cubicBezTo>
                    <a:pt x="115" y="296"/>
                    <a:pt x="115" y="296"/>
                    <a:pt x="115" y="296"/>
                  </a:cubicBezTo>
                  <a:cubicBezTo>
                    <a:pt x="114" y="298"/>
                    <a:pt x="117" y="296"/>
                    <a:pt x="117" y="298"/>
                  </a:cubicBezTo>
                  <a:cubicBezTo>
                    <a:pt x="116" y="296"/>
                    <a:pt x="117" y="298"/>
                    <a:pt x="118" y="296"/>
                  </a:cubicBezTo>
                  <a:cubicBezTo>
                    <a:pt x="118" y="296"/>
                    <a:pt x="118" y="296"/>
                    <a:pt x="118" y="296"/>
                  </a:cubicBezTo>
                  <a:cubicBezTo>
                    <a:pt x="120" y="296"/>
                    <a:pt x="119" y="295"/>
                    <a:pt x="120" y="295"/>
                  </a:cubicBezTo>
                  <a:cubicBezTo>
                    <a:pt x="121" y="295"/>
                    <a:pt x="120" y="297"/>
                    <a:pt x="120" y="297"/>
                  </a:cubicBezTo>
                  <a:cubicBezTo>
                    <a:pt x="120" y="298"/>
                    <a:pt x="121" y="298"/>
                    <a:pt x="122" y="297"/>
                  </a:cubicBezTo>
                  <a:cubicBezTo>
                    <a:pt x="122" y="298"/>
                    <a:pt x="122" y="298"/>
                    <a:pt x="123" y="298"/>
                  </a:cubicBezTo>
                  <a:cubicBezTo>
                    <a:pt x="123" y="298"/>
                    <a:pt x="123" y="298"/>
                    <a:pt x="123" y="298"/>
                  </a:cubicBezTo>
                  <a:cubicBezTo>
                    <a:pt x="123" y="298"/>
                    <a:pt x="124" y="298"/>
                    <a:pt x="124" y="299"/>
                  </a:cubicBezTo>
                  <a:cubicBezTo>
                    <a:pt x="123" y="300"/>
                    <a:pt x="123" y="300"/>
                    <a:pt x="123" y="300"/>
                  </a:cubicBezTo>
                  <a:cubicBezTo>
                    <a:pt x="124" y="300"/>
                    <a:pt x="125" y="299"/>
                    <a:pt x="125" y="298"/>
                  </a:cubicBezTo>
                  <a:cubicBezTo>
                    <a:pt x="127" y="300"/>
                    <a:pt x="131" y="300"/>
                    <a:pt x="132" y="300"/>
                  </a:cubicBezTo>
                  <a:cubicBezTo>
                    <a:pt x="131" y="299"/>
                    <a:pt x="131" y="301"/>
                    <a:pt x="131" y="300"/>
                  </a:cubicBezTo>
                  <a:cubicBezTo>
                    <a:pt x="132" y="300"/>
                    <a:pt x="133" y="299"/>
                    <a:pt x="133" y="300"/>
                  </a:cubicBezTo>
                  <a:cubicBezTo>
                    <a:pt x="134" y="300"/>
                    <a:pt x="133" y="301"/>
                    <a:pt x="134" y="302"/>
                  </a:cubicBezTo>
                  <a:cubicBezTo>
                    <a:pt x="133" y="302"/>
                    <a:pt x="135" y="300"/>
                    <a:pt x="134" y="300"/>
                  </a:cubicBezTo>
                  <a:cubicBezTo>
                    <a:pt x="134" y="303"/>
                    <a:pt x="138" y="301"/>
                    <a:pt x="139" y="304"/>
                  </a:cubicBezTo>
                  <a:cubicBezTo>
                    <a:pt x="139" y="303"/>
                    <a:pt x="138" y="304"/>
                    <a:pt x="137" y="305"/>
                  </a:cubicBezTo>
                  <a:cubicBezTo>
                    <a:pt x="139" y="305"/>
                    <a:pt x="141" y="305"/>
                    <a:pt x="143" y="304"/>
                  </a:cubicBezTo>
                  <a:cubicBezTo>
                    <a:pt x="142" y="305"/>
                    <a:pt x="142" y="305"/>
                    <a:pt x="141" y="305"/>
                  </a:cubicBezTo>
                  <a:cubicBezTo>
                    <a:pt x="142" y="306"/>
                    <a:pt x="143" y="307"/>
                    <a:pt x="144" y="306"/>
                  </a:cubicBezTo>
                  <a:cubicBezTo>
                    <a:pt x="145" y="305"/>
                    <a:pt x="144" y="307"/>
                    <a:pt x="144" y="306"/>
                  </a:cubicBezTo>
                  <a:cubicBezTo>
                    <a:pt x="144" y="305"/>
                    <a:pt x="146" y="305"/>
                    <a:pt x="146" y="306"/>
                  </a:cubicBezTo>
                  <a:cubicBezTo>
                    <a:pt x="146" y="306"/>
                    <a:pt x="146" y="306"/>
                    <a:pt x="146" y="306"/>
                  </a:cubicBezTo>
                  <a:cubicBezTo>
                    <a:pt x="147" y="307"/>
                    <a:pt x="147" y="306"/>
                    <a:pt x="148" y="307"/>
                  </a:cubicBezTo>
                  <a:cubicBezTo>
                    <a:pt x="148" y="308"/>
                    <a:pt x="147" y="307"/>
                    <a:pt x="147" y="308"/>
                  </a:cubicBezTo>
                  <a:cubicBezTo>
                    <a:pt x="145" y="310"/>
                    <a:pt x="147" y="311"/>
                    <a:pt x="147" y="311"/>
                  </a:cubicBezTo>
                  <a:cubicBezTo>
                    <a:pt x="149" y="311"/>
                    <a:pt x="149" y="311"/>
                    <a:pt x="149" y="311"/>
                  </a:cubicBezTo>
                  <a:cubicBezTo>
                    <a:pt x="150" y="311"/>
                    <a:pt x="148" y="312"/>
                    <a:pt x="148" y="312"/>
                  </a:cubicBezTo>
                  <a:cubicBezTo>
                    <a:pt x="154" y="312"/>
                    <a:pt x="154" y="312"/>
                    <a:pt x="154" y="312"/>
                  </a:cubicBezTo>
                  <a:cubicBezTo>
                    <a:pt x="153" y="312"/>
                    <a:pt x="152" y="314"/>
                    <a:pt x="151" y="314"/>
                  </a:cubicBezTo>
                  <a:cubicBezTo>
                    <a:pt x="152" y="315"/>
                    <a:pt x="155" y="315"/>
                    <a:pt x="157" y="315"/>
                  </a:cubicBezTo>
                  <a:cubicBezTo>
                    <a:pt x="157" y="316"/>
                    <a:pt x="158" y="317"/>
                    <a:pt x="159" y="318"/>
                  </a:cubicBezTo>
                  <a:cubicBezTo>
                    <a:pt x="158" y="319"/>
                    <a:pt x="159" y="317"/>
                    <a:pt x="158" y="318"/>
                  </a:cubicBezTo>
                  <a:cubicBezTo>
                    <a:pt x="157" y="319"/>
                    <a:pt x="157" y="319"/>
                    <a:pt x="157" y="319"/>
                  </a:cubicBezTo>
                  <a:cubicBezTo>
                    <a:pt x="156" y="318"/>
                    <a:pt x="154" y="320"/>
                    <a:pt x="153" y="320"/>
                  </a:cubicBezTo>
                  <a:cubicBezTo>
                    <a:pt x="155" y="320"/>
                    <a:pt x="154" y="323"/>
                    <a:pt x="154" y="325"/>
                  </a:cubicBezTo>
                  <a:cubicBezTo>
                    <a:pt x="157" y="323"/>
                    <a:pt x="156" y="326"/>
                    <a:pt x="159" y="325"/>
                  </a:cubicBezTo>
                  <a:cubicBezTo>
                    <a:pt x="160" y="327"/>
                    <a:pt x="157" y="327"/>
                    <a:pt x="156" y="328"/>
                  </a:cubicBezTo>
                  <a:cubicBezTo>
                    <a:pt x="158" y="329"/>
                    <a:pt x="158" y="331"/>
                    <a:pt x="158" y="333"/>
                  </a:cubicBezTo>
                  <a:cubicBezTo>
                    <a:pt x="158" y="333"/>
                    <a:pt x="158" y="333"/>
                    <a:pt x="158" y="333"/>
                  </a:cubicBezTo>
                  <a:cubicBezTo>
                    <a:pt x="159" y="334"/>
                    <a:pt x="158" y="337"/>
                    <a:pt x="161" y="338"/>
                  </a:cubicBezTo>
                  <a:cubicBezTo>
                    <a:pt x="160" y="338"/>
                    <a:pt x="160" y="338"/>
                    <a:pt x="159" y="338"/>
                  </a:cubicBezTo>
                  <a:cubicBezTo>
                    <a:pt x="159" y="340"/>
                    <a:pt x="163" y="338"/>
                    <a:pt x="162" y="340"/>
                  </a:cubicBezTo>
                  <a:cubicBezTo>
                    <a:pt x="160" y="339"/>
                    <a:pt x="160" y="339"/>
                    <a:pt x="160" y="339"/>
                  </a:cubicBezTo>
                  <a:cubicBezTo>
                    <a:pt x="162" y="340"/>
                    <a:pt x="160" y="342"/>
                    <a:pt x="162" y="343"/>
                  </a:cubicBezTo>
                  <a:cubicBezTo>
                    <a:pt x="161" y="343"/>
                    <a:pt x="161" y="343"/>
                    <a:pt x="160" y="343"/>
                  </a:cubicBezTo>
                  <a:cubicBezTo>
                    <a:pt x="161" y="344"/>
                    <a:pt x="161" y="345"/>
                    <a:pt x="163" y="346"/>
                  </a:cubicBezTo>
                  <a:cubicBezTo>
                    <a:pt x="162" y="347"/>
                    <a:pt x="161" y="346"/>
                    <a:pt x="160" y="346"/>
                  </a:cubicBezTo>
                  <a:cubicBezTo>
                    <a:pt x="160" y="347"/>
                    <a:pt x="163" y="347"/>
                    <a:pt x="162" y="348"/>
                  </a:cubicBezTo>
                  <a:cubicBezTo>
                    <a:pt x="162" y="349"/>
                    <a:pt x="161" y="349"/>
                    <a:pt x="161" y="349"/>
                  </a:cubicBezTo>
                  <a:cubicBezTo>
                    <a:pt x="162" y="350"/>
                    <a:pt x="162" y="351"/>
                    <a:pt x="163" y="352"/>
                  </a:cubicBezTo>
                  <a:cubicBezTo>
                    <a:pt x="162" y="352"/>
                    <a:pt x="162" y="353"/>
                    <a:pt x="161" y="353"/>
                  </a:cubicBezTo>
                  <a:cubicBezTo>
                    <a:pt x="161" y="360"/>
                    <a:pt x="162" y="366"/>
                    <a:pt x="164" y="372"/>
                  </a:cubicBezTo>
                  <a:cubicBezTo>
                    <a:pt x="161" y="374"/>
                    <a:pt x="162" y="371"/>
                    <a:pt x="161" y="372"/>
                  </a:cubicBezTo>
                  <a:cubicBezTo>
                    <a:pt x="163" y="372"/>
                    <a:pt x="161" y="373"/>
                    <a:pt x="162" y="375"/>
                  </a:cubicBezTo>
                  <a:cubicBezTo>
                    <a:pt x="162" y="375"/>
                    <a:pt x="162" y="375"/>
                    <a:pt x="162" y="375"/>
                  </a:cubicBezTo>
                  <a:cubicBezTo>
                    <a:pt x="162" y="376"/>
                    <a:pt x="161" y="376"/>
                    <a:pt x="162" y="377"/>
                  </a:cubicBezTo>
                  <a:cubicBezTo>
                    <a:pt x="162" y="377"/>
                    <a:pt x="162" y="377"/>
                    <a:pt x="162" y="377"/>
                  </a:cubicBezTo>
                  <a:cubicBezTo>
                    <a:pt x="164" y="378"/>
                    <a:pt x="159" y="379"/>
                    <a:pt x="162" y="379"/>
                  </a:cubicBezTo>
                  <a:cubicBezTo>
                    <a:pt x="161" y="380"/>
                    <a:pt x="161" y="380"/>
                    <a:pt x="161" y="380"/>
                  </a:cubicBezTo>
                  <a:cubicBezTo>
                    <a:pt x="163" y="381"/>
                    <a:pt x="160" y="382"/>
                    <a:pt x="162" y="383"/>
                  </a:cubicBezTo>
                  <a:cubicBezTo>
                    <a:pt x="162" y="383"/>
                    <a:pt x="162" y="383"/>
                    <a:pt x="162" y="383"/>
                  </a:cubicBezTo>
                  <a:cubicBezTo>
                    <a:pt x="161" y="384"/>
                    <a:pt x="165" y="386"/>
                    <a:pt x="163" y="386"/>
                  </a:cubicBezTo>
                  <a:cubicBezTo>
                    <a:pt x="163" y="388"/>
                    <a:pt x="164" y="389"/>
                    <a:pt x="166" y="389"/>
                  </a:cubicBezTo>
                  <a:cubicBezTo>
                    <a:pt x="165" y="390"/>
                    <a:pt x="164" y="389"/>
                    <a:pt x="163" y="389"/>
                  </a:cubicBezTo>
                  <a:cubicBezTo>
                    <a:pt x="164" y="394"/>
                    <a:pt x="164" y="400"/>
                    <a:pt x="167" y="404"/>
                  </a:cubicBezTo>
                  <a:cubicBezTo>
                    <a:pt x="166" y="404"/>
                    <a:pt x="166" y="404"/>
                    <a:pt x="165" y="404"/>
                  </a:cubicBezTo>
                  <a:cubicBezTo>
                    <a:pt x="168" y="406"/>
                    <a:pt x="163" y="409"/>
                    <a:pt x="168" y="411"/>
                  </a:cubicBezTo>
                  <a:cubicBezTo>
                    <a:pt x="170" y="412"/>
                    <a:pt x="170" y="412"/>
                    <a:pt x="170" y="412"/>
                  </a:cubicBezTo>
                  <a:cubicBezTo>
                    <a:pt x="169" y="412"/>
                    <a:pt x="168" y="412"/>
                    <a:pt x="167" y="413"/>
                  </a:cubicBezTo>
                  <a:cubicBezTo>
                    <a:pt x="168" y="413"/>
                    <a:pt x="167" y="415"/>
                    <a:pt x="169" y="416"/>
                  </a:cubicBezTo>
                  <a:cubicBezTo>
                    <a:pt x="168" y="416"/>
                    <a:pt x="168" y="416"/>
                    <a:pt x="168" y="416"/>
                  </a:cubicBezTo>
                  <a:cubicBezTo>
                    <a:pt x="167" y="417"/>
                    <a:pt x="170" y="418"/>
                    <a:pt x="169" y="419"/>
                  </a:cubicBezTo>
                  <a:cubicBezTo>
                    <a:pt x="169" y="419"/>
                    <a:pt x="169" y="419"/>
                    <a:pt x="169" y="419"/>
                  </a:cubicBezTo>
                  <a:cubicBezTo>
                    <a:pt x="166" y="425"/>
                    <a:pt x="163" y="434"/>
                    <a:pt x="168" y="438"/>
                  </a:cubicBezTo>
                  <a:cubicBezTo>
                    <a:pt x="169" y="440"/>
                    <a:pt x="166" y="439"/>
                    <a:pt x="166" y="440"/>
                  </a:cubicBezTo>
                  <a:cubicBezTo>
                    <a:pt x="170" y="444"/>
                    <a:pt x="167" y="452"/>
                    <a:pt x="173" y="453"/>
                  </a:cubicBezTo>
                  <a:cubicBezTo>
                    <a:pt x="173" y="454"/>
                    <a:pt x="173" y="454"/>
                    <a:pt x="173" y="455"/>
                  </a:cubicBezTo>
                  <a:cubicBezTo>
                    <a:pt x="173" y="455"/>
                    <a:pt x="173" y="456"/>
                    <a:pt x="174" y="456"/>
                  </a:cubicBezTo>
                  <a:cubicBezTo>
                    <a:pt x="171" y="457"/>
                    <a:pt x="174" y="460"/>
                    <a:pt x="172" y="462"/>
                  </a:cubicBezTo>
                  <a:cubicBezTo>
                    <a:pt x="175" y="462"/>
                    <a:pt x="174" y="463"/>
                    <a:pt x="174" y="464"/>
                  </a:cubicBezTo>
                  <a:cubicBezTo>
                    <a:pt x="174" y="464"/>
                    <a:pt x="173" y="464"/>
                    <a:pt x="173" y="464"/>
                  </a:cubicBezTo>
                  <a:cubicBezTo>
                    <a:pt x="173" y="466"/>
                    <a:pt x="173" y="466"/>
                    <a:pt x="172" y="468"/>
                  </a:cubicBezTo>
                  <a:cubicBezTo>
                    <a:pt x="172" y="469"/>
                    <a:pt x="174" y="469"/>
                    <a:pt x="173" y="470"/>
                  </a:cubicBezTo>
                  <a:cubicBezTo>
                    <a:pt x="171" y="471"/>
                    <a:pt x="173" y="472"/>
                    <a:pt x="172" y="473"/>
                  </a:cubicBezTo>
                  <a:cubicBezTo>
                    <a:pt x="174" y="473"/>
                    <a:pt x="175" y="474"/>
                    <a:pt x="175" y="475"/>
                  </a:cubicBezTo>
                  <a:cubicBezTo>
                    <a:pt x="172" y="475"/>
                    <a:pt x="172" y="475"/>
                    <a:pt x="172" y="475"/>
                  </a:cubicBezTo>
                  <a:cubicBezTo>
                    <a:pt x="174" y="477"/>
                    <a:pt x="170" y="481"/>
                    <a:pt x="174" y="485"/>
                  </a:cubicBezTo>
                  <a:cubicBezTo>
                    <a:pt x="172" y="485"/>
                    <a:pt x="172" y="485"/>
                    <a:pt x="172" y="485"/>
                  </a:cubicBezTo>
                  <a:cubicBezTo>
                    <a:pt x="174" y="488"/>
                    <a:pt x="173" y="491"/>
                    <a:pt x="176" y="494"/>
                  </a:cubicBezTo>
                  <a:cubicBezTo>
                    <a:pt x="175" y="495"/>
                    <a:pt x="175" y="496"/>
                    <a:pt x="175" y="497"/>
                  </a:cubicBezTo>
                  <a:cubicBezTo>
                    <a:pt x="176" y="498"/>
                    <a:pt x="176" y="499"/>
                    <a:pt x="178" y="499"/>
                  </a:cubicBezTo>
                  <a:cubicBezTo>
                    <a:pt x="178" y="500"/>
                    <a:pt x="177" y="500"/>
                    <a:pt x="177" y="500"/>
                  </a:cubicBezTo>
                  <a:cubicBezTo>
                    <a:pt x="176" y="501"/>
                    <a:pt x="174" y="504"/>
                    <a:pt x="177" y="504"/>
                  </a:cubicBezTo>
                  <a:cubicBezTo>
                    <a:pt x="175" y="505"/>
                    <a:pt x="175" y="505"/>
                    <a:pt x="175" y="505"/>
                  </a:cubicBezTo>
                  <a:cubicBezTo>
                    <a:pt x="177" y="506"/>
                    <a:pt x="179" y="507"/>
                    <a:pt x="177" y="508"/>
                  </a:cubicBezTo>
                  <a:cubicBezTo>
                    <a:pt x="178" y="509"/>
                    <a:pt x="179" y="510"/>
                    <a:pt x="181" y="509"/>
                  </a:cubicBezTo>
                  <a:cubicBezTo>
                    <a:pt x="181" y="510"/>
                    <a:pt x="178" y="510"/>
                    <a:pt x="180" y="510"/>
                  </a:cubicBezTo>
                  <a:cubicBezTo>
                    <a:pt x="178" y="510"/>
                    <a:pt x="178" y="510"/>
                    <a:pt x="178" y="510"/>
                  </a:cubicBezTo>
                  <a:cubicBezTo>
                    <a:pt x="177" y="513"/>
                    <a:pt x="179" y="515"/>
                    <a:pt x="180" y="518"/>
                  </a:cubicBezTo>
                  <a:cubicBezTo>
                    <a:pt x="178" y="519"/>
                    <a:pt x="181" y="520"/>
                    <a:pt x="179" y="522"/>
                  </a:cubicBezTo>
                  <a:cubicBezTo>
                    <a:pt x="181" y="523"/>
                    <a:pt x="179" y="525"/>
                    <a:pt x="182" y="525"/>
                  </a:cubicBezTo>
                  <a:cubicBezTo>
                    <a:pt x="181" y="525"/>
                    <a:pt x="181" y="525"/>
                    <a:pt x="181" y="525"/>
                  </a:cubicBezTo>
                  <a:cubicBezTo>
                    <a:pt x="181" y="526"/>
                    <a:pt x="181" y="528"/>
                    <a:pt x="180" y="530"/>
                  </a:cubicBezTo>
                  <a:cubicBezTo>
                    <a:pt x="180" y="531"/>
                    <a:pt x="182" y="530"/>
                    <a:pt x="183" y="531"/>
                  </a:cubicBezTo>
                  <a:cubicBezTo>
                    <a:pt x="182" y="531"/>
                    <a:pt x="182" y="531"/>
                    <a:pt x="182" y="531"/>
                  </a:cubicBezTo>
                  <a:cubicBezTo>
                    <a:pt x="183" y="532"/>
                    <a:pt x="185" y="532"/>
                    <a:pt x="186" y="532"/>
                  </a:cubicBezTo>
                  <a:cubicBezTo>
                    <a:pt x="185" y="533"/>
                    <a:pt x="186" y="533"/>
                    <a:pt x="185" y="533"/>
                  </a:cubicBezTo>
                  <a:cubicBezTo>
                    <a:pt x="185" y="533"/>
                    <a:pt x="183" y="533"/>
                    <a:pt x="181" y="532"/>
                  </a:cubicBezTo>
                  <a:cubicBezTo>
                    <a:pt x="181" y="534"/>
                    <a:pt x="184" y="534"/>
                    <a:pt x="182" y="535"/>
                  </a:cubicBezTo>
                  <a:cubicBezTo>
                    <a:pt x="182" y="536"/>
                    <a:pt x="182" y="536"/>
                    <a:pt x="184" y="536"/>
                  </a:cubicBezTo>
                  <a:cubicBezTo>
                    <a:pt x="184" y="536"/>
                    <a:pt x="183" y="537"/>
                    <a:pt x="182" y="537"/>
                  </a:cubicBezTo>
                  <a:cubicBezTo>
                    <a:pt x="183" y="537"/>
                    <a:pt x="183" y="538"/>
                    <a:pt x="184" y="538"/>
                  </a:cubicBezTo>
                  <a:cubicBezTo>
                    <a:pt x="184" y="538"/>
                    <a:pt x="184" y="537"/>
                    <a:pt x="184" y="537"/>
                  </a:cubicBezTo>
                  <a:cubicBezTo>
                    <a:pt x="185" y="537"/>
                    <a:pt x="185" y="538"/>
                    <a:pt x="187" y="538"/>
                  </a:cubicBezTo>
                  <a:cubicBezTo>
                    <a:pt x="187" y="537"/>
                    <a:pt x="186" y="537"/>
                    <a:pt x="186" y="537"/>
                  </a:cubicBezTo>
                  <a:cubicBezTo>
                    <a:pt x="188" y="537"/>
                    <a:pt x="188" y="538"/>
                    <a:pt x="187" y="538"/>
                  </a:cubicBezTo>
                  <a:cubicBezTo>
                    <a:pt x="186" y="539"/>
                    <a:pt x="185" y="538"/>
                    <a:pt x="184" y="539"/>
                  </a:cubicBezTo>
                  <a:cubicBezTo>
                    <a:pt x="188" y="540"/>
                    <a:pt x="188" y="540"/>
                    <a:pt x="188" y="540"/>
                  </a:cubicBezTo>
                  <a:cubicBezTo>
                    <a:pt x="186" y="540"/>
                    <a:pt x="187" y="539"/>
                    <a:pt x="189" y="539"/>
                  </a:cubicBezTo>
                  <a:cubicBezTo>
                    <a:pt x="188" y="538"/>
                    <a:pt x="188" y="538"/>
                    <a:pt x="188" y="538"/>
                  </a:cubicBezTo>
                  <a:cubicBezTo>
                    <a:pt x="189" y="538"/>
                    <a:pt x="189" y="538"/>
                    <a:pt x="189" y="538"/>
                  </a:cubicBezTo>
                  <a:cubicBezTo>
                    <a:pt x="189" y="537"/>
                    <a:pt x="190" y="536"/>
                    <a:pt x="189" y="535"/>
                  </a:cubicBezTo>
                  <a:cubicBezTo>
                    <a:pt x="187" y="536"/>
                    <a:pt x="187" y="536"/>
                    <a:pt x="187" y="536"/>
                  </a:cubicBezTo>
                  <a:cubicBezTo>
                    <a:pt x="187" y="535"/>
                    <a:pt x="185" y="535"/>
                    <a:pt x="187" y="534"/>
                  </a:cubicBezTo>
                  <a:cubicBezTo>
                    <a:pt x="187" y="534"/>
                    <a:pt x="188" y="534"/>
                    <a:pt x="189" y="534"/>
                  </a:cubicBezTo>
                  <a:cubicBezTo>
                    <a:pt x="189" y="534"/>
                    <a:pt x="188" y="533"/>
                    <a:pt x="188" y="533"/>
                  </a:cubicBezTo>
                  <a:cubicBezTo>
                    <a:pt x="191" y="533"/>
                    <a:pt x="191" y="533"/>
                    <a:pt x="191" y="533"/>
                  </a:cubicBezTo>
                  <a:cubicBezTo>
                    <a:pt x="187" y="533"/>
                    <a:pt x="189" y="532"/>
                    <a:pt x="189" y="531"/>
                  </a:cubicBezTo>
                  <a:cubicBezTo>
                    <a:pt x="189" y="531"/>
                    <a:pt x="189" y="531"/>
                    <a:pt x="189" y="531"/>
                  </a:cubicBezTo>
                  <a:cubicBezTo>
                    <a:pt x="190" y="530"/>
                    <a:pt x="188" y="532"/>
                    <a:pt x="188" y="531"/>
                  </a:cubicBezTo>
                  <a:cubicBezTo>
                    <a:pt x="188" y="530"/>
                    <a:pt x="191" y="530"/>
                    <a:pt x="192" y="530"/>
                  </a:cubicBezTo>
                  <a:cubicBezTo>
                    <a:pt x="191" y="529"/>
                    <a:pt x="189" y="527"/>
                    <a:pt x="191" y="526"/>
                  </a:cubicBezTo>
                  <a:cubicBezTo>
                    <a:pt x="190" y="525"/>
                    <a:pt x="189" y="524"/>
                    <a:pt x="188" y="524"/>
                  </a:cubicBezTo>
                  <a:cubicBezTo>
                    <a:pt x="188" y="523"/>
                    <a:pt x="191" y="523"/>
                    <a:pt x="190" y="523"/>
                  </a:cubicBezTo>
                  <a:cubicBezTo>
                    <a:pt x="190" y="523"/>
                    <a:pt x="191" y="522"/>
                    <a:pt x="192" y="522"/>
                  </a:cubicBezTo>
                  <a:cubicBezTo>
                    <a:pt x="191" y="522"/>
                    <a:pt x="192" y="521"/>
                    <a:pt x="190" y="522"/>
                  </a:cubicBezTo>
                  <a:cubicBezTo>
                    <a:pt x="190" y="520"/>
                    <a:pt x="191" y="519"/>
                    <a:pt x="190" y="518"/>
                  </a:cubicBezTo>
                  <a:cubicBezTo>
                    <a:pt x="190" y="518"/>
                    <a:pt x="192" y="518"/>
                    <a:pt x="193" y="518"/>
                  </a:cubicBezTo>
                  <a:cubicBezTo>
                    <a:pt x="191" y="517"/>
                    <a:pt x="190" y="516"/>
                    <a:pt x="190" y="515"/>
                  </a:cubicBezTo>
                  <a:cubicBezTo>
                    <a:pt x="189" y="515"/>
                    <a:pt x="189" y="516"/>
                    <a:pt x="187" y="516"/>
                  </a:cubicBezTo>
                  <a:cubicBezTo>
                    <a:pt x="187" y="516"/>
                    <a:pt x="186" y="516"/>
                    <a:pt x="186" y="515"/>
                  </a:cubicBezTo>
                  <a:cubicBezTo>
                    <a:pt x="188" y="515"/>
                    <a:pt x="191" y="515"/>
                    <a:pt x="191" y="514"/>
                  </a:cubicBezTo>
                  <a:cubicBezTo>
                    <a:pt x="193" y="514"/>
                    <a:pt x="190" y="515"/>
                    <a:pt x="193" y="515"/>
                  </a:cubicBezTo>
                  <a:cubicBezTo>
                    <a:pt x="195" y="515"/>
                    <a:pt x="196" y="517"/>
                    <a:pt x="194" y="517"/>
                  </a:cubicBezTo>
                  <a:cubicBezTo>
                    <a:pt x="197" y="518"/>
                    <a:pt x="195" y="516"/>
                    <a:pt x="197" y="516"/>
                  </a:cubicBezTo>
                  <a:cubicBezTo>
                    <a:pt x="197" y="516"/>
                    <a:pt x="195" y="515"/>
                    <a:pt x="195" y="514"/>
                  </a:cubicBezTo>
                  <a:cubicBezTo>
                    <a:pt x="194" y="514"/>
                    <a:pt x="194" y="515"/>
                    <a:pt x="193" y="514"/>
                  </a:cubicBezTo>
                  <a:cubicBezTo>
                    <a:pt x="190" y="514"/>
                    <a:pt x="194" y="513"/>
                    <a:pt x="194" y="513"/>
                  </a:cubicBezTo>
                  <a:cubicBezTo>
                    <a:pt x="195" y="513"/>
                    <a:pt x="195" y="513"/>
                    <a:pt x="195" y="513"/>
                  </a:cubicBezTo>
                  <a:cubicBezTo>
                    <a:pt x="196" y="512"/>
                    <a:pt x="194" y="512"/>
                    <a:pt x="194" y="511"/>
                  </a:cubicBezTo>
                  <a:cubicBezTo>
                    <a:pt x="197" y="511"/>
                    <a:pt x="195" y="513"/>
                    <a:pt x="197" y="513"/>
                  </a:cubicBezTo>
                  <a:cubicBezTo>
                    <a:pt x="199" y="512"/>
                    <a:pt x="199" y="512"/>
                    <a:pt x="199" y="512"/>
                  </a:cubicBezTo>
                  <a:cubicBezTo>
                    <a:pt x="199" y="511"/>
                    <a:pt x="196" y="512"/>
                    <a:pt x="197" y="511"/>
                  </a:cubicBezTo>
                  <a:cubicBezTo>
                    <a:pt x="198" y="511"/>
                    <a:pt x="198" y="511"/>
                    <a:pt x="198" y="511"/>
                  </a:cubicBezTo>
                  <a:cubicBezTo>
                    <a:pt x="197" y="510"/>
                    <a:pt x="197" y="510"/>
                    <a:pt x="197" y="510"/>
                  </a:cubicBezTo>
                  <a:cubicBezTo>
                    <a:pt x="196" y="510"/>
                    <a:pt x="194" y="510"/>
                    <a:pt x="195" y="511"/>
                  </a:cubicBezTo>
                  <a:cubicBezTo>
                    <a:pt x="191" y="511"/>
                    <a:pt x="194" y="511"/>
                    <a:pt x="193" y="510"/>
                  </a:cubicBezTo>
                  <a:cubicBezTo>
                    <a:pt x="192" y="509"/>
                    <a:pt x="194" y="510"/>
                    <a:pt x="192" y="510"/>
                  </a:cubicBezTo>
                  <a:cubicBezTo>
                    <a:pt x="190" y="510"/>
                    <a:pt x="190" y="510"/>
                    <a:pt x="190" y="509"/>
                  </a:cubicBezTo>
                  <a:cubicBezTo>
                    <a:pt x="190" y="508"/>
                    <a:pt x="192" y="509"/>
                    <a:pt x="193" y="508"/>
                  </a:cubicBezTo>
                  <a:cubicBezTo>
                    <a:pt x="193" y="508"/>
                    <a:pt x="193" y="509"/>
                    <a:pt x="192" y="509"/>
                  </a:cubicBezTo>
                  <a:cubicBezTo>
                    <a:pt x="194" y="510"/>
                    <a:pt x="196" y="508"/>
                    <a:pt x="197" y="509"/>
                  </a:cubicBezTo>
                  <a:cubicBezTo>
                    <a:pt x="198" y="508"/>
                    <a:pt x="196" y="508"/>
                    <a:pt x="196" y="508"/>
                  </a:cubicBezTo>
                  <a:cubicBezTo>
                    <a:pt x="195" y="508"/>
                    <a:pt x="194" y="508"/>
                    <a:pt x="193" y="508"/>
                  </a:cubicBezTo>
                  <a:cubicBezTo>
                    <a:pt x="188" y="507"/>
                    <a:pt x="197" y="507"/>
                    <a:pt x="196" y="506"/>
                  </a:cubicBezTo>
                  <a:cubicBezTo>
                    <a:pt x="193" y="506"/>
                    <a:pt x="191" y="504"/>
                    <a:pt x="188" y="506"/>
                  </a:cubicBezTo>
                  <a:cubicBezTo>
                    <a:pt x="187" y="505"/>
                    <a:pt x="187" y="505"/>
                    <a:pt x="187" y="505"/>
                  </a:cubicBezTo>
                  <a:cubicBezTo>
                    <a:pt x="189" y="505"/>
                    <a:pt x="189" y="504"/>
                    <a:pt x="191" y="504"/>
                  </a:cubicBezTo>
                  <a:cubicBezTo>
                    <a:pt x="191" y="504"/>
                    <a:pt x="191" y="504"/>
                    <a:pt x="191" y="504"/>
                  </a:cubicBezTo>
                  <a:cubicBezTo>
                    <a:pt x="193" y="504"/>
                    <a:pt x="193" y="504"/>
                    <a:pt x="193" y="504"/>
                  </a:cubicBezTo>
                  <a:cubicBezTo>
                    <a:pt x="195" y="504"/>
                    <a:pt x="196" y="503"/>
                    <a:pt x="197" y="503"/>
                  </a:cubicBezTo>
                  <a:cubicBezTo>
                    <a:pt x="196" y="502"/>
                    <a:pt x="195" y="503"/>
                    <a:pt x="194" y="502"/>
                  </a:cubicBezTo>
                  <a:cubicBezTo>
                    <a:pt x="195" y="502"/>
                    <a:pt x="195" y="502"/>
                    <a:pt x="196" y="502"/>
                  </a:cubicBezTo>
                  <a:cubicBezTo>
                    <a:pt x="195" y="502"/>
                    <a:pt x="193" y="503"/>
                    <a:pt x="193" y="502"/>
                  </a:cubicBezTo>
                  <a:cubicBezTo>
                    <a:pt x="193" y="501"/>
                    <a:pt x="195" y="500"/>
                    <a:pt x="195" y="501"/>
                  </a:cubicBezTo>
                  <a:cubicBezTo>
                    <a:pt x="197" y="501"/>
                    <a:pt x="197" y="501"/>
                    <a:pt x="197" y="501"/>
                  </a:cubicBezTo>
                  <a:cubicBezTo>
                    <a:pt x="195" y="501"/>
                    <a:pt x="198" y="501"/>
                    <a:pt x="197" y="500"/>
                  </a:cubicBezTo>
                  <a:cubicBezTo>
                    <a:pt x="196" y="500"/>
                    <a:pt x="194" y="500"/>
                    <a:pt x="193" y="500"/>
                  </a:cubicBezTo>
                  <a:cubicBezTo>
                    <a:pt x="192" y="499"/>
                    <a:pt x="194" y="499"/>
                    <a:pt x="193" y="499"/>
                  </a:cubicBezTo>
                  <a:cubicBezTo>
                    <a:pt x="195" y="500"/>
                    <a:pt x="195" y="500"/>
                    <a:pt x="195" y="500"/>
                  </a:cubicBezTo>
                  <a:cubicBezTo>
                    <a:pt x="194" y="499"/>
                    <a:pt x="198" y="499"/>
                    <a:pt x="197" y="498"/>
                  </a:cubicBezTo>
                  <a:cubicBezTo>
                    <a:pt x="195" y="498"/>
                    <a:pt x="195" y="498"/>
                    <a:pt x="195" y="498"/>
                  </a:cubicBezTo>
                  <a:cubicBezTo>
                    <a:pt x="196" y="498"/>
                    <a:pt x="196" y="498"/>
                    <a:pt x="197" y="498"/>
                  </a:cubicBezTo>
                  <a:cubicBezTo>
                    <a:pt x="196" y="498"/>
                    <a:pt x="196" y="497"/>
                    <a:pt x="196" y="497"/>
                  </a:cubicBezTo>
                  <a:cubicBezTo>
                    <a:pt x="197" y="497"/>
                    <a:pt x="197" y="497"/>
                    <a:pt x="197" y="497"/>
                  </a:cubicBezTo>
                  <a:cubicBezTo>
                    <a:pt x="196" y="497"/>
                    <a:pt x="193" y="496"/>
                    <a:pt x="196" y="496"/>
                  </a:cubicBezTo>
                  <a:cubicBezTo>
                    <a:pt x="193" y="496"/>
                    <a:pt x="196" y="496"/>
                    <a:pt x="194" y="497"/>
                  </a:cubicBezTo>
                  <a:cubicBezTo>
                    <a:pt x="192" y="497"/>
                    <a:pt x="193" y="496"/>
                    <a:pt x="192" y="496"/>
                  </a:cubicBezTo>
                  <a:cubicBezTo>
                    <a:pt x="195" y="496"/>
                    <a:pt x="192" y="495"/>
                    <a:pt x="192" y="495"/>
                  </a:cubicBezTo>
                  <a:cubicBezTo>
                    <a:pt x="193" y="494"/>
                    <a:pt x="194" y="494"/>
                    <a:pt x="194" y="494"/>
                  </a:cubicBezTo>
                  <a:cubicBezTo>
                    <a:pt x="193" y="494"/>
                    <a:pt x="193" y="494"/>
                    <a:pt x="193" y="494"/>
                  </a:cubicBezTo>
                  <a:cubicBezTo>
                    <a:pt x="196" y="493"/>
                    <a:pt x="192" y="493"/>
                    <a:pt x="193" y="492"/>
                  </a:cubicBezTo>
                  <a:cubicBezTo>
                    <a:pt x="194" y="492"/>
                    <a:pt x="195" y="492"/>
                    <a:pt x="196" y="492"/>
                  </a:cubicBezTo>
                  <a:cubicBezTo>
                    <a:pt x="193" y="493"/>
                    <a:pt x="193" y="491"/>
                    <a:pt x="191" y="491"/>
                  </a:cubicBezTo>
                  <a:cubicBezTo>
                    <a:pt x="192" y="490"/>
                    <a:pt x="194" y="492"/>
                    <a:pt x="196" y="491"/>
                  </a:cubicBezTo>
                  <a:cubicBezTo>
                    <a:pt x="194" y="491"/>
                    <a:pt x="197" y="490"/>
                    <a:pt x="195" y="490"/>
                  </a:cubicBezTo>
                  <a:cubicBezTo>
                    <a:pt x="194" y="491"/>
                    <a:pt x="193" y="490"/>
                    <a:pt x="192" y="490"/>
                  </a:cubicBezTo>
                  <a:cubicBezTo>
                    <a:pt x="192" y="489"/>
                    <a:pt x="193" y="490"/>
                    <a:pt x="194" y="489"/>
                  </a:cubicBezTo>
                  <a:cubicBezTo>
                    <a:pt x="193" y="489"/>
                    <a:pt x="191" y="488"/>
                    <a:pt x="191" y="489"/>
                  </a:cubicBezTo>
                  <a:cubicBezTo>
                    <a:pt x="191" y="488"/>
                    <a:pt x="189" y="488"/>
                    <a:pt x="190" y="487"/>
                  </a:cubicBezTo>
                  <a:cubicBezTo>
                    <a:pt x="192" y="487"/>
                    <a:pt x="191" y="488"/>
                    <a:pt x="192" y="488"/>
                  </a:cubicBezTo>
                  <a:cubicBezTo>
                    <a:pt x="192" y="487"/>
                    <a:pt x="188" y="488"/>
                    <a:pt x="187" y="487"/>
                  </a:cubicBezTo>
                  <a:cubicBezTo>
                    <a:pt x="187" y="487"/>
                    <a:pt x="184" y="487"/>
                    <a:pt x="183" y="486"/>
                  </a:cubicBezTo>
                  <a:cubicBezTo>
                    <a:pt x="183" y="485"/>
                    <a:pt x="184" y="487"/>
                    <a:pt x="186" y="486"/>
                  </a:cubicBezTo>
                  <a:cubicBezTo>
                    <a:pt x="185" y="486"/>
                    <a:pt x="185" y="486"/>
                    <a:pt x="185" y="486"/>
                  </a:cubicBezTo>
                  <a:cubicBezTo>
                    <a:pt x="188" y="485"/>
                    <a:pt x="190" y="487"/>
                    <a:pt x="193" y="486"/>
                  </a:cubicBezTo>
                  <a:cubicBezTo>
                    <a:pt x="192" y="486"/>
                    <a:pt x="192" y="486"/>
                    <a:pt x="192" y="486"/>
                  </a:cubicBezTo>
                  <a:cubicBezTo>
                    <a:pt x="195" y="486"/>
                    <a:pt x="195" y="486"/>
                    <a:pt x="195" y="486"/>
                  </a:cubicBezTo>
                  <a:cubicBezTo>
                    <a:pt x="193" y="486"/>
                    <a:pt x="194" y="485"/>
                    <a:pt x="194" y="484"/>
                  </a:cubicBezTo>
                  <a:cubicBezTo>
                    <a:pt x="192" y="484"/>
                    <a:pt x="194" y="485"/>
                    <a:pt x="193" y="485"/>
                  </a:cubicBezTo>
                  <a:cubicBezTo>
                    <a:pt x="192" y="484"/>
                    <a:pt x="190" y="484"/>
                    <a:pt x="191" y="483"/>
                  </a:cubicBezTo>
                  <a:cubicBezTo>
                    <a:pt x="192" y="484"/>
                    <a:pt x="193" y="483"/>
                    <a:pt x="194" y="483"/>
                  </a:cubicBezTo>
                  <a:cubicBezTo>
                    <a:pt x="195" y="483"/>
                    <a:pt x="192" y="483"/>
                    <a:pt x="193" y="482"/>
                  </a:cubicBezTo>
                  <a:cubicBezTo>
                    <a:pt x="194" y="483"/>
                    <a:pt x="194" y="483"/>
                    <a:pt x="194" y="483"/>
                  </a:cubicBezTo>
                  <a:cubicBezTo>
                    <a:pt x="194" y="480"/>
                    <a:pt x="194" y="478"/>
                    <a:pt x="190" y="476"/>
                  </a:cubicBezTo>
                  <a:cubicBezTo>
                    <a:pt x="191" y="475"/>
                    <a:pt x="191" y="475"/>
                    <a:pt x="193" y="474"/>
                  </a:cubicBezTo>
                  <a:cubicBezTo>
                    <a:pt x="192" y="474"/>
                    <a:pt x="191" y="474"/>
                    <a:pt x="191" y="473"/>
                  </a:cubicBezTo>
                  <a:cubicBezTo>
                    <a:pt x="193" y="473"/>
                    <a:pt x="193" y="473"/>
                    <a:pt x="193" y="473"/>
                  </a:cubicBezTo>
                  <a:cubicBezTo>
                    <a:pt x="194" y="472"/>
                    <a:pt x="192" y="472"/>
                    <a:pt x="191" y="471"/>
                  </a:cubicBezTo>
                  <a:cubicBezTo>
                    <a:pt x="193" y="471"/>
                    <a:pt x="193" y="471"/>
                    <a:pt x="193" y="471"/>
                  </a:cubicBezTo>
                  <a:cubicBezTo>
                    <a:pt x="194" y="471"/>
                    <a:pt x="192" y="470"/>
                    <a:pt x="191" y="470"/>
                  </a:cubicBezTo>
                  <a:cubicBezTo>
                    <a:pt x="193" y="470"/>
                    <a:pt x="193" y="470"/>
                    <a:pt x="193" y="470"/>
                  </a:cubicBezTo>
                  <a:cubicBezTo>
                    <a:pt x="191" y="470"/>
                    <a:pt x="191" y="470"/>
                    <a:pt x="191" y="470"/>
                  </a:cubicBezTo>
                  <a:cubicBezTo>
                    <a:pt x="191" y="469"/>
                    <a:pt x="191" y="468"/>
                    <a:pt x="193" y="469"/>
                  </a:cubicBezTo>
                  <a:cubicBezTo>
                    <a:pt x="193" y="469"/>
                    <a:pt x="192" y="468"/>
                    <a:pt x="192" y="468"/>
                  </a:cubicBezTo>
                  <a:cubicBezTo>
                    <a:pt x="193" y="468"/>
                    <a:pt x="193" y="467"/>
                    <a:pt x="193" y="466"/>
                  </a:cubicBezTo>
                  <a:cubicBezTo>
                    <a:pt x="192" y="466"/>
                    <a:pt x="191" y="466"/>
                    <a:pt x="190" y="466"/>
                  </a:cubicBezTo>
                  <a:cubicBezTo>
                    <a:pt x="188" y="465"/>
                    <a:pt x="190" y="466"/>
                    <a:pt x="189" y="465"/>
                  </a:cubicBezTo>
                  <a:cubicBezTo>
                    <a:pt x="190" y="465"/>
                    <a:pt x="191" y="465"/>
                    <a:pt x="192" y="465"/>
                  </a:cubicBezTo>
                  <a:cubicBezTo>
                    <a:pt x="195" y="465"/>
                    <a:pt x="192" y="462"/>
                    <a:pt x="193" y="461"/>
                  </a:cubicBezTo>
                  <a:cubicBezTo>
                    <a:pt x="192" y="460"/>
                    <a:pt x="192" y="460"/>
                    <a:pt x="192" y="460"/>
                  </a:cubicBezTo>
                  <a:cubicBezTo>
                    <a:pt x="195" y="460"/>
                    <a:pt x="193" y="459"/>
                    <a:pt x="194" y="458"/>
                  </a:cubicBezTo>
                  <a:cubicBezTo>
                    <a:pt x="193" y="458"/>
                    <a:pt x="191" y="457"/>
                    <a:pt x="191" y="456"/>
                  </a:cubicBezTo>
                  <a:cubicBezTo>
                    <a:pt x="189" y="455"/>
                    <a:pt x="193" y="457"/>
                    <a:pt x="195" y="457"/>
                  </a:cubicBezTo>
                  <a:cubicBezTo>
                    <a:pt x="194" y="456"/>
                    <a:pt x="194" y="456"/>
                    <a:pt x="194" y="456"/>
                  </a:cubicBezTo>
                  <a:cubicBezTo>
                    <a:pt x="194" y="456"/>
                    <a:pt x="194" y="456"/>
                    <a:pt x="194" y="456"/>
                  </a:cubicBezTo>
                  <a:cubicBezTo>
                    <a:pt x="194" y="455"/>
                    <a:pt x="193" y="454"/>
                    <a:pt x="194" y="454"/>
                  </a:cubicBezTo>
                  <a:cubicBezTo>
                    <a:pt x="194" y="454"/>
                    <a:pt x="194" y="454"/>
                    <a:pt x="194" y="454"/>
                  </a:cubicBezTo>
                  <a:cubicBezTo>
                    <a:pt x="195" y="454"/>
                    <a:pt x="196" y="455"/>
                    <a:pt x="196" y="454"/>
                  </a:cubicBezTo>
                  <a:cubicBezTo>
                    <a:pt x="194" y="453"/>
                    <a:pt x="196" y="453"/>
                    <a:pt x="194" y="452"/>
                  </a:cubicBezTo>
                  <a:cubicBezTo>
                    <a:pt x="195" y="452"/>
                    <a:pt x="195" y="452"/>
                    <a:pt x="195" y="452"/>
                  </a:cubicBezTo>
                  <a:cubicBezTo>
                    <a:pt x="194" y="451"/>
                    <a:pt x="194" y="451"/>
                    <a:pt x="194" y="451"/>
                  </a:cubicBezTo>
                  <a:cubicBezTo>
                    <a:pt x="195" y="451"/>
                    <a:pt x="195" y="451"/>
                    <a:pt x="195" y="451"/>
                  </a:cubicBezTo>
                  <a:cubicBezTo>
                    <a:pt x="196" y="453"/>
                    <a:pt x="196" y="453"/>
                    <a:pt x="196" y="453"/>
                  </a:cubicBezTo>
                  <a:cubicBezTo>
                    <a:pt x="197" y="452"/>
                    <a:pt x="195" y="452"/>
                    <a:pt x="194" y="451"/>
                  </a:cubicBezTo>
                  <a:cubicBezTo>
                    <a:pt x="193" y="450"/>
                    <a:pt x="195" y="450"/>
                    <a:pt x="195" y="451"/>
                  </a:cubicBezTo>
                  <a:cubicBezTo>
                    <a:pt x="196" y="451"/>
                    <a:pt x="195" y="451"/>
                    <a:pt x="195" y="451"/>
                  </a:cubicBezTo>
                  <a:cubicBezTo>
                    <a:pt x="196" y="452"/>
                    <a:pt x="196" y="451"/>
                    <a:pt x="196" y="452"/>
                  </a:cubicBezTo>
                  <a:cubicBezTo>
                    <a:pt x="196" y="451"/>
                    <a:pt x="195" y="450"/>
                    <a:pt x="195" y="450"/>
                  </a:cubicBezTo>
                  <a:cubicBezTo>
                    <a:pt x="195" y="451"/>
                    <a:pt x="196" y="450"/>
                    <a:pt x="197" y="451"/>
                  </a:cubicBezTo>
                  <a:cubicBezTo>
                    <a:pt x="196" y="450"/>
                    <a:pt x="197" y="450"/>
                    <a:pt x="196" y="450"/>
                  </a:cubicBezTo>
                  <a:cubicBezTo>
                    <a:pt x="196" y="450"/>
                    <a:pt x="195" y="449"/>
                    <a:pt x="194" y="449"/>
                  </a:cubicBezTo>
                  <a:cubicBezTo>
                    <a:pt x="194" y="448"/>
                    <a:pt x="194" y="448"/>
                    <a:pt x="195" y="448"/>
                  </a:cubicBezTo>
                  <a:cubicBezTo>
                    <a:pt x="195" y="449"/>
                    <a:pt x="195" y="449"/>
                    <a:pt x="195" y="449"/>
                  </a:cubicBezTo>
                  <a:cubicBezTo>
                    <a:pt x="195" y="448"/>
                    <a:pt x="196" y="448"/>
                    <a:pt x="194" y="447"/>
                  </a:cubicBezTo>
                  <a:cubicBezTo>
                    <a:pt x="196" y="449"/>
                    <a:pt x="196" y="449"/>
                    <a:pt x="196" y="449"/>
                  </a:cubicBezTo>
                  <a:cubicBezTo>
                    <a:pt x="196" y="448"/>
                    <a:pt x="196" y="448"/>
                    <a:pt x="196" y="447"/>
                  </a:cubicBezTo>
                  <a:cubicBezTo>
                    <a:pt x="197" y="448"/>
                    <a:pt x="198" y="450"/>
                    <a:pt x="199" y="450"/>
                  </a:cubicBezTo>
                  <a:cubicBezTo>
                    <a:pt x="198" y="448"/>
                    <a:pt x="198" y="448"/>
                    <a:pt x="198" y="448"/>
                  </a:cubicBezTo>
                  <a:cubicBezTo>
                    <a:pt x="199" y="448"/>
                    <a:pt x="199" y="448"/>
                    <a:pt x="199" y="449"/>
                  </a:cubicBezTo>
                  <a:cubicBezTo>
                    <a:pt x="200" y="449"/>
                    <a:pt x="198" y="444"/>
                    <a:pt x="199" y="445"/>
                  </a:cubicBezTo>
                  <a:cubicBezTo>
                    <a:pt x="200" y="447"/>
                    <a:pt x="200" y="447"/>
                    <a:pt x="201" y="447"/>
                  </a:cubicBezTo>
                  <a:cubicBezTo>
                    <a:pt x="200" y="446"/>
                    <a:pt x="200" y="446"/>
                    <a:pt x="200" y="446"/>
                  </a:cubicBezTo>
                  <a:cubicBezTo>
                    <a:pt x="200" y="446"/>
                    <a:pt x="201" y="448"/>
                    <a:pt x="200" y="447"/>
                  </a:cubicBezTo>
                  <a:cubicBezTo>
                    <a:pt x="199" y="446"/>
                    <a:pt x="200" y="446"/>
                    <a:pt x="200" y="445"/>
                  </a:cubicBezTo>
                  <a:cubicBezTo>
                    <a:pt x="200" y="446"/>
                    <a:pt x="201" y="447"/>
                    <a:pt x="202" y="447"/>
                  </a:cubicBezTo>
                  <a:cubicBezTo>
                    <a:pt x="202" y="447"/>
                    <a:pt x="202" y="447"/>
                    <a:pt x="202" y="447"/>
                  </a:cubicBezTo>
                  <a:cubicBezTo>
                    <a:pt x="205" y="449"/>
                    <a:pt x="200" y="450"/>
                    <a:pt x="204" y="454"/>
                  </a:cubicBezTo>
                  <a:cubicBezTo>
                    <a:pt x="205" y="456"/>
                    <a:pt x="206" y="463"/>
                    <a:pt x="206" y="463"/>
                  </a:cubicBezTo>
                  <a:cubicBezTo>
                    <a:pt x="214" y="451"/>
                    <a:pt x="212" y="449"/>
                    <a:pt x="214" y="446"/>
                  </a:cubicBezTo>
                  <a:cubicBezTo>
                    <a:pt x="214" y="447"/>
                    <a:pt x="214" y="447"/>
                    <a:pt x="214" y="447"/>
                  </a:cubicBezTo>
                  <a:cubicBezTo>
                    <a:pt x="214" y="446"/>
                    <a:pt x="214" y="446"/>
                    <a:pt x="214" y="446"/>
                  </a:cubicBezTo>
                  <a:cubicBezTo>
                    <a:pt x="214" y="446"/>
                    <a:pt x="215" y="446"/>
                    <a:pt x="215" y="446"/>
                  </a:cubicBezTo>
                  <a:cubicBezTo>
                    <a:pt x="215" y="446"/>
                    <a:pt x="215" y="447"/>
                    <a:pt x="216" y="445"/>
                  </a:cubicBezTo>
                  <a:cubicBezTo>
                    <a:pt x="216" y="445"/>
                    <a:pt x="216" y="445"/>
                    <a:pt x="216" y="445"/>
                  </a:cubicBezTo>
                  <a:cubicBezTo>
                    <a:pt x="216" y="445"/>
                    <a:pt x="217" y="443"/>
                    <a:pt x="217" y="443"/>
                  </a:cubicBezTo>
                  <a:cubicBezTo>
                    <a:pt x="216" y="445"/>
                    <a:pt x="216" y="445"/>
                    <a:pt x="216" y="445"/>
                  </a:cubicBezTo>
                  <a:cubicBezTo>
                    <a:pt x="216" y="447"/>
                    <a:pt x="217" y="446"/>
                    <a:pt x="217" y="447"/>
                  </a:cubicBezTo>
                  <a:cubicBezTo>
                    <a:pt x="217" y="445"/>
                    <a:pt x="217" y="447"/>
                    <a:pt x="218" y="445"/>
                  </a:cubicBezTo>
                  <a:cubicBezTo>
                    <a:pt x="218" y="445"/>
                    <a:pt x="218" y="445"/>
                    <a:pt x="218" y="445"/>
                  </a:cubicBezTo>
                  <a:cubicBezTo>
                    <a:pt x="219" y="445"/>
                    <a:pt x="219" y="444"/>
                    <a:pt x="220" y="444"/>
                  </a:cubicBezTo>
                  <a:cubicBezTo>
                    <a:pt x="220" y="444"/>
                    <a:pt x="219" y="446"/>
                    <a:pt x="219" y="446"/>
                  </a:cubicBezTo>
                  <a:cubicBezTo>
                    <a:pt x="219" y="447"/>
                    <a:pt x="219" y="447"/>
                    <a:pt x="220" y="447"/>
                  </a:cubicBezTo>
                  <a:cubicBezTo>
                    <a:pt x="220" y="447"/>
                    <a:pt x="220" y="446"/>
                    <a:pt x="220" y="446"/>
                  </a:cubicBezTo>
                  <a:cubicBezTo>
                    <a:pt x="220" y="446"/>
                    <a:pt x="220" y="446"/>
                    <a:pt x="220" y="447"/>
                  </a:cubicBezTo>
                  <a:cubicBezTo>
                    <a:pt x="220" y="446"/>
                    <a:pt x="220" y="446"/>
                    <a:pt x="220" y="446"/>
                  </a:cubicBezTo>
                  <a:cubicBezTo>
                    <a:pt x="220" y="446"/>
                    <a:pt x="220" y="446"/>
                    <a:pt x="220" y="447"/>
                  </a:cubicBezTo>
                  <a:cubicBezTo>
                    <a:pt x="220" y="447"/>
                    <a:pt x="220" y="447"/>
                    <a:pt x="220" y="447"/>
                  </a:cubicBezTo>
                  <a:cubicBezTo>
                    <a:pt x="220" y="447"/>
                    <a:pt x="220" y="447"/>
                    <a:pt x="220" y="447"/>
                  </a:cubicBezTo>
                  <a:cubicBezTo>
                    <a:pt x="220" y="447"/>
                    <a:pt x="220" y="447"/>
                    <a:pt x="220" y="447"/>
                  </a:cubicBezTo>
                  <a:cubicBezTo>
                    <a:pt x="220" y="447"/>
                    <a:pt x="220" y="447"/>
                    <a:pt x="220" y="448"/>
                  </a:cubicBezTo>
                  <a:cubicBezTo>
                    <a:pt x="220" y="449"/>
                    <a:pt x="220" y="449"/>
                    <a:pt x="220" y="449"/>
                  </a:cubicBezTo>
                  <a:cubicBezTo>
                    <a:pt x="220" y="449"/>
                    <a:pt x="221" y="448"/>
                    <a:pt x="221" y="447"/>
                  </a:cubicBezTo>
                  <a:cubicBezTo>
                    <a:pt x="222" y="449"/>
                    <a:pt x="224" y="448"/>
                    <a:pt x="225" y="448"/>
                  </a:cubicBezTo>
                  <a:cubicBezTo>
                    <a:pt x="225" y="448"/>
                    <a:pt x="224" y="449"/>
                    <a:pt x="225" y="449"/>
                  </a:cubicBezTo>
                  <a:cubicBezTo>
                    <a:pt x="225" y="449"/>
                    <a:pt x="226" y="448"/>
                    <a:pt x="226" y="449"/>
                  </a:cubicBezTo>
                  <a:cubicBezTo>
                    <a:pt x="226" y="448"/>
                    <a:pt x="225" y="450"/>
                    <a:pt x="225" y="450"/>
                  </a:cubicBezTo>
                  <a:cubicBezTo>
                    <a:pt x="225" y="451"/>
                    <a:pt x="226" y="449"/>
                    <a:pt x="226" y="449"/>
                  </a:cubicBezTo>
                  <a:cubicBezTo>
                    <a:pt x="225" y="452"/>
                    <a:pt x="229" y="450"/>
                    <a:pt x="229" y="452"/>
                  </a:cubicBezTo>
                  <a:cubicBezTo>
                    <a:pt x="229" y="451"/>
                    <a:pt x="228" y="452"/>
                    <a:pt x="227" y="452"/>
                  </a:cubicBezTo>
                  <a:cubicBezTo>
                    <a:pt x="228" y="452"/>
                    <a:pt x="229" y="452"/>
                    <a:pt x="232" y="452"/>
                  </a:cubicBezTo>
                  <a:cubicBezTo>
                    <a:pt x="230" y="453"/>
                    <a:pt x="230" y="453"/>
                    <a:pt x="230" y="453"/>
                  </a:cubicBezTo>
                  <a:cubicBezTo>
                    <a:pt x="230" y="453"/>
                    <a:pt x="231" y="453"/>
                    <a:pt x="232" y="453"/>
                  </a:cubicBezTo>
                  <a:cubicBezTo>
                    <a:pt x="233" y="452"/>
                    <a:pt x="234" y="452"/>
                    <a:pt x="234" y="452"/>
                  </a:cubicBezTo>
                  <a:cubicBezTo>
                    <a:pt x="234" y="452"/>
                    <a:pt x="234" y="452"/>
                    <a:pt x="234" y="452"/>
                  </a:cubicBezTo>
                  <a:cubicBezTo>
                    <a:pt x="235" y="453"/>
                    <a:pt x="235" y="452"/>
                    <a:pt x="236" y="453"/>
                  </a:cubicBezTo>
                  <a:cubicBezTo>
                    <a:pt x="235" y="454"/>
                    <a:pt x="235" y="453"/>
                    <a:pt x="234" y="454"/>
                  </a:cubicBezTo>
                  <a:cubicBezTo>
                    <a:pt x="232" y="455"/>
                    <a:pt x="233" y="456"/>
                    <a:pt x="233" y="456"/>
                  </a:cubicBezTo>
                  <a:cubicBezTo>
                    <a:pt x="235" y="456"/>
                    <a:pt x="235" y="456"/>
                    <a:pt x="235" y="456"/>
                  </a:cubicBezTo>
                  <a:cubicBezTo>
                    <a:pt x="236" y="456"/>
                    <a:pt x="234" y="457"/>
                    <a:pt x="234" y="457"/>
                  </a:cubicBezTo>
                  <a:cubicBezTo>
                    <a:pt x="239" y="456"/>
                    <a:pt x="239" y="456"/>
                    <a:pt x="239" y="456"/>
                  </a:cubicBezTo>
                  <a:cubicBezTo>
                    <a:pt x="238" y="456"/>
                    <a:pt x="237" y="458"/>
                    <a:pt x="236" y="457"/>
                  </a:cubicBezTo>
                  <a:cubicBezTo>
                    <a:pt x="237" y="458"/>
                    <a:pt x="240" y="458"/>
                    <a:pt x="241" y="458"/>
                  </a:cubicBezTo>
                  <a:cubicBezTo>
                    <a:pt x="241" y="459"/>
                    <a:pt x="243" y="459"/>
                    <a:pt x="243" y="460"/>
                  </a:cubicBezTo>
                  <a:cubicBezTo>
                    <a:pt x="242" y="460"/>
                    <a:pt x="243" y="459"/>
                    <a:pt x="242" y="460"/>
                  </a:cubicBezTo>
                  <a:cubicBezTo>
                    <a:pt x="240" y="461"/>
                    <a:pt x="240" y="461"/>
                    <a:pt x="240" y="461"/>
                  </a:cubicBezTo>
                  <a:cubicBezTo>
                    <a:pt x="240" y="460"/>
                    <a:pt x="238" y="461"/>
                    <a:pt x="237" y="461"/>
                  </a:cubicBezTo>
                  <a:cubicBezTo>
                    <a:pt x="238" y="462"/>
                    <a:pt x="238" y="463"/>
                    <a:pt x="237" y="464"/>
                  </a:cubicBezTo>
                  <a:cubicBezTo>
                    <a:pt x="240" y="463"/>
                    <a:pt x="239" y="465"/>
                    <a:pt x="242" y="465"/>
                  </a:cubicBezTo>
                  <a:cubicBezTo>
                    <a:pt x="242" y="466"/>
                    <a:pt x="240" y="466"/>
                    <a:pt x="239" y="466"/>
                  </a:cubicBezTo>
                  <a:cubicBezTo>
                    <a:pt x="240" y="467"/>
                    <a:pt x="240" y="468"/>
                    <a:pt x="240" y="469"/>
                  </a:cubicBezTo>
                  <a:cubicBezTo>
                    <a:pt x="240" y="469"/>
                    <a:pt x="240" y="469"/>
                    <a:pt x="240" y="469"/>
                  </a:cubicBezTo>
                  <a:cubicBezTo>
                    <a:pt x="240" y="470"/>
                    <a:pt x="240" y="472"/>
                    <a:pt x="242" y="472"/>
                  </a:cubicBezTo>
                  <a:cubicBezTo>
                    <a:pt x="241" y="472"/>
                    <a:pt x="241" y="472"/>
                    <a:pt x="241" y="472"/>
                  </a:cubicBezTo>
                  <a:cubicBezTo>
                    <a:pt x="240" y="473"/>
                    <a:pt x="244" y="472"/>
                    <a:pt x="243" y="474"/>
                  </a:cubicBezTo>
                  <a:cubicBezTo>
                    <a:pt x="242" y="473"/>
                    <a:pt x="242" y="473"/>
                    <a:pt x="242" y="473"/>
                  </a:cubicBezTo>
                  <a:cubicBezTo>
                    <a:pt x="243" y="474"/>
                    <a:pt x="241" y="475"/>
                    <a:pt x="243" y="476"/>
                  </a:cubicBezTo>
                  <a:cubicBezTo>
                    <a:pt x="242" y="476"/>
                    <a:pt x="242" y="476"/>
                    <a:pt x="241" y="475"/>
                  </a:cubicBezTo>
                  <a:cubicBezTo>
                    <a:pt x="242" y="476"/>
                    <a:pt x="242" y="477"/>
                    <a:pt x="243" y="478"/>
                  </a:cubicBezTo>
                  <a:cubicBezTo>
                    <a:pt x="241" y="478"/>
                    <a:pt x="241" y="478"/>
                    <a:pt x="241" y="478"/>
                  </a:cubicBezTo>
                  <a:cubicBezTo>
                    <a:pt x="240" y="478"/>
                    <a:pt x="244" y="478"/>
                    <a:pt x="243" y="479"/>
                  </a:cubicBezTo>
                  <a:cubicBezTo>
                    <a:pt x="243" y="479"/>
                    <a:pt x="242" y="480"/>
                    <a:pt x="242" y="480"/>
                  </a:cubicBezTo>
                  <a:cubicBezTo>
                    <a:pt x="243" y="480"/>
                    <a:pt x="243" y="481"/>
                    <a:pt x="243" y="481"/>
                  </a:cubicBezTo>
                  <a:cubicBezTo>
                    <a:pt x="241" y="482"/>
                    <a:pt x="241" y="482"/>
                    <a:pt x="241" y="482"/>
                  </a:cubicBezTo>
                  <a:cubicBezTo>
                    <a:pt x="241" y="486"/>
                    <a:pt x="241" y="490"/>
                    <a:pt x="243" y="494"/>
                  </a:cubicBezTo>
                  <a:cubicBezTo>
                    <a:pt x="240" y="494"/>
                    <a:pt x="241" y="493"/>
                    <a:pt x="240" y="493"/>
                  </a:cubicBezTo>
                  <a:cubicBezTo>
                    <a:pt x="242" y="493"/>
                    <a:pt x="240" y="494"/>
                    <a:pt x="241" y="495"/>
                  </a:cubicBezTo>
                  <a:cubicBezTo>
                    <a:pt x="241" y="495"/>
                    <a:pt x="241" y="495"/>
                    <a:pt x="241" y="495"/>
                  </a:cubicBezTo>
                  <a:cubicBezTo>
                    <a:pt x="241" y="496"/>
                    <a:pt x="240" y="496"/>
                    <a:pt x="240" y="497"/>
                  </a:cubicBezTo>
                  <a:cubicBezTo>
                    <a:pt x="241" y="497"/>
                    <a:pt x="241" y="497"/>
                    <a:pt x="241" y="497"/>
                  </a:cubicBezTo>
                  <a:cubicBezTo>
                    <a:pt x="242" y="497"/>
                    <a:pt x="238" y="498"/>
                    <a:pt x="241" y="498"/>
                  </a:cubicBezTo>
                  <a:cubicBezTo>
                    <a:pt x="239" y="499"/>
                    <a:pt x="239" y="499"/>
                    <a:pt x="239" y="499"/>
                  </a:cubicBezTo>
                  <a:cubicBezTo>
                    <a:pt x="242" y="499"/>
                    <a:pt x="238" y="499"/>
                    <a:pt x="240" y="500"/>
                  </a:cubicBezTo>
                  <a:cubicBezTo>
                    <a:pt x="240" y="500"/>
                    <a:pt x="240" y="500"/>
                    <a:pt x="240" y="500"/>
                  </a:cubicBezTo>
                  <a:cubicBezTo>
                    <a:pt x="239" y="501"/>
                    <a:pt x="243" y="502"/>
                    <a:pt x="241" y="502"/>
                  </a:cubicBezTo>
                  <a:cubicBezTo>
                    <a:pt x="241" y="503"/>
                    <a:pt x="242" y="504"/>
                    <a:pt x="244" y="504"/>
                  </a:cubicBezTo>
                  <a:cubicBezTo>
                    <a:pt x="241" y="504"/>
                    <a:pt x="241" y="504"/>
                    <a:pt x="241" y="504"/>
                  </a:cubicBezTo>
                  <a:cubicBezTo>
                    <a:pt x="242" y="507"/>
                    <a:pt x="241" y="511"/>
                    <a:pt x="244" y="513"/>
                  </a:cubicBezTo>
                  <a:cubicBezTo>
                    <a:pt x="243" y="513"/>
                    <a:pt x="243" y="513"/>
                    <a:pt x="243" y="513"/>
                  </a:cubicBezTo>
                  <a:cubicBezTo>
                    <a:pt x="245" y="515"/>
                    <a:pt x="241" y="517"/>
                    <a:pt x="245" y="518"/>
                  </a:cubicBezTo>
                  <a:cubicBezTo>
                    <a:pt x="247" y="518"/>
                    <a:pt x="247" y="518"/>
                    <a:pt x="247" y="518"/>
                  </a:cubicBezTo>
                  <a:cubicBezTo>
                    <a:pt x="244" y="519"/>
                    <a:pt x="244" y="519"/>
                    <a:pt x="244" y="519"/>
                  </a:cubicBezTo>
                  <a:cubicBezTo>
                    <a:pt x="246" y="519"/>
                    <a:pt x="245" y="520"/>
                    <a:pt x="247" y="521"/>
                  </a:cubicBezTo>
                  <a:cubicBezTo>
                    <a:pt x="245" y="521"/>
                    <a:pt x="245" y="521"/>
                    <a:pt x="245" y="521"/>
                  </a:cubicBezTo>
                  <a:cubicBezTo>
                    <a:pt x="245" y="521"/>
                    <a:pt x="247" y="522"/>
                    <a:pt x="247" y="523"/>
                  </a:cubicBezTo>
                  <a:cubicBezTo>
                    <a:pt x="246" y="523"/>
                    <a:pt x="246" y="523"/>
                    <a:pt x="246" y="523"/>
                  </a:cubicBezTo>
                  <a:cubicBezTo>
                    <a:pt x="243" y="527"/>
                    <a:pt x="241" y="532"/>
                    <a:pt x="246" y="534"/>
                  </a:cubicBezTo>
                  <a:cubicBezTo>
                    <a:pt x="247" y="535"/>
                    <a:pt x="243" y="535"/>
                    <a:pt x="244" y="536"/>
                  </a:cubicBezTo>
                  <a:cubicBezTo>
                    <a:pt x="247" y="538"/>
                    <a:pt x="245" y="541"/>
                    <a:pt x="247" y="543"/>
                  </a:cubicBezTo>
                  <a:cubicBezTo>
                    <a:pt x="246" y="546"/>
                    <a:pt x="244" y="545"/>
                    <a:pt x="243" y="548"/>
                  </a:cubicBezTo>
                  <a:cubicBezTo>
                    <a:pt x="243" y="547"/>
                    <a:pt x="243" y="547"/>
                    <a:pt x="243" y="547"/>
                  </a:cubicBezTo>
                  <a:cubicBezTo>
                    <a:pt x="242" y="549"/>
                    <a:pt x="241" y="547"/>
                    <a:pt x="240" y="546"/>
                  </a:cubicBezTo>
                  <a:cubicBezTo>
                    <a:pt x="240" y="547"/>
                    <a:pt x="239" y="547"/>
                    <a:pt x="240" y="549"/>
                  </a:cubicBezTo>
                  <a:cubicBezTo>
                    <a:pt x="239" y="550"/>
                    <a:pt x="238" y="546"/>
                    <a:pt x="238" y="547"/>
                  </a:cubicBezTo>
                  <a:cubicBezTo>
                    <a:pt x="238" y="546"/>
                    <a:pt x="238" y="548"/>
                    <a:pt x="238" y="548"/>
                  </a:cubicBezTo>
                  <a:cubicBezTo>
                    <a:pt x="236" y="550"/>
                    <a:pt x="238" y="546"/>
                    <a:pt x="235" y="545"/>
                  </a:cubicBezTo>
                  <a:cubicBezTo>
                    <a:pt x="232" y="546"/>
                    <a:pt x="228" y="548"/>
                    <a:pt x="225" y="547"/>
                  </a:cubicBezTo>
                  <a:cubicBezTo>
                    <a:pt x="225" y="547"/>
                    <a:pt x="225" y="549"/>
                    <a:pt x="225" y="549"/>
                  </a:cubicBezTo>
                  <a:cubicBezTo>
                    <a:pt x="224" y="546"/>
                    <a:pt x="224" y="550"/>
                    <a:pt x="223" y="549"/>
                  </a:cubicBezTo>
                  <a:cubicBezTo>
                    <a:pt x="223" y="548"/>
                    <a:pt x="223" y="548"/>
                    <a:pt x="223" y="547"/>
                  </a:cubicBezTo>
                  <a:cubicBezTo>
                    <a:pt x="222" y="546"/>
                    <a:pt x="220" y="548"/>
                    <a:pt x="219" y="547"/>
                  </a:cubicBezTo>
                  <a:cubicBezTo>
                    <a:pt x="218" y="549"/>
                    <a:pt x="216" y="546"/>
                    <a:pt x="215" y="548"/>
                  </a:cubicBezTo>
                  <a:cubicBezTo>
                    <a:pt x="215" y="546"/>
                    <a:pt x="214" y="547"/>
                    <a:pt x="214" y="546"/>
                  </a:cubicBezTo>
                  <a:cubicBezTo>
                    <a:pt x="213" y="550"/>
                    <a:pt x="211" y="545"/>
                    <a:pt x="210" y="547"/>
                  </a:cubicBezTo>
                  <a:cubicBezTo>
                    <a:pt x="210" y="547"/>
                    <a:pt x="210" y="547"/>
                    <a:pt x="210" y="547"/>
                  </a:cubicBezTo>
                  <a:cubicBezTo>
                    <a:pt x="206" y="547"/>
                    <a:pt x="202" y="547"/>
                    <a:pt x="198" y="549"/>
                  </a:cubicBezTo>
                  <a:cubicBezTo>
                    <a:pt x="195" y="549"/>
                    <a:pt x="193" y="546"/>
                    <a:pt x="190" y="547"/>
                  </a:cubicBezTo>
                  <a:cubicBezTo>
                    <a:pt x="190" y="548"/>
                    <a:pt x="190" y="549"/>
                    <a:pt x="190" y="549"/>
                  </a:cubicBezTo>
                  <a:cubicBezTo>
                    <a:pt x="189" y="549"/>
                    <a:pt x="190" y="548"/>
                    <a:pt x="190" y="547"/>
                  </a:cubicBezTo>
                  <a:cubicBezTo>
                    <a:pt x="188" y="549"/>
                    <a:pt x="187" y="547"/>
                    <a:pt x="185" y="547"/>
                  </a:cubicBezTo>
                  <a:cubicBezTo>
                    <a:pt x="185" y="548"/>
                    <a:pt x="184" y="548"/>
                    <a:pt x="185" y="549"/>
                  </a:cubicBezTo>
                  <a:cubicBezTo>
                    <a:pt x="183" y="546"/>
                    <a:pt x="181" y="550"/>
                    <a:pt x="179" y="548"/>
                  </a:cubicBezTo>
                  <a:cubicBezTo>
                    <a:pt x="179" y="552"/>
                    <a:pt x="178" y="550"/>
                    <a:pt x="177" y="551"/>
                  </a:cubicBezTo>
                  <a:cubicBezTo>
                    <a:pt x="177" y="551"/>
                    <a:pt x="177" y="550"/>
                    <a:pt x="177" y="549"/>
                  </a:cubicBezTo>
                  <a:cubicBezTo>
                    <a:pt x="175" y="550"/>
                    <a:pt x="175" y="550"/>
                    <a:pt x="173" y="549"/>
                  </a:cubicBezTo>
                  <a:cubicBezTo>
                    <a:pt x="172" y="549"/>
                    <a:pt x="172" y="551"/>
                    <a:pt x="171" y="551"/>
                  </a:cubicBezTo>
                  <a:cubicBezTo>
                    <a:pt x="171" y="548"/>
                    <a:pt x="170" y="550"/>
                    <a:pt x="169" y="550"/>
                  </a:cubicBezTo>
                  <a:cubicBezTo>
                    <a:pt x="169" y="552"/>
                    <a:pt x="168" y="553"/>
                    <a:pt x="167" y="552"/>
                  </a:cubicBezTo>
                  <a:cubicBezTo>
                    <a:pt x="168" y="549"/>
                    <a:pt x="168" y="549"/>
                    <a:pt x="168" y="549"/>
                  </a:cubicBezTo>
                  <a:cubicBezTo>
                    <a:pt x="165" y="551"/>
                    <a:pt x="162" y="548"/>
                    <a:pt x="159" y="551"/>
                  </a:cubicBezTo>
                  <a:cubicBezTo>
                    <a:pt x="159" y="549"/>
                    <a:pt x="159" y="549"/>
                    <a:pt x="159" y="549"/>
                  </a:cubicBezTo>
                  <a:cubicBezTo>
                    <a:pt x="156" y="550"/>
                    <a:pt x="154" y="548"/>
                    <a:pt x="151" y="549"/>
                  </a:cubicBezTo>
                  <a:cubicBezTo>
                    <a:pt x="150" y="548"/>
                    <a:pt x="150" y="547"/>
                    <a:pt x="149" y="547"/>
                  </a:cubicBezTo>
                  <a:cubicBezTo>
                    <a:pt x="148" y="548"/>
                    <a:pt x="148" y="548"/>
                    <a:pt x="146" y="549"/>
                  </a:cubicBezTo>
                  <a:cubicBezTo>
                    <a:pt x="146" y="549"/>
                    <a:pt x="146" y="548"/>
                    <a:pt x="147" y="547"/>
                  </a:cubicBezTo>
                  <a:cubicBezTo>
                    <a:pt x="146" y="546"/>
                    <a:pt x="147" y="544"/>
                    <a:pt x="145" y="545"/>
                  </a:cubicBezTo>
                  <a:cubicBezTo>
                    <a:pt x="146" y="545"/>
                    <a:pt x="146" y="545"/>
                    <a:pt x="146" y="545"/>
                  </a:cubicBezTo>
                  <a:cubicBezTo>
                    <a:pt x="145" y="545"/>
                    <a:pt x="143" y="545"/>
                    <a:pt x="144" y="544"/>
                  </a:cubicBezTo>
                  <a:cubicBezTo>
                    <a:pt x="143" y="544"/>
                    <a:pt x="142" y="543"/>
                    <a:pt x="140" y="544"/>
                  </a:cubicBezTo>
                  <a:cubicBezTo>
                    <a:pt x="140" y="543"/>
                    <a:pt x="143" y="543"/>
                    <a:pt x="141" y="543"/>
                  </a:cubicBezTo>
                  <a:cubicBezTo>
                    <a:pt x="143" y="543"/>
                    <a:pt x="143" y="543"/>
                    <a:pt x="143" y="543"/>
                  </a:cubicBezTo>
                  <a:cubicBezTo>
                    <a:pt x="143" y="541"/>
                    <a:pt x="142" y="539"/>
                    <a:pt x="142" y="537"/>
                  </a:cubicBezTo>
                  <a:cubicBezTo>
                    <a:pt x="145" y="537"/>
                    <a:pt x="142" y="534"/>
                    <a:pt x="144" y="534"/>
                  </a:cubicBezTo>
                  <a:cubicBezTo>
                    <a:pt x="143" y="533"/>
                    <a:pt x="146" y="532"/>
                    <a:pt x="143" y="530"/>
                  </a:cubicBezTo>
                  <a:cubicBezTo>
                    <a:pt x="144" y="531"/>
                    <a:pt x="144" y="531"/>
                    <a:pt x="144" y="531"/>
                  </a:cubicBezTo>
                  <a:cubicBezTo>
                    <a:pt x="145" y="530"/>
                    <a:pt x="146" y="528"/>
                    <a:pt x="147" y="527"/>
                  </a:cubicBezTo>
                  <a:cubicBezTo>
                    <a:pt x="148" y="527"/>
                    <a:pt x="146" y="526"/>
                    <a:pt x="146" y="525"/>
                  </a:cubicBezTo>
                  <a:cubicBezTo>
                    <a:pt x="147" y="525"/>
                    <a:pt x="147" y="525"/>
                    <a:pt x="147" y="525"/>
                  </a:cubicBezTo>
                  <a:cubicBezTo>
                    <a:pt x="147" y="524"/>
                    <a:pt x="145" y="523"/>
                    <a:pt x="145" y="522"/>
                  </a:cubicBezTo>
                  <a:cubicBezTo>
                    <a:pt x="146" y="522"/>
                    <a:pt x="145" y="521"/>
                    <a:pt x="146" y="521"/>
                  </a:cubicBezTo>
                  <a:cubicBezTo>
                    <a:pt x="146" y="522"/>
                    <a:pt x="147" y="523"/>
                    <a:pt x="149" y="525"/>
                  </a:cubicBezTo>
                  <a:cubicBezTo>
                    <a:pt x="150" y="525"/>
                    <a:pt x="147" y="522"/>
                    <a:pt x="149" y="523"/>
                  </a:cubicBezTo>
                  <a:cubicBezTo>
                    <a:pt x="150" y="522"/>
                    <a:pt x="150" y="521"/>
                    <a:pt x="149" y="520"/>
                  </a:cubicBezTo>
                  <a:cubicBezTo>
                    <a:pt x="149" y="521"/>
                    <a:pt x="150" y="520"/>
                    <a:pt x="150" y="521"/>
                  </a:cubicBezTo>
                  <a:cubicBezTo>
                    <a:pt x="151" y="521"/>
                    <a:pt x="151" y="520"/>
                    <a:pt x="151" y="520"/>
                  </a:cubicBezTo>
                  <a:cubicBezTo>
                    <a:pt x="150" y="520"/>
                    <a:pt x="150" y="520"/>
                    <a:pt x="150" y="520"/>
                  </a:cubicBezTo>
                  <a:cubicBezTo>
                    <a:pt x="149" y="519"/>
                    <a:pt x="150" y="518"/>
                    <a:pt x="148" y="517"/>
                  </a:cubicBezTo>
                  <a:cubicBezTo>
                    <a:pt x="148" y="517"/>
                    <a:pt x="149" y="518"/>
                    <a:pt x="148" y="518"/>
                  </a:cubicBezTo>
                  <a:cubicBezTo>
                    <a:pt x="147" y="517"/>
                    <a:pt x="148" y="516"/>
                    <a:pt x="149" y="516"/>
                  </a:cubicBezTo>
                  <a:cubicBezTo>
                    <a:pt x="150" y="517"/>
                    <a:pt x="150" y="519"/>
                    <a:pt x="151" y="519"/>
                  </a:cubicBezTo>
                  <a:cubicBezTo>
                    <a:pt x="150" y="515"/>
                    <a:pt x="150" y="515"/>
                    <a:pt x="150" y="515"/>
                  </a:cubicBezTo>
                  <a:cubicBezTo>
                    <a:pt x="150" y="516"/>
                    <a:pt x="149" y="516"/>
                    <a:pt x="148" y="515"/>
                  </a:cubicBezTo>
                  <a:cubicBezTo>
                    <a:pt x="148" y="516"/>
                    <a:pt x="148" y="516"/>
                    <a:pt x="148" y="516"/>
                  </a:cubicBezTo>
                  <a:cubicBezTo>
                    <a:pt x="147" y="515"/>
                    <a:pt x="147" y="515"/>
                    <a:pt x="147" y="515"/>
                  </a:cubicBezTo>
                  <a:cubicBezTo>
                    <a:pt x="147" y="516"/>
                    <a:pt x="145" y="516"/>
                    <a:pt x="145" y="517"/>
                  </a:cubicBezTo>
                  <a:cubicBezTo>
                    <a:pt x="147" y="518"/>
                    <a:pt x="147" y="518"/>
                    <a:pt x="147" y="518"/>
                  </a:cubicBezTo>
                  <a:cubicBezTo>
                    <a:pt x="146" y="519"/>
                    <a:pt x="147" y="521"/>
                    <a:pt x="146" y="520"/>
                  </a:cubicBezTo>
                  <a:cubicBezTo>
                    <a:pt x="145" y="519"/>
                    <a:pt x="145" y="519"/>
                    <a:pt x="144" y="519"/>
                  </a:cubicBezTo>
                  <a:cubicBezTo>
                    <a:pt x="144" y="519"/>
                    <a:pt x="144" y="519"/>
                    <a:pt x="144" y="519"/>
                  </a:cubicBezTo>
                  <a:cubicBezTo>
                    <a:pt x="142" y="518"/>
                    <a:pt x="142" y="518"/>
                    <a:pt x="142" y="518"/>
                  </a:cubicBezTo>
                  <a:cubicBezTo>
                    <a:pt x="145" y="520"/>
                    <a:pt x="142" y="520"/>
                    <a:pt x="142" y="521"/>
                  </a:cubicBezTo>
                  <a:cubicBezTo>
                    <a:pt x="142" y="520"/>
                    <a:pt x="142" y="520"/>
                    <a:pt x="142" y="520"/>
                  </a:cubicBezTo>
                  <a:cubicBezTo>
                    <a:pt x="140" y="521"/>
                    <a:pt x="143" y="521"/>
                    <a:pt x="143" y="522"/>
                  </a:cubicBezTo>
                  <a:cubicBezTo>
                    <a:pt x="142" y="522"/>
                    <a:pt x="140" y="520"/>
                    <a:pt x="139" y="520"/>
                  </a:cubicBezTo>
                  <a:cubicBezTo>
                    <a:pt x="138" y="521"/>
                    <a:pt x="139" y="524"/>
                    <a:pt x="137" y="524"/>
                  </a:cubicBezTo>
                  <a:cubicBezTo>
                    <a:pt x="136" y="525"/>
                    <a:pt x="137" y="526"/>
                    <a:pt x="137" y="528"/>
                  </a:cubicBezTo>
                  <a:cubicBezTo>
                    <a:pt x="137" y="529"/>
                    <a:pt x="135" y="527"/>
                    <a:pt x="136" y="528"/>
                  </a:cubicBezTo>
                  <a:cubicBezTo>
                    <a:pt x="135" y="527"/>
                    <a:pt x="134" y="527"/>
                    <a:pt x="133" y="527"/>
                  </a:cubicBezTo>
                  <a:cubicBezTo>
                    <a:pt x="134" y="527"/>
                    <a:pt x="132" y="528"/>
                    <a:pt x="135" y="529"/>
                  </a:cubicBezTo>
                  <a:cubicBezTo>
                    <a:pt x="133" y="529"/>
                    <a:pt x="132" y="532"/>
                    <a:pt x="133" y="533"/>
                  </a:cubicBezTo>
                  <a:cubicBezTo>
                    <a:pt x="133" y="533"/>
                    <a:pt x="131" y="532"/>
                    <a:pt x="130" y="532"/>
                  </a:cubicBezTo>
                  <a:cubicBezTo>
                    <a:pt x="131" y="534"/>
                    <a:pt x="132" y="535"/>
                    <a:pt x="131" y="536"/>
                  </a:cubicBezTo>
                  <a:cubicBezTo>
                    <a:pt x="133" y="537"/>
                    <a:pt x="133" y="536"/>
                    <a:pt x="135" y="537"/>
                  </a:cubicBezTo>
                  <a:cubicBezTo>
                    <a:pt x="135" y="537"/>
                    <a:pt x="136" y="537"/>
                    <a:pt x="136" y="537"/>
                  </a:cubicBezTo>
                  <a:cubicBezTo>
                    <a:pt x="134" y="537"/>
                    <a:pt x="131" y="537"/>
                    <a:pt x="131" y="538"/>
                  </a:cubicBezTo>
                  <a:cubicBezTo>
                    <a:pt x="128" y="538"/>
                    <a:pt x="132" y="536"/>
                    <a:pt x="129" y="536"/>
                  </a:cubicBezTo>
                  <a:cubicBezTo>
                    <a:pt x="126" y="535"/>
                    <a:pt x="127" y="533"/>
                    <a:pt x="128" y="533"/>
                  </a:cubicBezTo>
                  <a:cubicBezTo>
                    <a:pt x="126" y="531"/>
                    <a:pt x="128" y="533"/>
                    <a:pt x="126" y="533"/>
                  </a:cubicBezTo>
                  <a:cubicBezTo>
                    <a:pt x="126" y="534"/>
                    <a:pt x="127" y="535"/>
                    <a:pt x="127" y="536"/>
                  </a:cubicBezTo>
                  <a:cubicBezTo>
                    <a:pt x="128" y="537"/>
                    <a:pt x="128" y="536"/>
                    <a:pt x="129" y="537"/>
                  </a:cubicBezTo>
                  <a:cubicBezTo>
                    <a:pt x="131" y="539"/>
                    <a:pt x="127" y="539"/>
                    <a:pt x="127" y="539"/>
                  </a:cubicBezTo>
                  <a:cubicBezTo>
                    <a:pt x="126" y="538"/>
                    <a:pt x="126" y="538"/>
                    <a:pt x="126" y="538"/>
                  </a:cubicBezTo>
                  <a:cubicBezTo>
                    <a:pt x="125" y="539"/>
                    <a:pt x="127" y="540"/>
                    <a:pt x="127" y="541"/>
                  </a:cubicBezTo>
                  <a:cubicBezTo>
                    <a:pt x="124" y="541"/>
                    <a:pt x="126" y="539"/>
                    <a:pt x="124" y="538"/>
                  </a:cubicBezTo>
                  <a:cubicBezTo>
                    <a:pt x="122" y="539"/>
                    <a:pt x="122" y="539"/>
                    <a:pt x="122" y="539"/>
                  </a:cubicBezTo>
                  <a:cubicBezTo>
                    <a:pt x="122" y="542"/>
                    <a:pt x="125" y="540"/>
                    <a:pt x="124" y="542"/>
                  </a:cubicBezTo>
                  <a:cubicBezTo>
                    <a:pt x="123" y="542"/>
                    <a:pt x="123" y="542"/>
                    <a:pt x="123" y="542"/>
                  </a:cubicBezTo>
                  <a:cubicBezTo>
                    <a:pt x="124" y="543"/>
                    <a:pt x="124" y="543"/>
                    <a:pt x="124" y="543"/>
                  </a:cubicBezTo>
                  <a:cubicBezTo>
                    <a:pt x="125" y="543"/>
                    <a:pt x="127" y="543"/>
                    <a:pt x="126" y="542"/>
                  </a:cubicBezTo>
                  <a:cubicBezTo>
                    <a:pt x="130" y="542"/>
                    <a:pt x="127" y="543"/>
                    <a:pt x="128" y="544"/>
                  </a:cubicBezTo>
                  <a:cubicBezTo>
                    <a:pt x="130" y="545"/>
                    <a:pt x="127" y="544"/>
                    <a:pt x="129" y="543"/>
                  </a:cubicBezTo>
                  <a:cubicBezTo>
                    <a:pt x="131" y="543"/>
                    <a:pt x="131" y="544"/>
                    <a:pt x="131" y="545"/>
                  </a:cubicBezTo>
                  <a:cubicBezTo>
                    <a:pt x="132" y="546"/>
                    <a:pt x="130" y="546"/>
                    <a:pt x="129" y="547"/>
                  </a:cubicBezTo>
                  <a:cubicBezTo>
                    <a:pt x="128" y="546"/>
                    <a:pt x="128" y="545"/>
                    <a:pt x="129" y="545"/>
                  </a:cubicBezTo>
                  <a:cubicBezTo>
                    <a:pt x="127" y="544"/>
                    <a:pt x="125" y="547"/>
                    <a:pt x="124" y="546"/>
                  </a:cubicBezTo>
                  <a:cubicBezTo>
                    <a:pt x="123" y="548"/>
                    <a:pt x="125" y="547"/>
                    <a:pt x="126" y="548"/>
                  </a:cubicBezTo>
                  <a:cubicBezTo>
                    <a:pt x="126" y="547"/>
                    <a:pt x="128" y="547"/>
                    <a:pt x="128" y="547"/>
                  </a:cubicBezTo>
                  <a:cubicBezTo>
                    <a:pt x="133" y="548"/>
                    <a:pt x="125" y="549"/>
                    <a:pt x="127" y="551"/>
                  </a:cubicBezTo>
                  <a:cubicBezTo>
                    <a:pt x="130" y="550"/>
                    <a:pt x="132" y="552"/>
                    <a:pt x="134" y="549"/>
                  </a:cubicBezTo>
                  <a:cubicBezTo>
                    <a:pt x="135" y="549"/>
                    <a:pt x="136" y="550"/>
                    <a:pt x="136" y="550"/>
                  </a:cubicBezTo>
                  <a:cubicBezTo>
                    <a:pt x="134" y="551"/>
                    <a:pt x="135" y="552"/>
                    <a:pt x="133" y="552"/>
                  </a:cubicBezTo>
                  <a:cubicBezTo>
                    <a:pt x="133" y="553"/>
                    <a:pt x="133" y="553"/>
                    <a:pt x="133" y="553"/>
                  </a:cubicBezTo>
                  <a:cubicBezTo>
                    <a:pt x="130" y="553"/>
                    <a:pt x="130" y="553"/>
                    <a:pt x="130" y="553"/>
                  </a:cubicBezTo>
                  <a:cubicBezTo>
                    <a:pt x="130" y="554"/>
                    <a:pt x="129" y="557"/>
                    <a:pt x="129" y="558"/>
                  </a:cubicBezTo>
                  <a:cubicBezTo>
                    <a:pt x="130" y="558"/>
                    <a:pt x="130" y="556"/>
                    <a:pt x="131" y="557"/>
                  </a:cubicBezTo>
                  <a:cubicBezTo>
                    <a:pt x="130" y="557"/>
                    <a:pt x="130" y="559"/>
                    <a:pt x="131" y="559"/>
                  </a:cubicBezTo>
                  <a:cubicBezTo>
                    <a:pt x="130" y="558"/>
                    <a:pt x="133" y="557"/>
                    <a:pt x="134" y="557"/>
                  </a:cubicBezTo>
                  <a:cubicBezTo>
                    <a:pt x="134" y="558"/>
                    <a:pt x="134" y="560"/>
                    <a:pt x="133" y="560"/>
                  </a:cubicBezTo>
                  <a:cubicBezTo>
                    <a:pt x="131" y="561"/>
                    <a:pt x="131" y="561"/>
                    <a:pt x="131" y="561"/>
                  </a:cubicBezTo>
                  <a:cubicBezTo>
                    <a:pt x="133" y="560"/>
                    <a:pt x="131" y="562"/>
                    <a:pt x="132" y="562"/>
                  </a:cubicBezTo>
                  <a:cubicBezTo>
                    <a:pt x="133" y="561"/>
                    <a:pt x="135" y="560"/>
                    <a:pt x="136" y="559"/>
                  </a:cubicBezTo>
                  <a:cubicBezTo>
                    <a:pt x="137" y="559"/>
                    <a:pt x="136" y="561"/>
                    <a:pt x="137" y="561"/>
                  </a:cubicBezTo>
                  <a:cubicBezTo>
                    <a:pt x="135" y="561"/>
                    <a:pt x="135" y="561"/>
                    <a:pt x="135" y="561"/>
                  </a:cubicBezTo>
                  <a:cubicBezTo>
                    <a:pt x="136" y="562"/>
                    <a:pt x="133" y="564"/>
                    <a:pt x="135" y="564"/>
                  </a:cubicBezTo>
                  <a:cubicBezTo>
                    <a:pt x="136" y="563"/>
                    <a:pt x="136" y="563"/>
                    <a:pt x="136" y="563"/>
                  </a:cubicBezTo>
                  <a:cubicBezTo>
                    <a:pt x="136" y="564"/>
                    <a:pt x="136" y="564"/>
                    <a:pt x="135" y="564"/>
                  </a:cubicBezTo>
                  <a:close/>
                  <a:moveTo>
                    <a:pt x="181" y="303"/>
                  </a:moveTo>
                  <a:cubicBezTo>
                    <a:pt x="181" y="303"/>
                    <a:pt x="181" y="303"/>
                    <a:pt x="181" y="303"/>
                  </a:cubicBezTo>
                  <a:cubicBezTo>
                    <a:pt x="181" y="303"/>
                    <a:pt x="181" y="303"/>
                    <a:pt x="181" y="303"/>
                  </a:cubicBezTo>
                  <a:cubicBezTo>
                    <a:pt x="181" y="303"/>
                    <a:pt x="181" y="303"/>
                    <a:pt x="181" y="303"/>
                  </a:cubicBezTo>
                  <a:close/>
                  <a:moveTo>
                    <a:pt x="191" y="308"/>
                  </a:moveTo>
                  <a:cubicBezTo>
                    <a:pt x="190" y="307"/>
                    <a:pt x="190" y="306"/>
                    <a:pt x="190" y="306"/>
                  </a:cubicBezTo>
                  <a:cubicBezTo>
                    <a:pt x="191" y="308"/>
                    <a:pt x="191" y="308"/>
                    <a:pt x="191" y="308"/>
                  </a:cubicBezTo>
                  <a:cubicBezTo>
                    <a:pt x="191" y="308"/>
                    <a:pt x="191" y="308"/>
                    <a:pt x="191" y="308"/>
                  </a:cubicBezTo>
                  <a:close/>
                  <a:moveTo>
                    <a:pt x="199" y="323"/>
                  </a:moveTo>
                  <a:cubicBezTo>
                    <a:pt x="199" y="323"/>
                    <a:pt x="199" y="323"/>
                    <a:pt x="199" y="324"/>
                  </a:cubicBezTo>
                  <a:cubicBezTo>
                    <a:pt x="199" y="324"/>
                    <a:pt x="199" y="324"/>
                    <a:pt x="199" y="324"/>
                  </a:cubicBezTo>
                  <a:cubicBezTo>
                    <a:pt x="199" y="324"/>
                    <a:pt x="199" y="324"/>
                    <a:pt x="199" y="324"/>
                  </a:cubicBezTo>
                  <a:cubicBezTo>
                    <a:pt x="199" y="324"/>
                    <a:pt x="200" y="324"/>
                    <a:pt x="200" y="324"/>
                  </a:cubicBezTo>
                  <a:cubicBezTo>
                    <a:pt x="200" y="324"/>
                    <a:pt x="200" y="324"/>
                    <a:pt x="200" y="324"/>
                  </a:cubicBezTo>
                  <a:cubicBezTo>
                    <a:pt x="198" y="324"/>
                    <a:pt x="198" y="324"/>
                    <a:pt x="199" y="323"/>
                  </a:cubicBezTo>
                  <a:close/>
                  <a:moveTo>
                    <a:pt x="198" y="307"/>
                  </a:moveTo>
                  <a:cubicBezTo>
                    <a:pt x="198" y="307"/>
                    <a:pt x="198" y="307"/>
                    <a:pt x="198" y="307"/>
                  </a:cubicBezTo>
                  <a:cubicBezTo>
                    <a:pt x="198" y="307"/>
                    <a:pt x="198" y="306"/>
                    <a:pt x="198" y="306"/>
                  </a:cubicBezTo>
                  <a:cubicBezTo>
                    <a:pt x="198" y="307"/>
                    <a:pt x="198" y="307"/>
                    <a:pt x="198" y="307"/>
                  </a:cubicBezTo>
                  <a:cubicBezTo>
                    <a:pt x="197" y="308"/>
                    <a:pt x="197" y="304"/>
                    <a:pt x="197" y="307"/>
                  </a:cubicBezTo>
                  <a:cubicBezTo>
                    <a:pt x="197" y="305"/>
                    <a:pt x="197" y="305"/>
                    <a:pt x="197" y="305"/>
                  </a:cubicBezTo>
                  <a:cubicBezTo>
                    <a:pt x="196" y="308"/>
                    <a:pt x="196" y="304"/>
                    <a:pt x="196" y="306"/>
                  </a:cubicBezTo>
                  <a:cubicBezTo>
                    <a:pt x="196" y="306"/>
                    <a:pt x="196" y="306"/>
                    <a:pt x="196" y="306"/>
                  </a:cubicBezTo>
                  <a:cubicBezTo>
                    <a:pt x="195" y="305"/>
                    <a:pt x="194" y="309"/>
                    <a:pt x="194" y="307"/>
                  </a:cubicBezTo>
                  <a:cubicBezTo>
                    <a:pt x="194" y="307"/>
                    <a:pt x="193" y="307"/>
                    <a:pt x="193" y="309"/>
                  </a:cubicBezTo>
                  <a:cubicBezTo>
                    <a:pt x="193" y="307"/>
                    <a:pt x="193" y="307"/>
                    <a:pt x="193" y="307"/>
                  </a:cubicBezTo>
                  <a:cubicBezTo>
                    <a:pt x="192" y="307"/>
                    <a:pt x="192" y="307"/>
                    <a:pt x="191" y="308"/>
                  </a:cubicBezTo>
                  <a:cubicBezTo>
                    <a:pt x="191" y="307"/>
                    <a:pt x="191" y="307"/>
                    <a:pt x="191" y="307"/>
                  </a:cubicBezTo>
                  <a:cubicBezTo>
                    <a:pt x="190" y="306"/>
                    <a:pt x="189" y="304"/>
                    <a:pt x="189" y="304"/>
                  </a:cubicBezTo>
                  <a:cubicBezTo>
                    <a:pt x="188" y="302"/>
                    <a:pt x="189" y="304"/>
                    <a:pt x="189" y="303"/>
                  </a:cubicBezTo>
                  <a:cubicBezTo>
                    <a:pt x="189" y="302"/>
                    <a:pt x="189" y="303"/>
                    <a:pt x="188" y="302"/>
                  </a:cubicBezTo>
                  <a:cubicBezTo>
                    <a:pt x="188" y="300"/>
                    <a:pt x="188" y="300"/>
                    <a:pt x="188" y="300"/>
                  </a:cubicBezTo>
                  <a:cubicBezTo>
                    <a:pt x="188" y="300"/>
                    <a:pt x="189" y="302"/>
                    <a:pt x="190" y="303"/>
                  </a:cubicBezTo>
                  <a:cubicBezTo>
                    <a:pt x="190" y="303"/>
                    <a:pt x="190" y="303"/>
                    <a:pt x="189" y="302"/>
                  </a:cubicBezTo>
                  <a:cubicBezTo>
                    <a:pt x="190" y="304"/>
                    <a:pt x="191" y="305"/>
                    <a:pt x="191" y="307"/>
                  </a:cubicBezTo>
                  <a:cubicBezTo>
                    <a:pt x="192" y="308"/>
                    <a:pt x="190" y="305"/>
                    <a:pt x="191" y="305"/>
                  </a:cubicBezTo>
                  <a:cubicBezTo>
                    <a:pt x="191" y="306"/>
                    <a:pt x="190" y="304"/>
                    <a:pt x="190" y="303"/>
                  </a:cubicBezTo>
                  <a:cubicBezTo>
                    <a:pt x="188" y="298"/>
                    <a:pt x="192" y="306"/>
                    <a:pt x="192" y="305"/>
                  </a:cubicBezTo>
                  <a:cubicBezTo>
                    <a:pt x="190" y="302"/>
                    <a:pt x="191" y="301"/>
                    <a:pt x="189" y="298"/>
                  </a:cubicBezTo>
                  <a:cubicBezTo>
                    <a:pt x="189" y="297"/>
                    <a:pt x="189" y="296"/>
                    <a:pt x="189" y="297"/>
                  </a:cubicBezTo>
                  <a:cubicBezTo>
                    <a:pt x="190" y="299"/>
                    <a:pt x="190" y="298"/>
                    <a:pt x="190" y="300"/>
                  </a:cubicBezTo>
                  <a:cubicBezTo>
                    <a:pt x="191" y="300"/>
                    <a:pt x="191" y="300"/>
                    <a:pt x="191" y="300"/>
                  </a:cubicBezTo>
                  <a:cubicBezTo>
                    <a:pt x="191" y="302"/>
                    <a:pt x="191" y="302"/>
                    <a:pt x="191" y="302"/>
                  </a:cubicBezTo>
                  <a:cubicBezTo>
                    <a:pt x="193" y="306"/>
                    <a:pt x="193" y="306"/>
                    <a:pt x="193" y="306"/>
                  </a:cubicBezTo>
                  <a:cubicBezTo>
                    <a:pt x="193" y="305"/>
                    <a:pt x="192" y="304"/>
                    <a:pt x="193" y="303"/>
                  </a:cubicBezTo>
                  <a:cubicBezTo>
                    <a:pt x="193" y="304"/>
                    <a:pt x="193" y="305"/>
                    <a:pt x="193" y="305"/>
                  </a:cubicBezTo>
                  <a:cubicBezTo>
                    <a:pt x="193" y="304"/>
                    <a:pt x="192" y="302"/>
                    <a:pt x="192" y="302"/>
                  </a:cubicBezTo>
                  <a:cubicBezTo>
                    <a:pt x="193" y="301"/>
                    <a:pt x="194" y="303"/>
                    <a:pt x="194" y="304"/>
                  </a:cubicBezTo>
                  <a:cubicBezTo>
                    <a:pt x="194" y="306"/>
                    <a:pt x="194" y="306"/>
                    <a:pt x="194" y="306"/>
                  </a:cubicBezTo>
                  <a:cubicBezTo>
                    <a:pt x="194" y="304"/>
                    <a:pt x="194" y="306"/>
                    <a:pt x="194" y="306"/>
                  </a:cubicBezTo>
                  <a:cubicBezTo>
                    <a:pt x="194" y="304"/>
                    <a:pt x="194" y="303"/>
                    <a:pt x="193" y="301"/>
                  </a:cubicBezTo>
                  <a:cubicBezTo>
                    <a:pt x="193" y="301"/>
                    <a:pt x="194" y="302"/>
                    <a:pt x="194" y="302"/>
                  </a:cubicBezTo>
                  <a:cubicBezTo>
                    <a:pt x="194" y="303"/>
                    <a:pt x="194" y="303"/>
                    <a:pt x="194" y="303"/>
                  </a:cubicBezTo>
                  <a:cubicBezTo>
                    <a:pt x="194" y="303"/>
                    <a:pt x="195" y="306"/>
                    <a:pt x="195" y="305"/>
                  </a:cubicBezTo>
                  <a:cubicBezTo>
                    <a:pt x="195" y="304"/>
                    <a:pt x="195" y="304"/>
                    <a:pt x="195" y="304"/>
                  </a:cubicBezTo>
                  <a:cubicBezTo>
                    <a:pt x="195" y="304"/>
                    <a:pt x="195" y="305"/>
                    <a:pt x="195" y="305"/>
                  </a:cubicBezTo>
                  <a:cubicBezTo>
                    <a:pt x="195" y="304"/>
                    <a:pt x="195" y="304"/>
                    <a:pt x="195" y="304"/>
                  </a:cubicBezTo>
                  <a:cubicBezTo>
                    <a:pt x="196" y="305"/>
                    <a:pt x="196" y="305"/>
                    <a:pt x="196" y="305"/>
                  </a:cubicBezTo>
                  <a:cubicBezTo>
                    <a:pt x="196" y="304"/>
                    <a:pt x="195" y="302"/>
                    <a:pt x="196" y="304"/>
                  </a:cubicBezTo>
                  <a:cubicBezTo>
                    <a:pt x="195" y="301"/>
                    <a:pt x="196" y="304"/>
                    <a:pt x="195" y="303"/>
                  </a:cubicBezTo>
                  <a:cubicBezTo>
                    <a:pt x="194" y="301"/>
                    <a:pt x="195" y="301"/>
                    <a:pt x="195" y="301"/>
                  </a:cubicBezTo>
                  <a:cubicBezTo>
                    <a:pt x="196" y="303"/>
                    <a:pt x="195" y="301"/>
                    <a:pt x="196" y="301"/>
                  </a:cubicBezTo>
                  <a:cubicBezTo>
                    <a:pt x="196" y="302"/>
                    <a:pt x="196" y="302"/>
                    <a:pt x="196" y="303"/>
                  </a:cubicBezTo>
                  <a:cubicBezTo>
                    <a:pt x="196" y="301"/>
                    <a:pt x="196" y="301"/>
                    <a:pt x="196" y="301"/>
                  </a:cubicBezTo>
                  <a:cubicBezTo>
                    <a:pt x="197" y="304"/>
                    <a:pt x="196" y="300"/>
                    <a:pt x="197" y="301"/>
                  </a:cubicBezTo>
                  <a:cubicBezTo>
                    <a:pt x="197" y="302"/>
                    <a:pt x="197" y="303"/>
                    <a:pt x="198" y="304"/>
                  </a:cubicBezTo>
                  <a:cubicBezTo>
                    <a:pt x="197" y="301"/>
                    <a:pt x="197" y="301"/>
                    <a:pt x="196" y="299"/>
                  </a:cubicBezTo>
                  <a:cubicBezTo>
                    <a:pt x="197" y="300"/>
                    <a:pt x="197" y="302"/>
                    <a:pt x="198" y="304"/>
                  </a:cubicBezTo>
                  <a:cubicBezTo>
                    <a:pt x="198" y="302"/>
                    <a:pt x="199" y="305"/>
                    <a:pt x="198" y="302"/>
                  </a:cubicBezTo>
                  <a:cubicBezTo>
                    <a:pt x="198" y="302"/>
                    <a:pt x="198" y="301"/>
                    <a:pt x="197" y="300"/>
                  </a:cubicBezTo>
                  <a:cubicBezTo>
                    <a:pt x="198" y="300"/>
                    <a:pt x="198" y="301"/>
                    <a:pt x="198" y="302"/>
                  </a:cubicBezTo>
                  <a:cubicBezTo>
                    <a:pt x="198" y="301"/>
                    <a:pt x="198" y="299"/>
                    <a:pt x="198" y="299"/>
                  </a:cubicBezTo>
                  <a:cubicBezTo>
                    <a:pt x="198" y="299"/>
                    <a:pt x="198" y="296"/>
                    <a:pt x="198" y="298"/>
                  </a:cubicBezTo>
                  <a:cubicBezTo>
                    <a:pt x="199" y="300"/>
                    <a:pt x="198" y="299"/>
                    <a:pt x="198" y="300"/>
                  </a:cubicBezTo>
                  <a:cubicBezTo>
                    <a:pt x="199" y="300"/>
                    <a:pt x="198" y="296"/>
                    <a:pt x="198" y="295"/>
                  </a:cubicBezTo>
                  <a:cubicBezTo>
                    <a:pt x="198" y="294"/>
                    <a:pt x="197" y="291"/>
                    <a:pt x="197" y="290"/>
                  </a:cubicBezTo>
                  <a:cubicBezTo>
                    <a:pt x="198" y="291"/>
                    <a:pt x="197" y="291"/>
                    <a:pt x="198" y="293"/>
                  </a:cubicBezTo>
                  <a:cubicBezTo>
                    <a:pt x="198" y="293"/>
                    <a:pt x="198" y="293"/>
                    <a:pt x="198" y="293"/>
                  </a:cubicBezTo>
                  <a:cubicBezTo>
                    <a:pt x="199" y="296"/>
                    <a:pt x="198" y="298"/>
                    <a:pt x="199" y="300"/>
                  </a:cubicBezTo>
                  <a:cubicBezTo>
                    <a:pt x="199" y="299"/>
                    <a:pt x="199" y="299"/>
                    <a:pt x="199" y="299"/>
                  </a:cubicBezTo>
                  <a:cubicBezTo>
                    <a:pt x="200" y="302"/>
                    <a:pt x="200" y="302"/>
                    <a:pt x="200" y="302"/>
                  </a:cubicBezTo>
                  <a:cubicBezTo>
                    <a:pt x="200" y="300"/>
                    <a:pt x="200" y="301"/>
                    <a:pt x="200" y="301"/>
                  </a:cubicBezTo>
                  <a:cubicBezTo>
                    <a:pt x="200" y="299"/>
                    <a:pt x="200" y="302"/>
                    <a:pt x="200" y="300"/>
                  </a:cubicBezTo>
                  <a:cubicBezTo>
                    <a:pt x="200" y="300"/>
                    <a:pt x="200" y="297"/>
                    <a:pt x="200" y="298"/>
                  </a:cubicBezTo>
                  <a:cubicBezTo>
                    <a:pt x="201" y="301"/>
                    <a:pt x="201" y="301"/>
                    <a:pt x="201" y="301"/>
                  </a:cubicBezTo>
                  <a:cubicBezTo>
                    <a:pt x="201" y="302"/>
                    <a:pt x="201" y="299"/>
                    <a:pt x="201" y="300"/>
                  </a:cubicBezTo>
                  <a:cubicBezTo>
                    <a:pt x="201" y="301"/>
                    <a:pt x="201" y="301"/>
                    <a:pt x="201" y="301"/>
                  </a:cubicBezTo>
                  <a:cubicBezTo>
                    <a:pt x="202" y="301"/>
                    <a:pt x="203" y="301"/>
                    <a:pt x="204" y="297"/>
                  </a:cubicBezTo>
                  <a:cubicBezTo>
                    <a:pt x="204" y="298"/>
                    <a:pt x="204" y="299"/>
                    <a:pt x="205" y="300"/>
                  </a:cubicBezTo>
                  <a:cubicBezTo>
                    <a:pt x="205" y="299"/>
                    <a:pt x="205" y="298"/>
                    <a:pt x="205" y="298"/>
                  </a:cubicBezTo>
                  <a:cubicBezTo>
                    <a:pt x="205" y="300"/>
                    <a:pt x="205" y="300"/>
                    <a:pt x="205" y="300"/>
                  </a:cubicBezTo>
                  <a:cubicBezTo>
                    <a:pt x="206" y="301"/>
                    <a:pt x="206" y="299"/>
                    <a:pt x="206" y="298"/>
                  </a:cubicBezTo>
                  <a:cubicBezTo>
                    <a:pt x="206" y="299"/>
                    <a:pt x="206" y="299"/>
                    <a:pt x="206" y="299"/>
                  </a:cubicBezTo>
                  <a:cubicBezTo>
                    <a:pt x="207" y="300"/>
                    <a:pt x="207" y="298"/>
                    <a:pt x="207" y="298"/>
                  </a:cubicBezTo>
                  <a:cubicBezTo>
                    <a:pt x="207" y="299"/>
                    <a:pt x="207" y="299"/>
                    <a:pt x="207" y="299"/>
                  </a:cubicBezTo>
                  <a:cubicBezTo>
                    <a:pt x="207" y="298"/>
                    <a:pt x="207" y="298"/>
                    <a:pt x="207" y="298"/>
                  </a:cubicBezTo>
                  <a:cubicBezTo>
                    <a:pt x="207" y="297"/>
                    <a:pt x="207" y="297"/>
                    <a:pt x="207" y="299"/>
                  </a:cubicBezTo>
                  <a:cubicBezTo>
                    <a:pt x="208" y="298"/>
                    <a:pt x="208" y="298"/>
                    <a:pt x="208" y="298"/>
                  </a:cubicBezTo>
                  <a:cubicBezTo>
                    <a:pt x="208" y="299"/>
                    <a:pt x="208" y="299"/>
                    <a:pt x="209" y="298"/>
                  </a:cubicBezTo>
                  <a:cubicBezTo>
                    <a:pt x="209" y="298"/>
                    <a:pt x="209" y="297"/>
                    <a:pt x="209" y="296"/>
                  </a:cubicBezTo>
                  <a:cubicBezTo>
                    <a:pt x="209" y="293"/>
                    <a:pt x="209" y="296"/>
                    <a:pt x="209" y="295"/>
                  </a:cubicBezTo>
                  <a:cubicBezTo>
                    <a:pt x="209" y="297"/>
                    <a:pt x="209" y="297"/>
                    <a:pt x="209" y="297"/>
                  </a:cubicBezTo>
                  <a:cubicBezTo>
                    <a:pt x="209" y="300"/>
                    <a:pt x="210" y="298"/>
                    <a:pt x="211" y="299"/>
                  </a:cubicBezTo>
                  <a:cubicBezTo>
                    <a:pt x="211" y="297"/>
                    <a:pt x="211" y="297"/>
                    <a:pt x="211" y="297"/>
                  </a:cubicBezTo>
                  <a:cubicBezTo>
                    <a:pt x="211" y="300"/>
                    <a:pt x="212" y="297"/>
                    <a:pt x="212" y="299"/>
                  </a:cubicBezTo>
                  <a:cubicBezTo>
                    <a:pt x="213" y="298"/>
                    <a:pt x="213" y="295"/>
                    <a:pt x="214" y="295"/>
                  </a:cubicBezTo>
                  <a:cubicBezTo>
                    <a:pt x="214" y="293"/>
                    <a:pt x="213" y="298"/>
                    <a:pt x="213" y="299"/>
                  </a:cubicBezTo>
                  <a:cubicBezTo>
                    <a:pt x="213" y="298"/>
                    <a:pt x="214" y="298"/>
                    <a:pt x="214" y="298"/>
                  </a:cubicBezTo>
                  <a:cubicBezTo>
                    <a:pt x="214" y="298"/>
                    <a:pt x="214" y="298"/>
                    <a:pt x="214" y="298"/>
                  </a:cubicBezTo>
                  <a:cubicBezTo>
                    <a:pt x="214" y="297"/>
                    <a:pt x="215" y="296"/>
                    <a:pt x="215" y="297"/>
                  </a:cubicBezTo>
                  <a:cubicBezTo>
                    <a:pt x="214" y="298"/>
                    <a:pt x="214" y="298"/>
                    <a:pt x="214" y="298"/>
                  </a:cubicBezTo>
                  <a:cubicBezTo>
                    <a:pt x="215" y="298"/>
                    <a:pt x="214" y="299"/>
                    <a:pt x="215" y="299"/>
                  </a:cubicBezTo>
                  <a:cubicBezTo>
                    <a:pt x="215" y="297"/>
                    <a:pt x="215" y="298"/>
                    <a:pt x="216" y="297"/>
                  </a:cubicBezTo>
                  <a:cubicBezTo>
                    <a:pt x="215" y="298"/>
                    <a:pt x="215" y="298"/>
                    <a:pt x="215" y="298"/>
                  </a:cubicBezTo>
                  <a:cubicBezTo>
                    <a:pt x="216" y="296"/>
                    <a:pt x="216" y="296"/>
                    <a:pt x="216" y="296"/>
                  </a:cubicBezTo>
                  <a:cubicBezTo>
                    <a:pt x="216" y="297"/>
                    <a:pt x="216" y="297"/>
                    <a:pt x="216" y="297"/>
                  </a:cubicBezTo>
                  <a:cubicBezTo>
                    <a:pt x="215" y="299"/>
                    <a:pt x="215" y="299"/>
                    <a:pt x="215" y="299"/>
                  </a:cubicBezTo>
                  <a:cubicBezTo>
                    <a:pt x="215" y="300"/>
                    <a:pt x="216" y="297"/>
                    <a:pt x="216" y="297"/>
                  </a:cubicBezTo>
                  <a:cubicBezTo>
                    <a:pt x="217" y="296"/>
                    <a:pt x="216" y="297"/>
                    <a:pt x="216" y="298"/>
                  </a:cubicBezTo>
                  <a:cubicBezTo>
                    <a:pt x="216" y="298"/>
                    <a:pt x="216" y="297"/>
                    <a:pt x="216" y="298"/>
                  </a:cubicBezTo>
                  <a:cubicBezTo>
                    <a:pt x="215" y="299"/>
                    <a:pt x="216" y="298"/>
                    <a:pt x="215" y="299"/>
                  </a:cubicBezTo>
                  <a:cubicBezTo>
                    <a:pt x="215" y="299"/>
                    <a:pt x="216" y="297"/>
                    <a:pt x="216" y="298"/>
                  </a:cubicBezTo>
                  <a:cubicBezTo>
                    <a:pt x="216" y="298"/>
                    <a:pt x="217" y="298"/>
                    <a:pt x="216" y="299"/>
                  </a:cubicBezTo>
                  <a:cubicBezTo>
                    <a:pt x="216" y="298"/>
                    <a:pt x="216" y="299"/>
                    <a:pt x="217" y="298"/>
                  </a:cubicBezTo>
                  <a:cubicBezTo>
                    <a:pt x="217" y="298"/>
                    <a:pt x="217" y="297"/>
                    <a:pt x="217" y="296"/>
                  </a:cubicBezTo>
                  <a:cubicBezTo>
                    <a:pt x="218" y="296"/>
                    <a:pt x="218" y="296"/>
                    <a:pt x="218" y="296"/>
                  </a:cubicBezTo>
                  <a:cubicBezTo>
                    <a:pt x="217" y="297"/>
                    <a:pt x="217" y="297"/>
                    <a:pt x="217" y="297"/>
                  </a:cubicBezTo>
                  <a:cubicBezTo>
                    <a:pt x="218" y="296"/>
                    <a:pt x="218" y="297"/>
                    <a:pt x="218" y="296"/>
                  </a:cubicBezTo>
                  <a:cubicBezTo>
                    <a:pt x="217" y="298"/>
                    <a:pt x="217" y="298"/>
                    <a:pt x="217" y="298"/>
                  </a:cubicBezTo>
                  <a:cubicBezTo>
                    <a:pt x="218" y="297"/>
                    <a:pt x="218" y="297"/>
                    <a:pt x="219" y="297"/>
                  </a:cubicBezTo>
                  <a:cubicBezTo>
                    <a:pt x="218" y="298"/>
                    <a:pt x="216" y="300"/>
                    <a:pt x="216" y="300"/>
                  </a:cubicBezTo>
                  <a:cubicBezTo>
                    <a:pt x="218" y="299"/>
                    <a:pt x="218" y="299"/>
                    <a:pt x="218" y="299"/>
                  </a:cubicBezTo>
                  <a:cubicBezTo>
                    <a:pt x="218" y="299"/>
                    <a:pt x="218" y="299"/>
                    <a:pt x="217" y="300"/>
                  </a:cubicBezTo>
                  <a:cubicBezTo>
                    <a:pt x="217" y="301"/>
                    <a:pt x="220" y="296"/>
                    <a:pt x="220" y="298"/>
                  </a:cubicBezTo>
                  <a:cubicBezTo>
                    <a:pt x="218" y="299"/>
                    <a:pt x="218" y="299"/>
                    <a:pt x="218" y="300"/>
                  </a:cubicBezTo>
                  <a:cubicBezTo>
                    <a:pt x="219" y="299"/>
                    <a:pt x="219" y="299"/>
                    <a:pt x="219" y="299"/>
                  </a:cubicBezTo>
                  <a:cubicBezTo>
                    <a:pt x="219" y="298"/>
                    <a:pt x="218" y="300"/>
                    <a:pt x="219" y="299"/>
                  </a:cubicBezTo>
                  <a:cubicBezTo>
                    <a:pt x="219" y="298"/>
                    <a:pt x="219" y="298"/>
                    <a:pt x="220" y="298"/>
                  </a:cubicBezTo>
                  <a:cubicBezTo>
                    <a:pt x="217" y="301"/>
                    <a:pt x="219" y="300"/>
                    <a:pt x="218" y="301"/>
                  </a:cubicBezTo>
                  <a:cubicBezTo>
                    <a:pt x="220" y="300"/>
                    <a:pt x="219" y="301"/>
                    <a:pt x="219" y="301"/>
                  </a:cubicBezTo>
                  <a:cubicBezTo>
                    <a:pt x="217" y="302"/>
                    <a:pt x="220" y="301"/>
                    <a:pt x="218" y="302"/>
                  </a:cubicBezTo>
                  <a:cubicBezTo>
                    <a:pt x="221" y="300"/>
                    <a:pt x="221" y="300"/>
                    <a:pt x="221" y="300"/>
                  </a:cubicBezTo>
                  <a:cubicBezTo>
                    <a:pt x="219" y="301"/>
                    <a:pt x="224" y="299"/>
                    <a:pt x="222" y="300"/>
                  </a:cubicBezTo>
                  <a:cubicBezTo>
                    <a:pt x="221" y="301"/>
                    <a:pt x="220" y="301"/>
                    <a:pt x="220" y="301"/>
                  </a:cubicBezTo>
                  <a:cubicBezTo>
                    <a:pt x="217" y="303"/>
                    <a:pt x="222" y="301"/>
                    <a:pt x="219" y="302"/>
                  </a:cubicBezTo>
                  <a:cubicBezTo>
                    <a:pt x="223" y="301"/>
                    <a:pt x="223" y="301"/>
                    <a:pt x="223" y="301"/>
                  </a:cubicBezTo>
                  <a:cubicBezTo>
                    <a:pt x="222" y="302"/>
                    <a:pt x="221" y="302"/>
                    <a:pt x="220" y="303"/>
                  </a:cubicBezTo>
                  <a:cubicBezTo>
                    <a:pt x="221" y="302"/>
                    <a:pt x="221" y="302"/>
                    <a:pt x="221" y="303"/>
                  </a:cubicBezTo>
                  <a:cubicBezTo>
                    <a:pt x="220" y="303"/>
                    <a:pt x="220" y="303"/>
                    <a:pt x="220" y="303"/>
                  </a:cubicBezTo>
                  <a:cubicBezTo>
                    <a:pt x="219" y="303"/>
                    <a:pt x="220" y="303"/>
                    <a:pt x="221" y="303"/>
                  </a:cubicBezTo>
                  <a:cubicBezTo>
                    <a:pt x="219" y="303"/>
                    <a:pt x="221" y="304"/>
                    <a:pt x="219" y="304"/>
                  </a:cubicBezTo>
                  <a:cubicBezTo>
                    <a:pt x="222" y="304"/>
                    <a:pt x="218" y="304"/>
                    <a:pt x="222" y="304"/>
                  </a:cubicBezTo>
                  <a:cubicBezTo>
                    <a:pt x="221" y="304"/>
                    <a:pt x="221" y="304"/>
                    <a:pt x="221" y="304"/>
                  </a:cubicBezTo>
                  <a:cubicBezTo>
                    <a:pt x="222" y="304"/>
                    <a:pt x="223" y="304"/>
                    <a:pt x="224" y="305"/>
                  </a:cubicBezTo>
                  <a:cubicBezTo>
                    <a:pt x="222" y="305"/>
                    <a:pt x="222" y="305"/>
                    <a:pt x="222" y="305"/>
                  </a:cubicBezTo>
                  <a:cubicBezTo>
                    <a:pt x="221" y="305"/>
                    <a:pt x="221" y="305"/>
                    <a:pt x="221" y="305"/>
                  </a:cubicBezTo>
                  <a:cubicBezTo>
                    <a:pt x="221" y="305"/>
                    <a:pt x="221" y="304"/>
                    <a:pt x="221" y="304"/>
                  </a:cubicBezTo>
                  <a:cubicBezTo>
                    <a:pt x="221" y="304"/>
                    <a:pt x="221" y="305"/>
                    <a:pt x="221" y="305"/>
                  </a:cubicBezTo>
                  <a:cubicBezTo>
                    <a:pt x="219" y="305"/>
                    <a:pt x="221" y="305"/>
                    <a:pt x="220" y="305"/>
                  </a:cubicBezTo>
                  <a:cubicBezTo>
                    <a:pt x="222" y="305"/>
                    <a:pt x="220" y="305"/>
                    <a:pt x="221" y="305"/>
                  </a:cubicBezTo>
                  <a:cubicBezTo>
                    <a:pt x="221" y="305"/>
                    <a:pt x="221" y="305"/>
                    <a:pt x="221" y="305"/>
                  </a:cubicBezTo>
                  <a:cubicBezTo>
                    <a:pt x="221" y="306"/>
                    <a:pt x="222" y="306"/>
                    <a:pt x="222" y="306"/>
                  </a:cubicBezTo>
                  <a:cubicBezTo>
                    <a:pt x="222" y="306"/>
                    <a:pt x="221" y="305"/>
                    <a:pt x="221" y="305"/>
                  </a:cubicBezTo>
                  <a:cubicBezTo>
                    <a:pt x="222" y="305"/>
                    <a:pt x="222" y="305"/>
                    <a:pt x="222" y="305"/>
                  </a:cubicBezTo>
                  <a:cubicBezTo>
                    <a:pt x="223" y="306"/>
                    <a:pt x="223" y="306"/>
                    <a:pt x="223" y="306"/>
                  </a:cubicBezTo>
                  <a:cubicBezTo>
                    <a:pt x="223" y="306"/>
                    <a:pt x="222" y="306"/>
                    <a:pt x="222" y="306"/>
                  </a:cubicBezTo>
                  <a:cubicBezTo>
                    <a:pt x="222" y="306"/>
                    <a:pt x="221" y="306"/>
                    <a:pt x="222" y="306"/>
                  </a:cubicBezTo>
                  <a:cubicBezTo>
                    <a:pt x="221" y="306"/>
                    <a:pt x="221" y="306"/>
                    <a:pt x="221" y="306"/>
                  </a:cubicBezTo>
                  <a:cubicBezTo>
                    <a:pt x="220"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7"/>
                    <a:pt x="221" y="307"/>
                    <a:pt x="222" y="307"/>
                  </a:cubicBezTo>
                  <a:cubicBezTo>
                    <a:pt x="222" y="307"/>
                    <a:pt x="221" y="307"/>
                    <a:pt x="221" y="307"/>
                  </a:cubicBezTo>
                  <a:cubicBezTo>
                    <a:pt x="221" y="307"/>
                    <a:pt x="221" y="307"/>
                    <a:pt x="221"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8"/>
                    <a:pt x="222" y="308"/>
                    <a:pt x="222" y="309"/>
                  </a:cubicBezTo>
                  <a:cubicBezTo>
                    <a:pt x="222" y="307"/>
                    <a:pt x="222" y="307"/>
                    <a:pt x="222" y="307"/>
                  </a:cubicBezTo>
                  <a:cubicBezTo>
                    <a:pt x="222" y="308"/>
                    <a:pt x="222" y="308"/>
                    <a:pt x="222" y="309"/>
                  </a:cubicBezTo>
                  <a:cubicBezTo>
                    <a:pt x="222" y="310"/>
                    <a:pt x="222" y="309"/>
                    <a:pt x="222" y="309"/>
                  </a:cubicBezTo>
                  <a:cubicBezTo>
                    <a:pt x="222" y="310"/>
                    <a:pt x="222" y="312"/>
                    <a:pt x="222" y="311"/>
                  </a:cubicBezTo>
                  <a:cubicBezTo>
                    <a:pt x="222" y="311"/>
                    <a:pt x="222" y="311"/>
                    <a:pt x="222" y="311"/>
                  </a:cubicBezTo>
                  <a:cubicBezTo>
                    <a:pt x="222" y="311"/>
                    <a:pt x="222" y="312"/>
                    <a:pt x="221" y="312"/>
                  </a:cubicBezTo>
                  <a:cubicBezTo>
                    <a:pt x="221" y="311"/>
                    <a:pt x="221" y="311"/>
                    <a:pt x="221" y="310"/>
                  </a:cubicBezTo>
                  <a:cubicBezTo>
                    <a:pt x="221" y="308"/>
                    <a:pt x="221" y="309"/>
                    <a:pt x="220" y="309"/>
                  </a:cubicBezTo>
                  <a:cubicBezTo>
                    <a:pt x="220" y="310"/>
                    <a:pt x="220" y="310"/>
                    <a:pt x="220" y="310"/>
                  </a:cubicBezTo>
                  <a:cubicBezTo>
                    <a:pt x="220" y="311"/>
                    <a:pt x="220" y="309"/>
                    <a:pt x="220" y="309"/>
                  </a:cubicBezTo>
                  <a:cubicBezTo>
                    <a:pt x="219" y="314"/>
                    <a:pt x="219" y="314"/>
                    <a:pt x="219" y="314"/>
                  </a:cubicBezTo>
                  <a:cubicBezTo>
                    <a:pt x="219" y="313"/>
                    <a:pt x="219" y="311"/>
                    <a:pt x="219" y="310"/>
                  </a:cubicBezTo>
                  <a:cubicBezTo>
                    <a:pt x="219" y="311"/>
                    <a:pt x="218" y="314"/>
                    <a:pt x="217" y="315"/>
                  </a:cubicBezTo>
                  <a:cubicBezTo>
                    <a:pt x="217" y="315"/>
                    <a:pt x="216" y="316"/>
                    <a:pt x="216" y="316"/>
                  </a:cubicBezTo>
                  <a:cubicBezTo>
                    <a:pt x="216" y="314"/>
                    <a:pt x="216" y="316"/>
                    <a:pt x="216" y="315"/>
                  </a:cubicBezTo>
                  <a:cubicBezTo>
                    <a:pt x="216" y="313"/>
                    <a:pt x="216" y="313"/>
                    <a:pt x="216" y="313"/>
                  </a:cubicBezTo>
                  <a:cubicBezTo>
                    <a:pt x="217" y="313"/>
                    <a:pt x="217" y="311"/>
                    <a:pt x="217" y="310"/>
                  </a:cubicBezTo>
                  <a:cubicBezTo>
                    <a:pt x="217" y="311"/>
                    <a:pt x="216" y="309"/>
                    <a:pt x="216" y="309"/>
                  </a:cubicBezTo>
                  <a:cubicBezTo>
                    <a:pt x="215" y="312"/>
                    <a:pt x="215" y="310"/>
                    <a:pt x="214" y="313"/>
                  </a:cubicBezTo>
                  <a:cubicBezTo>
                    <a:pt x="214" y="313"/>
                    <a:pt x="214" y="311"/>
                    <a:pt x="214" y="310"/>
                  </a:cubicBezTo>
                  <a:cubicBezTo>
                    <a:pt x="213" y="311"/>
                    <a:pt x="213" y="310"/>
                    <a:pt x="212" y="310"/>
                  </a:cubicBezTo>
                  <a:cubicBezTo>
                    <a:pt x="213" y="310"/>
                    <a:pt x="213" y="310"/>
                    <a:pt x="213" y="310"/>
                  </a:cubicBezTo>
                  <a:cubicBezTo>
                    <a:pt x="212" y="310"/>
                    <a:pt x="211" y="309"/>
                    <a:pt x="210" y="312"/>
                  </a:cubicBezTo>
                  <a:cubicBezTo>
                    <a:pt x="211" y="310"/>
                    <a:pt x="211" y="310"/>
                    <a:pt x="211" y="310"/>
                  </a:cubicBezTo>
                  <a:cubicBezTo>
                    <a:pt x="210" y="309"/>
                    <a:pt x="210" y="313"/>
                    <a:pt x="209" y="312"/>
                  </a:cubicBezTo>
                  <a:cubicBezTo>
                    <a:pt x="210" y="310"/>
                    <a:pt x="210" y="310"/>
                    <a:pt x="210" y="310"/>
                  </a:cubicBezTo>
                  <a:cubicBezTo>
                    <a:pt x="209" y="312"/>
                    <a:pt x="209" y="309"/>
                    <a:pt x="208" y="311"/>
                  </a:cubicBezTo>
                  <a:cubicBezTo>
                    <a:pt x="209" y="310"/>
                    <a:pt x="209" y="310"/>
                    <a:pt x="209" y="310"/>
                  </a:cubicBezTo>
                  <a:cubicBezTo>
                    <a:pt x="208" y="310"/>
                    <a:pt x="208" y="310"/>
                    <a:pt x="207" y="311"/>
                  </a:cubicBezTo>
                  <a:cubicBezTo>
                    <a:pt x="208" y="309"/>
                    <a:pt x="208" y="309"/>
                    <a:pt x="208" y="309"/>
                  </a:cubicBezTo>
                  <a:cubicBezTo>
                    <a:pt x="208" y="308"/>
                    <a:pt x="207" y="311"/>
                    <a:pt x="207" y="311"/>
                  </a:cubicBezTo>
                  <a:cubicBezTo>
                    <a:pt x="207" y="310"/>
                    <a:pt x="207" y="309"/>
                    <a:pt x="207" y="309"/>
                  </a:cubicBezTo>
                  <a:cubicBezTo>
                    <a:pt x="206" y="310"/>
                    <a:pt x="206" y="310"/>
                    <a:pt x="205" y="311"/>
                  </a:cubicBezTo>
                  <a:cubicBezTo>
                    <a:pt x="206" y="309"/>
                    <a:pt x="206" y="309"/>
                    <a:pt x="206" y="309"/>
                  </a:cubicBezTo>
                  <a:cubicBezTo>
                    <a:pt x="203" y="308"/>
                    <a:pt x="201" y="307"/>
                    <a:pt x="199" y="309"/>
                  </a:cubicBezTo>
                  <a:cubicBezTo>
                    <a:pt x="199" y="306"/>
                    <a:pt x="199" y="308"/>
                    <a:pt x="199" y="306"/>
                  </a:cubicBezTo>
                  <a:cubicBezTo>
                    <a:pt x="199" y="308"/>
                    <a:pt x="199" y="306"/>
                    <a:pt x="198" y="307"/>
                  </a:cubicBezTo>
                  <a:close/>
                  <a:moveTo>
                    <a:pt x="221" y="306"/>
                  </a:moveTo>
                  <a:cubicBezTo>
                    <a:pt x="221" y="306"/>
                    <a:pt x="222" y="306"/>
                    <a:pt x="222" y="306"/>
                  </a:cubicBezTo>
                  <a:cubicBezTo>
                    <a:pt x="222" y="306"/>
                    <a:pt x="222" y="306"/>
                    <a:pt x="222" y="306"/>
                  </a:cubicBezTo>
                  <a:cubicBezTo>
                    <a:pt x="222" y="306"/>
                    <a:pt x="222" y="306"/>
                    <a:pt x="222" y="306"/>
                  </a:cubicBezTo>
                  <a:cubicBezTo>
                    <a:pt x="222" y="306"/>
                    <a:pt x="222" y="306"/>
                    <a:pt x="222" y="306"/>
                  </a:cubicBezTo>
                  <a:cubicBezTo>
                    <a:pt x="222" y="306"/>
                    <a:pt x="222" y="307"/>
                    <a:pt x="222" y="307"/>
                  </a:cubicBezTo>
                  <a:cubicBezTo>
                    <a:pt x="222" y="307"/>
                    <a:pt x="222" y="307"/>
                    <a:pt x="222" y="307"/>
                  </a:cubicBezTo>
                  <a:cubicBezTo>
                    <a:pt x="222" y="307"/>
                    <a:pt x="222" y="306"/>
                    <a:pt x="222" y="306"/>
                  </a:cubicBezTo>
                  <a:cubicBezTo>
                    <a:pt x="222" y="306"/>
                    <a:pt x="221" y="306"/>
                    <a:pt x="221" y="306"/>
                  </a:cubicBezTo>
                  <a:close/>
                  <a:moveTo>
                    <a:pt x="222" y="306"/>
                  </a:moveTo>
                  <a:cubicBezTo>
                    <a:pt x="222" y="306"/>
                    <a:pt x="222" y="306"/>
                    <a:pt x="222" y="306"/>
                  </a:cubicBezTo>
                  <a:cubicBezTo>
                    <a:pt x="221" y="306"/>
                    <a:pt x="221" y="306"/>
                    <a:pt x="221" y="306"/>
                  </a:cubicBezTo>
                  <a:cubicBezTo>
                    <a:pt x="222" y="306"/>
                    <a:pt x="222" y="306"/>
                    <a:pt x="222" y="306"/>
                  </a:cubicBezTo>
                  <a:close/>
                  <a:moveTo>
                    <a:pt x="222" y="307"/>
                  </a:moveTo>
                  <a:cubicBezTo>
                    <a:pt x="222" y="307"/>
                    <a:pt x="222" y="307"/>
                    <a:pt x="222" y="307"/>
                  </a:cubicBez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6"/>
                    <a:pt x="222" y="307"/>
                    <a:pt x="222" y="307"/>
                  </a:cubicBezTo>
                  <a:close/>
                  <a:moveTo>
                    <a:pt x="382" y="181"/>
                  </a:moveTo>
                  <a:cubicBezTo>
                    <a:pt x="383" y="179"/>
                    <a:pt x="383" y="179"/>
                    <a:pt x="383" y="179"/>
                  </a:cubicBezTo>
                  <a:cubicBezTo>
                    <a:pt x="384" y="180"/>
                    <a:pt x="384" y="181"/>
                    <a:pt x="384" y="182"/>
                  </a:cubicBezTo>
                  <a:cubicBezTo>
                    <a:pt x="385" y="180"/>
                    <a:pt x="387" y="181"/>
                    <a:pt x="387" y="180"/>
                  </a:cubicBezTo>
                  <a:cubicBezTo>
                    <a:pt x="388" y="180"/>
                    <a:pt x="387" y="181"/>
                    <a:pt x="387" y="181"/>
                  </a:cubicBezTo>
                  <a:cubicBezTo>
                    <a:pt x="388" y="181"/>
                    <a:pt x="391" y="180"/>
                    <a:pt x="392" y="181"/>
                  </a:cubicBezTo>
                  <a:cubicBezTo>
                    <a:pt x="391" y="182"/>
                    <a:pt x="391" y="182"/>
                    <a:pt x="391" y="182"/>
                  </a:cubicBezTo>
                  <a:cubicBezTo>
                    <a:pt x="393" y="184"/>
                    <a:pt x="393" y="186"/>
                    <a:pt x="393" y="188"/>
                  </a:cubicBezTo>
                  <a:cubicBezTo>
                    <a:pt x="389" y="186"/>
                    <a:pt x="384" y="185"/>
                    <a:pt x="380" y="183"/>
                  </a:cubicBezTo>
                  <a:cubicBezTo>
                    <a:pt x="381" y="183"/>
                    <a:pt x="382" y="183"/>
                    <a:pt x="382" y="181"/>
                  </a:cubicBezTo>
                  <a:close/>
                  <a:moveTo>
                    <a:pt x="262" y="151"/>
                  </a:moveTo>
                  <a:cubicBezTo>
                    <a:pt x="262" y="150"/>
                    <a:pt x="262" y="150"/>
                    <a:pt x="262" y="150"/>
                  </a:cubicBezTo>
                  <a:cubicBezTo>
                    <a:pt x="262" y="150"/>
                    <a:pt x="262" y="150"/>
                    <a:pt x="262" y="150"/>
                  </a:cubicBezTo>
                  <a:cubicBezTo>
                    <a:pt x="263" y="148"/>
                    <a:pt x="264" y="146"/>
                    <a:pt x="264" y="144"/>
                  </a:cubicBezTo>
                  <a:cubicBezTo>
                    <a:pt x="265" y="144"/>
                    <a:pt x="265" y="145"/>
                    <a:pt x="265" y="146"/>
                  </a:cubicBezTo>
                  <a:cubicBezTo>
                    <a:pt x="267" y="141"/>
                    <a:pt x="267" y="135"/>
                    <a:pt x="267" y="130"/>
                  </a:cubicBezTo>
                  <a:cubicBezTo>
                    <a:pt x="268" y="130"/>
                    <a:pt x="268" y="131"/>
                    <a:pt x="269" y="133"/>
                  </a:cubicBezTo>
                  <a:cubicBezTo>
                    <a:pt x="271" y="128"/>
                    <a:pt x="267" y="127"/>
                    <a:pt x="269" y="122"/>
                  </a:cubicBezTo>
                  <a:cubicBezTo>
                    <a:pt x="270" y="121"/>
                    <a:pt x="271" y="118"/>
                    <a:pt x="271" y="119"/>
                  </a:cubicBezTo>
                  <a:cubicBezTo>
                    <a:pt x="271" y="117"/>
                    <a:pt x="272" y="109"/>
                    <a:pt x="271" y="107"/>
                  </a:cubicBezTo>
                  <a:cubicBezTo>
                    <a:pt x="272" y="106"/>
                    <a:pt x="272" y="105"/>
                    <a:pt x="273" y="103"/>
                  </a:cubicBezTo>
                  <a:cubicBezTo>
                    <a:pt x="274" y="104"/>
                    <a:pt x="274" y="105"/>
                    <a:pt x="275" y="107"/>
                  </a:cubicBezTo>
                  <a:cubicBezTo>
                    <a:pt x="274" y="107"/>
                    <a:pt x="273" y="107"/>
                    <a:pt x="272" y="107"/>
                  </a:cubicBezTo>
                  <a:cubicBezTo>
                    <a:pt x="272" y="107"/>
                    <a:pt x="272" y="107"/>
                    <a:pt x="272" y="107"/>
                  </a:cubicBezTo>
                  <a:cubicBezTo>
                    <a:pt x="272" y="107"/>
                    <a:pt x="272" y="107"/>
                    <a:pt x="272" y="107"/>
                  </a:cubicBezTo>
                  <a:cubicBezTo>
                    <a:pt x="272" y="108"/>
                    <a:pt x="272" y="108"/>
                    <a:pt x="272" y="108"/>
                  </a:cubicBezTo>
                  <a:cubicBezTo>
                    <a:pt x="272" y="111"/>
                    <a:pt x="272" y="111"/>
                    <a:pt x="272" y="111"/>
                  </a:cubicBezTo>
                  <a:cubicBezTo>
                    <a:pt x="272" y="120"/>
                    <a:pt x="272" y="120"/>
                    <a:pt x="272" y="120"/>
                  </a:cubicBezTo>
                  <a:cubicBezTo>
                    <a:pt x="272" y="133"/>
                    <a:pt x="272" y="145"/>
                    <a:pt x="271" y="156"/>
                  </a:cubicBezTo>
                  <a:cubicBezTo>
                    <a:pt x="271" y="160"/>
                    <a:pt x="271" y="162"/>
                    <a:pt x="270" y="164"/>
                  </a:cubicBezTo>
                  <a:cubicBezTo>
                    <a:pt x="268" y="161"/>
                    <a:pt x="265" y="157"/>
                    <a:pt x="265" y="152"/>
                  </a:cubicBezTo>
                  <a:cubicBezTo>
                    <a:pt x="265" y="155"/>
                    <a:pt x="263" y="153"/>
                    <a:pt x="262" y="151"/>
                  </a:cubicBezTo>
                  <a:cubicBezTo>
                    <a:pt x="262" y="151"/>
                    <a:pt x="262" y="151"/>
                    <a:pt x="262" y="151"/>
                  </a:cubicBezTo>
                  <a:close/>
                  <a:moveTo>
                    <a:pt x="212" y="121"/>
                  </a:moveTo>
                  <a:cubicBezTo>
                    <a:pt x="212" y="118"/>
                    <a:pt x="212" y="116"/>
                    <a:pt x="213" y="114"/>
                  </a:cubicBezTo>
                  <a:cubicBezTo>
                    <a:pt x="215" y="119"/>
                    <a:pt x="215" y="127"/>
                    <a:pt x="213" y="134"/>
                  </a:cubicBezTo>
                  <a:cubicBezTo>
                    <a:pt x="212" y="129"/>
                    <a:pt x="211" y="125"/>
                    <a:pt x="212" y="121"/>
                  </a:cubicBezTo>
                  <a:close/>
                  <a:moveTo>
                    <a:pt x="191" y="185"/>
                  </a:moveTo>
                  <a:cubicBezTo>
                    <a:pt x="191" y="185"/>
                    <a:pt x="191" y="184"/>
                    <a:pt x="191" y="185"/>
                  </a:cubicBezTo>
                  <a:cubicBezTo>
                    <a:pt x="190" y="185"/>
                    <a:pt x="190" y="184"/>
                    <a:pt x="190" y="184"/>
                  </a:cubicBezTo>
                  <a:cubicBezTo>
                    <a:pt x="190" y="184"/>
                    <a:pt x="191" y="184"/>
                    <a:pt x="191" y="185"/>
                  </a:cubicBezTo>
                  <a:close/>
                  <a:moveTo>
                    <a:pt x="148" y="192"/>
                  </a:moveTo>
                  <a:cubicBezTo>
                    <a:pt x="148" y="191"/>
                    <a:pt x="148" y="192"/>
                    <a:pt x="148" y="192"/>
                  </a:cubicBezTo>
                  <a:cubicBezTo>
                    <a:pt x="148" y="192"/>
                    <a:pt x="148" y="192"/>
                    <a:pt x="148" y="191"/>
                  </a:cubicBezTo>
                  <a:cubicBezTo>
                    <a:pt x="148" y="191"/>
                    <a:pt x="148" y="192"/>
                    <a:pt x="148" y="192"/>
                  </a:cubicBezTo>
                  <a:close/>
                  <a:moveTo>
                    <a:pt x="134" y="148"/>
                  </a:moveTo>
                  <a:cubicBezTo>
                    <a:pt x="136" y="149"/>
                    <a:pt x="136" y="149"/>
                    <a:pt x="136" y="149"/>
                  </a:cubicBezTo>
                  <a:cubicBezTo>
                    <a:pt x="135" y="142"/>
                    <a:pt x="136" y="133"/>
                    <a:pt x="139" y="125"/>
                  </a:cubicBezTo>
                  <a:cubicBezTo>
                    <a:pt x="140" y="124"/>
                    <a:pt x="140" y="124"/>
                    <a:pt x="140" y="124"/>
                  </a:cubicBezTo>
                  <a:cubicBezTo>
                    <a:pt x="140" y="124"/>
                    <a:pt x="140" y="124"/>
                    <a:pt x="139" y="124"/>
                  </a:cubicBezTo>
                  <a:cubicBezTo>
                    <a:pt x="140" y="123"/>
                    <a:pt x="140" y="123"/>
                    <a:pt x="140" y="122"/>
                  </a:cubicBezTo>
                  <a:cubicBezTo>
                    <a:pt x="140" y="121"/>
                    <a:pt x="141" y="120"/>
                    <a:pt x="141" y="120"/>
                  </a:cubicBezTo>
                  <a:cubicBezTo>
                    <a:pt x="142" y="120"/>
                    <a:pt x="142" y="121"/>
                    <a:pt x="142" y="120"/>
                  </a:cubicBezTo>
                  <a:cubicBezTo>
                    <a:pt x="142" y="119"/>
                    <a:pt x="144" y="118"/>
                    <a:pt x="145" y="117"/>
                  </a:cubicBezTo>
                  <a:cubicBezTo>
                    <a:pt x="146" y="117"/>
                    <a:pt x="147" y="118"/>
                    <a:pt x="149" y="118"/>
                  </a:cubicBezTo>
                  <a:cubicBezTo>
                    <a:pt x="142" y="122"/>
                    <a:pt x="144" y="121"/>
                    <a:pt x="149" y="118"/>
                  </a:cubicBezTo>
                  <a:cubicBezTo>
                    <a:pt x="149" y="118"/>
                    <a:pt x="150" y="119"/>
                    <a:pt x="151" y="119"/>
                  </a:cubicBezTo>
                  <a:cubicBezTo>
                    <a:pt x="151" y="121"/>
                    <a:pt x="151" y="121"/>
                    <a:pt x="151" y="121"/>
                  </a:cubicBezTo>
                  <a:cubicBezTo>
                    <a:pt x="152" y="121"/>
                    <a:pt x="154" y="120"/>
                    <a:pt x="155" y="120"/>
                  </a:cubicBezTo>
                  <a:cubicBezTo>
                    <a:pt x="155" y="123"/>
                    <a:pt x="154" y="119"/>
                    <a:pt x="153" y="121"/>
                  </a:cubicBezTo>
                  <a:cubicBezTo>
                    <a:pt x="155" y="129"/>
                    <a:pt x="153" y="139"/>
                    <a:pt x="153" y="149"/>
                  </a:cubicBezTo>
                  <a:cubicBezTo>
                    <a:pt x="154" y="151"/>
                    <a:pt x="154" y="153"/>
                    <a:pt x="155" y="153"/>
                  </a:cubicBezTo>
                  <a:cubicBezTo>
                    <a:pt x="152" y="164"/>
                    <a:pt x="154" y="178"/>
                    <a:pt x="149" y="185"/>
                  </a:cubicBezTo>
                  <a:cubicBezTo>
                    <a:pt x="153" y="184"/>
                    <a:pt x="150" y="189"/>
                    <a:pt x="149" y="191"/>
                  </a:cubicBezTo>
                  <a:cubicBezTo>
                    <a:pt x="148" y="189"/>
                    <a:pt x="146" y="186"/>
                    <a:pt x="144" y="183"/>
                  </a:cubicBezTo>
                  <a:cubicBezTo>
                    <a:pt x="143" y="180"/>
                    <a:pt x="140" y="179"/>
                    <a:pt x="140" y="174"/>
                  </a:cubicBezTo>
                  <a:cubicBezTo>
                    <a:pt x="141" y="170"/>
                    <a:pt x="137" y="163"/>
                    <a:pt x="137" y="158"/>
                  </a:cubicBezTo>
                  <a:cubicBezTo>
                    <a:pt x="136" y="160"/>
                    <a:pt x="133" y="153"/>
                    <a:pt x="134" y="148"/>
                  </a:cubicBezTo>
                  <a:close/>
                  <a:moveTo>
                    <a:pt x="65" y="183"/>
                  </a:moveTo>
                  <a:cubicBezTo>
                    <a:pt x="65" y="185"/>
                    <a:pt x="63" y="186"/>
                    <a:pt x="63" y="187"/>
                  </a:cubicBezTo>
                  <a:cubicBezTo>
                    <a:pt x="63" y="187"/>
                    <a:pt x="63" y="187"/>
                    <a:pt x="63" y="187"/>
                  </a:cubicBezTo>
                  <a:cubicBezTo>
                    <a:pt x="64" y="186"/>
                    <a:pt x="64" y="186"/>
                    <a:pt x="63" y="186"/>
                  </a:cubicBezTo>
                  <a:cubicBezTo>
                    <a:pt x="63" y="184"/>
                    <a:pt x="63" y="184"/>
                    <a:pt x="63" y="184"/>
                  </a:cubicBezTo>
                  <a:cubicBezTo>
                    <a:pt x="64" y="183"/>
                    <a:pt x="65" y="183"/>
                    <a:pt x="65" y="183"/>
                  </a:cubicBezTo>
                  <a:close/>
                  <a:moveTo>
                    <a:pt x="63" y="185"/>
                  </a:moveTo>
                  <a:cubicBezTo>
                    <a:pt x="63" y="185"/>
                    <a:pt x="63" y="186"/>
                    <a:pt x="63" y="186"/>
                  </a:cubicBezTo>
                  <a:cubicBezTo>
                    <a:pt x="62" y="186"/>
                    <a:pt x="62" y="186"/>
                    <a:pt x="63" y="185"/>
                  </a:cubicBezTo>
                  <a:close/>
                  <a:moveTo>
                    <a:pt x="62" y="188"/>
                  </a:moveTo>
                  <a:cubicBezTo>
                    <a:pt x="62" y="188"/>
                    <a:pt x="62" y="188"/>
                    <a:pt x="63" y="187"/>
                  </a:cubicBezTo>
                  <a:cubicBezTo>
                    <a:pt x="63" y="190"/>
                    <a:pt x="64" y="192"/>
                    <a:pt x="64" y="196"/>
                  </a:cubicBezTo>
                  <a:cubicBezTo>
                    <a:pt x="62" y="197"/>
                    <a:pt x="62" y="192"/>
                    <a:pt x="62" y="188"/>
                  </a:cubicBezTo>
                  <a:close/>
                  <a:moveTo>
                    <a:pt x="16" y="210"/>
                  </a:moveTo>
                  <a:cubicBezTo>
                    <a:pt x="16" y="210"/>
                    <a:pt x="16" y="210"/>
                    <a:pt x="16" y="210"/>
                  </a:cubicBezTo>
                  <a:cubicBezTo>
                    <a:pt x="16" y="210"/>
                    <a:pt x="16" y="210"/>
                    <a:pt x="16" y="210"/>
                  </a:cubicBezTo>
                  <a:cubicBezTo>
                    <a:pt x="16" y="210"/>
                    <a:pt x="16" y="210"/>
                    <a:pt x="16" y="210"/>
                  </a:cubicBezTo>
                  <a:close/>
                  <a:moveTo>
                    <a:pt x="17" y="208"/>
                  </a:moveTo>
                  <a:cubicBezTo>
                    <a:pt x="17" y="208"/>
                    <a:pt x="17" y="208"/>
                    <a:pt x="17" y="207"/>
                  </a:cubicBezTo>
                  <a:cubicBezTo>
                    <a:pt x="17" y="207"/>
                    <a:pt x="17" y="206"/>
                    <a:pt x="18" y="206"/>
                  </a:cubicBezTo>
                  <a:cubicBezTo>
                    <a:pt x="18" y="207"/>
                    <a:pt x="18" y="207"/>
                    <a:pt x="18" y="208"/>
                  </a:cubicBezTo>
                  <a:cubicBezTo>
                    <a:pt x="18" y="208"/>
                    <a:pt x="18" y="208"/>
                    <a:pt x="17" y="208"/>
                  </a:cubicBezTo>
                  <a:close/>
                  <a:moveTo>
                    <a:pt x="18" y="212"/>
                  </a:moveTo>
                  <a:cubicBezTo>
                    <a:pt x="18" y="212"/>
                    <a:pt x="18" y="212"/>
                    <a:pt x="18" y="212"/>
                  </a:cubicBezTo>
                  <a:cubicBezTo>
                    <a:pt x="18" y="212"/>
                    <a:pt x="18" y="212"/>
                    <a:pt x="18" y="212"/>
                  </a:cubicBezTo>
                  <a:close/>
                  <a:moveTo>
                    <a:pt x="19" y="213"/>
                  </a:moveTo>
                  <a:cubicBezTo>
                    <a:pt x="19" y="213"/>
                    <a:pt x="19" y="213"/>
                    <a:pt x="19" y="213"/>
                  </a:cubicBezTo>
                  <a:cubicBezTo>
                    <a:pt x="19" y="213"/>
                    <a:pt x="19" y="213"/>
                    <a:pt x="19" y="213"/>
                  </a:cubicBezTo>
                  <a:cubicBezTo>
                    <a:pt x="19" y="213"/>
                    <a:pt x="19" y="213"/>
                    <a:pt x="19" y="213"/>
                  </a:cubicBezTo>
                  <a:close/>
                  <a:moveTo>
                    <a:pt x="20" y="214"/>
                  </a:moveTo>
                  <a:cubicBezTo>
                    <a:pt x="20" y="214"/>
                    <a:pt x="20" y="214"/>
                    <a:pt x="20" y="214"/>
                  </a:cubicBezTo>
                  <a:cubicBezTo>
                    <a:pt x="20" y="214"/>
                    <a:pt x="20" y="214"/>
                    <a:pt x="20" y="214"/>
                  </a:cubicBezTo>
                  <a:cubicBezTo>
                    <a:pt x="20" y="214"/>
                    <a:pt x="20" y="214"/>
                    <a:pt x="21" y="214"/>
                  </a:cubicBezTo>
                  <a:cubicBezTo>
                    <a:pt x="21" y="214"/>
                    <a:pt x="20" y="214"/>
                    <a:pt x="20" y="214"/>
                  </a:cubicBezTo>
                  <a:close/>
                  <a:moveTo>
                    <a:pt x="21" y="217"/>
                  </a:moveTo>
                  <a:cubicBezTo>
                    <a:pt x="21" y="216"/>
                    <a:pt x="21" y="216"/>
                    <a:pt x="21" y="216"/>
                  </a:cubicBezTo>
                  <a:cubicBezTo>
                    <a:pt x="22" y="216"/>
                    <a:pt x="22" y="216"/>
                    <a:pt x="22" y="216"/>
                  </a:cubicBezTo>
                  <a:cubicBezTo>
                    <a:pt x="22" y="216"/>
                    <a:pt x="21" y="216"/>
                    <a:pt x="21" y="217"/>
                  </a:cubicBezTo>
                  <a:close/>
                  <a:moveTo>
                    <a:pt x="21" y="214"/>
                  </a:moveTo>
                  <a:cubicBezTo>
                    <a:pt x="21" y="214"/>
                    <a:pt x="21" y="214"/>
                    <a:pt x="21" y="214"/>
                  </a:cubicBezTo>
                  <a:cubicBezTo>
                    <a:pt x="21" y="214"/>
                    <a:pt x="21" y="214"/>
                    <a:pt x="21" y="214"/>
                  </a:cubicBezTo>
                  <a:cubicBezTo>
                    <a:pt x="21" y="214"/>
                    <a:pt x="21" y="214"/>
                    <a:pt x="21" y="214"/>
                  </a:cubicBezTo>
                  <a:cubicBezTo>
                    <a:pt x="21" y="214"/>
                    <a:pt x="20" y="214"/>
                    <a:pt x="20" y="214"/>
                  </a:cubicBezTo>
                  <a:cubicBezTo>
                    <a:pt x="21" y="214"/>
                    <a:pt x="21" y="214"/>
                    <a:pt x="21" y="214"/>
                  </a:cubicBezTo>
                  <a:cubicBezTo>
                    <a:pt x="21" y="214"/>
                    <a:pt x="21" y="214"/>
                    <a:pt x="21" y="214"/>
                  </a:cubicBezTo>
                  <a:cubicBezTo>
                    <a:pt x="22" y="214"/>
                    <a:pt x="22" y="214"/>
                    <a:pt x="22" y="214"/>
                  </a:cubicBezTo>
                  <a:lnTo>
                    <a:pt x="21" y="214"/>
                  </a:lnTo>
                  <a:close/>
                  <a:moveTo>
                    <a:pt x="122" y="297"/>
                  </a:moveTo>
                  <a:cubicBezTo>
                    <a:pt x="122" y="297"/>
                    <a:pt x="122" y="297"/>
                    <a:pt x="122" y="297"/>
                  </a:cubicBezTo>
                  <a:cubicBezTo>
                    <a:pt x="122" y="297"/>
                    <a:pt x="122" y="297"/>
                    <a:pt x="122" y="297"/>
                  </a:cubicBezTo>
                  <a:close/>
                  <a:moveTo>
                    <a:pt x="123" y="297"/>
                  </a:moveTo>
                  <a:cubicBezTo>
                    <a:pt x="122" y="298"/>
                    <a:pt x="122" y="297"/>
                    <a:pt x="122" y="297"/>
                  </a:cubicBezTo>
                  <a:cubicBezTo>
                    <a:pt x="122" y="297"/>
                    <a:pt x="122" y="297"/>
                    <a:pt x="123" y="297"/>
                  </a:cubicBezTo>
                  <a:cubicBezTo>
                    <a:pt x="123" y="297"/>
                    <a:pt x="123" y="297"/>
                    <a:pt x="123" y="297"/>
                  </a:cubicBezTo>
                  <a:close/>
                  <a:moveTo>
                    <a:pt x="213" y="429"/>
                  </a:moveTo>
                  <a:cubicBezTo>
                    <a:pt x="213" y="429"/>
                    <a:pt x="213" y="429"/>
                    <a:pt x="213" y="429"/>
                  </a:cubicBezTo>
                  <a:cubicBezTo>
                    <a:pt x="213" y="429"/>
                    <a:pt x="213" y="429"/>
                    <a:pt x="213" y="429"/>
                  </a:cubicBezTo>
                  <a:cubicBezTo>
                    <a:pt x="213" y="429"/>
                    <a:pt x="213" y="429"/>
                    <a:pt x="213" y="429"/>
                  </a:cubicBezTo>
                  <a:cubicBezTo>
                    <a:pt x="213" y="429"/>
                    <a:pt x="213" y="429"/>
                    <a:pt x="213" y="429"/>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 name="Freeform 437"/>
            <p:cNvSpPr/>
            <p:nvPr/>
          </p:nvSpPr>
          <p:spPr bwMode="auto">
            <a:xfrm>
              <a:off x="3695" y="2760"/>
              <a:ext cx="4" cy="2"/>
            </a:xfrm>
            <a:custGeom>
              <a:avLst/>
              <a:gdLst>
                <a:gd name="T0" fmla="*/ 1 w 2"/>
                <a:gd name="T1" fmla="*/ 0 h 1"/>
                <a:gd name="T2" fmla="*/ 2 w 2"/>
                <a:gd name="T3" fmla="*/ 0 h 1"/>
                <a:gd name="T4" fmla="*/ 1 w 2"/>
                <a:gd name="T5" fmla="*/ 0 h 1"/>
              </a:gdLst>
              <a:ahLst/>
              <a:cxnLst>
                <a:cxn ang="0">
                  <a:pos x="T0" y="T1"/>
                </a:cxn>
                <a:cxn ang="0">
                  <a:pos x="T2" y="T3"/>
                </a:cxn>
                <a:cxn ang="0">
                  <a:pos x="T4" y="T5"/>
                </a:cxn>
              </a:cxnLst>
              <a:rect l="0" t="0" r="r" b="b"/>
              <a:pathLst>
                <a:path w="2" h="1">
                  <a:moveTo>
                    <a:pt x="1" y="0"/>
                  </a:moveTo>
                  <a:cubicBezTo>
                    <a:pt x="0" y="0"/>
                    <a:pt x="1" y="1"/>
                    <a:pt x="2"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 name="Freeform 438"/>
            <p:cNvSpPr/>
            <p:nvPr/>
          </p:nvSpPr>
          <p:spPr bwMode="auto">
            <a:xfrm>
              <a:off x="3699" y="2760"/>
              <a:ext cx="5" cy="4"/>
            </a:xfrm>
            <a:custGeom>
              <a:avLst/>
              <a:gdLst>
                <a:gd name="T0" fmla="*/ 1 w 2"/>
                <a:gd name="T1" fmla="*/ 2 h 2"/>
                <a:gd name="T2" fmla="*/ 2 w 2"/>
                <a:gd name="T3" fmla="*/ 1 h 2"/>
                <a:gd name="T4" fmla="*/ 1 w 2"/>
                <a:gd name="T5" fmla="*/ 2 h 2"/>
              </a:gdLst>
              <a:ahLst/>
              <a:cxnLst>
                <a:cxn ang="0">
                  <a:pos x="T0" y="T1"/>
                </a:cxn>
                <a:cxn ang="0">
                  <a:pos x="T2" y="T3"/>
                </a:cxn>
                <a:cxn ang="0">
                  <a:pos x="T4" y="T5"/>
                </a:cxn>
              </a:cxnLst>
              <a:rect l="0" t="0" r="r" b="b"/>
              <a:pathLst>
                <a:path w="2" h="2">
                  <a:moveTo>
                    <a:pt x="1" y="2"/>
                  </a:moveTo>
                  <a:cubicBezTo>
                    <a:pt x="1" y="2"/>
                    <a:pt x="2" y="1"/>
                    <a:pt x="2" y="1"/>
                  </a:cubicBezTo>
                  <a:cubicBezTo>
                    <a:pt x="0" y="0"/>
                    <a:pt x="2"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 name="Freeform 439"/>
            <p:cNvSpPr/>
            <p:nvPr/>
          </p:nvSpPr>
          <p:spPr bwMode="auto">
            <a:xfrm>
              <a:off x="3916" y="2586"/>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0" y="0"/>
                    <a:pt x="2" y="0"/>
                    <a:pt x="1" y="0"/>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 name="Freeform 440"/>
            <p:cNvSpPr/>
            <p:nvPr/>
          </p:nvSpPr>
          <p:spPr bwMode="auto">
            <a:xfrm>
              <a:off x="3941" y="2610"/>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 name="Freeform 441"/>
            <p:cNvSpPr/>
            <p:nvPr/>
          </p:nvSpPr>
          <p:spPr bwMode="auto">
            <a:xfrm>
              <a:off x="3729" y="2272"/>
              <a:ext cx="2" cy="5"/>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0" y="1"/>
                    <a:pt x="1" y="0"/>
                    <a:pt x="1" y="1"/>
                  </a:cubicBezTo>
                  <a:cubicBezTo>
                    <a:pt x="1" y="1"/>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 name="Freeform 442"/>
            <p:cNvSpPr/>
            <p:nvPr/>
          </p:nvSpPr>
          <p:spPr bwMode="auto">
            <a:xfrm>
              <a:off x="3852" y="271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 name="Freeform 443"/>
            <p:cNvSpPr/>
            <p:nvPr/>
          </p:nvSpPr>
          <p:spPr bwMode="auto">
            <a:xfrm>
              <a:off x="3850" y="2692"/>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1"/>
                    <a:pt x="1"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 name="Freeform 444"/>
            <p:cNvSpPr/>
            <p:nvPr/>
          </p:nvSpPr>
          <p:spPr bwMode="auto">
            <a:xfrm>
              <a:off x="3848" y="2686"/>
              <a:ext cx="2"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1"/>
                    <a:pt x="0" y="1"/>
                    <a:pt x="0" y="1"/>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 name="Freeform 445"/>
            <p:cNvSpPr/>
            <p:nvPr/>
          </p:nvSpPr>
          <p:spPr bwMode="auto">
            <a:xfrm>
              <a:off x="3846" y="2711"/>
              <a:ext cx="4" cy="3"/>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1"/>
                    <a:pt x="1" y="0"/>
                    <a:pt x="2" y="0"/>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6" name="Freeform 446"/>
            <p:cNvSpPr/>
            <p:nvPr/>
          </p:nvSpPr>
          <p:spPr bwMode="auto">
            <a:xfrm>
              <a:off x="3822" y="2773"/>
              <a:ext cx="5"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7" name="Freeform 447"/>
            <p:cNvSpPr/>
            <p:nvPr/>
          </p:nvSpPr>
          <p:spPr bwMode="auto">
            <a:xfrm>
              <a:off x="3765" y="2315"/>
              <a:ext cx="4" cy="0"/>
            </a:xfrm>
            <a:custGeom>
              <a:avLst/>
              <a:gdLst>
                <a:gd name="T0" fmla="*/ 0 w 4"/>
                <a:gd name="T1" fmla="*/ 0 w 4"/>
                <a:gd name="T2" fmla="*/ 4 w 4"/>
                <a:gd name="T3" fmla="*/ 0 w 4"/>
              </a:gdLst>
              <a:ahLst/>
              <a:cxnLst>
                <a:cxn ang="0">
                  <a:pos x="T0" y="0"/>
                </a:cxn>
                <a:cxn ang="0">
                  <a:pos x="T1" y="0"/>
                </a:cxn>
                <a:cxn ang="0">
                  <a:pos x="T2" y="0"/>
                </a:cxn>
                <a:cxn ang="0">
                  <a:pos x="T3" y="0"/>
                </a:cxn>
              </a:cxnLst>
              <a:rect l="0" t="0" r="r" b="b"/>
              <a:pathLst>
                <a:path w="4">
                  <a:moveTo>
                    <a:pt x="0" y="0"/>
                  </a:moveTo>
                  <a:lnTo>
                    <a:pt x="0" y="0"/>
                  </a:lnTo>
                  <a:lnTo>
                    <a:pt x="4"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8" name="Freeform 448"/>
            <p:cNvSpPr/>
            <p:nvPr/>
          </p:nvSpPr>
          <p:spPr bwMode="auto">
            <a:xfrm>
              <a:off x="3842" y="2733"/>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9" name="Freeform 449"/>
            <p:cNvSpPr/>
            <p:nvPr/>
          </p:nvSpPr>
          <p:spPr bwMode="auto">
            <a:xfrm>
              <a:off x="3822" y="2769"/>
              <a:ext cx="7" cy="2"/>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0" name="Freeform 450"/>
            <p:cNvSpPr/>
            <p:nvPr/>
          </p:nvSpPr>
          <p:spPr bwMode="auto">
            <a:xfrm>
              <a:off x="3846" y="273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1" name="Freeform 451"/>
            <p:cNvSpPr/>
            <p:nvPr/>
          </p:nvSpPr>
          <p:spPr bwMode="auto">
            <a:xfrm>
              <a:off x="3844" y="2724"/>
              <a:ext cx="4" cy="2"/>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2" y="1"/>
                    <a:pt x="2" y="1"/>
                    <a:pt x="2" y="1"/>
                  </a:cubicBezTo>
                  <a:cubicBezTo>
                    <a:pt x="2"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2" name="Freeform 452"/>
            <p:cNvSpPr/>
            <p:nvPr/>
          </p:nvSpPr>
          <p:spPr bwMode="auto">
            <a:xfrm>
              <a:off x="3844" y="2728"/>
              <a:ext cx="8" cy="3"/>
            </a:xfrm>
            <a:custGeom>
              <a:avLst/>
              <a:gdLst>
                <a:gd name="T0" fmla="*/ 0 w 4"/>
                <a:gd name="T1" fmla="*/ 1 h 1"/>
                <a:gd name="T2" fmla="*/ 1 w 4"/>
                <a:gd name="T3" fmla="*/ 1 h 1"/>
                <a:gd name="T4" fmla="*/ 2 w 4"/>
                <a:gd name="T5" fmla="*/ 0 h 1"/>
                <a:gd name="T6" fmla="*/ 4 w 4"/>
                <a:gd name="T7" fmla="*/ 0 h 1"/>
                <a:gd name="T8" fmla="*/ 0 w 4"/>
                <a:gd name="T9" fmla="*/ 1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1" y="1"/>
                    <a:pt x="1" y="1"/>
                  </a:cubicBezTo>
                  <a:cubicBezTo>
                    <a:pt x="2" y="1"/>
                    <a:pt x="3" y="0"/>
                    <a:pt x="2" y="0"/>
                  </a:cubicBezTo>
                  <a:cubicBezTo>
                    <a:pt x="3" y="0"/>
                    <a:pt x="4" y="0"/>
                    <a:pt x="4" y="0"/>
                  </a:cubicBezTo>
                  <a:cubicBezTo>
                    <a:pt x="3" y="0"/>
                    <a:pt x="1" y="0"/>
                    <a:pt x="0" y="1"/>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sp>
        <p:nvSpPr>
          <p:cNvPr id="453" name="文本框 452"/>
          <p:cNvSpPr txBox="1"/>
          <p:nvPr/>
        </p:nvSpPr>
        <p:spPr>
          <a:xfrm>
            <a:off x="6004716" y="1616158"/>
            <a:ext cx="2078997" cy="954044"/>
          </a:xfrm>
          <a:prstGeom prst="rect">
            <a:avLst/>
          </a:prstGeom>
          <a:noFill/>
        </p:spPr>
        <p:txBody>
          <a:bodyPr vert="horz" wrap="square" rtlCol="0">
            <a:spAutoFit/>
          </a:bodyPr>
          <a:lstStyle/>
          <a:p>
            <a:pPr algn="ctr" defTabSz="1219200">
              <a:lnSpc>
                <a:spcPct val="150000"/>
              </a:lnSpc>
            </a:pPr>
            <a:r>
              <a:rPr lang="en-US" altLang="zh-CN" sz="3735" b="1" dirty="0">
                <a:latin typeface="Senty小丸子" panose="03000600000000000000" pitchFamily="66" charset="-122"/>
                <a:ea typeface="Senty小丸子" panose="03000600000000000000" pitchFamily="66" charset="-122"/>
              </a:rPr>
              <a:t>CONTENTS</a:t>
            </a:r>
            <a:endParaRPr lang="zh-CN" altLang="en-US" sz="3735" b="1" dirty="0">
              <a:latin typeface="Senty小丸子" panose="03000600000000000000" pitchFamily="66" charset="-122"/>
              <a:ea typeface="Senty小丸子" panose="03000600000000000000" pitchFamily="66" charset="-122"/>
            </a:endParaRPr>
          </a:p>
        </p:txBody>
      </p:sp>
      <p:sp>
        <p:nvSpPr>
          <p:cNvPr id="454" name="矩形 453"/>
          <p:cNvSpPr/>
          <p:nvPr/>
        </p:nvSpPr>
        <p:spPr>
          <a:xfrm>
            <a:off x="5707056" y="464855"/>
            <a:ext cx="2937083" cy="1477328"/>
          </a:xfrm>
          <a:prstGeom prst="rect">
            <a:avLst/>
          </a:prstGeom>
        </p:spPr>
        <p:txBody>
          <a:bodyPr vert="horz" wrap="square">
            <a:spAutoFit/>
          </a:bodyPr>
          <a:lstStyle/>
          <a:p>
            <a:pPr algn="ctr" defTabSz="1219200">
              <a:lnSpc>
                <a:spcPct val="150000"/>
              </a:lnSpc>
            </a:pPr>
            <a:r>
              <a:rPr lang="zh-CN" altLang="en-US" sz="6000" b="1" dirty="0">
                <a:latin typeface="Senty小丸子" panose="03000600000000000000" pitchFamily="66" charset="-122"/>
                <a:ea typeface="Senty小丸子" panose="03000600000000000000" pitchFamily="66" charset="-122"/>
              </a:rPr>
              <a:t>目 录</a:t>
            </a:r>
            <a:endParaRPr lang="en-US" altLang="zh-CN" sz="6000" b="1" dirty="0">
              <a:latin typeface="Senty小丸子" panose="03000600000000000000" pitchFamily="66" charset="-122"/>
              <a:ea typeface="Senty小丸子" panose="03000600000000000000" pitchFamily="66" charset="-122"/>
            </a:endParaRPr>
          </a:p>
        </p:txBody>
      </p:sp>
      <p:sp>
        <p:nvSpPr>
          <p:cNvPr id="455" name="文本框 454"/>
          <p:cNvSpPr txBox="1"/>
          <p:nvPr/>
        </p:nvSpPr>
        <p:spPr>
          <a:xfrm>
            <a:off x="8059226" y="4264809"/>
            <a:ext cx="3276241" cy="584775"/>
          </a:xfrm>
          <a:prstGeom prst="rect">
            <a:avLst/>
          </a:prstGeom>
          <a:noFill/>
        </p:spPr>
        <p:txBody>
          <a:bodyPr wrap="square" rtlCol="0">
            <a:spAutoFit/>
          </a:bodyPr>
          <a:lstStyle/>
          <a:p>
            <a:r>
              <a:rPr lang="en-US" altLang="zh-CN" sz="3200" dirty="0">
                <a:latin typeface="Senty小丸子" panose="03000600000000000000" pitchFamily="66" charset="-122"/>
                <a:ea typeface="Senty小丸子" panose="03000600000000000000" pitchFamily="66" charset="-122"/>
              </a:rPr>
              <a:t>04 </a:t>
            </a:r>
            <a:r>
              <a:rPr lang="zh-CN" altLang="en-US" sz="3200" dirty="0">
                <a:latin typeface="Senty小丸子" panose="03000600000000000000" pitchFamily="66" charset="-122"/>
                <a:ea typeface="Senty小丸子" panose="03000600000000000000" pitchFamily="66" charset="-122"/>
              </a:rPr>
              <a:t>教学</a:t>
            </a:r>
            <a:r>
              <a:rPr lang="zh-CN" altLang="en-US" sz="3200" dirty="0">
                <a:latin typeface="Senty小丸子" panose="03000600000000000000" pitchFamily="66" charset="-122"/>
                <a:ea typeface="Senty小丸子" panose="03000600000000000000" pitchFamily="66" charset="-122"/>
              </a:rPr>
              <a:t>反思</a:t>
            </a:r>
            <a:endParaRPr lang="zh-CN" altLang="en-US" sz="3200" dirty="0">
              <a:latin typeface="Senty小丸子" panose="03000600000000000000" pitchFamily="66" charset="-122"/>
              <a:ea typeface="Senty小丸子" panose="03000600000000000000" pitchFamily="66" charset="-122"/>
            </a:endParaRPr>
          </a:p>
        </p:txBody>
      </p:sp>
      <p:sp>
        <p:nvSpPr>
          <p:cNvPr id="456" name="文本框 455"/>
          <p:cNvSpPr txBox="1"/>
          <p:nvPr/>
        </p:nvSpPr>
        <p:spPr>
          <a:xfrm>
            <a:off x="4421036" y="4332769"/>
            <a:ext cx="3638191" cy="584775"/>
          </a:xfrm>
          <a:prstGeom prst="rect">
            <a:avLst/>
          </a:prstGeom>
          <a:noFill/>
        </p:spPr>
        <p:txBody>
          <a:bodyPr wrap="square" rtlCol="0">
            <a:spAutoFit/>
          </a:bodyPr>
          <a:lstStyle/>
          <a:p>
            <a:r>
              <a:rPr lang="en-US" altLang="zh-CN" sz="3200" dirty="0">
                <a:latin typeface="Senty小丸子" panose="03000600000000000000" pitchFamily="66" charset="-122"/>
                <a:ea typeface="Senty小丸子" panose="03000600000000000000" pitchFamily="66" charset="-122"/>
              </a:rPr>
              <a:t>02 </a:t>
            </a:r>
            <a:r>
              <a:rPr lang="zh-CN" altLang="en-US" sz="3200" dirty="0">
                <a:latin typeface="Senty小丸子" panose="03000600000000000000" pitchFamily="66" charset="-122"/>
                <a:ea typeface="Senty小丸子" panose="03000600000000000000" pitchFamily="66" charset="-122"/>
              </a:rPr>
              <a:t>教学</a:t>
            </a:r>
            <a:r>
              <a:rPr lang="zh-CN" altLang="en-US" sz="3200" dirty="0">
                <a:latin typeface="Senty小丸子" panose="03000600000000000000" pitchFamily="66" charset="-122"/>
                <a:ea typeface="Senty小丸子" panose="03000600000000000000" pitchFamily="66" charset="-122"/>
              </a:rPr>
              <a:t>课程</a:t>
            </a:r>
            <a:endParaRPr lang="zh-CN" altLang="en-US" sz="3200" dirty="0">
              <a:latin typeface="Senty小丸子" panose="03000600000000000000" pitchFamily="66" charset="-122"/>
              <a:ea typeface="Senty小丸子" panose="03000600000000000000" pitchFamily="66" charset="-122"/>
            </a:endParaRPr>
          </a:p>
        </p:txBody>
      </p:sp>
      <p:sp>
        <p:nvSpPr>
          <p:cNvPr id="457" name="文本框 456"/>
          <p:cNvSpPr txBox="1"/>
          <p:nvPr/>
        </p:nvSpPr>
        <p:spPr>
          <a:xfrm>
            <a:off x="8059227" y="3107922"/>
            <a:ext cx="3638191" cy="584775"/>
          </a:xfrm>
          <a:prstGeom prst="rect">
            <a:avLst/>
          </a:prstGeom>
          <a:noFill/>
        </p:spPr>
        <p:txBody>
          <a:bodyPr wrap="square" rtlCol="0">
            <a:spAutoFit/>
          </a:bodyPr>
          <a:lstStyle/>
          <a:p>
            <a:r>
              <a:rPr lang="en-US" altLang="zh-CN" sz="3200" dirty="0">
                <a:latin typeface="Senty小丸子" panose="03000600000000000000" pitchFamily="66" charset="-122"/>
                <a:ea typeface="Senty小丸子" panose="03000600000000000000" pitchFamily="66" charset="-122"/>
              </a:rPr>
              <a:t>03 </a:t>
            </a:r>
            <a:r>
              <a:rPr lang="zh-CN" altLang="en-US" sz="3200" dirty="0">
                <a:latin typeface="Senty小丸子" panose="03000600000000000000" pitchFamily="66" charset="-122"/>
                <a:ea typeface="Senty小丸子" panose="03000600000000000000" pitchFamily="66" charset="-122"/>
              </a:rPr>
              <a:t>教学</a:t>
            </a:r>
            <a:r>
              <a:rPr lang="zh-CN" altLang="en-US" sz="3200" dirty="0">
                <a:latin typeface="Senty小丸子" panose="03000600000000000000" pitchFamily="66" charset="-122"/>
                <a:ea typeface="Senty小丸子" panose="03000600000000000000" pitchFamily="66" charset="-122"/>
              </a:rPr>
              <a:t>设计</a:t>
            </a:r>
            <a:endParaRPr lang="zh-CN" altLang="en-US" sz="3200" dirty="0">
              <a:latin typeface="Senty小丸子" panose="03000600000000000000" pitchFamily="66" charset="-122"/>
              <a:ea typeface="Senty小丸子" panose="03000600000000000000" pitchFamily="66" charset="-122"/>
            </a:endParaRPr>
          </a:p>
        </p:txBody>
      </p:sp>
      <p:sp>
        <p:nvSpPr>
          <p:cNvPr id="458" name="文本框 457"/>
          <p:cNvSpPr txBox="1"/>
          <p:nvPr/>
        </p:nvSpPr>
        <p:spPr>
          <a:xfrm>
            <a:off x="4421036" y="3175882"/>
            <a:ext cx="3276241" cy="584775"/>
          </a:xfrm>
          <a:prstGeom prst="rect">
            <a:avLst/>
          </a:prstGeom>
          <a:noFill/>
        </p:spPr>
        <p:txBody>
          <a:bodyPr wrap="square" rtlCol="0">
            <a:spAutoFit/>
          </a:bodyPr>
          <a:lstStyle/>
          <a:p>
            <a:r>
              <a:rPr lang="en-US" altLang="zh-CN" sz="3200" dirty="0">
                <a:latin typeface="Senty小丸子" panose="03000600000000000000" pitchFamily="66" charset="-122"/>
                <a:ea typeface="Senty小丸子" panose="03000600000000000000" pitchFamily="66" charset="-122"/>
              </a:rPr>
              <a:t>01 </a:t>
            </a:r>
            <a:r>
              <a:rPr lang="zh-CN" altLang="en-US" sz="3200" dirty="0">
                <a:latin typeface="Senty小丸子" panose="03000600000000000000" pitchFamily="66" charset="-122"/>
                <a:ea typeface="Senty小丸子" panose="03000600000000000000" pitchFamily="66" charset="-122"/>
              </a:rPr>
              <a:t>教学</a:t>
            </a:r>
            <a:r>
              <a:rPr lang="zh-CN" altLang="en-US" sz="3200" dirty="0">
                <a:latin typeface="Senty小丸子" panose="03000600000000000000" pitchFamily="66" charset="-122"/>
                <a:ea typeface="Senty小丸子" panose="03000600000000000000" pitchFamily="66" charset="-122"/>
              </a:rPr>
              <a:t>分析</a:t>
            </a:r>
            <a:endParaRPr lang="zh-CN" altLang="en-US" sz="3200" dirty="0">
              <a:latin typeface="Senty小丸子" panose="03000600000000000000" pitchFamily="66" charset="-122"/>
              <a:ea typeface="Senty小丸子" panose="03000600000000000000" pitchFamily="66"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mc:AlternateContent xmlns:mc="http://schemas.openxmlformats.org/markup-compatibility/2006">
    <mc:Choice xmlns:p14="http://schemas.microsoft.com/office/powerpoint/2010/main"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6000" fill="hold" nodeType="afterEffect" p14:presetBounceEnd="56000">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14:bounceEnd="56000">
                                          <p:cBhvr additive="base">
                                            <p:cTn id="7" dur="1000" fill="hold"/>
                                            <p:tgtEl>
                                              <p:spTgt spid="4"/>
                                            </p:tgtEl>
                                            <p:attrNameLst>
                                              <p:attrName>ppt_x</p:attrName>
                                            </p:attrNameLst>
                                          </p:cBhvr>
                                          <p:tavLst>
                                            <p:tav tm="0">
                                              <p:val>
                                                <p:strVal val="#ppt_x"/>
                                              </p:val>
                                            </p:tav>
                                            <p:tav tm="100000">
                                              <p:val>
                                                <p:strVal val="#ppt_x"/>
                                              </p:val>
                                            </p:tav>
                                          </p:tavLst>
                                        </p:anim>
                                        <p:anim calcmode="lin" valueType="num" p14:bounceEnd="56000">
                                          <p:cBhvr additive="base">
                                            <p:cTn id="8" dur="1000" fill="hold"/>
                                            <p:tgtEl>
                                              <p:spTgt spid="4"/>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2" presetClass="entr" presetSubtype="8" fill="hold" grpId="0" nodeType="afterEffect">
                                      <p:stCondLst>
                                        <p:cond delay="0"/>
                                      </p:stCondLst>
                                      <p:childTnLst>
                                        <p:set>
                                          <p:cBhvr>
                                            <p:cTn id="11" dur="1" fill="hold">
                                              <p:stCondLst>
                                                <p:cond delay="0"/>
                                              </p:stCondLst>
                                            </p:cTn>
                                            <p:tgtEl>
                                              <p:spTgt spid="458"/>
                                            </p:tgtEl>
                                            <p:attrNameLst>
                                              <p:attrName>style.visibility</p:attrName>
                                            </p:attrNameLst>
                                          </p:cBhvr>
                                          <p:to>
                                            <p:strVal val="visible"/>
                                          </p:to>
                                        </p:set>
                                        <p:animEffect transition="in" filter="wipe(left)">
                                          <p:cBhvr>
                                            <p:cTn id="12" dur="500"/>
                                            <p:tgtEl>
                                              <p:spTgt spid="458"/>
                                            </p:tgtEl>
                                          </p:cBhvr>
                                        </p:animEffect>
                                      </p:childTnLst>
                                    </p:cTn>
                                  </p:par>
                                </p:childTnLst>
                              </p:cTn>
                            </p:par>
                            <p:par>
                              <p:cTn id="13" fill="hold">
                                <p:stCondLst>
                                  <p:cond delay="1500"/>
                                </p:stCondLst>
                                <p:childTnLst>
                                  <p:par>
                                    <p:cTn id="14" presetID="22" presetClass="entr" presetSubtype="8" fill="hold" grpId="0" nodeType="afterEffect">
                                      <p:stCondLst>
                                        <p:cond delay="0"/>
                                      </p:stCondLst>
                                      <p:childTnLst>
                                        <p:set>
                                          <p:cBhvr>
                                            <p:cTn id="15" dur="1" fill="hold">
                                              <p:stCondLst>
                                                <p:cond delay="0"/>
                                              </p:stCondLst>
                                            </p:cTn>
                                            <p:tgtEl>
                                              <p:spTgt spid="456"/>
                                            </p:tgtEl>
                                            <p:attrNameLst>
                                              <p:attrName>style.visibility</p:attrName>
                                            </p:attrNameLst>
                                          </p:cBhvr>
                                          <p:to>
                                            <p:strVal val="visible"/>
                                          </p:to>
                                        </p:set>
                                        <p:animEffect transition="in" filter="wipe(left)">
                                          <p:cBhvr>
                                            <p:cTn id="16" dur="500"/>
                                            <p:tgtEl>
                                              <p:spTgt spid="456"/>
                                            </p:tgtEl>
                                          </p:cBhvr>
                                        </p:animEffect>
                                      </p:childTnLst>
                                    </p:cTn>
                                  </p:par>
                                </p:childTnLst>
                              </p:cTn>
                            </p:par>
                            <p:par>
                              <p:cTn id="17" fill="hold">
                                <p:stCondLst>
                                  <p:cond delay="2000"/>
                                </p:stCondLst>
                                <p:childTnLst>
                                  <p:par>
                                    <p:cTn id="18" presetID="22" presetClass="entr" presetSubtype="8" fill="hold" grpId="0" nodeType="afterEffect">
                                      <p:stCondLst>
                                        <p:cond delay="0"/>
                                      </p:stCondLst>
                                      <p:childTnLst>
                                        <p:set>
                                          <p:cBhvr>
                                            <p:cTn id="19" dur="1" fill="hold">
                                              <p:stCondLst>
                                                <p:cond delay="0"/>
                                              </p:stCondLst>
                                            </p:cTn>
                                            <p:tgtEl>
                                              <p:spTgt spid="457"/>
                                            </p:tgtEl>
                                            <p:attrNameLst>
                                              <p:attrName>style.visibility</p:attrName>
                                            </p:attrNameLst>
                                          </p:cBhvr>
                                          <p:to>
                                            <p:strVal val="visible"/>
                                          </p:to>
                                        </p:set>
                                        <p:animEffect transition="in" filter="wipe(left)">
                                          <p:cBhvr>
                                            <p:cTn id="20" dur="500"/>
                                            <p:tgtEl>
                                              <p:spTgt spid="457"/>
                                            </p:tgtEl>
                                          </p:cBhvr>
                                        </p:animEffect>
                                      </p:childTnLst>
                                    </p:cTn>
                                  </p:par>
                                </p:childTnLst>
                              </p:cTn>
                            </p:par>
                            <p:par>
                              <p:cTn id="21" fill="hold">
                                <p:stCondLst>
                                  <p:cond delay="2500"/>
                                </p:stCondLst>
                                <p:childTnLst>
                                  <p:par>
                                    <p:cTn id="22" presetID="22" presetClass="entr" presetSubtype="8" fill="hold" grpId="0" nodeType="afterEffect">
                                      <p:stCondLst>
                                        <p:cond delay="0"/>
                                      </p:stCondLst>
                                      <p:childTnLst>
                                        <p:set>
                                          <p:cBhvr>
                                            <p:cTn id="23" dur="1" fill="hold">
                                              <p:stCondLst>
                                                <p:cond delay="0"/>
                                              </p:stCondLst>
                                            </p:cTn>
                                            <p:tgtEl>
                                              <p:spTgt spid="455"/>
                                            </p:tgtEl>
                                            <p:attrNameLst>
                                              <p:attrName>style.visibility</p:attrName>
                                            </p:attrNameLst>
                                          </p:cBhvr>
                                          <p:to>
                                            <p:strVal val="visible"/>
                                          </p:to>
                                        </p:set>
                                        <p:animEffect transition="in" filter="wipe(left)">
                                          <p:cBhvr>
                                            <p:cTn id="24" dur="500"/>
                                            <p:tgtEl>
                                              <p:spTgt spid="4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5" grpId="0"/>
          <p:bldP spid="456" grpId="0"/>
          <p:bldP spid="457" grpId="0"/>
          <p:bldP spid="458" grpId="0"/>
        </p:bldLst>
      </p:timing>
    </mc:Choice>
    <mc:Fallback>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600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fill="hold"/>
                                            <p:tgtEl>
                                              <p:spTgt spid="4"/>
                                            </p:tgtEl>
                                            <p:attrNameLst>
                                              <p:attrName>ppt_x</p:attrName>
                                            </p:attrNameLst>
                                          </p:cBhvr>
                                          <p:tavLst>
                                            <p:tav tm="0">
                                              <p:val>
                                                <p:strVal val="#ppt_x"/>
                                              </p:val>
                                            </p:tav>
                                            <p:tav tm="100000">
                                              <p:val>
                                                <p:strVal val="#ppt_x"/>
                                              </p:val>
                                            </p:tav>
                                          </p:tavLst>
                                        </p:anim>
                                        <p:anim calcmode="lin" valueType="num">
                                          <p:cBhvr additive="base">
                                            <p:cTn id="8" dur="1000" fill="hold"/>
                                            <p:tgtEl>
                                              <p:spTgt spid="4"/>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2" presetClass="entr" presetSubtype="8" fill="hold" grpId="0" nodeType="afterEffect">
                                      <p:stCondLst>
                                        <p:cond delay="0"/>
                                      </p:stCondLst>
                                      <p:childTnLst>
                                        <p:set>
                                          <p:cBhvr>
                                            <p:cTn id="11" dur="1" fill="hold">
                                              <p:stCondLst>
                                                <p:cond delay="0"/>
                                              </p:stCondLst>
                                            </p:cTn>
                                            <p:tgtEl>
                                              <p:spTgt spid="458"/>
                                            </p:tgtEl>
                                            <p:attrNameLst>
                                              <p:attrName>style.visibility</p:attrName>
                                            </p:attrNameLst>
                                          </p:cBhvr>
                                          <p:to>
                                            <p:strVal val="visible"/>
                                          </p:to>
                                        </p:set>
                                        <p:animEffect transition="in" filter="wipe(left)">
                                          <p:cBhvr>
                                            <p:cTn id="12" dur="500"/>
                                            <p:tgtEl>
                                              <p:spTgt spid="458"/>
                                            </p:tgtEl>
                                          </p:cBhvr>
                                        </p:animEffect>
                                      </p:childTnLst>
                                    </p:cTn>
                                  </p:par>
                                </p:childTnLst>
                              </p:cTn>
                            </p:par>
                            <p:par>
                              <p:cTn id="13" fill="hold">
                                <p:stCondLst>
                                  <p:cond delay="1500"/>
                                </p:stCondLst>
                                <p:childTnLst>
                                  <p:par>
                                    <p:cTn id="14" presetID="22" presetClass="entr" presetSubtype="8" fill="hold" grpId="0" nodeType="afterEffect">
                                      <p:stCondLst>
                                        <p:cond delay="0"/>
                                      </p:stCondLst>
                                      <p:childTnLst>
                                        <p:set>
                                          <p:cBhvr>
                                            <p:cTn id="15" dur="1" fill="hold">
                                              <p:stCondLst>
                                                <p:cond delay="0"/>
                                              </p:stCondLst>
                                            </p:cTn>
                                            <p:tgtEl>
                                              <p:spTgt spid="456"/>
                                            </p:tgtEl>
                                            <p:attrNameLst>
                                              <p:attrName>style.visibility</p:attrName>
                                            </p:attrNameLst>
                                          </p:cBhvr>
                                          <p:to>
                                            <p:strVal val="visible"/>
                                          </p:to>
                                        </p:set>
                                        <p:animEffect transition="in" filter="wipe(left)">
                                          <p:cBhvr>
                                            <p:cTn id="16" dur="500"/>
                                            <p:tgtEl>
                                              <p:spTgt spid="456"/>
                                            </p:tgtEl>
                                          </p:cBhvr>
                                        </p:animEffect>
                                      </p:childTnLst>
                                    </p:cTn>
                                  </p:par>
                                </p:childTnLst>
                              </p:cTn>
                            </p:par>
                            <p:par>
                              <p:cTn id="17" fill="hold">
                                <p:stCondLst>
                                  <p:cond delay="2000"/>
                                </p:stCondLst>
                                <p:childTnLst>
                                  <p:par>
                                    <p:cTn id="18" presetID="22" presetClass="entr" presetSubtype="8" fill="hold" grpId="0" nodeType="afterEffect">
                                      <p:stCondLst>
                                        <p:cond delay="0"/>
                                      </p:stCondLst>
                                      <p:childTnLst>
                                        <p:set>
                                          <p:cBhvr>
                                            <p:cTn id="19" dur="1" fill="hold">
                                              <p:stCondLst>
                                                <p:cond delay="0"/>
                                              </p:stCondLst>
                                            </p:cTn>
                                            <p:tgtEl>
                                              <p:spTgt spid="457"/>
                                            </p:tgtEl>
                                            <p:attrNameLst>
                                              <p:attrName>style.visibility</p:attrName>
                                            </p:attrNameLst>
                                          </p:cBhvr>
                                          <p:to>
                                            <p:strVal val="visible"/>
                                          </p:to>
                                        </p:set>
                                        <p:animEffect transition="in" filter="wipe(left)">
                                          <p:cBhvr>
                                            <p:cTn id="20" dur="500"/>
                                            <p:tgtEl>
                                              <p:spTgt spid="457"/>
                                            </p:tgtEl>
                                          </p:cBhvr>
                                        </p:animEffect>
                                      </p:childTnLst>
                                    </p:cTn>
                                  </p:par>
                                </p:childTnLst>
                              </p:cTn>
                            </p:par>
                            <p:par>
                              <p:cTn id="21" fill="hold">
                                <p:stCondLst>
                                  <p:cond delay="2500"/>
                                </p:stCondLst>
                                <p:childTnLst>
                                  <p:par>
                                    <p:cTn id="22" presetID="22" presetClass="entr" presetSubtype="8" fill="hold" grpId="0" nodeType="afterEffect">
                                      <p:stCondLst>
                                        <p:cond delay="0"/>
                                      </p:stCondLst>
                                      <p:childTnLst>
                                        <p:set>
                                          <p:cBhvr>
                                            <p:cTn id="23" dur="1" fill="hold">
                                              <p:stCondLst>
                                                <p:cond delay="0"/>
                                              </p:stCondLst>
                                            </p:cTn>
                                            <p:tgtEl>
                                              <p:spTgt spid="455"/>
                                            </p:tgtEl>
                                            <p:attrNameLst>
                                              <p:attrName>style.visibility</p:attrName>
                                            </p:attrNameLst>
                                          </p:cBhvr>
                                          <p:to>
                                            <p:strVal val="visible"/>
                                          </p:to>
                                        </p:set>
                                        <p:animEffect transition="in" filter="wipe(left)">
                                          <p:cBhvr>
                                            <p:cTn id="24" dur="500"/>
                                            <p:tgtEl>
                                              <p:spTgt spid="4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5" grpId="0"/>
          <p:bldP spid="456" grpId="0"/>
          <p:bldP spid="457" grpId="0"/>
          <p:bldP spid="458" grpId="0"/>
        </p:bldLst>
      </p:timing>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 name="组合 76"/>
          <p:cNvGrpSpPr/>
          <p:nvPr/>
        </p:nvGrpSpPr>
        <p:grpSpPr>
          <a:xfrm>
            <a:off x="1922306" y="1909122"/>
            <a:ext cx="3984718" cy="2864472"/>
            <a:chOff x="1352943" y="1828799"/>
            <a:chExt cx="3838208" cy="2759151"/>
          </a:xfrm>
        </p:grpSpPr>
        <p:grpSp>
          <p:nvGrpSpPr>
            <p:cNvPr id="4" name="组合 3"/>
            <p:cNvGrpSpPr/>
            <p:nvPr/>
          </p:nvGrpSpPr>
          <p:grpSpPr>
            <a:xfrm>
              <a:off x="3361196" y="1828799"/>
              <a:ext cx="1829955" cy="2759151"/>
              <a:chOff x="6985001" y="7477126"/>
              <a:chExt cx="306388" cy="461963"/>
            </a:xfrm>
            <a:solidFill>
              <a:schemeClr val="tx1"/>
            </a:solidFill>
          </p:grpSpPr>
          <p:sp>
            <p:nvSpPr>
              <p:cNvPr id="5" name="Freeform 1344"/>
              <p:cNvSpPr>
                <a:spLocks noEditPoints="1"/>
              </p:cNvSpPr>
              <p:nvPr/>
            </p:nvSpPr>
            <p:spPr bwMode="auto">
              <a:xfrm>
                <a:off x="7011989" y="7486651"/>
                <a:ext cx="230188" cy="225425"/>
              </a:xfrm>
              <a:custGeom>
                <a:avLst/>
                <a:gdLst>
                  <a:gd name="T0" fmla="*/ 42 w 132"/>
                  <a:gd name="T1" fmla="*/ 14 h 129"/>
                  <a:gd name="T2" fmla="*/ 118 w 132"/>
                  <a:gd name="T3" fmla="*/ 39 h 129"/>
                  <a:gd name="T4" fmla="*/ 118 w 132"/>
                  <a:gd name="T5" fmla="*/ 39 h 129"/>
                  <a:gd name="T6" fmla="*/ 91 w 132"/>
                  <a:gd name="T7" fmla="*/ 115 h 129"/>
                  <a:gd name="T8" fmla="*/ 91 w 132"/>
                  <a:gd name="T9" fmla="*/ 115 h 129"/>
                  <a:gd name="T10" fmla="*/ 14 w 132"/>
                  <a:gd name="T11" fmla="*/ 90 h 129"/>
                  <a:gd name="T12" fmla="*/ 14 w 132"/>
                  <a:gd name="T13" fmla="*/ 90 h 129"/>
                  <a:gd name="T14" fmla="*/ 42 w 132"/>
                  <a:gd name="T15" fmla="*/ 14 h 129"/>
                  <a:gd name="T16" fmla="*/ 43 w 132"/>
                  <a:gd name="T17" fmla="*/ 16 h 129"/>
                  <a:gd name="T18" fmla="*/ 17 w 132"/>
                  <a:gd name="T19" fmla="*/ 89 h 129"/>
                  <a:gd name="T20" fmla="*/ 17 w 132"/>
                  <a:gd name="T21" fmla="*/ 89 h 129"/>
                  <a:gd name="T22" fmla="*/ 90 w 132"/>
                  <a:gd name="T23" fmla="*/ 112 h 129"/>
                  <a:gd name="T24" fmla="*/ 90 w 132"/>
                  <a:gd name="T25" fmla="*/ 112 h 129"/>
                  <a:gd name="T26" fmla="*/ 116 w 132"/>
                  <a:gd name="T27" fmla="*/ 40 h 129"/>
                  <a:gd name="T28" fmla="*/ 116 w 132"/>
                  <a:gd name="T29" fmla="*/ 40 h 129"/>
                  <a:gd name="T30" fmla="*/ 43 w 132"/>
                  <a:gd name="T31" fmla="*/ 1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29">
                    <a:moveTo>
                      <a:pt x="42" y="14"/>
                    </a:moveTo>
                    <a:cubicBezTo>
                      <a:pt x="70" y="0"/>
                      <a:pt x="105" y="11"/>
                      <a:pt x="118" y="39"/>
                    </a:cubicBezTo>
                    <a:cubicBezTo>
                      <a:pt x="118" y="39"/>
                      <a:pt x="118" y="39"/>
                      <a:pt x="118" y="39"/>
                    </a:cubicBezTo>
                    <a:cubicBezTo>
                      <a:pt x="132" y="67"/>
                      <a:pt x="120" y="101"/>
                      <a:pt x="91" y="115"/>
                    </a:cubicBezTo>
                    <a:cubicBezTo>
                      <a:pt x="91" y="115"/>
                      <a:pt x="91" y="115"/>
                      <a:pt x="91" y="115"/>
                    </a:cubicBezTo>
                    <a:cubicBezTo>
                      <a:pt x="62" y="129"/>
                      <a:pt x="28" y="118"/>
                      <a:pt x="14" y="90"/>
                    </a:cubicBezTo>
                    <a:cubicBezTo>
                      <a:pt x="14" y="90"/>
                      <a:pt x="14" y="90"/>
                      <a:pt x="14" y="90"/>
                    </a:cubicBezTo>
                    <a:cubicBezTo>
                      <a:pt x="0" y="62"/>
                      <a:pt x="13" y="28"/>
                      <a:pt x="42" y="14"/>
                    </a:cubicBezTo>
                    <a:close/>
                    <a:moveTo>
                      <a:pt x="43" y="16"/>
                    </a:moveTo>
                    <a:cubicBezTo>
                      <a:pt x="16" y="30"/>
                      <a:pt x="4" y="62"/>
                      <a:pt x="17" y="89"/>
                    </a:cubicBezTo>
                    <a:cubicBezTo>
                      <a:pt x="17" y="89"/>
                      <a:pt x="17" y="89"/>
                      <a:pt x="17" y="89"/>
                    </a:cubicBezTo>
                    <a:cubicBezTo>
                      <a:pt x="30" y="115"/>
                      <a:pt x="62" y="126"/>
                      <a:pt x="90" y="112"/>
                    </a:cubicBezTo>
                    <a:cubicBezTo>
                      <a:pt x="90" y="112"/>
                      <a:pt x="90" y="112"/>
                      <a:pt x="90" y="112"/>
                    </a:cubicBezTo>
                    <a:cubicBezTo>
                      <a:pt x="117" y="99"/>
                      <a:pt x="129" y="67"/>
                      <a:pt x="116" y="40"/>
                    </a:cubicBezTo>
                    <a:cubicBezTo>
                      <a:pt x="116" y="40"/>
                      <a:pt x="116" y="40"/>
                      <a:pt x="116" y="40"/>
                    </a:cubicBezTo>
                    <a:cubicBezTo>
                      <a:pt x="103" y="14"/>
                      <a:pt x="70" y="3"/>
                      <a:pt x="43"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 name="Freeform 1345"/>
              <p:cNvSpPr>
                <a:spLocks noEditPoints="1"/>
              </p:cNvSpPr>
              <p:nvPr/>
            </p:nvSpPr>
            <p:spPr bwMode="auto">
              <a:xfrm>
                <a:off x="7023101" y="7497763"/>
                <a:ext cx="207963" cy="203200"/>
              </a:xfrm>
              <a:custGeom>
                <a:avLst/>
                <a:gdLst>
                  <a:gd name="T0" fmla="*/ 5 w 119"/>
                  <a:gd name="T1" fmla="*/ 85 h 117"/>
                  <a:gd name="T2" fmla="*/ 0 w 119"/>
                  <a:gd name="T3" fmla="*/ 60 h 117"/>
                  <a:gd name="T4" fmla="*/ 0 w 119"/>
                  <a:gd name="T5" fmla="*/ 60 h 117"/>
                  <a:gd name="T6" fmla="*/ 34 w 119"/>
                  <a:gd name="T7" fmla="*/ 6 h 117"/>
                  <a:gd name="T8" fmla="*/ 34 w 119"/>
                  <a:gd name="T9" fmla="*/ 6 h 117"/>
                  <a:gd name="T10" fmla="*/ 35 w 119"/>
                  <a:gd name="T11" fmla="*/ 8 h 117"/>
                  <a:gd name="T12" fmla="*/ 34 w 119"/>
                  <a:gd name="T13" fmla="*/ 6 h 117"/>
                  <a:gd name="T14" fmla="*/ 61 w 119"/>
                  <a:gd name="T15" fmla="*/ 0 h 117"/>
                  <a:gd name="T16" fmla="*/ 61 w 119"/>
                  <a:gd name="T17" fmla="*/ 0 h 117"/>
                  <a:gd name="T18" fmla="*/ 113 w 119"/>
                  <a:gd name="T19" fmla="*/ 32 h 117"/>
                  <a:gd name="T20" fmla="*/ 113 w 119"/>
                  <a:gd name="T21" fmla="*/ 32 h 117"/>
                  <a:gd name="T22" fmla="*/ 119 w 119"/>
                  <a:gd name="T23" fmla="*/ 57 h 117"/>
                  <a:gd name="T24" fmla="*/ 119 w 119"/>
                  <a:gd name="T25" fmla="*/ 57 h 117"/>
                  <a:gd name="T26" fmla="*/ 85 w 119"/>
                  <a:gd name="T27" fmla="*/ 111 h 117"/>
                  <a:gd name="T28" fmla="*/ 85 w 119"/>
                  <a:gd name="T29" fmla="*/ 111 h 117"/>
                  <a:gd name="T30" fmla="*/ 58 w 119"/>
                  <a:gd name="T31" fmla="*/ 117 h 117"/>
                  <a:gd name="T32" fmla="*/ 58 w 119"/>
                  <a:gd name="T33" fmla="*/ 117 h 117"/>
                  <a:gd name="T34" fmla="*/ 5 w 119"/>
                  <a:gd name="T35" fmla="*/ 85 h 117"/>
                  <a:gd name="T36" fmla="*/ 7 w 119"/>
                  <a:gd name="T37" fmla="*/ 60 h 117"/>
                  <a:gd name="T38" fmla="*/ 12 w 119"/>
                  <a:gd name="T39" fmla="*/ 82 h 117"/>
                  <a:gd name="T40" fmla="*/ 12 w 119"/>
                  <a:gd name="T41" fmla="*/ 82 h 117"/>
                  <a:gd name="T42" fmla="*/ 58 w 119"/>
                  <a:gd name="T43" fmla="*/ 110 h 117"/>
                  <a:gd name="T44" fmla="*/ 58 w 119"/>
                  <a:gd name="T45" fmla="*/ 110 h 117"/>
                  <a:gd name="T46" fmla="*/ 82 w 119"/>
                  <a:gd name="T47" fmla="*/ 104 h 117"/>
                  <a:gd name="T48" fmla="*/ 82 w 119"/>
                  <a:gd name="T49" fmla="*/ 104 h 117"/>
                  <a:gd name="T50" fmla="*/ 112 w 119"/>
                  <a:gd name="T51" fmla="*/ 57 h 117"/>
                  <a:gd name="T52" fmla="*/ 112 w 119"/>
                  <a:gd name="T53" fmla="*/ 57 h 117"/>
                  <a:gd name="T54" fmla="*/ 107 w 119"/>
                  <a:gd name="T55" fmla="*/ 35 h 117"/>
                  <a:gd name="T56" fmla="*/ 107 w 119"/>
                  <a:gd name="T57" fmla="*/ 35 h 117"/>
                  <a:gd name="T58" fmla="*/ 60 w 119"/>
                  <a:gd name="T59" fmla="*/ 7 h 117"/>
                  <a:gd name="T60" fmla="*/ 60 w 119"/>
                  <a:gd name="T61" fmla="*/ 7 h 117"/>
                  <a:gd name="T62" fmla="*/ 37 w 119"/>
                  <a:gd name="T63" fmla="*/ 12 h 117"/>
                  <a:gd name="T64" fmla="*/ 37 w 119"/>
                  <a:gd name="T65" fmla="*/ 12 h 117"/>
                  <a:gd name="T66" fmla="*/ 7 w 119"/>
                  <a:gd name="T67" fmla="*/ 6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9" h="117">
                    <a:moveTo>
                      <a:pt x="5" y="85"/>
                    </a:moveTo>
                    <a:cubicBezTo>
                      <a:pt x="1" y="77"/>
                      <a:pt x="0" y="68"/>
                      <a:pt x="0" y="60"/>
                    </a:cubicBezTo>
                    <a:cubicBezTo>
                      <a:pt x="0" y="60"/>
                      <a:pt x="0" y="60"/>
                      <a:pt x="0" y="60"/>
                    </a:cubicBezTo>
                    <a:cubicBezTo>
                      <a:pt x="0" y="38"/>
                      <a:pt x="12" y="16"/>
                      <a:pt x="34" y="6"/>
                    </a:cubicBezTo>
                    <a:cubicBezTo>
                      <a:pt x="34" y="6"/>
                      <a:pt x="34" y="6"/>
                      <a:pt x="34" y="6"/>
                    </a:cubicBezTo>
                    <a:cubicBezTo>
                      <a:pt x="35" y="8"/>
                      <a:pt x="35" y="8"/>
                      <a:pt x="35" y="8"/>
                    </a:cubicBezTo>
                    <a:cubicBezTo>
                      <a:pt x="34" y="6"/>
                      <a:pt x="34" y="6"/>
                      <a:pt x="34" y="6"/>
                    </a:cubicBezTo>
                    <a:cubicBezTo>
                      <a:pt x="42" y="2"/>
                      <a:pt x="51" y="0"/>
                      <a:pt x="61" y="0"/>
                    </a:cubicBezTo>
                    <a:cubicBezTo>
                      <a:pt x="61" y="0"/>
                      <a:pt x="61" y="0"/>
                      <a:pt x="61" y="0"/>
                    </a:cubicBezTo>
                    <a:cubicBezTo>
                      <a:pt x="82" y="0"/>
                      <a:pt x="103" y="11"/>
                      <a:pt x="113" y="32"/>
                    </a:cubicBezTo>
                    <a:cubicBezTo>
                      <a:pt x="113" y="32"/>
                      <a:pt x="113" y="32"/>
                      <a:pt x="113" y="32"/>
                    </a:cubicBezTo>
                    <a:cubicBezTo>
                      <a:pt x="117" y="40"/>
                      <a:pt x="119" y="49"/>
                      <a:pt x="119" y="57"/>
                    </a:cubicBezTo>
                    <a:cubicBezTo>
                      <a:pt x="119" y="57"/>
                      <a:pt x="119" y="57"/>
                      <a:pt x="119" y="57"/>
                    </a:cubicBezTo>
                    <a:cubicBezTo>
                      <a:pt x="119" y="79"/>
                      <a:pt x="106" y="100"/>
                      <a:pt x="85" y="111"/>
                    </a:cubicBezTo>
                    <a:cubicBezTo>
                      <a:pt x="85" y="111"/>
                      <a:pt x="85" y="111"/>
                      <a:pt x="85" y="111"/>
                    </a:cubicBezTo>
                    <a:cubicBezTo>
                      <a:pt x="76" y="115"/>
                      <a:pt x="67" y="117"/>
                      <a:pt x="58" y="117"/>
                    </a:cubicBezTo>
                    <a:cubicBezTo>
                      <a:pt x="58" y="117"/>
                      <a:pt x="58" y="117"/>
                      <a:pt x="58" y="117"/>
                    </a:cubicBezTo>
                    <a:cubicBezTo>
                      <a:pt x="36" y="117"/>
                      <a:pt x="15" y="105"/>
                      <a:pt x="5" y="85"/>
                    </a:cubicBezTo>
                    <a:close/>
                    <a:moveTo>
                      <a:pt x="7" y="60"/>
                    </a:moveTo>
                    <a:cubicBezTo>
                      <a:pt x="7" y="67"/>
                      <a:pt x="8" y="75"/>
                      <a:pt x="12" y="82"/>
                    </a:cubicBezTo>
                    <a:cubicBezTo>
                      <a:pt x="12" y="82"/>
                      <a:pt x="12" y="82"/>
                      <a:pt x="12" y="82"/>
                    </a:cubicBezTo>
                    <a:cubicBezTo>
                      <a:pt x="20" y="100"/>
                      <a:pt x="39" y="110"/>
                      <a:pt x="58" y="110"/>
                    </a:cubicBezTo>
                    <a:cubicBezTo>
                      <a:pt x="58" y="110"/>
                      <a:pt x="58" y="110"/>
                      <a:pt x="58" y="110"/>
                    </a:cubicBezTo>
                    <a:cubicBezTo>
                      <a:pt x="66" y="110"/>
                      <a:pt x="74" y="108"/>
                      <a:pt x="82" y="104"/>
                    </a:cubicBezTo>
                    <a:cubicBezTo>
                      <a:pt x="82" y="104"/>
                      <a:pt x="82" y="104"/>
                      <a:pt x="82" y="104"/>
                    </a:cubicBezTo>
                    <a:cubicBezTo>
                      <a:pt x="101" y="95"/>
                      <a:pt x="112" y="76"/>
                      <a:pt x="112" y="57"/>
                    </a:cubicBezTo>
                    <a:cubicBezTo>
                      <a:pt x="112" y="57"/>
                      <a:pt x="112" y="57"/>
                      <a:pt x="112" y="57"/>
                    </a:cubicBezTo>
                    <a:cubicBezTo>
                      <a:pt x="112" y="50"/>
                      <a:pt x="110" y="42"/>
                      <a:pt x="107" y="35"/>
                    </a:cubicBezTo>
                    <a:cubicBezTo>
                      <a:pt x="107" y="35"/>
                      <a:pt x="107" y="35"/>
                      <a:pt x="107" y="35"/>
                    </a:cubicBezTo>
                    <a:cubicBezTo>
                      <a:pt x="98" y="17"/>
                      <a:pt x="80" y="7"/>
                      <a:pt x="60" y="7"/>
                    </a:cubicBezTo>
                    <a:cubicBezTo>
                      <a:pt x="60" y="7"/>
                      <a:pt x="60" y="7"/>
                      <a:pt x="60" y="7"/>
                    </a:cubicBezTo>
                    <a:cubicBezTo>
                      <a:pt x="53" y="7"/>
                      <a:pt x="44" y="8"/>
                      <a:pt x="37" y="12"/>
                    </a:cubicBezTo>
                    <a:cubicBezTo>
                      <a:pt x="37" y="12"/>
                      <a:pt x="37" y="12"/>
                      <a:pt x="37" y="12"/>
                    </a:cubicBezTo>
                    <a:cubicBezTo>
                      <a:pt x="18" y="22"/>
                      <a:pt x="7" y="40"/>
                      <a:pt x="7"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 name="Freeform 1346"/>
              <p:cNvSpPr/>
              <p:nvPr/>
            </p:nvSpPr>
            <p:spPr bwMode="auto">
              <a:xfrm>
                <a:off x="7119939" y="7485063"/>
                <a:ext cx="23813" cy="47625"/>
              </a:xfrm>
              <a:custGeom>
                <a:avLst/>
                <a:gdLst>
                  <a:gd name="T0" fmla="*/ 2 w 15"/>
                  <a:gd name="T1" fmla="*/ 0 h 30"/>
                  <a:gd name="T2" fmla="*/ 15 w 15"/>
                  <a:gd name="T3" fmla="*/ 19 h 30"/>
                  <a:gd name="T4" fmla="*/ 15 w 15"/>
                  <a:gd name="T5" fmla="*/ 19 h 30"/>
                  <a:gd name="T6" fmla="*/ 13 w 15"/>
                  <a:gd name="T7" fmla="*/ 21 h 30"/>
                  <a:gd name="T8" fmla="*/ 5 w 15"/>
                  <a:gd name="T9" fmla="*/ 10 h 30"/>
                  <a:gd name="T10" fmla="*/ 3 w 15"/>
                  <a:gd name="T11" fmla="*/ 30 h 30"/>
                  <a:gd name="T12" fmla="*/ 0 w 15"/>
                  <a:gd name="T13" fmla="*/ 30 h 30"/>
                  <a:gd name="T14" fmla="*/ 2 w 15"/>
                  <a:gd name="T15" fmla="*/ 0 h 30"/>
                  <a:gd name="T16" fmla="*/ 2 w 15"/>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30">
                    <a:moveTo>
                      <a:pt x="2" y="0"/>
                    </a:moveTo>
                    <a:lnTo>
                      <a:pt x="15" y="19"/>
                    </a:lnTo>
                    <a:lnTo>
                      <a:pt x="15" y="19"/>
                    </a:lnTo>
                    <a:lnTo>
                      <a:pt x="13" y="21"/>
                    </a:lnTo>
                    <a:lnTo>
                      <a:pt x="5" y="10"/>
                    </a:lnTo>
                    <a:lnTo>
                      <a:pt x="3" y="30"/>
                    </a:lnTo>
                    <a:lnTo>
                      <a:pt x="0" y="30"/>
                    </a:lnTo>
                    <a:lnTo>
                      <a:pt x="2" y="0"/>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8" name="Freeform 1347"/>
              <p:cNvSpPr/>
              <p:nvPr/>
            </p:nvSpPr>
            <p:spPr bwMode="auto">
              <a:xfrm>
                <a:off x="7116764" y="7477126"/>
                <a:ext cx="30163" cy="60325"/>
              </a:xfrm>
              <a:custGeom>
                <a:avLst/>
                <a:gdLst>
                  <a:gd name="T0" fmla="*/ 0 w 19"/>
                  <a:gd name="T1" fmla="*/ 37 h 38"/>
                  <a:gd name="T2" fmla="*/ 2 w 19"/>
                  <a:gd name="T3" fmla="*/ 5 h 38"/>
                  <a:gd name="T4" fmla="*/ 3 w 19"/>
                  <a:gd name="T5" fmla="*/ 0 h 38"/>
                  <a:gd name="T6" fmla="*/ 19 w 19"/>
                  <a:gd name="T7" fmla="*/ 23 h 38"/>
                  <a:gd name="T8" fmla="*/ 19 w 19"/>
                  <a:gd name="T9" fmla="*/ 24 h 38"/>
                  <a:gd name="T10" fmla="*/ 19 w 19"/>
                  <a:gd name="T11" fmla="*/ 25 h 38"/>
                  <a:gd name="T12" fmla="*/ 14 w 19"/>
                  <a:gd name="T13" fmla="*/ 28 h 38"/>
                  <a:gd name="T14" fmla="*/ 8 w 19"/>
                  <a:gd name="T15" fmla="*/ 22 h 38"/>
                  <a:gd name="T16" fmla="*/ 7 w 19"/>
                  <a:gd name="T17" fmla="*/ 38 h 38"/>
                  <a:gd name="T18" fmla="*/ 0 w 19"/>
                  <a:gd name="T19" fmla="*/ 37 h 38"/>
                  <a:gd name="T20" fmla="*/ 0 w 19"/>
                  <a:gd name="T21" fmla="*/ 3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38">
                    <a:moveTo>
                      <a:pt x="0" y="37"/>
                    </a:moveTo>
                    <a:lnTo>
                      <a:pt x="2" y="5"/>
                    </a:lnTo>
                    <a:lnTo>
                      <a:pt x="3" y="0"/>
                    </a:lnTo>
                    <a:lnTo>
                      <a:pt x="19" y="23"/>
                    </a:lnTo>
                    <a:lnTo>
                      <a:pt x="19" y="24"/>
                    </a:lnTo>
                    <a:lnTo>
                      <a:pt x="19" y="25"/>
                    </a:lnTo>
                    <a:lnTo>
                      <a:pt x="14" y="28"/>
                    </a:lnTo>
                    <a:lnTo>
                      <a:pt x="8" y="22"/>
                    </a:lnTo>
                    <a:lnTo>
                      <a:pt x="7" y="38"/>
                    </a:lnTo>
                    <a:lnTo>
                      <a:pt x="0" y="37"/>
                    </a:lnTo>
                    <a:lnTo>
                      <a:pt x="0" y="3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9" name="Freeform 1348"/>
              <p:cNvSpPr/>
              <p:nvPr/>
            </p:nvSpPr>
            <p:spPr bwMode="auto">
              <a:xfrm>
                <a:off x="7091364" y="7491413"/>
                <a:ext cx="34925" cy="44450"/>
              </a:xfrm>
              <a:custGeom>
                <a:avLst/>
                <a:gdLst>
                  <a:gd name="T0" fmla="*/ 19 w 22"/>
                  <a:gd name="T1" fmla="*/ 0 h 28"/>
                  <a:gd name="T2" fmla="*/ 22 w 22"/>
                  <a:gd name="T3" fmla="*/ 28 h 28"/>
                  <a:gd name="T4" fmla="*/ 22 w 22"/>
                  <a:gd name="T5" fmla="*/ 28 h 28"/>
                  <a:gd name="T6" fmla="*/ 19 w 22"/>
                  <a:gd name="T7" fmla="*/ 28 h 28"/>
                  <a:gd name="T8" fmla="*/ 17 w 22"/>
                  <a:gd name="T9" fmla="*/ 9 h 28"/>
                  <a:gd name="T10" fmla="*/ 2 w 22"/>
                  <a:gd name="T11" fmla="*/ 27 h 28"/>
                  <a:gd name="T12" fmla="*/ 0 w 22"/>
                  <a:gd name="T13" fmla="*/ 25 h 28"/>
                  <a:gd name="T14" fmla="*/ 19 w 22"/>
                  <a:gd name="T15" fmla="*/ 0 h 28"/>
                  <a:gd name="T16" fmla="*/ 19 w 22"/>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8">
                    <a:moveTo>
                      <a:pt x="19" y="0"/>
                    </a:moveTo>
                    <a:lnTo>
                      <a:pt x="22" y="28"/>
                    </a:lnTo>
                    <a:lnTo>
                      <a:pt x="22" y="28"/>
                    </a:lnTo>
                    <a:lnTo>
                      <a:pt x="19" y="28"/>
                    </a:lnTo>
                    <a:lnTo>
                      <a:pt x="17" y="9"/>
                    </a:lnTo>
                    <a:lnTo>
                      <a:pt x="2" y="27"/>
                    </a:lnTo>
                    <a:lnTo>
                      <a:pt x="0" y="25"/>
                    </a:lnTo>
                    <a:lnTo>
                      <a:pt x="19" y="0"/>
                    </a:lnTo>
                    <a:lnTo>
                      <a:pt x="19"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0" name="Freeform 1349"/>
              <p:cNvSpPr/>
              <p:nvPr/>
            </p:nvSpPr>
            <p:spPr bwMode="auto">
              <a:xfrm>
                <a:off x="7086601" y="7483476"/>
                <a:ext cx="42863" cy="57150"/>
              </a:xfrm>
              <a:custGeom>
                <a:avLst/>
                <a:gdLst>
                  <a:gd name="T0" fmla="*/ 19 w 27"/>
                  <a:gd name="T1" fmla="*/ 20 h 36"/>
                  <a:gd name="T2" fmla="*/ 7 w 27"/>
                  <a:gd name="T3" fmla="*/ 34 h 36"/>
                  <a:gd name="T4" fmla="*/ 0 w 27"/>
                  <a:gd name="T5" fmla="*/ 30 h 36"/>
                  <a:gd name="T6" fmla="*/ 21 w 27"/>
                  <a:gd name="T7" fmla="*/ 4 h 36"/>
                  <a:gd name="T8" fmla="*/ 24 w 27"/>
                  <a:gd name="T9" fmla="*/ 0 h 36"/>
                  <a:gd name="T10" fmla="*/ 27 w 27"/>
                  <a:gd name="T11" fmla="*/ 34 h 36"/>
                  <a:gd name="T12" fmla="*/ 27 w 27"/>
                  <a:gd name="T13" fmla="*/ 35 h 36"/>
                  <a:gd name="T14" fmla="*/ 26 w 27"/>
                  <a:gd name="T15" fmla="*/ 35 h 36"/>
                  <a:gd name="T16" fmla="*/ 20 w 27"/>
                  <a:gd name="T17" fmla="*/ 36 h 36"/>
                  <a:gd name="T18" fmla="*/ 19 w 27"/>
                  <a:gd name="T19" fmla="*/ 20 h 36"/>
                  <a:gd name="T20" fmla="*/ 19 w 27"/>
                  <a:gd name="T21" fmla="*/ 2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36">
                    <a:moveTo>
                      <a:pt x="19" y="20"/>
                    </a:moveTo>
                    <a:lnTo>
                      <a:pt x="7" y="34"/>
                    </a:lnTo>
                    <a:lnTo>
                      <a:pt x="0" y="30"/>
                    </a:lnTo>
                    <a:lnTo>
                      <a:pt x="21" y="4"/>
                    </a:lnTo>
                    <a:lnTo>
                      <a:pt x="24" y="0"/>
                    </a:lnTo>
                    <a:lnTo>
                      <a:pt x="27" y="34"/>
                    </a:lnTo>
                    <a:lnTo>
                      <a:pt x="27" y="35"/>
                    </a:lnTo>
                    <a:lnTo>
                      <a:pt x="26" y="35"/>
                    </a:lnTo>
                    <a:lnTo>
                      <a:pt x="20" y="36"/>
                    </a:lnTo>
                    <a:lnTo>
                      <a:pt x="19" y="20"/>
                    </a:lnTo>
                    <a:lnTo>
                      <a:pt x="19" y="2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1" name="Freeform 1350"/>
              <p:cNvSpPr/>
              <p:nvPr/>
            </p:nvSpPr>
            <p:spPr bwMode="auto">
              <a:xfrm>
                <a:off x="7105651" y="7497763"/>
                <a:ext cx="17463" cy="33338"/>
              </a:xfrm>
              <a:custGeom>
                <a:avLst/>
                <a:gdLst>
                  <a:gd name="T0" fmla="*/ 8 w 11"/>
                  <a:gd name="T1" fmla="*/ 0 h 21"/>
                  <a:gd name="T2" fmla="*/ 11 w 11"/>
                  <a:gd name="T3" fmla="*/ 2 h 21"/>
                  <a:gd name="T4" fmla="*/ 3 w 11"/>
                  <a:gd name="T5" fmla="*/ 21 h 21"/>
                  <a:gd name="T6" fmla="*/ 0 w 11"/>
                  <a:gd name="T7" fmla="*/ 19 h 21"/>
                  <a:gd name="T8" fmla="*/ 8 w 11"/>
                  <a:gd name="T9" fmla="*/ 0 h 21"/>
                  <a:gd name="T10" fmla="*/ 8 w 11"/>
                  <a:gd name="T11" fmla="*/ 0 h 21"/>
                </a:gdLst>
                <a:ahLst/>
                <a:cxnLst>
                  <a:cxn ang="0">
                    <a:pos x="T0" y="T1"/>
                  </a:cxn>
                  <a:cxn ang="0">
                    <a:pos x="T2" y="T3"/>
                  </a:cxn>
                  <a:cxn ang="0">
                    <a:pos x="T4" y="T5"/>
                  </a:cxn>
                  <a:cxn ang="0">
                    <a:pos x="T6" y="T7"/>
                  </a:cxn>
                  <a:cxn ang="0">
                    <a:pos x="T8" y="T9"/>
                  </a:cxn>
                  <a:cxn ang="0">
                    <a:pos x="T10" y="T11"/>
                  </a:cxn>
                </a:cxnLst>
                <a:rect l="0" t="0" r="r" b="b"/>
                <a:pathLst>
                  <a:path w="11" h="21">
                    <a:moveTo>
                      <a:pt x="8" y="0"/>
                    </a:moveTo>
                    <a:lnTo>
                      <a:pt x="11" y="2"/>
                    </a:lnTo>
                    <a:lnTo>
                      <a:pt x="3" y="21"/>
                    </a:lnTo>
                    <a:lnTo>
                      <a:pt x="0" y="19"/>
                    </a:lnTo>
                    <a:lnTo>
                      <a:pt x="8" y="0"/>
                    </a:lnTo>
                    <a:lnTo>
                      <a:pt x="8"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2" name="Freeform 1351"/>
              <p:cNvSpPr/>
              <p:nvPr/>
            </p:nvSpPr>
            <p:spPr bwMode="auto">
              <a:xfrm>
                <a:off x="7102476" y="7494588"/>
                <a:ext cx="23813" cy="39688"/>
              </a:xfrm>
              <a:custGeom>
                <a:avLst/>
                <a:gdLst>
                  <a:gd name="T0" fmla="*/ 0 w 15"/>
                  <a:gd name="T1" fmla="*/ 23 h 25"/>
                  <a:gd name="T2" fmla="*/ 8 w 15"/>
                  <a:gd name="T3" fmla="*/ 2 h 25"/>
                  <a:gd name="T4" fmla="*/ 9 w 15"/>
                  <a:gd name="T5" fmla="*/ 0 h 25"/>
                  <a:gd name="T6" fmla="*/ 15 w 15"/>
                  <a:gd name="T7" fmla="*/ 2 h 25"/>
                  <a:gd name="T8" fmla="*/ 8 w 15"/>
                  <a:gd name="T9" fmla="*/ 25 h 25"/>
                  <a:gd name="T10" fmla="*/ 0 w 15"/>
                  <a:gd name="T11" fmla="*/ 23 h 25"/>
                  <a:gd name="T12" fmla="*/ 0 w 15"/>
                  <a:gd name="T13" fmla="*/ 23 h 25"/>
                </a:gdLst>
                <a:ahLst/>
                <a:cxnLst>
                  <a:cxn ang="0">
                    <a:pos x="T0" y="T1"/>
                  </a:cxn>
                  <a:cxn ang="0">
                    <a:pos x="T2" y="T3"/>
                  </a:cxn>
                  <a:cxn ang="0">
                    <a:pos x="T4" y="T5"/>
                  </a:cxn>
                  <a:cxn ang="0">
                    <a:pos x="T6" y="T7"/>
                  </a:cxn>
                  <a:cxn ang="0">
                    <a:pos x="T8" y="T9"/>
                  </a:cxn>
                  <a:cxn ang="0">
                    <a:pos x="T10" y="T11"/>
                  </a:cxn>
                  <a:cxn ang="0">
                    <a:pos x="T12" y="T13"/>
                  </a:cxn>
                </a:cxnLst>
                <a:rect l="0" t="0" r="r" b="b"/>
                <a:pathLst>
                  <a:path w="15" h="25">
                    <a:moveTo>
                      <a:pt x="0" y="23"/>
                    </a:moveTo>
                    <a:lnTo>
                      <a:pt x="8" y="2"/>
                    </a:lnTo>
                    <a:lnTo>
                      <a:pt x="9" y="0"/>
                    </a:lnTo>
                    <a:lnTo>
                      <a:pt x="15" y="2"/>
                    </a:lnTo>
                    <a:lnTo>
                      <a:pt x="8" y="25"/>
                    </a:lnTo>
                    <a:lnTo>
                      <a:pt x="0" y="23"/>
                    </a:lnTo>
                    <a:lnTo>
                      <a:pt x="0" y="2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3" name="Freeform 1352"/>
              <p:cNvSpPr/>
              <p:nvPr/>
            </p:nvSpPr>
            <p:spPr bwMode="auto">
              <a:xfrm>
                <a:off x="7078664" y="7573963"/>
                <a:ext cx="9525" cy="7938"/>
              </a:xfrm>
              <a:custGeom>
                <a:avLst/>
                <a:gdLst>
                  <a:gd name="T0" fmla="*/ 0 w 6"/>
                  <a:gd name="T1" fmla="*/ 2 h 5"/>
                  <a:gd name="T2" fmla="*/ 5 w 6"/>
                  <a:gd name="T3" fmla="*/ 0 h 5"/>
                  <a:gd name="T4" fmla="*/ 6 w 6"/>
                  <a:gd name="T5" fmla="*/ 3 h 5"/>
                  <a:gd name="T6" fmla="*/ 1 w 6"/>
                  <a:gd name="T7" fmla="*/ 5 h 5"/>
                  <a:gd name="T8" fmla="*/ 0 w 6"/>
                  <a:gd name="T9" fmla="*/ 2 h 5"/>
                  <a:gd name="T10" fmla="*/ 0 w 6"/>
                  <a:gd name="T11" fmla="*/ 2 h 5"/>
                </a:gdLst>
                <a:ahLst/>
                <a:cxnLst>
                  <a:cxn ang="0">
                    <a:pos x="T0" y="T1"/>
                  </a:cxn>
                  <a:cxn ang="0">
                    <a:pos x="T2" y="T3"/>
                  </a:cxn>
                  <a:cxn ang="0">
                    <a:pos x="T4" y="T5"/>
                  </a:cxn>
                  <a:cxn ang="0">
                    <a:pos x="T6" y="T7"/>
                  </a:cxn>
                  <a:cxn ang="0">
                    <a:pos x="T8" y="T9"/>
                  </a:cxn>
                  <a:cxn ang="0">
                    <a:pos x="T10" y="T11"/>
                  </a:cxn>
                </a:cxnLst>
                <a:rect l="0" t="0" r="r" b="b"/>
                <a:pathLst>
                  <a:path w="6" h="5">
                    <a:moveTo>
                      <a:pt x="0" y="2"/>
                    </a:moveTo>
                    <a:lnTo>
                      <a:pt x="5" y="0"/>
                    </a:lnTo>
                    <a:lnTo>
                      <a:pt x="6" y="3"/>
                    </a:lnTo>
                    <a:lnTo>
                      <a:pt x="1" y="5"/>
                    </a:lnTo>
                    <a:lnTo>
                      <a:pt x="0" y="2"/>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4" name="Freeform 1353"/>
              <p:cNvSpPr/>
              <p:nvPr/>
            </p:nvSpPr>
            <p:spPr bwMode="auto">
              <a:xfrm>
                <a:off x="7072314" y="7569201"/>
                <a:ext cx="20638" cy="19050"/>
              </a:xfrm>
              <a:custGeom>
                <a:avLst/>
                <a:gdLst>
                  <a:gd name="T0" fmla="*/ 2 w 13"/>
                  <a:gd name="T1" fmla="*/ 10 h 12"/>
                  <a:gd name="T2" fmla="*/ 1 w 13"/>
                  <a:gd name="T3" fmla="*/ 6 h 12"/>
                  <a:gd name="T4" fmla="*/ 4 w 13"/>
                  <a:gd name="T5" fmla="*/ 5 h 12"/>
                  <a:gd name="T6" fmla="*/ 4 w 13"/>
                  <a:gd name="T7" fmla="*/ 7 h 12"/>
                  <a:gd name="T8" fmla="*/ 4 w 13"/>
                  <a:gd name="T9" fmla="*/ 5 h 12"/>
                  <a:gd name="T10" fmla="*/ 1 w 13"/>
                  <a:gd name="T11" fmla="*/ 6 h 12"/>
                  <a:gd name="T12" fmla="*/ 0 w 13"/>
                  <a:gd name="T13" fmla="*/ 4 h 12"/>
                  <a:gd name="T14" fmla="*/ 9 w 13"/>
                  <a:gd name="T15" fmla="*/ 0 h 12"/>
                  <a:gd name="T16" fmla="*/ 13 w 13"/>
                  <a:gd name="T17" fmla="*/ 7 h 12"/>
                  <a:gd name="T18" fmla="*/ 4 w 13"/>
                  <a:gd name="T19" fmla="*/ 12 h 12"/>
                  <a:gd name="T20" fmla="*/ 2 w 13"/>
                  <a:gd name="T21" fmla="*/ 10 h 12"/>
                  <a:gd name="T22" fmla="*/ 2 w 13"/>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2">
                    <a:moveTo>
                      <a:pt x="2" y="10"/>
                    </a:moveTo>
                    <a:lnTo>
                      <a:pt x="1" y="6"/>
                    </a:lnTo>
                    <a:lnTo>
                      <a:pt x="4" y="5"/>
                    </a:lnTo>
                    <a:lnTo>
                      <a:pt x="4" y="7"/>
                    </a:lnTo>
                    <a:lnTo>
                      <a:pt x="4" y="5"/>
                    </a:lnTo>
                    <a:lnTo>
                      <a:pt x="1" y="6"/>
                    </a:lnTo>
                    <a:lnTo>
                      <a:pt x="0" y="4"/>
                    </a:lnTo>
                    <a:lnTo>
                      <a:pt x="9" y="0"/>
                    </a:lnTo>
                    <a:lnTo>
                      <a:pt x="13" y="7"/>
                    </a:lnTo>
                    <a:lnTo>
                      <a:pt x="4" y="12"/>
                    </a:lnTo>
                    <a:lnTo>
                      <a:pt x="2" y="10"/>
                    </a:lnTo>
                    <a:lnTo>
                      <a:pt x="2" y="1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5" name="Freeform 1354"/>
              <p:cNvSpPr/>
              <p:nvPr/>
            </p:nvSpPr>
            <p:spPr bwMode="auto">
              <a:xfrm>
                <a:off x="7159626" y="7567613"/>
                <a:ext cx="9525" cy="7938"/>
              </a:xfrm>
              <a:custGeom>
                <a:avLst/>
                <a:gdLst>
                  <a:gd name="T0" fmla="*/ 0 w 6"/>
                  <a:gd name="T1" fmla="*/ 2 h 5"/>
                  <a:gd name="T2" fmla="*/ 4 w 6"/>
                  <a:gd name="T3" fmla="*/ 0 h 5"/>
                  <a:gd name="T4" fmla="*/ 6 w 6"/>
                  <a:gd name="T5" fmla="*/ 3 h 5"/>
                  <a:gd name="T6" fmla="*/ 1 w 6"/>
                  <a:gd name="T7" fmla="*/ 5 h 5"/>
                  <a:gd name="T8" fmla="*/ 0 w 6"/>
                  <a:gd name="T9" fmla="*/ 2 h 5"/>
                  <a:gd name="T10" fmla="*/ 0 w 6"/>
                  <a:gd name="T11" fmla="*/ 2 h 5"/>
                </a:gdLst>
                <a:ahLst/>
                <a:cxnLst>
                  <a:cxn ang="0">
                    <a:pos x="T0" y="T1"/>
                  </a:cxn>
                  <a:cxn ang="0">
                    <a:pos x="T2" y="T3"/>
                  </a:cxn>
                  <a:cxn ang="0">
                    <a:pos x="T4" y="T5"/>
                  </a:cxn>
                  <a:cxn ang="0">
                    <a:pos x="T6" y="T7"/>
                  </a:cxn>
                  <a:cxn ang="0">
                    <a:pos x="T8" y="T9"/>
                  </a:cxn>
                  <a:cxn ang="0">
                    <a:pos x="T10" y="T11"/>
                  </a:cxn>
                </a:cxnLst>
                <a:rect l="0" t="0" r="r" b="b"/>
                <a:pathLst>
                  <a:path w="6" h="5">
                    <a:moveTo>
                      <a:pt x="0" y="2"/>
                    </a:moveTo>
                    <a:lnTo>
                      <a:pt x="4" y="0"/>
                    </a:lnTo>
                    <a:lnTo>
                      <a:pt x="6" y="3"/>
                    </a:lnTo>
                    <a:lnTo>
                      <a:pt x="1" y="5"/>
                    </a:lnTo>
                    <a:lnTo>
                      <a:pt x="0" y="2"/>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6" name="Freeform 1355"/>
              <p:cNvSpPr/>
              <p:nvPr/>
            </p:nvSpPr>
            <p:spPr bwMode="auto">
              <a:xfrm>
                <a:off x="7154864" y="7561263"/>
                <a:ext cx="19050" cy="17463"/>
              </a:xfrm>
              <a:custGeom>
                <a:avLst/>
                <a:gdLst>
                  <a:gd name="T0" fmla="*/ 3 w 12"/>
                  <a:gd name="T1" fmla="*/ 10 h 11"/>
                  <a:gd name="T2" fmla="*/ 1 w 12"/>
                  <a:gd name="T3" fmla="*/ 7 h 11"/>
                  <a:gd name="T4" fmla="*/ 3 w 12"/>
                  <a:gd name="T5" fmla="*/ 6 h 11"/>
                  <a:gd name="T6" fmla="*/ 4 w 12"/>
                  <a:gd name="T7" fmla="*/ 8 h 11"/>
                  <a:gd name="T8" fmla="*/ 3 w 12"/>
                  <a:gd name="T9" fmla="*/ 6 h 11"/>
                  <a:gd name="T10" fmla="*/ 1 w 12"/>
                  <a:gd name="T11" fmla="*/ 7 h 11"/>
                  <a:gd name="T12" fmla="*/ 0 w 12"/>
                  <a:gd name="T13" fmla="*/ 5 h 11"/>
                  <a:gd name="T14" fmla="*/ 9 w 12"/>
                  <a:gd name="T15" fmla="*/ 0 h 11"/>
                  <a:gd name="T16" fmla="*/ 12 w 12"/>
                  <a:gd name="T17" fmla="*/ 8 h 11"/>
                  <a:gd name="T18" fmla="*/ 3 w 12"/>
                  <a:gd name="T19" fmla="*/ 11 h 11"/>
                  <a:gd name="T20" fmla="*/ 3 w 12"/>
                  <a:gd name="T21" fmla="*/ 10 h 11"/>
                  <a:gd name="T22" fmla="*/ 3 w 12"/>
                  <a:gd name="T23"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1">
                    <a:moveTo>
                      <a:pt x="3" y="10"/>
                    </a:moveTo>
                    <a:lnTo>
                      <a:pt x="1" y="7"/>
                    </a:lnTo>
                    <a:lnTo>
                      <a:pt x="3" y="6"/>
                    </a:lnTo>
                    <a:lnTo>
                      <a:pt x="4" y="8"/>
                    </a:lnTo>
                    <a:lnTo>
                      <a:pt x="3" y="6"/>
                    </a:lnTo>
                    <a:lnTo>
                      <a:pt x="1" y="7"/>
                    </a:lnTo>
                    <a:lnTo>
                      <a:pt x="0" y="5"/>
                    </a:lnTo>
                    <a:lnTo>
                      <a:pt x="9" y="0"/>
                    </a:lnTo>
                    <a:lnTo>
                      <a:pt x="12" y="8"/>
                    </a:lnTo>
                    <a:lnTo>
                      <a:pt x="3" y="11"/>
                    </a:lnTo>
                    <a:lnTo>
                      <a:pt x="3" y="10"/>
                    </a:lnTo>
                    <a:lnTo>
                      <a:pt x="3" y="1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7" name="Freeform 1356"/>
              <p:cNvSpPr/>
              <p:nvPr/>
            </p:nvSpPr>
            <p:spPr bwMode="auto">
              <a:xfrm>
                <a:off x="7072314" y="7613651"/>
                <a:ext cx="96838" cy="44450"/>
              </a:xfrm>
              <a:custGeom>
                <a:avLst/>
                <a:gdLst>
                  <a:gd name="T0" fmla="*/ 3 w 55"/>
                  <a:gd name="T1" fmla="*/ 9 h 25"/>
                  <a:gd name="T2" fmla="*/ 0 w 55"/>
                  <a:gd name="T3" fmla="*/ 1 h 25"/>
                  <a:gd name="T4" fmla="*/ 0 w 55"/>
                  <a:gd name="T5" fmla="*/ 1 h 25"/>
                  <a:gd name="T6" fmla="*/ 3 w 55"/>
                  <a:gd name="T7" fmla="*/ 0 h 25"/>
                  <a:gd name="T8" fmla="*/ 6 w 55"/>
                  <a:gd name="T9" fmla="*/ 8 h 25"/>
                  <a:gd name="T10" fmla="*/ 6 w 55"/>
                  <a:gd name="T11" fmla="*/ 8 h 25"/>
                  <a:gd name="T12" fmla="*/ 23 w 55"/>
                  <a:gd name="T13" fmla="*/ 21 h 25"/>
                  <a:gd name="T14" fmla="*/ 23 w 55"/>
                  <a:gd name="T15" fmla="*/ 21 h 25"/>
                  <a:gd name="T16" fmla="*/ 36 w 55"/>
                  <a:gd name="T17" fmla="*/ 17 h 25"/>
                  <a:gd name="T18" fmla="*/ 36 w 55"/>
                  <a:gd name="T19" fmla="*/ 17 h 25"/>
                  <a:gd name="T20" fmla="*/ 47 w 55"/>
                  <a:gd name="T21" fmla="*/ 9 h 25"/>
                  <a:gd name="T22" fmla="*/ 47 w 55"/>
                  <a:gd name="T23" fmla="*/ 9 h 25"/>
                  <a:gd name="T24" fmla="*/ 52 w 55"/>
                  <a:gd name="T25" fmla="*/ 3 h 25"/>
                  <a:gd name="T26" fmla="*/ 52 w 55"/>
                  <a:gd name="T27" fmla="*/ 3 h 25"/>
                  <a:gd name="T28" fmla="*/ 52 w 55"/>
                  <a:gd name="T29" fmla="*/ 3 h 25"/>
                  <a:gd name="T30" fmla="*/ 52 w 55"/>
                  <a:gd name="T31" fmla="*/ 3 h 25"/>
                  <a:gd name="T32" fmla="*/ 52 w 55"/>
                  <a:gd name="T33" fmla="*/ 3 h 25"/>
                  <a:gd name="T34" fmla="*/ 52 w 55"/>
                  <a:gd name="T35" fmla="*/ 3 h 25"/>
                  <a:gd name="T36" fmla="*/ 52 w 55"/>
                  <a:gd name="T37" fmla="*/ 3 h 25"/>
                  <a:gd name="T38" fmla="*/ 54 w 55"/>
                  <a:gd name="T39" fmla="*/ 2 h 25"/>
                  <a:gd name="T40" fmla="*/ 54 w 55"/>
                  <a:gd name="T41" fmla="*/ 6 h 25"/>
                  <a:gd name="T42" fmla="*/ 54 w 55"/>
                  <a:gd name="T43" fmla="*/ 6 h 25"/>
                  <a:gd name="T44" fmla="*/ 50 w 55"/>
                  <a:gd name="T45" fmla="*/ 11 h 25"/>
                  <a:gd name="T46" fmla="*/ 50 w 55"/>
                  <a:gd name="T47" fmla="*/ 11 h 25"/>
                  <a:gd name="T48" fmla="*/ 37 w 55"/>
                  <a:gd name="T49" fmla="*/ 20 h 25"/>
                  <a:gd name="T50" fmla="*/ 37 w 55"/>
                  <a:gd name="T51" fmla="*/ 20 h 25"/>
                  <a:gd name="T52" fmla="*/ 24 w 55"/>
                  <a:gd name="T53" fmla="*/ 24 h 25"/>
                  <a:gd name="T54" fmla="*/ 24 w 55"/>
                  <a:gd name="T55" fmla="*/ 24 h 25"/>
                  <a:gd name="T56" fmla="*/ 3 w 55"/>
                  <a:gd name="T57" fmla="*/ 9 h 25"/>
                  <a:gd name="T58" fmla="*/ 3 w 55"/>
                  <a:gd name="T59" fmla="*/ 9 h 25"/>
                  <a:gd name="T60" fmla="*/ 3 w 55"/>
                  <a:gd name="T6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25">
                    <a:moveTo>
                      <a:pt x="3" y="9"/>
                    </a:moveTo>
                    <a:cubicBezTo>
                      <a:pt x="1" y="5"/>
                      <a:pt x="0" y="1"/>
                      <a:pt x="0" y="1"/>
                    </a:cubicBezTo>
                    <a:cubicBezTo>
                      <a:pt x="0" y="1"/>
                      <a:pt x="0" y="1"/>
                      <a:pt x="0" y="1"/>
                    </a:cubicBezTo>
                    <a:cubicBezTo>
                      <a:pt x="3" y="0"/>
                      <a:pt x="3" y="0"/>
                      <a:pt x="3" y="0"/>
                    </a:cubicBezTo>
                    <a:cubicBezTo>
                      <a:pt x="3" y="0"/>
                      <a:pt x="4" y="4"/>
                      <a:pt x="6" y="8"/>
                    </a:cubicBezTo>
                    <a:cubicBezTo>
                      <a:pt x="6" y="8"/>
                      <a:pt x="6" y="8"/>
                      <a:pt x="6" y="8"/>
                    </a:cubicBezTo>
                    <a:cubicBezTo>
                      <a:pt x="9" y="14"/>
                      <a:pt x="15" y="22"/>
                      <a:pt x="23" y="21"/>
                    </a:cubicBezTo>
                    <a:cubicBezTo>
                      <a:pt x="23" y="21"/>
                      <a:pt x="23" y="21"/>
                      <a:pt x="23" y="21"/>
                    </a:cubicBezTo>
                    <a:cubicBezTo>
                      <a:pt x="28" y="20"/>
                      <a:pt x="32" y="19"/>
                      <a:pt x="36" y="17"/>
                    </a:cubicBezTo>
                    <a:cubicBezTo>
                      <a:pt x="36" y="17"/>
                      <a:pt x="36" y="17"/>
                      <a:pt x="36" y="17"/>
                    </a:cubicBezTo>
                    <a:cubicBezTo>
                      <a:pt x="40" y="15"/>
                      <a:pt x="45" y="12"/>
                      <a:pt x="47" y="9"/>
                    </a:cubicBezTo>
                    <a:cubicBezTo>
                      <a:pt x="47" y="9"/>
                      <a:pt x="47" y="9"/>
                      <a:pt x="47" y="9"/>
                    </a:cubicBezTo>
                    <a:cubicBezTo>
                      <a:pt x="50" y="6"/>
                      <a:pt x="52" y="4"/>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4" y="2"/>
                      <a:pt x="54" y="2"/>
                      <a:pt x="54" y="2"/>
                    </a:cubicBezTo>
                    <a:cubicBezTo>
                      <a:pt x="55" y="4"/>
                      <a:pt x="54" y="5"/>
                      <a:pt x="54" y="6"/>
                    </a:cubicBezTo>
                    <a:cubicBezTo>
                      <a:pt x="54" y="6"/>
                      <a:pt x="54" y="6"/>
                      <a:pt x="54" y="6"/>
                    </a:cubicBezTo>
                    <a:cubicBezTo>
                      <a:pt x="53" y="8"/>
                      <a:pt x="52" y="9"/>
                      <a:pt x="50" y="11"/>
                    </a:cubicBezTo>
                    <a:cubicBezTo>
                      <a:pt x="50" y="11"/>
                      <a:pt x="50" y="11"/>
                      <a:pt x="50" y="11"/>
                    </a:cubicBezTo>
                    <a:cubicBezTo>
                      <a:pt x="47" y="14"/>
                      <a:pt x="42" y="17"/>
                      <a:pt x="37" y="20"/>
                    </a:cubicBezTo>
                    <a:cubicBezTo>
                      <a:pt x="37" y="20"/>
                      <a:pt x="37" y="20"/>
                      <a:pt x="37" y="20"/>
                    </a:cubicBezTo>
                    <a:cubicBezTo>
                      <a:pt x="33" y="22"/>
                      <a:pt x="28" y="23"/>
                      <a:pt x="24" y="24"/>
                    </a:cubicBezTo>
                    <a:cubicBezTo>
                      <a:pt x="24" y="24"/>
                      <a:pt x="24" y="24"/>
                      <a:pt x="24" y="24"/>
                    </a:cubicBezTo>
                    <a:cubicBezTo>
                      <a:pt x="13" y="25"/>
                      <a:pt x="7" y="16"/>
                      <a:pt x="3" y="9"/>
                    </a:cubicBezTo>
                    <a:cubicBezTo>
                      <a:pt x="3" y="9"/>
                      <a:pt x="3" y="9"/>
                      <a:pt x="3" y="9"/>
                    </a:cubicBezTo>
                    <a:cubicBezTo>
                      <a:pt x="3" y="9"/>
                      <a:pt x="3" y="9"/>
                      <a:pt x="3"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8" name="Freeform 1357"/>
              <p:cNvSpPr>
                <a:spLocks noEditPoints="1"/>
              </p:cNvSpPr>
              <p:nvPr/>
            </p:nvSpPr>
            <p:spPr bwMode="auto">
              <a:xfrm>
                <a:off x="7069139" y="7610476"/>
                <a:ext cx="103188" cy="49213"/>
              </a:xfrm>
              <a:custGeom>
                <a:avLst/>
                <a:gdLst>
                  <a:gd name="T0" fmla="*/ 24 w 59"/>
                  <a:gd name="T1" fmla="*/ 28 h 28"/>
                  <a:gd name="T2" fmla="*/ 3 w 59"/>
                  <a:gd name="T3" fmla="*/ 12 h 28"/>
                  <a:gd name="T4" fmla="*/ 3 w 59"/>
                  <a:gd name="T5" fmla="*/ 12 h 28"/>
                  <a:gd name="T6" fmla="*/ 3 w 59"/>
                  <a:gd name="T7" fmla="*/ 12 h 28"/>
                  <a:gd name="T8" fmla="*/ 3 w 59"/>
                  <a:gd name="T9" fmla="*/ 12 h 28"/>
                  <a:gd name="T10" fmla="*/ 0 w 59"/>
                  <a:gd name="T11" fmla="*/ 3 h 28"/>
                  <a:gd name="T12" fmla="*/ 0 w 59"/>
                  <a:gd name="T13" fmla="*/ 3 h 28"/>
                  <a:gd name="T14" fmla="*/ 0 w 59"/>
                  <a:gd name="T15" fmla="*/ 1 h 28"/>
                  <a:gd name="T16" fmla="*/ 2 w 59"/>
                  <a:gd name="T17" fmla="*/ 1 h 28"/>
                  <a:gd name="T18" fmla="*/ 5 w 59"/>
                  <a:gd name="T19" fmla="*/ 0 h 28"/>
                  <a:gd name="T20" fmla="*/ 5 w 59"/>
                  <a:gd name="T21" fmla="*/ 0 h 28"/>
                  <a:gd name="T22" fmla="*/ 7 w 59"/>
                  <a:gd name="T23" fmla="*/ 1 h 28"/>
                  <a:gd name="T24" fmla="*/ 7 w 59"/>
                  <a:gd name="T25" fmla="*/ 1 h 28"/>
                  <a:gd name="T26" fmla="*/ 7 w 59"/>
                  <a:gd name="T27" fmla="*/ 1 h 28"/>
                  <a:gd name="T28" fmla="*/ 7 w 59"/>
                  <a:gd name="T29" fmla="*/ 1 h 28"/>
                  <a:gd name="T30" fmla="*/ 7 w 59"/>
                  <a:gd name="T31" fmla="*/ 1 h 28"/>
                  <a:gd name="T32" fmla="*/ 7 w 59"/>
                  <a:gd name="T33" fmla="*/ 1 h 28"/>
                  <a:gd name="T34" fmla="*/ 7 w 59"/>
                  <a:gd name="T35" fmla="*/ 2 h 28"/>
                  <a:gd name="T36" fmla="*/ 7 w 59"/>
                  <a:gd name="T37" fmla="*/ 2 h 28"/>
                  <a:gd name="T38" fmla="*/ 7 w 59"/>
                  <a:gd name="T39" fmla="*/ 2 h 28"/>
                  <a:gd name="T40" fmla="*/ 7 w 59"/>
                  <a:gd name="T41" fmla="*/ 2 h 28"/>
                  <a:gd name="T42" fmla="*/ 7 w 59"/>
                  <a:gd name="T43" fmla="*/ 2 h 28"/>
                  <a:gd name="T44" fmla="*/ 7 w 59"/>
                  <a:gd name="T45" fmla="*/ 2 h 28"/>
                  <a:gd name="T46" fmla="*/ 8 w 59"/>
                  <a:gd name="T47" fmla="*/ 4 h 28"/>
                  <a:gd name="T48" fmla="*/ 8 w 59"/>
                  <a:gd name="T49" fmla="*/ 4 h 28"/>
                  <a:gd name="T50" fmla="*/ 10 w 59"/>
                  <a:gd name="T51" fmla="*/ 9 h 28"/>
                  <a:gd name="T52" fmla="*/ 10 w 59"/>
                  <a:gd name="T53" fmla="*/ 9 h 28"/>
                  <a:gd name="T54" fmla="*/ 24 w 59"/>
                  <a:gd name="T55" fmla="*/ 21 h 28"/>
                  <a:gd name="T56" fmla="*/ 24 w 59"/>
                  <a:gd name="T57" fmla="*/ 21 h 28"/>
                  <a:gd name="T58" fmla="*/ 25 w 59"/>
                  <a:gd name="T59" fmla="*/ 21 h 28"/>
                  <a:gd name="T60" fmla="*/ 25 w 59"/>
                  <a:gd name="T61" fmla="*/ 21 h 28"/>
                  <a:gd name="T62" fmla="*/ 37 w 59"/>
                  <a:gd name="T63" fmla="*/ 17 h 28"/>
                  <a:gd name="T64" fmla="*/ 37 w 59"/>
                  <a:gd name="T65" fmla="*/ 17 h 28"/>
                  <a:gd name="T66" fmla="*/ 48 w 59"/>
                  <a:gd name="T67" fmla="*/ 9 h 28"/>
                  <a:gd name="T68" fmla="*/ 48 w 59"/>
                  <a:gd name="T69" fmla="*/ 9 h 28"/>
                  <a:gd name="T70" fmla="*/ 51 w 59"/>
                  <a:gd name="T71" fmla="*/ 5 h 28"/>
                  <a:gd name="T72" fmla="*/ 51 w 59"/>
                  <a:gd name="T73" fmla="*/ 5 h 28"/>
                  <a:gd name="T74" fmla="*/ 51 w 59"/>
                  <a:gd name="T75" fmla="*/ 3 h 28"/>
                  <a:gd name="T76" fmla="*/ 53 w 59"/>
                  <a:gd name="T77" fmla="*/ 3 h 28"/>
                  <a:gd name="T78" fmla="*/ 57 w 59"/>
                  <a:gd name="T79" fmla="*/ 1 h 28"/>
                  <a:gd name="T80" fmla="*/ 58 w 59"/>
                  <a:gd name="T81" fmla="*/ 3 h 28"/>
                  <a:gd name="T82" fmla="*/ 59 w 59"/>
                  <a:gd name="T83" fmla="*/ 5 h 28"/>
                  <a:gd name="T84" fmla="*/ 59 w 59"/>
                  <a:gd name="T85" fmla="*/ 5 h 28"/>
                  <a:gd name="T86" fmla="*/ 57 w 59"/>
                  <a:gd name="T87" fmla="*/ 9 h 28"/>
                  <a:gd name="T88" fmla="*/ 57 w 59"/>
                  <a:gd name="T89" fmla="*/ 9 h 28"/>
                  <a:gd name="T90" fmla="*/ 53 w 59"/>
                  <a:gd name="T91" fmla="*/ 14 h 28"/>
                  <a:gd name="T92" fmla="*/ 53 w 59"/>
                  <a:gd name="T93" fmla="*/ 14 h 28"/>
                  <a:gd name="T94" fmla="*/ 40 w 59"/>
                  <a:gd name="T95" fmla="*/ 23 h 28"/>
                  <a:gd name="T96" fmla="*/ 40 w 59"/>
                  <a:gd name="T97" fmla="*/ 23 h 28"/>
                  <a:gd name="T98" fmla="*/ 26 w 59"/>
                  <a:gd name="T99" fmla="*/ 28 h 28"/>
                  <a:gd name="T100" fmla="*/ 26 w 59"/>
                  <a:gd name="T101" fmla="*/ 28 h 28"/>
                  <a:gd name="T102" fmla="*/ 24 w 59"/>
                  <a:gd name="T103" fmla="*/ 28 h 28"/>
                  <a:gd name="T104" fmla="*/ 24 w 59"/>
                  <a:gd name="T105" fmla="*/ 28 h 28"/>
                  <a:gd name="T106" fmla="*/ 24 w 59"/>
                  <a:gd name="T107" fmla="*/ 28 h 28"/>
                  <a:gd name="T108" fmla="*/ 5 w 59"/>
                  <a:gd name="T109" fmla="*/ 11 h 28"/>
                  <a:gd name="T110" fmla="*/ 6 w 59"/>
                  <a:gd name="T111" fmla="*/ 11 h 28"/>
                  <a:gd name="T112" fmla="*/ 6 w 59"/>
                  <a:gd name="T113" fmla="*/ 11 h 28"/>
                  <a:gd name="T114" fmla="*/ 6 w 59"/>
                  <a:gd name="T115" fmla="*/ 11 h 28"/>
                  <a:gd name="T116" fmla="*/ 5 w 59"/>
                  <a:gd name="T117" fmla="*/ 1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9" h="28">
                    <a:moveTo>
                      <a:pt x="24" y="28"/>
                    </a:moveTo>
                    <a:cubicBezTo>
                      <a:pt x="13" y="28"/>
                      <a:pt x="7" y="19"/>
                      <a:pt x="3" y="12"/>
                    </a:cubicBezTo>
                    <a:cubicBezTo>
                      <a:pt x="3" y="12"/>
                      <a:pt x="3" y="12"/>
                      <a:pt x="3" y="12"/>
                    </a:cubicBezTo>
                    <a:cubicBezTo>
                      <a:pt x="3" y="12"/>
                      <a:pt x="3" y="12"/>
                      <a:pt x="3" y="12"/>
                    </a:cubicBezTo>
                    <a:cubicBezTo>
                      <a:pt x="3" y="12"/>
                      <a:pt x="3" y="12"/>
                      <a:pt x="3" y="12"/>
                    </a:cubicBezTo>
                    <a:cubicBezTo>
                      <a:pt x="1" y="7"/>
                      <a:pt x="0" y="3"/>
                      <a:pt x="0" y="3"/>
                    </a:cubicBezTo>
                    <a:cubicBezTo>
                      <a:pt x="0" y="3"/>
                      <a:pt x="0" y="3"/>
                      <a:pt x="0" y="3"/>
                    </a:cubicBezTo>
                    <a:cubicBezTo>
                      <a:pt x="0" y="1"/>
                      <a:pt x="0" y="1"/>
                      <a:pt x="0" y="1"/>
                    </a:cubicBezTo>
                    <a:cubicBezTo>
                      <a:pt x="2" y="1"/>
                      <a:pt x="2" y="1"/>
                      <a:pt x="2" y="1"/>
                    </a:cubicBezTo>
                    <a:cubicBezTo>
                      <a:pt x="5" y="0"/>
                      <a:pt x="5" y="0"/>
                      <a:pt x="5" y="0"/>
                    </a:cubicBezTo>
                    <a:cubicBezTo>
                      <a:pt x="5" y="0"/>
                      <a:pt x="5" y="0"/>
                      <a:pt x="5"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3"/>
                      <a:pt x="8" y="4"/>
                    </a:cubicBezTo>
                    <a:cubicBezTo>
                      <a:pt x="8" y="4"/>
                      <a:pt x="8" y="4"/>
                      <a:pt x="8" y="4"/>
                    </a:cubicBezTo>
                    <a:cubicBezTo>
                      <a:pt x="8" y="5"/>
                      <a:pt x="9" y="7"/>
                      <a:pt x="10" y="9"/>
                    </a:cubicBezTo>
                    <a:cubicBezTo>
                      <a:pt x="10" y="9"/>
                      <a:pt x="10" y="9"/>
                      <a:pt x="10" y="9"/>
                    </a:cubicBezTo>
                    <a:cubicBezTo>
                      <a:pt x="13" y="15"/>
                      <a:pt x="17" y="21"/>
                      <a:pt x="24" y="21"/>
                    </a:cubicBezTo>
                    <a:cubicBezTo>
                      <a:pt x="24" y="21"/>
                      <a:pt x="24" y="21"/>
                      <a:pt x="24" y="21"/>
                    </a:cubicBezTo>
                    <a:cubicBezTo>
                      <a:pt x="24" y="21"/>
                      <a:pt x="25" y="21"/>
                      <a:pt x="25" y="21"/>
                    </a:cubicBezTo>
                    <a:cubicBezTo>
                      <a:pt x="25" y="21"/>
                      <a:pt x="25" y="21"/>
                      <a:pt x="25" y="21"/>
                    </a:cubicBezTo>
                    <a:cubicBezTo>
                      <a:pt x="29" y="20"/>
                      <a:pt x="33" y="19"/>
                      <a:pt x="37" y="17"/>
                    </a:cubicBezTo>
                    <a:cubicBezTo>
                      <a:pt x="37" y="17"/>
                      <a:pt x="37" y="17"/>
                      <a:pt x="37" y="17"/>
                    </a:cubicBezTo>
                    <a:cubicBezTo>
                      <a:pt x="41" y="15"/>
                      <a:pt x="45" y="12"/>
                      <a:pt x="48" y="9"/>
                    </a:cubicBezTo>
                    <a:cubicBezTo>
                      <a:pt x="48" y="9"/>
                      <a:pt x="48" y="9"/>
                      <a:pt x="48" y="9"/>
                    </a:cubicBezTo>
                    <a:cubicBezTo>
                      <a:pt x="50" y="8"/>
                      <a:pt x="51" y="6"/>
                      <a:pt x="51" y="5"/>
                    </a:cubicBezTo>
                    <a:cubicBezTo>
                      <a:pt x="51" y="5"/>
                      <a:pt x="51" y="5"/>
                      <a:pt x="51" y="5"/>
                    </a:cubicBezTo>
                    <a:cubicBezTo>
                      <a:pt x="51" y="3"/>
                      <a:pt x="51" y="3"/>
                      <a:pt x="51" y="3"/>
                    </a:cubicBezTo>
                    <a:cubicBezTo>
                      <a:pt x="53" y="3"/>
                      <a:pt x="53" y="3"/>
                      <a:pt x="53" y="3"/>
                    </a:cubicBezTo>
                    <a:cubicBezTo>
                      <a:pt x="57" y="1"/>
                      <a:pt x="57" y="1"/>
                      <a:pt x="57" y="1"/>
                    </a:cubicBezTo>
                    <a:cubicBezTo>
                      <a:pt x="58" y="3"/>
                      <a:pt x="58" y="3"/>
                      <a:pt x="58" y="3"/>
                    </a:cubicBezTo>
                    <a:cubicBezTo>
                      <a:pt x="58" y="4"/>
                      <a:pt x="59" y="5"/>
                      <a:pt x="59" y="5"/>
                    </a:cubicBezTo>
                    <a:cubicBezTo>
                      <a:pt x="59" y="5"/>
                      <a:pt x="59" y="5"/>
                      <a:pt x="59" y="5"/>
                    </a:cubicBezTo>
                    <a:cubicBezTo>
                      <a:pt x="59" y="7"/>
                      <a:pt x="58" y="8"/>
                      <a:pt x="57" y="9"/>
                    </a:cubicBezTo>
                    <a:cubicBezTo>
                      <a:pt x="57" y="9"/>
                      <a:pt x="57" y="9"/>
                      <a:pt x="57" y="9"/>
                    </a:cubicBezTo>
                    <a:cubicBezTo>
                      <a:pt x="56" y="11"/>
                      <a:pt x="55" y="12"/>
                      <a:pt x="53" y="14"/>
                    </a:cubicBezTo>
                    <a:cubicBezTo>
                      <a:pt x="53" y="14"/>
                      <a:pt x="53" y="14"/>
                      <a:pt x="53" y="14"/>
                    </a:cubicBezTo>
                    <a:cubicBezTo>
                      <a:pt x="50" y="17"/>
                      <a:pt x="46" y="21"/>
                      <a:pt x="40" y="23"/>
                    </a:cubicBezTo>
                    <a:cubicBezTo>
                      <a:pt x="40" y="23"/>
                      <a:pt x="40" y="23"/>
                      <a:pt x="40" y="23"/>
                    </a:cubicBezTo>
                    <a:cubicBezTo>
                      <a:pt x="36" y="25"/>
                      <a:pt x="31" y="27"/>
                      <a:pt x="26" y="28"/>
                    </a:cubicBezTo>
                    <a:cubicBezTo>
                      <a:pt x="26" y="28"/>
                      <a:pt x="26" y="28"/>
                      <a:pt x="26" y="28"/>
                    </a:cubicBezTo>
                    <a:cubicBezTo>
                      <a:pt x="25" y="28"/>
                      <a:pt x="25" y="28"/>
                      <a:pt x="24" y="28"/>
                    </a:cubicBezTo>
                    <a:cubicBezTo>
                      <a:pt x="24" y="28"/>
                      <a:pt x="24" y="28"/>
                      <a:pt x="24" y="28"/>
                    </a:cubicBezTo>
                    <a:cubicBezTo>
                      <a:pt x="24" y="28"/>
                      <a:pt x="24" y="28"/>
                      <a:pt x="24" y="28"/>
                    </a:cubicBezTo>
                    <a:close/>
                    <a:moveTo>
                      <a:pt x="5" y="11"/>
                    </a:moveTo>
                    <a:cubicBezTo>
                      <a:pt x="6" y="11"/>
                      <a:pt x="6" y="11"/>
                      <a:pt x="6" y="11"/>
                    </a:cubicBezTo>
                    <a:cubicBezTo>
                      <a:pt x="6" y="11"/>
                      <a:pt x="6" y="11"/>
                      <a:pt x="6" y="11"/>
                    </a:cubicBezTo>
                    <a:cubicBezTo>
                      <a:pt x="6" y="11"/>
                      <a:pt x="6" y="11"/>
                      <a:pt x="6" y="11"/>
                    </a:cubicBezTo>
                    <a:cubicBezTo>
                      <a:pt x="5" y="11"/>
                      <a:pt x="5" y="11"/>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9" name="Freeform 1358"/>
              <p:cNvSpPr/>
              <p:nvPr/>
            </p:nvSpPr>
            <p:spPr bwMode="auto">
              <a:xfrm>
                <a:off x="7161214" y="7610476"/>
                <a:ext cx="14288" cy="11113"/>
              </a:xfrm>
              <a:custGeom>
                <a:avLst/>
                <a:gdLst>
                  <a:gd name="T0" fmla="*/ 1 w 9"/>
                  <a:gd name="T1" fmla="*/ 0 h 7"/>
                  <a:gd name="T2" fmla="*/ 9 w 9"/>
                  <a:gd name="T3" fmla="*/ 3 h 7"/>
                  <a:gd name="T4" fmla="*/ 8 w 9"/>
                  <a:gd name="T5" fmla="*/ 7 h 7"/>
                  <a:gd name="T6" fmla="*/ 0 w 9"/>
                  <a:gd name="T7" fmla="*/ 3 h 7"/>
                  <a:gd name="T8" fmla="*/ 1 w 9"/>
                  <a:gd name="T9" fmla="*/ 0 h 7"/>
                  <a:gd name="T10" fmla="*/ 1 w 9"/>
                  <a:gd name="T11" fmla="*/ 0 h 7"/>
                </a:gdLst>
                <a:ahLst/>
                <a:cxnLst>
                  <a:cxn ang="0">
                    <a:pos x="T0" y="T1"/>
                  </a:cxn>
                  <a:cxn ang="0">
                    <a:pos x="T2" y="T3"/>
                  </a:cxn>
                  <a:cxn ang="0">
                    <a:pos x="T4" y="T5"/>
                  </a:cxn>
                  <a:cxn ang="0">
                    <a:pos x="T6" y="T7"/>
                  </a:cxn>
                  <a:cxn ang="0">
                    <a:pos x="T8" y="T9"/>
                  </a:cxn>
                  <a:cxn ang="0">
                    <a:pos x="T10" y="T11"/>
                  </a:cxn>
                </a:cxnLst>
                <a:rect l="0" t="0" r="r" b="b"/>
                <a:pathLst>
                  <a:path w="9" h="7">
                    <a:moveTo>
                      <a:pt x="1" y="0"/>
                    </a:moveTo>
                    <a:lnTo>
                      <a:pt x="9" y="3"/>
                    </a:lnTo>
                    <a:lnTo>
                      <a:pt x="8" y="7"/>
                    </a:lnTo>
                    <a:lnTo>
                      <a:pt x="0" y="3"/>
                    </a:lnTo>
                    <a:lnTo>
                      <a:pt x="1"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0" name="Freeform 1359"/>
              <p:cNvSpPr/>
              <p:nvPr/>
            </p:nvSpPr>
            <p:spPr bwMode="auto">
              <a:xfrm>
                <a:off x="7156451" y="7605713"/>
                <a:ext cx="23813" cy="20638"/>
              </a:xfrm>
              <a:custGeom>
                <a:avLst/>
                <a:gdLst>
                  <a:gd name="T0" fmla="*/ 0 w 15"/>
                  <a:gd name="T1" fmla="*/ 7 h 13"/>
                  <a:gd name="T2" fmla="*/ 1 w 15"/>
                  <a:gd name="T3" fmla="*/ 5 h 13"/>
                  <a:gd name="T4" fmla="*/ 2 w 15"/>
                  <a:gd name="T5" fmla="*/ 2 h 13"/>
                  <a:gd name="T6" fmla="*/ 3 w 15"/>
                  <a:gd name="T7" fmla="*/ 0 h 13"/>
                  <a:gd name="T8" fmla="*/ 15 w 15"/>
                  <a:gd name="T9" fmla="*/ 5 h 13"/>
                  <a:gd name="T10" fmla="*/ 12 w 15"/>
                  <a:gd name="T11" fmla="*/ 13 h 13"/>
                  <a:gd name="T12" fmla="*/ 0 w 15"/>
                  <a:gd name="T13" fmla="*/ 7 h 13"/>
                  <a:gd name="T14" fmla="*/ 0 w 15"/>
                  <a:gd name="T15" fmla="*/ 7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0" y="7"/>
                    </a:moveTo>
                    <a:lnTo>
                      <a:pt x="1" y="5"/>
                    </a:lnTo>
                    <a:lnTo>
                      <a:pt x="2" y="2"/>
                    </a:lnTo>
                    <a:lnTo>
                      <a:pt x="3" y="0"/>
                    </a:lnTo>
                    <a:lnTo>
                      <a:pt x="15" y="5"/>
                    </a:lnTo>
                    <a:lnTo>
                      <a:pt x="12" y="13"/>
                    </a:lnTo>
                    <a:lnTo>
                      <a:pt x="0" y="7"/>
                    </a:lnTo>
                    <a:lnTo>
                      <a:pt x="0" y="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1" name="Freeform 1360"/>
              <p:cNvSpPr/>
              <p:nvPr/>
            </p:nvSpPr>
            <p:spPr bwMode="auto">
              <a:xfrm>
                <a:off x="7069139" y="7612063"/>
                <a:ext cx="12700" cy="12700"/>
              </a:xfrm>
              <a:custGeom>
                <a:avLst/>
                <a:gdLst>
                  <a:gd name="T0" fmla="*/ 4 w 8"/>
                  <a:gd name="T1" fmla="*/ 0 h 8"/>
                  <a:gd name="T2" fmla="*/ 8 w 8"/>
                  <a:gd name="T3" fmla="*/ 1 h 8"/>
                  <a:gd name="T4" fmla="*/ 3 w 8"/>
                  <a:gd name="T5" fmla="*/ 8 h 8"/>
                  <a:gd name="T6" fmla="*/ 0 w 8"/>
                  <a:gd name="T7" fmla="*/ 6 h 8"/>
                  <a:gd name="T8" fmla="*/ 4 w 8"/>
                  <a:gd name="T9" fmla="*/ 0 h 8"/>
                  <a:gd name="T10" fmla="*/ 4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4" y="0"/>
                    </a:moveTo>
                    <a:lnTo>
                      <a:pt x="8" y="1"/>
                    </a:lnTo>
                    <a:lnTo>
                      <a:pt x="3" y="8"/>
                    </a:lnTo>
                    <a:lnTo>
                      <a:pt x="0" y="6"/>
                    </a:lnTo>
                    <a:lnTo>
                      <a:pt x="4" y="0"/>
                    </a:lnTo>
                    <a:lnTo>
                      <a:pt x="4"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2" name="Freeform 1361"/>
              <p:cNvSpPr/>
              <p:nvPr/>
            </p:nvSpPr>
            <p:spPr bwMode="auto">
              <a:xfrm>
                <a:off x="7064376" y="7607301"/>
                <a:ext cx="20638" cy="22225"/>
              </a:xfrm>
              <a:custGeom>
                <a:avLst/>
                <a:gdLst>
                  <a:gd name="T0" fmla="*/ 0 w 13"/>
                  <a:gd name="T1" fmla="*/ 10 h 14"/>
                  <a:gd name="T2" fmla="*/ 6 w 13"/>
                  <a:gd name="T3" fmla="*/ 1 h 14"/>
                  <a:gd name="T4" fmla="*/ 7 w 13"/>
                  <a:gd name="T5" fmla="*/ 0 h 14"/>
                  <a:gd name="T6" fmla="*/ 13 w 13"/>
                  <a:gd name="T7" fmla="*/ 4 h 14"/>
                  <a:gd name="T8" fmla="*/ 6 w 13"/>
                  <a:gd name="T9" fmla="*/ 14 h 14"/>
                  <a:gd name="T10" fmla="*/ 0 w 13"/>
                  <a:gd name="T11" fmla="*/ 10 h 14"/>
                  <a:gd name="T12" fmla="*/ 0 w 13"/>
                  <a:gd name="T13" fmla="*/ 10 h 14"/>
                </a:gdLst>
                <a:ahLst/>
                <a:cxnLst>
                  <a:cxn ang="0">
                    <a:pos x="T0" y="T1"/>
                  </a:cxn>
                  <a:cxn ang="0">
                    <a:pos x="T2" y="T3"/>
                  </a:cxn>
                  <a:cxn ang="0">
                    <a:pos x="T4" y="T5"/>
                  </a:cxn>
                  <a:cxn ang="0">
                    <a:pos x="T6" y="T7"/>
                  </a:cxn>
                  <a:cxn ang="0">
                    <a:pos x="T8" y="T9"/>
                  </a:cxn>
                  <a:cxn ang="0">
                    <a:pos x="T10" y="T11"/>
                  </a:cxn>
                  <a:cxn ang="0">
                    <a:pos x="T12" y="T13"/>
                  </a:cxn>
                </a:cxnLst>
                <a:rect l="0" t="0" r="r" b="b"/>
                <a:pathLst>
                  <a:path w="13" h="14">
                    <a:moveTo>
                      <a:pt x="0" y="10"/>
                    </a:moveTo>
                    <a:lnTo>
                      <a:pt x="6" y="1"/>
                    </a:lnTo>
                    <a:lnTo>
                      <a:pt x="7" y="0"/>
                    </a:lnTo>
                    <a:lnTo>
                      <a:pt x="13" y="4"/>
                    </a:lnTo>
                    <a:lnTo>
                      <a:pt x="6" y="14"/>
                    </a:lnTo>
                    <a:lnTo>
                      <a:pt x="0" y="10"/>
                    </a:lnTo>
                    <a:lnTo>
                      <a:pt x="0" y="1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3" name="Freeform 1362"/>
              <p:cNvSpPr/>
              <p:nvPr/>
            </p:nvSpPr>
            <p:spPr bwMode="auto">
              <a:xfrm>
                <a:off x="7007226" y="7656513"/>
                <a:ext cx="87313" cy="68263"/>
              </a:xfrm>
              <a:custGeom>
                <a:avLst/>
                <a:gdLst>
                  <a:gd name="T0" fmla="*/ 0 w 51"/>
                  <a:gd name="T1" fmla="*/ 1 h 40"/>
                  <a:gd name="T2" fmla="*/ 3 w 51"/>
                  <a:gd name="T3" fmla="*/ 0 h 40"/>
                  <a:gd name="T4" fmla="*/ 9 w 51"/>
                  <a:gd name="T5" fmla="*/ 12 h 40"/>
                  <a:gd name="T6" fmla="*/ 9 w 51"/>
                  <a:gd name="T7" fmla="*/ 12 h 40"/>
                  <a:gd name="T8" fmla="*/ 23 w 51"/>
                  <a:gd name="T9" fmla="*/ 33 h 40"/>
                  <a:gd name="T10" fmla="*/ 23 w 51"/>
                  <a:gd name="T11" fmla="*/ 33 h 40"/>
                  <a:gd name="T12" fmla="*/ 40 w 51"/>
                  <a:gd name="T13" fmla="*/ 36 h 40"/>
                  <a:gd name="T14" fmla="*/ 40 w 51"/>
                  <a:gd name="T15" fmla="*/ 36 h 40"/>
                  <a:gd name="T16" fmla="*/ 51 w 51"/>
                  <a:gd name="T17" fmla="*/ 36 h 40"/>
                  <a:gd name="T18" fmla="*/ 51 w 51"/>
                  <a:gd name="T19" fmla="*/ 36 h 40"/>
                  <a:gd name="T20" fmla="*/ 51 w 51"/>
                  <a:gd name="T21" fmla="*/ 39 h 40"/>
                  <a:gd name="T22" fmla="*/ 22 w 51"/>
                  <a:gd name="T23" fmla="*/ 35 h 40"/>
                  <a:gd name="T24" fmla="*/ 22 w 51"/>
                  <a:gd name="T25" fmla="*/ 35 h 40"/>
                  <a:gd name="T26" fmla="*/ 6 w 51"/>
                  <a:gd name="T27" fmla="*/ 13 h 40"/>
                  <a:gd name="T28" fmla="*/ 6 w 51"/>
                  <a:gd name="T29" fmla="*/ 13 h 40"/>
                  <a:gd name="T30" fmla="*/ 0 w 51"/>
                  <a:gd name="T31"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 h="40">
                    <a:moveTo>
                      <a:pt x="0" y="1"/>
                    </a:moveTo>
                    <a:cubicBezTo>
                      <a:pt x="3" y="0"/>
                      <a:pt x="3" y="0"/>
                      <a:pt x="3" y="0"/>
                    </a:cubicBezTo>
                    <a:cubicBezTo>
                      <a:pt x="3" y="0"/>
                      <a:pt x="5" y="5"/>
                      <a:pt x="9" y="12"/>
                    </a:cubicBezTo>
                    <a:cubicBezTo>
                      <a:pt x="9" y="12"/>
                      <a:pt x="9" y="12"/>
                      <a:pt x="9" y="12"/>
                    </a:cubicBezTo>
                    <a:cubicBezTo>
                      <a:pt x="13" y="21"/>
                      <a:pt x="19" y="31"/>
                      <a:pt x="23" y="33"/>
                    </a:cubicBezTo>
                    <a:cubicBezTo>
                      <a:pt x="23" y="33"/>
                      <a:pt x="23" y="33"/>
                      <a:pt x="23" y="33"/>
                    </a:cubicBezTo>
                    <a:cubicBezTo>
                      <a:pt x="27" y="34"/>
                      <a:pt x="34" y="35"/>
                      <a:pt x="40" y="36"/>
                    </a:cubicBezTo>
                    <a:cubicBezTo>
                      <a:pt x="40" y="36"/>
                      <a:pt x="40" y="36"/>
                      <a:pt x="40" y="36"/>
                    </a:cubicBezTo>
                    <a:cubicBezTo>
                      <a:pt x="46" y="36"/>
                      <a:pt x="51" y="36"/>
                      <a:pt x="51" y="36"/>
                    </a:cubicBezTo>
                    <a:cubicBezTo>
                      <a:pt x="51" y="36"/>
                      <a:pt x="51" y="36"/>
                      <a:pt x="51" y="36"/>
                    </a:cubicBezTo>
                    <a:cubicBezTo>
                      <a:pt x="51" y="39"/>
                      <a:pt x="51" y="39"/>
                      <a:pt x="51" y="39"/>
                    </a:cubicBezTo>
                    <a:cubicBezTo>
                      <a:pt x="51" y="39"/>
                      <a:pt x="32" y="40"/>
                      <a:pt x="22" y="35"/>
                    </a:cubicBezTo>
                    <a:cubicBezTo>
                      <a:pt x="22" y="35"/>
                      <a:pt x="22" y="35"/>
                      <a:pt x="22" y="35"/>
                    </a:cubicBezTo>
                    <a:cubicBezTo>
                      <a:pt x="16" y="33"/>
                      <a:pt x="10" y="22"/>
                      <a:pt x="6" y="13"/>
                    </a:cubicBezTo>
                    <a:cubicBezTo>
                      <a:pt x="6" y="13"/>
                      <a:pt x="6" y="13"/>
                      <a:pt x="6" y="13"/>
                    </a:cubicBezTo>
                    <a:cubicBezTo>
                      <a:pt x="2" y="7"/>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4" name="Freeform 1363"/>
              <p:cNvSpPr>
                <a:spLocks noEditPoints="1"/>
              </p:cNvSpPr>
              <p:nvPr/>
            </p:nvSpPr>
            <p:spPr bwMode="auto">
              <a:xfrm>
                <a:off x="7000876" y="7650163"/>
                <a:ext cx="98425" cy="82550"/>
              </a:xfrm>
              <a:custGeom>
                <a:avLst/>
                <a:gdLst>
                  <a:gd name="T0" fmla="*/ 53 w 56"/>
                  <a:gd name="T1" fmla="*/ 44 h 47"/>
                  <a:gd name="T2" fmla="*/ 52 w 56"/>
                  <a:gd name="T3" fmla="*/ 44 h 47"/>
                  <a:gd name="T4" fmla="*/ 52 w 56"/>
                  <a:gd name="T5" fmla="*/ 44 h 47"/>
                  <a:gd name="T6" fmla="*/ 24 w 56"/>
                  <a:gd name="T7" fmla="*/ 40 h 47"/>
                  <a:gd name="T8" fmla="*/ 24 w 56"/>
                  <a:gd name="T9" fmla="*/ 40 h 47"/>
                  <a:gd name="T10" fmla="*/ 7 w 56"/>
                  <a:gd name="T11" fmla="*/ 17 h 47"/>
                  <a:gd name="T12" fmla="*/ 7 w 56"/>
                  <a:gd name="T13" fmla="*/ 17 h 47"/>
                  <a:gd name="T14" fmla="*/ 1 w 56"/>
                  <a:gd name="T15" fmla="*/ 5 h 47"/>
                  <a:gd name="T16" fmla="*/ 1 w 56"/>
                  <a:gd name="T17" fmla="*/ 5 h 47"/>
                  <a:gd name="T18" fmla="*/ 0 w 56"/>
                  <a:gd name="T19" fmla="*/ 3 h 47"/>
                  <a:gd name="T20" fmla="*/ 7 w 56"/>
                  <a:gd name="T21" fmla="*/ 0 h 47"/>
                  <a:gd name="T22" fmla="*/ 8 w 56"/>
                  <a:gd name="T23" fmla="*/ 2 h 47"/>
                  <a:gd name="T24" fmla="*/ 13 w 56"/>
                  <a:gd name="T25" fmla="*/ 14 h 47"/>
                  <a:gd name="T26" fmla="*/ 13 w 56"/>
                  <a:gd name="T27" fmla="*/ 14 h 47"/>
                  <a:gd name="T28" fmla="*/ 27 w 56"/>
                  <a:gd name="T29" fmla="*/ 34 h 47"/>
                  <a:gd name="T30" fmla="*/ 27 w 56"/>
                  <a:gd name="T31" fmla="*/ 34 h 47"/>
                  <a:gd name="T32" fmla="*/ 43 w 56"/>
                  <a:gd name="T33" fmla="*/ 37 h 47"/>
                  <a:gd name="T34" fmla="*/ 43 w 56"/>
                  <a:gd name="T35" fmla="*/ 37 h 47"/>
                  <a:gd name="T36" fmla="*/ 52 w 56"/>
                  <a:gd name="T37" fmla="*/ 37 h 47"/>
                  <a:gd name="T38" fmla="*/ 52 w 56"/>
                  <a:gd name="T39" fmla="*/ 37 h 47"/>
                  <a:gd name="T40" fmla="*/ 54 w 56"/>
                  <a:gd name="T41" fmla="*/ 37 h 47"/>
                  <a:gd name="T42" fmla="*/ 54 w 56"/>
                  <a:gd name="T43" fmla="*/ 37 h 47"/>
                  <a:gd name="T44" fmla="*/ 56 w 56"/>
                  <a:gd name="T45" fmla="*/ 37 h 47"/>
                  <a:gd name="T46" fmla="*/ 56 w 56"/>
                  <a:gd name="T47" fmla="*/ 47 h 47"/>
                  <a:gd name="T48" fmla="*/ 53 w 56"/>
                  <a:gd name="T49" fmla="*/ 44 h 47"/>
                  <a:gd name="T50" fmla="*/ 4 w 56"/>
                  <a:gd name="T51" fmla="*/ 6 h 47"/>
                  <a:gd name="T52" fmla="*/ 3 w 56"/>
                  <a:gd name="T53" fmla="*/ 4 h 47"/>
                  <a:gd name="T54" fmla="*/ 3 w 56"/>
                  <a:gd name="T55" fmla="*/ 4 h 47"/>
                  <a:gd name="T56" fmla="*/ 3 w 56"/>
                  <a:gd name="T57" fmla="*/ 4 h 47"/>
                  <a:gd name="T58" fmla="*/ 4 w 56"/>
                  <a:gd name="T59" fmla="*/ 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6" h="47">
                    <a:moveTo>
                      <a:pt x="53" y="44"/>
                    </a:moveTo>
                    <a:cubicBezTo>
                      <a:pt x="53" y="44"/>
                      <a:pt x="52" y="44"/>
                      <a:pt x="52" y="44"/>
                    </a:cubicBezTo>
                    <a:cubicBezTo>
                      <a:pt x="52" y="44"/>
                      <a:pt x="52" y="44"/>
                      <a:pt x="52" y="44"/>
                    </a:cubicBezTo>
                    <a:cubicBezTo>
                      <a:pt x="46" y="44"/>
                      <a:pt x="33" y="44"/>
                      <a:pt x="24" y="40"/>
                    </a:cubicBezTo>
                    <a:cubicBezTo>
                      <a:pt x="24" y="40"/>
                      <a:pt x="24" y="40"/>
                      <a:pt x="24" y="40"/>
                    </a:cubicBezTo>
                    <a:cubicBezTo>
                      <a:pt x="17" y="37"/>
                      <a:pt x="11" y="26"/>
                      <a:pt x="7" y="17"/>
                    </a:cubicBezTo>
                    <a:cubicBezTo>
                      <a:pt x="7" y="17"/>
                      <a:pt x="7" y="17"/>
                      <a:pt x="7" y="17"/>
                    </a:cubicBezTo>
                    <a:cubicBezTo>
                      <a:pt x="4" y="11"/>
                      <a:pt x="2" y="5"/>
                      <a:pt x="1" y="5"/>
                    </a:cubicBezTo>
                    <a:cubicBezTo>
                      <a:pt x="1" y="5"/>
                      <a:pt x="1" y="5"/>
                      <a:pt x="1" y="5"/>
                    </a:cubicBezTo>
                    <a:cubicBezTo>
                      <a:pt x="0" y="3"/>
                      <a:pt x="0" y="3"/>
                      <a:pt x="0" y="3"/>
                    </a:cubicBezTo>
                    <a:cubicBezTo>
                      <a:pt x="7" y="0"/>
                      <a:pt x="7" y="0"/>
                      <a:pt x="7" y="0"/>
                    </a:cubicBezTo>
                    <a:cubicBezTo>
                      <a:pt x="8" y="2"/>
                      <a:pt x="8" y="2"/>
                      <a:pt x="8" y="2"/>
                    </a:cubicBezTo>
                    <a:cubicBezTo>
                      <a:pt x="8" y="2"/>
                      <a:pt x="10" y="8"/>
                      <a:pt x="13" y="14"/>
                    </a:cubicBezTo>
                    <a:cubicBezTo>
                      <a:pt x="13" y="14"/>
                      <a:pt x="13" y="14"/>
                      <a:pt x="13" y="14"/>
                    </a:cubicBezTo>
                    <a:cubicBezTo>
                      <a:pt x="17" y="23"/>
                      <a:pt x="24" y="33"/>
                      <a:pt x="27" y="34"/>
                    </a:cubicBezTo>
                    <a:cubicBezTo>
                      <a:pt x="27" y="34"/>
                      <a:pt x="27" y="34"/>
                      <a:pt x="27" y="34"/>
                    </a:cubicBezTo>
                    <a:cubicBezTo>
                      <a:pt x="31" y="35"/>
                      <a:pt x="38" y="36"/>
                      <a:pt x="43" y="37"/>
                    </a:cubicBezTo>
                    <a:cubicBezTo>
                      <a:pt x="43" y="37"/>
                      <a:pt x="43" y="37"/>
                      <a:pt x="43" y="37"/>
                    </a:cubicBezTo>
                    <a:cubicBezTo>
                      <a:pt x="47" y="37"/>
                      <a:pt x="50" y="37"/>
                      <a:pt x="52" y="37"/>
                    </a:cubicBezTo>
                    <a:cubicBezTo>
                      <a:pt x="52" y="37"/>
                      <a:pt x="52" y="37"/>
                      <a:pt x="52" y="37"/>
                    </a:cubicBezTo>
                    <a:cubicBezTo>
                      <a:pt x="53" y="37"/>
                      <a:pt x="54" y="37"/>
                      <a:pt x="54" y="37"/>
                    </a:cubicBezTo>
                    <a:cubicBezTo>
                      <a:pt x="54" y="37"/>
                      <a:pt x="54" y="37"/>
                      <a:pt x="54" y="37"/>
                    </a:cubicBezTo>
                    <a:cubicBezTo>
                      <a:pt x="56" y="37"/>
                      <a:pt x="56" y="37"/>
                      <a:pt x="56" y="37"/>
                    </a:cubicBezTo>
                    <a:cubicBezTo>
                      <a:pt x="56" y="47"/>
                      <a:pt x="56" y="47"/>
                      <a:pt x="56" y="47"/>
                    </a:cubicBezTo>
                    <a:cubicBezTo>
                      <a:pt x="53" y="44"/>
                      <a:pt x="53" y="44"/>
                      <a:pt x="53" y="44"/>
                    </a:cubicBezTo>
                    <a:close/>
                    <a:moveTo>
                      <a:pt x="4" y="6"/>
                    </a:moveTo>
                    <a:cubicBezTo>
                      <a:pt x="3" y="4"/>
                      <a:pt x="3" y="4"/>
                      <a:pt x="3" y="4"/>
                    </a:cubicBezTo>
                    <a:cubicBezTo>
                      <a:pt x="3" y="4"/>
                      <a:pt x="3" y="4"/>
                      <a:pt x="3" y="4"/>
                    </a:cubicBezTo>
                    <a:cubicBezTo>
                      <a:pt x="3" y="4"/>
                      <a:pt x="3" y="4"/>
                      <a:pt x="3" y="4"/>
                    </a:cubicBezTo>
                    <a:cubicBezTo>
                      <a:pt x="4" y="6"/>
                      <a:pt x="4" y="6"/>
                      <a:pt x="4"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5" name="Freeform 1364"/>
              <p:cNvSpPr>
                <a:spLocks noEditPoints="1"/>
              </p:cNvSpPr>
              <p:nvPr/>
            </p:nvSpPr>
            <p:spPr bwMode="auto">
              <a:xfrm>
                <a:off x="7165976" y="7651751"/>
                <a:ext cx="100013" cy="65088"/>
              </a:xfrm>
              <a:custGeom>
                <a:avLst/>
                <a:gdLst>
                  <a:gd name="T0" fmla="*/ 0 w 57"/>
                  <a:gd name="T1" fmla="*/ 34 h 37"/>
                  <a:gd name="T2" fmla="*/ 36 w 57"/>
                  <a:gd name="T3" fmla="*/ 24 h 37"/>
                  <a:gd name="T4" fmla="*/ 36 w 57"/>
                  <a:gd name="T5" fmla="*/ 24 h 37"/>
                  <a:gd name="T6" fmla="*/ 37 w 57"/>
                  <a:gd name="T7" fmla="*/ 24 h 37"/>
                  <a:gd name="T8" fmla="*/ 37 w 57"/>
                  <a:gd name="T9" fmla="*/ 24 h 37"/>
                  <a:gd name="T10" fmla="*/ 50 w 57"/>
                  <a:gd name="T11" fmla="*/ 9 h 37"/>
                  <a:gd name="T12" fmla="*/ 50 w 57"/>
                  <a:gd name="T13" fmla="*/ 9 h 37"/>
                  <a:gd name="T14" fmla="*/ 54 w 57"/>
                  <a:gd name="T15" fmla="*/ 0 h 37"/>
                  <a:gd name="T16" fmla="*/ 54 w 57"/>
                  <a:gd name="T17" fmla="*/ 0 h 37"/>
                  <a:gd name="T18" fmla="*/ 57 w 57"/>
                  <a:gd name="T19" fmla="*/ 0 h 37"/>
                  <a:gd name="T20" fmla="*/ 38 w 57"/>
                  <a:gd name="T21" fmla="*/ 26 h 37"/>
                  <a:gd name="T22" fmla="*/ 38 w 57"/>
                  <a:gd name="T23" fmla="*/ 26 h 37"/>
                  <a:gd name="T24" fmla="*/ 37 w 57"/>
                  <a:gd name="T25" fmla="*/ 27 h 37"/>
                  <a:gd name="T26" fmla="*/ 37 w 57"/>
                  <a:gd name="T27" fmla="*/ 27 h 37"/>
                  <a:gd name="T28" fmla="*/ 0 w 57"/>
                  <a:gd name="T29" fmla="*/ 37 h 37"/>
                  <a:gd name="T30" fmla="*/ 0 w 57"/>
                  <a:gd name="T31" fmla="*/ 37 h 37"/>
                  <a:gd name="T32" fmla="*/ 0 w 57"/>
                  <a:gd name="T33" fmla="*/ 34 h 37"/>
                  <a:gd name="T34" fmla="*/ 54 w 57"/>
                  <a:gd name="T35" fmla="*/ 0 h 37"/>
                  <a:gd name="T36" fmla="*/ 54 w 57"/>
                  <a:gd name="T37" fmla="*/ 0 h 37"/>
                  <a:gd name="T38" fmla="*/ 54 w 57"/>
                  <a:gd name="T39" fmla="*/ 0 h 37"/>
                  <a:gd name="T40" fmla="*/ 54 w 57"/>
                  <a:gd name="T41" fmla="*/ 0 h 37"/>
                  <a:gd name="T42" fmla="*/ 54 w 57"/>
                  <a:gd name="T4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37">
                    <a:moveTo>
                      <a:pt x="0" y="34"/>
                    </a:moveTo>
                    <a:cubicBezTo>
                      <a:pt x="0" y="34"/>
                      <a:pt x="21" y="31"/>
                      <a:pt x="36" y="24"/>
                    </a:cubicBezTo>
                    <a:cubicBezTo>
                      <a:pt x="36" y="24"/>
                      <a:pt x="36" y="24"/>
                      <a:pt x="36" y="24"/>
                    </a:cubicBezTo>
                    <a:cubicBezTo>
                      <a:pt x="36" y="24"/>
                      <a:pt x="36" y="24"/>
                      <a:pt x="37" y="24"/>
                    </a:cubicBezTo>
                    <a:cubicBezTo>
                      <a:pt x="37" y="24"/>
                      <a:pt x="37" y="24"/>
                      <a:pt x="37" y="24"/>
                    </a:cubicBezTo>
                    <a:cubicBezTo>
                      <a:pt x="43" y="20"/>
                      <a:pt x="48" y="14"/>
                      <a:pt x="50" y="9"/>
                    </a:cubicBezTo>
                    <a:cubicBezTo>
                      <a:pt x="50" y="9"/>
                      <a:pt x="50" y="9"/>
                      <a:pt x="50" y="9"/>
                    </a:cubicBezTo>
                    <a:cubicBezTo>
                      <a:pt x="53" y="4"/>
                      <a:pt x="54" y="0"/>
                      <a:pt x="54" y="0"/>
                    </a:cubicBezTo>
                    <a:cubicBezTo>
                      <a:pt x="54" y="0"/>
                      <a:pt x="54" y="0"/>
                      <a:pt x="54" y="0"/>
                    </a:cubicBezTo>
                    <a:cubicBezTo>
                      <a:pt x="57" y="0"/>
                      <a:pt x="57" y="0"/>
                      <a:pt x="57" y="0"/>
                    </a:cubicBezTo>
                    <a:cubicBezTo>
                      <a:pt x="56" y="0"/>
                      <a:pt x="53" y="19"/>
                      <a:pt x="38" y="26"/>
                    </a:cubicBezTo>
                    <a:cubicBezTo>
                      <a:pt x="38" y="26"/>
                      <a:pt x="38" y="26"/>
                      <a:pt x="38" y="26"/>
                    </a:cubicBezTo>
                    <a:cubicBezTo>
                      <a:pt x="38" y="27"/>
                      <a:pt x="37" y="27"/>
                      <a:pt x="37" y="27"/>
                    </a:cubicBezTo>
                    <a:cubicBezTo>
                      <a:pt x="37" y="27"/>
                      <a:pt x="37" y="27"/>
                      <a:pt x="37" y="27"/>
                    </a:cubicBezTo>
                    <a:cubicBezTo>
                      <a:pt x="22" y="34"/>
                      <a:pt x="0" y="37"/>
                      <a:pt x="0" y="37"/>
                    </a:cubicBezTo>
                    <a:cubicBezTo>
                      <a:pt x="0" y="37"/>
                      <a:pt x="0" y="37"/>
                      <a:pt x="0" y="37"/>
                    </a:cubicBezTo>
                    <a:cubicBezTo>
                      <a:pt x="0" y="34"/>
                      <a:pt x="0" y="34"/>
                      <a:pt x="0" y="34"/>
                    </a:cubicBezTo>
                    <a:close/>
                    <a:moveTo>
                      <a:pt x="54" y="0"/>
                    </a:moveTo>
                    <a:cubicBezTo>
                      <a:pt x="54" y="0"/>
                      <a:pt x="54" y="0"/>
                      <a:pt x="54" y="0"/>
                    </a:cubicBezTo>
                    <a:cubicBezTo>
                      <a:pt x="54" y="0"/>
                      <a:pt x="54" y="0"/>
                      <a:pt x="54" y="0"/>
                    </a:cubicBezTo>
                    <a:cubicBezTo>
                      <a:pt x="54" y="0"/>
                      <a:pt x="54" y="0"/>
                      <a:pt x="54" y="0"/>
                    </a:cubicBezTo>
                    <a:cubicBezTo>
                      <a:pt x="54" y="0"/>
                      <a:pt x="54" y="0"/>
                      <a:pt x="5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6" name="Freeform 1365"/>
              <p:cNvSpPr/>
              <p:nvPr/>
            </p:nvSpPr>
            <p:spPr bwMode="auto">
              <a:xfrm>
                <a:off x="7162801" y="7646988"/>
                <a:ext cx="107950" cy="73025"/>
              </a:xfrm>
              <a:custGeom>
                <a:avLst/>
                <a:gdLst>
                  <a:gd name="T0" fmla="*/ 0 w 62"/>
                  <a:gd name="T1" fmla="*/ 40 h 42"/>
                  <a:gd name="T2" fmla="*/ 0 w 62"/>
                  <a:gd name="T3" fmla="*/ 37 h 42"/>
                  <a:gd name="T4" fmla="*/ 2 w 62"/>
                  <a:gd name="T5" fmla="*/ 37 h 42"/>
                  <a:gd name="T6" fmla="*/ 0 w 62"/>
                  <a:gd name="T7" fmla="*/ 37 h 42"/>
                  <a:gd name="T8" fmla="*/ 0 w 62"/>
                  <a:gd name="T9" fmla="*/ 36 h 42"/>
                  <a:gd name="T10" fmla="*/ 0 w 62"/>
                  <a:gd name="T11" fmla="*/ 35 h 42"/>
                  <a:gd name="T12" fmla="*/ 1 w 62"/>
                  <a:gd name="T13" fmla="*/ 35 h 42"/>
                  <a:gd name="T14" fmla="*/ 1 w 62"/>
                  <a:gd name="T15" fmla="*/ 35 h 42"/>
                  <a:gd name="T16" fmla="*/ 1 w 62"/>
                  <a:gd name="T17" fmla="*/ 35 h 42"/>
                  <a:gd name="T18" fmla="*/ 1 w 62"/>
                  <a:gd name="T19" fmla="*/ 35 h 42"/>
                  <a:gd name="T20" fmla="*/ 1 w 62"/>
                  <a:gd name="T21" fmla="*/ 35 h 42"/>
                  <a:gd name="T22" fmla="*/ 1 w 62"/>
                  <a:gd name="T23" fmla="*/ 35 h 42"/>
                  <a:gd name="T24" fmla="*/ 1 w 62"/>
                  <a:gd name="T25" fmla="*/ 35 h 42"/>
                  <a:gd name="T26" fmla="*/ 1 w 62"/>
                  <a:gd name="T27" fmla="*/ 35 h 42"/>
                  <a:gd name="T28" fmla="*/ 2 w 62"/>
                  <a:gd name="T29" fmla="*/ 35 h 42"/>
                  <a:gd name="T30" fmla="*/ 2 w 62"/>
                  <a:gd name="T31" fmla="*/ 35 h 42"/>
                  <a:gd name="T32" fmla="*/ 2 w 62"/>
                  <a:gd name="T33" fmla="*/ 34 h 42"/>
                  <a:gd name="T34" fmla="*/ 2 w 62"/>
                  <a:gd name="T35" fmla="*/ 34 h 42"/>
                  <a:gd name="T36" fmla="*/ 5 w 62"/>
                  <a:gd name="T37" fmla="*/ 34 h 42"/>
                  <a:gd name="T38" fmla="*/ 5 w 62"/>
                  <a:gd name="T39" fmla="*/ 34 h 42"/>
                  <a:gd name="T40" fmla="*/ 14 w 62"/>
                  <a:gd name="T41" fmla="*/ 32 h 42"/>
                  <a:gd name="T42" fmla="*/ 14 w 62"/>
                  <a:gd name="T43" fmla="*/ 32 h 42"/>
                  <a:gd name="T44" fmla="*/ 37 w 62"/>
                  <a:gd name="T45" fmla="*/ 25 h 42"/>
                  <a:gd name="T46" fmla="*/ 37 w 62"/>
                  <a:gd name="T47" fmla="*/ 25 h 42"/>
                  <a:gd name="T48" fmla="*/ 38 w 62"/>
                  <a:gd name="T49" fmla="*/ 25 h 42"/>
                  <a:gd name="T50" fmla="*/ 38 w 62"/>
                  <a:gd name="T51" fmla="*/ 25 h 42"/>
                  <a:gd name="T52" fmla="*/ 50 w 62"/>
                  <a:gd name="T53" fmla="*/ 11 h 42"/>
                  <a:gd name="T54" fmla="*/ 50 w 62"/>
                  <a:gd name="T55" fmla="*/ 11 h 42"/>
                  <a:gd name="T56" fmla="*/ 54 w 62"/>
                  <a:gd name="T57" fmla="*/ 2 h 42"/>
                  <a:gd name="T58" fmla="*/ 54 w 62"/>
                  <a:gd name="T59" fmla="*/ 2 h 42"/>
                  <a:gd name="T60" fmla="*/ 54 w 62"/>
                  <a:gd name="T61" fmla="*/ 0 h 42"/>
                  <a:gd name="T62" fmla="*/ 62 w 62"/>
                  <a:gd name="T63" fmla="*/ 2 h 42"/>
                  <a:gd name="T64" fmla="*/ 60 w 62"/>
                  <a:gd name="T65" fmla="*/ 4 h 42"/>
                  <a:gd name="T66" fmla="*/ 60 w 62"/>
                  <a:gd name="T67" fmla="*/ 5 h 42"/>
                  <a:gd name="T68" fmla="*/ 60 w 62"/>
                  <a:gd name="T69" fmla="*/ 5 h 42"/>
                  <a:gd name="T70" fmla="*/ 60 w 62"/>
                  <a:gd name="T71" fmla="*/ 7 h 42"/>
                  <a:gd name="T72" fmla="*/ 60 w 62"/>
                  <a:gd name="T73" fmla="*/ 7 h 42"/>
                  <a:gd name="T74" fmla="*/ 57 w 62"/>
                  <a:gd name="T75" fmla="*/ 14 h 42"/>
                  <a:gd name="T76" fmla="*/ 57 w 62"/>
                  <a:gd name="T77" fmla="*/ 14 h 42"/>
                  <a:gd name="T78" fmla="*/ 41 w 62"/>
                  <a:gd name="T79" fmla="*/ 31 h 42"/>
                  <a:gd name="T80" fmla="*/ 41 w 62"/>
                  <a:gd name="T81" fmla="*/ 31 h 42"/>
                  <a:gd name="T82" fmla="*/ 40 w 62"/>
                  <a:gd name="T83" fmla="*/ 32 h 42"/>
                  <a:gd name="T84" fmla="*/ 40 w 62"/>
                  <a:gd name="T85" fmla="*/ 32 h 42"/>
                  <a:gd name="T86" fmla="*/ 3 w 62"/>
                  <a:gd name="T87" fmla="*/ 42 h 42"/>
                  <a:gd name="T88" fmla="*/ 3 w 62"/>
                  <a:gd name="T89" fmla="*/ 42 h 42"/>
                  <a:gd name="T90" fmla="*/ 0 w 62"/>
                  <a:gd name="T91" fmla="*/ 42 h 42"/>
                  <a:gd name="T92" fmla="*/ 0 w 62"/>
                  <a:gd name="T93"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2" h="42">
                    <a:moveTo>
                      <a:pt x="0" y="40"/>
                    </a:moveTo>
                    <a:cubicBezTo>
                      <a:pt x="0" y="37"/>
                      <a:pt x="0" y="37"/>
                      <a:pt x="0" y="37"/>
                    </a:cubicBezTo>
                    <a:cubicBezTo>
                      <a:pt x="2" y="37"/>
                      <a:pt x="2" y="37"/>
                      <a:pt x="2" y="37"/>
                    </a:cubicBezTo>
                    <a:cubicBezTo>
                      <a:pt x="0" y="37"/>
                      <a:pt x="0" y="37"/>
                      <a:pt x="0" y="37"/>
                    </a:cubicBezTo>
                    <a:cubicBezTo>
                      <a:pt x="0" y="36"/>
                      <a:pt x="0" y="36"/>
                      <a:pt x="0" y="36"/>
                    </a:cubicBezTo>
                    <a:cubicBezTo>
                      <a:pt x="0" y="35"/>
                      <a:pt x="0" y="35"/>
                      <a:pt x="0"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2" y="35"/>
                      <a:pt x="2" y="35"/>
                      <a:pt x="2" y="35"/>
                    </a:cubicBezTo>
                    <a:cubicBezTo>
                      <a:pt x="2" y="35"/>
                      <a:pt x="2" y="35"/>
                      <a:pt x="2" y="35"/>
                    </a:cubicBezTo>
                    <a:cubicBezTo>
                      <a:pt x="2" y="35"/>
                      <a:pt x="2" y="35"/>
                      <a:pt x="2" y="34"/>
                    </a:cubicBezTo>
                    <a:cubicBezTo>
                      <a:pt x="2" y="34"/>
                      <a:pt x="2" y="34"/>
                      <a:pt x="2" y="34"/>
                    </a:cubicBezTo>
                    <a:cubicBezTo>
                      <a:pt x="3" y="34"/>
                      <a:pt x="4" y="34"/>
                      <a:pt x="5" y="34"/>
                    </a:cubicBezTo>
                    <a:cubicBezTo>
                      <a:pt x="5" y="34"/>
                      <a:pt x="5" y="34"/>
                      <a:pt x="5" y="34"/>
                    </a:cubicBezTo>
                    <a:cubicBezTo>
                      <a:pt x="7" y="34"/>
                      <a:pt x="10" y="33"/>
                      <a:pt x="14" y="32"/>
                    </a:cubicBezTo>
                    <a:cubicBezTo>
                      <a:pt x="14" y="32"/>
                      <a:pt x="14" y="32"/>
                      <a:pt x="14" y="32"/>
                    </a:cubicBezTo>
                    <a:cubicBezTo>
                      <a:pt x="21" y="31"/>
                      <a:pt x="30" y="28"/>
                      <a:pt x="37" y="25"/>
                    </a:cubicBezTo>
                    <a:cubicBezTo>
                      <a:pt x="37" y="25"/>
                      <a:pt x="37" y="25"/>
                      <a:pt x="37" y="25"/>
                    </a:cubicBezTo>
                    <a:cubicBezTo>
                      <a:pt x="37" y="25"/>
                      <a:pt x="37" y="25"/>
                      <a:pt x="38" y="25"/>
                    </a:cubicBezTo>
                    <a:cubicBezTo>
                      <a:pt x="38" y="25"/>
                      <a:pt x="38" y="25"/>
                      <a:pt x="38" y="25"/>
                    </a:cubicBezTo>
                    <a:cubicBezTo>
                      <a:pt x="44" y="22"/>
                      <a:pt x="48" y="16"/>
                      <a:pt x="50" y="11"/>
                    </a:cubicBezTo>
                    <a:cubicBezTo>
                      <a:pt x="50" y="11"/>
                      <a:pt x="50" y="11"/>
                      <a:pt x="50" y="11"/>
                    </a:cubicBezTo>
                    <a:cubicBezTo>
                      <a:pt x="53" y="6"/>
                      <a:pt x="54" y="2"/>
                      <a:pt x="54" y="2"/>
                    </a:cubicBezTo>
                    <a:cubicBezTo>
                      <a:pt x="54" y="2"/>
                      <a:pt x="54" y="2"/>
                      <a:pt x="54" y="2"/>
                    </a:cubicBezTo>
                    <a:cubicBezTo>
                      <a:pt x="54" y="0"/>
                      <a:pt x="54" y="0"/>
                      <a:pt x="54" y="0"/>
                    </a:cubicBezTo>
                    <a:cubicBezTo>
                      <a:pt x="62" y="2"/>
                      <a:pt x="62" y="2"/>
                      <a:pt x="62" y="2"/>
                    </a:cubicBezTo>
                    <a:cubicBezTo>
                      <a:pt x="60" y="4"/>
                      <a:pt x="60" y="4"/>
                      <a:pt x="60" y="4"/>
                    </a:cubicBezTo>
                    <a:cubicBezTo>
                      <a:pt x="60" y="4"/>
                      <a:pt x="60" y="4"/>
                      <a:pt x="60" y="5"/>
                    </a:cubicBezTo>
                    <a:cubicBezTo>
                      <a:pt x="60" y="5"/>
                      <a:pt x="60" y="5"/>
                      <a:pt x="60" y="5"/>
                    </a:cubicBezTo>
                    <a:cubicBezTo>
                      <a:pt x="60" y="5"/>
                      <a:pt x="60" y="6"/>
                      <a:pt x="60" y="7"/>
                    </a:cubicBezTo>
                    <a:cubicBezTo>
                      <a:pt x="60" y="7"/>
                      <a:pt x="60" y="7"/>
                      <a:pt x="60" y="7"/>
                    </a:cubicBezTo>
                    <a:cubicBezTo>
                      <a:pt x="59" y="9"/>
                      <a:pt x="58" y="12"/>
                      <a:pt x="57" y="14"/>
                    </a:cubicBezTo>
                    <a:cubicBezTo>
                      <a:pt x="57" y="14"/>
                      <a:pt x="57" y="14"/>
                      <a:pt x="57" y="14"/>
                    </a:cubicBezTo>
                    <a:cubicBezTo>
                      <a:pt x="54" y="20"/>
                      <a:pt x="49" y="27"/>
                      <a:pt x="41" y="31"/>
                    </a:cubicBezTo>
                    <a:cubicBezTo>
                      <a:pt x="41" y="31"/>
                      <a:pt x="41" y="31"/>
                      <a:pt x="41" y="31"/>
                    </a:cubicBezTo>
                    <a:cubicBezTo>
                      <a:pt x="40" y="31"/>
                      <a:pt x="40" y="31"/>
                      <a:pt x="40" y="32"/>
                    </a:cubicBezTo>
                    <a:cubicBezTo>
                      <a:pt x="40" y="32"/>
                      <a:pt x="40" y="32"/>
                      <a:pt x="40" y="32"/>
                    </a:cubicBezTo>
                    <a:cubicBezTo>
                      <a:pt x="25" y="38"/>
                      <a:pt x="5" y="41"/>
                      <a:pt x="3" y="42"/>
                    </a:cubicBezTo>
                    <a:cubicBezTo>
                      <a:pt x="3" y="42"/>
                      <a:pt x="3" y="42"/>
                      <a:pt x="3" y="42"/>
                    </a:cubicBezTo>
                    <a:cubicBezTo>
                      <a:pt x="0" y="42"/>
                      <a:pt x="0" y="42"/>
                      <a:pt x="0" y="42"/>
                    </a:cubicBezTo>
                    <a:cubicBezTo>
                      <a:pt x="0" y="40"/>
                      <a:pt x="0" y="40"/>
                      <a:pt x="0"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7" name="Freeform 1366"/>
              <p:cNvSpPr/>
              <p:nvPr/>
            </p:nvSpPr>
            <p:spPr bwMode="auto">
              <a:xfrm>
                <a:off x="7065964" y="7685088"/>
                <a:ext cx="128588" cy="176213"/>
              </a:xfrm>
              <a:custGeom>
                <a:avLst/>
                <a:gdLst>
                  <a:gd name="T0" fmla="*/ 7 w 74"/>
                  <a:gd name="T1" fmla="*/ 69 h 101"/>
                  <a:gd name="T2" fmla="*/ 31 w 74"/>
                  <a:gd name="T3" fmla="*/ 6 h 101"/>
                  <a:gd name="T4" fmla="*/ 31 w 74"/>
                  <a:gd name="T5" fmla="*/ 6 h 101"/>
                  <a:gd name="T6" fmla="*/ 66 w 74"/>
                  <a:gd name="T7" fmla="*/ 24 h 101"/>
                  <a:gd name="T8" fmla="*/ 66 w 74"/>
                  <a:gd name="T9" fmla="*/ 24 h 101"/>
                  <a:gd name="T10" fmla="*/ 70 w 74"/>
                  <a:gd name="T11" fmla="*/ 38 h 101"/>
                  <a:gd name="T12" fmla="*/ 70 w 74"/>
                  <a:gd name="T13" fmla="*/ 38 h 101"/>
                  <a:gd name="T14" fmla="*/ 44 w 74"/>
                  <a:gd name="T15" fmla="*/ 95 h 101"/>
                  <a:gd name="T16" fmla="*/ 44 w 74"/>
                  <a:gd name="T17" fmla="*/ 95 h 101"/>
                  <a:gd name="T18" fmla="*/ 43 w 74"/>
                  <a:gd name="T19" fmla="*/ 94 h 101"/>
                  <a:gd name="T20" fmla="*/ 41 w 74"/>
                  <a:gd name="T21" fmla="*/ 93 h 101"/>
                  <a:gd name="T22" fmla="*/ 67 w 74"/>
                  <a:gd name="T23" fmla="*/ 39 h 101"/>
                  <a:gd name="T24" fmla="*/ 67 w 74"/>
                  <a:gd name="T25" fmla="*/ 39 h 101"/>
                  <a:gd name="T26" fmla="*/ 63 w 74"/>
                  <a:gd name="T27" fmla="*/ 25 h 101"/>
                  <a:gd name="T28" fmla="*/ 63 w 74"/>
                  <a:gd name="T29" fmla="*/ 25 h 101"/>
                  <a:gd name="T30" fmla="*/ 32 w 74"/>
                  <a:gd name="T31" fmla="*/ 9 h 101"/>
                  <a:gd name="T32" fmla="*/ 32 w 74"/>
                  <a:gd name="T33" fmla="*/ 9 h 101"/>
                  <a:gd name="T34" fmla="*/ 10 w 74"/>
                  <a:gd name="T35" fmla="*/ 68 h 101"/>
                  <a:gd name="T36" fmla="*/ 10 w 74"/>
                  <a:gd name="T37" fmla="*/ 68 h 101"/>
                  <a:gd name="T38" fmla="*/ 14 w 74"/>
                  <a:gd name="T39" fmla="*/ 79 h 101"/>
                  <a:gd name="T40" fmla="*/ 14 w 74"/>
                  <a:gd name="T41" fmla="*/ 79 h 101"/>
                  <a:gd name="T42" fmla="*/ 25 w 74"/>
                  <a:gd name="T43" fmla="*/ 94 h 101"/>
                  <a:gd name="T44" fmla="*/ 25 w 74"/>
                  <a:gd name="T45" fmla="*/ 94 h 101"/>
                  <a:gd name="T46" fmla="*/ 38 w 74"/>
                  <a:gd name="T47" fmla="*/ 95 h 101"/>
                  <a:gd name="T48" fmla="*/ 38 w 74"/>
                  <a:gd name="T49" fmla="*/ 95 h 101"/>
                  <a:gd name="T50" fmla="*/ 41 w 74"/>
                  <a:gd name="T51" fmla="*/ 93 h 101"/>
                  <a:gd name="T52" fmla="*/ 41 w 74"/>
                  <a:gd name="T53" fmla="*/ 93 h 101"/>
                  <a:gd name="T54" fmla="*/ 43 w 74"/>
                  <a:gd name="T55" fmla="*/ 94 h 101"/>
                  <a:gd name="T56" fmla="*/ 44 w 74"/>
                  <a:gd name="T57" fmla="*/ 95 h 101"/>
                  <a:gd name="T58" fmla="*/ 39 w 74"/>
                  <a:gd name="T59" fmla="*/ 98 h 101"/>
                  <a:gd name="T60" fmla="*/ 39 w 74"/>
                  <a:gd name="T61" fmla="*/ 98 h 101"/>
                  <a:gd name="T62" fmla="*/ 24 w 74"/>
                  <a:gd name="T63" fmla="*/ 96 h 101"/>
                  <a:gd name="T64" fmla="*/ 24 w 74"/>
                  <a:gd name="T65" fmla="*/ 96 h 101"/>
                  <a:gd name="T66" fmla="*/ 12 w 74"/>
                  <a:gd name="T67" fmla="*/ 80 h 101"/>
                  <a:gd name="T68" fmla="*/ 12 w 74"/>
                  <a:gd name="T69" fmla="*/ 80 h 101"/>
                  <a:gd name="T70" fmla="*/ 7 w 74"/>
                  <a:gd name="T71" fmla="*/ 6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 h="101">
                    <a:moveTo>
                      <a:pt x="7" y="69"/>
                    </a:moveTo>
                    <a:cubicBezTo>
                      <a:pt x="0" y="47"/>
                      <a:pt x="13" y="15"/>
                      <a:pt x="31" y="6"/>
                    </a:cubicBezTo>
                    <a:cubicBezTo>
                      <a:pt x="31" y="6"/>
                      <a:pt x="31" y="6"/>
                      <a:pt x="31" y="6"/>
                    </a:cubicBezTo>
                    <a:cubicBezTo>
                      <a:pt x="45" y="0"/>
                      <a:pt x="59" y="9"/>
                      <a:pt x="66" y="24"/>
                    </a:cubicBezTo>
                    <a:cubicBezTo>
                      <a:pt x="66" y="24"/>
                      <a:pt x="66" y="24"/>
                      <a:pt x="66" y="24"/>
                    </a:cubicBezTo>
                    <a:cubicBezTo>
                      <a:pt x="68" y="28"/>
                      <a:pt x="70" y="33"/>
                      <a:pt x="70" y="38"/>
                    </a:cubicBezTo>
                    <a:cubicBezTo>
                      <a:pt x="70" y="38"/>
                      <a:pt x="70" y="38"/>
                      <a:pt x="70" y="38"/>
                    </a:cubicBezTo>
                    <a:cubicBezTo>
                      <a:pt x="74" y="61"/>
                      <a:pt x="63" y="78"/>
                      <a:pt x="44" y="95"/>
                    </a:cubicBezTo>
                    <a:cubicBezTo>
                      <a:pt x="44" y="95"/>
                      <a:pt x="44" y="95"/>
                      <a:pt x="44" y="95"/>
                    </a:cubicBezTo>
                    <a:cubicBezTo>
                      <a:pt x="43" y="94"/>
                      <a:pt x="43" y="94"/>
                      <a:pt x="43" y="94"/>
                    </a:cubicBezTo>
                    <a:cubicBezTo>
                      <a:pt x="41" y="93"/>
                      <a:pt x="41" y="93"/>
                      <a:pt x="41" y="93"/>
                    </a:cubicBezTo>
                    <a:cubicBezTo>
                      <a:pt x="61" y="75"/>
                      <a:pt x="71" y="60"/>
                      <a:pt x="67" y="39"/>
                    </a:cubicBezTo>
                    <a:cubicBezTo>
                      <a:pt x="67" y="39"/>
                      <a:pt x="67" y="39"/>
                      <a:pt x="67" y="39"/>
                    </a:cubicBezTo>
                    <a:cubicBezTo>
                      <a:pt x="67" y="34"/>
                      <a:pt x="65" y="29"/>
                      <a:pt x="63" y="25"/>
                    </a:cubicBezTo>
                    <a:cubicBezTo>
                      <a:pt x="63" y="25"/>
                      <a:pt x="63" y="25"/>
                      <a:pt x="63" y="25"/>
                    </a:cubicBezTo>
                    <a:cubicBezTo>
                      <a:pt x="56" y="11"/>
                      <a:pt x="44" y="3"/>
                      <a:pt x="32" y="9"/>
                    </a:cubicBezTo>
                    <a:cubicBezTo>
                      <a:pt x="32" y="9"/>
                      <a:pt x="32" y="9"/>
                      <a:pt x="32" y="9"/>
                    </a:cubicBezTo>
                    <a:cubicBezTo>
                      <a:pt x="16" y="16"/>
                      <a:pt x="3" y="48"/>
                      <a:pt x="10" y="68"/>
                    </a:cubicBezTo>
                    <a:cubicBezTo>
                      <a:pt x="10" y="68"/>
                      <a:pt x="10" y="68"/>
                      <a:pt x="10" y="68"/>
                    </a:cubicBezTo>
                    <a:cubicBezTo>
                      <a:pt x="11" y="72"/>
                      <a:pt x="13" y="75"/>
                      <a:pt x="14" y="79"/>
                    </a:cubicBezTo>
                    <a:cubicBezTo>
                      <a:pt x="14" y="79"/>
                      <a:pt x="14" y="79"/>
                      <a:pt x="14" y="79"/>
                    </a:cubicBezTo>
                    <a:cubicBezTo>
                      <a:pt x="18" y="85"/>
                      <a:pt x="21" y="91"/>
                      <a:pt x="25" y="94"/>
                    </a:cubicBezTo>
                    <a:cubicBezTo>
                      <a:pt x="25" y="94"/>
                      <a:pt x="25" y="94"/>
                      <a:pt x="25" y="94"/>
                    </a:cubicBezTo>
                    <a:cubicBezTo>
                      <a:pt x="29" y="97"/>
                      <a:pt x="33" y="97"/>
                      <a:pt x="38" y="95"/>
                    </a:cubicBezTo>
                    <a:cubicBezTo>
                      <a:pt x="38" y="95"/>
                      <a:pt x="38" y="95"/>
                      <a:pt x="38" y="95"/>
                    </a:cubicBezTo>
                    <a:cubicBezTo>
                      <a:pt x="39" y="95"/>
                      <a:pt x="40" y="94"/>
                      <a:pt x="41" y="93"/>
                    </a:cubicBezTo>
                    <a:cubicBezTo>
                      <a:pt x="41" y="93"/>
                      <a:pt x="41" y="93"/>
                      <a:pt x="41" y="93"/>
                    </a:cubicBezTo>
                    <a:cubicBezTo>
                      <a:pt x="43" y="94"/>
                      <a:pt x="43" y="94"/>
                      <a:pt x="43" y="94"/>
                    </a:cubicBezTo>
                    <a:cubicBezTo>
                      <a:pt x="44" y="95"/>
                      <a:pt x="44" y="95"/>
                      <a:pt x="44" y="95"/>
                    </a:cubicBezTo>
                    <a:cubicBezTo>
                      <a:pt x="42" y="96"/>
                      <a:pt x="41" y="97"/>
                      <a:pt x="39" y="98"/>
                    </a:cubicBezTo>
                    <a:cubicBezTo>
                      <a:pt x="39" y="98"/>
                      <a:pt x="39" y="98"/>
                      <a:pt x="39" y="98"/>
                    </a:cubicBezTo>
                    <a:cubicBezTo>
                      <a:pt x="34" y="101"/>
                      <a:pt x="28" y="100"/>
                      <a:pt x="24" y="96"/>
                    </a:cubicBezTo>
                    <a:cubicBezTo>
                      <a:pt x="24" y="96"/>
                      <a:pt x="24" y="96"/>
                      <a:pt x="24" y="96"/>
                    </a:cubicBezTo>
                    <a:cubicBezTo>
                      <a:pt x="19" y="93"/>
                      <a:pt x="15" y="87"/>
                      <a:pt x="12" y="80"/>
                    </a:cubicBezTo>
                    <a:cubicBezTo>
                      <a:pt x="12" y="80"/>
                      <a:pt x="12" y="80"/>
                      <a:pt x="12" y="80"/>
                    </a:cubicBezTo>
                    <a:cubicBezTo>
                      <a:pt x="10" y="77"/>
                      <a:pt x="8" y="73"/>
                      <a:pt x="7"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8" name="Freeform 1367"/>
              <p:cNvSpPr>
                <a:spLocks noEditPoints="1"/>
              </p:cNvSpPr>
              <p:nvPr/>
            </p:nvSpPr>
            <p:spPr bwMode="auto">
              <a:xfrm>
                <a:off x="7070726" y="7688263"/>
                <a:ext cx="122238" cy="174625"/>
              </a:xfrm>
              <a:custGeom>
                <a:avLst/>
                <a:gdLst>
                  <a:gd name="T0" fmla="*/ 30 w 70"/>
                  <a:gd name="T1" fmla="*/ 100 h 100"/>
                  <a:gd name="T2" fmla="*/ 19 w 70"/>
                  <a:gd name="T3" fmla="*/ 96 h 100"/>
                  <a:gd name="T4" fmla="*/ 19 w 70"/>
                  <a:gd name="T5" fmla="*/ 96 h 100"/>
                  <a:gd name="T6" fmla="*/ 7 w 70"/>
                  <a:gd name="T7" fmla="*/ 79 h 100"/>
                  <a:gd name="T8" fmla="*/ 7 w 70"/>
                  <a:gd name="T9" fmla="*/ 79 h 100"/>
                  <a:gd name="T10" fmla="*/ 2 w 70"/>
                  <a:gd name="T11" fmla="*/ 67 h 100"/>
                  <a:gd name="T12" fmla="*/ 2 w 70"/>
                  <a:gd name="T13" fmla="*/ 67 h 100"/>
                  <a:gd name="T14" fmla="*/ 4 w 70"/>
                  <a:gd name="T15" fmla="*/ 67 h 100"/>
                  <a:gd name="T16" fmla="*/ 2 w 70"/>
                  <a:gd name="T17" fmla="*/ 67 h 100"/>
                  <a:gd name="T18" fmla="*/ 0 w 70"/>
                  <a:gd name="T19" fmla="*/ 53 h 100"/>
                  <a:gd name="T20" fmla="*/ 0 w 70"/>
                  <a:gd name="T21" fmla="*/ 53 h 100"/>
                  <a:gd name="T22" fmla="*/ 27 w 70"/>
                  <a:gd name="T23" fmla="*/ 2 h 100"/>
                  <a:gd name="T24" fmla="*/ 27 w 70"/>
                  <a:gd name="T25" fmla="*/ 2 h 100"/>
                  <a:gd name="T26" fmla="*/ 37 w 70"/>
                  <a:gd name="T27" fmla="*/ 0 h 100"/>
                  <a:gd name="T28" fmla="*/ 37 w 70"/>
                  <a:gd name="T29" fmla="*/ 0 h 100"/>
                  <a:gd name="T30" fmla="*/ 65 w 70"/>
                  <a:gd name="T31" fmla="*/ 21 h 100"/>
                  <a:gd name="T32" fmla="*/ 65 w 70"/>
                  <a:gd name="T33" fmla="*/ 21 h 100"/>
                  <a:gd name="T34" fmla="*/ 69 w 70"/>
                  <a:gd name="T35" fmla="*/ 36 h 100"/>
                  <a:gd name="T36" fmla="*/ 69 w 70"/>
                  <a:gd name="T37" fmla="*/ 36 h 100"/>
                  <a:gd name="T38" fmla="*/ 70 w 70"/>
                  <a:gd name="T39" fmla="*/ 44 h 100"/>
                  <a:gd name="T40" fmla="*/ 70 w 70"/>
                  <a:gd name="T41" fmla="*/ 44 h 100"/>
                  <a:gd name="T42" fmla="*/ 43 w 70"/>
                  <a:gd name="T43" fmla="*/ 93 h 100"/>
                  <a:gd name="T44" fmla="*/ 43 w 70"/>
                  <a:gd name="T45" fmla="*/ 93 h 100"/>
                  <a:gd name="T46" fmla="*/ 43 w 70"/>
                  <a:gd name="T47" fmla="*/ 93 h 100"/>
                  <a:gd name="T48" fmla="*/ 42 w 70"/>
                  <a:gd name="T49" fmla="*/ 94 h 100"/>
                  <a:gd name="T50" fmla="*/ 41 w 70"/>
                  <a:gd name="T51" fmla="*/ 95 h 100"/>
                  <a:gd name="T52" fmla="*/ 41 w 70"/>
                  <a:gd name="T53" fmla="*/ 95 h 100"/>
                  <a:gd name="T54" fmla="*/ 40 w 70"/>
                  <a:gd name="T55" fmla="*/ 96 h 100"/>
                  <a:gd name="T56" fmla="*/ 40 w 70"/>
                  <a:gd name="T57" fmla="*/ 96 h 100"/>
                  <a:gd name="T58" fmla="*/ 37 w 70"/>
                  <a:gd name="T59" fmla="*/ 98 h 100"/>
                  <a:gd name="T60" fmla="*/ 37 w 70"/>
                  <a:gd name="T61" fmla="*/ 98 h 100"/>
                  <a:gd name="T62" fmla="*/ 30 w 70"/>
                  <a:gd name="T63" fmla="*/ 100 h 100"/>
                  <a:gd name="T64" fmla="*/ 30 w 70"/>
                  <a:gd name="T65" fmla="*/ 100 h 100"/>
                  <a:gd name="T66" fmla="*/ 30 w 70"/>
                  <a:gd name="T67" fmla="*/ 100 h 100"/>
                  <a:gd name="T68" fmla="*/ 37 w 70"/>
                  <a:gd name="T69" fmla="*/ 7 h 100"/>
                  <a:gd name="T70" fmla="*/ 30 w 70"/>
                  <a:gd name="T71" fmla="*/ 9 h 100"/>
                  <a:gd name="T72" fmla="*/ 30 w 70"/>
                  <a:gd name="T73" fmla="*/ 9 h 100"/>
                  <a:gd name="T74" fmla="*/ 7 w 70"/>
                  <a:gd name="T75" fmla="*/ 54 h 100"/>
                  <a:gd name="T76" fmla="*/ 7 w 70"/>
                  <a:gd name="T77" fmla="*/ 54 h 100"/>
                  <a:gd name="T78" fmla="*/ 9 w 70"/>
                  <a:gd name="T79" fmla="*/ 65 h 100"/>
                  <a:gd name="T80" fmla="*/ 9 w 70"/>
                  <a:gd name="T81" fmla="*/ 65 h 100"/>
                  <a:gd name="T82" fmla="*/ 13 w 70"/>
                  <a:gd name="T83" fmla="*/ 76 h 100"/>
                  <a:gd name="T84" fmla="*/ 13 w 70"/>
                  <a:gd name="T85" fmla="*/ 76 h 100"/>
                  <a:gd name="T86" fmla="*/ 24 w 70"/>
                  <a:gd name="T87" fmla="*/ 90 h 100"/>
                  <a:gd name="T88" fmla="*/ 24 w 70"/>
                  <a:gd name="T89" fmla="*/ 90 h 100"/>
                  <a:gd name="T90" fmla="*/ 30 w 70"/>
                  <a:gd name="T91" fmla="*/ 92 h 100"/>
                  <a:gd name="T92" fmla="*/ 30 w 70"/>
                  <a:gd name="T93" fmla="*/ 92 h 100"/>
                  <a:gd name="T94" fmla="*/ 34 w 70"/>
                  <a:gd name="T95" fmla="*/ 92 h 100"/>
                  <a:gd name="T96" fmla="*/ 34 w 70"/>
                  <a:gd name="T97" fmla="*/ 92 h 100"/>
                  <a:gd name="T98" fmla="*/ 37 w 70"/>
                  <a:gd name="T99" fmla="*/ 89 h 100"/>
                  <a:gd name="T100" fmla="*/ 37 w 70"/>
                  <a:gd name="T101" fmla="*/ 89 h 100"/>
                  <a:gd name="T102" fmla="*/ 63 w 70"/>
                  <a:gd name="T103" fmla="*/ 44 h 100"/>
                  <a:gd name="T104" fmla="*/ 63 w 70"/>
                  <a:gd name="T105" fmla="*/ 44 h 100"/>
                  <a:gd name="T106" fmla="*/ 62 w 70"/>
                  <a:gd name="T107" fmla="*/ 37 h 100"/>
                  <a:gd name="T108" fmla="*/ 62 w 70"/>
                  <a:gd name="T109" fmla="*/ 37 h 100"/>
                  <a:gd name="T110" fmla="*/ 58 w 70"/>
                  <a:gd name="T111" fmla="*/ 24 h 100"/>
                  <a:gd name="T112" fmla="*/ 58 w 70"/>
                  <a:gd name="T113" fmla="*/ 24 h 100"/>
                  <a:gd name="T114" fmla="*/ 37 w 70"/>
                  <a:gd name="T115" fmla="*/ 7 h 100"/>
                  <a:gd name="T116" fmla="*/ 37 w 70"/>
                  <a:gd name="T117" fmla="*/ 7 h 100"/>
                  <a:gd name="T118" fmla="*/ 37 w 70"/>
                  <a:gd name="T119"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0" h="100">
                    <a:moveTo>
                      <a:pt x="30" y="100"/>
                    </a:moveTo>
                    <a:cubicBezTo>
                      <a:pt x="26" y="100"/>
                      <a:pt x="22" y="98"/>
                      <a:pt x="19" y="96"/>
                    </a:cubicBezTo>
                    <a:cubicBezTo>
                      <a:pt x="19" y="96"/>
                      <a:pt x="19" y="96"/>
                      <a:pt x="19" y="96"/>
                    </a:cubicBezTo>
                    <a:cubicBezTo>
                      <a:pt x="14" y="92"/>
                      <a:pt x="10" y="86"/>
                      <a:pt x="7" y="79"/>
                    </a:cubicBezTo>
                    <a:cubicBezTo>
                      <a:pt x="7" y="79"/>
                      <a:pt x="7" y="79"/>
                      <a:pt x="7" y="79"/>
                    </a:cubicBezTo>
                    <a:cubicBezTo>
                      <a:pt x="5" y="75"/>
                      <a:pt x="4" y="71"/>
                      <a:pt x="2" y="67"/>
                    </a:cubicBezTo>
                    <a:cubicBezTo>
                      <a:pt x="2" y="67"/>
                      <a:pt x="2" y="67"/>
                      <a:pt x="2" y="67"/>
                    </a:cubicBezTo>
                    <a:cubicBezTo>
                      <a:pt x="4" y="67"/>
                      <a:pt x="4" y="67"/>
                      <a:pt x="4" y="67"/>
                    </a:cubicBezTo>
                    <a:cubicBezTo>
                      <a:pt x="2" y="67"/>
                      <a:pt x="2" y="67"/>
                      <a:pt x="2" y="67"/>
                    </a:cubicBezTo>
                    <a:cubicBezTo>
                      <a:pt x="1" y="63"/>
                      <a:pt x="0" y="58"/>
                      <a:pt x="0" y="53"/>
                    </a:cubicBezTo>
                    <a:cubicBezTo>
                      <a:pt x="0" y="53"/>
                      <a:pt x="0" y="53"/>
                      <a:pt x="0" y="53"/>
                    </a:cubicBezTo>
                    <a:cubicBezTo>
                      <a:pt x="0" y="33"/>
                      <a:pt x="12" y="10"/>
                      <a:pt x="27" y="2"/>
                    </a:cubicBezTo>
                    <a:cubicBezTo>
                      <a:pt x="27" y="2"/>
                      <a:pt x="27" y="2"/>
                      <a:pt x="27" y="2"/>
                    </a:cubicBezTo>
                    <a:cubicBezTo>
                      <a:pt x="30" y="1"/>
                      <a:pt x="34" y="0"/>
                      <a:pt x="37" y="0"/>
                    </a:cubicBezTo>
                    <a:cubicBezTo>
                      <a:pt x="37" y="0"/>
                      <a:pt x="37" y="0"/>
                      <a:pt x="37" y="0"/>
                    </a:cubicBezTo>
                    <a:cubicBezTo>
                      <a:pt x="49" y="0"/>
                      <a:pt x="59" y="9"/>
                      <a:pt x="65" y="21"/>
                    </a:cubicBezTo>
                    <a:cubicBezTo>
                      <a:pt x="65" y="21"/>
                      <a:pt x="65" y="21"/>
                      <a:pt x="65" y="21"/>
                    </a:cubicBezTo>
                    <a:cubicBezTo>
                      <a:pt x="67" y="26"/>
                      <a:pt x="69" y="31"/>
                      <a:pt x="69" y="36"/>
                    </a:cubicBezTo>
                    <a:cubicBezTo>
                      <a:pt x="69" y="36"/>
                      <a:pt x="69" y="36"/>
                      <a:pt x="69" y="36"/>
                    </a:cubicBezTo>
                    <a:cubicBezTo>
                      <a:pt x="70" y="39"/>
                      <a:pt x="70" y="42"/>
                      <a:pt x="70" y="44"/>
                    </a:cubicBezTo>
                    <a:cubicBezTo>
                      <a:pt x="70" y="44"/>
                      <a:pt x="70" y="44"/>
                      <a:pt x="70" y="44"/>
                    </a:cubicBezTo>
                    <a:cubicBezTo>
                      <a:pt x="70" y="63"/>
                      <a:pt x="60" y="78"/>
                      <a:pt x="43" y="93"/>
                    </a:cubicBezTo>
                    <a:cubicBezTo>
                      <a:pt x="43" y="93"/>
                      <a:pt x="43" y="93"/>
                      <a:pt x="43" y="93"/>
                    </a:cubicBezTo>
                    <a:cubicBezTo>
                      <a:pt x="43" y="93"/>
                      <a:pt x="43" y="93"/>
                      <a:pt x="43" y="93"/>
                    </a:cubicBezTo>
                    <a:cubicBezTo>
                      <a:pt x="42" y="94"/>
                      <a:pt x="42" y="94"/>
                      <a:pt x="42" y="94"/>
                    </a:cubicBezTo>
                    <a:cubicBezTo>
                      <a:pt x="42" y="95"/>
                      <a:pt x="42" y="95"/>
                      <a:pt x="41" y="95"/>
                    </a:cubicBezTo>
                    <a:cubicBezTo>
                      <a:pt x="41" y="95"/>
                      <a:pt x="41" y="95"/>
                      <a:pt x="41" y="95"/>
                    </a:cubicBezTo>
                    <a:cubicBezTo>
                      <a:pt x="40" y="96"/>
                      <a:pt x="40" y="96"/>
                      <a:pt x="40" y="96"/>
                    </a:cubicBezTo>
                    <a:cubicBezTo>
                      <a:pt x="40" y="96"/>
                      <a:pt x="40" y="96"/>
                      <a:pt x="40" y="96"/>
                    </a:cubicBezTo>
                    <a:cubicBezTo>
                      <a:pt x="39" y="97"/>
                      <a:pt x="38" y="97"/>
                      <a:pt x="37" y="98"/>
                    </a:cubicBezTo>
                    <a:cubicBezTo>
                      <a:pt x="37" y="98"/>
                      <a:pt x="37" y="98"/>
                      <a:pt x="37" y="98"/>
                    </a:cubicBezTo>
                    <a:cubicBezTo>
                      <a:pt x="35" y="99"/>
                      <a:pt x="32" y="100"/>
                      <a:pt x="30" y="100"/>
                    </a:cubicBezTo>
                    <a:cubicBezTo>
                      <a:pt x="30" y="100"/>
                      <a:pt x="30" y="100"/>
                      <a:pt x="30" y="100"/>
                    </a:cubicBezTo>
                    <a:cubicBezTo>
                      <a:pt x="30" y="100"/>
                      <a:pt x="30" y="100"/>
                      <a:pt x="30" y="100"/>
                    </a:cubicBezTo>
                    <a:close/>
                    <a:moveTo>
                      <a:pt x="37" y="7"/>
                    </a:moveTo>
                    <a:cubicBezTo>
                      <a:pt x="35" y="7"/>
                      <a:pt x="32" y="8"/>
                      <a:pt x="30" y="9"/>
                    </a:cubicBezTo>
                    <a:cubicBezTo>
                      <a:pt x="30" y="9"/>
                      <a:pt x="30" y="9"/>
                      <a:pt x="30" y="9"/>
                    </a:cubicBezTo>
                    <a:cubicBezTo>
                      <a:pt x="18" y="14"/>
                      <a:pt x="7" y="36"/>
                      <a:pt x="7" y="54"/>
                    </a:cubicBezTo>
                    <a:cubicBezTo>
                      <a:pt x="7" y="54"/>
                      <a:pt x="7" y="54"/>
                      <a:pt x="7" y="54"/>
                    </a:cubicBezTo>
                    <a:cubicBezTo>
                      <a:pt x="7" y="58"/>
                      <a:pt x="8" y="62"/>
                      <a:pt x="9" y="65"/>
                    </a:cubicBezTo>
                    <a:cubicBezTo>
                      <a:pt x="9" y="65"/>
                      <a:pt x="9" y="65"/>
                      <a:pt x="9" y="65"/>
                    </a:cubicBezTo>
                    <a:cubicBezTo>
                      <a:pt x="10" y="69"/>
                      <a:pt x="12" y="73"/>
                      <a:pt x="13" y="76"/>
                    </a:cubicBezTo>
                    <a:cubicBezTo>
                      <a:pt x="13" y="76"/>
                      <a:pt x="13" y="76"/>
                      <a:pt x="13" y="76"/>
                    </a:cubicBezTo>
                    <a:cubicBezTo>
                      <a:pt x="16" y="82"/>
                      <a:pt x="20" y="87"/>
                      <a:pt x="24" y="90"/>
                    </a:cubicBezTo>
                    <a:cubicBezTo>
                      <a:pt x="24" y="90"/>
                      <a:pt x="24" y="90"/>
                      <a:pt x="24" y="90"/>
                    </a:cubicBezTo>
                    <a:cubicBezTo>
                      <a:pt x="26" y="92"/>
                      <a:pt x="28" y="92"/>
                      <a:pt x="30" y="92"/>
                    </a:cubicBezTo>
                    <a:cubicBezTo>
                      <a:pt x="30" y="92"/>
                      <a:pt x="30" y="92"/>
                      <a:pt x="30" y="92"/>
                    </a:cubicBezTo>
                    <a:cubicBezTo>
                      <a:pt x="31" y="92"/>
                      <a:pt x="32" y="92"/>
                      <a:pt x="34" y="92"/>
                    </a:cubicBezTo>
                    <a:cubicBezTo>
                      <a:pt x="34" y="92"/>
                      <a:pt x="34" y="92"/>
                      <a:pt x="34" y="92"/>
                    </a:cubicBezTo>
                    <a:cubicBezTo>
                      <a:pt x="35" y="91"/>
                      <a:pt x="36" y="90"/>
                      <a:pt x="37" y="89"/>
                    </a:cubicBezTo>
                    <a:cubicBezTo>
                      <a:pt x="37" y="89"/>
                      <a:pt x="37" y="89"/>
                      <a:pt x="37" y="89"/>
                    </a:cubicBezTo>
                    <a:cubicBezTo>
                      <a:pt x="54" y="74"/>
                      <a:pt x="63" y="61"/>
                      <a:pt x="63" y="44"/>
                    </a:cubicBezTo>
                    <a:cubicBezTo>
                      <a:pt x="63" y="44"/>
                      <a:pt x="63" y="44"/>
                      <a:pt x="63" y="44"/>
                    </a:cubicBezTo>
                    <a:cubicBezTo>
                      <a:pt x="63" y="42"/>
                      <a:pt x="63" y="40"/>
                      <a:pt x="62" y="37"/>
                    </a:cubicBezTo>
                    <a:cubicBezTo>
                      <a:pt x="62" y="37"/>
                      <a:pt x="62" y="37"/>
                      <a:pt x="62" y="37"/>
                    </a:cubicBezTo>
                    <a:cubicBezTo>
                      <a:pt x="62" y="33"/>
                      <a:pt x="60" y="28"/>
                      <a:pt x="58" y="24"/>
                    </a:cubicBezTo>
                    <a:cubicBezTo>
                      <a:pt x="58" y="24"/>
                      <a:pt x="58" y="24"/>
                      <a:pt x="58" y="24"/>
                    </a:cubicBezTo>
                    <a:cubicBezTo>
                      <a:pt x="53" y="14"/>
                      <a:pt x="45" y="7"/>
                      <a:pt x="37" y="7"/>
                    </a:cubicBezTo>
                    <a:cubicBezTo>
                      <a:pt x="37" y="7"/>
                      <a:pt x="37" y="7"/>
                      <a:pt x="37" y="7"/>
                    </a:cubicBezTo>
                    <a:cubicBezTo>
                      <a:pt x="37" y="7"/>
                      <a:pt x="37" y="7"/>
                      <a:pt x="37"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9" name="Freeform 1368"/>
              <p:cNvSpPr>
                <a:spLocks noEditPoints="1"/>
              </p:cNvSpPr>
              <p:nvPr/>
            </p:nvSpPr>
            <p:spPr bwMode="auto">
              <a:xfrm>
                <a:off x="7104064" y="7858126"/>
                <a:ext cx="28575" cy="77788"/>
              </a:xfrm>
              <a:custGeom>
                <a:avLst/>
                <a:gdLst>
                  <a:gd name="T0" fmla="*/ 0 w 18"/>
                  <a:gd name="T1" fmla="*/ 46 h 49"/>
                  <a:gd name="T2" fmla="*/ 14 w 18"/>
                  <a:gd name="T3" fmla="*/ 43 h 49"/>
                  <a:gd name="T4" fmla="*/ 10 w 18"/>
                  <a:gd name="T5" fmla="*/ 0 h 49"/>
                  <a:gd name="T6" fmla="*/ 14 w 18"/>
                  <a:gd name="T7" fmla="*/ 0 h 49"/>
                  <a:gd name="T8" fmla="*/ 18 w 18"/>
                  <a:gd name="T9" fmla="*/ 46 h 49"/>
                  <a:gd name="T10" fmla="*/ 1 w 18"/>
                  <a:gd name="T11" fmla="*/ 49 h 49"/>
                  <a:gd name="T12" fmla="*/ 0 w 18"/>
                  <a:gd name="T13" fmla="*/ 46 h 49"/>
                  <a:gd name="T14" fmla="*/ 0 w 18"/>
                  <a:gd name="T15" fmla="*/ 46 h 49"/>
                  <a:gd name="T16" fmla="*/ 10 w 18"/>
                  <a:gd name="T17" fmla="*/ 0 h 49"/>
                  <a:gd name="T18" fmla="*/ 10 w 18"/>
                  <a:gd name="T19" fmla="*/ 0 h 49"/>
                  <a:gd name="T20" fmla="*/ 10 w 18"/>
                  <a:gd name="T21" fmla="*/ 0 h 49"/>
                  <a:gd name="T22" fmla="*/ 10 w 18"/>
                  <a:gd name="T23" fmla="*/ 0 h 49"/>
                  <a:gd name="T24" fmla="*/ 10 w 18"/>
                  <a:gd name="T25"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49">
                    <a:moveTo>
                      <a:pt x="0" y="46"/>
                    </a:moveTo>
                    <a:lnTo>
                      <a:pt x="14" y="43"/>
                    </a:lnTo>
                    <a:lnTo>
                      <a:pt x="10" y="0"/>
                    </a:lnTo>
                    <a:lnTo>
                      <a:pt x="14" y="0"/>
                    </a:lnTo>
                    <a:lnTo>
                      <a:pt x="18" y="46"/>
                    </a:lnTo>
                    <a:lnTo>
                      <a:pt x="1" y="49"/>
                    </a:lnTo>
                    <a:lnTo>
                      <a:pt x="0" y="46"/>
                    </a:lnTo>
                    <a:lnTo>
                      <a:pt x="0" y="46"/>
                    </a:lnTo>
                    <a:close/>
                    <a:moveTo>
                      <a:pt x="10" y="0"/>
                    </a:moveTo>
                    <a:lnTo>
                      <a:pt x="10" y="0"/>
                    </a:lnTo>
                    <a:lnTo>
                      <a:pt x="10" y="0"/>
                    </a:lnTo>
                    <a:lnTo>
                      <a:pt x="10" y="0"/>
                    </a:lnTo>
                    <a:lnTo>
                      <a:pt x="1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0" name="Freeform 1369"/>
              <p:cNvSpPr>
                <a:spLocks noEditPoints="1"/>
              </p:cNvSpPr>
              <p:nvPr/>
            </p:nvSpPr>
            <p:spPr bwMode="auto">
              <a:xfrm>
                <a:off x="7100889" y="7854951"/>
                <a:ext cx="34925" cy="84138"/>
              </a:xfrm>
              <a:custGeom>
                <a:avLst/>
                <a:gdLst>
                  <a:gd name="T0" fmla="*/ 1 w 22"/>
                  <a:gd name="T1" fmla="*/ 51 h 53"/>
                  <a:gd name="T2" fmla="*/ 0 w 22"/>
                  <a:gd name="T3" fmla="*/ 48 h 53"/>
                  <a:gd name="T4" fmla="*/ 2 w 22"/>
                  <a:gd name="T5" fmla="*/ 48 h 53"/>
                  <a:gd name="T6" fmla="*/ 2 w 22"/>
                  <a:gd name="T7" fmla="*/ 50 h 53"/>
                  <a:gd name="T8" fmla="*/ 2 w 22"/>
                  <a:gd name="T9" fmla="*/ 48 h 53"/>
                  <a:gd name="T10" fmla="*/ 0 w 22"/>
                  <a:gd name="T11" fmla="*/ 48 h 53"/>
                  <a:gd name="T12" fmla="*/ 0 w 22"/>
                  <a:gd name="T13" fmla="*/ 47 h 53"/>
                  <a:gd name="T14" fmla="*/ 14 w 22"/>
                  <a:gd name="T15" fmla="*/ 44 h 53"/>
                  <a:gd name="T16" fmla="*/ 10 w 22"/>
                  <a:gd name="T17" fmla="*/ 1 h 53"/>
                  <a:gd name="T18" fmla="*/ 17 w 22"/>
                  <a:gd name="T19" fmla="*/ 0 h 53"/>
                  <a:gd name="T20" fmla="*/ 22 w 22"/>
                  <a:gd name="T21" fmla="*/ 49 h 53"/>
                  <a:gd name="T22" fmla="*/ 1 w 22"/>
                  <a:gd name="T23" fmla="*/ 53 h 53"/>
                  <a:gd name="T24" fmla="*/ 1 w 22"/>
                  <a:gd name="T25" fmla="*/ 51 h 53"/>
                  <a:gd name="T26" fmla="*/ 1 w 22"/>
                  <a:gd name="T27" fmla="*/ 51 h 53"/>
                  <a:gd name="T28" fmla="*/ 12 w 22"/>
                  <a:gd name="T29" fmla="*/ 2 h 53"/>
                  <a:gd name="T30" fmla="*/ 12 w 22"/>
                  <a:gd name="T31" fmla="*/ 0 h 53"/>
                  <a:gd name="T32" fmla="*/ 12 w 22"/>
                  <a:gd name="T33" fmla="*/ 2 h 53"/>
                  <a:gd name="T34" fmla="*/ 12 w 22"/>
                  <a:gd name="T35" fmla="*/ 2 h 53"/>
                  <a:gd name="T36" fmla="*/ 12 w 22"/>
                  <a:gd name="T37" fmla="*/ 2 h 53"/>
                  <a:gd name="T38" fmla="*/ 12 w 22"/>
                  <a:gd name="T39" fmla="*/ 0 h 53"/>
                  <a:gd name="T40" fmla="*/ 12 w 22"/>
                  <a:gd name="T41" fmla="*/ 2 h 53"/>
                  <a:gd name="T42" fmla="*/ 12 w 22"/>
                  <a:gd name="T43" fmla="*/ 0 h 53"/>
                  <a:gd name="T44" fmla="*/ 12 w 22"/>
                  <a:gd name="T45" fmla="*/ 2 h 53"/>
                  <a:gd name="T46" fmla="*/ 12 w 22"/>
                  <a:gd name="T47" fmla="*/ 2 h 53"/>
                  <a:gd name="T48" fmla="*/ 12 w 22"/>
                  <a:gd name="T49" fmla="*/ 2 h 53"/>
                  <a:gd name="T50" fmla="*/ 12 w 22"/>
                  <a:gd name="T51" fmla="*/ 0 h 53"/>
                  <a:gd name="T52" fmla="*/ 12 w 22"/>
                  <a:gd name="T53" fmla="*/ 2 h 53"/>
                  <a:gd name="T54" fmla="*/ 12 w 22"/>
                  <a:gd name="T55"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53">
                    <a:moveTo>
                      <a:pt x="1" y="51"/>
                    </a:moveTo>
                    <a:lnTo>
                      <a:pt x="0" y="48"/>
                    </a:lnTo>
                    <a:lnTo>
                      <a:pt x="2" y="48"/>
                    </a:lnTo>
                    <a:lnTo>
                      <a:pt x="2" y="50"/>
                    </a:lnTo>
                    <a:lnTo>
                      <a:pt x="2" y="48"/>
                    </a:lnTo>
                    <a:lnTo>
                      <a:pt x="0" y="48"/>
                    </a:lnTo>
                    <a:lnTo>
                      <a:pt x="0" y="47"/>
                    </a:lnTo>
                    <a:lnTo>
                      <a:pt x="14" y="44"/>
                    </a:lnTo>
                    <a:lnTo>
                      <a:pt x="10" y="1"/>
                    </a:lnTo>
                    <a:lnTo>
                      <a:pt x="17" y="0"/>
                    </a:lnTo>
                    <a:lnTo>
                      <a:pt x="22" y="49"/>
                    </a:lnTo>
                    <a:lnTo>
                      <a:pt x="1" y="53"/>
                    </a:lnTo>
                    <a:lnTo>
                      <a:pt x="1" y="51"/>
                    </a:lnTo>
                    <a:lnTo>
                      <a:pt x="1" y="51"/>
                    </a:lnTo>
                    <a:close/>
                    <a:moveTo>
                      <a:pt x="12" y="2"/>
                    </a:moveTo>
                    <a:lnTo>
                      <a:pt x="12" y="0"/>
                    </a:lnTo>
                    <a:lnTo>
                      <a:pt x="12" y="2"/>
                    </a:lnTo>
                    <a:lnTo>
                      <a:pt x="12" y="2"/>
                    </a:lnTo>
                    <a:close/>
                    <a:moveTo>
                      <a:pt x="12" y="2"/>
                    </a:moveTo>
                    <a:lnTo>
                      <a:pt x="12" y="0"/>
                    </a:lnTo>
                    <a:lnTo>
                      <a:pt x="12" y="2"/>
                    </a:lnTo>
                    <a:lnTo>
                      <a:pt x="12" y="0"/>
                    </a:lnTo>
                    <a:lnTo>
                      <a:pt x="12" y="2"/>
                    </a:lnTo>
                    <a:lnTo>
                      <a:pt x="12" y="2"/>
                    </a:lnTo>
                    <a:close/>
                    <a:moveTo>
                      <a:pt x="12" y="2"/>
                    </a:moveTo>
                    <a:lnTo>
                      <a:pt x="12" y="0"/>
                    </a:lnTo>
                    <a:lnTo>
                      <a:pt x="12" y="2"/>
                    </a:lnTo>
                    <a:lnTo>
                      <a:pt x="1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1" name="Freeform 1370"/>
              <p:cNvSpPr/>
              <p:nvPr/>
            </p:nvSpPr>
            <p:spPr bwMode="auto">
              <a:xfrm>
                <a:off x="7137401" y="7848601"/>
                <a:ext cx="22225" cy="77788"/>
              </a:xfrm>
              <a:custGeom>
                <a:avLst/>
                <a:gdLst>
                  <a:gd name="T0" fmla="*/ 0 w 14"/>
                  <a:gd name="T1" fmla="*/ 0 h 49"/>
                  <a:gd name="T2" fmla="*/ 0 w 14"/>
                  <a:gd name="T3" fmla="*/ 0 h 49"/>
                  <a:gd name="T4" fmla="*/ 3 w 14"/>
                  <a:gd name="T5" fmla="*/ 0 h 49"/>
                  <a:gd name="T6" fmla="*/ 9 w 14"/>
                  <a:gd name="T7" fmla="*/ 43 h 49"/>
                  <a:gd name="T8" fmla="*/ 14 w 14"/>
                  <a:gd name="T9" fmla="*/ 45 h 49"/>
                  <a:gd name="T10" fmla="*/ 13 w 14"/>
                  <a:gd name="T11" fmla="*/ 49 h 49"/>
                  <a:gd name="T12" fmla="*/ 5 w 14"/>
                  <a:gd name="T13" fmla="*/ 46 h 49"/>
                  <a:gd name="T14" fmla="*/ 0 w 14"/>
                  <a:gd name="T15" fmla="*/ 0 h 49"/>
                  <a:gd name="T16" fmla="*/ 0 w 14"/>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9">
                    <a:moveTo>
                      <a:pt x="0" y="0"/>
                    </a:moveTo>
                    <a:lnTo>
                      <a:pt x="0" y="0"/>
                    </a:lnTo>
                    <a:lnTo>
                      <a:pt x="3" y="0"/>
                    </a:lnTo>
                    <a:lnTo>
                      <a:pt x="9" y="43"/>
                    </a:lnTo>
                    <a:lnTo>
                      <a:pt x="14" y="45"/>
                    </a:lnTo>
                    <a:lnTo>
                      <a:pt x="13" y="49"/>
                    </a:lnTo>
                    <a:lnTo>
                      <a:pt x="5" y="46"/>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2" name="Freeform 1371"/>
              <p:cNvSpPr/>
              <p:nvPr/>
            </p:nvSpPr>
            <p:spPr bwMode="auto">
              <a:xfrm>
                <a:off x="7134226" y="7843838"/>
                <a:ext cx="30163" cy="85725"/>
              </a:xfrm>
              <a:custGeom>
                <a:avLst/>
                <a:gdLst>
                  <a:gd name="T0" fmla="*/ 5 w 19"/>
                  <a:gd name="T1" fmla="*/ 51 h 54"/>
                  <a:gd name="T2" fmla="*/ 0 w 19"/>
                  <a:gd name="T3" fmla="*/ 3 h 54"/>
                  <a:gd name="T4" fmla="*/ 2 w 19"/>
                  <a:gd name="T5" fmla="*/ 3 h 54"/>
                  <a:gd name="T6" fmla="*/ 0 w 19"/>
                  <a:gd name="T7" fmla="*/ 3 h 54"/>
                  <a:gd name="T8" fmla="*/ 2 w 19"/>
                  <a:gd name="T9" fmla="*/ 3 h 54"/>
                  <a:gd name="T10" fmla="*/ 2 w 19"/>
                  <a:gd name="T11" fmla="*/ 1 h 54"/>
                  <a:gd name="T12" fmla="*/ 7 w 19"/>
                  <a:gd name="T13" fmla="*/ 0 h 54"/>
                  <a:gd name="T14" fmla="*/ 12 w 19"/>
                  <a:gd name="T15" fmla="*/ 45 h 54"/>
                  <a:gd name="T16" fmla="*/ 19 w 19"/>
                  <a:gd name="T17" fmla="*/ 46 h 54"/>
                  <a:gd name="T18" fmla="*/ 17 w 19"/>
                  <a:gd name="T19" fmla="*/ 54 h 54"/>
                  <a:gd name="T20" fmla="*/ 5 w 19"/>
                  <a:gd name="T21" fmla="*/ 51 h 54"/>
                  <a:gd name="T22" fmla="*/ 5 w 19"/>
                  <a:gd name="T23" fmla="*/ 5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54">
                    <a:moveTo>
                      <a:pt x="5" y="51"/>
                    </a:moveTo>
                    <a:lnTo>
                      <a:pt x="0" y="3"/>
                    </a:lnTo>
                    <a:lnTo>
                      <a:pt x="2" y="3"/>
                    </a:lnTo>
                    <a:lnTo>
                      <a:pt x="0" y="3"/>
                    </a:lnTo>
                    <a:lnTo>
                      <a:pt x="2" y="3"/>
                    </a:lnTo>
                    <a:lnTo>
                      <a:pt x="2" y="1"/>
                    </a:lnTo>
                    <a:lnTo>
                      <a:pt x="7" y="0"/>
                    </a:lnTo>
                    <a:lnTo>
                      <a:pt x="12" y="45"/>
                    </a:lnTo>
                    <a:lnTo>
                      <a:pt x="19" y="46"/>
                    </a:lnTo>
                    <a:lnTo>
                      <a:pt x="17" y="54"/>
                    </a:lnTo>
                    <a:lnTo>
                      <a:pt x="5" y="51"/>
                    </a:lnTo>
                    <a:lnTo>
                      <a:pt x="5" y="5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3" name="Freeform 1372"/>
              <p:cNvSpPr/>
              <p:nvPr/>
            </p:nvSpPr>
            <p:spPr bwMode="auto">
              <a:xfrm>
                <a:off x="7008814" y="7643813"/>
                <a:ext cx="12700" cy="17463"/>
              </a:xfrm>
              <a:custGeom>
                <a:avLst/>
                <a:gdLst>
                  <a:gd name="T0" fmla="*/ 5 w 8"/>
                  <a:gd name="T1" fmla="*/ 0 h 11"/>
                  <a:gd name="T2" fmla="*/ 8 w 8"/>
                  <a:gd name="T3" fmla="*/ 2 h 11"/>
                  <a:gd name="T4" fmla="*/ 3 w 8"/>
                  <a:gd name="T5" fmla="*/ 11 h 11"/>
                  <a:gd name="T6" fmla="*/ 0 w 8"/>
                  <a:gd name="T7" fmla="*/ 10 h 11"/>
                  <a:gd name="T8" fmla="*/ 5 w 8"/>
                  <a:gd name="T9" fmla="*/ 0 h 11"/>
                  <a:gd name="T10" fmla="*/ 5 w 8"/>
                  <a:gd name="T11" fmla="*/ 0 h 11"/>
                </a:gdLst>
                <a:ahLst/>
                <a:cxnLst>
                  <a:cxn ang="0">
                    <a:pos x="T0" y="T1"/>
                  </a:cxn>
                  <a:cxn ang="0">
                    <a:pos x="T2" y="T3"/>
                  </a:cxn>
                  <a:cxn ang="0">
                    <a:pos x="T4" y="T5"/>
                  </a:cxn>
                  <a:cxn ang="0">
                    <a:pos x="T6" y="T7"/>
                  </a:cxn>
                  <a:cxn ang="0">
                    <a:pos x="T8" y="T9"/>
                  </a:cxn>
                  <a:cxn ang="0">
                    <a:pos x="T10" y="T11"/>
                  </a:cxn>
                </a:cxnLst>
                <a:rect l="0" t="0" r="r" b="b"/>
                <a:pathLst>
                  <a:path w="8" h="11">
                    <a:moveTo>
                      <a:pt x="5" y="0"/>
                    </a:moveTo>
                    <a:lnTo>
                      <a:pt x="8" y="2"/>
                    </a:lnTo>
                    <a:lnTo>
                      <a:pt x="3" y="11"/>
                    </a:lnTo>
                    <a:lnTo>
                      <a:pt x="0" y="10"/>
                    </a:lnTo>
                    <a:lnTo>
                      <a:pt x="5" y="0"/>
                    </a:lnTo>
                    <a:lnTo>
                      <a:pt x="5"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4" name="Freeform 1373"/>
              <p:cNvSpPr/>
              <p:nvPr/>
            </p:nvSpPr>
            <p:spPr bwMode="auto">
              <a:xfrm>
                <a:off x="7002464" y="7640638"/>
                <a:ext cx="23813" cy="25400"/>
              </a:xfrm>
              <a:custGeom>
                <a:avLst/>
                <a:gdLst>
                  <a:gd name="T0" fmla="*/ 0 w 15"/>
                  <a:gd name="T1" fmla="*/ 12 h 16"/>
                  <a:gd name="T2" fmla="*/ 7 w 15"/>
                  <a:gd name="T3" fmla="*/ 1 h 16"/>
                  <a:gd name="T4" fmla="*/ 8 w 15"/>
                  <a:gd name="T5" fmla="*/ 0 h 16"/>
                  <a:gd name="T6" fmla="*/ 15 w 15"/>
                  <a:gd name="T7" fmla="*/ 3 h 16"/>
                  <a:gd name="T8" fmla="*/ 8 w 15"/>
                  <a:gd name="T9" fmla="*/ 16 h 16"/>
                  <a:gd name="T10" fmla="*/ 0 w 15"/>
                  <a:gd name="T11" fmla="*/ 12 h 16"/>
                  <a:gd name="T12" fmla="*/ 0 w 15"/>
                  <a:gd name="T13" fmla="*/ 12 h 16"/>
                </a:gdLst>
                <a:ahLst/>
                <a:cxnLst>
                  <a:cxn ang="0">
                    <a:pos x="T0" y="T1"/>
                  </a:cxn>
                  <a:cxn ang="0">
                    <a:pos x="T2" y="T3"/>
                  </a:cxn>
                  <a:cxn ang="0">
                    <a:pos x="T4" y="T5"/>
                  </a:cxn>
                  <a:cxn ang="0">
                    <a:pos x="T6" y="T7"/>
                  </a:cxn>
                  <a:cxn ang="0">
                    <a:pos x="T8" y="T9"/>
                  </a:cxn>
                  <a:cxn ang="0">
                    <a:pos x="T10" y="T11"/>
                  </a:cxn>
                  <a:cxn ang="0">
                    <a:pos x="T12" y="T13"/>
                  </a:cxn>
                </a:cxnLst>
                <a:rect l="0" t="0" r="r" b="b"/>
                <a:pathLst>
                  <a:path w="15" h="16">
                    <a:moveTo>
                      <a:pt x="0" y="12"/>
                    </a:moveTo>
                    <a:lnTo>
                      <a:pt x="7" y="1"/>
                    </a:lnTo>
                    <a:lnTo>
                      <a:pt x="8" y="0"/>
                    </a:lnTo>
                    <a:lnTo>
                      <a:pt x="15" y="3"/>
                    </a:lnTo>
                    <a:lnTo>
                      <a:pt x="8" y="16"/>
                    </a:lnTo>
                    <a:lnTo>
                      <a:pt x="0" y="12"/>
                    </a:lnTo>
                    <a:lnTo>
                      <a:pt x="0" y="1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5" name="Freeform 1374"/>
              <p:cNvSpPr/>
              <p:nvPr/>
            </p:nvSpPr>
            <p:spPr bwMode="auto">
              <a:xfrm>
                <a:off x="6991351" y="7640638"/>
                <a:ext cx="25400" cy="30163"/>
              </a:xfrm>
              <a:custGeom>
                <a:avLst/>
                <a:gdLst>
                  <a:gd name="T0" fmla="*/ 2 w 16"/>
                  <a:gd name="T1" fmla="*/ 4 h 19"/>
                  <a:gd name="T2" fmla="*/ 12 w 16"/>
                  <a:gd name="T3" fmla="*/ 11 h 19"/>
                  <a:gd name="T4" fmla="*/ 10 w 16"/>
                  <a:gd name="T5" fmla="*/ 1 h 19"/>
                  <a:gd name="T6" fmla="*/ 13 w 16"/>
                  <a:gd name="T7" fmla="*/ 0 h 19"/>
                  <a:gd name="T8" fmla="*/ 16 w 16"/>
                  <a:gd name="T9" fmla="*/ 19 h 19"/>
                  <a:gd name="T10" fmla="*/ 0 w 16"/>
                  <a:gd name="T11" fmla="*/ 6 h 19"/>
                  <a:gd name="T12" fmla="*/ 2 w 16"/>
                  <a:gd name="T13" fmla="*/ 4 h 19"/>
                  <a:gd name="T14" fmla="*/ 2 w 16"/>
                  <a:gd name="T15" fmla="*/ 4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9">
                    <a:moveTo>
                      <a:pt x="2" y="4"/>
                    </a:moveTo>
                    <a:lnTo>
                      <a:pt x="12" y="11"/>
                    </a:lnTo>
                    <a:lnTo>
                      <a:pt x="10" y="1"/>
                    </a:lnTo>
                    <a:lnTo>
                      <a:pt x="13" y="0"/>
                    </a:lnTo>
                    <a:lnTo>
                      <a:pt x="16" y="19"/>
                    </a:lnTo>
                    <a:lnTo>
                      <a:pt x="0" y="6"/>
                    </a:lnTo>
                    <a:lnTo>
                      <a:pt x="2" y="4"/>
                    </a:lnTo>
                    <a:lnTo>
                      <a:pt x="2" y="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6" name="Freeform 1375"/>
              <p:cNvSpPr/>
              <p:nvPr/>
            </p:nvSpPr>
            <p:spPr bwMode="auto">
              <a:xfrm>
                <a:off x="6985001" y="7635876"/>
                <a:ext cx="36513" cy="42863"/>
              </a:xfrm>
              <a:custGeom>
                <a:avLst/>
                <a:gdLst>
                  <a:gd name="T0" fmla="*/ 0 w 23"/>
                  <a:gd name="T1" fmla="*/ 9 h 27"/>
                  <a:gd name="T2" fmla="*/ 3 w 23"/>
                  <a:gd name="T3" fmla="*/ 8 h 27"/>
                  <a:gd name="T4" fmla="*/ 5 w 23"/>
                  <a:gd name="T5" fmla="*/ 5 h 27"/>
                  <a:gd name="T6" fmla="*/ 6 w 23"/>
                  <a:gd name="T7" fmla="*/ 4 h 27"/>
                  <a:gd name="T8" fmla="*/ 12 w 23"/>
                  <a:gd name="T9" fmla="*/ 9 h 27"/>
                  <a:gd name="T10" fmla="*/ 11 w 23"/>
                  <a:gd name="T11" fmla="*/ 2 h 27"/>
                  <a:gd name="T12" fmla="*/ 19 w 23"/>
                  <a:gd name="T13" fmla="*/ 0 h 27"/>
                  <a:gd name="T14" fmla="*/ 23 w 23"/>
                  <a:gd name="T15" fmla="*/ 27 h 27"/>
                  <a:gd name="T16" fmla="*/ 0 w 23"/>
                  <a:gd name="T17" fmla="*/ 9 h 27"/>
                  <a:gd name="T18" fmla="*/ 0 w 23"/>
                  <a:gd name="T19"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27">
                    <a:moveTo>
                      <a:pt x="0" y="9"/>
                    </a:moveTo>
                    <a:lnTo>
                      <a:pt x="3" y="8"/>
                    </a:lnTo>
                    <a:lnTo>
                      <a:pt x="5" y="5"/>
                    </a:lnTo>
                    <a:lnTo>
                      <a:pt x="6" y="4"/>
                    </a:lnTo>
                    <a:lnTo>
                      <a:pt x="12" y="9"/>
                    </a:lnTo>
                    <a:lnTo>
                      <a:pt x="11" y="2"/>
                    </a:lnTo>
                    <a:lnTo>
                      <a:pt x="19" y="0"/>
                    </a:lnTo>
                    <a:lnTo>
                      <a:pt x="23" y="27"/>
                    </a:lnTo>
                    <a:lnTo>
                      <a:pt x="0" y="9"/>
                    </a:lnTo>
                    <a:lnTo>
                      <a:pt x="0" y="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7" name="Freeform 1410"/>
              <p:cNvSpPr/>
              <p:nvPr/>
            </p:nvSpPr>
            <p:spPr bwMode="auto">
              <a:xfrm>
                <a:off x="7261226" y="7643813"/>
                <a:ext cx="26988" cy="14288"/>
              </a:xfrm>
              <a:custGeom>
                <a:avLst/>
                <a:gdLst>
                  <a:gd name="T0" fmla="*/ 0 w 17"/>
                  <a:gd name="T1" fmla="*/ 6 h 9"/>
                  <a:gd name="T2" fmla="*/ 16 w 17"/>
                  <a:gd name="T3" fmla="*/ 0 h 9"/>
                  <a:gd name="T4" fmla="*/ 17 w 17"/>
                  <a:gd name="T5" fmla="*/ 3 h 9"/>
                  <a:gd name="T6" fmla="*/ 1 w 17"/>
                  <a:gd name="T7" fmla="*/ 9 h 9"/>
                  <a:gd name="T8" fmla="*/ 0 w 17"/>
                  <a:gd name="T9" fmla="*/ 6 h 9"/>
                  <a:gd name="T10" fmla="*/ 0 w 17"/>
                  <a:gd name="T11" fmla="*/ 6 h 9"/>
                </a:gdLst>
                <a:ahLst/>
                <a:cxnLst>
                  <a:cxn ang="0">
                    <a:pos x="T0" y="T1"/>
                  </a:cxn>
                  <a:cxn ang="0">
                    <a:pos x="T2" y="T3"/>
                  </a:cxn>
                  <a:cxn ang="0">
                    <a:pos x="T4" y="T5"/>
                  </a:cxn>
                  <a:cxn ang="0">
                    <a:pos x="T6" y="T7"/>
                  </a:cxn>
                  <a:cxn ang="0">
                    <a:pos x="T8" y="T9"/>
                  </a:cxn>
                  <a:cxn ang="0">
                    <a:pos x="T10" y="T11"/>
                  </a:cxn>
                </a:cxnLst>
                <a:rect l="0" t="0" r="r" b="b"/>
                <a:pathLst>
                  <a:path w="17" h="9">
                    <a:moveTo>
                      <a:pt x="0" y="6"/>
                    </a:moveTo>
                    <a:lnTo>
                      <a:pt x="16" y="0"/>
                    </a:lnTo>
                    <a:lnTo>
                      <a:pt x="17" y="3"/>
                    </a:lnTo>
                    <a:lnTo>
                      <a:pt x="1" y="9"/>
                    </a:lnTo>
                    <a:lnTo>
                      <a:pt x="0" y="6"/>
                    </a:lnTo>
                    <a:lnTo>
                      <a:pt x="0" y="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8" name="Freeform 1412"/>
              <p:cNvSpPr/>
              <p:nvPr/>
            </p:nvSpPr>
            <p:spPr bwMode="auto">
              <a:xfrm>
                <a:off x="7254876" y="7639051"/>
                <a:ext cx="36513" cy="23813"/>
              </a:xfrm>
              <a:custGeom>
                <a:avLst/>
                <a:gdLst>
                  <a:gd name="T0" fmla="*/ 3 w 23"/>
                  <a:gd name="T1" fmla="*/ 13 h 15"/>
                  <a:gd name="T2" fmla="*/ 2 w 23"/>
                  <a:gd name="T3" fmla="*/ 9 h 15"/>
                  <a:gd name="T4" fmla="*/ 4 w 23"/>
                  <a:gd name="T5" fmla="*/ 9 h 15"/>
                  <a:gd name="T6" fmla="*/ 5 w 23"/>
                  <a:gd name="T7" fmla="*/ 11 h 15"/>
                  <a:gd name="T8" fmla="*/ 4 w 23"/>
                  <a:gd name="T9" fmla="*/ 9 h 15"/>
                  <a:gd name="T10" fmla="*/ 2 w 23"/>
                  <a:gd name="T11" fmla="*/ 9 h 15"/>
                  <a:gd name="T12" fmla="*/ 0 w 23"/>
                  <a:gd name="T13" fmla="*/ 7 h 15"/>
                  <a:gd name="T14" fmla="*/ 21 w 23"/>
                  <a:gd name="T15" fmla="*/ 0 h 15"/>
                  <a:gd name="T16" fmla="*/ 23 w 23"/>
                  <a:gd name="T17" fmla="*/ 7 h 15"/>
                  <a:gd name="T18" fmla="*/ 4 w 23"/>
                  <a:gd name="T19" fmla="*/ 15 h 15"/>
                  <a:gd name="T20" fmla="*/ 3 w 23"/>
                  <a:gd name="T21" fmla="*/ 13 h 15"/>
                  <a:gd name="T22" fmla="*/ 3 w 23"/>
                  <a:gd name="T23"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5">
                    <a:moveTo>
                      <a:pt x="3" y="13"/>
                    </a:moveTo>
                    <a:lnTo>
                      <a:pt x="2" y="9"/>
                    </a:lnTo>
                    <a:lnTo>
                      <a:pt x="4" y="9"/>
                    </a:lnTo>
                    <a:lnTo>
                      <a:pt x="5" y="11"/>
                    </a:lnTo>
                    <a:lnTo>
                      <a:pt x="4" y="9"/>
                    </a:lnTo>
                    <a:lnTo>
                      <a:pt x="2" y="9"/>
                    </a:lnTo>
                    <a:lnTo>
                      <a:pt x="0" y="7"/>
                    </a:lnTo>
                    <a:lnTo>
                      <a:pt x="21" y="0"/>
                    </a:lnTo>
                    <a:lnTo>
                      <a:pt x="23" y="7"/>
                    </a:lnTo>
                    <a:lnTo>
                      <a:pt x="4" y="15"/>
                    </a:lnTo>
                    <a:lnTo>
                      <a:pt x="3" y="13"/>
                    </a:lnTo>
                    <a:lnTo>
                      <a:pt x="3" y="1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9" name="Freeform 1413"/>
              <p:cNvSpPr>
                <a:spLocks noEditPoints="1"/>
              </p:cNvSpPr>
              <p:nvPr/>
            </p:nvSpPr>
            <p:spPr bwMode="auto">
              <a:xfrm>
                <a:off x="7259639" y="7629526"/>
                <a:ext cx="22225" cy="34925"/>
              </a:xfrm>
              <a:custGeom>
                <a:avLst/>
                <a:gdLst>
                  <a:gd name="T0" fmla="*/ 0 w 14"/>
                  <a:gd name="T1" fmla="*/ 0 h 22"/>
                  <a:gd name="T2" fmla="*/ 3 w 14"/>
                  <a:gd name="T3" fmla="*/ 0 h 22"/>
                  <a:gd name="T4" fmla="*/ 4 w 14"/>
                  <a:gd name="T5" fmla="*/ 12 h 22"/>
                  <a:gd name="T6" fmla="*/ 12 w 14"/>
                  <a:gd name="T7" fmla="*/ 0 h 22"/>
                  <a:gd name="T8" fmla="*/ 14 w 14"/>
                  <a:gd name="T9" fmla="*/ 1 h 22"/>
                  <a:gd name="T10" fmla="*/ 2 w 14"/>
                  <a:gd name="T11" fmla="*/ 22 h 22"/>
                  <a:gd name="T12" fmla="*/ 0 w 14"/>
                  <a:gd name="T13" fmla="*/ 0 h 22"/>
                  <a:gd name="T14" fmla="*/ 0 w 14"/>
                  <a:gd name="T15" fmla="*/ 0 h 22"/>
                  <a:gd name="T16" fmla="*/ 12 w 14"/>
                  <a:gd name="T17" fmla="*/ 0 h 22"/>
                  <a:gd name="T18" fmla="*/ 12 w 14"/>
                  <a:gd name="T19" fmla="*/ 0 h 22"/>
                  <a:gd name="T20" fmla="*/ 12 w 14"/>
                  <a:gd name="T21" fmla="*/ 0 h 22"/>
                  <a:gd name="T22" fmla="*/ 12 w 14"/>
                  <a:gd name="T23" fmla="*/ 0 h 22"/>
                  <a:gd name="T24" fmla="*/ 12 w 14"/>
                  <a:gd name="T2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22">
                    <a:moveTo>
                      <a:pt x="0" y="0"/>
                    </a:moveTo>
                    <a:lnTo>
                      <a:pt x="3" y="0"/>
                    </a:lnTo>
                    <a:lnTo>
                      <a:pt x="4" y="12"/>
                    </a:lnTo>
                    <a:lnTo>
                      <a:pt x="12" y="0"/>
                    </a:lnTo>
                    <a:lnTo>
                      <a:pt x="14" y="1"/>
                    </a:lnTo>
                    <a:lnTo>
                      <a:pt x="2" y="22"/>
                    </a:lnTo>
                    <a:lnTo>
                      <a:pt x="0" y="0"/>
                    </a:lnTo>
                    <a:lnTo>
                      <a:pt x="0" y="0"/>
                    </a:lnTo>
                    <a:close/>
                    <a:moveTo>
                      <a:pt x="12" y="0"/>
                    </a:moveTo>
                    <a:lnTo>
                      <a:pt x="12" y="0"/>
                    </a:lnTo>
                    <a:lnTo>
                      <a:pt x="12" y="0"/>
                    </a:lnTo>
                    <a:lnTo>
                      <a:pt x="12" y="0"/>
                    </a:lnTo>
                    <a:lnTo>
                      <a:pt x="1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0" name="Freeform 1414"/>
              <p:cNvSpPr/>
              <p:nvPr/>
            </p:nvSpPr>
            <p:spPr bwMode="auto">
              <a:xfrm>
                <a:off x="7254876" y="7624764"/>
                <a:ext cx="31750" cy="52388"/>
              </a:xfrm>
              <a:custGeom>
                <a:avLst/>
                <a:gdLst>
                  <a:gd name="T0" fmla="*/ 0 w 20"/>
                  <a:gd name="T1" fmla="*/ 3 h 33"/>
                  <a:gd name="T2" fmla="*/ 3 w 20"/>
                  <a:gd name="T3" fmla="*/ 3 h 33"/>
                  <a:gd name="T4" fmla="*/ 3 w 20"/>
                  <a:gd name="T5" fmla="*/ 5 h 33"/>
                  <a:gd name="T6" fmla="*/ 3 w 20"/>
                  <a:gd name="T7" fmla="*/ 3 h 33"/>
                  <a:gd name="T8" fmla="*/ 0 w 20"/>
                  <a:gd name="T9" fmla="*/ 3 h 33"/>
                  <a:gd name="T10" fmla="*/ 0 w 20"/>
                  <a:gd name="T11" fmla="*/ 2 h 33"/>
                  <a:gd name="T12" fmla="*/ 8 w 20"/>
                  <a:gd name="T13" fmla="*/ 1 h 33"/>
                  <a:gd name="T14" fmla="*/ 9 w 20"/>
                  <a:gd name="T15" fmla="*/ 9 h 33"/>
                  <a:gd name="T16" fmla="*/ 11 w 20"/>
                  <a:gd name="T17" fmla="*/ 3 h 33"/>
                  <a:gd name="T18" fmla="*/ 9 w 20"/>
                  <a:gd name="T19" fmla="*/ 1 h 33"/>
                  <a:gd name="T20" fmla="*/ 12 w 20"/>
                  <a:gd name="T21" fmla="*/ 1 h 33"/>
                  <a:gd name="T22" fmla="*/ 14 w 20"/>
                  <a:gd name="T23" fmla="*/ 0 h 33"/>
                  <a:gd name="T24" fmla="*/ 15 w 20"/>
                  <a:gd name="T25" fmla="*/ 1 h 33"/>
                  <a:gd name="T26" fmla="*/ 17 w 20"/>
                  <a:gd name="T27" fmla="*/ 1 h 33"/>
                  <a:gd name="T28" fmla="*/ 17 w 20"/>
                  <a:gd name="T29" fmla="*/ 2 h 33"/>
                  <a:gd name="T30" fmla="*/ 20 w 20"/>
                  <a:gd name="T31" fmla="*/ 4 h 33"/>
                  <a:gd name="T32" fmla="*/ 4 w 20"/>
                  <a:gd name="T33" fmla="*/ 33 h 33"/>
                  <a:gd name="T34" fmla="*/ 0 w 20"/>
                  <a:gd name="T35" fmla="*/ 3 h 33"/>
                  <a:gd name="T36" fmla="*/ 0 w 20"/>
                  <a:gd name="T37"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33">
                    <a:moveTo>
                      <a:pt x="0" y="3"/>
                    </a:moveTo>
                    <a:lnTo>
                      <a:pt x="3" y="3"/>
                    </a:lnTo>
                    <a:lnTo>
                      <a:pt x="3" y="5"/>
                    </a:lnTo>
                    <a:lnTo>
                      <a:pt x="3" y="3"/>
                    </a:lnTo>
                    <a:lnTo>
                      <a:pt x="0" y="3"/>
                    </a:lnTo>
                    <a:lnTo>
                      <a:pt x="0" y="2"/>
                    </a:lnTo>
                    <a:lnTo>
                      <a:pt x="8" y="1"/>
                    </a:lnTo>
                    <a:lnTo>
                      <a:pt x="9" y="9"/>
                    </a:lnTo>
                    <a:lnTo>
                      <a:pt x="11" y="3"/>
                    </a:lnTo>
                    <a:lnTo>
                      <a:pt x="9" y="1"/>
                    </a:lnTo>
                    <a:lnTo>
                      <a:pt x="12" y="1"/>
                    </a:lnTo>
                    <a:lnTo>
                      <a:pt x="14" y="0"/>
                    </a:lnTo>
                    <a:lnTo>
                      <a:pt x="15" y="1"/>
                    </a:lnTo>
                    <a:lnTo>
                      <a:pt x="17" y="1"/>
                    </a:lnTo>
                    <a:lnTo>
                      <a:pt x="17" y="2"/>
                    </a:lnTo>
                    <a:lnTo>
                      <a:pt x="20" y="4"/>
                    </a:lnTo>
                    <a:lnTo>
                      <a:pt x="4" y="33"/>
                    </a:lnTo>
                    <a:lnTo>
                      <a:pt x="0" y="3"/>
                    </a:ln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grpSp>
        <p:grpSp>
          <p:nvGrpSpPr>
            <p:cNvPr id="41" name="组合 40"/>
            <p:cNvGrpSpPr/>
            <p:nvPr/>
          </p:nvGrpSpPr>
          <p:grpSpPr>
            <a:xfrm>
              <a:off x="1352943" y="1828799"/>
              <a:ext cx="1894475" cy="2677671"/>
              <a:chOff x="7443789" y="7534276"/>
              <a:chExt cx="284162" cy="401638"/>
            </a:xfrm>
            <a:solidFill>
              <a:schemeClr val="tx1"/>
            </a:solidFill>
          </p:grpSpPr>
          <p:sp>
            <p:nvSpPr>
              <p:cNvPr id="42" name="Freeform 1310"/>
              <p:cNvSpPr/>
              <p:nvPr/>
            </p:nvSpPr>
            <p:spPr bwMode="auto">
              <a:xfrm>
                <a:off x="7556501" y="7875588"/>
                <a:ext cx="28575" cy="52388"/>
              </a:xfrm>
              <a:custGeom>
                <a:avLst/>
                <a:gdLst>
                  <a:gd name="T0" fmla="*/ 3 w 18"/>
                  <a:gd name="T1" fmla="*/ 0 h 33"/>
                  <a:gd name="T2" fmla="*/ 7 w 18"/>
                  <a:gd name="T3" fmla="*/ 29 h 33"/>
                  <a:gd name="T4" fmla="*/ 18 w 18"/>
                  <a:gd name="T5" fmla="*/ 29 h 33"/>
                  <a:gd name="T6" fmla="*/ 18 w 18"/>
                  <a:gd name="T7" fmla="*/ 33 h 33"/>
                  <a:gd name="T8" fmla="*/ 3 w 18"/>
                  <a:gd name="T9" fmla="*/ 33 h 33"/>
                  <a:gd name="T10" fmla="*/ 0 w 18"/>
                  <a:gd name="T11" fmla="*/ 1 h 33"/>
                  <a:gd name="T12" fmla="*/ 3 w 18"/>
                  <a:gd name="T13" fmla="*/ 0 h 33"/>
                  <a:gd name="T14" fmla="*/ 3 w 18"/>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33">
                    <a:moveTo>
                      <a:pt x="3" y="0"/>
                    </a:moveTo>
                    <a:lnTo>
                      <a:pt x="7" y="29"/>
                    </a:lnTo>
                    <a:lnTo>
                      <a:pt x="18" y="29"/>
                    </a:lnTo>
                    <a:lnTo>
                      <a:pt x="18" y="33"/>
                    </a:lnTo>
                    <a:lnTo>
                      <a:pt x="3" y="33"/>
                    </a:lnTo>
                    <a:lnTo>
                      <a:pt x="0" y="1"/>
                    </a:lnTo>
                    <a:lnTo>
                      <a:pt x="3" y="0"/>
                    </a:lnTo>
                    <a:lnTo>
                      <a:pt x="3"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3" name="Freeform 1311"/>
              <p:cNvSpPr/>
              <p:nvPr/>
            </p:nvSpPr>
            <p:spPr bwMode="auto">
              <a:xfrm>
                <a:off x="7553326" y="7872413"/>
                <a:ext cx="34925" cy="58738"/>
              </a:xfrm>
              <a:custGeom>
                <a:avLst/>
                <a:gdLst>
                  <a:gd name="T0" fmla="*/ 3 w 22"/>
                  <a:gd name="T1" fmla="*/ 37 h 37"/>
                  <a:gd name="T2" fmla="*/ 0 w 22"/>
                  <a:gd name="T3" fmla="*/ 1 h 37"/>
                  <a:gd name="T4" fmla="*/ 2 w 22"/>
                  <a:gd name="T5" fmla="*/ 1 h 37"/>
                  <a:gd name="T6" fmla="*/ 4 w 22"/>
                  <a:gd name="T7" fmla="*/ 0 h 37"/>
                  <a:gd name="T8" fmla="*/ 7 w 22"/>
                  <a:gd name="T9" fmla="*/ 0 h 37"/>
                  <a:gd name="T10" fmla="*/ 10 w 22"/>
                  <a:gd name="T11" fmla="*/ 29 h 37"/>
                  <a:gd name="T12" fmla="*/ 22 w 22"/>
                  <a:gd name="T13" fmla="*/ 29 h 37"/>
                  <a:gd name="T14" fmla="*/ 22 w 22"/>
                  <a:gd name="T15" fmla="*/ 31 h 37"/>
                  <a:gd name="T16" fmla="*/ 22 w 22"/>
                  <a:gd name="T17" fmla="*/ 37 h 37"/>
                  <a:gd name="T18" fmla="*/ 3 w 22"/>
                  <a:gd name="T19" fmla="*/ 37 h 37"/>
                  <a:gd name="T20" fmla="*/ 3 w 22"/>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37">
                    <a:moveTo>
                      <a:pt x="3" y="37"/>
                    </a:moveTo>
                    <a:lnTo>
                      <a:pt x="0" y="1"/>
                    </a:lnTo>
                    <a:lnTo>
                      <a:pt x="2" y="1"/>
                    </a:lnTo>
                    <a:lnTo>
                      <a:pt x="4" y="0"/>
                    </a:lnTo>
                    <a:lnTo>
                      <a:pt x="7" y="0"/>
                    </a:lnTo>
                    <a:lnTo>
                      <a:pt x="10" y="29"/>
                    </a:lnTo>
                    <a:lnTo>
                      <a:pt x="22" y="29"/>
                    </a:lnTo>
                    <a:lnTo>
                      <a:pt x="22" y="31"/>
                    </a:lnTo>
                    <a:lnTo>
                      <a:pt x="22" y="37"/>
                    </a:lnTo>
                    <a:lnTo>
                      <a:pt x="3" y="37"/>
                    </a:lnTo>
                    <a:lnTo>
                      <a:pt x="3" y="3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4" name="Freeform 1312"/>
              <p:cNvSpPr/>
              <p:nvPr/>
            </p:nvSpPr>
            <p:spPr bwMode="auto">
              <a:xfrm>
                <a:off x="7524751" y="7881938"/>
                <a:ext cx="22225" cy="50800"/>
              </a:xfrm>
              <a:custGeom>
                <a:avLst/>
                <a:gdLst>
                  <a:gd name="T0" fmla="*/ 8 w 14"/>
                  <a:gd name="T1" fmla="*/ 0 h 32"/>
                  <a:gd name="T2" fmla="*/ 14 w 14"/>
                  <a:gd name="T3" fmla="*/ 32 h 32"/>
                  <a:gd name="T4" fmla="*/ 0 w 14"/>
                  <a:gd name="T5" fmla="*/ 31 h 32"/>
                  <a:gd name="T6" fmla="*/ 0 w 14"/>
                  <a:gd name="T7" fmla="*/ 28 h 32"/>
                  <a:gd name="T8" fmla="*/ 10 w 14"/>
                  <a:gd name="T9" fmla="*/ 29 h 32"/>
                  <a:gd name="T10" fmla="*/ 5 w 14"/>
                  <a:gd name="T11" fmla="*/ 0 h 32"/>
                  <a:gd name="T12" fmla="*/ 8 w 14"/>
                  <a:gd name="T13" fmla="*/ 0 h 32"/>
                  <a:gd name="T14" fmla="*/ 8 w 14"/>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2">
                    <a:moveTo>
                      <a:pt x="8" y="0"/>
                    </a:moveTo>
                    <a:lnTo>
                      <a:pt x="14" y="32"/>
                    </a:lnTo>
                    <a:lnTo>
                      <a:pt x="0" y="31"/>
                    </a:lnTo>
                    <a:lnTo>
                      <a:pt x="0" y="28"/>
                    </a:lnTo>
                    <a:lnTo>
                      <a:pt x="10" y="29"/>
                    </a:lnTo>
                    <a:lnTo>
                      <a:pt x="5" y="0"/>
                    </a:lnTo>
                    <a:lnTo>
                      <a:pt x="8" y="0"/>
                    </a:lnTo>
                    <a:lnTo>
                      <a:pt x="8"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5" name="Freeform 1313"/>
              <p:cNvSpPr/>
              <p:nvPr/>
            </p:nvSpPr>
            <p:spPr bwMode="auto">
              <a:xfrm>
                <a:off x="7521576" y="7877176"/>
                <a:ext cx="28575" cy="58738"/>
              </a:xfrm>
              <a:custGeom>
                <a:avLst/>
                <a:gdLst>
                  <a:gd name="T0" fmla="*/ 0 w 18"/>
                  <a:gd name="T1" fmla="*/ 36 h 37"/>
                  <a:gd name="T2" fmla="*/ 0 w 18"/>
                  <a:gd name="T3" fmla="*/ 34 h 37"/>
                  <a:gd name="T4" fmla="*/ 0 w 18"/>
                  <a:gd name="T5" fmla="*/ 28 h 37"/>
                  <a:gd name="T6" fmla="*/ 9 w 18"/>
                  <a:gd name="T7" fmla="*/ 30 h 37"/>
                  <a:gd name="T8" fmla="*/ 5 w 18"/>
                  <a:gd name="T9" fmla="*/ 1 h 37"/>
                  <a:gd name="T10" fmla="*/ 7 w 18"/>
                  <a:gd name="T11" fmla="*/ 1 h 37"/>
                  <a:gd name="T12" fmla="*/ 10 w 18"/>
                  <a:gd name="T13" fmla="*/ 1 h 37"/>
                  <a:gd name="T14" fmla="*/ 12 w 18"/>
                  <a:gd name="T15" fmla="*/ 0 h 37"/>
                  <a:gd name="T16" fmla="*/ 18 w 18"/>
                  <a:gd name="T17" fmla="*/ 37 h 37"/>
                  <a:gd name="T18" fmla="*/ 0 w 18"/>
                  <a:gd name="T19" fmla="*/ 36 h 37"/>
                  <a:gd name="T20" fmla="*/ 0 w 18"/>
                  <a:gd name="T21"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37">
                    <a:moveTo>
                      <a:pt x="0" y="36"/>
                    </a:moveTo>
                    <a:lnTo>
                      <a:pt x="0" y="34"/>
                    </a:lnTo>
                    <a:lnTo>
                      <a:pt x="0" y="28"/>
                    </a:lnTo>
                    <a:lnTo>
                      <a:pt x="9" y="30"/>
                    </a:lnTo>
                    <a:lnTo>
                      <a:pt x="5" y="1"/>
                    </a:lnTo>
                    <a:lnTo>
                      <a:pt x="7" y="1"/>
                    </a:lnTo>
                    <a:lnTo>
                      <a:pt x="10" y="1"/>
                    </a:lnTo>
                    <a:lnTo>
                      <a:pt x="12" y="0"/>
                    </a:lnTo>
                    <a:lnTo>
                      <a:pt x="18" y="37"/>
                    </a:lnTo>
                    <a:lnTo>
                      <a:pt x="0" y="36"/>
                    </a:lnTo>
                    <a:lnTo>
                      <a:pt x="0" y="3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6" name="Freeform 1314"/>
              <p:cNvSpPr>
                <a:spLocks noEditPoints="1"/>
              </p:cNvSpPr>
              <p:nvPr/>
            </p:nvSpPr>
            <p:spPr bwMode="auto">
              <a:xfrm>
                <a:off x="7497764" y="7729538"/>
                <a:ext cx="104775" cy="155575"/>
              </a:xfrm>
              <a:custGeom>
                <a:avLst/>
                <a:gdLst>
                  <a:gd name="T0" fmla="*/ 13 w 60"/>
                  <a:gd name="T1" fmla="*/ 12 h 90"/>
                  <a:gd name="T2" fmla="*/ 36 w 60"/>
                  <a:gd name="T3" fmla="*/ 2 h 90"/>
                  <a:gd name="T4" fmla="*/ 36 w 60"/>
                  <a:gd name="T5" fmla="*/ 2 h 90"/>
                  <a:gd name="T6" fmla="*/ 52 w 60"/>
                  <a:gd name="T7" fmla="*/ 20 h 90"/>
                  <a:gd name="T8" fmla="*/ 52 w 60"/>
                  <a:gd name="T9" fmla="*/ 20 h 90"/>
                  <a:gd name="T10" fmla="*/ 58 w 60"/>
                  <a:gd name="T11" fmla="*/ 53 h 90"/>
                  <a:gd name="T12" fmla="*/ 58 w 60"/>
                  <a:gd name="T13" fmla="*/ 53 h 90"/>
                  <a:gd name="T14" fmla="*/ 42 w 60"/>
                  <a:gd name="T15" fmla="*/ 80 h 90"/>
                  <a:gd name="T16" fmla="*/ 42 w 60"/>
                  <a:gd name="T17" fmla="*/ 80 h 90"/>
                  <a:gd name="T18" fmla="*/ 22 w 60"/>
                  <a:gd name="T19" fmla="*/ 89 h 90"/>
                  <a:gd name="T20" fmla="*/ 22 w 60"/>
                  <a:gd name="T21" fmla="*/ 89 h 90"/>
                  <a:gd name="T22" fmla="*/ 6 w 60"/>
                  <a:gd name="T23" fmla="*/ 72 h 90"/>
                  <a:gd name="T24" fmla="*/ 6 w 60"/>
                  <a:gd name="T25" fmla="*/ 72 h 90"/>
                  <a:gd name="T26" fmla="*/ 2 w 60"/>
                  <a:gd name="T27" fmla="*/ 40 h 90"/>
                  <a:gd name="T28" fmla="*/ 2 w 60"/>
                  <a:gd name="T29" fmla="*/ 40 h 90"/>
                  <a:gd name="T30" fmla="*/ 13 w 60"/>
                  <a:gd name="T31" fmla="*/ 12 h 90"/>
                  <a:gd name="T32" fmla="*/ 50 w 60"/>
                  <a:gd name="T33" fmla="*/ 21 h 90"/>
                  <a:gd name="T34" fmla="*/ 35 w 60"/>
                  <a:gd name="T35" fmla="*/ 5 h 90"/>
                  <a:gd name="T36" fmla="*/ 35 w 60"/>
                  <a:gd name="T37" fmla="*/ 5 h 90"/>
                  <a:gd name="T38" fmla="*/ 15 w 60"/>
                  <a:gd name="T39" fmla="*/ 13 h 90"/>
                  <a:gd name="T40" fmla="*/ 15 w 60"/>
                  <a:gd name="T41" fmla="*/ 13 h 90"/>
                  <a:gd name="T42" fmla="*/ 5 w 60"/>
                  <a:gd name="T43" fmla="*/ 41 h 90"/>
                  <a:gd name="T44" fmla="*/ 5 w 60"/>
                  <a:gd name="T45" fmla="*/ 41 h 90"/>
                  <a:gd name="T46" fmla="*/ 9 w 60"/>
                  <a:gd name="T47" fmla="*/ 71 h 90"/>
                  <a:gd name="T48" fmla="*/ 9 w 60"/>
                  <a:gd name="T49" fmla="*/ 71 h 90"/>
                  <a:gd name="T50" fmla="*/ 22 w 60"/>
                  <a:gd name="T51" fmla="*/ 86 h 90"/>
                  <a:gd name="T52" fmla="*/ 22 w 60"/>
                  <a:gd name="T53" fmla="*/ 86 h 90"/>
                  <a:gd name="T54" fmla="*/ 40 w 60"/>
                  <a:gd name="T55" fmla="*/ 78 h 90"/>
                  <a:gd name="T56" fmla="*/ 40 w 60"/>
                  <a:gd name="T57" fmla="*/ 78 h 90"/>
                  <a:gd name="T58" fmla="*/ 55 w 60"/>
                  <a:gd name="T59" fmla="*/ 52 h 90"/>
                  <a:gd name="T60" fmla="*/ 55 w 60"/>
                  <a:gd name="T61" fmla="*/ 52 h 90"/>
                  <a:gd name="T62" fmla="*/ 55 w 60"/>
                  <a:gd name="T63" fmla="*/ 52 h 90"/>
                  <a:gd name="T64" fmla="*/ 55 w 60"/>
                  <a:gd name="T65" fmla="*/ 52 h 90"/>
                  <a:gd name="T66" fmla="*/ 50 w 60"/>
                  <a:gd name="T67" fmla="*/ 2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0" h="90">
                    <a:moveTo>
                      <a:pt x="13" y="12"/>
                    </a:moveTo>
                    <a:cubicBezTo>
                      <a:pt x="19" y="4"/>
                      <a:pt x="26" y="0"/>
                      <a:pt x="36" y="2"/>
                    </a:cubicBezTo>
                    <a:cubicBezTo>
                      <a:pt x="36" y="2"/>
                      <a:pt x="36" y="2"/>
                      <a:pt x="36" y="2"/>
                    </a:cubicBezTo>
                    <a:cubicBezTo>
                      <a:pt x="41" y="3"/>
                      <a:pt x="48" y="11"/>
                      <a:pt x="52" y="20"/>
                    </a:cubicBezTo>
                    <a:cubicBezTo>
                      <a:pt x="52" y="20"/>
                      <a:pt x="52" y="20"/>
                      <a:pt x="52" y="20"/>
                    </a:cubicBezTo>
                    <a:cubicBezTo>
                      <a:pt x="57" y="29"/>
                      <a:pt x="60" y="41"/>
                      <a:pt x="58" y="53"/>
                    </a:cubicBezTo>
                    <a:cubicBezTo>
                      <a:pt x="58" y="53"/>
                      <a:pt x="58" y="53"/>
                      <a:pt x="58" y="53"/>
                    </a:cubicBezTo>
                    <a:cubicBezTo>
                      <a:pt x="55" y="64"/>
                      <a:pt x="49" y="73"/>
                      <a:pt x="42" y="80"/>
                    </a:cubicBezTo>
                    <a:cubicBezTo>
                      <a:pt x="42" y="80"/>
                      <a:pt x="42" y="80"/>
                      <a:pt x="42" y="80"/>
                    </a:cubicBezTo>
                    <a:cubicBezTo>
                      <a:pt x="35" y="86"/>
                      <a:pt x="27" y="90"/>
                      <a:pt x="22" y="89"/>
                    </a:cubicBezTo>
                    <a:cubicBezTo>
                      <a:pt x="22" y="89"/>
                      <a:pt x="22" y="89"/>
                      <a:pt x="22" y="89"/>
                    </a:cubicBezTo>
                    <a:cubicBezTo>
                      <a:pt x="16" y="88"/>
                      <a:pt x="10" y="81"/>
                      <a:pt x="6" y="72"/>
                    </a:cubicBezTo>
                    <a:cubicBezTo>
                      <a:pt x="6" y="72"/>
                      <a:pt x="6" y="72"/>
                      <a:pt x="6" y="72"/>
                    </a:cubicBezTo>
                    <a:cubicBezTo>
                      <a:pt x="2" y="63"/>
                      <a:pt x="0" y="51"/>
                      <a:pt x="2" y="40"/>
                    </a:cubicBezTo>
                    <a:cubicBezTo>
                      <a:pt x="2" y="40"/>
                      <a:pt x="2" y="40"/>
                      <a:pt x="2" y="40"/>
                    </a:cubicBezTo>
                    <a:cubicBezTo>
                      <a:pt x="4" y="29"/>
                      <a:pt x="8" y="19"/>
                      <a:pt x="13" y="12"/>
                    </a:cubicBezTo>
                    <a:close/>
                    <a:moveTo>
                      <a:pt x="50" y="21"/>
                    </a:moveTo>
                    <a:cubicBezTo>
                      <a:pt x="46" y="12"/>
                      <a:pt x="39" y="5"/>
                      <a:pt x="35" y="5"/>
                    </a:cubicBezTo>
                    <a:cubicBezTo>
                      <a:pt x="35" y="5"/>
                      <a:pt x="35" y="5"/>
                      <a:pt x="35" y="5"/>
                    </a:cubicBezTo>
                    <a:cubicBezTo>
                      <a:pt x="27" y="3"/>
                      <a:pt x="21" y="6"/>
                      <a:pt x="15" y="13"/>
                    </a:cubicBezTo>
                    <a:cubicBezTo>
                      <a:pt x="15" y="13"/>
                      <a:pt x="15" y="13"/>
                      <a:pt x="15" y="13"/>
                    </a:cubicBezTo>
                    <a:cubicBezTo>
                      <a:pt x="10" y="20"/>
                      <a:pt x="7" y="30"/>
                      <a:pt x="5" y="41"/>
                    </a:cubicBezTo>
                    <a:cubicBezTo>
                      <a:pt x="5" y="41"/>
                      <a:pt x="5" y="41"/>
                      <a:pt x="5" y="41"/>
                    </a:cubicBezTo>
                    <a:cubicBezTo>
                      <a:pt x="2" y="51"/>
                      <a:pt x="5" y="62"/>
                      <a:pt x="9" y="71"/>
                    </a:cubicBezTo>
                    <a:cubicBezTo>
                      <a:pt x="9" y="71"/>
                      <a:pt x="9" y="71"/>
                      <a:pt x="9" y="71"/>
                    </a:cubicBezTo>
                    <a:cubicBezTo>
                      <a:pt x="12" y="80"/>
                      <a:pt x="18" y="86"/>
                      <a:pt x="22" y="86"/>
                    </a:cubicBezTo>
                    <a:cubicBezTo>
                      <a:pt x="22" y="86"/>
                      <a:pt x="22" y="86"/>
                      <a:pt x="22" y="86"/>
                    </a:cubicBezTo>
                    <a:cubicBezTo>
                      <a:pt x="26" y="87"/>
                      <a:pt x="33" y="84"/>
                      <a:pt x="40" y="78"/>
                    </a:cubicBezTo>
                    <a:cubicBezTo>
                      <a:pt x="40" y="78"/>
                      <a:pt x="40" y="78"/>
                      <a:pt x="40" y="78"/>
                    </a:cubicBezTo>
                    <a:cubicBezTo>
                      <a:pt x="47" y="72"/>
                      <a:pt x="53" y="63"/>
                      <a:pt x="55" y="52"/>
                    </a:cubicBezTo>
                    <a:cubicBezTo>
                      <a:pt x="55" y="52"/>
                      <a:pt x="55" y="52"/>
                      <a:pt x="55" y="52"/>
                    </a:cubicBezTo>
                    <a:cubicBezTo>
                      <a:pt x="55" y="52"/>
                      <a:pt x="55" y="52"/>
                      <a:pt x="55" y="52"/>
                    </a:cubicBezTo>
                    <a:cubicBezTo>
                      <a:pt x="55" y="52"/>
                      <a:pt x="55" y="52"/>
                      <a:pt x="55" y="52"/>
                    </a:cubicBezTo>
                    <a:cubicBezTo>
                      <a:pt x="57" y="42"/>
                      <a:pt x="55" y="30"/>
                      <a:pt x="50"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7" name="Freeform 1315"/>
              <p:cNvSpPr>
                <a:spLocks noEditPoints="1"/>
              </p:cNvSpPr>
              <p:nvPr/>
            </p:nvSpPr>
            <p:spPr bwMode="auto">
              <a:xfrm>
                <a:off x="7496176" y="7727951"/>
                <a:ext cx="107950" cy="158750"/>
              </a:xfrm>
              <a:custGeom>
                <a:avLst/>
                <a:gdLst>
                  <a:gd name="T0" fmla="*/ 22 w 62"/>
                  <a:gd name="T1" fmla="*/ 92 h 92"/>
                  <a:gd name="T2" fmla="*/ 5 w 62"/>
                  <a:gd name="T3" fmla="*/ 74 h 92"/>
                  <a:gd name="T4" fmla="*/ 5 w 62"/>
                  <a:gd name="T5" fmla="*/ 74 h 92"/>
                  <a:gd name="T6" fmla="*/ 0 w 62"/>
                  <a:gd name="T7" fmla="*/ 51 h 92"/>
                  <a:gd name="T8" fmla="*/ 0 w 62"/>
                  <a:gd name="T9" fmla="*/ 51 h 92"/>
                  <a:gd name="T10" fmla="*/ 1 w 62"/>
                  <a:gd name="T11" fmla="*/ 41 h 92"/>
                  <a:gd name="T12" fmla="*/ 1 w 62"/>
                  <a:gd name="T13" fmla="*/ 41 h 92"/>
                  <a:gd name="T14" fmla="*/ 13 w 62"/>
                  <a:gd name="T15" fmla="*/ 11 h 92"/>
                  <a:gd name="T16" fmla="*/ 13 w 62"/>
                  <a:gd name="T17" fmla="*/ 11 h 92"/>
                  <a:gd name="T18" fmla="*/ 13 w 62"/>
                  <a:gd name="T19" fmla="*/ 11 h 92"/>
                  <a:gd name="T20" fmla="*/ 32 w 62"/>
                  <a:gd name="T21" fmla="*/ 0 h 92"/>
                  <a:gd name="T22" fmla="*/ 32 w 62"/>
                  <a:gd name="T23" fmla="*/ 0 h 92"/>
                  <a:gd name="T24" fmla="*/ 37 w 62"/>
                  <a:gd name="T25" fmla="*/ 1 h 92"/>
                  <a:gd name="T26" fmla="*/ 37 w 62"/>
                  <a:gd name="T27" fmla="*/ 1 h 92"/>
                  <a:gd name="T28" fmla="*/ 55 w 62"/>
                  <a:gd name="T29" fmla="*/ 20 h 92"/>
                  <a:gd name="T30" fmla="*/ 55 w 62"/>
                  <a:gd name="T31" fmla="*/ 20 h 92"/>
                  <a:gd name="T32" fmla="*/ 62 w 62"/>
                  <a:gd name="T33" fmla="*/ 45 h 92"/>
                  <a:gd name="T34" fmla="*/ 62 w 62"/>
                  <a:gd name="T35" fmla="*/ 45 h 92"/>
                  <a:gd name="T36" fmla="*/ 61 w 62"/>
                  <a:gd name="T37" fmla="*/ 54 h 92"/>
                  <a:gd name="T38" fmla="*/ 61 w 62"/>
                  <a:gd name="T39" fmla="*/ 54 h 92"/>
                  <a:gd name="T40" fmla="*/ 44 w 62"/>
                  <a:gd name="T41" fmla="*/ 82 h 92"/>
                  <a:gd name="T42" fmla="*/ 44 w 62"/>
                  <a:gd name="T43" fmla="*/ 82 h 92"/>
                  <a:gd name="T44" fmla="*/ 25 w 62"/>
                  <a:gd name="T45" fmla="*/ 92 h 92"/>
                  <a:gd name="T46" fmla="*/ 25 w 62"/>
                  <a:gd name="T47" fmla="*/ 92 h 92"/>
                  <a:gd name="T48" fmla="*/ 22 w 62"/>
                  <a:gd name="T49" fmla="*/ 92 h 92"/>
                  <a:gd name="T50" fmla="*/ 18 w 62"/>
                  <a:gd name="T51" fmla="*/ 15 h 92"/>
                  <a:gd name="T52" fmla="*/ 8 w 62"/>
                  <a:gd name="T53" fmla="*/ 42 h 92"/>
                  <a:gd name="T54" fmla="*/ 8 w 62"/>
                  <a:gd name="T55" fmla="*/ 42 h 92"/>
                  <a:gd name="T56" fmla="*/ 7 w 62"/>
                  <a:gd name="T57" fmla="*/ 51 h 92"/>
                  <a:gd name="T58" fmla="*/ 7 w 62"/>
                  <a:gd name="T59" fmla="*/ 51 h 92"/>
                  <a:gd name="T60" fmla="*/ 11 w 62"/>
                  <a:gd name="T61" fmla="*/ 71 h 92"/>
                  <a:gd name="T62" fmla="*/ 11 w 62"/>
                  <a:gd name="T63" fmla="*/ 71 h 92"/>
                  <a:gd name="T64" fmla="*/ 24 w 62"/>
                  <a:gd name="T65" fmla="*/ 85 h 92"/>
                  <a:gd name="T66" fmla="*/ 24 w 62"/>
                  <a:gd name="T67" fmla="*/ 85 h 92"/>
                  <a:gd name="T68" fmla="*/ 25 w 62"/>
                  <a:gd name="T69" fmla="*/ 86 h 92"/>
                  <a:gd name="T70" fmla="*/ 25 w 62"/>
                  <a:gd name="T71" fmla="*/ 86 h 92"/>
                  <a:gd name="T72" fmla="*/ 39 w 62"/>
                  <a:gd name="T73" fmla="*/ 77 h 92"/>
                  <a:gd name="T74" fmla="*/ 39 w 62"/>
                  <a:gd name="T75" fmla="*/ 77 h 92"/>
                  <a:gd name="T76" fmla="*/ 54 w 62"/>
                  <a:gd name="T77" fmla="*/ 52 h 92"/>
                  <a:gd name="T78" fmla="*/ 54 w 62"/>
                  <a:gd name="T79" fmla="*/ 52 h 92"/>
                  <a:gd name="T80" fmla="*/ 54 w 62"/>
                  <a:gd name="T81" fmla="*/ 53 h 92"/>
                  <a:gd name="T82" fmla="*/ 55 w 62"/>
                  <a:gd name="T83" fmla="*/ 45 h 92"/>
                  <a:gd name="T84" fmla="*/ 55 w 62"/>
                  <a:gd name="T85" fmla="*/ 45 h 92"/>
                  <a:gd name="T86" fmla="*/ 49 w 62"/>
                  <a:gd name="T87" fmla="*/ 23 h 92"/>
                  <a:gd name="T88" fmla="*/ 49 w 62"/>
                  <a:gd name="T89" fmla="*/ 23 h 92"/>
                  <a:gd name="T90" fmla="*/ 51 w 62"/>
                  <a:gd name="T91" fmla="*/ 22 h 92"/>
                  <a:gd name="T92" fmla="*/ 49 w 62"/>
                  <a:gd name="T93" fmla="*/ 23 h 92"/>
                  <a:gd name="T94" fmla="*/ 36 w 62"/>
                  <a:gd name="T95" fmla="*/ 8 h 92"/>
                  <a:gd name="T96" fmla="*/ 36 w 62"/>
                  <a:gd name="T97" fmla="*/ 8 h 92"/>
                  <a:gd name="T98" fmla="*/ 32 w 62"/>
                  <a:gd name="T99" fmla="*/ 7 h 92"/>
                  <a:gd name="T100" fmla="*/ 32 w 62"/>
                  <a:gd name="T101" fmla="*/ 7 h 92"/>
                  <a:gd name="T102" fmla="*/ 18 w 62"/>
                  <a:gd name="T103" fmla="*/ 15 h 92"/>
                  <a:gd name="T104" fmla="*/ 15 w 62"/>
                  <a:gd name="T105" fmla="*/ 13 h 92"/>
                  <a:gd name="T106" fmla="*/ 15 w 62"/>
                  <a:gd name="T107" fmla="*/ 13 h 92"/>
                  <a:gd name="T108" fmla="*/ 15 w 62"/>
                  <a:gd name="T109" fmla="*/ 13 h 92"/>
                  <a:gd name="T110" fmla="*/ 14 w 62"/>
                  <a:gd name="T111" fmla="*/ 13 h 92"/>
                  <a:gd name="T112" fmla="*/ 15 w 62"/>
                  <a:gd name="T113" fmla="*/ 1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2" h="92">
                    <a:moveTo>
                      <a:pt x="22" y="92"/>
                    </a:moveTo>
                    <a:cubicBezTo>
                      <a:pt x="15" y="90"/>
                      <a:pt x="10" y="83"/>
                      <a:pt x="5" y="74"/>
                    </a:cubicBezTo>
                    <a:cubicBezTo>
                      <a:pt x="5" y="74"/>
                      <a:pt x="5" y="74"/>
                      <a:pt x="5" y="74"/>
                    </a:cubicBezTo>
                    <a:cubicBezTo>
                      <a:pt x="2" y="67"/>
                      <a:pt x="0" y="59"/>
                      <a:pt x="0" y="51"/>
                    </a:cubicBezTo>
                    <a:cubicBezTo>
                      <a:pt x="0" y="51"/>
                      <a:pt x="0" y="51"/>
                      <a:pt x="0" y="51"/>
                    </a:cubicBezTo>
                    <a:cubicBezTo>
                      <a:pt x="0" y="47"/>
                      <a:pt x="0" y="44"/>
                      <a:pt x="1" y="41"/>
                    </a:cubicBezTo>
                    <a:cubicBezTo>
                      <a:pt x="1" y="41"/>
                      <a:pt x="1" y="41"/>
                      <a:pt x="1" y="41"/>
                    </a:cubicBezTo>
                    <a:cubicBezTo>
                      <a:pt x="3" y="30"/>
                      <a:pt x="7" y="19"/>
                      <a:pt x="13" y="11"/>
                    </a:cubicBezTo>
                    <a:cubicBezTo>
                      <a:pt x="13" y="11"/>
                      <a:pt x="13" y="11"/>
                      <a:pt x="13" y="11"/>
                    </a:cubicBezTo>
                    <a:cubicBezTo>
                      <a:pt x="13" y="11"/>
                      <a:pt x="13" y="11"/>
                      <a:pt x="13" y="11"/>
                    </a:cubicBezTo>
                    <a:cubicBezTo>
                      <a:pt x="17" y="5"/>
                      <a:pt x="24" y="0"/>
                      <a:pt x="32" y="0"/>
                    </a:cubicBezTo>
                    <a:cubicBezTo>
                      <a:pt x="32" y="0"/>
                      <a:pt x="32" y="0"/>
                      <a:pt x="32" y="0"/>
                    </a:cubicBezTo>
                    <a:cubicBezTo>
                      <a:pt x="34" y="0"/>
                      <a:pt x="36" y="1"/>
                      <a:pt x="37" y="1"/>
                    </a:cubicBezTo>
                    <a:cubicBezTo>
                      <a:pt x="37" y="1"/>
                      <a:pt x="37" y="1"/>
                      <a:pt x="37" y="1"/>
                    </a:cubicBezTo>
                    <a:cubicBezTo>
                      <a:pt x="44" y="3"/>
                      <a:pt x="50" y="10"/>
                      <a:pt x="55" y="20"/>
                    </a:cubicBezTo>
                    <a:cubicBezTo>
                      <a:pt x="55" y="20"/>
                      <a:pt x="55" y="20"/>
                      <a:pt x="55" y="20"/>
                    </a:cubicBezTo>
                    <a:cubicBezTo>
                      <a:pt x="59" y="27"/>
                      <a:pt x="62" y="36"/>
                      <a:pt x="62" y="45"/>
                    </a:cubicBezTo>
                    <a:cubicBezTo>
                      <a:pt x="62" y="45"/>
                      <a:pt x="62" y="45"/>
                      <a:pt x="62" y="45"/>
                    </a:cubicBezTo>
                    <a:cubicBezTo>
                      <a:pt x="62" y="48"/>
                      <a:pt x="61" y="51"/>
                      <a:pt x="61" y="54"/>
                    </a:cubicBezTo>
                    <a:cubicBezTo>
                      <a:pt x="61" y="54"/>
                      <a:pt x="61" y="54"/>
                      <a:pt x="61" y="54"/>
                    </a:cubicBezTo>
                    <a:cubicBezTo>
                      <a:pt x="58" y="66"/>
                      <a:pt x="51" y="76"/>
                      <a:pt x="44" y="82"/>
                    </a:cubicBezTo>
                    <a:cubicBezTo>
                      <a:pt x="44" y="82"/>
                      <a:pt x="44" y="82"/>
                      <a:pt x="44" y="82"/>
                    </a:cubicBezTo>
                    <a:cubicBezTo>
                      <a:pt x="38" y="88"/>
                      <a:pt x="31" y="92"/>
                      <a:pt x="25" y="92"/>
                    </a:cubicBezTo>
                    <a:cubicBezTo>
                      <a:pt x="25" y="92"/>
                      <a:pt x="25" y="92"/>
                      <a:pt x="25" y="92"/>
                    </a:cubicBezTo>
                    <a:cubicBezTo>
                      <a:pt x="24" y="92"/>
                      <a:pt x="23" y="92"/>
                      <a:pt x="22" y="92"/>
                    </a:cubicBezTo>
                    <a:close/>
                    <a:moveTo>
                      <a:pt x="18" y="15"/>
                    </a:moveTo>
                    <a:cubicBezTo>
                      <a:pt x="13" y="22"/>
                      <a:pt x="10" y="32"/>
                      <a:pt x="8" y="42"/>
                    </a:cubicBezTo>
                    <a:cubicBezTo>
                      <a:pt x="8" y="42"/>
                      <a:pt x="8" y="42"/>
                      <a:pt x="8" y="42"/>
                    </a:cubicBezTo>
                    <a:cubicBezTo>
                      <a:pt x="7" y="45"/>
                      <a:pt x="7" y="48"/>
                      <a:pt x="7" y="51"/>
                    </a:cubicBezTo>
                    <a:cubicBezTo>
                      <a:pt x="7" y="51"/>
                      <a:pt x="7" y="51"/>
                      <a:pt x="7" y="51"/>
                    </a:cubicBezTo>
                    <a:cubicBezTo>
                      <a:pt x="7" y="58"/>
                      <a:pt x="9" y="65"/>
                      <a:pt x="11" y="71"/>
                    </a:cubicBezTo>
                    <a:cubicBezTo>
                      <a:pt x="11" y="71"/>
                      <a:pt x="11" y="71"/>
                      <a:pt x="11" y="71"/>
                    </a:cubicBezTo>
                    <a:cubicBezTo>
                      <a:pt x="15" y="79"/>
                      <a:pt x="21" y="85"/>
                      <a:pt x="24" y="85"/>
                    </a:cubicBezTo>
                    <a:cubicBezTo>
                      <a:pt x="24" y="85"/>
                      <a:pt x="24" y="85"/>
                      <a:pt x="24" y="85"/>
                    </a:cubicBezTo>
                    <a:cubicBezTo>
                      <a:pt x="24" y="86"/>
                      <a:pt x="24" y="86"/>
                      <a:pt x="25" y="86"/>
                    </a:cubicBezTo>
                    <a:cubicBezTo>
                      <a:pt x="25" y="86"/>
                      <a:pt x="25" y="86"/>
                      <a:pt x="25" y="86"/>
                    </a:cubicBezTo>
                    <a:cubicBezTo>
                      <a:pt x="28" y="86"/>
                      <a:pt x="34" y="83"/>
                      <a:pt x="39" y="77"/>
                    </a:cubicBezTo>
                    <a:cubicBezTo>
                      <a:pt x="39" y="77"/>
                      <a:pt x="39" y="77"/>
                      <a:pt x="39" y="77"/>
                    </a:cubicBezTo>
                    <a:cubicBezTo>
                      <a:pt x="46" y="71"/>
                      <a:pt x="52" y="63"/>
                      <a:pt x="54" y="52"/>
                    </a:cubicBezTo>
                    <a:cubicBezTo>
                      <a:pt x="54" y="52"/>
                      <a:pt x="54" y="52"/>
                      <a:pt x="54" y="52"/>
                    </a:cubicBezTo>
                    <a:cubicBezTo>
                      <a:pt x="54" y="53"/>
                      <a:pt x="54" y="53"/>
                      <a:pt x="54" y="53"/>
                    </a:cubicBezTo>
                    <a:cubicBezTo>
                      <a:pt x="55" y="50"/>
                      <a:pt x="55" y="48"/>
                      <a:pt x="55" y="45"/>
                    </a:cubicBezTo>
                    <a:cubicBezTo>
                      <a:pt x="55" y="45"/>
                      <a:pt x="55" y="45"/>
                      <a:pt x="55" y="45"/>
                    </a:cubicBezTo>
                    <a:cubicBezTo>
                      <a:pt x="55" y="38"/>
                      <a:pt x="53" y="30"/>
                      <a:pt x="49" y="23"/>
                    </a:cubicBezTo>
                    <a:cubicBezTo>
                      <a:pt x="49" y="23"/>
                      <a:pt x="49" y="23"/>
                      <a:pt x="49" y="23"/>
                    </a:cubicBezTo>
                    <a:cubicBezTo>
                      <a:pt x="51" y="22"/>
                      <a:pt x="51" y="22"/>
                      <a:pt x="51" y="22"/>
                    </a:cubicBezTo>
                    <a:cubicBezTo>
                      <a:pt x="49" y="23"/>
                      <a:pt x="49" y="23"/>
                      <a:pt x="49" y="23"/>
                    </a:cubicBezTo>
                    <a:cubicBezTo>
                      <a:pt x="45" y="14"/>
                      <a:pt x="38" y="8"/>
                      <a:pt x="36" y="8"/>
                    </a:cubicBezTo>
                    <a:cubicBezTo>
                      <a:pt x="36" y="8"/>
                      <a:pt x="36" y="8"/>
                      <a:pt x="36" y="8"/>
                    </a:cubicBezTo>
                    <a:cubicBezTo>
                      <a:pt x="34" y="7"/>
                      <a:pt x="33" y="7"/>
                      <a:pt x="32" y="7"/>
                    </a:cubicBezTo>
                    <a:cubicBezTo>
                      <a:pt x="32" y="7"/>
                      <a:pt x="32" y="7"/>
                      <a:pt x="32" y="7"/>
                    </a:cubicBezTo>
                    <a:cubicBezTo>
                      <a:pt x="26" y="7"/>
                      <a:pt x="22" y="10"/>
                      <a:pt x="18" y="15"/>
                    </a:cubicBezTo>
                    <a:close/>
                    <a:moveTo>
                      <a:pt x="15" y="13"/>
                    </a:moveTo>
                    <a:cubicBezTo>
                      <a:pt x="15" y="13"/>
                      <a:pt x="15" y="13"/>
                      <a:pt x="15" y="13"/>
                    </a:cubicBezTo>
                    <a:cubicBezTo>
                      <a:pt x="15" y="13"/>
                      <a:pt x="15" y="13"/>
                      <a:pt x="15" y="13"/>
                    </a:cubicBezTo>
                    <a:cubicBezTo>
                      <a:pt x="14" y="13"/>
                      <a:pt x="14" y="13"/>
                      <a:pt x="14" y="13"/>
                    </a:cubicBezTo>
                    <a:cubicBezTo>
                      <a:pt x="15" y="13"/>
                      <a:pt x="15" y="13"/>
                      <a:pt x="1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8" name="Freeform 1316"/>
              <p:cNvSpPr/>
              <p:nvPr/>
            </p:nvSpPr>
            <p:spPr bwMode="auto">
              <a:xfrm>
                <a:off x="7502526" y="7791451"/>
                <a:ext cx="92075" cy="11113"/>
              </a:xfrm>
              <a:custGeom>
                <a:avLst/>
                <a:gdLst>
                  <a:gd name="T0" fmla="*/ 58 w 58"/>
                  <a:gd name="T1" fmla="*/ 0 h 7"/>
                  <a:gd name="T2" fmla="*/ 58 w 58"/>
                  <a:gd name="T3" fmla="*/ 3 h 7"/>
                  <a:gd name="T4" fmla="*/ 0 w 58"/>
                  <a:gd name="T5" fmla="*/ 7 h 7"/>
                  <a:gd name="T6" fmla="*/ 0 w 58"/>
                  <a:gd name="T7" fmla="*/ 3 h 7"/>
                  <a:gd name="T8" fmla="*/ 58 w 58"/>
                  <a:gd name="T9" fmla="*/ 0 h 7"/>
                  <a:gd name="T10" fmla="*/ 58 w 58"/>
                  <a:gd name="T11" fmla="*/ 0 h 7"/>
                </a:gdLst>
                <a:ahLst/>
                <a:cxnLst>
                  <a:cxn ang="0">
                    <a:pos x="T0" y="T1"/>
                  </a:cxn>
                  <a:cxn ang="0">
                    <a:pos x="T2" y="T3"/>
                  </a:cxn>
                  <a:cxn ang="0">
                    <a:pos x="T4" y="T5"/>
                  </a:cxn>
                  <a:cxn ang="0">
                    <a:pos x="T6" y="T7"/>
                  </a:cxn>
                  <a:cxn ang="0">
                    <a:pos x="T8" y="T9"/>
                  </a:cxn>
                  <a:cxn ang="0">
                    <a:pos x="T10" y="T11"/>
                  </a:cxn>
                </a:cxnLst>
                <a:rect l="0" t="0" r="r" b="b"/>
                <a:pathLst>
                  <a:path w="58" h="7">
                    <a:moveTo>
                      <a:pt x="58" y="0"/>
                    </a:moveTo>
                    <a:lnTo>
                      <a:pt x="58" y="3"/>
                    </a:lnTo>
                    <a:lnTo>
                      <a:pt x="0" y="7"/>
                    </a:lnTo>
                    <a:lnTo>
                      <a:pt x="0" y="3"/>
                    </a:lnTo>
                    <a:lnTo>
                      <a:pt x="58" y="0"/>
                    </a:lnTo>
                    <a:lnTo>
                      <a:pt x="58"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9" name="Freeform 1317"/>
              <p:cNvSpPr/>
              <p:nvPr/>
            </p:nvSpPr>
            <p:spPr bwMode="auto">
              <a:xfrm>
                <a:off x="7499351" y="7788276"/>
                <a:ext cx="100013" cy="17463"/>
              </a:xfrm>
              <a:custGeom>
                <a:avLst/>
                <a:gdLst>
                  <a:gd name="T0" fmla="*/ 0 w 63"/>
                  <a:gd name="T1" fmla="*/ 9 h 11"/>
                  <a:gd name="T2" fmla="*/ 0 w 63"/>
                  <a:gd name="T3" fmla="*/ 3 h 11"/>
                  <a:gd name="T4" fmla="*/ 60 w 63"/>
                  <a:gd name="T5" fmla="*/ 0 h 11"/>
                  <a:gd name="T6" fmla="*/ 63 w 63"/>
                  <a:gd name="T7" fmla="*/ 0 h 11"/>
                  <a:gd name="T8" fmla="*/ 63 w 63"/>
                  <a:gd name="T9" fmla="*/ 2 h 11"/>
                  <a:gd name="T10" fmla="*/ 63 w 63"/>
                  <a:gd name="T11" fmla="*/ 8 h 11"/>
                  <a:gd name="T12" fmla="*/ 1 w 63"/>
                  <a:gd name="T13" fmla="*/ 11 h 11"/>
                  <a:gd name="T14" fmla="*/ 0 w 63"/>
                  <a:gd name="T15" fmla="*/ 9 h 11"/>
                  <a:gd name="T16" fmla="*/ 0 w 63"/>
                  <a:gd name="T1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11">
                    <a:moveTo>
                      <a:pt x="0" y="9"/>
                    </a:moveTo>
                    <a:lnTo>
                      <a:pt x="0" y="3"/>
                    </a:lnTo>
                    <a:lnTo>
                      <a:pt x="60" y="0"/>
                    </a:lnTo>
                    <a:lnTo>
                      <a:pt x="63" y="0"/>
                    </a:lnTo>
                    <a:lnTo>
                      <a:pt x="63" y="2"/>
                    </a:lnTo>
                    <a:lnTo>
                      <a:pt x="63" y="8"/>
                    </a:lnTo>
                    <a:lnTo>
                      <a:pt x="1" y="11"/>
                    </a:lnTo>
                    <a:lnTo>
                      <a:pt x="0" y="9"/>
                    </a:lnTo>
                    <a:lnTo>
                      <a:pt x="0" y="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0" name="Freeform 1318"/>
              <p:cNvSpPr>
                <a:spLocks noEditPoints="1"/>
              </p:cNvSpPr>
              <p:nvPr/>
            </p:nvSpPr>
            <p:spPr bwMode="auto">
              <a:xfrm>
                <a:off x="7573964" y="7661276"/>
                <a:ext cx="128588" cy="90488"/>
              </a:xfrm>
              <a:custGeom>
                <a:avLst/>
                <a:gdLst>
                  <a:gd name="T0" fmla="*/ 1 w 74"/>
                  <a:gd name="T1" fmla="*/ 48 h 52"/>
                  <a:gd name="T2" fmla="*/ 42 w 74"/>
                  <a:gd name="T3" fmla="*/ 31 h 52"/>
                  <a:gd name="T4" fmla="*/ 42 w 74"/>
                  <a:gd name="T5" fmla="*/ 31 h 52"/>
                  <a:gd name="T6" fmla="*/ 70 w 74"/>
                  <a:gd name="T7" fmla="*/ 11 h 52"/>
                  <a:gd name="T8" fmla="*/ 70 w 74"/>
                  <a:gd name="T9" fmla="*/ 11 h 52"/>
                  <a:gd name="T10" fmla="*/ 71 w 74"/>
                  <a:gd name="T11" fmla="*/ 0 h 52"/>
                  <a:gd name="T12" fmla="*/ 74 w 74"/>
                  <a:gd name="T13" fmla="*/ 0 h 52"/>
                  <a:gd name="T14" fmla="*/ 73 w 74"/>
                  <a:gd name="T15" fmla="*/ 12 h 52"/>
                  <a:gd name="T16" fmla="*/ 73 w 74"/>
                  <a:gd name="T17" fmla="*/ 12 h 52"/>
                  <a:gd name="T18" fmla="*/ 44 w 74"/>
                  <a:gd name="T19" fmla="*/ 33 h 52"/>
                  <a:gd name="T20" fmla="*/ 44 w 74"/>
                  <a:gd name="T21" fmla="*/ 33 h 52"/>
                  <a:gd name="T22" fmla="*/ 0 w 74"/>
                  <a:gd name="T23" fmla="*/ 50 h 52"/>
                  <a:gd name="T24" fmla="*/ 0 w 74"/>
                  <a:gd name="T25" fmla="*/ 50 h 52"/>
                  <a:gd name="T26" fmla="*/ 0 w 74"/>
                  <a:gd name="T27" fmla="*/ 50 h 52"/>
                  <a:gd name="T28" fmla="*/ 1 w 74"/>
                  <a:gd name="T29" fmla="*/ 48 h 52"/>
                  <a:gd name="T30" fmla="*/ 1 w 74"/>
                  <a:gd name="T31" fmla="*/ 48 h 52"/>
                  <a:gd name="T32" fmla="*/ 71 w 74"/>
                  <a:gd name="T33" fmla="*/ 0 h 52"/>
                  <a:gd name="T34" fmla="*/ 71 w 74"/>
                  <a:gd name="T35" fmla="*/ 0 h 52"/>
                  <a:gd name="T36" fmla="*/ 71 w 74"/>
                  <a:gd name="T37" fmla="*/ 0 h 52"/>
                  <a:gd name="T38" fmla="*/ 71 w 74"/>
                  <a:gd name="T3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4" h="52">
                    <a:moveTo>
                      <a:pt x="1" y="48"/>
                    </a:moveTo>
                    <a:cubicBezTo>
                      <a:pt x="9" y="50"/>
                      <a:pt x="27" y="40"/>
                      <a:pt x="42" y="31"/>
                    </a:cubicBezTo>
                    <a:cubicBezTo>
                      <a:pt x="42" y="31"/>
                      <a:pt x="42" y="31"/>
                      <a:pt x="42" y="31"/>
                    </a:cubicBezTo>
                    <a:cubicBezTo>
                      <a:pt x="56" y="22"/>
                      <a:pt x="68" y="13"/>
                      <a:pt x="70" y="11"/>
                    </a:cubicBezTo>
                    <a:cubicBezTo>
                      <a:pt x="70" y="11"/>
                      <a:pt x="70" y="11"/>
                      <a:pt x="70" y="11"/>
                    </a:cubicBezTo>
                    <a:cubicBezTo>
                      <a:pt x="71" y="0"/>
                      <a:pt x="71" y="0"/>
                      <a:pt x="71" y="0"/>
                    </a:cubicBezTo>
                    <a:cubicBezTo>
                      <a:pt x="74" y="0"/>
                      <a:pt x="74" y="0"/>
                      <a:pt x="74" y="0"/>
                    </a:cubicBezTo>
                    <a:cubicBezTo>
                      <a:pt x="73" y="12"/>
                      <a:pt x="73" y="12"/>
                      <a:pt x="73" y="12"/>
                    </a:cubicBezTo>
                    <a:cubicBezTo>
                      <a:pt x="73" y="12"/>
                      <a:pt x="73" y="12"/>
                      <a:pt x="73" y="12"/>
                    </a:cubicBezTo>
                    <a:cubicBezTo>
                      <a:pt x="73" y="12"/>
                      <a:pt x="59" y="23"/>
                      <a:pt x="44" y="33"/>
                    </a:cubicBezTo>
                    <a:cubicBezTo>
                      <a:pt x="44" y="33"/>
                      <a:pt x="44" y="33"/>
                      <a:pt x="44" y="33"/>
                    </a:cubicBezTo>
                    <a:cubicBezTo>
                      <a:pt x="28" y="43"/>
                      <a:pt x="10" y="52"/>
                      <a:pt x="0" y="50"/>
                    </a:cubicBezTo>
                    <a:cubicBezTo>
                      <a:pt x="0" y="50"/>
                      <a:pt x="0" y="50"/>
                      <a:pt x="0" y="50"/>
                    </a:cubicBezTo>
                    <a:cubicBezTo>
                      <a:pt x="0" y="50"/>
                      <a:pt x="0" y="50"/>
                      <a:pt x="0" y="50"/>
                    </a:cubicBezTo>
                    <a:cubicBezTo>
                      <a:pt x="1" y="48"/>
                      <a:pt x="1" y="48"/>
                      <a:pt x="1" y="48"/>
                    </a:cubicBezTo>
                    <a:cubicBezTo>
                      <a:pt x="1" y="48"/>
                      <a:pt x="1" y="48"/>
                      <a:pt x="1" y="48"/>
                    </a:cubicBezTo>
                    <a:close/>
                    <a:moveTo>
                      <a:pt x="71" y="0"/>
                    </a:moveTo>
                    <a:cubicBezTo>
                      <a:pt x="71" y="0"/>
                      <a:pt x="71" y="0"/>
                      <a:pt x="71" y="0"/>
                    </a:cubicBezTo>
                    <a:cubicBezTo>
                      <a:pt x="71" y="0"/>
                      <a:pt x="71" y="0"/>
                      <a:pt x="71" y="0"/>
                    </a:cubicBezTo>
                    <a:cubicBezTo>
                      <a:pt x="71" y="0"/>
                      <a:pt x="71" y="0"/>
                      <a:pt x="7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1" name="Freeform 1319"/>
              <p:cNvSpPr>
                <a:spLocks noEditPoints="1"/>
              </p:cNvSpPr>
              <p:nvPr/>
            </p:nvSpPr>
            <p:spPr bwMode="auto">
              <a:xfrm>
                <a:off x="7570789" y="7656513"/>
                <a:ext cx="136525" cy="96838"/>
              </a:xfrm>
              <a:custGeom>
                <a:avLst/>
                <a:gdLst>
                  <a:gd name="T0" fmla="*/ 2 w 78"/>
                  <a:gd name="T1" fmla="*/ 55 h 56"/>
                  <a:gd name="T2" fmla="*/ 0 w 78"/>
                  <a:gd name="T3" fmla="*/ 55 h 56"/>
                  <a:gd name="T4" fmla="*/ 1 w 78"/>
                  <a:gd name="T5" fmla="*/ 48 h 56"/>
                  <a:gd name="T6" fmla="*/ 3 w 78"/>
                  <a:gd name="T7" fmla="*/ 49 h 56"/>
                  <a:gd name="T8" fmla="*/ 3 w 78"/>
                  <a:gd name="T9" fmla="*/ 49 h 56"/>
                  <a:gd name="T10" fmla="*/ 3 w 78"/>
                  <a:gd name="T11" fmla="*/ 49 h 56"/>
                  <a:gd name="T12" fmla="*/ 3 w 78"/>
                  <a:gd name="T13" fmla="*/ 49 h 56"/>
                  <a:gd name="T14" fmla="*/ 3 w 78"/>
                  <a:gd name="T15" fmla="*/ 49 h 56"/>
                  <a:gd name="T16" fmla="*/ 3 w 78"/>
                  <a:gd name="T17" fmla="*/ 49 h 56"/>
                  <a:gd name="T18" fmla="*/ 3 w 78"/>
                  <a:gd name="T19" fmla="*/ 49 h 56"/>
                  <a:gd name="T20" fmla="*/ 3 w 78"/>
                  <a:gd name="T21" fmla="*/ 49 h 56"/>
                  <a:gd name="T22" fmla="*/ 3 w 78"/>
                  <a:gd name="T23" fmla="*/ 49 h 56"/>
                  <a:gd name="T24" fmla="*/ 3 w 78"/>
                  <a:gd name="T25" fmla="*/ 49 h 56"/>
                  <a:gd name="T26" fmla="*/ 3 w 78"/>
                  <a:gd name="T27" fmla="*/ 49 h 56"/>
                  <a:gd name="T28" fmla="*/ 5 w 78"/>
                  <a:gd name="T29" fmla="*/ 49 h 56"/>
                  <a:gd name="T30" fmla="*/ 5 w 78"/>
                  <a:gd name="T31" fmla="*/ 49 h 56"/>
                  <a:gd name="T32" fmla="*/ 43 w 78"/>
                  <a:gd name="T33" fmla="*/ 32 h 56"/>
                  <a:gd name="T34" fmla="*/ 43 w 78"/>
                  <a:gd name="T35" fmla="*/ 32 h 56"/>
                  <a:gd name="T36" fmla="*/ 70 w 78"/>
                  <a:gd name="T37" fmla="*/ 13 h 56"/>
                  <a:gd name="T38" fmla="*/ 70 w 78"/>
                  <a:gd name="T39" fmla="*/ 13 h 56"/>
                  <a:gd name="T40" fmla="*/ 71 w 78"/>
                  <a:gd name="T41" fmla="*/ 4 h 56"/>
                  <a:gd name="T42" fmla="*/ 68 w 78"/>
                  <a:gd name="T43" fmla="*/ 3 h 56"/>
                  <a:gd name="T44" fmla="*/ 71 w 78"/>
                  <a:gd name="T45" fmla="*/ 2 h 56"/>
                  <a:gd name="T46" fmla="*/ 71 w 78"/>
                  <a:gd name="T47" fmla="*/ 1 h 56"/>
                  <a:gd name="T48" fmla="*/ 73 w 78"/>
                  <a:gd name="T49" fmla="*/ 1 h 56"/>
                  <a:gd name="T50" fmla="*/ 75 w 78"/>
                  <a:gd name="T51" fmla="*/ 0 h 56"/>
                  <a:gd name="T52" fmla="*/ 75 w 78"/>
                  <a:gd name="T53" fmla="*/ 1 h 56"/>
                  <a:gd name="T54" fmla="*/ 78 w 78"/>
                  <a:gd name="T55" fmla="*/ 1 h 56"/>
                  <a:gd name="T56" fmla="*/ 77 w 78"/>
                  <a:gd name="T57" fmla="*/ 16 h 56"/>
                  <a:gd name="T58" fmla="*/ 76 w 78"/>
                  <a:gd name="T59" fmla="*/ 17 h 56"/>
                  <a:gd name="T60" fmla="*/ 76 w 78"/>
                  <a:gd name="T61" fmla="*/ 17 h 56"/>
                  <a:gd name="T62" fmla="*/ 47 w 78"/>
                  <a:gd name="T63" fmla="*/ 38 h 56"/>
                  <a:gd name="T64" fmla="*/ 47 w 78"/>
                  <a:gd name="T65" fmla="*/ 38 h 56"/>
                  <a:gd name="T66" fmla="*/ 5 w 78"/>
                  <a:gd name="T67" fmla="*/ 56 h 56"/>
                  <a:gd name="T68" fmla="*/ 5 w 78"/>
                  <a:gd name="T69" fmla="*/ 56 h 56"/>
                  <a:gd name="T70" fmla="*/ 2 w 78"/>
                  <a:gd name="T71" fmla="*/ 55 h 56"/>
                  <a:gd name="T72" fmla="*/ 3 w 78"/>
                  <a:gd name="T73" fmla="*/ 53 h 56"/>
                  <a:gd name="T74" fmla="*/ 3 w 78"/>
                  <a:gd name="T75" fmla="*/ 53 h 56"/>
                  <a:gd name="T76" fmla="*/ 3 w 78"/>
                  <a:gd name="T77" fmla="*/ 53 h 56"/>
                  <a:gd name="T78" fmla="*/ 2 w 78"/>
                  <a:gd name="T79" fmla="*/ 53 h 56"/>
                  <a:gd name="T80" fmla="*/ 2 w 78"/>
                  <a:gd name="T81" fmla="*/ 53 h 56"/>
                  <a:gd name="T82" fmla="*/ 2 w 78"/>
                  <a:gd name="T83" fmla="*/ 53 h 56"/>
                  <a:gd name="T84" fmla="*/ 2 w 78"/>
                  <a:gd name="T85" fmla="*/ 53 h 56"/>
                  <a:gd name="T86" fmla="*/ 2 w 78"/>
                  <a:gd name="T87" fmla="*/ 53 h 56"/>
                  <a:gd name="T88" fmla="*/ 2 w 78"/>
                  <a:gd name="T89" fmla="*/ 53 h 56"/>
                  <a:gd name="T90" fmla="*/ 3 w 78"/>
                  <a:gd name="T91" fmla="*/ 53 h 56"/>
                  <a:gd name="T92" fmla="*/ 3 w 78"/>
                  <a:gd name="T93" fmla="*/ 49 h 56"/>
                  <a:gd name="T94" fmla="*/ 3 w 78"/>
                  <a:gd name="T95" fmla="*/ 49 h 56"/>
                  <a:gd name="T96" fmla="*/ 3 w 78"/>
                  <a:gd name="T97" fmla="*/ 49 h 56"/>
                  <a:gd name="T98" fmla="*/ 3 w 78"/>
                  <a:gd name="T99"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8" h="56">
                    <a:moveTo>
                      <a:pt x="2" y="55"/>
                    </a:moveTo>
                    <a:cubicBezTo>
                      <a:pt x="0" y="55"/>
                      <a:pt x="0" y="55"/>
                      <a:pt x="0" y="55"/>
                    </a:cubicBezTo>
                    <a:cubicBezTo>
                      <a:pt x="1" y="48"/>
                      <a:pt x="1" y="48"/>
                      <a:pt x="1" y="48"/>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4" y="49"/>
                      <a:pt x="5" y="49"/>
                      <a:pt x="5" y="49"/>
                    </a:cubicBezTo>
                    <a:cubicBezTo>
                      <a:pt x="5" y="49"/>
                      <a:pt x="5" y="49"/>
                      <a:pt x="5" y="49"/>
                    </a:cubicBezTo>
                    <a:cubicBezTo>
                      <a:pt x="13" y="49"/>
                      <a:pt x="29" y="41"/>
                      <a:pt x="43" y="32"/>
                    </a:cubicBezTo>
                    <a:cubicBezTo>
                      <a:pt x="43" y="32"/>
                      <a:pt x="43" y="32"/>
                      <a:pt x="43" y="32"/>
                    </a:cubicBezTo>
                    <a:cubicBezTo>
                      <a:pt x="56" y="24"/>
                      <a:pt x="67" y="15"/>
                      <a:pt x="70" y="13"/>
                    </a:cubicBezTo>
                    <a:cubicBezTo>
                      <a:pt x="70" y="13"/>
                      <a:pt x="70" y="13"/>
                      <a:pt x="70" y="13"/>
                    </a:cubicBezTo>
                    <a:cubicBezTo>
                      <a:pt x="71" y="4"/>
                      <a:pt x="71" y="4"/>
                      <a:pt x="71" y="4"/>
                    </a:cubicBezTo>
                    <a:cubicBezTo>
                      <a:pt x="68" y="3"/>
                      <a:pt x="68" y="3"/>
                      <a:pt x="68" y="3"/>
                    </a:cubicBezTo>
                    <a:cubicBezTo>
                      <a:pt x="71" y="2"/>
                      <a:pt x="71" y="2"/>
                      <a:pt x="71" y="2"/>
                    </a:cubicBezTo>
                    <a:cubicBezTo>
                      <a:pt x="71" y="1"/>
                      <a:pt x="71" y="1"/>
                      <a:pt x="71" y="1"/>
                    </a:cubicBezTo>
                    <a:cubicBezTo>
                      <a:pt x="73" y="1"/>
                      <a:pt x="73" y="1"/>
                      <a:pt x="73" y="1"/>
                    </a:cubicBezTo>
                    <a:cubicBezTo>
                      <a:pt x="75" y="0"/>
                      <a:pt x="75" y="0"/>
                      <a:pt x="75" y="0"/>
                    </a:cubicBezTo>
                    <a:cubicBezTo>
                      <a:pt x="75" y="1"/>
                      <a:pt x="75" y="1"/>
                      <a:pt x="75" y="1"/>
                    </a:cubicBezTo>
                    <a:cubicBezTo>
                      <a:pt x="78" y="1"/>
                      <a:pt x="78" y="1"/>
                      <a:pt x="78" y="1"/>
                    </a:cubicBezTo>
                    <a:cubicBezTo>
                      <a:pt x="77" y="16"/>
                      <a:pt x="77" y="16"/>
                      <a:pt x="77" y="16"/>
                    </a:cubicBezTo>
                    <a:cubicBezTo>
                      <a:pt x="76" y="17"/>
                      <a:pt x="76" y="17"/>
                      <a:pt x="76" y="17"/>
                    </a:cubicBezTo>
                    <a:cubicBezTo>
                      <a:pt x="76" y="17"/>
                      <a:pt x="76" y="17"/>
                      <a:pt x="76" y="17"/>
                    </a:cubicBezTo>
                    <a:cubicBezTo>
                      <a:pt x="76" y="17"/>
                      <a:pt x="62" y="28"/>
                      <a:pt x="47" y="38"/>
                    </a:cubicBezTo>
                    <a:cubicBezTo>
                      <a:pt x="47" y="38"/>
                      <a:pt x="47" y="38"/>
                      <a:pt x="47" y="38"/>
                    </a:cubicBezTo>
                    <a:cubicBezTo>
                      <a:pt x="32" y="47"/>
                      <a:pt x="16" y="56"/>
                      <a:pt x="5" y="56"/>
                    </a:cubicBezTo>
                    <a:cubicBezTo>
                      <a:pt x="5" y="56"/>
                      <a:pt x="5" y="56"/>
                      <a:pt x="5" y="56"/>
                    </a:cubicBezTo>
                    <a:cubicBezTo>
                      <a:pt x="4" y="56"/>
                      <a:pt x="3" y="56"/>
                      <a:pt x="2" y="55"/>
                    </a:cubicBezTo>
                    <a:close/>
                    <a:moveTo>
                      <a:pt x="3" y="53"/>
                    </a:moveTo>
                    <a:cubicBezTo>
                      <a:pt x="3" y="53"/>
                      <a:pt x="3" y="53"/>
                      <a:pt x="3" y="53"/>
                    </a:cubicBezTo>
                    <a:cubicBezTo>
                      <a:pt x="3" y="53"/>
                      <a:pt x="3" y="53"/>
                      <a:pt x="3" y="53"/>
                    </a:cubicBezTo>
                    <a:cubicBezTo>
                      <a:pt x="2" y="53"/>
                      <a:pt x="2" y="53"/>
                      <a:pt x="2" y="53"/>
                    </a:cubicBezTo>
                    <a:cubicBezTo>
                      <a:pt x="2" y="53"/>
                      <a:pt x="2" y="53"/>
                      <a:pt x="2" y="53"/>
                    </a:cubicBezTo>
                    <a:cubicBezTo>
                      <a:pt x="2" y="53"/>
                      <a:pt x="2" y="53"/>
                      <a:pt x="2" y="53"/>
                    </a:cubicBezTo>
                    <a:cubicBezTo>
                      <a:pt x="2" y="53"/>
                      <a:pt x="2" y="53"/>
                      <a:pt x="2" y="53"/>
                    </a:cubicBezTo>
                    <a:cubicBezTo>
                      <a:pt x="2" y="53"/>
                      <a:pt x="2" y="53"/>
                      <a:pt x="2" y="53"/>
                    </a:cubicBezTo>
                    <a:cubicBezTo>
                      <a:pt x="2" y="53"/>
                      <a:pt x="2" y="53"/>
                      <a:pt x="2" y="53"/>
                    </a:cubicBezTo>
                    <a:cubicBezTo>
                      <a:pt x="2" y="53"/>
                      <a:pt x="2" y="53"/>
                      <a:pt x="3" y="53"/>
                    </a:cubicBezTo>
                    <a:close/>
                    <a:moveTo>
                      <a:pt x="3" y="49"/>
                    </a:moveTo>
                    <a:cubicBezTo>
                      <a:pt x="3" y="49"/>
                      <a:pt x="3" y="49"/>
                      <a:pt x="3" y="49"/>
                    </a:cubicBezTo>
                    <a:cubicBezTo>
                      <a:pt x="3" y="49"/>
                      <a:pt x="3" y="49"/>
                      <a:pt x="3" y="49"/>
                    </a:cubicBezTo>
                    <a:cubicBezTo>
                      <a:pt x="3" y="49"/>
                      <a:pt x="3" y="49"/>
                      <a:pt x="3" y="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2" name="Freeform 1320"/>
              <p:cNvSpPr/>
              <p:nvPr/>
            </p:nvSpPr>
            <p:spPr bwMode="auto">
              <a:xfrm>
                <a:off x="7696201" y="7675563"/>
                <a:ext cx="25400" cy="9525"/>
              </a:xfrm>
              <a:custGeom>
                <a:avLst/>
                <a:gdLst>
                  <a:gd name="T0" fmla="*/ 16 w 16"/>
                  <a:gd name="T1" fmla="*/ 0 h 6"/>
                  <a:gd name="T2" fmla="*/ 16 w 16"/>
                  <a:gd name="T3" fmla="*/ 3 h 6"/>
                  <a:gd name="T4" fmla="*/ 1 w 16"/>
                  <a:gd name="T5" fmla="*/ 6 h 6"/>
                  <a:gd name="T6" fmla="*/ 0 w 16"/>
                  <a:gd name="T7" fmla="*/ 3 h 6"/>
                  <a:gd name="T8" fmla="*/ 16 w 16"/>
                  <a:gd name="T9" fmla="*/ 0 h 6"/>
                  <a:gd name="T10" fmla="*/ 16 w 16"/>
                  <a:gd name="T11" fmla="*/ 0 h 6"/>
                </a:gdLst>
                <a:ahLst/>
                <a:cxnLst>
                  <a:cxn ang="0">
                    <a:pos x="T0" y="T1"/>
                  </a:cxn>
                  <a:cxn ang="0">
                    <a:pos x="T2" y="T3"/>
                  </a:cxn>
                  <a:cxn ang="0">
                    <a:pos x="T4" y="T5"/>
                  </a:cxn>
                  <a:cxn ang="0">
                    <a:pos x="T6" y="T7"/>
                  </a:cxn>
                  <a:cxn ang="0">
                    <a:pos x="T8" y="T9"/>
                  </a:cxn>
                  <a:cxn ang="0">
                    <a:pos x="T10" y="T11"/>
                  </a:cxn>
                </a:cxnLst>
                <a:rect l="0" t="0" r="r" b="b"/>
                <a:pathLst>
                  <a:path w="16" h="6">
                    <a:moveTo>
                      <a:pt x="16" y="0"/>
                    </a:moveTo>
                    <a:lnTo>
                      <a:pt x="16" y="3"/>
                    </a:lnTo>
                    <a:lnTo>
                      <a:pt x="1" y="6"/>
                    </a:lnTo>
                    <a:lnTo>
                      <a:pt x="0" y="3"/>
                    </a:lnTo>
                    <a:lnTo>
                      <a:pt x="16" y="0"/>
                    </a:lnTo>
                    <a:lnTo>
                      <a:pt x="16"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3" name="Freeform 1321"/>
              <p:cNvSpPr/>
              <p:nvPr/>
            </p:nvSpPr>
            <p:spPr bwMode="auto">
              <a:xfrm>
                <a:off x="7693026" y="7670801"/>
                <a:ext cx="34925" cy="17463"/>
              </a:xfrm>
              <a:custGeom>
                <a:avLst/>
                <a:gdLst>
                  <a:gd name="T0" fmla="*/ 0 w 22"/>
                  <a:gd name="T1" fmla="*/ 5 h 11"/>
                  <a:gd name="T2" fmla="*/ 18 w 22"/>
                  <a:gd name="T3" fmla="*/ 0 h 11"/>
                  <a:gd name="T4" fmla="*/ 21 w 22"/>
                  <a:gd name="T5" fmla="*/ 0 h 11"/>
                  <a:gd name="T6" fmla="*/ 22 w 22"/>
                  <a:gd name="T7" fmla="*/ 8 h 11"/>
                  <a:gd name="T8" fmla="*/ 1 w 22"/>
                  <a:gd name="T9" fmla="*/ 11 h 11"/>
                  <a:gd name="T10" fmla="*/ 0 w 22"/>
                  <a:gd name="T11" fmla="*/ 5 h 11"/>
                  <a:gd name="T12" fmla="*/ 0 w 22"/>
                  <a:gd name="T13" fmla="*/ 5 h 11"/>
                </a:gdLst>
                <a:ahLst/>
                <a:cxnLst>
                  <a:cxn ang="0">
                    <a:pos x="T0" y="T1"/>
                  </a:cxn>
                  <a:cxn ang="0">
                    <a:pos x="T2" y="T3"/>
                  </a:cxn>
                  <a:cxn ang="0">
                    <a:pos x="T4" y="T5"/>
                  </a:cxn>
                  <a:cxn ang="0">
                    <a:pos x="T6" y="T7"/>
                  </a:cxn>
                  <a:cxn ang="0">
                    <a:pos x="T8" y="T9"/>
                  </a:cxn>
                  <a:cxn ang="0">
                    <a:pos x="T10" y="T11"/>
                  </a:cxn>
                  <a:cxn ang="0">
                    <a:pos x="T12" y="T13"/>
                  </a:cxn>
                </a:cxnLst>
                <a:rect l="0" t="0" r="r" b="b"/>
                <a:pathLst>
                  <a:path w="22" h="11">
                    <a:moveTo>
                      <a:pt x="0" y="5"/>
                    </a:moveTo>
                    <a:lnTo>
                      <a:pt x="18" y="0"/>
                    </a:lnTo>
                    <a:lnTo>
                      <a:pt x="21" y="0"/>
                    </a:lnTo>
                    <a:lnTo>
                      <a:pt x="22" y="8"/>
                    </a:lnTo>
                    <a:lnTo>
                      <a:pt x="1" y="11"/>
                    </a:lnTo>
                    <a:lnTo>
                      <a:pt x="0" y="5"/>
                    </a:lnTo>
                    <a:lnTo>
                      <a:pt x="0"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4" name="Freeform 1322"/>
              <p:cNvSpPr/>
              <p:nvPr/>
            </p:nvSpPr>
            <p:spPr bwMode="auto">
              <a:xfrm>
                <a:off x="7697789" y="7662863"/>
                <a:ext cx="17463" cy="19050"/>
              </a:xfrm>
              <a:custGeom>
                <a:avLst/>
                <a:gdLst>
                  <a:gd name="T0" fmla="*/ 9 w 11"/>
                  <a:gd name="T1" fmla="*/ 0 h 12"/>
                  <a:gd name="T2" fmla="*/ 11 w 11"/>
                  <a:gd name="T3" fmla="*/ 2 h 12"/>
                  <a:gd name="T4" fmla="*/ 2 w 11"/>
                  <a:gd name="T5" fmla="*/ 12 h 12"/>
                  <a:gd name="T6" fmla="*/ 0 w 11"/>
                  <a:gd name="T7" fmla="*/ 10 h 12"/>
                  <a:gd name="T8" fmla="*/ 9 w 11"/>
                  <a:gd name="T9" fmla="*/ 0 h 12"/>
                  <a:gd name="T10" fmla="*/ 9 w 11"/>
                  <a:gd name="T11" fmla="*/ 0 h 12"/>
                </a:gdLst>
                <a:ahLst/>
                <a:cxnLst>
                  <a:cxn ang="0">
                    <a:pos x="T0" y="T1"/>
                  </a:cxn>
                  <a:cxn ang="0">
                    <a:pos x="T2" y="T3"/>
                  </a:cxn>
                  <a:cxn ang="0">
                    <a:pos x="T4" y="T5"/>
                  </a:cxn>
                  <a:cxn ang="0">
                    <a:pos x="T6" y="T7"/>
                  </a:cxn>
                  <a:cxn ang="0">
                    <a:pos x="T8" y="T9"/>
                  </a:cxn>
                  <a:cxn ang="0">
                    <a:pos x="T10" y="T11"/>
                  </a:cxn>
                </a:cxnLst>
                <a:rect l="0" t="0" r="r" b="b"/>
                <a:pathLst>
                  <a:path w="11" h="12">
                    <a:moveTo>
                      <a:pt x="9" y="0"/>
                    </a:moveTo>
                    <a:lnTo>
                      <a:pt x="11" y="2"/>
                    </a:lnTo>
                    <a:lnTo>
                      <a:pt x="2" y="12"/>
                    </a:lnTo>
                    <a:lnTo>
                      <a:pt x="0" y="10"/>
                    </a:lnTo>
                    <a:lnTo>
                      <a:pt x="9" y="0"/>
                    </a:lnTo>
                    <a:lnTo>
                      <a:pt x="9"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5" name="Freeform 1323"/>
              <p:cNvSpPr/>
              <p:nvPr/>
            </p:nvSpPr>
            <p:spPr bwMode="auto">
              <a:xfrm>
                <a:off x="7693026" y="7658101"/>
                <a:ext cx="26988" cy="28575"/>
              </a:xfrm>
              <a:custGeom>
                <a:avLst/>
                <a:gdLst>
                  <a:gd name="T0" fmla="*/ 0 w 17"/>
                  <a:gd name="T1" fmla="*/ 14 h 18"/>
                  <a:gd name="T2" fmla="*/ 10 w 17"/>
                  <a:gd name="T3" fmla="*/ 2 h 18"/>
                  <a:gd name="T4" fmla="*/ 11 w 17"/>
                  <a:gd name="T5" fmla="*/ 0 h 18"/>
                  <a:gd name="T6" fmla="*/ 17 w 17"/>
                  <a:gd name="T7" fmla="*/ 5 h 18"/>
                  <a:gd name="T8" fmla="*/ 5 w 17"/>
                  <a:gd name="T9" fmla="*/ 18 h 18"/>
                  <a:gd name="T10" fmla="*/ 0 w 17"/>
                  <a:gd name="T11" fmla="*/ 14 h 18"/>
                  <a:gd name="T12" fmla="*/ 0 w 17"/>
                  <a:gd name="T13" fmla="*/ 14 h 18"/>
                </a:gdLst>
                <a:ahLst/>
                <a:cxnLst>
                  <a:cxn ang="0">
                    <a:pos x="T0" y="T1"/>
                  </a:cxn>
                  <a:cxn ang="0">
                    <a:pos x="T2" y="T3"/>
                  </a:cxn>
                  <a:cxn ang="0">
                    <a:pos x="T4" y="T5"/>
                  </a:cxn>
                  <a:cxn ang="0">
                    <a:pos x="T6" y="T7"/>
                  </a:cxn>
                  <a:cxn ang="0">
                    <a:pos x="T8" y="T9"/>
                  </a:cxn>
                  <a:cxn ang="0">
                    <a:pos x="T10" y="T11"/>
                  </a:cxn>
                  <a:cxn ang="0">
                    <a:pos x="T12" y="T13"/>
                  </a:cxn>
                </a:cxnLst>
                <a:rect l="0" t="0" r="r" b="b"/>
                <a:pathLst>
                  <a:path w="17" h="18">
                    <a:moveTo>
                      <a:pt x="0" y="14"/>
                    </a:moveTo>
                    <a:lnTo>
                      <a:pt x="10" y="2"/>
                    </a:lnTo>
                    <a:lnTo>
                      <a:pt x="11" y="0"/>
                    </a:lnTo>
                    <a:lnTo>
                      <a:pt x="17" y="5"/>
                    </a:lnTo>
                    <a:lnTo>
                      <a:pt x="5" y="18"/>
                    </a:lnTo>
                    <a:lnTo>
                      <a:pt x="0" y="14"/>
                    </a:lnTo>
                    <a:lnTo>
                      <a:pt x="0" y="1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6" name="Freeform 1324"/>
              <p:cNvSpPr/>
              <p:nvPr/>
            </p:nvSpPr>
            <p:spPr bwMode="auto">
              <a:xfrm>
                <a:off x="7459664" y="7753351"/>
                <a:ext cx="60325" cy="88900"/>
              </a:xfrm>
              <a:custGeom>
                <a:avLst/>
                <a:gdLst>
                  <a:gd name="T0" fmla="*/ 0 w 35"/>
                  <a:gd name="T1" fmla="*/ 39 h 51"/>
                  <a:gd name="T2" fmla="*/ 33 w 35"/>
                  <a:gd name="T3" fmla="*/ 0 h 51"/>
                  <a:gd name="T4" fmla="*/ 33 w 35"/>
                  <a:gd name="T5" fmla="*/ 0 h 51"/>
                  <a:gd name="T6" fmla="*/ 35 w 35"/>
                  <a:gd name="T7" fmla="*/ 3 h 51"/>
                  <a:gd name="T8" fmla="*/ 20 w 35"/>
                  <a:gd name="T9" fmla="*/ 16 h 51"/>
                  <a:gd name="T10" fmla="*/ 20 w 35"/>
                  <a:gd name="T11" fmla="*/ 16 h 51"/>
                  <a:gd name="T12" fmla="*/ 3 w 35"/>
                  <a:gd name="T13" fmla="*/ 39 h 51"/>
                  <a:gd name="T14" fmla="*/ 3 w 35"/>
                  <a:gd name="T15" fmla="*/ 39 h 51"/>
                  <a:gd name="T16" fmla="*/ 6 w 35"/>
                  <a:gd name="T17" fmla="*/ 51 h 51"/>
                  <a:gd name="T18" fmla="*/ 6 w 35"/>
                  <a:gd name="T19" fmla="*/ 51 h 51"/>
                  <a:gd name="T20" fmla="*/ 4 w 35"/>
                  <a:gd name="T21" fmla="*/ 51 h 51"/>
                  <a:gd name="T22" fmla="*/ 0 w 35"/>
                  <a:gd name="T23" fmla="*/ 39 h 51"/>
                  <a:gd name="T24" fmla="*/ 0 w 35"/>
                  <a:gd name="T25" fmla="*/ 39 h 51"/>
                  <a:gd name="T26" fmla="*/ 0 w 35"/>
                  <a:gd name="T27" fmla="*/ 39 h 51"/>
                  <a:gd name="T28" fmla="*/ 0 w 35"/>
                  <a:gd name="T29" fmla="*/ 3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51">
                    <a:moveTo>
                      <a:pt x="0" y="39"/>
                    </a:moveTo>
                    <a:cubicBezTo>
                      <a:pt x="4" y="25"/>
                      <a:pt x="33" y="1"/>
                      <a:pt x="33" y="0"/>
                    </a:cubicBezTo>
                    <a:cubicBezTo>
                      <a:pt x="33" y="0"/>
                      <a:pt x="33" y="0"/>
                      <a:pt x="33" y="0"/>
                    </a:cubicBezTo>
                    <a:cubicBezTo>
                      <a:pt x="35" y="3"/>
                      <a:pt x="35" y="3"/>
                      <a:pt x="35" y="3"/>
                    </a:cubicBezTo>
                    <a:cubicBezTo>
                      <a:pt x="35" y="3"/>
                      <a:pt x="28" y="9"/>
                      <a:pt x="20" y="16"/>
                    </a:cubicBezTo>
                    <a:cubicBezTo>
                      <a:pt x="20" y="16"/>
                      <a:pt x="20" y="16"/>
                      <a:pt x="20" y="16"/>
                    </a:cubicBezTo>
                    <a:cubicBezTo>
                      <a:pt x="12" y="24"/>
                      <a:pt x="4" y="33"/>
                      <a:pt x="3" y="39"/>
                    </a:cubicBezTo>
                    <a:cubicBezTo>
                      <a:pt x="3" y="39"/>
                      <a:pt x="3" y="39"/>
                      <a:pt x="3" y="39"/>
                    </a:cubicBezTo>
                    <a:cubicBezTo>
                      <a:pt x="4" y="41"/>
                      <a:pt x="6" y="48"/>
                      <a:pt x="6" y="51"/>
                    </a:cubicBezTo>
                    <a:cubicBezTo>
                      <a:pt x="6" y="51"/>
                      <a:pt x="6" y="51"/>
                      <a:pt x="6" y="51"/>
                    </a:cubicBezTo>
                    <a:cubicBezTo>
                      <a:pt x="4" y="51"/>
                      <a:pt x="4" y="51"/>
                      <a:pt x="4" y="51"/>
                    </a:cubicBezTo>
                    <a:cubicBezTo>
                      <a:pt x="3" y="49"/>
                      <a:pt x="0" y="39"/>
                      <a:pt x="0" y="39"/>
                    </a:cubicBezTo>
                    <a:cubicBezTo>
                      <a:pt x="0" y="39"/>
                      <a:pt x="0" y="39"/>
                      <a:pt x="0" y="39"/>
                    </a:cubicBezTo>
                    <a:cubicBezTo>
                      <a:pt x="0" y="39"/>
                      <a:pt x="0" y="39"/>
                      <a:pt x="0" y="39"/>
                    </a:cubicBezTo>
                    <a:cubicBezTo>
                      <a:pt x="0" y="39"/>
                      <a:pt x="0" y="39"/>
                      <a:pt x="0" y="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7" name="Freeform 1325"/>
              <p:cNvSpPr/>
              <p:nvPr/>
            </p:nvSpPr>
            <p:spPr bwMode="auto">
              <a:xfrm>
                <a:off x="7456489" y="7747001"/>
                <a:ext cx="68263" cy="98425"/>
              </a:xfrm>
              <a:custGeom>
                <a:avLst/>
                <a:gdLst>
                  <a:gd name="T0" fmla="*/ 4 w 40"/>
                  <a:gd name="T1" fmla="*/ 55 h 57"/>
                  <a:gd name="T2" fmla="*/ 1 w 40"/>
                  <a:gd name="T3" fmla="*/ 45 h 57"/>
                  <a:gd name="T4" fmla="*/ 1 w 40"/>
                  <a:gd name="T5" fmla="*/ 45 h 57"/>
                  <a:gd name="T6" fmla="*/ 1 w 40"/>
                  <a:gd name="T7" fmla="*/ 45 h 57"/>
                  <a:gd name="T8" fmla="*/ 0 w 40"/>
                  <a:gd name="T9" fmla="*/ 44 h 57"/>
                  <a:gd name="T10" fmla="*/ 0 w 40"/>
                  <a:gd name="T11" fmla="*/ 44 h 57"/>
                  <a:gd name="T12" fmla="*/ 0 w 40"/>
                  <a:gd name="T13" fmla="*/ 44 h 57"/>
                  <a:gd name="T14" fmla="*/ 0 w 40"/>
                  <a:gd name="T15" fmla="*/ 44 h 57"/>
                  <a:gd name="T16" fmla="*/ 0 w 40"/>
                  <a:gd name="T17" fmla="*/ 44 h 57"/>
                  <a:gd name="T18" fmla="*/ 0 w 40"/>
                  <a:gd name="T19" fmla="*/ 43 h 57"/>
                  <a:gd name="T20" fmla="*/ 0 w 40"/>
                  <a:gd name="T21" fmla="*/ 42 h 57"/>
                  <a:gd name="T22" fmla="*/ 0 w 40"/>
                  <a:gd name="T23" fmla="*/ 42 h 57"/>
                  <a:gd name="T24" fmla="*/ 2 w 40"/>
                  <a:gd name="T25" fmla="*/ 43 h 57"/>
                  <a:gd name="T26" fmla="*/ 0 w 40"/>
                  <a:gd name="T27" fmla="*/ 42 h 57"/>
                  <a:gd name="T28" fmla="*/ 34 w 40"/>
                  <a:gd name="T29" fmla="*/ 3 h 57"/>
                  <a:gd name="T30" fmla="*/ 34 w 40"/>
                  <a:gd name="T31" fmla="*/ 3 h 57"/>
                  <a:gd name="T32" fmla="*/ 35 w 40"/>
                  <a:gd name="T33" fmla="*/ 0 h 57"/>
                  <a:gd name="T34" fmla="*/ 40 w 40"/>
                  <a:gd name="T35" fmla="*/ 7 h 57"/>
                  <a:gd name="T36" fmla="*/ 39 w 40"/>
                  <a:gd name="T37" fmla="*/ 8 h 57"/>
                  <a:gd name="T38" fmla="*/ 23 w 40"/>
                  <a:gd name="T39" fmla="*/ 22 h 57"/>
                  <a:gd name="T40" fmla="*/ 23 w 40"/>
                  <a:gd name="T41" fmla="*/ 22 h 57"/>
                  <a:gd name="T42" fmla="*/ 7 w 40"/>
                  <a:gd name="T43" fmla="*/ 43 h 57"/>
                  <a:gd name="T44" fmla="*/ 7 w 40"/>
                  <a:gd name="T45" fmla="*/ 43 h 57"/>
                  <a:gd name="T46" fmla="*/ 10 w 40"/>
                  <a:gd name="T47" fmla="*/ 54 h 57"/>
                  <a:gd name="T48" fmla="*/ 10 w 40"/>
                  <a:gd name="T49" fmla="*/ 54 h 57"/>
                  <a:gd name="T50" fmla="*/ 11 w 40"/>
                  <a:gd name="T51" fmla="*/ 56 h 57"/>
                  <a:gd name="T52" fmla="*/ 9 w 40"/>
                  <a:gd name="T53" fmla="*/ 57 h 57"/>
                  <a:gd name="T54" fmla="*/ 4 w 40"/>
                  <a:gd name="T55" fmla="*/ 57 h 57"/>
                  <a:gd name="T56" fmla="*/ 4 w 40"/>
                  <a:gd name="T57"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 h="57">
                    <a:moveTo>
                      <a:pt x="4" y="55"/>
                    </a:moveTo>
                    <a:cubicBezTo>
                      <a:pt x="4" y="54"/>
                      <a:pt x="2" y="47"/>
                      <a:pt x="1" y="45"/>
                    </a:cubicBezTo>
                    <a:cubicBezTo>
                      <a:pt x="1" y="45"/>
                      <a:pt x="1" y="45"/>
                      <a:pt x="1" y="45"/>
                    </a:cubicBezTo>
                    <a:cubicBezTo>
                      <a:pt x="1" y="45"/>
                      <a:pt x="1" y="45"/>
                      <a:pt x="1" y="45"/>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3"/>
                      <a:pt x="0" y="43"/>
                      <a:pt x="0" y="43"/>
                    </a:cubicBezTo>
                    <a:cubicBezTo>
                      <a:pt x="0" y="42"/>
                      <a:pt x="0" y="42"/>
                      <a:pt x="0" y="42"/>
                    </a:cubicBezTo>
                    <a:cubicBezTo>
                      <a:pt x="0" y="42"/>
                      <a:pt x="0" y="42"/>
                      <a:pt x="0" y="42"/>
                    </a:cubicBezTo>
                    <a:cubicBezTo>
                      <a:pt x="2" y="43"/>
                      <a:pt x="2" y="43"/>
                      <a:pt x="2" y="43"/>
                    </a:cubicBezTo>
                    <a:cubicBezTo>
                      <a:pt x="0" y="42"/>
                      <a:pt x="0" y="42"/>
                      <a:pt x="0" y="42"/>
                    </a:cubicBezTo>
                    <a:cubicBezTo>
                      <a:pt x="4" y="28"/>
                      <a:pt x="30" y="6"/>
                      <a:pt x="34" y="3"/>
                    </a:cubicBezTo>
                    <a:cubicBezTo>
                      <a:pt x="34" y="3"/>
                      <a:pt x="34" y="3"/>
                      <a:pt x="34" y="3"/>
                    </a:cubicBezTo>
                    <a:cubicBezTo>
                      <a:pt x="35" y="0"/>
                      <a:pt x="35" y="0"/>
                      <a:pt x="35" y="0"/>
                    </a:cubicBezTo>
                    <a:cubicBezTo>
                      <a:pt x="40" y="7"/>
                      <a:pt x="40" y="7"/>
                      <a:pt x="40" y="7"/>
                    </a:cubicBezTo>
                    <a:cubicBezTo>
                      <a:pt x="39" y="8"/>
                      <a:pt x="39" y="8"/>
                      <a:pt x="39" y="8"/>
                    </a:cubicBezTo>
                    <a:cubicBezTo>
                      <a:pt x="38" y="8"/>
                      <a:pt x="31" y="14"/>
                      <a:pt x="23" y="22"/>
                    </a:cubicBezTo>
                    <a:cubicBezTo>
                      <a:pt x="23" y="22"/>
                      <a:pt x="23" y="22"/>
                      <a:pt x="23" y="22"/>
                    </a:cubicBezTo>
                    <a:cubicBezTo>
                      <a:pt x="16" y="29"/>
                      <a:pt x="9" y="38"/>
                      <a:pt x="7" y="43"/>
                    </a:cubicBezTo>
                    <a:cubicBezTo>
                      <a:pt x="7" y="43"/>
                      <a:pt x="7" y="43"/>
                      <a:pt x="7" y="43"/>
                    </a:cubicBezTo>
                    <a:cubicBezTo>
                      <a:pt x="8" y="45"/>
                      <a:pt x="10" y="51"/>
                      <a:pt x="10" y="54"/>
                    </a:cubicBezTo>
                    <a:cubicBezTo>
                      <a:pt x="10" y="54"/>
                      <a:pt x="10" y="54"/>
                      <a:pt x="10" y="54"/>
                    </a:cubicBezTo>
                    <a:cubicBezTo>
                      <a:pt x="11" y="56"/>
                      <a:pt x="11" y="56"/>
                      <a:pt x="11" y="56"/>
                    </a:cubicBezTo>
                    <a:cubicBezTo>
                      <a:pt x="9" y="57"/>
                      <a:pt x="9" y="57"/>
                      <a:pt x="9" y="57"/>
                    </a:cubicBezTo>
                    <a:cubicBezTo>
                      <a:pt x="4" y="57"/>
                      <a:pt x="4" y="57"/>
                      <a:pt x="4" y="57"/>
                    </a:cubicBezTo>
                    <a:cubicBezTo>
                      <a:pt x="4" y="55"/>
                      <a:pt x="4" y="55"/>
                      <a:pt x="4" y="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8" name="Freeform 1326"/>
              <p:cNvSpPr/>
              <p:nvPr/>
            </p:nvSpPr>
            <p:spPr bwMode="auto">
              <a:xfrm>
                <a:off x="7448551" y="7813676"/>
                <a:ext cx="17463" cy="26988"/>
              </a:xfrm>
              <a:custGeom>
                <a:avLst/>
                <a:gdLst>
                  <a:gd name="T0" fmla="*/ 11 w 11"/>
                  <a:gd name="T1" fmla="*/ 0 h 17"/>
                  <a:gd name="T2" fmla="*/ 8 w 11"/>
                  <a:gd name="T3" fmla="*/ 17 h 17"/>
                  <a:gd name="T4" fmla="*/ 5 w 11"/>
                  <a:gd name="T5" fmla="*/ 16 h 17"/>
                  <a:gd name="T6" fmla="*/ 6 w 11"/>
                  <a:gd name="T7" fmla="*/ 8 h 17"/>
                  <a:gd name="T8" fmla="*/ 2 w 11"/>
                  <a:gd name="T9" fmla="*/ 11 h 17"/>
                  <a:gd name="T10" fmla="*/ 0 w 11"/>
                  <a:gd name="T11" fmla="*/ 9 h 17"/>
                  <a:gd name="T12" fmla="*/ 11 w 11"/>
                  <a:gd name="T13" fmla="*/ 0 h 17"/>
                  <a:gd name="T14" fmla="*/ 11 w 11"/>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7">
                    <a:moveTo>
                      <a:pt x="11" y="0"/>
                    </a:moveTo>
                    <a:lnTo>
                      <a:pt x="8" y="17"/>
                    </a:lnTo>
                    <a:lnTo>
                      <a:pt x="5" y="16"/>
                    </a:lnTo>
                    <a:lnTo>
                      <a:pt x="6" y="8"/>
                    </a:lnTo>
                    <a:lnTo>
                      <a:pt x="2" y="11"/>
                    </a:lnTo>
                    <a:lnTo>
                      <a:pt x="0" y="9"/>
                    </a:lnTo>
                    <a:lnTo>
                      <a:pt x="11" y="0"/>
                    </a:lnTo>
                    <a:lnTo>
                      <a:pt x="1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9" name="Freeform 1327"/>
              <p:cNvSpPr/>
              <p:nvPr/>
            </p:nvSpPr>
            <p:spPr bwMode="auto">
              <a:xfrm>
                <a:off x="7443789" y="7805738"/>
                <a:ext cx="26988" cy="38100"/>
              </a:xfrm>
              <a:custGeom>
                <a:avLst/>
                <a:gdLst>
                  <a:gd name="T0" fmla="*/ 4 w 17"/>
                  <a:gd name="T1" fmla="*/ 23 h 24"/>
                  <a:gd name="T2" fmla="*/ 5 w 17"/>
                  <a:gd name="T3" fmla="*/ 21 h 24"/>
                  <a:gd name="T4" fmla="*/ 5 w 17"/>
                  <a:gd name="T5" fmla="*/ 19 h 24"/>
                  <a:gd name="T6" fmla="*/ 4 w 17"/>
                  <a:gd name="T7" fmla="*/ 20 h 24"/>
                  <a:gd name="T8" fmla="*/ 0 w 17"/>
                  <a:gd name="T9" fmla="*/ 14 h 24"/>
                  <a:gd name="T10" fmla="*/ 12 w 17"/>
                  <a:gd name="T11" fmla="*/ 4 h 24"/>
                  <a:gd name="T12" fmla="*/ 17 w 17"/>
                  <a:gd name="T13" fmla="*/ 0 h 24"/>
                  <a:gd name="T14" fmla="*/ 12 w 17"/>
                  <a:gd name="T15" fmla="*/ 24 h 24"/>
                  <a:gd name="T16" fmla="*/ 4 w 17"/>
                  <a:gd name="T17" fmla="*/ 23 h 24"/>
                  <a:gd name="T18" fmla="*/ 4 w 17"/>
                  <a:gd name="T19"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24">
                    <a:moveTo>
                      <a:pt x="4" y="23"/>
                    </a:moveTo>
                    <a:lnTo>
                      <a:pt x="5" y="21"/>
                    </a:lnTo>
                    <a:lnTo>
                      <a:pt x="5" y="19"/>
                    </a:lnTo>
                    <a:lnTo>
                      <a:pt x="4" y="20"/>
                    </a:lnTo>
                    <a:lnTo>
                      <a:pt x="0" y="14"/>
                    </a:lnTo>
                    <a:lnTo>
                      <a:pt x="12" y="4"/>
                    </a:lnTo>
                    <a:lnTo>
                      <a:pt x="17" y="0"/>
                    </a:lnTo>
                    <a:lnTo>
                      <a:pt x="12" y="24"/>
                    </a:lnTo>
                    <a:lnTo>
                      <a:pt x="4" y="23"/>
                    </a:lnTo>
                    <a:lnTo>
                      <a:pt x="4" y="2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0" name="Freeform 1328"/>
              <p:cNvSpPr>
                <a:spLocks noEditPoints="1"/>
              </p:cNvSpPr>
              <p:nvPr/>
            </p:nvSpPr>
            <p:spPr bwMode="auto">
              <a:xfrm>
                <a:off x="7448551" y="7534276"/>
                <a:ext cx="209550" cy="207963"/>
              </a:xfrm>
              <a:custGeom>
                <a:avLst/>
                <a:gdLst>
                  <a:gd name="T0" fmla="*/ 72 w 120"/>
                  <a:gd name="T1" fmla="*/ 6 h 120"/>
                  <a:gd name="T2" fmla="*/ 113 w 120"/>
                  <a:gd name="T3" fmla="*/ 72 h 120"/>
                  <a:gd name="T4" fmla="*/ 113 w 120"/>
                  <a:gd name="T5" fmla="*/ 72 h 120"/>
                  <a:gd name="T6" fmla="*/ 48 w 120"/>
                  <a:gd name="T7" fmla="*/ 113 h 120"/>
                  <a:gd name="T8" fmla="*/ 48 w 120"/>
                  <a:gd name="T9" fmla="*/ 113 h 120"/>
                  <a:gd name="T10" fmla="*/ 6 w 120"/>
                  <a:gd name="T11" fmla="*/ 48 h 120"/>
                  <a:gd name="T12" fmla="*/ 6 w 120"/>
                  <a:gd name="T13" fmla="*/ 48 h 120"/>
                  <a:gd name="T14" fmla="*/ 72 w 120"/>
                  <a:gd name="T15" fmla="*/ 6 h 120"/>
                  <a:gd name="T16" fmla="*/ 71 w 120"/>
                  <a:gd name="T17" fmla="*/ 9 h 120"/>
                  <a:gd name="T18" fmla="*/ 9 w 120"/>
                  <a:gd name="T19" fmla="*/ 48 h 120"/>
                  <a:gd name="T20" fmla="*/ 9 w 120"/>
                  <a:gd name="T21" fmla="*/ 48 h 120"/>
                  <a:gd name="T22" fmla="*/ 49 w 120"/>
                  <a:gd name="T23" fmla="*/ 111 h 120"/>
                  <a:gd name="T24" fmla="*/ 49 w 120"/>
                  <a:gd name="T25" fmla="*/ 111 h 120"/>
                  <a:gd name="T26" fmla="*/ 111 w 120"/>
                  <a:gd name="T27" fmla="*/ 71 h 120"/>
                  <a:gd name="T28" fmla="*/ 111 w 120"/>
                  <a:gd name="T29" fmla="*/ 71 h 120"/>
                  <a:gd name="T30" fmla="*/ 71 w 120"/>
                  <a:gd name="T31" fmla="*/ 9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20">
                    <a:moveTo>
                      <a:pt x="72" y="6"/>
                    </a:moveTo>
                    <a:cubicBezTo>
                      <a:pt x="101" y="13"/>
                      <a:pt x="120" y="42"/>
                      <a:pt x="113" y="72"/>
                    </a:cubicBezTo>
                    <a:cubicBezTo>
                      <a:pt x="113" y="72"/>
                      <a:pt x="113" y="72"/>
                      <a:pt x="113" y="72"/>
                    </a:cubicBezTo>
                    <a:cubicBezTo>
                      <a:pt x="107" y="101"/>
                      <a:pt x="77" y="120"/>
                      <a:pt x="48" y="113"/>
                    </a:cubicBezTo>
                    <a:cubicBezTo>
                      <a:pt x="48" y="113"/>
                      <a:pt x="48" y="113"/>
                      <a:pt x="48" y="113"/>
                    </a:cubicBezTo>
                    <a:cubicBezTo>
                      <a:pt x="18" y="107"/>
                      <a:pt x="0" y="77"/>
                      <a:pt x="6" y="48"/>
                    </a:cubicBezTo>
                    <a:cubicBezTo>
                      <a:pt x="6" y="48"/>
                      <a:pt x="6" y="48"/>
                      <a:pt x="6" y="48"/>
                    </a:cubicBezTo>
                    <a:cubicBezTo>
                      <a:pt x="13" y="18"/>
                      <a:pt x="42" y="0"/>
                      <a:pt x="72" y="6"/>
                    </a:cubicBezTo>
                    <a:close/>
                    <a:moveTo>
                      <a:pt x="71" y="9"/>
                    </a:moveTo>
                    <a:cubicBezTo>
                      <a:pt x="43" y="3"/>
                      <a:pt x="15" y="20"/>
                      <a:pt x="9" y="48"/>
                    </a:cubicBezTo>
                    <a:cubicBezTo>
                      <a:pt x="9" y="48"/>
                      <a:pt x="9" y="48"/>
                      <a:pt x="9" y="48"/>
                    </a:cubicBezTo>
                    <a:cubicBezTo>
                      <a:pt x="3" y="77"/>
                      <a:pt x="20" y="104"/>
                      <a:pt x="49" y="111"/>
                    </a:cubicBezTo>
                    <a:cubicBezTo>
                      <a:pt x="49" y="111"/>
                      <a:pt x="49" y="111"/>
                      <a:pt x="49" y="111"/>
                    </a:cubicBezTo>
                    <a:cubicBezTo>
                      <a:pt x="77" y="117"/>
                      <a:pt x="104" y="99"/>
                      <a:pt x="111" y="71"/>
                    </a:cubicBezTo>
                    <a:cubicBezTo>
                      <a:pt x="111" y="71"/>
                      <a:pt x="111" y="71"/>
                      <a:pt x="111" y="71"/>
                    </a:cubicBezTo>
                    <a:cubicBezTo>
                      <a:pt x="117" y="43"/>
                      <a:pt x="99" y="15"/>
                      <a:pt x="7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1" name="Freeform 1329"/>
              <p:cNvSpPr>
                <a:spLocks noEditPoints="1"/>
              </p:cNvSpPr>
              <p:nvPr/>
            </p:nvSpPr>
            <p:spPr bwMode="auto">
              <a:xfrm>
                <a:off x="7453314" y="7539038"/>
                <a:ext cx="200025" cy="198438"/>
              </a:xfrm>
              <a:custGeom>
                <a:avLst/>
                <a:gdLst>
                  <a:gd name="T0" fmla="*/ 44 w 114"/>
                  <a:gd name="T1" fmla="*/ 112 h 114"/>
                  <a:gd name="T2" fmla="*/ 0 w 114"/>
                  <a:gd name="T3" fmla="*/ 57 h 114"/>
                  <a:gd name="T4" fmla="*/ 0 w 114"/>
                  <a:gd name="T5" fmla="*/ 57 h 114"/>
                  <a:gd name="T6" fmla="*/ 1 w 114"/>
                  <a:gd name="T7" fmla="*/ 44 h 114"/>
                  <a:gd name="T8" fmla="*/ 1 w 114"/>
                  <a:gd name="T9" fmla="*/ 44 h 114"/>
                  <a:gd name="T10" fmla="*/ 57 w 114"/>
                  <a:gd name="T11" fmla="*/ 0 h 114"/>
                  <a:gd name="T12" fmla="*/ 57 w 114"/>
                  <a:gd name="T13" fmla="*/ 0 h 114"/>
                  <a:gd name="T14" fmla="*/ 69 w 114"/>
                  <a:gd name="T15" fmla="*/ 1 h 114"/>
                  <a:gd name="T16" fmla="*/ 69 w 114"/>
                  <a:gd name="T17" fmla="*/ 1 h 114"/>
                  <a:gd name="T18" fmla="*/ 69 w 114"/>
                  <a:gd name="T19" fmla="*/ 3 h 114"/>
                  <a:gd name="T20" fmla="*/ 69 w 114"/>
                  <a:gd name="T21" fmla="*/ 4 h 114"/>
                  <a:gd name="T22" fmla="*/ 69 w 114"/>
                  <a:gd name="T23" fmla="*/ 3 h 114"/>
                  <a:gd name="T24" fmla="*/ 69 w 114"/>
                  <a:gd name="T25" fmla="*/ 1 h 114"/>
                  <a:gd name="T26" fmla="*/ 114 w 114"/>
                  <a:gd name="T27" fmla="*/ 57 h 114"/>
                  <a:gd name="T28" fmla="*/ 114 w 114"/>
                  <a:gd name="T29" fmla="*/ 57 h 114"/>
                  <a:gd name="T30" fmla="*/ 112 w 114"/>
                  <a:gd name="T31" fmla="*/ 69 h 114"/>
                  <a:gd name="T32" fmla="*/ 112 w 114"/>
                  <a:gd name="T33" fmla="*/ 69 h 114"/>
                  <a:gd name="T34" fmla="*/ 57 w 114"/>
                  <a:gd name="T35" fmla="*/ 114 h 114"/>
                  <a:gd name="T36" fmla="*/ 57 w 114"/>
                  <a:gd name="T37" fmla="*/ 114 h 114"/>
                  <a:gd name="T38" fmla="*/ 44 w 114"/>
                  <a:gd name="T39" fmla="*/ 112 h 114"/>
                  <a:gd name="T40" fmla="*/ 8 w 114"/>
                  <a:gd name="T41" fmla="*/ 46 h 114"/>
                  <a:gd name="T42" fmla="*/ 7 w 114"/>
                  <a:gd name="T43" fmla="*/ 57 h 114"/>
                  <a:gd name="T44" fmla="*/ 7 w 114"/>
                  <a:gd name="T45" fmla="*/ 57 h 114"/>
                  <a:gd name="T46" fmla="*/ 46 w 114"/>
                  <a:gd name="T47" fmla="*/ 106 h 114"/>
                  <a:gd name="T48" fmla="*/ 46 w 114"/>
                  <a:gd name="T49" fmla="*/ 106 h 114"/>
                  <a:gd name="T50" fmla="*/ 57 w 114"/>
                  <a:gd name="T51" fmla="*/ 107 h 114"/>
                  <a:gd name="T52" fmla="*/ 57 w 114"/>
                  <a:gd name="T53" fmla="*/ 107 h 114"/>
                  <a:gd name="T54" fmla="*/ 106 w 114"/>
                  <a:gd name="T55" fmla="*/ 68 h 114"/>
                  <a:gd name="T56" fmla="*/ 106 w 114"/>
                  <a:gd name="T57" fmla="*/ 68 h 114"/>
                  <a:gd name="T58" fmla="*/ 107 w 114"/>
                  <a:gd name="T59" fmla="*/ 57 h 114"/>
                  <a:gd name="T60" fmla="*/ 107 w 114"/>
                  <a:gd name="T61" fmla="*/ 57 h 114"/>
                  <a:gd name="T62" fmla="*/ 68 w 114"/>
                  <a:gd name="T63" fmla="*/ 8 h 114"/>
                  <a:gd name="T64" fmla="*/ 68 w 114"/>
                  <a:gd name="T65" fmla="*/ 8 h 114"/>
                  <a:gd name="T66" fmla="*/ 68 w 114"/>
                  <a:gd name="T67" fmla="*/ 8 h 114"/>
                  <a:gd name="T68" fmla="*/ 57 w 114"/>
                  <a:gd name="T69" fmla="*/ 7 h 114"/>
                  <a:gd name="T70" fmla="*/ 57 w 114"/>
                  <a:gd name="T71" fmla="*/ 7 h 114"/>
                  <a:gd name="T72" fmla="*/ 8 w 114"/>
                  <a:gd name="T73" fmla="*/ 46 h 114"/>
                  <a:gd name="T74" fmla="*/ 68 w 114"/>
                  <a:gd name="T75" fmla="*/ 6 h 114"/>
                  <a:gd name="T76" fmla="*/ 68 w 114"/>
                  <a:gd name="T77" fmla="*/ 5 h 114"/>
                  <a:gd name="T78" fmla="*/ 68 w 114"/>
                  <a:gd name="T79" fmla="*/ 5 h 114"/>
                  <a:gd name="T80" fmla="*/ 68 w 114"/>
                  <a:gd name="T81" fmla="*/ 5 h 114"/>
                  <a:gd name="T82" fmla="*/ 68 w 114"/>
                  <a:gd name="T83" fmla="*/ 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4" h="114">
                    <a:moveTo>
                      <a:pt x="44" y="112"/>
                    </a:moveTo>
                    <a:cubicBezTo>
                      <a:pt x="18" y="106"/>
                      <a:pt x="0" y="83"/>
                      <a:pt x="0" y="57"/>
                    </a:cubicBezTo>
                    <a:cubicBezTo>
                      <a:pt x="0" y="57"/>
                      <a:pt x="0" y="57"/>
                      <a:pt x="0" y="57"/>
                    </a:cubicBezTo>
                    <a:cubicBezTo>
                      <a:pt x="0" y="53"/>
                      <a:pt x="0" y="49"/>
                      <a:pt x="1" y="44"/>
                    </a:cubicBezTo>
                    <a:cubicBezTo>
                      <a:pt x="1" y="44"/>
                      <a:pt x="1" y="44"/>
                      <a:pt x="1" y="44"/>
                    </a:cubicBezTo>
                    <a:cubicBezTo>
                      <a:pt x="7" y="18"/>
                      <a:pt x="31" y="0"/>
                      <a:pt x="57" y="0"/>
                    </a:cubicBezTo>
                    <a:cubicBezTo>
                      <a:pt x="57" y="0"/>
                      <a:pt x="57" y="0"/>
                      <a:pt x="57" y="0"/>
                    </a:cubicBezTo>
                    <a:cubicBezTo>
                      <a:pt x="61" y="0"/>
                      <a:pt x="65" y="0"/>
                      <a:pt x="69" y="1"/>
                    </a:cubicBezTo>
                    <a:cubicBezTo>
                      <a:pt x="69" y="1"/>
                      <a:pt x="69" y="1"/>
                      <a:pt x="69" y="1"/>
                    </a:cubicBezTo>
                    <a:cubicBezTo>
                      <a:pt x="69" y="3"/>
                      <a:pt x="69" y="3"/>
                      <a:pt x="69" y="3"/>
                    </a:cubicBezTo>
                    <a:cubicBezTo>
                      <a:pt x="69" y="4"/>
                      <a:pt x="69" y="4"/>
                      <a:pt x="69" y="4"/>
                    </a:cubicBezTo>
                    <a:cubicBezTo>
                      <a:pt x="69" y="3"/>
                      <a:pt x="69" y="3"/>
                      <a:pt x="69" y="3"/>
                    </a:cubicBezTo>
                    <a:cubicBezTo>
                      <a:pt x="69" y="1"/>
                      <a:pt x="69" y="1"/>
                      <a:pt x="69" y="1"/>
                    </a:cubicBezTo>
                    <a:cubicBezTo>
                      <a:pt x="96" y="7"/>
                      <a:pt x="114" y="31"/>
                      <a:pt x="114" y="57"/>
                    </a:cubicBezTo>
                    <a:cubicBezTo>
                      <a:pt x="114" y="57"/>
                      <a:pt x="114" y="57"/>
                      <a:pt x="114" y="57"/>
                    </a:cubicBezTo>
                    <a:cubicBezTo>
                      <a:pt x="114" y="61"/>
                      <a:pt x="113" y="65"/>
                      <a:pt x="112" y="69"/>
                    </a:cubicBezTo>
                    <a:cubicBezTo>
                      <a:pt x="112" y="69"/>
                      <a:pt x="112" y="69"/>
                      <a:pt x="112" y="69"/>
                    </a:cubicBezTo>
                    <a:cubicBezTo>
                      <a:pt x="106" y="96"/>
                      <a:pt x="83" y="114"/>
                      <a:pt x="57" y="114"/>
                    </a:cubicBezTo>
                    <a:cubicBezTo>
                      <a:pt x="57" y="114"/>
                      <a:pt x="57" y="114"/>
                      <a:pt x="57" y="114"/>
                    </a:cubicBezTo>
                    <a:cubicBezTo>
                      <a:pt x="53" y="114"/>
                      <a:pt x="49" y="113"/>
                      <a:pt x="44" y="112"/>
                    </a:cubicBezTo>
                    <a:close/>
                    <a:moveTo>
                      <a:pt x="8" y="46"/>
                    </a:moveTo>
                    <a:cubicBezTo>
                      <a:pt x="7" y="49"/>
                      <a:pt x="7" y="53"/>
                      <a:pt x="7" y="57"/>
                    </a:cubicBezTo>
                    <a:cubicBezTo>
                      <a:pt x="7" y="57"/>
                      <a:pt x="7" y="57"/>
                      <a:pt x="7" y="57"/>
                    </a:cubicBezTo>
                    <a:cubicBezTo>
                      <a:pt x="7" y="80"/>
                      <a:pt x="23" y="100"/>
                      <a:pt x="46" y="106"/>
                    </a:cubicBezTo>
                    <a:cubicBezTo>
                      <a:pt x="46" y="106"/>
                      <a:pt x="46" y="106"/>
                      <a:pt x="46" y="106"/>
                    </a:cubicBezTo>
                    <a:cubicBezTo>
                      <a:pt x="50" y="106"/>
                      <a:pt x="53" y="107"/>
                      <a:pt x="57" y="107"/>
                    </a:cubicBezTo>
                    <a:cubicBezTo>
                      <a:pt x="57" y="107"/>
                      <a:pt x="57" y="107"/>
                      <a:pt x="57" y="107"/>
                    </a:cubicBezTo>
                    <a:cubicBezTo>
                      <a:pt x="80" y="107"/>
                      <a:pt x="101" y="91"/>
                      <a:pt x="106" y="68"/>
                    </a:cubicBezTo>
                    <a:cubicBezTo>
                      <a:pt x="106" y="68"/>
                      <a:pt x="106" y="68"/>
                      <a:pt x="106" y="68"/>
                    </a:cubicBezTo>
                    <a:cubicBezTo>
                      <a:pt x="107" y="64"/>
                      <a:pt x="107" y="60"/>
                      <a:pt x="107" y="57"/>
                    </a:cubicBezTo>
                    <a:cubicBezTo>
                      <a:pt x="107" y="57"/>
                      <a:pt x="107" y="57"/>
                      <a:pt x="107" y="57"/>
                    </a:cubicBezTo>
                    <a:cubicBezTo>
                      <a:pt x="107" y="34"/>
                      <a:pt x="91" y="13"/>
                      <a:pt x="68" y="8"/>
                    </a:cubicBezTo>
                    <a:cubicBezTo>
                      <a:pt x="68" y="8"/>
                      <a:pt x="68" y="8"/>
                      <a:pt x="68" y="8"/>
                    </a:cubicBezTo>
                    <a:cubicBezTo>
                      <a:pt x="68" y="8"/>
                      <a:pt x="68" y="8"/>
                      <a:pt x="68" y="8"/>
                    </a:cubicBezTo>
                    <a:cubicBezTo>
                      <a:pt x="64" y="7"/>
                      <a:pt x="60" y="7"/>
                      <a:pt x="57" y="7"/>
                    </a:cubicBezTo>
                    <a:cubicBezTo>
                      <a:pt x="57" y="7"/>
                      <a:pt x="57" y="7"/>
                      <a:pt x="57" y="7"/>
                    </a:cubicBezTo>
                    <a:cubicBezTo>
                      <a:pt x="34" y="7"/>
                      <a:pt x="13" y="22"/>
                      <a:pt x="8" y="46"/>
                    </a:cubicBezTo>
                    <a:close/>
                    <a:moveTo>
                      <a:pt x="68" y="6"/>
                    </a:moveTo>
                    <a:cubicBezTo>
                      <a:pt x="68" y="5"/>
                      <a:pt x="68" y="5"/>
                      <a:pt x="68" y="5"/>
                    </a:cubicBezTo>
                    <a:cubicBezTo>
                      <a:pt x="68" y="5"/>
                      <a:pt x="68" y="5"/>
                      <a:pt x="68" y="5"/>
                    </a:cubicBezTo>
                    <a:cubicBezTo>
                      <a:pt x="68" y="5"/>
                      <a:pt x="68" y="5"/>
                      <a:pt x="68" y="5"/>
                    </a:cubicBezTo>
                    <a:cubicBezTo>
                      <a:pt x="68" y="6"/>
                      <a:pt x="68" y="6"/>
                      <a:pt x="6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2" name="Freeform 1330"/>
              <p:cNvSpPr/>
              <p:nvPr/>
            </p:nvSpPr>
            <p:spPr bwMode="auto">
              <a:xfrm>
                <a:off x="7461251" y="7540626"/>
                <a:ext cx="158750" cy="90488"/>
              </a:xfrm>
              <a:custGeom>
                <a:avLst/>
                <a:gdLst>
                  <a:gd name="T0" fmla="*/ 1 w 91"/>
                  <a:gd name="T1" fmla="*/ 52 h 52"/>
                  <a:gd name="T2" fmla="*/ 14 w 91"/>
                  <a:gd name="T3" fmla="*/ 34 h 52"/>
                  <a:gd name="T4" fmla="*/ 19 w 91"/>
                  <a:gd name="T5" fmla="*/ 15 h 52"/>
                  <a:gd name="T6" fmla="*/ 56 w 91"/>
                  <a:gd name="T7" fmla="*/ 23 h 52"/>
                  <a:gd name="T8" fmla="*/ 91 w 91"/>
                  <a:gd name="T9" fmla="*/ 19 h 52"/>
                  <a:gd name="T10" fmla="*/ 54 w 91"/>
                  <a:gd name="T11" fmla="*/ 2 h 52"/>
                  <a:gd name="T12" fmla="*/ 21 w 91"/>
                  <a:gd name="T13" fmla="*/ 13 h 52"/>
                  <a:gd name="T14" fmla="*/ 2 w 91"/>
                  <a:gd name="T15" fmla="*/ 39 h 52"/>
                  <a:gd name="T16" fmla="*/ 1 w 91"/>
                  <a:gd name="T17"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52">
                    <a:moveTo>
                      <a:pt x="1" y="52"/>
                    </a:moveTo>
                    <a:cubicBezTo>
                      <a:pt x="1" y="52"/>
                      <a:pt x="10" y="44"/>
                      <a:pt x="14" y="34"/>
                    </a:cubicBezTo>
                    <a:cubicBezTo>
                      <a:pt x="18" y="24"/>
                      <a:pt x="19" y="15"/>
                      <a:pt x="19" y="15"/>
                    </a:cubicBezTo>
                    <a:cubicBezTo>
                      <a:pt x="19" y="15"/>
                      <a:pt x="46" y="21"/>
                      <a:pt x="56" y="23"/>
                    </a:cubicBezTo>
                    <a:cubicBezTo>
                      <a:pt x="65" y="25"/>
                      <a:pt x="91" y="19"/>
                      <a:pt x="91" y="19"/>
                    </a:cubicBezTo>
                    <a:cubicBezTo>
                      <a:pt x="91" y="19"/>
                      <a:pt x="69" y="0"/>
                      <a:pt x="54" y="2"/>
                    </a:cubicBezTo>
                    <a:cubicBezTo>
                      <a:pt x="38" y="4"/>
                      <a:pt x="21" y="13"/>
                      <a:pt x="21" y="13"/>
                    </a:cubicBezTo>
                    <a:cubicBezTo>
                      <a:pt x="21" y="13"/>
                      <a:pt x="4" y="30"/>
                      <a:pt x="2" y="39"/>
                    </a:cubicBezTo>
                    <a:cubicBezTo>
                      <a:pt x="0" y="49"/>
                      <a:pt x="1" y="52"/>
                      <a:pt x="1" y="52"/>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3" name="Freeform 1331"/>
              <p:cNvSpPr>
                <a:spLocks noEditPoints="1"/>
              </p:cNvSpPr>
              <p:nvPr/>
            </p:nvSpPr>
            <p:spPr bwMode="auto">
              <a:xfrm>
                <a:off x="7459664" y="7540626"/>
                <a:ext cx="168275" cy="92075"/>
              </a:xfrm>
              <a:custGeom>
                <a:avLst/>
                <a:gdLst>
                  <a:gd name="T0" fmla="*/ 2 w 97"/>
                  <a:gd name="T1" fmla="*/ 52 h 53"/>
                  <a:gd name="T2" fmla="*/ 1 w 97"/>
                  <a:gd name="T3" fmla="*/ 53 h 53"/>
                  <a:gd name="T4" fmla="*/ 0 w 97"/>
                  <a:gd name="T5" fmla="*/ 48 h 53"/>
                  <a:gd name="T6" fmla="*/ 0 w 97"/>
                  <a:gd name="T7" fmla="*/ 48 h 53"/>
                  <a:gd name="T8" fmla="*/ 1 w 97"/>
                  <a:gd name="T9" fmla="*/ 39 h 53"/>
                  <a:gd name="T10" fmla="*/ 1 w 97"/>
                  <a:gd name="T11" fmla="*/ 39 h 53"/>
                  <a:gd name="T12" fmla="*/ 18 w 97"/>
                  <a:gd name="T13" fmla="*/ 14 h 53"/>
                  <a:gd name="T14" fmla="*/ 18 w 97"/>
                  <a:gd name="T15" fmla="*/ 14 h 53"/>
                  <a:gd name="T16" fmla="*/ 18 w 97"/>
                  <a:gd name="T17" fmla="*/ 12 h 53"/>
                  <a:gd name="T18" fmla="*/ 19 w 97"/>
                  <a:gd name="T19" fmla="*/ 13 h 53"/>
                  <a:gd name="T20" fmla="*/ 20 w 97"/>
                  <a:gd name="T21" fmla="*/ 12 h 53"/>
                  <a:gd name="T22" fmla="*/ 20 w 97"/>
                  <a:gd name="T23" fmla="*/ 12 h 53"/>
                  <a:gd name="T24" fmla="*/ 21 w 97"/>
                  <a:gd name="T25" fmla="*/ 11 h 53"/>
                  <a:gd name="T26" fmla="*/ 21 w 97"/>
                  <a:gd name="T27" fmla="*/ 11 h 53"/>
                  <a:gd name="T28" fmla="*/ 54 w 97"/>
                  <a:gd name="T29" fmla="*/ 0 h 53"/>
                  <a:gd name="T30" fmla="*/ 54 w 97"/>
                  <a:gd name="T31" fmla="*/ 0 h 53"/>
                  <a:gd name="T32" fmla="*/ 57 w 97"/>
                  <a:gd name="T33" fmla="*/ 0 h 53"/>
                  <a:gd name="T34" fmla="*/ 57 w 97"/>
                  <a:gd name="T35" fmla="*/ 0 h 53"/>
                  <a:gd name="T36" fmla="*/ 94 w 97"/>
                  <a:gd name="T37" fmla="*/ 17 h 53"/>
                  <a:gd name="T38" fmla="*/ 94 w 97"/>
                  <a:gd name="T39" fmla="*/ 17 h 53"/>
                  <a:gd name="T40" fmla="*/ 97 w 97"/>
                  <a:gd name="T41" fmla="*/ 20 h 53"/>
                  <a:gd name="T42" fmla="*/ 93 w 97"/>
                  <a:gd name="T43" fmla="*/ 21 h 53"/>
                  <a:gd name="T44" fmla="*/ 62 w 97"/>
                  <a:gd name="T45" fmla="*/ 25 h 53"/>
                  <a:gd name="T46" fmla="*/ 62 w 97"/>
                  <a:gd name="T47" fmla="*/ 25 h 53"/>
                  <a:gd name="T48" fmla="*/ 56 w 97"/>
                  <a:gd name="T49" fmla="*/ 25 h 53"/>
                  <a:gd name="T50" fmla="*/ 56 w 97"/>
                  <a:gd name="T51" fmla="*/ 25 h 53"/>
                  <a:gd name="T52" fmla="*/ 21 w 97"/>
                  <a:gd name="T53" fmla="*/ 17 h 53"/>
                  <a:gd name="T54" fmla="*/ 21 w 97"/>
                  <a:gd name="T55" fmla="*/ 17 h 53"/>
                  <a:gd name="T56" fmla="*/ 17 w 97"/>
                  <a:gd name="T57" fmla="*/ 35 h 53"/>
                  <a:gd name="T58" fmla="*/ 17 w 97"/>
                  <a:gd name="T59" fmla="*/ 35 h 53"/>
                  <a:gd name="T60" fmla="*/ 4 w 97"/>
                  <a:gd name="T61" fmla="*/ 53 h 53"/>
                  <a:gd name="T62" fmla="*/ 4 w 97"/>
                  <a:gd name="T63" fmla="*/ 53 h 53"/>
                  <a:gd name="T64" fmla="*/ 4 w 97"/>
                  <a:gd name="T65" fmla="*/ 53 h 53"/>
                  <a:gd name="T66" fmla="*/ 2 w 97"/>
                  <a:gd name="T67" fmla="*/ 52 h 53"/>
                  <a:gd name="T68" fmla="*/ 15 w 97"/>
                  <a:gd name="T69" fmla="*/ 24 h 53"/>
                  <a:gd name="T70" fmla="*/ 5 w 97"/>
                  <a:gd name="T71" fmla="*/ 40 h 53"/>
                  <a:gd name="T72" fmla="*/ 5 w 97"/>
                  <a:gd name="T73" fmla="*/ 40 h 53"/>
                  <a:gd name="T74" fmla="*/ 4 w 97"/>
                  <a:gd name="T75" fmla="*/ 47 h 53"/>
                  <a:gd name="T76" fmla="*/ 4 w 97"/>
                  <a:gd name="T77" fmla="*/ 47 h 53"/>
                  <a:gd name="T78" fmla="*/ 6 w 97"/>
                  <a:gd name="T79" fmla="*/ 45 h 53"/>
                  <a:gd name="T80" fmla="*/ 6 w 97"/>
                  <a:gd name="T81" fmla="*/ 45 h 53"/>
                  <a:gd name="T82" fmla="*/ 13 w 97"/>
                  <a:gd name="T83" fmla="*/ 33 h 53"/>
                  <a:gd name="T84" fmla="*/ 13 w 97"/>
                  <a:gd name="T85" fmla="*/ 33 h 53"/>
                  <a:gd name="T86" fmla="*/ 17 w 97"/>
                  <a:gd name="T87" fmla="*/ 21 h 53"/>
                  <a:gd name="T88" fmla="*/ 17 w 97"/>
                  <a:gd name="T89" fmla="*/ 21 h 53"/>
                  <a:gd name="T90" fmla="*/ 15 w 97"/>
                  <a:gd name="T91" fmla="*/ 24 h 53"/>
                  <a:gd name="T92" fmla="*/ 57 w 97"/>
                  <a:gd name="T93" fmla="*/ 21 h 53"/>
                  <a:gd name="T94" fmla="*/ 62 w 97"/>
                  <a:gd name="T95" fmla="*/ 21 h 53"/>
                  <a:gd name="T96" fmla="*/ 62 w 97"/>
                  <a:gd name="T97" fmla="*/ 21 h 53"/>
                  <a:gd name="T98" fmla="*/ 88 w 97"/>
                  <a:gd name="T99" fmla="*/ 18 h 53"/>
                  <a:gd name="T100" fmla="*/ 88 w 97"/>
                  <a:gd name="T101" fmla="*/ 18 h 53"/>
                  <a:gd name="T102" fmla="*/ 79 w 97"/>
                  <a:gd name="T103" fmla="*/ 12 h 53"/>
                  <a:gd name="T104" fmla="*/ 79 w 97"/>
                  <a:gd name="T105" fmla="*/ 12 h 53"/>
                  <a:gd name="T106" fmla="*/ 57 w 97"/>
                  <a:gd name="T107" fmla="*/ 4 h 53"/>
                  <a:gd name="T108" fmla="*/ 57 w 97"/>
                  <a:gd name="T109" fmla="*/ 4 h 53"/>
                  <a:gd name="T110" fmla="*/ 55 w 97"/>
                  <a:gd name="T111" fmla="*/ 4 h 53"/>
                  <a:gd name="T112" fmla="*/ 55 w 97"/>
                  <a:gd name="T113" fmla="*/ 4 h 53"/>
                  <a:gd name="T114" fmla="*/ 25 w 97"/>
                  <a:gd name="T115" fmla="*/ 14 h 53"/>
                  <a:gd name="T116" fmla="*/ 25 w 97"/>
                  <a:gd name="T117" fmla="*/ 14 h 53"/>
                  <a:gd name="T118" fmla="*/ 57 w 97"/>
                  <a:gd name="T119" fmla="*/ 2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7" h="53">
                    <a:moveTo>
                      <a:pt x="2" y="52"/>
                    </a:moveTo>
                    <a:cubicBezTo>
                      <a:pt x="1" y="53"/>
                      <a:pt x="1" y="53"/>
                      <a:pt x="1" y="53"/>
                    </a:cubicBezTo>
                    <a:cubicBezTo>
                      <a:pt x="0" y="52"/>
                      <a:pt x="0" y="51"/>
                      <a:pt x="0" y="48"/>
                    </a:cubicBezTo>
                    <a:cubicBezTo>
                      <a:pt x="0" y="48"/>
                      <a:pt x="0" y="48"/>
                      <a:pt x="0" y="48"/>
                    </a:cubicBezTo>
                    <a:cubicBezTo>
                      <a:pt x="0" y="46"/>
                      <a:pt x="0" y="43"/>
                      <a:pt x="1" y="39"/>
                    </a:cubicBezTo>
                    <a:cubicBezTo>
                      <a:pt x="1" y="39"/>
                      <a:pt x="1" y="39"/>
                      <a:pt x="1" y="39"/>
                    </a:cubicBezTo>
                    <a:cubicBezTo>
                      <a:pt x="3" y="31"/>
                      <a:pt x="13" y="20"/>
                      <a:pt x="18" y="14"/>
                    </a:cubicBezTo>
                    <a:cubicBezTo>
                      <a:pt x="18" y="14"/>
                      <a:pt x="18" y="14"/>
                      <a:pt x="18" y="14"/>
                    </a:cubicBezTo>
                    <a:cubicBezTo>
                      <a:pt x="18" y="12"/>
                      <a:pt x="18" y="12"/>
                      <a:pt x="18" y="12"/>
                    </a:cubicBezTo>
                    <a:cubicBezTo>
                      <a:pt x="19" y="13"/>
                      <a:pt x="19" y="13"/>
                      <a:pt x="19" y="13"/>
                    </a:cubicBezTo>
                    <a:cubicBezTo>
                      <a:pt x="20" y="12"/>
                      <a:pt x="20" y="12"/>
                      <a:pt x="20" y="12"/>
                    </a:cubicBezTo>
                    <a:cubicBezTo>
                      <a:pt x="20" y="12"/>
                      <a:pt x="20" y="12"/>
                      <a:pt x="20" y="12"/>
                    </a:cubicBezTo>
                    <a:cubicBezTo>
                      <a:pt x="21" y="11"/>
                      <a:pt x="21" y="11"/>
                      <a:pt x="21" y="11"/>
                    </a:cubicBezTo>
                    <a:cubicBezTo>
                      <a:pt x="21" y="11"/>
                      <a:pt x="21" y="11"/>
                      <a:pt x="21" y="11"/>
                    </a:cubicBezTo>
                    <a:cubicBezTo>
                      <a:pt x="21" y="11"/>
                      <a:pt x="38" y="2"/>
                      <a:pt x="54" y="0"/>
                    </a:cubicBezTo>
                    <a:cubicBezTo>
                      <a:pt x="54" y="0"/>
                      <a:pt x="54" y="0"/>
                      <a:pt x="54" y="0"/>
                    </a:cubicBezTo>
                    <a:cubicBezTo>
                      <a:pt x="55" y="0"/>
                      <a:pt x="56" y="0"/>
                      <a:pt x="57" y="0"/>
                    </a:cubicBezTo>
                    <a:cubicBezTo>
                      <a:pt x="57" y="0"/>
                      <a:pt x="57" y="0"/>
                      <a:pt x="57" y="0"/>
                    </a:cubicBezTo>
                    <a:cubicBezTo>
                      <a:pt x="74" y="0"/>
                      <a:pt x="93" y="17"/>
                      <a:pt x="94" y="17"/>
                    </a:cubicBezTo>
                    <a:cubicBezTo>
                      <a:pt x="94" y="17"/>
                      <a:pt x="94" y="17"/>
                      <a:pt x="94" y="17"/>
                    </a:cubicBezTo>
                    <a:cubicBezTo>
                      <a:pt x="97" y="20"/>
                      <a:pt x="97" y="20"/>
                      <a:pt x="97" y="20"/>
                    </a:cubicBezTo>
                    <a:cubicBezTo>
                      <a:pt x="93" y="21"/>
                      <a:pt x="93" y="21"/>
                      <a:pt x="93" y="21"/>
                    </a:cubicBezTo>
                    <a:cubicBezTo>
                      <a:pt x="93" y="21"/>
                      <a:pt x="74" y="25"/>
                      <a:pt x="62" y="25"/>
                    </a:cubicBezTo>
                    <a:cubicBezTo>
                      <a:pt x="62" y="25"/>
                      <a:pt x="62" y="25"/>
                      <a:pt x="62" y="25"/>
                    </a:cubicBezTo>
                    <a:cubicBezTo>
                      <a:pt x="60" y="25"/>
                      <a:pt x="58" y="25"/>
                      <a:pt x="56" y="25"/>
                    </a:cubicBezTo>
                    <a:cubicBezTo>
                      <a:pt x="56" y="25"/>
                      <a:pt x="56" y="25"/>
                      <a:pt x="56" y="25"/>
                    </a:cubicBezTo>
                    <a:cubicBezTo>
                      <a:pt x="49" y="23"/>
                      <a:pt x="28" y="18"/>
                      <a:pt x="21" y="17"/>
                    </a:cubicBezTo>
                    <a:cubicBezTo>
                      <a:pt x="21" y="17"/>
                      <a:pt x="21" y="17"/>
                      <a:pt x="21" y="17"/>
                    </a:cubicBezTo>
                    <a:cubicBezTo>
                      <a:pt x="21" y="21"/>
                      <a:pt x="20" y="28"/>
                      <a:pt x="17" y="35"/>
                    </a:cubicBezTo>
                    <a:cubicBezTo>
                      <a:pt x="17" y="35"/>
                      <a:pt x="17" y="35"/>
                      <a:pt x="17" y="35"/>
                    </a:cubicBezTo>
                    <a:cubicBezTo>
                      <a:pt x="13" y="45"/>
                      <a:pt x="4" y="53"/>
                      <a:pt x="4" y="53"/>
                    </a:cubicBezTo>
                    <a:cubicBezTo>
                      <a:pt x="4" y="53"/>
                      <a:pt x="4" y="53"/>
                      <a:pt x="4" y="53"/>
                    </a:cubicBezTo>
                    <a:cubicBezTo>
                      <a:pt x="4" y="53"/>
                      <a:pt x="4" y="53"/>
                      <a:pt x="4" y="53"/>
                    </a:cubicBezTo>
                    <a:cubicBezTo>
                      <a:pt x="2" y="52"/>
                      <a:pt x="2" y="52"/>
                      <a:pt x="2" y="52"/>
                    </a:cubicBezTo>
                    <a:close/>
                    <a:moveTo>
                      <a:pt x="15" y="24"/>
                    </a:moveTo>
                    <a:cubicBezTo>
                      <a:pt x="10" y="29"/>
                      <a:pt x="6" y="36"/>
                      <a:pt x="5" y="40"/>
                    </a:cubicBezTo>
                    <a:cubicBezTo>
                      <a:pt x="5" y="40"/>
                      <a:pt x="5" y="40"/>
                      <a:pt x="5" y="40"/>
                    </a:cubicBezTo>
                    <a:cubicBezTo>
                      <a:pt x="4" y="43"/>
                      <a:pt x="4" y="46"/>
                      <a:pt x="4" y="47"/>
                    </a:cubicBezTo>
                    <a:cubicBezTo>
                      <a:pt x="4" y="47"/>
                      <a:pt x="4" y="47"/>
                      <a:pt x="4" y="47"/>
                    </a:cubicBezTo>
                    <a:cubicBezTo>
                      <a:pt x="4" y="47"/>
                      <a:pt x="5" y="46"/>
                      <a:pt x="6" y="45"/>
                    </a:cubicBezTo>
                    <a:cubicBezTo>
                      <a:pt x="6" y="45"/>
                      <a:pt x="6" y="45"/>
                      <a:pt x="6" y="45"/>
                    </a:cubicBezTo>
                    <a:cubicBezTo>
                      <a:pt x="8" y="42"/>
                      <a:pt x="12" y="38"/>
                      <a:pt x="13" y="33"/>
                    </a:cubicBezTo>
                    <a:cubicBezTo>
                      <a:pt x="13" y="33"/>
                      <a:pt x="13" y="33"/>
                      <a:pt x="13" y="33"/>
                    </a:cubicBezTo>
                    <a:cubicBezTo>
                      <a:pt x="15" y="29"/>
                      <a:pt x="16" y="25"/>
                      <a:pt x="17" y="21"/>
                    </a:cubicBezTo>
                    <a:cubicBezTo>
                      <a:pt x="17" y="21"/>
                      <a:pt x="17" y="21"/>
                      <a:pt x="17" y="21"/>
                    </a:cubicBezTo>
                    <a:cubicBezTo>
                      <a:pt x="16" y="22"/>
                      <a:pt x="15" y="23"/>
                      <a:pt x="15" y="24"/>
                    </a:cubicBezTo>
                    <a:close/>
                    <a:moveTo>
                      <a:pt x="57" y="21"/>
                    </a:moveTo>
                    <a:cubicBezTo>
                      <a:pt x="58" y="21"/>
                      <a:pt x="60" y="21"/>
                      <a:pt x="62" y="21"/>
                    </a:cubicBezTo>
                    <a:cubicBezTo>
                      <a:pt x="62" y="21"/>
                      <a:pt x="62" y="21"/>
                      <a:pt x="62" y="21"/>
                    </a:cubicBezTo>
                    <a:cubicBezTo>
                      <a:pt x="70" y="21"/>
                      <a:pt x="81" y="19"/>
                      <a:pt x="88" y="18"/>
                    </a:cubicBezTo>
                    <a:cubicBezTo>
                      <a:pt x="88" y="18"/>
                      <a:pt x="88" y="18"/>
                      <a:pt x="88" y="18"/>
                    </a:cubicBezTo>
                    <a:cubicBezTo>
                      <a:pt x="86" y="16"/>
                      <a:pt x="83" y="14"/>
                      <a:pt x="79" y="12"/>
                    </a:cubicBezTo>
                    <a:cubicBezTo>
                      <a:pt x="79" y="12"/>
                      <a:pt x="79" y="12"/>
                      <a:pt x="79" y="12"/>
                    </a:cubicBezTo>
                    <a:cubicBezTo>
                      <a:pt x="73" y="8"/>
                      <a:pt x="64" y="4"/>
                      <a:pt x="57" y="4"/>
                    </a:cubicBezTo>
                    <a:cubicBezTo>
                      <a:pt x="57" y="4"/>
                      <a:pt x="57" y="4"/>
                      <a:pt x="57" y="4"/>
                    </a:cubicBezTo>
                    <a:cubicBezTo>
                      <a:pt x="56" y="4"/>
                      <a:pt x="56" y="4"/>
                      <a:pt x="55" y="4"/>
                    </a:cubicBezTo>
                    <a:cubicBezTo>
                      <a:pt x="55" y="4"/>
                      <a:pt x="55" y="4"/>
                      <a:pt x="55" y="4"/>
                    </a:cubicBezTo>
                    <a:cubicBezTo>
                      <a:pt x="43" y="6"/>
                      <a:pt x="30" y="11"/>
                      <a:pt x="25" y="14"/>
                    </a:cubicBezTo>
                    <a:cubicBezTo>
                      <a:pt x="25" y="14"/>
                      <a:pt x="25" y="14"/>
                      <a:pt x="25" y="14"/>
                    </a:cubicBezTo>
                    <a:cubicBezTo>
                      <a:pt x="33" y="15"/>
                      <a:pt x="50" y="19"/>
                      <a:pt x="57"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4" name="Freeform 1332"/>
              <p:cNvSpPr>
                <a:spLocks noEditPoints="1"/>
              </p:cNvSpPr>
              <p:nvPr/>
            </p:nvSpPr>
            <p:spPr bwMode="auto">
              <a:xfrm>
                <a:off x="7458076" y="7542213"/>
                <a:ext cx="166688" cy="92075"/>
              </a:xfrm>
              <a:custGeom>
                <a:avLst/>
                <a:gdLst>
                  <a:gd name="T0" fmla="*/ 19 w 96"/>
                  <a:gd name="T1" fmla="*/ 14 h 53"/>
                  <a:gd name="T2" fmla="*/ 19 w 96"/>
                  <a:gd name="T3" fmla="*/ 14 h 53"/>
                  <a:gd name="T4" fmla="*/ 19 w 96"/>
                  <a:gd name="T5" fmla="*/ 14 h 53"/>
                  <a:gd name="T6" fmla="*/ 19 w 96"/>
                  <a:gd name="T7" fmla="*/ 12 h 53"/>
                  <a:gd name="T8" fmla="*/ 21 w 96"/>
                  <a:gd name="T9" fmla="*/ 12 h 53"/>
                  <a:gd name="T10" fmla="*/ 22 w 96"/>
                  <a:gd name="T11" fmla="*/ 11 h 53"/>
                  <a:gd name="T12" fmla="*/ 22 w 96"/>
                  <a:gd name="T13" fmla="*/ 11 h 53"/>
                  <a:gd name="T14" fmla="*/ 22 w 96"/>
                  <a:gd name="T15" fmla="*/ 11 h 53"/>
                  <a:gd name="T16" fmla="*/ 22 w 96"/>
                  <a:gd name="T17" fmla="*/ 11 h 53"/>
                  <a:gd name="T18" fmla="*/ 55 w 96"/>
                  <a:gd name="T19" fmla="*/ 0 h 53"/>
                  <a:gd name="T20" fmla="*/ 55 w 96"/>
                  <a:gd name="T21" fmla="*/ 0 h 53"/>
                  <a:gd name="T22" fmla="*/ 64 w 96"/>
                  <a:gd name="T23" fmla="*/ 0 h 53"/>
                  <a:gd name="T24" fmla="*/ 64 w 96"/>
                  <a:gd name="T25" fmla="*/ 0 h 53"/>
                  <a:gd name="T26" fmla="*/ 94 w 96"/>
                  <a:gd name="T27" fmla="*/ 17 h 53"/>
                  <a:gd name="T28" fmla="*/ 94 w 96"/>
                  <a:gd name="T29" fmla="*/ 17 h 53"/>
                  <a:gd name="T30" fmla="*/ 96 w 96"/>
                  <a:gd name="T31" fmla="*/ 18 h 53"/>
                  <a:gd name="T32" fmla="*/ 94 w 96"/>
                  <a:gd name="T33" fmla="*/ 19 h 53"/>
                  <a:gd name="T34" fmla="*/ 58 w 96"/>
                  <a:gd name="T35" fmla="*/ 23 h 53"/>
                  <a:gd name="T36" fmla="*/ 58 w 96"/>
                  <a:gd name="T37" fmla="*/ 23 h 53"/>
                  <a:gd name="T38" fmla="*/ 22 w 96"/>
                  <a:gd name="T39" fmla="*/ 15 h 53"/>
                  <a:gd name="T40" fmla="*/ 22 w 96"/>
                  <a:gd name="T41" fmla="*/ 15 h 53"/>
                  <a:gd name="T42" fmla="*/ 21 w 96"/>
                  <a:gd name="T43" fmla="*/ 24 h 53"/>
                  <a:gd name="T44" fmla="*/ 21 w 96"/>
                  <a:gd name="T45" fmla="*/ 24 h 53"/>
                  <a:gd name="T46" fmla="*/ 18 w 96"/>
                  <a:gd name="T47" fmla="*/ 33 h 53"/>
                  <a:gd name="T48" fmla="*/ 18 w 96"/>
                  <a:gd name="T49" fmla="*/ 33 h 53"/>
                  <a:gd name="T50" fmla="*/ 4 w 96"/>
                  <a:gd name="T51" fmla="*/ 52 h 53"/>
                  <a:gd name="T52" fmla="*/ 4 w 96"/>
                  <a:gd name="T53" fmla="*/ 52 h 53"/>
                  <a:gd name="T54" fmla="*/ 3 w 96"/>
                  <a:gd name="T55" fmla="*/ 51 h 53"/>
                  <a:gd name="T56" fmla="*/ 4 w 96"/>
                  <a:gd name="T57" fmla="*/ 52 h 53"/>
                  <a:gd name="T58" fmla="*/ 3 w 96"/>
                  <a:gd name="T59" fmla="*/ 53 h 53"/>
                  <a:gd name="T60" fmla="*/ 2 w 96"/>
                  <a:gd name="T61" fmla="*/ 51 h 53"/>
                  <a:gd name="T62" fmla="*/ 3 w 96"/>
                  <a:gd name="T63" fmla="*/ 38 h 53"/>
                  <a:gd name="T64" fmla="*/ 3 w 96"/>
                  <a:gd name="T65" fmla="*/ 38 h 53"/>
                  <a:gd name="T66" fmla="*/ 3 w 96"/>
                  <a:gd name="T67" fmla="*/ 38 h 53"/>
                  <a:gd name="T68" fmla="*/ 3 w 96"/>
                  <a:gd name="T69" fmla="*/ 38 h 53"/>
                  <a:gd name="T70" fmla="*/ 19 w 96"/>
                  <a:gd name="T71" fmla="*/ 14 h 53"/>
                  <a:gd name="T72" fmla="*/ 15 w 96"/>
                  <a:gd name="T73" fmla="*/ 22 h 53"/>
                  <a:gd name="T74" fmla="*/ 5 w 96"/>
                  <a:gd name="T75" fmla="*/ 38 h 53"/>
                  <a:gd name="T76" fmla="*/ 5 w 96"/>
                  <a:gd name="T77" fmla="*/ 38 h 53"/>
                  <a:gd name="T78" fmla="*/ 5 w 96"/>
                  <a:gd name="T79" fmla="*/ 39 h 53"/>
                  <a:gd name="T80" fmla="*/ 5 w 96"/>
                  <a:gd name="T81" fmla="*/ 39 h 53"/>
                  <a:gd name="T82" fmla="*/ 4 w 96"/>
                  <a:gd name="T83" fmla="*/ 48 h 53"/>
                  <a:gd name="T84" fmla="*/ 4 w 96"/>
                  <a:gd name="T85" fmla="*/ 48 h 53"/>
                  <a:gd name="T86" fmla="*/ 15 w 96"/>
                  <a:gd name="T87" fmla="*/ 32 h 53"/>
                  <a:gd name="T88" fmla="*/ 15 w 96"/>
                  <a:gd name="T89" fmla="*/ 32 h 53"/>
                  <a:gd name="T90" fmla="*/ 18 w 96"/>
                  <a:gd name="T91" fmla="*/ 23 h 53"/>
                  <a:gd name="T92" fmla="*/ 18 w 96"/>
                  <a:gd name="T93" fmla="*/ 23 h 53"/>
                  <a:gd name="T94" fmla="*/ 19 w 96"/>
                  <a:gd name="T95" fmla="*/ 18 h 53"/>
                  <a:gd name="T96" fmla="*/ 19 w 96"/>
                  <a:gd name="T97" fmla="*/ 18 h 53"/>
                  <a:gd name="T98" fmla="*/ 15 w 96"/>
                  <a:gd name="T99" fmla="*/ 22 h 53"/>
                  <a:gd name="T100" fmla="*/ 64 w 96"/>
                  <a:gd name="T101" fmla="*/ 3 h 53"/>
                  <a:gd name="T102" fmla="*/ 56 w 96"/>
                  <a:gd name="T103" fmla="*/ 3 h 53"/>
                  <a:gd name="T104" fmla="*/ 56 w 96"/>
                  <a:gd name="T105" fmla="*/ 3 h 53"/>
                  <a:gd name="T106" fmla="*/ 24 w 96"/>
                  <a:gd name="T107" fmla="*/ 13 h 53"/>
                  <a:gd name="T108" fmla="*/ 24 w 96"/>
                  <a:gd name="T109" fmla="*/ 13 h 53"/>
                  <a:gd name="T110" fmla="*/ 58 w 96"/>
                  <a:gd name="T111" fmla="*/ 20 h 53"/>
                  <a:gd name="T112" fmla="*/ 58 w 96"/>
                  <a:gd name="T113" fmla="*/ 20 h 53"/>
                  <a:gd name="T114" fmla="*/ 79 w 96"/>
                  <a:gd name="T115" fmla="*/ 19 h 53"/>
                  <a:gd name="T116" fmla="*/ 79 w 96"/>
                  <a:gd name="T117" fmla="*/ 19 h 53"/>
                  <a:gd name="T118" fmla="*/ 90 w 96"/>
                  <a:gd name="T119" fmla="*/ 17 h 53"/>
                  <a:gd name="T120" fmla="*/ 90 w 96"/>
                  <a:gd name="T121" fmla="*/ 17 h 53"/>
                  <a:gd name="T122" fmla="*/ 64 w 96"/>
                  <a:gd name="T123" fmla="*/ 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 h="53">
                    <a:moveTo>
                      <a:pt x="19" y="14"/>
                    </a:moveTo>
                    <a:cubicBezTo>
                      <a:pt x="19" y="14"/>
                      <a:pt x="19" y="14"/>
                      <a:pt x="19" y="14"/>
                    </a:cubicBezTo>
                    <a:cubicBezTo>
                      <a:pt x="19" y="14"/>
                      <a:pt x="19" y="14"/>
                      <a:pt x="19" y="14"/>
                    </a:cubicBezTo>
                    <a:cubicBezTo>
                      <a:pt x="19" y="12"/>
                      <a:pt x="19" y="12"/>
                      <a:pt x="19" y="12"/>
                    </a:cubicBezTo>
                    <a:cubicBezTo>
                      <a:pt x="21" y="12"/>
                      <a:pt x="21" y="12"/>
                      <a:pt x="21" y="12"/>
                    </a:cubicBezTo>
                    <a:cubicBezTo>
                      <a:pt x="21" y="11"/>
                      <a:pt x="22" y="11"/>
                      <a:pt x="22" y="11"/>
                    </a:cubicBezTo>
                    <a:cubicBezTo>
                      <a:pt x="22" y="11"/>
                      <a:pt x="22" y="11"/>
                      <a:pt x="22" y="11"/>
                    </a:cubicBezTo>
                    <a:cubicBezTo>
                      <a:pt x="22" y="11"/>
                      <a:pt x="22" y="11"/>
                      <a:pt x="22" y="11"/>
                    </a:cubicBezTo>
                    <a:cubicBezTo>
                      <a:pt x="22" y="11"/>
                      <a:pt x="22" y="11"/>
                      <a:pt x="22" y="11"/>
                    </a:cubicBezTo>
                    <a:cubicBezTo>
                      <a:pt x="22" y="11"/>
                      <a:pt x="40" y="2"/>
                      <a:pt x="55" y="0"/>
                    </a:cubicBezTo>
                    <a:cubicBezTo>
                      <a:pt x="55" y="0"/>
                      <a:pt x="55" y="0"/>
                      <a:pt x="55" y="0"/>
                    </a:cubicBezTo>
                    <a:cubicBezTo>
                      <a:pt x="58" y="0"/>
                      <a:pt x="61" y="0"/>
                      <a:pt x="64" y="0"/>
                    </a:cubicBezTo>
                    <a:cubicBezTo>
                      <a:pt x="64" y="0"/>
                      <a:pt x="64" y="0"/>
                      <a:pt x="64" y="0"/>
                    </a:cubicBezTo>
                    <a:cubicBezTo>
                      <a:pt x="79" y="4"/>
                      <a:pt x="94" y="16"/>
                      <a:pt x="94" y="17"/>
                    </a:cubicBezTo>
                    <a:cubicBezTo>
                      <a:pt x="94" y="17"/>
                      <a:pt x="94" y="17"/>
                      <a:pt x="94" y="17"/>
                    </a:cubicBezTo>
                    <a:cubicBezTo>
                      <a:pt x="96" y="18"/>
                      <a:pt x="96" y="18"/>
                      <a:pt x="96" y="18"/>
                    </a:cubicBezTo>
                    <a:cubicBezTo>
                      <a:pt x="94" y="19"/>
                      <a:pt x="94" y="19"/>
                      <a:pt x="94" y="19"/>
                    </a:cubicBezTo>
                    <a:cubicBezTo>
                      <a:pt x="93" y="19"/>
                      <a:pt x="68" y="25"/>
                      <a:pt x="58" y="23"/>
                    </a:cubicBezTo>
                    <a:cubicBezTo>
                      <a:pt x="58" y="23"/>
                      <a:pt x="58" y="23"/>
                      <a:pt x="58" y="23"/>
                    </a:cubicBezTo>
                    <a:cubicBezTo>
                      <a:pt x="49" y="21"/>
                      <a:pt x="28" y="17"/>
                      <a:pt x="22" y="15"/>
                    </a:cubicBezTo>
                    <a:cubicBezTo>
                      <a:pt x="22" y="15"/>
                      <a:pt x="22" y="15"/>
                      <a:pt x="22" y="15"/>
                    </a:cubicBezTo>
                    <a:cubicBezTo>
                      <a:pt x="22" y="17"/>
                      <a:pt x="21" y="20"/>
                      <a:pt x="21" y="24"/>
                    </a:cubicBezTo>
                    <a:cubicBezTo>
                      <a:pt x="21" y="24"/>
                      <a:pt x="21" y="24"/>
                      <a:pt x="21" y="24"/>
                    </a:cubicBezTo>
                    <a:cubicBezTo>
                      <a:pt x="20" y="27"/>
                      <a:pt x="19" y="30"/>
                      <a:pt x="18" y="33"/>
                    </a:cubicBezTo>
                    <a:cubicBezTo>
                      <a:pt x="18" y="33"/>
                      <a:pt x="18" y="33"/>
                      <a:pt x="18" y="33"/>
                    </a:cubicBezTo>
                    <a:cubicBezTo>
                      <a:pt x="13" y="44"/>
                      <a:pt x="4" y="52"/>
                      <a:pt x="4" y="52"/>
                    </a:cubicBezTo>
                    <a:cubicBezTo>
                      <a:pt x="4" y="52"/>
                      <a:pt x="4" y="52"/>
                      <a:pt x="4" y="52"/>
                    </a:cubicBezTo>
                    <a:cubicBezTo>
                      <a:pt x="3" y="51"/>
                      <a:pt x="3" y="51"/>
                      <a:pt x="3" y="51"/>
                    </a:cubicBezTo>
                    <a:cubicBezTo>
                      <a:pt x="4" y="52"/>
                      <a:pt x="4" y="52"/>
                      <a:pt x="4" y="52"/>
                    </a:cubicBezTo>
                    <a:cubicBezTo>
                      <a:pt x="3" y="53"/>
                      <a:pt x="3" y="53"/>
                      <a:pt x="3" y="53"/>
                    </a:cubicBezTo>
                    <a:cubicBezTo>
                      <a:pt x="2" y="51"/>
                      <a:pt x="2" y="51"/>
                      <a:pt x="2" y="51"/>
                    </a:cubicBezTo>
                    <a:cubicBezTo>
                      <a:pt x="2" y="51"/>
                      <a:pt x="0" y="48"/>
                      <a:pt x="3" y="38"/>
                    </a:cubicBezTo>
                    <a:cubicBezTo>
                      <a:pt x="3" y="38"/>
                      <a:pt x="3" y="38"/>
                      <a:pt x="3" y="38"/>
                    </a:cubicBezTo>
                    <a:cubicBezTo>
                      <a:pt x="3" y="38"/>
                      <a:pt x="3" y="38"/>
                      <a:pt x="3" y="38"/>
                    </a:cubicBezTo>
                    <a:cubicBezTo>
                      <a:pt x="3" y="38"/>
                      <a:pt x="3" y="38"/>
                      <a:pt x="3" y="38"/>
                    </a:cubicBezTo>
                    <a:cubicBezTo>
                      <a:pt x="4" y="30"/>
                      <a:pt x="14" y="19"/>
                      <a:pt x="19" y="14"/>
                    </a:cubicBezTo>
                    <a:close/>
                    <a:moveTo>
                      <a:pt x="15" y="22"/>
                    </a:moveTo>
                    <a:cubicBezTo>
                      <a:pt x="11" y="28"/>
                      <a:pt x="6" y="34"/>
                      <a:pt x="5" y="38"/>
                    </a:cubicBezTo>
                    <a:cubicBezTo>
                      <a:pt x="5" y="38"/>
                      <a:pt x="5" y="38"/>
                      <a:pt x="5" y="38"/>
                    </a:cubicBezTo>
                    <a:cubicBezTo>
                      <a:pt x="5" y="39"/>
                      <a:pt x="5" y="39"/>
                      <a:pt x="5" y="39"/>
                    </a:cubicBezTo>
                    <a:cubicBezTo>
                      <a:pt x="5" y="39"/>
                      <a:pt x="5" y="39"/>
                      <a:pt x="5" y="39"/>
                    </a:cubicBezTo>
                    <a:cubicBezTo>
                      <a:pt x="4" y="43"/>
                      <a:pt x="4" y="46"/>
                      <a:pt x="4" y="48"/>
                    </a:cubicBezTo>
                    <a:cubicBezTo>
                      <a:pt x="4" y="48"/>
                      <a:pt x="4" y="48"/>
                      <a:pt x="4" y="48"/>
                    </a:cubicBezTo>
                    <a:cubicBezTo>
                      <a:pt x="7" y="45"/>
                      <a:pt x="12" y="39"/>
                      <a:pt x="15" y="32"/>
                    </a:cubicBezTo>
                    <a:cubicBezTo>
                      <a:pt x="15" y="32"/>
                      <a:pt x="15" y="32"/>
                      <a:pt x="15" y="32"/>
                    </a:cubicBezTo>
                    <a:cubicBezTo>
                      <a:pt x="16" y="29"/>
                      <a:pt x="17" y="26"/>
                      <a:pt x="18" y="23"/>
                    </a:cubicBezTo>
                    <a:cubicBezTo>
                      <a:pt x="18" y="23"/>
                      <a:pt x="18" y="23"/>
                      <a:pt x="18" y="23"/>
                    </a:cubicBezTo>
                    <a:cubicBezTo>
                      <a:pt x="18" y="21"/>
                      <a:pt x="19" y="20"/>
                      <a:pt x="19" y="18"/>
                    </a:cubicBezTo>
                    <a:cubicBezTo>
                      <a:pt x="19" y="18"/>
                      <a:pt x="19" y="18"/>
                      <a:pt x="19" y="18"/>
                    </a:cubicBezTo>
                    <a:cubicBezTo>
                      <a:pt x="18" y="19"/>
                      <a:pt x="16" y="21"/>
                      <a:pt x="15" y="22"/>
                    </a:cubicBezTo>
                    <a:close/>
                    <a:moveTo>
                      <a:pt x="64" y="3"/>
                    </a:moveTo>
                    <a:cubicBezTo>
                      <a:pt x="61" y="2"/>
                      <a:pt x="58" y="2"/>
                      <a:pt x="56" y="3"/>
                    </a:cubicBezTo>
                    <a:cubicBezTo>
                      <a:pt x="56" y="3"/>
                      <a:pt x="56" y="3"/>
                      <a:pt x="56" y="3"/>
                    </a:cubicBezTo>
                    <a:cubicBezTo>
                      <a:pt x="42" y="4"/>
                      <a:pt x="27" y="12"/>
                      <a:pt x="24" y="13"/>
                    </a:cubicBezTo>
                    <a:cubicBezTo>
                      <a:pt x="24" y="13"/>
                      <a:pt x="24" y="13"/>
                      <a:pt x="24" y="13"/>
                    </a:cubicBezTo>
                    <a:cubicBezTo>
                      <a:pt x="31" y="14"/>
                      <a:pt x="50" y="19"/>
                      <a:pt x="58" y="20"/>
                    </a:cubicBezTo>
                    <a:cubicBezTo>
                      <a:pt x="58" y="20"/>
                      <a:pt x="58" y="20"/>
                      <a:pt x="58" y="20"/>
                    </a:cubicBezTo>
                    <a:cubicBezTo>
                      <a:pt x="62" y="21"/>
                      <a:pt x="71" y="20"/>
                      <a:pt x="79" y="19"/>
                    </a:cubicBezTo>
                    <a:cubicBezTo>
                      <a:pt x="79" y="19"/>
                      <a:pt x="79" y="19"/>
                      <a:pt x="79" y="19"/>
                    </a:cubicBezTo>
                    <a:cubicBezTo>
                      <a:pt x="83" y="18"/>
                      <a:pt x="88" y="17"/>
                      <a:pt x="90" y="17"/>
                    </a:cubicBezTo>
                    <a:cubicBezTo>
                      <a:pt x="90" y="17"/>
                      <a:pt x="90" y="17"/>
                      <a:pt x="90" y="17"/>
                    </a:cubicBezTo>
                    <a:cubicBezTo>
                      <a:pt x="85" y="13"/>
                      <a:pt x="74" y="5"/>
                      <a:pt x="6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5" name="Freeform 1333"/>
              <p:cNvSpPr>
                <a:spLocks noEditPoints="1"/>
              </p:cNvSpPr>
              <p:nvPr/>
            </p:nvSpPr>
            <p:spPr bwMode="auto">
              <a:xfrm>
                <a:off x="7456489" y="7539038"/>
                <a:ext cx="176213" cy="101600"/>
              </a:xfrm>
              <a:custGeom>
                <a:avLst/>
                <a:gdLst>
                  <a:gd name="T0" fmla="*/ 1 w 102"/>
                  <a:gd name="T1" fmla="*/ 54 h 58"/>
                  <a:gd name="T2" fmla="*/ 0 w 102"/>
                  <a:gd name="T3" fmla="*/ 49 h 58"/>
                  <a:gd name="T4" fmla="*/ 2 w 102"/>
                  <a:gd name="T5" fmla="*/ 40 h 58"/>
                  <a:gd name="T6" fmla="*/ 2 w 102"/>
                  <a:gd name="T7" fmla="*/ 39 h 58"/>
                  <a:gd name="T8" fmla="*/ 18 w 102"/>
                  <a:gd name="T9" fmla="*/ 15 h 58"/>
                  <a:gd name="T10" fmla="*/ 21 w 102"/>
                  <a:gd name="T11" fmla="*/ 12 h 58"/>
                  <a:gd name="T12" fmla="*/ 21 w 102"/>
                  <a:gd name="T13" fmla="*/ 12 h 58"/>
                  <a:gd name="T14" fmla="*/ 21 w 102"/>
                  <a:gd name="T15" fmla="*/ 12 h 58"/>
                  <a:gd name="T16" fmla="*/ 22 w 102"/>
                  <a:gd name="T17" fmla="*/ 11 h 58"/>
                  <a:gd name="T18" fmla="*/ 22 w 102"/>
                  <a:gd name="T19" fmla="*/ 11 h 58"/>
                  <a:gd name="T20" fmla="*/ 23 w 102"/>
                  <a:gd name="T21" fmla="*/ 10 h 58"/>
                  <a:gd name="T22" fmla="*/ 25 w 102"/>
                  <a:gd name="T23" fmla="*/ 9 h 58"/>
                  <a:gd name="T24" fmla="*/ 33 w 102"/>
                  <a:gd name="T25" fmla="*/ 6 h 58"/>
                  <a:gd name="T26" fmla="*/ 56 w 102"/>
                  <a:gd name="T27" fmla="*/ 0 h 58"/>
                  <a:gd name="T28" fmla="*/ 59 w 102"/>
                  <a:gd name="T29" fmla="*/ 0 h 58"/>
                  <a:gd name="T30" fmla="*/ 66 w 102"/>
                  <a:gd name="T31" fmla="*/ 0 h 58"/>
                  <a:gd name="T32" fmla="*/ 96 w 102"/>
                  <a:gd name="T33" fmla="*/ 17 h 58"/>
                  <a:gd name="T34" fmla="*/ 96 w 102"/>
                  <a:gd name="T35" fmla="*/ 17 h 58"/>
                  <a:gd name="T36" fmla="*/ 98 w 102"/>
                  <a:gd name="T37" fmla="*/ 22 h 58"/>
                  <a:gd name="T38" fmla="*/ 94 w 102"/>
                  <a:gd name="T39" fmla="*/ 23 h 58"/>
                  <a:gd name="T40" fmla="*/ 92 w 102"/>
                  <a:gd name="T41" fmla="*/ 24 h 58"/>
                  <a:gd name="T42" fmla="*/ 84 w 102"/>
                  <a:gd name="T43" fmla="*/ 25 h 58"/>
                  <a:gd name="T44" fmla="*/ 64 w 102"/>
                  <a:gd name="T45" fmla="*/ 27 h 58"/>
                  <a:gd name="T46" fmla="*/ 58 w 102"/>
                  <a:gd name="T47" fmla="*/ 27 h 58"/>
                  <a:gd name="T48" fmla="*/ 25 w 102"/>
                  <a:gd name="T49" fmla="*/ 20 h 58"/>
                  <a:gd name="T50" fmla="*/ 24 w 102"/>
                  <a:gd name="T51" fmla="*/ 26 h 58"/>
                  <a:gd name="T52" fmla="*/ 20 w 102"/>
                  <a:gd name="T53" fmla="*/ 36 h 58"/>
                  <a:gd name="T54" fmla="*/ 8 w 102"/>
                  <a:gd name="T55" fmla="*/ 54 h 58"/>
                  <a:gd name="T56" fmla="*/ 7 w 102"/>
                  <a:gd name="T57" fmla="*/ 55 h 58"/>
                  <a:gd name="T58" fmla="*/ 7 w 102"/>
                  <a:gd name="T59" fmla="*/ 55 h 58"/>
                  <a:gd name="T60" fmla="*/ 5 w 102"/>
                  <a:gd name="T61" fmla="*/ 57 h 58"/>
                  <a:gd name="T62" fmla="*/ 2 w 102"/>
                  <a:gd name="T63" fmla="*/ 56 h 58"/>
                  <a:gd name="T64" fmla="*/ 8 w 102"/>
                  <a:gd name="T65" fmla="*/ 41 h 58"/>
                  <a:gd name="T66" fmla="*/ 8 w 102"/>
                  <a:gd name="T67" fmla="*/ 44 h 58"/>
                  <a:gd name="T68" fmla="*/ 14 w 102"/>
                  <a:gd name="T69" fmla="*/ 34 h 58"/>
                  <a:gd name="T70" fmla="*/ 16 w 102"/>
                  <a:gd name="T71" fmla="*/ 27 h 58"/>
                  <a:gd name="T72" fmla="*/ 8 w 102"/>
                  <a:gd name="T73" fmla="*/ 41 h 58"/>
                  <a:gd name="T74" fmla="*/ 64 w 102"/>
                  <a:gd name="T75" fmla="*/ 21 h 58"/>
                  <a:gd name="T76" fmla="*/ 80 w 102"/>
                  <a:gd name="T77" fmla="*/ 19 h 58"/>
                  <a:gd name="T78" fmla="*/ 86 w 102"/>
                  <a:gd name="T79" fmla="*/ 18 h 58"/>
                  <a:gd name="T80" fmla="*/ 64 w 102"/>
                  <a:gd name="T81" fmla="*/ 7 h 58"/>
                  <a:gd name="T82" fmla="*/ 65 w 102"/>
                  <a:gd name="T83" fmla="*/ 5 h 58"/>
                  <a:gd name="T84" fmla="*/ 59 w 102"/>
                  <a:gd name="T85" fmla="*/ 6 h 58"/>
                  <a:gd name="T86" fmla="*/ 57 w 102"/>
                  <a:gd name="T87" fmla="*/ 7 h 58"/>
                  <a:gd name="T88" fmla="*/ 31 w 102"/>
                  <a:gd name="T89" fmla="*/ 14 h 58"/>
                  <a:gd name="T90" fmla="*/ 60 w 102"/>
                  <a:gd name="T91" fmla="*/ 20 h 58"/>
                  <a:gd name="T92" fmla="*/ 18 w 102"/>
                  <a:gd name="T93" fmla="*/ 15 h 58"/>
                  <a:gd name="T94" fmla="*/ 18 w 102"/>
                  <a:gd name="T95" fmla="*/ 1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2" h="58">
                    <a:moveTo>
                      <a:pt x="2" y="56"/>
                    </a:moveTo>
                    <a:cubicBezTo>
                      <a:pt x="1" y="54"/>
                      <a:pt x="1" y="54"/>
                      <a:pt x="1" y="54"/>
                    </a:cubicBezTo>
                    <a:cubicBezTo>
                      <a:pt x="1" y="54"/>
                      <a:pt x="0" y="52"/>
                      <a:pt x="0" y="49"/>
                    </a:cubicBezTo>
                    <a:cubicBezTo>
                      <a:pt x="0" y="49"/>
                      <a:pt x="0" y="49"/>
                      <a:pt x="0" y="49"/>
                    </a:cubicBezTo>
                    <a:cubicBezTo>
                      <a:pt x="0" y="47"/>
                      <a:pt x="1" y="44"/>
                      <a:pt x="2" y="40"/>
                    </a:cubicBezTo>
                    <a:cubicBezTo>
                      <a:pt x="2" y="40"/>
                      <a:pt x="2" y="40"/>
                      <a:pt x="2" y="40"/>
                    </a:cubicBezTo>
                    <a:cubicBezTo>
                      <a:pt x="2" y="40"/>
                      <a:pt x="2" y="40"/>
                      <a:pt x="2" y="39"/>
                    </a:cubicBezTo>
                    <a:cubicBezTo>
                      <a:pt x="2" y="39"/>
                      <a:pt x="2" y="39"/>
                      <a:pt x="2" y="39"/>
                    </a:cubicBezTo>
                    <a:cubicBezTo>
                      <a:pt x="4" y="31"/>
                      <a:pt x="13" y="20"/>
                      <a:pt x="18" y="15"/>
                    </a:cubicBezTo>
                    <a:cubicBezTo>
                      <a:pt x="18" y="15"/>
                      <a:pt x="18" y="15"/>
                      <a:pt x="18" y="15"/>
                    </a:cubicBezTo>
                    <a:cubicBezTo>
                      <a:pt x="18" y="11"/>
                      <a:pt x="18" y="11"/>
                      <a:pt x="18" y="11"/>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2" y="11"/>
                      <a:pt x="22" y="11"/>
                      <a:pt x="22" y="11"/>
                    </a:cubicBezTo>
                    <a:cubicBezTo>
                      <a:pt x="22" y="11"/>
                      <a:pt x="22" y="11"/>
                      <a:pt x="22" y="11"/>
                    </a:cubicBezTo>
                    <a:cubicBezTo>
                      <a:pt x="22" y="11"/>
                      <a:pt x="22" y="11"/>
                      <a:pt x="22" y="11"/>
                    </a:cubicBezTo>
                    <a:cubicBezTo>
                      <a:pt x="23" y="11"/>
                      <a:pt x="23" y="11"/>
                      <a:pt x="23" y="11"/>
                    </a:cubicBezTo>
                    <a:cubicBezTo>
                      <a:pt x="23" y="11"/>
                      <a:pt x="23" y="11"/>
                      <a:pt x="23" y="10"/>
                    </a:cubicBezTo>
                    <a:cubicBezTo>
                      <a:pt x="23" y="10"/>
                      <a:pt x="23" y="10"/>
                      <a:pt x="23" y="10"/>
                    </a:cubicBezTo>
                    <a:cubicBezTo>
                      <a:pt x="24" y="10"/>
                      <a:pt x="24" y="10"/>
                      <a:pt x="25" y="9"/>
                    </a:cubicBezTo>
                    <a:cubicBezTo>
                      <a:pt x="25" y="9"/>
                      <a:pt x="25" y="9"/>
                      <a:pt x="25" y="9"/>
                    </a:cubicBezTo>
                    <a:cubicBezTo>
                      <a:pt x="27" y="9"/>
                      <a:pt x="30" y="7"/>
                      <a:pt x="33" y="6"/>
                    </a:cubicBezTo>
                    <a:cubicBezTo>
                      <a:pt x="33" y="6"/>
                      <a:pt x="33" y="6"/>
                      <a:pt x="33" y="6"/>
                    </a:cubicBezTo>
                    <a:cubicBezTo>
                      <a:pt x="40" y="4"/>
                      <a:pt x="48" y="1"/>
                      <a:pt x="56" y="0"/>
                    </a:cubicBezTo>
                    <a:cubicBezTo>
                      <a:pt x="56" y="0"/>
                      <a:pt x="56" y="0"/>
                      <a:pt x="56" y="0"/>
                    </a:cubicBezTo>
                    <a:cubicBezTo>
                      <a:pt x="57" y="0"/>
                      <a:pt x="58" y="0"/>
                      <a:pt x="59" y="0"/>
                    </a:cubicBezTo>
                    <a:cubicBezTo>
                      <a:pt x="59" y="0"/>
                      <a:pt x="59" y="0"/>
                      <a:pt x="59" y="0"/>
                    </a:cubicBezTo>
                    <a:cubicBezTo>
                      <a:pt x="61" y="0"/>
                      <a:pt x="64" y="0"/>
                      <a:pt x="66" y="0"/>
                    </a:cubicBezTo>
                    <a:cubicBezTo>
                      <a:pt x="66" y="0"/>
                      <a:pt x="66" y="0"/>
                      <a:pt x="66" y="0"/>
                    </a:cubicBezTo>
                    <a:cubicBezTo>
                      <a:pt x="80" y="4"/>
                      <a:pt x="95" y="15"/>
                      <a:pt x="96" y="17"/>
                    </a:cubicBezTo>
                    <a:cubicBezTo>
                      <a:pt x="96" y="17"/>
                      <a:pt x="96" y="17"/>
                      <a:pt x="96" y="17"/>
                    </a:cubicBezTo>
                    <a:cubicBezTo>
                      <a:pt x="96" y="17"/>
                      <a:pt x="96" y="17"/>
                      <a:pt x="96" y="17"/>
                    </a:cubicBezTo>
                    <a:cubicBezTo>
                      <a:pt x="102" y="21"/>
                      <a:pt x="102" y="21"/>
                      <a:pt x="102" y="21"/>
                    </a:cubicBezTo>
                    <a:cubicBezTo>
                      <a:pt x="98" y="22"/>
                      <a:pt x="98" y="22"/>
                      <a:pt x="98" y="22"/>
                    </a:cubicBezTo>
                    <a:cubicBezTo>
                      <a:pt x="94" y="23"/>
                      <a:pt x="94" y="23"/>
                      <a:pt x="94" y="23"/>
                    </a:cubicBezTo>
                    <a:cubicBezTo>
                      <a:pt x="94" y="23"/>
                      <a:pt x="94" y="23"/>
                      <a:pt x="94" y="23"/>
                    </a:cubicBezTo>
                    <a:cubicBezTo>
                      <a:pt x="93" y="23"/>
                      <a:pt x="93" y="23"/>
                      <a:pt x="92" y="24"/>
                    </a:cubicBezTo>
                    <a:cubicBezTo>
                      <a:pt x="92" y="24"/>
                      <a:pt x="92" y="24"/>
                      <a:pt x="92" y="24"/>
                    </a:cubicBezTo>
                    <a:cubicBezTo>
                      <a:pt x="90" y="24"/>
                      <a:pt x="87" y="25"/>
                      <a:pt x="84" y="25"/>
                    </a:cubicBezTo>
                    <a:cubicBezTo>
                      <a:pt x="84" y="25"/>
                      <a:pt x="84" y="25"/>
                      <a:pt x="84" y="25"/>
                    </a:cubicBezTo>
                    <a:cubicBezTo>
                      <a:pt x="78" y="26"/>
                      <a:pt x="70" y="27"/>
                      <a:pt x="64" y="27"/>
                    </a:cubicBezTo>
                    <a:cubicBezTo>
                      <a:pt x="64" y="27"/>
                      <a:pt x="64" y="27"/>
                      <a:pt x="64" y="27"/>
                    </a:cubicBezTo>
                    <a:cubicBezTo>
                      <a:pt x="62" y="27"/>
                      <a:pt x="60" y="27"/>
                      <a:pt x="58" y="27"/>
                    </a:cubicBezTo>
                    <a:cubicBezTo>
                      <a:pt x="58" y="27"/>
                      <a:pt x="58" y="27"/>
                      <a:pt x="58" y="27"/>
                    </a:cubicBezTo>
                    <a:cubicBezTo>
                      <a:pt x="51" y="25"/>
                      <a:pt x="33" y="21"/>
                      <a:pt x="25" y="20"/>
                    </a:cubicBezTo>
                    <a:cubicBezTo>
                      <a:pt x="25" y="20"/>
                      <a:pt x="25" y="20"/>
                      <a:pt x="25" y="20"/>
                    </a:cubicBezTo>
                    <a:cubicBezTo>
                      <a:pt x="24" y="21"/>
                      <a:pt x="24" y="24"/>
                      <a:pt x="24" y="26"/>
                    </a:cubicBezTo>
                    <a:cubicBezTo>
                      <a:pt x="24" y="26"/>
                      <a:pt x="24" y="26"/>
                      <a:pt x="24" y="26"/>
                    </a:cubicBezTo>
                    <a:cubicBezTo>
                      <a:pt x="23" y="29"/>
                      <a:pt x="22" y="33"/>
                      <a:pt x="20" y="36"/>
                    </a:cubicBezTo>
                    <a:cubicBezTo>
                      <a:pt x="20" y="36"/>
                      <a:pt x="20" y="36"/>
                      <a:pt x="20" y="36"/>
                    </a:cubicBezTo>
                    <a:cubicBezTo>
                      <a:pt x="17" y="44"/>
                      <a:pt x="11" y="51"/>
                      <a:pt x="8" y="54"/>
                    </a:cubicBezTo>
                    <a:cubicBezTo>
                      <a:pt x="8" y="54"/>
                      <a:pt x="8" y="54"/>
                      <a:pt x="8" y="54"/>
                    </a:cubicBezTo>
                    <a:cubicBezTo>
                      <a:pt x="8" y="54"/>
                      <a:pt x="8" y="54"/>
                      <a:pt x="8" y="54"/>
                    </a:cubicBezTo>
                    <a:cubicBezTo>
                      <a:pt x="7" y="55"/>
                      <a:pt x="7" y="55"/>
                      <a:pt x="7" y="55"/>
                    </a:cubicBezTo>
                    <a:cubicBezTo>
                      <a:pt x="7" y="55"/>
                      <a:pt x="7" y="55"/>
                      <a:pt x="7" y="55"/>
                    </a:cubicBezTo>
                    <a:cubicBezTo>
                      <a:pt x="7" y="55"/>
                      <a:pt x="7" y="55"/>
                      <a:pt x="7" y="55"/>
                    </a:cubicBezTo>
                    <a:cubicBezTo>
                      <a:pt x="5" y="57"/>
                      <a:pt x="5" y="57"/>
                      <a:pt x="5" y="57"/>
                    </a:cubicBezTo>
                    <a:cubicBezTo>
                      <a:pt x="5" y="57"/>
                      <a:pt x="5" y="57"/>
                      <a:pt x="5" y="57"/>
                    </a:cubicBezTo>
                    <a:cubicBezTo>
                      <a:pt x="3" y="58"/>
                      <a:pt x="3" y="58"/>
                      <a:pt x="3" y="58"/>
                    </a:cubicBezTo>
                    <a:cubicBezTo>
                      <a:pt x="2" y="56"/>
                      <a:pt x="2" y="56"/>
                      <a:pt x="2" y="56"/>
                    </a:cubicBezTo>
                    <a:close/>
                    <a:moveTo>
                      <a:pt x="8" y="41"/>
                    </a:moveTo>
                    <a:cubicBezTo>
                      <a:pt x="8" y="41"/>
                      <a:pt x="8" y="41"/>
                      <a:pt x="8" y="41"/>
                    </a:cubicBezTo>
                    <a:cubicBezTo>
                      <a:pt x="8" y="41"/>
                      <a:pt x="8" y="41"/>
                      <a:pt x="8" y="41"/>
                    </a:cubicBezTo>
                    <a:cubicBezTo>
                      <a:pt x="8" y="42"/>
                      <a:pt x="8" y="43"/>
                      <a:pt x="8" y="44"/>
                    </a:cubicBezTo>
                    <a:cubicBezTo>
                      <a:pt x="8" y="44"/>
                      <a:pt x="8" y="44"/>
                      <a:pt x="8" y="44"/>
                    </a:cubicBezTo>
                    <a:cubicBezTo>
                      <a:pt x="10" y="41"/>
                      <a:pt x="13" y="38"/>
                      <a:pt x="14" y="34"/>
                    </a:cubicBezTo>
                    <a:cubicBezTo>
                      <a:pt x="14" y="34"/>
                      <a:pt x="14" y="34"/>
                      <a:pt x="14" y="34"/>
                    </a:cubicBezTo>
                    <a:cubicBezTo>
                      <a:pt x="15" y="32"/>
                      <a:pt x="16" y="29"/>
                      <a:pt x="16" y="27"/>
                    </a:cubicBezTo>
                    <a:cubicBezTo>
                      <a:pt x="16" y="27"/>
                      <a:pt x="16" y="27"/>
                      <a:pt x="16" y="27"/>
                    </a:cubicBezTo>
                    <a:cubicBezTo>
                      <a:pt x="12" y="32"/>
                      <a:pt x="9" y="38"/>
                      <a:pt x="8" y="41"/>
                    </a:cubicBezTo>
                    <a:close/>
                    <a:moveTo>
                      <a:pt x="60" y="20"/>
                    </a:moveTo>
                    <a:cubicBezTo>
                      <a:pt x="61" y="21"/>
                      <a:pt x="62" y="21"/>
                      <a:pt x="64" y="21"/>
                    </a:cubicBezTo>
                    <a:cubicBezTo>
                      <a:pt x="64" y="21"/>
                      <a:pt x="64" y="21"/>
                      <a:pt x="64" y="21"/>
                    </a:cubicBezTo>
                    <a:cubicBezTo>
                      <a:pt x="68" y="21"/>
                      <a:pt x="74" y="20"/>
                      <a:pt x="80" y="19"/>
                    </a:cubicBezTo>
                    <a:cubicBezTo>
                      <a:pt x="80" y="19"/>
                      <a:pt x="80" y="19"/>
                      <a:pt x="80" y="19"/>
                    </a:cubicBezTo>
                    <a:cubicBezTo>
                      <a:pt x="82" y="19"/>
                      <a:pt x="84" y="18"/>
                      <a:pt x="86" y="18"/>
                    </a:cubicBezTo>
                    <a:cubicBezTo>
                      <a:pt x="86" y="18"/>
                      <a:pt x="86" y="18"/>
                      <a:pt x="86" y="18"/>
                    </a:cubicBezTo>
                    <a:cubicBezTo>
                      <a:pt x="81" y="14"/>
                      <a:pt x="72" y="9"/>
                      <a:pt x="64" y="7"/>
                    </a:cubicBezTo>
                    <a:cubicBezTo>
                      <a:pt x="64" y="7"/>
                      <a:pt x="64" y="7"/>
                      <a:pt x="64" y="7"/>
                    </a:cubicBezTo>
                    <a:cubicBezTo>
                      <a:pt x="65" y="5"/>
                      <a:pt x="65" y="5"/>
                      <a:pt x="65" y="5"/>
                    </a:cubicBezTo>
                    <a:cubicBezTo>
                      <a:pt x="64" y="7"/>
                      <a:pt x="64" y="7"/>
                      <a:pt x="64" y="7"/>
                    </a:cubicBezTo>
                    <a:cubicBezTo>
                      <a:pt x="62" y="7"/>
                      <a:pt x="61" y="6"/>
                      <a:pt x="59" y="6"/>
                    </a:cubicBezTo>
                    <a:cubicBezTo>
                      <a:pt x="59" y="6"/>
                      <a:pt x="59" y="6"/>
                      <a:pt x="59" y="6"/>
                    </a:cubicBezTo>
                    <a:cubicBezTo>
                      <a:pt x="58" y="6"/>
                      <a:pt x="58" y="6"/>
                      <a:pt x="57" y="7"/>
                    </a:cubicBezTo>
                    <a:cubicBezTo>
                      <a:pt x="57" y="7"/>
                      <a:pt x="57" y="7"/>
                      <a:pt x="57" y="7"/>
                    </a:cubicBezTo>
                    <a:cubicBezTo>
                      <a:pt x="48" y="8"/>
                      <a:pt x="38" y="12"/>
                      <a:pt x="31" y="14"/>
                    </a:cubicBezTo>
                    <a:cubicBezTo>
                      <a:pt x="31" y="14"/>
                      <a:pt x="31" y="14"/>
                      <a:pt x="31" y="14"/>
                    </a:cubicBezTo>
                    <a:cubicBezTo>
                      <a:pt x="40" y="16"/>
                      <a:pt x="54" y="19"/>
                      <a:pt x="60" y="20"/>
                    </a:cubicBezTo>
                    <a:close/>
                    <a:moveTo>
                      <a:pt x="18" y="16"/>
                    </a:moveTo>
                    <a:cubicBezTo>
                      <a:pt x="18" y="15"/>
                      <a:pt x="18" y="15"/>
                      <a:pt x="18" y="15"/>
                    </a:cubicBezTo>
                    <a:cubicBezTo>
                      <a:pt x="18" y="15"/>
                      <a:pt x="18" y="15"/>
                      <a:pt x="18" y="15"/>
                    </a:cubicBezTo>
                    <a:cubicBezTo>
                      <a:pt x="18" y="16"/>
                      <a:pt x="18" y="16"/>
                      <a:pt x="18"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6" name="Freeform 1334"/>
              <p:cNvSpPr/>
              <p:nvPr/>
            </p:nvSpPr>
            <p:spPr bwMode="auto">
              <a:xfrm>
                <a:off x="7577139" y="7599363"/>
                <a:ext cx="7938" cy="6350"/>
              </a:xfrm>
              <a:custGeom>
                <a:avLst/>
                <a:gdLst>
                  <a:gd name="T0" fmla="*/ 1 w 5"/>
                  <a:gd name="T1" fmla="*/ 0 h 4"/>
                  <a:gd name="T2" fmla="*/ 5 w 5"/>
                  <a:gd name="T3" fmla="*/ 2 h 4"/>
                  <a:gd name="T4" fmla="*/ 4 w 5"/>
                  <a:gd name="T5" fmla="*/ 4 h 4"/>
                  <a:gd name="T6" fmla="*/ 0 w 5"/>
                  <a:gd name="T7" fmla="*/ 4 h 4"/>
                  <a:gd name="T8" fmla="*/ 1 w 5"/>
                  <a:gd name="T9" fmla="*/ 0 h 4"/>
                  <a:gd name="T10" fmla="*/ 1 w 5"/>
                  <a:gd name="T11" fmla="*/ 0 h 4"/>
                </a:gdLst>
                <a:ahLst/>
                <a:cxnLst>
                  <a:cxn ang="0">
                    <a:pos x="T0" y="T1"/>
                  </a:cxn>
                  <a:cxn ang="0">
                    <a:pos x="T2" y="T3"/>
                  </a:cxn>
                  <a:cxn ang="0">
                    <a:pos x="T4" y="T5"/>
                  </a:cxn>
                  <a:cxn ang="0">
                    <a:pos x="T6" y="T7"/>
                  </a:cxn>
                  <a:cxn ang="0">
                    <a:pos x="T8" y="T9"/>
                  </a:cxn>
                  <a:cxn ang="0">
                    <a:pos x="T10" y="T11"/>
                  </a:cxn>
                </a:cxnLst>
                <a:rect l="0" t="0" r="r" b="b"/>
                <a:pathLst>
                  <a:path w="5" h="4">
                    <a:moveTo>
                      <a:pt x="1" y="0"/>
                    </a:moveTo>
                    <a:lnTo>
                      <a:pt x="5" y="2"/>
                    </a:lnTo>
                    <a:lnTo>
                      <a:pt x="4" y="4"/>
                    </a:lnTo>
                    <a:lnTo>
                      <a:pt x="0" y="4"/>
                    </a:lnTo>
                    <a:lnTo>
                      <a:pt x="1"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7" name="Freeform 1335"/>
              <p:cNvSpPr/>
              <p:nvPr/>
            </p:nvSpPr>
            <p:spPr bwMode="auto">
              <a:xfrm>
                <a:off x="7573964" y="7594601"/>
                <a:ext cx="14288" cy="15875"/>
              </a:xfrm>
              <a:custGeom>
                <a:avLst/>
                <a:gdLst>
                  <a:gd name="T0" fmla="*/ 0 w 9"/>
                  <a:gd name="T1" fmla="*/ 8 h 10"/>
                  <a:gd name="T2" fmla="*/ 0 w 9"/>
                  <a:gd name="T3" fmla="*/ 6 h 10"/>
                  <a:gd name="T4" fmla="*/ 1 w 9"/>
                  <a:gd name="T5" fmla="*/ 2 h 10"/>
                  <a:gd name="T6" fmla="*/ 1 w 9"/>
                  <a:gd name="T7" fmla="*/ 0 h 10"/>
                  <a:gd name="T8" fmla="*/ 9 w 9"/>
                  <a:gd name="T9" fmla="*/ 2 h 10"/>
                  <a:gd name="T10" fmla="*/ 8 w 9"/>
                  <a:gd name="T11" fmla="*/ 10 h 10"/>
                  <a:gd name="T12" fmla="*/ 0 w 9"/>
                  <a:gd name="T13" fmla="*/ 8 h 10"/>
                  <a:gd name="T14" fmla="*/ 0 w 9"/>
                  <a:gd name="T15" fmla="*/ 8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0">
                    <a:moveTo>
                      <a:pt x="0" y="8"/>
                    </a:moveTo>
                    <a:lnTo>
                      <a:pt x="0" y="6"/>
                    </a:lnTo>
                    <a:lnTo>
                      <a:pt x="1" y="2"/>
                    </a:lnTo>
                    <a:lnTo>
                      <a:pt x="1" y="0"/>
                    </a:lnTo>
                    <a:lnTo>
                      <a:pt x="9" y="2"/>
                    </a:lnTo>
                    <a:lnTo>
                      <a:pt x="8" y="10"/>
                    </a:lnTo>
                    <a:lnTo>
                      <a:pt x="0" y="8"/>
                    </a:lnTo>
                    <a:lnTo>
                      <a:pt x="0" y="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8" name="Freeform 1336"/>
              <p:cNvSpPr/>
              <p:nvPr/>
            </p:nvSpPr>
            <p:spPr bwMode="auto">
              <a:xfrm>
                <a:off x="7502526" y="7608888"/>
                <a:ext cx="7938" cy="4763"/>
              </a:xfrm>
              <a:custGeom>
                <a:avLst/>
                <a:gdLst>
                  <a:gd name="T0" fmla="*/ 1 w 5"/>
                  <a:gd name="T1" fmla="*/ 0 h 3"/>
                  <a:gd name="T2" fmla="*/ 5 w 5"/>
                  <a:gd name="T3" fmla="*/ 0 h 3"/>
                  <a:gd name="T4" fmla="*/ 3 w 5"/>
                  <a:gd name="T5" fmla="*/ 3 h 3"/>
                  <a:gd name="T6" fmla="*/ 0 w 5"/>
                  <a:gd name="T7" fmla="*/ 2 h 3"/>
                  <a:gd name="T8" fmla="*/ 1 w 5"/>
                  <a:gd name="T9" fmla="*/ 0 h 3"/>
                  <a:gd name="T10" fmla="*/ 1 w 5"/>
                  <a:gd name="T11" fmla="*/ 0 h 3"/>
                </a:gdLst>
                <a:ahLst/>
                <a:cxnLst>
                  <a:cxn ang="0">
                    <a:pos x="T0" y="T1"/>
                  </a:cxn>
                  <a:cxn ang="0">
                    <a:pos x="T2" y="T3"/>
                  </a:cxn>
                  <a:cxn ang="0">
                    <a:pos x="T4" y="T5"/>
                  </a:cxn>
                  <a:cxn ang="0">
                    <a:pos x="T6" y="T7"/>
                  </a:cxn>
                  <a:cxn ang="0">
                    <a:pos x="T8" y="T9"/>
                  </a:cxn>
                  <a:cxn ang="0">
                    <a:pos x="T10" y="T11"/>
                  </a:cxn>
                </a:cxnLst>
                <a:rect l="0" t="0" r="r" b="b"/>
                <a:pathLst>
                  <a:path w="5" h="3">
                    <a:moveTo>
                      <a:pt x="1" y="0"/>
                    </a:moveTo>
                    <a:lnTo>
                      <a:pt x="5" y="0"/>
                    </a:lnTo>
                    <a:lnTo>
                      <a:pt x="3" y="3"/>
                    </a:lnTo>
                    <a:lnTo>
                      <a:pt x="0" y="2"/>
                    </a:lnTo>
                    <a:lnTo>
                      <a:pt x="1"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9" name="Freeform 1337"/>
              <p:cNvSpPr/>
              <p:nvPr/>
            </p:nvSpPr>
            <p:spPr bwMode="auto">
              <a:xfrm>
                <a:off x="7499351" y="7604126"/>
                <a:ext cx="14288" cy="12700"/>
              </a:xfrm>
              <a:custGeom>
                <a:avLst/>
                <a:gdLst>
                  <a:gd name="T0" fmla="*/ 0 w 9"/>
                  <a:gd name="T1" fmla="*/ 7 h 8"/>
                  <a:gd name="T2" fmla="*/ 0 w 9"/>
                  <a:gd name="T3" fmla="*/ 5 h 8"/>
                  <a:gd name="T4" fmla="*/ 1 w 9"/>
                  <a:gd name="T5" fmla="*/ 2 h 8"/>
                  <a:gd name="T6" fmla="*/ 1 w 9"/>
                  <a:gd name="T7" fmla="*/ 0 h 8"/>
                  <a:gd name="T8" fmla="*/ 9 w 9"/>
                  <a:gd name="T9" fmla="*/ 2 h 8"/>
                  <a:gd name="T10" fmla="*/ 8 w 9"/>
                  <a:gd name="T11" fmla="*/ 8 h 8"/>
                  <a:gd name="T12" fmla="*/ 0 w 9"/>
                  <a:gd name="T13" fmla="*/ 7 h 8"/>
                  <a:gd name="T14" fmla="*/ 0 w 9"/>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8">
                    <a:moveTo>
                      <a:pt x="0" y="7"/>
                    </a:moveTo>
                    <a:lnTo>
                      <a:pt x="0" y="5"/>
                    </a:lnTo>
                    <a:lnTo>
                      <a:pt x="1" y="2"/>
                    </a:lnTo>
                    <a:lnTo>
                      <a:pt x="1" y="0"/>
                    </a:lnTo>
                    <a:lnTo>
                      <a:pt x="9" y="2"/>
                    </a:lnTo>
                    <a:lnTo>
                      <a:pt x="8" y="8"/>
                    </a:lnTo>
                    <a:lnTo>
                      <a:pt x="0" y="7"/>
                    </a:lnTo>
                    <a:lnTo>
                      <a:pt x="0" y="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0" name="Freeform 1338"/>
              <p:cNvSpPr>
                <a:spLocks noEditPoints="1"/>
              </p:cNvSpPr>
              <p:nvPr/>
            </p:nvSpPr>
            <p:spPr bwMode="auto">
              <a:xfrm>
                <a:off x="7486651" y="7639051"/>
                <a:ext cx="114300" cy="47625"/>
              </a:xfrm>
              <a:custGeom>
                <a:avLst/>
                <a:gdLst>
                  <a:gd name="T0" fmla="*/ 2 w 65"/>
                  <a:gd name="T1" fmla="*/ 8 h 28"/>
                  <a:gd name="T2" fmla="*/ 32 w 65"/>
                  <a:gd name="T3" fmla="*/ 24 h 28"/>
                  <a:gd name="T4" fmla="*/ 32 w 65"/>
                  <a:gd name="T5" fmla="*/ 24 h 28"/>
                  <a:gd name="T6" fmla="*/ 32 w 65"/>
                  <a:gd name="T7" fmla="*/ 24 h 28"/>
                  <a:gd name="T8" fmla="*/ 32 w 65"/>
                  <a:gd name="T9" fmla="*/ 24 h 28"/>
                  <a:gd name="T10" fmla="*/ 52 w 65"/>
                  <a:gd name="T11" fmla="*/ 13 h 28"/>
                  <a:gd name="T12" fmla="*/ 52 w 65"/>
                  <a:gd name="T13" fmla="*/ 13 h 28"/>
                  <a:gd name="T14" fmla="*/ 63 w 65"/>
                  <a:gd name="T15" fmla="*/ 0 h 28"/>
                  <a:gd name="T16" fmla="*/ 63 w 65"/>
                  <a:gd name="T17" fmla="*/ 0 h 28"/>
                  <a:gd name="T18" fmla="*/ 65 w 65"/>
                  <a:gd name="T19" fmla="*/ 1 h 28"/>
                  <a:gd name="T20" fmla="*/ 54 w 65"/>
                  <a:gd name="T21" fmla="*/ 15 h 28"/>
                  <a:gd name="T22" fmla="*/ 54 w 65"/>
                  <a:gd name="T23" fmla="*/ 15 h 28"/>
                  <a:gd name="T24" fmla="*/ 32 w 65"/>
                  <a:gd name="T25" fmla="*/ 27 h 28"/>
                  <a:gd name="T26" fmla="*/ 32 w 65"/>
                  <a:gd name="T27" fmla="*/ 27 h 28"/>
                  <a:gd name="T28" fmla="*/ 31 w 65"/>
                  <a:gd name="T29" fmla="*/ 27 h 28"/>
                  <a:gd name="T30" fmla="*/ 31 w 65"/>
                  <a:gd name="T31" fmla="*/ 27 h 28"/>
                  <a:gd name="T32" fmla="*/ 0 w 65"/>
                  <a:gd name="T33" fmla="*/ 10 h 28"/>
                  <a:gd name="T34" fmla="*/ 0 w 65"/>
                  <a:gd name="T35" fmla="*/ 10 h 28"/>
                  <a:gd name="T36" fmla="*/ 2 w 65"/>
                  <a:gd name="T37" fmla="*/ 8 h 28"/>
                  <a:gd name="T38" fmla="*/ 63 w 65"/>
                  <a:gd name="T39" fmla="*/ 0 h 28"/>
                  <a:gd name="T40" fmla="*/ 63 w 65"/>
                  <a:gd name="T41" fmla="*/ 0 h 28"/>
                  <a:gd name="T42" fmla="*/ 63 w 65"/>
                  <a:gd name="T43" fmla="*/ 0 h 28"/>
                  <a:gd name="T44" fmla="*/ 63 w 65"/>
                  <a:gd name="T45" fmla="*/ 0 h 28"/>
                  <a:gd name="T46" fmla="*/ 63 w 65"/>
                  <a:gd name="T4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5" h="28">
                    <a:moveTo>
                      <a:pt x="2" y="8"/>
                    </a:moveTo>
                    <a:cubicBezTo>
                      <a:pt x="2" y="8"/>
                      <a:pt x="19" y="21"/>
                      <a:pt x="32" y="24"/>
                    </a:cubicBezTo>
                    <a:cubicBezTo>
                      <a:pt x="32" y="24"/>
                      <a:pt x="32" y="24"/>
                      <a:pt x="32" y="24"/>
                    </a:cubicBezTo>
                    <a:cubicBezTo>
                      <a:pt x="32" y="24"/>
                      <a:pt x="32" y="24"/>
                      <a:pt x="32" y="24"/>
                    </a:cubicBezTo>
                    <a:cubicBezTo>
                      <a:pt x="32" y="24"/>
                      <a:pt x="32" y="24"/>
                      <a:pt x="32" y="24"/>
                    </a:cubicBezTo>
                    <a:cubicBezTo>
                      <a:pt x="38" y="25"/>
                      <a:pt x="46" y="20"/>
                      <a:pt x="52" y="13"/>
                    </a:cubicBezTo>
                    <a:cubicBezTo>
                      <a:pt x="52" y="13"/>
                      <a:pt x="52" y="13"/>
                      <a:pt x="52" y="13"/>
                    </a:cubicBezTo>
                    <a:cubicBezTo>
                      <a:pt x="58" y="6"/>
                      <a:pt x="63" y="0"/>
                      <a:pt x="63" y="0"/>
                    </a:cubicBezTo>
                    <a:cubicBezTo>
                      <a:pt x="63" y="0"/>
                      <a:pt x="63" y="0"/>
                      <a:pt x="63" y="0"/>
                    </a:cubicBezTo>
                    <a:cubicBezTo>
                      <a:pt x="65" y="1"/>
                      <a:pt x="65" y="1"/>
                      <a:pt x="65" y="1"/>
                    </a:cubicBezTo>
                    <a:cubicBezTo>
                      <a:pt x="65" y="1"/>
                      <a:pt x="60" y="8"/>
                      <a:pt x="54" y="15"/>
                    </a:cubicBezTo>
                    <a:cubicBezTo>
                      <a:pt x="54" y="15"/>
                      <a:pt x="54" y="15"/>
                      <a:pt x="54" y="15"/>
                    </a:cubicBezTo>
                    <a:cubicBezTo>
                      <a:pt x="47" y="22"/>
                      <a:pt x="39" y="28"/>
                      <a:pt x="32" y="27"/>
                    </a:cubicBezTo>
                    <a:cubicBezTo>
                      <a:pt x="32" y="27"/>
                      <a:pt x="32" y="27"/>
                      <a:pt x="32" y="27"/>
                    </a:cubicBezTo>
                    <a:cubicBezTo>
                      <a:pt x="32" y="27"/>
                      <a:pt x="31" y="27"/>
                      <a:pt x="31" y="27"/>
                    </a:cubicBezTo>
                    <a:cubicBezTo>
                      <a:pt x="31" y="27"/>
                      <a:pt x="31" y="27"/>
                      <a:pt x="31" y="27"/>
                    </a:cubicBezTo>
                    <a:cubicBezTo>
                      <a:pt x="18" y="24"/>
                      <a:pt x="1" y="10"/>
                      <a:pt x="0" y="10"/>
                    </a:cubicBezTo>
                    <a:cubicBezTo>
                      <a:pt x="0" y="10"/>
                      <a:pt x="0" y="10"/>
                      <a:pt x="0" y="10"/>
                    </a:cubicBezTo>
                    <a:cubicBezTo>
                      <a:pt x="2" y="8"/>
                      <a:pt x="2" y="8"/>
                      <a:pt x="2" y="8"/>
                    </a:cubicBezTo>
                    <a:close/>
                    <a:moveTo>
                      <a:pt x="63" y="0"/>
                    </a:moveTo>
                    <a:cubicBezTo>
                      <a:pt x="63" y="0"/>
                      <a:pt x="63" y="0"/>
                      <a:pt x="63" y="0"/>
                    </a:cubicBezTo>
                    <a:cubicBezTo>
                      <a:pt x="63" y="0"/>
                      <a:pt x="63" y="0"/>
                      <a:pt x="63" y="0"/>
                    </a:cubicBezTo>
                    <a:cubicBezTo>
                      <a:pt x="63" y="0"/>
                      <a:pt x="63" y="0"/>
                      <a:pt x="63" y="0"/>
                    </a:cubicBezTo>
                    <a:cubicBezTo>
                      <a:pt x="63" y="0"/>
                      <a:pt x="63" y="0"/>
                      <a:pt x="6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1" name="Freeform 1339"/>
              <p:cNvSpPr>
                <a:spLocks noEditPoints="1"/>
              </p:cNvSpPr>
              <p:nvPr/>
            </p:nvSpPr>
            <p:spPr bwMode="auto">
              <a:xfrm>
                <a:off x="7481889" y="7632701"/>
                <a:ext cx="123825" cy="55563"/>
              </a:xfrm>
              <a:custGeom>
                <a:avLst/>
                <a:gdLst>
                  <a:gd name="T0" fmla="*/ 34 w 71"/>
                  <a:gd name="T1" fmla="*/ 32 h 32"/>
                  <a:gd name="T2" fmla="*/ 34 w 71"/>
                  <a:gd name="T3" fmla="*/ 32 h 32"/>
                  <a:gd name="T4" fmla="*/ 34 w 71"/>
                  <a:gd name="T5" fmla="*/ 32 h 32"/>
                  <a:gd name="T6" fmla="*/ 3 w 71"/>
                  <a:gd name="T7" fmla="*/ 15 h 32"/>
                  <a:gd name="T8" fmla="*/ 3 w 71"/>
                  <a:gd name="T9" fmla="*/ 15 h 32"/>
                  <a:gd name="T10" fmla="*/ 0 w 71"/>
                  <a:gd name="T11" fmla="*/ 14 h 32"/>
                  <a:gd name="T12" fmla="*/ 2 w 71"/>
                  <a:gd name="T13" fmla="*/ 12 h 32"/>
                  <a:gd name="T14" fmla="*/ 4 w 71"/>
                  <a:gd name="T15" fmla="*/ 10 h 32"/>
                  <a:gd name="T16" fmla="*/ 4 w 71"/>
                  <a:gd name="T17" fmla="*/ 9 h 32"/>
                  <a:gd name="T18" fmla="*/ 4 w 71"/>
                  <a:gd name="T19" fmla="*/ 9 h 32"/>
                  <a:gd name="T20" fmla="*/ 5 w 71"/>
                  <a:gd name="T21" fmla="*/ 9 h 32"/>
                  <a:gd name="T22" fmla="*/ 5 w 71"/>
                  <a:gd name="T23" fmla="*/ 9 h 32"/>
                  <a:gd name="T24" fmla="*/ 6 w 71"/>
                  <a:gd name="T25" fmla="*/ 9 h 32"/>
                  <a:gd name="T26" fmla="*/ 6 w 71"/>
                  <a:gd name="T27" fmla="*/ 9 h 32"/>
                  <a:gd name="T28" fmla="*/ 6 w 71"/>
                  <a:gd name="T29" fmla="*/ 9 h 32"/>
                  <a:gd name="T30" fmla="*/ 6 w 71"/>
                  <a:gd name="T31" fmla="*/ 9 h 32"/>
                  <a:gd name="T32" fmla="*/ 6 w 71"/>
                  <a:gd name="T33" fmla="*/ 9 h 32"/>
                  <a:gd name="T34" fmla="*/ 6 w 71"/>
                  <a:gd name="T35" fmla="*/ 9 h 32"/>
                  <a:gd name="T36" fmla="*/ 6 w 71"/>
                  <a:gd name="T37" fmla="*/ 9 h 32"/>
                  <a:gd name="T38" fmla="*/ 6 w 71"/>
                  <a:gd name="T39" fmla="*/ 9 h 32"/>
                  <a:gd name="T40" fmla="*/ 6 w 71"/>
                  <a:gd name="T41" fmla="*/ 9 h 32"/>
                  <a:gd name="T42" fmla="*/ 6 w 71"/>
                  <a:gd name="T43" fmla="*/ 9 h 32"/>
                  <a:gd name="T44" fmla="*/ 7 w 71"/>
                  <a:gd name="T45" fmla="*/ 9 h 32"/>
                  <a:gd name="T46" fmla="*/ 7 w 71"/>
                  <a:gd name="T47" fmla="*/ 9 h 32"/>
                  <a:gd name="T48" fmla="*/ 7 w 71"/>
                  <a:gd name="T49" fmla="*/ 10 h 32"/>
                  <a:gd name="T50" fmla="*/ 7 w 71"/>
                  <a:gd name="T51" fmla="*/ 10 h 32"/>
                  <a:gd name="T52" fmla="*/ 9 w 71"/>
                  <a:gd name="T53" fmla="*/ 11 h 32"/>
                  <a:gd name="T54" fmla="*/ 9 w 71"/>
                  <a:gd name="T55" fmla="*/ 11 h 32"/>
                  <a:gd name="T56" fmla="*/ 16 w 71"/>
                  <a:gd name="T57" fmla="*/ 16 h 32"/>
                  <a:gd name="T58" fmla="*/ 16 w 71"/>
                  <a:gd name="T59" fmla="*/ 16 h 32"/>
                  <a:gd name="T60" fmla="*/ 35 w 71"/>
                  <a:gd name="T61" fmla="*/ 25 h 32"/>
                  <a:gd name="T62" fmla="*/ 35 w 71"/>
                  <a:gd name="T63" fmla="*/ 25 h 32"/>
                  <a:gd name="T64" fmla="*/ 36 w 71"/>
                  <a:gd name="T65" fmla="*/ 25 h 32"/>
                  <a:gd name="T66" fmla="*/ 36 w 71"/>
                  <a:gd name="T67" fmla="*/ 25 h 32"/>
                  <a:gd name="T68" fmla="*/ 37 w 71"/>
                  <a:gd name="T69" fmla="*/ 25 h 32"/>
                  <a:gd name="T70" fmla="*/ 37 w 71"/>
                  <a:gd name="T71" fmla="*/ 25 h 32"/>
                  <a:gd name="T72" fmla="*/ 54 w 71"/>
                  <a:gd name="T73" fmla="*/ 15 h 32"/>
                  <a:gd name="T74" fmla="*/ 54 w 71"/>
                  <a:gd name="T75" fmla="*/ 15 h 32"/>
                  <a:gd name="T76" fmla="*/ 63 w 71"/>
                  <a:gd name="T77" fmla="*/ 3 h 32"/>
                  <a:gd name="T78" fmla="*/ 63 w 71"/>
                  <a:gd name="T79" fmla="*/ 3 h 32"/>
                  <a:gd name="T80" fmla="*/ 61 w 71"/>
                  <a:gd name="T81" fmla="*/ 1 h 32"/>
                  <a:gd name="T82" fmla="*/ 65 w 71"/>
                  <a:gd name="T83" fmla="*/ 1 h 32"/>
                  <a:gd name="T84" fmla="*/ 66 w 71"/>
                  <a:gd name="T85" fmla="*/ 0 h 32"/>
                  <a:gd name="T86" fmla="*/ 67 w 71"/>
                  <a:gd name="T87" fmla="*/ 1 h 32"/>
                  <a:gd name="T88" fmla="*/ 71 w 71"/>
                  <a:gd name="T89" fmla="*/ 1 h 32"/>
                  <a:gd name="T90" fmla="*/ 69 w 71"/>
                  <a:gd name="T91" fmla="*/ 2 h 32"/>
                  <a:gd name="T92" fmla="*/ 71 w 71"/>
                  <a:gd name="T93" fmla="*/ 4 h 32"/>
                  <a:gd name="T94" fmla="*/ 70 w 71"/>
                  <a:gd name="T95" fmla="*/ 6 h 32"/>
                  <a:gd name="T96" fmla="*/ 70 w 71"/>
                  <a:gd name="T97" fmla="*/ 6 h 32"/>
                  <a:gd name="T98" fmla="*/ 69 w 71"/>
                  <a:gd name="T99" fmla="*/ 7 h 32"/>
                  <a:gd name="T100" fmla="*/ 69 w 71"/>
                  <a:gd name="T101" fmla="*/ 7 h 32"/>
                  <a:gd name="T102" fmla="*/ 67 w 71"/>
                  <a:gd name="T103" fmla="*/ 10 h 32"/>
                  <a:gd name="T104" fmla="*/ 67 w 71"/>
                  <a:gd name="T105" fmla="*/ 10 h 32"/>
                  <a:gd name="T106" fmla="*/ 58 w 71"/>
                  <a:gd name="T107" fmla="*/ 19 h 32"/>
                  <a:gd name="T108" fmla="*/ 58 w 71"/>
                  <a:gd name="T109" fmla="*/ 19 h 32"/>
                  <a:gd name="T110" fmla="*/ 37 w 71"/>
                  <a:gd name="T111" fmla="*/ 32 h 32"/>
                  <a:gd name="T112" fmla="*/ 37 w 71"/>
                  <a:gd name="T113" fmla="*/ 32 h 32"/>
                  <a:gd name="T114" fmla="*/ 34 w 71"/>
                  <a:gd name="T115" fmla="*/ 32 h 32"/>
                  <a:gd name="T116" fmla="*/ 4 w 71"/>
                  <a:gd name="T117" fmla="*/ 12 h 32"/>
                  <a:gd name="T118" fmla="*/ 3 w 71"/>
                  <a:gd name="T119" fmla="*/ 11 h 32"/>
                  <a:gd name="T120" fmla="*/ 3 w 71"/>
                  <a:gd name="T121" fmla="*/ 11 h 32"/>
                  <a:gd name="T122" fmla="*/ 4 w 71"/>
                  <a:gd name="T123"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 h="32">
                    <a:moveTo>
                      <a:pt x="34" y="32"/>
                    </a:moveTo>
                    <a:cubicBezTo>
                      <a:pt x="34" y="32"/>
                      <a:pt x="34" y="32"/>
                      <a:pt x="34" y="32"/>
                    </a:cubicBezTo>
                    <a:cubicBezTo>
                      <a:pt x="34" y="32"/>
                      <a:pt x="34" y="32"/>
                      <a:pt x="34" y="32"/>
                    </a:cubicBezTo>
                    <a:cubicBezTo>
                      <a:pt x="20" y="29"/>
                      <a:pt x="4" y="16"/>
                      <a:pt x="3" y="15"/>
                    </a:cubicBezTo>
                    <a:cubicBezTo>
                      <a:pt x="3" y="15"/>
                      <a:pt x="3" y="15"/>
                      <a:pt x="3" y="15"/>
                    </a:cubicBezTo>
                    <a:cubicBezTo>
                      <a:pt x="0" y="14"/>
                      <a:pt x="0" y="14"/>
                      <a:pt x="0" y="14"/>
                    </a:cubicBezTo>
                    <a:cubicBezTo>
                      <a:pt x="2" y="12"/>
                      <a:pt x="2" y="12"/>
                      <a:pt x="2" y="12"/>
                    </a:cubicBezTo>
                    <a:cubicBezTo>
                      <a:pt x="4" y="10"/>
                      <a:pt x="4" y="10"/>
                      <a:pt x="4" y="10"/>
                    </a:cubicBezTo>
                    <a:cubicBezTo>
                      <a:pt x="4" y="10"/>
                      <a:pt x="4" y="9"/>
                      <a:pt x="4" y="9"/>
                    </a:cubicBezTo>
                    <a:cubicBezTo>
                      <a:pt x="4" y="9"/>
                      <a:pt x="4" y="9"/>
                      <a:pt x="4" y="9"/>
                    </a:cubicBezTo>
                    <a:cubicBezTo>
                      <a:pt x="4" y="9"/>
                      <a:pt x="5" y="9"/>
                      <a:pt x="5" y="9"/>
                    </a:cubicBezTo>
                    <a:cubicBezTo>
                      <a:pt x="5" y="9"/>
                      <a:pt x="5" y="9"/>
                      <a:pt x="5" y="9"/>
                    </a:cubicBezTo>
                    <a:cubicBezTo>
                      <a:pt x="5"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7" y="9"/>
                      <a:pt x="7" y="9"/>
                    </a:cubicBezTo>
                    <a:cubicBezTo>
                      <a:pt x="7" y="9"/>
                      <a:pt x="7" y="9"/>
                      <a:pt x="7" y="9"/>
                    </a:cubicBezTo>
                    <a:cubicBezTo>
                      <a:pt x="7" y="9"/>
                      <a:pt x="7" y="10"/>
                      <a:pt x="7" y="10"/>
                    </a:cubicBezTo>
                    <a:cubicBezTo>
                      <a:pt x="7" y="10"/>
                      <a:pt x="7" y="10"/>
                      <a:pt x="7" y="10"/>
                    </a:cubicBezTo>
                    <a:cubicBezTo>
                      <a:pt x="8" y="10"/>
                      <a:pt x="8" y="11"/>
                      <a:pt x="9" y="11"/>
                    </a:cubicBezTo>
                    <a:cubicBezTo>
                      <a:pt x="9" y="11"/>
                      <a:pt x="9" y="11"/>
                      <a:pt x="9" y="11"/>
                    </a:cubicBezTo>
                    <a:cubicBezTo>
                      <a:pt x="11" y="13"/>
                      <a:pt x="14" y="14"/>
                      <a:pt x="16" y="16"/>
                    </a:cubicBezTo>
                    <a:cubicBezTo>
                      <a:pt x="16" y="16"/>
                      <a:pt x="16" y="16"/>
                      <a:pt x="16" y="16"/>
                    </a:cubicBezTo>
                    <a:cubicBezTo>
                      <a:pt x="22" y="20"/>
                      <a:pt x="30" y="24"/>
                      <a:pt x="35" y="25"/>
                    </a:cubicBezTo>
                    <a:cubicBezTo>
                      <a:pt x="35" y="25"/>
                      <a:pt x="35" y="25"/>
                      <a:pt x="35" y="25"/>
                    </a:cubicBezTo>
                    <a:cubicBezTo>
                      <a:pt x="35" y="25"/>
                      <a:pt x="36" y="25"/>
                      <a:pt x="36" y="25"/>
                    </a:cubicBezTo>
                    <a:cubicBezTo>
                      <a:pt x="36" y="25"/>
                      <a:pt x="36" y="25"/>
                      <a:pt x="36" y="25"/>
                    </a:cubicBezTo>
                    <a:cubicBezTo>
                      <a:pt x="36" y="25"/>
                      <a:pt x="36" y="25"/>
                      <a:pt x="37" y="25"/>
                    </a:cubicBezTo>
                    <a:cubicBezTo>
                      <a:pt x="37" y="25"/>
                      <a:pt x="37" y="25"/>
                      <a:pt x="37" y="25"/>
                    </a:cubicBezTo>
                    <a:cubicBezTo>
                      <a:pt x="41" y="26"/>
                      <a:pt x="48" y="20"/>
                      <a:pt x="54" y="15"/>
                    </a:cubicBezTo>
                    <a:cubicBezTo>
                      <a:pt x="54" y="15"/>
                      <a:pt x="54" y="15"/>
                      <a:pt x="54" y="15"/>
                    </a:cubicBezTo>
                    <a:cubicBezTo>
                      <a:pt x="58" y="10"/>
                      <a:pt x="62" y="5"/>
                      <a:pt x="63" y="3"/>
                    </a:cubicBezTo>
                    <a:cubicBezTo>
                      <a:pt x="63" y="3"/>
                      <a:pt x="63" y="3"/>
                      <a:pt x="63" y="3"/>
                    </a:cubicBezTo>
                    <a:cubicBezTo>
                      <a:pt x="61" y="1"/>
                      <a:pt x="61" y="1"/>
                      <a:pt x="61" y="1"/>
                    </a:cubicBezTo>
                    <a:cubicBezTo>
                      <a:pt x="65" y="1"/>
                      <a:pt x="65" y="1"/>
                      <a:pt x="65" y="1"/>
                    </a:cubicBezTo>
                    <a:cubicBezTo>
                      <a:pt x="66" y="0"/>
                      <a:pt x="66" y="0"/>
                      <a:pt x="66" y="0"/>
                    </a:cubicBezTo>
                    <a:cubicBezTo>
                      <a:pt x="67" y="1"/>
                      <a:pt x="67" y="1"/>
                      <a:pt x="67" y="1"/>
                    </a:cubicBezTo>
                    <a:cubicBezTo>
                      <a:pt x="71" y="1"/>
                      <a:pt x="71" y="1"/>
                      <a:pt x="71" y="1"/>
                    </a:cubicBezTo>
                    <a:cubicBezTo>
                      <a:pt x="69" y="2"/>
                      <a:pt x="69" y="2"/>
                      <a:pt x="69" y="2"/>
                    </a:cubicBezTo>
                    <a:cubicBezTo>
                      <a:pt x="71" y="4"/>
                      <a:pt x="71" y="4"/>
                      <a:pt x="71" y="4"/>
                    </a:cubicBezTo>
                    <a:cubicBezTo>
                      <a:pt x="70" y="6"/>
                      <a:pt x="70" y="6"/>
                      <a:pt x="70" y="6"/>
                    </a:cubicBezTo>
                    <a:cubicBezTo>
                      <a:pt x="70" y="6"/>
                      <a:pt x="70" y="6"/>
                      <a:pt x="70" y="6"/>
                    </a:cubicBezTo>
                    <a:cubicBezTo>
                      <a:pt x="70" y="6"/>
                      <a:pt x="69" y="6"/>
                      <a:pt x="69" y="7"/>
                    </a:cubicBezTo>
                    <a:cubicBezTo>
                      <a:pt x="69" y="7"/>
                      <a:pt x="69" y="7"/>
                      <a:pt x="69" y="7"/>
                    </a:cubicBezTo>
                    <a:cubicBezTo>
                      <a:pt x="69" y="7"/>
                      <a:pt x="68" y="8"/>
                      <a:pt x="67" y="10"/>
                    </a:cubicBezTo>
                    <a:cubicBezTo>
                      <a:pt x="67" y="10"/>
                      <a:pt x="67" y="10"/>
                      <a:pt x="67" y="10"/>
                    </a:cubicBezTo>
                    <a:cubicBezTo>
                      <a:pt x="65" y="12"/>
                      <a:pt x="62" y="16"/>
                      <a:pt x="58" y="19"/>
                    </a:cubicBezTo>
                    <a:cubicBezTo>
                      <a:pt x="58" y="19"/>
                      <a:pt x="58" y="19"/>
                      <a:pt x="58" y="19"/>
                    </a:cubicBezTo>
                    <a:cubicBezTo>
                      <a:pt x="52" y="25"/>
                      <a:pt x="45" y="32"/>
                      <a:pt x="37" y="32"/>
                    </a:cubicBezTo>
                    <a:cubicBezTo>
                      <a:pt x="37" y="32"/>
                      <a:pt x="37" y="32"/>
                      <a:pt x="37" y="32"/>
                    </a:cubicBezTo>
                    <a:cubicBezTo>
                      <a:pt x="36" y="32"/>
                      <a:pt x="35" y="32"/>
                      <a:pt x="34" y="32"/>
                    </a:cubicBezTo>
                    <a:close/>
                    <a:moveTo>
                      <a:pt x="4" y="12"/>
                    </a:moveTo>
                    <a:cubicBezTo>
                      <a:pt x="3" y="12"/>
                      <a:pt x="3" y="12"/>
                      <a:pt x="3" y="11"/>
                    </a:cubicBezTo>
                    <a:cubicBezTo>
                      <a:pt x="3" y="11"/>
                      <a:pt x="3" y="11"/>
                      <a:pt x="3" y="11"/>
                    </a:cubicBezTo>
                    <a:cubicBezTo>
                      <a:pt x="3" y="12"/>
                      <a:pt x="3" y="12"/>
                      <a:pt x="4"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2" name="Freeform 1340"/>
              <p:cNvSpPr/>
              <p:nvPr/>
            </p:nvSpPr>
            <p:spPr bwMode="auto">
              <a:xfrm>
                <a:off x="7486651" y="7650163"/>
                <a:ext cx="9525" cy="9525"/>
              </a:xfrm>
              <a:custGeom>
                <a:avLst/>
                <a:gdLst>
                  <a:gd name="T0" fmla="*/ 5 w 6"/>
                  <a:gd name="T1" fmla="*/ 0 h 6"/>
                  <a:gd name="T2" fmla="*/ 6 w 6"/>
                  <a:gd name="T3" fmla="*/ 2 h 6"/>
                  <a:gd name="T4" fmla="*/ 3 w 6"/>
                  <a:gd name="T5" fmla="*/ 6 h 6"/>
                  <a:gd name="T6" fmla="*/ 0 w 6"/>
                  <a:gd name="T7" fmla="*/ 4 h 6"/>
                  <a:gd name="T8" fmla="*/ 5 w 6"/>
                  <a:gd name="T9" fmla="*/ 0 h 6"/>
                  <a:gd name="T10" fmla="*/ 5 w 6"/>
                  <a:gd name="T11" fmla="*/ 0 h 6"/>
                </a:gdLst>
                <a:ahLst/>
                <a:cxnLst>
                  <a:cxn ang="0">
                    <a:pos x="T0" y="T1"/>
                  </a:cxn>
                  <a:cxn ang="0">
                    <a:pos x="T2" y="T3"/>
                  </a:cxn>
                  <a:cxn ang="0">
                    <a:pos x="T4" y="T5"/>
                  </a:cxn>
                  <a:cxn ang="0">
                    <a:pos x="T6" y="T7"/>
                  </a:cxn>
                  <a:cxn ang="0">
                    <a:pos x="T8" y="T9"/>
                  </a:cxn>
                  <a:cxn ang="0">
                    <a:pos x="T10" y="T11"/>
                  </a:cxn>
                </a:cxnLst>
                <a:rect l="0" t="0" r="r" b="b"/>
                <a:pathLst>
                  <a:path w="6" h="6">
                    <a:moveTo>
                      <a:pt x="5" y="0"/>
                    </a:moveTo>
                    <a:lnTo>
                      <a:pt x="6" y="2"/>
                    </a:lnTo>
                    <a:lnTo>
                      <a:pt x="3" y="6"/>
                    </a:lnTo>
                    <a:lnTo>
                      <a:pt x="0" y="4"/>
                    </a:lnTo>
                    <a:lnTo>
                      <a:pt x="5" y="0"/>
                    </a:lnTo>
                    <a:lnTo>
                      <a:pt x="5"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3" name="Freeform 1341"/>
              <p:cNvSpPr/>
              <p:nvPr/>
            </p:nvSpPr>
            <p:spPr bwMode="auto">
              <a:xfrm>
                <a:off x="7481889" y="7645401"/>
                <a:ext cx="19050" cy="17463"/>
              </a:xfrm>
              <a:custGeom>
                <a:avLst/>
                <a:gdLst>
                  <a:gd name="T0" fmla="*/ 0 w 12"/>
                  <a:gd name="T1" fmla="*/ 5 h 11"/>
                  <a:gd name="T2" fmla="*/ 6 w 12"/>
                  <a:gd name="T3" fmla="*/ 1 h 11"/>
                  <a:gd name="T4" fmla="*/ 8 w 12"/>
                  <a:gd name="T5" fmla="*/ 0 h 11"/>
                  <a:gd name="T6" fmla="*/ 12 w 12"/>
                  <a:gd name="T7" fmla="*/ 5 h 11"/>
                  <a:gd name="T8" fmla="*/ 6 w 12"/>
                  <a:gd name="T9" fmla="*/ 11 h 11"/>
                  <a:gd name="T10" fmla="*/ 0 w 12"/>
                  <a:gd name="T11" fmla="*/ 5 h 11"/>
                  <a:gd name="T12" fmla="*/ 0 w 12"/>
                  <a:gd name="T13" fmla="*/ 5 h 11"/>
                </a:gdLst>
                <a:ahLst/>
                <a:cxnLst>
                  <a:cxn ang="0">
                    <a:pos x="T0" y="T1"/>
                  </a:cxn>
                  <a:cxn ang="0">
                    <a:pos x="T2" y="T3"/>
                  </a:cxn>
                  <a:cxn ang="0">
                    <a:pos x="T4" y="T5"/>
                  </a:cxn>
                  <a:cxn ang="0">
                    <a:pos x="T6" y="T7"/>
                  </a:cxn>
                  <a:cxn ang="0">
                    <a:pos x="T8" y="T9"/>
                  </a:cxn>
                  <a:cxn ang="0">
                    <a:pos x="T10" y="T11"/>
                  </a:cxn>
                  <a:cxn ang="0">
                    <a:pos x="T12" y="T13"/>
                  </a:cxn>
                </a:cxnLst>
                <a:rect l="0" t="0" r="r" b="b"/>
                <a:pathLst>
                  <a:path w="12" h="11">
                    <a:moveTo>
                      <a:pt x="0" y="5"/>
                    </a:moveTo>
                    <a:lnTo>
                      <a:pt x="6" y="1"/>
                    </a:lnTo>
                    <a:lnTo>
                      <a:pt x="8" y="0"/>
                    </a:lnTo>
                    <a:lnTo>
                      <a:pt x="12" y="5"/>
                    </a:lnTo>
                    <a:lnTo>
                      <a:pt x="6" y="11"/>
                    </a:lnTo>
                    <a:lnTo>
                      <a:pt x="0" y="5"/>
                    </a:lnTo>
                    <a:lnTo>
                      <a:pt x="0"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4" name="Freeform 1342"/>
              <p:cNvSpPr/>
              <p:nvPr/>
            </p:nvSpPr>
            <p:spPr bwMode="auto">
              <a:xfrm>
                <a:off x="7593014" y="7634288"/>
                <a:ext cx="12700" cy="7938"/>
              </a:xfrm>
              <a:custGeom>
                <a:avLst/>
                <a:gdLst>
                  <a:gd name="T0" fmla="*/ 0 w 8"/>
                  <a:gd name="T1" fmla="*/ 0 h 5"/>
                  <a:gd name="T2" fmla="*/ 8 w 8"/>
                  <a:gd name="T3" fmla="*/ 3 h 5"/>
                  <a:gd name="T4" fmla="*/ 7 w 8"/>
                  <a:gd name="T5" fmla="*/ 5 h 5"/>
                  <a:gd name="T6" fmla="*/ 0 w 8"/>
                  <a:gd name="T7" fmla="*/ 4 h 5"/>
                  <a:gd name="T8" fmla="*/ 0 w 8"/>
                  <a:gd name="T9" fmla="*/ 0 h 5"/>
                  <a:gd name="T10" fmla="*/ 0 w 8"/>
                  <a:gd name="T11" fmla="*/ 0 h 5"/>
                </a:gdLst>
                <a:ahLst/>
                <a:cxnLst>
                  <a:cxn ang="0">
                    <a:pos x="T0" y="T1"/>
                  </a:cxn>
                  <a:cxn ang="0">
                    <a:pos x="T2" y="T3"/>
                  </a:cxn>
                  <a:cxn ang="0">
                    <a:pos x="T4" y="T5"/>
                  </a:cxn>
                  <a:cxn ang="0">
                    <a:pos x="T6" y="T7"/>
                  </a:cxn>
                  <a:cxn ang="0">
                    <a:pos x="T8" y="T9"/>
                  </a:cxn>
                  <a:cxn ang="0">
                    <a:pos x="T10" y="T11"/>
                  </a:cxn>
                </a:cxnLst>
                <a:rect l="0" t="0" r="r" b="b"/>
                <a:pathLst>
                  <a:path w="8" h="5">
                    <a:moveTo>
                      <a:pt x="0" y="0"/>
                    </a:moveTo>
                    <a:lnTo>
                      <a:pt x="8" y="3"/>
                    </a:lnTo>
                    <a:lnTo>
                      <a:pt x="7" y="5"/>
                    </a:lnTo>
                    <a:lnTo>
                      <a:pt x="0" y="4"/>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5" name="Freeform 1343"/>
              <p:cNvSpPr/>
              <p:nvPr/>
            </p:nvSpPr>
            <p:spPr bwMode="auto">
              <a:xfrm>
                <a:off x="7588251" y="7631113"/>
                <a:ext cx="20638" cy="15875"/>
              </a:xfrm>
              <a:custGeom>
                <a:avLst/>
                <a:gdLst>
                  <a:gd name="T0" fmla="*/ 0 w 13"/>
                  <a:gd name="T1" fmla="*/ 7 h 10"/>
                  <a:gd name="T2" fmla="*/ 1 w 13"/>
                  <a:gd name="T3" fmla="*/ 6 h 10"/>
                  <a:gd name="T4" fmla="*/ 1 w 13"/>
                  <a:gd name="T5" fmla="*/ 2 h 10"/>
                  <a:gd name="T6" fmla="*/ 2 w 13"/>
                  <a:gd name="T7" fmla="*/ 0 h 10"/>
                  <a:gd name="T8" fmla="*/ 13 w 13"/>
                  <a:gd name="T9" fmla="*/ 2 h 10"/>
                  <a:gd name="T10" fmla="*/ 12 w 13"/>
                  <a:gd name="T11" fmla="*/ 10 h 10"/>
                  <a:gd name="T12" fmla="*/ 0 w 13"/>
                  <a:gd name="T13" fmla="*/ 7 h 10"/>
                  <a:gd name="T14" fmla="*/ 0 w 13"/>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0">
                    <a:moveTo>
                      <a:pt x="0" y="7"/>
                    </a:moveTo>
                    <a:lnTo>
                      <a:pt x="1" y="6"/>
                    </a:lnTo>
                    <a:lnTo>
                      <a:pt x="1" y="2"/>
                    </a:lnTo>
                    <a:lnTo>
                      <a:pt x="2" y="0"/>
                    </a:lnTo>
                    <a:lnTo>
                      <a:pt x="13" y="2"/>
                    </a:lnTo>
                    <a:lnTo>
                      <a:pt x="12" y="10"/>
                    </a:lnTo>
                    <a:lnTo>
                      <a:pt x="0" y="7"/>
                    </a:lnTo>
                    <a:lnTo>
                      <a:pt x="0" y="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grpSp>
      </p:grpSp>
      <p:sp>
        <p:nvSpPr>
          <p:cNvPr id="78" name="文本框 77"/>
          <p:cNvSpPr txBox="1"/>
          <p:nvPr/>
        </p:nvSpPr>
        <p:spPr>
          <a:xfrm>
            <a:off x="5828269" y="2105990"/>
            <a:ext cx="4642545" cy="2400657"/>
          </a:xfrm>
          <a:prstGeom prst="rect">
            <a:avLst/>
          </a:prstGeom>
          <a:noFill/>
        </p:spPr>
        <p:txBody>
          <a:bodyPr wrap="square" rtlCol="0">
            <a:spAutoFit/>
          </a:bodyPr>
          <a:lstStyle/>
          <a:p>
            <a:pPr algn="ctr">
              <a:lnSpc>
                <a:spcPct val="125000"/>
              </a:lnSpc>
            </a:pPr>
            <a:r>
              <a:rPr lang="en-US" altLang="zh-CN" sz="6000" b="1" dirty="0">
                <a:latin typeface="Senty小丸子" panose="03000600000000000000" pitchFamily="66" charset="-122"/>
                <a:ea typeface="Senty小丸子" panose="03000600000000000000" pitchFamily="66" charset="-122"/>
              </a:rPr>
              <a:t>PART 01 </a:t>
            </a:r>
            <a:endParaRPr lang="en-US" altLang="zh-CN" sz="6000" b="1" dirty="0">
              <a:latin typeface="Senty小丸子" panose="03000600000000000000" pitchFamily="66" charset="-122"/>
              <a:ea typeface="Senty小丸子" panose="03000600000000000000" pitchFamily="66" charset="-122"/>
            </a:endParaRPr>
          </a:p>
          <a:p>
            <a:pPr algn="ctr">
              <a:lnSpc>
                <a:spcPct val="125000"/>
              </a:lnSpc>
            </a:pPr>
            <a:r>
              <a:rPr lang="zh-CN" altLang="en-US" sz="6000" b="1" dirty="0">
                <a:latin typeface="Senty小丸子" panose="03000600000000000000" pitchFamily="66" charset="-122"/>
                <a:ea typeface="Senty小丸子" panose="03000600000000000000" pitchFamily="66" charset="-122"/>
              </a:rPr>
              <a:t>教学</a:t>
            </a:r>
            <a:r>
              <a:rPr lang="zh-CN" altLang="en-US" sz="6000" b="1" dirty="0">
                <a:latin typeface="Senty小丸子" panose="03000600000000000000" pitchFamily="66" charset="-122"/>
                <a:ea typeface="Senty小丸子" panose="03000600000000000000" pitchFamily="66" charset="-122"/>
              </a:rPr>
              <a:t>分析</a:t>
            </a:r>
            <a:endParaRPr lang="zh-CN" altLang="en-US" sz="6000" b="1" dirty="0">
              <a:latin typeface="Senty小丸子" panose="03000600000000000000" pitchFamily="66" charset="-122"/>
              <a:ea typeface="Senty小丸子" panose="03000600000000000000" pitchFamily="66"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8"/>
                                        </p:tgtEl>
                                        <p:attrNameLst>
                                          <p:attrName>style.visibility</p:attrName>
                                        </p:attrNameLst>
                                      </p:cBhvr>
                                      <p:to>
                                        <p:strVal val="visible"/>
                                      </p:to>
                                    </p:set>
                                    <p:animEffect transition="in" filter="wipe(left)">
                                      <p:cBhvr>
                                        <p:cTn id="7"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p:cNvSpPr txBox="1"/>
          <p:nvPr/>
        </p:nvSpPr>
        <p:spPr>
          <a:xfrm>
            <a:off x="718098" y="215973"/>
            <a:ext cx="2402474" cy="584775"/>
          </a:xfrm>
          <a:prstGeom prst="rect">
            <a:avLst/>
          </a:prstGeom>
          <a:noFill/>
        </p:spPr>
        <p:txBody>
          <a:bodyPr wrap="square" rtlCol="0">
            <a:spAutoFit/>
          </a:bodyPr>
          <a:lstStyle/>
          <a:p>
            <a:r>
              <a:rPr lang="en-US" altLang="zh-CN" sz="3200" dirty="0">
                <a:latin typeface="Senty小丸子" panose="03000600000000000000" pitchFamily="66" charset="-122"/>
                <a:ea typeface="Senty小丸子" panose="03000600000000000000" pitchFamily="66" charset="-122"/>
              </a:rPr>
              <a:t>01 </a:t>
            </a:r>
            <a:r>
              <a:rPr lang="zh-CN" altLang="en-US" sz="3200" dirty="0">
                <a:latin typeface="Senty小丸子" panose="03000600000000000000" pitchFamily="66" charset="-122"/>
                <a:ea typeface="Senty小丸子" panose="03000600000000000000" pitchFamily="66" charset="-122"/>
              </a:rPr>
              <a:t>教学</a:t>
            </a:r>
            <a:r>
              <a:rPr lang="zh-CN" altLang="en-US" sz="3200" dirty="0">
                <a:latin typeface="Senty小丸子" panose="03000600000000000000" pitchFamily="66" charset="-122"/>
                <a:ea typeface="Senty小丸子" panose="03000600000000000000" pitchFamily="66" charset="-122"/>
              </a:rPr>
              <a:t>分析</a:t>
            </a:r>
            <a:endParaRPr lang="zh-CN" altLang="en-US" sz="3200" dirty="0">
              <a:latin typeface="Senty小丸子" panose="03000600000000000000" pitchFamily="66" charset="-122"/>
              <a:ea typeface="Senty小丸子" panose="03000600000000000000" pitchFamily="66" charset="-122"/>
            </a:endParaRPr>
          </a:p>
        </p:txBody>
      </p:sp>
      <p:grpSp>
        <p:nvGrpSpPr>
          <p:cNvPr id="5" name="Group 4"/>
          <p:cNvGrpSpPr>
            <a:grpSpLocks noChangeAspect="1"/>
          </p:cNvGrpSpPr>
          <p:nvPr/>
        </p:nvGrpSpPr>
        <p:grpSpPr bwMode="auto">
          <a:xfrm>
            <a:off x="145143" y="171426"/>
            <a:ext cx="439541" cy="518530"/>
            <a:chOff x="3082" y="1214"/>
            <a:chExt cx="1623" cy="1896"/>
          </a:xfrm>
          <a:solidFill>
            <a:schemeClr val="tx1"/>
          </a:solidFill>
        </p:grpSpPr>
        <p:grpSp>
          <p:nvGrpSpPr>
            <p:cNvPr id="6" name="Group 205"/>
            <p:cNvGrpSpPr/>
            <p:nvPr/>
          </p:nvGrpSpPr>
          <p:grpSpPr bwMode="auto">
            <a:xfrm>
              <a:off x="3082" y="1214"/>
              <a:ext cx="1623" cy="1603"/>
              <a:chOff x="3082" y="1214"/>
              <a:chExt cx="1623" cy="1603"/>
            </a:xfrm>
            <a:grpFill/>
          </p:grpSpPr>
          <p:sp>
            <p:nvSpPr>
              <p:cNvPr id="254" name="Freeform 5"/>
              <p:cNvSpPr/>
              <p:nvPr/>
            </p:nvSpPr>
            <p:spPr bwMode="auto">
              <a:xfrm>
                <a:off x="3608" y="2103"/>
                <a:ext cx="13" cy="0"/>
              </a:xfrm>
              <a:custGeom>
                <a:avLst/>
                <a:gdLst>
                  <a:gd name="T0" fmla="*/ 0 w 6"/>
                  <a:gd name="T1" fmla="*/ 6 w 6"/>
                  <a:gd name="T2" fmla="*/ 0 w 6"/>
                </a:gdLst>
                <a:ahLst/>
                <a:cxnLst>
                  <a:cxn ang="0">
                    <a:pos x="T0" y="0"/>
                  </a:cxn>
                  <a:cxn ang="0">
                    <a:pos x="T1" y="0"/>
                  </a:cxn>
                  <a:cxn ang="0">
                    <a:pos x="T2" y="0"/>
                  </a:cxn>
                </a:cxnLst>
                <a:rect l="0" t="0" r="r" b="b"/>
                <a:pathLst>
                  <a:path w="6">
                    <a:moveTo>
                      <a:pt x="0" y="0"/>
                    </a:moveTo>
                    <a:cubicBezTo>
                      <a:pt x="1" y="0"/>
                      <a:pt x="3" y="0"/>
                      <a:pt x="6" y="0"/>
                    </a:cubicBezTo>
                    <a:cubicBezTo>
                      <a:pt x="3" y="0"/>
                      <a:pt x="2"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5" name="Freeform 6"/>
              <p:cNvSpPr/>
              <p:nvPr/>
            </p:nvSpPr>
            <p:spPr bwMode="auto">
              <a:xfrm>
                <a:off x="3576" y="1893"/>
                <a:ext cx="5"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0" y="0"/>
                      <a:pt x="0" y="0"/>
                    </a:cubicBezTo>
                    <a:cubicBezTo>
                      <a:pt x="0" y="0"/>
                      <a:pt x="0" y="0"/>
                      <a:pt x="0" y="0"/>
                    </a:cubicBezTo>
                    <a:cubicBezTo>
                      <a:pt x="0" y="0"/>
                      <a:pt x="0" y="0"/>
                      <a:pt x="0" y="0"/>
                    </a:cubicBezTo>
                    <a:cubicBezTo>
                      <a:pt x="1" y="0"/>
                      <a:pt x="1" y="0"/>
                      <a:pt x="2" y="0"/>
                    </a:cubicBezTo>
                    <a:cubicBezTo>
                      <a:pt x="2" y="0"/>
                      <a:pt x="2" y="0"/>
                      <a:pt x="2"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6" name="Freeform 7"/>
              <p:cNvSpPr/>
              <p:nvPr/>
            </p:nvSpPr>
            <p:spPr bwMode="auto">
              <a:xfrm>
                <a:off x="3615" y="1903"/>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0"/>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7" name="Freeform 8"/>
              <p:cNvSpPr/>
              <p:nvPr/>
            </p:nvSpPr>
            <p:spPr bwMode="auto">
              <a:xfrm>
                <a:off x="3566" y="1893"/>
                <a:ext cx="6" cy="0"/>
              </a:xfrm>
              <a:custGeom>
                <a:avLst/>
                <a:gdLst>
                  <a:gd name="T0" fmla="*/ 3 w 3"/>
                  <a:gd name="T1" fmla="*/ 3 w 3"/>
                </a:gdLst>
                <a:ahLst/>
                <a:cxnLst>
                  <a:cxn ang="0">
                    <a:pos x="T0" y="0"/>
                  </a:cxn>
                  <a:cxn ang="0">
                    <a:pos x="T1" y="0"/>
                  </a:cxn>
                </a:cxnLst>
                <a:rect l="0" t="0" r="r" b="b"/>
                <a:pathLst>
                  <a:path w="3">
                    <a:moveTo>
                      <a:pt x="3" y="0"/>
                    </a:moveTo>
                    <a:cubicBezTo>
                      <a:pt x="0" y="0"/>
                      <a:pt x="1"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8" name="Freeform 9"/>
              <p:cNvSpPr/>
              <p:nvPr/>
            </p:nvSpPr>
            <p:spPr bwMode="auto">
              <a:xfrm>
                <a:off x="3820" y="2304"/>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9" name="Freeform 10"/>
              <p:cNvSpPr/>
              <p:nvPr/>
            </p:nvSpPr>
            <p:spPr bwMode="auto">
              <a:xfrm>
                <a:off x="3642" y="2209"/>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0" name="Freeform 11"/>
              <p:cNvSpPr/>
              <p:nvPr/>
            </p:nvSpPr>
            <p:spPr bwMode="auto">
              <a:xfrm>
                <a:off x="3549" y="2154"/>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0"/>
                      <a:pt x="1" y="1"/>
                      <a:pt x="1"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1" name="Freeform 12"/>
              <p:cNvSpPr/>
              <p:nvPr/>
            </p:nvSpPr>
            <p:spPr bwMode="auto">
              <a:xfrm>
                <a:off x="3610" y="1895"/>
                <a:ext cx="9" cy="8"/>
              </a:xfrm>
              <a:custGeom>
                <a:avLst/>
                <a:gdLst>
                  <a:gd name="T0" fmla="*/ 1 w 4"/>
                  <a:gd name="T1" fmla="*/ 1 h 4"/>
                  <a:gd name="T2" fmla="*/ 1 w 4"/>
                  <a:gd name="T3" fmla="*/ 2 h 4"/>
                  <a:gd name="T4" fmla="*/ 0 w 4"/>
                  <a:gd name="T5" fmla="*/ 2 h 4"/>
                  <a:gd name="T6" fmla="*/ 2 w 4"/>
                  <a:gd name="T7" fmla="*/ 4 h 4"/>
                  <a:gd name="T8" fmla="*/ 2 w 4"/>
                  <a:gd name="T9" fmla="*/ 2 h 4"/>
                  <a:gd name="T10" fmla="*/ 3 w 4"/>
                  <a:gd name="T11" fmla="*/ 1 h 4"/>
                  <a:gd name="T12" fmla="*/ 4 w 4"/>
                  <a:gd name="T13" fmla="*/ 0 h 4"/>
                  <a:gd name="T14" fmla="*/ 4 w 4"/>
                  <a:gd name="T15" fmla="*/ 0 h 4"/>
                  <a:gd name="T16" fmla="*/ 4 w 4"/>
                  <a:gd name="T17" fmla="*/ 0 h 4"/>
                  <a:gd name="T18" fmla="*/ 2 w 4"/>
                  <a:gd name="T19" fmla="*/ 0 h 4"/>
                  <a:gd name="T20" fmla="*/ 2 w 4"/>
                  <a:gd name="T21" fmla="*/ 0 h 4"/>
                  <a:gd name="T22" fmla="*/ 1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1" y="1"/>
                    </a:moveTo>
                    <a:cubicBezTo>
                      <a:pt x="1" y="2"/>
                      <a:pt x="1" y="2"/>
                      <a:pt x="1" y="2"/>
                    </a:cubicBezTo>
                    <a:cubicBezTo>
                      <a:pt x="1" y="2"/>
                      <a:pt x="0" y="2"/>
                      <a:pt x="0" y="2"/>
                    </a:cubicBezTo>
                    <a:cubicBezTo>
                      <a:pt x="1" y="2"/>
                      <a:pt x="2" y="3"/>
                      <a:pt x="2" y="4"/>
                    </a:cubicBezTo>
                    <a:cubicBezTo>
                      <a:pt x="2" y="3"/>
                      <a:pt x="2" y="3"/>
                      <a:pt x="2" y="2"/>
                    </a:cubicBezTo>
                    <a:cubicBezTo>
                      <a:pt x="3" y="1"/>
                      <a:pt x="3" y="1"/>
                      <a:pt x="3" y="1"/>
                    </a:cubicBezTo>
                    <a:cubicBezTo>
                      <a:pt x="4" y="0"/>
                      <a:pt x="4" y="0"/>
                      <a:pt x="4" y="0"/>
                    </a:cubicBezTo>
                    <a:cubicBezTo>
                      <a:pt x="4" y="0"/>
                      <a:pt x="4" y="0"/>
                      <a:pt x="4" y="0"/>
                    </a:cubicBezTo>
                    <a:cubicBezTo>
                      <a:pt x="4" y="0"/>
                      <a:pt x="4" y="0"/>
                      <a:pt x="4" y="0"/>
                    </a:cubicBezTo>
                    <a:cubicBezTo>
                      <a:pt x="3" y="0"/>
                      <a:pt x="2" y="0"/>
                      <a:pt x="2" y="0"/>
                    </a:cubicBezTo>
                    <a:cubicBezTo>
                      <a:pt x="2" y="0"/>
                      <a:pt x="2" y="0"/>
                      <a:pt x="2" y="0"/>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2" name="Freeform 13"/>
              <p:cNvSpPr/>
              <p:nvPr/>
            </p:nvSpPr>
            <p:spPr bwMode="auto">
              <a:xfrm>
                <a:off x="3926" y="1914"/>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3" name="Freeform 14"/>
              <p:cNvSpPr/>
              <p:nvPr/>
            </p:nvSpPr>
            <p:spPr bwMode="auto">
              <a:xfrm>
                <a:off x="3810" y="1774"/>
                <a:ext cx="2" cy="4"/>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0" y="2"/>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4" name="Freeform 15"/>
              <p:cNvSpPr/>
              <p:nvPr/>
            </p:nvSpPr>
            <p:spPr bwMode="auto">
              <a:xfrm>
                <a:off x="3846" y="2474"/>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5" name="Freeform 16"/>
              <p:cNvSpPr/>
              <p:nvPr/>
            </p:nvSpPr>
            <p:spPr bwMode="auto">
              <a:xfrm>
                <a:off x="3943" y="2546"/>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6" name="Freeform 17"/>
              <p:cNvSpPr/>
              <p:nvPr/>
            </p:nvSpPr>
            <p:spPr bwMode="auto">
              <a:xfrm>
                <a:off x="3846" y="2474"/>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7" name="Freeform 18"/>
              <p:cNvSpPr/>
              <p:nvPr/>
            </p:nvSpPr>
            <p:spPr bwMode="auto">
              <a:xfrm>
                <a:off x="4156" y="22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8" name="Freeform 19"/>
              <p:cNvSpPr/>
              <p:nvPr/>
            </p:nvSpPr>
            <p:spPr bwMode="auto">
              <a:xfrm>
                <a:off x="4056" y="2213"/>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9" name="Freeform 20"/>
              <p:cNvSpPr/>
              <p:nvPr/>
            </p:nvSpPr>
            <p:spPr bwMode="auto">
              <a:xfrm>
                <a:off x="3837" y="2470"/>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0" name="Freeform 21"/>
              <p:cNvSpPr/>
              <p:nvPr/>
            </p:nvSpPr>
            <p:spPr bwMode="auto">
              <a:xfrm>
                <a:off x="3954" y="2311"/>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1" name="Freeform 22"/>
              <p:cNvSpPr/>
              <p:nvPr/>
            </p:nvSpPr>
            <p:spPr bwMode="auto">
              <a:xfrm>
                <a:off x="3576" y="18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2" name="Freeform 23"/>
              <p:cNvSpPr/>
              <p:nvPr/>
            </p:nvSpPr>
            <p:spPr bwMode="auto">
              <a:xfrm>
                <a:off x="3281" y="254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3" name="Freeform 24"/>
              <p:cNvSpPr/>
              <p:nvPr/>
            </p:nvSpPr>
            <p:spPr bwMode="auto">
              <a:xfrm>
                <a:off x="3364" y="2470"/>
                <a:ext cx="2" cy="4"/>
              </a:xfrm>
              <a:custGeom>
                <a:avLst/>
                <a:gdLst>
                  <a:gd name="T0" fmla="*/ 1 w 1"/>
                  <a:gd name="T1" fmla="*/ 2 h 2"/>
                  <a:gd name="T2" fmla="*/ 1 w 1"/>
                  <a:gd name="T3" fmla="*/ 1 h 2"/>
                  <a:gd name="T4" fmla="*/ 1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0" y="0"/>
                      <a:pt x="1" y="1"/>
                      <a:pt x="1" y="1"/>
                    </a:cubicBezTo>
                    <a:cubicBezTo>
                      <a:pt x="1" y="1"/>
                      <a:pt x="1"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4" name="Freeform 25"/>
              <p:cNvSpPr/>
              <p:nvPr/>
            </p:nvSpPr>
            <p:spPr bwMode="auto">
              <a:xfrm>
                <a:off x="3360" y="2470"/>
                <a:ext cx="2"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5" name="Freeform 26"/>
              <p:cNvSpPr/>
              <p:nvPr/>
            </p:nvSpPr>
            <p:spPr bwMode="auto">
              <a:xfrm>
                <a:off x="3353" y="2470"/>
                <a:ext cx="3" cy="4"/>
              </a:xfrm>
              <a:custGeom>
                <a:avLst/>
                <a:gdLst>
                  <a:gd name="T0" fmla="*/ 1 w 1"/>
                  <a:gd name="T1" fmla="*/ 2 h 2"/>
                  <a:gd name="T2" fmla="*/ 0 w 1"/>
                  <a:gd name="T3" fmla="*/ 1 h 2"/>
                  <a:gd name="T4" fmla="*/ 1 w 1"/>
                  <a:gd name="T5" fmla="*/ 2 h 2"/>
                </a:gdLst>
                <a:ahLst/>
                <a:cxnLst>
                  <a:cxn ang="0">
                    <a:pos x="T0" y="T1"/>
                  </a:cxn>
                  <a:cxn ang="0">
                    <a:pos x="T2" y="T3"/>
                  </a:cxn>
                  <a:cxn ang="0">
                    <a:pos x="T4" y="T5"/>
                  </a:cxn>
                </a:cxnLst>
                <a:rect l="0" t="0" r="r" b="b"/>
                <a:pathLst>
                  <a:path w="1" h="2">
                    <a:moveTo>
                      <a:pt x="1" y="2"/>
                    </a:moveTo>
                    <a:cubicBezTo>
                      <a:pt x="0" y="0"/>
                      <a:pt x="1" y="1"/>
                      <a:pt x="0" y="1"/>
                    </a:cubicBezTo>
                    <a:cubicBezTo>
                      <a:pt x="1" y="1"/>
                      <a:pt x="1"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6" name="Freeform 27"/>
              <p:cNvSpPr/>
              <p:nvPr/>
            </p:nvSpPr>
            <p:spPr bwMode="auto">
              <a:xfrm>
                <a:off x="3392" y="2482"/>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1"/>
                      <a:pt x="1" y="1"/>
                    </a:cubicBezTo>
                    <a:cubicBezTo>
                      <a:pt x="0" y="0"/>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7" name="Freeform 28"/>
              <p:cNvSpPr/>
              <p:nvPr/>
            </p:nvSpPr>
            <p:spPr bwMode="auto">
              <a:xfrm>
                <a:off x="3390" y="2480"/>
                <a:ext cx="2" cy="7"/>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0"/>
                      <a:pt x="0" y="0"/>
                      <a:pt x="0" y="0"/>
                    </a:cubicBezTo>
                    <a:cubicBezTo>
                      <a:pt x="0" y="2"/>
                      <a:pt x="1" y="2"/>
                      <a:pt x="1"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8" name="Freeform 29"/>
              <p:cNvSpPr/>
              <p:nvPr/>
            </p:nvSpPr>
            <p:spPr bwMode="auto">
              <a:xfrm>
                <a:off x="3341" y="2474"/>
                <a:ext cx="2" cy="4"/>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1"/>
                      <a:pt x="1" y="1"/>
                      <a:pt x="1" y="2"/>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9" name="Freeform 30"/>
              <p:cNvSpPr/>
              <p:nvPr/>
            </p:nvSpPr>
            <p:spPr bwMode="auto">
              <a:xfrm>
                <a:off x="3822" y="2279"/>
                <a:ext cx="5" cy="4"/>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0" y="1"/>
                      <a:pt x="0" y="1"/>
                    </a:cubicBezTo>
                    <a:cubicBezTo>
                      <a:pt x="0" y="2"/>
                      <a:pt x="0" y="2"/>
                      <a:pt x="0" y="2"/>
                    </a:cubicBezTo>
                    <a:cubicBezTo>
                      <a:pt x="1" y="1"/>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0" name="Freeform 31"/>
              <p:cNvSpPr/>
              <p:nvPr/>
            </p:nvSpPr>
            <p:spPr bwMode="auto">
              <a:xfrm>
                <a:off x="3292" y="2529"/>
                <a:ext cx="2" cy="2"/>
              </a:xfrm>
              <a:custGeom>
                <a:avLst/>
                <a:gdLst>
                  <a:gd name="T0" fmla="*/ 2 w 2"/>
                  <a:gd name="T1" fmla="*/ 2 h 2"/>
                  <a:gd name="T2" fmla="*/ 0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0" y="0"/>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1" name="Freeform 32"/>
              <p:cNvSpPr/>
              <p:nvPr/>
            </p:nvSpPr>
            <p:spPr bwMode="auto">
              <a:xfrm>
                <a:off x="3699" y="2796"/>
                <a:ext cx="7" cy="5"/>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3" y="1"/>
                      <a:pt x="2" y="0"/>
                      <a:pt x="2" y="0"/>
                    </a:cubicBezTo>
                    <a:cubicBezTo>
                      <a:pt x="0" y="0"/>
                      <a:pt x="3"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2" name="Freeform 33"/>
              <p:cNvSpPr/>
              <p:nvPr/>
            </p:nvSpPr>
            <p:spPr bwMode="auto">
              <a:xfrm>
                <a:off x="4616" y="1870"/>
                <a:ext cx="2"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3" name="Freeform 34"/>
              <p:cNvSpPr/>
              <p:nvPr/>
            </p:nvSpPr>
            <p:spPr bwMode="auto">
              <a:xfrm>
                <a:off x="3262" y="2567"/>
                <a:ext cx="4" cy="4"/>
              </a:xfrm>
              <a:custGeom>
                <a:avLst/>
                <a:gdLst>
                  <a:gd name="T0" fmla="*/ 0 w 4"/>
                  <a:gd name="T1" fmla="*/ 2 h 4"/>
                  <a:gd name="T2" fmla="*/ 4 w 4"/>
                  <a:gd name="T3" fmla="*/ 4 h 4"/>
                  <a:gd name="T4" fmla="*/ 0 w 4"/>
                  <a:gd name="T5" fmla="*/ 0 h 4"/>
                  <a:gd name="T6" fmla="*/ 0 w 4"/>
                  <a:gd name="T7" fmla="*/ 2 h 4"/>
                </a:gdLst>
                <a:ahLst/>
                <a:cxnLst>
                  <a:cxn ang="0">
                    <a:pos x="T0" y="T1"/>
                  </a:cxn>
                  <a:cxn ang="0">
                    <a:pos x="T2" y="T3"/>
                  </a:cxn>
                  <a:cxn ang="0">
                    <a:pos x="T4" y="T5"/>
                  </a:cxn>
                  <a:cxn ang="0">
                    <a:pos x="T6" y="T7"/>
                  </a:cxn>
                </a:cxnLst>
                <a:rect l="0" t="0" r="r" b="b"/>
                <a:pathLst>
                  <a:path w="4" h="4">
                    <a:moveTo>
                      <a:pt x="0" y="2"/>
                    </a:moveTo>
                    <a:lnTo>
                      <a:pt x="4" y="4"/>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4" name="Freeform 35"/>
              <p:cNvSpPr/>
              <p:nvPr/>
            </p:nvSpPr>
            <p:spPr bwMode="auto">
              <a:xfrm>
                <a:off x="3570" y="1893"/>
                <a:ext cx="6" cy="6"/>
              </a:xfrm>
              <a:custGeom>
                <a:avLst/>
                <a:gdLst>
                  <a:gd name="T0" fmla="*/ 1 w 3"/>
                  <a:gd name="T1" fmla="*/ 0 h 3"/>
                  <a:gd name="T2" fmla="*/ 1 w 3"/>
                  <a:gd name="T3" fmla="*/ 0 h 3"/>
                  <a:gd name="T4" fmla="*/ 1 w 3"/>
                  <a:gd name="T5" fmla="*/ 0 h 3"/>
                  <a:gd name="T6" fmla="*/ 1 w 3"/>
                  <a:gd name="T7" fmla="*/ 0 h 3"/>
                  <a:gd name="T8" fmla="*/ 1 w 3"/>
                  <a:gd name="T9" fmla="*/ 0 h 3"/>
                  <a:gd name="T10" fmla="*/ 2 w 3"/>
                  <a:gd name="T11" fmla="*/ 1 h 3"/>
                  <a:gd name="T12" fmla="*/ 0 w 3"/>
                  <a:gd name="T13" fmla="*/ 2 h 3"/>
                  <a:gd name="T14" fmla="*/ 2 w 3"/>
                  <a:gd name="T15" fmla="*/ 2 h 3"/>
                  <a:gd name="T16" fmla="*/ 3 w 3"/>
                  <a:gd name="T17" fmla="*/ 0 h 3"/>
                  <a:gd name="T18" fmla="*/ 1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1" y="0"/>
                    </a:moveTo>
                    <a:cubicBezTo>
                      <a:pt x="1" y="0"/>
                      <a:pt x="1" y="0"/>
                      <a:pt x="1" y="0"/>
                    </a:cubicBezTo>
                    <a:cubicBezTo>
                      <a:pt x="1" y="0"/>
                      <a:pt x="1" y="0"/>
                      <a:pt x="1" y="0"/>
                    </a:cubicBezTo>
                    <a:cubicBezTo>
                      <a:pt x="1" y="0"/>
                      <a:pt x="1" y="0"/>
                      <a:pt x="1" y="0"/>
                    </a:cubicBezTo>
                    <a:cubicBezTo>
                      <a:pt x="1" y="0"/>
                      <a:pt x="1" y="0"/>
                      <a:pt x="1" y="0"/>
                    </a:cubicBezTo>
                    <a:cubicBezTo>
                      <a:pt x="2" y="1"/>
                      <a:pt x="2" y="1"/>
                      <a:pt x="2" y="1"/>
                    </a:cubicBezTo>
                    <a:cubicBezTo>
                      <a:pt x="1" y="2"/>
                      <a:pt x="0" y="0"/>
                      <a:pt x="0" y="2"/>
                    </a:cubicBezTo>
                    <a:cubicBezTo>
                      <a:pt x="0" y="3"/>
                      <a:pt x="1" y="3"/>
                      <a:pt x="2" y="2"/>
                    </a:cubicBezTo>
                    <a:cubicBezTo>
                      <a:pt x="3" y="0"/>
                      <a:pt x="3" y="0"/>
                      <a:pt x="3" y="0"/>
                    </a:cubicBezTo>
                    <a:cubicBezTo>
                      <a:pt x="3"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5" name="Freeform 36"/>
              <p:cNvSpPr/>
              <p:nvPr/>
            </p:nvSpPr>
            <p:spPr bwMode="auto">
              <a:xfrm>
                <a:off x="3207" y="2465"/>
                <a:ext cx="183" cy="174"/>
              </a:xfrm>
              <a:custGeom>
                <a:avLst/>
                <a:gdLst>
                  <a:gd name="T0" fmla="*/ 83 w 86"/>
                  <a:gd name="T1" fmla="*/ 5 h 82"/>
                  <a:gd name="T2" fmla="*/ 80 w 86"/>
                  <a:gd name="T3" fmla="*/ 4 h 82"/>
                  <a:gd name="T4" fmla="*/ 77 w 86"/>
                  <a:gd name="T5" fmla="*/ 8 h 82"/>
                  <a:gd name="T6" fmla="*/ 76 w 86"/>
                  <a:gd name="T7" fmla="*/ 6 h 82"/>
                  <a:gd name="T8" fmla="*/ 72 w 86"/>
                  <a:gd name="T9" fmla="*/ 7 h 82"/>
                  <a:gd name="T10" fmla="*/ 70 w 86"/>
                  <a:gd name="T11" fmla="*/ 4 h 82"/>
                  <a:gd name="T12" fmla="*/ 67 w 86"/>
                  <a:gd name="T13" fmla="*/ 1 h 82"/>
                  <a:gd name="T14" fmla="*/ 68 w 86"/>
                  <a:gd name="T15" fmla="*/ 6 h 82"/>
                  <a:gd name="T16" fmla="*/ 70 w 86"/>
                  <a:gd name="T17" fmla="*/ 10 h 82"/>
                  <a:gd name="T18" fmla="*/ 65 w 86"/>
                  <a:gd name="T19" fmla="*/ 6 h 82"/>
                  <a:gd name="T20" fmla="*/ 65 w 86"/>
                  <a:gd name="T21" fmla="*/ 8 h 82"/>
                  <a:gd name="T22" fmla="*/ 62 w 86"/>
                  <a:gd name="T23" fmla="*/ 6 h 82"/>
                  <a:gd name="T24" fmla="*/ 61 w 86"/>
                  <a:gd name="T25" fmla="*/ 8 h 82"/>
                  <a:gd name="T26" fmla="*/ 59 w 86"/>
                  <a:gd name="T27" fmla="*/ 9 h 82"/>
                  <a:gd name="T28" fmla="*/ 62 w 86"/>
                  <a:gd name="T29" fmla="*/ 15 h 82"/>
                  <a:gd name="T30" fmla="*/ 58 w 86"/>
                  <a:gd name="T31" fmla="*/ 10 h 82"/>
                  <a:gd name="T32" fmla="*/ 57 w 86"/>
                  <a:gd name="T33" fmla="*/ 12 h 82"/>
                  <a:gd name="T34" fmla="*/ 53 w 86"/>
                  <a:gd name="T35" fmla="*/ 17 h 82"/>
                  <a:gd name="T36" fmla="*/ 51 w 86"/>
                  <a:gd name="T37" fmla="*/ 19 h 82"/>
                  <a:gd name="T38" fmla="*/ 48 w 86"/>
                  <a:gd name="T39" fmla="*/ 22 h 82"/>
                  <a:gd name="T40" fmla="*/ 48 w 86"/>
                  <a:gd name="T41" fmla="*/ 24 h 82"/>
                  <a:gd name="T42" fmla="*/ 46 w 86"/>
                  <a:gd name="T43" fmla="*/ 24 h 82"/>
                  <a:gd name="T44" fmla="*/ 45 w 86"/>
                  <a:gd name="T45" fmla="*/ 25 h 82"/>
                  <a:gd name="T46" fmla="*/ 46 w 86"/>
                  <a:gd name="T47" fmla="*/ 27 h 82"/>
                  <a:gd name="T48" fmla="*/ 43 w 86"/>
                  <a:gd name="T49" fmla="*/ 28 h 82"/>
                  <a:gd name="T50" fmla="*/ 40 w 86"/>
                  <a:gd name="T51" fmla="*/ 30 h 82"/>
                  <a:gd name="T52" fmla="*/ 38 w 86"/>
                  <a:gd name="T53" fmla="*/ 32 h 82"/>
                  <a:gd name="T54" fmla="*/ 36 w 86"/>
                  <a:gd name="T55" fmla="*/ 34 h 82"/>
                  <a:gd name="T56" fmla="*/ 36 w 86"/>
                  <a:gd name="T57" fmla="*/ 37 h 82"/>
                  <a:gd name="T58" fmla="*/ 34 w 86"/>
                  <a:gd name="T59" fmla="*/ 36 h 82"/>
                  <a:gd name="T60" fmla="*/ 34 w 86"/>
                  <a:gd name="T61" fmla="*/ 37 h 82"/>
                  <a:gd name="T62" fmla="*/ 31 w 86"/>
                  <a:gd name="T63" fmla="*/ 41 h 82"/>
                  <a:gd name="T64" fmla="*/ 32 w 86"/>
                  <a:gd name="T65" fmla="*/ 45 h 82"/>
                  <a:gd name="T66" fmla="*/ 31 w 86"/>
                  <a:gd name="T67" fmla="*/ 48 h 82"/>
                  <a:gd name="T68" fmla="*/ 28 w 86"/>
                  <a:gd name="T69" fmla="*/ 47 h 82"/>
                  <a:gd name="T70" fmla="*/ 25 w 86"/>
                  <a:gd name="T71" fmla="*/ 53 h 82"/>
                  <a:gd name="T72" fmla="*/ 24 w 86"/>
                  <a:gd name="T73" fmla="*/ 55 h 82"/>
                  <a:gd name="T74" fmla="*/ 18 w 86"/>
                  <a:gd name="T75" fmla="*/ 59 h 82"/>
                  <a:gd name="T76" fmla="*/ 15 w 86"/>
                  <a:gd name="T77" fmla="*/ 59 h 82"/>
                  <a:gd name="T78" fmla="*/ 14 w 86"/>
                  <a:gd name="T79" fmla="*/ 60 h 82"/>
                  <a:gd name="T80" fmla="*/ 11 w 86"/>
                  <a:gd name="T81" fmla="*/ 69 h 82"/>
                  <a:gd name="T82" fmla="*/ 2 w 86"/>
                  <a:gd name="T83" fmla="*/ 75 h 82"/>
                  <a:gd name="T84" fmla="*/ 23 w 86"/>
                  <a:gd name="T85" fmla="*/ 72 h 82"/>
                  <a:gd name="T86" fmla="*/ 28 w 86"/>
                  <a:gd name="T87" fmla="*/ 68 h 82"/>
                  <a:gd name="T88" fmla="*/ 42 w 86"/>
                  <a:gd name="T89" fmla="*/ 48 h 82"/>
                  <a:gd name="T90" fmla="*/ 49 w 86"/>
                  <a:gd name="T91" fmla="*/ 45 h 82"/>
                  <a:gd name="T92" fmla="*/ 55 w 86"/>
                  <a:gd name="T93" fmla="*/ 43 h 82"/>
                  <a:gd name="T94" fmla="*/ 63 w 86"/>
                  <a:gd name="T95" fmla="*/ 35 h 82"/>
                  <a:gd name="T96" fmla="*/ 68 w 86"/>
                  <a:gd name="T97" fmla="*/ 31 h 82"/>
                  <a:gd name="T98" fmla="*/ 74 w 86"/>
                  <a:gd name="T99" fmla="*/ 23 h 82"/>
                  <a:gd name="T100" fmla="*/ 75 w 86"/>
                  <a:gd name="T101" fmla="*/ 16 h 82"/>
                  <a:gd name="T102" fmla="*/ 82 w 86"/>
                  <a:gd name="T103" fmla="*/ 14 h 82"/>
                  <a:gd name="T104" fmla="*/ 84 w 86"/>
                  <a:gd name="T105" fmla="*/ 13 h 82"/>
                  <a:gd name="T106" fmla="*/ 84 w 86"/>
                  <a:gd name="T107" fmla="*/ 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82">
                    <a:moveTo>
                      <a:pt x="84" y="7"/>
                    </a:moveTo>
                    <a:cubicBezTo>
                      <a:pt x="85" y="8"/>
                      <a:pt x="85" y="9"/>
                      <a:pt x="86" y="10"/>
                    </a:cubicBezTo>
                    <a:cubicBezTo>
                      <a:pt x="85" y="6"/>
                      <a:pt x="85" y="6"/>
                      <a:pt x="85" y="6"/>
                    </a:cubicBezTo>
                    <a:cubicBezTo>
                      <a:pt x="85" y="7"/>
                      <a:pt x="85" y="6"/>
                      <a:pt x="84" y="5"/>
                    </a:cubicBezTo>
                    <a:cubicBezTo>
                      <a:pt x="84" y="6"/>
                      <a:pt x="84" y="6"/>
                      <a:pt x="84" y="6"/>
                    </a:cubicBezTo>
                    <a:cubicBezTo>
                      <a:pt x="83" y="5"/>
                      <a:pt x="83" y="5"/>
                      <a:pt x="83" y="5"/>
                    </a:cubicBezTo>
                    <a:cubicBezTo>
                      <a:pt x="83" y="5"/>
                      <a:pt x="82" y="4"/>
                      <a:pt x="82" y="6"/>
                    </a:cubicBezTo>
                    <a:cubicBezTo>
                      <a:pt x="83" y="7"/>
                      <a:pt x="83" y="7"/>
                      <a:pt x="83" y="7"/>
                    </a:cubicBezTo>
                    <a:cubicBezTo>
                      <a:pt x="83" y="7"/>
                      <a:pt x="84" y="9"/>
                      <a:pt x="83" y="8"/>
                    </a:cubicBezTo>
                    <a:cubicBezTo>
                      <a:pt x="82" y="6"/>
                      <a:pt x="82" y="6"/>
                      <a:pt x="82" y="6"/>
                    </a:cubicBezTo>
                    <a:cubicBezTo>
                      <a:pt x="82" y="6"/>
                      <a:pt x="82" y="6"/>
                      <a:pt x="82" y="6"/>
                    </a:cubicBezTo>
                    <a:cubicBezTo>
                      <a:pt x="80" y="4"/>
                      <a:pt x="80" y="4"/>
                      <a:pt x="80" y="4"/>
                    </a:cubicBezTo>
                    <a:cubicBezTo>
                      <a:pt x="82" y="7"/>
                      <a:pt x="80" y="5"/>
                      <a:pt x="81" y="6"/>
                    </a:cubicBezTo>
                    <a:cubicBezTo>
                      <a:pt x="80" y="6"/>
                      <a:pt x="80" y="6"/>
                      <a:pt x="80" y="6"/>
                    </a:cubicBezTo>
                    <a:cubicBezTo>
                      <a:pt x="79" y="5"/>
                      <a:pt x="81" y="7"/>
                      <a:pt x="81" y="7"/>
                    </a:cubicBezTo>
                    <a:cubicBezTo>
                      <a:pt x="80" y="7"/>
                      <a:pt x="79" y="5"/>
                      <a:pt x="79" y="4"/>
                    </a:cubicBezTo>
                    <a:cubicBezTo>
                      <a:pt x="78" y="4"/>
                      <a:pt x="79" y="6"/>
                      <a:pt x="77" y="5"/>
                    </a:cubicBezTo>
                    <a:cubicBezTo>
                      <a:pt x="77" y="5"/>
                      <a:pt x="77" y="6"/>
                      <a:pt x="77" y="8"/>
                    </a:cubicBezTo>
                    <a:cubicBezTo>
                      <a:pt x="77" y="8"/>
                      <a:pt x="76" y="5"/>
                      <a:pt x="76" y="6"/>
                    </a:cubicBezTo>
                    <a:cubicBezTo>
                      <a:pt x="75" y="5"/>
                      <a:pt x="74" y="3"/>
                      <a:pt x="74" y="2"/>
                    </a:cubicBezTo>
                    <a:cubicBezTo>
                      <a:pt x="74" y="2"/>
                      <a:pt x="73" y="1"/>
                      <a:pt x="73" y="2"/>
                    </a:cubicBezTo>
                    <a:cubicBezTo>
                      <a:pt x="73" y="1"/>
                      <a:pt x="72" y="0"/>
                      <a:pt x="72" y="0"/>
                    </a:cubicBezTo>
                    <a:cubicBezTo>
                      <a:pt x="73" y="1"/>
                      <a:pt x="74" y="3"/>
                      <a:pt x="74" y="3"/>
                    </a:cubicBezTo>
                    <a:cubicBezTo>
                      <a:pt x="76" y="5"/>
                      <a:pt x="74" y="4"/>
                      <a:pt x="76" y="6"/>
                    </a:cubicBezTo>
                    <a:cubicBezTo>
                      <a:pt x="75" y="6"/>
                      <a:pt x="74" y="6"/>
                      <a:pt x="74" y="7"/>
                    </a:cubicBezTo>
                    <a:cubicBezTo>
                      <a:pt x="74" y="7"/>
                      <a:pt x="73" y="5"/>
                      <a:pt x="73" y="4"/>
                    </a:cubicBezTo>
                    <a:cubicBezTo>
                      <a:pt x="73" y="6"/>
                      <a:pt x="73" y="7"/>
                      <a:pt x="73" y="7"/>
                    </a:cubicBezTo>
                    <a:cubicBezTo>
                      <a:pt x="74" y="8"/>
                      <a:pt x="74" y="8"/>
                      <a:pt x="75" y="10"/>
                    </a:cubicBezTo>
                    <a:cubicBezTo>
                      <a:pt x="75" y="10"/>
                      <a:pt x="75" y="11"/>
                      <a:pt x="75" y="11"/>
                    </a:cubicBezTo>
                    <a:cubicBezTo>
                      <a:pt x="74" y="9"/>
                      <a:pt x="72" y="7"/>
                      <a:pt x="72" y="7"/>
                    </a:cubicBezTo>
                    <a:cubicBezTo>
                      <a:pt x="71" y="5"/>
                      <a:pt x="73" y="7"/>
                      <a:pt x="71" y="5"/>
                    </a:cubicBezTo>
                    <a:cubicBezTo>
                      <a:pt x="70" y="3"/>
                      <a:pt x="71" y="2"/>
                      <a:pt x="72" y="3"/>
                    </a:cubicBezTo>
                    <a:cubicBezTo>
                      <a:pt x="71" y="1"/>
                      <a:pt x="71" y="3"/>
                      <a:pt x="70" y="1"/>
                    </a:cubicBezTo>
                    <a:cubicBezTo>
                      <a:pt x="70" y="1"/>
                      <a:pt x="70" y="3"/>
                      <a:pt x="70" y="3"/>
                    </a:cubicBezTo>
                    <a:cubicBezTo>
                      <a:pt x="71" y="4"/>
                      <a:pt x="71" y="4"/>
                      <a:pt x="71" y="5"/>
                    </a:cubicBezTo>
                    <a:cubicBezTo>
                      <a:pt x="72" y="8"/>
                      <a:pt x="70" y="4"/>
                      <a:pt x="70" y="4"/>
                    </a:cubicBezTo>
                    <a:cubicBezTo>
                      <a:pt x="69" y="3"/>
                      <a:pt x="69" y="3"/>
                      <a:pt x="69" y="3"/>
                    </a:cubicBezTo>
                    <a:cubicBezTo>
                      <a:pt x="69" y="3"/>
                      <a:pt x="69" y="4"/>
                      <a:pt x="69" y="4"/>
                    </a:cubicBezTo>
                    <a:cubicBezTo>
                      <a:pt x="67" y="2"/>
                      <a:pt x="69" y="4"/>
                      <a:pt x="68" y="2"/>
                    </a:cubicBezTo>
                    <a:cubicBezTo>
                      <a:pt x="67" y="0"/>
                      <a:pt x="67" y="0"/>
                      <a:pt x="67" y="0"/>
                    </a:cubicBezTo>
                    <a:cubicBezTo>
                      <a:pt x="66" y="0"/>
                      <a:pt x="68" y="2"/>
                      <a:pt x="67" y="2"/>
                    </a:cubicBezTo>
                    <a:cubicBezTo>
                      <a:pt x="67" y="1"/>
                      <a:pt x="67" y="1"/>
                      <a:pt x="67" y="1"/>
                    </a:cubicBezTo>
                    <a:cubicBezTo>
                      <a:pt x="67" y="2"/>
                      <a:pt x="67" y="2"/>
                      <a:pt x="67" y="2"/>
                    </a:cubicBezTo>
                    <a:cubicBezTo>
                      <a:pt x="68" y="3"/>
                      <a:pt x="69" y="4"/>
                      <a:pt x="69" y="4"/>
                    </a:cubicBezTo>
                    <a:cubicBezTo>
                      <a:pt x="70" y="7"/>
                      <a:pt x="69" y="4"/>
                      <a:pt x="69" y="5"/>
                    </a:cubicBezTo>
                    <a:cubicBezTo>
                      <a:pt x="69" y="7"/>
                      <a:pt x="69" y="5"/>
                      <a:pt x="70" y="6"/>
                    </a:cubicBezTo>
                    <a:cubicBezTo>
                      <a:pt x="71" y="8"/>
                      <a:pt x="70" y="8"/>
                      <a:pt x="70" y="8"/>
                    </a:cubicBezTo>
                    <a:cubicBezTo>
                      <a:pt x="70" y="9"/>
                      <a:pt x="69" y="7"/>
                      <a:pt x="68" y="6"/>
                    </a:cubicBezTo>
                    <a:cubicBezTo>
                      <a:pt x="68" y="6"/>
                      <a:pt x="68" y="5"/>
                      <a:pt x="69" y="6"/>
                    </a:cubicBezTo>
                    <a:cubicBezTo>
                      <a:pt x="68" y="4"/>
                      <a:pt x="67" y="3"/>
                      <a:pt x="66" y="2"/>
                    </a:cubicBezTo>
                    <a:cubicBezTo>
                      <a:pt x="65" y="1"/>
                      <a:pt x="67" y="4"/>
                      <a:pt x="67" y="4"/>
                    </a:cubicBezTo>
                    <a:cubicBezTo>
                      <a:pt x="67" y="3"/>
                      <a:pt x="68" y="5"/>
                      <a:pt x="68" y="6"/>
                    </a:cubicBezTo>
                    <a:cubicBezTo>
                      <a:pt x="70" y="10"/>
                      <a:pt x="66" y="3"/>
                      <a:pt x="66" y="4"/>
                    </a:cubicBezTo>
                    <a:cubicBezTo>
                      <a:pt x="68" y="6"/>
                      <a:pt x="67" y="8"/>
                      <a:pt x="70" y="10"/>
                    </a:cubicBezTo>
                    <a:cubicBezTo>
                      <a:pt x="70" y="11"/>
                      <a:pt x="70" y="12"/>
                      <a:pt x="70" y="12"/>
                    </a:cubicBezTo>
                    <a:cubicBezTo>
                      <a:pt x="69" y="10"/>
                      <a:pt x="69" y="10"/>
                      <a:pt x="68" y="8"/>
                    </a:cubicBezTo>
                    <a:cubicBezTo>
                      <a:pt x="68" y="9"/>
                      <a:pt x="68" y="9"/>
                      <a:pt x="68" y="9"/>
                    </a:cubicBezTo>
                    <a:cubicBezTo>
                      <a:pt x="66" y="6"/>
                      <a:pt x="66" y="6"/>
                      <a:pt x="66" y="6"/>
                    </a:cubicBezTo>
                    <a:cubicBezTo>
                      <a:pt x="64" y="3"/>
                      <a:pt x="64" y="3"/>
                      <a:pt x="64" y="3"/>
                    </a:cubicBezTo>
                    <a:cubicBezTo>
                      <a:pt x="64" y="4"/>
                      <a:pt x="65" y="5"/>
                      <a:pt x="65" y="6"/>
                    </a:cubicBezTo>
                    <a:cubicBezTo>
                      <a:pt x="64" y="5"/>
                      <a:pt x="64" y="4"/>
                      <a:pt x="64" y="4"/>
                    </a:cubicBezTo>
                    <a:cubicBezTo>
                      <a:pt x="64" y="5"/>
                      <a:pt x="65" y="7"/>
                      <a:pt x="65" y="7"/>
                    </a:cubicBezTo>
                    <a:cubicBezTo>
                      <a:pt x="65" y="7"/>
                      <a:pt x="64" y="6"/>
                      <a:pt x="63" y="5"/>
                    </a:cubicBezTo>
                    <a:cubicBezTo>
                      <a:pt x="63" y="4"/>
                      <a:pt x="63" y="4"/>
                      <a:pt x="63" y="4"/>
                    </a:cubicBezTo>
                    <a:cubicBezTo>
                      <a:pt x="63" y="5"/>
                      <a:pt x="62" y="3"/>
                      <a:pt x="62" y="4"/>
                    </a:cubicBezTo>
                    <a:cubicBezTo>
                      <a:pt x="63" y="5"/>
                      <a:pt x="64" y="6"/>
                      <a:pt x="65" y="8"/>
                    </a:cubicBezTo>
                    <a:cubicBezTo>
                      <a:pt x="65" y="8"/>
                      <a:pt x="64" y="7"/>
                      <a:pt x="64" y="7"/>
                    </a:cubicBezTo>
                    <a:cubicBezTo>
                      <a:pt x="63" y="6"/>
                      <a:pt x="63" y="6"/>
                      <a:pt x="63" y="6"/>
                    </a:cubicBezTo>
                    <a:cubicBezTo>
                      <a:pt x="63" y="7"/>
                      <a:pt x="62" y="4"/>
                      <a:pt x="62" y="5"/>
                    </a:cubicBezTo>
                    <a:cubicBezTo>
                      <a:pt x="62" y="6"/>
                      <a:pt x="62" y="6"/>
                      <a:pt x="62" y="6"/>
                    </a:cubicBezTo>
                    <a:cubicBezTo>
                      <a:pt x="62" y="6"/>
                      <a:pt x="62" y="5"/>
                      <a:pt x="61" y="5"/>
                    </a:cubicBezTo>
                    <a:cubicBezTo>
                      <a:pt x="62" y="6"/>
                      <a:pt x="62" y="6"/>
                      <a:pt x="62" y="6"/>
                    </a:cubicBezTo>
                    <a:cubicBezTo>
                      <a:pt x="61" y="5"/>
                      <a:pt x="61" y="5"/>
                      <a:pt x="61" y="5"/>
                    </a:cubicBezTo>
                    <a:cubicBezTo>
                      <a:pt x="62" y="6"/>
                      <a:pt x="63" y="8"/>
                      <a:pt x="61" y="6"/>
                    </a:cubicBezTo>
                    <a:cubicBezTo>
                      <a:pt x="63" y="8"/>
                      <a:pt x="61" y="6"/>
                      <a:pt x="62" y="7"/>
                    </a:cubicBezTo>
                    <a:cubicBezTo>
                      <a:pt x="64" y="9"/>
                      <a:pt x="63" y="9"/>
                      <a:pt x="63" y="9"/>
                    </a:cubicBezTo>
                    <a:cubicBezTo>
                      <a:pt x="62" y="7"/>
                      <a:pt x="63" y="9"/>
                      <a:pt x="63" y="9"/>
                    </a:cubicBezTo>
                    <a:cubicBezTo>
                      <a:pt x="61" y="8"/>
                      <a:pt x="61" y="8"/>
                      <a:pt x="61" y="8"/>
                    </a:cubicBezTo>
                    <a:cubicBezTo>
                      <a:pt x="62" y="9"/>
                      <a:pt x="62" y="9"/>
                      <a:pt x="62" y="9"/>
                    </a:cubicBezTo>
                    <a:cubicBezTo>
                      <a:pt x="60" y="6"/>
                      <a:pt x="62" y="10"/>
                      <a:pt x="61" y="10"/>
                    </a:cubicBezTo>
                    <a:cubicBezTo>
                      <a:pt x="61" y="9"/>
                      <a:pt x="60" y="7"/>
                      <a:pt x="60" y="7"/>
                    </a:cubicBezTo>
                    <a:cubicBezTo>
                      <a:pt x="61" y="9"/>
                      <a:pt x="61" y="10"/>
                      <a:pt x="62" y="11"/>
                    </a:cubicBezTo>
                    <a:cubicBezTo>
                      <a:pt x="61" y="11"/>
                      <a:pt x="60" y="9"/>
                      <a:pt x="59" y="7"/>
                    </a:cubicBezTo>
                    <a:cubicBezTo>
                      <a:pt x="60" y="9"/>
                      <a:pt x="58" y="7"/>
                      <a:pt x="59" y="9"/>
                    </a:cubicBezTo>
                    <a:cubicBezTo>
                      <a:pt x="60" y="9"/>
                      <a:pt x="60" y="10"/>
                      <a:pt x="61" y="11"/>
                    </a:cubicBezTo>
                    <a:cubicBezTo>
                      <a:pt x="61" y="11"/>
                      <a:pt x="60" y="10"/>
                      <a:pt x="60" y="10"/>
                    </a:cubicBezTo>
                    <a:cubicBezTo>
                      <a:pt x="60" y="10"/>
                      <a:pt x="61" y="12"/>
                      <a:pt x="61" y="12"/>
                    </a:cubicBezTo>
                    <a:cubicBezTo>
                      <a:pt x="61" y="12"/>
                      <a:pt x="62" y="14"/>
                      <a:pt x="61" y="13"/>
                    </a:cubicBezTo>
                    <a:cubicBezTo>
                      <a:pt x="60" y="12"/>
                      <a:pt x="61" y="12"/>
                      <a:pt x="60" y="11"/>
                    </a:cubicBezTo>
                    <a:cubicBezTo>
                      <a:pt x="60" y="11"/>
                      <a:pt x="62" y="15"/>
                      <a:pt x="62" y="15"/>
                    </a:cubicBezTo>
                    <a:cubicBezTo>
                      <a:pt x="63" y="16"/>
                      <a:pt x="65" y="18"/>
                      <a:pt x="65" y="19"/>
                    </a:cubicBezTo>
                    <a:cubicBezTo>
                      <a:pt x="64" y="19"/>
                      <a:pt x="65" y="18"/>
                      <a:pt x="63" y="17"/>
                    </a:cubicBezTo>
                    <a:cubicBezTo>
                      <a:pt x="63" y="17"/>
                      <a:pt x="63" y="17"/>
                      <a:pt x="63" y="17"/>
                    </a:cubicBezTo>
                    <a:cubicBezTo>
                      <a:pt x="61" y="15"/>
                      <a:pt x="61" y="13"/>
                      <a:pt x="59" y="11"/>
                    </a:cubicBezTo>
                    <a:cubicBezTo>
                      <a:pt x="60" y="12"/>
                      <a:pt x="60" y="12"/>
                      <a:pt x="60" y="12"/>
                    </a:cubicBezTo>
                    <a:cubicBezTo>
                      <a:pt x="59" y="12"/>
                      <a:pt x="58" y="10"/>
                      <a:pt x="58" y="10"/>
                    </a:cubicBezTo>
                    <a:cubicBezTo>
                      <a:pt x="59" y="12"/>
                      <a:pt x="57" y="11"/>
                      <a:pt x="58" y="11"/>
                    </a:cubicBezTo>
                    <a:cubicBezTo>
                      <a:pt x="59" y="12"/>
                      <a:pt x="58" y="11"/>
                      <a:pt x="58" y="12"/>
                    </a:cubicBezTo>
                    <a:cubicBezTo>
                      <a:pt x="58" y="12"/>
                      <a:pt x="60" y="14"/>
                      <a:pt x="59" y="14"/>
                    </a:cubicBezTo>
                    <a:cubicBezTo>
                      <a:pt x="57" y="11"/>
                      <a:pt x="57" y="11"/>
                      <a:pt x="57" y="11"/>
                    </a:cubicBezTo>
                    <a:cubicBezTo>
                      <a:pt x="56" y="11"/>
                      <a:pt x="58" y="13"/>
                      <a:pt x="57" y="12"/>
                    </a:cubicBezTo>
                    <a:cubicBezTo>
                      <a:pt x="57" y="12"/>
                      <a:pt x="57" y="12"/>
                      <a:pt x="57" y="12"/>
                    </a:cubicBezTo>
                    <a:cubicBezTo>
                      <a:pt x="56" y="12"/>
                      <a:pt x="55" y="13"/>
                      <a:pt x="57" y="17"/>
                    </a:cubicBezTo>
                    <a:cubicBezTo>
                      <a:pt x="56" y="16"/>
                      <a:pt x="55" y="16"/>
                      <a:pt x="54" y="15"/>
                    </a:cubicBezTo>
                    <a:cubicBezTo>
                      <a:pt x="55" y="16"/>
                      <a:pt x="55" y="17"/>
                      <a:pt x="55" y="17"/>
                    </a:cubicBezTo>
                    <a:cubicBezTo>
                      <a:pt x="54" y="16"/>
                      <a:pt x="54" y="16"/>
                      <a:pt x="54" y="16"/>
                    </a:cubicBezTo>
                    <a:cubicBezTo>
                      <a:pt x="53" y="15"/>
                      <a:pt x="54" y="17"/>
                      <a:pt x="54" y="18"/>
                    </a:cubicBezTo>
                    <a:cubicBezTo>
                      <a:pt x="53" y="17"/>
                      <a:pt x="53" y="17"/>
                      <a:pt x="53" y="17"/>
                    </a:cubicBezTo>
                    <a:cubicBezTo>
                      <a:pt x="52" y="16"/>
                      <a:pt x="54" y="18"/>
                      <a:pt x="54" y="18"/>
                    </a:cubicBezTo>
                    <a:cubicBezTo>
                      <a:pt x="53" y="17"/>
                      <a:pt x="53" y="17"/>
                      <a:pt x="53" y="17"/>
                    </a:cubicBezTo>
                    <a:cubicBezTo>
                      <a:pt x="54" y="18"/>
                      <a:pt x="54" y="18"/>
                      <a:pt x="54" y="18"/>
                    </a:cubicBezTo>
                    <a:cubicBezTo>
                      <a:pt x="54" y="19"/>
                      <a:pt x="53" y="19"/>
                      <a:pt x="52" y="17"/>
                    </a:cubicBezTo>
                    <a:cubicBezTo>
                      <a:pt x="53" y="18"/>
                      <a:pt x="53" y="18"/>
                      <a:pt x="53" y="18"/>
                    </a:cubicBezTo>
                    <a:cubicBezTo>
                      <a:pt x="52" y="18"/>
                      <a:pt x="51" y="18"/>
                      <a:pt x="51" y="19"/>
                    </a:cubicBezTo>
                    <a:cubicBezTo>
                      <a:pt x="52" y="19"/>
                      <a:pt x="52" y="20"/>
                      <a:pt x="53" y="21"/>
                    </a:cubicBezTo>
                    <a:cubicBezTo>
                      <a:pt x="55" y="22"/>
                      <a:pt x="53" y="20"/>
                      <a:pt x="54" y="22"/>
                    </a:cubicBezTo>
                    <a:cubicBezTo>
                      <a:pt x="53" y="21"/>
                      <a:pt x="52" y="20"/>
                      <a:pt x="52" y="20"/>
                    </a:cubicBezTo>
                    <a:cubicBezTo>
                      <a:pt x="49" y="18"/>
                      <a:pt x="50" y="21"/>
                      <a:pt x="50" y="20"/>
                    </a:cubicBezTo>
                    <a:cubicBezTo>
                      <a:pt x="50" y="21"/>
                      <a:pt x="50" y="21"/>
                      <a:pt x="50" y="21"/>
                    </a:cubicBezTo>
                    <a:cubicBezTo>
                      <a:pt x="48" y="20"/>
                      <a:pt x="50" y="22"/>
                      <a:pt x="48" y="22"/>
                    </a:cubicBezTo>
                    <a:cubicBezTo>
                      <a:pt x="49" y="22"/>
                      <a:pt x="51" y="25"/>
                      <a:pt x="51" y="25"/>
                    </a:cubicBezTo>
                    <a:cubicBezTo>
                      <a:pt x="52" y="26"/>
                      <a:pt x="49" y="23"/>
                      <a:pt x="48" y="22"/>
                    </a:cubicBezTo>
                    <a:cubicBezTo>
                      <a:pt x="48" y="23"/>
                      <a:pt x="48" y="23"/>
                      <a:pt x="48" y="23"/>
                    </a:cubicBezTo>
                    <a:cubicBezTo>
                      <a:pt x="48" y="23"/>
                      <a:pt x="48" y="23"/>
                      <a:pt x="48" y="23"/>
                    </a:cubicBezTo>
                    <a:cubicBezTo>
                      <a:pt x="48" y="24"/>
                      <a:pt x="49" y="25"/>
                      <a:pt x="48" y="24"/>
                    </a:cubicBezTo>
                    <a:cubicBezTo>
                      <a:pt x="48" y="24"/>
                      <a:pt x="48" y="24"/>
                      <a:pt x="48" y="24"/>
                    </a:cubicBezTo>
                    <a:cubicBezTo>
                      <a:pt x="48" y="24"/>
                      <a:pt x="47" y="23"/>
                      <a:pt x="47" y="23"/>
                    </a:cubicBezTo>
                    <a:cubicBezTo>
                      <a:pt x="48" y="25"/>
                      <a:pt x="47" y="24"/>
                      <a:pt x="48" y="25"/>
                    </a:cubicBezTo>
                    <a:cubicBezTo>
                      <a:pt x="47" y="25"/>
                      <a:pt x="47" y="25"/>
                      <a:pt x="47" y="25"/>
                    </a:cubicBezTo>
                    <a:cubicBezTo>
                      <a:pt x="48" y="26"/>
                      <a:pt x="48" y="26"/>
                      <a:pt x="48" y="26"/>
                    </a:cubicBezTo>
                    <a:cubicBezTo>
                      <a:pt x="47" y="26"/>
                      <a:pt x="47" y="26"/>
                      <a:pt x="47" y="26"/>
                    </a:cubicBezTo>
                    <a:cubicBezTo>
                      <a:pt x="46" y="24"/>
                      <a:pt x="46" y="24"/>
                      <a:pt x="46" y="24"/>
                    </a:cubicBezTo>
                    <a:cubicBezTo>
                      <a:pt x="45" y="24"/>
                      <a:pt x="47" y="25"/>
                      <a:pt x="47" y="26"/>
                    </a:cubicBezTo>
                    <a:cubicBezTo>
                      <a:pt x="48" y="27"/>
                      <a:pt x="47" y="26"/>
                      <a:pt x="46" y="26"/>
                    </a:cubicBezTo>
                    <a:cubicBezTo>
                      <a:pt x="46" y="25"/>
                      <a:pt x="47" y="26"/>
                      <a:pt x="47" y="25"/>
                    </a:cubicBezTo>
                    <a:cubicBezTo>
                      <a:pt x="46" y="24"/>
                      <a:pt x="46" y="25"/>
                      <a:pt x="46" y="25"/>
                    </a:cubicBezTo>
                    <a:cubicBezTo>
                      <a:pt x="46" y="25"/>
                      <a:pt x="47" y="26"/>
                      <a:pt x="46" y="26"/>
                    </a:cubicBezTo>
                    <a:cubicBezTo>
                      <a:pt x="46" y="26"/>
                      <a:pt x="46" y="26"/>
                      <a:pt x="45" y="25"/>
                    </a:cubicBezTo>
                    <a:cubicBezTo>
                      <a:pt x="46" y="26"/>
                      <a:pt x="45" y="26"/>
                      <a:pt x="46" y="27"/>
                    </a:cubicBezTo>
                    <a:cubicBezTo>
                      <a:pt x="46" y="27"/>
                      <a:pt x="47" y="27"/>
                      <a:pt x="47" y="28"/>
                    </a:cubicBezTo>
                    <a:cubicBezTo>
                      <a:pt x="47" y="28"/>
                      <a:pt x="47" y="28"/>
                      <a:pt x="47" y="28"/>
                    </a:cubicBezTo>
                    <a:cubicBezTo>
                      <a:pt x="47" y="27"/>
                      <a:pt x="47" y="27"/>
                      <a:pt x="47" y="27"/>
                    </a:cubicBezTo>
                    <a:cubicBezTo>
                      <a:pt x="47" y="28"/>
                      <a:pt x="46" y="28"/>
                      <a:pt x="47" y="29"/>
                    </a:cubicBezTo>
                    <a:cubicBezTo>
                      <a:pt x="46" y="27"/>
                      <a:pt x="46" y="27"/>
                      <a:pt x="46" y="27"/>
                    </a:cubicBezTo>
                    <a:cubicBezTo>
                      <a:pt x="47" y="28"/>
                      <a:pt x="46" y="28"/>
                      <a:pt x="46" y="29"/>
                    </a:cubicBezTo>
                    <a:cubicBezTo>
                      <a:pt x="45" y="27"/>
                      <a:pt x="44" y="26"/>
                      <a:pt x="44" y="26"/>
                    </a:cubicBezTo>
                    <a:cubicBezTo>
                      <a:pt x="44" y="27"/>
                      <a:pt x="44" y="27"/>
                      <a:pt x="44" y="27"/>
                    </a:cubicBezTo>
                    <a:cubicBezTo>
                      <a:pt x="44" y="28"/>
                      <a:pt x="44" y="27"/>
                      <a:pt x="43" y="27"/>
                    </a:cubicBezTo>
                    <a:cubicBezTo>
                      <a:pt x="42" y="26"/>
                      <a:pt x="46" y="31"/>
                      <a:pt x="45" y="30"/>
                    </a:cubicBezTo>
                    <a:cubicBezTo>
                      <a:pt x="44" y="28"/>
                      <a:pt x="43" y="28"/>
                      <a:pt x="43" y="28"/>
                    </a:cubicBezTo>
                    <a:cubicBezTo>
                      <a:pt x="43" y="29"/>
                      <a:pt x="43" y="29"/>
                      <a:pt x="43" y="29"/>
                    </a:cubicBezTo>
                    <a:cubicBezTo>
                      <a:pt x="44" y="29"/>
                      <a:pt x="42" y="28"/>
                      <a:pt x="44" y="28"/>
                    </a:cubicBezTo>
                    <a:cubicBezTo>
                      <a:pt x="44" y="29"/>
                      <a:pt x="44" y="29"/>
                      <a:pt x="44" y="30"/>
                    </a:cubicBezTo>
                    <a:cubicBezTo>
                      <a:pt x="41" y="27"/>
                      <a:pt x="42" y="30"/>
                      <a:pt x="40" y="29"/>
                    </a:cubicBezTo>
                    <a:cubicBezTo>
                      <a:pt x="42" y="30"/>
                      <a:pt x="41" y="29"/>
                      <a:pt x="41" y="30"/>
                    </a:cubicBezTo>
                    <a:cubicBezTo>
                      <a:pt x="39" y="28"/>
                      <a:pt x="41" y="31"/>
                      <a:pt x="40" y="30"/>
                    </a:cubicBezTo>
                    <a:cubicBezTo>
                      <a:pt x="42" y="32"/>
                      <a:pt x="42" y="32"/>
                      <a:pt x="42" y="32"/>
                    </a:cubicBezTo>
                    <a:cubicBezTo>
                      <a:pt x="40" y="31"/>
                      <a:pt x="44" y="35"/>
                      <a:pt x="41" y="33"/>
                    </a:cubicBezTo>
                    <a:cubicBezTo>
                      <a:pt x="40" y="31"/>
                      <a:pt x="40" y="31"/>
                      <a:pt x="40" y="31"/>
                    </a:cubicBezTo>
                    <a:cubicBezTo>
                      <a:pt x="38" y="29"/>
                      <a:pt x="41" y="33"/>
                      <a:pt x="39" y="31"/>
                    </a:cubicBezTo>
                    <a:cubicBezTo>
                      <a:pt x="39" y="32"/>
                      <a:pt x="40" y="33"/>
                      <a:pt x="41" y="34"/>
                    </a:cubicBezTo>
                    <a:cubicBezTo>
                      <a:pt x="40" y="33"/>
                      <a:pt x="39" y="33"/>
                      <a:pt x="38" y="32"/>
                    </a:cubicBezTo>
                    <a:cubicBezTo>
                      <a:pt x="39" y="33"/>
                      <a:pt x="39" y="33"/>
                      <a:pt x="38" y="33"/>
                    </a:cubicBezTo>
                    <a:cubicBezTo>
                      <a:pt x="38" y="32"/>
                      <a:pt x="38" y="32"/>
                      <a:pt x="38" y="32"/>
                    </a:cubicBezTo>
                    <a:cubicBezTo>
                      <a:pt x="37" y="32"/>
                      <a:pt x="38" y="33"/>
                      <a:pt x="38" y="33"/>
                    </a:cubicBezTo>
                    <a:cubicBezTo>
                      <a:pt x="37" y="32"/>
                      <a:pt x="37" y="33"/>
                      <a:pt x="36" y="33"/>
                    </a:cubicBezTo>
                    <a:cubicBezTo>
                      <a:pt x="37" y="35"/>
                      <a:pt x="35" y="32"/>
                      <a:pt x="37" y="35"/>
                    </a:cubicBezTo>
                    <a:cubicBezTo>
                      <a:pt x="36" y="34"/>
                      <a:pt x="36" y="34"/>
                      <a:pt x="36" y="34"/>
                    </a:cubicBezTo>
                    <a:cubicBezTo>
                      <a:pt x="37" y="35"/>
                      <a:pt x="38" y="36"/>
                      <a:pt x="38" y="37"/>
                    </a:cubicBezTo>
                    <a:cubicBezTo>
                      <a:pt x="36" y="35"/>
                      <a:pt x="36" y="35"/>
                      <a:pt x="36" y="35"/>
                    </a:cubicBezTo>
                    <a:cubicBezTo>
                      <a:pt x="35" y="33"/>
                      <a:pt x="36" y="35"/>
                      <a:pt x="35" y="34"/>
                    </a:cubicBezTo>
                    <a:cubicBezTo>
                      <a:pt x="36" y="35"/>
                      <a:pt x="35" y="34"/>
                      <a:pt x="36" y="35"/>
                    </a:cubicBezTo>
                    <a:cubicBezTo>
                      <a:pt x="36" y="36"/>
                      <a:pt x="36" y="36"/>
                      <a:pt x="36" y="36"/>
                    </a:cubicBezTo>
                    <a:cubicBezTo>
                      <a:pt x="36" y="37"/>
                      <a:pt x="36" y="37"/>
                      <a:pt x="36" y="37"/>
                    </a:cubicBezTo>
                    <a:cubicBezTo>
                      <a:pt x="36" y="38"/>
                      <a:pt x="35" y="36"/>
                      <a:pt x="35" y="36"/>
                    </a:cubicBezTo>
                    <a:cubicBezTo>
                      <a:pt x="34" y="35"/>
                      <a:pt x="34" y="36"/>
                      <a:pt x="35" y="36"/>
                    </a:cubicBezTo>
                    <a:cubicBezTo>
                      <a:pt x="35" y="36"/>
                      <a:pt x="35" y="36"/>
                      <a:pt x="35" y="37"/>
                    </a:cubicBezTo>
                    <a:cubicBezTo>
                      <a:pt x="35" y="36"/>
                      <a:pt x="35" y="36"/>
                      <a:pt x="35" y="36"/>
                    </a:cubicBezTo>
                    <a:cubicBezTo>
                      <a:pt x="35" y="36"/>
                      <a:pt x="35" y="36"/>
                      <a:pt x="35" y="37"/>
                    </a:cubicBezTo>
                    <a:cubicBezTo>
                      <a:pt x="35" y="36"/>
                      <a:pt x="35" y="36"/>
                      <a:pt x="34" y="36"/>
                    </a:cubicBezTo>
                    <a:cubicBezTo>
                      <a:pt x="34" y="36"/>
                      <a:pt x="34" y="36"/>
                      <a:pt x="35" y="36"/>
                    </a:cubicBezTo>
                    <a:cubicBezTo>
                      <a:pt x="34" y="36"/>
                      <a:pt x="34" y="36"/>
                      <a:pt x="34" y="36"/>
                    </a:cubicBezTo>
                    <a:cubicBezTo>
                      <a:pt x="34" y="36"/>
                      <a:pt x="34" y="36"/>
                      <a:pt x="34" y="36"/>
                    </a:cubicBezTo>
                    <a:cubicBezTo>
                      <a:pt x="34" y="36"/>
                      <a:pt x="34" y="36"/>
                      <a:pt x="34" y="36"/>
                    </a:cubicBezTo>
                    <a:cubicBezTo>
                      <a:pt x="33" y="35"/>
                      <a:pt x="33" y="35"/>
                      <a:pt x="33" y="35"/>
                    </a:cubicBezTo>
                    <a:cubicBezTo>
                      <a:pt x="33" y="35"/>
                      <a:pt x="33" y="36"/>
                      <a:pt x="34" y="37"/>
                    </a:cubicBezTo>
                    <a:cubicBezTo>
                      <a:pt x="32" y="36"/>
                      <a:pt x="33" y="38"/>
                      <a:pt x="33" y="39"/>
                    </a:cubicBezTo>
                    <a:cubicBezTo>
                      <a:pt x="33" y="39"/>
                      <a:pt x="32" y="38"/>
                      <a:pt x="33" y="38"/>
                    </a:cubicBezTo>
                    <a:cubicBezTo>
                      <a:pt x="33" y="39"/>
                      <a:pt x="33" y="40"/>
                      <a:pt x="33" y="39"/>
                    </a:cubicBezTo>
                    <a:cubicBezTo>
                      <a:pt x="33" y="40"/>
                      <a:pt x="32" y="38"/>
                      <a:pt x="32" y="38"/>
                    </a:cubicBezTo>
                    <a:cubicBezTo>
                      <a:pt x="31" y="38"/>
                      <a:pt x="33" y="40"/>
                      <a:pt x="32" y="40"/>
                    </a:cubicBezTo>
                    <a:cubicBezTo>
                      <a:pt x="30" y="38"/>
                      <a:pt x="33" y="42"/>
                      <a:pt x="31" y="41"/>
                    </a:cubicBezTo>
                    <a:cubicBezTo>
                      <a:pt x="31" y="41"/>
                      <a:pt x="31" y="40"/>
                      <a:pt x="30" y="39"/>
                    </a:cubicBezTo>
                    <a:cubicBezTo>
                      <a:pt x="30" y="40"/>
                      <a:pt x="30" y="41"/>
                      <a:pt x="31" y="43"/>
                    </a:cubicBezTo>
                    <a:cubicBezTo>
                      <a:pt x="30" y="41"/>
                      <a:pt x="30" y="41"/>
                      <a:pt x="30" y="41"/>
                    </a:cubicBezTo>
                    <a:cubicBezTo>
                      <a:pt x="30" y="41"/>
                      <a:pt x="30" y="42"/>
                      <a:pt x="31" y="43"/>
                    </a:cubicBezTo>
                    <a:cubicBezTo>
                      <a:pt x="32" y="44"/>
                      <a:pt x="32" y="45"/>
                      <a:pt x="32" y="45"/>
                    </a:cubicBezTo>
                    <a:cubicBezTo>
                      <a:pt x="32" y="45"/>
                      <a:pt x="32" y="45"/>
                      <a:pt x="32" y="45"/>
                    </a:cubicBezTo>
                    <a:cubicBezTo>
                      <a:pt x="32" y="46"/>
                      <a:pt x="32" y="46"/>
                      <a:pt x="32" y="46"/>
                    </a:cubicBezTo>
                    <a:cubicBezTo>
                      <a:pt x="31" y="45"/>
                      <a:pt x="31" y="45"/>
                      <a:pt x="31" y="45"/>
                    </a:cubicBezTo>
                    <a:cubicBezTo>
                      <a:pt x="29" y="43"/>
                      <a:pt x="29" y="44"/>
                      <a:pt x="29" y="44"/>
                    </a:cubicBezTo>
                    <a:cubicBezTo>
                      <a:pt x="30" y="45"/>
                      <a:pt x="30" y="45"/>
                      <a:pt x="30" y="45"/>
                    </a:cubicBezTo>
                    <a:cubicBezTo>
                      <a:pt x="30" y="46"/>
                      <a:pt x="29" y="44"/>
                      <a:pt x="29" y="44"/>
                    </a:cubicBezTo>
                    <a:cubicBezTo>
                      <a:pt x="31" y="48"/>
                      <a:pt x="31" y="48"/>
                      <a:pt x="31" y="48"/>
                    </a:cubicBezTo>
                    <a:cubicBezTo>
                      <a:pt x="31" y="48"/>
                      <a:pt x="30" y="47"/>
                      <a:pt x="29" y="46"/>
                    </a:cubicBezTo>
                    <a:cubicBezTo>
                      <a:pt x="29" y="46"/>
                      <a:pt x="31" y="49"/>
                      <a:pt x="31" y="50"/>
                    </a:cubicBezTo>
                    <a:cubicBezTo>
                      <a:pt x="31" y="50"/>
                      <a:pt x="31" y="51"/>
                      <a:pt x="31" y="51"/>
                    </a:cubicBezTo>
                    <a:cubicBezTo>
                      <a:pt x="30" y="50"/>
                      <a:pt x="31" y="51"/>
                      <a:pt x="31" y="51"/>
                    </a:cubicBezTo>
                    <a:cubicBezTo>
                      <a:pt x="30" y="50"/>
                      <a:pt x="30" y="50"/>
                      <a:pt x="30" y="50"/>
                    </a:cubicBezTo>
                    <a:cubicBezTo>
                      <a:pt x="30" y="49"/>
                      <a:pt x="28" y="48"/>
                      <a:pt x="28" y="47"/>
                    </a:cubicBezTo>
                    <a:cubicBezTo>
                      <a:pt x="28" y="48"/>
                      <a:pt x="27" y="47"/>
                      <a:pt x="26" y="47"/>
                    </a:cubicBezTo>
                    <a:cubicBezTo>
                      <a:pt x="28" y="49"/>
                      <a:pt x="27" y="49"/>
                      <a:pt x="28" y="51"/>
                    </a:cubicBezTo>
                    <a:cubicBezTo>
                      <a:pt x="28" y="51"/>
                      <a:pt x="27" y="49"/>
                      <a:pt x="26" y="49"/>
                    </a:cubicBezTo>
                    <a:cubicBezTo>
                      <a:pt x="27" y="50"/>
                      <a:pt x="26" y="50"/>
                      <a:pt x="25" y="50"/>
                    </a:cubicBezTo>
                    <a:cubicBezTo>
                      <a:pt x="25" y="50"/>
                      <a:pt x="25" y="50"/>
                      <a:pt x="25" y="50"/>
                    </a:cubicBezTo>
                    <a:cubicBezTo>
                      <a:pt x="25" y="51"/>
                      <a:pt x="24" y="51"/>
                      <a:pt x="25" y="53"/>
                    </a:cubicBezTo>
                    <a:cubicBezTo>
                      <a:pt x="25" y="52"/>
                      <a:pt x="25" y="52"/>
                      <a:pt x="25" y="52"/>
                    </a:cubicBezTo>
                    <a:cubicBezTo>
                      <a:pt x="24" y="51"/>
                      <a:pt x="27" y="54"/>
                      <a:pt x="25" y="53"/>
                    </a:cubicBezTo>
                    <a:cubicBezTo>
                      <a:pt x="25" y="52"/>
                      <a:pt x="25" y="52"/>
                      <a:pt x="25" y="52"/>
                    </a:cubicBezTo>
                    <a:cubicBezTo>
                      <a:pt x="25" y="53"/>
                      <a:pt x="23" y="52"/>
                      <a:pt x="24" y="54"/>
                    </a:cubicBezTo>
                    <a:cubicBezTo>
                      <a:pt x="24" y="53"/>
                      <a:pt x="24" y="53"/>
                      <a:pt x="24" y="53"/>
                    </a:cubicBezTo>
                    <a:cubicBezTo>
                      <a:pt x="24" y="53"/>
                      <a:pt x="23" y="53"/>
                      <a:pt x="24" y="55"/>
                    </a:cubicBezTo>
                    <a:cubicBezTo>
                      <a:pt x="23" y="53"/>
                      <a:pt x="23" y="53"/>
                      <a:pt x="23" y="53"/>
                    </a:cubicBezTo>
                    <a:cubicBezTo>
                      <a:pt x="22" y="52"/>
                      <a:pt x="24" y="55"/>
                      <a:pt x="23" y="55"/>
                    </a:cubicBezTo>
                    <a:cubicBezTo>
                      <a:pt x="23" y="55"/>
                      <a:pt x="22" y="54"/>
                      <a:pt x="22" y="54"/>
                    </a:cubicBezTo>
                    <a:cubicBezTo>
                      <a:pt x="23" y="55"/>
                      <a:pt x="22" y="55"/>
                      <a:pt x="23" y="55"/>
                    </a:cubicBezTo>
                    <a:cubicBezTo>
                      <a:pt x="21" y="54"/>
                      <a:pt x="21" y="54"/>
                      <a:pt x="21" y="54"/>
                    </a:cubicBezTo>
                    <a:cubicBezTo>
                      <a:pt x="20" y="55"/>
                      <a:pt x="18" y="56"/>
                      <a:pt x="18" y="59"/>
                    </a:cubicBezTo>
                    <a:cubicBezTo>
                      <a:pt x="16" y="57"/>
                      <a:pt x="17" y="57"/>
                      <a:pt x="16" y="56"/>
                    </a:cubicBezTo>
                    <a:cubicBezTo>
                      <a:pt x="18" y="58"/>
                      <a:pt x="16" y="57"/>
                      <a:pt x="16" y="58"/>
                    </a:cubicBezTo>
                    <a:cubicBezTo>
                      <a:pt x="16" y="57"/>
                      <a:pt x="16" y="57"/>
                      <a:pt x="16" y="57"/>
                    </a:cubicBezTo>
                    <a:cubicBezTo>
                      <a:pt x="16" y="58"/>
                      <a:pt x="15" y="57"/>
                      <a:pt x="16" y="58"/>
                    </a:cubicBezTo>
                    <a:cubicBezTo>
                      <a:pt x="16" y="58"/>
                      <a:pt x="16" y="58"/>
                      <a:pt x="16" y="58"/>
                    </a:cubicBezTo>
                    <a:cubicBezTo>
                      <a:pt x="17" y="59"/>
                      <a:pt x="14" y="56"/>
                      <a:pt x="15" y="59"/>
                    </a:cubicBezTo>
                    <a:cubicBezTo>
                      <a:pt x="14" y="57"/>
                      <a:pt x="14" y="57"/>
                      <a:pt x="14" y="57"/>
                    </a:cubicBezTo>
                    <a:cubicBezTo>
                      <a:pt x="16" y="60"/>
                      <a:pt x="13" y="57"/>
                      <a:pt x="15" y="59"/>
                    </a:cubicBezTo>
                    <a:cubicBezTo>
                      <a:pt x="14" y="59"/>
                      <a:pt x="14" y="59"/>
                      <a:pt x="14" y="59"/>
                    </a:cubicBezTo>
                    <a:cubicBezTo>
                      <a:pt x="13" y="58"/>
                      <a:pt x="15" y="61"/>
                      <a:pt x="14" y="60"/>
                    </a:cubicBezTo>
                    <a:cubicBezTo>
                      <a:pt x="14" y="60"/>
                      <a:pt x="14" y="61"/>
                      <a:pt x="15" y="63"/>
                    </a:cubicBezTo>
                    <a:cubicBezTo>
                      <a:pt x="14" y="60"/>
                      <a:pt x="14" y="60"/>
                      <a:pt x="14" y="60"/>
                    </a:cubicBezTo>
                    <a:cubicBezTo>
                      <a:pt x="13" y="62"/>
                      <a:pt x="12" y="63"/>
                      <a:pt x="13" y="65"/>
                    </a:cubicBezTo>
                    <a:cubicBezTo>
                      <a:pt x="12" y="65"/>
                      <a:pt x="12" y="65"/>
                      <a:pt x="12" y="65"/>
                    </a:cubicBezTo>
                    <a:cubicBezTo>
                      <a:pt x="13" y="67"/>
                      <a:pt x="9" y="64"/>
                      <a:pt x="12" y="67"/>
                    </a:cubicBezTo>
                    <a:cubicBezTo>
                      <a:pt x="13" y="69"/>
                      <a:pt x="13" y="69"/>
                      <a:pt x="13" y="69"/>
                    </a:cubicBezTo>
                    <a:cubicBezTo>
                      <a:pt x="11" y="67"/>
                      <a:pt x="11" y="67"/>
                      <a:pt x="11" y="67"/>
                    </a:cubicBezTo>
                    <a:cubicBezTo>
                      <a:pt x="11" y="68"/>
                      <a:pt x="10" y="68"/>
                      <a:pt x="11" y="69"/>
                    </a:cubicBezTo>
                    <a:cubicBezTo>
                      <a:pt x="10" y="68"/>
                      <a:pt x="10" y="68"/>
                      <a:pt x="10" y="68"/>
                    </a:cubicBezTo>
                    <a:cubicBezTo>
                      <a:pt x="10" y="68"/>
                      <a:pt x="11" y="70"/>
                      <a:pt x="11" y="70"/>
                    </a:cubicBezTo>
                    <a:cubicBezTo>
                      <a:pt x="10" y="69"/>
                      <a:pt x="10" y="69"/>
                      <a:pt x="10" y="69"/>
                    </a:cubicBezTo>
                    <a:cubicBezTo>
                      <a:pt x="7" y="68"/>
                      <a:pt x="4" y="67"/>
                      <a:pt x="5" y="71"/>
                    </a:cubicBezTo>
                    <a:cubicBezTo>
                      <a:pt x="5" y="72"/>
                      <a:pt x="3" y="70"/>
                      <a:pt x="3" y="70"/>
                    </a:cubicBezTo>
                    <a:cubicBezTo>
                      <a:pt x="5" y="73"/>
                      <a:pt x="0" y="70"/>
                      <a:pt x="2" y="75"/>
                    </a:cubicBezTo>
                    <a:cubicBezTo>
                      <a:pt x="2" y="77"/>
                      <a:pt x="6" y="82"/>
                      <a:pt x="6" y="82"/>
                    </a:cubicBezTo>
                    <a:cubicBezTo>
                      <a:pt x="7" y="78"/>
                      <a:pt x="10" y="79"/>
                      <a:pt x="14" y="80"/>
                    </a:cubicBezTo>
                    <a:cubicBezTo>
                      <a:pt x="14" y="79"/>
                      <a:pt x="14" y="77"/>
                      <a:pt x="15" y="78"/>
                    </a:cubicBezTo>
                    <a:cubicBezTo>
                      <a:pt x="18" y="75"/>
                      <a:pt x="23" y="77"/>
                      <a:pt x="24" y="73"/>
                    </a:cubicBezTo>
                    <a:cubicBezTo>
                      <a:pt x="23" y="73"/>
                      <a:pt x="23" y="72"/>
                      <a:pt x="23" y="71"/>
                    </a:cubicBezTo>
                    <a:cubicBezTo>
                      <a:pt x="23" y="72"/>
                      <a:pt x="23" y="72"/>
                      <a:pt x="23" y="72"/>
                    </a:cubicBezTo>
                    <a:cubicBezTo>
                      <a:pt x="22" y="71"/>
                      <a:pt x="22" y="71"/>
                      <a:pt x="22" y="71"/>
                    </a:cubicBezTo>
                    <a:cubicBezTo>
                      <a:pt x="23" y="70"/>
                      <a:pt x="24" y="72"/>
                      <a:pt x="24" y="72"/>
                    </a:cubicBezTo>
                    <a:cubicBezTo>
                      <a:pt x="25" y="71"/>
                      <a:pt x="25" y="70"/>
                      <a:pt x="26" y="70"/>
                    </a:cubicBezTo>
                    <a:cubicBezTo>
                      <a:pt x="25" y="68"/>
                      <a:pt x="27" y="69"/>
                      <a:pt x="25" y="67"/>
                    </a:cubicBezTo>
                    <a:cubicBezTo>
                      <a:pt x="26" y="68"/>
                      <a:pt x="26" y="68"/>
                      <a:pt x="26" y="68"/>
                    </a:cubicBezTo>
                    <a:cubicBezTo>
                      <a:pt x="26" y="67"/>
                      <a:pt x="26" y="67"/>
                      <a:pt x="28" y="68"/>
                    </a:cubicBezTo>
                    <a:cubicBezTo>
                      <a:pt x="32" y="68"/>
                      <a:pt x="33" y="64"/>
                      <a:pt x="36" y="63"/>
                    </a:cubicBezTo>
                    <a:cubicBezTo>
                      <a:pt x="39" y="60"/>
                      <a:pt x="40" y="57"/>
                      <a:pt x="43" y="54"/>
                    </a:cubicBezTo>
                    <a:cubicBezTo>
                      <a:pt x="41" y="51"/>
                      <a:pt x="42" y="52"/>
                      <a:pt x="41" y="49"/>
                    </a:cubicBezTo>
                    <a:cubicBezTo>
                      <a:pt x="42" y="50"/>
                      <a:pt x="42" y="50"/>
                      <a:pt x="42" y="50"/>
                    </a:cubicBezTo>
                    <a:cubicBezTo>
                      <a:pt x="41" y="48"/>
                      <a:pt x="42" y="49"/>
                      <a:pt x="44" y="50"/>
                    </a:cubicBezTo>
                    <a:cubicBezTo>
                      <a:pt x="43" y="49"/>
                      <a:pt x="44" y="50"/>
                      <a:pt x="42" y="48"/>
                    </a:cubicBezTo>
                    <a:cubicBezTo>
                      <a:pt x="41" y="47"/>
                      <a:pt x="44" y="50"/>
                      <a:pt x="44" y="49"/>
                    </a:cubicBezTo>
                    <a:cubicBezTo>
                      <a:pt x="45" y="50"/>
                      <a:pt x="43" y="48"/>
                      <a:pt x="44" y="49"/>
                    </a:cubicBezTo>
                    <a:cubicBezTo>
                      <a:pt x="43" y="46"/>
                      <a:pt x="44" y="50"/>
                      <a:pt x="47" y="50"/>
                    </a:cubicBezTo>
                    <a:cubicBezTo>
                      <a:pt x="47" y="49"/>
                      <a:pt x="47" y="46"/>
                      <a:pt x="49" y="46"/>
                    </a:cubicBezTo>
                    <a:cubicBezTo>
                      <a:pt x="49" y="46"/>
                      <a:pt x="48" y="45"/>
                      <a:pt x="48" y="45"/>
                    </a:cubicBezTo>
                    <a:cubicBezTo>
                      <a:pt x="50" y="47"/>
                      <a:pt x="48" y="44"/>
                      <a:pt x="49" y="45"/>
                    </a:cubicBezTo>
                    <a:cubicBezTo>
                      <a:pt x="50" y="46"/>
                      <a:pt x="50" y="46"/>
                      <a:pt x="50" y="46"/>
                    </a:cubicBezTo>
                    <a:cubicBezTo>
                      <a:pt x="51" y="46"/>
                      <a:pt x="50" y="45"/>
                      <a:pt x="52" y="45"/>
                    </a:cubicBezTo>
                    <a:cubicBezTo>
                      <a:pt x="51" y="44"/>
                      <a:pt x="54" y="45"/>
                      <a:pt x="53" y="44"/>
                    </a:cubicBezTo>
                    <a:cubicBezTo>
                      <a:pt x="54" y="45"/>
                      <a:pt x="54" y="44"/>
                      <a:pt x="54" y="45"/>
                    </a:cubicBezTo>
                    <a:cubicBezTo>
                      <a:pt x="52" y="42"/>
                      <a:pt x="56" y="45"/>
                      <a:pt x="55" y="43"/>
                    </a:cubicBezTo>
                    <a:cubicBezTo>
                      <a:pt x="55" y="43"/>
                      <a:pt x="55" y="43"/>
                      <a:pt x="55" y="43"/>
                    </a:cubicBezTo>
                    <a:cubicBezTo>
                      <a:pt x="56" y="42"/>
                      <a:pt x="58" y="42"/>
                      <a:pt x="58" y="39"/>
                    </a:cubicBezTo>
                    <a:cubicBezTo>
                      <a:pt x="59" y="38"/>
                      <a:pt x="62" y="40"/>
                      <a:pt x="62" y="38"/>
                    </a:cubicBezTo>
                    <a:cubicBezTo>
                      <a:pt x="61" y="37"/>
                      <a:pt x="61" y="37"/>
                      <a:pt x="61" y="37"/>
                    </a:cubicBezTo>
                    <a:cubicBezTo>
                      <a:pt x="61" y="36"/>
                      <a:pt x="62" y="37"/>
                      <a:pt x="62" y="38"/>
                    </a:cubicBezTo>
                    <a:cubicBezTo>
                      <a:pt x="61" y="36"/>
                      <a:pt x="63" y="37"/>
                      <a:pt x="64" y="37"/>
                    </a:cubicBezTo>
                    <a:cubicBezTo>
                      <a:pt x="63" y="36"/>
                      <a:pt x="63" y="36"/>
                      <a:pt x="63" y="35"/>
                    </a:cubicBezTo>
                    <a:cubicBezTo>
                      <a:pt x="66" y="36"/>
                      <a:pt x="63" y="33"/>
                      <a:pt x="66" y="34"/>
                    </a:cubicBezTo>
                    <a:cubicBezTo>
                      <a:pt x="63" y="32"/>
                      <a:pt x="65" y="33"/>
                      <a:pt x="64" y="32"/>
                    </a:cubicBezTo>
                    <a:cubicBezTo>
                      <a:pt x="64" y="32"/>
                      <a:pt x="65" y="33"/>
                      <a:pt x="65" y="33"/>
                    </a:cubicBezTo>
                    <a:cubicBezTo>
                      <a:pt x="66" y="33"/>
                      <a:pt x="66" y="32"/>
                      <a:pt x="67" y="33"/>
                    </a:cubicBezTo>
                    <a:cubicBezTo>
                      <a:pt x="67" y="32"/>
                      <a:pt x="66" y="31"/>
                      <a:pt x="66" y="31"/>
                    </a:cubicBezTo>
                    <a:cubicBezTo>
                      <a:pt x="68" y="33"/>
                      <a:pt x="67" y="31"/>
                      <a:pt x="68" y="31"/>
                    </a:cubicBezTo>
                    <a:cubicBezTo>
                      <a:pt x="66" y="29"/>
                      <a:pt x="66" y="28"/>
                      <a:pt x="66" y="28"/>
                    </a:cubicBezTo>
                    <a:cubicBezTo>
                      <a:pt x="68" y="31"/>
                      <a:pt x="68" y="31"/>
                      <a:pt x="68" y="31"/>
                    </a:cubicBezTo>
                    <a:cubicBezTo>
                      <a:pt x="68" y="29"/>
                      <a:pt x="71" y="30"/>
                      <a:pt x="70" y="27"/>
                    </a:cubicBezTo>
                    <a:cubicBezTo>
                      <a:pt x="71" y="28"/>
                      <a:pt x="71" y="28"/>
                      <a:pt x="71" y="28"/>
                    </a:cubicBezTo>
                    <a:cubicBezTo>
                      <a:pt x="71" y="25"/>
                      <a:pt x="73" y="26"/>
                      <a:pt x="72" y="23"/>
                    </a:cubicBezTo>
                    <a:cubicBezTo>
                      <a:pt x="73" y="23"/>
                      <a:pt x="73" y="24"/>
                      <a:pt x="74" y="23"/>
                    </a:cubicBezTo>
                    <a:cubicBezTo>
                      <a:pt x="73" y="22"/>
                      <a:pt x="73" y="22"/>
                      <a:pt x="72" y="20"/>
                    </a:cubicBezTo>
                    <a:cubicBezTo>
                      <a:pt x="72" y="20"/>
                      <a:pt x="73" y="21"/>
                      <a:pt x="74" y="21"/>
                    </a:cubicBezTo>
                    <a:cubicBezTo>
                      <a:pt x="74" y="21"/>
                      <a:pt x="76" y="23"/>
                      <a:pt x="75" y="20"/>
                    </a:cubicBezTo>
                    <a:cubicBezTo>
                      <a:pt x="76" y="21"/>
                      <a:pt x="76" y="21"/>
                      <a:pt x="76" y="21"/>
                    </a:cubicBezTo>
                    <a:cubicBezTo>
                      <a:pt x="76" y="20"/>
                      <a:pt x="75" y="18"/>
                      <a:pt x="76" y="19"/>
                    </a:cubicBezTo>
                    <a:cubicBezTo>
                      <a:pt x="76" y="18"/>
                      <a:pt x="76" y="17"/>
                      <a:pt x="75" y="16"/>
                    </a:cubicBezTo>
                    <a:cubicBezTo>
                      <a:pt x="75" y="16"/>
                      <a:pt x="76" y="18"/>
                      <a:pt x="76" y="17"/>
                    </a:cubicBezTo>
                    <a:cubicBezTo>
                      <a:pt x="77" y="19"/>
                      <a:pt x="77" y="19"/>
                      <a:pt x="77" y="19"/>
                    </a:cubicBezTo>
                    <a:cubicBezTo>
                      <a:pt x="78" y="18"/>
                      <a:pt x="78" y="17"/>
                      <a:pt x="79" y="15"/>
                    </a:cubicBezTo>
                    <a:cubicBezTo>
                      <a:pt x="80" y="17"/>
                      <a:pt x="80" y="15"/>
                      <a:pt x="81" y="15"/>
                    </a:cubicBezTo>
                    <a:cubicBezTo>
                      <a:pt x="81" y="14"/>
                      <a:pt x="82" y="15"/>
                      <a:pt x="81" y="13"/>
                    </a:cubicBezTo>
                    <a:cubicBezTo>
                      <a:pt x="82" y="14"/>
                      <a:pt x="82" y="14"/>
                      <a:pt x="82" y="14"/>
                    </a:cubicBezTo>
                    <a:cubicBezTo>
                      <a:pt x="82" y="14"/>
                      <a:pt x="83" y="13"/>
                      <a:pt x="84" y="14"/>
                    </a:cubicBezTo>
                    <a:cubicBezTo>
                      <a:pt x="84" y="14"/>
                      <a:pt x="83" y="12"/>
                      <a:pt x="83" y="11"/>
                    </a:cubicBezTo>
                    <a:cubicBezTo>
                      <a:pt x="84" y="12"/>
                      <a:pt x="84" y="12"/>
                      <a:pt x="84" y="12"/>
                    </a:cubicBezTo>
                    <a:cubicBezTo>
                      <a:pt x="84" y="11"/>
                      <a:pt x="83" y="10"/>
                      <a:pt x="82" y="8"/>
                    </a:cubicBezTo>
                    <a:cubicBezTo>
                      <a:pt x="83" y="9"/>
                      <a:pt x="82" y="8"/>
                      <a:pt x="83" y="9"/>
                    </a:cubicBezTo>
                    <a:cubicBezTo>
                      <a:pt x="83" y="10"/>
                      <a:pt x="84" y="11"/>
                      <a:pt x="84" y="13"/>
                    </a:cubicBezTo>
                    <a:cubicBezTo>
                      <a:pt x="85" y="13"/>
                      <a:pt x="84" y="10"/>
                      <a:pt x="85" y="11"/>
                    </a:cubicBezTo>
                    <a:cubicBezTo>
                      <a:pt x="86" y="12"/>
                      <a:pt x="86" y="11"/>
                      <a:pt x="85" y="9"/>
                    </a:cubicBezTo>
                    <a:cubicBezTo>
                      <a:pt x="85" y="10"/>
                      <a:pt x="85" y="10"/>
                      <a:pt x="86" y="11"/>
                    </a:cubicBezTo>
                    <a:cubicBezTo>
                      <a:pt x="86" y="11"/>
                      <a:pt x="86" y="11"/>
                      <a:pt x="86" y="10"/>
                    </a:cubicBezTo>
                    <a:cubicBezTo>
                      <a:pt x="86" y="10"/>
                      <a:pt x="85" y="10"/>
                      <a:pt x="85" y="10"/>
                    </a:cubicBezTo>
                    <a:cubicBezTo>
                      <a:pt x="85" y="9"/>
                      <a:pt x="85" y="8"/>
                      <a:pt x="84" y="7"/>
                    </a:cubicBezTo>
                    <a:cubicBezTo>
                      <a:pt x="84" y="7"/>
                      <a:pt x="84" y="7"/>
                      <a:pt x="84" y="7"/>
                    </a:cubicBezTo>
                    <a:cubicBezTo>
                      <a:pt x="83" y="6"/>
                      <a:pt x="84" y="5"/>
                      <a:pt x="84"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6" name="Freeform 37"/>
              <p:cNvSpPr/>
              <p:nvPr/>
            </p:nvSpPr>
            <p:spPr bwMode="auto">
              <a:xfrm>
                <a:off x="3725" y="2268"/>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7" name="Freeform 38"/>
              <p:cNvSpPr/>
              <p:nvPr/>
            </p:nvSpPr>
            <p:spPr bwMode="auto">
              <a:xfrm>
                <a:off x="3474"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8" name="Freeform 39"/>
              <p:cNvSpPr/>
              <p:nvPr/>
            </p:nvSpPr>
            <p:spPr bwMode="auto">
              <a:xfrm>
                <a:off x="3799" y="2608"/>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9" name="Freeform 40"/>
              <p:cNvSpPr/>
              <p:nvPr/>
            </p:nvSpPr>
            <p:spPr bwMode="auto">
              <a:xfrm>
                <a:off x="3470" y="2079"/>
                <a:ext cx="2" cy="3"/>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0" name="Freeform 41"/>
              <p:cNvSpPr/>
              <p:nvPr/>
            </p:nvSpPr>
            <p:spPr bwMode="auto">
              <a:xfrm>
                <a:off x="3825" y="27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1" name="Freeform 42"/>
              <p:cNvSpPr/>
              <p:nvPr/>
            </p:nvSpPr>
            <p:spPr bwMode="auto">
              <a:xfrm>
                <a:off x="3466" y="215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2" name="Freeform 43"/>
              <p:cNvSpPr/>
              <p:nvPr/>
            </p:nvSpPr>
            <p:spPr bwMode="auto">
              <a:xfrm>
                <a:off x="3916" y="258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3" name="Freeform 44"/>
              <p:cNvSpPr/>
              <p:nvPr/>
            </p:nvSpPr>
            <p:spPr bwMode="auto">
              <a:xfrm>
                <a:off x="3899" y="27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4" name="Freeform 45"/>
              <p:cNvSpPr/>
              <p:nvPr/>
            </p:nvSpPr>
            <p:spPr bwMode="auto">
              <a:xfrm>
                <a:off x="3926" y="2582"/>
                <a:ext cx="3" cy="2"/>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5" name="Freeform 46"/>
              <p:cNvSpPr/>
              <p:nvPr/>
            </p:nvSpPr>
            <p:spPr bwMode="auto">
              <a:xfrm>
                <a:off x="3850" y="2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6" name="Freeform 47"/>
              <p:cNvSpPr/>
              <p:nvPr/>
            </p:nvSpPr>
            <p:spPr bwMode="auto">
              <a:xfrm>
                <a:off x="3926" y="25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7" name="Freeform 48"/>
              <p:cNvSpPr/>
              <p:nvPr/>
            </p:nvSpPr>
            <p:spPr bwMode="auto">
              <a:xfrm>
                <a:off x="3810" y="27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8" name="Freeform 49"/>
              <p:cNvSpPr/>
              <p:nvPr/>
            </p:nvSpPr>
            <p:spPr bwMode="auto">
              <a:xfrm>
                <a:off x="3827" y="2270"/>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9" name="Freeform 50"/>
              <p:cNvSpPr/>
              <p:nvPr/>
            </p:nvSpPr>
            <p:spPr bwMode="auto">
              <a:xfrm>
                <a:off x="3470" y="2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0" name="Freeform 51"/>
              <p:cNvSpPr/>
              <p:nvPr/>
            </p:nvSpPr>
            <p:spPr bwMode="auto">
              <a:xfrm>
                <a:off x="4497" y="2332"/>
                <a:ext cx="2" cy="4"/>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1"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1" name="Freeform 52"/>
              <p:cNvSpPr/>
              <p:nvPr/>
            </p:nvSpPr>
            <p:spPr bwMode="auto">
              <a:xfrm>
                <a:off x="4468" y="2319"/>
                <a:ext cx="2" cy="2"/>
              </a:xfrm>
              <a:custGeom>
                <a:avLst/>
                <a:gdLst>
                  <a:gd name="T0" fmla="*/ 2 w 2"/>
                  <a:gd name="T1" fmla="*/ 2 h 2"/>
                  <a:gd name="T2" fmla="*/ 2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2"/>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2" name="Freeform 53"/>
              <p:cNvSpPr/>
              <p:nvPr/>
            </p:nvSpPr>
            <p:spPr bwMode="auto">
              <a:xfrm>
                <a:off x="4451" y="227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3" name="Freeform 54"/>
              <p:cNvSpPr/>
              <p:nvPr/>
            </p:nvSpPr>
            <p:spPr bwMode="auto">
              <a:xfrm>
                <a:off x="4385" y="228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4" name="Freeform 55"/>
              <p:cNvSpPr/>
              <p:nvPr/>
            </p:nvSpPr>
            <p:spPr bwMode="auto">
              <a:xfrm>
                <a:off x="4381" y="2277"/>
                <a:ext cx="4" cy="2"/>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0" y="1"/>
                      <a:pt x="1" y="1"/>
                      <a:pt x="1" y="1"/>
                    </a:cubicBezTo>
                    <a:cubicBezTo>
                      <a:pt x="1" y="0"/>
                      <a:pt x="2" y="0"/>
                      <a:pt x="1" y="0"/>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5" name="Freeform 56"/>
              <p:cNvSpPr/>
              <p:nvPr/>
            </p:nvSpPr>
            <p:spPr bwMode="auto">
              <a:xfrm>
                <a:off x="4383" y="2281"/>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6" name="Freeform 57"/>
              <p:cNvSpPr/>
              <p:nvPr/>
            </p:nvSpPr>
            <p:spPr bwMode="auto">
              <a:xfrm>
                <a:off x="4504" y="23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7" name="Freeform 58"/>
              <p:cNvSpPr/>
              <p:nvPr/>
            </p:nvSpPr>
            <p:spPr bwMode="auto">
              <a:xfrm>
                <a:off x="3602" y="1893"/>
                <a:ext cx="27" cy="2"/>
              </a:xfrm>
              <a:custGeom>
                <a:avLst/>
                <a:gdLst>
                  <a:gd name="T0" fmla="*/ 4 w 13"/>
                  <a:gd name="T1" fmla="*/ 1 h 1"/>
                  <a:gd name="T2" fmla="*/ 6 w 13"/>
                  <a:gd name="T3" fmla="*/ 1 h 1"/>
                  <a:gd name="T4" fmla="*/ 6 w 13"/>
                  <a:gd name="T5" fmla="*/ 1 h 1"/>
                  <a:gd name="T6" fmla="*/ 6 w 13"/>
                  <a:gd name="T7" fmla="*/ 1 h 1"/>
                  <a:gd name="T8" fmla="*/ 6 w 13"/>
                  <a:gd name="T9" fmla="*/ 1 h 1"/>
                  <a:gd name="T10" fmla="*/ 6 w 13"/>
                  <a:gd name="T11" fmla="*/ 1 h 1"/>
                  <a:gd name="T12" fmla="*/ 6 w 13"/>
                  <a:gd name="T13" fmla="*/ 1 h 1"/>
                  <a:gd name="T14" fmla="*/ 6 w 13"/>
                  <a:gd name="T15" fmla="*/ 1 h 1"/>
                  <a:gd name="T16" fmla="*/ 4 w 13"/>
                  <a:gd name="T17" fmla="*/ 1 h 1"/>
                  <a:gd name="T18" fmla="*/ 4 w 1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
                    <a:moveTo>
                      <a:pt x="4" y="1"/>
                    </a:moveTo>
                    <a:cubicBezTo>
                      <a:pt x="4" y="1"/>
                      <a:pt x="5"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0" y="0"/>
                      <a:pt x="13" y="1"/>
                      <a:pt x="4" y="1"/>
                    </a:cubicBezTo>
                    <a:cubicBezTo>
                      <a:pt x="4" y="1"/>
                      <a:pt x="4" y="1"/>
                      <a:pt x="4"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8" name="Freeform 59"/>
              <p:cNvSpPr/>
              <p:nvPr/>
            </p:nvSpPr>
            <p:spPr bwMode="auto">
              <a:xfrm>
                <a:off x="4495" y="233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9" name="Freeform 60"/>
              <p:cNvSpPr/>
              <p:nvPr/>
            </p:nvSpPr>
            <p:spPr bwMode="auto">
              <a:xfrm>
                <a:off x="4381" y="2277"/>
                <a:ext cx="4" cy="8"/>
              </a:xfrm>
              <a:custGeom>
                <a:avLst/>
                <a:gdLst>
                  <a:gd name="T0" fmla="*/ 2 w 2"/>
                  <a:gd name="T1" fmla="*/ 1 h 4"/>
                  <a:gd name="T2" fmla="*/ 2 w 2"/>
                  <a:gd name="T3" fmla="*/ 0 h 4"/>
                  <a:gd name="T4" fmla="*/ 1 w 2"/>
                  <a:gd name="T5" fmla="*/ 2 h 4"/>
                  <a:gd name="T6" fmla="*/ 1 w 2"/>
                  <a:gd name="T7" fmla="*/ 2 h 4"/>
                  <a:gd name="T8" fmla="*/ 0 w 2"/>
                  <a:gd name="T9" fmla="*/ 4 h 4"/>
                  <a:gd name="T10" fmla="*/ 2 w 2"/>
                  <a:gd name="T11" fmla="*/ 1 h 4"/>
                </a:gdLst>
                <a:ahLst/>
                <a:cxnLst>
                  <a:cxn ang="0">
                    <a:pos x="T0" y="T1"/>
                  </a:cxn>
                  <a:cxn ang="0">
                    <a:pos x="T2" y="T3"/>
                  </a:cxn>
                  <a:cxn ang="0">
                    <a:pos x="T4" y="T5"/>
                  </a:cxn>
                  <a:cxn ang="0">
                    <a:pos x="T6" y="T7"/>
                  </a:cxn>
                  <a:cxn ang="0">
                    <a:pos x="T8" y="T9"/>
                  </a:cxn>
                  <a:cxn ang="0">
                    <a:pos x="T10" y="T11"/>
                  </a:cxn>
                </a:cxnLst>
                <a:rect l="0" t="0" r="r" b="b"/>
                <a:pathLst>
                  <a:path w="2" h="4">
                    <a:moveTo>
                      <a:pt x="2" y="1"/>
                    </a:moveTo>
                    <a:cubicBezTo>
                      <a:pt x="2" y="1"/>
                      <a:pt x="2" y="0"/>
                      <a:pt x="2" y="0"/>
                    </a:cubicBezTo>
                    <a:cubicBezTo>
                      <a:pt x="1" y="1"/>
                      <a:pt x="1" y="1"/>
                      <a:pt x="1" y="2"/>
                    </a:cubicBezTo>
                    <a:cubicBezTo>
                      <a:pt x="1" y="2"/>
                      <a:pt x="0" y="3"/>
                      <a:pt x="1" y="2"/>
                    </a:cubicBezTo>
                    <a:cubicBezTo>
                      <a:pt x="0" y="3"/>
                      <a:pt x="0" y="4"/>
                      <a:pt x="0" y="4"/>
                    </a:cubicBezTo>
                    <a:cubicBezTo>
                      <a:pt x="1" y="3"/>
                      <a:pt x="1" y="1"/>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0" name="Freeform 61"/>
              <p:cNvSpPr/>
              <p:nvPr/>
            </p:nvSpPr>
            <p:spPr bwMode="auto">
              <a:xfrm>
                <a:off x="4519" y="2328"/>
                <a:ext cx="2" cy="2"/>
              </a:xfrm>
              <a:custGeom>
                <a:avLst/>
                <a:gdLst>
                  <a:gd name="T0" fmla="*/ 0 w 2"/>
                  <a:gd name="T1" fmla="*/ 2 h 2"/>
                  <a:gd name="T2" fmla="*/ 0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0" y="2"/>
                    </a:lnTo>
                    <a:lnTo>
                      <a:pt x="2"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1" name="Freeform 62"/>
              <p:cNvSpPr/>
              <p:nvPr/>
            </p:nvSpPr>
            <p:spPr bwMode="auto">
              <a:xfrm>
                <a:off x="4504" y="2325"/>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2" name="Freeform 63"/>
              <p:cNvSpPr/>
              <p:nvPr/>
            </p:nvSpPr>
            <p:spPr bwMode="auto">
              <a:xfrm>
                <a:off x="4391" y="2294"/>
                <a:ext cx="4" cy="4"/>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0" y="2"/>
                      <a:pt x="1" y="1"/>
                      <a:pt x="1" y="1"/>
                    </a:cubicBezTo>
                    <a:cubicBezTo>
                      <a:pt x="2" y="0"/>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3" name="Freeform 64"/>
              <p:cNvSpPr/>
              <p:nvPr/>
            </p:nvSpPr>
            <p:spPr bwMode="auto">
              <a:xfrm>
                <a:off x="4381" y="2281"/>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4" name="Freeform 65"/>
              <p:cNvSpPr/>
              <p:nvPr/>
            </p:nvSpPr>
            <p:spPr bwMode="auto">
              <a:xfrm>
                <a:off x="3332" y="1903"/>
                <a:ext cx="2" cy="7"/>
              </a:xfrm>
              <a:custGeom>
                <a:avLst/>
                <a:gdLst>
                  <a:gd name="T0" fmla="*/ 0 w 1"/>
                  <a:gd name="T1" fmla="*/ 3 h 3"/>
                  <a:gd name="T2" fmla="*/ 1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1" y="3"/>
                    </a:cubicBezTo>
                    <a:cubicBezTo>
                      <a:pt x="1" y="2"/>
                      <a:pt x="1" y="1"/>
                      <a:pt x="1" y="0"/>
                    </a:cubicBezTo>
                    <a:lnTo>
                      <a:pt x="0" y="3"/>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5" name="Freeform 66"/>
              <p:cNvSpPr/>
              <p:nvPr/>
            </p:nvSpPr>
            <p:spPr bwMode="auto">
              <a:xfrm>
                <a:off x="3566" y="2372"/>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6" name="Freeform 67"/>
              <p:cNvSpPr/>
              <p:nvPr/>
            </p:nvSpPr>
            <p:spPr bwMode="auto">
              <a:xfrm>
                <a:off x="3474" y="2073"/>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7" name="Freeform 68"/>
              <p:cNvSpPr/>
              <p:nvPr/>
            </p:nvSpPr>
            <p:spPr bwMode="auto">
              <a:xfrm>
                <a:off x="4060" y="1568"/>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8" name="Freeform 69"/>
              <p:cNvSpPr/>
              <p:nvPr/>
            </p:nvSpPr>
            <p:spPr bwMode="auto">
              <a:xfrm>
                <a:off x="3472" y="2073"/>
                <a:ext cx="2"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0" y="0"/>
                      <a:pt x="0" y="0"/>
                      <a:pt x="0" y="0"/>
                    </a:cubicBezTo>
                    <a:cubicBezTo>
                      <a:pt x="0" y="0"/>
                      <a:pt x="0" y="0"/>
                      <a:pt x="1"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9" name="Freeform 70"/>
              <p:cNvSpPr/>
              <p:nvPr/>
            </p:nvSpPr>
            <p:spPr bwMode="auto">
              <a:xfrm>
                <a:off x="3474" y="2073"/>
                <a:ext cx="0" cy="2"/>
              </a:xfrm>
              <a:custGeom>
                <a:avLst/>
                <a:gdLst>
                  <a:gd name="T0" fmla="*/ 0 h 1"/>
                  <a:gd name="T1" fmla="*/ 1 h 1"/>
                  <a:gd name="T2" fmla="*/ 1 h 1"/>
                  <a:gd name="T3" fmla="*/ 1 h 1"/>
                  <a:gd name="T4" fmla="*/ 1 h 1"/>
                  <a:gd name="T5" fmla="*/ 1 h 1"/>
                  <a:gd name="T6" fmla="*/ 0 h 1"/>
                  <a:gd name="T7" fmla="*/ 0 h 1"/>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
                    <a:moveTo>
                      <a:pt x="0" y="0"/>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0" name="Freeform 71"/>
              <p:cNvSpPr/>
              <p:nvPr/>
            </p:nvSpPr>
            <p:spPr bwMode="auto">
              <a:xfrm>
                <a:off x="3702" y="1530"/>
                <a:ext cx="4" cy="2"/>
              </a:xfrm>
              <a:custGeom>
                <a:avLst/>
                <a:gdLst>
                  <a:gd name="T0" fmla="*/ 0 w 2"/>
                  <a:gd name="T1" fmla="*/ 1 h 1"/>
                  <a:gd name="T2" fmla="*/ 0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0" y="1"/>
                      <a:pt x="1" y="0"/>
                      <a:pt x="2"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1" name="Freeform 72"/>
              <p:cNvSpPr/>
              <p:nvPr/>
            </p:nvSpPr>
            <p:spPr bwMode="auto">
              <a:xfrm>
                <a:off x="3421" y="2084"/>
                <a:ext cx="17" cy="15"/>
              </a:xfrm>
              <a:custGeom>
                <a:avLst/>
                <a:gdLst>
                  <a:gd name="T0" fmla="*/ 2 w 8"/>
                  <a:gd name="T1" fmla="*/ 5 h 7"/>
                  <a:gd name="T2" fmla="*/ 4 w 8"/>
                  <a:gd name="T3" fmla="*/ 2 h 7"/>
                  <a:gd name="T4" fmla="*/ 2 w 8"/>
                  <a:gd name="T5" fmla="*/ 5 h 7"/>
                </a:gdLst>
                <a:ahLst/>
                <a:cxnLst>
                  <a:cxn ang="0">
                    <a:pos x="T0" y="T1"/>
                  </a:cxn>
                  <a:cxn ang="0">
                    <a:pos x="T2" y="T3"/>
                  </a:cxn>
                  <a:cxn ang="0">
                    <a:pos x="T4" y="T5"/>
                  </a:cxn>
                </a:cxnLst>
                <a:rect l="0" t="0" r="r" b="b"/>
                <a:pathLst>
                  <a:path w="8" h="7">
                    <a:moveTo>
                      <a:pt x="2" y="5"/>
                    </a:moveTo>
                    <a:cubicBezTo>
                      <a:pt x="8" y="0"/>
                      <a:pt x="0" y="7"/>
                      <a:pt x="4" y="2"/>
                    </a:cubicBezTo>
                    <a:cubicBezTo>
                      <a:pt x="2" y="3"/>
                      <a:pt x="2" y="4"/>
                      <a:pt x="2" y="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2" name="Freeform 73"/>
              <p:cNvSpPr/>
              <p:nvPr/>
            </p:nvSpPr>
            <p:spPr bwMode="auto">
              <a:xfrm>
                <a:off x="4381" y="2247"/>
                <a:ext cx="2" cy="4"/>
              </a:xfrm>
              <a:custGeom>
                <a:avLst/>
                <a:gdLst>
                  <a:gd name="T0" fmla="*/ 0 w 1"/>
                  <a:gd name="T1" fmla="*/ 1 h 2"/>
                  <a:gd name="T2" fmla="*/ 1 w 1"/>
                  <a:gd name="T3" fmla="*/ 0 h 2"/>
                  <a:gd name="T4" fmla="*/ 0 w 1"/>
                  <a:gd name="T5" fmla="*/ 1 h 2"/>
                </a:gdLst>
                <a:ahLst/>
                <a:cxnLst>
                  <a:cxn ang="0">
                    <a:pos x="T0" y="T1"/>
                  </a:cxn>
                  <a:cxn ang="0">
                    <a:pos x="T2" y="T3"/>
                  </a:cxn>
                  <a:cxn ang="0">
                    <a:pos x="T4" y="T5"/>
                  </a:cxn>
                </a:cxnLst>
                <a:rect l="0" t="0" r="r" b="b"/>
                <a:pathLst>
                  <a:path w="1" h="2">
                    <a:moveTo>
                      <a:pt x="0" y="1"/>
                    </a:moveTo>
                    <a:cubicBezTo>
                      <a:pt x="0" y="2"/>
                      <a:pt x="0" y="0"/>
                      <a:pt x="1" y="0"/>
                    </a:cubicBezTo>
                    <a:cubicBezTo>
                      <a:pt x="1" y="0"/>
                      <a:pt x="1"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3" name="Freeform 74"/>
              <p:cNvSpPr/>
              <p:nvPr/>
            </p:nvSpPr>
            <p:spPr bwMode="auto">
              <a:xfrm>
                <a:off x="4381" y="2247"/>
                <a:ext cx="2" cy="6"/>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4" name="Freeform 75"/>
              <p:cNvSpPr/>
              <p:nvPr/>
            </p:nvSpPr>
            <p:spPr bwMode="auto">
              <a:xfrm>
                <a:off x="3914" y="15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5" name="Freeform 76"/>
              <p:cNvSpPr/>
              <p:nvPr/>
            </p:nvSpPr>
            <p:spPr bwMode="auto">
              <a:xfrm>
                <a:off x="3317" y="1492"/>
                <a:ext cx="1064" cy="1219"/>
              </a:xfrm>
              <a:custGeom>
                <a:avLst/>
                <a:gdLst>
                  <a:gd name="T0" fmla="*/ 307 w 501"/>
                  <a:gd name="T1" fmla="*/ 7 h 575"/>
                  <a:gd name="T2" fmla="*/ 204 w 501"/>
                  <a:gd name="T3" fmla="*/ 13 h 575"/>
                  <a:gd name="T4" fmla="*/ 130 w 501"/>
                  <a:gd name="T5" fmla="*/ 42 h 575"/>
                  <a:gd name="T6" fmla="*/ 23 w 501"/>
                  <a:gd name="T7" fmla="*/ 152 h 575"/>
                  <a:gd name="T8" fmla="*/ 0 w 501"/>
                  <a:gd name="T9" fmla="*/ 247 h 575"/>
                  <a:gd name="T10" fmla="*/ 50 w 501"/>
                  <a:gd name="T11" fmla="*/ 385 h 575"/>
                  <a:gd name="T12" fmla="*/ 111 w 501"/>
                  <a:gd name="T13" fmla="*/ 430 h 575"/>
                  <a:gd name="T14" fmla="*/ 184 w 501"/>
                  <a:gd name="T15" fmla="*/ 490 h 575"/>
                  <a:gd name="T16" fmla="*/ 202 w 501"/>
                  <a:gd name="T17" fmla="*/ 528 h 575"/>
                  <a:gd name="T18" fmla="*/ 213 w 501"/>
                  <a:gd name="T19" fmla="*/ 562 h 575"/>
                  <a:gd name="T20" fmla="*/ 214 w 501"/>
                  <a:gd name="T21" fmla="*/ 567 h 575"/>
                  <a:gd name="T22" fmla="*/ 211 w 501"/>
                  <a:gd name="T23" fmla="*/ 536 h 575"/>
                  <a:gd name="T24" fmla="*/ 199 w 501"/>
                  <a:gd name="T25" fmla="*/ 494 h 575"/>
                  <a:gd name="T26" fmla="*/ 165 w 501"/>
                  <a:gd name="T27" fmla="*/ 454 h 575"/>
                  <a:gd name="T28" fmla="*/ 164 w 501"/>
                  <a:gd name="T29" fmla="*/ 451 h 575"/>
                  <a:gd name="T30" fmla="*/ 135 w 501"/>
                  <a:gd name="T31" fmla="*/ 430 h 575"/>
                  <a:gd name="T32" fmla="*/ 134 w 501"/>
                  <a:gd name="T33" fmla="*/ 428 h 575"/>
                  <a:gd name="T34" fmla="*/ 125 w 501"/>
                  <a:gd name="T35" fmla="*/ 419 h 575"/>
                  <a:gd name="T36" fmla="*/ 97 w 501"/>
                  <a:gd name="T37" fmla="*/ 407 h 575"/>
                  <a:gd name="T38" fmla="*/ 85 w 501"/>
                  <a:gd name="T39" fmla="*/ 394 h 575"/>
                  <a:gd name="T40" fmla="*/ 77 w 501"/>
                  <a:gd name="T41" fmla="*/ 384 h 575"/>
                  <a:gd name="T42" fmla="*/ 63 w 501"/>
                  <a:gd name="T43" fmla="*/ 368 h 575"/>
                  <a:gd name="T44" fmla="*/ 49 w 501"/>
                  <a:gd name="T45" fmla="*/ 353 h 575"/>
                  <a:gd name="T46" fmla="*/ 40 w 501"/>
                  <a:gd name="T47" fmla="*/ 338 h 575"/>
                  <a:gd name="T48" fmla="*/ 25 w 501"/>
                  <a:gd name="T49" fmla="*/ 323 h 575"/>
                  <a:gd name="T50" fmla="*/ 29 w 501"/>
                  <a:gd name="T51" fmla="*/ 315 h 575"/>
                  <a:gd name="T52" fmla="*/ 21 w 501"/>
                  <a:gd name="T53" fmla="*/ 247 h 575"/>
                  <a:gd name="T54" fmla="*/ 23 w 501"/>
                  <a:gd name="T55" fmla="*/ 221 h 575"/>
                  <a:gd name="T56" fmla="*/ 26 w 501"/>
                  <a:gd name="T57" fmla="*/ 191 h 575"/>
                  <a:gd name="T58" fmla="*/ 56 w 501"/>
                  <a:gd name="T59" fmla="*/ 133 h 575"/>
                  <a:gd name="T60" fmla="*/ 74 w 501"/>
                  <a:gd name="T61" fmla="*/ 107 h 575"/>
                  <a:gd name="T62" fmla="*/ 84 w 501"/>
                  <a:gd name="T63" fmla="*/ 99 h 575"/>
                  <a:gd name="T64" fmla="*/ 90 w 501"/>
                  <a:gd name="T65" fmla="*/ 91 h 575"/>
                  <a:gd name="T66" fmla="*/ 110 w 501"/>
                  <a:gd name="T67" fmla="*/ 80 h 575"/>
                  <a:gd name="T68" fmla="*/ 129 w 501"/>
                  <a:gd name="T69" fmla="*/ 65 h 575"/>
                  <a:gd name="T70" fmla="*/ 182 w 501"/>
                  <a:gd name="T71" fmla="*/ 36 h 575"/>
                  <a:gd name="T72" fmla="*/ 211 w 501"/>
                  <a:gd name="T73" fmla="*/ 29 h 575"/>
                  <a:gd name="T74" fmla="*/ 253 w 501"/>
                  <a:gd name="T75" fmla="*/ 19 h 575"/>
                  <a:gd name="T76" fmla="*/ 281 w 501"/>
                  <a:gd name="T77" fmla="*/ 19 h 575"/>
                  <a:gd name="T78" fmla="*/ 284 w 501"/>
                  <a:gd name="T79" fmla="*/ 19 h 575"/>
                  <a:gd name="T80" fmla="*/ 320 w 501"/>
                  <a:gd name="T81" fmla="*/ 24 h 575"/>
                  <a:gd name="T82" fmla="*/ 369 w 501"/>
                  <a:gd name="T83" fmla="*/ 42 h 575"/>
                  <a:gd name="T84" fmla="*/ 388 w 501"/>
                  <a:gd name="T85" fmla="*/ 53 h 575"/>
                  <a:gd name="T86" fmla="*/ 407 w 501"/>
                  <a:gd name="T87" fmla="*/ 71 h 575"/>
                  <a:gd name="T88" fmla="*/ 435 w 501"/>
                  <a:gd name="T89" fmla="*/ 107 h 575"/>
                  <a:gd name="T90" fmla="*/ 462 w 501"/>
                  <a:gd name="T91" fmla="*/ 154 h 575"/>
                  <a:gd name="T92" fmla="*/ 471 w 501"/>
                  <a:gd name="T93" fmla="*/ 184 h 575"/>
                  <a:gd name="T94" fmla="*/ 464 w 501"/>
                  <a:gd name="T95" fmla="*/ 279 h 575"/>
                  <a:gd name="T96" fmla="*/ 451 w 501"/>
                  <a:gd name="T97" fmla="*/ 307 h 575"/>
                  <a:gd name="T98" fmla="*/ 395 w 501"/>
                  <a:gd name="T99" fmla="*/ 377 h 575"/>
                  <a:gd name="T100" fmla="*/ 368 w 501"/>
                  <a:gd name="T101" fmla="*/ 412 h 575"/>
                  <a:gd name="T102" fmla="*/ 363 w 501"/>
                  <a:gd name="T103" fmla="*/ 573 h 575"/>
                  <a:gd name="T104" fmla="*/ 446 w 501"/>
                  <a:gd name="T105" fmla="*/ 342 h 575"/>
                  <a:gd name="T106" fmla="*/ 463 w 501"/>
                  <a:gd name="T107" fmla="*/ 118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1" h="575">
                    <a:moveTo>
                      <a:pt x="463" y="118"/>
                    </a:moveTo>
                    <a:cubicBezTo>
                      <a:pt x="439" y="74"/>
                      <a:pt x="402" y="38"/>
                      <a:pt x="355" y="17"/>
                    </a:cubicBezTo>
                    <a:cubicBezTo>
                      <a:pt x="347" y="17"/>
                      <a:pt x="337" y="12"/>
                      <a:pt x="328" y="12"/>
                    </a:cubicBezTo>
                    <a:cubicBezTo>
                      <a:pt x="328" y="11"/>
                      <a:pt x="328" y="11"/>
                      <a:pt x="328" y="11"/>
                    </a:cubicBezTo>
                    <a:cubicBezTo>
                      <a:pt x="320" y="11"/>
                      <a:pt x="319" y="8"/>
                      <a:pt x="310" y="5"/>
                    </a:cubicBezTo>
                    <a:cubicBezTo>
                      <a:pt x="309" y="7"/>
                      <a:pt x="306" y="5"/>
                      <a:pt x="307" y="7"/>
                    </a:cubicBezTo>
                    <a:cubicBezTo>
                      <a:pt x="303" y="8"/>
                      <a:pt x="301" y="3"/>
                      <a:pt x="296" y="4"/>
                    </a:cubicBezTo>
                    <a:cubicBezTo>
                      <a:pt x="296" y="3"/>
                      <a:pt x="296" y="5"/>
                      <a:pt x="295" y="4"/>
                    </a:cubicBezTo>
                    <a:cubicBezTo>
                      <a:pt x="282" y="5"/>
                      <a:pt x="298" y="3"/>
                      <a:pt x="282" y="0"/>
                    </a:cubicBezTo>
                    <a:cubicBezTo>
                      <a:pt x="259" y="0"/>
                      <a:pt x="236" y="5"/>
                      <a:pt x="215" y="9"/>
                    </a:cubicBezTo>
                    <a:cubicBezTo>
                      <a:pt x="216" y="9"/>
                      <a:pt x="217" y="10"/>
                      <a:pt x="215" y="11"/>
                    </a:cubicBezTo>
                    <a:cubicBezTo>
                      <a:pt x="212" y="8"/>
                      <a:pt x="208" y="13"/>
                      <a:pt x="204" y="13"/>
                    </a:cubicBezTo>
                    <a:cubicBezTo>
                      <a:pt x="204" y="12"/>
                      <a:pt x="206" y="12"/>
                      <a:pt x="207" y="11"/>
                    </a:cubicBezTo>
                    <a:cubicBezTo>
                      <a:pt x="197" y="13"/>
                      <a:pt x="190" y="17"/>
                      <a:pt x="181" y="19"/>
                    </a:cubicBezTo>
                    <a:cubicBezTo>
                      <a:pt x="173" y="24"/>
                      <a:pt x="163" y="25"/>
                      <a:pt x="158" y="29"/>
                    </a:cubicBezTo>
                    <a:cubicBezTo>
                      <a:pt x="159" y="27"/>
                      <a:pt x="154" y="30"/>
                      <a:pt x="152" y="30"/>
                    </a:cubicBezTo>
                    <a:cubicBezTo>
                      <a:pt x="148" y="37"/>
                      <a:pt x="136" y="37"/>
                      <a:pt x="131" y="43"/>
                    </a:cubicBezTo>
                    <a:cubicBezTo>
                      <a:pt x="130" y="42"/>
                      <a:pt x="130" y="42"/>
                      <a:pt x="130" y="42"/>
                    </a:cubicBezTo>
                    <a:cubicBezTo>
                      <a:pt x="110" y="54"/>
                      <a:pt x="88" y="68"/>
                      <a:pt x="70" y="87"/>
                    </a:cubicBezTo>
                    <a:cubicBezTo>
                      <a:pt x="59" y="96"/>
                      <a:pt x="48" y="108"/>
                      <a:pt x="39" y="121"/>
                    </a:cubicBezTo>
                    <a:cubicBezTo>
                      <a:pt x="38" y="123"/>
                      <a:pt x="40" y="122"/>
                      <a:pt x="39" y="124"/>
                    </a:cubicBezTo>
                    <a:cubicBezTo>
                      <a:pt x="37" y="127"/>
                      <a:pt x="38" y="123"/>
                      <a:pt x="37" y="124"/>
                    </a:cubicBezTo>
                    <a:cubicBezTo>
                      <a:pt x="34" y="132"/>
                      <a:pt x="28" y="140"/>
                      <a:pt x="23" y="148"/>
                    </a:cubicBezTo>
                    <a:cubicBezTo>
                      <a:pt x="23" y="150"/>
                      <a:pt x="22" y="152"/>
                      <a:pt x="23" y="152"/>
                    </a:cubicBezTo>
                    <a:cubicBezTo>
                      <a:pt x="17" y="161"/>
                      <a:pt x="14" y="176"/>
                      <a:pt x="9" y="185"/>
                    </a:cubicBezTo>
                    <a:cubicBezTo>
                      <a:pt x="14" y="183"/>
                      <a:pt x="10" y="192"/>
                      <a:pt x="10" y="196"/>
                    </a:cubicBezTo>
                    <a:cubicBezTo>
                      <a:pt x="9" y="198"/>
                      <a:pt x="8" y="198"/>
                      <a:pt x="8" y="197"/>
                    </a:cubicBezTo>
                    <a:cubicBezTo>
                      <a:pt x="6" y="205"/>
                      <a:pt x="5" y="209"/>
                      <a:pt x="3" y="219"/>
                    </a:cubicBezTo>
                    <a:cubicBezTo>
                      <a:pt x="2" y="223"/>
                      <a:pt x="4" y="225"/>
                      <a:pt x="3" y="230"/>
                    </a:cubicBezTo>
                    <a:cubicBezTo>
                      <a:pt x="0" y="233"/>
                      <a:pt x="1" y="241"/>
                      <a:pt x="0" y="247"/>
                    </a:cubicBezTo>
                    <a:cubicBezTo>
                      <a:pt x="2" y="245"/>
                      <a:pt x="4" y="252"/>
                      <a:pt x="3" y="257"/>
                    </a:cubicBezTo>
                    <a:cubicBezTo>
                      <a:pt x="0" y="256"/>
                      <a:pt x="0" y="256"/>
                      <a:pt x="0" y="256"/>
                    </a:cubicBezTo>
                    <a:cubicBezTo>
                      <a:pt x="1" y="272"/>
                      <a:pt x="0" y="297"/>
                      <a:pt x="9" y="316"/>
                    </a:cubicBezTo>
                    <a:cubicBezTo>
                      <a:pt x="8" y="318"/>
                      <a:pt x="8" y="318"/>
                      <a:pt x="8" y="318"/>
                    </a:cubicBezTo>
                    <a:cubicBezTo>
                      <a:pt x="17" y="337"/>
                      <a:pt x="25" y="356"/>
                      <a:pt x="39" y="370"/>
                    </a:cubicBezTo>
                    <a:cubicBezTo>
                      <a:pt x="42" y="375"/>
                      <a:pt x="47" y="381"/>
                      <a:pt x="50" y="385"/>
                    </a:cubicBezTo>
                    <a:cubicBezTo>
                      <a:pt x="56" y="390"/>
                      <a:pt x="58" y="391"/>
                      <a:pt x="63" y="393"/>
                    </a:cubicBezTo>
                    <a:cubicBezTo>
                      <a:pt x="65" y="395"/>
                      <a:pt x="65" y="397"/>
                      <a:pt x="65" y="398"/>
                    </a:cubicBezTo>
                    <a:cubicBezTo>
                      <a:pt x="71" y="405"/>
                      <a:pt x="76" y="411"/>
                      <a:pt x="83" y="414"/>
                    </a:cubicBezTo>
                    <a:cubicBezTo>
                      <a:pt x="83" y="415"/>
                      <a:pt x="83" y="415"/>
                      <a:pt x="83" y="415"/>
                    </a:cubicBezTo>
                    <a:cubicBezTo>
                      <a:pt x="89" y="419"/>
                      <a:pt x="98" y="423"/>
                      <a:pt x="104" y="429"/>
                    </a:cubicBezTo>
                    <a:cubicBezTo>
                      <a:pt x="106" y="429"/>
                      <a:pt x="113" y="433"/>
                      <a:pt x="111" y="430"/>
                    </a:cubicBezTo>
                    <a:cubicBezTo>
                      <a:pt x="114" y="431"/>
                      <a:pt x="111" y="433"/>
                      <a:pt x="115" y="433"/>
                    </a:cubicBezTo>
                    <a:cubicBezTo>
                      <a:pt x="111" y="433"/>
                      <a:pt x="111" y="433"/>
                      <a:pt x="111" y="433"/>
                    </a:cubicBezTo>
                    <a:cubicBezTo>
                      <a:pt x="125" y="443"/>
                      <a:pt x="138" y="450"/>
                      <a:pt x="152" y="459"/>
                    </a:cubicBezTo>
                    <a:cubicBezTo>
                      <a:pt x="154" y="464"/>
                      <a:pt x="165" y="469"/>
                      <a:pt x="170" y="476"/>
                    </a:cubicBezTo>
                    <a:cubicBezTo>
                      <a:pt x="175" y="479"/>
                      <a:pt x="180" y="487"/>
                      <a:pt x="185" y="489"/>
                    </a:cubicBezTo>
                    <a:cubicBezTo>
                      <a:pt x="184" y="490"/>
                      <a:pt x="184" y="490"/>
                      <a:pt x="184" y="490"/>
                    </a:cubicBezTo>
                    <a:cubicBezTo>
                      <a:pt x="188" y="495"/>
                      <a:pt x="194" y="503"/>
                      <a:pt x="196" y="512"/>
                    </a:cubicBezTo>
                    <a:cubicBezTo>
                      <a:pt x="198" y="518"/>
                      <a:pt x="200" y="517"/>
                      <a:pt x="202" y="521"/>
                    </a:cubicBezTo>
                    <a:cubicBezTo>
                      <a:pt x="201" y="521"/>
                      <a:pt x="201" y="521"/>
                      <a:pt x="201" y="521"/>
                    </a:cubicBezTo>
                    <a:cubicBezTo>
                      <a:pt x="203" y="525"/>
                      <a:pt x="206" y="526"/>
                      <a:pt x="207" y="528"/>
                    </a:cubicBezTo>
                    <a:cubicBezTo>
                      <a:pt x="207" y="532"/>
                      <a:pt x="208" y="532"/>
                      <a:pt x="208" y="536"/>
                    </a:cubicBezTo>
                    <a:cubicBezTo>
                      <a:pt x="207" y="532"/>
                      <a:pt x="205" y="530"/>
                      <a:pt x="202" y="528"/>
                    </a:cubicBezTo>
                    <a:cubicBezTo>
                      <a:pt x="203" y="534"/>
                      <a:pt x="207" y="539"/>
                      <a:pt x="206" y="543"/>
                    </a:cubicBezTo>
                    <a:cubicBezTo>
                      <a:pt x="207" y="547"/>
                      <a:pt x="207" y="551"/>
                      <a:pt x="209" y="551"/>
                    </a:cubicBezTo>
                    <a:cubicBezTo>
                      <a:pt x="209" y="552"/>
                      <a:pt x="208" y="555"/>
                      <a:pt x="207" y="552"/>
                    </a:cubicBezTo>
                    <a:cubicBezTo>
                      <a:pt x="208" y="556"/>
                      <a:pt x="208" y="558"/>
                      <a:pt x="209" y="560"/>
                    </a:cubicBezTo>
                    <a:cubicBezTo>
                      <a:pt x="209" y="560"/>
                      <a:pt x="209" y="559"/>
                      <a:pt x="209" y="558"/>
                    </a:cubicBezTo>
                    <a:cubicBezTo>
                      <a:pt x="211" y="560"/>
                      <a:pt x="211" y="563"/>
                      <a:pt x="213" y="562"/>
                    </a:cubicBezTo>
                    <a:cubicBezTo>
                      <a:pt x="212" y="561"/>
                      <a:pt x="212" y="560"/>
                      <a:pt x="212" y="558"/>
                    </a:cubicBezTo>
                    <a:cubicBezTo>
                      <a:pt x="213" y="559"/>
                      <a:pt x="214" y="565"/>
                      <a:pt x="213" y="567"/>
                    </a:cubicBezTo>
                    <a:cubicBezTo>
                      <a:pt x="212" y="569"/>
                      <a:pt x="210" y="563"/>
                      <a:pt x="210" y="566"/>
                    </a:cubicBezTo>
                    <a:cubicBezTo>
                      <a:pt x="213" y="575"/>
                      <a:pt x="213" y="575"/>
                      <a:pt x="213" y="575"/>
                    </a:cubicBezTo>
                    <a:cubicBezTo>
                      <a:pt x="213" y="573"/>
                      <a:pt x="214" y="570"/>
                      <a:pt x="215" y="571"/>
                    </a:cubicBezTo>
                    <a:cubicBezTo>
                      <a:pt x="214" y="567"/>
                      <a:pt x="214" y="567"/>
                      <a:pt x="214" y="567"/>
                    </a:cubicBezTo>
                    <a:cubicBezTo>
                      <a:pt x="215" y="567"/>
                      <a:pt x="215" y="567"/>
                      <a:pt x="215" y="567"/>
                    </a:cubicBezTo>
                    <a:cubicBezTo>
                      <a:pt x="214" y="560"/>
                      <a:pt x="215" y="555"/>
                      <a:pt x="214" y="548"/>
                    </a:cubicBezTo>
                    <a:cubicBezTo>
                      <a:pt x="212" y="551"/>
                      <a:pt x="212" y="551"/>
                      <a:pt x="212" y="551"/>
                    </a:cubicBezTo>
                    <a:cubicBezTo>
                      <a:pt x="212" y="547"/>
                      <a:pt x="209" y="543"/>
                      <a:pt x="210" y="539"/>
                    </a:cubicBezTo>
                    <a:cubicBezTo>
                      <a:pt x="211" y="541"/>
                      <a:pt x="211" y="539"/>
                      <a:pt x="212" y="539"/>
                    </a:cubicBezTo>
                    <a:cubicBezTo>
                      <a:pt x="212" y="538"/>
                      <a:pt x="211" y="537"/>
                      <a:pt x="211" y="536"/>
                    </a:cubicBezTo>
                    <a:cubicBezTo>
                      <a:pt x="214" y="538"/>
                      <a:pt x="214" y="538"/>
                      <a:pt x="214" y="538"/>
                    </a:cubicBezTo>
                    <a:cubicBezTo>
                      <a:pt x="210" y="536"/>
                      <a:pt x="210" y="526"/>
                      <a:pt x="210" y="525"/>
                    </a:cubicBezTo>
                    <a:cubicBezTo>
                      <a:pt x="210" y="525"/>
                      <a:pt x="210" y="525"/>
                      <a:pt x="210" y="525"/>
                    </a:cubicBezTo>
                    <a:cubicBezTo>
                      <a:pt x="209" y="519"/>
                      <a:pt x="209" y="527"/>
                      <a:pt x="208" y="523"/>
                    </a:cubicBezTo>
                    <a:cubicBezTo>
                      <a:pt x="207" y="519"/>
                      <a:pt x="210" y="520"/>
                      <a:pt x="210" y="517"/>
                    </a:cubicBezTo>
                    <a:cubicBezTo>
                      <a:pt x="207" y="511"/>
                      <a:pt x="202" y="501"/>
                      <a:pt x="199" y="494"/>
                    </a:cubicBezTo>
                    <a:cubicBezTo>
                      <a:pt x="196" y="489"/>
                      <a:pt x="191" y="484"/>
                      <a:pt x="186" y="481"/>
                    </a:cubicBezTo>
                    <a:cubicBezTo>
                      <a:pt x="183" y="477"/>
                      <a:pt x="189" y="480"/>
                      <a:pt x="184" y="476"/>
                    </a:cubicBezTo>
                    <a:cubicBezTo>
                      <a:pt x="186" y="476"/>
                      <a:pt x="186" y="475"/>
                      <a:pt x="186" y="474"/>
                    </a:cubicBezTo>
                    <a:cubicBezTo>
                      <a:pt x="185" y="474"/>
                      <a:pt x="179" y="467"/>
                      <a:pt x="181" y="471"/>
                    </a:cubicBezTo>
                    <a:cubicBezTo>
                      <a:pt x="176" y="466"/>
                      <a:pt x="169" y="460"/>
                      <a:pt x="163" y="455"/>
                    </a:cubicBezTo>
                    <a:cubicBezTo>
                      <a:pt x="165" y="457"/>
                      <a:pt x="167" y="456"/>
                      <a:pt x="165" y="454"/>
                    </a:cubicBezTo>
                    <a:cubicBezTo>
                      <a:pt x="162" y="453"/>
                      <a:pt x="156" y="450"/>
                      <a:pt x="151" y="445"/>
                    </a:cubicBezTo>
                    <a:cubicBezTo>
                      <a:pt x="150" y="447"/>
                      <a:pt x="152" y="448"/>
                      <a:pt x="150" y="449"/>
                    </a:cubicBezTo>
                    <a:cubicBezTo>
                      <a:pt x="149" y="449"/>
                      <a:pt x="147" y="449"/>
                      <a:pt x="146" y="447"/>
                    </a:cubicBezTo>
                    <a:cubicBezTo>
                      <a:pt x="147" y="445"/>
                      <a:pt x="148" y="443"/>
                      <a:pt x="144" y="440"/>
                    </a:cubicBezTo>
                    <a:cubicBezTo>
                      <a:pt x="146" y="438"/>
                      <a:pt x="152" y="446"/>
                      <a:pt x="151" y="442"/>
                    </a:cubicBezTo>
                    <a:cubicBezTo>
                      <a:pt x="154" y="442"/>
                      <a:pt x="163" y="448"/>
                      <a:pt x="164" y="451"/>
                    </a:cubicBezTo>
                    <a:cubicBezTo>
                      <a:pt x="170" y="452"/>
                      <a:pt x="161" y="448"/>
                      <a:pt x="163" y="447"/>
                    </a:cubicBezTo>
                    <a:cubicBezTo>
                      <a:pt x="159" y="444"/>
                      <a:pt x="157" y="444"/>
                      <a:pt x="151" y="440"/>
                    </a:cubicBezTo>
                    <a:cubicBezTo>
                      <a:pt x="150" y="440"/>
                      <a:pt x="152" y="442"/>
                      <a:pt x="148" y="441"/>
                    </a:cubicBezTo>
                    <a:cubicBezTo>
                      <a:pt x="142" y="439"/>
                      <a:pt x="143" y="435"/>
                      <a:pt x="141" y="434"/>
                    </a:cubicBezTo>
                    <a:cubicBezTo>
                      <a:pt x="144" y="435"/>
                      <a:pt x="144" y="435"/>
                      <a:pt x="144" y="435"/>
                    </a:cubicBezTo>
                    <a:cubicBezTo>
                      <a:pt x="141" y="432"/>
                      <a:pt x="139" y="432"/>
                      <a:pt x="135" y="430"/>
                    </a:cubicBezTo>
                    <a:cubicBezTo>
                      <a:pt x="136" y="426"/>
                      <a:pt x="142" y="434"/>
                      <a:pt x="144" y="433"/>
                    </a:cubicBezTo>
                    <a:cubicBezTo>
                      <a:pt x="143" y="429"/>
                      <a:pt x="143" y="429"/>
                      <a:pt x="143" y="429"/>
                    </a:cubicBezTo>
                    <a:cubicBezTo>
                      <a:pt x="137" y="425"/>
                      <a:pt x="140" y="430"/>
                      <a:pt x="134" y="425"/>
                    </a:cubicBezTo>
                    <a:cubicBezTo>
                      <a:pt x="135" y="425"/>
                      <a:pt x="135" y="425"/>
                      <a:pt x="135" y="425"/>
                    </a:cubicBezTo>
                    <a:cubicBezTo>
                      <a:pt x="131" y="423"/>
                      <a:pt x="131" y="423"/>
                      <a:pt x="131" y="423"/>
                    </a:cubicBezTo>
                    <a:cubicBezTo>
                      <a:pt x="131" y="424"/>
                      <a:pt x="130" y="426"/>
                      <a:pt x="134" y="428"/>
                    </a:cubicBezTo>
                    <a:cubicBezTo>
                      <a:pt x="130" y="429"/>
                      <a:pt x="131" y="427"/>
                      <a:pt x="125" y="424"/>
                    </a:cubicBezTo>
                    <a:cubicBezTo>
                      <a:pt x="122" y="424"/>
                      <a:pt x="127" y="425"/>
                      <a:pt x="126" y="427"/>
                    </a:cubicBezTo>
                    <a:cubicBezTo>
                      <a:pt x="126" y="428"/>
                      <a:pt x="123" y="426"/>
                      <a:pt x="120" y="425"/>
                    </a:cubicBezTo>
                    <a:cubicBezTo>
                      <a:pt x="116" y="422"/>
                      <a:pt x="119" y="421"/>
                      <a:pt x="118" y="419"/>
                    </a:cubicBezTo>
                    <a:cubicBezTo>
                      <a:pt x="119" y="420"/>
                      <a:pt x="122" y="422"/>
                      <a:pt x="121" y="422"/>
                    </a:cubicBezTo>
                    <a:cubicBezTo>
                      <a:pt x="127" y="424"/>
                      <a:pt x="121" y="418"/>
                      <a:pt x="125" y="419"/>
                    </a:cubicBezTo>
                    <a:cubicBezTo>
                      <a:pt x="122" y="415"/>
                      <a:pt x="121" y="417"/>
                      <a:pt x="118" y="416"/>
                    </a:cubicBezTo>
                    <a:cubicBezTo>
                      <a:pt x="119" y="417"/>
                      <a:pt x="117" y="418"/>
                      <a:pt x="117" y="419"/>
                    </a:cubicBezTo>
                    <a:cubicBezTo>
                      <a:pt x="108" y="418"/>
                      <a:pt x="115" y="413"/>
                      <a:pt x="108" y="409"/>
                    </a:cubicBezTo>
                    <a:cubicBezTo>
                      <a:pt x="108" y="413"/>
                      <a:pt x="98" y="407"/>
                      <a:pt x="100" y="413"/>
                    </a:cubicBezTo>
                    <a:cubicBezTo>
                      <a:pt x="98" y="412"/>
                      <a:pt x="96" y="411"/>
                      <a:pt x="95" y="410"/>
                    </a:cubicBezTo>
                    <a:cubicBezTo>
                      <a:pt x="98" y="409"/>
                      <a:pt x="93" y="407"/>
                      <a:pt x="97" y="407"/>
                    </a:cubicBezTo>
                    <a:cubicBezTo>
                      <a:pt x="95" y="405"/>
                      <a:pt x="95" y="405"/>
                      <a:pt x="95" y="405"/>
                    </a:cubicBezTo>
                    <a:cubicBezTo>
                      <a:pt x="100" y="406"/>
                      <a:pt x="100" y="406"/>
                      <a:pt x="100" y="406"/>
                    </a:cubicBezTo>
                    <a:cubicBezTo>
                      <a:pt x="98" y="403"/>
                      <a:pt x="95" y="399"/>
                      <a:pt x="94" y="397"/>
                    </a:cubicBezTo>
                    <a:cubicBezTo>
                      <a:pt x="91" y="395"/>
                      <a:pt x="94" y="399"/>
                      <a:pt x="90" y="397"/>
                    </a:cubicBezTo>
                    <a:cubicBezTo>
                      <a:pt x="92" y="397"/>
                      <a:pt x="91" y="394"/>
                      <a:pt x="89" y="393"/>
                    </a:cubicBezTo>
                    <a:cubicBezTo>
                      <a:pt x="92" y="396"/>
                      <a:pt x="87" y="395"/>
                      <a:pt x="85" y="394"/>
                    </a:cubicBezTo>
                    <a:cubicBezTo>
                      <a:pt x="82" y="392"/>
                      <a:pt x="81" y="388"/>
                      <a:pt x="81" y="388"/>
                    </a:cubicBezTo>
                    <a:cubicBezTo>
                      <a:pt x="86" y="389"/>
                      <a:pt x="86" y="389"/>
                      <a:pt x="86" y="389"/>
                    </a:cubicBezTo>
                    <a:cubicBezTo>
                      <a:pt x="82" y="388"/>
                      <a:pt x="85" y="388"/>
                      <a:pt x="82" y="386"/>
                    </a:cubicBezTo>
                    <a:cubicBezTo>
                      <a:pt x="81" y="386"/>
                      <a:pt x="78" y="386"/>
                      <a:pt x="77" y="387"/>
                    </a:cubicBezTo>
                    <a:cubicBezTo>
                      <a:pt x="75" y="385"/>
                      <a:pt x="74" y="383"/>
                      <a:pt x="73" y="383"/>
                    </a:cubicBezTo>
                    <a:cubicBezTo>
                      <a:pt x="77" y="384"/>
                      <a:pt x="77" y="384"/>
                      <a:pt x="77" y="384"/>
                    </a:cubicBezTo>
                    <a:cubicBezTo>
                      <a:pt x="73" y="381"/>
                      <a:pt x="79" y="381"/>
                      <a:pt x="74" y="378"/>
                    </a:cubicBezTo>
                    <a:cubicBezTo>
                      <a:pt x="72" y="378"/>
                      <a:pt x="72" y="378"/>
                      <a:pt x="72" y="378"/>
                    </a:cubicBezTo>
                    <a:cubicBezTo>
                      <a:pt x="72" y="377"/>
                      <a:pt x="72" y="376"/>
                      <a:pt x="73" y="377"/>
                    </a:cubicBezTo>
                    <a:cubicBezTo>
                      <a:pt x="71" y="377"/>
                      <a:pt x="69" y="375"/>
                      <a:pt x="68" y="374"/>
                    </a:cubicBezTo>
                    <a:cubicBezTo>
                      <a:pt x="69" y="373"/>
                      <a:pt x="69" y="373"/>
                      <a:pt x="69" y="373"/>
                    </a:cubicBezTo>
                    <a:cubicBezTo>
                      <a:pt x="67" y="372"/>
                      <a:pt x="63" y="371"/>
                      <a:pt x="63" y="368"/>
                    </a:cubicBezTo>
                    <a:cubicBezTo>
                      <a:pt x="62" y="371"/>
                      <a:pt x="65" y="370"/>
                      <a:pt x="66" y="373"/>
                    </a:cubicBezTo>
                    <a:cubicBezTo>
                      <a:pt x="66" y="377"/>
                      <a:pt x="62" y="372"/>
                      <a:pt x="62" y="371"/>
                    </a:cubicBezTo>
                    <a:cubicBezTo>
                      <a:pt x="64" y="370"/>
                      <a:pt x="58" y="367"/>
                      <a:pt x="56" y="364"/>
                    </a:cubicBezTo>
                    <a:cubicBezTo>
                      <a:pt x="56" y="363"/>
                      <a:pt x="55" y="361"/>
                      <a:pt x="55" y="360"/>
                    </a:cubicBezTo>
                    <a:cubicBezTo>
                      <a:pt x="53" y="360"/>
                      <a:pt x="53" y="360"/>
                      <a:pt x="53" y="360"/>
                    </a:cubicBezTo>
                    <a:cubicBezTo>
                      <a:pt x="56" y="357"/>
                      <a:pt x="49" y="356"/>
                      <a:pt x="49" y="353"/>
                    </a:cubicBezTo>
                    <a:cubicBezTo>
                      <a:pt x="50" y="354"/>
                      <a:pt x="51" y="353"/>
                      <a:pt x="51" y="351"/>
                    </a:cubicBezTo>
                    <a:cubicBezTo>
                      <a:pt x="50" y="355"/>
                      <a:pt x="45" y="349"/>
                      <a:pt x="44" y="350"/>
                    </a:cubicBezTo>
                    <a:cubicBezTo>
                      <a:pt x="42" y="345"/>
                      <a:pt x="48" y="349"/>
                      <a:pt x="48" y="347"/>
                    </a:cubicBezTo>
                    <a:cubicBezTo>
                      <a:pt x="45" y="346"/>
                      <a:pt x="46" y="341"/>
                      <a:pt x="43" y="341"/>
                    </a:cubicBezTo>
                    <a:cubicBezTo>
                      <a:pt x="44" y="345"/>
                      <a:pt x="41" y="341"/>
                      <a:pt x="40" y="341"/>
                    </a:cubicBezTo>
                    <a:cubicBezTo>
                      <a:pt x="38" y="337"/>
                      <a:pt x="41" y="341"/>
                      <a:pt x="40" y="338"/>
                    </a:cubicBezTo>
                    <a:cubicBezTo>
                      <a:pt x="39" y="336"/>
                      <a:pt x="36" y="335"/>
                      <a:pt x="37" y="338"/>
                    </a:cubicBezTo>
                    <a:cubicBezTo>
                      <a:pt x="36" y="335"/>
                      <a:pt x="32" y="333"/>
                      <a:pt x="32" y="330"/>
                    </a:cubicBezTo>
                    <a:cubicBezTo>
                      <a:pt x="33" y="328"/>
                      <a:pt x="36" y="335"/>
                      <a:pt x="36" y="333"/>
                    </a:cubicBezTo>
                    <a:cubicBezTo>
                      <a:pt x="32" y="326"/>
                      <a:pt x="30" y="331"/>
                      <a:pt x="27" y="325"/>
                    </a:cubicBezTo>
                    <a:cubicBezTo>
                      <a:pt x="27" y="328"/>
                      <a:pt x="24" y="327"/>
                      <a:pt x="22" y="324"/>
                    </a:cubicBezTo>
                    <a:cubicBezTo>
                      <a:pt x="19" y="317"/>
                      <a:pt x="24" y="327"/>
                      <a:pt x="25" y="323"/>
                    </a:cubicBezTo>
                    <a:cubicBezTo>
                      <a:pt x="23" y="321"/>
                      <a:pt x="23" y="321"/>
                      <a:pt x="23" y="321"/>
                    </a:cubicBezTo>
                    <a:cubicBezTo>
                      <a:pt x="25" y="316"/>
                      <a:pt x="31" y="327"/>
                      <a:pt x="32" y="322"/>
                    </a:cubicBezTo>
                    <a:cubicBezTo>
                      <a:pt x="30" y="320"/>
                      <a:pt x="30" y="320"/>
                      <a:pt x="30" y="320"/>
                    </a:cubicBezTo>
                    <a:cubicBezTo>
                      <a:pt x="31" y="320"/>
                      <a:pt x="32" y="321"/>
                      <a:pt x="33" y="319"/>
                    </a:cubicBezTo>
                    <a:cubicBezTo>
                      <a:pt x="30" y="319"/>
                      <a:pt x="30" y="313"/>
                      <a:pt x="29" y="312"/>
                    </a:cubicBezTo>
                    <a:cubicBezTo>
                      <a:pt x="27" y="312"/>
                      <a:pt x="30" y="315"/>
                      <a:pt x="29" y="315"/>
                    </a:cubicBezTo>
                    <a:cubicBezTo>
                      <a:pt x="27" y="312"/>
                      <a:pt x="24" y="311"/>
                      <a:pt x="24" y="306"/>
                    </a:cubicBezTo>
                    <a:cubicBezTo>
                      <a:pt x="26" y="308"/>
                      <a:pt x="26" y="304"/>
                      <a:pt x="27" y="305"/>
                    </a:cubicBezTo>
                    <a:cubicBezTo>
                      <a:pt x="27" y="303"/>
                      <a:pt x="25" y="305"/>
                      <a:pt x="25" y="301"/>
                    </a:cubicBezTo>
                    <a:cubicBezTo>
                      <a:pt x="26" y="301"/>
                      <a:pt x="26" y="301"/>
                      <a:pt x="26" y="301"/>
                    </a:cubicBezTo>
                    <a:cubicBezTo>
                      <a:pt x="23" y="289"/>
                      <a:pt x="22" y="272"/>
                      <a:pt x="18" y="260"/>
                    </a:cubicBezTo>
                    <a:cubicBezTo>
                      <a:pt x="20" y="258"/>
                      <a:pt x="20" y="254"/>
                      <a:pt x="21" y="247"/>
                    </a:cubicBezTo>
                    <a:cubicBezTo>
                      <a:pt x="21" y="250"/>
                      <a:pt x="19" y="247"/>
                      <a:pt x="19" y="246"/>
                    </a:cubicBezTo>
                    <a:cubicBezTo>
                      <a:pt x="21" y="242"/>
                      <a:pt x="21" y="242"/>
                      <a:pt x="21" y="242"/>
                    </a:cubicBezTo>
                    <a:cubicBezTo>
                      <a:pt x="23" y="239"/>
                      <a:pt x="22" y="233"/>
                      <a:pt x="21" y="230"/>
                    </a:cubicBezTo>
                    <a:cubicBezTo>
                      <a:pt x="22" y="229"/>
                      <a:pt x="22" y="229"/>
                      <a:pt x="23" y="229"/>
                    </a:cubicBezTo>
                    <a:cubicBezTo>
                      <a:pt x="24" y="225"/>
                      <a:pt x="22" y="225"/>
                      <a:pt x="22" y="224"/>
                    </a:cubicBezTo>
                    <a:cubicBezTo>
                      <a:pt x="23" y="221"/>
                      <a:pt x="23" y="221"/>
                      <a:pt x="23" y="221"/>
                    </a:cubicBezTo>
                    <a:cubicBezTo>
                      <a:pt x="22" y="221"/>
                      <a:pt x="22" y="221"/>
                      <a:pt x="22" y="221"/>
                    </a:cubicBezTo>
                    <a:cubicBezTo>
                      <a:pt x="22" y="217"/>
                      <a:pt x="23" y="213"/>
                      <a:pt x="25" y="213"/>
                    </a:cubicBezTo>
                    <a:cubicBezTo>
                      <a:pt x="25" y="212"/>
                      <a:pt x="25" y="211"/>
                      <a:pt x="24" y="212"/>
                    </a:cubicBezTo>
                    <a:cubicBezTo>
                      <a:pt x="26" y="209"/>
                      <a:pt x="28" y="200"/>
                      <a:pt x="29" y="193"/>
                    </a:cubicBezTo>
                    <a:cubicBezTo>
                      <a:pt x="28" y="196"/>
                      <a:pt x="27" y="196"/>
                      <a:pt x="26" y="196"/>
                    </a:cubicBezTo>
                    <a:cubicBezTo>
                      <a:pt x="24" y="194"/>
                      <a:pt x="27" y="194"/>
                      <a:pt x="26" y="191"/>
                    </a:cubicBezTo>
                    <a:cubicBezTo>
                      <a:pt x="27" y="192"/>
                      <a:pt x="28" y="189"/>
                      <a:pt x="28" y="192"/>
                    </a:cubicBezTo>
                    <a:cubicBezTo>
                      <a:pt x="33" y="185"/>
                      <a:pt x="36" y="173"/>
                      <a:pt x="40" y="164"/>
                    </a:cubicBezTo>
                    <a:cubicBezTo>
                      <a:pt x="40" y="162"/>
                      <a:pt x="40" y="162"/>
                      <a:pt x="39" y="161"/>
                    </a:cubicBezTo>
                    <a:cubicBezTo>
                      <a:pt x="45" y="156"/>
                      <a:pt x="47" y="148"/>
                      <a:pt x="51" y="142"/>
                    </a:cubicBezTo>
                    <a:cubicBezTo>
                      <a:pt x="49" y="143"/>
                      <a:pt x="48" y="139"/>
                      <a:pt x="50" y="136"/>
                    </a:cubicBezTo>
                    <a:cubicBezTo>
                      <a:pt x="51" y="131"/>
                      <a:pt x="53" y="136"/>
                      <a:pt x="56" y="133"/>
                    </a:cubicBezTo>
                    <a:cubicBezTo>
                      <a:pt x="57" y="131"/>
                      <a:pt x="59" y="128"/>
                      <a:pt x="60" y="127"/>
                    </a:cubicBezTo>
                    <a:cubicBezTo>
                      <a:pt x="60" y="127"/>
                      <a:pt x="60" y="127"/>
                      <a:pt x="60" y="127"/>
                    </a:cubicBezTo>
                    <a:cubicBezTo>
                      <a:pt x="61" y="125"/>
                      <a:pt x="63" y="121"/>
                      <a:pt x="65" y="120"/>
                    </a:cubicBezTo>
                    <a:cubicBezTo>
                      <a:pt x="65" y="120"/>
                      <a:pt x="65" y="120"/>
                      <a:pt x="65" y="120"/>
                    </a:cubicBezTo>
                    <a:cubicBezTo>
                      <a:pt x="67" y="118"/>
                      <a:pt x="69" y="117"/>
                      <a:pt x="71" y="115"/>
                    </a:cubicBezTo>
                    <a:cubicBezTo>
                      <a:pt x="70" y="113"/>
                      <a:pt x="75" y="109"/>
                      <a:pt x="74" y="107"/>
                    </a:cubicBezTo>
                    <a:cubicBezTo>
                      <a:pt x="75" y="107"/>
                      <a:pt x="74" y="107"/>
                      <a:pt x="75" y="107"/>
                    </a:cubicBezTo>
                    <a:cubicBezTo>
                      <a:pt x="74" y="106"/>
                      <a:pt x="74" y="106"/>
                      <a:pt x="74" y="106"/>
                    </a:cubicBezTo>
                    <a:cubicBezTo>
                      <a:pt x="78" y="103"/>
                      <a:pt x="78" y="103"/>
                      <a:pt x="78" y="103"/>
                    </a:cubicBezTo>
                    <a:cubicBezTo>
                      <a:pt x="78" y="104"/>
                      <a:pt x="78" y="105"/>
                      <a:pt x="78" y="106"/>
                    </a:cubicBezTo>
                    <a:cubicBezTo>
                      <a:pt x="82" y="103"/>
                      <a:pt x="78" y="104"/>
                      <a:pt x="79" y="101"/>
                    </a:cubicBezTo>
                    <a:cubicBezTo>
                      <a:pt x="81" y="98"/>
                      <a:pt x="82" y="99"/>
                      <a:pt x="84" y="99"/>
                    </a:cubicBezTo>
                    <a:cubicBezTo>
                      <a:pt x="84" y="100"/>
                      <a:pt x="82" y="100"/>
                      <a:pt x="81" y="101"/>
                    </a:cubicBezTo>
                    <a:cubicBezTo>
                      <a:pt x="81" y="103"/>
                      <a:pt x="83" y="100"/>
                      <a:pt x="84" y="101"/>
                    </a:cubicBezTo>
                    <a:cubicBezTo>
                      <a:pt x="85" y="100"/>
                      <a:pt x="84" y="98"/>
                      <a:pt x="86" y="97"/>
                    </a:cubicBezTo>
                    <a:cubicBezTo>
                      <a:pt x="88" y="96"/>
                      <a:pt x="92" y="92"/>
                      <a:pt x="92" y="93"/>
                    </a:cubicBezTo>
                    <a:cubicBezTo>
                      <a:pt x="93" y="91"/>
                      <a:pt x="95" y="90"/>
                      <a:pt x="96" y="88"/>
                    </a:cubicBezTo>
                    <a:cubicBezTo>
                      <a:pt x="94" y="89"/>
                      <a:pt x="91" y="91"/>
                      <a:pt x="90" y="91"/>
                    </a:cubicBezTo>
                    <a:cubicBezTo>
                      <a:pt x="91" y="90"/>
                      <a:pt x="94" y="87"/>
                      <a:pt x="94" y="87"/>
                    </a:cubicBezTo>
                    <a:cubicBezTo>
                      <a:pt x="94" y="88"/>
                      <a:pt x="94" y="88"/>
                      <a:pt x="94" y="88"/>
                    </a:cubicBezTo>
                    <a:cubicBezTo>
                      <a:pt x="94" y="87"/>
                      <a:pt x="99" y="84"/>
                      <a:pt x="96" y="85"/>
                    </a:cubicBezTo>
                    <a:cubicBezTo>
                      <a:pt x="100" y="84"/>
                      <a:pt x="100" y="84"/>
                      <a:pt x="100" y="84"/>
                    </a:cubicBezTo>
                    <a:cubicBezTo>
                      <a:pt x="100" y="82"/>
                      <a:pt x="103" y="80"/>
                      <a:pt x="105" y="78"/>
                    </a:cubicBezTo>
                    <a:cubicBezTo>
                      <a:pt x="106" y="80"/>
                      <a:pt x="106" y="82"/>
                      <a:pt x="110" y="80"/>
                    </a:cubicBezTo>
                    <a:cubicBezTo>
                      <a:pt x="113" y="76"/>
                      <a:pt x="113" y="76"/>
                      <a:pt x="113" y="76"/>
                    </a:cubicBezTo>
                    <a:cubicBezTo>
                      <a:pt x="115" y="74"/>
                      <a:pt x="116" y="74"/>
                      <a:pt x="116" y="75"/>
                    </a:cubicBezTo>
                    <a:cubicBezTo>
                      <a:pt x="124" y="71"/>
                      <a:pt x="121" y="66"/>
                      <a:pt x="128" y="64"/>
                    </a:cubicBezTo>
                    <a:cubicBezTo>
                      <a:pt x="126" y="67"/>
                      <a:pt x="129" y="66"/>
                      <a:pt x="132" y="65"/>
                    </a:cubicBezTo>
                    <a:cubicBezTo>
                      <a:pt x="131" y="65"/>
                      <a:pt x="131" y="64"/>
                      <a:pt x="132" y="63"/>
                    </a:cubicBezTo>
                    <a:cubicBezTo>
                      <a:pt x="131" y="63"/>
                      <a:pt x="132" y="65"/>
                      <a:pt x="129" y="65"/>
                    </a:cubicBezTo>
                    <a:cubicBezTo>
                      <a:pt x="128" y="65"/>
                      <a:pt x="131" y="63"/>
                      <a:pt x="132" y="62"/>
                    </a:cubicBezTo>
                    <a:cubicBezTo>
                      <a:pt x="139" y="63"/>
                      <a:pt x="150" y="53"/>
                      <a:pt x="160" y="50"/>
                    </a:cubicBezTo>
                    <a:cubicBezTo>
                      <a:pt x="158" y="48"/>
                      <a:pt x="163" y="48"/>
                      <a:pt x="164" y="46"/>
                    </a:cubicBezTo>
                    <a:cubicBezTo>
                      <a:pt x="165" y="49"/>
                      <a:pt x="169" y="43"/>
                      <a:pt x="172" y="44"/>
                    </a:cubicBezTo>
                    <a:cubicBezTo>
                      <a:pt x="170" y="42"/>
                      <a:pt x="170" y="42"/>
                      <a:pt x="170" y="42"/>
                    </a:cubicBezTo>
                    <a:cubicBezTo>
                      <a:pt x="176" y="41"/>
                      <a:pt x="177" y="34"/>
                      <a:pt x="182" y="36"/>
                    </a:cubicBezTo>
                    <a:cubicBezTo>
                      <a:pt x="185" y="35"/>
                      <a:pt x="182" y="38"/>
                      <a:pt x="181" y="39"/>
                    </a:cubicBezTo>
                    <a:cubicBezTo>
                      <a:pt x="186" y="40"/>
                      <a:pt x="191" y="32"/>
                      <a:pt x="196" y="34"/>
                    </a:cubicBezTo>
                    <a:cubicBezTo>
                      <a:pt x="196" y="33"/>
                      <a:pt x="194" y="32"/>
                      <a:pt x="197" y="30"/>
                    </a:cubicBezTo>
                    <a:cubicBezTo>
                      <a:pt x="201" y="30"/>
                      <a:pt x="207" y="29"/>
                      <a:pt x="207" y="29"/>
                    </a:cubicBezTo>
                    <a:cubicBezTo>
                      <a:pt x="209" y="28"/>
                      <a:pt x="210" y="27"/>
                      <a:pt x="213" y="27"/>
                    </a:cubicBezTo>
                    <a:cubicBezTo>
                      <a:pt x="213" y="28"/>
                      <a:pt x="212" y="28"/>
                      <a:pt x="211" y="29"/>
                    </a:cubicBezTo>
                    <a:cubicBezTo>
                      <a:pt x="215" y="28"/>
                      <a:pt x="219" y="26"/>
                      <a:pt x="222" y="24"/>
                    </a:cubicBezTo>
                    <a:cubicBezTo>
                      <a:pt x="225" y="26"/>
                      <a:pt x="233" y="23"/>
                      <a:pt x="238" y="23"/>
                    </a:cubicBezTo>
                    <a:cubicBezTo>
                      <a:pt x="241" y="20"/>
                      <a:pt x="247" y="23"/>
                      <a:pt x="247" y="20"/>
                    </a:cubicBezTo>
                    <a:cubicBezTo>
                      <a:pt x="247" y="20"/>
                      <a:pt x="247" y="20"/>
                      <a:pt x="248" y="21"/>
                    </a:cubicBezTo>
                    <a:cubicBezTo>
                      <a:pt x="249" y="19"/>
                      <a:pt x="251" y="17"/>
                      <a:pt x="253" y="17"/>
                    </a:cubicBezTo>
                    <a:cubicBezTo>
                      <a:pt x="253" y="19"/>
                      <a:pt x="253" y="19"/>
                      <a:pt x="253" y="19"/>
                    </a:cubicBezTo>
                    <a:cubicBezTo>
                      <a:pt x="252" y="22"/>
                      <a:pt x="260" y="19"/>
                      <a:pt x="261" y="20"/>
                    </a:cubicBezTo>
                    <a:cubicBezTo>
                      <a:pt x="258" y="19"/>
                      <a:pt x="263" y="20"/>
                      <a:pt x="263" y="18"/>
                    </a:cubicBezTo>
                    <a:cubicBezTo>
                      <a:pt x="266" y="18"/>
                      <a:pt x="266" y="18"/>
                      <a:pt x="266" y="18"/>
                    </a:cubicBezTo>
                    <a:cubicBezTo>
                      <a:pt x="271" y="17"/>
                      <a:pt x="267" y="17"/>
                      <a:pt x="273" y="16"/>
                    </a:cubicBezTo>
                    <a:cubicBezTo>
                      <a:pt x="276" y="16"/>
                      <a:pt x="274" y="19"/>
                      <a:pt x="273" y="19"/>
                    </a:cubicBezTo>
                    <a:cubicBezTo>
                      <a:pt x="275" y="20"/>
                      <a:pt x="278" y="19"/>
                      <a:pt x="281" y="19"/>
                    </a:cubicBezTo>
                    <a:cubicBezTo>
                      <a:pt x="280" y="18"/>
                      <a:pt x="280" y="18"/>
                      <a:pt x="281" y="18"/>
                    </a:cubicBezTo>
                    <a:cubicBezTo>
                      <a:pt x="281" y="18"/>
                      <a:pt x="281" y="18"/>
                      <a:pt x="281" y="19"/>
                    </a:cubicBezTo>
                    <a:cubicBezTo>
                      <a:pt x="282" y="18"/>
                      <a:pt x="283" y="18"/>
                      <a:pt x="285" y="18"/>
                    </a:cubicBezTo>
                    <a:cubicBezTo>
                      <a:pt x="285" y="19"/>
                      <a:pt x="285" y="19"/>
                      <a:pt x="285" y="19"/>
                    </a:cubicBezTo>
                    <a:cubicBezTo>
                      <a:pt x="283" y="19"/>
                      <a:pt x="282" y="19"/>
                      <a:pt x="281" y="19"/>
                    </a:cubicBezTo>
                    <a:cubicBezTo>
                      <a:pt x="282" y="19"/>
                      <a:pt x="283" y="19"/>
                      <a:pt x="284" y="19"/>
                    </a:cubicBezTo>
                    <a:cubicBezTo>
                      <a:pt x="285" y="19"/>
                      <a:pt x="285" y="19"/>
                      <a:pt x="285" y="19"/>
                    </a:cubicBezTo>
                    <a:cubicBezTo>
                      <a:pt x="286" y="19"/>
                      <a:pt x="287" y="19"/>
                      <a:pt x="288" y="20"/>
                    </a:cubicBezTo>
                    <a:cubicBezTo>
                      <a:pt x="287" y="21"/>
                      <a:pt x="287" y="21"/>
                      <a:pt x="287" y="21"/>
                    </a:cubicBezTo>
                    <a:cubicBezTo>
                      <a:pt x="289" y="22"/>
                      <a:pt x="294" y="20"/>
                      <a:pt x="294" y="20"/>
                    </a:cubicBezTo>
                    <a:cubicBezTo>
                      <a:pt x="303" y="22"/>
                      <a:pt x="318" y="23"/>
                      <a:pt x="322" y="24"/>
                    </a:cubicBezTo>
                    <a:cubicBezTo>
                      <a:pt x="319" y="23"/>
                      <a:pt x="318" y="24"/>
                      <a:pt x="320" y="24"/>
                    </a:cubicBezTo>
                    <a:cubicBezTo>
                      <a:pt x="323" y="25"/>
                      <a:pt x="326" y="24"/>
                      <a:pt x="326" y="25"/>
                    </a:cubicBezTo>
                    <a:cubicBezTo>
                      <a:pt x="329" y="25"/>
                      <a:pt x="328" y="27"/>
                      <a:pt x="332" y="28"/>
                    </a:cubicBezTo>
                    <a:cubicBezTo>
                      <a:pt x="332" y="29"/>
                      <a:pt x="333" y="27"/>
                      <a:pt x="332" y="27"/>
                    </a:cubicBezTo>
                    <a:cubicBezTo>
                      <a:pt x="337" y="31"/>
                      <a:pt x="347" y="31"/>
                      <a:pt x="354" y="36"/>
                    </a:cubicBezTo>
                    <a:cubicBezTo>
                      <a:pt x="353" y="36"/>
                      <a:pt x="352" y="36"/>
                      <a:pt x="351" y="37"/>
                    </a:cubicBezTo>
                    <a:cubicBezTo>
                      <a:pt x="357" y="38"/>
                      <a:pt x="363" y="41"/>
                      <a:pt x="369" y="42"/>
                    </a:cubicBezTo>
                    <a:cubicBezTo>
                      <a:pt x="368" y="42"/>
                      <a:pt x="368" y="43"/>
                      <a:pt x="366" y="43"/>
                    </a:cubicBezTo>
                    <a:cubicBezTo>
                      <a:pt x="369" y="44"/>
                      <a:pt x="372" y="46"/>
                      <a:pt x="375" y="47"/>
                    </a:cubicBezTo>
                    <a:cubicBezTo>
                      <a:pt x="375" y="47"/>
                      <a:pt x="375" y="47"/>
                      <a:pt x="375" y="47"/>
                    </a:cubicBezTo>
                    <a:cubicBezTo>
                      <a:pt x="373" y="44"/>
                      <a:pt x="378" y="46"/>
                      <a:pt x="381" y="48"/>
                    </a:cubicBezTo>
                    <a:cubicBezTo>
                      <a:pt x="380" y="48"/>
                      <a:pt x="380" y="48"/>
                      <a:pt x="380" y="48"/>
                    </a:cubicBezTo>
                    <a:cubicBezTo>
                      <a:pt x="384" y="51"/>
                      <a:pt x="385" y="50"/>
                      <a:pt x="388" y="53"/>
                    </a:cubicBezTo>
                    <a:cubicBezTo>
                      <a:pt x="390" y="55"/>
                      <a:pt x="386" y="52"/>
                      <a:pt x="386" y="53"/>
                    </a:cubicBezTo>
                    <a:cubicBezTo>
                      <a:pt x="386" y="56"/>
                      <a:pt x="393" y="61"/>
                      <a:pt x="394" y="62"/>
                    </a:cubicBezTo>
                    <a:cubicBezTo>
                      <a:pt x="395" y="62"/>
                      <a:pt x="396" y="63"/>
                      <a:pt x="397" y="62"/>
                    </a:cubicBezTo>
                    <a:cubicBezTo>
                      <a:pt x="400" y="64"/>
                      <a:pt x="397" y="64"/>
                      <a:pt x="399" y="66"/>
                    </a:cubicBezTo>
                    <a:cubicBezTo>
                      <a:pt x="409" y="69"/>
                      <a:pt x="409" y="69"/>
                      <a:pt x="409" y="69"/>
                    </a:cubicBezTo>
                    <a:cubicBezTo>
                      <a:pt x="408" y="69"/>
                      <a:pt x="410" y="73"/>
                      <a:pt x="407" y="71"/>
                    </a:cubicBezTo>
                    <a:cubicBezTo>
                      <a:pt x="412" y="76"/>
                      <a:pt x="417" y="77"/>
                      <a:pt x="422" y="80"/>
                    </a:cubicBezTo>
                    <a:cubicBezTo>
                      <a:pt x="423" y="82"/>
                      <a:pt x="428" y="87"/>
                      <a:pt x="430" y="89"/>
                    </a:cubicBezTo>
                    <a:cubicBezTo>
                      <a:pt x="429" y="90"/>
                      <a:pt x="428" y="87"/>
                      <a:pt x="427" y="87"/>
                    </a:cubicBezTo>
                    <a:cubicBezTo>
                      <a:pt x="428" y="91"/>
                      <a:pt x="428" y="91"/>
                      <a:pt x="428" y="91"/>
                    </a:cubicBezTo>
                    <a:cubicBezTo>
                      <a:pt x="425" y="87"/>
                      <a:pt x="427" y="93"/>
                      <a:pt x="424" y="91"/>
                    </a:cubicBezTo>
                    <a:cubicBezTo>
                      <a:pt x="428" y="94"/>
                      <a:pt x="432" y="102"/>
                      <a:pt x="435" y="107"/>
                    </a:cubicBezTo>
                    <a:cubicBezTo>
                      <a:pt x="435" y="102"/>
                      <a:pt x="440" y="113"/>
                      <a:pt x="443" y="111"/>
                    </a:cubicBezTo>
                    <a:cubicBezTo>
                      <a:pt x="447" y="117"/>
                      <a:pt x="443" y="115"/>
                      <a:pt x="443" y="118"/>
                    </a:cubicBezTo>
                    <a:cubicBezTo>
                      <a:pt x="448" y="124"/>
                      <a:pt x="451" y="130"/>
                      <a:pt x="453" y="136"/>
                    </a:cubicBezTo>
                    <a:cubicBezTo>
                      <a:pt x="453" y="136"/>
                      <a:pt x="453" y="136"/>
                      <a:pt x="453" y="136"/>
                    </a:cubicBezTo>
                    <a:cubicBezTo>
                      <a:pt x="456" y="141"/>
                      <a:pt x="459" y="150"/>
                      <a:pt x="464" y="155"/>
                    </a:cubicBezTo>
                    <a:cubicBezTo>
                      <a:pt x="463" y="154"/>
                      <a:pt x="463" y="155"/>
                      <a:pt x="462" y="154"/>
                    </a:cubicBezTo>
                    <a:cubicBezTo>
                      <a:pt x="463" y="160"/>
                      <a:pt x="465" y="154"/>
                      <a:pt x="466" y="161"/>
                    </a:cubicBezTo>
                    <a:cubicBezTo>
                      <a:pt x="465" y="160"/>
                      <a:pt x="465" y="160"/>
                      <a:pt x="465" y="160"/>
                    </a:cubicBezTo>
                    <a:cubicBezTo>
                      <a:pt x="467" y="164"/>
                      <a:pt x="467" y="169"/>
                      <a:pt x="470" y="173"/>
                    </a:cubicBezTo>
                    <a:cubicBezTo>
                      <a:pt x="469" y="174"/>
                      <a:pt x="469" y="173"/>
                      <a:pt x="468" y="172"/>
                    </a:cubicBezTo>
                    <a:cubicBezTo>
                      <a:pt x="470" y="177"/>
                      <a:pt x="471" y="182"/>
                      <a:pt x="474" y="186"/>
                    </a:cubicBezTo>
                    <a:cubicBezTo>
                      <a:pt x="473" y="186"/>
                      <a:pt x="472" y="186"/>
                      <a:pt x="471" y="184"/>
                    </a:cubicBezTo>
                    <a:cubicBezTo>
                      <a:pt x="471" y="189"/>
                      <a:pt x="474" y="189"/>
                      <a:pt x="474" y="193"/>
                    </a:cubicBezTo>
                    <a:cubicBezTo>
                      <a:pt x="475" y="194"/>
                      <a:pt x="474" y="197"/>
                      <a:pt x="474" y="196"/>
                    </a:cubicBezTo>
                    <a:cubicBezTo>
                      <a:pt x="475" y="198"/>
                      <a:pt x="476" y="205"/>
                      <a:pt x="477" y="207"/>
                    </a:cubicBezTo>
                    <a:cubicBezTo>
                      <a:pt x="476" y="208"/>
                      <a:pt x="476" y="209"/>
                      <a:pt x="475" y="212"/>
                    </a:cubicBezTo>
                    <a:cubicBezTo>
                      <a:pt x="478" y="236"/>
                      <a:pt x="473" y="260"/>
                      <a:pt x="467" y="283"/>
                    </a:cubicBezTo>
                    <a:cubicBezTo>
                      <a:pt x="463" y="286"/>
                      <a:pt x="467" y="277"/>
                      <a:pt x="464" y="279"/>
                    </a:cubicBezTo>
                    <a:cubicBezTo>
                      <a:pt x="467" y="280"/>
                      <a:pt x="464" y="283"/>
                      <a:pt x="461" y="290"/>
                    </a:cubicBezTo>
                    <a:cubicBezTo>
                      <a:pt x="461" y="290"/>
                      <a:pt x="461" y="290"/>
                      <a:pt x="461" y="290"/>
                    </a:cubicBezTo>
                    <a:cubicBezTo>
                      <a:pt x="460" y="293"/>
                      <a:pt x="458" y="294"/>
                      <a:pt x="457" y="297"/>
                    </a:cubicBezTo>
                    <a:cubicBezTo>
                      <a:pt x="458" y="297"/>
                      <a:pt x="458" y="297"/>
                      <a:pt x="458" y="297"/>
                    </a:cubicBezTo>
                    <a:cubicBezTo>
                      <a:pt x="458" y="301"/>
                      <a:pt x="452" y="303"/>
                      <a:pt x="453" y="306"/>
                    </a:cubicBezTo>
                    <a:cubicBezTo>
                      <a:pt x="451" y="307"/>
                      <a:pt x="451" y="307"/>
                      <a:pt x="451" y="307"/>
                    </a:cubicBezTo>
                    <a:cubicBezTo>
                      <a:pt x="451" y="312"/>
                      <a:pt x="447" y="312"/>
                      <a:pt x="447" y="316"/>
                    </a:cubicBezTo>
                    <a:cubicBezTo>
                      <a:pt x="447" y="316"/>
                      <a:pt x="447" y="316"/>
                      <a:pt x="447" y="316"/>
                    </a:cubicBezTo>
                    <a:cubicBezTo>
                      <a:pt x="443" y="320"/>
                      <a:pt x="442" y="327"/>
                      <a:pt x="439" y="328"/>
                    </a:cubicBezTo>
                    <a:cubicBezTo>
                      <a:pt x="437" y="332"/>
                      <a:pt x="434" y="337"/>
                      <a:pt x="435" y="339"/>
                    </a:cubicBezTo>
                    <a:cubicBezTo>
                      <a:pt x="433" y="339"/>
                      <a:pt x="433" y="338"/>
                      <a:pt x="433" y="337"/>
                    </a:cubicBezTo>
                    <a:cubicBezTo>
                      <a:pt x="422" y="352"/>
                      <a:pt x="406" y="365"/>
                      <a:pt x="395" y="377"/>
                    </a:cubicBezTo>
                    <a:cubicBezTo>
                      <a:pt x="394" y="378"/>
                      <a:pt x="395" y="377"/>
                      <a:pt x="395" y="376"/>
                    </a:cubicBezTo>
                    <a:cubicBezTo>
                      <a:pt x="389" y="385"/>
                      <a:pt x="378" y="390"/>
                      <a:pt x="378" y="398"/>
                    </a:cubicBezTo>
                    <a:cubicBezTo>
                      <a:pt x="377" y="402"/>
                      <a:pt x="377" y="402"/>
                      <a:pt x="377" y="402"/>
                    </a:cubicBezTo>
                    <a:cubicBezTo>
                      <a:pt x="375" y="403"/>
                      <a:pt x="375" y="402"/>
                      <a:pt x="373" y="403"/>
                    </a:cubicBezTo>
                    <a:cubicBezTo>
                      <a:pt x="373" y="406"/>
                      <a:pt x="368" y="411"/>
                      <a:pt x="369" y="413"/>
                    </a:cubicBezTo>
                    <a:cubicBezTo>
                      <a:pt x="368" y="414"/>
                      <a:pt x="369" y="412"/>
                      <a:pt x="368" y="412"/>
                    </a:cubicBezTo>
                    <a:cubicBezTo>
                      <a:pt x="365" y="416"/>
                      <a:pt x="365" y="422"/>
                      <a:pt x="363" y="426"/>
                    </a:cubicBezTo>
                    <a:cubicBezTo>
                      <a:pt x="363" y="424"/>
                      <a:pt x="363" y="424"/>
                      <a:pt x="363" y="424"/>
                    </a:cubicBezTo>
                    <a:cubicBezTo>
                      <a:pt x="349" y="443"/>
                      <a:pt x="340" y="473"/>
                      <a:pt x="342" y="493"/>
                    </a:cubicBezTo>
                    <a:cubicBezTo>
                      <a:pt x="343" y="498"/>
                      <a:pt x="340" y="495"/>
                      <a:pt x="340" y="497"/>
                    </a:cubicBezTo>
                    <a:cubicBezTo>
                      <a:pt x="342" y="517"/>
                      <a:pt x="338" y="542"/>
                      <a:pt x="349" y="558"/>
                    </a:cubicBezTo>
                    <a:cubicBezTo>
                      <a:pt x="355" y="570"/>
                      <a:pt x="363" y="573"/>
                      <a:pt x="363" y="573"/>
                    </a:cubicBezTo>
                    <a:cubicBezTo>
                      <a:pt x="346" y="542"/>
                      <a:pt x="349" y="513"/>
                      <a:pt x="356" y="481"/>
                    </a:cubicBezTo>
                    <a:cubicBezTo>
                      <a:pt x="356" y="470"/>
                      <a:pt x="359" y="457"/>
                      <a:pt x="363" y="448"/>
                    </a:cubicBezTo>
                    <a:cubicBezTo>
                      <a:pt x="376" y="404"/>
                      <a:pt x="410" y="388"/>
                      <a:pt x="444" y="349"/>
                    </a:cubicBezTo>
                    <a:cubicBezTo>
                      <a:pt x="442" y="350"/>
                      <a:pt x="443" y="348"/>
                      <a:pt x="444" y="346"/>
                    </a:cubicBezTo>
                    <a:cubicBezTo>
                      <a:pt x="445" y="345"/>
                      <a:pt x="445" y="345"/>
                      <a:pt x="445" y="345"/>
                    </a:cubicBezTo>
                    <a:cubicBezTo>
                      <a:pt x="446" y="342"/>
                      <a:pt x="446" y="342"/>
                      <a:pt x="446" y="342"/>
                    </a:cubicBezTo>
                    <a:cubicBezTo>
                      <a:pt x="448" y="339"/>
                      <a:pt x="449" y="341"/>
                      <a:pt x="447" y="344"/>
                    </a:cubicBezTo>
                    <a:cubicBezTo>
                      <a:pt x="459" y="329"/>
                      <a:pt x="467" y="314"/>
                      <a:pt x="475" y="297"/>
                    </a:cubicBezTo>
                    <a:cubicBezTo>
                      <a:pt x="474" y="295"/>
                      <a:pt x="479" y="288"/>
                      <a:pt x="477" y="286"/>
                    </a:cubicBezTo>
                    <a:cubicBezTo>
                      <a:pt x="478" y="286"/>
                      <a:pt x="478" y="286"/>
                      <a:pt x="478" y="287"/>
                    </a:cubicBezTo>
                    <a:cubicBezTo>
                      <a:pt x="481" y="274"/>
                      <a:pt x="482" y="274"/>
                      <a:pt x="487" y="263"/>
                    </a:cubicBezTo>
                    <a:cubicBezTo>
                      <a:pt x="501" y="211"/>
                      <a:pt x="485" y="161"/>
                      <a:pt x="463" y="118"/>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6" name="Rectangle 77"/>
              <p:cNvSpPr>
                <a:spLocks noChangeArrowheads="1"/>
              </p:cNvSpPr>
              <p:nvPr/>
            </p:nvSpPr>
            <p:spPr bwMode="auto">
              <a:xfrm>
                <a:off x="4586" y="1893"/>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7" name="Freeform 78"/>
              <p:cNvSpPr/>
              <p:nvPr/>
            </p:nvSpPr>
            <p:spPr bwMode="auto">
              <a:xfrm>
                <a:off x="3937" y="2817"/>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8" name="Freeform 79"/>
              <p:cNvSpPr/>
              <p:nvPr/>
            </p:nvSpPr>
            <p:spPr bwMode="auto">
              <a:xfrm>
                <a:off x="4629" y="1859"/>
                <a:ext cx="2" cy="2"/>
              </a:xfrm>
              <a:custGeom>
                <a:avLst/>
                <a:gdLst>
                  <a:gd name="T0" fmla="*/ 2 w 2"/>
                  <a:gd name="T1" fmla="*/ 2 h 2"/>
                  <a:gd name="T2" fmla="*/ 2 w 2"/>
                  <a:gd name="T3" fmla="*/ 2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2"/>
                    </a:lnTo>
                    <a:lnTo>
                      <a:pt x="0" y="0"/>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9" name="Freeform 80"/>
              <p:cNvSpPr/>
              <p:nvPr/>
            </p:nvSpPr>
            <p:spPr bwMode="auto">
              <a:xfrm>
                <a:off x="3967" y="28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0" name="Freeform 81"/>
              <p:cNvSpPr/>
              <p:nvPr/>
            </p:nvSpPr>
            <p:spPr bwMode="auto">
              <a:xfrm>
                <a:off x="4618" y="1878"/>
                <a:ext cx="2" cy="4"/>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0"/>
                      <a:pt x="1" y="2"/>
                      <a:pt x="1" y="2"/>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1" name="Freeform 82"/>
              <p:cNvSpPr/>
              <p:nvPr/>
            </p:nvSpPr>
            <p:spPr bwMode="auto">
              <a:xfrm>
                <a:off x="3814" y="226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2" name="Freeform 83"/>
              <p:cNvSpPr/>
              <p:nvPr/>
            </p:nvSpPr>
            <p:spPr bwMode="auto">
              <a:xfrm>
                <a:off x="3876" y="243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3" name="Freeform 84"/>
              <p:cNvSpPr/>
              <p:nvPr/>
            </p:nvSpPr>
            <p:spPr bwMode="auto">
              <a:xfrm>
                <a:off x="4618" y="187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4" name="Freeform 85"/>
              <p:cNvSpPr/>
              <p:nvPr/>
            </p:nvSpPr>
            <p:spPr bwMode="auto">
              <a:xfrm>
                <a:off x="3801" y="227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5" name="Freeform 86"/>
              <p:cNvSpPr/>
              <p:nvPr/>
            </p:nvSpPr>
            <p:spPr bwMode="auto">
              <a:xfrm>
                <a:off x="3808" y="2266"/>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0"/>
                      <a:pt x="1" y="1"/>
                      <a:pt x="1"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6" name="Freeform 87"/>
              <p:cNvSpPr/>
              <p:nvPr/>
            </p:nvSpPr>
            <p:spPr bwMode="auto">
              <a:xfrm>
                <a:off x="3878" y="2393"/>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7" name="Freeform 88"/>
              <p:cNvSpPr/>
              <p:nvPr/>
            </p:nvSpPr>
            <p:spPr bwMode="auto">
              <a:xfrm>
                <a:off x="3810" y="2266"/>
                <a:ext cx="6" cy="0"/>
              </a:xfrm>
              <a:custGeom>
                <a:avLst/>
                <a:gdLst>
                  <a:gd name="T0" fmla="*/ 1 w 3"/>
                  <a:gd name="T1" fmla="*/ 0 w 3"/>
                  <a:gd name="T2" fmla="*/ 1 w 3"/>
                </a:gdLst>
                <a:ahLst/>
                <a:cxnLst>
                  <a:cxn ang="0">
                    <a:pos x="T0" y="0"/>
                  </a:cxn>
                  <a:cxn ang="0">
                    <a:pos x="T1" y="0"/>
                  </a:cxn>
                  <a:cxn ang="0">
                    <a:pos x="T2" y="0"/>
                  </a:cxn>
                </a:cxnLst>
                <a:rect l="0" t="0" r="r" b="b"/>
                <a:pathLst>
                  <a:path w="3">
                    <a:moveTo>
                      <a:pt x="1" y="0"/>
                    </a:moveTo>
                    <a:cubicBezTo>
                      <a:pt x="0" y="0"/>
                      <a:pt x="0" y="0"/>
                      <a:pt x="0" y="0"/>
                    </a:cubicBezTo>
                    <a:cubicBezTo>
                      <a:pt x="3"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8" name="Freeform 89"/>
              <p:cNvSpPr/>
              <p:nvPr/>
            </p:nvSpPr>
            <p:spPr bwMode="auto">
              <a:xfrm>
                <a:off x="3935" y="224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9" name="Freeform 90"/>
              <p:cNvSpPr/>
              <p:nvPr/>
            </p:nvSpPr>
            <p:spPr bwMode="auto">
              <a:xfrm>
                <a:off x="3876" y="2213"/>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0" name="Oval 91"/>
              <p:cNvSpPr>
                <a:spLocks noChangeArrowheads="1"/>
              </p:cNvSpPr>
              <p:nvPr/>
            </p:nvSpPr>
            <p:spPr bwMode="auto">
              <a:xfrm>
                <a:off x="3814" y="2266"/>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1" name="Freeform 92"/>
              <p:cNvSpPr/>
              <p:nvPr/>
            </p:nvSpPr>
            <p:spPr bwMode="auto">
              <a:xfrm>
                <a:off x="3801" y="2007"/>
                <a:ext cx="5" cy="7"/>
              </a:xfrm>
              <a:custGeom>
                <a:avLst/>
                <a:gdLst>
                  <a:gd name="T0" fmla="*/ 1 w 2"/>
                  <a:gd name="T1" fmla="*/ 0 h 3"/>
                  <a:gd name="T2" fmla="*/ 2 w 2"/>
                  <a:gd name="T3" fmla="*/ 3 h 3"/>
                  <a:gd name="T4" fmla="*/ 1 w 2"/>
                  <a:gd name="T5" fmla="*/ 2 h 3"/>
                  <a:gd name="T6" fmla="*/ 1 w 2"/>
                  <a:gd name="T7" fmla="*/ 0 h 3"/>
                </a:gdLst>
                <a:ahLst/>
                <a:cxnLst>
                  <a:cxn ang="0">
                    <a:pos x="T0" y="T1"/>
                  </a:cxn>
                  <a:cxn ang="0">
                    <a:pos x="T2" y="T3"/>
                  </a:cxn>
                  <a:cxn ang="0">
                    <a:pos x="T4" y="T5"/>
                  </a:cxn>
                  <a:cxn ang="0">
                    <a:pos x="T6" y="T7"/>
                  </a:cxn>
                </a:cxnLst>
                <a:rect l="0" t="0" r="r" b="b"/>
                <a:pathLst>
                  <a:path w="2" h="3">
                    <a:moveTo>
                      <a:pt x="1" y="0"/>
                    </a:moveTo>
                    <a:cubicBezTo>
                      <a:pt x="0" y="0"/>
                      <a:pt x="0" y="1"/>
                      <a:pt x="2" y="3"/>
                    </a:cubicBezTo>
                    <a:cubicBezTo>
                      <a:pt x="1" y="2"/>
                      <a:pt x="1" y="2"/>
                      <a:pt x="1" y="2"/>
                    </a:cubicBezTo>
                    <a:cubicBezTo>
                      <a:pt x="1" y="1"/>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2" name="Freeform 93"/>
              <p:cNvSpPr/>
              <p:nvPr/>
            </p:nvSpPr>
            <p:spPr bwMode="auto">
              <a:xfrm>
                <a:off x="3837" y="24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3" name="Freeform 94"/>
              <p:cNvSpPr/>
              <p:nvPr/>
            </p:nvSpPr>
            <p:spPr bwMode="auto">
              <a:xfrm>
                <a:off x="4398" y="2296"/>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4" name="Freeform 95"/>
              <p:cNvSpPr/>
              <p:nvPr/>
            </p:nvSpPr>
            <p:spPr bwMode="auto">
              <a:xfrm>
                <a:off x="4376" y="2249"/>
                <a:ext cx="227" cy="119"/>
              </a:xfrm>
              <a:custGeom>
                <a:avLst/>
                <a:gdLst>
                  <a:gd name="T0" fmla="*/ 90 w 107"/>
                  <a:gd name="T1" fmla="*/ 34 h 56"/>
                  <a:gd name="T2" fmla="*/ 75 w 107"/>
                  <a:gd name="T3" fmla="*/ 23 h 56"/>
                  <a:gd name="T4" fmla="*/ 59 w 107"/>
                  <a:gd name="T5" fmla="*/ 22 h 56"/>
                  <a:gd name="T6" fmla="*/ 54 w 107"/>
                  <a:gd name="T7" fmla="*/ 18 h 56"/>
                  <a:gd name="T8" fmla="*/ 44 w 107"/>
                  <a:gd name="T9" fmla="*/ 13 h 56"/>
                  <a:gd name="T10" fmla="*/ 37 w 107"/>
                  <a:gd name="T11" fmla="*/ 9 h 56"/>
                  <a:gd name="T12" fmla="*/ 30 w 107"/>
                  <a:gd name="T13" fmla="*/ 11 h 56"/>
                  <a:gd name="T14" fmla="*/ 20 w 107"/>
                  <a:gd name="T15" fmla="*/ 8 h 56"/>
                  <a:gd name="T16" fmla="*/ 15 w 107"/>
                  <a:gd name="T17" fmla="*/ 6 h 56"/>
                  <a:gd name="T18" fmla="*/ 9 w 107"/>
                  <a:gd name="T19" fmla="*/ 1 h 56"/>
                  <a:gd name="T20" fmla="*/ 6 w 107"/>
                  <a:gd name="T21" fmla="*/ 1 h 56"/>
                  <a:gd name="T22" fmla="*/ 3 w 107"/>
                  <a:gd name="T23" fmla="*/ 3 h 56"/>
                  <a:gd name="T24" fmla="*/ 0 w 107"/>
                  <a:gd name="T25" fmla="*/ 5 h 56"/>
                  <a:gd name="T26" fmla="*/ 1 w 107"/>
                  <a:gd name="T27" fmla="*/ 8 h 56"/>
                  <a:gd name="T28" fmla="*/ 6 w 107"/>
                  <a:gd name="T29" fmla="*/ 9 h 56"/>
                  <a:gd name="T30" fmla="*/ 8 w 107"/>
                  <a:gd name="T31" fmla="*/ 14 h 56"/>
                  <a:gd name="T32" fmla="*/ 3 w 107"/>
                  <a:gd name="T33" fmla="*/ 19 h 56"/>
                  <a:gd name="T34" fmla="*/ 5 w 107"/>
                  <a:gd name="T35" fmla="*/ 20 h 56"/>
                  <a:gd name="T36" fmla="*/ 8 w 107"/>
                  <a:gd name="T37" fmla="*/ 18 h 56"/>
                  <a:gd name="T38" fmla="*/ 8 w 107"/>
                  <a:gd name="T39" fmla="*/ 20 h 56"/>
                  <a:gd name="T40" fmla="*/ 12 w 107"/>
                  <a:gd name="T41" fmla="*/ 17 h 56"/>
                  <a:gd name="T42" fmla="*/ 11 w 107"/>
                  <a:gd name="T43" fmla="*/ 22 h 56"/>
                  <a:gd name="T44" fmla="*/ 11 w 107"/>
                  <a:gd name="T45" fmla="*/ 25 h 56"/>
                  <a:gd name="T46" fmla="*/ 13 w 107"/>
                  <a:gd name="T47" fmla="*/ 23 h 56"/>
                  <a:gd name="T48" fmla="*/ 14 w 107"/>
                  <a:gd name="T49" fmla="*/ 25 h 56"/>
                  <a:gd name="T50" fmla="*/ 17 w 107"/>
                  <a:gd name="T51" fmla="*/ 22 h 56"/>
                  <a:gd name="T52" fmla="*/ 21 w 107"/>
                  <a:gd name="T53" fmla="*/ 18 h 56"/>
                  <a:gd name="T54" fmla="*/ 20 w 107"/>
                  <a:gd name="T55" fmla="*/ 23 h 56"/>
                  <a:gd name="T56" fmla="*/ 24 w 107"/>
                  <a:gd name="T57" fmla="*/ 26 h 56"/>
                  <a:gd name="T58" fmla="*/ 26 w 107"/>
                  <a:gd name="T59" fmla="*/ 27 h 56"/>
                  <a:gd name="T60" fmla="*/ 28 w 107"/>
                  <a:gd name="T61" fmla="*/ 27 h 56"/>
                  <a:gd name="T62" fmla="*/ 33 w 107"/>
                  <a:gd name="T63" fmla="*/ 29 h 56"/>
                  <a:gd name="T64" fmla="*/ 35 w 107"/>
                  <a:gd name="T65" fmla="*/ 30 h 56"/>
                  <a:gd name="T66" fmla="*/ 36 w 107"/>
                  <a:gd name="T67" fmla="*/ 30 h 56"/>
                  <a:gd name="T68" fmla="*/ 38 w 107"/>
                  <a:gd name="T69" fmla="*/ 28 h 56"/>
                  <a:gd name="T70" fmla="*/ 39 w 107"/>
                  <a:gd name="T71" fmla="*/ 31 h 56"/>
                  <a:gd name="T72" fmla="*/ 41 w 107"/>
                  <a:gd name="T73" fmla="*/ 30 h 56"/>
                  <a:gd name="T74" fmla="*/ 44 w 107"/>
                  <a:gd name="T75" fmla="*/ 33 h 56"/>
                  <a:gd name="T76" fmla="*/ 48 w 107"/>
                  <a:gd name="T77" fmla="*/ 34 h 56"/>
                  <a:gd name="T78" fmla="*/ 50 w 107"/>
                  <a:gd name="T79" fmla="*/ 37 h 56"/>
                  <a:gd name="T80" fmla="*/ 52 w 107"/>
                  <a:gd name="T81" fmla="*/ 36 h 56"/>
                  <a:gd name="T82" fmla="*/ 52 w 107"/>
                  <a:gd name="T83" fmla="*/ 37 h 56"/>
                  <a:gd name="T84" fmla="*/ 55 w 107"/>
                  <a:gd name="T85" fmla="*/ 37 h 56"/>
                  <a:gd name="T86" fmla="*/ 58 w 107"/>
                  <a:gd name="T87" fmla="*/ 38 h 56"/>
                  <a:gd name="T88" fmla="*/ 61 w 107"/>
                  <a:gd name="T89" fmla="*/ 38 h 56"/>
                  <a:gd name="T90" fmla="*/ 67 w 107"/>
                  <a:gd name="T91" fmla="*/ 33 h 56"/>
                  <a:gd name="T92" fmla="*/ 67 w 107"/>
                  <a:gd name="T93" fmla="*/ 38 h 56"/>
                  <a:gd name="T94" fmla="*/ 71 w 107"/>
                  <a:gd name="T95" fmla="*/ 39 h 56"/>
                  <a:gd name="T96" fmla="*/ 73 w 107"/>
                  <a:gd name="T97" fmla="*/ 40 h 56"/>
                  <a:gd name="T98" fmla="*/ 79 w 107"/>
                  <a:gd name="T99" fmla="*/ 44 h 56"/>
                  <a:gd name="T100" fmla="*/ 81 w 107"/>
                  <a:gd name="T101" fmla="*/ 46 h 56"/>
                  <a:gd name="T102" fmla="*/ 90 w 107"/>
                  <a:gd name="T103" fmla="*/ 46 h 56"/>
                  <a:gd name="T104" fmla="*/ 93 w 107"/>
                  <a:gd name="T105" fmla="*/ 4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56">
                    <a:moveTo>
                      <a:pt x="102" y="41"/>
                    </a:moveTo>
                    <a:cubicBezTo>
                      <a:pt x="101" y="41"/>
                      <a:pt x="100" y="41"/>
                      <a:pt x="100" y="40"/>
                    </a:cubicBezTo>
                    <a:cubicBezTo>
                      <a:pt x="96" y="38"/>
                      <a:pt x="96" y="32"/>
                      <a:pt x="92" y="32"/>
                    </a:cubicBezTo>
                    <a:cubicBezTo>
                      <a:pt x="91" y="33"/>
                      <a:pt x="91" y="34"/>
                      <a:pt x="90" y="34"/>
                    </a:cubicBezTo>
                    <a:cubicBezTo>
                      <a:pt x="91" y="33"/>
                      <a:pt x="91" y="33"/>
                      <a:pt x="91" y="33"/>
                    </a:cubicBezTo>
                    <a:cubicBezTo>
                      <a:pt x="90" y="34"/>
                      <a:pt x="90" y="34"/>
                      <a:pt x="90" y="34"/>
                    </a:cubicBezTo>
                    <a:cubicBezTo>
                      <a:pt x="89" y="34"/>
                      <a:pt x="90" y="33"/>
                      <a:pt x="91" y="33"/>
                    </a:cubicBezTo>
                    <a:cubicBezTo>
                      <a:pt x="89" y="32"/>
                      <a:pt x="88" y="32"/>
                      <a:pt x="87" y="31"/>
                    </a:cubicBezTo>
                    <a:cubicBezTo>
                      <a:pt x="86" y="32"/>
                      <a:pt x="86" y="30"/>
                      <a:pt x="85" y="32"/>
                    </a:cubicBezTo>
                    <a:cubicBezTo>
                      <a:pt x="86" y="31"/>
                      <a:pt x="86" y="31"/>
                      <a:pt x="86" y="31"/>
                    </a:cubicBezTo>
                    <a:cubicBezTo>
                      <a:pt x="84" y="32"/>
                      <a:pt x="84" y="32"/>
                      <a:pt x="85" y="29"/>
                    </a:cubicBezTo>
                    <a:cubicBezTo>
                      <a:pt x="82" y="25"/>
                      <a:pt x="78" y="26"/>
                      <a:pt x="75" y="23"/>
                    </a:cubicBezTo>
                    <a:cubicBezTo>
                      <a:pt x="72" y="22"/>
                      <a:pt x="68" y="22"/>
                      <a:pt x="64" y="21"/>
                    </a:cubicBezTo>
                    <a:cubicBezTo>
                      <a:pt x="62" y="24"/>
                      <a:pt x="62" y="23"/>
                      <a:pt x="60" y="25"/>
                    </a:cubicBezTo>
                    <a:cubicBezTo>
                      <a:pt x="61" y="24"/>
                      <a:pt x="61" y="24"/>
                      <a:pt x="61" y="24"/>
                    </a:cubicBezTo>
                    <a:cubicBezTo>
                      <a:pt x="60" y="25"/>
                      <a:pt x="60" y="24"/>
                      <a:pt x="60" y="22"/>
                    </a:cubicBezTo>
                    <a:cubicBezTo>
                      <a:pt x="60" y="23"/>
                      <a:pt x="60" y="22"/>
                      <a:pt x="59" y="24"/>
                    </a:cubicBezTo>
                    <a:cubicBezTo>
                      <a:pt x="58" y="26"/>
                      <a:pt x="60" y="21"/>
                      <a:pt x="59" y="22"/>
                    </a:cubicBezTo>
                    <a:cubicBezTo>
                      <a:pt x="60" y="21"/>
                      <a:pt x="59" y="23"/>
                      <a:pt x="59" y="22"/>
                    </a:cubicBezTo>
                    <a:cubicBezTo>
                      <a:pt x="57" y="24"/>
                      <a:pt x="60" y="22"/>
                      <a:pt x="59" y="19"/>
                    </a:cubicBezTo>
                    <a:cubicBezTo>
                      <a:pt x="57" y="19"/>
                      <a:pt x="55" y="20"/>
                      <a:pt x="54" y="19"/>
                    </a:cubicBezTo>
                    <a:cubicBezTo>
                      <a:pt x="54" y="19"/>
                      <a:pt x="54" y="20"/>
                      <a:pt x="54" y="20"/>
                    </a:cubicBezTo>
                    <a:cubicBezTo>
                      <a:pt x="55" y="17"/>
                      <a:pt x="53" y="21"/>
                      <a:pt x="53" y="19"/>
                    </a:cubicBezTo>
                    <a:cubicBezTo>
                      <a:pt x="53" y="19"/>
                      <a:pt x="53" y="19"/>
                      <a:pt x="54" y="18"/>
                    </a:cubicBezTo>
                    <a:cubicBezTo>
                      <a:pt x="54" y="17"/>
                      <a:pt x="52" y="18"/>
                      <a:pt x="52" y="17"/>
                    </a:cubicBezTo>
                    <a:cubicBezTo>
                      <a:pt x="51" y="18"/>
                      <a:pt x="52" y="15"/>
                      <a:pt x="51" y="16"/>
                    </a:cubicBezTo>
                    <a:cubicBezTo>
                      <a:pt x="51" y="15"/>
                      <a:pt x="51" y="15"/>
                      <a:pt x="51" y="15"/>
                    </a:cubicBezTo>
                    <a:cubicBezTo>
                      <a:pt x="49" y="18"/>
                      <a:pt x="50" y="13"/>
                      <a:pt x="49" y="15"/>
                    </a:cubicBezTo>
                    <a:cubicBezTo>
                      <a:pt x="49" y="14"/>
                      <a:pt x="49" y="14"/>
                      <a:pt x="49" y="14"/>
                    </a:cubicBezTo>
                    <a:cubicBezTo>
                      <a:pt x="47" y="14"/>
                      <a:pt x="46" y="12"/>
                      <a:pt x="44" y="13"/>
                    </a:cubicBezTo>
                    <a:cubicBezTo>
                      <a:pt x="43" y="13"/>
                      <a:pt x="43" y="10"/>
                      <a:pt x="41" y="11"/>
                    </a:cubicBezTo>
                    <a:cubicBezTo>
                      <a:pt x="40" y="12"/>
                      <a:pt x="40" y="12"/>
                      <a:pt x="40" y="12"/>
                    </a:cubicBezTo>
                    <a:cubicBezTo>
                      <a:pt x="40" y="12"/>
                      <a:pt x="41" y="11"/>
                      <a:pt x="41" y="11"/>
                    </a:cubicBezTo>
                    <a:cubicBezTo>
                      <a:pt x="40" y="12"/>
                      <a:pt x="40" y="10"/>
                      <a:pt x="39" y="10"/>
                    </a:cubicBezTo>
                    <a:cubicBezTo>
                      <a:pt x="39" y="10"/>
                      <a:pt x="39" y="10"/>
                      <a:pt x="39" y="11"/>
                    </a:cubicBezTo>
                    <a:cubicBezTo>
                      <a:pt x="39" y="9"/>
                      <a:pt x="37" y="11"/>
                      <a:pt x="37" y="9"/>
                    </a:cubicBezTo>
                    <a:cubicBezTo>
                      <a:pt x="35" y="12"/>
                      <a:pt x="35" y="11"/>
                      <a:pt x="35" y="11"/>
                    </a:cubicBezTo>
                    <a:cubicBezTo>
                      <a:pt x="35" y="11"/>
                      <a:pt x="35" y="10"/>
                      <a:pt x="35" y="10"/>
                    </a:cubicBezTo>
                    <a:cubicBezTo>
                      <a:pt x="35" y="10"/>
                      <a:pt x="34" y="10"/>
                      <a:pt x="34" y="9"/>
                    </a:cubicBezTo>
                    <a:cubicBezTo>
                      <a:pt x="34" y="9"/>
                      <a:pt x="33" y="11"/>
                      <a:pt x="33" y="10"/>
                    </a:cubicBezTo>
                    <a:cubicBezTo>
                      <a:pt x="34" y="8"/>
                      <a:pt x="32" y="10"/>
                      <a:pt x="32" y="9"/>
                    </a:cubicBezTo>
                    <a:cubicBezTo>
                      <a:pt x="31" y="10"/>
                      <a:pt x="30" y="12"/>
                      <a:pt x="30" y="11"/>
                    </a:cubicBezTo>
                    <a:cubicBezTo>
                      <a:pt x="32" y="8"/>
                      <a:pt x="32" y="8"/>
                      <a:pt x="32" y="8"/>
                    </a:cubicBezTo>
                    <a:cubicBezTo>
                      <a:pt x="30" y="9"/>
                      <a:pt x="30" y="6"/>
                      <a:pt x="27" y="8"/>
                    </a:cubicBezTo>
                    <a:cubicBezTo>
                      <a:pt x="28" y="7"/>
                      <a:pt x="28" y="7"/>
                      <a:pt x="28" y="7"/>
                    </a:cubicBezTo>
                    <a:cubicBezTo>
                      <a:pt x="26" y="8"/>
                      <a:pt x="25" y="5"/>
                      <a:pt x="23" y="7"/>
                    </a:cubicBezTo>
                    <a:cubicBezTo>
                      <a:pt x="23" y="6"/>
                      <a:pt x="23" y="6"/>
                      <a:pt x="22" y="5"/>
                    </a:cubicBezTo>
                    <a:cubicBezTo>
                      <a:pt x="21" y="7"/>
                      <a:pt x="21" y="6"/>
                      <a:pt x="20" y="8"/>
                    </a:cubicBezTo>
                    <a:cubicBezTo>
                      <a:pt x="19" y="8"/>
                      <a:pt x="20" y="7"/>
                      <a:pt x="20" y="6"/>
                    </a:cubicBezTo>
                    <a:cubicBezTo>
                      <a:pt x="20" y="6"/>
                      <a:pt x="21" y="3"/>
                      <a:pt x="19" y="5"/>
                    </a:cubicBezTo>
                    <a:cubicBezTo>
                      <a:pt x="20" y="4"/>
                      <a:pt x="20" y="4"/>
                      <a:pt x="20" y="4"/>
                    </a:cubicBezTo>
                    <a:cubicBezTo>
                      <a:pt x="18" y="5"/>
                      <a:pt x="17" y="6"/>
                      <a:pt x="17" y="5"/>
                    </a:cubicBezTo>
                    <a:cubicBezTo>
                      <a:pt x="16" y="6"/>
                      <a:pt x="16" y="6"/>
                      <a:pt x="15" y="7"/>
                    </a:cubicBezTo>
                    <a:cubicBezTo>
                      <a:pt x="15" y="7"/>
                      <a:pt x="16" y="5"/>
                      <a:pt x="15" y="6"/>
                    </a:cubicBezTo>
                    <a:cubicBezTo>
                      <a:pt x="16" y="5"/>
                      <a:pt x="16" y="5"/>
                      <a:pt x="16" y="5"/>
                    </a:cubicBezTo>
                    <a:cubicBezTo>
                      <a:pt x="16" y="4"/>
                      <a:pt x="14" y="4"/>
                      <a:pt x="13" y="4"/>
                    </a:cubicBezTo>
                    <a:cubicBezTo>
                      <a:pt x="14" y="2"/>
                      <a:pt x="11" y="4"/>
                      <a:pt x="12" y="2"/>
                    </a:cubicBezTo>
                    <a:cubicBezTo>
                      <a:pt x="11" y="3"/>
                      <a:pt x="11" y="1"/>
                      <a:pt x="9" y="4"/>
                    </a:cubicBezTo>
                    <a:cubicBezTo>
                      <a:pt x="10" y="3"/>
                      <a:pt x="10" y="3"/>
                      <a:pt x="10" y="3"/>
                    </a:cubicBezTo>
                    <a:cubicBezTo>
                      <a:pt x="9" y="2"/>
                      <a:pt x="9" y="2"/>
                      <a:pt x="9" y="1"/>
                    </a:cubicBezTo>
                    <a:cubicBezTo>
                      <a:pt x="8" y="0"/>
                      <a:pt x="7" y="2"/>
                      <a:pt x="7" y="3"/>
                    </a:cubicBezTo>
                    <a:cubicBezTo>
                      <a:pt x="7" y="1"/>
                      <a:pt x="7" y="1"/>
                      <a:pt x="7" y="1"/>
                    </a:cubicBezTo>
                    <a:cubicBezTo>
                      <a:pt x="7" y="2"/>
                      <a:pt x="5" y="4"/>
                      <a:pt x="4" y="5"/>
                    </a:cubicBezTo>
                    <a:cubicBezTo>
                      <a:pt x="5" y="4"/>
                      <a:pt x="4" y="5"/>
                      <a:pt x="4" y="4"/>
                    </a:cubicBezTo>
                    <a:cubicBezTo>
                      <a:pt x="5" y="3"/>
                      <a:pt x="6" y="2"/>
                      <a:pt x="7" y="1"/>
                    </a:cubicBezTo>
                    <a:cubicBezTo>
                      <a:pt x="7" y="0"/>
                      <a:pt x="5" y="3"/>
                      <a:pt x="6" y="1"/>
                    </a:cubicBezTo>
                    <a:cubicBezTo>
                      <a:pt x="6" y="0"/>
                      <a:pt x="5" y="0"/>
                      <a:pt x="4" y="2"/>
                    </a:cubicBezTo>
                    <a:cubicBezTo>
                      <a:pt x="5" y="1"/>
                      <a:pt x="5" y="1"/>
                      <a:pt x="5" y="0"/>
                    </a:cubicBezTo>
                    <a:cubicBezTo>
                      <a:pt x="5" y="0"/>
                      <a:pt x="5" y="0"/>
                      <a:pt x="4" y="1"/>
                    </a:cubicBezTo>
                    <a:cubicBezTo>
                      <a:pt x="4" y="1"/>
                      <a:pt x="4" y="1"/>
                      <a:pt x="4" y="1"/>
                    </a:cubicBezTo>
                    <a:cubicBezTo>
                      <a:pt x="3" y="2"/>
                      <a:pt x="3" y="2"/>
                      <a:pt x="2" y="4"/>
                    </a:cubicBezTo>
                    <a:cubicBezTo>
                      <a:pt x="2" y="3"/>
                      <a:pt x="3" y="3"/>
                      <a:pt x="3" y="3"/>
                    </a:cubicBezTo>
                    <a:cubicBezTo>
                      <a:pt x="2" y="4"/>
                      <a:pt x="1" y="5"/>
                      <a:pt x="2" y="3"/>
                    </a:cubicBezTo>
                    <a:cubicBezTo>
                      <a:pt x="2" y="2"/>
                      <a:pt x="3" y="2"/>
                      <a:pt x="4" y="1"/>
                    </a:cubicBezTo>
                    <a:cubicBezTo>
                      <a:pt x="1" y="3"/>
                      <a:pt x="1" y="3"/>
                      <a:pt x="1" y="3"/>
                    </a:cubicBezTo>
                    <a:cubicBezTo>
                      <a:pt x="2" y="2"/>
                      <a:pt x="1" y="3"/>
                      <a:pt x="0" y="5"/>
                    </a:cubicBezTo>
                    <a:cubicBezTo>
                      <a:pt x="1" y="4"/>
                      <a:pt x="1" y="4"/>
                      <a:pt x="1" y="4"/>
                    </a:cubicBezTo>
                    <a:cubicBezTo>
                      <a:pt x="0" y="5"/>
                      <a:pt x="0" y="5"/>
                      <a:pt x="0" y="5"/>
                    </a:cubicBezTo>
                    <a:cubicBezTo>
                      <a:pt x="1" y="5"/>
                      <a:pt x="0" y="6"/>
                      <a:pt x="2" y="6"/>
                    </a:cubicBezTo>
                    <a:cubicBezTo>
                      <a:pt x="2" y="4"/>
                      <a:pt x="2" y="4"/>
                      <a:pt x="2" y="4"/>
                    </a:cubicBezTo>
                    <a:cubicBezTo>
                      <a:pt x="3" y="4"/>
                      <a:pt x="4" y="3"/>
                      <a:pt x="3" y="4"/>
                    </a:cubicBezTo>
                    <a:cubicBezTo>
                      <a:pt x="2" y="6"/>
                      <a:pt x="2" y="6"/>
                      <a:pt x="2" y="6"/>
                    </a:cubicBezTo>
                    <a:cubicBezTo>
                      <a:pt x="2" y="6"/>
                      <a:pt x="3" y="6"/>
                      <a:pt x="3" y="6"/>
                    </a:cubicBezTo>
                    <a:cubicBezTo>
                      <a:pt x="1" y="8"/>
                      <a:pt x="1" y="8"/>
                      <a:pt x="1" y="8"/>
                    </a:cubicBezTo>
                    <a:cubicBezTo>
                      <a:pt x="3" y="5"/>
                      <a:pt x="3" y="7"/>
                      <a:pt x="3" y="7"/>
                    </a:cubicBezTo>
                    <a:cubicBezTo>
                      <a:pt x="3" y="7"/>
                      <a:pt x="3" y="7"/>
                      <a:pt x="3" y="7"/>
                    </a:cubicBezTo>
                    <a:cubicBezTo>
                      <a:pt x="2" y="9"/>
                      <a:pt x="3" y="6"/>
                      <a:pt x="4" y="6"/>
                    </a:cubicBezTo>
                    <a:cubicBezTo>
                      <a:pt x="4" y="7"/>
                      <a:pt x="2" y="9"/>
                      <a:pt x="2" y="10"/>
                    </a:cubicBezTo>
                    <a:cubicBezTo>
                      <a:pt x="2" y="10"/>
                      <a:pt x="4" y="9"/>
                      <a:pt x="3" y="11"/>
                    </a:cubicBezTo>
                    <a:cubicBezTo>
                      <a:pt x="4" y="10"/>
                      <a:pt x="5" y="10"/>
                      <a:pt x="6" y="9"/>
                    </a:cubicBezTo>
                    <a:cubicBezTo>
                      <a:pt x="6" y="9"/>
                      <a:pt x="4" y="11"/>
                      <a:pt x="5" y="11"/>
                    </a:cubicBezTo>
                    <a:cubicBezTo>
                      <a:pt x="5" y="11"/>
                      <a:pt x="4" y="12"/>
                      <a:pt x="4" y="13"/>
                    </a:cubicBezTo>
                    <a:cubicBezTo>
                      <a:pt x="5" y="12"/>
                      <a:pt x="4" y="13"/>
                      <a:pt x="5" y="11"/>
                    </a:cubicBezTo>
                    <a:cubicBezTo>
                      <a:pt x="6" y="12"/>
                      <a:pt x="6" y="13"/>
                      <a:pt x="7" y="12"/>
                    </a:cubicBezTo>
                    <a:cubicBezTo>
                      <a:pt x="7" y="12"/>
                      <a:pt x="6" y="14"/>
                      <a:pt x="5" y="15"/>
                    </a:cubicBezTo>
                    <a:cubicBezTo>
                      <a:pt x="6" y="13"/>
                      <a:pt x="7" y="13"/>
                      <a:pt x="8" y="14"/>
                    </a:cubicBezTo>
                    <a:cubicBezTo>
                      <a:pt x="9" y="12"/>
                      <a:pt x="8" y="12"/>
                      <a:pt x="9" y="11"/>
                    </a:cubicBezTo>
                    <a:cubicBezTo>
                      <a:pt x="10" y="10"/>
                      <a:pt x="10" y="10"/>
                      <a:pt x="10" y="10"/>
                    </a:cubicBezTo>
                    <a:cubicBezTo>
                      <a:pt x="9" y="11"/>
                      <a:pt x="8" y="14"/>
                      <a:pt x="8" y="14"/>
                    </a:cubicBezTo>
                    <a:cubicBezTo>
                      <a:pt x="6" y="16"/>
                      <a:pt x="8" y="13"/>
                      <a:pt x="6" y="16"/>
                    </a:cubicBezTo>
                    <a:cubicBezTo>
                      <a:pt x="5" y="18"/>
                      <a:pt x="4" y="17"/>
                      <a:pt x="5" y="16"/>
                    </a:cubicBezTo>
                    <a:cubicBezTo>
                      <a:pt x="3" y="18"/>
                      <a:pt x="5" y="17"/>
                      <a:pt x="3" y="19"/>
                    </a:cubicBezTo>
                    <a:cubicBezTo>
                      <a:pt x="4" y="19"/>
                      <a:pt x="5" y="18"/>
                      <a:pt x="5" y="18"/>
                    </a:cubicBezTo>
                    <a:cubicBezTo>
                      <a:pt x="6" y="17"/>
                      <a:pt x="6" y="16"/>
                      <a:pt x="7" y="16"/>
                    </a:cubicBezTo>
                    <a:cubicBezTo>
                      <a:pt x="8" y="14"/>
                      <a:pt x="6" y="17"/>
                      <a:pt x="6" y="18"/>
                    </a:cubicBezTo>
                    <a:cubicBezTo>
                      <a:pt x="6" y="18"/>
                      <a:pt x="6" y="18"/>
                      <a:pt x="6" y="18"/>
                    </a:cubicBezTo>
                    <a:cubicBezTo>
                      <a:pt x="6" y="19"/>
                      <a:pt x="7" y="18"/>
                      <a:pt x="7" y="18"/>
                    </a:cubicBezTo>
                    <a:cubicBezTo>
                      <a:pt x="5" y="21"/>
                      <a:pt x="6" y="18"/>
                      <a:pt x="5" y="20"/>
                    </a:cubicBezTo>
                    <a:cubicBezTo>
                      <a:pt x="4" y="22"/>
                      <a:pt x="4" y="22"/>
                      <a:pt x="4" y="22"/>
                    </a:cubicBezTo>
                    <a:cubicBezTo>
                      <a:pt x="4" y="22"/>
                      <a:pt x="6" y="19"/>
                      <a:pt x="6" y="20"/>
                    </a:cubicBezTo>
                    <a:cubicBezTo>
                      <a:pt x="5" y="21"/>
                      <a:pt x="5" y="21"/>
                      <a:pt x="5" y="21"/>
                    </a:cubicBezTo>
                    <a:cubicBezTo>
                      <a:pt x="6" y="21"/>
                      <a:pt x="6" y="21"/>
                      <a:pt x="6" y="21"/>
                    </a:cubicBezTo>
                    <a:cubicBezTo>
                      <a:pt x="6" y="20"/>
                      <a:pt x="7" y="18"/>
                      <a:pt x="7" y="18"/>
                    </a:cubicBezTo>
                    <a:cubicBezTo>
                      <a:pt x="9" y="16"/>
                      <a:pt x="7" y="18"/>
                      <a:pt x="8" y="18"/>
                    </a:cubicBezTo>
                    <a:cubicBezTo>
                      <a:pt x="9" y="16"/>
                      <a:pt x="8" y="18"/>
                      <a:pt x="9" y="16"/>
                    </a:cubicBezTo>
                    <a:cubicBezTo>
                      <a:pt x="9" y="15"/>
                      <a:pt x="10" y="15"/>
                      <a:pt x="10" y="15"/>
                    </a:cubicBezTo>
                    <a:cubicBezTo>
                      <a:pt x="10" y="15"/>
                      <a:pt x="9" y="17"/>
                      <a:pt x="9" y="18"/>
                    </a:cubicBezTo>
                    <a:cubicBezTo>
                      <a:pt x="9" y="18"/>
                      <a:pt x="8" y="18"/>
                      <a:pt x="9" y="17"/>
                    </a:cubicBezTo>
                    <a:cubicBezTo>
                      <a:pt x="7" y="19"/>
                      <a:pt x="7" y="21"/>
                      <a:pt x="6" y="21"/>
                    </a:cubicBezTo>
                    <a:cubicBezTo>
                      <a:pt x="6" y="23"/>
                      <a:pt x="7" y="20"/>
                      <a:pt x="8" y="20"/>
                    </a:cubicBezTo>
                    <a:cubicBezTo>
                      <a:pt x="7" y="21"/>
                      <a:pt x="8" y="19"/>
                      <a:pt x="9" y="18"/>
                    </a:cubicBezTo>
                    <a:cubicBezTo>
                      <a:pt x="12" y="14"/>
                      <a:pt x="7" y="21"/>
                      <a:pt x="8" y="21"/>
                    </a:cubicBezTo>
                    <a:cubicBezTo>
                      <a:pt x="10" y="18"/>
                      <a:pt x="11" y="18"/>
                      <a:pt x="12" y="15"/>
                    </a:cubicBezTo>
                    <a:cubicBezTo>
                      <a:pt x="13" y="14"/>
                      <a:pt x="13" y="14"/>
                      <a:pt x="13" y="14"/>
                    </a:cubicBezTo>
                    <a:cubicBezTo>
                      <a:pt x="12" y="16"/>
                      <a:pt x="13" y="16"/>
                      <a:pt x="11" y="17"/>
                    </a:cubicBezTo>
                    <a:cubicBezTo>
                      <a:pt x="12" y="17"/>
                      <a:pt x="12" y="17"/>
                      <a:pt x="12" y="17"/>
                    </a:cubicBezTo>
                    <a:cubicBezTo>
                      <a:pt x="10" y="19"/>
                      <a:pt x="10" y="19"/>
                      <a:pt x="10" y="19"/>
                    </a:cubicBezTo>
                    <a:cubicBezTo>
                      <a:pt x="10" y="21"/>
                      <a:pt x="9" y="22"/>
                      <a:pt x="9" y="23"/>
                    </a:cubicBezTo>
                    <a:cubicBezTo>
                      <a:pt x="10" y="22"/>
                      <a:pt x="10" y="21"/>
                      <a:pt x="10" y="21"/>
                    </a:cubicBezTo>
                    <a:cubicBezTo>
                      <a:pt x="10" y="22"/>
                      <a:pt x="9" y="23"/>
                      <a:pt x="10" y="23"/>
                    </a:cubicBezTo>
                    <a:cubicBezTo>
                      <a:pt x="10" y="22"/>
                      <a:pt x="11" y="20"/>
                      <a:pt x="11" y="20"/>
                    </a:cubicBezTo>
                    <a:cubicBezTo>
                      <a:pt x="12" y="20"/>
                      <a:pt x="11" y="22"/>
                      <a:pt x="11" y="22"/>
                    </a:cubicBezTo>
                    <a:cubicBezTo>
                      <a:pt x="10" y="24"/>
                      <a:pt x="10" y="24"/>
                      <a:pt x="10" y="24"/>
                    </a:cubicBezTo>
                    <a:cubicBezTo>
                      <a:pt x="11" y="23"/>
                      <a:pt x="9" y="24"/>
                      <a:pt x="10" y="24"/>
                    </a:cubicBezTo>
                    <a:cubicBezTo>
                      <a:pt x="12" y="20"/>
                      <a:pt x="12" y="20"/>
                      <a:pt x="12" y="20"/>
                    </a:cubicBezTo>
                    <a:cubicBezTo>
                      <a:pt x="13" y="20"/>
                      <a:pt x="12" y="21"/>
                      <a:pt x="12" y="21"/>
                    </a:cubicBezTo>
                    <a:cubicBezTo>
                      <a:pt x="11" y="22"/>
                      <a:pt x="11" y="22"/>
                      <a:pt x="11" y="22"/>
                    </a:cubicBezTo>
                    <a:cubicBezTo>
                      <a:pt x="12" y="22"/>
                      <a:pt x="10" y="25"/>
                      <a:pt x="11" y="25"/>
                    </a:cubicBezTo>
                    <a:cubicBezTo>
                      <a:pt x="12" y="23"/>
                      <a:pt x="12" y="23"/>
                      <a:pt x="12" y="23"/>
                    </a:cubicBezTo>
                    <a:cubicBezTo>
                      <a:pt x="11" y="25"/>
                      <a:pt x="11" y="25"/>
                      <a:pt x="11" y="25"/>
                    </a:cubicBezTo>
                    <a:cubicBezTo>
                      <a:pt x="11" y="24"/>
                      <a:pt x="12" y="24"/>
                      <a:pt x="12" y="24"/>
                    </a:cubicBezTo>
                    <a:cubicBezTo>
                      <a:pt x="11" y="25"/>
                      <a:pt x="11" y="25"/>
                      <a:pt x="11" y="25"/>
                    </a:cubicBezTo>
                    <a:cubicBezTo>
                      <a:pt x="12" y="24"/>
                      <a:pt x="13" y="22"/>
                      <a:pt x="12" y="24"/>
                    </a:cubicBezTo>
                    <a:cubicBezTo>
                      <a:pt x="14" y="22"/>
                      <a:pt x="12" y="24"/>
                      <a:pt x="13" y="23"/>
                    </a:cubicBezTo>
                    <a:cubicBezTo>
                      <a:pt x="13" y="21"/>
                      <a:pt x="14" y="21"/>
                      <a:pt x="14" y="21"/>
                    </a:cubicBezTo>
                    <a:cubicBezTo>
                      <a:pt x="13" y="24"/>
                      <a:pt x="14" y="22"/>
                      <a:pt x="14" y="22"/>
                    </a:cubicBezTo>
                    <a:cubicBezTo>
                      <a:pt x="14" y="23"/>
                      <a:pt x="14" y="23"/>
                      <a:pt x="14" y="24"/>
                    </a:cubicBezTo>
                    <a:cubicBezTo>
                      <a:pt x="15" y="22"/>
                      <a:pt x="15" y="22"/>
                      <a:pt x="15" y="22"/>
                    </a:cubicBezTo>
                    <a:cubicBezTo>
                      <a:pt x="13" y="25"/>
                      <a:pt x="15" y="22"/>
                      <a:pt x="15" y="23"/>
                    </a:cubicBezTo>
                    <a:cubicBezTo>
                      <a:pt x="14" y="24"/>
                      <a:pt x="14" y="25"/>
                      <a:pt x="14" y="25"/>
                    </a:cubicBezTo>
                    <a:cubicBezTo>
                      <a:pt x="15" y="23"/>
                      <a:pt x="16" y="23"/>
                      <a:pt x="16" y="21"/>
                    </a:cubicBezTo>
                    <a:cubicBezTo>
                      <a:pt x="16" y="22"/>
                      <a:pt x="15" y="24"/>
                      <a:pt x="14" y="26"/>
                    </a:cubicBezTo>
                    <a:cubicBezTo>
                      <a:pt x="15" y="24"/>
                      <a:pt x="14" y="27"/>
                      <a:pt x="15" y="25"/>
                    </a:cubicBezTo>
                    <a:cubicBezTo>
                      <a:pt x="15" y="24"/>
                      <a:pt x="16" y="23"/>
                      <a:pt x="17" y="22"/>
                    </a:cubicBezTo>
                    <a:cubicBezTo>
                      <a:pt x="17" y="23"/>
                      <a:pt x="16" y="23"/>
                      <a:pt x="16" y="24"/>
                    </a:cubicBezTo>
                    <a:cubicBezTo>
                      <a:pt x="16" y="24"/>
                      <a:pt x="17" y="23"/>
                      <a:pt x="17" y="22"/>
                    </a:cubicBezTo>
                    <a:cubicBezTo>
                      <a:pt x="17" y="22"/>
                      <a:pt x="19" y="20"/>
                      <a:pt x="18" y="22"/>
                    </a:cubicBezTo>
                    <a:cubicBezTo>
                      <a:pt x="18" y="23"/>
                      <a:pt x="17" y="22"/>
                      <a:pt x="17" y="23"/>
                    </a:cubicBezTo>
                    <a:cubicBezTo>
                      <a:pt x="17" y="24"/>
                      <a:pt x="19" y="20"/>
                      <a:pt x="20" y="20"/>
                    </a:cubicBezTo>
                    <a:cubicBezTo>
                      <a:pt x="20" y="19"/>
                      <a:pt x="22" y="16"/>
                      <a:pt x="22" y="15"/>
                    </a:cubicBezTo>
                    <a:cubicBezTo>
                      <a:pt x="23" y="16"/>
                      <a:pt x="22" y="16"/>
                      <a:pt x="21" y="18"/>
                    </a:cubicBezTo>
                    <a:cubicBezTo>
                      <a:pt x="21" y="18"/>
                      <a:pt x="21" y="18"/>
                      <a:pt x="21" y="18"/>
                    </a:cubicBezTo>
                    <a:cubicBezTo>
                      <a:pt x="20" y="21"/>
                      <a:pt x="18" y="22"/>
                      <a:pt x="18" y="24"/>
                    </a:cubicBezTo>
                    <a:cubicBezTo>
                      <a:pt x="18" y="23"/>
                      <a:pt x="18" y="23"/>
                      <a:pt x="18" y="23"/>
                    </a:cubicBezTo>
                    <a:cubicBezTo>
                      <a:pt x="17" y="26"/>
                      <a:pt x="17" y="26"/>
                      <a:pt x="17" y="26"/>
                    </a:cubicBezTo>
                    <a:cubicBezTo>
                      <a:pt x="18" y="24"/>
                      <a:pt x="18" y="26"/>
                      <a:pt x="18" y="26"/>
                    </a:cubicBezTo>
                    <a:cubicBezTo>
                      <a:pt x="19" y="24"/>
                      <a:pt x="17" y="26"/>
                      <a:pt x="18" y="25"/>
                    </a:cubicBezTo>
                    <a:cubicBezTo>
                      <a:pt x="19" y="25"/>
                      <a:pt x="20" y="22"/>
                      <a:pt x="20" y="23"/>
                    </a:cubicBezTo>
                    <a:cubicBezTo>
                      <a:pt x="18" y="26"/>
                      <a:pt x="18" y="26"/>
                      <a:pt x="18" y="26"/>
                    </a:cubicBezTo>
                    <a:cubicBezTo>
                      <a:pt x="18" y="27"/>
                      <a:pt x="19" y="24"/>
                      <a:pt x="19" y="25"/>
                    </a:cubicBezTo>
                    <a:cubicBezTo>
                      <a:pt x="19" y="26"/>
                      <a:pt x="19" y="26"/>
                      <a:pt x="19" y="26"/>
                    </a:cubicBezTo>
                    <a:cubicBezTo>
                      <a:pt x="19" y="27"/>
                      <a:pt x="21" y="28"/>
                      <a:pt x="23" y="24"/>
                    </a:cubicBezTo>
                    <a:cubicBezTo>
                      <a:pt x="23" y="26"/>
                      <a:pt x="23" y="26"/>
                      <a:pt x="23" y="27"/>
                    </a:cubicBezTo>
                    <a:cubicBezTo>
                      <a:pt x="23" y="27"/>
                      <a:pt x="24" y="26"/>
                      <a:pt x="24" y="26"/>
                    </a:cubicBezTo>
                    <a:cubicBezTo>
                      <a:pt x="23" y="28"/>
                      <a:pt x="23" y="28"/>
                      <a:pt x="23" y="28"/>
                    </a:cubicBezTo>
                    <a:cubicBezTo>
                      <a:pt x="23" y="29"/>
                      <a:pt x="24" y="27"/>
                      <a:pt x="25" y="26"/>
                    </a:cubicBezTo>
                    <a:cubicBezTo>
                      <a:pt x="25" y="28"/>
                      <a:pt x="25" y="28"/>
                      <a:pt x="25" y="28"/>
                    </a:cubicBezTo>
                    <a:cubicBezTo>
                      <a:pt x="24" y="29"/>
                      <a:pt x="25" y="27"/>
                      <a:pt x="26" y="26"/>
                    </a:cubicBezTo>
                    <a:cubicBezTo>
                      <a:pt x="25" y="28"/>
                      <a:pt x="25" y="28"/>
                      <a:pt x="25" y="28"/>
                    </a:cubicBezTo>
                    <a:cubicBezTo>
                      <a:pt x="26" y="27"/>
                      <a:pt x="26" y="27"/>
                      <a:pt x="26" y="27"/>
                    </a:cubicBezTo>
                    <a:cubicBezTo>
                      <a:pt x="26" y="26"/>
                      <a:pt x="27" y="26"/>
                      <a:pt x="26" y="28"/>
                    </a:cubicBezTo>
                    <a:cubicBezTo>
                      <a:pt x="26" y="27"/>
                      <a:pt x="26" y="27"/>
                      <a:pt x="26" y="27"/>
                    </a:cubicBezTo>
                    <a:cubicBezTo>
                      <a:pt x="26" y="28"/>
                      <a:pt x="27" y="29"/>
                      <a:pt x="27" y="28"/>
                    </a:cubicBezTo>
                    <a:cubicBezTo>
                      <a:pt x="28" y="28"/>
                      <a:pt x="28" y="27"/>
                      <a:pt x="28" y="26"/>
                    </a:cubicBezTo>
                    <a:cubicBezTo>
                      <a:pt x="29" y="24"/>
                      <a:pt x="28" y="26"/>
                      <a:pt x="29" y="25"/>
                    </a:cubicBezTo>
                    <a:cubicBezTo>
                      <a:pt x="28" y="27"/>
                      <a:pt x="28" y="27"/>
                      <a:pt x="28" y="27"/>
                    </a:cubicBezTo>
                    <a:cubicBezTo>
                      <a:pt x="27" y="30"/>
                      <a:pt x="29" y="28"/>
                      <a:pt x="30" y="29"/>
                    </a:cubicBezTo>
                    <a:cubicBezTo>
                      <a:pt x="31" y="28"/>
                      <a:pt x="31" y="28"/>
                      <a:pt x="31" y="28"/>
                    </a:cubicBezTo>
                    <a:cubicBezTo>
                      <a:pt x="30" y="30"/>
                      <a:pt x="32" y="28"/>
                      <a:pt x="32" y="30"/>
                    </a:cubicBezTo>
                    <a:cubicBezTo>
                      <a:pt x="32" y="29"/>
                      <a:pt x="33" y="26"/>
                      <a:pt x="34" y="26"/>
                    </a:cubicBezTo>
                    <a:cubicBezTo>
                      <a:pt x="35" y="25"/>
                      <a:pt x="33" y="29"/>
                      <a:pt x="32" y="30"/>
                    </a:cubicBezTo>
                    <a:cubicBezTo>
                      <a:pt x="33" y="29"/>
                      <a:pt x="33" y="29"/>
                      <a:pt x="33" y="29"/>
                    </a:cubicBezTo>
                    <a:cubicBezTo>
                      <a:pt x="33" y="30"/>
                      <a:pt x="33" y="30"/>
                      <a:pt x="33" y="30"/>
                    </a:cubicBezTo>
                    <a:cubicBezTo>
                      <a:pt x="34" y="29"/>
                      <a:pt x="34" y="28"/>
                      <a:pt x="34" y="29"/>
                    </a:cubicBezTo>
                    <a:cubicBezTo>
                      <a:pt x="34" y="29"/>
                      <a:pt x="34" y="29"/>
                      <a:pt x="34" y="29"/>
                    </a:cubicBezTo>
                    <a:cubicBezTo>
                      <a:pt x="34" y="30"/>
                      <a:pt x="34" y="31"/>
                      <a:pt x="34" y="31"/>
                    </a:cubicBezTo>
                    <a:cubicBezTo>
                      <a:pt x="35" y="29"/>
                      <a:pt x="35" y="30"/>
                      <a:pt x="36" y="29"/>
                    </a:cubicBezTo>
                    <a:cubicBezTo>
                      <a:pt x="35" y="30"/>
                      <a:pt x="35" y="30"/>
                      <a:pt x="35" y="30"/>
                    </a:cubicBezTo>
                    <a:cubicBezTo>
                      <a:pt x="36" y="28"/>
                      <a:pt x="36" y="28"/>
                      <a:pt x="36" y="28"/>
                    </a:cubicBezTo>
                    <a:cubicBezTo>
                      <a:pt x="36" y="29"/>
                      <a:pt x="36" y="29"/>
                      <a:pt x="36" y="29"/>
                    </a:cubicBezTo>
                    <a:cubicBezTo>
                      <a:pt x="35" y="31"/>
                      <a:pt x="35" y="31"/>
                      <a:pt x="35" y="31"/>
                    </a:cubicBezTo>
                    <a:cubicBezTo>
                      <a:pt x="35" y="32"/>
                      <a:pt x="36" y="29"/>
                      <a:pt x="36" y="29"/>
                    </a:cubicBezTo>
                    <a:cubicBezTo>
                      <a:pt x="37" y="28"/>
                      <a:pt x="37" y="29"/>
                      <a:pt x="36" y="30"/>
                    </a:cubicBezTo>
                    <a:cubicBezTo>
                      <a:pt x="36" y="30"/>
                      <a:pt x="36" y="29"/>
                      <a:pt x="36" y="30"/>
                    </a:cubicBezTo>
                    <a:cubicBezTo>
                      <a:pt x="35" y="31"/>
                      <a:pt x="36" y="30"/>
                      <a:pt x="36" y="31"/>
                    </a:cubicBezTo>
                    <a:cubicBezTo>
                      <a:pt x="36" y="31"/>
                      <a:pt x="37" y="29"/>
                      <a:pt x="37" y="30"/>
                    </a:cubicBezTo>
                    <a:cubicBezTo>
                      <a:pt x="37" y="30"/>
                      <a:pt x="37" y="30"/>
                      <a:pt x="37" y="31"/>
                    </a:cubicBezTo>
                    <a:cubicBezTo>
                      <a:pt x="37" y="30"/>
                      <a:pt x="37" y="31"/>
                      <a:pt x="38" y="30"/>
                    </a:cubicBezTo>
                    <a:cubicBezTo>
                      <a:pt x="38" y="30"/>
                      <a:pt x="38" y="29"/>
                      <a:pt x="38" y="28"/>
                    </a:cubicBezTo>
                    <a:cubicBezTo>
                      <a:pt x="38" y="28"/>
                      <a:pt x="39" y="28"/>
                      <a:pt x="38" y="28"/>
                    </a:cubicBezTo>
                    <a:cubicBezTo>
                      <a:pt x="38" y="29"/>
                      <a:pt x="38" y="29"/>
                      <a:pt x="38" y="29"/>
                    </a:cubicBezTo>
                    <a:cubicBezTo>
                      <a:pt x="38" y="28"/>
                      <a:pt x="38" y="29"/>
                      <a:pt x="39" y="28"/>
                    </a:cubicBezTo>
                    <a:cubicBezTo>
                      <a:pt x="38" y="30"/>
                      <a:pt x="38" y="30"/>
                      <a:pt x="38" y="30"/>
                    </a:cubicBezTo>
                    <a:cubicBezTo>
                      <a:pt x="39" y="29"/>
                      <a:pt x="39" y="29"/>
                      <a:pt x="39" y="29"/>
                    </a:cubicBezTo>
                    <a:cubicBezTo>
                      <a:pt x="39" y="30"/>
                      <a:pt x="38" y="32"/>
                      <a:pt x="38" y="32"/>
                    </a:cubicBezTo>
                    <a:cubicBezTo>
                      <a:pt x="39" y="31"/>
                      <a:pt x="39" y="31"/>
                      <a:pt x="39" y="31"/>
                    </a:cubicBezTo>
                    <a:cubicBezTo>
                      <a:pt x="39" y="31"/>
                      <a:pt x="39" y="31"/>
                      <a:pt x="39" y="32"/>
                    </a:cubicBezTo>
                    <a:cubicBezTo>
                      <a:pt x="39" y="33"/>
                      <a:pt x="41" y="28"/>
                      <a:pt x="41" y="30"/>
                    </a:cubicBezTo>
                    <a:cubicBezTo>
                      <a:pt x="40" y="31"/>
                      <a:pt x="40" y="32"/>
                      <a:pt x="40" y="32"/>
                    </a:cubicBezTo>
                    <a:cubicBezTo>
                      <a:pt x="40" y="32"/>
                      <a:pt x="41" y="31"/>
                      <a:pt x="41" y="31"/>
                    </a:cubicBezTo>
                    <a:cubicBezTo>
                      <a:pt x="41" y="31"/>
                      <a:pt x="40" y="33"/>
                      <a:pt x="40" y="31"/>
                    </a:cubicBezTo>
                    <a:cubicBezTo>
                      <a:pt x="41" y="30"/>
                      <a:pt x="41" y="31"/>
                      <a:pt x="41" y="30"/>
                    </a:cubicBezTo>
                    <a:cubicBezTo>
                      <a:pt x="40" y="35"/>
                      <a:pt x="42" y="32"/>
                      <a:pt x="42" y="34"/>
                    </a:cubicBezTo>
                    <a:cubicBezTo>
                      <a:pt x="43" y="32"/>
                      <a:pt x="43" y="34"/>
                      <a:pt x="43" y="33"/>
                    </a:cubicBezTo>
                    <a:cubicBezTo>
                      <a:pt x="42" y="35"/>
                      <a:pt x="44" y="33"/>
                      <a:pt x="43" y="34"/>
                    </a:cubicBezTo>
                    <a:cubicBezTo>
                      <a:pt x="44" y="32"/>
                      <a:pt x="44" y="32"/>
                      <a:pt x="44" y="32"/>
                    </a:cubicBezTo>
                    <a:cubicBezTo>
                      <a:pt x="44" y="33"/>
                      <a:pt x="46" y="29"/>
                      <a:pt x="45" y="31"/>
                    </a:cubicBezTo>
                    <a:cubicBezTo>
                      <a:pt x="45" y="32"/>
                      <a:pt x="45" y="33"/>
                      <a:pt x="44" y="33"/>
                    </a:cubicBezTo>
                    <a:cubicBezTo>
                      <a:pt x="44" y="36"/>
                      <a:pt x="46" y="32"/>
                      <a:pt x="45" y="35"/>
                    </a:cubicBezTo>
                    <a:cubicBezTo>
                      <a:pt x="46" y="34"/>
                      <a:pt x="46" y="32"/>
                      <a:pt x="47" y="31"/>
                    </a:cubicBezTo>
                    <a:cubicBezTo>
                      <a:pt x="47" y="33"/>
                      <a:pt x="47" y="34"/>
                      <a:pt x="46" y="34"/>
                    </a:cubicBezTo>
                    <a:cubicBezTo>
                      <a:pt x="47" y="34"/>
                      <a:pt x="47" y="33"/>
                      <a:pt x="47" y="34"/>
                    </a:cubicBezTo>
                    <a:cubicBezTo>
                      <a:pt x="47" y="35"/>
                      <a:pt x="47" y="35"/>
                      <a:pt x="46" y="35"/>
                    </a:cubicBezTo>
                    <a:cubicBezTo>
                      <a:pt x="46" y="36"/>
                      <a:pt x="47" y="35"/>
                      <a:pt x="48" y="34"/>
                    </a:cubicBezTo>
                    <a:cubicBezTo>
                      <a:pt x="47" y="36"/>
                      <a:pt x="48" y="35"/>
                      <a:pt x="48" y="37"/>
                    </a:cubicBezTo>
                    <a:cubicBezTo>
                      <a:pt x="49" y="35"/>
                      <a:pt x="48" y="38"/>
                      <a:pt x="49" y="35"/>
                    </a:cubicBezTo>
                    <a:cubicBezTo>
                      <a:pt x="49" y="36"/>
                      <a:pt x="49" y="36"/>
                      <a:pt x="49" y="36"/>
                    </a:cubicBezTo>
                    <a:cubicBezTo>
                      <a:pt x="50" y="35"/>
                      <a:pt x="51" y="33"/>
                      <a:pt x="51" y="33"/>
                    </a:cubicBezTo>
                    <a:cubicBezTo>
                      <a:pt x="50" y="35"/>
                      <a:pt x="50" y="35"/>
                      <a:pt x="50" y="35"/>
                    </a:cubicBezTo>
                    <a:cubicBezTo>
                      <a:pt x="49" y="37"/>
                      <a:pt x="50" y="36"/>
                      <a:pt x="50" y="37"/>
                    </a:cubicBezTo>
                    <a:cubicBezTo>
                      <a:pt x="50" y="35"/>
                      <a:pt x="50" y="37"/>
                      <a:pt x="51" y="36"/>
                    </a:cubicBezTo>
                    <a:cubicBezTo>
                      <a:pt x="51" y="35"/>
                      <a:pt x="51" y="35"/>
                      <a:pt x="51" y="35"/>
                    </a:cubicBezTo>
                    <a:cubicBezTo>
                      <a:pt x="52" y="35"/>
                      <a:pt x="52" y="34"/>
                      <a:pt x="52" y="34"/>
                    </a:cubicBezTo>
                    <a:cubicBezTo>
                      <a:pt x="52" y="34"/>
                      <a:pt x="51" y="36"/>
                      <a:pt x="51" y="36"/>
                    </a:cubicBezTo>
                    <a:cubicBezTo>
                      <a:pt x="51" y="37"/>
                      <a:pt x="51" y="37"/>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7"/>
                      <a:pt x="52" y="37"/>
                      <a:pt x="52" y="37"/>
                    </a:cubicBezTo>
                    <a:cubicBezTo>
                      <a:pt x="52" y="37"/>
                      <a:pt x="52" y="37"/>
                      <a:pt x="52" y="37"/>
                    </a:cubicBezTo>
                    <a:cubicBezTo>
                      <a:pt x="52" y="37"/>
                      <a:pt x="52" y="37"/>
                      <a:pt x="52" y="37"/>
                    </a:cubicBezTo>
                    <a:cubicBezTo>
                      <a:pt x="51" y="39"/>
                      <a:pt x="51" y="39"/>
                      <a:pt x="51" y="39"/>
                    </a:cubicBezTo>
                    <a:cubicBezTo>
                      <a:pt x="51" y="39"/>
                      <a:pt x="52" y="37"/>
                      <a:pt x="53" y="37"/>
                    </a:cubicBezTo>
                    <a:cubicBezTo>
                      <a:pt x="53" y="38"/>
                      <a:pt x="54" y="37"/>
                      <a:pt x="55" y="37"/>
                    </a:cubicBezTo>
                    <a:cubicBezTo>
                      <a:pt x="55" y="37"/>
                      <a:pt x="54" y="38"/>
                      <a:pt x="55" y="37"/>
                    </a:cubicBezTo>
                    <a:cubicBezTo>
                      <a:pt x="55" y="37"/>
                      <a:pt x="56" y="36"/>
                      <a:pt x="55" y="37"/>
                    </a:cubicBezTo>
                    <a:cubicBezTo>
                      <a:pt x="56" y="36"/>
                      <a:pt x="55" y="38"/>
                      <a:pt x="55" y="38"/>
                    </a:cubicBezTo>
                    <a:cubicBezTo>
                      <a:pt x="55" y="38"/>
                      <a:pt x="56" y="37"/>
                      <a:pt x="56" y="37"/>
                    </a:cubicBezTo>
                    <a:cubicBezTo>
                      <a:pt x="55" y="39"/>
                      <a:pt x="58" y="36"/>
                      <a:pt x="57" y="38"/>
                    </a:cubicBezTo>
                    <a:cubicBezTo>
                      <a:pt x="58" y="37"/>
                      <a:pt x="57" y="38"/>
                      <a:pt x="57" y="39"/>
                    </a:cubicBezTo>
                    <a:cubicBezTo>
                      <a:pt x="57" y="38"/>
                      <a:pt x="58" y="38"/>
                      <a:pt x="59" y="36"/>
                    </a:cubicBezTo>
                    <a:cubicBezTo>
                      <a:pt x="58" y="38"/>
                      <a:pt x="58" y="38"/>
                      <a:pt x="58" y="38"/>
                    </a:cubicBezTo>
                    <a:cubicBezTo>
                      <a:pt x="59" y="38"/>
                      <a:pt x="59" y="38"/>
                      <a:pt x="60" y="37"/>
                    </a:cubicBezTo>
                    <a:cubicBezTo>
                      <a:pt x="60" y="36"/>
                      <a:pt x="61" y="35"/>
                      <a:pt x="61" y="35"/>
                    </a:cubicBezTo>
                    <a:cubicBezTo>
                      <a:pt x="61" y="35"/>
                      <a:pt x="61" y="35"/>
                      <a:pt x="61" y="35"/>
                    </a:cubicBezTo>
                    <a:cubicBezTo>
                      <a:pt x="61" y="36"/>
                      <a:pt x="62" y="35"/>
                      <a:pt x="62" y="35"/>
                    </a:cubicBezTo>
                    <a:cubicBezTo>
                      <a:pt x="62" y="36"/>
                      <a:pt x="62" y="35"/>
                      <a:pt x="61" y="36"/>
                    </a:cubicBezTo>
                    <a:cubicBezTo>
                      <a:pt x="60" y="39"/>
                      <a:pt x="61" y="38"/>
                      <a:pt x="61" y="38"/>
                    </a:cubicBezTo>
                    <a:cubicBezTo>
                      <a:pt x="62" y="37"/>
                      <a:pt x="62" y="37"/>
                      <a:pt x="62" y="37"/>
                    </a:cubicBezTo>
                    <a:cubicBezTo>
                      <a:pt x="63" y="36"/>
                      <a:pt x="61" y="38"/>
                      <a:pt x="62" y="38"/>
                    </a:cubicBezTo>
                    <a:cubicBezTo>
                      <a:pt x="64" y="34"/>
                      <a:pt x="64" y="34"/>
                      <a:pt x="64" y="34"/>
                    </a:cubicBezTo>
                    <a:cubicBezTo>
                      <a:pt x="64" y="34"/>
                      <a:pt x="64" y="36"/>
                      <a:pt x="63" y="37"/>
                    </a:cubicBezTo>
                    <a:cubicBezTo>
                      <a:pt x="64" y="37"/>
                      <a:pt x="65" y="34"/>
                      <a:pt x="66" y="33"/>
                    </a:cubicBezTo>
                    <a:cubicBezTo>
                      <a:pt x="66" y="34"/>
                      <a:pt x="67" y="33"/>
                      <a:pt x="67" y="33"/>
                    </a:cubicBezTo>
                    <a:cubicBezTo>
                      <a:pt x="67" y="34"/>
                      <a:pt x="67" y="33"/>
                      <a:pt x="67" y="34"/>
                    </a:cubicBezTo>
                    <a:cubicBezTo>
                      <a:pt x="66" y="35"/>
                      <a:pt x="66" y="35"/>
                      <a:pt x="66" y="35"/>
                    </a:cubicBezTo>
                    <a:cubicBezTo>
                      <a:pt x="66" y="35"/>
                      <a:pt x="65" y="37"/>
                      <a:pt x="65" y="38"/>
                    </a:cubicBezTo>
                    <a:cubicBezTo>
                      <a:pt x="65" y="37"/>
                      <a:pt x="66" y="39"/>
                      <a:pt x="66" y="39"/>
                    </a:cubicBezTo>
                    <a:cubicBezTo>
                      <a:pt x="67" y="36"/>
                      <a:pt x="67" y="38"/>
                      <a:pt x="68" y="36"/>
                    </a:cubicBezTo>
                    <a:cubicBezTo>
                      <a:pt x="69" y="36"/>
                      <a:pt x="67" y="38"/>
                      <a:pt x="67" y="38"/>
                    </a:cubicBezTo>
                    <a:cubicBezTo>
                      <a:pt x="68" y="38"/>
                      <a:pt x="68" y="39"/>
                      <a:pt x="69" y="39"/>
                    </a:cubicBezTo>
                    <a:cubicBezTo>
                      <a:pt x="69" y="39"/>
                      <a:pt x="69" y="39"/>
                      <a:pt x="69" y="39"/>
                    </a:cubicBezTo>
                    <a:cubicBezTo>
                      <a:pt x="69" y="38"/>
                      <a:pt x="70" y="39"/>
                      <a:pt x="71" y="38"/>
                    </a:cubicBezTo>
                    <a:cubicBezTo>
                      <a:pt x="70" y="39"/>
                      <a:pt x="70" y="39"/>
                      <a:pt x="70" y="39"/>
                    </a:cubicBezTo>
                    <a:cubicBezTo>
                      <a:pt x="70" y="40"/>
                      <a:pt x="72" y="36"/>
                      <a:pt x="72" y="37"/>
                    </a:cubicBezTo>
                    <a:cubicBezTo>
                      <a:pt x="71" y="39"/>
                      <a:pt x="71" y="39"/>
                      <a:pt x="71" y="39"/>
                    </a:cubicBezTo>
                    <a:cubicBezTo>
                      <a:pt x="72" y="38"/>
                      <a:pt x="71" y="40"/>
                      <a:pt x="72" y="38"/>
                    </a:cubicBezTo>
                    <a:cubicBezTo>
                      <a:pt x="72" y="39"/>
                      <a:pt x="72" y="39"/>
                      <a:pt x="72" y="39"/>
                    </a:cubicBezTo>
                    <a:cubicBezTo>
                      <a:pt x="72" y="39"/>
                      <a:pt x="73" y="39"/>
                      <a:pt x="74" y="38"/>
                    </a:cubicBezTo>
                    <a:cubicBezTo>
                      <a:pt x="73" y="40"/>
                      <a:pt x="73" y="40"/>
                      <a:pt x="73" y="40"/>
                    </a:cubicBezTo>
                    <a:cubicBezTo>
                      <a:pt x="72" y="41"/>
                      <a:pt x="74" y="38"/>
                      <a:pt x="74" y="39"/>
                    </a:cubicBezTo>
                    <a:cubicBezTo>
                      <a:pt x="74" y="39"/>
                      <a:pt x="74" y="40"/>
                      <a:pt x="73" y="40"/>
                    </a:cubicBezTo>
                    <a:cubicBezTo>
                      <a:pt x="74" y="39"/>
                      <a:pt x="75" y="39"/>
                      <a:pt x="75" y="39"/>
                    </a:cubicBezTo>
                    <a:cubicBezTo>
                      <a:pt x="74" y="41"/>
                      <a:pt x="74" y="41"/>
                      <a:pt x="74" y="41"/>
                    </a:cubicBezTo>
                    <a:cubicBezTo>
                      <a:pt x="76" y="42"/>
                      <a:pt x="77" y="43"/>
                      <a:pt x="80" y="42"/>
                    </a:cubicBezTo>
                    <a:cubicBezTo>
                      <a:pt x="79" y="44"/>
                      <a:pt x="79" y="43"/>
                      <a:pt x="78" y="45"/>
                    </a:cubicBezTo>
                    <a:cubicBezTo>
                      <a:pt x="79" y="43"/>
                      <a:pt x="79" y="44"/>
                      <a:pt x="79" y="44"/>
                    </a:cubicBezTo>
                    <a:cubicBezTo>
                      <a:pt x="79" y="44"/>
                      <a:pt x="79" y="44"/>
                      <a:pt x="79" y="44"/>
                    </a:cubicBezTo>
                    <a:cubicBezTo>
                      <a:pt x="80" y="44"/>
                      <a:pt x="79" y="45"/>
                      <a:pt x="80" y="45"/>
                    </a:cubicBezTo>
                    <a:cubicBezTo>
                      <a:pt x="80" y="44"/>
                      <a:pt x="80" y="44"/>
                      <a:pt x="80" y="44"/>
                    </a:cubicBezTo>
                    <a:cubicBezTo>
                      <a:pt x="81" y="43"/>
                      <a:pt x="79" y="47"/>
                      <a:pt x="81" y="45"/>
                    </a:cubicBezTo>
                    <a:cubicBezTo>
                      <a:pt x="80" y="46"/>
                      <a:pt x="80" y="46"/>
                      <a:pt x="80" y="46"/>
                    </a:cubicBezTo>
                    <a:cubicBezTo>
                      <a:pt x="81" y="44"/>
                      <a:pt x="80" y="47"/>
                      <a:pt x="81" y="46"/>
                    </a:cubicBezTo>
                    <a:cubicBezTo>
                      <a:pt x="81" y="46"/>
                      <a:pt x="81" y="46"/>
                      <a:pt x="81" y="46"/>
                    </a:cubicBezTo>
                    <a:cubicBezTo>
                      <a:pt x="81" y="47"/>
                      <a:pt x="83" y="44"/>
                      <a:pt x="82" y="46"/>
                    </a:cubicBezTo>
                    <a:cubicBezTo>
                      <a:pt x="83" y="46"/>
                      <a:pt x="83" y="46"/>
                      <a:pt x="84" y="44"/>
                    </a:cubicBezTo>
                    <a:cubicBezTo>
                      <a:pt x="83" y="46"/>
                      <a:pt x="83" y="46"/>
                      <a:pt x="83" y="46"/>
                    </a:cubicBezTo>
                    <a:cubicBezTo>
                      <a:pt x="85" y="46"/>
                      <a:pt x="86" y="47"/>
                      <a:pt x="88" y="46"/>
                    </a:cubicBezTo>
                    <a:cubicBezTo>
                      <a:pt x="87" y="47"/>
                      <a:pt x="87" y="47"/>
                      <a:pt x="87" y="47"/>
                    </a:cubicBezTo>
                    <a:cubicBezTo>
                      <a:pt x="89" y="45"/>
                      <a:pt x="87" y="49"/>
                      <a:pt x="90" y="46"/>
                    </a:cubicBezTo>
                    <a:cubicBezTo>
                      <a:pt x="92" y="45"/>
                      <a:pt x="92" y="45"/>
                      <a:pt x="92" y="45"/>
                    </a:cubicBezTo>
                    <a:cubicBezTo>
                      <a:pt x="90" y="47"/>
                      <a:pt x="90" y="47"/>
                      <a:pt x="90" y="47"/>
                    </a:cubicBezTo>
                    <a:cubicBezTo>
                      <a:pt x="91" y="46"/>
                      <a:pt x="91" y="47"/>
                      <a:pt x="92" y="46"/>
                    </a:cubicBezTo>
                    <a:cubicBezTo>
                      <a:pt x="91" y="47"/>
                      <a:pt x="91" y="47"/>
                      <a:pt x="91" y="47"/>
                    </a:cubicBezTo>
                    <a:cubicBezTo>
                      <a:pt x="91" y="47"/>
                      <a:pt x="93" y="45"/>
                      <a:pt x="93" y="46"/>
                    </a:cubicBezTo>
                    <a:cubicBezTo>
                      <a:pt x="93" y="47"/>
                      <a:pt x="93" y="47"/>
                      <a:pt x="93" y="47"/>
                    </a:cubicBezTo>
                    <a:cubicBezTo>
                      <a:pt x="92" y="50"/>
                      <a:pt x="93" y="54"/>
                      <a:pt x="96" y="51"/>
                    </a:cubicBezTo>
                    <a:cubicBezTo>
                      <a:pt x="97" y="51"/>
                      <a:pt x="95" y="53"/>
                      <a:pt x="95" y="53"/>
                    </a:cubicBezTo>
                    <a:cubicBezTo>
                      <a:pt x="99" y="51"/>
                      <a:pt x="97" y="56"/>
                      <a:pt x="101" y="53"/>
                    </a:cubicBezTo>
                    <a:cubicBezTo>
                      <a:pt x="103" y="52"/>
                      <a:pt x="107" y="48"/>
                      <a:pt x="107" y="48"/>
                    </a:cubicBezTo>
                    <a:cubicBezTo>
                      <a:pt x="103" y="48"/>
                      <a:pt x="103" y="45"/>
                      <a:pt x="102" y="4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5" name="Freeform 96"/>
              <p:cNvSpPr/>
              <p:nvPr/>
            </p:nvSpPr>
            <p:spPr bwMode="auto">
              <a:xfrm>
                <a:off x="4117" y="22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6" name="Freeform 97"/>
              <p:cNvSpPr/>
              <p:nvPr/>
            </p:nvSpPr>
            <p:spPr bwMode="auto">
              <a:xfrm>
                <a:off x="4487" y="23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7" name="Freeform 98"/>
              <p:cNvSpPr/>
              <p:nvPr/>
            </p:nvSpPr>
            <p:spPr bwMode="auto">
              <a:xfrm>
                <a:off x="4387" y="2285"/>
                <a:ext cx="2" cy="4"/>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1"/>
                      <a:pt x="0"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8" name="Freeform 99"/>
              <p:cNvSpPr/>
              <p:nvPr/>
            </p:nvSpPr>
            <p:spPr bwMode="auto">
              <a:xfrm>
                <a:off x="4508" y="193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9" name="Freeform 100"/>
              <p:cNvSpPr/>
              <p:nvPr/>
            </p:nvSpPr>
            <p:spPr bwMode="auto">
              <a:xfrm>
                <a:off x="4487" y="2285"/>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0" name="Freeform 101"/>
              <p:cNvSpPr/>
              <p:nvPr/>
            </p:nvSpPr>
            <p:spPr bwMode="auto">
              <a:xfrm>
                <a:off x="4514" y="1929"/>
                <a:ext cx="0" cy="4"/>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1" name="Freeform 102"/>
              <p:cNvSpPr/>
              <p:nvPr/>
            </p:nvSpPr>
            <p:spPr bwMode="auto">
              <a:xfrm>
                <a:off x="4506" y="1927"/>
                <a:ext cx="0" cy="4"/>
              </a:xfrm>
              <a:custGeom>
                <a:avLst/>
                <a:gdLst>
                  <a:gd name="T0" fmla="*/ 1 h 2"/>
                  <a:gd name="T1" fmla="*/ 0 h 2"/>
                  <a:gd name="T2" fmla="*/ 1 h 2"/>
                </a:gdLst>
                <a:ahLst/>
                <a:cxnLst>
                  <a:cxn ang="0">
                    <a:pos x="0" y="T0"/>
                  </a:cxn>
                  <a:cxn ang="0">
                    <a:pos x="0" y="T1"/>
                  </a:cxn>
                  <a:cxn ang="0">
                    <a:pos x="0" y="T2"/>
                  </a:cxn>
                </a:cxnLst>
                <a:rect l="0" t="0" r="r" b="b"/>
                <a:pathLst>
                  <a:path h="2">
                    <a:moveTo>
                      <a:pt x="0" y="1"/>
                    </a:moveTo>
                    <a:cubicBezTo>
                      <a:pt x="0" y="1"/>
                      <a:pt x="0" y="0"/>
                      <a:pt x="0" y="0"/>
                    </a:cubicBezTo>
                    <a:cubicBezTo>
                      <a:pt x="0" y="2"/>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2" name="Freeform 103"/>
              <p:cNvSpPr/>
              <p:nvPr/>
            </p:nvSpPr>
            <p:spPr bwMode="auto">
              <a:xfrm>
                <a:off x="4516" y="1927"/>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3" name="Freeform 104"/>
              <p:cNvSpPr/>
              <p:nvPr/>
            </p:nvSpPr>
            <p:spPr bwMode="auto">
              <a:xfrm>
                <a:off x="4495" y="1925"/>
                <a:ext cx="2" cy="4"/>
              </a:xfrm>
              <a:custGeom>
                <a:avLst/>
                <a:gdLst>
                  <a:gd name="T0" fmla="*/ 1 w 1"/>
                  <a:gd name="T1" fmla="*/ 1 h 2"/>
                  <a:gd name="T2" fmla="*/ 0 w 1"/>
                  <a:gd name="T3" fmla="*/ 0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1"/>
                      <a:pt x="1" y="1"/>
                      <a:pt x="1"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4" name="Freeform 105"/>
              <p:cNvSpPr/>
              <p:nvPr/>
            </p:nvSpPr>
            <p:spPr bwMode="auto">
              <a:xfrm>
                <a:off x="3201" y="2162"/>
                <a:ext cx="0" cy="4"/>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5" name="Freeform 106"/>
              <p:cNvSpPr/>
              <p:nvPr/>
            </p:nvSpPr>
            <p:spPr bwMode="auto">
              <a:xfrm>
                <a:off x="3544" y="154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6" name="Freeform 107"/>
              <p:cNvSpPr/>
              <p:nvPr/>
            </p:nvSpPr>
            <p:spPr bwMode="auto">
              <a:xfrm>
                <a:off x="3914" y="141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7" name="Freeform 108"/>
              <p:cNvSpPr/>
              <p:nvPr/>
            </p:nvSpPr>
            <p:spPr bwMode="auto">
              <a:xfrm>
                <a:off x="3916" y="1409"/>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2" y="1"/>
                      <a:pt x="0" y="1"/>
                      <a:pt x="1" y="0"/>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8" name="Freeform 109"/>
              <p:cNvSpPr/>
              <p:nvPr/>
            </p:nvSpPr>
            <p:spPr bwMode="auto">
              <a:xfrm>
                <a:off x="3893" y="1441"/>
                <a:ext cx="4" cy="4"/>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0"/>
                      <a:pt x="1" y="1"/>
                      <a:pt x="1" y="1"/>
                    </a:cubicBezTo>
                    <a:cubicBezTo>
                      <a:pt x="0" y="2"/>
                      <a:pt x="1" y="1"/>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9" name="Freeform 110"/>
              <p:cNvSpPr/>
              <p:nvPr/>
            </p:nvSpPr>
            <p:spPr bwMode="auto">
              <a:xfrm>
                <a:off x="3893" y="1437"/>
                <a:ext cx="6" cy="6"/>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cubicBezTo>
                      <a:pt x="3" y="0"/>
                      <a:pt x="3" y="0"/>
                      <a:pt x="3" y="0"/>
                    </a:cubicBezTo>
                    <a:cubicBezTo>
                      <a:pt x="1" y="1"/>
                      <a:pt x="1"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0" name="Freeform 111"/>
              <p:cNvSpPr/>
              <p:nvPr/>
            </p:nvSpPr>
            <p:spPr bwMode="auto">
              <a:xfrm>
                <a:off x="3909" y="1418"/>
                <a:ext cx="5"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2"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1" name="Freeform 112"/>
              <p:cNvSpPr/>
              <p:nvPr/>
            </p:nvSpPr>
            <p:spPr bwMode="auto">
              <a:xfrm>
                <a:off x="3912" y="1416"/>
                <a:ext cx="4"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2" name="Freeform 113"/>
              <p:cNvSpPr/>
              <p:nvPr/>
            </p:nvSpPr>
            <p:spPr bwMode="auto">
              <a:xfrm>
                <a:off x="4472" y="1804"/>
                <a:ext cx="233" cy="133"/>
              </a:xfrm>
              <a:custGeom>
                <a:avLst/>
                <a:gdLst>
                  <a:gd name="T0" fmla="*/ 86 w 110"/>
                  <a:gd name="T1" fmla="*/ 5 h 63"/>
                  <a:gd name="T2" fmla="*/ 79 w 110"/>
                  <a:gd name="T3" fmla="*/ 7 h 63"/>
                  <a:gd name="T4" fmla="*/ 58 w 110"/>
                  <a:gd name="T5" fmla="*/ 24 h 63"/>
                  <a:gd name="T6" fmla="*/ 50 w 110"/>
                  <a:gd name="T7" fmla="*/ 26 h 63"/>
                  <a:gd name="T8" fmla="*/ 44 w 110"/>
                  <a:gd name="T9" fmla="*/ 26 h 63"/>
                  <a:gd name="T10" fmla="*/ 34 w 110"/>
                  <a:gd name="T11" fmla="*/ 31 h 63"/>
                  <a:gd name="T12" fmla="*/ 28 w 110"/>
                  <a:gd name="T13" fmla="*/ 33 h 63"/>
                  <a:gd name="T14" fmla="*/ 17 w 110"/>
                  <a:gd name="T15" fmla="*/ 38 h 63"/>
                  <a:gd name="T16" fmla="*/ 13 w 110"/>
                  <a:gd name="T17" fmla="*/ 45 h 63"/>
                  <a:gd name="T18" fmla="*/ 5 w 110"/>
                  <a:gd name="T19" fmla="*/ 47 h 63"/>
                  <a:gd name="T20" fmla="*/ 1 w 110"/>
                  <a:gd name="T21" fmla="*/ 50 h 63"/>
                  <a:gd name="T22" fmla="*/ 3 w 110"/>
                  <a:gd name="T23" fmla="*/ 55 h 63"/>
                  <a:gd name="T24" fmla="*/ 3 w 110"/>
                  <a:gd name="T25" fmla="*/ 56 h 63"/>
                  <a:gd name="T26" fmla="*/ 5 w 110"/>
                  <a:gd name="T27" fmla="*/ 55 h 63"/>
                  <a:gd name="T28" fmla="*/ 9 w 110"/>
                  <a:gd name="T29" fmla="*/ 56 h 63"/>
                  <a:gd name="T30" fmla="*/ 12 w 110"/>
                  <a:gd name="T31" fmla="*/ 58 h 63"/>
                  <a:gd name="T32" fmla="*/ 12 w 110"/>
                  <a:gd name="T33" fmla="*/ 51 h 63"/>
                  <a:gd name="T34" fmla="*/ 15 w 110"/>
                  <a:gd name="T35" fmla="*/ 57 h 63"/>
                  <a:gd name="T36" fmla="*/ 18 w 110"/>
                  <a:gd name="T37" fmla="*/ 61 h 63"/>
                  <a:gd name="T38" fmla="*/ 16 w 110"/>
                  <a:gd name="T39" fmla="*/ 54 h 63"/>
                  <a:gd name="T40" fmla="*/ 19 w 110"/>
                  <a:gd name="T41" fmla="*/ 59 h 63"/>
                  <a:gd name="T42" fmla="*/ 21 w 110"/>
                  <a:gd name="T43" fmla="*/ 60 h 63"/>
                  <a:gd name="T44" fmla="*/ 22 w 110"/>
                  <a:gd name="T45" fmla="*/ 60 h 63"/>
                  <a:gd name="T46" fmla="*/ 23 w 110"/>
                  <a:gd name="T47" fmla="*/ 60 h 63"/>
                  <a:gd name="T48" fmla="*/ 23 w 110"/>
                  <a:gd name="T49" fmla="*/ 55 h 63"/>
                  <a:gd name="T50" fmla="*/ 26 w 110"/>
                  <a:gd name="T51" fmla="*/ 58 h 63"/>
                  <a:gd name="T52" fmla="*/ 26 w 110"/>
                  <a:gd name="T53" fmla="*/ 54 h 63"/>
                  <a:gd name="T54" fmla="*/ 27 w 110"/>
                  <a:gd name="T55" fmla="*/ 54 h 63"/>
                  <a:gd name="T56" fmla="*/ 29 w 110"/>
                  <a:gd name="T57" fmla="*/ 54 h 63"/>
                  <a:gd name="T58" fmla="*/ 34 w 110"/>
                  <a:gd name="T59" fmla="*/ 51 h 63"/>
                  <a:gd name="T60" fmla="*/ 36 w 110"/>
                  <a:gd name="T61" fmla="*/ 51 h 63"/>
                  <a:gd name="T62" fmla="*/ 40 w 110"/>
                  <a:gd name="T63" fmla="*/ 49 h 63"/>
                  <a:gd name="T64" fmla="*/ 44 w 110"/>
                  <a:gd name="T65" fmla="*/ 47 h 63"/>
                  <a:gd name="T66" fmla="*/ 45 w 110"/>
                  <a:gd name="T67" fmla="*/ 45 h 63"/>
                  <a:gd name="T68" fmla="*/ 46 w 110"/>
                  <a:gd name="T69" fmla="*/ 45 h 63"/>
                  <a:gd name="T70" fmla="*/ 46 w 110"/>
                  <a:gd name="T71" fmla="*/ 42 h 63"/>
                  <a:gd name="T72" fmla="*/ 49 w 110"/>
                  <a:gd name="T73" fmla="*/ 42 h 63"/>
                  <a:gd name="T74" fmla="*/ 53 w 110"/>
                  <a:gd name="T75" fmla="*/ 42 h 63"/>
                  <a:gd name="T76" fmla="*/ 55 w 110"/>
                  <a:gd name="T77" fmla="*/ 39 h 63"/>
                  <a:gd name="T78" fmla="*/ 60 w 110"/>
                  <a:gd name="T79" fmla="*/ 39 h 63"/>
                  <a:gd name="T80" fmla="*/ 61 w 110"/>
                  <a:gd name="T81" fmla="*/ 38 h 63"/>
                  <a:gd name="T82" fmla="*/ 62 w 110"/>
                  <a:gd name="T83" fmla="*/ 38 h 63"/>
                  <a:gd name="T84" fmla="*/ 64 w 110"/>
                  <a:gd name="T85" fmla="*/ 40 h 63"/>
                  <a:gd name="T86" fmla="*/ 66 w 110"/>
                  <a:gd name="T87" fmla="*/ 35 h 63"/>
                  <a:gd name="T88" fmla="*/ 68 w 110"/>
                  <a:gd name="T89" fmla="*/ 30 h 63"/>
                  <a:gd name="T90" fmla="*/ 71 w 110"/>
                  <a:gd name="T91" fmla="*/ 31 h 63"/>
                  <a:gd name="T92" fmla="*/ 72 w 110"/>
                  <a:gd name="T93" fmla="*/ 26 h 63"/>
                  <a:gd name="T94" fmla="*/ 76 w 110"/>
                  <a:gd name="T95" fmla="*/ 26 h 63"/>
                  <a:gd name="T96" fmla="*/ 79 w 110"/>
                  <a:gd name="T97" fmla="*/ 24 h 63"/>
                  <a:gd name="T98" fmla="*/ 82 w 110"/>
                  <a:gd name="T99" fmla="*/ 23 h 63"/>
                  <a:gd name="T100" fmla="*/ 88 w 110"/>
                  <a:gd name="T101" fmla="*/ 20 h 63"/>
                  <a:gd name="T102" fmla="*/ 91 w 110"/>
                  <a:gd name="T103" fmla="*/ 16 h 63"/>
                  <a:gd name="T104" fmla="*/ 97 w 110"/>
                  <a:gd name="T105" fmla="*/ 13 h 63"/>
                  <a:gd name="T106" fmla="*/ 105 w 110"/>
                  <a:gd name="T107" fmla="*/ 1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 h="63">
                    <a:moveTo>
                      <a:pt x="108" y="1"/>
                    </a:moveTo>
                    <a:cubicBezTo>
                      <a:pt x="106" y="4"/>
                      <a:pt x="103" y="2"/>
                      <a:pt x="100" y="0"/>
                    </a:cubicBezTo>
                    <a:cubicBezTo>
                      <a:pt x="99" y="1"/>
                      <a:pt x="98" y="2"/>
                      <a:pt x="97" y="1"/>
                    </a:cubicBezTo>
                    <a:cubicBezTo>
                      <a:pt x="94" y="3"/>
                      <a:pt x="88" y="0"/>
                      <a:pt x="85" y="3"/>
                    </a:cubicBezTo>
                    <a:cubicBezTo>
                      <a:pt x="86" y="4"/>
                      <a:pt x="86" y="5"/>
                      <a:pt x="86" y="5"/>
                    </a:cubicBezTo>
                    <a:cubicBezTo>
                      <a:pt x="86" y="5"/>
                      <a:pt x="86" y="5"/>
                      <a:pt x="86" y="5"/>
                    </a:cubicBezTo>
                    <a:cubicBezTo>
                      <a:pt x="86" y="6"/>
                      <a:pt x="86" y="6"/>
                      <a:pt x="86" y="6"/>
                    </a:cubicBezTo>
                    <a:cubicBezTo>
                      <a:pt x="86" y="7"/>
                      <a:pt x="85" y="5"/>
                      <a:pt x="85" y="5"/>
                    </a:cubicBezTo>
                    <a:cubicBezTo>
                      <a:pt x="84" y="5"/>
                      <a:pt x="83" y="6"/>
                      <a:pt x="82" y="6"/>
                    </a:cubicBezTo>
                    <a:cubicBezTo>
                      <a:pt x="82" y="8"/>
                      <a:pt x="81" y="7"/>
                      <a:pt x="82" y="9"/>
                    </a:cubicBezTo>
                    <a:cubicBezTo>
                      <a:pt x="81" y="8"/>
                      <a:pt x="81" y="8"/>
                      <a:pt x="81" y="8"/>
                    </a:cubicBezTo>
                    <a:cubicBezTo>
                      <a:pt x="81" y="10"/>
                      <a:pt x="81" y="10"/>
                      <a:pt x="79" y="7"/>
                    </a:cubicBezTo>
                    <a:cubicBezTo>
                      <a:pt x="75" y="7"/>
                      <a:pt x="72" y="10"/>
                      <a:pt x="68" y="11"/>
                    </a:cubicBezTo>
                    <a:cubicBezTo>
                      <a:pt x="65" y="13"/>
                      <a:pt x="63" y="16"/>
                      <a:pt x="60" y="19"/>
                    </a:cubicBezTo>
                    <a:cubicBezTo>
                      <a:pt x="60" y="22"/>
                      <a:pt x="59" y="21"/>
                      <a:pt x="60" y="24"/>
                    </a:cubicBezTo>
                    <a:cubicBezTo>
                      <a:pt x="59" y="23"/>
                      <a:pt x="59" y="23"/>
                      <a:pt x="59" y="23"/>
                    </a:cubicBezTo>
                    <a:cubicBezTo>
                      <a:pt x="59" y="24"/>
                      <a:pt x="59" y="23"/>
                      <a:pt x="57" y="22"/>
                    </a:cubicBezTo>
                    <a:cubicBezTo>
                      <a:pt x="58" y="23"/>
                      <a:pt x="57" y="22"/>
                      <a:pt x="58" y="24"/>
                    </a:cubicBezTo>
                    <a:cubicBezTo>
                      <a:pt x="59" y="26"/>
                      <a:pt x="57" y="22"/>
                      <a:pt x="57" y="23"/>
                    </a:cubicBezTo>
                    <a:cubicBezTo>
                      <a:pt x="56" y="22"/>
                      <a:pt x="57" y="24"/>
                      <a:pt x="57" y="23"/>
                    </a:cubicBezTo>
                    <a:cubicBezTo>
                      <a:pt x="57" y="26"/>
                      <a:pt x="56" y="22"/>
                      <a:pt x="55" y="21"/>
                    </a:cubicBezTo>
                    <a:cubicBezTo>
                      <a:pt x="53" y="22"/>
                      <a:pt x="53" y="25"/>
                      <a:pt x="51" y="25"/>
                    </a:cubicBezTo>
                    <a:cubicBezTo>
                      <a:pt x="51" y="24"/>
                      <a:pt x="51" y="26"/>
                      <a:pt x="51" y="26"/>
                    </a:cubicBezTo>
                    <a:cubicBezTo>
                      <a:pt x="50" y="23"/>
                      <a:pt x="51" y="27"/>
                      <a:pt x="50" y="26"/>
                    </a:cubicBezTo>
                    <a:cubicBezTo>
                      <a:pt x="50" y="25"/>
                      <a:pt x="50" y="25"/>
                      <a:pt x="50" y="25"/>
                    </a:cubicBezTo>
                    <a:cubicBezTo>
                      <a:pt x="49" y="24"/>
                      <a:pt x="49" y="26"/>
                      <a:pt x="48" y="25"/>
                    </a:cubicBezTo>
                    <a:cubicBezTo>
                      <a:pt x="48" y="26"/>
                      <a:pt x="46" y="24"/>
                      <a:pt x="46" y="26"/>
                    </a:cubicBezTo>
                    <a:cubicBezTo>
                      <a:pt x="46" y="24"/>
                      <a:pt x="46" y="25"/>
                      <a:pt x="45" y="24"/>
                    </a:cubicBezTo>
                    <a:cubicBezTo>
                      <a:pt x="46" y="28"/>
                      <a:pt x="44" y="24"/>
                      <a:pt x="44" y="26"/>
                    </a:cubicBezTo>
                    <a:cubicBezTo>
                      <a:pt x="44" y="26"/>
                      <a:pt x="44" y="26"/>
                      <a:pt x="44" y="26"/>
                    </a:cubicBezTo>
                    <a:cubicBezTo>
                      <a:pt x="42" y="26"/>
                      <a:pt x="40" y="26"/>
                      <a:pt x="39" y="29"/>
                    </a:cubicBezTo>
                    <a:cubicBezTo>
                      <a:pt x="39" y="29"/>
                      <a:pt x="36" y="27"/>
                      <a:pt x="36" y="29"/>
                    </a:cubicBezTo>
                    <a:cubicBezTo>
                      <a:pt x="36" y="30"/>
                      <a:pt x="36" y="30"/>
                      <a:pt x="36" y="30"/>
                    </a:cubicBezTo>
                    <a:cubicBezTo>
                      <a:pt x="36" y="30"/>
                      <a:pt x="36" y="29"/>
                      <a:pt x="36" y="29"/>
                    </a:cubicBezTo>
                    <a:cubicBezTo>
                      <a:pt x="36" y="30"/>
                      <a:pt x="34" y="29"/>
                      <a:pt x="34" y="29"/>
                    </a:cubicBezTo>
                    <a:cubicBezTo>
                      <a:pt x="34" y="30"/>
                      <a:pt x="34" y="30"/>
                      <a:pt x="34" y="31"/>
                    </a:cubicBezTo>
                    <a:cubicBezTo>
                      <a:pt x="32" y="29"/>
                      <a:pt x="33" y="33"/>
                      <a:pt x="31" y="31"/>
                    </a:cubicBezTo>
                    <a:cubicBezTo>
                      <a:pt x="32" y="34"/>
                      <a:pt x="32" y="33"/>
                      <a:pt x="32" y="34"/>
                    </a:cubicBezTo>
                    <a:cubicBezTo>
                      <a:pt x="32" y="33"/>
                      <a:pt x="31" y="33"/>
                      <a:pt x="31" y="32"/>
                    </a:cubicBezTo>
                    <a:cubicBezTo>
                      <a:pt x="31" y="32"/>
                      <a:pt x="30" y="33"/>
                      <a:pt x="30" y="32"/>
                    </a:cubicBezTo>
                    <a:cubicBezTo>
                      <a:pt x="29" y="32"/>
                      <a:pt x="30" y="34"/>
                      <a:pt x="29" y="34"/>
                    </a:cubicBezTo>
                    <a:cubicBezTo>
                      <a:pt x="28" y="32"/>
                      <a:pt x="28" y="34"/>
                      <a:pt x="28" y="33"/>
                    </a:cubicBezTo>
                    <a:cubicBezTo>
                      <a:pt x="28" y="35"/>
                      <a:pt x="28" y="37"/>
                      <a:pt x="28" y="36"/>
                    </a:cubicBezTo>
                    <a:cubicBezTo>
                      <a:pt x="27" y="33"/>
                      <a:pt x="27" y="33"/>
                      <a:pt x="27" y="33"/>
                    </a:cubicBezTo>
                    <a:cubicBezTo>
                      <a:pt x="26" y="35"/>
                      <a:pt x="24" y="32"/>
                      <a:pt x="23" y="36"/>
                    </a:cubicBezTo>
                    <a:cubicBezTo>
                      <a:pt x="23" y="35"/>
                      <a:pt x="23" y="35"/>
                      <a:pt x="23" y="35"/>
                    </a:cubicBezTo>
                    <a:cubicBezTo>
                      <a:pt x="22" y="37"/>
                      <a:pt x="20" y="36"/>
                      <a:pt x="19" y="39"/>
                    </a:cubicBezTo>
                    <a:cubicBezTo>
                      <a:pt x="18" y="38"/>
                      <a:pt x="18" y="38"/>
                      <a:pt x="17" y="38"/>
                    </a:cubicBezTo>
                    <a:cubicBezTo>
                      <a:pt x="17" y="40"/>
                      <a:pt x="17" y="40"/>
                      <a:pt x="17" y="42"/>
                    </a:cubicBezTo>
                    <a:cubicBezTo>
                      <a:pt x="17" y="42"/>
                      <a:pt x="16" y="41"/>
                      <a:pt x="16" y="40"/>
                    </a:cubicBezTo>
                    <a:cubicBezTo>
                      <a:pt x="15" y="40"/>
                      <a:pt x="14" y="38"/>
                      <a:pt x="14" y="41"/>
                    </a:cubicBezTo>
                    <a:cubicBezTo>
                      <a:pt x="14" y="39"/>
                      <a:pt x="14" y="39"/>
                      <a:pt x="14" y="39"/>
                    </a:cubicBezTo>
                    <a:cubicBezTo>
                      <a:pt x="14" y="41"/>
                      <a:pt x="13" y="43"/>
                      <a:pt x="12" y="42"/>
                    </a:cubicBezTo>
                    <a:cubicBezTo>
                      <a:pt x="13" y="43"/>
                      <a:pt x="12" y="44"/>
                      <a:pt x="13" y="45"/>
                    </a:cubicBezTo>
                    <a:cubicBezTo>
                      <a:pt x="13" y="45"/>
                      <a:pt x="12" y="43"/>
                      <a:pt x="12" y="44"/>
                    </a:cubicBezTo>
                    <a:cubicBezTo>
                      <a:pt x="12" y="42"/>
                      <a:pt x="12" y="42"/>
                      <a:pt x="12" y="42"/>
                    </a:cubicBezTo>
                    <a:cubicBezTo>
                      <a:pt x="10" y="43"/>
                      <a:pt x="9" y="44"/>
                      <a:pt x="8" y="46"/>
                    </a:cubicBezTo>
                    <a:cubicBezTo>
                      <a:pt x="7" y="44"/>
                      <a:pt x="7" y="46"/>
                      <a:pt x="6" y="45"/>
                    </a:cubicBezTo>
                    <a:cubicBezTo>
                      <a:pt x="6" y="47"/>
                      <a:pt x="4" y="46"/>
                      <a:pt x="6" y="48"/>
                    </a:cubicBezTo>
                    <a:cubicBezTo>
                      <a:pt x="5" y="47"/>
                      <a:pt x="5" y="47"/>
                      <a:pt x="5" y="47"/>
                    </a:cubicBezTo>
                    <a:cubicBezTo>
                      <a:pt x="4" y="47"/>
                      <a:pt x="4" y="48"/>
                      <a:pt x="2" y="48"/>
                    </a:cubicBezTo>
                    <a:cubicBezTo>
                      <a:pt x="2" y="48"/>
                      <a:pt x="3" y="50"/>
                      <a:pt x="3" y="51"/>
                    </a:cubicBezTo>
                    <a:cubicBezTo>
                      <a:pt x="2" y="50"/>
                      <a:pt x="2" y="50"/>
                      <a:pt x="2" y="50"/>
                    </a:cubicBezTo>
                    <a:cubicBezTo>
                      <a:pt x="2" y="51"/>
                      <a:pt x="4" y="52"/>
                      <a:pt x="5" y="53"/>
                    </a:cubicBezTo>
                    <a:cubicBezTo>
                      <a:pt x="4" y="53"/>
                      <a:pt x="4" y="54"/>
                      <a:pt x="4" y="53"/>
                    </a:cubicBezTo>
                    <a:cubicBezTo>
                      <a:pt x="3" y="52"/>
                      <a:pt x="2" y="51"/>
                      <a:pt x="1" y="50"/>
                    </a:cubicBezTo>
                    <a:cubicBezTo>
                      <a:pt x="0" y="50"/>
                      <a:pt x="2" y="53"/>
                      <a:pt x="1" y="51"/>
                    </a:cubicBezTo>
                    <a:cubicBezTo>
                      <a:pt x="0" y="51"/>
                      <a:pt x="0" y="52"/>
                      <a:pt x="1" y="53"/>
                    </a:cubicBezTo>
                    <a:cubicBezTo>
                      <a:pt x="1" y="53"/>
                      <a:pt x="0" y="53"/>
                      <a:pt x="0" y="52"/>
                    </a:cubicBezTo>
                    <a:cubicBezTo>
                      <a:pt x="0" y="52"/>
                      <a:pt x="0" y="53"/>
                      <a:pt x="0" y="53"/>
                    </a:cubicBezTo>
                    <a:cubicBezTo>
                      <a:pt x="0" y="53"/>
                      <a:pt x="0" y="53"/>
                      <a:pt x="0" y="53"/>
                    </a:cubicBezTo>
                    <a:cubicBezTo>
                      <a:pt x="1" y="54"/>
                      <a:pt x="1" y="54"/>
                      <a:pt x="3" y="55"/>
                    </a:cubicBezTo>
                    <a:cubicBezTo>
                      <a:pt x="3" y="55"/>
                      <a:pt x="2" y="55"/>
                      <a:pt x="3" y="55"/>
                    </a:cubicBezTo>
                    <a:cubicBezTo>
                      <a:pt x="4" y="56"/>
                      <a:pt x="4" y="56"/>
                      <a:pt x="3" y="56"/>
                    </a:cubicBezTo>
                    <a:cubicBezTo>
                      <a:pt x="1" y="55"/>
                      <a:pt x="1" y="54"/>
                      <a:pt x="0" y="54"/>
                    </a:cubicBezTo>
                    <a:cubicBezTo>
                      <a:pt x="2" y="56"/>
                      <a:pt x="2" y="56"/>
                      <a:pt x="2" y="56"/>
                    </a:cubicBezTo>
                    <a:cubicBezTo>
                      <a:pt x="2" y="56"/>
                      <a:pt x="3" y="56"/>
                      <a:pt x="4" y="57"/>
                    </a:cubicBezTo>
                    <a:cubicBezTo>
                      <a:pt x="3" y="56"/>
                      <a:pt x="3" y="56"/>
                      <a:pt x="3" y="56"/>
                    </a:cubicBezTo>
                    <a:cubicBezTo>
                      <a:pt x="4" y="57"/>
                      <a:pt x="4" y="57"/>
                      <a:pt x="4" y="57"/>
                    </a:cubicBezTo>
                    <a:cubicBezTo>
                      <a:pt x="4" y="56"/>
                      <a:pt x="6" y="57"/>
                      <a:pt x="5" y="56"/>
                    </a:cubicBezTo>
                    <a:cubicBezTo>
                      <a:pt x="4" y="55"/>
                      <a:pt x="4" y="55"/>
                      <a:pt x="4" y="55"/>
                    </a:cubicBezTo>
                    <a:cubicBezTo>
                      <a:pt x="4" y="55"/>
                      <a:pt x="3" y="53"/>
                      <a:pt x="4" y="54"/>
                    </a:cubicBezTo>
                    <a:cubicBezTo>
                      <a:pt x="6" y="56"/>
                      <a:pt x="6" y="56"/>
                      <a:pt x="6" y="56"/>
                    </a:cubicBezTo>
                    <a:cubicBezTo>
                      <a:pt x="6" y="56"/>
                      <a:pt x="5" y="55"/>
                      <a:pt x="5" y="55"/>
                    </a:cubicBezTo>
                    <a:cubicBezTo>
                      <a:pt x="7" y="57"/>
                      <a:pt x="7" y="57"/>
                      <a:pt x="7" y="57"/>
                    </a:cubicBezTo>
                    <a:cubicBezTo>
                      <a:pt x="5" y="55"/>
                      <a:pt x="7" y="56"/>
                      <a:pt x="7" y="55"/>
                    </a:cubicBezTo>
                    <a:cubicBezTo>
                      <a:pt x="7" y="56"/>
                      <a:pt x="7" y="56"/>
                      <a:pt x="7" y="56"/>
                    </a:cubicBezTo>
                    <a:cubicBezTo>
                      <a:pt x="8" y="56"/>
                      <a:pt x="6" y="55"/>
                      <a:pt x="6" y="54"/>
                    </a:cubicBezTo>
                    <a:cubicBezTo>
                      <a:pt x="6" y="55"/>
                      <a:pt x="8" y="56"/>
                      <a:pt x="9" y="57"/>
                    </a:cubicBezTo>
                    <a:cubicBezTo>
                      <a:pt x="9" y="57"/>
                      <a:pt x="8" y="55"/>
                      <a:pt x="9" y="56"/>
                    </a:cubicBezTo>
                    <a:cubicBezTo>
                      <a:pt x="9" y="56"/>
                      <a:pt x="9" y="55"/>
                      <a:pt x="9" y="53"/>
                    </a:cubicBezTo>
                    <a:cubicBezTo>
                      <a:pt x="9" y="53"/>
                      <a:pt x="10" y="56"/>
                      <a:pt x="10" y="55"/>
                    </a:cubicBezTo>
                    <a:cubicBezTo>
                      <a:pt x="11" y="56"/>
                      <a:pt x="12" y="58"/>
                      <a:pt x="12" y="59"/>
                    </a:cubicBezTo>
                    <a:cubicBezTo>
                      <a:pt x="13" y="59"/>
                      <a:pt x="14" y="60"/>
                      <a:pt x="13" y="60"/>
                    </a:cubicBezTo>
                    <a:cubicBezTo>
                      <a:pt x="13" y="60"/>
                      <a:pt x="14" y="61"/>
                      <a:pt x="14" y="61"/>
                    </a:cubicBezTo>
                    <a:cubicBezTo>
                      <a:pt x="14" y="60"/>
                      <a:pt x="12" y="58"/>
                      <a:pt x="12" y="58"/>
                    </a:cubicBezTo>
                    <a:cubicBezTo>
                      <a:pt x="11" y="56"/>
                      <a:pt x="12" y="57"/>
                      <a:pt x="11" y="55"/>
                    </a:cubicBezTo>
                    <a:cubicBezTo>
                      <a:pt x="11" y="55"/>
                      <a:pt x="12" y="55"/>
                      <a:pt x="12" y="55"/>
                    </a:cubicBezTo>
                    <a:cubicBezTo>
                      <a:pt x="12" y="55"/>
                      <a:pt x="13" y="56"/>
                      <a:pt x="14" y="57"/>
                    </a:cubicBezTo>
                    <a:cubicBezTo>
                      <a:pt x="13" y="56"/>
                      <a:pt x="13" y="55"/>
                      <a:pt x="14" y="55"/>
                    </a:cubicBezTo>
                    <a:cubicBezTo>
                      <a:pt x="13" y="53"/>
                      <a:pt x="13" y="53"/>
                      <a:pt x="12" y="52"/>
                    </a:cubicBezTo>
                    <a:cubicBezTo>
                      <a:pt x="12" y="51"/>
                      <a:pt x="12" y="51"/>
                      <a:pt x="12" y="51"/>
                    </a:cubicBezTo>
                    <a:cubicBezTo>
                      <a:pt x="13" y="52"/>
                      <a:pt x="14" y="55"/>
                      <a:pt x="14" y="55"/>
                    </a:cubicBezTo>
                    <a:cubicBezTo>
                      <a:pt x="15" y="57"/>
                      <a:pt x="14" y="55"/>
                      <a:pt x="15" y="57"/>
                    </a:cubicBezTo>
                    <a:cubicBezTo>
                      <a:pt x="16" y="59"/>
                      <a:pt x="15" y="60"/>
                      <a:pt x="14" y="58"/>
                    </a:cubicBezTo>
                    <a:cubicBezTo>
                      <a:pt x="15" y="61"/>
                      <a:pt x="15" y="59"/>
                      <a:pt x="16" y="61"/>
                    </a:cubicBezTo>
                    <a:cubicBezTo>
                      <a:pt x="16" y="61"/>
                      <a:pt x="15" y="59"/>
                      <a:pt x="16" y="59"/>
                    </a:cubicBezTo>
                    <a:cubicBezTo>
                      <a:pt x="15" y="58"/>
                      <a:pt x="15" y="58"/>
                      <a:pt x="15" y="57"/>
                    </a:cubicBezTo>
                    <a:cubicBezTo>
                      <a:pt x="14" y="54"/>
                      <a:pt x="16" y="58"/>
                      <a:pt x="16" y="58"/>
                    </a:cubicBezTo>
                    <a:cubicBezTo>
                      <a:pt x="16" y="59"/>
                      <a:pt x="16" y="59"/>
                      <a:pt x="16" y="59"/>
                    </a:cubicBezTo>
                    <a:cubicBezTo>
                      <a:pt x="17" y="60"/>
                      <a:pt x="16" y="58"/>
                      <a:pt x="17" y="58"/>
                    </a:cubicBezTo>
                    <a:cubicBezTo>
                      <a:pt x="18" y="61"/>
                      <a:pt x="16" y="58"/>
                      <a:pt x="17" y="60"/>
                    </a:cubicBezTo>
                    <a:cubicBezTo>
                      <a:pt x="18" y="62"/>
                      <a:pt x="18" y="62"/>
                      <a:pt x="18" y="62"/>
                    </a:cubicBezTo>
                    <a:cubicBezTo>
                      <a:pt x="19" y="63"/>
                      <a:pt x="17" y="60"/>
                      <a:pt x="18" y="61"/>
                    </a:cubicBezTo>
                    <a:cubicBezTo>
                      <a:pt x="18" y="62"/>
                      <a:pt x="18" y="62"/>
                      <a:pt x="18" y="62"/>
                    </a:cubicBezTo>
                    <a:cubicBezTo>
                      <a:pt x="18" y="61"/>
                      <a:pt x="18" y="61"/>
                      <a:pt x="18" y="61"/>
                    </a:cubicBezTo>
                    <a:cubicBezTo>
                      <a:pt x="18" y="60"/>
                      <a:pt x="17" y="58"/>
                      <a:pt x="17" y="58"/>
                    </a:cubicBezTo>
                    <a:cubicBezTo>
                      <a:pt x="16" y="55"/>
                      <a:pt x="17" y="58"/>
                      <a:pt x="17" y="57"/>
                    </a:cubicBezTo>
                    <a:cubicBezTo>
                      <a:pt x="16" y="55"/>
                      <a:pt x="17" y="57"/>
                      <a:pt x="16" y="56"/>
                    </a:cubicBezTo>
                    <a:cubicBezTo>
                      <a:pt x="16" y="54"/>
                      <a:pt x="16" y="54"/>
                      <a:pt x="16" y="54"/>
                    </a:cubicBezTo>
                    <a:cubicBezTo>
                      <a:pt x="16" y="54"/>
                      <a:pt x="17" y="55"/>
                      <a:pt x="17" y="57"/>
                    </a:cubicBezTo>
                    <a:cubicBezTo>
                      <a:pt x="17" y="57"/>
                      <a:pt x="17" y="57"/>
                      <a:pt x="17" y="56"/>
                    </a:cubicBezTo>
                    <a:cubicBezTo>
                      <a:pt x="17" y="58"/>
                      <a:pt x="18" y="60"/>
                      <a:pt x="19" y="61"/>
                    </a:cubicBezTo>
                    <a:cubicBezTo>
                      <a:pt x="19" y="62"/>
                      <a:pt x="18" y="60"/>
                      <a:pt x="18" y="59"/>
                    </a:cubicBezTo>
                    <a:cubicBezTo>
                      <a:pt x="18" y="59"/>
                      <a:pt x="18" y="57"/>
                      <a:pt x="18" y="57"/>
                    </a:cubicBezTo>
                    <a:cubicBezTo>
                      <a:pt x="16" y="52"/>
                      <a:pt x="19" y="60"/>
                      <a:pt x="19" y="59"/>
                    </a:cubicBezTo>
                    <a:cubicBezTo>
                      <a:pt x="18" y="56"/>
                      <a:pt x="18" y="55"/>
                      <a:pt x="17" y="52"/>
                    </a:cubicBezTo>
                    <a:cubicBezTo>
                      <a:pt x="17" y="51"/>
                      <a:pt x="17" y="50"/>
                      <a:pt x="17" y="51"/>
                    </a:cubicBezTo>
                    <a:cubicBezTo>
                      <a:pt x="18" y="53"/>
                      <a:pt x="18" y="52"/>
                      <a:pt x="18" y="54"/>
                    </a:cubicBezTo>
                    <a:cubicBezTo>
                      <a:pt x="18" y="54"/>
                      <a:pt x="18" y="54"/>
                      <a:pt x="18" y="54"/>
                    </a:cubicBezTo>
                    <a:cubicBezTo>
                      <a:pt x="19" y="56"/>
                      <a:pt x="19" y="56"/>
                      <a:pt x="19" y="56"/>
                    </a:cubicBezTo>
                    <a:cubicBezTo>
                      <a:pt x="21" y="60"/>
                      <a:pt x="21" y="60"/>
                      <a:pt x="21" y="60"/>
                    </a:cubicBezTo>
                    <a:cubicBezTo>
                      <a:pt x="21" y="59"/>
                      <a:pt x="20" y="58"/>
                      <a:pt x="20" y="57"/>
                    </a:cubicBezTo>
                    <a:cubicBezTo>
                      <a:pt x="20" y="58"/>
                      <a:pt x="21" y="59"/>
                      <a:pt x="21" y="59"/>
                    </a:cubicBezTo>
                    <a:cubicBezTo>
                      <a:pt x="20" y="59"/>
                      <a:pt x="20" y="56"/>
                      <a:pt x="20" y="56"/>
                    </a:cubicBezTo>
                    <a:cubicBezTo>
                      <a:pt x="20" y="56"/>
                      <a:pt x="21" y="58"/>
                      <a:pt x="21" y="58"/>
                    </a:cubicBezTo>
                    <a:cubicBezTo>
                      <a:pt x="22" y="60"/>
                      <a:pt x="22" y="60"/>
                      <a:pt x="22" y="60"/>
                    </a:cubicBezTo>
                    <a:cubicBezTo>
                      <a:pt x="21" y="58"/>
                      <a:pt x="22" y="61"/>
                      <a:pt x="22" y="60"/>
                    </a:cubicBezTo>
                    <a:cubicBezTo>
                      <a:pt x="22" y="59"/>
                      <a:pt x="21" y="57"/>
                      <a:pt x="21" y="56"/>
                    </a:cubicBezTo>
                    <a:cubicBezTo>
                      <a:pt x="21" y="55"/>
                      <a:pt x="22" y="56"/>
                      <a:pt x="22" y="56"/>
                    </a:cubicBezTo>
                    <a:cubicBezTo>
                      <a:pt x="22" y="57"/>
                      <a:pt x="22" y="57"/>
                      <a:pt x="22" y="57"/>
                    </a:cubicBezTo>
                    <a:cubicBezTo>
                      <a:pt x="22" y="57"/>
                      <a:pt x="23" y="61"/>
                      <a:pt x="23" y="60"/>
                    </a:cubicBezTo>
                    <a:cubicBezTo>
                      <a:pt x="22" y="58"/>
                      <a:pt x="22" y="58"/>
                      <a:pt x="22" y="58"/>
                    </a:cubicBezTo>
                    <a:cubicBezTo>
                      <a:pt x="23" y="58"/>
                      <a:pt x="23" y="59"/>
                      <a:pt x="23" y="60"/>
                    </a:cubicBezTo>
                    <a:cubicBezTo>
                      <a:pt x="23" y="58"/>
                      <a:pt x="23" y="59"/>
                      <a:pt x="23" y="58"/>
                    </a:cubicBezTo>
                    <a:cubicBezTo>
                      <a:pt x="23" y="59"/>
                      <a:pt x="23" y="59"/>
                      <a:pt x="23" y="59"/>
                    </a:cubicBezTo>
                    <a:cubicBezTo>
                      <a:pt x="23" y="58"/>
                      <a:pt x="23" y="56"/>
                      <a:pt x="24" y="58"/>
                    </a:cubicBezTo>
                    <a:cubicBezTo>
                      <a:pt x="23" y="56"/>
                      <a:pt x="23" y="58"/>
                      <a:pt x="23" y="57"/>
                    </a:cubicBezTo>
                    <a:cubicBezTo>
                      <a:pt x="22" y="55"/>
                      <a:pt x="22" y="55"/>
                      <a:pt x="22" y="55"/>
                    </a:cubicBezTo>
                    <a:cubicBezTo>
                      <a:pt x="23" y="58"/>
                      <a:pt x="23" y="55"/>
                      <a:pt x="23" y="55"/>
                    </a:cubicBezTo>
                    <a:cubicBezTo>
                      <a:pt x="24" y="56"/>
                      <a:pt x="24" y="56"/>
                      <a:pt x="24" y="57"/>
                    </a:cubicBezTo>
                    <a:cubicBezTo>
                      <a:pt x="24" y="55"/>
                      <a:pt x="24" y="55"/>
                      <a:pt x="24" y="55"/>
                    </a:cubicBezTo>
                    <a:cubicBezTo>
                      <a:pt x="25" y="59"/>
                      <a:pt x="24" y="54"/>
                      <a:pt x="24" y="55"/>
                    </a:cubicBezTo>
                    <a:cubicBezTo>
                      <a:pt x="25" y="56"/>
                      <a:pt x="25" y="58"/>
                      <a:pt x="25" y="58"/>
                    </a:cubicBezTo>
                    <a:cubicBezTo>
                      <a:pt x="24" y="56"/>
                      <a:pt x="25" y="55"/>
                      <a:pt x="24" y="53"/>
                    </a:cubicBezTo>
                    <a:cubicBezTo>
                      <a:pt x="25" y="54"/>
                      <a:pt x="25" y="56"/>
                      <a:pt x="26" y="58"/>
                    </a:cubicBezTo>
                    <a:cubicBezTo>
                      <a:pt x="25" y="56"/>
                      <a:pt x="26" y="59"/>
                      <a:pt x="26" y="57"/>
                    </a:cubicBezTo>
                    <a:cubicBezTo>
                      <a:pt x="25" y="56"/>
                      <a:pt x="25" y="55"/>
                      <a:pt x="25" y="54"/>
                    </a:cubicBezTo>
                    <a:cubicBezTo>
                      <a:pt x="26" y="54"/>
                      <a:pt x="25" y="55"/>
                      <a:pt x="26" y="56"/>
                    </a:cubicBezTo>
                    <a:cubicBezTo>
                      <a:pt x="26" y="56"/>
                      <a:pt x="26" y="54"/>
                      <a:pt x="25" y="53"/>
                    </a:cubicBezTo>
                    <a:cubicBezTo>
                      <a:pt x="26" y="53"/>
                      <a:pt x="25" y="51"/>
                      <a:pt x="26" y="52"/>
                    </a:cubicBezTo>
                    <a:cubicBezTo>
                      <a:pt x="26" y="54"/>
                      <a:pt x="26" y="53"/>
                      <a:pt x="26" y="54"/>
                    </a:cubicBezTo>
                    <a:cubicBezTo>
                      <a:pt x="27" y="54"/>
                      <a:pt x="25" y="50"/>
                      <a:pt x="26" y="50"/>
                    </a:cubicBezTo>
                    <a:cubicBezTo>
                      <a:pt x="25" y="49"/>
                      <a:pt x="25" y="46"/>
                      <a:pt x="25" y="45"/>
                    </a:cubicBezTo>
                    <a:cubicBezTo>
                      <a:pt x="25" y="45"/>
                      <a:pt x="25" y="46"/>
                      <a:pt x="25" y="48"/>
                    </a:cubicBezTo>
                    <a:cubicBezTo>
                      <a:pt x="25" y="48"/>
                      <a:pt x="25" y="48"/>
                      <a:pt x="25" y="48"/>
                    </a:cubicBezTo>
                    <a:cubicBezTo>
                      <a:pt x="27" y="50"/>
                      <a:pt x="26" y="52"/>
                      <a:pt x="27" y="55"/>
                    </a:cubicBezTo>
                    <a:cubicBezTo>
                      <a:pt x="27" y="54"/>
                      <a:pt x="27" y="54"/>
                      <a:pt x="27" y="54"/>
                    </a:cubicBezTo>
                    <a:cubicBezTo>
                      <a:pt x="28" y="57"/>
                      <a:pt x="28" y="57"/>
                      <a:pt x="28" y="57"/>
                    </a:cubicBezTo>
                    <a:cubicBezTo>
                      <a:pt x="27" y="55"/>
                      <a:pt x="28" y="56"/>
                      <a:pt x="28" y="55"/>
                    </a:cubicBezTo>
                    <a:cubicBezTo>
                      <a:pt x="28" y="54"/>
                      <a:pt x="28" y="56"/>
                      <a:pt x="28" y="55"/>
                    </a:cubicBezTo>
                    <a:cubicBezTo>
                      <a:pt x="28" y="54"/>
                      <a:pt x="27" y="51"/>
                      <a:pt x="28" y="52"/>
                    </a:cubicBezTo>
                    <a:cubicBezTo>
                      <a:pt x="29" y="55"/>
                      <a:pt x="29" y="55"/>
                      <a:pt x="29" y="55"/>
                    </a:cubicBezTo>
                    <a:cubicBezTo>
                      <a:pt x="29" y="56"/>
                      <a:pt x="28" y="53"/>
                      <a:pt x="29" y="54"/>
                    </a:cubicBezTo>
                    <a:cubicBezTo>
                      <a:pt x="29" y="55"/>
                      <a:pt x="29" y="55"/>
                      <a:pt x="29" y="55"/>
                    </a:cubicBezTo>
                    <a:cubicBezTo>
                      <a:pt x="30" y="55"/>
                      <a:pt x="32" y="55"/>
                      <a:pt x="31" y="51"/>
                    </a:cubicBezTo>
                    <a:cubicBezTo>
                      <a:pt x="32" y="52"/>
                      <a:pt x="32" y="52"/>
                      <a:pt x="33" y="53"/>
                    </a:cubicBezTo>
                    <a:cubicBezTo>
                      <a:pt x="33" y="53"/>
                      <a:pt x="33" y="51"/>
                      <a:pt x="33" y="51"/>
                    </a:cubicBezTo>
                    <a:cubicBezTo>
                      <a:pt x="34" y="53"/>
                      <a:pt x="34" y="53"/>
                      <a:pt x="34" y="53"/>
                    </a:cubicBezTo>
                    <a:cubicBezTo>
                      <a:pt x="34" y="54"/>
                      <a:pt x="34" y="52"/>
                      <a:pt x="34" y="51"/>
                    </a:cubicBezTo>
                    <a:cubicBezTo>
                      <a:pt x="35" y="52"/>
                      <a:pt x="35" y="52"/>
                      <a:pt x="35" y="52"/>
                    </a:cubicBezTo>
                    <a:cubicBezTo>
                      <a:pt x="35" y="54"/>
                      <a:pt x="35" y="51"/>
                      <a:pt x="35" y="51"/>
                    </a:cubicBezTo>
                    <a:cubicBezTo>
                      <a:pt x="35" y="52"/>
                      <a:pt x="35" y="52"/>
                      <a:pt x="35" y="52"/>
                    </a:cubicBezTo>
                    <a:cubicBezTo>
                      <a:pt x="35" y="51"/>
                      <a:pt x="35" y="51"/>
                      <a:pt x="35" y="51"/>
                    </a:cubicBezTo>
                    <a:cubicBezTo>
                      <a:pt x="35" y="50"/>
                      <a:pt x="35" y="50"/>
                      <a:pt x="36" y="52"/>
                    </a:cubicBezTo>
                    <a:cubicBezTo>
                      <a:pt x="36" y="51"/>
                      <a:pt x="36" y="51"/>
                      <a:pt x="36" y="51"/>
                    </a:cubicBezTo>
                    <a:cubicBezTo>
                      <a:pt x="37" y="52"/>
                      <a:pt x="37" y="52"/>
                      <a:pt x="38" y="51"/>
                    </a:cubicBezTo>
                    <a:cubicBezTo>
                      <a:pt x="37" y="51"/>
                      <a:pt x="37" y="50"/>
                      <a:pt x="37" y="49"/>
                    </a:cubicBezTo>
                    <a:cubicBezTo>
                      <a:pt x="36" y="46"/>
                      <a:pt x="37" y="49"/>
                      <a:pt x="37" y="47"/>
                    </a:cubicBezTo>
                    <a:cubicBezTo>
                      <a:pt x="37" y="48"/>
                      <a:pt x="38" y="49"/>
                      <a:pt x="38" y="50"/>
                    </a:cubicBezTo>
                    <a:cubicBezTo>
                      <a:pt x="39" y="52"/>
                      <a:pt x="39" y="50"/>
                      <a:pt x="40" y="50"/>
                    </a:cubicBezTo>
                    <a:cubicBezTo>
                      <a:pt x="40" y="49"/>
                      <a:pt x="40" y="49"/>
                      <a:pt x="40" y="49"/>
                    </a:cubicBezTo>
                    <a:cubicBezTo>
                      <a:pt x="42" y="51"/>
                      <a:pt x="41" y="48"/>
                      <a:pt x="42" y="49"/>
                    </a:cubicBezTo>
                    <a:cubicBezTo>
                      <a:pt x="42" y="48"/>
                      <a:pt x="41" y="45"/>
                      <a:pt x="41" y="45"/>
                    </a:cubicBezTo>
                    <a:cubicBezTo>
                      <a:pt x="41" y="43"/>
                      <a:pt x="42" y="47"/>
                      <a:pt x="43" y="48"/>
                    </a:cubicBezTo>
                    <a:cubicBezTo>
                      <a:pt x="43" y="48"/>
                      <a:pt x="43" y="47"/>
                      <a:pt x="43" y="47"/>
                    </a:cubicBezTo>
                    <a:cubicBezTo>
                      <a:pt x="43" y="48"/>
                      <a:pt x="43" y="48"/>
                      <a:pt x="43" y="48"/>
                    </a:cubicBezTo>
                    <a:cubicBezTo>
                      <a:pt x="43" y="47"/>
                      <a:pt x="43" y="46"/>
                      <a:pt x="44" y="47"/>
                    </a:cubicBezTo>
                    <a:cubicBezTo>
                      <a:pt x="44" y="47"/>
                      <a:pt x="44" y="47"/>
                      <a:pt x="44" y="47"/>
                    </a:cubicBezTo>
                    <a:cubicBezTo>
                      <a:pt x="44" y="47"/>
                      <a:pt x="45" y="48"/>
                      <a:pt x="45" y="48"/>
                    </a:cubicBezTo>
                    <a:cubicBezTo>
                      <a:pt x="44" y="46"/>
                      <a:pt x="45" y="47"/>
                      <a:pt x="45" y="45"/>
                    </a:cubicBezTo>
                    <a:cubicBezTo>
                      <a:pt x="45" y="46"/>
                      <a:pt x="45" y="46"/>
                      <a:pt x="45" y="46"/>
                    </a:cubicBezTo>
                    <a:cubicBezTo>
                      <a:pt x="45" y="44"/>
                      <a:pt x="45" y="44"/>
                      <a:pt x="45" y="44"/>
                    </a:cubicBezTo>
                    <a:cubicBezTo>
                      <a:pt x="45" y="45"/>
                      <a:pt x="45" y="45"/>
                      <a:pt x="45" y="45"/>
                    </a:cubicBezTo>
                    <a:cubicBezTo>
                      <a:pt x="46" y="47"/>
                      <a:pt x="46" y="47"/>
                      <a:pt x="46" y="47"/>
                    </a:cubicBezTo>
                    <a:cubicBezTo>
                      <a:pt x="46" y="48"/>
                      <a:pt x="45" y="45"/>
                      <a:pt x="45" y="45"/>
                    </a:cubicBezTo>
                    <a:cubicBezTo>
                      <a:pt x="45" y="43"/>
                      <a:pt x="46" y="45"/>
                      <a:pt x="46" y="45"/>
                    </a:cubicBezTo>
                    <a:cubicBezTo>
                      <a:pt x="46" y="46"/>
                      <a:pt x="46" y="45"/>
                      <a:pt x="46" y="45"/>
                    </a:cubicBezTo>
                    <a:cubicBezTo>
                      <a:pt x="46" y="47"/>
                      <a:pt x="46" y="46"/>
                      <a:pt x="46" y="47"/>
                    </a:cubicBezTo>
                    <a:cubicBezTo>
                      <a:pt x="46" y="47"/>
                      <a:pt x="46" y="45"/>
                      <a:pt x="46" y="45"/>
                    </a:cubicBezTo>
                    <a:cubicBezTo>
                      <a:pt x="46" y="45"/>
                      <a:pt x="47" y="45"/>
                      <a:pt x="47" y="46"/>
                    </a:cubicBezTo>
                    <a:cubicBezTo>
                      <a:pt x="47" y="45"/>
                      <a:pt x="47" y="45"/>
                      <a:pt x="47" y="45"/>
                    </a:cubicBezTo>
                    <a:cubicBezTo>
                      <a:pt x="47" y="44"/>
                      <a:pt x="46" y="44"/>
                      <a:pt x="46" y="43"/>
                    </a:cubicBezTo>
                    <a:cubicBezTo>
                      <a:pt x="46" y="43"/>
                      <a:pt x="46" y="42"/>
                      <a:pt x="46" y="43"/>
                    </a:cubicBezTo>
                    <a:cubicBezTo>
                      <a:pt x="46" y="43"/>
                      <a:pt x="46" y="43"/>
                      <a:pt x="46" y="43"/>
                    </a:cubicBezTo>
                    <a:cubicBezTo>
                      <a:pt x="46" y="43"/>
                      <a:pt x="47" y="43"/>
                      <a:pt x="46" y="42"/>
                    </a:cubicBezTo>
                    <a:cubicBezTo>
                      <a:pt x="47" y="44"/>
                      <a:pt x="47" y="44"/>
                      <a:pt x="47" y="44"/>
                    </a:cubicBezTo>
                    <a:cubicBezTo>
                      <a:pt x="47" y="43"/>
                      <a:pt x="47" y="43"/>
                      <a:pt x="47" y="42"/>
                    </a:cubicBezTo>
                    <a:cubicBezTo>
                      <a:pt x="48" y="44"/>
                      <a:pt x="49" y="46"/>
                      <a:pt x="49" y="46"/>
                    </a:cubicBezTo>
                    <a:cubicBezTo>
                      <a:pt x="49" y="44"/>
                      <a:pt x="49" y="44"/>
                      <a:pt x="49" y="44"/>
                    </a:cubicBezTo>
                    <a:cubicBezTo>
                      <a:pt x="49" y="44"/>
                      <a:pt x="49" y="44"/>
                      <a:pt x="50" y="45"/>
                    </a:cubicBezTo>
                    <a:cubicBezTo>
                      <a:pt x="51" y="46"/>
                      <a:pt x="48" y="40"/>
                      <a:pt x="49" y="42"/>
                    </a:cubicBezTo>
                    <a:cubicBezTo>
                      <a:pt x="50" y="44"/>
                      <a:pt x="50" y="44"/>
                      <a:pt x="51" y="44"/>
                    </a:cubicBezTo>
                    <a:cubicBezTo>
                      <a:pt x="50" y="43"/>
                      <a:pt x="50" y="43"/>
                      <a:pt x="50" y="43"/>
                    </a:cubicBezTo>
                    <a:cubicBezTo>
                      <a:pt x="50" y="42"/>
                      <a:pt x="51" y="45"/>
                      <a:pt x="50" y="43"/>
                    </a:cubicBezTo>
                    <a:cubicBezTo>
                      <a:pt x="50" y="42"/>
                      <a:pt x="50" y="42"/>
                      <a:pt x="50" y="42"/>
                    </a:cubicBezTo>
                    <a:cubicBezTo>
                      <a:pt x="52" y="46"/>
                      <a:pt x="52" y="42"/>
                      <a:pt x="54" y="44"/>
                    </a:cubicBezTo>
                    <a:cubicBezTo>
                      <a:pt x="52" y="42"/>
                      <a:pt x="54" y="43"/>
                      <a:pt x="53" y="42"/>
                    </a:cubicBezTo>
                    <a:cubicBezTo>
                      <a:pt x="54" y="45"/>
                      <a:pt x="54" y="42"/>
                      <a:pt x="54" y="43"/>
                    </a:cubicBezTo>
                    <a:cubicBezTo>
                      <a:pt x="53" y="41"/>
                      <a:pt x="53" y="41"/>
                      <a:pt x="53" y="41"/>
                    </a:cubicBezTo>
                    <a:cubicBezTo>
                      <a:pt x="54" y="42"/>
                      <a:pt x="53" y="37"/>
                      <a:pt x="54" y="40"/>
                    </a:cubicBezTo>
                    <a:cubicBezTo>
                      <a:pt x="55" y="40"/>
                      <a:pt x="55" y="41"/>
                      <a:pt x="55" y="42"/>
                    </a:cubicBezTo>
                    <a:cubicBezTo>
                      <a:pt x="56" y="44"/>
                      <a:pt x="55" y="39"/>
                      <a:pt x="56" y="42"/>
                    </a:cubicBezTo>
                    <a:cubicBezTo>
                      <a:pt x="56" y="41"/>
                      <a:pt x="55" y="40"/>
                      <a:pt x="55" y="39"/>
                    </a:cubicBezTo>
                    <a:cubicBezTo>
                      <a:pt x="56" y="40"/>
                      <a:pt x="57" y="41"/>
                      <a:pt x="57" y="41"/>
                    </a:cubicBezTo>
                    <a:cubicBezTo>
                      <a:pt x="57" y="41"/>
                      <a:pt x="57" y="40"/>
                      <a:pt x="57" y="40"/>
                    </a:cubicBezTo>
                    <a:cubicBezTo>
                      <a:pt x="57" y="41"/>
                      <a:pt x="57" y="41"/>
                      <a:pt x="57" y="42"/>
                    </a:cubicBezTo>
                    <a:cubicBezTo>
                      <a:pt x="58" y="42"/>
                      <a:pt x="58" y="41"/>
                      <a:pt x="58" y="40"/>
                    </a:cubicBezTo>
                    <a:cubicBezTo>
                      <a:pt x="59" y="41"/>
                      <a:pt x="59" y="40"/>
                      <a:pt x="60" y="41"/>
                    </a:cubicBezTo>
                    <a:cubicBezTo>
                      <a:pt x="59" y="39"/>
                      <a:pt x="61" y="42"/>
                      <a:pt x="60" y="39"/>
                    </a:cubicBezTo>
                    <a:cubicBezTo>
                      <a:pt x="60" y="40"/>
                      <a:pt x="60" y="40"/>
                      <a:pt x="60" y="40"/>
                    </a:cubicBezTo>
                    <a:cubicBezTo>
                      <a:pt x="60" y="39"/>
                      <a:pt x="59" y="37"/>
                      <a:pt x="59" y="37"/>
                    </a:cubicBezTo>
                    <a:cubicBezTo>
                      <a:pt x="60" y="39"/>
                      <a:pt x="60" y="39"/>
                      <a:pt x="60" y="39"/>
                    </a:cubicBezTo>
                    <a:cubicBezTo>
                      <a:pt x="61" y="41"/>
                      <a:pt x="61" y="39"/>
                      <a:pt x="61" y="40"/>
                    </a:cubicBezTo>
                    <a:cubicBezTo>
                      <a:pt x="60" y="38"/>
                      <a:pt x="62" y="40"/>
                      <a:pt x="61" y="38"/>
                    </a:cubicBezTo>
                    <a:cubicBezTo>
                      <a:pt x="61" y="38"/>
                      <a:pt x="61" y="38"/>
                      <a:pt x="61" y="38"/>
                    </a:cubicBezTo>
                    <a:cubicBezTo>
                      <a:pt x="61" y="37"/>
                      <a:pt x="60" y="37"/>
                      <a:pt x="61" y="36"/>
                    </a:cubicBezTo>
                    <a:cubicBezTo>
                      <a:pt x="61" y="36"/>
                      <a:pt x="62" y="38"/>
                      <a:pt x="62" y="38"/>
                    </a:cubicBezTo>
                    <a:cubicBezTo>
                      <a:pt x="62" y="39"/>
                      <a:pt x="62" y="38"/>
                      <a:pt x="62" y="38"/>
                    </a:cubicBezTo>
                    <a:cubicBezTo>
                      <a:pt x="62" y="38"/>
                      <a:pt x="62" y="38"/>
                      <a:pt x="62" y="37"/>
                    </a:cubicBezTo>
                    <a:cubicBezTo>
                      <a:pt x="62" y="38"/>
                      <a:pt x="62" y="38"/>
                      <a:pt x="62" y="38"/>
                    </a:cubicBezTo>
                    <a:cubicBezTo>
                      <a:pt x="62" y="38"/>
                      <a:pt x="62" y="38"/>
                      <a:pt x="62" y="38"/>
                    </a:cubicBezTo>
                    <a:cubicBezTo>
                      <a:pt x="62" y="38"/>
                      <a:pt x="62" y="38"/>
                      <a:pt x="62" y="38"/>
                    </a:cubicBezTo>
                    <a:cubicBezTo>
                      <a:pt x="62" y="38"/>
                      <a:pt x="62" y="38"/>
                      <a:pt x="62" y="38"/>
                    </a:cubicBezTo>
                    <a:cubicBezTo>
                      <a:pt x="62" y="38"/>
                      <a:pt x="63" y="38"/>
                      <a:pt x="63" y="38"/>
                    </a:cubicBezTo>
                    <a:cubicBezTo>
                      <a:pt x="63" y="38"/>
                      <a:pt x="63" y="38"/>
                      <a:pt x="63" y="38"/>
                    </a:cubicBezTo>
                    <a:cubicBezTo>
                      <a:pt x="63" y="38"/>
                      <a:pt x="63" y="38"/>
                      <a:pt x="63" y="38"/>
                    </a:cubicBezTo>
                    <a:cubicBezTo>
                      <a:pt x="64" y="40"/>
                      <a:pt x="64" y="40"/>
                      <a:pt x="64" y="40"/>
                    </a:cubicBezTo>
                    <a:cubicBezTo>
                      <a:pt x="64" y="40"/>
                      <a:pt x="64" y="38"/>
                      <a:pt x="63" y="37"/>
                    </a:cubicBezTo>
                    <a:cubicBezTo>
                      <a:pt x="64" y="38"/>
                      <a:pt x="65" y="36"/>
                      <a:pt x="65" y="36"/>
                    </a:cubicBezTo>
                    <a:cubicBezTo>
                      <a:pt x="65" y="36"/>
                      <a:pt x="65" y="37"/>
                      <a:pt x="65" y="36"/>
                    </a:cubicBezTo>
                    <a:cubicBezTo>
                      <a:pt x="65" y="36"/>
                      <a:pt x="65" y="34"/>
                      <a:pt x="65" y="35"/>
                    </a:cubicBezTo>
                    <a:cubicBezTo>
                      <a:pt x="65" y="35"/>
                      <a:pt x="66" y="36"/>
                      <a:pt x="66" y="36"/>
                    </a:cubicBezTo>
                    <a:cubicBezTo>
                      <a:pt x="66" y="37"/>
                      <a:pt x="66" y="35"/>
                      <a:pt x="66" y="35"/>
                    </a:cubicBezTo>
                    <a:cubicBezTo>
                      <a:pt x="67" y="37"/>
                      <a:pt x="66" y="33"/>
                      <a:pt x="67" y="34"/>
                    </a:cubicBezTo>
                    <a:cubicBezTo>
                      <a:pt x="67" y="34"/>
                      <a:pt x="68" y="35"/>
                      <a:pt x="68" y="36"/>
                    </a:cubicBezTo>
                    <a:cubicBezTo>
                      <a:pt x="68" y="35"/>
                      <a:pt x="68" y="34"/>
                      <a:pt x="68" y="32"/>
                    </a:cubicBezTo>
                    <a:cubicBezTo>
                      <a:pt x="68" y="34"/>
                      <a:pt x="68" y="34"/>
                      <a:pt x="68" y="34"/>
                    </a:cubicBezTo>
                    <a:cubicBezTo>
                      <a:pt x="69" y="34"/>
                      <a:pt x="69" y="33"/>
                      <a:pt x="69" y="32"/>
                    </a:cubicBezTo>
                    <a:cubicBezTo>
                      <a:pt x="68" y="31"/>
                      <a:pt x="68" y="30"/>
                      <a:pt x="68" y="30"/>
                    </a:cubicBezTo>
                    <a:cubicBezTo>
                      <a:pt x="68" y="30"/>
                      <a:pt x="68" y="30"/>
                      <a:pt x="68" y="30"/>
                    </a:cubicBezTo>
                    <a:cubicBezTo>
                      <a:pt x="68" y="29"/>
                      <a:pt x="68" y="29"/>
                      <a:pt x="68" y="29"/>
                    </a:cubicBezTo>
                    <a:cubicBezTo>
                      <a:pt x="69" y="30"/>
                      <a:pt x="68" y="30"/>
                      <a:pt x="69" y="30"/>
                    </a:cubicBezTo>
                    <a:cubicBezTo>
                      <a:pt x="70" y="33"/>
                      <a:pt x="70" y="31"/>
                      <a:pt x="70" y="32"/>
                    </a:cubicBezTo>
                    <a:cubicBezTo>
                      <a:pt x="70" y="30"/>
                      <a:pt x="70" y="30"/>
                      <a:pt x="70" y="30"/>
                    </a:cubicBezTo>
                    <a:cubicBezTo>
                      <a:pt x="70" y="29"/>
                      <a:pt x="71" y="31"/>
                      <a:pt x="71" y="31"/>
                    </a:cubicBezTo>
                    <a:cubicBezTo>
                      <a:pt x="69" y="26"/>
                      <a:pt x="69" y="26"/>
                      <a:pt x="69" y="26"/>
                    </a:cubicBezTo>
                    <a:cubicBezTo>
                      <a:pt x="69" y="27"/>
                      <a:pt x="71" y="28"/>
                      <a:pt x="71" y="29"/>
                    </a:cubicBezTo>
                    <a:cubicBezTo>
                      <a:pt x="71" y="29"/>
                      <a:pt x="70" y="26"/>
                      <a:pt x="70" y="24"/>
                    </a:cubicBezTo>
                    <a:cubicBezTo>
                      <a:pt x="70" y="25"/>
                      <a:pt x="70" y="24"/>
                      <a:pt x="70" y="23"/>
                    </a:cubicBezTo>
                    <a:cubicBezTo>
                      <a:pt x="71" y="25"/>
                      <a:pt x="70" y="23"/>
                      <a:pt x="71" y="24"/>
                    </a:cubicBezTo>
                    <a:cubicBezTo>
                      <a:pt x="72" y="26"/>
                      <a:pt x="72" y="26"/>
                      <a:pt x="72" y="26"/>
                    </a:cubicBezTo>
                    <a:cubicBezTo>
                      <a:pt x="71" y="26"/>
                      <a:pt x="73" y="28"/>
                      <a:pt x="73" y="29"/>
                    </a:cubicBezTo>
                    <a:cubicBezTo>
                      <a:pt x="73" y="28"/>
                      <a:pt x="74" y="28"/>
                      <a:pt x="75" y="29"/>
                    </a:cubicBezTo>
                    <a:cubicBezTo>
                      <a:pt x="73" y="26"/>
                      <a:pt x="74" y="27"/>
                      <a:pt x="73" y="25"/>
                    </a:cubicBezTo>
                    <a:cubicBezTo>
                      <a:pt x="74" y="24"/>
                      <a:pt x="74" y="27"/>
                      <a:pt x="75" y="27"/>
                    </a:cubicBezTo>
                    <a:cubicBezTo>
                      <a:pt x="75" y="26"/>
                      <a:pt x="76" y="26"/>
                      <a:pt x="76" y="26"/>
                    </a:cubicBezTo>
                    <a:cubicBezTo>
                      <a:pt x="76" y="26"/>
                      <a:pt x="76" y="26"/>
                      <a:pt x="76" y="26"/>
                    </a:cubicBezTo>
                    <a:cubicBezTo>
                      <a:pt x="76" y="25"/>
                      <a:pt x="77" y="26"/>
                      <a:pt x="77" y="23"/>
                    </a:cubicBezTo>
                    <a:cubicBezTo>
                      <a:pt x="77" y="25"/>
                      <a:pt x="77" y="25"/>
                      <a:pt x="77" y="25"/>
                    </a:cubicBezTo>
                    <a:cubicBezTo>
                      <a:pt x="78" y="25"/>
                      <a:pt x="76" y="22"/>
                      <a:pt x="77" y="23"/>
                    </a:cubicBezTo>
                    <a:cubicBezTo>
                      <a:pt x="78" y="24"/>
                      <a:pt x="78" y="24"/>
                      <a:pt x="78" y="24"/>
                    </a:cubicBezTo>
                    <a:cubicBezTo>
                      <a:pt x="78" y="23"/>
                      <a:pt x="79" y="25"/>
                      <a:pt x="78" y="23"/>
                    </a:cubicBezTo>
                    <a:cubicBezTo>
                      <a:pt x="79" y="24"/>
                      <a:pt x="79" y="24"/>
                      <a:pt x="79" y="24"/>
                    </a:cubicBezTo>
                    <a:cubicBezTo>
                      <a:pt x="79" y="23"/>
                      <a:pt x="79" y="24"/>
                      <a:pt x="79" y="22"/>
                    </a:cubicBezTo>
                    <a:cubicBezTo>
                      <a:pt x="80" y="24"/>
                      <a:pt x="80" y="24"/>
                      <a:pt x="80" y="24"/>
                    </a:cubicBezTo>
                    <a:cubicBezTo>
                      <a:pt x="80" y="25"/>
                      <a:pt x="79" y="22"/>
                      <a:pt x="80" y="22"/>
                    </a:cubicBezTo>
                    <a:cubicBezTo>
                      <a:pt x="80" y="22"/>
                      <a:pt x="81" y="23"/>
                      <a:pt x="81" y="23"/>
                    </a:cubicBezTo>
                    <a:cubicBezTo>
                      <a:pt x="80" y="22"/>
                      <a:pt x="81" y="22"/>
                      <a:pt x="81" y="21"/>
                    </a:cubicBezTo>
                    <a:cubicBezTo>
                      <a:pt x="82" y="23"/>
                      <a:pt x="82" y="23"/>
                      <a:pt x="82" y="23"/>
                    </a:cubicBezTo>
                    <a:cubicBezTo>
                      <a:pt x="84" y="22"/>
                      <a:pt x="86" y="22"/>
                      <a:pt x="86" y="19"/>
                    </a:cubicBezTo>
                    <a:cubicBezTo>
                      <a:pt x="88" y="21"/>
                      <a:pt x="87" y="21"/>
                      <a:pt x="87" y="22"/>
                    </a:cubicBezTo>
                    <a:cubicBezTo>
                      <a:pt x="87" y="20"/>
                      <a:pt x="87" y="22"/>
                      <a:pt x="88" y="21"/>
                    </a:cubicBezTo>
                    <a:cubicBezTo>
                      <a:pt x="88" y="21"/>
                      <a:pt x="88" y="21"/>
                      <a:pt x="88" y="21"/>
                    </a:cubicBezTo>
                    <a:cubicBezTo>
                      <a:pt x="88" y="20"/>
                      <a:pt x="89" y="22"/>
                      <a:pt x="89" y="21"/>
                    </a:cubicBezTo>
                    <a:cubicBezTo>
                      <a:pt x="88" y="20"/>
                      <a:pt x="88" y="20"/>
                      <a:pt x="88" y="20"/>
                    </a:cubicBezTo>
                    <a:cubicBezTo>
                      <a:pt x="88" y="19"/>
                      <a:pt x="90" y="23"/>
                      <a:pt x="89" y="20"/>
                    </a:cubicBezTo>
                    <a:cubicBezTo>
                      <a:pt x="90" y="22"/>
                      <a:pt x="90" y="22"/>
                      <a:pt x="90" y="22"/>
                    </a:cubicBezTo>
                    <a:cubicBezTo>
                      <a:pt x="89" y="19"/>
                      <a:pt x="91" y="22"/>
                      <a:pt x="90" y="20"/>
                    </a:cubicBezTo>
                    <a:cubicBezTo>
                      <a:pt x="90" y="20"/>
                      <a:pt x="90" y="20"/>
                      <a:pt x="90" y="20"/>
                    </a:cubicBezTo>
                    <a:cubicBezTo>
                      <a:pt x="91" y="21"/>
                      <a:pt x="90" y="17"/>
                      <a:pt x="91" y="19"/>
                    </a:cubicBezTo>
                    <a:cubicBezTo>
                      <a:pt x="91" y="19"/>
                      <a:pt x="91" y="18"/>
                      <a:pt x="91" y="16"/>
                    </a:cubicBezTo>
                    <a:cubicBezTo>
                      <a:pt x="92" y="19"/>
                      <a:pt x="92" y="19"/>
                      <a:pt x="92" y="19"/>
                    </a:cubicBezTo>
                    <a:cubicBezTo>
                      <a:pt x="93" y="17"/>
                      <a:pt x="94" y="17"/>
                      <a:pt x="94" y="14"/>
                    </a:cubicBezTo>
                    <a:cubicBezTo>
                      <a:pt x="95" y="15"/>
                      <a:pt x="95" y="15"/>
                      <a:pt x="95" y="15"/>
                    </a:cubicBezTo>
                    <a:cubicBezTo>
                      <a:pt x="95" y="13"/>
                      <a:pt x="97" y="17"/>
                      <a:pt x="96" y="13"/>
                    </a:cubicBezTo>
                    <a:cubicBezTo>
                      <a:pt x="96" y="11"/>
                      <a:pt x="96" y="11"/>
                      <a:pt x="96" y="11"/>
                    </a:cubicBezTo>
                    <a:cubicBezTo>
                      <a:pt x="97" y="13"/>
                      <a:pt x="97" y="13"/>
                      <a:pt x="97" y="13"/>
                    </a:cubicBezTo>
                    <a:cubicBezTo>
                      <a:pt x="97" y="12"/>
                      <a:pt x="98" y="13"/>
                      <a:pt x="97" y="11"/>
                    </a:cubicBezTo>
                    <a:cubicBezTo>
                      <a:pt x="98" y="13"/>
                      <a:pt x="98" y="13"/>
                      <a:pt x="98" y="13"/>
                    </a:cubicBezTo>
                    <a:cubicBezTo>
                      <a:pt x="98" y="13"/>
                      <a:pt x="98" y="10"/>
                      <a:pt x="98" y="11"/>
                    </a:cubicBezTo>
                    <a:cubicBezTo>
                      <a:pt x="98" y="11"/>
                      <a:pt x="98" y="11"/>
                      <a:pt x="98" y="11"/>
                    </a:cubicBezTo>
                    <a:cubicBezTo>
                      <a:pt x="101" y="14"/>
                      <a:pt x="104" y="15"/>
                      <a:pt x="104" y="11"/>
                    </a:cubicBezTo>
                    <a:cubicBezTo>
                      <a:pt x="104" y="10"/>
                      <a:pt x="105" y="13"/>
                      <a:pt x="105" y="13"/>
                    </a:cubicBezTo>
                    <a:cubicBezTo>
                      <a:pt x="106" y="9"/>
                      <a:pt x="109" y="14"/>
                      <a:pt x="109" y="8"/>
                    </a:cubicBezTo>
                    <a:cubicBezTo>
                      <a:pt x="110" y="6"/>
                      <a:pt x="108" y="1"/>
                      <a:pt x="108"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3" name="Freeform 114"/>
              <p:cNvSpPr/>
              <p:nvPr/>
            </p:nvSpPr>
            <p:spPr bwMode="auto">
              <a:xfrm>
                <a:off x="3897" y="1269"/>
                <a:ext cx="6" cy="2"/>
              </a:xfrm>
              <a:custGeom>
                <a:avLst/>
                <a:gdLst>
                  <a:gd name="T0" fmla="*/ 6 w 6"/>
                  <a:gd name="T1" fmla="*/ 0 h 2"/>
                  <a:gd name="T2" fmla="*/ 6 w 6"/>
                  <a:gd name="T3" fmla="*/ 0 h 2"/>
                  <a:gd name="T4" fmla="*/ 0 w 6"/>
                  <a:gd name="T5" fmla="*/ 2 h 2"/>
                  <a:gd name="T6" fmla="*/ 6 w 6"/>
                  <a:gd name="T7" fmla="*/ 0 h 2"/>
                </a:gdLst>
                <a:ahLst/>
                <a:cxnLst>
                  <a:cxn ang="0">
                    <a:pos x="T0" y="T1"/>
                  </a:cxn>
                  <a:cxn ang="0">
                    <a:pos x="T2" y="T3"/>
                  </a:cxn>
                  <a:cxn ang="0">
                    <a:pos x="T4" y="T5"/>
                  </a:cxn>
                  <a:cxn ang="0">
                    <a:pos x="T6" y="T7"/>
                  </a:cxn>
                </a:cxnLst>
                <a:rect l="0" t="0" r="r" b="b"/>
                <a:pathLst>
                  <a:path w="6" h="2">
                    <a:moveTo>
                      <a:pt x="6" y="0"/>
                    </a:moveTo>
                    <a:lnTo>
                      <a:pt x="6" y="0"/>
                    </a:lnTo>
                    <a:lnTo>
                      <a:pt x="0" y="2"/>
                    </a:lnTo>
                    <a:lnTo>
                      <a:pt x="6"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4" name="Freeform 115"/>
              <p:cNvSpPr/>
              <p:nvPr/>
            </p:nvSpPr>
            <p:spPr bwMode="auto">
              <a:xfrm>
                <a:off x="3935" y="1214"/>
                <a:ext cx="78" cy="253"/>
              </a:xfrm>
              <a:custGeom>
                <a:avLst/>
                <a:gdLst>
                  <a:gd name="T0" fmla="*/ 15 w 37"/>
                  <a:gd name="T1" fmla="*/ 54 h 119"/>
                  <a:gd name="T2" fmla="*/ 12 w 37"/>
                  <a:gd name="T3" fmla="*/ 62 h 119"/>
                  <a:gd name="T4" fmla="*/ 8 w 37"/>
                  <a:gd name="T5" fmla="*/ 67 h 119"/>
                  <a:gd name="T6" fmla="*/ 6 w 37"/>
                  <a:gd name="T7" fmla="*/ 78 h 119"/>
                  <a:gd name="T8" fmla="*/ 4 w 37"/>
                  <a:gd name="T9" fmla="*/ 84 h 119"/>
                  <a:gd name="T10" fmla="*/ 2 w 37"/>
                  <a:gd name="T11" fmla="*/ 96 h 119"/>
                  <a:gd name="T12" fmla="*/ 5 w 37"/>
                  <a:gd name="T13" fmla="*/ 103 h 119"/>
                  <a:gd name="T14" fmla="*/ 2 w 37"/>
                  <a:gd name="T15" fmla="*/ 111 h 119"/>
                  <a:gd name="T16" fmla="*/ 2 w 37"/>
                  <a:gd name="T17" fmla="*/ 115 h 119"/>
                  <a:gd name="T18" fmla="*/ 7 w 37"/>
                  <a:gd name="T19" fmla="*/ 117 h 119"/>
                  <a:gd name="T20" fmla="*/ 8 w 37"/>
                  <a:gd name="T21" fmla="*/ 117 h 119"/>
                  <a:gd name="T22" fmla="*/ 9 w 37"/>
                  <a:gd name="T23" fmla="*/ 115 h 119"/>
                  <a:gd name="T24" fmla="*/ 12 w 37"/>
                  <a:gd name="T25" fmla="*/ 113 h 119"/>
                  <a:gd name="T26" fmla="*/ 15 w 37"/>
                  <a:gd name="T27" fmla="*/ 110 h 119"/>
                  <a:gd name="T28" fmla="*/ 17 w 37"/>
                  <a:gd name="T29" fmla="*/ 110 h 119"/>
                  <a:gd name="T30" fmla="*/ 17 w 37"/>
                  <a:gd name="T31" fmla="*/ 108 h 119"/>
                  <a:gd name="T32" fmla="*/ 18 w 37"/>
                  <a:gd name="T33" fmla="*/ 108 h 119"/>
                  <a:gd name="T34" fmla="*/ 21 w 37"/>
                  <a:gd name="T35" fmla="*/ 108 h 119"/>
                  <a:gd name="T36" fmla="*/ 15 w 37"/>
                  <a:gd name="T37" fmla="*/ 104 h 119"/>
                  <a:gd name="T38" fmla="*/ 18 w 37"/>
                  <a:gd name="T39" fmla="*/ 104 h 119"/>
                  <a:gd name="T40" fmla="*/ 20 w 37"/>
                  <a:gd name="T41" fmla="*/ 104 h 119"/>
                  <a:gd name="T42" fmla="*/ 22 w 37"/>
                  <a:gd name="T43" fmla="*/ 102 h 119"/>
                  <a:gd name="T44" fmla="*/ 20 w 37"/>
                  <a:gd name="T45" fmla="*/ 100 h 119"/>
                  <a:gd name="T46" fmla="*/ 22 w 37"/>
                  <a:gd name="T47" fmla="*/ 99 h 119"/>
                  <a:gd name="T48" fmla="*/ 15 w 37"/>
                  <a:gd name="T49" fmla="*/ 95 h 119"/>
                  <a:gd name="T50" fmla="*/ 21 w 37"/>
                  <a:gd name="T51" fmla="*/ 97 h 119"/>
                  <a:gd name="T52" fmla="*/ 24 w 37"/>
                  <a:gd name="T53" fmla="*/ 92 h 119"/>
                  <a:gd name="T54" fmla="*/ 24 w 37"/>
                  <a:gd name="T55" fmla="*/ 89 h 119"/>
                  <a:gd name="T56" fmla="*/ 21 w 37"/>
                  <a:gd name="T57" fmla="*/ 85 h 119"/>
                  <a:gd name="T58" fmla="*/ 26 w 37"/>
                  <a:gd name="T59" fmla="*/ 81 h 119"/>
                  <a:gd name="T60" fmla="*/ 24 w 37"/>
                  <a:gd name="T61" fmla="*/ 78 h 119"/>
                  <a:gd name="T62" fmla="*/ 25 w 37"/>
                  <a:gd name="T63" fmla="*/ 77 h 119"/>
                  <a:gd name="T64" fmla="*/ 23 w 37"/>
                  <a:gd name="T65" fmla="*/ 75 h 119"/>
                  <a:gd name="T66" fmla="*/ 27 w 37"/>
                  <a:gd name="T67" fmla="*/ 75 h 119"/>
                  <a:gd name="T68" fmla="*/ 26 w 37"/>
                  <a:gd name="T69" fmla="*/ 72 h 119"/>
                  <a:gd name="T70" fmla="*/ 25 w 37"/>
                  <a:gd name="T71" fmla="*/ 67 h 119"/>
                  <a:gd name="T72" fmla="*/ 29 w 37"/>
                  <a:gd name="T73" fmla="*/ 65 h 119"/>
                  <a:gd name="T74" fmla="*/ 28 w 37"/>
                  <a:gd name="T75" fmla="*/ 61 h 119"/>
                  <a:gd name="T76" fmla="*/ 29 w 37"/>
                  <a:gd name="T77" fmla="*/ 59 h 119"/>
                  <a:gd name="T78" fmla="*/ 29 w 37"/>
                  <a:gd name="T79" fmla="*/ 59 h 119"/>
                  <a:gd name="T80" fmla="*/ 29 w 37"/>
                  <a:gd name="T81" fmla="*/ 56 h 119"/>
                  <a:gd name="T82" fmla="*/ 27 w 37"/>
                  <a:gd name="T83" fmla="*/ 51 h 119"/>
                  <a:gd name="T84" fmla="*/ 25 w 37"/>
                  <a:gd name="T85" fmla="*/ 49 h 119"/>
                  <a:gd name="T86" fmla="*/ 27 w 37"/>
                  <a:gd name="T87" fmla="*/ 47 h 119"/>
                  <a:gd name="T88" fmla="*/ 29 w 37"/>
                  <a:gd name="T89" fmla="*/ 44 h 119"/>
                  <a:gd name="T90" fmla="*/ 27 w 37"/>
                  <a:gd name="T91" fmla="*/ 39 h 119"/>
                  <a:gd name="T92" fmla="*/ 28 w 37"/>
                  <a:gd name="T93" fmla="*/ 37 h 119"/>
                  <a:gd name="T94" fmla="*/ 31 w 37"/>
                  <a:gd name="T95" fmla="*/ 30 h 119"/>
                  <a:gd name="T96" fmla="*/ 32 w 37"/>
                  <a:gd name="T97" fmla="*/ 27 h 119"/>
                  <a:gd name="T98" fmla="*/ 29 w 37"/>
                  <a:gd name="T99" fmla="*/ 19 h 119"/>
                  <a:gd name="T100" fmla="*/ 30 w 37"/>
                  <a:gd name="T101" fmla="*/ 16 h 119"/>
                  <a:gd name="T102" fmla="*/ 26 w 37"/>
                  <a:gd name="T103" fmla="*/ 0 h 119"/>
                  <a:gd name="T104" fmla="*/ 18 w 37"/>
                  <a:gd name="T105" fmla="*/ 21 h 119"/>
                  <a:gd name="T106" fmla="*/ 11 w 37"/>
                  <a:gd name="T107" fmla="*/ 3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 h="119">
                    <a:moveTo>
                      <a:pt x="11" y="38"/>
                    </a:moveTo>
                    <a:cubicBezTo>
                      <a:pt x="11" y="42"/>
                      <a:pt x="12" y="46"/>
                      <a:pt x="12" y="50"/>
                    </a:cubicBezTo>
                    <a:cubicBezTo>
                      <a:pt x="15" y="51"/>
                      <a:pt x="13" y="52"/>
                      <a:pt x="16" y="53"/>
                    </a:cubicBezTo>
                    <a:cubicBezTo>
                      <a:pt x="15" y="53"/>
                      <a:pt x="15" y="53"/>
                      <a:pt x="15" y="53"/>
                    </a:cubicBezTo>
                    <a:cubicBezTo>
                      <a:pt x="16" y="53"/>
                      <a:pt x="14" y="53"/>
                      <a:pt x="13" y="54"/>
                    </a:cubicBezTo>
                    <a:cubicBezTo>
                      <a:pt x="14" y="54"/>
                      <a:pt x="13" y="54"/>
                      <a:pt x="15" y="54"/>
                    </a:cubicBezTo>
                    <a:cubicBezTo>
                      <a:pt x="17" y="55"/>
                      <a:pt x="12" y="54"/>
                      <a:pt x="13" y="55"/>
                    </a:cubicBezTo>
                    <a:cubicBezTo>
                      <a:pt x="13" y="55"/>
                      <a:pt x="14" y="55"/>
                      <a:pt x="14" y="55"/>
                    </a:cubicBezTo>
                    <a:cubicBezTo>
                      <a:pt x="16" y="56"/>
                      <a:pt x="13" y="55"/>
                      <a:pt x="11" y="55"/>
                    </a:cubicBezTo>
                    <a:cubicBezTo>
                      <a:pt x="11" y="57"/>
                      <a:pt x="13" y="59"/>
                      <a:pt x="11" y="61"/>
                    </a:cubicBezTo>
                    <a:cubicBezTo>
                      <a:pt x="11" y="60"/>
                      <a:pt x="13" y="61"/>
                      <a:pt x="13" y="61"/>
                    </a:cubicBezTo>
                    <a:cubicBezTo>
                      <a:pt x="9" y="60"/>
                      <a:pt x="13" y="62"/>
                      <a:pt x="12" y="62"/>
                    </a:cubicBezTo>
                    <a:cubicBezTo>
                      <a:pt x="11" y="61"/>
                      <a:pt x="11" y="61"/>
                      <a:pt x="11" y="61"/>
                    </a:cubicBezTo>
                    <a:cubicBezTo>
                      <a:pt x="9" y="62"/>
                      <a:pt x="11" y="63"/>
                      <a:pt x="10" y="63"/>
                    </a:cubicBezTo>
                    <a:cubicBezTo>
                      <a:pt x="11" y="64"/>
                      <a:pt x="8" y="64"/>
                      <a:pt x="9" y="65"/>
                    </a:cubicBezTo>
                    <a:cubicBezTo>
                      <a:pt x="8" y="64"/>
                      <a:pt x="8" y="65"/>
                      <a:pt x="8" y="65"/>
                    </a:cubicBezTo>
                    <a:cubicBezTo>
                      <a:pt x="11" y="66"/>
                      <a:pt x="6" y="66"/>
                      <a:pt x="8" y="67"/>
                    </a:cubicBezTo>
                    <a:cubicBezTo>
                      <a:pt x="8" y="67"/>
                      <a:pt x="8" y="67"/>
                      <a:pt x="8" y="67"/>
                    </a:cubicBezTo>
                    <a:cubicBezTo>
                      <a:pt x="8" y="68"/>
                      <a:pt x="6" y="70"/>
                      <a:pt x="8" y="72"/>
                    </a:cubicBezTo>
                    <a:cubicBezTo>
                      <a:pt x="8" y="73"/>
                      <a:pt x="4" y="73"/>
                      <a:pt x="5" y="75"/>
                    </a:cubicBezTo>
                    <a:cubicBezTo>
                      <a:pt x="7" y="76"/>
                      <a:pt x="7" y="76"/>
                      <a:pt x="7" y="76"/>
                    </a:cubicBezTo>
                    <a:cubicBezTo>
                      <a:pt x="7" y="76"/>
                      <a:pt x="6" y="75"/>
                      <a:pt x="5" y="75"/>
                    </a:cubicBezTo>
                    <a:cubicBezTo>
                      <a:pt x="7" y="76"/>
                      <a:pt x="5" y="76"/>
                      <a:pt x="5" y="77"/>
                    </a:cubicBezTo>
                    <a:cubicBezTo>
                      <a:pt x="5" y="77"/>
                      <a:pt x="5" y="78"/>
                      <a:pt x="6" y="78"/>
                    </a:cubicBezTo>
                    <a:cubicBezTo>
                      <a:pt x="4" y="78"/>
                      <a:pt x="7" y="80"/>
                      <a:pt x="5" y="80"/>
                    </a:cubicBezTo>
                    <a:cubicBezTo>
                      <a:pt x="8" y="81"/>
                      <a:pt x="6" y="80"/>
                      <a:pt x="7" y="81"/>
                    </a:cubicBezTo>
                    <a:cubicBezTo>
                      <a:pt x="7" y="81"/>
                      <a:pt x="6" y="81"/>
                      <a:pt x="5" y="81"/>
                    </a:cubicBezTo>
                    <a:cubicBezTo>
                      <a:pt x="6" y="81"/>
                      <a:pt x="6" y="82"/>
                      <a:pt x="4" y="82"/>
                    </a:cubicBezTo>
                    <a:cubicBezTo>
                      <a:pt x="5" y="82"/>
                      <a:pt x="6" y="83"/>
                      <a:pt x="6" y="83"/>
                    </a:cubicBezTo>
                    <a:cubicBezTo>
                      <a:pt x="3" y="83"/>
                      <a:pt x="5" y="84"/>
                      <a:pt x="4" y="84"/>
                    </a:cubicBezTo>
                    <a:cubicBezTo>
                      <a:pt x="6" y="85"/>
                      <a:pt x="8" y="86"/>
                      <a:pt x="7" y="86"/>
                    </a:cubicBezTo>
                    <a:cubicBezTo>
                      <a:pt x="4" y="85"/>
                      <a:pt x="4" y="85"/>
                      <a:pt x="4" y="85"/>
                    </a:cubicBezTo>
                    <a:cubicBezTo>
                      <a:pt x="5" y="86"/>
                      <a:pt x="2" y="87"/>
                      <a:pt x="4" y="90"/>
                    </a:cubicBezTo>
                    <a:cubicBezTo>
                      <a:pt x="3" y="89"/>
                      <a:pt x="3" y="89"/>
                      <a:pt x="3" y="89"/>
                    </a:cubicBezTo>
                    <a:cubicBezTo>
                      <a:pt x="4" y="91"/>
                      <a:pt x="1" y="92"/>
                      <a:pt x="4" y="95"/>
                    </a:cubicBezTo>
                    <a:cubicBezTo>
                      <a:pt x="3" y="95"/>
                      <a:pt x="2" y="95"/>
                      <a:pt x="2" y="96"/>
                    </a:cubicBezTo>
                    <a:cubicBezTo>
                      <a:pt x="3" y="97"/>
                      <a:pt x="3" y="97"/>
                      <a:pt x="5" y="98"/>
                    </a:cubicBezTo>
                    <a:cubicBezTo>
                      <a:pt x="5" y="98"/>
                      <a:pt x="4" y="98"/>
                      <a:pt x="3" y="98"/>
                    </a:cubicBezTo>
                    <a:cubicBezTo>
                      <a:pt x="2" y="98"/>
                      <a:pt x="0" y="98"/>
                      <a:pt x="2" y="99"/>
                    </a:cubicBezTo>
                    <a:cubicBezTo>
                      <a:pt x="1" y="99"/>
                      <a:pt x="1" y="99"/>
                      <a:pt x="1" y="99"/>
                    </a:cubicBezTo>
                    <a:cubicBezTo>
                      <a:pt x="2" y="100"/>
                      <a:pt x="4" y="101"/>
                      <a:pt x="2" y="102"/>
                    </a:cubicBezTo>
                    <a:cubicBezTo>
                      <a:pt x="3" y="102"/>
                      <a:pt x="3" y="103"/>
                      <a:pt x="5" y="103"/>
                    </a:cubicBezTo>
                    <a:cubicBezTo>
                      <a:pt x="5" y="103"/>
                      <a:pt x="3" y="103"/>
                      <a:pt x="4" y="103"/>
                    </a:cubicBezTo>
                    <a:cubicBezTo>
                      <a:pt x="2" y="102"/>
                      <a:pt x="2" y="102"/>
                      <a:pt x="2" y="102"/>
                    </a:cubicBezTo>
                    <a:cubicBezTo>
                      <a:pt x="1" y="104"/>
                      <a:pt x="2" y="105"/>
                      <a:pt x="3" y="107"/>
                    </a:cubicBezTo>
                    <a:cubicBezTo>
                      <a:pt x="0" y="107"/>
                      <a:pt x="3" y="108"/>
                      <a:pt x="1" y="109"/>
                    </a:cubicBezTo>
                    <a:cubicBezTo>
                      <a:pt x="2" y="110"/>
                      <a:pt x="0" y="110"/>
                      <a:pt x="3" y="111"/>
                    </a:cubicBezTo>
                    <a:cubicBezTo>
                      <a:pt x="2" y="111"/>
                      <a:pt x="2" y="111"/>
                      <a:pt x="2" y="111"/>
                    </a:cubicBezTo>
                    <a:cubicBezTo>
                      <a:pt x="1" y="111"/>
                      <a:pt x="2" y="112"/>
                      <a:pt x="1" y="113"/>
                    </a:cubicBezTo>
                    <a:cubicBezTo>
                      <a:pt x="1" y="114"/>
                      <a:pt x="3" y="114"/>
                      <a:pt x="4" y="114"/>
                    </a:cubicBezTo>
                    <a:cubicBezTo>
                      <a:pt x="2" y="114"/>
                      <a:pt x="2" y="114"/>
                      <a:pt x="2" y="114"/>
                    </a:cubicBezTo>
                    <a:cubicBezTo>
                      <a:pt x="3" y="115"/>
                      <a:pt x="5" y="115"/>
                      <a:pt x="7" y="115"/>
                    </a:cubicBezTo>
                    <a:cubicBezTo>
                      <a:pt x="6" y="115"/>
                      <a:pt x="7" y="115"/>
                      <a:pt x="6" y="115"/>
                    </a:cubicBezTo>
                    <a:cubicBezTo>
                      <a:pt x="5" y="115"/>
                      <a:pt x="4" y="115"/>
                      <a:pt x="2" y="115"/>
                    </a:cubicBezTo>
                    <a:cubicBezTo>
                      <a:pt x="1" y="116"/>
                      <a:pt x="5" y="116"/>
                      <a:pt x="3" y="117"/>
                    </a:cubicBezTo>
                    <a:cubicBezTo>
                      <a:pt x="2" y="117"/>
                      <a:pt x="3" y="118"/>
                      <a:pt x="5" y="117"/>
                    </a:cubicBezTo>
                    <a:cubicBezTo>
                      <a:pt x="4" y="117"/>
                      <a:pt x="4" y="118"/>
                      <a:pt x="3" y="118"/>
                    </a:cubicBezTo>
                    <a:cubicBezTo>
                      <a:pt x="3" y="118"/>
                      <a:pt x="3" y="118"/>
                      <a:pt x="4" y="118"/>
                    </a:cubicBezTo>
                    <a:cubicBezTo>
                      <a:pt x="4" y="118"/>
                      <a:pt x="4" y="118"/>
                      <a:pt x="4" y="118"/>
                    </a:cubicBezTo>
                    <a:cubicBezTo>
                      <a:pt x="5" y="118"/>
                      <a:pt x="5" y="118"/>
                      <a:pt x="7" y="117"/>
                    </a:cubicBezTo>
                    <a:cubicBezTo>
                      <a:pt x="7" y="117"/>
                      <a:pt x="6" y="117"/>
                      <a:pt x="7" y="117"/>
                    </a:cubicBezTo>
                    <a:cubicBezTo>
                      <a:pt x="8" y="117"/>
                      <a:pt x="8" y="117"/>
                      <a:pt x="7" y="118"/>
                    </a:cubicBezTo>
                    <a:cubicBezTo>
                      <a:pt x="6" y="118"/>
                      <a:pt x="5" y="118"/>
                      <a:pt x="4" y="119"/>
                    </a:cubicBezTo>
                    <a:cubicBezTo>
                      <a:pt x="7" y="118"/>
                      <a:pt x="7" y="118"/>
                      <a:pt x="7" y="118"/>
                    </a:cubicBezTo>
                    <a:cubicBezTo>
                      <a:pt x="7" y="118"/>
                      <a:pt x="8" y="118"/>
                      <a:pt x="9" y="117"/>
                    </a:cubicBezTo>
                    <a:cubicBezTo>
                      <a:pt x="8" y="117"/>
                      <a:pt x="8" y="117"/>
                      <a:pt x="8" y="117"/>
                    </a:cubicBezTo>
                    <a:cubicBezTo>
                      <a:pt x="9" y="117"/>
                      <a:pt x="9" y="117"/>
                      <a:pt x="9" y="117"/>
                    </a:cubicBezTo>
                    <a:cubicBezTo>
                      <a:pt x="9" y="117"/>
                      <a:pt x="10" y="116"/>
                      <a:pt x="9" y="116"/>
                    </a:cubicBezTo>
                    <a:cubicBezTo>
                      <a:pt x="7" y="116"/>
                      <a:pt x="7" y="116"/>
                      <a:pt x="7" y="116"/>
                    </a:cubicBezTo>
                    <a:cubicBezTo>
                      <a:pt x="7" y="116"/>
                      <a:pt x="5" y="116"/>
                      <a:pt x="7" y="116"/>
                    </a:cubicBezTo>
                    <a:cubicBezTo>
                      <a:pt x="9" y="115"/>
                      <a:pt x="9" y="115"/>
                      <a:pt x="9" y="115"/>
                    </a:cubicBezTo>
                    <a:cubicBezTo>
                      <a:pt x="9" y="115"/>
                      <a:pt x="8" y="115"/>
                      <a:pt x="9" y="115"/>
                    </a:cubicBezTo>
                    <a:cubicBezTo>
                      <a:pt x="11" y="115"/>
                      <a:pt x="11" y="115"/>
                      <a:pt x="11" y="115"/>
                    </a:cubicBezTo>
                    <a:cubicBezTo>
                      <a:pt x="8" y="115"/>
                      <a:pt x="10" y="114"/>
                      <a:pt x="9" y="114"/>
                    </a:cubicBezTo>
                    <a:cubicBezTo>
                      <a:pt x="10" y="114"/>
                      <a:pt x="10" y="114"/>
                      <a:pt x="10" y="114"/>
                    </a:cubicBezTo>
                    <a:cubicBezTo>
                      <a:pt x="11" y="114"/>
                      <a:pt x="8" y="114"/>
                      <a:pt x="8" y="114"/>
                    </a:cubicBezTo>
                    <a:cubicBezTo>
                      <a:pt x="9" y="114"/>
                      <a:pt x="11" y="114"/>
                      <a:pt x="12" y="114"/>
                    </a:cubicBezTo>
                    <a:cubicBezTo>
                      <a:pt x="12" y="113"/>
                      <a:pt x="10" y="113"/>
                      <a:pt x="12" y="113"/>
                    </a:cubicBezTo>
                    <a:cubicBezTo>
                      <a:pt x="11" y="112"/>
                      <a:pt x="10" y="112"/>
                      <a:pt x="9" y="111"/>
                    </a:cubicBezTo>
                    <a:cubicBezTo>
                      <a:pt x="9" y="111"/>
                      <a:pt x="12" y="112"/>
                      <a:pt x="11" y="111"/>
                    </a:cubicBezTo>
                    <a:cubicBezTo>
                      <a:pt x="12" y="111"/>
                      <a:pt x="13" y="111"/>
                      <a:pt x="14" y="111"/>
                    </a:cubicBezTo>
                    <a:cubicBezTo>
                      <a:pt x="13" y="111"/>
                      <a:pt x="14" y="111"/>
                      <a:pt x="12" y="111"/>
                    </a:cubicBezTo>
                    <a:cubicBezTo>
                      <a:pt x="12" y="110"/>
                      <a:pt x="13" y="110"/>
                      <a:pt x="12" y="109"/>
                    </a:cubicBezTo>
                    <a:cubicBezTo>
                      <a:pt x="12" y="109"/>
                      <a:pt x="14" y="110"/>
                      <a:pt x="15" y="110"/>
                    </a:cubicBezTo>
                    <a:cubicBezTo>
                      <a:pt x="13" y="109"/>
                      <a:pt x="13" y="109"/>
                      <a:pt x="13" y="108"/>
                    </a:cubicBezTo>
                    <a:cubicBezTo>
                      <a:pt x="11" y="108"/>
                      <a:pt x="11" y="108"/>
                      <a:pt x="10" y="108"/>
                    </a:cubicBezTo>
                    <a:cubicBezTo>
                      <a:pt x="9" y="108"/>
                      <a:pt x="9" y="107"/>
                      <a:pt x="9" y="107"/>
                    </a:cubicBezTo>
                    <a:cubicBezTo>
                      <a:pt x="11" y="108"/>
                      <a:pt x="13" y="108"/>
                      <a:pt x="14" y="108"/>
                    </a:cubicBezTo>
                    <a:cubicBezTo>
                      <a:pt x="16" y="108"/>
                      <a:pt x="13" y="108"/>
                      <a:pt x="16" y="109"/>
                    </a:cubicBezTo>
                    <a:cubicBezTo>
                      <a:pt x="18" y="109"/>
                      <a:pt x="18" y="110"/>
                      <a:pt x="17" y="110"/>
                    </a:cubicBezTo>
                    <a:cubicBezTo>
                      <a:pt x="19" y="111"/>
                      <a:pt x="17" y="110"/>
                      <a:pt x="19" y="110"/>
                    </a:cubicBezTo>
                    <a:cubicBezTo>
                      <a:pt x="19" y="110"/>
                      <a:pt x="18" y="110"/>
                      <a:pt x="18" y="109"/>
                    </a:cubicBezTo>
                    <a:cubicBezTo>
                      <a:pt x="17" y="109"/>
                      <a:pt x="16" y="109"/>
                      <a:pt x="15" y="108"/>
                    </a:cubicBezTo>
                    <a:cubicBezTo>
                      <a:pt x="13" y="108"/>
                      <a:pt x="17" y="108"/>
                      <a:pt x="17" y="108"/>
                    </a:cubicBezTo>
                    <a:cubicBezTo>
                      <a:pt x="18" y="109"/>
                      <a:pt x="18" y="109"/>
                      <a:pt x="18" y="109"/>
                    </a:cubicBezTo>
                    <a:cubicBezTo>
                      <a:pt x="19" y="109"/>
                      <a:pt x="17" y="108"/>
                      <a:pt x="17" y="108"/>
                    </a:cubicBezTo>
                    <a:cubicBezTo>
                      <a:pt x="21" y="109"/>
                      <a:pt x="18" y="108"/>
                      <a:pt x="20" y="109"/>
                    </a:cubicBezTo>
                    <a:cubicBezTo>
                      <a:pt x="22" y="109"/>
                      <a:pt x="22" y="109"/>
                      <a:pt x="22" y="109"/>
                    </a:cubicBezTo>
                    <a:cubicBezTo>
                      <a:pt x="22" y="109"/>
                      <a:pt x="19" y="109"/>
                      <a:pt x="20" y="108"/>
                    </a:cubicBezTo>
                    <a:cubicBezTo>
                      <a:pt x="21" y="109"/>
                      <a:pt x="21" y="109"/>
                      <a:pt x="21" y="109"/>
                    </a:cubicBezTo>
                    <a:cubicBezTo>
                      <a:pt x="21" y="108"/>
                      <a:pt x="21" y="108"/>
                      <a:pt x="21" y="108"/>
                    </a:cubicBezTo>
                    <a:cubicBezTo>
                      <a:pt x="20" y="108"/>
                      <a:pt x="18" y="108"/>
                      <a:pt x="18" y="108"/>
                    </a:cubicBezTo>
                    <a:cubicBezTo>
                      <a:pt x="15" y="107"/>
                      <a:pt x="18" y="108"/>
                      <a:pt x="17" y="107"/>
                    </a:cubicBezTo>
                    <a:cubicBezTo>
                      <a:pt x="15" y="106"/>
                      <a:pt x="17" y="107"/>
                      <a:pt x="16" y="107"/>
                    </a:cubicBezTo>
                    <a:cubicBezTo>
                      <a:pt x="14" y="106"/>
                      <a:pt x="14" y="106"/>
                      <a:pt x="14" y="106"/>
                    </a:cubicBezTo>
                    <a:cubicBezTo>
                      <a:pt x="14" y="105"/>
                      <a:pt x="16" y="106"/>
                      <a:pt x="17" y="106"/>
                    </a:cubicBezTo>
                    <a:cubicBezTo>
                      <a:pt x="17" y="106"/>
                      <a:pt x="17" y="107"/>
                      <a:pt x="16" y="106"/>
                    </a:cubicBezTo>
                    <a:cubicBezTo>
                      <a:pt x="18" y="107"/>
                      <a:pt x="20" y="107"/>
                      <a:pt x="21" y="108"/>
                    </a:cubicBezTo>
                    <a:cubicBezTo>
                      <a:pt x="22" y="108"/>
                      <a:pt x="20" y="107"/>
                      <a:pt x="20" y="107"/>
                    </a:cubicBezTo>
                    <a:cubicBezTo>
                      <a:pt x="19" y="107"/>
                      <a:pt x="18" y="107"/>
                      <a:pt x="17" y="106"/>
                    </a:cubicBezTo>
                    <a:cubicBezTo>
                      <a:pt x="13" y="105"/>
                      <a:pt x="21" y="107"/>
                      <a:pt x="20" y="106"/>
                    </a:cubicBezTo>
                    <a:cubicBezTo>
                      <a:pt x="17" y="106"/>
                      <a:pt x="16" y="104"/>
                      <a:pt x="13" y="104"/>
                    </a:cubicBezTo>
                    <a:cubicBezTo>
                      <a:pt x="12" y="104"/>
                      <a:pt x="12" y="103"/>
                      <a:pt x="12" y="103"/>
                    </a:cubicBezTo>
                    <a:cubicBezTo>
                      <a:pt x="14" y="104"/>
                      <a:pt x="13" y="103"/>
                      <a:pt x="15" y="104"/>
                    </a:cubicBezTo>
                    <a:cubicBezTo>
                      <a:pt x="15" y="104"/>
                      <a:pt x="15" y="104"/>
                      <a:pt x="15" y="104"/>
                    </a:cubicBezTo>
                    <a:cubicBezTo>
                      <a:pt x="18" y="105"/>
                      <a:pt x="18" y="105"/>
                      <a:pt x="18" y="105"/>
                    </a:cubicBezTo>
                    <a:cubicBezTo>
                      <a:pt x="22" y="106"/>
                      <a:pt x="22" y="106"/>
                      <a:pt x="22" y="106"/>
                    </a:cubicBezTo>
                    <a:cubicBezTo>
                      <a:pt x="21" y="105"/>
                      <a:pt x="20" y="105"/>
                      <a:pt x="19" y="105"/>
                    </a:cubicBezTo>
                    <a:cubicBezTo>
                      <a:pt x="20" y="105"/>
                      <a:pt x="21" y="105"/>
                      <a:pt x="21" y="105"/>
                    </a:cubicBezTo>
                    <a:cubicBezTo>
                      <a:pt x="20" y="105"/>
                      <a:pt x="18" y="104"/>
                      <a:pt x="18" y="104"/>
                    </a:cubicBezTo>
                    <a:cubicBezTo>
                      <a:pt x="18" y="103"/>
                      <a:pt x="20" y="104"/>
                      <a:pt x="20" y="104"/>
                    </a:cubicBezTo>
                    <a:cubicBezTo>
                      <a:pt x="22" y="105"/>
                      <a:pt x="22" y="105"/>
                      <a:pt x="22" y="105"/>
                    </a:cubicBezTo>
                    <a:cubicBezTo>
                      <a:pt x="21" y="104"/>
                      <a:pt x="23" y="105"/>
                      <a:pt x="22" y="105"/>
                    </a:cubicBezTo>
                    <a:cubicBezTo>
                      <a:pt x="21" y="104"/>
                      <a:pt x="20" y="104"/>
                      <a:pt x="18" y="103"/>
                    </a:cubicBezTo>
                    <a:cubicBezTo>
                      <a:pt x="18" y="103"/>
                      <a:pt x="19" y="103"/>
                      <a:pt x="19" y="103"/>
                    </a:cubicBezTo>
                    <a:cubicBezTo>
                      <a:pt x="20" y="104"/>
                      <a:pt x="20" y="104"/>
                      <a:pt x="20" y="104"/>
                    </a:cubicBezTo>
                    <a:cubicBezTo>
                      <a:pt x="20" y="103"/>
                      <a:pt x="23" y="104"/>
                      <a:pt x="23" y="104"/>
                    </a:cubicBezTo>
                    <a:cubicBezTo>
                      <a:pt x="21" y="103"/>
                      <a:pt x="21" y="103"/>
                      <a:pt x="21" y="103"/>
                    </a:cubicBezTo>
                    <a:cubicBezTo>
                      <a:pt x="23" y="104"/>
                      <a:pt x="23" y="104"/>
                      <a:pt x="23" y="104"/>
                    </a:cubicBezTo>
                    <a:cubicBezTo>
                      <a:pt x="22" y="103"/>
                      <a:pt x="22" y="103"/>
                      <a:pt x="21" y="103"/>
                    </a:cubicBezTo>
                    <a:cubicBezTo>
                      <a:pt x="23" y="103"/>
                      <a:pt x="23" y="103"/>
                      <a:pt x="23" y="103"/>
                    </a:cubicBezTo>
                    <a:cubicBezTo>
                      <a:pt x="22" y="103"/>
                      <a:pt x="20" y="102"/>
                      <a:pt x="22" y="102"/>
                    </a:cubicBezTo>
                    <a:cubicBezTo>
                      <a:pt x="19" y="102"/>
                      <a:pt x="22" y="103"/>
                      <a:pt x="20" y="102"/>
                    </a:cubicBezTo>
                    <a:cubicBezTo>
                      <a:pt x="19" y="102"/>
                      <a:pt x="19" y="101"/>
                      <a:pt x="19" y="101"/>
                    </a:cubicBezTo>
                    <a:cubicBezTo>
                      <a:pt x="21" y="102"/>
                      <a:pt x="19" y="101"/>
                      <a:pt x="19" y="101"/>
                    </a:cubicBezTo>
                    <a:cubicBezTo>
                      <a:pt x="20" y="101"/>
                      <a:pt x="21" y="101"/>
                      <a:pt x="21" y="101"/>
                    </a:cubicBezTo>
                    <a:cubicBezTo>
                      <a:pt x="19" y="101"/>
                      <a:pt x="19" y="101"/>
                      <a:pt x="19" y="101"/>
                    </a:cubicBezTo>
                    <a:cubicBezTo>
                      <a:pt x="23" y="102"/>
                      <a:pt x="19" y="100"/>
                      <a:pt x="20" y="100"/>
                    </a:cubicBezTo>
                    <a:cubicBezTo>
                      <a:pt x="21" y="101"/>
                      <a:pt x="22" y="101"/>
                      <a:pt x="23" y="101"/>
                    </a:cubicBezTo>
                    <a:cubicBezTo>
                      <a:pt x="20" y="100"/>
                      <a:pt x="20" y="99"/>
                      <a:pt x="18" y="99"/>
                    </a:cubicBezTo>
                    <a:cubicBezTo>
                      <a:pt x="19" y="99"/>
                      <a:pt x="21" y="100"/>
                      <a:pt x="23" y="101"/>
                    </a:cubicBezTo>
                    <a:cubicBezTo>
                      <a:pt x="21" y="100"/>
                      <a:pt x="25" y="101"/>
                      <a:pt x="22" y="100"/>
                    </a:cubicBezTo>
                    <a:cubicBezTo>
                      <a:pt x="21" y="100"/>
                      <a:pt x="21" y="99"/>
                      <a:pt x="19" y="99"/>
                    </a:cubicBezTo>
                    <a:cubicBezTo>
                      <a:pt x="20" y="98"/>
                      <a:pt x="21" y="99"/>
                      <a:pt x="22" y="99"/>
                    </a:cubicBezTo>
                    <a:cubicBezTo>
                      <a:pt x="21" y="99"/>
                      <a:pt x="19" y="98"/>
                      <a:pt x="19" y="98"/>
                    </a:cubicBezTo>
                    <a:cubicBezTo>
                      <a:pt x="19" y="98"/>
                      <a:pt x="17" y="97"/>
                      <a:pt x="19" y="97"/>
                    </a:cubicBezTo>
                    <a:cubicBezTo>
                      <a:pt x="20" y="98"/>
                      <a:pt x="19" y="98"/>
                      <a:pt x="20" y="98"/>
                    </a:cubicBezTo>
                    <a:cubicBezTo>
                      <a:pt x="21" y="98"/>
                      <a:pt x="17" y="96"/>
                      <a:pt x="16" y="96"/>
                    </a:cubicBezTo>
                    <a:cubicBezTo>
                      <a:pt x="15" y="95"/>
                      <a:pt x="13" y="94"/>
                      <a:pt x="12" y="94"/>
                    </a:cubicBezTo>
                    <a:cubicBezTo>
                      <a:pt x="13" y="93"/>
                      <a:pt x="13" y="94"/>
                      <a:pt x="15" y="95"/>
                    </a:cubicBezTo>
                    <a:cubicBezTo>
                      <a:pt x="14" y="94"/>
                      <a:pt x="14" y="94"/>
                      <a:pt x="14" y="94"/>
                    </a:cubicBezTo>
                    <a:cubicBezTo>
                      <a:pt x="17" y="95"/>
                      <a:pt x="19" y="97"/>
                      <a:pt x="21" y="97"/>
                    </a:cubicBezTo>
                    <a:cubicBezTo>
                      <a:pt x="20" y="97"/>
                      <a:pt x="20" y="97"/>
                      <a:pt x="20" y="97"/>
                    </a:cubicBezTo>
                    <a:cubicBezTo>
                      <a:pt x="23" y="98"/>
                      <a:pt x="23" y="98"/>
                      <a:pt x="23" y="98"/>
                    </a:cubicBezTo>
                    <a:cubicBezTo>
                      <a:pt x="21" y="97"/>
                      <a:pt x="23" y="97"/>
                      <a:pt x="22" y="97"/>
                    </a:cubicBezTo>
                    <a:cubicBezTo>
                      <a:pt x="21" y="96"/>
                      <a:pt x="23" y="97"/>
                      <a:pt x="21" y="97"/>
                    </a:cubicBezTo>
                    <a:cubicBezTo>
                      <a:pt x="21" y="97"/>
                      <a:pt x="19" y="95"/>
                      <a:pt x="20" y="95"/>
                    </a:cubicBezTo>
                    <a:cubicBezTo>
                      <a:pt x="23" y="97"/>
                      <a:pt x="23" y="97"/>
                      <a:pt x="23" y="97"/>
                    </a:cubicBezTo>
                    <a:cubicBezTo>
                      <a:pt x="23" y="97"/>
                      <a:pt x="21" y="96"/>
                      <a:pt x="22" y="96"/>
                    </a:cubicBezTo>
                    <a:cubicBezTo>
                      <a:pt x="23" y="96"/>
                      <a:pt x="23" y="96"/>
                      <a:pt x="23" y="96"/>
                    </a:cubicBezTo>
                    <a:cubicBezTo>
                      <a:pt x="23" y="96"/>
                      <a:pt x="24" y="94"/>
                      <a:pt x="20" y="92"/>
                    </a:cubicBezTo>
                    <a:cubicBezTo>
                      <a:pt x="22" y="92"/>
                      <a:pt x="22" y="92"/>
                      <a:pt x="24" y="92"/>
                    </a:cubicBezTo>
                    <a:cubicBezTo>
                      <a:pt x="23" y="92"/>
                      <a:pt x="22" y="91"/>
                      <a:pt x="22" y="91"/>
                    </a:cubicBezTo>
                    <a:cubicBezTo>
                      <a:pt x="24" y="91"/>
                      <a:pt x="24" y="91"/>
                      <a:pt x="24" y="91"/>
                    </a:cubicBezTo>
                    <a:cubicBezTo>
                      <a:pt x="25" y="91"/>
                      <a:pt x="23" y="90"/>
                      <a:pt x="23" y="90"/>
                    </a:cubicBezTo>
                    <a:cubicBezTo>
                      <a:pt x="24" y="90"/>
                      <a:pt x="24" y="90"/>
                      <a:pt x="24" y="90"/>
                    </a:cubicBezTo>
                    <a:cubicBezTo>
                      <a:pt x="25" y="90"/>
                      <a:pt x="23" y="89"/>
                      <a:pt x="23" y="89"/>
                    </a:cubicBezTo>
                    <a:cubicBezTo>
                      <a:pt x="24" y="89"/>
                      <a:pt x="24" y="89"/>
                      <a:pt x="24" y="89"/>
                    </a:cubicBezTo>
                    <a:cubicBezTo>
                      <a:pt x="23" y="89"/>
                      <a:pt x="23" y="89"/>
                      <a:pt x="23" y="89"/>
                    </a:cubicBezTo>
                    <a:cubicBezTo>
                      <a:pt x="22" y="88"/>
                      <a:pt x="23" y="88"/>
                      <a:pt x="25" y="89"/>
                    </a:cubicBezTo>
                    <a:cubicBezTo>
                      <a:pt x="23" y="88"/>
                      <a:pt x="23" y="88"/>
                      <a:pt x="23" y="88"/>
                    </a:cubicBezTo>
                    <a:cubicBezTo>
                      <a:pt x="25" y="88"/>
                      <a:pt x="25" y="88"/>
                      <a:pt x="25" y="86"/>
                    </a:cubicBezTo>
                    <a:cubicBezTo>
                      <a:pt x="24" y="87"/>
                      <a:pt x="23" y="86"/>
                      <a:pt x="22" y="86"/>
                    </a:cubicBezTo>
                    <a:cubicBezTo>
                      <a:pt x="20" y="86"/>
                      <a:pt x="22" y="86"/>
                      <a:pt x="21" y="85"/>
                    </a:cubicBezTo>
                    <a:cubicBezTo>
                      <a:pt x="24" y="86"/>
                      <a:pt x="24" y="86"/>
                      <a:pt x="24" y="86"/>
                    </a:cubicBezTo>
                    <a:cubicBezTo>
                      <a:pt x="27" y="86"/>
                      <a:pt x="25" y="85"/>
                      <a:pt x="25" y="84"/>
                    </a:cubicBezTo>
                    <a:cubicBezTo>
                      <a:pt x="24" y="83"/>
                      <a:pt x="24" y="83"/>
                      <a:pt x="24" y="83"/>
                    </a:cubicBezTo>
                    <a:cubicBezTo>
                      <a:pt x="27" y="83"/>
                      <a:pt x="24" y="82"/>
                      <a:pt x="25" y="82"/>
                    </a:cubicBezTo>
                    <a:cubicBezTo>
                      <a:pt x="24" y="82"/>
                      <a:pt x="22" y="81"/>
                      <a:pt x="22" y="80"/>
                    </a:cubicBezTo>
                    <a:cubicBezTo>
                      <a:pt x="20" y="79"/>
                      <a:pt x="25" y="81"/>
                      <a:pt x="26" y="81"/>
                    </a:cubicBezTo>
                    <a:cubicBezTo>
                      <a:pt x="25" y="80"/>
                      <a:pt x="25" y="80"/>
                      <a:pt x="25" y="80"/>
                    </a:cubicBezTo>
                    <a:cubicBezTo>
                      <a:pt x="25" y="80"/>
                      <a:pt x="25" y="80"/>
                      <a:pt x="25" y="80"/>
                    </a:cubicBezTo>
                    <a:cubicBezTo>
                      <a:pt x="24" y="80"/>
                      <a:pt x="24" y="79"/>
                      <a:pt x="25" y="79"/>
                    </a:cubicBezTo>
                    <a:cubicBezTo>
                      <a:pt x="25" y="79"/>
                      <a:pt x="25" y="79"/>
                      <a:pt x="25" y="79"/>
                    </a:cubicBezTo>
                    <a:cubicBezTo>
                      <a:pt x="25" y="79"/>
                      <a:pt x="26" y="79"/>
                      <a:pt x="26" y="79"/>
                    </a:cubicBezTo>
                    <a:cubicBezTo>
                      <a:pt x="24" y="78"/>
                      <a:pt x="26" y="78"/>
                      <a:pt x="24" y="78"/>
                    </a:cubicBezTo>
                    <a:cubicBezTo>
                      <a:pt x="25" y="78"/>
                      <a:pt x="25" y="78"/>
                      <a:pt x="25" y="78"/>
                    </a:cubicBezTo>
                    <a:cubicBezTo>
                      <a:pt x="23" y="77"/>
                      <a:pt x="23" y="77"/>
                      <a:pt x="23" y="77"/>
                    </a:cubicBezTo>
                    <a:cubicBezTo>
                      <a:pt x="24" y="77"/>
                      <a:pt x="24" y="77"/>
                      <a:pt x="24" y="77"/>
                    </a:cubicBezTo>
                    <a:cubicBezTo>
                      <a:pt x="26" y="78"/>
                      <a:pt x="26" y="78"/>
                      <a:pt x="26" y="78"/>
                    </a:cubicBezTo>
                    <a:cubicBezTo>
                      <a:pt x="27" y="78"/>
                      <a:pt x="25" y="77"/>
                      <a:pt x="24" y="77"/>
                    </a:cubicBezTo>
                    <a:cubicBezTo>
                      <a:pt x="23" y="76"/>
                      <a:pt x="24" y="77"/>
                      <a:pt x="25" y="77"/>
                    </a:cubicBezTo>
                    <a:cubicBezTo>
                      <a:pt x="26" y="77"/>
                      <a:pt x="25" y="77"/>
                      <a:pt x="25" y="77"/>
                    </a:cubicBezTo>
                    <a:cubicBezTo>
                      <a:pt x="26" y="78"/>
                      <a:pt x="25" y="77"/>
                      <a:pt x="26" y="77"/>
                    </a:cubicBezTo>
                    <a:cubicBezTo>
                      <a:pt x="26" y="77"/>
                      <a:pt x="24" y="77"/>
                      <a:pt x="25" y="77"/>
                    </a:cubicBezTo>
                    <a:cubicBezTo>
                      <a:pt x="25" y="76"/>
                      <a:pt x="25" y="76"/>
                      <a:pt x="26" y="76"/>
                    </a:cubicBezTo>
                    <a:cubicBezTo>
                      <a:pt x="26" y="76"/>
                      <a:pt x="26" y="76"/>
                      <a:pt x="25" y="75"/>
                    </a:cubicBezTo>
                    <a:cubicBezTo>
                      <a:pt x="25" y="76"/>
                      <a:pt x="24" y="76"/>
                      <a:pt x="23" y="75"/>
                    </a:cubicBezTo>
                    <a:cubicBezTo>
                      <a:pt x="23" y="75"/>
                      <a:pt x="23" y="75"/>
                      <a:pt x="23" y="75"/>
                    </a:cubicBezTo>
                    <a:cubicBezTo>
                      <a:pt x="24" y="75"/>
                      <a:pt x="24" y="75"/>
                      <a:pt x="24" y="75"/>
                    </a:cubicBezTo>
                    <a:cubicBezTo>
                      <a:pt x="23" y="75"/>
                      <a:pt x="24" y="75"/>
                      <a:pt x="22" y="75"/>
                    </a:cubicBezTo>
                    <a:cubicBezTo>
                      <a:pt x="25" y="75"/>
                      <a:pt x="25" y="75"/>
                      <a:pt x="25" y="75"/>
                    </a:cubicBezTo>
                    <a:cubicBezTo>
                      <a:pt x="23" y="74"/>
                      <a:pt x="23" y="74"/>
                      <a:pt x="23" y="74"/>
                    </a:cubicBezTo>
                    <a:cubicBezTo>
                      <a:pt x="25" y="74"/>
                      <a:pt x="27" y="75"/>
                      <a:pt x="27" y="75"/>
                    </a:cubicBezTo>
                    <a:cubicBezTo>
                      <a:pt x="26" y="74"/>
                      <a:pt x="26" y="74"/>
                      <a:pt x="26" y="74"/>
                    </a:cubicBezTo>
                    <a:cubicBezTo>
                      <a:pt x="26" y="73"/>
                      <a:pt x="26" y="74"/>
                      <a:pt x="27" y="74"/>
                    </a:cubicBezTo>
                    <a:cubicBezTo>
                      <a:pt x="28" y="73"/>
                      <a:pt x="22" y="72"/>
                      <a:pt x="24" y="72"/>
                    </a:cubicBezTo>
                    <a:cubicBezTo>
                      <a:pt x="26" y="72"/>
                      <a:pt x="26" y="72"/>
                      <a:pt x="27" y="72"/>
                    </a:cubicBezTo>
                    <a:cubicBezTo>
                      <a:pt x="27" y="72"/>
                      <a:pt x="26" y="72"/>
                      <a:pt x="26" y="72"/>
                    </a:cubicBezTo>
                    <a:cubicBezTo>
                      <a:pt x="25" y="72"/>
                      <a:pt x="27" y="72"/>
                      <a:pt x="26" y="72"/>
                    </a:cubicBezTo>
                    <a:cubicBezTo>
                      <a:pt x="25" y="72"/>
                      <a:pt x="25" y="72"/>
                      <a:pt x="25" y="72"/>
                    </a:cubicBezTo>
                    <a:cubicBezTo>
                      <a:pt x="29" y="72"/>
                      <a:pt x="26" y="70"/>
                      <a:pt x="28" y="70"/>
                    </a:cubicBezTo>
                    <a:cubicBezTo>
                      <a:pt x="26" y="69"/>
                      <a:pt x="28" y="69"/>
                      <a:pt x="27" y="69"/>
                    </a:cubicBezTo>
                    <a:cubicBezTo>
                      <a:pt x="29" y="70"/>
                      <a:pt x="27" y="68"/>
                      <a:pt x="28" y="69"/>
                    </a:cubicBezTo>
                    <a:cubicBezTo>
                      <a:pt x="26" y="68"/>
                      <a:pt x="26" y="68"/>
                      <a:pt x="26" y="68"/>
                    </a:cubicBezTo>
                    <a:cubicBezTo>
                      <a:pt x="27" y="68"/>
                      <a:pt x="22" y="66"/>
                      <a:pt x="25" y="67"/>
                    </a:cubicBezTo>
                    <a:cubicBezTo>
                      <a:pt x="26" y="67"/>
                      <a:pt x="27" y="67"/>
                      <a:pt x="27" y="68"/>
                    </a:cubicBezTo>
                    <a:cubicBezTo>
                      <a:pt x="30" y="68"/>
                      <a:pt x="25" y="66"/>
                      <a:pt x="29" y="67"/>
                    </a:cubicBezTo>
                    <a:cubicBezTo>
                      <a:pt x="28" y="66"/>
                      <a:pt x="26" y="66"/>
                      <a:pt x="25" y="65"/>
                    </a:cubicBezTo>
                    <a:cubicBezTo>
                      <a:pt x="26" y="65"/>
                      <a:pt x="28" y="65"/>
                      <a:pt x="28" y="65"/>
                    </a:cubicBezTo>
                    <a:cubicBezTo>
                      <a:pt x="28" y="65"/>
                      <a:pt x="27" y="65"/>
                      <a:pt x="28" y="65"/>
                    </a:cubicBezTo>
                    <a:cubicBezTo>
                      <a:pt x="28" y="65"/>
                      <a:pt x="28" y="65"/>
                      <a:pt x="29" y="65"/>
                    </a:cubicBezTo>
                    <a:cubicBezTo>
                      <a:pt x="30" y="65"/>
                      <a:pt x="28" y="64"/>
                      <a:pt x="28" y="64"/>
                    </a:cubicBezTo>
                    <a:cubicBezTo>
                      <a:pt x="30" y="64"/>
                      <a:pt x="29" y="63"/>
                      <a:pt x="30" y="63"/>
                    </a:cubicBezTo>
                    <a:cubicBezTo>
                      <a:pt x="28" y="62"/>
                      <a:pt x="31" y="63"/>
                      <a:pt x="28" y="62"/>
                    </a:cubicBezTo>
                    <a:cubicBezTo>
                      <a:pt x="29" y="62"/>
                      <a:pt x="29" y="62"/>
                      <a:pt x="29" y="62"/>
                    </a:cubicBezTo>
                    <a:cubicBezTo>
                      <a:pt x="28" y="62"/>
                      <a:pt x="26" y="61"/>
                      <a:pt x="26" y="61"/>
                    </a:cubicBezTo>
                    <a:cubicBezTo>
                      <a:pt x="28" y="61"/>
                      <a:pt x="28" y="61"/>
                      <a:pt x="28" y="61"/>
                    </a:cubicBezTo>
                    <a:cubicBezTo>
                      <a:pt x="30" y="62"/>
                      <a:pt x="29" y="61"/>
                      <a:pt x="30" y="61"/>
                    </a:cubicBezTo>
                    <a:cubicBezTo>
                      <a:pt x="28" y="61"/>
                      <a:pt x="30" y="61"/>
                      <a:pt x="28" y="61"/>
                    </a:cubicBezTo>
                    <a:cubicBezTo>
                      <a:pt x="28" y="60"/>
                      <a:pt x="28" y="60"/>
                      <a:pt x="28" y="60"/>
                    </a:cubicBezTo>
                    <a:cubicBezTo>
                      <a:pt x="27" y="60"/>
                      <a:pt x="27" y="60"/>
                      <a:pt x="27" y="59"/>
                    </a:cubicBezTo>
                    <a:cubicBezTo>
                      <a:pt x="27" y="59"/>
                      <a:pt x="29" y="60"/>
                      <a:pt x="29" y="60"/>
                    </a:cubicBezTo>
                    <a:cubicBezTo>
                      <a:pt x="30" y="60"/>
                      <a:pt x="29" y="60"/>
                      <a:pt x="29" y="59"/>
                    </a:cubicBezTo>
                    <a:cubicBezTo>
                      <a:pt x="29" y="59"/>
                      <a:pt x="29" y="59"/>
                      <a:pt x="28"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30" y="59"/>
                    </a:cubicBezTo>
                    <a:cubicBezTo>
                      <a:pt x="31" y="59"/>
                      <a:pt x="31" y="59"/>
                      <a:pt x="31" y="59"/>
                    </a:cubicBezTo>
                    <a:cubicBezTo>
                      <a:pt x="31" y="59"/>
                      <a:pt x="30" y="58"/>
                      <a:pt x="29" y="58"/>
                    </a:cubicBezTo>
                    <a:cubicBezTo>
                      <a:pt x="30" y="58"/>
                      <a:pt x="29" y="56"/>
                      <a:pt x="28" y="56"/>
                    </a:cubicBezTo>
                    <a:cubicBezTo>
                      <a:pt x="28" y="56"/>
                      <a:pt x="30" y="56"/>
                      <a:pt x="29" y="56"/>
                    </a:cubicBezTo>
                    <a:cubicBezTo>
                      <a:pt x="29" y="56"/>
                      <a:pt x="27" y="55"/>
                      <a:pt x="28" y="55"/>
                    </a:cubicBezTo>
                    <a:cubicBezTo>
                      <a:pt x="28" y="55"/>
                      <a:pt x="30" y="55"/>
                      <a:pt x="30" y="55"/>
                    </a:cubicBezTo>
                    <a:cubicBezTo>
                      <a:pt x="30" y="55"/>
                      <a:pt x="28" y="55"/>
                      <a:pt x="28" y="55"/>
                    </a:cubicBezTo>
                    <a:cubicBezTo>
                      <a:pt x="31" y="55"/>
                      <a:pt x="27" y="53"/>
                      <a:pt x="29" y="53"/>
                    </a:cubicBezTo>
                    <a:cubicBezTo>
                      <a:pt x="29" y="53"/>
                      <a:pt x="30" y="53"/>
                      <a:pt x="30" y="53"/>
                    </a:cubicBezTo>
                    <a:cubicBezTo>
                      <a:pt x="30" y="53"/>
                      <a:pt x="29" y="52"/>
                      <a:pt x="27" y="51"/>
                    </a:cubicBezTo>
                    <a:cubicBezTo>
                      <a:pt x="29" y="52"/>
                      <a:pt x="29" y="52"/>
                      <a:pt x="29" y="52"/>
                    </a:cubicBezTo>
                    <a:cubicBezTo>
                      <a:pt x="29" y="51"/>
                      <a:pt x="29" y="51"/>
                      <a:pt x="27" y="50"/>
                    </a:cubicBezTo>
                    <a:cubicBezTo>
                      <a:pt x="27" y="51"/>
                      <a:pt x="28" y="51"/>
                      <a:pt x="28" y="51"/>
                    </a:cubicBezTo>
                    <a:cubicBezTo>
                      <a:pt x="27" y="51"/>
                      <a:pt x="25" y="50"/>
                      <a:pt x="26" y="50"/>
                    </a:cubicBezTo>
                    <a:cubicBezTo>
                      <a:pt x="26" y="50"/>
                      <a:pt x="26" y="50"/>
                      <a:pt x="26" y="50"/>
                    </a:cubicBezTo>
                    <a:cubicBezTo>
                      <a:pt x="26" y="50"/>
                      <a:pt x="25" y="49"/>
                      <a:pt x="25" y="49"/>
                    </a:cubicBezTo>
                    <a:cubicBezTo>
                      <a:pt x="26" y="49"/>
                      <a:pt x="26" y="49"/>
                      <a:pt x="27" y="49"/>
                    </a:cubicBezTo>
                    <a:cubicBezTo>
                      <a:pt x="29" y="50"/>
                      <a:pt x="28" y="49"/>
                      <a:pt x="29" y="49"/>
                    </a:cubicBezTo>
                    <a:cubicBezTo>
                      <a:pt x="27" y="48"/>
                      <a:pt x="27" y="48"/>
                      <a:pt x="27" y="48"/>
                    </a:cubicBezTo>
                    <a:cubicBezTo>
                      <a:pt x="26" y="48"/>
                      <a:pt x="29" y="49"/>
                      <a:pt x="29" y="48"/>
                    </a:cubicBezTo>
                    <a:cubicBezTo>
                      <a:pt x="24" y="47"/>
                      <a:pt x="24" y="47"/>
                      <a:pt x="24" y="47"/>
                    </a:cubicBezTo>
                    <a:cubicBezTo>
                      <a:pt x="24" y="47"/>
                      <a:pt x="26" y="47"/>
                      <a:pt x="27" y="47"/>
                    </a:cubicBezTo>
                    <a:cubicBezTo>
                      <a:pt x="27" y="47"/>
                      <a:pt x="24" y="46"/>
                      <a:pt x="22" y="45"/>
                    </a:cubicBezTo>
                    <a:cubicBezTo>
                      <a:pt x="23" y="45"/>
                      <a:pt x="22" y="44"/>
                      <a:pt x="22" y="44"/>
                    </a:cubicBezTo>
                    <a:cubicBezTo>
                      <a:pt x="23" y="44"/>
                      <a:pt x="22" y="44"/>
                      <a:pt x="23" y="44"/>
                    </a:cubicBezTo>
                    <a:cubicBezTo>
                      <a:pt x="25" y="44"/>
                      <a:pt x="25" y="44"/>
                      <a:pt x="25" y="44"/>
                    </a:cubicBezTo>
                    <a:cubicBezTo>
                      <a:pt x="25" y="45"/>
                      <a:pt x="27" y="45"/>
                      <a:pt x="28" y="45"/>
                    </a:cubicBezTo>
                    <a:cubicBezTo>
                      <a:pt x="27" y="45"/>
                      <a:pt x="28" y="44"/>
                      <a:pt x="29" y="44"/>
                    </a:cubicBezTo>
                    <a:cubicBezTo>
                      <a:pt x="26" y="44"/>
                      <a:pt x="27" y="43"/>
                      <a:pt x="25" y="42"/>
                    </a:cubicBezTo>
                    <a:cubicBezTo>
                      <a:pt x="24" y="42"/>
                      <a:pt x="27" y="43"/>
                      <a:pt x="28" y="43"/>
                    </a:cubicBezTo>
                    <a:cubicBezTo>
                      <a:pt x="27" y="42"/>
                      <a:pt x="27" y="41"/>
                      <a:pt x="27" y="41"/>
                    </a:cubicBezTo>
                    <a:cubicBezTo>
                      <a:pt x="28" y="41"/>
                      <a:pt x="28" y="41"/>
                      <a:pt x="28" y="41"/>
                    </a:cubicBezTo>
                    <a:cubicBezTo>
                      <a:pt x="27" y="40"/>
                      <a:pt x="28" y="40"/>
                      <a:pt x="26" y="39"/>
                    </a:cubicBezTo>
                    <a:cubicBezTo>
                      <a:pt x="27" y="39"/>
                      <a:pt x="27" y="39"/>
                      <a:pt x="27" y="39"/>
                    </a:cubicBezTo>
                    <a:cubicBezTo>
                      <a:pt x="28" y="39"/>
                      <a:pt x="24" y="38"/>
                      <a:pt x="26" y="38"/>
                    </a:cubicBezTo>
                    <a:cubicBezTo>
                      <a:pt x="27" y="39"/>
                      <a:pt x="27" y="39"/>
                      <a:pt x="27" y="39"/>
                    </a:cubicBezTo>
                    <a:cubicBezTo>
                      <a:pt x="26" y="38"/>
                      <a:pt x="28" y="38"/>
                      <a:pt x="26" y="37"/>
                    </a:cubicBezTo>
                    <a:cubicBezTo>
                      <a:pt x="27" y="37"/>
                      <a:pt x="27" y="38"/>
                      <a:pt x="28" y="38"/>
                    </a:cubicBezTo>
                    <a:cubicBezTo>
                      <a:pt x="27" y="37"/>
                      <a:pt x="27" y="37"/>
                      <a:pt x="26" y="36"/>
                    </a:cubicBezTo>
                    <a:cubicBezTo>
                      <a:pt x="28" y="37"/>
                      <a:pt x="28" y="37"/>
                      <a:pt x="28" y="37"/>
                    </a:cubicBezTo>
                    <a:cubicBezTo>
                      <a:pt x="29" y="37"/>
                      <a:pt x="26" y="36"/>
                      <a:pt x="27" y="36"/>
                    </a:cubicBezTo>
                    <a:cubicBezTo>
                      <a:pt x="27" y="36"/>
                      <a:pt x="28" y="36"/>
                      <a:pt x="28" y="36"/>
                    </a:cubicBezTo>
                    <a:cubicBezTo>
                      <a:pt x="27" y="35"/>
                      <a:pt x="27" y="35"/>
                      <a:pt x="27" y="35"/>
                    </a:cubicBezTo>
                    <a:cubicBezTo>
                      <a:pt x="29" y="35"/>
                      <a:pt x="29" y="35"/>
                      <a:pt x="29" y="35"/>
                    </a:cubicBezTo>
                    <a:cubicBezTo>
                      <a:pt x="29" y="33"/>
                      <a:pt x="30" y="31"/>
                      <a:pt x="28" y="29"/>
                    </a:cubicBezTo>
                    <a:cubicBezTo>
                      <a:pt x="31" y="29"/>
                      <a:pt x="30" y="30"/>
                      <a:pt x="31" y="30"/>
                    </a:cubicBezTo>
                    <a:cubicBezTo>
                      <a:pt x="29" y="29"/>
                      <a:pt x="31" y="29"/>
                      <a:pt x="30" y="29"/>
                    </a:cubicBezTo>
                    <a:cubicBezTo>
                      <a:pt x="30" y="29"/>
                      <a:pt x="30" y="29"/>
                      <a:pt x="30" y="29"/>
                    </a:cubicBezTo>
                    <a:cubicBezTo>
                      <a:pt x="30" y="28"/>
                      <a:pt x="31" y="28"/>
                      <a:pt x="31" y="28"/>
                    </a:cubicBezTo>
                    <a:cubicBezTo>
                      <a:pt x="30" y="28"/>
                      <a:pt x="30" y="28"/>
                      <a:pt x="30" y="28"/>
                    </a:cubicBezTo>
                    <a:cubicBezTo>
                      <a:pt x="29" y="27"/>
                      <a:pt x="33" y="28"/>
                      <a:pt x="30" y="27"/>
                    </a:cubicBezTo>
                    <a:cubicBezTo>
                      <a:pt x="32" y="27"/>
                      <a:pt x="32" y="27"/>
                      <a:pt x="32" y="27"/>
                    </a:cubicBezTo>
                    <a:cubicBezTo>
                      <a:pt x="30" y="26"/>
                      <a:pt x="33" y="27"/>
                      <a:pt x="31" y="26"/>
                    </a:cubicBezTo>
                    <a:cubicBezTo>
                      <a:pt x="31" y="26"/>
                      <a:pt x="31" y="26"/>
                      <a:pt x="31" y="26"/>
                    </a:cubicBezTo>
                    <a:cubicBezTo>
                      <a:pt x="33" y="26"/>
                      <a:pt x="29" y="25"/>
                      <a:pt x="31" y="25"/>
                    </a:cubicBezTo>
                    <a:cubicBezTo>
                      <a:pt x="31" y="25"/>
                      <a:pt x="30" y="24"/>
                      <a:pt x="28" y="24"/>
                    </a:cubicBezTo>
                    <a:cubicBezTo>
                      <a:pt x="31" y="24"/>
                      <a:pt x="31" y="24"/>
                      <a:pt x="31" y="24"/>
                    </a:cubicBezTo>
                    <a:cubicBezTo>
                      <a:pt x="30" y="23"/>
                      <a:pt x="31" y="21"/>
                      <a:pt x="29" y="19"/>
                    </a:cubicBezTo>
                    <a:cubicBezTo>
                      <a:pt x="30" y="20"/>
                      <a:pt x="30" y="20"/>
                      <a:pt x="30" y="20"/>
                    </a:cubicBezTo>
                    <a:cubicBezTo>
                      <a:pt x="28" y="18"/>
                      <a:pt x="33" y="19"/>
                      <a:pt x="29" y="17"/>
                    </a:cubicBezTo>
                    <a:cubicBezTo>
                      <a:pt x="27" y="16"/>
                      <a:pt x="27" y="16"/>
                      <a:pt x="27" y="16"/>
                    </a:cubicBezTo>
                    <a:cubicBezTo>
                      <a:pt x="30" y="17"/>
                      <a:pt x="30" y="17"/>
                      <a:pt x="30" y="17"/>
                    </a:cubicBezTo>
                    <a:cubicBezTo>
                      <a:pt x="29" y="16"/>
                      <a:pt x="30" y="16"/>
                      <a:pt x="28" y="15"/>
                    </a:cubicBezTo>
                    <a:cubicBezTo>
                      <a:pt x="30" y="16"/>
                      <a:pt x="30" y="16"/>
                      <a:pt x="30" y="16"/>
                    </a:cubicBezTo>
                    <a:cubicBezTo>
                      <a:pt x="30" y="15"/>
                      <a:pt x="28" y="14"/>
                      <a:pt x="28" y="14"/>
                    </a:cubicBezTo>
                    <a:cubicBezTo>
                      <a:pt x="29" y="14"/>
                      <a:pt x="29" y="14"/>
                      <a:pt x="29" y="14"/>
                    </a:cubicBezTo>
                    <a:cubicBezTo>
                      <a:pt x="33" y="14"/>
                      <a:pt x="36" y="12"/>
                      <a:pt x="32" y="9"/>
                    </a:cubicBezTo>
                    <a:cubicBezTo>
                      <a:pt x="32" y="9"/>
                      <a:pt x="35" y="10"/>
                      <a:pt x="34" y="10"/>
                    </a:cubicBezTo>
                    <a:cubicBezTo>
                      <a:pt x="32" y="7"/>
                      <a:pt x="37" y="7"/>
                      <a:pt x="33" y="4"/>
                    </a:cubicBezTo>
                    <a:cubicBezTo>
                      <a:pt x="32" y="2"/>
                      <a:pt x="26" y="0"/>
                      <a:pt x="26" y="0"/>
                    </a:cubicBezTo>
                    <a:cubicBezTo>
                      <a:pt x="28" y="3"/>
                      <a:pt x="24" y="5"/>
                      <a:pt x="21" y="7"/>
                    </a:cubicBezTo>
                    <a:cubicBezTo>
                      <a:pt x="21" y="8"/>
                      <a:pt x="21" y="9"/>
                      <a:pt x="20" y="10"/>
                    </a:cubicBezTo>
                    <a:cubicBezTo>
                      <a:pt x="20" y="13"/>
                      <a:pt x="14" y="16"/>
                      <a:pt x="15" y="20"/>
                    </a:cubicBezTo>
                    <a:cubicBezTo>
                      <a:pt x="16" y="20"/>
                      <a:pt x="17" y="21"/>
                      <a:pt x="17" y="21"/>
                    </a:cubicBezTo>
                    <a:cubicBezTo>
                      <a:pt x="16" y="21"/>
                      <a:pt x="16" y="21"/>
                      <a:pt x="16" y="21"/>
                    </a:cubicBezTo>
                    <a:cubicBezTo>
                      <a:pt x="18" y="21"/>
                      <a:pt x="18" y="21"/>
                      <a:pt x="18" y="21"/>
                    </a:cubicBezTo>
                    <a:cubicBezTo>
                      <a:pt x="18" y="22"/>
                      <a:pt x="16" y="21"/>
                      <a:pt x="16" y="21"/>
                    </a:cubicBezTo>
                    <a:cubicBezTo>
                      <a:pt x="15" y="22"/>
                      <a:pt x="16" y="24"/>
                      <a:pt x="15" y="25"/>
                    </a:cubicBezTo>
                    <a:cubicBezTo>
                      <a:pt x="17" y="25"/>
                      <a:pt x="15" y="26"/>
                      <a:pt x="17" y="26"/>
                    </a:cubicBezTo>
                    <a:cubicBezTo>
                      <a:pt x="16" y="26"/>
                      <a:pt x="16" y="26"/>
                      <a:pt x="16" y="26"/>
                    </a:cubicBezTo>
                    <a:cubicBezTo>
                      <a:pt x="17" y="27"/>
                      <a:pt x="17" y="27"/>
                      <a:pt x="14" y="28"/>
                    </a:cubicBezTo>
                    <a:cubicBezTo>
                      <a:pt x="12" y="31"/>
                      <a:pt x="12" y="35"/>
                      <a:pt x="11" y="38"/>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5" name="Freeform 116"/>
              <p:cNvSpPr/>
              <p:nvPr/>
            </p:nvSpPr>
            <p:spPr bwMode="auto">
              <a:xfrm>
                <a:off x="3914" y="130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6" name="Freeform 117"/>
              <p:cNvSpPr/>
              <p:nvPr/>
            </p:nvSpPr>
            <p:spPr bwMode="auto">
              <a:xfrm>
                <a:off x="3364" y="24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7" name="Freeform 118"/>
              <p:cNvSpPr/>
              <p:nvPr/>
            </p:nvSpPr>
            <p:spPr bwMode="auto">
              <a:xfrm>
                <a:off x="3920" y="1403"/>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8" name="Freeform 119"/>
              <p:cNvSpPr/>
              <p:nvPr/>
            </p:nvSpPr>
            <p:spPr bwMode="auto">
              <a:xfrm>
                <a:off x="3918" y="1401"/>
                <a:ext cx="4"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2"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9" name="Freeform 120"/>
              <p:cNvSpPr/>
              <p:nvPr/>
            </p:nvSpPr>
            <p:spPr bwMode="auto">
              <a:xfrm>
                <a:off x="3920" y="1411"/>
                <a:ext cx="4"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0" name="Freeform 121"/>
              <p:cNvSpPr/>
              <p:nvPr/>
            </p:nvSpPr>
            <p:spPr bwMode="auto">
              <a:xfrm>
                <a:off x="3477" y="150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1" name="Freeform 122"/>
              <p:cNvSpPr/>
              <p:nvPr/>
            </p:nvSpPr>
            <p:spPr bwMode="auto">
              <a:xfrm>
                <a:off x="3453" y="145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2" name="Freeform 123"/>
              <p:cNvSpPr/>
              <p:nvPr/>
            </p:nvSpPr>
            <p:spPr bwMode="auto">
              <a:xfrm>
                <a:off x="3477" y="142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3" name="Freeform 124"/>
              <p:cNvSpPr/>
              <p:nvPr/>
            </p:nvSpPr>
            <p:spPr bwMode="auto">
              <a:xfrm>
                <a:off x="4603" y="18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4" name="Freeform 125"/>
              <p:cNvSpPr/>
              <p:nvPr/>
            </p:nvSpPr>
            <p:spPr bwMode="auto">
              <a:xfrm>
                <a:off x="3540" y="1530"/>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0"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5" name="Rectangle 126"/>
              <p:cNvSpPr>
                <a:spLocks noChangeArrowheads="1"/>
              </p:cNvSpPr>
              <p:nvPr/>
            </p:nvSpPr>
            <p:spPr bwMode="auto">
              <a:xfrm>
                <a:off x="3489" y="1441"/>
                <a:ext cx="2"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6" name="Freeform 127"/>
              <p:cNvSpPr/>
              <p:nvPr/>
            </p:nvSpPr>
            <p:spPr bwMode="auto">
              <a:xfrm>
                <a:off x="3375" y="1310"/>
                <a:ext cx="174" cy="269"/>
              </a:xfrm>
              <a:custGeom>
                <a:avLst/>
                <a:gdLst>
                  <a:gd name="T0" fmla="*/ 11 w 82"/>
                  <a:gd name="T1" fmla="*/ 27 h 127"/>
                  <a:gd name="T2" fmla="*/ 20 w 82"/>
                  <a:gd name="T3" fmla="*/ 47 h 127"/>
                  <a:gd name="T4" fmla="*/ 34 w 82"/>
                  <a:gd name="T5" fmla="*/ 60 h 127"/>
                  <a:gd name="T6" fmla="*/ 37 w 82"/>
                  <a:gd name="T7" fmla="*/ 68 h 127"/>
                  <a:gd name="T8" fmla="*/ 43 w 82"/>
                  <a:gd name="T9" fmla="*/ 80 h 127"/>
                  <a:gd name="T10" fmla="*/ 47 w 82"/>
                  <a:gd name="T11" fmla="*/ 89 h 127"/>
                  <a:gd name="T12" fmla="*/ 53 w 82"/>
                  <a:gd name="T13" fmla="*/ 94 h 127"/>
                  <a:gd name="T14" fmla="*/ 60 w 82"/>
                  <a:gd name="T15" fmla="*/ 105 h 127"/>
                  <a:gd name="T16" fmla="*/ 63 w 82"/>
                  <a:gd name="T17" fmla="*/ 111 h 127"/>
                  <a:gd name="T18" fmla="*/ 63 w 82"/>
                  <a:gd name="T19" fmla="*/ 121 h 127"/>
                  <a:gd name="T20" fmla="*/ 65 w 82"/>
                  <a:gd name="T21" fmla="*/ 124 h 127"/>
                  <a:gd name="T22" fmla="*/ 69 w 82"/>
                  <a:gd name="T23" fmla="*/ 126 h 127"/>
                  <a:gd name="T24" fmla="*/ 72 w 82"/>
                  <a:gd name="T25" fmla="*/ 126 h 127"/>
                  <a:gd name="T26" fmla="*/ 73 w 82"/>
                  <a:gd name="T27" fmla="*/ 123 h 127"/>
                  <a:gd name="T28" fmla="*/ 71 w 82"/>
                  <a:gd name="T29" fmla="*/ 118 h 127"/>
                  <a:gd name="T30" fmla="*/ 73 w 82"/>
                  <a:gd name="T31" fmla="*/ 112 h 127"/>
                  <a:gd name="T32" fmla="*/ 80 w 82"/>
                  <a:gd name="T33" fmla="*/ 112 h 127"/>
                  <a:gd name="T34" fmla="*/ 80 w 82"/>
                  <a:gd name="T35" fmla="*/ 109 h 127"/>
                  <a:gd name="T36" fmla="*/ 76 w 82"/>
                  <a:gd name="T37" fmla="*/ 108 h 127"/>
                  <a:gd name="T38" fmla="*/ 78 w 82"/>
                  <a:gd name="T39" fmla="*/ 107 h 127"/>
                  <a:gd name="T40" fmla="*/ 73 w 82"/>
                  <a:gd name="T41" fmla="*/ 105 h 127"/>
                  <a:gd name="T42" fmla="*/ 77 w 82"/>
                  <a:gd name="T43" fmla="*/ 102 h 127"/>
                  <a:gd name="T44" fmla="*/ 78 w 82"/>
                  <a:gd name="T45" fmla="*/ 100 h 127"/>
                  <a:gd name="T46" fmla="*/ 76 w 82"/>
                  <a:gd name="T47" fmla="*/ 100 h 127"/>
                  <a:gd name="T48" fmla="*/ 76 w 82"/>
                  <a:gd name="T49" fmla="*/ 96 h 127"/>
                  <a:gd name="T50" fmla="*/ 71 w 82"/>
                  <a:gd name="T51" fmla="*/ 96 h 127"/>
                  <a:gd name="T52" fmla="*/ 65 w 82"/>
                  <a:gd name="T53" fmla="*/ 95 h 127"/>
                  <a:gd name="T54" fmla="*/ 70 w 82"/>
                  <a:gd name="T55" fmla="*/ 92 h 127"/>
                  <a:gd name="T56" fmla="*/ 68 w 82"/>
                  <a:gd name="T57" fmla="*/ 86 h 127"/>
                  <a:gd name="T58" fmla="*/ 67 w 82"/>
                  <a:gd name="T59" fmla="*/ 84 h 127"/>
                  <a:gd name="T60" fmla="*/ 65 w 82"/>
                  <a:gd name="T61" fmla="*/ 81 h 127"/>
                  <a:gd name="T62" fmla="*/ 62 w 82"/>
                  <a:gd name="T63" fmla="*/ 75 h 127"/>
                  <a:gd name="T64" fmla="*/ 60 w 82"/>
                  <a:gd name="T65" fmla="*/ 73 h 127"/>
                  <a:gd name="T66" fmla="*/ 59 w 82"/>
                  <a:gd name="T67" fmla="*/ 72 h 127"/>
                  <a:gd name="T68" fmla="*/ 57 w 82"/>
                  <a:gd name="T69" fmla="*/ 71 h 127"/>
                  <a:gd name="T70" fmla="*/ 58 w 82"/>
                  <a:gd name="T71" fmla="*/ 68 h 127"/>
                  <a:gd name="T72" fmla="*/ 55 w 82"/>
                  <a:gd name="T73" fmla="*/ 67 h 127"/>
                  <a:gd name="T74" fmla="*/ 54 w 82"/>
                  <a:gd name="T75" fmla="*/ 62 h 127"/>
                  <a:gd name="T76" fmla="*/ 51 w 82"/>
                  <a:gd name="T77" fmla="*/ 58 h 127"/>
                  <a:gd name="T78" fmla="*/ 51 w 82"/>
                  <a:gd name="T79" fmla="*/ 54 h 127"/>
                  <a:gd name="T80" fmla="*/ 48 w 82"/>
                  <a:gd name="T81" fmla="*/ 53 h 127"/>
                  <a:gd name="T82" fmla="*/ 49 w 82"/>
                  <a:gd name="T83" fmla="*/ 53 h 127"/>
                  <a:gd name="T84" fmla="*/ 45 w 82"/>
                  <a:gd name="T85" fmla="*/ 50 h 127"/>
                  <a:gd name="T86" fmla="*/ 43 w 82"/>
                  <a:gd name="T87" fmla="*/ 46 h 127"/>
                  <a:gd name="T88" fmla="*/ 41 w 82"/>
                  <a:gd name="T89" fmla="*/ 44 h 127"/>
                  <a:gd name="T90" fmla="*/ 32 w 82"/>
                  <a:gd name="T91" fmla="*/ 44 h 127"/>
                  <a:gd name="T92" fmla="*/ 35 w 82"/>
                  <a:gd name="T93" fmla="*/ 39 h 127"/>
                  <a:gd name="T94" fmla="*/ 31 w 82"/>
                  <a:gd name="T95" fmla="*/ 36 h 127"/>
                  <a:gd name="T96" fmla="*/ 30 w 82"/>
                  <a:gd name="T97" fmla="*/ 32 h 127"/>
                  <a:gd name="T98" fmla="*/ 26 w 82"/>
                  <a:gd name="T99" fmla="*/ 24 h 127"/>
                  <a:gd name="T100" fmla="*/ 25 w 82"/>
                  <a:gd name="T101" fmla="*/ 21 h 127"/>
                  <a:gd name="T102" fmla="*/ 15 w 82"/>
                  <a:gd name="T103" fmla="*/ 15 h 127"/>
                  <a:gd name="T104" fmla="*/ 13 w 82"/>
                  <a:gd name="T105" fmla="*/ 1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 h="127">
                    <a:moveTo>
                      <a:pt x="1" y="12"/>
                    </a:moveTo>
                    <a:cubicBezTo>
                      <a:pt x="2" y="13"/>
                      <a:pt x="4" y="14"/>
                      <a:pt x="3" y="15"/>
                    </a:cubicBezTo>
                    <a:cubicBezTo>
                      <a:pt x="6" y="19"/>
                      <a:pt x="4" y="25"/>
                      <a:pt x="8" y="28"/>
                    </a:cubicBezTo>
                    <a:cubicBezTo>
                      <a:pt x="9" y="27"/>
                      <a:pt x="10" y="27"/>
                      <a:pt x="10" y="27"/>
                    </a:cubicBezTo>
                    <a:cubicBezTo>
                      <a:pt x="10" y="27"/>
                      <a:pt x="10" y="27"/>
                      <a:pt x="10" y="27"/>
                    </a:cubicBezTo>
                    <a:cubicBezTo>
                      <a:pt x="11" y="27"/>
                      <a:pt x="11" y="27"/>
                      <a:pt x="11" y="27"/>
                    </a:cubicBezTo>
                    <a:cubicBezTo>
                      <a:pt x="11" y="27"/>
                      <a:pt x="10" y="28"/>
                      <a:pt x="9" y="28"/>
                    </a:cubicBezTo>
                    <a:cubicBezTo>
                      <a:pt x="10" y="29"/>
                      <a:pt x="12" y="30"/>
                      <a:pt x="12" y="32"/>
                    </a:cubicBezTo>
                    <a:cubicBezTo>
                      <a:pt x="14" y="31"/>
                      <a:pt x="13" y="33"/>
                      <a:pt x="15" y="32"/>
                    </a:cubicBezTo>
                    <a:cubicBezTo>
                      <a:pt x="14" y="32"/>
                      <a:pt x="14" y="32"/>
                      <a:pt x="14" y="32"/>
                    </a:cubicBezTo>
                    <a:cubicBezTo>
                      <a:pt x="15" y="33"/>
                      <a:pt x="15" y="33"/>
                      <a:pt x="13" y="35"/>
                    </a:cubicBezTo>
                    <a:cubicBezTo>
                      <a:pt x="14" y="40"/>
                      <a:pt x="18" y="43"/>
                      <a:pt x="20" y="47"/>
                    </a:cubicBezTo>
                    <a:cubicBezTo>
                      <a:pt x="22" y="50"/>
                      <a:pt x="26" y="53"/>
                      <a:pt x="29" y="57"/>
                    </a:cubicBezTo>
                    <a:cubicBezTo>
                      <a:pt x="32" y="56"/>
                      <a:pt x="31" y="57"/>
                      <a:pt x="34" y="56"/>
                    </a:cubicBezTo>
                    <a:cubicBezTo>
                      <a:pt x="33" y="57"/>
                      <a:pt x="33" y="57"/>
                      <a:pt x="33" y="57"/>
                    </a:cubicBezTo>
                    <a:cubicBezTo>
                      <a:pt x="35" y="57"/>
                      <a:pt x="34" y="58"/>
                      <a:pt x="33" y="59"/>
                    </a:cubicBezTo>
                    <a:cubicBezTo>
                      <a:pt x="34" y="59"/>
                      <a:pt x="33" y="59"/>
                      <a:pt x="35" y="58"/>
                    </a:cubicBezTo>
                    <a:cubicBezTo>
                      <a:pt x="37" y="58"/>
                      <a:pt x="33" y="60"/>
                      <a:pt x="34" y="60"/>
                    </a:cubicBezTo>
                    <a:cubicBezTo>
                      <a:pt x="33" y="60"/>
                      <a:pt x="35" y="59"/>
                      <a:pt x="35" y="60"/>
                    </a:cubicBezTo>
                    <a:cubicBezTo>
                      <a:pt x="37" y="60"/>
                      <a:pt x="33" y="60"/>
                      <a:pt x="32" y="62"/>
                    </a:cubicBezTo>
                    <a:cubicBezTo>
                      <a:pt x="34" y="64"/>
                      <a:pt x="37" y="65"/>
                      <a:pt x="37" y="67"/>
                    </a:cubicBezTo>
                    <a:cubicBezTo>
                      <a:pt x="37" y="67"/>
                      <a:pt x="38" y="66"/>
                      <a:pt x="38" y="66"/>
                    </a:cubicBezTo>
                    <a:cubicBezTo>
                      <a:pt x="35" y="68"/>
                      <a:pt x="39" y="66"/>
                      <a:pt x="38" y="67"/>
                    </a:cubicBezTo>
                    <a:cubicBezTo>
                      <a:pt x="37" y="68"/>
                      <a:pt x="37" y="68"/>
                      <a:pt x="37" y="68"/>
                    </a:cubicBezTo>
                    <a:cubicBezTo>
                      <a:pt x="36" y="69"/>
                      <a:pt x="39" y="69"/>
                      <a:pt x="38" y="70"/>
                    </a:cubicBezTo>
                    <a:cubicBezTo>
                      <a:pt x="39" y="70"/>
                      <a:pt x="37" y="72"/>
                      <a:pt x="39" y="72"/>
                    </a:cubicBezTo>
                    <a:cubicBezTo>
                      <a:pt x="38" y="72"/>
                      <a:pt x="38" y="73"/>
                      <a:pt x="38" y="73"/>
                    </a:cubicBezTo>
                    <a:cubicBezTo>
                      <a:pt x="41" y="72"/>
                      <a:pt x="37" y="75"/>
                      <a:pt x="40" y="74"/>
                    </a:cubicBezTo>
                    <a:cubicBezTo>
                      <a:pt x="39" y="75"/>
                      <a:pt x="39" y="75"/>
                      <a:pt x="39" y="75"/>
                    </a:cubicBezTo>
                    <a:cubicBezTo>
                      <a:pt x="41" y="76"/>
                      <a:pt x="41" y="79"/>
                      <a:pt x="43" y="80"/>
                    </a:cubicBezTo>
                    <a:cubicBezTo>
                      <a:pt x="44" y="81"/>
                      <a:pt x="42" y="84"/>
                      <a:pt x="44" y="84"/>
                    </a:cubicBezTo>
                    <a:cubicBezTo>
                      <a:pt x="46" y="84"/>
                      <a:pt x="46" y="84"/>
                      <a:pt x="46" y="84"/>
                    </a:cubicBezTo>
                    <a:cubicBezTo>
                      <a:pt x="46" y="84"/>
                      <a:pt x="45" y="84"/>
                      <a:pt x="44" y="84"/>
                    </a:cubicBezTo>
                    <a:cubicBezTo>
                      <a:pt x="46" y="84"/>
                      <a:pt x="45" y="86"/>
                      <a:pt x="45" y="87"/>
                    </a:cubicBezTo>
                    <a:cubicBezTo>
                      <a:pt x="46" y="87"/>
                      <a:pt x="46" y="87"/>
                      <a:pt x="47" y="86"/>
                    </a:cubicBezTo>
                    <a:cubicBezTo>
                      <a:pt x="45" y="88"/>
                      <a:pt x="48" y="88"/>
                      <a:pt x="47" y="89"/>
                    </a:cubicBezTo>
                    <a:cubicBezTo>
                      <a:pt x="50" y="88"/>
                      <a:pt x="49" y="89"/>
                      <a:pt x="50" y="89"/>
                    </a:cubicBezTo>
                    <a:cubicBezTo>
                      <a:pt x="50" y="89"/>
                      <a:pt x="49" y="90"/>
                      <a:pt x="48" y="90"/>
                    </a:cubicBezTo>
                    <a:cubicBezTo>
                      <a:pt x="49" y="91"/>
                      <a:pt x="49" y="91"/>
                      <a:pt x="49" y="92"/>
                    </a:cubicBezTo>
                    <a:cubicBezTo>
                      <a:pt x="49" y="92"/>
                      <a:pt x="51" y="92"/>
                      <a:pt x="51" y="92"/>
                    </a:cubicBezTo>
                    <a:cubicBezTo>
                      <a:pt x="49" y="93"/>
                      <a:pt x="51" y="93"/>
                      <a:pt x="50" y="94"/>
                    </a:cubicBezTo>
                    <a:cubicBezTo>
                      <a:pt x="52" y="93"/>
                      <a:pt x="54" y="93"/>
                      <a:pt x="53" y="94"/>
                    </a:cubicBezTo>
                    <a:cubicBezTo>
                      <a:pt x="51" y="95"/>
                      <a:pt x="51" y="95"/>
                      <a:pt x="51" y="95"/>
                    </a:cubicBezTo>
                    <a:cubicBezTo>
                      <a:pt x="53" y="95"/>
                      <a:pt x="51" y="98"/>
                      <a:pt x="55" y="99"/>
                    </a:cubicBezTo>
                    <a:cubicBezTo>
                      <a:pt x="53" y="99"/>
                      <a:pt x="53" y="99"/>
                      <a:pt x="53" y="99"/>
                    </a:cubicBezTo>
                    <a:cubicBezTo>
                      <a:pt x="56" y="100"/>
                      <a:pt x="54" y="103"/>
                      <a:pt x="58" y="103"/>
                    </a:cubicBezTo>
                    <a:cubicBezTo>
                      <a:pt x="57" y="104"/>
                      <a:pt x="56" y="105"/>
                      <a:pt x="57" y="105"/>
                    </a:cubicBezTo>
                    <a:cubicBezTo>
                      <a:pt x="58" y="105"/>
                      <a:pt x="58" y="106"/>
                      <a:pt x="60" y="105"/>
                    </a:cubicBezTo>
                    <a:cubicBezTo>
                      <a:pt x="61" y="106"/>
                      <a:pt x="59" y="106"/>
                      <a:pt x="59" y="106"/>
                    </a:cubicBezTo>
                    <a:cubicBezTo>
                      <a:pt x="59" y="107"/>
                      <a:pt x="57" y="108"/>
                      <a:pt x="59" y="108"/>
                    </a:cubicBezTo>
                    <a:cubicBezTo>
                      <a:pt x="58" y="109"/>
                      <a:pt x="58" y="109"/>
                      <a:pt x="58" y="109"/>
                    </a:cubicBezTo>
                    <a:cubicBezTo>
                      <a:pt x="59" y="109"/>
                      <a:pt x="61" y="109"/>
                      <a:pt x="60" y="110"/>
                    </a:cubicBezTo>
                    <a:cubicBezTo>
                      <a:pt x="61" y="110"/>
                      <a:pt x="62" y="111"/>
                      <a:pt x="64" y="110"/>
                    </a:cubicBezTo>
                    <a:cubicBezTo>
                      <a:pt x="64" y="110"/>
                      <a:pt x="61" y="111"/>
                      <a:pt x="63" y="111"/>
                    </a:cubicBezTo>
                    <a:cubicBezTo>
                      <a:pt x="61" y="111"/>
                      <a:pt x="61" y="111"/>
                      <a:pt x="61" y="111"/>
                    </a:cubicBezTo>
                    <a:cubicBezTo>
                      <a:pt x="61" y="113"/>
                      <a:pt x="62" y="114"/>
                      <a:pt x="63" y="115"/>
                    </a:cubicBezTo>
                    <a:cubicBezTo>
                      <a:pt x="61" y="116"/>
                      <a:pt x="64" y="116"/>
                      <a:pt x="62" y="117"/>
                    </a:cubicBezTo>
                    <a:cubicBezTo>
                      <a:pt x="64" y="118"/>
                      <a:pt x="62" y="119"/>
                      <a:pt x="65" y="119"/>
                    </a:cubicBezTo>
                    <a:cubicBezTo>
                      <a:pt x="64" y="119"/>
                      <a:pt x="64" y="119"/>
                      <a:pt x="64" y="119"/>
                    </a:cubicBezTo>
                    <a:cubicBezTo>
                      <a:pt x="64" y="120"/>
                      <a:pt x="64" y="121"/>
                      <a:pt x="63" y="121"/>
                    </a:cubicBezTo>
                    <a:cubicBezTo>
                      <a:pt x="63" y="122"/>
                      <a:pt x="65" y="122"/>
                      <a:pt x="66" y="122"/>
                    </a:cubicBezTo>
                    <a:cubicBezTo>
                      <a:pt x="64" y="122"/>
                      <a:pt x="64" y="122"/>
                      <a:pt x="64" y="122"/>
                    </a:cubicBezTo>
                    <a:cubicBezTo>
                      <a:pt x="65" y="123"/>
                      <a:pt x="67" y="123"/>
                      <a:pt x="69" y="123"/>
                    </a:cubicBezTo>
                    <a:cubicBezTo>
                      <a:pt x="68" y="123"/>
                      <a:pt x="69" y="123"/>
                      <a:pt x="68" y="124"/>
                    </a:cubicBezTo>
                    <a:cubicBezTo>
                      <a:pt x="67" y="123"/>
                      <a:pt x="66" y="123"/>
                      <a:pt x="64" y="123"/>
                    </a:cubicBezTo>
                    <a:cubicBezTo>
                      <a:pt x="63" y="123"/>
                      <a:pt x="67" y="124"/>
                      <a:pt x="65" y="124"/>
                    </a:cubicBezTo>
                    <a:cubicBezTo>
                      <a:pt x="64" y="125"/>
                      <a:pt x="65" y="125"/>
                      <a:pt x="67" y="125"/>
                    </a:cubicBezTo>
                    <a:cubicBezTo>
                      <a:pt x="66" y="125"/>
                      <a:pt x="66" y="125"/>
                      <a:pt x="65" y="125"/>
                    </a:cubicBezTo>
                    <a:cubicBezTo>
                      <a:pt x="65" y="126"/>
                      <a:pt x="65" y="126"/>
                      <a:pt x="66" y="126"/>
                    </a:cubicBezTo>
                    <a:cubicBezTo>
                      <a:pt x="66" y="126"/>
                      <a:pt x="66" y="126"/>
                      <a:pt x="66" y="126"/>
                    </a:cubicBezTo>
                    <a:cubicBezTo>
                      <a:pt x="67" y="126"/>
                      <a:pt x="67" y="126"/>
                      <a:pt x="69" y="126"/>
                    </a:cubicBezTo>
                    <a:cubicBezTo>
                      <a:pt x="69" y="126"/>
                      <a:pt x="68" y="126"/>
                      <a:pt x="69" y="126"/>
                    </a:cubicBezTo>
                    <a:cubicBezTo>
                      <a:pt x="70" y="126"/>
                      <a:pt x="71" y="126"/>
                      <a:pt x="69" y="126"/>
                    </a:cubicBezTo>
                    <a:cubicBezTo>
                      <a:pt x="68" y="127"/>
                      <a:pt x="67" y="126"/>
                      <a:pt x="66" y="126"/>
                    </a:cubicBezTo>
                    <a:cubicBezTo>
                      <a:pt x="70" y="127"/>
                      <a:pt x="70" y="127"/>
                      <a:pt x="70" y="127"/>
                    </a:cubicBezTo>
                    <a:cubicBezTo>
                      <a:pt x="69" y="127"/>
                      <a:pt x="69" y="127"/>
                      <a:pt x="71" y="127"/>
                    </a:cubicBezTo>
                    <a:cubicBezTo>
                      <a:pt x="70" y="126"/>
                      <a:pt x="70" y="126"/>
                      <a:pt x="70" y="126"/>
                    </a:cubicBezTo>
                    <a:cubicBezTo>
                      <a:pt x="72" y="126"/>
                      <a:pt x="72" y="126"/>
                      <a:pt x="72" y="126"/>
                    </a:cubicBezTo>
                    <a:cubicBezTo>
                      <a:pt x="71" y="126"/>
                      <a:pt x="72" y="125"/>
                      <a:pt x="71" y="125"/>
                    </a:cubicBezTo>
                    <a:cubicBezTo>
                      <a:pt x="70" y="125"/>
                      <a:pt x="70" y="125"/>
                      <a:pt x="70" y="125"/>
                    </a:cubicBezTo>
                    <a:cubicBezTo>
                      <a:pt x="69" y="125"/>
                      <a:pt x="67" y="124"/>
                      <a:pt x="69" y="124"/>
                    </a:cubicBezTo>
                    <a:cubicBezTo>
                      <a:pt x="71" y="124"/>
                      <a:pt x="71" y="124"/>
                      <a:pt x="71" y="124"/>
                    </a:cubicBezTo>
                    <a:cubicBezTo>
                      <a:pt x="71" y="124"/>
                      <a:pt x="70" y="124"/>
                      <a:pt x="71" y="123"/>
                    </a:cubicBezTo>
                    <a:cubicBezTo>
                      <a:pt x="73" y="123"/>
                      <a:pt x="73" y="123"/>
                      <a:pt x="73" y="123"/>
                    </a:cubicBezTo>
                    <a:cubicBezTo>
                      <a:pt x="70" y="124"/>
                      <a:pt x="72" y="122"/>
                      <a:pt x="71" y="122"/>
                    </a:cubicBezTo>
                    <a:cubicBezTo>
                      <a:pt x="72" y="122"/>
                      <a:pt x="72" y="122"/>
                      <a:pt x="72" y="122"/>
                    </a:cubicBezTo>
                    <a:cubicBezTo>
                      <a:pt x="73" y="122"/>
                      <a:pt x="70" y="123"/>
                      <a:pt x="70" y="122"/>
                    </a:cubicBezTo>
                    <a:cubicBezTo>
                      <a:pt x="71" y="122"/>
                      <a:pt x="73" y="122"/>
                      <a:pt x="74" y="121"/>
                    </a:cubicBezTo>
                    <a:cubicBezTo>
                      <a:pt x="74" y="121"/>
                      <a:pt x="72" y="120"/>
                      <a:pt x="74" y="119"/>
                    </a:cubicBezTo>
                    <a:cubicBezTo>
                      <a:pt x="73" y="118"/>
                      <a:pt x="72" y="118"/>
                      <a:pt x="71" y="118"/>
                    </a:cubicBezTo>
                    <a:cubicBezTo>
                      <a:pt x="71" y="117"/>
                      <a:pt x="74" y="117"/>
                      <a:pt x="73" y="117"/>
                    </a:cubicBezTo>
                    <a:cubicBezTo>
                      <a:pt x="74" y="117"/>
                      <a:pt x="75" y="117"/>
                      <a:pt x="75" y="116"/>
                    </a:cubicBezTo>
                    <a:cubicBezTo>
                      <a:pt x="74" y="116"/>
                      <a:pt x="75" y="115"/>
                      <a:pt x="73" y="116"/>
                    </a:cubicBezTo>
                    <a:cubicBezTo>
                      <a:pt x="74" y="115"/>
                      <a:pt x="74" y="114"/>
                      <a:pt x="73" y="114"/>
                    </a:cubicBezTo>
                    <a:cubicBezTo>
                      <a:pt x="73" y="114"/>
                      <a:pt x="75" y="114"/>
                      <a:pt x="76" y="113"/>
                    </a:cubicBezTo>
                    <a:cubicBezTo>
                      <a:pt x="74" y="113"/>
                      <a:pt x="73" y="113"/>
                      <a:pt x="73" y="112"/>
                    </a:cubicBezTo>
                    <a:cubicBezTo>
                      <a:pt x="72" y="112"/>
                      <a:pt x="72" y="113"/>
                      <a:pt x="70" y="113"/>
                    </a:cubicBezTo>
                    <a:cubicBezTo>
                      <a:pt x="70" y="113"/>
                      <a:pt x="69" y="113"/>
                      <a:pt x="69" y="113"/>
                    </a:cubicBezTo>
                    <a:cubicBezTo>
                      <a:pt x="71" y="112"/>
                      <a:pt x="74" y="112"/>
                      <a:pt x="74" y="111"/>
                    </a:cubicBezTo>
                    <a:cubicBezTo>
                      <a:pt x="77" y="111"/>
                      <a:pt x="73" y="112"/>
                      <a:pt x="76" y="111"/>
                    </a:cubicBezTo>
                    <a:cubicBezTo>
                      <a:pt x="78" y="111"/>
                      <a:pt x="79" y="112"/>
                      <a:pt x="77" y="113"/>
                    </a:cubicBezTo>
                    <a:cubicBezTo>
                      <a:pt x="80" y="113"/>
                      <a:pt x="78" y="112"/>
                      <a:pt x="80" y="112"/>
                    </a:cubicBezTo>
                    <a:cubicBezTo>
                      <a:pt x="80" y="111"/>
                      <a:pt x="78" y="111"/>
                      <a:pt x="78" y="111"/>
                    </a:cubicBezTo>
                    <a:cubicBezTo>
                      <a:pt x="77" y="111"/>
                      <a:pt x="77" y="111"/>
                      <a:pt x="76" y="111"/>
                    </a:cubicBezTo>
                    <a:cubicBezTo>
                      <a:pt x="73" y="111"/>
                      <a:pt x="77" y="110"/>
                      <a:pt x="77" y="110"/>
                    </a:cubicBezTo>
                    <a:cubicBezTo>
                      <a:pt x="78" y="110"/>
                      <a:pt x="78" y="110"/>
                      <a:pt x="78" y="110"/>
                    </a:cubicBezTo>
                    <a:cubicBezTo>
                      <a:pt x="79" y="109"/>
                      <a:pt x="77" y="110"/>
                      <a:pt x="77" y="109"/>
                    </a:cubicBezTo>
                    <a:cubicBezTo>
                      <a:pt x="80" y="108"/>
                      <a:pt x="78" y="110"/>
                      <a:pt x="80" y="109"/>
                    </a:cubicBezTo>
                    <a:cubicBezTo>
                      <a:pt x="82" y="109"/>
                      <a:pt x="82" y="109"/>
                      <a:pt x="82" y="109"/>
                    </a:cubicBezTo>
                    <a:cubicBezTo>
                      <a:pt x="82" y="108"/>
                      <a:pt x="79" y="109"/>
                      <a:pt x="80" y="108"/>
                    </a:cubicBezTo>
                    <a:cubicBezTo>
                      <a:pt x="81" y="108"/>
                      <a:pt x="81" y="108"/>
                      <a:pt x="81" y="108"/>
                    </a:cubicBezTo>
                    <a:cubicBezTo>
                      <a:pt x="80" y="108"/>
                      <a:pt x="80" y="108"/>
                      <a:pt x="80" y="108"/>
                    </a:cubicBezTo>
                    <a:cubicBezTo>
                      <a:pt x="79" y="108"/>
                      <a:pt x="77" y="108"/>
                      <a:pt x="77" y="109"/>
                    </a:cubicBezTo>
                    <a:cubicBezTo>
                      <a:pt x="74" y="109"/>
                      <a:pt x="77" y="109"/>
                      <a:pt x="76" y="108"/>
                    </a:cubicBezTo>
                    <a:cubicBezTo>
                      <a:pt x="74" y="108"/>
                      <a:pt x="76" y="108"/>
                      <a:pt x="75" y="109"/>
                    </a:cubicBezTo>
                    <a:cubicBezTo>
                      <a:pt x="73" y="109"/>
                      <a:pt x="73" y="109"/>
                      <a:pt x="73" y="108"/>
                    </a:cubicBezTo>
                    <a:cubicBezTo>
                      <a:pt x="72" y="108"/>
                      <a:pt x="74" y="108"/>
                      <a:pt x="75" y="107"/>
                    </a:cubicBezTo>
                    <a:cubicBezTo>
                      <a:pt x="76" y="107"/>
                      <a:pt x="76" y="108"/>
                      <a:pt x="75" y="108"/>
                    </a:cubicBezTo>
                    <a:cubicBezTo>
                      <a:pt x="77" y="108"/>
                      <a:pt x="79" y="107"/>
                      <a:pt x="80" y="107"/>
                    </a:cubicBezTo>
                    <a:cubicBezTo>
                      <a:pt x="81" y="106"/>
                      <a:pt x="79" y="107"/>
                      <a:pt x="78" y="107"/>
                    </a:cubicBezTo>
                    <a:cubicBezTo>
                      <a:pt x="78" y="107"/>
                      <a:pt x="76" y="107"/>
                      <a:pt x="76" y="107"/>
                    </a:cubicBezTo>
                    <a:cubicBezTo>
                      <a:pt x="71" y="107"/>
                      <a:pt x="79" y="106"/>
                      <a:pt x="78" y="105"/>
                    </a:cubicBezTo>
                    <a:cubicBezTo>
                      <a:pt x="75" y="106"/>
                      <a:pt x="74" y="105"/>
                      <a:pt x="70" y="107"/>
                    </a:cubicBezTo>
                    <a:cubicBezTo>
                      <a:pt x="70" y="107"/>
                      <a:pt x="69" y="107"/>
                      <a:pt x="69" y="106"/>
                    </a:cubicBezTo>
                    <a:cubicBezTo>
                      <a:pt x="71" y="106"/>
                      <a:pt x="71" y="106"/>
                      <a:pt x="73" y="105"/>
                    </a:cubicBezTo>
                    <a:cubicBezTo>
                      <a:pt x="73" y="105"/>
                      <a:pt x="73" y="105"/>
                      <a:pt x="73" y="105"/>
                    </a:cubicBezTo>
                    <a:cubicBezTo>
                      <a:pt x="75" y="105"/>
                      <a:pt x="75" y="105"/>
                      <a:pt x="75" y="105"/>
                    </a:cubicBezTo>
                    <a:cubicBezTo>
                      <a:pt x="79" y="103"/>
                      <a:pt x="79" y="103"/>
                      <a:pt x="79" y="103"/>
                    </a:cubicBezTo>
                    <a:cubicBezTo>
                      <a:pt x="78" y="103"/>
                      <a:pt x="77" y="104"/>
                      <a:pt x="76" y="103"/>
                    </a:cubicBezTo>
                    <a:cubicBezTo>
                      <a:pt x="77" y="103"/>
                      <a:pt x="78" y="103"/>
                      <a:pt x="78" y="102"/>
                    </a:cubicBezTo>
                    <a:cubicBezTo>
                      <a:pt x="77" y="103"/>
                      <a:pt x="75" y="103"/>
                      <a:pt x="75" y="103"/>
                    </a:cubicBezTo>
                    <a:cubicBezTo>
                      <a:pt x="74" y="103"/>
                      <a:pt x="76" y="102"/>
                      <a:pt x="77" y="102"/>
                    </a:cubicBezTo>
                    <a:cubicBezTo>
                      <a:pt x="79" y="102"/>
                      <a:pt x="79" y="102"/>
                      <a:pt x="79" y="102"/>
                    </a:cubicBezTo>
                    <a:cubicBezTo>
                      <a:pt x="77" y="102"/>
                      <a:pt x="79" y="101"/>
                      <a:pt x="79" y="101"/>
                    </a:cubicBezTo>
                    <a:cubicBezTo>
                      <a:pt x="77" y="101"/>
                      <a:pt x="76" y="102"/>
                      <a:pt x="74" y="102"/>
                    </a:cubicBezTo>
                    <a:cubicBezTo>
                      <a:pt x="74" y="102"/>
                      <a:pt x="75" y="101"/>
                      <a:pt x="75" y="101"/>
                    </a:cubicBezTo>
                    <a:cubicBezTo>
                      <a:pt x="76" y="101"/>
                      <a:pt x="76" y="101"/>
                      <a:pt x="76" y="101"/>
                    </a:cubicBezTo>
                    <a:cubicBezTo>
                      <a:pt x="76" y="101"/>
                      <a:pt x="79" y="100"/>
                      <a:pt x="78" y="100"/>
                    </a:cubicBezTo>
                    <a:cubicBezTo>
                      <a:pt x="77" y="100"/>
                      <a:pt x="77" y="100"/>
                      <a:pt x="77" y="100"/>
                    </a:cubicBezTo>
                    <a:cubicBezTo>
                      <a:pt x="77" y="100"/>
                      <a:pt x="78" y="100"/>
                      <a:pt x="78" y="100"/>
                    </a:cubicBezTo>
                    <a:cubicBezTo>
                      <a:pt x="77" y="100"/>
                      <a:pt x="77" y="99"/>
                      <a:pt x="77" y="99"/>
                    </a:cubicBezTo>
                    <a:cubicBezTo>
                      <a:pt x="78" y="99"/>
                      <a:pt x="78" y="99"/>
                      <a:pt x="78" y="99"/>
                    </a:cubicBezTo>
                    <a:cubicBezTo>
                      <a:pt x="77" y="99"/>
                      <a:pt x="75" y="99"/>
                      <a:pt x="76" y="99"/>
                    </a:cubicBezTo>
                    <a:cubicBezTo>
                      <a:pt x="74" y="100"/>
                      <a:pt x="77" y="99"/>
                      <a:pt x="76" y="100"/>
                    </a:cubicBezTo>
                    <a:cubicBezTo>
                      <a:pt x="74" y="100"/>
                      <a:pt x="74" y="100"/>
                      <a:pt x="73" y="100"/>
                    </a:cubicBezTo>
                    <a:cubicBezTo>
                      <a:pt x="76" y="99"/>
                      <a:pt x="73" y="99"/>
                      <a:pt x="73" y="99"/>
                    </a:cubicBezTo>
                    <a:cubicBezTo>
                      <a:pt x="74" y="98"/>
                      <a:pt x="75" y="98"/>
                      <a:pt x="75" y="98"/>
                    </a:cubicBezTo>
                    <a:cubicBezTo>
                      <a:pt x="73" y="98"/>
                      <a:pt x="73" y="98"/>
                      <a:pt x="73" y="98"/>
                    </a:cubicBezTo>
                    <a:cubicBezTo>
                      <a:pt x="77" y="97"/>
                      <a:pt x="73" y="98"/>
                      <a:pt x="73" y="97"/>
                    </a:cubicBezTo>
                    <a:cubicBezTo>
                      <a:pt x="75" y="97"/>
                      <a:pt x="76" y="96"/>
                      <a:pt x="76" y="96"/>
                    </a:cubicBezTo>
                    <a:cubicBezTo>
                      <a:pt x="74" y="97"/>
                      <a:pt x="73" y="97"/>
                      <a:pt x="71" y="97"/>
                    </a:cubicBezTo>
                    <a:cubicBezTo>
                      <a:pt x="72" y="96"/>
                      <a:pt x="75" y="96"/>
                      <a:pt x="76" y="96"/>
                    </a:cubicBezTo>
                    <a:cubicBezTo>
                      <a:pt x="74" y="96"/>
                      <a:pt x="77" y="94"/>
                      <a:pt x="75" y="95"/>
                    </a:cubicBezTo>
                    <a:cubicBezTo>
                      <a:pt x="74" y="96"/>
                      <a:pt x="73" y="96"/>
                      <a:pt x="72" y="96"/>
                    </a:cubicBezTo>
                    <a:cubicBezTo>
                      <a:pt x="72" y="95"/>
                      <a:pt x="73" y="96"/>
                      <a:pt x="74" y="95"/>
                    </a:cubicBezTo>
                    <a:cubicBezTo>
                      <a:pt x="74" y="95"/>
                      <a:pt x="72" y="95"/>
                      <a:pt x="71" y="96"/>
                    </a:cubicBezTo>
                    <a:cubicBezTo>
                      <a:pt x="71" y="95"/>
                      <a:pt x="69" y="96"/>
                      <a:pt x="70" y="95"/>
                    </a:cubicBezTo>
                    <a:cubicBezTo>
                      <a:pt x="72" y="94"/>
                      <a:pt x="71" y="95"/>
                      <a:pt x="72" y="95"/>
                    </a:cubicBezTo>
                    <a:cubicBezTo>
                      <a:pt x="72" y="94"/>
                      <a:pt x="68" y="96"/>
                      <a:pt x="68" y="95"/>
                    </a:cubicBezTo>
                    <a:cubicBezTo>
                      <a:pt x="67" y="96"/>
                      <a:pt x="64" y="97"/>
                      <a:pt x="63" y="97"/>
                    </a:cubicBezTo>
                    <a:cubicBezTo>
                      <a:pt x="63" y="96"/>
                      <a:pt x="64" y="97"/>
                      <a:pt x="66" y="96"/>
                    </a:cubicBezTo>
                    <a:cubicBezTo>
                      <a:pt x="65" y="95"/>
                      <a:pt x="65" y="95"/>
                      <a:pt x="65" y="95"/>
                    </a:cubicBezTo>
                    <a:cubicBezTo>
                      <a:pt x="68" y="94"/>
                      <a:pt x="70" y="95"/>
                      <a:pt x="72" y="93"/>
                    </a:cubicBezTo>
                    <a:cubicBezTo>
                      <a:pt x="71" y="93"/>
                      <a:pt x="71" y="93"/>
                      <a:pt x="71" y="93"/>
                    </a:cubicBezTo>
                    <a:cubicBezTo>
                      <a:pt x="72" y="93"/>
                      <a:pt x="74" y="93"/>
                      <a:pt x="74" y="92"/>
                    </a:cubicBezTo>
                    <a:cubicBezTo>
                      <a:pt x="72" y="93"/>
                      <a:pt x="74" y="92"/>
                      <a:pt x="73" y="92"/>
                    </a:cubicBezTo>
                    <a:cubicBezTo>
                      <a:pt x="71" y="92"/>
                      <a:pt x="74" y="92"/>
                      <a:pt x="72" y="92"/>
                    </a:cubicBezTo>
                    <a:cubicBezTo>
                      <a:pt x="72" y="92"/>
                      <a:pt x="69" y="93"/>
                      <a:pt x="70" y="92"/>
                    </a:cubicBezTo>
                    <a:cubicBezTo>
                      <a:pt x="73" y="91"/>
                      <a:pt x="73" y="91"/>
                      <a:pt x="73" y="91"/>
                    </a:cubicBezTo>
                    <a:cubicBezTo>
                      <a:pt x="74" y="91"/>
                      <a:pt x="71" y="92"/>
                      <a:pt x="72" y="91"/>
                    </a:cubicBezTo>
                    <a:cubicBezTo>
                      <a:pt x="73" y="91"/>
                      <a:pt x="73" y="91"/>
                      <a:pt x="73" y="91"/>
                    </a:cubicBezTo>
                    <a:cubicBezTo>
                      <a:pt x="72" y="89"/>
                      <a:pt x="72" y="88"/>
                      <a:pt x="67" y="88"/>
                    </a:cubicBezTo>
                    <a:cubicBezTo>
                      <a:pt x="69" y="87"/>
                      <a:pt x="69" y="87"/>
                      <a:pt x="70" y="86"/>
                    </a:cubicBezTo>
                    <a:cubicBezTo>
                      <a:pt x="69" y="86"/>
                      <a:pt x="68" y="86"/>
                      <a:pt x="68" y="86"/>
                    </a:cubicBezTo>
                    <a:cubicBezTo>
                      <a:pt x="69" y="85"/>
                      <a:pt x="69" y="85"/>
                      <a:pt x="69" y="85"/>
                    </a:cubicBezTo>
                    <a:cubicBezTo>
                      <a:pt x="70" y="84"/>
                      <a:pt x="68" y="85"/>
                      <a:pt x="67" y="85"/>
                    </a:cubicBezTo>
                    <a:cubicBezTo>
                      <a:pt x="68" y="84"/>
                      <a:pt x="68" y="84"/>
                      <a:pt x="68" y="84"/>
                    </a:cubicBezTo>
                    <a:cubicBezTo>
                      <a:pt x="69" y="83"/>
                      <a:pt x="67" y="84"/>
                      <a:pt x="67" y="84"/>
                    </a:cubicBezTo>
                    <a:cubicBezTo>
                      <a:pt x="68" y="84"/>
                      <a:pt x="68" y="84"/>
                      <a:pt x="68" y="84"/>
                    </a:cubicBezTo>
                    <a:cubicBezTo>
                      <a:pt x="67" y="84"/>
                      <a:pt x="67" y="84"/>
                      <a:pt x="67" y="84"/>
                    </a:cubicBezTo>
                    <a:cubicBezTo>
                      <a:pt x="66" y="84"/>
                      <a:pt x="66" y="83"/>
                      <a:pt x="68" y="83"/>
                    </a:cubicBezTo>
                    <a:cubicBezTo>
                      <a:pt x="67" y="83"/>
                      <a:pt x="67" y="83"/>
                      <a:pt x="67" y="83"/>
                    </a:cubicBezTo>
                    <a:cubicBezTo>
                      <a:pt x="68" y="82"/>
                      <a:pt x="67" y="81"/>
                      <a:pt x="66" y="81"/>
                    </a:cubicBezTo>
                    <a:cubicBezTo>
                      <a:pt x="66" y="82"/>
                      <a:pt x="65" y="82"/>
                      <a:pt x="64" y="82"/>
                    </a:cubicBezTo>
                    <a:cubicBezTo>
                      <a:pt x="62" y="83"/>
                      <a:pt x="64" y="82"/>
                      <a:pt x="63" y="82"/>
                    </a:cubicBezTo>
                    <a:cubicBezTo>
                      <a:pt x="64" y="82"/>
                      <a:pt x="64" y="81"/>
                      <a:pt x="65" y="81"/>
                    </a:cubicBezTo>
                    <a:cubicBezTo>
                      <a:pt x="68" y="79"/>
                      <a:pt x="65" y="79"/>
                      <a:pt x="65" y="78"/>
                    </a:cubicBezTo>
                    <a:cubicBezTo>
                      <a:pt x="64" y="78"/>
                      <a:pt x="64" y="78"/>
                      <a:pt x="64" y="78"/>
                    </a:cubicBezTo>
                    <a:cubicBezTo>
                      <a:pt x="66" y="77"/>
                      <a:pt x="63" y="77"/>
                      <a:pt x="64" y="76"/>
                    </a:cubicBezTo>
                    <a:cubicBezTo>
                      <a:pt x="63" y="76"/>
                      <a:pt x="60" y="77"/>
                      <a:pt x="60" y="77"/>
                    </a:cubicBezTo>
                    <a:cubicBezTo>
                      <a:pt x="58" y="78"/>
                      <a:pt x="62" y="76"/>
                      <a:pt x="63" y="75"/>
                    </a:cubicBezTo>
                    <a:cubicBezTo>
                      <a:pt x="62" y="75"/>
                      <a:pt x="62" y="75"/>
                      <a:pt x="62" y="75"/>
                    </a:cubicBezTo>
                    <a:cubicBezTo>
                      <a:pt x="62" y="75"/>
                      <a:pt x="62" y="75"/>
                      <a:pt x="62" y="75"/>
                    </a:cubicBezTo>
                    <a:cubicBezTo>
                      <a:pt x="61" y="75"/>
                      <a:pt x="60" y="75"/>
                      <a:pt x="61" y="74"/>
                    </a:cubicBezTo>
                    <a:cubicBezTo>
                      <a:pt x="61" y="74"/>
                      <a:pt x="61" y="74"/>
                      <a:pt x="61" y="74"/>
                    </a:cubicBezTo>
                    <a:cubicBezTo>
                      <a:pt x="61" y="74"/>
                      <a:pt x="62" y="73"/>
                      <a:pt x="62" y="73"/>
                    </a:cubicBezTo>
                    <a:cubicBezTo>
                      <a:pt x="60" y="74"/>
                      <a:pt x="61" y="72"/>
                      <a:pt x="59" y="73"/>
                    </a:cubicBezTo>
                    <a:cubicBezTo>
                      <a:pt x="60" y="73"/>
                      <a:pt x="60" y="73"/>
                      <a:pt x="60" y="73"/>
                    </a:cubicBezTo>
                    <a:cubicBezTo>
                      <a:pt x="59" y="73"/>
                      <a:pt x="59" y="73"/>
                      <a:pt x="59" y="73"/>
                    </a:cubicBezTo>
                    <a:cubicBezTo>
                      <a:pt x="59" y="73"/>
                      <a:pt x="59" y="73"/>
                      <a:pt x="59" y="73"/>
                    </a:cubicBezTo>
                    <a:cubicBezTo>
                      <a:pt x="61" y="72"/>
                      <a:pt x="61" y="72"/>
                      <a:pt x="61" y="72"/>
                    </a:cubicBezTo>
                    <a:cubicBezTo>
                      <a:pt x="62" y="71"/>
                      <a:pt x="60" y="72"/>
                      <a:pt x="59" y="73"/>
                    </a:cubicBezTo>
                    <a:cubicBezTo>
                      <a:pt x="57" y="73"/>
                      <a:pt x="59" y="72"/>
                      <a:pt x="59" y="72"/>
                    </a:cubicBezTo>
                    <a:cubicBezTo>
                      <a:pt x="60" y="71"/>
                      <a:pt x="59" y="72"/>
                      <a:pt x="59" y="72"/>
                    </a:cubicBezTo>
                    <a:cubicBezTo>
                      <a:pt x="61" y="72"/>
                      <a:pt x="60" y="72"/>
                      <a:pt x="61" y="71"/>
                    </a:cubicBezTo>
                    <a:cubicBezTo>
                      <a:pt x="61" y="71"/>
                      <a:pt x="59" y="72"/>
                      <a:pt x="59" y="72"/>
                    </a:cubicBezTo>
                    <a:cubicBezTo>
                      <a:pt x="59" y="71"/>
                      <a:pt x="58" y="71"/>
                      <a:pt x="60" y="70"/>
                    </a:cubicBezTo>
                    <a:cubicBezTo>
                      <a:pt x="59" y="71"/>
                      <a:pt x="59" y="70"/>
                      <a:pt x="58" y="70"/>
                    </a:cubicBezTo>
                    <a:cubicBezTo>
                      <a:pt x="58" y="71"/>
                      <a:pt x="58" y="71"/>
                      <a:pt x="57" y="72"/>
                    </a:cubicBezTo>
                    <a:cubicBezTo>
                      <a:pt x="57" y="72"/>
                      <a:pt x="56" y="72"/>
                      <a:pt x="57" y="71"/>
                    </a:cubicBezTo>
                    <a:cubicBezTo>
                      <a:pt x="57" y="71"/>
                      <a:pt x="57" y="71"/>
                      <a:pt x="57" y="71"/>
                    </a:cubicBezTo>
                    <a:cubicBezTo>
                      <a:pt x="57" y="71"/>
                      <a:pt x="57" y="71"/>
                      <a:pt x="56" y="72"/>
                    </a:cubicBezTo>
                    <a:cubicBezTo>
                      <a:pt x="58" y="70"/>
                      <a:pt x="58" y="70"/>
                      <a:pt x="58" y="70"/>
                    </a:cubicBezTo>
                    <a:cubicBezTo>
                      <a:pt x="56" y="71"/>
                      <a:pt x="56" y="70"/>
                      <a:pt x="56" y="70"/>
                    </a:cubicBezTo>
                    <a:cubicBezTo>
                      <a:pt x="57" y="69"/>
                      <a:pt x="59" y="69"/>
                      <a:pt x="59" y="68"/>
                    </a:cubicBezTo>
                    <a:cubicBezTo>
                      <a:pt x="58" y="68"/>
                      <a:pt x="58" y="68"/>
                      <a:pt x="58" y="68"/>
                    </a:cubicBezTo>
                    <a:cubicBezTo>
                      <a:pt x="57" y="68"/>
                      <a:pt x="58" y="68"/>
                      <a:pt x="59" y="68"/>
                    </a:cubicBezTo>
                    <a:cubicBezTo>
                      <a:pt x="59" y="66"/>
                      <a:pt x="54" y="69"/>
                      <a:pt x="55" y="68"/>
                    </a:cubicBezTo>
                    <a:cubicBezTo>
                      <a:pt x="57" y="67"/>
                      <a:pt x="57" y="67"/>
                      <a:pt x="57" y="66"/>
                    </a:cubicBezTo>
                    <a:cubicBezTo>
                      <a:pt x="56" y="67"/>
                      <a:pt x="56" y="67"/>
                      <a:pt x="56" y="67"/>
                    </a:cubicBezTo>
                    <a:cubicBezTo>
                      <a:pt x="55" y="67"/>
                      <a:pt x="58" y="66"/>
                      <a:pt x="56" y="67"/>
                    </a:cubicBezTo>
                    <a:cubicBezTo>
                      <a:pt x="55" y="68"/>
                      <a:pt x="56" y="67"/>
                      <a:pt x="55" y="67"/>
                    </a:cubicBezTo>
                    <a:cubicBezTo>
                      <a:pt x="59" y="65"/>
                      <a:pt x="55" y="65"/>
                      <a:pt x="57" y="63"/>
                    </a:cubicBezTo>
                    <a:cubicBezTo>
                      <a:pt x="54" y="64"/>
                      <a:pt x="56" y="63"/>
                      <a:pt x="55" y="63"/>
                    </a:cubicBezTo>
                    <a:cubicBezTo>
                      <a:pt x="57" y="62"/>
                      <a:pt x="54" y="63"/>
                      <a:pt x="55" y="62"/>
                    </a:cubicBezTo>
                    <a:cubicBezTo>
                      <a:pt x="53" y="63"/>
                      <a:pt x="53" y="63"/>
                      <a:pt x="53" y="63"/>
                    </a:cubicBezTo>
                    <a:cubicBezTo>
                      <a:pt x="54" y="62"/>
                      <a:pt x="49" y="64"/>
                      <a:pt x="52" y="63"/>
                    </a:cubicBezTo>
                    <a:cubicBezTo>
                      <a:pt x="52" y="62"/>
                      <a:pt x="54" y="62"/>
                      <a:pt x="54" y="62"/>
                    </a:cubicBezTo>
                    <a:cubicBezTo>
                      <a:pt x="56" y="60"/>
                      <a:pt x="51" y="62"/>
                      <a:pt x="54" y="60"/>
                    </a:cubicBezTo>
                    <a:cubicBezTo>
                      <a:pt x="53" y="60"/>
                      <a:pt x="52" y="61"/>
                      <a:pt x="51" y="61"/>
                    </a:cubicBezTo>
                    <a:cubicBezTo>
                      <a:pt x="52" y="61"/>
                      <a:pt x="52" y="59"/>
                      <a:pt x="53" y="59"/>
                    </a:cubicBezTo>
                    <a:cubicBezTo>
                      <a:pt x="52" y="59"/>
                      <a:pt x="52" y="60"/>
                      <a:pt x="52" y="59"/>
                    </a:cubicBezTo>
                    <a:cubicBezTo>
                      <a:pt x="53" y="59"/>
                      <a:pt x="53" y="59"/>
                      <a:pt x="53" y="59"/>
                    </a:cubicBezTo>
                    <a:cubicBezTo>
                      <a:pt x="54" y="58"/>
                      <a:pt x="52" y="58"/>
                      <a:pt x="51" y="58"/>
                    </a:cubicBezTo>
                    <a:cubicBezTo>
                      <a:pt x="53" y="57"/>
                      <a:pt x="52" y="57"/>
                      <a:pt x="52" y="56"/>
                    </a:cubicBezTo>
                    <a:cubicBezTo>
                      <a:pt x="50" y="57"/>
                      <a:pt x="53" y="55"/>
                      <a:pt x="50" y="56"/>
                    </a:cubicBezTo>
                    <a:cubicBezTo>
                      <a:pt x="51" y="56"/>
                      <a:pt x="51" y="56"/>
                      <a:pt x="51" y="56"/>
                    </a:cubicBezTo>
                    <a:cubicBezTo>
                      <a:pt x="50" y="56"/>
                      <a:pt x="48" y="57"/>
                      <a:pt x="48" y="57"/>
                    </a:cubicBezTo>
                    <a:cubicBezTo>
                      <a:pt x="50" y="56"/>
                      <a:pt x="50" y="56"/>
                      <a:pt x="50" y="56"/>
                    </a:cubicBezTo>
                    <a:cubicBezTo>
                      <a:pt x="52" y="54"/>
                      <a:pt x="50" y="55"/>
                      <a:pt x="51" y="54"/>
                    </a:cubicBezTo>
                    <a:cubicBezTo>
                      <a:pt x="49" y="55"/>
                      <a:pt x="51" y="54"/>
                      <a:pt x="49" y="55"/>
                    </a:cubicBezTo>
                    <a:cubicBezTo>
                      <a:pt x="49" y="55"/>
                      <a:pt x="49" y="55"/>
                      <a:pt x="49" y="55"/>
                    </a:cubicBezTo>
                    <a:cubicBezTo>
                      <a:pt x="48" y="55"/>
                      <a:pt x="48" y="55"/>
                      <a:pt x="47" y="55"/>
                    </a:cubicBezTo>
                    <a:cubicBezTo>
                      <a:pt x="47" y="55"/>
                      <a:pt x="49" y="54"/>
                      <a:pt x="49" y="54"/>
                    </a:cubicBezTo>
                    <a:cubicBezTo>
                      <a:pt x="50" y="53"/>
                      <a:pt x="49" y="53"/>
                      <a:pt x="49" y="53"/>
                    </a:cubicBezTo>
                    <a:cubicBezTo>
                      <a:pt x="49" y="53"/>
                      <a:pt x="49" y="53"/>
                      <a:pt x="48" y="53"/>
                    </a:cubicBezTo>
                    <a:cubicBezTo>
                      <a:pt x="48" y="53"/>
                      <a:pt x="48" y="53"/>
                      <a:pt x="48" y="53"/>
                    </a:cubicBezTo>
                    <a:cubicBezTo>
                      <a:pt x="48" y="53"/>
                      <a:pt x="48" y="53"/>
                      <a:pt x="48" y="53"/>
                    </a:cubicBezTo>
                    <a:cubicBezTo>
                      <a:pt x="48" y="53"/>
                      <a:pt x="48" y="53"/>
                      <a:pt x="48" y="53"/>
                    </a:cubicBezTo>
                    <a:cubicBezTo>
                      <a:pt x="48" y="53"/>
                      <a:pt x="48" y="53"/>
                      <a:pt x="49" y="53"/>
                    </a:cubicBezTo>
                    <a:cubicBezTo>
                      <a:pt x="49" y="53"/>
                      <a:pt x="49" y="53"/>
                      <a:pt x="49" y="53"/>
                    </a:cubicBezTo>
                    <a:cubicBezTo>
                      <a:pt x="49" y="53"/>
                      <a:pt x="49" y="53"/>
                      <a:pt x="49" y="53"/>
                    </a:cubicBezTo>
                    <a:cubicBezTo>
                      <a:pt x="49" y="52"/>
                      <a:pt x="49" y="52"/>
                      <a:pt x="49" y="52"/>
                    </a:cubicBezTo>
                    <a:cubicBezTo>
                      <a:pt x="50" y="51"/>
                      <a:pt x="50" y="51"/>
                      <a:pt x="50" y="51"/>
                    </a:cubicBezTo>
                    <a:cubicBezTo>
                      <a:pt x="50" y="51"/>
                      <a:pt x="48" y="52"/>
                      <a:pt x="48" y="52"/>
                    </a:cubicBezTo>
                    <a:cubicBezTo>
                      <a:pt x="49" y="50"/>
                      <a:pt x="46" y="50"/>
                      <a:pt x="46" y="50"/>
                    </a:cubicBezTo>
                    <a:cubicBezTo>
                      <a:pt x="46" y="50"/>
                      <a:pt x="47" y="50"/>
                      <a:pt x="46" y="50"/>
                    </a:cubicBezTo>
                    <a:cubicBezTo>
                      <a:pt x="46" y="50"/>
                      <a:pt x="44" y="50"/>
                      <a:pt x="45" y="50"/>
                    </a:cubicBezTo>
                    <a:cubicBezTo>
                      <a:pt x="45" y="50"/>
                      <a:pt x="46" y="49"/>
                      <a:pt x="46" y="49"/>
                    </a:cubicBezTo>
                    <a:cubicBezTo>
                      <a:pt x="46" y="48"/>
                      <a:pt x="45" y="49"/>
                      <a:pt x="45" y="49"/>
                    </a:cubicBezTo>
                    <a:cubicBezTo>
                      <a:pt x="47" y="47"/>
                      <a:pt x="43" y="49"/>
                      <a:pt x="44" y="47"/>
                    </a:cubicBezTo>
                    <a:cubicBezTo>
                      <a:pt x="44" y="47"/>
                      <a:pt x="45" y="47"/>
                      <a:pt x="45" y="47"/>
                    </a:cubicBezTo>
                    <a:cubicBezTo>
                      <a:pt x="44" y="47"/>
                      <a:pt x="43" y="46"/>
                      <a:pt x="41" y="47"/>
                    </a:cubicBezTo>
                    <a:cubicBezTo>
                      <a:pt x="43" y="46"/>
                      <a:pt x="43" y="46"/>
                      <a:pt x="43" y="46"/>
                    </a:cubicBezTo>
                    <a:cubicBezTo>
                      <a:pt x="43" y="46"/>
                      <a:pt x="42" y="46"/>
                      <a:pt x="41" y="46"/>
                    </a:cubicBezTo>
                    <a:cubicBezTo>
                      <a:pt x="40" y="47"/>
                      <a:pt x="39" y="47"/>
                      <a:pt x="39" y="47"/>
                    </a:cubicBezTo>
                    <a:cubicBezTo>
                      <a:pt x="39" y="47"/>
                      <a:pt x="39" y="47"/>
                      <a:pt x="39" y="47"/>
                    </a:cubicBezTo>
                    <a:cubicBezTo>
                      <a:pt x="38" y="46"/>
                      <a:pt x="38" y="46"/>
                      <a:pt x="38" y="46"/>
                    </a:cubicBezTo>
                    <a:cubicBezTo>
                      <a:pt x="39" y="46"/>
                      <a:pt x="39" y="46"/>
                      <a:pt x="39" y="46"/>
                    </a:cubicBezTo>
                    <a:cubicBezTo>
                      <a:pt x="42" y="44"/>
                      <a:pt x="40" y="44"/>
                      <a:pt x="41" y="44"/>
                    </a:cubicBezTo>
                    <a:cubicBezTo>
                      <a:pt x="39" y="44"/>
                      <a:pt x="39" y="44"/>
                      <a:pt x="39" y="44"/>
                    </a:cubicBezTo>
                    <a:cubicBezTo>
                      <a:pt x="38" y="44"/>
                      <a:pt x="40" y="43"/>
                      <a:pt x="40" y="43"/>
                    </a:cubicBezTo>
                    <a:cubicBezTo>
                      <a:pt x="35" y="45"/>
                      <a:pt x="35" y="45"/>
                      <a:pt x="35" y="45"/>
                    </a:cubicBezTo>
                    <a:cubicBezTo>
                      <a:pt x="36" y="45"/>
                      <a:pt x="37" y="44"/>
                      <a:pt x="38" y="43"/>
                    </a:cubicBezTo>
                    <a:cubicBezTo>
                      <a:pt x="37" y="43"/>
                      <a:pt x="35" y="44"/>
                      <a:pt x="33" y="45"/>
                    </a:cubicBezTo>
                    <a:cubicBezTo>
                      <a:pt x="33" y="44"/>
                      <a:pt x="32" y="44"/>
                      <a:pt x="32" y="44"/>
                    </a:cubicBezTo>
                    <a:cubicBezTo>
                      <a:pt x="33" y="43"/>
                      <a:pt x="32" y="44"/>
                      <a:pt x="33" y="44"/>
                    </a:cubicBezTo>
                    <a:cubicBezTo>
                      <a:pt x="34" y="43"/>
                      <a:pt x="34" y="43"/>
                      <a:pt x="34" y="43"/>
                    </a:cubicBezTo>
                    <a:cubicBezTo>
                      <a:pt x="34" y="43"/>
                      <a:pt x="36" y="41"/>
                      <a:pt x="37" y="41"/>
                    </a:cubicBezTo>
                    <a:cubicBezTo>
                      <a:pt x="36" y="41"/>
                      <a:pt x="36" y="40"/>
                      <a:pt x="36" y="39"/>
                    </a:cubicBezTo>
                    <a:cubicBezTo>
                      <a:pt x="34" y="41"/>
                      <a:pt x="35" y="39"/>
                      <a:pt x="33" y="41"/>
                    </a:cubicBezTo>
                    <a:cubicBezTo>
                      <a:pt x="32" y="40"/>
                      <a:pt x="34" y="39"/>
                      <a:pt x="35" y="39"/>
                    </a:cubicBezTo>
                    <a:cubicBezTo>
                      <a:pt x="33" y="39"/>
                      <a:pt x="34" y="38"/>
                      <a:pt x="33" y="37"/>
                    </a:cubicBezTo>
                    <a:cubicBezTo>
                      <a:pt x="34" y="37"/>
                      <a:pt x="34" y="37"/>
                      <a:pt x="34" y="37"/>
                    </a:cubicBezTo>
                    <a:cubicBezTo>
                      <a:pt x="33" y="37"/>
                      <a:pt x="33" y="36"/>
                      <a:pt x="31" y="37"/>
                    </a:cubicBezTo>
                    <a:cubicBezTo>
                      <a:pt x="32" y="36"/>
                      <a:pt x="32" y="36"/>
                      <a:pt x="32" y="36"/>
                    </a:cubicBezTo>
                    <a:cubicBezTo>
                      <a:pt x="32" y="35"/>
                      <a:pt x="29" y="38"/>
                      <a:pt x="30" y="36"/>
                    </a:cubicBezTo>
                    <a:cubicBezTo>
                      <a:pt x="31" y="36"/>
                      <a:pt x="31" y="36"/>
                      <a:pt x="31" y="36"/>
                    </a:cubicBezTo>
                    <a:cubicBezTo>
                      <a:pt x="30" y="36"/>
                      <a:pt x="32" y="34"/>
                      <a:pt x="30" y="35"/>
                    </a:cubicBezTo>
                    <a:cubicBezTo>
                      <a:pt x="31" y="34"/>
                      <a:pt x="31" y="34"/>
                      <a:pt x="31" y="34"/>
                    </a:cubicBezTo>
                    <a:cubicBezTo>
                      <a:pt x="30" y="34"/>
                      <a:pt x="30" y="34"/>
                      <a:pt x="28" y="34"/>
                    </a:cubicBezTo>
                    <a:cubicBezTo>
                      <a:pt x="30" y="33"/>
                      <a:pt x="30" y="33"/>
                      <a:pt x="30" y="33"/>
                    </a:cubicBezTo>
                    <a:cubicBezTo>
                      <a:pt x="31" y="32"/>
                      <a:pt x="28" y="34"/>
                      <a:pt x="29" y="33"/>
                    </a:cubicBezTo>
                    <a:cubicBezTo>
                      <a:pt x="29" y="33"/>
                      <a:pt x="29" y="32"/>
                      <a:pt x="30" y="32"/>
                    </a:cubicBezTo>
                    <a:cubicBezTo>
                      <a:pt x="28" y="33"/>
                      <a:pt x="28" y="32"/>
                      <a:pt x="28" y="32"/>
                    </a:cubicBezTo>
                    <a:cubicBezTo>
                      <a:pt x="29" y="31"/>
                      <a:pt x="29" y="31"/>
                      <a:pt x="29" y="31"/>
                    </a:cubicBezTo>
                    <a:cubicBezTo>
                      <a:pt x="28" y="29"/>
                      <a:pt x="27" y="27"/>
                      <a:pt x="24" y="26"/>
                    </a:cubicBezTo>
                    <a:cubicBezTo>
                      <a:pt x="26" y="24"/>
                      <a:pt x="26" y="26"/>
                      <a:pt x="27" y="24"/>
                    </a:cubicBezTo>
                    <a:cubicBezTo>
                      <a:pt x="25" y="26"/>
                      <a:pt x="26" y="24"/>
                      <a:pt x="25" y="24"/>
                    </a:cubicBezTo>
                    <a:cubicBezTo>
                      <a:pt x="26" y="24"/>
                      <a:pt x="26" y="24"/>
                      <a:pt x="26" y="24"/>
                    </a:cubicBezTo>
                    <a:cubicBezTo>
                      <a:pt x="25" y="24"/>
                      <a:pt x="26" y="23"/>
                      <a:pt x="25" y="23"/>
                    </a:cubicBezTo>
                    <a:cubicBezTo>
                      <a:pt x="25" y="24"/>
                      <a:pt x="25" y="24"/>
                      <a:pt x="25" y="24"/>
                    </a:cubicBezTo>
                    <a:cubicBezTo>
                      <a:pt x="24" y="24"/>
                      <a:pt x="27" y="21"/>
                      <a:pt x="25" y="23"/>
                    </a:cubicBezTo>
                    <a:cubicBezTo>
                      <a:pt x="26" y="22"/>
                      <a:pt x="26" y="22"/>
                      <a:pt x="26" y="22"/>
                    </a:cubicBezTo>
                    <a:cubicBezTo>
                      <a:pt x="23" y="23"/>
                      <a:pt x="26" y="21"/>
                      <a:pt x="24" y="22"/>
                    </a:cubicBezTo>
                    <a:cubicBezTo>
                      <a:pt x="25" y="21"/>
                      <a:pt x="25" y="21"/>
                      <a:pt x="25" y="21"/>
                    </a:cubicBezTo>
                    <a:cubicBezTo>
                      <a:pt x="25" y="20"/>
                      <a:pt x="22" y="22"/>
                      <a:pt x="23" y="21"/>
                    </a:cubicBezTo>
                    <a:cubicBezTo>
                      <a:pt x="23" y="20"/>
                      <a:pt x="22" y="20"/>
                      <a:pt x="20" y="21"/>
                    </a:cubicBezTo>
                    <a:cubicBezTo>
                      <a:pt x="23" y="20"/>
                      <a:pt x="23" y="20"/>
                      <a:pt x="23" y="20"/>
                    </a:cubicBezTo>
                    <a:cubicBezTo>
                      <a:pt x="21" y="19"/>
                      <a:pt x="20" y="17"/>
                      <a:pt x="17" y="17"/>
                    </a:cubicBezTo>
                    <a:cubicBezTo>
                      <a:pt x="18" y="16"/>
                      <a:pt x="18" y="16"/>
                      <a:pt x="18" y="16"/>
                    </a:cubicBezTo>
                    <a:cubicBezTo>
                      <a:pt x="16" y="17"/>
                      <a:pt x="19" y="13"/>
                      <a:pt x="15" y="15"/>
                    </a:cubicBezTo>
                    <a:cubicBezTo>
                      <a:pt x="13" y="16"/>
                      <a:pt x="13" y="16"/>
                      <a:pt x="13" y="16"/>
                    </a:cubicBezTo>
                    <a:cubicBezTo>
                      <a:pt x="15" y="14"/>
                      <a:pt x="15" y="14"/>
                      <a:pt x="15" y="14"/>
                    </a:cubicBezTo>
                    <a:cubicBezTo>
                      <a:pt x="14" y="14"/>
                      <a:pt x="15" y="13"/>
                      <a:pt x="13" y="14"/>
                    </a:cubicBezTo>
                    <a:cubicBezTo>
                      <a:pt x="15" y="13"/>
                      <a:pt x="15" y="13"/>
                      <a:pt x="15" y="13"/>
                    </a:cubicBezTo>
                    <a:cubicBezTo>
                      <a:pt x="15" y="13"/>
                      <a:pt x="12" y="14"/>
                      <a:pt x="12" y="13"/>
                    </a:cubicBezTo>
                    <a:cubicBezTo>
                      <a:pt x="13" y="13"/>
                      <a:pt x="13" y="13"/>
                      <a:pt x="13" y="13"/>
                    </a:cubicBezTo>
                    <a:cubicBezTo>
                      <a:pt x="15" y="9"/>
                      <a:pt x="16" y="6"/>
                      <a:pt x="11" y="6"/>
                    </a:cubicBezTo>
                    <a:cubicBezTo>
                      <a:pt x="11" y="6"/>
                      <a:pt x="13" y="4"/>
                      <a:pt x="13" y="4"/>
                    </a:cubicBezTo>
                    <a:cubicBezTo>
                      <a:pt x="9" y="4"/>
                      <a:pt x="13" y="0"/>
                      <a:pt x="7" y="1"/>
                    </a:cubicBezTo>
                    <a:cubicBezTo>
                      <a:pt x="6" y="0"/>
                      <a:pt x="0" y="2"/>
                      <a:pt x="0" y="2"/>
                    </a:cubicBezTo>
                    <a:cubicBezTo>
                      <a:pt x="3" y="4"/>
                      <a:pt x="3" y="8"/>
                      <a:pt x="1" y="1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7" name="Freeform 128"/>
              <p:cNvSpPr/>
              <p:nvPr/>
            </p:nvSpPr>
            <p:spPr bwMode="auto">
              <a:xfrm>
                <a:off x="3538" y="1526"/>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8" name="Freeform 129"/>
              <p:cNvSpPr/>
              <p:nvPr/>
            </p:nvSpPr>
            <p:spPr bwMode="auto">
              <a:xfrm>
                <a:off x="3460" y="1407"/>
                <a:ext cx="2"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9" name="Freeform 130"/>
              <p:cNvSpPr/>
              <p:nvPr/>
            </p:nvSpPr>
            <p:spPr bwMode="auto">
              <a:xfrm>
                <a:off x="3445" y="1392"/>
                <a:ext cx="4" cy="2"/>
              </a:xfrm>
              <a:custGeom>
                <a:avLst/>
                <a:gdLst>
                  <a:gd name="T0" fmla="*/ 4 w 4"/>
                  <a:gd name="T1" fmla="*/ 0 h 2"/>
                  <a:gd name="T2" fmla="*/ 4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4" y="0"/>
                    </a:lnTo>
                    <a:lnTo>
                      <a:pt x="0" y="2"/>
                    </a:lnTo>
                    <a:lnTo>
                      <a:pt x="4"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0" name="Freeform 131"/>
              <p:cNvSpPr/>
              <p:nvPr/>
            </p:nvSpPr>
            <p:spPr bwMode="auto">
              <a:xfrm>
                <a:off x="3468" y="1405"/>
                <a:ext cx="4"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2" y="0"/>
                      <a:pt x="0" y="0"/>
                      <a:pt x="1" y="0"/>
                    </a:cubicBezTo>
                    <a:cubicBezTo>
                      <a:pt x="1" y="0"/>
                      <a:pt x="2"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1" name="Freeform 132"/>
              <p:cNvSpPr/>
              <p:nvPr/>
            </p:nvSpPr>
            <p:spPr bwMode="auto">
              <a:xfrm>
                <a:off x="3515" y="15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2" name="Freeform 133"/>
              <p:cNvSpPr/>
              <p:nvPr/>
            </p:nvSpPr>
            <p:spPr bwMode="auto">
              <a:xfrm>
                <a:off x="3470" y="140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3" name="Freeform 134"/>
              <p:cNvSpPr/>
              <p:nvPr/>
            </p:nvSpPr>
            <p:spPr bwMode="auto">
              <a:xfrm>
                <a:off x="3462" y="140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4" name="Freeform 135"/>
              <p:cNvSpPr/>
              <p:nvPr/>
            </p:nvSpPr>
            <p:spPr bwMode="auto">
              <a:xfrm>
                <a:off x="3909" y="1416"/>
                <a:ext cx="11" cy="2"/>
              </a:xfrm>
              <a:custGeom>
                <a:avLst/>
                <a:gdLst>
                  <a:gd name="T0" fmla="*/ 1 w 5"/>
                  <a:gd name="T1" fmla="*/ 1 h 1"/>
                  <a:gd name="T2" fmla="*/ 0 w 5"/>
                  <a:gd name="T3" fmla="*/ 1 h 1"/>
                  <a:gd name="T4" fmla="*/ 2 w 5"/>
                  <a:gd name="T5" fmla="*/ 1 h 1"/>
                  <a:gd name="T6" fmla="*/ 3 w 5"/>
                  <a:gd name="T7" fmla="*/ 1 h 1"/>
                  <a:gd name="T8" fmla="*/ 5 w 5"/>
                  <a:gd name="T9" fmla="*/ 0 h 1"/>
                  <a:gd name="T10" fmla="*/ 1 w 5"/>
                  <a:gd name="T11" fmla="*/ 1 h 1"/>
                </a:gdLst>
                <a:ahLst/>
                <a:cxnLst>
                  <a:cxn ang="0">
                    <a:pos x="T0" y="T1"/>
                  </a:cxn>
                  <a:cxn ang="0">
                    <a:pos x="T2" y="T3"/>
                  </a:cxn>
                  <a:cxn ang="0">
                    <a:pos x="T4" y="T5"/>
                  </a:cxn>
                  <a:cxn ang="0">
                    <a:pos x="T6" y="T7"/>
                  </a:cxn>
                  <a:cxn ang="0">
                    <a:pos x="T8" y="T9"/>
                  </a:cxn>
                  <a:cxn ang="0">
                    <a:pos x="T10" y="T11"/>
                  </a:cxn>
                </a:cxnLst>
                <a:rect l="0" t="0" r="r" b="b"/>
                <a:pathLst>
                  <a:path w="5" h="1">
                    <a:moveTo>
                      <a:pt x="1" y="1"/>
                    </a:moveTo>
                    <a:cubicBezTo>
                      <a:pt x="1" y="1"/>
                      <a:pt x="1" y="1"/>
                      <a:pt x="0" y="1"/>
                    </a:cubicBezTo>
                    <a:cubicBezTo>
                      <a:pt x="1" y="1"/>
                      <a:pt x="2" y="1"/>
                      <a:pt x="2" y="1"/>
                    </a:cubicBezTo>
                    <a:cubicBezTo>
                      <a:pt x="3" y="1"/>
                      <a:pt x="4" y="1"/>
                      <a:pt x="3" y="1"/>
                    </a:cubicBezTo>
                    <a:cubicBezTo>
                      <a:pt x="4" y="0"/>
                      <a:pt x="5" y="0"/>
                      <a:pt x="5" y="0"/>
                    </a:cubicBezTo>
                    <a:cubicBezTo>
                      <a:pt x="4" y="0"/>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5" name="Freeform 136"/>
              <p:cNvSpPr/>
              <p:nvPr/>
            </p:nvSpPr>
            <p:spPr bwMode="auto">
              <a:xfrm>
                <a:off x="4491" y="1382"/>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6" name="Freeform 137"/>
              <p:cNvSpPr/>
              <p:nvPr/>
            </p:nvSpPr>
            <p:spPr bwMode="auto">
              <a:xfrm>
                <a:off x="4368" y="1484"/>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7" name="Freeform 138"/>
              <p:cNvSpPr/>
              <p:nvPr/>
            </p:nvSpPr>
            <p:spPr bwMode="auto">
              <a:xfrm>
                <a:off x="4504" y="1378"/>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8" name="Freeform 139"/>
              <p:cNvSpPr/>
              <p:nvPr/>
            </p:nvSpPr>
            <p:spPr bwMode="auto">
              <a:xfrm>
                <a:off x="4506" y="138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9" name="Freeform 140"/>
              <p:cNvSpPr/>
              <p:nvPr/>
            </p:nvSpPr>
            <p:spPr bwMode="auto">
              <a:xfrm>
                <a:off x="4368" y="14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0" name="Freeform 141"/>
              <p:cNvSpPr/>
              <p:nvPr/>
            </p:nvSpPr>
            <p:spPr bwMode="auto">
              <a:xfrm>
                <a:off x="4364" y="1484"/>
                <a:ext cx="2" cy="4"/>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0"/>
                      <a:pt x="0" y="0"/>
                    </a:cubicBezTo>
                    <a:cubicBezTo>
                      <a:pt x="0" y="0"/>
                      <a:pt x="1"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1" name="Freeform 142"/>
              <p:cNvSpPr/>
              <p:nvPr/>
            </p:nvSpPr>
            <p:spPr bwMode="auto">
              <a:xfrm>
                <a:off x="4368" y="1492"/>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2" name="Freeform 143"/>
              <p:cNvSpPr/>
              <p:nvPr/>
            </p:nvSpPr>
            <p:spPr bwMode="auto">
              <a:xfrm>
                <a:off x="4487" y="1388"/>
                <a:ext cx="2"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1"/>
                      <a:pt x="0" y="1"/>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3" name="Freeform 144"/>
              <p:cNvSpPr/>
              <p:nvPr/>
            </p:nvSpPr>
            <p:spPr bwMode="auto">
              <a:xfrm>
                <a:off x="4514" y="1382"/>
                <a:ext cx="2" cy="4"/>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0" y="0"/>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4" name="Freeform 145"/>
              <p:cNvSpPr/>
              <p:nvPr/>
            </p:nvSpPr>
            <p:spPr bwMode="auto">
              <a:xfrm>
                <a:off x="4548" y="1397"/>
                <a:ext cx="2" cy="6"/>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5" name="Freeform 146"/>
              <p:cNvSpPr/>
              <p:nvPr/>
            </p:nvSpPr>
            <p:spPr bwMode="auto">
              <a:xfrm>
                <a:off x="4550" y="1399"/>
                <a:ext cx="3" cy="4"/>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2"/>
                      <a:pt x="1" y="1"/>
                    </a:cubicBezTo>
                    <a:cubicBezTo>
                      <a:pt x="0" y="0"/>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6" name="Freeform 147"/>
              <p:cNvSpPr/>
              <p:nvPr/>
            </p:nvSpPr>
            <p:spPr bwMode="auto">
              <a:xfrm>
                <a:off x="4521" y="1382"/>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7" name="Freeform 148"/>
              <p:cNvSpPr/>
              <p:nvPr/>
            </p:nvSpPr>
            <p:spPr bwMode="auto">
              <a:xfrm>
                <a:off x="4516" y="1378"/>
                <a:ext cx="5" cy="8"/>
              </a:xfrm>
              <a:custGeom>
                <a:avLst/>
                <a:gdLst>
                  <a:gd name="T0" fmla="*/ 2 w 2"/>
                  <a:gd name="T1" fmla="*/ 4 h 4"/>
                  <a:gd name="T2" fmla="*/ 1 w 2"/>
                  <a:gd name="T3" fmla="*/ 2 h 4"/>
                  <a:gd name="T4" fmla="*/ 0 w 2"/>
                  <a:gd name="T5" fmla="*/ 2 h 4"/>
                  <a:gd name="T6" fmla="*/ 0 w 2"/>
                  <a:gd name="T7" fmla="*/ 0 h 4"/>
                  <a:gd name="T8" fmla="*/ 2 w 2"/>
                  <a:gd name="T9" fmla="*/ 4 h 4"/>
                  <a:gd name="T10" fmla="*/ 2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2" y="4"/>
                    </a:moveTo>
                    <a:cubicBezTo>
                      <a:pt x="2" y="3"/>
                      <a:pt x="1" y="3"/>
                      <a:pt x="1" y="2"/>
                    </a:cubicBezTo>
                    <a:cubicBezTo>
                      <a:pt x="1" y="2"/>
                      <a:pt x="0" y="1"/>
                      <a:pt x="0" y="2"/>
                    </a:cubicBezTo>
                    <a:cubicBezTo>
                      <a:pt x="0" y="1"/>
                      <a:pt x="0" y="0"/>
                      <a:pt x="0" y="0"/>
                    </a:cubicBezTo>
                    <a:cubicBezTo>
                      <a:pt x="0" y="1"/>
                      <a:pt x="1" y="3"/>
                      <a:pt x="2" y="4"/>
                    </a:cubicBezTo>
                    <a:cubicBezTo>
                      <a:pt x="2" y="4"/>
                      <a:pt x="2" y="4"/>
                      <a:pt x="2" y="4"/>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8" name="Freeform 149"/>
              <p:cNvSpPr/>
              <p:nvPr/>
            </p:nvSpPr>
            <p:spPr bwMode="auto">
              <a:xfrm>
                <a:off x="4519" y="1380"/>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9" name="Freeform 150"/>
              <p:cNvSpPr/>
              <p:nvPr/>
            </p:nvSpPr>
            <p:spPr bwMode="auto">
              <a:xfrm>
                <a:off x="3876" y="13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0" name="Freeform 151"/>
              <p:cNvSpPr/>
              <p:nvPr/>
            </p:nvSpPr>
            <p:spPr bwMode="auto">
              <a:xfrm>
                <a:off x="4465" y="1920"/>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1" name="Freeform 152"/>
              <p:cNvSpPr/>
              <p:nvPr/>
            </p:nvSpPr>
            <p:spPr bwMode="auto">
              <a:xfrm>
                <a:off x="4468" y="1918"/>
                <a:ext cx="6"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2" name="Freeform 153"/>
              <p:cNvSpPr/>
              <p:nvPr/>
            </p:nvSpPr>
            <p:spPr bwMode="auto">
              <a:xfrm>
                <a:off x="3912" y="1286"/>
                <a:ext cx="4" cy="2"/>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2" y="1"/>
                      <a:pt x="0" y="1"/>
                      <a:pt x="1" y="1"/>
                    </a:cubicBezTo>
                    <a:cubicBezTo>
                      <a:pt x="1" y="0"/>
                      <a:pt x="2"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3" name="Freeform 154"/>
              <p:cNvSpPr/>
              <p:nvPr/>
            </p:nvSpPr>
            <p:spPr bwMode="auto">
              <a:xfrm>
                <a:off x="3876" y="132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4" name="Rectangle 155"/>
              <p:cNvSpPr>
                <a:spLocks noChangeArrowheads="1"/>
              </p:cNvSpPr>
              <p:nvPr/>
            </p:nvSpPr>
            <p:spPr bwMode="auto">
              <a:xfrm>
                <a:off x="4402" y="1454"/>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5" name="Freeform 156"/>
              <p:cNvSpPr/>
              <p:nvPr/>
            </p:nvSpPr>
            <p:spPr bwMode="auto">
              <a:xfrm>
                <a:off x="4546" y="140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6" name="Freeform 157"/>
              <p:cNvSpPr/>
              <p:nvPr/>
            </p:nvSpPr>
            <p:spPr bwMode="auto">
              <a:xfrm>
                <a:off x="3914" y="12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7" name="Freeform 158"/>
              <p:cNvSpPr/>
              <p:nvPr/>
            </p:nvSpPr>
            <p:spPr bwMode="auto">
              <a:xfrm>
                <a:off x="4423" y="14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8" name="Freeform 159"/>
              <p:cNvSpPr/>
              <p:nvPr/>
            </p:nvSpPr>
            <p:spPr bwMode="auto">
              <a:xfrm>
                <a:off x="4465" y="1456"/>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9" name="Freeform 160"/>
              <p:cNvSpPr/>
              <p:nvPr/>
            </p:nvSpPr>
            <p:spPr bwMode="auto">
              <a:xfrm>
                <a:off x="4355" y="1509"/>
                <a:ext cx="4" cy="4"/>
              </a:xfrm>
              <a:custGeom>
                <a:avLst/>
                <a:gdLst>
                  <a:gd name="T0" fmla="*/ 0 w 4"/>
                  <a:gd name="T1" fmla="*/ 0 h 4"/>
                  <a:gd name="T2" fmla="*/ 0 w 4"/>
                  <a:gd name="T3" fmla="*/ 2 h 4"/>
                  <a:gd name="T4" fmla="*/ 4 w 4"/>
                  <a:gd name="T5" fmla="*/ 4 h 4"/>
                  <a:gd name="T6" fmla="*/ 0 w 4"/>
                  <a:gd name="T7" fmla="*/ 0 h 4"/>
                </a:gdLst>
                <a:ahLst/>
                <a:cxnLst>
                  <a:cxn ang="0">
                    <a:pos x="T0" y="T1"/>
                  </a:cxn>
                  <a:cxn ang="0">
                    <a:pos x="T2" y="T3"/>
                  </a:cxn>
                  <a:cxn ang="0">
                    <a:pos x="T4" y="T5"/>
                  </a:cxn>
                  <a:cxn ang="0">
                    <a:pos x="T6" y="T7"/>
                  </a:cxn>
                </a:cxnLst>
                <a:rect l="0" t="0" r="r" b="b"/>
                <a:pathLst>
                  <a:path w="4" h="4">
                    <a:moveTo>
                      <a:pt x="0" y="0"/>
                    </a:moveTo>
                    <a:lnTo>
                      <a:pt x="0" y="2"/>
                    </a:lnTo>
                    <a:lnTo>
                      <a:pt x="4"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0" name="Freeform 161"/>
              <p:cNvSpPr/>
              <p:nvPr/>
            </p:nvSpPr>
            <p:spPr bwMode="auto">
              <a:xfrm>
                <a:off x="4383" y="14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1" name="Freeform 162"/>
              <p:cNvSpPr/>
              <p:nvPr/>
            </p:nvSpPr>
            <p:spPr bwMode="auto">
              <a:xfrm>
                <a:off x="4287" y="1378"/>
                <a:ext cx="261" cy="237"/>
              </a:xfrm>
              <a:custGeom>
                <a:avLst/>
                <a:gdLst>
                  <a:gd name="T0" fmla="*/ 27 w 123"/>
                  <a:gd name="T1" fmla="*/ 92 h 112"/>
                  <a:gd name="T2" fmla="*/ 33 w 123"/>
                  <a:gd name="T3" fmla="*/ 85 h 112"/>
                  <a:gd name="T4" fmla="*/ 52 w 123"/>
                  <a:gd name="T5" fmla="*/ 57 h 112"/>
                  <a:gd name="T6" fmla="*/ 61 w 123"/>
                  <a:gd name="T7" fmla="*/ 52 h 112"/>
                  <a:gd name="T8" fmla="*/ 69 w 123"/>
                  <a:gd name="T9" fmla="*/ 49 h 112"/>
                  <a:gd name="T10" fmla="*/ 81 w 123"/>
                  <a:gd name="T11" fmla="*/ 39 h 112"/>
                  <a:gd name="T12" fmla="*/ 89 w 123"/>
                  <a:gd name="T13" fmla="*/ 34 h 112"/>
                  <a:gd name="T14" fmla="*/ 100 w 123"/>
                  <a:gd name="T15" fmla="*/ 25 h 112"/>
                  <a:gd name="T16" fmla="*/ 105 w 123"/>
                  <a:gd name="T17" fmla="*/ 17 h 112"/>
                  <a:gd name="T18" fmla="*/ 115 w 123"/>
                  <a:gd name="T19" fmla="*/ 15 h 112"/>
                  <a:gd name="T20" fmla="*/ 119 w 123"/>
                  <a:gd name="T21" fmla="*/ 14 h 112"/>
                  <a:gd name="T22" fmla="*/ 121 w 123"/>
                  <a:gd name="T23" fmla="*/ 8 h 112"/>
                  <a:gd name="T24" fmla="*/ 122 w 123"/>
                  <a:gd name="T25" fmla="*/ 7 h 112"/>
                  <a:gd name="T26" fmla="*/ 118 w 123"/>
                  <a:gd name="T27" fmla="*/ 7 h 112"/>
                  <a:gd name="T28" fmla="*/ 113 w 123"/>
                  <a:gd name="T29" fmla="*/ 5 h 112"/>
                  <a:gd name="T30" fmla="*/ 107 w 123"/>
                  <a:gd name="T31" fmla="*/ 4 h 112"/>
                  <a:gd name="T32" fmla="*/ 106 w 123"/>
                  <a:gd name="T33" fmla="*/ 3 h 112"/>
                  <a:gd name="T34" fmla="*/ 102 w 123"/>
                  <a:gd name="T35" fmla="*/ 4 h 112"/>
                  <a:gd name="T36" fmla="*/ 101 w 123"/>
                  <a:gd name="T37" fmla="*/ 4 h 112"/>
                  <a:gd name="T38" fmla="*/ 99 w 123"/>
                  <a:gd name="T39" fmla="*/ 2 h 112"/>
                  <a:gd name="T40" fmla="*/ 98 w 123"/>
                  <a:gd name="T41" fmla="*/ 9 h 112"/>
                  <a:gd name="T42" fmla="*/ 96 w 123"/>
                  <a:gd name="T43" fmla="*/ 8 h 112"/>
                  <a:gd name="T44" fmla="*/ 93 w 123"/>
                  <a:gd name="T45" fmla="*/ 7 h 112"/>
                  <a:gd name="T46" fmla="*/ 91 w 123"/>
                  <a:gd name="T47" fmla="*/ 7 h 112"/>
                  <a:gd name="T48" fmla="*/ 89 w 123"/>
                  <a:gd name="T49" fmla="*/ 10 h 112"/>
                  <a:gd name="T50" fmla="*/ 87 w 123"/>
                  <a:gd name="T51" fmla="*/ 10 h 112"/>
                  <a:gd name="T52" fmla="*/ 89 w 123"/>
                  <a:gd name="T53" fmla="*/ 18 h 112"/>
                  <a:gd name="T54" fmla="*/ 85 w 123"/>
                  <a:gd name="T55" fmla="*/ 12 h 112"/>
                  <a:gd name="T56" fmla="*/ 78 w 123"/>
                  <a:gd name="T57" fmla="*/ 16 h 112"/>
                  <a:gd name="T58" fmla="*/ 75 w 123"/>
                  <a:gd name="T59" fmla="*/ 18 h 112"/>
                  <a:gd name="T60" fmla="*/ 75 w 123"/>
                  <a:gd name="T61" fmla="*/ 24 h 112"/>
                  <a:gd name="T62" fmla="*/ 67 w 123"/>
                  <a:gd name="T63" fmla="*/ 25 h 112"/>
                  <a:gd name="T64" fmla="*/ 65 w 123"/>
                  <a:gd name="T65" fmla="*/ 29 h 112"/>
                  <a:gd name="T66" fmla="*/ 64 w 123"/>
                  <a:gd name="T67" fmla="*/ 29 h 112"/>
                  <a:gd name="T68" fmla="*/ 64 w 123"/>
                  <a:gd name="T69" fmla="*/ 32 h 112"/>
                  <a:gd name="T70" fmla="*/ 60 w 123"/>
                  <a:gd name="T71" fmla="*/ 30 h 112"/>
                  <a:gd name="T72" fmla="*/ 59 w 123"/>
                  <a:gd name="T73" fmla="*/ 34 h 112"/>
                  <a:gd name="T74" fmla="*/ 55 w 123"/>
                  <a:gd name="T75" fmla="*/ 39 h 112"/>
                  <a:gd name="T76" fmla="*/ 50 w 123"/>
                  <a:gd name="T77" fmla="*/ 39 h 112"/>
                  <a:gd name="T78" fmla="*/ 47 w 123"/>
                  <a:gd name="T79" fmla="*/ 43 h 112"/>
                  <a:gd name="T80" fmla="*/ 45 w 123"/>
                  <a:gd name="T81" fmla="*/ 45 h 112"/>
                  <a:gd name="T82" fmla="*/ 44 w 123"/>
                  <a:gd name="T83" fmla="*/ 45 h 112"/>
                  <a:gd name="T84" fmla="*/ 42 w 123"/>
                  <a:gd name="T85" fmla="*/ 48 h 112"/>
                  <a:gd name="T86" fmla="*/ 39 w 123"/>
                  <a:gd name="T87" fmla="*/ 54 h 112"/>
                  <a:gd name="T88" fmla="*/ 38 w 123"/>
                  <a:gd name="T89" fmla="*/ 56 h 112"/>
                  <a:gd name="T90" fmla="*/ 38 w 123"/>
                  <a:gd name="T91" fmla="*/ 63 h 112"/>
                  <a:gd name="T92" fmla="*/ 34 w 123"/>
                  <a:gd name="T93" fmla="*/ 65 h 112"/>
                  <a:gd name="T94" fmla="*/ 30 w 123"/>
                  <a:gd name="T95" fmla="*/ 69 h 112"/>
                  <a:gd name="T96" fmla="*/ 27 w 123"/>
                  <a:gd name="T97" fmla="*/ 71 h 112"/>
                  <a:gd name="T98" fmla="*/ 19 w 123"/>
                  <a:gd name="T99" fmla="*/ 78 h 112"/>
                  <a:gd name="T100" fmla="*/ 17 w 123"/>
                  <a:gd name="T101" fmla="*/ 80 h 112"/>
                  <a:gd name="T102" fmla="*/ 13 w 123"/>
                  <a:gd name="T103" fmla="*/ 88 h 112"/>
                  <a:gd name="T104" fmla="*/ 12 w 123"/>
                  <a:gd name="T105" fmla="*/ 9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12">
                    <a:moveTo>
                      <a:pt x="9" y="112"/>
                    </a:moveTo>
                    <a:cubicBezTo>
                      <a:pt x="9" y="108"/>
                      <a:pt x="13" y="106"/>
                      <a:pt x="17" y="105"/>
                    </a:cubicBezTo>
                    <a:cubicBezTo>
                      <a:pt x="17" y="104"/>
                      <a:pt x="17" y="102"/>
                      <a:pt x="18" y="102"/>
                    </a:cubicBezTo>
                    <a:cubicBezTo>
                      <a:pt x="20" y="98"/>
                      <a:pt x="27" y="98"/>
                      <a:pt x="28" y="93"/>
                    </a:cubicBezTo>
                    <a:cubicBezTo>
                      <a:pt x="27" y="93"/>
                      <a:pt x="27" y="92"/>
                      <a:pt x="26" y="91"/>
                    </a:cubicBezTo>
                    <a:cubicBezTo>
                      <a:pt x="27" y="92"/>
                      <a:pt x="27" y="92"/>
                      <a:pt x="27" y="92"/>
                    </a:cubicBezTo>
                    <a:cubicBezTo>
                      <a:pt x="26" y="91"/>
                      <a:pt x="26" y="91"/>
                      <a:pt x="26" y="91"/>
                    </a:cubicBezTo>
                    <a:cubicBezTo>
                      <a:pt x="26" y="90"/>
                      <a:pt x="28" y="92"/>
                      <a:pt x="28" y="92"/>
                    </a:cubicBezTo>
                    <a:cubicBezTo>
                      <a:pt x="29" y="91"/>
                      <a:pt x="29" y="89"/>
                      <a:pt x="31" y="88"/>
                    </a:cubicBezTo>
                    <a:cubicBezTo>
                      <a:pt x="29" y="86"/>
                      <a:pt x="31" y="87"/>
                      <a:pt x="29" y="85"/>
                    </a:cubicBezTo>
                    <a:cubicBezTo>
                      <a:pt x="30" y="86"/>
                      <a:pt x="30" y="86"/>
                      <a:pt x="30" y="86"/>
                    </a:cubicBezTo>
                    <a:cubicBezTo>
                      <a:pt x="30" y="84"/>
                      <a:pt x="30" y="84"/>
                      <a:pt x="33" y="85"/>
                    </a:cubicBezTo>
                    <a:cubicBezTo>
                      <a:pt x="38" y="83"/>
                      <a:pt x="40" y="79"/>
                      <a:pt x="43" y="76"/>
                    </a:cubicBezTo>
                    <a:cubicBezTo>
                      <a:pt x="46" y="72"/>
                      <a:pt x="48" y="68"/>
                      <a:pt x="52" y="64"/>
                    </a:cubicBezTo>
                    <a:cubicBezTo>
                      <a:pt x="50" y="61"/>
                      <a:pt x="52" y="61"/>
                      <a:pt x="50" y="59"/>
                    </a:cubicBezTo>
                    <a:cubicBezTo>
                      <a:pt x="51" y="59"/>
                      <a:pt x="51" y="59"/>
                      <a:pt x="51" y="59"/>
                    </a:cubicBezTo>
                    <a:cubicBezTo>
                      <a:pt x="51" y="58"/>
                      <a:pt x="52" y="59"/>
                      <a:pt x="54" y="59"/>
                    </a:cubicBezTo>
                    <a:cubicBezTo>
                      <a:pt x="53" y="58"/>
                      <a:pt x="54" y="59"/>
                      <a:pt x="52" y="57"/>
                    </a:cubicBezTo>
                    <a:cubicBezTo>
                      <a:pt x="51" y="56"/>
                      <a:pt x="55" y="59"/>
                      <a:pt x="54" y="58"/>
                    </a:cubicBezTo>
                    <a:cubicBezTo>
                      <a:pt x="55" y="59"/>
                      <a:pt x="53" y="57"/>
                      <a:pt x="54" y="58"/>
                    </a:cubicBezTo>
                    <a:cubicBezTo>
                      <a:pt x="53" y="55"/>
                      <a:pt x="55" y="59"/>
                      <a:pt x="57" y="59"/>
                    </a:cubicBezTo>
                    <a:cubicBezTo>
                      <a:pt x="58" y="57"/>
                      <a:pt x="58" y="54"/>
                      <a:pt x="61" y="54"/>
                    </a:cubicBezTo>
                    <a:cubicBezTo>
                      <a:pt x="61" y="54"/>
                      <a:pt x="60" y="52"/>
                      <a:pt x="60" y="52"/>
                    </a:cubicBezTo>
                    <a:cubicBezTo>
                      <a:pt x="62" y="55"/>
                      <a:pt x="60" y="51"/>
                      <a:pt x="61" y="52"/>
                    </a:cubicBezTo>
                    <a:cubicBezTo>
                      <a:pt x="62" y="53"/>
                      <a:pt x="62" y="53"/>
                      <a:pt x="62" y="53"/>
                    </a:cubicBezTo>
                    <a:cubicBezTo>
                      <a:pt x="63" y="54"/>
                      <a:pt x="63" y="51"/>
                      <a:pt x="64" y="52"/>
                    </a:cubicBezTo>
                    <a:cubicBezTo>
                      <a:pt x="64" y="50"/>
                      <a:pt x="67" y="52"/>
                      <a:pt x="66" y="50"/>
                    </a:cubicBezTo>
                    <a:cubicBezTo>
                      <a:pt x="67" y="52"/>
                      <a:pt x="67" y="51"/>
                      <a:pt x="68" y="51"/>
                    </a:cubicBezTo>
                    <a:cubicBezTo>
                      <a:pt x="66" y="48"/>
                      <a:pt x="70" y="51"/>
                      <a:pt x="69" y="49"/>
                    </a:cubicBezTo>
                    <a:cubicBezTo>
                      <a:pt x="69" y="49"/>
                      <a:pt x="69" y="49"/>
                      <a:pt x="69" y="49"/>
                    </a:cubicBezTo>
                    <a:cubicBezTo>
                      <a:pt x="71" y="48"/>
                      <a:pt x="73" y="47"/>
                      <a:pt x="74" y="44"/>
                    </a:cubicBezTo>
                    <a:cubicBezTo>
                      <a:pt x="75" y="43"/>
                      <a:pt x="78" y="45"/>
                      <a:pt x="79" y="42"/>
                    </a:cubicBezTo>
                    <a:cubicBezTo>
                      <a:pt x="78" y="41"/>
                      <a:pt x="78" y="41"/>
                      <a:pt x="78" y="41"/>
                    </a:cubicBezTo>
                    <a:cubicBezTo>
                      <a:pt x="78" y="41"/>
                      <a:pt x="79" y="42"/>
                      <a:pt x="79" y="42"/>
                    </a:cubicBezTo>
                    <a:cubicBezTo>
                      <a:pt x="79" y="40"/>
                      <a:pt x="81" y="41"/>
                      <a:pt x="81" y="41"/>
                    </a:cubicBezTo>
                    <a:cubicBezTo>
                      <a:pt x="81" y="40"/>
                      <a:pt x="81" y="40"/>
                      <a:pt x="81" y="39"/>
                    </a:cubicBezTo>
                    <a:cubicBezTo>
                      <a:pt x="83" y="41"/>
                      <a:pt x="82" y="37"/>
                      <a:pt x="84" y="38"/>
                    </a:cubicBezTo>
                    <a:cubicBezTo>
                      <a:pt x="82" y="36"/>
                      <a:pt x="84" y="37"/>
                      <a:pt x="84" y="36"/>
                    </a:cubicBezTo>
                    <a:cubicBezTo>
                      <a:pt x="84" y="36"/>
                      <a:pt x="84" y="36"/>
                      <a:pt x="85" y="37"/>
                    </a:cubicBezTo>
                    <a:cubicBezTo>
                      <a:pt x="85" y="36"/>
                      <a:pt x="85" y="36"/>
                      <a:pt x="87" y="36"/>
                    </a:cubicBezTo>
                    <a:cubicBezTo>
                      <a:pt x="87" y="36"/>
                      <a:pt x="86" y="34"/>
                      <a:pt x="87" y="34"/>
                    </a:cubicBezTo>
                    <a:cubicBezTo>
                      <a:pt x="88" y="36"/>
                      <a:pt x="88" y="34"/>
                      <a:pt x="89" y="34"/>
                    </a:cubicBezTo>
                    <a:cubicBezTo>
                      <a:pt x="87" y="32"/>
                      <a:pt x="87" y="31"/>
                      <a:pt x="88" y="31"/>
                    </a:cubicBezTo>
                    <a:cubicBezTo>
                      <a:pt x="89" y="34"/>
                      <a:pt x="89" y="34"/>
                      <a:pt x="89" y="34"/>
                    </a:cubicBezTo>
                    <a:cubicBezTo>
                      <a:pt x="90" y="31"/>
                      <a:pt x="93" y="33"/>
                      <a:pt x="93" y="29"/>
                    </a:cubicBezTo>
                    <a:cubicBezTo>
                      <a:pt x="94" y="30"/>
                      <a:pt x="94" y="30"/>
                      <a:pt x="94" y="30"/>
                    </a:cubicBezTo>
                    <a:cubicBezTo>
                      <a:pt x="95" y="28"/>
                      <a:pt x="98" y="29"/>
                      <a:pt x="98" y="25"/>
                    </a:cubicBezTo>
                    <a:cubicBezTo>
                      <a:pt x="99" y="25"/>
                      <a:pt x="100" y="26"/>
                      <a:pt x="100" y="25"/>
                    </a:cubicBezTo>
                    <a:cubicBezTo>
                      <a:pt x="100" y="24"/>
                      <a:pt x="101" y="24"/>
                      <a:pt x="100" y="22"/>
                    </a:cubicBezTo>
                    <a:cubicBezTo>
                      <a:pt x="100" y="21"/>
                      <a:pt x="101" y="22"/>
                      <a:pt x="101" y="23"/>
                    </a:cubicBezTo>
                    <a:cubicBezTo>
                      <a:pt x="102" y="23"/>
                      <a:pt x="104" y="25"/>
                      <a:pt x="103" y="22"/>
                    </a:cubicBezTo>
                    <a:cubicBezTo>
                      <a:pt x="104" y="23"/>
                      <a:pt x="104" y="23"/>
                      <a:pt x="104" y="23"/>
                    </a:cubicBezTo>
                    <a:cubicBezTo>
                      <a:pt x="104" y="22"/>
                      <a:pt x="104" y="20"/>
                      <a:pt x="106" y="21"/>
                    </a:cubicBezTo>
                    <a:cubicBezTo>
                      <a:pt x="105" y="19"/>
                      <a:pt x="106" y="19"/>
                      <a:pt x="105" y="17"/>
                    </a:cubicBezTo>
                    <a:cubicBezTo>
                      <a:pt x="105" y="17"/>
                      <a:pt x="106" y="19"/>
                      <a:pt x="106" y="18"/>
                    </a:cubicBezTo>
                    <a:cubicBezTo>
                      <a:pt x="106" y="20"/>
                      <a:pt x="106" y="20"/>
                      <a:pt x="106" y="20"/>
                    </a:cubicBezTo>
                    <a:cubicBezTo>
                      <a:pt x="108" y="20"/>
                      <a:pt x="109" y="18"/>
                      <a:pt x="110" y="16"/>
                    </a:cubicBezTo>
                    <a:cubicBezTo>
                      <a:pt x="112" y="19"/>
                      <a:pt x="112" y="16"/>
                      <a:pt x="113" y="17"/>
                    </a:cubicBezTo>
                    <a:cubicBezTo>
                      <a:pt x="113" y="15"/>
                      <a:pt x="115" y="17"/>
                      <a:pt x="114" y="14"/>
                    </a:cubicBezTo>
                    <a:cubicBezTo>
                      <a:pt x="115" y="15"/>
                      <a:pt x="115" y="15"/>
                      <a:pt x="115" y="15"/>
                    </a:cubicBezTo>
                    <a:cubicBezTo>
                      <a:pt x="115" y="15"/>
                      <a:pt x="116" y="15"/>
                      <a:pt x="117" y="15"/>
                    </a:cubicBezTo>
                    <a:cubicBezTo>
                      <a:pt x="118" y="16"/>
                      <a:pt x="118" y="14"/>
                      <a:pt x="118" y="13"/>
                    </a:cubicBezTo>
                    <a:cubicBezTo>
                      <a:pt x="118" y="14"/>
                      <a:pt x="118" y="14"/>
                      <a:pt x="118" y="14"/>
                    </a:cubicBezTo>
                    <a:cubicBezTo>
                      <a:pt x="118" y="13"/>
                      <a:pt x="118" y="11"/>
                      <a:pt x="118" y="9"/>
                    </a:cubicBezTo>
                    <a:cubicBezTo>
                      <a:pt x="119" y="10"/>
                      <a:pt x="118" y="9"/>
                      <a:pt x="119" y="10"/>
                    </a:cubicBezTo>
                    <a:cubicBezTo>
                      <a:pt x="119" y="11"/>
                      <a:pt x="119" y="13"/>
                      <a:pt x="119" y="14"/>
                    </a:cubicBezTo>
                    <a:cubicBezTo>
                      <a:pt x="120" y="15"/>
                      <a:pt x="119" y="11"/>
                      <a:pt x="120" y="13"/>
                    </a:cubicBezTo>
                    <a:cubicBezTo>
                      <a:pt x="121" y="14"/>
                      <a:pt x="121" y="13"/>
                      <a:pt x="121" y="11"/>
                    </a:cubicBezTo>
                    <a:cubicBezTo>
                      <a:pt x="121" y="12"/>
                      <a:pt x="121" y="12"/>
                      <a:pt x="121" y="13"/>
                    </a:cubicBezTo>
                    <a:cubicBezTo>
                      <a:pt x="122" y="13"/>
                      <a:pt x="122" y="13"/>
                      <a:pt x="122" y="12"/>
                    </a:cubicBezTo>
                    <a:cubicBezTo>
                      <a:pt x="122" y="12"/>
                      <a:pt x="122" y="12"/>
                      <a:pt x="122" y="12"/>
                    </a:cubicBezTo>
                    <a:cubicBezTo>
                      <a:pt x="122" y="10"/>
                      <a:pt x="122" y="10"/>
                      <a:pt x="121" y="8"/>
                    </a:cubicBezTo>
                    <a:cubicBezTo>
                      <a:pt x="121" y="9"/>
                      <a:pt x="121" y="9"/>
                      <a:pt x="121" y="9"/>
                    </a:cubicBezTo>
                    <a:cubicBezTo>
                      <a:pt x="121" y="7"/>
                      <a:pt x="121" y="7"/>
                      <a:pt x="122" y="8"/>
                    </a:cubicBezTo>
                    <a:cubicBezTo>
                      <a:pt x="122" y="10"/>
                      <a:pt x="122" y="11"/>
                      <a:pt x="122" y="11"/>
                    </a:cubicBezTo>
                    <a:cubicBezTo>
                      <a:pt x="123" y="7"/>
                      <a:pt x="123" y="7"/>
                      <a:pt x="123" y="7"/>
                    </a:cubicBezTo>
                    <a:cubicBezTo>
                      <a:pt x="123" y="9"/>
                      <a:pt x="122" y="8"/>
                      <a:pt x="122" y="6"/>
                    </a:cubicBezTo>
                    <a:cubicBezTo>
                      <a:pt x="122" y="7"/>
                      <a:pt x="122" y="7"/>
                      <a:pt x="122" y="7"/>
                    </a:cubicBezTo>
                    <a:cubicBezTo>
                      <a:pt x="122" y="6"/>
                      <a:pt x="122" y="6"/>
                      <a:pt x="122" y="6"/>
                    </a:cubicBezTo>
                    <a:cubicBezTo>
                      <a:pt x="121" y="7"/>
                      <a:pt x="120" y="5"/>
                      <a:pt x="120" y="7"/>
                    </a:cubicBezTo>
                    <a:cubicBezTo>
                      <a:pt x="120" y="8"/>
                      <a:pt x="120" y="8"/>
                      <a:pt x="120" y="8"/>
                    </a:cubicBezTo>
                    <a:cubicBezTo>
                      <a:pt x="120" y="8"/>
                      <a:pt x="120" y="11"/>
                      <a:pt x="119" y="9"/>
                    </a:cubicBezTo>
                    <a:cubicBezTo>
                      <a:pt x="119" y="7"/>
                      <a:pt x="119" y="7"/>
                      <a:pt x="119" y="7"/>
                    </a:cubicBezTo>
                    <a:cubicBezTo>
                      <a:pt x="119" y="7"/>
                      <a:pt x="119" y="8"/>
                      <a:pt x="118" y="7"/>
                    </a:cubicBezTo>
                    <a:cubicBezTo>
                      <a:pt x="118" y="5"/>
                      <a:pt x="118" y="5"/>
                      <a:pt x="118" y="5"/>
                    </a:cubicBezTo>
                    <a:cubicBezTo>
                      <a:pt x="119" y="8"/>
                      <a:pt x="117" y="6"/>
                      <a:pt x="117" y="7"/>
                    </a:cubicBezTo>
                    <a:cubicBezTo>
                      <a:pt x="117" y="6"/>
                      <a:pt x="117" y="6"/>
                      <a:pt x="117" y="6"/>
                    </a:cubicBezTo>
                    <a:cubicBezTo>
                      <a:pt x="116" y="6"/>
                      <a:pt x="117" y="8"/>
                      <a:pt x="117" y="8"/>
                    </a:cubicBezTo>
                    <a:cubicBezTo>
                      <a:pt x="117" y="8"/>
                      <a:pt x="116" y="5"/>
                      <a:pt x="115" y="4"/>
                    </a:cubicBezTo>
                    <a:cubicBezTo>
                      <a:pt x="115" y="5"/>
                      <a:pt x="114" y="7"/>
                      <a:pt x="113" y="5"/>
                    </a:cubicBezTo>
                    <a:cubicBezTo>
                      <a:pt x="112" y="6"/>
                      <a:pt x="112" y="7"/>
                      <a:pt x="112" y="8"/>
                    </a:cubicBezTo>
                    <a:cubicBezTo>
                      <a:pt x="111" y="8"/>
                      <a:pt x="111" y="6"/>
                      <a:pt x="111" y="7"/>
                    </a:cubicBezTo>
                    <a:cubicBezTo>
                      <a:pt x="111" y="6"/>
                      <a:pt x="110" y="5"/>
                      <a:pt x="110" y="4"/>
                    </a:cubicBezTo>
                    <a:cubicBezTo>
                      <a:pt x="110" y="5"/>
                      <a:pt x="109" y="4"/>
                      <a:pt x="110" y="7"/>
                    </a:cubicBezTo>
                    <a:cubicBezTo>
                      <a:pt x="109" y="6"/>
                      <a:pt x="108" y="6"/>
                      <a:pt x="107" y="7"/>
                    </a:cubicBezTo>
                    <a:cubicBezTo>
                      <a:pt x="108" y="7"/>
                      <a:pt x="107" y="5"/>
                      <a:pt x="107" y="4"/>
                    </a:cubicBezTo>
                    <a:cubicBezTo>
                      <a:pt x="107" y="6"/>
                      <a:pt x="106" y="7"/>
                      <a:pt x="106" y="7"/>
                    </a:cubicBezTo>
                    <a:cubicBezTo>
                      <a:pt x="106" y="9"/>
                      <a:pt x="106" y="9"/>
                      <a:pt x="107" y="10"/>
                    </a:cubicBezTo>
                    <a:cubicBezTo>
                      <a:pt x="107" y="10"/>
                      <a:pt x="107" y="11"/>
                      <a:pt x="107" y="11"/>
                    </a:cubicBezTo>
                    <a:cubicBezTo>
                      <a:pt x="106" y="9"/>
                      <a:pt x="105" y="7"/>
                      <a:pt x="104" y="7"/>
                    </a:cubicBezTo>
                    <a:cubicBezTo>
                      <a:pt x="104" y="4"/>
                      <a:pt x="106" y="7"/>
                      <a:pt x="104" y="4"/>
                    </a:cubicBezTo>
                    <a:cubicBezTo>
                      <a:pt x="104" y="2"/>
                      <a:pt x="105" y="2"/>
                      <a:pt x="106" y="3"/>
                    </a:cubicBezTo>
                    <a:cubicBezTo>
                      <a:pt x="105" y="1"/>
                      <a:pt x="105" y="3"/>
                      <a:pt x="104" y="1"/>
                    </a:cubicBezTo>
                    <a:cubicBezTo>
                      <a:pt x="104" y="1"/>
                      <a:pt x="104" y="2"/>
                      <a:pt x="103" y="3"/>
                    </a:cubicBezTo>
                    <a:cubicBezTo>
                      <a:pt x="104" y="4"/>
                      <a:pt x="104" y="4"/>
                      <a:pt x="104" y="5"/>
                    </a:cubicBezTo>
                    <a:cubicBezTo>
                      <a:pt x="105" y="8"/>
                      <a:pt x="103" y="4"/>
                      <a:pt x="103" y="4"/>
                    </a:cubicBezTo>
                    <a:cubicBezTo>
                      <a:pt x="103" y="3"/>
                      <a:pt x="103" y="3"/>
                      <a:pt x="103" y="3"/>
                    </a:cubicBezTo>
                    <a:cubicBezTo>
                      <a:pt x="102" y="2"/>
                      <a:pt x="102" y="4"/>
                      <a:pt x="102" y="4"/>
                    </a:cubicBezTo>
                    <a:cubicBezTo>
                      <a:pt x="100" y="1"/>
                      <a:pt x="102" y="3"/>
                      <a:pt x="102" y="1"/>
                    </a:cubicBezTo>
                    <a:cubicBezTo>
                      <a:pt x="101" y="0"/>
                      <a:pt x="101" y="0"/>
                      <a:pt x="101" y="0"/>
                    </a:cubicBezTo>
                    <a:cubicBezTo>
                      <a:pt x="100" y="0"/>
                      <a:pt x="101" y="2"/>
                      <a:pt x="100" y="2"/>
                    </a:cubicBezTo>
                    <a:cubicBezTo>
                      <a:pt x="100" y="1"/>
                      <a:pt x="100" y="1"/>
                      <a:pt x="100" y="1"/>
                    </a:cubicBezTo>
                    <a:cubicBezTo>
                      <a:pt x="100" y="1"/>
                      <a:pt x="100" y="1"/>
                      <a:pt x="100" y="1"/>
                    </a:cubicBezTo>
                    <a:cubicBezTo>
                      <a:pt x="100" y="3"/>
                      <a:pt x="101" y="4"/>
                      <a:pt x="101" y="4"/>
                    </a:cubicBezTo>
                    <a:cubicBezTo>
                      <a:pt x="102" y="7"/>
                      <a:pt x="101" y="4"/>
                      <a:pt x="101" y="5"/>
                    </a:cubicBezTo>
                    <a:cubicBezTo>
                      <a:pt x="101" y="7"/>
                      <a:pt x="101" y="5"/>
                      <a:pt x="102" y="7"/>
                    </a:cubicBezTo>
                    <a:cubicBezTo>
                      <a:pt x="102" y="8"/>
                      <a:pt x="102" y="8"/>
                      <a:pt x="102" y="9"/>
                    </a:cubicBezTo>
                    <a:cubicBezTo>
                      <a:pt x="101" y="9"/>
                      <a:pt x="101" y="7"/>
                      <a:pt x="100" y="6"/>
                    </a:cubicBezTo>
                    <a:cubicBezTo>
                      <a:pt x="100" y="6"/>
                      <a:pt x="100" y="5"/>
                      <a:pt x="101" y="6"/>
                    </a:cubicBezTo>
                    <a:cubicBezTo>
                      <a:pt x="101" y="4"/>
                      <a:pt x="99" y="3"/>
                      <a:pt x="99" y="2"/>
                    </a:cubicBezTo>
                    <a:cubicBezTo>
                      <a:pt x="98" y="1"/>
                      <a:pt x="99" y="4"/>
                      <a:pt x="99" y="4"/>
                    </a:cubicBezTo>
                    <a:cubicBezTo>
                      <a:pt x="99" y="3"/>
                      <a:pt x="99" y="5"/>
                      <a:pt x="100" y="6"/>
                    </a:cubicBezTo>
                    <a:cubicBezTo>
                      <a:pt x="101" y="11"/>
                      <a:pt x="98" y="3"/>
                      <a:pt x="97" y="4"/>
                    </a:cubicBezTo>
                    <a:cubicBezTo>
                      <a:pt x="99" y="7"/>
                      <a:pt x="98" y="8"/>
                      <a:pt x="100" y="11"/>
                    </a:cubicBezTo>
                    <a:cubicBezTo>
                      <a:pt x="100" y="12"/>
                      <a:pt x="100" y="13"/>
                      <a:pt x="100" y="12"/>
                    </a:cubicBezTo>
                    <a:cubicBezTo>
                      <a:pt x="99" y="10"/>
                      <a:pt x="99" y="11"/>
                      <a:pt x="98" y="9"/>
                    </a:cubicBezTo>
                    <a:cubicBezTo>
                      <a:pt x="98" y="9"/>
                      <a:pt x="98" y="9"/>
                      <a:pt x="98" y="9"/>
                    </a:cubicBezTo>
                    <a:cubicBezTo>
                      <a:pt x="98" y="7"/>
                      <a:pt x="98" y="7"/>
                      <a:pt x="98" y="7"/>
                    </a:cubicBezTo>
                    <a:cubicBezTo>
                      <a:pt x="97" y="5"/>
                      <a:pt x="95" y="4"/>
                      <a:pt x="95" y="4"/>
                    </a:cubicBezTo>
                    <a:cubicBezTo>
                      <a:pt x="95" y="5"/>
                      <a:pt x="96" y="5"/>
                      <a:pt x="96" y="6"/>
                    </a:cubicBezTo>
                    <a:cubicBezTo>
                      <a:pt x="95" y="5"/>
                      <a:pt x="95" y="4"/>
                      <a:pt x="94" y="4"/>
                    </a:cubicBezTo>
                    <a:cubicBezTo>
                      <a:pt x="95" y="5"/>
                      <a:pt x="96" y="7"/>
                      <a:pt x="96" y="8"/>
                    </a:cubicBezTo>
                    <a:cubicBezTo>
                      <a:pt x="95" y="8"/>
                      <a:pt x="94" y="6"/>
                      <a:pt x="94" y="6"/>
                    </a:cubicBezTo>
                    <a:cubicBezTo>
                      <a:pt x="94" y="4"/>
                      <a:pt x="94" y="4"/>
                      <a:pt x="94" y="4"/>
                    </a:cubicBezTo>
                    <a:cubicBezTo>
                      <a:pt x="94" y="6"/>
                      <a:pt x="93" y="3"/>
                      <a:pt x="93" y="4"/>
                    </a:cubicBezTo>
                    <a:cubicBezTo>
                      <a:pt x="93" y="5"/>
                      <a:pt x="94" y="7"/>
                      <a:pt x="94" y="8"/>
                    </a:cubicBezTo>
                    <a:cubicBezTo>
                      <a:pt x="94" y="9"/>
                      <a:pt x="94" y="8"/>
                      <a:pt x="94" y="8"/>
                    </a:cubicBezTo>
                    <a:cubicBezTo>
                      <a:pt x="93" y="7"/>
                      <a:pt x="93" y="7"/>
                      <a:pt x="93" y="7"/>
                    </a:cubicBezTo>
                    <a:cubicBezTo>
                      <a:pt x="93" y="7"/>
                      <a:pt x="92" y="4"/>
                      <a:pt x="92" y="5"/>
                    </a:cubicBezTo>
                    <a:cubicBezTo>
                      <a:pt x="92" y="6"/>
                      <a:pt x="92" y="6"/>
                      <a:pt x="92" y="6"/>
                    </a:cubicBezTo>
                    <a:cubicBezTo>
                      <a:pt x="92" y="6"/>
                      <a:pt x="92" y="6"/>
                      <a:pt x="91" y="5"/>
                    </a:cubicBezTo>
                    <a:cubicBezTo>
                      <a:pt x="92" y="6"/>
                      <a:pt x="91" y="6"/>
                      <a:pt x="92" y="6"/>
                    </a:cubicBezTo>
                    <a:cubicBezTo>
                      <a:pt x="91" y="5"/>
                      <a:pt x="91" y="5"/>
                      <a:pt x="91" y="5"/>
                    </a:cubicBezTo>
                    <a:cubicBezTo>
                      <a:pt x="91" y="6"/>
                      <a:pt x="92" y="9"/>
                      <a:pt x="91" y="7"/>
                    </a:cubicBezTo>
                    <a:cubicBezTo>
                      <a:pt x="92" y="9"/>
                      <a:pt x="91" y="7"/>
                      <a:pt x="92" y="8"/>
                    </a:cubicBezTo>
                    <a:cubicBezTo>
                      <a:pt x="93" y="9"/>
                      <a:pt x="92" y="9"/>
                      <a:pt x="92" y="10"/>
                    </a:cubicBezTo>
                    <a:cubicBezTo>
                      <a:pt x="91" y="7"/>
                      <a:pt x="91" y="10"/>
                      <a:pt x="91" y="10"/>
                    </a:cubicBezTo>
                    <a:cubicBezTo>
                      <a:pt x="91" y="9"/>
                      <a:pt x="90" y="9"/>
                      <a:pt x="90" y="8"/>
                    </a:cubicBezTo>
                    <a:cubicBezTo>
                      <a:pt x="91" y="10"/>
                      <a:pt x="91" y="10"/>
                      <a:pt x="91" y="10"/>
                    </a:cubicBezTo>
                    <a:cubicBezTo>
                      <a:pt x="89" y="7"/>
                      <a:pt x="90" y="11"/>
                      <a:pt x="89" y="10"/>
                    </a:cubicBezTo>
                    <a:cubicBezTo>
                      <a:pt x="89" y="9"/>
                      <a:pt x="88" y="8"/>
                      <a:pt x="88" y="7"/>
                    </a:cubicBezTo>
                    <a:cubicBezTo>
                      <a:pt x="90" y="10"/>
                      <a:pt x="89" y="11"/>
                      <a:pt x="90" y="12"/>
                    </a:cubicBezTo>
                    <a:cubicBezTo>
                      <a:pt x="89" y="12"/>
                      <a:pt x="88" y="9"/>
                      <a:pt x="87" y="8"/>
                    </a:cubicBezTo>
                    <a:cubicBezTo>
                      <a:pt x="88" y="10"/>
                      <a:pt x="86" y="7"/>
                      <a:pt x="87" y="9"/>
                    </a:cubicBezTo>
                    <a:cubicBezTo>
                      <a:pt x="88" y="10"/>
                      <a:pt x="88" y="11"/>
                      <a:pt x="88" y="12"/>
                    </a:cubicBezTo>
                    <a:cubicBezTo>
                      <a:pt x="88" y="12"/>
                      <a:pt x="88" y="11"/>
                      <a:pt x="87" y="10"/>
                    </a:cubicBezTo>
                    <a:cubicBezTo>
                      <a:pt x="87" y="10"/>
                      <a:pt x="88" y="12"/>
                      <a:pt x="88" y="13"/>
                    </a:cubicBezTo>
                    <a:cubicBezTo>
                      <a:pt x="88" y="13"/>
                      <a:pt x="89" y="15"/>
                      <a:pt x="88" y="14"/>
                    </a:cubicBezTo>
                    <a:cubicBezTo>
                      <a:pt x="87" y="12"/>
                      <a:pt x="88" y="13"/>
                      <a:pt x="87" y="12"/>
                    </a:cubicBezTo>
                    <a:cubicBezTo>
                      <a:pt x="86" y="12"/>
                      <a:pt x="89" y="16"/>
                      <a:pt x="88" y="16"/>
                    </a:cubicBezTo>
                    <a:cubicBezTo>
                      <a:pt x="89" y="17"/>
                      <a:pt x="90" y="20"/>
                      <a:pt x="90" y="21"/>
                    </a:cubicBezTo>
                    <a:cubicBezTo>
                      <a:pt x="89" y="21"/>
                      <a:pt x="90" y="20"/>
                      <a:pt x="89" y="18"/>
                    </a:cubicBezTo>
                    <a:cubicBezTo>
                      <a:pt x="89" y="18"/>
                      <a:pt x="89" y="18"/>
                      <a:pt x="89" y="18"/>
                    </a:cubicBezTo>
                    <a:cubicBezTo>
                      <a:pt x="87" y="16"/>
                      <a:pt x="87" y="14"/>
                      <a:pt x="86" y="12"/>
                    </a:cubicBezTo>
                    <a:cubicBezTo>
                      <a:pt x="86" y="13"/>
                      <a:pt x="86" y="13"/>
                      <a:pt x="86" y="13"/>
                    </a:cubicBezTo>
                    <a:cubicBezTo>
                      <a:pt x="85" y="12"/>
                      <a:pt x="85" y="11"/>
                      <a:pt x="84" y="10"/>
                    </a:cubicBezTo>
                    <a:cubicBezTo>
                      <a:pt x="85" y="12"/>
                      <a:pt x="84" y="11"/>
                      <a:pt x="84" y="11"/>
                    </a:cubicBezTo>
                    <a:cubicBezTo>
                      <a:pt x="85" y="13"/>
                      <a:pt x="84" y="11"/>
                      <a:pt x="85" y="12"/>
                    </a:cubicBezTo>
                    <a:cubicBezTo>
                      <a:pt x="84" y="13"/>
                      <a:pt x="86" y="15"/>
                      <a:pt x="85" y="15"/>
                    </a:cubicBezTo>
                    <a:cubicBezTo>
                      <a:pt x="83" y="12"/>
                      <a:pt x="83" y="12"/>
                      <a:pt x="83" y="12"/>
                    </a:cubicBezTo>
                    <a:cubicBezTo>
                      <a:pt x="82" y="11"/>
                      <a:pt x="84" y="14"/>
                      <a:pt x="83" y="13"/>
                    </a:cubicBezTo>
                    <a:cubicBezTo>
                      <a:pt x="83" y="12"/>
                      <a:pt x="83" y="12"/>
                      <a:pt x="83" y="12"/>
                    </a:cubicBezTo>
                    <a:cubicBezTo>
                      <a:pt x="81" y="13"/>
                      <a:pt x="80" y="14"/>
                      <a:pt x="81" y="18"/>
                    </a:cubicBezTo>
                    <a:cubicBezTo>
                      <a:pt x="80" y="17"/>
                      <a:pt x="79" y="17"/>
                      <a:pt x="78" y="16"/>
                    </a:cubicBezTo>
                    <a:cubicBezTo>
                      <a:pt x="78" y="17"/>
                      <a:pt x="79" y="18"/>
                      <a:pt x="79" y="18"/>
                    </a:cubicBezTo>
                    <a:cubicBezTo>
                      <a:pt x="77" y="17"/>
                      <a:pt x="77" y="17"/>
                      <a:pt x="77" y="17"/>
                    </a:cubicBezTo>
                    <a:cubicBezTo>
                      <a:pt x="76" y="16"/>
                      <a:pt x="77" y="18"/>
                      <a:pt x="77" y="19"/>
                    </a:cubicBezTo>
                    <a:cubicBezTo>
                      <a:pt x="76" y="18"/>
                      <a:pt x="76" y="18"/>
                      <a:pt x="76" y="18"/>
                    </a:cubicBezTo>
                    <a:cubicBezTo>
                      <a:pt x="75" y="17"/>
                      <a:pt x="76" y="19"/>
                      <a:pt x="76" y="19"/>
                    </a:cubicBezTo>
                    <a:cubicBezTo>
                      <a:pt x="75" y="18"/>
                      <a:pt x="75" y="18"/>
                      <a:pt x="75" y="18"/>
                    </a:cubicBezTo>
                    <a:cubicBezTo>
                      <a:pt x="76" y="20"/>
                      <a:pt x="76" y="20"/>
                      <a:pt x="76" y="20"/>
                    </a:cubicBezTo>
                    <a:cubicBezTo>
                      <a:pt x="76" y="20"/>
                      <a:pt x="76" y="20"/>
                      <a:pt x="74" y="19"/>
                    </a:cubicBezTo>
                    <a:cubicBezTo>
                      <a:pt x="75" y="19"/>
                      <a:pt x="75" y="19"/>
                      <a:pt x="75" y="20"/>
                    </a:cubicBezTo>
                    <a:cubicBezTo>
                      <a:pt x="74" y="19"/>
                      <a:pt x="73" y="20"/>
                      <a:pt x="73" y="21"/>
                    </a:cubicBezTo>
                    <a:cubicBezTo>
                      <a:pt x="74" y="21"/>
                      <a:pt x="74" y="21"/>
                      <a:pt x="75" y="23"/>
                    </a:cubicBezTo>
                    <a:cubicBezTo>
                      <a:pt x="76" y="25"/>
                      <a:pt x="74" y="22"/>
                      <a:pt x="75" y="24"/>
                    </a:cubicBezTo>
                    <a:cubicBezTo>
                      <a:pt x="74" y="23"/>
                      <a:pt x="74" y="22"/>
                      <a:pt x="73" y="22"/>
                    </a:cubicBezTo>
                    <a:cubicBezTo>
                      <a:pt x="71" y="20"/>
                      <a:pt x="71" y="22"/>
                      <a:pt x="70" y="23"/>
                    </a:cubicBezTo>
                    <a:cubicBezTo>
                      <a:pt x="70" y="24"/>
                      <a:pt x="70" y="24"/>
                      <a:pt x="70" y="24"/>
                    </a:cubicBezTo>
                    <a:cubicBezTo>
                      <a:pt x="68" y="22"/>
                      <a:pt x="69" y="25"/>
                      <a:pt x="68" y="24"/>
                    </a:cubicBezTo>
                    <a:cubicBezTo>
                      <a:pt x="68" y="25"/>
                      <a:pt x="70" y="28"/>
                      <a:pt x="69" y="28"/>
                    </a:cubicBezTo>
                    <a:cubicBezTo>
                      <a:pt x="70" y="30"/>
                      <a:pt x="68" y="26"/>
                      <a:pt x="67" y="25"/>
                    </a:cubicBezTo>
                    <a:cubicBezTo>
                      <a:pt x="67" y="26"/>
                      <a:pt x="67" y="26"/>
                      <a:pt x="67" y="26"/>
                    </a:cubicBezTo>
                    <a:cubicBezTo>
                      <a:pt x="66" y="26"/>
                      <a:pt x="66" y="26"/>
                      <a:pt x="66" y="26"/>
                    </a:cubicBezTo>
                    <a:cubicBezTo>
                      <a:pt x="67" y="27"/>
                      <a:pt x="67" y="28"/>
                      <a:pt x="66" y="27"/>
                    </a:cubicBezTo>
                    <a:cubicBezTo>
                      <a:pt x="66" y="27"/>
                      <a:pt x="66" y="27"/>
                      <a:pt x="66" y="27"/>
                    </a:cubicBezTo>
                    <a:cubicBezTo>
                      <a:pt x="66" y="27"/>
                      <a:pt x="65" y="26"/>
                      <a:pt x="64" y="27"/>
                    </a:cubicBezTo>
                    <a:cubicBezTo>
                      <a:pt x="65" y="28"/>
                      <a:pt x="64" y="28"/>
                      <a:pt x="65" y="29"/>
                    </a:cubicBezTo>
                    <a:cubicBezTo>
                      <a:pt x="65" y="28"/>
                      <a:pt x="65" y="28"/>
                      <a:pt x="65" y="28"/>
                    </a:cubicBezTo>
                    <a:cubicBezTo>
                      <a:pt x="65" y="30"/>
                      <a:pt x="65" y="30"/>
                      <a:pt x="65" y="30"/>
                    </a:cubicBezTo>
                    <a:cubicBezTo>
                      <a:pt x="65" y="29"/>
                      <a:pt x="65" y="29"/>
                      <a:pt x="65" y="29"/>
                    </a:cubicBezTo>
                    <a:cubicBezTo>
                      <a:pt x="64" y="28"/>
                      <a:pt x="64" y="28"/>
                      <a:pt x="64" y="28"/>
                    </a:cubicBezTo>
                    <a:cubicBezTo>
                      <a:pt x="63" y="27"/>
                      <a:pt x="64" y="29"/>
                      <a:pt x="65" y="30"/>
                    </a:cubicBezTo>
                    <a:cubicBezTo>
                      <a:pt x="65" y="31"/>
                      <a:pt x="64" y="30"/>
                      <a:pt x="64" y="29"/>
                    </a:cubicBezTo>
                    <a:cubicBezTo>
                      <a:pt x="63" y="29"/>
                      <a:pt x="64" y="30"/>
                      <a:pt x="64" y="29"/>
                    </a:cubicBezTo>
                    <a:cubicBezTo>
                      <a:pt x="63" y="28"/>
                      <a:pt x="63" y="29"/>
                      <a:pt x="63" y="28"/>
                    </a:cubicBezTo>
                    <a:cubicBezTo>
                      <a:pt x="63" y="28"/>
                      <a:pt x="64" y="30"/>
                      <a:pt x="63" y="30"/>
                    </a:cubicBezTo>
                    <a:cubicBezTo>
                      <a:pt x="63" y="30"/>
                      <a:pt x="63" y="31"/>
                      <a:pt x="62" y="29"/>
                    </a:cubicBezTo>
                    <a:cubicBezTo>
                      <a:pt x="62" y="30"/>
                      <a:pt x="62" y="30"/>
                      <a:pt x="62" y="31"/>
                    </a:cubicBezTo>
                    <a:cubicBezTo>
                      <a:pt x="63" y="31"/>
                      <a:pt x="63" y="31"/>
                      <a:pt x="64" y="32"/>
                    </a:cubicBezTo>
                    <a:cubicBezTo>
                      <a:pt x="64" y="32"/>
                      <a:pt x="64" y="33"/>
                      <a:pt x="63" y="32"/>
                    </a:cubicBezTo>
                    <a:cubicBezTo>
                      <a:pt x="63" y="32"/>
                      <a:pt x="63" y="32"/>
                      <a:pt x="63" y="32"/>
                    </a:cubicBezTo>
                    <a:cubicBezTo>
                      <a:pt x="63" y="32"/>
                      <a:pt x="63" y="32"/>
                      <a:pt x="64" y="33"/>
                    </a:cubicBezTo>
                    <a:cubicBezTo>
                      <a:pt x="62" y="32"/>
                      <a:pt x="62" y="32"/>
                      <a:pt x="62" y="32"/>
                    </a:cubicBezTo>
                    <a:cubicBezTo>
                      <a:pt x="63" y="33"/>
                      <a:pt x="62" y="33"/>
                      <a:pt x="62" y="33"/>
                    </a:cubicBezTo>
                    <a:cubicBezTo>
                      <a:pt x="61" y="32"/>
                      <a:pt x="60" y="30"/>
                      <a:pt x="60" y="30"/>
                    </a:cubicBezTo>
                    <a:cubicBezTo>
                      <a:pt x="60" y="32"/>
                      <a:pt x="60" y="32"/>
                      <a:pt x="60" y="32"/>
                    </a:cubicBezTo>
                    <a:cubicBezTo>
                      <a:pt x="60" y="32"/>
                      <a:pt x="60" y="32"/>
                      <a:pt x="59" y="31"/>
                    </a:cubicBezTo>
                    <a:cubicBezTo>
                      <a:pt x="58" y="31"/>
                      <a:pt x="61" y="36"/>
                      <a:pt x="60" y="35"/>
                    </a:cubicBezTo>
                    <a:cubicBezTo>
                      <a:pt x="59" y="33"/>
                      <a:pt x="59" y="33"/>
                      <a:pt x="58" y="33"/>
                    </a:cubicBezTo>
                    <a:cubicBezTo>
                      <a:pt x="58" y="34"/>
                      <a:pt x="58" y="34"/>
                      <a:pt x="58" y="34"/>
                    </a:cubicBezTo>
                    <a:cubicBezTo>
                      <a:pt x="59" y="35"/>
                      <a:pt x="58" y="33"/>
                      <a:pt x="59" y="34"/>
                    </a:cubicBezTo>
                    <a:cubicBezTo>
                      <a:pt x="60" y="34"/>
                      <a:pt x="59" y="34"/>
                      <a:pt x="59" y="35"/>
                    </a:cubicBezTo>
                    <a:cubicBezTo>
                      <a:pt x="56" y="32"/>
                      <a:pt x="57" y="35"/>
                      <a:pt x="55" y="34"/>
                    </a:cubicBezTo>
                    <a:cubicBezTo>
                      <a:pt x="56" y="36"/>
                      <a:pt x="55" y="35"/>
                      <a:pt x="55" y="36"/>
                    </a:cubicBezTo>
                    <a:cubicBezTo>
                      <a:pt x="54" y="34"/>
                      <a:pt x="55" y="37"/>
                      <a:pt x="54" y="36"/>
                    </a:cubicBezTo>
                    <a:cubicBezTo>
                      <a:pt x="55" y="38"/>
                      <a:pt x="55" y="38"/>
                      <a:pt x="55" y="38"/>
                    </a:cubicBezTo>
                    <a:cubicBezTo>
                      <a:pt x="54" y="37"/>
                      <a:pt x="57" y="41"/>
                      <a:pt x="55" y="39"/>
                    </a:cubicBezTo>
                    <a:cubicBezTo>
                      <a:pt x="54" y="39"/>
                      <a:pt x="54" y="38"/>
                      <a:pt x="53" y="37"/>
                    </a:cubicBezTo>
                    <a:cubicBezTo>
                      <a:pt x="51" y="35"/>
                      <a:pt x="54" y="40"/>
                      <a:pt x="52" y="38"/>
                    </a:cubicBezTo>
                    <a:cubicBezTo>
                      <a:pt x="52" y="38"/>
                      <a:pt x="53" y="40"/>
                      <a:pt x="54" y="41"/>
                    </a:cubicBezTo>
                    <a:cubicBezTo>
                      <a:pt x="53" y="40"/>
                      <a:pt x="51" y="39"/>
                      <a:pt x="51" y="39"/>
                    </a:cubicBezTo>
                    <a:cubicBezTo>
                      <a:pt x="51" y="40"/>
                      <a:pt x="51" y="40"/>
                      <a:pt x="51" y="40"/>
                    </a:cubicBezTo>
                    <a:cubicBezTo>
                      <a:pt x="50" y="39"/>
                      <a:pt x="50" y="39"/>
                      <a:pt x="50" y="39"/>
                    </a:cubicBezTo>
                    <a:cubicBezTo>
                      <a:pt x="49" y="39"/>
                      <a:pt x="50" y="40"/>
                      <a:pt x="50" y="41"/>
                    </a:cubicBezTo>
                    <a:cubicBezTo>
                      <a:pt x="49" y="39"/>
                      <a:pt x="48" y="41"/>
                      <a:pt x="47" y="40"/>
                    </a:cubicBezTo>
                    <a:cubicBezTo>
                      <a:pt x="49" y="42"/>
                      <a:pt x="46" y="40"/>
                      <a:pt x="48" y="43"/>
                    </a:cubicBezTo>
                    <a:cubicBezTo>
                      <a:pt x="47" y="42"/>
                      <a:pt x="47" y="42"/>
                      <a:pt x="47" y="42"/>
                    </a:cubicBezTo>
                    <a:cubicBezTo>
                      <a:pt x="48" y="43"/>
                      <a:pt x="49" y="44"/>
                      <a:pt x="49" y="45"/>
                    </a:cubicBezTo>
                    <a:cubicBezTo>
                      <a:pt x="47" y="43"/>
                      <a:pt x="47" y="43"/>
                      <a:pt x="47" y="43"/>
                    </a:cubicBezTo>
                    <a:cubicBezTo>
                      <a:pt x="46" y="41"/>
                      <a:pt x="47" y="43"/>
                      <a:pt x="46" y="42"/>
                    </a:cubicBezTo>
                    <a:cubicBezTo>
                      <a:pt x="47" y="43"/>
                      <a:pt x="45" y="42"/>
                      <a:pt x="46" y="44"/>
                    </a:cubicBezTo>
                    <a:cubicBezTo>
                      <a:pt x="47" y="44"/>
                      <a:pt x="47" y="44"/>
                      <a:pt x="47" y="44"/>
                    </a:cubicBezTo>
                    <a:cubicBezTo>
                      <a:pt x="47" y="45"/>
                      <a:pt x="47" y="45"/>
                      <a:pt x="47" y="46"/>
                    </a:cubicBezTo>
                    <a:cubicBezTo>
                      <a:pt x="47" y="46"/>
                      <a:pt x="45" y="44"/>
                      <a:pt x="45" y="44"/>
                    </a:cubicBezTo>
                    <a:cubicBezTo>
                      <a:pt x="45" y="44"/>
                      <a:pt x="45" y="44"/>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4" y="45"/>
                      <a:pt x="44" y="45"/>
                    </a:cubicBezTo>
                    <a:cubicBezTo>
                      <a:pt x="44" y="45"/>
                      <a:pt x="44" y="45"/>
                      <a:pt x="44" y="45"/>
                    </a:cubicBezTo>
                    <a:cubicBezTo>
                      <a:pt x="44" y="45"/>
                      <a:pt x="44" y="45"/>
                      <a:pt x="44" y="45"/>
                    </a:cubicBezTo>
                    <a:cubicBezTo>
                      <a:pt x="43" y="44"/>
                      <a:pt x="43" y="44"/>
                      <a:pt x="43" y="44"/>
                    </a:cubicBezTo>
                    <a:cubicBezTo>
                      <a:pt x="43" y="44"/>
                      <a:pt x="43" y="45"/>
                      <a:pt x="44" y="46"/>
                    </a:cubicBezTo>
                    <a:cubicBezTo>
                      <a:pt x="42" y="46"/>
                      <a:pt x="42" y="48"/>
                      <a:pt x="42" y="49"/>
                    </a:cubicBezTo>
                    <a:cubicBezTo>
                      <a:pt x="42" y="49"/>
                      <a:pt x="41" y="48"/>
                      <a:pt x="42" y="48"/>
                    </a:cubicBezTo>
                    <a:cubicBezTo>
                      <a:pt x="42" y="49"/>
                      <a:pt x="42" y="50"/>
                      <a:pt x="42" y="49"/>
                    </a:cubicBezTo>
                    <a:cubicBezTo>
                      <a:pt x="42" y="50"/>
                      <a:pt x="41" y="48"/>
                      <a:pt x="40" y="49"/>
                    </a:cubicBezTo>
                    <a:cubicBezTo>
                      <a:pt x="40" y="48"/>
                      <a:pt x="41" y="50"/>
                      <a:pt x="41" y="50"/>
                    </a:cubicBezTo>
                    <a:cubicBezTo>
                      <a:pt x="39" y="48"/>
                      <a:pt x="41" y="52"/>
                      <a:pt x="39" y="51"/>
                    </a:cubicBezTo>
                    <a:cubicBezTo>
                      <a:pt x="40" y="52"/>
                      <a:pt x="39" y="51"/>
                      <a:pt x="39" y="50"/>
                    </a:cubicBezTo>
                    <a:cubicBezTo>
                      <a:pt x="39" y="51"/>
                      <a:pt x="38" y="52"/>
                      <a:pt x="39" y="54"/>
                    </a:cubicBezTo>
                    <a:cubicBezTo>
                      <a:pt x="38" y="53"/>
                      <a:pt x="38" y="53"/>
                      <a:pt x="38" y="53"/>
                    </a:cubicBezTo>
                    <a:cubicBezTo>
                      <a:pt x="38" y="53"/>
                      <a:pt x="38" y="53"/>
                      <a:pt x="38" y="54"/>
                    </a:cubicBezTo>
                    <a:cubicBezTo>
                      <a:pt x="39" y="55"/>
                      <a:pt x="40" y="56"/>
                      <a:pt x="39" y="56"/>
                    </a:cubicBezTo>
                    <a:cubicBezTo>
                      <a:pt x="39" y="56"/>
                      <a:pt x="39" y="56"/>
                      <a:pt x="39" y="56"/>
                    </a:cubicBezTo>
                    <a:cubicBezTo>
                      <a:pt x="39" y="56"/>
                      <a:pt x="39" y="57"/>
                      <a:pt x="39" y="57"/>
                    </a:cubicBezTo>
                    <a:cubicBezTo>
                      <a:pt x="38" y="57"/>
                      <a:pt x="39" y="57"/>
                      <a:pt x="38" y="56"/>
                    </a:cubicBezTo>
                    <a:cubicBezTo>
                      <a:pt x="36" y="54"/>
                      <a:pt x="36" y="56"/>
                      <a:pt x="36" y="56"/>
                    </a:cubicBezTo>
                    <a:cubicBezTo>
                      <a:pt x="37" y="57"/>
                      <a:pt x="37" y="57"/>
                      <a:pt x="37" y="57"/>
                    </a:cubicBezTo>
                    <a:cubicBezTo>
                      <a:pt x="37" y="58"/>
                      <a:pt x="36" y="56"/>
                      <a:pt x="36" y="56"/>
                    </a:cubicBezTo>
                    <a:cubicBezTo>
                      <a:pt x="38" y="61"/>
                      <a:pt x="38" y="61"/>
                      <a:pt x="38" y="61"/>
                    </a:cubicBezTo>
                    <a:cubicBezTo>
                      <a:pt x="38" y="60"/>
                      <a:pt x="37" y="59"/>
                      <a:pt x="36" y="58"/>
                    </a:cubicBezTo>
                    <a:cubicBezTo>
                      <a:pt x="36" y="59"/>
                      <a:pt x="37" y="61"/>
                      <a:pt x="38" y="63"/>
                    </a:cubicBezTo>
                    <a:cubicBezTo>
                      <a:pt x="38" y="63"/>
                      <a:pt x="38" y="64"/>
                      <a:pt x="38" y="64"/>
                    </a:cubicBezTo>
                    <a:cubicBezTo>
                      <a:pt x="37" y="63"/>
                      <a:pt x="38" y="64"/>
                      <a:pt x="37" y="63"/>
                    </a:cubicBezTo>
                    <a:cubicBezTo>
                      <a:pt x="36" y="63"/>
                      <a:pt x="36" y="63"/>
                      <a:pt x="36" y="63"/>
                    </a:cubicBezTo>
                    <a:cubicBezTo>
                      <a:pt x="36" y="62"/>
                      <a:pt x="34" y="61"/>
                      <a:pt x="34" y="60"/>
                    </a:cubicBezTo>
                    <a:cubicBezTo>
                      <a:pt x="34" y="61"/>
                      <a:pt x="33" y="61"/>
                      <a:pt x="32" y="61"/>
                    </a:cubicBezTo>
                    <a:cubicBezTo>
                      <a:pt x="34" y="63"/>
                      <a:pt x="32" y="63"/>
                      <a:pt x="34" y="65"/>
                    </a:cubicBezTo>
                    <a:cubicBezTo>
                      <a:pt x="34" y="65"/>
                      <a:pt x="32" y="63"/>
                      <a:pt x="32" y="63"/>
                    </a:cubicBezTo>
                    <a:cubicBezTo>
                      <a:pt x="32" y="64"/>
                      <a:pt x="31" y="64"/>
                      <a:pt x="31" y="65"/>
                    </a:cubicBezTo>
                    <a:cubicBezTo>
                      <a:pt x="30" y="65"/>
                      <a:pt x="30" y="65"/>
                      <a:pt x="30" y="65"/>
                    </a:cubicBezTo>
                    <a:cubicBezTo>
                      <a:pt x="30" y="66"/>
                      <a:pt x="29" y="66"/>
                      <a:pt x="30" y="68"/>
                    </a:cubicBezTo>
                    <a:cubicBezTo>
                      <a:pt x="30" y="67"/>
                      <a:pt x="30" y="67"/>
                      <a:pt x="30" y="67"/>
                    </a:cubicBezTo>
                    <a:cubicBezTo>
                      <a:pt x="28" y="67"/>
                      <a:pt x="32" y="69"/>
                      <a:pt x="30" y="69"/>
                    </a:cubicBezTo>
                    <a:cubicBezTo>
                      <a:pt x="29" y="68"/>
                      <a:pt x="29" y="68"/>
                      <a:pt x="29" y="68"/>
                    </a:cubicBezTo>
                    <a:cubicBezTo>
                      <a:pt x="30" y="69"/>
                      <a:pt x="28" y="68"/>
                      <a:pt x="29" y="70"/>
                    </a:cubicBezTo>
                    <a:cubicBezTo>
                      <a:pt x="28" y="68"/>
                      <a:pt x="28" y="68"/>
                      <a:pt x="28" y="68"/>
                    </a:cubicBezTo>
                    <a:cubicBezTo>
                      <a:pt x="28" y="69"/>
                      <a:pt x="28" y="69"/>
                      <a:pt x="28" y="71"/>
                    </a:cubicBezTo>
                    <a:cubicBezTo>
                      <a:pt x="27" y="69"/>
                      <a:pt x="27" y="69"/>
                      <a:pt x="27" y="69"/>
                    </a:cubicBezTo>
                    <a:cubicBezTo>
                      <a:pt x="26" y="69"/>
                      <a:pt x="28" y="71"/>
                      <a:pt x="27" y="71"/>
                    </a:cubicBezTo>
                    <a:cubicBezTo>
                      <a:pt x="27" y="71"/>
                      <a:pt x="26" y="71"/>
                      <a:pt x="26" y="70"/>
                    </a:cubicBezTo>
                    <a:cubicBezTo>
                      <a:pt x="27" y="71"/>
                      <a:pt x="26" y="72"/>
                      <a:pt x="27" y="72"/>
                    </a:cubicBezTo>
                    <a:cubicBezTo>
                      <a:pt x="25" y="71"/>
                      <a:pt x="25" y="71"/>
                      <a:pt x="25" y="71"/>
                    </a:cubicBezTo>
                    <a:cubicBezTo>
                      <a:pt x="23" y="73"/>
                      <a:pt x="21" y="75"/>
                      <a:pt x="21" y="78"/>
                    </a:cubicBezTo>
                    <a:cubicBezTo>
                      <a:pt x="19" y="77"/>
                      <a:pt x="20" y="77"/>
                      <a:pt x="19" y="76"/>
                    </a:cubicBezTo>
                    <a:cubicBezTo>
                      <a:pt x="20" y="77"/>
                      <a:pt x="19" y="77"/>
                      <a:pt x="19" y="78"/>
                    </a:cubicBezTo>
                    <a:cubicBezTo>
                      <a:pt x="19" y="77"/>
                      <a:pt x="19" y="77"/>
                      <a:pt x="19" y="77"/>
                    </a:cubicBezTo>
                    <a:cubicBezTo>
                      <a:pt x="19" y="78"/>
                      <a:pt x="18" y="77"/>
                      <a:pt x="18" y="78"/>
                    </a:cubicBezTo>
                    <a:cubicBezTo>
                      <a:pt x="18" y="78"/>
                      <a:pt x="18" y="78"/>
                      <a:pt x="18" y="78"/>
                    </a:cubicBezTo>
                    <a:cubicBezTo>
                      <a:pt x="19" y="80"/>
                      <a:pt x="16" y="77"/>
                      <a:pt x="18" y="79"/>
                    </a:cubicBezTo>
                    <a:cubicBezTo>
                      <a:pt x="16" y="78"/>
                      <a:pt x="16" y="78"/>
                      <a:pt x="16" y="78"/>
                    </a:cubicBezTo>
                    <a:cubicBezTo>
                      <a:pt x="18" y="80"/>
                      <a:pt x="15" y="78"/>
                      <a:pt x="17" y="80"/>
                    </a:cubicBezTo>
                    <a:cubicBezTo>
                      <a:pt x="16" y="80"/>
                      <a:pt x="16" y="80"/>
                      <a:pt x="16" y="80"/>
                    </a:cubicBezTo>
                    <a:cubicBezTo>
                      <a:pt x="15" y="79"/>
                      <a:pt x="18" y="82"/>
                      <a:pt x="16" y="81"/>
                    </a:cubicBezTo>
                    <a:cubicBezTo>
                      <a:pt x="16" y="82"/>
                      <a:pt x="16" y="83"/>
                      <a:pt x="17" y="84"/>
                    </a:cubicBezTo>
                    <a:cubicBezTo>
                      <a:pt x="15" y="82"/>
                      <a:pt x="15" y="82"/>
                      <a:pt x="15" y="82"/>
                    </a:cubicBezTo>
                    <a:cubicBezTo>
                      <a:pt x="15" y="85"/>
                      <a:pt x="13" y="86"/>
                      <a:pt x="14" y="89"/>
                    </a:cubicBezTo>
                    <a:cubicBezTo>
                      <a:pt x="13" y="88"/>
                      <a:pt x="13" y="88"/>
                      <a:pt x="13" y="88"/>
                    </a:cubicBezTo>
                    <a:cubicBezTo>
                      <a:pt x="14" y="90"/>
                      <a:pt x="10" y="89"/>
                      <a:pt x="13" y="92"/>
                    </a:cubicBezTo>
                    <a:cubicBezTo>
                      <a:pt x="14" y="93"/>
                      <a:pt x="14" y="93"/>
                      <a:pt x="14" y="93"/>
                    </a:cubicBezTo>
                    <a:cubicBezTo>
                      <a:pt x="12" y="92"/>
                      <a:pt x="12" y="92"/>
                      <a:pt x="12" y="92"/>
                    </a:cubicBezTo>
                    <a:cubicBezTo>
                      <a:pt x="13" y="93"/>
                      <a:pt x="11" y="93"/>
                      <a:pt x="13" y="94"/>
                    </a:cubicBezTo>
                    <a:cubicBezTo>
                      <a:pt x="12" y="94"/>
                      <a:pt x="12" y="93"/>
                      <a:pt x="12" y="93"/>
                    </a:cubicBezTo>
                    <a:cubicBezTo>
                      <a:pt x="11" y="93"/>
                      <a:pt x="13" y="95"/>
                      <a:pt x="12" y="95"/>
                    </a:cubicBezTo>
                    <a:cubicBezTo>
                      <a:pt x="11" y="95"/>
                      <a:pt x="11" y="95"/>
                      <a:pt x="11" y="95"/>
                    </a:cubicBezTo>
                    <a:cubicBezTo>
                      <a:pt x="8" y="95"/>
                      <a:pt x="4" y="96"/>
                      <a:pt x="6" y="100"/>
                    </a:cubicBezTo>
                    <a:cubicBezTo>
                      <a:pt x="6" y="101"/>
                      <a:pt x="4" y="99"/>
                      <a:pt x="4" y="99"/>
                    </a:cubicBezTo>
                    <a:cubicBezTo>
                      <a:pt x="6" y="103"/>
                      <a:pt x="0" y="102"/>
                      <a:pt x="3" y="107"/>
                    </a:cubicBezTo>
                    <a:cubicBezTo>
                      <a:pt x="4" y="109"/>
                      <a:pt x="9" y="112"/>
                      <a:pt x="9" y="11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2" name="Freeform 163"/>
              <p:cNvSpPr/>
              <p:nvPr/>
            </p:nvSpPr>
            <p:spPr bwMode="auto">
              <a:xfrm>
                <a:off x="4499" y="1925"/>
                <a:ext cx="3"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1" y="2"/>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3" name="Freeform 164"/>
              <p:cNvSpPr/>
              <p:nvPr/>
            </p:nvSpPr>
            <p:spPr bwMode="auto">
              <a:xfrm>
                <a:off x="3914" y="1322"/>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4" name="Freeform 165"/>
              <p:cNvSpPr/>
              <p:nvPr/>
            </p:nvSpPr>
            <p:spPr bwMode="auto">
              <a:xfrm>
                <a:off x="3122" y="2198"/>
                <a:ext cx="2" cy="4"/>
              </a:xfrm>
              <a:custGeom>
                <a:avLst/>
                <a:gdLst>
                  <a:gd name="T0" fmla="*/ 0 w 2"/>
                  <a:gd name="T1" fmla="*/ 0 h 4"/>
                  <a:gd name="T2" fmla="*/ 0 w 2"/>
                  <a:gd name="T3" fmla="*/ 0 h 4"/>
                  <a:gd name="T4" fmla="*/ 2 w 2"/>
                  <a:gd name="T5" fmla="*/ 4 h 4"/>
                  <a:gd name="T6" fmla="*/ 0 w 2"/>
                  <a:gd name="T7" fmla="*/ 0 h 4"/>
                </a:gdLst>
                <a:ahLst/>
                <a:cxnLst>
                  <a:cxn ang="0">
                    <a:pos x="T0" y="T1"/>
                  </a:cxn>
                  <a:cxn ang="0">
                    <a:pos x="T2" y="T3"/>
                  </a:cxn>
                  <a:cxn ang="0">
                    <a:pos x="T4" y="T5"/>
                  </a:cxn>
                  <a:cxn ang="0">
                    <a:pos x="T6" y="T7"/>
                  </a:cxn>
                </a:cxnLst>
                <a:rect l="0" t="0" r="r" b="b"/>
                <a:pathLst>
                  <a:path w="2" h="4">
                    <a:moveTo>
                      <a:pt x="0" y="0"/>
                    </a:moveTo>
                    <a:lnTo>
                      <a:pt x="0" y="0"/>
                    </a:lnTo>
                    <a:lnTo>
                      <a:pt x="2"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5" name="Freeform 166"/>
              <p:cNvSpPr/>
              <p:nvPr/>
            </p:nvSpPr>
            <p:spPr bwMode="auto">
              <a:xfrm>
                <a:off x="3126" y="2183"/>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0" y="0"/>
                    </a:cubicBezTo>
                    <a:cubicBezTo>
                      <a:pt x="0"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6" name="Freeform 167"/>
              <p:cNvSpPr/>
              <p:nvPr/>
            </p:nvSpPr>
            <p:spPr bwMode="auto">
              <a:xfrm>
                <a:off x="3540" y="1543"/>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1"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7" name="Freeform 168"/>
              <p:cNvSpPr/>
              <p:nvPr/>
            </p:nvSpPr>
            <p:spPr bwMode="auto">
              <a:xfrm>
                <a:off x="3156" y="221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8" name="Freeform 169"/>
              <p:cNvSpPr/>
              <p:nvPr/>
            </p:nvSpPr>
            <p:spPr bwMode="auto">
              <a:xfrm>
                <a:off x="3129" y="218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9" name="Freeform 170"/>
              <p:cNvSpPr/>
              <p:nvPr/>
            </p:nvSpPr>
            <p:spPr bwMode="auto">
              <a:xfrm>
                <a:off x="3129" y="21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0" name="Freeform 171"/>
              <p:cNvSpPr/>
              <p:nvPr/>
            </p:nvSpPr>
            <p:spPr bwMode="auto">
              <a:xfrm>
                <a:off x="3129" y="219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1" name="Freeform 172"/>
              <p:cNvSpPr/>
              <p:nvPr/>
            </p:nvSpPr>
            <p:spPr bwMode="auto">
              <a:xfrm>
                <a:off x="3205" y="2162"/>
                <a:ext cx="2" cy="9"/>
              </a:xfrm>
              <a:custGeom>
                <a:avLst/>
                <a:gdLst>
                  <a:gd name="T0" fmla="*/ 1 w 1"/>
                  <a:gd name="T1" fmla="*/ 2 h 4"/>
                  <a:gd name="T2" fmla="*/ 1 w 1"/>
                  <a:gd name="T3" fmla="*/ 0 h 4"/>
                  <a:gd name="T4" fmla="*/ 1 w 1"/>
                  <a:gd name="T5" fmla="*/ 4 h 4"/>
                  <a:gd name="T6" fmla="*/ 1 w 1"/>
                  <a:gd name="T7" fmla="*/ 4 h 4"/>
                  <a:gd name="T8" fmla="*/ 1 w 1"/>
                  <a:gd name="T9" fmla="*/ 3 h 4"/>
                  <a:gd name="T10" fmla="*/ 1 w 1"/>
                  <a:gd name="T11" fmla="*/ 2 h 4"/>
                </a:gdLst>
                <a:ahLst/>
                <a:cxnLst>
                  <a:cxn ang="0">
                    <a:pos x="T0" y="T1"/>
                  </a:cxn>
                  <a:cxn ang="0">
                    <a:pos x="T2" y="T3"/>
                  </a:cxn>
                  <a:cxn ang="0">
                    <a:pos x="T4" y="T5"/>
                  </a:cxn>
                  <a:cxn ang="0">
                    <a:pos x="T6" y="T7"/>
                  </a:cxn>
                  <a:cxn ang="0">
                    <a:pos x="T8" y="T9"/>
                  </a:cxn>
                  <a:cxn ang="0">
                    <a:pos x="T10" y="T11"/>
                  </a:cxn>
                </a:cxnLst>
                <a:rect l="0" t="0" r="r" b="b"/>
                <a:pathLst>
                  <a:path w="1" h="4">
                    <a:moveTo>
                      <a:pt x="1" y="2"/>
                    </a:moveTo>
                    <a:cubicBezTo>
                      <a:pt x="1" y="1"/>
                      <a:pt x="1" y="0"/>
                      <a:pt x="1" y="0"/>
                    </a:cubicBezTo>
                    <a:cubicBezTo>
                      <a:pt x="1" y="1"/>
                      <a:pt x="0" y="3"/>
                      <a:pt x="1" y="4"/>
                    </a:cubicBezTo>
                    <a:cubicBezTo>
                      <a:pt x="1" y="4"/>
                      <a:pt x="1" y="4"/>
                      <a:pt x="1" y="4"/>
                    </a:cubicBezTo>
                    <a:cubicBezTo>
                      <a:pt x="1" y="4"/>
                      <a:pt x="1" y="3"/>
                      <a:pt x="1" y="3"/>
                    </a:cubicBezTo>
                    <a:cubicBezTo>
                      <a:pt x="1" y="3"/>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2" name="Freeform 173"/>
              <p:cNvSpPr/>
              <p:nvPr/>
            </p:nvSpPr>
            <p:spPr bwMode="auto">
              <a:xfrm>
                <a:off x="3207" y="216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3" name="Freeform 174"/>
              <p:cNvSpPr/>
              <p:nvPr/>
            </p:nvSpPr>
            <p:spPr bwMode="auto">
              <a:xfrm>
                <a:off x="3207" y="2169"/>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4" name="Freeform 175"/>
              <p:cNvSpPr/>
              <p:nvPr/>
            </p:nvSpPr>
            <p:spPr bwMode="auto">
              <a:xfrm>
                <a:off x="3194" y="2156"/>
                <a:ext cx="0" cy="6"/>
              </a:xfrm>
              <a:custGeom>
                <a:avLst/>
                <a:gdLst>
                  <a:gd name="T0" fmla="*/ 2 h 3"/>
                  <a:gd name="T1" fmla="*/ 2 h 3"/>
                  <a:gd name="T2" fmla="*/ 2 h 3"/>
                </a:gdLst>
                <a:ahLst/>
                <a:cxnLst>
                  <a:cxn ang="0">
                    <a:pos x="0" y="T0"/>
                  </a:cxn>
                  <a:cxn ang="0">
                    <a:pos x="0" y="T1"/>
                  </a:cxn>
                  <a:cxn ang="0">
                    <a:pos x="0" y="T2"/>
                  </a:cxn>
                </a:cxnLst>
                <a:rect l="0" t="0" r="r" b="b"/>
                <a:pathLst>
                  <a:path h="3">
                    <a:moveTo>
                      <a:pt x="0" y="2"/>
                    </a:moveTo>
                    <a:cubicBezTo>
                      <a:pt x="0" y="0"/>
                      <a:pt x="0" y="2"/>
                      <a:pt x="0" y="2"/>
                    </a:cubicBezTo>
                    <a:cubicBezTo>
                      <a:pt x="0" y="3"/>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5" name="Freeform 176"/>
              <p:cNvSpPr/>
              <p:nvPr/>
            </p:nvSpPr>
            <p:spPr bwMode="auto">
              <a:xfrm>
                <a:off x="3209" y="219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6" name="Freeform 177"/>
              <p:cNvSpPr/>
              <p:nvPr/>
            </p:nvSpPr>
            <p:spPr bwMode="auto">
              <a:xfrm>
                <a:off x="3472" y="20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7" name="Freeform 178"/>
              <p:cNvSpPr/>
              <p:nvPr/>
            </p:nvSpPr>
            <p:spPr bwMode="auto">
              <a:xfrm>
                <a:off x="3201" y="2158"/>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8" name="Freeform 179"/>
              <p:cNvSpPr/>
              <p:nvPr/>
            </p:nvSpPr>
            <p:spPr bwMode="auto">
              <a:xfrm>
                <a:off x="3211" y="2194"/>
                <a:ext cx="2" cy="4"/>
              </a:xfrm>
              <a:custGeom>
                <a:avLst/>
                <a:gdLst>
                  <a:gd name="T0" fmla="*/ 1 w 1"/>
                  <a:gd name="T1" fmla="*/ 1 h 2"/>
                  <a:gd name="T2" fmla="*/ 0 w 1"/>
                  <a:gd name="T3" fmla="*/ 2 h 2"/>
                  <a:gd name="T4" fmla="*/ 1 w 1"/>
                  <a:gd name="T5" fmla="*/ 1 h 2"/>
                </a:gdLst>
                <a:ahLst/>
                <a:cxnLst>
                  <a:cxn ang="0">
                    <a:pos x="T0" y="T1"/>
                  </a:cxn>
                  <a:cxn ang="0">
                    <a:pos x="T2" y="T3"/>
                  </a:cxn>
                  <a:cxn ang="0">
                    <a:pos x="T4" y="T5"/>
                  </a:cxn>
                </a:cxnLst>
                <a:rect l="0" t="0" r="r" b="b"/>
                <a:pathLst>
                  <a:path w="1" h="2">
                    <a:moveTo>
                      <a:pt x="1" y="1"/>
                    </a:moveTo>
                    <a:cubicBezTo>
                      <a:pt x="1" y="0"/>
                      <a:pt x="1" y="1"/>
                      <a:pt x="0" y="2"/>
                    </a:cubicBezTo>
                    <a:cubicBezTo>
                      <a:pt x="0" y="2"/>
                      <a:pt x="0"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9" name="Freeform 180"/>
              <p:cNvSpPr/>
              <p:nvPr/>
            </p:nvSpPr>
            <p:spPr bwMode="auto">
              <a:xfrm>
                <a:off x="3317" y="2561"/>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0" name="Freeform 181"/>
              <p:cNvSpPr/>
              <p:nvPr/>
            </p:nvSpPr>
            <p:spPr bwMode="auto">
              <a:xfrm>
                <a:off x="3345" y="2535"/>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1" name="Freeform 182"/>
              <p:cNvSpPr/>
              <p:nvPr/>
            </p:nvSpPr>
            <p:spPr bwMode="auto">
              <a:xfrm>
                <a:off x="3211" y="2192"/>
                <a:ext cx="2" cy="6"/>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0"/>
                      <a:pt x="1" y="0"/>
                      <a:pt x="1" y="0"/>
                    </a:cubicBezTo>
                    <a:cubicBezTo>
                      <a:pt x="0" y="1"/>
                      <a:pt x="0"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2" name="Freeform 183"/>
              <p:cNvSpPr/>
              <p:nvPr/>
            </p:nvSpPr>
            <p:spPr bwMode="auto">
              <a:xfrm>
                <a:off x="3266" y="254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3" name="Freeform 184"/>
              <p:cNvSpPr/>
              <p:nvPr/>
            </p:nvSpPr>
            <p:spPr bwMode="auto">
              <a:xfrm>
                <a:off x="3271" y="25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4" name="Freeform 185"/>
              <p:cNvSpPr/>
              <p:nvPr/>
            </p:nvSpPr>
            <p:spPr bwMode="auto">
              <a:xfrm>
                <a:off x="3273" y="255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5" name="Freeform 186"/>
              <p:cNvSpPr/>
              <p:nvPr/>
            </p:nvSpPr>
            <p:spPr bwMode="auto">
              <a:xfrm>
                <a:off x="3271" y="2557"/>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6" name="Freeform 187"/>
              <p:cNvSpPr/>
              <p:nvPr/>
            </p:nvSpPr>
            <p:spPr bwMode="auto">
              <a:xfrm>
                <a:off x="4616" y="18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7" name="Freeform 188"/>
              <p:cNvSpPr/>
              <p:nvPr/>
            </p:nvSpPr>
            <p:spPr bwMode="auto">
              <a:xfrm>
                <a:off x="3175" y="221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8" name="Freeform 189"/>
              <p:cNvSpPr/>
              <p:nvPr/>
            </p:nvSpPr>
            <p:spPr bwMode="auto">
              <a:xfrm>
                <a:off x="3137" y="218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9" name="Freeform 190"/>
              <p:cNvSpPr/>
              <p:nvPr/>
            </p:nvSpPr>
            <p:spPr bwMode="auto">
              <a:xfrm>
                <a:off x="3203" y="2166"/>
                <a:ext cx="2" cy="5"/>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0" y="2"/>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0" name="Freeform 191"/>
              <p:cNvSpPr/>
              <p:nvPr/>
            </p:nvSpPr>
            <p:spPr bwMode="auto">
              <a:xfrm>
                <a:off x="4497" y="192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1" name="Freeform 192"/>
              <p:cNvSpPr/>
              <p:nvPr/>
            </p:nvSpPr>
            <p:spPr bwMode="auto">
              <a:xfrm>
                <a:off x="3082" y="2156"/>
                <a:ext cx="131" cy="91"/>
              </a:xfrm>
              <a:custGeom>
                <a:avLst/>
                <a:gdLst>
                  <a:gd name="T0" fmla="*/ 46 w 62"/>
                  <a:gd name="T1" fmla="*/ 23 h 43"/>
                  <a:gd name="T2" fmla="*/ 51 w 62"/>
                  <a:gd name="T3" fmla="*/ 20 h 43"/>
                  <a:gd name="T4" fmla="*/ 54 w 62"/>
                  <a:gd name="T5" fmla="*/ 19 h 43"/>
                  <a:gd name="T6" fmla="*/ 58 w 62"/>
                  <a:gd name="T7" fmla="*/ 21 h 43"/>
                  <a:gd name="T8" fmla="*/ 60 w 62"/>
                  <a:gd name="T9" fmla="*/ 20 h 43"/>
                  <a:gd name="T10" fmla="*/ 61 w 62"/>
                  <a:gd name="T11" fmla="*/ 16 h 43"/>
                  <a:gd name="T12" fmla="*/ 62 w 62"/>
                  <a:gd name="T13" fmla="*/ 13 h 43"/>
                  <a:gd name="T14" fmla="*/ 62 w 62"/>
                  <a:gd name="T15" fmla="*/ 11 h 43"/>
                  <a:gd name="T16" fmla="*/ 58 w 62"/>
                  <a:gd name="T17" fmla="*/ 12 h 43"/>
                  <a:gd name="T18" fmla="*/ 56 w 62"/>
                  <a:gd name="T19" fmla="*/ 9 h 43"/>
                  <a:gd name="T20" fmla="*/ 57 w 62"/>
                  <a:gd name="T21" fmla="*/ 2 h 43"/>
                  <a:gd name="T22" fmla="*/ 56 w 62"/>
                  <a:gd name="T23" fmla="*/ 2 h 43"/>
                  <a:gd name="T24" fmla="*/ 55 w 62"/>
                  <a:gd name="T25" fmla="*/ 5 h 43"/>
                  <a:gd name="T26" fmla="*/ 54 w 62"/>
                  <a:gd name="T27" fmla="*/ 3 h 43"/>
                  <a:gd name="T28" fmla="*/ 53 w 62"/>
                  <a:gd name="T29" fmla="*/ 8 h 43"/>
                  <a:gd name="T30" fmla="*/ 51 w 62"/>
                  <a:gd name="T31" fmla="*/ 3 h 43"/>
                  <a:gd name="T32" fmla="*/ 51 w 62"/>
                  <a:gd name="T33" fmla="*/ 1 h 43"/>
                  <a:gd name="T34" fmla="*/ 50 w 62"/>
                  <a:gd name="T35" fmla="*/ 4 h 43"/>
                  <a:gd name="T36" fmla="*/ 49 w 62"/>
                  <a:gd name="T37" fmla="*/ 2 h 43"/>
                  <a:gd name="T38" fmla="*/ 48 w 62"/>
                  <a:gd name="T39" fmla="*/ 7 h 43"/>
                  <a:gd name="T40" fmla="*/ 47 w 62"/>
                  <a:gd name="T41" fmla="*/ 12 h 43"/>
                  <a:gd name="T42" fmla="*/ 46 w 62"/>
                  <a:gd name="T43" fmla="*/ 7 h 43"/>
                  <a:gd name="T44" fmla="*/ 43 w 62"/>
                  <a:gd name="T45" fmla="*/ 7 h 43"/>
                  <a:gd name="T46" fmla="*/ 42 w 62"/>
                  <a:gd name="T47" fmla="*/ 7 h 43"/>
                  <a:gd name="T48" fmla="*/ 40 w 62"/>
                  <a:gd name="T49" fmla="*/ 8 h 43"/>
                  <a:gd name="T50" fmla="*/ 37 w 62"/>
                  <a:gd name="T51" fmla="*/ 9 h 43"/>
                  <a:gd name="T52" fmla="*/ 36 w 62"/>
                  <a:gd name="T53" fmla="*/ 10 h 43"/>
                  <a:gd name="T54" fmla="*/ 36 w 62"/>
                  <a:gd name="T55" fmla="*/ 10 h 43"/>
                  <a:gd name="T56" fmla="*/ 35 w 62"/>
                  <a:gd name="T57" fmla="*/ 12 h 43"/>
                  <a:gd name="T58" fmla="*/ 34 w 62"/>
                  <a:gd name="T59" fmla="*/ 10 h 43"/>
                  <a:gd name="T60" fmla="*/ 33 w 62"/>
                  <a:gd name="T61" fmla="*/ 12 h 43"/>
                  <a:gd name="T62" fmla="*/ 30 w 62"/>
                  <a:gd name="T63" fmla="*/ 11 h 43"/>
                  <a:gd name="T64" fmla="*/ 28 w 62"/>
                  <a:gd name="T65" fmla="*/ 12 h 43"/>
                  <a:gd name="T66" fmla="*/ 26 w 62"/>
                  <a:gd name="T67" fmla="*/ 12 h 43"/>
                  <a:gd name="T68" fmla="*/ 26 w 62"/>
                  <a:gd name="T69" fmla="*/ 14 h 43"/>
                  <a:gd name="T70" fmla="*/ 25 w 62"/>
                  <a:gd name="T71" fmla="*/ 13 h 43"/>
                  <a:gd name="T72" fmla="*/ 24 w 62"/>
                  <a:gd name="T73" fmla="*/ 15 h 43"/>
                  <a:gd name="T74" fmla="*/ 22 w 62"/>
                  <a:gd name="T75" fmla="*/ 16 h 43"/>
                  <a:gd name="T76" fmla="*/ 21 w 62"/>
                  <a:gd name="T77" fmla="*/ 17 h 43"/>
                  <a:gd name="T78" fmla="*/ 22 w 62"/>
                  <a:gd name="T79" fmla="*/ 25 h 43"/>
                  <a:gd name="T80" fmla="*/ 19 w 62"/>
                  <a:gd name="T81" fmla="*/ 21 h 43"/>
                  <a:gd name="T82" fmla="*/ 17 w 62"/>
                  <a:gd name="T83" fmla="*/ 23 h 43"/>
                  <a:gd name="T84" fmla="*/ 16 w 62"/>
                  <a:gd name="T85" fmla="*/ 23 h 43"/>
                  <a:gd name="T86" fmla="*/ 11 w 62"/>
                  <a:gd name="T87" fmla="*/ 24 h 43"/>
                  <a:gd name="T88" fmla="*/ 10 w 62"/>
                  <a:gd name="T89" fmla="*/ 24 h 43"/>
                  <a:gd name="T90" fmla="*/ 8 w 62"/>
                  <a:gd name="T91" fmla="*/ 31 h 43"/>
                  <a:gd name="T92" fmla="*/ 7 w 62"/>
                  <a:gd name="T93" fmla="*/ 32 h 43"/>
                  <a:gd name="T94" fmla="*/ 12 w 62"/>
                  <a:gd name="T95" fmla="*/ 41 h 43"/>
                  <a:gd name="T96" fmla="*/ 18 w 62"/>
                  <a:gd name="T97" fmla="*/ 38 h 43"/>
                  <a:gd name="T98" fmla="*/ 28 w 62"/>
                  <a:gd name="T99" fmla="*/ 27 h 43"/>
                  <a:gd name="T100" fmla="*/ 31 w 62"/>
                  <a:gd name="T101" fmla="*/ 31 h 43"/>
                  <a:gd name="T102" fmla="*/ 36 w 62"/>
                  <a:gd name="T103" fmla="*/ 29 h 43"/>
                  <a:gd name="T104" fmla="*/ 41 w 62"/>
                  <a:gd name="T105"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43">
                    <a:moveTo>
                      <a:pt x="44" y="25"/>
                    </a:moveTo>
                    <a:cubicBezTo>
                      <a:pt x="44" y="25"/>
                      <a:pt x="44" y="26"/>
                      <a:pt x="44" y="26"/>
                    </a:cubicBezTo>
                    <a:cubicBezTo>
                      <a:pt x="44" y="26"/>
                      <a:pt x="44" y="26"/>
                      <a:pt x="45" y="27"/>
                    </a:cubicBezTo>
                    <a:cubicBezTo>
                      <a:pt x="45" y="26"/>
                      <a:pt x="45" y="25"/>
                      <a:pt x="45" y="25"/>
                    </a:cubicBezTo>
                    <a:cubicBezTo>
                      <a:pt x="46" y="27"/>
                      <a:pt x="46" y="25"/>
                      <a:pt x="46" y="26"/>
                    </a:cubicBezTo>
                    <a:cubicBezTo>
                      <a:pt x="46" y="24"/>
                      <a:pt x="46" y="22"/>
                      <a:pt x="46" y="23"/>
                    </a:cubicBezTo>
                    <a:cubicBezTo>
                      <a:pt x="46" y="26"/>
                      <a:pt x="46" y="26"/>
                      <a:pt x="46" y="26"/>
                    </a:cubicBezTo>
                    <a:cubicBezTo>
                      <a:pt x="47" y="24"/>
                      <a:pt x="48" y="27"/>
                      <a:pt x="48" y="23"/>
                    </a:cubicBezTo>
                    <a:cubicBezTo>
                      <a:pt x="48" y="25"/>
                      <a:pt x="48" y="25"/>
                      <a:pt x="48" y="25"/>
                    </a:cubicBezTo>
                    <a:cubicBezTo>
                      <a:pt x="49" y="23"/>
                      <a:pt x="50" y="25"/>
                      <a:pt x="50" y="22"/>
                    </a:cubicBezTo>
                    <a:cubicBezTo>
                      <a:pt x="50" y="23"/>
                      <a:pt x="51" y="23"/>
                      <a:pt x="51" y="23"/>
                    </a:cubicBezTo>
                    <a:cubicBezTo>
                      <a:pt x="51" y="22"/>
                      <a:pt x="51" y="22"/>
                      <a:pt x="51" y="20"/>
                    </a:cubicBezTo>
                    <a:cubicBezTo>
                      <a:pt x="51" y="20"/>
                      <a:pt x="52" y="21"/>
                      <a:pt x="52" y="21"/>
                    </a:cubicBezTo>
                    <a:cubicBezTo>
                      <a:pt x="52" y="22"/>
                      <a:pt x="52" y="24"/>
                      <a:pt x="52" y="22"/>
                    </a:cubicBezTo>
                    <a:cubicBezTo>
                      <a:pt x="52" y="23"/>
                      <a:pt x="52" y="23"/>
                      <a:pt x="52" y="23"/>
                    </a:cubicBezTo>
                    <a:cubicBezTo>
                      <a:pt x="53" y="22"/>
                      <a:pt x="53" y="20"/>
                      <a:pt x="53" y="21"/>
                    </a:cubicBezTo>
                    <a:cubicBezTo>
                      <a:pt x="54" y="20"/>
                      <a:pt x="54" y="20"/>
                      <a:pt x="54" y="18"/>
                    </a:cubicBezTo>
                    <a:cubicBezTo>
                      <a:pt x="54" y="18"/>
                      <a:pt x="54" y="20"/>
                      <a:pt x="54" y="19"/>
                    </a:cubicBezTo>
                    <a:cubicBezTo>
                      <a:pt x="54" y="21"/>
                      <a:pt x="54" y="21"/>
                      <a:pt x="54" y="21"/>
                    </a:cubicBezTo>
                    <a:cubicBezTo>
                      <a:pt x="54" y="21"/>
                      <a:pt x="55" y="20"/>
                      <a:pt x="56" y="19"/>
                    </a:cubicBezTo>
                    <a:cubicBezTo>
                      <a:pt x="56" y="22"/>
                      <a:pt x="56" y="19"/>
                      <a:pt x="57" y="21"/>
                    </a:cubicBezTo>
                    <a:cubicBezTo>
                      <a:pt x="57" y="19"/>
                      <a:pt x="57" y="21"/>
                      <a:pt x="58" y="18"/>
                    </a:cubicBezTo>
                    <a:cubicBezTo>
                      <a:pt x="57" y="20"/>
                      <a:pt x="57" y="20"/>
                      <a:pt x="57" y="20"/>
                    </a:cubicBezTo>
                    <a:cubicBezTo>
                      <a:pt x="58" y="20"/>
                      <a:pt x="58" y="20"/>
                      <a:pt x="58" y="21"/>
                    </a:cubicBezTo>
                    <a:cubicBezTo>
                      <a:pt x="58" y="21"/>
                      <a:pt x="59" y="19"/>
                      <a:pt x="59" y="18"/>
                    </a:cubicBezTo>
                    <a:cubicBezTo>
                      <a:pt x="59" y="20"/>
                      <a:pt x="59" y="20"/>
                      <a:pt x="59" y="20"/>
                    </a:cubicBezTo>
                    <a:cubicBezTo>
                      <a:pt x="59" y="19"/>
                      <a:pt x="60" y="17"/>
                      <a:pt x="60" y="15"/>
                    </a:cubicBezTo>
                    <a:cubicBezTo>
                      <a:pt x="60" y="16"/>
                      <a:pt x="60" y="15"/>
                      <a:pt x="60" y="16"/>
                    </a:cubicBezTo>
                    <a:cubicBezTo>
                      <a:pt x="60" y="17"/>
                      <a:pt x="59" y="19"/>
                      <a:pt x="59" y="20"/>
                    </a:cubicBezTo>
                    <a:cubicBezTo>
                      <a:pt x="59" y="21"/>
                      <a:pt x="60" y="18"/>
                      <a:pt x="60" y="20"/>
                    </a:cubicBezTo>
                    <a:cubicBezTo>
                      <a:pt x="60" y="20"/>
                      <a:pt x="60" y="20"/>
                      <a:pt x="60" y="18"/>
                    </a:cubicBezTo>
                    <a:cubicBezTo>
                      <a:pt x="60" y="20"/>
                      <a:pt x="60" y="20"/>
                      <a:pt x="60" y="20"/>
                    </a:cubicBezTo>
                    <a:cubicBezTo>
                      <a:pt x="60" y="20"/>
                      <a:pt x="60" y="20"/>
                      <a:pt x="60" y="19"/>
                    </a:cubicBezTo>
                    <a:cubicBezTo>
                      <a:pt x="60" y="19"/>
                      <a:pt x="60" y="19"/>
                      <a:pt x="60" y="19"/>
                    </a:cubicBezTo>
                    <a:cubicBezTo>
                      <a:pt x="61" y="17"/>
                      <a:pt x="61" y="17"/>
                      <a:pt x="62" y="15"/>
                    </a:cubicBezTo>
                    <a:cubicBezTo>
                      <a:pt x="61" y="16"/>
                      <a:pt x="61" y="16"/>
                      <a:pt x="61" y="16"/>
                    </a:cubicBezTo>
                    <a:cubicBezTo>
                      <a:pt x="62" y="15"/>
                      <a:pt x="62" y="14"/>
                      <a:pt x="62" y="16"/>
                    </a:cubicBezTo>
                    <a:cubicBezTo>
                      <a:pt x="61" y="17"/>
                      <a:pt x="61" y="18"/>
                      <a:pt x="61" y="19"/>
                    </a:cubicBezTo>
                    <a:cubicBezTo>
                      <a:pt x="62" y="15"/>
                      <a:pt x="62" y="15"/>
                      <a:pt x="62" y="15"/>
                    </a:cubicBezTo>
                    <a:cubicBezTo>
                      <a:pt x="62" y="16"/>
                      <a:pt x="62" y="16"/>
                      <a:pt x="62" y="14"/>
                    </a:cubicBezTo>
                    <a:cubicBezTo>
                      <a:pt x="62" y="15"/>
                      <a:pt x="62" y="15"/>
                      <a:pt x="62" y="15"/>
                    </a:cubicBezTo>
                    <a:cubicBezTo>
                      <a:pt x="62" y="13"/>
                      <a:pt x="62" y="13"/>
                      <a:pt x="62" y="13"/>
                    </a:cubicBezTo>
                    <a:cubicBezTo>
                      <a:pt x="62" y="14"/>
                      <a:pt x="62" y="12"/>
                      <a:pt x="61" y="14"/>
                    </a:cubicBezTo>
                    <a:cubicBezTo>
                      <a:pt x="61" y="15"/>
                      <a:pt x="61" y="15"/>
                      <a:pt x="61" y="15"/>
                    </a:cubicBezTo>
                    <a:cubicBezTo>
                      <a:pt x="61" y="15"/>
                      <a:pt x="60" y="17"/>
                      <a:pt x="61" y="15"/>
                    </a:cubicBezTo>
                    <a:cubicBezTo>
                      <a:pt x="61" y="13"/>
                      <a:pt x="61" y="13"/>
                      <a:pt x="61" y="13"/>
                    </a:cubicBezTo>
                    <a:cubicBezTo>
                      <a:pt x="61" y="13"/>
                      <a:pt x="61" y="14"/>
                      <a:pt x="61" y="14"/>
                    </a:cubicBezTo>
                    <a:cubicBezTo>
                      <a:pt x="62" y="11"/>
                      <a:pt x="62" y="11"/>
                      <a:pt x="62" y="11"/>
                    </a:cubicBezTo>
                    <a:cubicBezTo>
                      <a:pt x="61" y="15"/>
                      <a:pt x="61" y="12"/>
                      <a:pt x="60" y="13"/>
                    </a:cubicBezTo>
                    <a:cubicBezTo>
                      <a:pt x="61" y="12"/>
                      <a:pt x="61" y="12"/>
                      <a:pt x="61" y="12"/>
                    </a:cubicBezTo>
                    <a:cubicBezTo>
                      <a:pt x="61" y="11"/>
                      <a:pt x="60" y="14"/>
                      <a:pt x="60" y="14"/>
                    </a:cubicBezTo>
                    <a:cubicBezTo>
                      <a:pt x="60" y="13"/>
                      <a:pt x="61" y="11"/>
                      <a:pt x="61" y="10"/>
                    </a:cubicBezTo>
                    <a:cubicBezTo>
                      <a:pt x="60" y="10"/>
                      <a:pt x="59" y="12"/>
                      <a:pt x="59" y="10"/>
                    </a:cubicBezTo>
                    <a:cubicBezTo>
                      <a:pt x="59" y="10"/>
                      <a:pt x="59" y="11"/>
                      <a:pt x="58" y="12"/>
                    </a:cubicBezTo>
                    <a:cubicBezTo>
                      <a:pt x="58" y="12"/>
                      <a:pt x="59" y="9"/>
                      <a:pt x="58" y="11"/>
                    </a:cubicBezTo>
                    <a:cubicBezTo>
                      <a:pt x="58" y="10"/>
                      <a:pt x="58" y="9"/>
                      <a:pt x="59" y="8"/>
                    </a:cubicBezTo>
                    <a:cubicBezTo>
                      <a:pt x="58" y="9"/>
                      <a:pt x="58" y="8"/>
                      <a:pt x="58" y="10"/>
                    </a:cubicBezTo>
                    <a:cubicBezTo>
                      <a:pt x="58" y="9"/>
                      <a:pt x="57" y="9"/>
                      <a:pt x="57" y="9"/>
                    </a:cubicBezTo>
                    <a:cubicBezTo>
                      <a:pt x="57" y="9"/>
                      <a:pt x="57" y="8"/>
                      <a:pt x="57" y="7"/>
                    </a:cubicBezTo>
                    <a:cubicBezTo>
                      <a:pt x="57" y="8"/>
                      <a:pt x="56" y="9"/>
                      <a:pt x="56" y="9"/>
                    </a:cubicBezTo>
                    <a:cubicBezTo>
                      <a:pt x="56" y="11"/>
                      <a:pt x="56" y="11"/>
                      <a:pt x="56" y="12"/>
                    </a:cubicBezTo>
                    <a:cubicBezTo>
                      <a:pt x="56" y="13"/>
                      <a:pt x="56" y="13"/>
                      <a:pt x="56" y="13"/>
                    </a:cubicBezTo>
                    <a:cubicBezTo>
                      <a:pt x="56" y="11"/>
                      <a:pt x="56" y="9"/>
                      <a:pt x="56" y="9"/>
                    </a:cubicBezTo>
                    <a:cubicBezTo>
                      <a:pt x="56" y="6"/>
                      <a:pt x="56" y="9"/>
                      <a:pt x="56" y="6"/>
                    </a:cubicBezTo>
                    <a:cubicBezTo>
                      <a:pt x="56" y="4"/>
                      <a:pt x="57" y="4"/>
                      <a:pt x="57" y="5"/>
                    </a:cubicBezTo>
                    <a:cubicBezTo>
                      <a:pt x="58" y="3"/>
                      <a:pt x="57" y="5"/>
                      <a:pt x="57" y="2"/>
                    </a:cubicBezTo>
                    <a:cubicBezTo>
                      <a:pt x="57" y="3"/>
                      <a:pt x="57" y="4"/>
                      <a:pt x="56" y="4"/>
                    </a:cubicBezTo>
                    <a:cubicBezTo>
                      <a:pt x="56" y="5"/>
                      <a:pt x="56" y="6"/>
                      <a:pt x="56" y="7"/>
                    </a:cubicBezTo>
                    <a:cubicBezTo>
                      <a:pt x="56" y="9"/>
                      <a:pt x="56" y="5"/>
                      <a:pt x="56" y="5"/>
                    </a:cubicBezTo>
                    <a:cubicBezTo>
                      <a:pt x="56" y="4"/>
                      <a:pt x="56" y="4"/>
                      <a:pt x="56" y="4"/>
                    </a:cubicBezTo>
                    <a:cubicBezTo>
                      <a:pt x="56" y="3"/>
                      <a:pt x="55" y="5"/>
                      <a:pt x="55" y="5"/>
                    </a:cubicBezTo>
                    <a:cubicBezTo>
                      <a:pt x="55" y="1"/>
                      <a:pt x="56" y="4"/>
                      <a:pt x="56" y="2"/>
                    </a:cubicBezTo>
                    <a:cubicBezTo>
                      <a:pt x="56" y="0"/>
                      <a:pt x="56" y="0"/>
                      <a:pt x="56" y="0"/>
                    </a:cubicBezTo>
                    <a:cubicBezTo>
                      <a:pt x="55" y="0"/>
                      <a:pt x="56" y="3"/>
                      <a:pt x="55" y="2"/>
                    </a:cubicBezTo>
                    <a:cubicBezTo>
                      <a:pt x="55" y="1"/>
                      <a:pt x="55" y="1"/>
                      <a:pt x="55" y="1"/>
                    </a:cubicBezTo>
                    <a:cubicBezTo>
                      <a:pt x="55" y="1"/>
                      <a:pt x="55" y="1"/>
                      <a:pt x="55" y="1"/>
                    </a:cubicBezTo>
                    <a:cubicBezTo>
                      <a:pt x="55" y="3"/>
                      <a:pt x="55" y="4"/>
                      <a:pt x="55" y="4"/>
                    </a:cubicBezTo>
                    <a:cubicBezTo>
                      <a:pt x="55" y="7"/>
                      <a:pt x="55" y="5"/>
                      <a:pt x="55" y="5"/>
                    </a:cubicBezTo>
                    <a:cubicBezTo>
                      <a:pt x="54" y="7"/>
                      <a:pt x="55" y="5"/>
                      <a:pt x="55" y="7"/>
                    </a:cubicBezTo>
                    <a:cubicBezTo>
                      <a:pt x="55" y="8"/>
                      <a:pt x="54" y="9"/>
                      <a:pt x="54" y="9"/>
                    </a:cubicBezTo>
                    <a:cubicBezTo>
                      <a:pt x="54" y="9"/>
                      <a:pt x="54" y="7"/>
                      <a:pt x="54" y="6"/>
                    </a:cubicBezTo>
                    <a:cubicBezTo>
                      <a:pt x="54" y="5"/>
                      <a:pt x="54" y="5"/>
                      <a:pt x="54" y="6"/>
                    </a:cubicBezTo>
                    <a:cubicBezTo>
                      <a:pt x="55" y="4"/>
                      <a:pt x="54" y="3"/>
                      <a:pt x="55" y="1"/>
                    </a:cubicBezTo>
                    <a:cubicBezTo>
                      <a:pt x="54" y="0"/>
                      <a:pt x="54" y="2"/>
                      <a:pt x="54" y="3"/>
                    </a:cubicBezTo>
                    <a:cubicBezTo>
                      <a:pt x="54" y="3"/>
                      <a:pt x="54" y="5"/>
                      <a:pt x="54" y="5"/>
                    </a:cubicBezTo>
                    <a:cubicBezTo>
                      <a:pt x="54" y="10"/>
                      <a:pt x="54" y="2"/>
                      <a:pt x="53" y="3"/>
                    </a:cubicBezTo>
                    <a:cubicBezTo>
                      <a:pt x="53" y="6"/>
                      <a:pt x="53" y="7"/>
                      <a:pt x="53" y="10"/>
                    </a:cubicBezTo>
                    <a:cubicBezTo>
                      <a:pt x="53" y="11"/>
                      <a:pt x="53" y="12"/>
                      <a:pt x="53" y="11"/>
                    </a:cubicBezTo>
                    <a:cubicBezTo>
                      <a:pt x="53" y="9"/>
                      <a:pt x="53" y="10"/>
                      <a:pt x="53" y="8"/>
                    </a:cubicBezTo>
                    <a:cubicBezTo>
                      <a:pt x="53" y="8"/>
                      <a:pt x="53" y="8"/>
                      <a:pt x="53" y="8"/>
                    </a:cubicBezTo>
                    <a:cubicBezTo>
                      <a:pt x="53" y="5"/>
                      <a:pt x="53" y="5"/>
                      <a:pt x="53" y="5"/>
                    </a:cubicBezTo>
                    <a:cubicBezTo>
                      <a:pt x="53" y="4"/>
                      <a:pt x="52" y="2"/>
                      <a:pt x="52" y="1"/>
                    </a:cubicBezTo>
                    <a:cubicBezTo>
                      <a:pt x="52" y="2"/>
                      <a:pt x="52" y="3"/>
                      <a:pt x="52" y="4"/>
                    </a:cubicBezTo>
                    <a:cubicBezTo>
                      <a:pt x="52" y="3"/>
                      <a:pt x="52" y="2"/>
                      <a:pt x="52" y="2"/>
                    </a:cubicBezTo>
                    <a:cubicBezTo>
                      <a:pt x="52" y="3"/>
                      <a:pt x="52" y="5"/>
                      <a:pt x="52" y="5"/>
                    </a:cubicBezTo>
                    <a:cubicBezTo>
                      <a:pt x="52" y="5"/>
                      <a:pt x="51" y="3"/>
                      <a:pt x="51" y="3"/>
                    </a:cubicBezTo>
                    <a:cubicBezTo>
                      <a:pt x="52" y="1"/>
                      <a:pt x="52" y="1"/>
                      <a:pt x="52" y="1"/>
                    </a:cubicBezTo>
                    <a:cubicBezTo>
                      <a:pt x="52" y="3"/>
                      <a:pt x="52" y="0"/>
                      <a:pt x="51" y="1"/>
                    </a:cubicBezTo>
                    <a:cubicBezTo>
                      <a:pt x="51" y="2"/>
                      <a:pt x="51" y="4"/>
                      <a:pt x="51" y="5"/>
                    </a:cubicBezTo>
                    <a:cubicBezTo>
                      <a:pt x="51" y="6"/>
                      <a:pt x="51" y="4"/>
                      <a:pt x="51" y="5"/>
                    </a:cubicBezTo>
                    <a:cubicBezTo>
                      <a:pt x="51" y="3"/>
                      <a:pt x="51" y="3"/>
                      <a:pt x="51" y="3"/>
                    </a:cubicBezTo>
                    <a:cubicBezTo>
                      <a:pt x="51" y="4"/>
                      <a:pt x="51" y="0"/>
                      <a:pt x="51" y="1"/>
                    </a:cubicBezTo>
                    <a:cubicBezTo>
                      <a:pt x="51" y="3"/>
                      <a:pt x="51" y="3"/>
                      <a:pt x="51" y="3"/>
                    </a:cubicBezTo>
                    <a:cubicBezTo>
                      <a:pt x="51" y="2"/>
                      <a:pt x="51" y="2"/>
                      <a:pt x="51" y="1"/>
                    </a:cubicBezTo>
                    <a:cubicBezTo>
                      <a:pt x="51" y="2"/>
                      <a:pt x="50" y="2"/>
                      <a:pt x="50" y="2"/>
                    </a:cubicBezTo>
                    <a:cubicBezTo>
                      <a:pt x="50" y="1"/>
                      <a:pt x="50" y="1"/>
                      <a:pt x="50" y="1"/>
                    </a:cubicBezTo>
                    <a:cubicBezTo>
                      <a:pt x="50" y="2"/>
                      <a:pt x="50" y="4"/>
                      <a:pt x="50" y="2"/>
                    </a:cubicBezTo>
                    <a:cubicBezTo>
                      <a:pt x="50" y="5"/>
                      <a:pt x="50" y="2"/>
                      <a:pt x="50" y="4"/>
                    </a:cubicBezTo>
                    <a:cubicBezTo>
                      <a:pt x="51" y="5"/>
                      <a:pt x="50" y="5"/>
                      <a:pt x="50" y="6"/>
                    </a:cubicBezTo>
                    <a:cubicBezTo>
                      <a:pt x="50" y="3"/>
                      <a:pt x="50" y="5"/>
                      <a:pt x="50" y="5"/>
                    </a:cubicBezTo>
                    <a:cubicBezTo>
                      <a:pt x="50" y="4"/>
                      <a:pt x="49" y="4"/>
                      <a:pt x="49" y="3"/>
                    </a:cubicBezTo>
                    <a:cubicBezTo>
                      <a:pt x="49" y="5"/>
                      <a:pt x="49" y="5"/>
                      <a:pt x="49" y="5"/>
                    </a:cubicBezTo>
                    <a:cubicBezTo>
                      <a:pt x="49" y="2"/>
                      <a:pt x="49" y="6"/>
                      <a:pt x="49" y="5"/>
                    </a:cubicBezTo>
                    <a:cubicBezTo>
                      <a:pt x="49" y="4"/>
                      <a:pt x="49" y="2"/>
                      <a:pt x="49" y="2"/>
                    </a:cubicBezTo>
                    <a:cubicBezTo>
                      <a:pt x="49" y="4"/>
                      <a:pt x="49" y="5"/>
                      <a:pt x="49" y="7"/>
                    </a:cubicBezTo>
                    <a:cubicBezTo>
                      <a:pt x="48" y="6"/>
                      <a:pt x="49" y="4"/>
                      <a:pt x="48" y="2"/>
                    </a:cubicBezTo>
                    <a:cubicBezTo>
                      <a:pt x="48" y="4"/>
                      <a:pt x="48" y="0"/>
                      <a:pt x="48" y="3"/>
                    </a:cubicBezTo>
                    <a:cubicBezTo>
                      <a:pt x="48" y="6"/>
                      <a:pt x="48" y="6"/>
                      <a:pt x="48" y="6"/>
                    </a:cubicBezTo>
                    <a:cubicBezTo>
                      <a:pt x="48" y="6"/>
                      <a:pt x="48" y="5"/>
                      <a:pt x="48" y="4"/>
                    </a:cubicBezTo>
                    <a:cubicBezTo>
                      <a:pt x="48" y="4"/>
                      <a:pt x="48" y="6"/>
                      <a:pt x="48" y="7"/>
                    </a:cubicBezTo>
                    <a:cubicBezTo>
                      <a:pt x="48" y="6"/>
                      <a:pt x="48" y="9"/>
                      <a:pt x="47" y="7"/>
                    </a:cubicBezTo>
                    <a:cubicBezTo>
                      <a:pt x="47" y="6"/>
                      <a:pt x="48" y="7"/>
                      <a:pt x="48" y="5"/>
                    </a:cubicBezTo>
                    <a:cubicBezTo>
                      <a:pt x="47" y="5"/>
                      <a:pt x="48" y="9"/>
                      <a:pt x="47" y="10"/>
                    </a:cubicBezTo>
                    <a:cubicBezTo>
                      <a:pt x="48" y="11"/>
                      <a:pt x="48" y="14"/>
                      <a:pt x="48" y="15"/>
                    </a:cubicBezTo>
                    <a:cubicBezTo>
                      <a:pt x="47" y="14"/>
                      <a:pt x="48" y="14"/>
                      <a:pt x="47" y="12"/>
                    </a:cubicBezTo>
                    <a:cubicBezTo>
                      <a:pt x="47" y="12"/>
                      <a:pt x="47" y="12"/>
                      <a:pt x="47" y="12"/>
                    </a:cubicBezTo>
                    <a:cubicBezTo>
                      <a:pt x="47" y="9"/>
                      <a:pt x="47" y="7"/>
                      <a:pt x="47" y="5"/>
                    </a:cubicBezTo>
                    <a:cubicBezTo>
                      <a:pt x="47" y="6"/>
                      <a:pt x="47" y="6"/>
                      <a:pt x="47" y="6"/>
                    </a:cubicBezTo>
                    <a:cubicBezTo>
                      <a:pt x="47" y="3"/>
                      <a:pt x="47" y="3"/>
                      <a:pt x="47" y="3"/>
                    </a:cubicBezTo>
                    <a:cubicBezTo>
                      <a:pt x="47" y="5"/>
                      <a:pt x="46" y="3"/>
                      <a:pt x="46" y="4"/>
                    </a:cubicBezTo>
                    <a:cubicBezTo>
                      <a:pt x="46" y="6"/>
                      <a:pt x="46" y="3"/>
                      <a:pt x="46" y="5"/>
                    </a:cubicBezTo>
                    <a:cubicBezTo>
                      <a:pt x="46" y="5"/>
                      <a:pt x="47" y="8"/>
                      <a:pt x="46" y="7"/>
                    </a:cubicBezTo>
                    <a:cubicBezTo>
                      <a:pt x="46" y="4"/>
                      <a:pt x="46" y="4"/>
                      <a:pt x="46" y="4"/>
                    </a:cubicBezTo>
                    <a:cubicBezTo>
                      <a:pt x="46" y="3"/>
                      <a:pt x="46" y="6"/>
                      <a:pt x="46" y="5"/>
                    </a:cubicBezTo>
                    <a:cubicBezTo>
                      <a:pt x="46" y="4"/>
                      <a:pt x="46" y="4"/>
                      <a:pt x="46" y="4"/>
                    </a:cubicBezTo>
                    <a:cubicBezTo>
                      <a:pt x="45" y="4"/>
                      <a:pt x="44" y="4"/>
                      <a:pt x="44" y="8"/>
                    </a:cubicBezTo>
                    <a:cubicBezTo>
                      <a:pt x="44" y="6"/>
                      <a:pt x="43" y="6"/>
                      <a:pt x="43" y="5"/>
                    </a:cubicBezTo>
                    <a:cubicBezTo>
                      <a:pt x="43" y="6"/>
                      <a:pt x="43" y="7"/>
                      <a:pt x="43" y="7"/>
                    </a:cubicBezTo>
                    <a:cubicBezTo>
                      <a:pt x="43" y="5"/>
                      <a:pt x="43" y="5"/>
                      <a:pt x="43" y="5"/>
                    </a:cubicBezTo>
                    <a:cubicBezTo>
                      <a:pt x="42" y="4"/>
                      <a:pt x="42" y="6"/>
                      <a:pt x="42" y="7"/>
                    </a:cubicBezTo>
                    <a:cubicBezTo>
                      <a:pt x="42" y="6"/>
                      <a:pt x="42" y="6"/>
                      <a:pt x="42" y="6"/>
                    </a:cubicBezTo>
                    <a:cubicBezTo>
                      <a:pt x="42" y="4"/>
                      <a:pt x="42" y="7"/>
                      <a:pt x="42" y="7"/>
                    </a:cubicBezTo>
                    <a:cubicBezTo>
                      <a:pt x="42" y="6"/>
                      <a:pt x="42" y="6"/>
                      <a:pt x="42" y="6"/>
                    </a:cubicBezTo>
                    <a:cubicBezTo>
                      <a:pt x="42" y="7"/>
                      <a:pt x="42" y="7"/>
                      <a:pt x="42" y="7"/>
                    </a:cubicBezTo>
                    <a:cubicBezTo>
                      <a:pt x="42" y="8"/>
                      <a:pt x="42" y="8"/>
                      <a:pt x="41" y="6"/>
                    </a:cubicBezTo>
                    <a:cubicBezTo>
                      <a:pt x="41" y="7"/>
                      <a:pt x="41" y="7"/>
                      <a:pt x="41" y="7"/>
                    </a:cubicBezTo>
                    <a:cubicBezTo>
                      <a:pt x="41" y="6"/>
                      <a:pt x="41" y="6"/>
                      <a:pt x="40" y="7"/>
                    </a:cubicBezTo>
                    <a:cubicBezTo>
                      <a:pt x="41" y="7"/>
                      <a:pt x="41" y="8"/>
                      <a:pt x="41" y="9"/>
                    </a:cubicBezTo>
                    <a:cubicBezTo>
                      <a:pt x="41" y="12"/>
                      <a:pt x="41" y="9"/>
                      <a:pt x="41" y="10"/>
                    </a:cubicBezTo>
                    <a:cubicBezTo>
                      <a:pt x="40" y="8"/>
                      <a:pt x="40" y="8"/>
                      <a:pt x="40" y="8"/>
                    </a:cubicBezTo>
                    <a:cubicBezTo>
                      <a:pt x="40" y="5"/>
                      <a:pt x="39" y="7"/>
                      <a:pt x="39" y="7"/>
                    </a:cubicBezTo>
                    <a:cubicBezTo>
                      <a:pt x="39" y="8"/>
                      <a:pt x="39" y="8"/>
                      <a:pt x="39" y="8"/>
                    </a:cubicBezTo>
                    <a:cubicBezTo>
                      <a:pt x="38" y="6"/>
                      <a:pt x="38" y="8"/>
                      <a:pt x="38" y="8"/>
                    </a:cubicBezTo>
                    <a:cubicBezTo>
                      <a:pt x="38" y="9"/>
                      <a:pt x="38" y="11"/>
                      <a:pt x="38" y="11"/>
                    </a:cubicBezTo>
                    <a:cubicBezTo>
                      <a:pt x="38" y="13"/>
                      <a:pt x="38" y="9"/>
                      <a:pt x="37" y="8"/>
                    </a:cubicBezTo>
                    <a:cubicBezTo>
                      <a:pt x="37" y="9"/>
                      <a:pt x="37" y="9"/>
                      <a:pt x="37" y="9"/>
                    </a:cubicBezTo>
                    <a:cubicBezTo>
                      <a:pt x="37" y="8"/>
                      <a:pt x="37" y="8"/>
                      <a:pt x="37" y="8"/>
                    </a:cubicBezTo>
                    <a:cubicBezTo>
                      <a:pt x="37" y="9"/>
                      <a:pt x="37" y="10"/>
                      <a:pt x="37" y="9"/>
                    </a:cubicBezTo>
                    <a:cubicBezTo>
                      <a:pt x="37" y="9"/>
                      <a:pt x="37" y="9"/>
                      <a:pt x="37" y="9"/>
                    </a:cubicBezTo>
                    <a:cubicBezTo>
                      <a:pt x="36" y="9"/>
                      <a:pt x="36" y="8"/>
                      <a:pt x="36" y="8"/>
                    </a:cubicBezTo>
                    <a:cubicBezTo>
                      <a:pt x="36" y="10"/>
                      <a:pt x="36" y="9"/>
                      <a:pt x="36" y="10"/>
                    </a:cubicBezTo>
                    <a:cubicBezTo>
                      <a:pt x="36" y="10"/>
                      <a:pt x="36" y="10"/>
                      <a:pt x="36" y="10"/>
                    </a:cubicBezTo>
                    <a:cubicBezTo>
                      <a:pt x="36" y="11"/>
                      <a:pt x="36" y="11"/>
                      <a:pt x="36" y="11"/>
                    </a:cubicBezTo>
                    <a:cubicBezTo>
                      <a:pt x="36" y="10"/>
                      <a:pt x="36" y="10"/>
                      <a:pt x="36" y="10"/>
                    </a:cubicBezTo>
                    <a:cubicBezTo>
                      <a:pt x="36" y="9"/>
                      <a:pt x="36" y="9"/>
                      <a:pt x="36" y="9"/>
                    </a:cubicBezTo>
                    <a:cubicBezTo>
                      <a:pt x="35" y="8"/>
                      <a:pt x="36" y="10"/>
                      <a:pt x="36" y="11"/>
                    </a:cubicBezTo>
                    <a:cubicBezTo>
                      <a:pt x="36" y="12"/>
                      <a:pt x="36" y="11"/>
                      <a:pt x="35" y="10"/>
                    </a:cubicBezTo>
                    <a:cubicBezTo>
                      <a:pt x="35" y="9"/>
                      <a:pt x="36" y="10"/>
                      <a:pt x="36" y="10"/>
                    </a:cubicBezTo>
                    <a:cubicBezTo>
                      <a:pt x="35" y="9"/>
                      <a:pt x="35" y="9"/>
                      <a:pt x="35" y="9"/>
                    </a:cubicBezTo>
                    <a:cubicBezTo>
                      <a:pt x="35" y="9"/>
                      <a:pt x="36" y="10"/>
                      <a:pt x="35" y="10"/>
                    </a:cubicBezTo>
                    <a:cubicBezTo>
                      <a:pt x="35" y="10"/>
                      <a:pt x="35" y="10"/>
                      <a:pt x="35" y="9"/>
                    </a:cubicBezTo>
                    <a:cubicBezTo>
                      <a:pt x="35" y="10"/>
                      <a:pt x="35" y="10"/>
                      <a:pt x="35" y="10"/>
                    </a:cubicBezTo>
                    <a:cubicBezTo>
                      <a:pt x="35" y="11"/>
                      <a:pt x="35" y="11"/>
                      <a:pt x="35" y="12"/>
                    </a:cubicBezTo>
                    <a:cubicBezTo>
                      <a:pt x="35" y="12"/>
                      <a:pt x="35" y="13"/>
                      <a:pt x="35" y="12"/>
                    </a:cubicBezTo>
                    <a:cubicBezTo>
                      <a:pt x="35" y="12"/>
                      <a:pt x="35" y="12"/>
                      <a:pt x="35" y="12"/>
                    </a:cubicBezTo>
                    <a:cubicBezTo>
                      <a:pt x="35" y="12"/>
                      <a:pt x="35" y="12"/>
                      <a:pt x="35" y="13"/>
                    </a:cubicBezTo>
                    <a:cubicBezTo>
                      <a:pt x="35" y="11"/>
                      <a:pt x="35" y="11"/>
                      <a:pt x="35" y="11"/>
                    </a:cubicBezTo>
                    <a:cubicBezTo>
                      <a:pt x="35" y="12"/>
                      <a:pt x="35" y="12"/>
                      <a:pt x="35" y="13"/>
                    </a:cubicBezTo>
                    <a:cubicBezTo>
                      <a:pt x="34" y="11"/>
                      <a:pt x="34" y="9"/>
                      <a:pt x="33" y="9"/>
                    </a:cubicBezTo>
                    <a:cubicBezTo>
                      <a:pt x="34" y="10"/>
                      <a:pt x="34" y="10"/>
                      <a:pt x="34" y="10"/>
                    </a:cubicBezTo>
                    <a:cubicBezTo>
                      <a:pt x="34" y="11"/>
                      <a:pt x="33" y="10"/>
                      <a:pt x="33" y="9"/>
                    </a:cubicBezTo>
                    <a:cubicBezTo>
                      <a:pt x="33" y="8"/>
                      <a:pt x="34" y="14"/>
                      <a:pt x="33" y="13"/>
                    </a:cubicBezTo>
                    <a:cubicBezTo>
                      <a:pt x="33" y="11"/>
                      <a:pt x="33" y="10"/>
                      <a:pt x="32" y="10"/>
                    </a:cubicBezTo>
                    <a:cubicBezTo>
                      <a:pt x="33" y="10"/>
                      <a:pt x="33" y="11"/>
                      <a:pt x="33" y="11"/>
                    </a:cubicBezTo>
                    <a:cubicBezTo>
                      <a:pt x="33" y="12"/>
                      <a:pt x="32" y="10"/>
                      <a:pt x="33" y="11"/>
                    </a:cubicBezTo>
                    <a:cubicBezTo>
                      <a:pt x="33" y="12"/>
                      <a:pt x="33" y="12"/>
                      <a:pt x="33" y="12"/>
                    </a:cubicBezTo>
                    <a:cubicBezTo>
                      <a:pt x="32" y="8"/>
                      <a:pt x="32" y="11"/>
                      <a:pt x="31" y="9"/>
                    </a:cubicBezTo>
                    <a:cubicBezTo>
                      <a:pt x="31" y="12"/>
                      <a:pt x="31" y="10"/>
                      <a:pt x="31" y="11"/>
                    </a:cubicBezTo>
                    <a:cubicBezTo>
                      <a:pt x="30" y="9"/>
                      <a:pt x="31" y="12"/>
                      <a:pt x="30" y="10"/>
                    </a:cubicBezTo>
                    <a:cubicBezTo>
                      <a:pt x="31" y="13"/>
                      <a:pt x="31" y="13"/>
                      <a:pt x="31" y="13"/>
                    </a:cubicBezTo>
                    <a:cubicBezTo>
                      <a:pt x="30" y="11"/>
                      <a:pt x="32" y="16"/>
                      <a:pt x="31" y="13"/>
                    </a:cubicBezTo>
                    <a:cubicBezTo>
                      <a:pt x="30" y="13"/>
                      <a:pt x="30" y="12"/>
                      <a:pt x="30" y="11"/>
                    </a:cubicBezTo>
                    <a:cubicBezTo>
                      <a:pt x="29" y="9"/>
                      <a:pt x="30" y="14"/>
                      <a:pt x="29" y="11"/>
                    </a:cubicBezTo>
                    <a:cubicBezTo>
                      <a:pt x="30" y="14"/>
                      <a:pt x="30" y="14"/>
                      <a:pt x="30" y="14"/>
                    </a:cubicBezTo>
                    <a:cubicBezTo>
                      <a:pt x="30" y="13"/>
                      <a:pt x="29" y="12"/>
                      <a:pt x="29" y="11"/>
                    </a:cubicBezTo>
                    <a:cubicBezTo>
                      <a:pt x="29" y="12"/>
                      <a:pt x="29" y="13"/>
                      <a:pt x="29" y="12"/>
                    </a:cubicBezTo>
                    <a:cubicBezTo>
                      <a:pt x="28" y="11"/>
                      <a:pt x="28" y="11"/>
                      <a:pt x="28" y="11"/>
                    </a:cubicBezTo>
                    <a:cubicBezTo>
                      <a:pt x="28" y="10"/>
                      <a:pt x="28" y="11"/>
                      <a:pt x="28" y="12"/>
                    </a:cubicBezTo>
                    <a:cubicBezTo>
                      <a:pt x="28" y="11"/>
                      <a:pt x="28" y="12"/>
                      <a:pt x="27" y="11"/>
                    </a:cubicBezTo>
                    <a:cubicBezTo>
                      <a:pt x="28" y="13"/>
                      <a:pt x="26" y="10"/>
                      <a:pt x="27" y="13"/>
                    </a:cubicBezTo>
                    <a:cubicBezTo>
                      <a:pt x="27" y="12"/>
                      <a:pt x="27" y="12"/>
                      <a:pt x="27" y="12"/>
                    </a:cubicBezTo>
                    <a:cubicBezTo>
                      <a:pt x="27" y="13"/>
                      <a:pt x="28" y="15"/>
                      <a:pt x="28" y="15"/>
                    </a:cubicBezTo>
                    <a:cubicBezTo>
                      <a:pt x="27" y="13"/>
                      <a:pt x="27" y="13"/>
                      <a:pt x="27" y="13"/>
                    </a:cubicBezTo>
                    <a:cubicBezTo>
                      <a:pt x="26" y="11"/>
                      <a:pt x="27" y="13"/>
                      <a:pt x="26" y="12"/>
                    </a:cubicBezTo>
                    <a:cubicBezTo>
                      <a:pt x="27" y="13"/>
                      <a:pt x="26" y="12"/>
                      <a:pt x="26" y="13"/>
                    </a:cubicBezTo>
                    <a:cubicBezTo>
                      <a:pt x="26" y="14"/>
                      <a:pt x="26" y="14"/>
                      <a:pt x="26" y="14"/>
                    </a:cubicBezTo>
                    <a:cubicBezTo>
                      <a:pt x="27" y="15"/>
                      <a:pt x="27" y="15"/>
                      <a:pt x="27" y="15"/>
                    </a:cubicBezTo>
                    <a:cubicBezTo>
                      <a:pt x="26" y="15"/>
                      <a:pt x="26" y="13"/>
                      <a:pt x="26" y="13"/>
                    </a:cubicBezTo>
                    <a:cubicBezTo>
                      <a:pt x="25" y="12"/>
                      <a:pt x="26" y="13"/>
                      <a:pt x="26" y="13"/>
                    </a:cubicBezTo>
                    <a:cubicBezTo>
                      <a:pt x="26" y="13"/>
                      <a:pt x="26" y="13"/>
                      <a:pt x="26" y="14"/>
                    </a:cubicBezTo>
                    <a:cubicBezTo>
                      <a:pt x="26" y="13"/>
                      <a:pt x="26" y="13"/>
                      <a:pt x="26" y="13"/>
                    </a:cubicBezTo>
                    <a:cubicBezTo>
                      <a:pt x="26" y="13"/>
                      <a:pt x="26" y="13"/>
                      <a:pt x="26" y="14"/>
                    </a:cubicBezTo>
                    <a:cubicBezTo>
                      <a:pt x="26" y="13"/>
                      <a:pt x="26" y="13"/>
                      <a:pt x="25" y="13"/>
                    </a:cubicBezTo>
                    <a:cubicBezTo>
                      <a:pt x="26" y="13"/>
                      <a:pt x="26" y="13"/>
                      <a:pt x="26" y="13"/>
                    </a:cubicBezTo>
                    <a:cubicBezTo>
                      <a:pt x="25" y="13"/>
                      <a:pt x="25" y="13"/>
                      <a:pt x="25" y="13"/>
                    </a:cubicBezTo>
                    <a:cubicBezTo>
                      <a:pt x="25" y="13"/>
                      <a:pt x="25" y="13"/>
                      <a:pt x="25" y="13"/>
                    </a:cubicBezTo>
                    <a:cubicBezTo>
                      <a:pt x="25" y="13"/>
                      <a:pt x="25" y="13"/>
                      <a:pt x="25" y="13"/>
                    </a:cubicBezTo>
                    <a:cubicBezTo>
                      <a:pt x="25" y="11"/>
                      <a:pt x="25" y="11"/>
                      <a:pt x="25" y="11"/>
                    </a:cubicBezTo>
                    <a:cubicBezTo>
                      <a:pt x="24" y="11"/>
                      <a:pt x="25" y="13"/>
                      <a:pt x="25" y="13"/>
                    </a:cubicBezTo>
                    <a:cubicBezTo>
                      <a:pt x="24" y="12"/>
                      <a:pt x="24" y="14"/>
                      <a:pt x="24" y="15"/>
                    </a:cubicBezTo>
                    <a:cubicBezTo>
                      <a:pt x="24" y="15"/>
                      <a:pt x="24" y="14"/>
                      <a:pt x="24" y="14"/>
                    </a:cubicBezTo>
                    <a:cubicBezTo>
                      <a:pt x="24" y="15"/>
                      <a:pt x="24" y="16"/>
                      <a:pt x="24" y="15"/>
                    </a:cubicBezTo>
                    <a:cubicBezTo>
                      <a:pt x="24" y="16"/>
                      <a:pt x="23" y="14"/>
                      <a:pt x="23" y="14"/>
                    </a:cubicBezTo>
                    <a:cubicBezTo>
                      <a:pt x="23" y="14"/>
                      <a:pt x="24" y="15"/>
                      <a:pt x="24" y="15"/>
                    </a:cubicBezTo>
                    <a:cubicBezTo>
                      <a:pt x="23" y="13"/>
                      <a:pt x="23" y="17"/>
                      <a:pt x="23" y="15"/>
                    </a:cubicBezTo>
                    <a:cubicBezTo>
                      <a:pt x="23" y="15"/>
                      <a:pt x="22" y="14"/>
                      <a:pt x="22" y="14"/>
                    </a:cubicBezTo>
                    <a:cubicBezTo>
                      <a:pt x="22" y="15"/>
                      <a:pt x="22" y="16"/>
                      <a:pt x="23" y="17"/>
                    </a:cubicBezTo>
                    <a:cubicBezTo>
                      <a:pt x="22" y="16"/>
                      <a:pt x="22" y="16"/>
                      <a:pt x="22" y="16"/>
                    </a:cubicBezTo>
                    <a:cubicBezTo>
                      <a:pt x="22" y="16"/>
                      <a:pt x="22" y="16"/>
                      <a:pt x="22" y="17"/>
                    </a:cubicBezTo>
                    <a:cubicBezTo>
                      <a:pt x="23" y="18"/>
                      <a:pt x="23" y="20"/>
                      <a:pt x="23" y="19"/>
                    </a:cubicBezTo>
                    <a:cubicBezTo>
                      <a:pt x="23" y="19"/>
                      <a:pt x="23" y="19"/>
                      <a:pt x="23" y="19"/>
                    </a:cubicBezTo>
                    <a:cubicBezTo>
                      <a:pt x="22" y="20"/>
                      <a:pt x="22" y="20"/>
                      <a:pt x="22" y="20"/>
                    </a:cubicBezTo>
                    <a:cubicBezTo>
                      <a:pt x="22" y="19"/>
                      <a:pt x="22" y="20"/>
                      <a:pt x="22" y="19"/>
                    </a:cubicBezTo>
                    <a:cubicBezTo>
                      <a:pt x="21" y="16"/>
                      <a:pt x="21" y="17"/>
                      <a:pt x="21" y="17"/>
                    </a:cubicBezTo>
                    <a:cubicBezTo>
                      <a:pt x="21" y="19"/>
                      <a:pt x="21" y="19"/>
                      <a:pt x="21" y="19"/>
                    </a:cubicBezTo>
                    <a:cubicBezTo>
                      <a:pt x="21" y="19"/>
                      <a:pt x="21" y="17"/>
                      <a:pt x="21" y="17"/>
                    </a:cubicBezTo>
                    <a:cubicBezTo>
                      <a:pt x="22" y="22"/>
                      <a:pt x="22" y="22"/>
                      <a:pt x="22" y="22"/>
                    </a:cubicBezTo>
                    <a:cubicBezTo>
                      <a:pt x="22" y="22"/>
                      <a:pt x="21" y="20"/>
                      <a:pt x="21" y="19"/>
                    </a:cubicBezTo>
                    <a:cubicBezTo>
                      <a:pt x="21" y="20"/>
                      <a:pt x="22" y="22"/>
                      <a:pt x="22" y="24"/>
                    </a:cubicBezTo>
                    <a:cubicBezTo>
                      <a:pt x="22" y="24"/>
                      <a:pt x="22" y="25"/>
                      <a:pt x="22" y="25"/>
                    </a:cubicBezTo>
                    <a:cubicBezTo>
                      <a:pt x="21" y="24"/>
                      <a:pt x="22" y="25"/>
                      <a:pt x="22" y="24"/>
                    </a:cubicBezTo>
                    <a:cubicBezTo>
                      <a:pt x="21" y="22"/>
                      <a:pt x="21" y="22"/>
                      <a:pt x="21" y="22"/>
                    </a:cubicBezTo>
                    <a:cubicBezTo>
                      <a:pt x="21" y="22"/>
                      <a:pt x="20" y="20"/>
                      <a:pt x="20" y="19"/>
                    </a:cubicBezTo>
                    <a:cubicBezTo>
                      <a:pt x="20" y="20"/>
                      <a:pt x="19" y="19"/>
                      <a:pt x="19" y="19"/>
                    </a:cubicBezTo>
                    <a:cubicBezTo>
                      <a:pt x="20" y="22"/>
                      <a:pt x="19" y="21"/>
                      <a:pt x="20" y="23"/>
                    </a:cubicBezTo>
                    <a:cubicBezTo>
                      <a:pt x="20" y="24"/>
                      <a:pt x="19" y="21"/>
                      <a:pt x="19" y="21"/>
                    </a:cubicBezTo>
                    <a:cubicBezTo>
                      <a:pt x="19" y="22"/>
                      <a:pt x="18" y="21"/>
                      <a:pt x="18" y="22"/>
                    </a:cubicBezTo>
                    <a:cubicBezTo>
                      <a:pt x="18" y="21"/>
                      <a:pt x="18" y="21"/>
                      <a:pt x="18" y="21"/>
                    </a:cubicBezTo>
                    <a:cubicBezTo>
                      <a:pt x="18" y="22"/>
                      <a:pt x="17" y="21"/>
                      <a:pt x="18" y="24"/>
                    </a:cubicBezTo>
                    <a:cubicBezTo>
                      <a:pt x="17" y="22"/>
                      <a:pt x="17" y="22"/>
                      <a:pt x="17" y="22"/>
                    </a:cubicBezTo>
                    <a:cubicBezTo>
                      <a:pt x="17" y="22"/>
                      <a:pt x="19" y="25"/>
                      <a:pt x="18" y="24"/>
                    </a:cubicBezTo>
                    <a:cubicBezTo>
                      <a:pt x="17" y="23"/>
                      <a:pt x="17" y="23"/>
                      <a:pt x="17" y="23"/>
                    </a:cubicBezTo>
                    <a:cubicBezTo>
                      <a:pt x="18" y="24"/>
                      <a:pt x="16" y="22"/>
                      <a:pt x="17" y="24"/>
                    </a:cubicBezTo>
                    <a:cubicBezTo>
                      <a:pt x="17" y="23"/>
                      <a:pt x="17" y="23"/>
                      <a:pt x="17" y="23"/>
                    </a:cubicBezTo>
                    <a:cubicBezTo>
                      <a:pt x="17" y="23"/>
                      <a:pt x="16" y="23"/>
                      <a:pt x="17" y="25"/>
                    </a:cubicBezTo>
                    <a:cubicBezTo>
                      <a:pt x="16" y="23"/>
                      <a:pt x="16" y="23"/>
                      <a:pt x="16" y="23"/>
                    </a:cubicBezTo>
                    <a:cubicBezTo>
                      <a:pt x="15" y="22"/>
                      <a:pt x="17" y="25"/>
                      <a:pt x="16" y="24"/>
                    </a:cubicBezTo>
                    <a:cubicBezTo>
                      <a:pt x="16" y="24"/>
                      <a:pt x="16" y="23"/>
                      <a:pt x="16" y="23"/>
                    </a:cubicBezTo>
                    <a:cubicBezTo>
                      <a:pt x="16" y="24"/>
                      <a:pt x="16" y="24"/>
                      <a:pt x="16" y="25"/>
                    </a:cubicBezTo>
                    <a:cubicBezTo>
                      <a:pt x="15" y="23"/>
                      <a:pt x="15" y="23"/>
                      <a:pt x="15" y="23"/>
                    </a:cubicBezTo>
                    <a:cubicBezTo>
                      <a:pt x="14" y="23"/>
                      <a:pt x="13" y="23"/>
                      <a:pt x="13" y="26"/>
                    </a:cubicBezTo>
                    <a:cubicBezTo>
                      <a:pt x="11" y="24"/>
                      <a:pt x="12" y="24"/>
                      <a:pt x="11" y="23"/>
                    </a:cubicBezTo>
                    <a:cubicBezTo>
                      <a:pt x="12" y="25"/>
                      <a:pt x="11" y="24"/>
                      <a:pt x="11" y="24"/>
                    </a:cubicBezTo>
                    <a:cubicBezTo>
                      <a:pt x="11" y="24"/>
                      <a:pt x="11" y="24"/>
                      <a:pt x="11" y="24"/>
                    </a:cubicBezTo>
                    <a:cubicBezTo>
                      <a:pt x="11" y="25"/>
                      <a:pt x="11" y="23"/>
                      <a:pt x="11" y="24"/>
                    </a:cubicBezTo>
                    <a:cubicBezTo>
                      <a:pt x="11" y="25"/>
                      <a:pt x="11" y="25"/>
                      <a:pt x="11" y="25"/>
                    </a:cubicBezTo>
                    <a:cubicBezTo>
                      <a:pt x="12" y="26"/>
                      <a:pt x="10" y="22"/>
                      <a:pt x="11" y="25"/>
                    </a:cubicBezTo>
                    <a:cubicBezTo>
                      <a:pt x="10" y="23"/>
                      <a:pt x="10" y="23"/>
                      <a:pt x="10" y="23"/>
                    </a:cubicBezTo>
                    <a:cubicBezTo>
                      <a:pt x="11" y="26"/>
                      <a:pt x="9" y="23"/>
                      <a:pt x="10" y="25"/>
                    </a:cubicBezTo>
                    <a:cubicBezTo>
                      <a:pt x="10" y="24"/>
                      <a:pt x="10" y="24"/>
                      <a:pt x="10" y="24"/>
                    </a:cubicBezTo>
                    <a:cubicBezTo>
                      <a:pt x="9" y="24"/>
                      <a:pt x="11" y="27"/>
                      <a:pt x="10" y="25"/>
                    </a:cubicBezTo>
                    <a:cubicBezTo>
                      <a:pt x="10" y="26"/>
                      <a:pt x="10" y="26"/>
                      <a:pt x="11" y="28"/>
                    </a:cubicBezTo>
                    <a:cubicBezTo>
                      <a:pt x="9" y="26"/>
                      <a:pt x="9" y="26"/>
                      <a:pt x="9" y="26"/>
                    </a:cubicBezTo>
                    <a:cubicBezTo>
                      <a:pt x="9" y="27"/>
                      <a:pt x="8" y="27"/>
                      <a:pt x="9" y="30"/>
                    </a:cubicBezTo>
                    <a:cubicBezTo>
                      <a:pt x="8" y="29"/>
                      <a:pt x="8" y="29"/>
                      <a:pt x="8" y="29"/>
                    </a:cubicBezTo>
                    <a:cubicBezTo>
                      <a:pt x="9" y="31"/>
                      <a:pt x="6" y="27"/>
                      <a:pt x="8" y="31"/>
                    </a:cubicBezTo>
                    <a:cubicBezTo>
                      <a:pt x="9" y="33"/>
                      <a:pt x="9" y="33"/>
                      <a:pt x="9" y="33"/>
                    </a:cubicBezTo>
                    <a:cubicBezTo>
                      <a:pt x="8" y="30"/>
                      <a:pt x="8" y="30"/>
                      <a:pt x="8" y="30"/>
                    </a:cubicBezTo>
                    <a:cubicBezTo>
                      <a:pt x="8" y="32"/>
                      <a:pt x="7" y="31"/>
                      <a:pt x="8" y="32"/>
                    </a:cubicBezTo>
                    <a:cubicBezTo>
                      <a:pt x="7" y="31"/>
                      <a:pt x="7" y="31"/>
                      <a:pt x="7" y="31"/>
                    </a:cubicBezTo>
                    <a:cubicBezTo>
                      <a:pt x="7" y="31"/>
                      <a:pt x="8" y="33"/>
                      <a:pt x="8" y="33"/>
                    </a:cubicBezTo>
                    <a:cubicBezTo>
                      <a:pt x="7" y="32"/>
                      <a:pt x="7" y="32"/>
                      <a:pt x="7" y="32"/>
                    </a:cubicBezTo>
                    <a:cubicBezTo>
                      <a:pt x="5" y="30"/>
                      <a:pt x="2" y="29"/>
                      <a:pt x="4" y="33"/>
                    </a:cubicBezTo>
                    <a:cubicBezTo>
                      <a:pt x="4" y="33"/>
                      <a:pt x="3" y="31"/>
                      <a:pt x="3" y="31"/>
                    </a:cubicBezTo>
                    <a:cubicBezTo>
                      <a:pt x="4" y="34"/>
                      <a:pt x="0" y="30"/>
                      <a:pt x="2" y="35"/>
                    </a:cubicBezTo>
                    <a:cubicBezTo>
                      <a:pt x="3" y="36"/>
                      <a:pt x="6" y="41"/>
                      <a:pt x="6" y="41"/>
                    </a:cubicBezTo>
                    <a:cubicBezTo>
                      <a:pt x="6" y="39"/>
                      <a:pt x="9" y="40"/>
                      <a:pt x="11" y="42"/>
                    </a:cubicBezTo>
                    <a:cubicBezTo>
                      <a:pt x="11" y="41"/>
                      <a:pt x="11" y="40"/>
                      <a:pt x="12" y="41"/>
                    </a:cubicBezTo>
                    <a:cubicBezTo>
                      <a:pt x="13" y="40"/>
                      <a:pt x="17" y="43"/>
                      <a:pt x="17" y="40"/>
                    </a:cubicBezTo>
                    <a:cubicBezTo>
                      <a:pt x="17" y="40"/>
                      <a:pt x="16" y="39"/>
                      <a:pt x="16" y="38"/>
                    </a:cubicBezTo>
                    <a:cubicBezTo>
                      <a:pt x="17" y="39"/>
                      <a:pt x="17" y="39"/>
                      <a:pt x="17" y="39"/>
                    </a:cubicBezTo>
                    <a:cubicBezTo>
                      <a:pt x="16" y="38"/>
                      <a:pt x="16" y="38"/>
                      <a:pt x="16" y="38"/>
                    </a:cubicBezTo>
                    <a:cubicBezTo>
                      <a:pt x="16" y="37"/>
                      <a:pt x="17" y="39"/>
                      <a:pt x="17" y="39"/>
                    </a:cubicBezTo>
                    <a:cubicBezTo>
                      <a:pt x="17" y="39"/>
                      <a:pt x="18" y="38"/>
                      <a:pt x="18" y="38"/>
                    </a:cubicBezTo>
                    <a:cubicBezTo>
                      <a:pt x="18" y="36"/>
                      <a:pt x="19" y="38"/>
                      <a:pt x="18" y="36"/>
                    </a:cubicBezTo>
                    <a:cubicBezTo>
                      <a:pt x="18" y="37"/>
                      <a:pt x="18" y="37"/>
                      <a:pt x="18" y="37"/>
                    </a:cubicBezTo>
                    <a:cubicBezTo>
                      <a:pt x="18" y="36"/>
                      <a:pt x="18" y="35"/>
                      <a:pt x="20" y="38"/>
                    </a:cubicBezTo>
                    <a:cubicBezTo>
                      <a:pt x="22" y="39"/>
                      <a:pt x="23" y="37"/>
                      <a:pt x="25" y="37"/>
                    </a:cubicBezTo>
                    <a:cubicBezTo>
                      <a:pt x="26" y="35"/>
                      <a:pt x="27" y="33"/>
                      <a:pt x="29" y="32"/>
                    </a:cubicBezTo>
                    <a:cubicBezTo>
                      <a:pt x="28" y="28"/>
                      <a:pt x="29" y="30"/>
                      <a:pt x="28" y="27"/>
                    </a:cubicBezTo>
                    <a:cubicBezTo>
                      <a:pt x="29" y="28"/>
                      <a:pt x="29" y="28"/>
                      <a:pt x="29" y="28"/>
                    </a:cubicBezTo>
                    <a:cubicBezTo>
                      <a:pt x="28" y="26"/>
                      <a:pt x="29" y="28"/>
                      <a:pt x="30" y="29"/>
                    </a:cubicBezTo>
                    <a:cubicBezTo>
                      <a:pt x="29" y="28"/>
                      <a:pt x="30" y="29"/>
                      <a:pt x="29" y="27"/>
                    </a:cubicBezTo>
                    <a:cubicBezTo>
                      <a:pt x="29" y="25"/>
                      <a:pt x="30" y="30"/>
                      <a:pt x="30" y="29"/>
                    </a:cubicBezTo>
                    <a:cubicBezTo>
                      <a:pt x="30" y="29"/>
                      <a:pt x="30" y="27"/>
                      <a:pt x="30" y="28"/>
                    </a:cubicBezTo>
                    <a:cubicBezTo>
                      <a:pt x="30" y="26"/>
                      <a:pt x="30" y="29"/>
                      <a:pt x="31" y="31"/>
                    </a:cubicBezTo>
                    <a:cubicBezTo>
                      <a:pt x="32" y="30"/>
                      <a:pt x="32" y="28"/>
                      <a:pt x="33" y="29"/>
                    </a:cubicBezTo>
                    <a:cubicBezTo>
                      <a:pt x="33" y="29"/>
                      <a:pt x="33" y="27"/>
                      <a:pt x="33" y="27"/>
                    </a:cubicBezTo>
                    <a:cubicBezTo>
                      <a:pt x="34" y="30"/>
                      <a:pt x="33" y="26"/>
                      <a:pt x="33" y="27"/>
                    </a:cubicBezTo>
                    <a:cubicBezTo>
                      <a:pt x="34" y="28"/>
                      <a:pt x="34" y="28"/>
                      <a:pt x="34" y="28"/>
                    </a:cubicBezTo>
                    <a:cubicBezTo>
                      <a:pt x="34" y="30"/>
                      <a:pt x="34" y="28"/>
                      <a:pt x="35" y="29"/>
                    </a:cubicBezTo>
                    <a:cubicBezTo>
                      <a:pt x="35" y="28"/>
                      <a:pt x="36" y="30"/>
                      <a:pt x="36" y="29"/>
                    </a:cubicBezTo>
                    <a:cubicBezTo>
                      <a:pt x="36" y="30"/>
                      <a:pt x="36" y="29"/>
                      <a:pt x="36" y="30"/>
                    </a:cubicBezTo>
                    <a:cubicBezTo>
                      <a:pt x="36" y="26"/>
                      <a:pt x="37" y="31"/>
                      <a:pt x="37" y="29"/>
                    </a:cubicBezTo>
                    <a:cubicBezTo>
                      <a:pt x="37" y="29"/>
                      <a:pt x="37" y="29"/>
                      <a:pt x="37" y="29"/>
                    </a:cubicBezTo>
                    <a:cubicBezTo>
                      <a:pt x="38" y="29"/>
                      <a:pt x="39" y="29"/>
                      <a:pt x="40" y="27"/>
                    </a:cubicBezTo>
                    <a:cubicBezTo>
                      <a:pt x="40" y="27"/>
                      <a:pt x="41" y="30"/>
                      <a:pt x="41" y="28"/>
                    </a:cubicBezTo>
                    <a:cubicBezTo>
                      <a:pt x="41" y="27"/>
                      <a:pt x="41" y="27"/>
                      <a:pt x="41" y="27"/>
                    </a:cubicBezTo>
                    <a:cubicBezTo>
                      <a:pt x="41" y="27"/>
                      <a:pt x="41" y="28"/>
                      <a:pt x="42" y="28"/>
                    </a:cubicBezTo>
                    <a:cubicBezTo>
                      <a:pt x="42" y="27"/>
                      <a:pt x="42" y="28"/>
                      <a:pt x="43" y="28"/>
                    </a:cubicBezTo>
                    <a:cubicBezTo>
                      <a:pt x="43" y="28"/>
                      <a:pt x="43" y="27"/>
                      <a:pt x="42" y="27"/>
                    </a:cubicBezTo>
                    <a:cubicBezTo>
                      <a:pt x="43" y="29"/>
                      <a:pt x="43" y="26"/>
                      <a:pt x="44" y="27"/>
                    </a:cubicBezTo>
                    <a:cubicBezTo>
                      <a:pt x="43" y="24"/>
                      <a:pt x="44" y="26"/>
                      <a:pt x="44" y="2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2" name="Freeform 193"/>
              <p:cNvSpPr/>
              <p:nvPr/>
            </p:nvSpPr>
            <p:spPr bwMode="auto">
              <a:xfrm>
                <a:off x="3192" y="2160"/>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3" name="Freeform 194"/>
              <p:cNvSpPr/>
              <p:nvPr/>
            </p:nvSpPr>
            <p:spPr bwMode="auto">
              <a:xfrm>
                <a:off x="3146" y="2177"/>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4" name="Freeform 195"/>
              <p:cNvSpPr/>
              <p:nvPr/>
            </p:nvSpPr>
            <p:spPr bwMode="auto">
              <a:xfrm>
                <a:off x="3264" y="1853"/>
                <a:ext cx="2" cy="4"/>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1" y="0"/>
                      <a:pt x="0" y="2"/>
                      <a:pt x="0" y="1"/>
                    </a:cubicBezTo>
                    <a:cubicBezTo>
                      <a:pt x="0" y="2"/>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5" name="Freeform 196"/>
              <p:cNvSpPr/>
              <p:nvPr/>
            </p:nvSpPr>
            <p:spPr bwMode="auto">
              <a:xfrm>
                <a:off x="3209" y="1836"/>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6" name="Freeform 197"/>
              <p:cNvSpPr/>
              <p:nvPr/>
            </p:nvSpPr>
            <p:spPr bwMode="auto">
              <a:xfrm>
                <a:off x="3343" y="2470"/>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7" name="Freeform 198"/>
              <p:cNvSpPr/>
              <p:nvPr/>
            </p:nvSpPr>
            <p:spPr bwMode="auto">
              <a:xfrm>
                <a:off x="3186" y="18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8" name="Freeform 199"/>
              <p:cNvSpPr/>
              <p:nvPr/>
            </p:nvSpPr>
            <p:spPr bwMode="auto">
              <a:xfrm>
                <a:off x="3188" y="1825"/>
                <a:ext cx="2" cy="4"/>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0"/>
                      <a:pt x="0" y="2"/>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9" name="Freeform 200"/>
              <p:cNvSpPr/>
              <p:nvPr/>
            </p:nvSpPr>
            <p:spPr bwMode="auto">
              <a:xfrm>
                <a:off x="3184" y="1833"/>
                <a:ext cx="2"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0" name="Freeform 201"/>
              <p:cNvSpPr/>
              <p:nvPr/>
            </p:nvSpPr>
            <p:spPr bwMode="auto">
              <a:xfrm>
                <a:off x="3351" y="2465"/>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1" name="Freeform 202"/>
              <p:cNvSpPr/>
              <p:nvPr/>
            </p:nvSpPr>
            <p:spPr bwMode="auto">
              <a:xfrm>
                <a:off x="3173" y="1831"/>
                <a:ext cx="2" cy="5"/>
              </a:xfrm>
              <a:custGeom>
                <a:avLst/>
                <a:gdLst>
                  <a:gd name="T0" fmla="*/ 2 w 2"/>
                  <a:gd name="T1" fmla="*/ 0 h 5"/>
                  <a:gd name="T2" fmla="*/ 2 w 2"/>
                  <a:gd name="T3" fmla="*/ 0 h 5"/>
                  <a:gd name="T4" fmla="*/ 0 w 2"/>
                  <a:gd name="T5" fmla="*/ 5 h 5"/>
                  <a:gd name="T6" fmla="*/ 2 w 2"/>
                  <a:gd name="T7" fmla="*/ 0 h 5"/>
                </a:gdLst>
                <a:ahLst/>
                <a:cxnLst>
                  <a:cxn ang="0">
                    <a:pos x="T0" y="T1"/>
                  </a:cxn>
                  <a:cxn ang="0">
                    <a:pos x="T2" y="T3"/>
                  </a:cxn>
                  <a:cxn ang="0">
                    <a:pos x="T4" y="T5"/>
                  </a:cxn>
                  <a:cxn ang="0">
                    <a:pos x="T6" y="T7"/>
                  </a:cxn>
                </a:cxnLst>
                <a:rect l="0" t="0" r="r" b="b"/>
                <a:pathLst>
                  <a:path w="2" h="5">
                    <a:moveTo>
                      <a:pt x="2" y="0"/>
                    </a:moveTo>
                    <a:lnTo>
                      <a:pt x="2" y="0"/>
                    </a:lnTo>
                    <a:lnTo>
                      <a:pt x="0" y="5"/>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2" name="Freeform 203"/>
              <p:cNvSpPr/>
              <p:nvPr/>
            </p:nvSpPr>
            <p:spPr bwMode="auto">
              <a:xfrm>
                <a:off x="3536" y="1554"/>
                <a:ext cx="8" cy="2"/>
              </a:xfrm>
              <a:custGeom>
                <a:avLst/>
                <a:gdLst>
                  <a:gd name="T0" fmla="*/ 0 w 4"/>
                  <a:gd name="T1" fmla="*/ 1 h 1"/>
                  <a:gd name="T2" fmla="*/ 0 w 4"/>
                  <a:gd name="T3" fmla="*/ 1 h 1"/>
                  <a:gd name="T4" fmla="*/ 1 w 4"/>
                  <a:gd name="T5" fmla="*/ 1 h 1"/>
                  <a:gd name="T6" fmla="*/ 2 w 4"/>
                  <a:gd name="T7" fmla="*/ 0 h 1"/>
                  <a:gd name="T8" fmla="*/ 4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0" y="1"/>
                      <a:pt x="0" y="1"/>
                    </a:cubicBezTo>
                    <a:cubicBezTo>
                      <a:pt x="0" y="1"/>
                      <a:pt x="1" y="1"/>
                      <a:pt x="1" y="1"/>
                    </a:cubicBezTo>
                    <a:cubicBezTo>
                      <a:pt x="2" y="1"/>
                      <a:pt x="3" y="1"/>
                      <a:pt x="2" y="0"/>
                    </a:cubicBezTo>
                    <a:cubicBezTo>
                      <a:pt x="3" y="0"/>
                      <a:pt x="4" y="0"/>
                      <a:pt x="4" y="0"/>
                    </a:cubicBezTo>
                    <a:cubicBezTo>
                      <a:pt x="3"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3" name="Freeform 204"/>
              <p:cNvSpPr/>
              <p:nvPr/>
            </p:nvSpPr>
            <p:spPr bwMode="auto">
              <a:xfrm>
                <a:off x="3538" y="155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grpSp>
          <p:nvGrpSpPr>
            <p:cNvPr id="7" name="Group 406"/>
            <p:cNvGrpSpPr/>
            <p:nvPr/>
          </p:nvGrpSpPr>
          <p:grpSpPr bwMode="auto">
            <a:xfrm>
              <a:off x="3112" y="1551"/>
              <a:ext cx="1462" cy="1559"/>
              <a:chOff x="3112" y="1551"/>
              <a:chExt cx="1462" cy="1559"/>
            </a:xfrm>
            <a:grpFill/>
          </p:grpSpPr>
          <p:sp>
            <p:nvSpPr>
              <p:cNvPr id="54" name="Freeform 206"/>
              <p:cNvSpPr/>
              <p:nvPr/>
            </p:nvSpPr>
            <p:spPr bwMode="auto">
              <a:xfrm>
                <a:off x="3534" y="1558"/>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5" name="Freeform 207"/>
              <p:cNvSpPr/>
              <p:nvPr/>
            </p:nvSpPr>
            <p:spPr bwMode="auto">
              <a:xfrm>
                <a:off x="3513" y="1581"/>
                <a:ext cx="4"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6" name="Freeform 208"/>
              <p:cNvSpPr/>
              <p:nvPr/>
            </p:nvSpPr>
            <p:spPr bwMode="auto">
              <a:xfrm>
                <a:off x="3513" y="1579"/>
                <a:ext cx="6" cy="2"/>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7" name="Freeform 209"/>
              <p:cNvSpPr/>
              <p:nvPr/>
            </p:nvSpPr>
            <p:spPr bwMode="auto">
              <a:xfrm>
                <a:off x="3536" y="1551"/>
                <a:ext cx="4"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lnTo>
                      <a:pt x="2"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8" name="Freeform 210"/>
              <p:cNvSpPr/>
              <p:nvPr/>
            </p:nvSpPr>
            <p:spPr bwMode="auto">
              <a:xfrm>
                <a:off x="3112" y="1810"/>
                <a:ext cx="161" cy="87"/>
              </a:xfrm>
              <a:custGeom>
                <a:avLst/>
                <a:gdLst>
                  <a:gd name="T0" fmla="*/ 12 w 76"/>
                  <a:gd name="T1" fmla="*/ 18 h 41"/>
                  <a:gd name="T2" fmla="*/ 22 w 76"/>
                  <a:gd name="T3" fmla="*/ 26 h 41"/>
                  <a:gd name="T4" fmla="*/ 33 w 76"/>
                  <a:gd name="T5" fmla="*/ 25 h 41"/>
                  <a:gd name="T6" fmla="*/ 37 w 76"/>
                  <a:gd name="T7" fmla="*/ 28 h 41"/>
                  <a:gd name="T8" fmla="*/ 43 w 76"/>
                  <a:gd name="T9" fmla="*/ 32 h 41"/>
                  <a:gd name="T10" fmla="*/ 48 w 76"/>
                  <a:gd name="T11" fmla="*/ 35 h 41"/>
                  <a:gd name="T12" fmla="*/ 53 w 76"/>
                  <a:gd name="T13" fmla="*/ 33 h 41"/>
                  <a:gd name="T14" fmla="*/ 60 w 76"/>
                  <a:gd name="T15" fmla="*/ 35 h 41"/>
                  <a:gd name="T16" fmla="*/ 63 w 76"/>
                  <a:gd name="T17" fmla="*/ 36 h 41"/>
                  <a:gd name="T18" fmla="*/ 67 w 76"/>
                  <a:gd name="T19" fmla="*/ 40 h 41"/>
                  <a:gd name="T20" fmla="*/ 69 w 76"/>
                  <a:gd name="T21" fmla="*/ 40 h 41"/>
                  <a:gd name="T22" fmla="*/ 72 w 76"/>
                  <a:gd name="T23" fmla="*/ 38 h 41"/>
                  <a:gd name="T24" fmla="*/ 74 w 76"/>
                  <a:gd name="T25" fmla="*/ 36 h 41"/>
                  <a:gd name="T26" fmla="*/ 75 w 76"/>
                  <a:gd name="T27" fmla="*/ 34 h 41"/>
                  <a:gd name="T28" fmla="*/ 71 w 76"/>
                  <a:gd name="T29" fmla="*/ 33 h 41"/>
                  <a:gd name="T30" fmla="*/ 72 w 76"/>
                  <a:gd name="T31" fmla="*/ 31 h 41"/>
                  <a:gd name="T32" fmla="*/ 71 w 76"/>
                  <a:gd name="T33" fmla="*/ 29 h 41"/>
                  <a:gd name="T34" fmla="*/ 73 w 76"/>
                  <a:gd name="T35" fmla="*/ 25 h 41"/>
                  <a:gd name="T36" fmla="*/ 75 w 76"/>
                  <a:gd name="T37" fmla="*/ 22 h 41"/>
                  <a:gd name="T38" fmla="*/ 71 w 76"/>
                  <a:gd name="T39" fmla="*/ 25 h 41"/>
                  <a:gd name="T40" fmla="*/ 67 w 76"/>
                  <a:gd name="T41" fmla="*/ 28 h 41"/>
                  <a:gd name="T42" fmla="*/ 70 w 76"/>
                  <a:gd name="T43" fmla="*/ 22 h 41"/>
                  <a:gd name="T44" fmla="*/ 69 w 76"/>
                  <a:gd name="T45" fmla="*/ 23 h 41"/>
                  <a:gd name="T46" fmla="*/ 70 w 76"/>
                  <a:gd name="T47" fmla="*/ 20 h 41"/>
                  <a:gd name="T48" fmla="*/ 68 w 76"/>
                  <a:gd name="T49" fmla="*/ 20 h 41"/>
                  <a:gd name="T50" fmla="*/ 67 w 76"/>
                  <a:gd name="T51" fmla="*/ 19 h 41"/>
                  <a:gd name="T52" fmla="*/ 62 w 76"/>
                  <a:gd name="T53" fmla="*/ 24 h 41"/>
                  <a:gd name="T54" fmla="*/ 66 w 76"/>
                  <a:gd name="T55" fmla="*/ 18 h 41"/>
                  <a:gd name="T56" fmla="*/ 65 w 76"/>
                  <a:gd name="T57" fmla="*/ 18 h 41"/>
                  <a:gd name="T58" fmla="*/ 60 w 76"/>
                  <a:gd name="T59" fmla="*/ 17 h 41"/>
                  <a:gd name="T60" fmla="*/ 58 w 76"/>
                  <a:gd name="T61" fmla="*/ 17 h 41"/>
                  <a:gd name="T62" fmla="*/ 55 w 76"/>
                  <a:gd name="T63" fmla="*/ 15 h 41"/>
                  <a:gd name="T64" fmla="*/ 53 w 76"/>
                  <a:gd name="T65" fmla="*/ 16 h 41"/>
                  <a:gd name="T66" fmla="*/ 53 w 76"/>
                  <a:gd name="T67" fmla="*/ 15 h 41"/>
                  <a:gd name="T68" fmla="*/ 52 w 76"/>
                  <a:gd name="T69" fmla="*/ 14 h 41"/>
                  <a:gd name="T70" fmla="*/ 50 w 76"/>
                  <a:gd name="T71" fmla="*/ 16 h 41"/>
                  <a:gd name="T72" fmla="*/ 49 w 76"/>
                  <a:gd name="T73" fmla="*/ 13 h 41"/>
                  <a:gd name="T74" fmla="*/ 47 w 76"/>
                  <a:gd name="T75" fmla="*/ 12 h 41"/>
                  <a:gd name="T76" fmla="*/ 45 w 76"/>
                  <a:gd name="T77" fmla="*/ 12 h 41"/>
                  <a:gd name="T78" fmla="*/ 43 w 76"/>
                  <a:gd name="T79" fmla="*/ 11 h 41"/>
                  <a:gd name="T80" fmla="*/ 40 w 76"/>
                  <a:gd name="T81" fmla="*/ 13 h 41"/>
                  <a:gd name="T82" fmla="*/ 40 w 76"/>
                  <a:gd name="T83" fmla="*/ 11 h 41"/>
                  <a:gd name="T84" fmla="*/ 40 w 76"/>
                  <a:gd name="T85" fmla="*/ 11 h 41"/>
                  <a:gd name="T86" fmla="*/ 37 w 76"/>
                  <a:gd name="T87" fmla="*/ 10 h 41"/>
                  <a:gd name="T88" fmla="*/ 34 w 76"/>
                  <a:gd name="T89" fmla="*/ 13 h 41"/>
                  <a:gd name="T90" fmla="*/ 31 w 76"/>
                  <a:gd name="T91" fmla="*/ 14 h 41"/>
                  <a:gd name="T92" fmla="*/ 31 w 76"/>
                  <a:gd name="T93" fmla="*/ 10 h 41"/>
                  <a:gd name="T94" fmla="*/ 26 w 76"/>
                  <a:gd name="T95" fmla="*/ 12 h 41"/>
                  <a:gd name="T96" fmla="*/ 24 w 76"/>
                  <a:gd name="T97" fmla="*/ 12 h 41"/>
                  <a:gd name="T98" fmla="*/ 20 w 76"/>
                  <a:gd name="T99" fmla="*/ 9 h 41"/>
                  <a:gd name="T100" fmla="*/ 20 w 76"/>
                  <a:gd name="T101" fmla="*/ 7 h 41"/>
                  <a:gd name="T102" fmla="*/ 18 w 76"/>
                  <a:gd name="T103" fmla="*/ 6 h 41"/>
                  <a:gd name="T104" fmla="*/ 11 w 76"/>
                  <a:gd name="T105" fmla="*/ 8 h 41"/>
                  <a:gd name="T106" fmla="*/ 4 w 76"/>
                  <a:gd name="T107"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41">
                    <a:moveTo>
                      <a:pt x="3" y="15"/>
                    </a:moveTo>
                    <a:cubicBezTo>
                      <a:pt x="4" y="15"/>
                      <a:pt x="5" y="15"/>
                      <a:pt x="5" y="16"/>
                    </a:cubicBezTo>
                    <a:cubicBezTo>
                      <a:pt x="7" y="16"/>
                      <a:pt x="8" y="22"/>
                      <a:pt x="11" y="21"/>
                    </a:cubicBezTo>
                    <a:cubicBezTo>
                      <a:pt x="11" y="20"/>
                      <a:pt x="11" y="19"/>
                      <a:pt x="12" y="19"/>
                    </a:cubicBezTo>
                    <a:cubicBezTo>
                      <a:pt x="11" y="20"/>
                      <a:pt x="11" y="20"/>
                      <a:pt x="11" y="20"/>
                    </a:cubicBezTo>
                    <a:cubicBezTo>
                      <a:pt x="12" y="18"/>
                      <a:pt x="12" y="18"/>
                      <a:pt x="12" y="18"/>
                    </a:cubicBezTo>
                    <a:cubicBezTo>
                      <a:pt x="13" y="18"/>
                      <a:pt x="12" y="20"/>
                      <a:pt x="11" y="20"/>
                    </a:cubicBezTo>
                    <a:cubicBezTo>
                      <a:pt x="12" y="21"/>
                      <a:pt x="13" y="20"/>
                      <a:pt x="14" y="21"/>
                    </a:cubicBezTo>
                    <a:cubicBezTo>
                      <a:pt x="15" y="19"/>
                      <a:pt x="15" y="21"/>
                      <a:pt x="15" y="19"/>
                    </a:cubicBezTo>
                    <a:cubicBezTo>
                      <a:pt x="15" y="20"/>
                      <a:pt x="15" y="20"/>
                      <a:pt x="15" y="20"/>
                    </a:cubicBezTo>
                    <a:cubicBezTo>
                      <a:pt x="16" y="19"/>
                      <a:pt x="16" y="19"/>
                      <a:pt x="16" y="22"/>
                    </a:cubicBezTo>
                    <a:cubicBezTo>
                      <a:pt x="17" y="25"/>
                      <a:pt x="20" y="24"/>
                      <a:pt x="22" y="26"/>
                    </a:cubicBezTo>
                    <a:cubicBezTo>
                      <a:pt x="24" y="27"/>
                      <a:pt x="27" y="26"/>
                      <a:pt x="30" y="26"/>
                    </a:cubicBezTo>
                    <a:cubicBezTo>
                      <a:pt x="31" y="23"/>
                      <a:pt x="31" y="25"/>
                      <a:pt x="33" y="22"/>
                    </a:cubicBezTo>
                    <a:cubicBezTo>
                      <a:pt x="32" y="23"/>
                      <a:pt x="32" y="23"/>
                      <a:pt x="32" y="23"/>
                    </a:cubicBezTo>
                    <a:cubicBezTo>
                      <a:pt x="33" y="22"/>
                      <a:pt x="33" y="24"/>
                      <a:pt x="33" y="25"/>
                    </a:cubicBezTo>
                    <a:cubicBezTo>
                      <a:pt x="33" y="24"/>
                      <a:pt x="33" y="25"/>
                      <a:pt x="34" y="23"/>
                    </a:cubicBezTo>
                    <a:cubicBezTo>
                      <a:pt x="34" y="22"/>
                      <a:pt x="33" y="26"/>
                      <a:pt x="33" y="25"/>
                    </a:cubicBezTo>
                    <a:cubicBezTo>
                      <a:pt x="33" y="26"/>
                      <a:pt x="34" y="24"/>
                      <a:pt x="34" y="24"/>
                    </a:cubicBezTo>
                    <a:cubicBezTo>
                      <a:pt x="35" y="23"/>
                      <a:pt x="33" y="25"/>
                      <a:pt x="33" y="28"/>
                    </a:cubicBezTo>
                    <a:cubicBezTo>
                      <a:pt x="34" y="27"/>
                      <a:pt x="36" y="26"/>
                      <a:pt x="37" y="27"/>
                    </a:cubicBezTo>
                    <a:cubicBezTo>
                      <a:pt x="36" y="28"/>
                      <a:pt x="37" y="26"/>
                      <a:pt x="37" y="26"/>
                    </a:cubicBezTo>
                    <a:cubicBezTo>
                      <a:pt x="36" y="29"/>
                      <a:pt x="38" y="25"/>
                      <a:pt x="37" y="27"/>
                    </a:cubicBezTo>
                    <a:cubicBezTo>
                      <a:pt x="37" y="27"/>
                      <a:pt x="37" y="27"/>
                      <a:pt x="37" y="28"/>
                    </a:cubicBezTo>
                    <a:cubicBezTo>
                      <a:pt x="37" y="29"/>
                      <a:pt x="38" y="27"/>
                      <a:pt x="38" y="29"/>
                    </a:cubicBezTo>
                    <a:cubicBezTo>
                      <a:pt x="39" y="28"/>
                      <a:pt x="38" y="31"/>
                      <a:pt x="39" y="29"/>
                    </a:cubicBezTo>
                    <a:cubicBezTo>
                      <a:pt x="38" y="31"/>
                      <a:pt x="39" y="30"/>
                      <a:pt x="38" y="31"/>
                    </a:cubicBezTo>
                    <a:cubicBezTo>
                      <a:pt x="40" y="28"/>
                      <a:pt x="38" y="33"/>
                      <a:pt x="40" y="30"/>
                    </a:cubicBezTo>
                    <a:cubicBezTo>
                      <a:pt x="40" y="31"/>
                      <a:pt x="40" y="31"/>
                      <a:pt x="40" y="31"/>
                    </a:cubicBezTo>
                    <a:cubicBezTo>
                      <a:pt x="41" y="31"/>
                      <a:pt x="41" y="33"/>
                      <a:pt x="43" y="32"/>
                    </a:cubicBezTo>
                    <a:cubicBezTo>
                      <a:pt x="44" y="31"/>
                      <a:pt x="43" y="35"/>
                      <a:pt x="44" y="34"/>
                    </a:cubicBezTo>
                    <a:cubicBezTo>
                      <a:pt x="45" y="32"/>
                      <a:pt x="45" y="32"/>
                      <a:pt x="45" y="32"/>
                    </a:cubicBezTo>
                    <a:cubicBezTo>
                      <a:pt x="45" y="32"/>
                      <a:pt x="45" y="33"/>
                      <a:pt x="45" y="34"/>
                    </a:cubicBezTo>
                    <a:cubicBezTo>
                      <a:pt x="46" y="33"/>
                      <a:pt x="45" y="34"/>
                      <a:pt x="46" y="35"/>
                    </a:cubicBezTo>
                    <a:cubicBezTo>
                      <a:pt x="46" y="34"/>
                      <a:pt x="46" y="34"/>
                      <a:pt x="47" y="33"/>
                    </a:cubicBezTo>
                    <a:cubicBezTo>
                      <a:pt x="46" y="36"/>
                      <a:pt x="48" y="33"/>
                      <a:pt x="48" y="35"/>
                    </a:cubicBezTo>
                    <a:cubicBezTo>
                      <a:pt x="49" y="32"/>
                      <a:pt x="49" y="33"/>
                      <a:pt x="49" y="33"/>
                    </a:cubicBezTo>
                    <a:cubicBezTo>
                      <a:pt x="49" y="33"/>
                      <a:pt x="49" y="34"/>
                      <a:pt x="48" y="34"/>
                    </a:cubicBezTo>
                    <a:cubicBezTo>
                      <a:pt x="49" y="34"/>
                      <a:pt x="49" y="34"/>
                      <a:pt x="49" y="35"/>
                    </a:cubicBezTo>
                    <a:cubicBezTo>
                      <a:pt x="50" y="35"/>
                      <a:pt x="51" y="33"/>
                      <a:pt x="50" y="34"/>
                    </a:cubicBezTo>
                    <a:cubicBezTo>
                      <a:pt x="49" y="36"/>
                      <a:pt x="51" y="34"/>
                      <a:pt x="51" y="35"/>
                    </a:cubicBezTo>
                    <a:cubicBezTo>
                      <a:pt x="52" y="33"/>
                      <a:pt x="53" y="32"/>
                      <a:pt x="53" y="33"/>
                    </a:cubicBezTo>
                    <a:cubicBezTo>
                      <a:pt x="51" y="35"/>
                      <a:pt x="51" y="35"/>
                      <a:pt x="51" y="35"/>
                    </a:cubicBezTo>
                    <a:cubicBezTo>
                      <a:pt x="53" y="34"/>
                      <a:pt x="52" y="37"/>
                      <a:pt x="55" y="35"/>
                    </a:cubicBezTo>
                    <a:cubicBezTo>
                      <a:pt x="54" y="36"/>
                      <a:pt x="54" y="36"/>
                      <a:pt x="54" y="36"/>
                    </a:cubicBezTo>
                    <a:cubicBezTo>
                      <a:pt x="56" y="35"/>
                      <a:pt x="55" y="38"/>
                      <a:pt x="58" y="35"/>
                    </a:cubicBezTo>
                    <a:cubicBezTo>
                      <a:pt x="57" y="36"/>
                      <a:pt x="57" y="37"/>
                      <a:pt x="57" y="37"/>
                    </a:cubicBezTo>
                    <a:cubicBezTo>
                      <a:pt x="58" y="36"/>
                      <a:pt x="58" y="36"/>
                      <a:pt x="60" y="35"/>
                    </a:cubicBezTo>
                    <a:cubicBezTo>
                      <a:pt x="60" y="35"/>
                      <a:pt x="59" y="36"/>
                      <a:pt x="59" y="36"/>
                    </a:cubicBezTo>
                    <a:cubicBezTo>
                      <a:pt x="59" y="37"/>
                      <a:pt x="58" y="39"/>
                      <a:pt x="60" y="37"/>
                    </a:cubicBezTo>
                    <a:cubicBezTo>
                      <a:pt x="59" y="38"/>
                      <a:pt x="59" y="38"/>
                      <a:pt x="59" y="38"/>
                    </a:cubicBezTo>
                    <a:cubicBezTo>
                      <a:pt x="60" y="37"/>
                      <a:pt x="62" y="36"/>
                      <a:pt x="61" y="38"/>
                    </a:cubicBezTo>
                    <a:cubicBezTo>
                      <a:pt x="62" y="37"/>
                      <a:pt x="62" y="36"/>
                      <a:pt x="63" y="35"/>
                    </a:cubicBezTo>
                    <a:cubicBezTo>
                      <a:pt x="64" y="35"/>
                      <a:pt x="62" y="37"/>
                      <a:pt x="63" y="36"/>
                    </a:cubicBezTo>
                    <a:cubicBezTo>
                      <a:pt x="62" y="37"/>
                      <a:pt x="62" y="37"/>
                      <a:pt x="62" y="37"/>
                    </a:cubicBezTo>
                    <a:cubicBezTo>
                      <a:pt x="62" y="38"/>
                      <a:pt x="63" y="38"/>
                      <a:pt x="64" y="38"/>
                    </a:cubicBezTo>
                    <a:cubicBezTo>
                      <a:pt x="63" y="40"/>
                      <a:pt x="65" y="38"/>
                      <a:pt x="65" y="39"/>
                    </a:cubicBezTo>
                    <a:cubicBezTo>
                      <a:pt x="66" y="38"/>
                      <a:pt x="65" y="40"/>
                      <a:pt x="67" y="38"/>
                    </a:cubicBezTo>
                    <a:cubicBezTo>
                      <a:pt x="66" y="39"/>
                      <a:pt x="66" y="39"/>
                      <a:pt x="66" y="39"/>
                    </a:cubicBezTo>
                    <a:cubicBezTo>
                      <a:pt x="66" y="39"/>
                      <a:pt x="67" y="40"/>
                      <a:pt x="67" y="40"/>
                    </a:cubicBezTo>
                    <a:cubicBezTo>
                      <a:pt x="67" y="41"/>
                      <a:pt x="68" y="39"/>
                      <a:pt x="69" y="39"/>
                    </a:cubicBezTo>
                    <a:cubicBezTo>
                      <a:pt x="68" y="40"/>
                      <a:pt x="68" y="40"/>
                      <a:pt x="68" y="40"/>
                    </a:cubicBezTo>
                    <a:cubicBezTo>
                      <a:pt x="68" y="39"/>
                      <a:pt x="70" y="38"/>
                      <a:pt x="71" y="37"/>
                    </a:cubicBezTo>
                    <a:cubicBezTo>
                      <a:pt x="71" y="38"/>
                      <a:pt x="71" y="37"/>
                      <a:pt x="71" y="38"/>
                    </a:cubicBezTo>
                    <a:cubicBezTo>
                      <a:pt x="70" y="38"/>
                      <a:pt x="69" y="39"/>
                      <a:pt x="68" y="41"/>
                    </a:cubicBezTo>
                    <a:cubicBezTo>
                      <a:pt x="67" y="41"/>
                      <a:pt x="70" y="39"/>
                      <a:pt x="69" y="40"/>
                    </a:cubicBezTo>
                    <a:cubicBezTo>
                      <a:pt x="69" y="41"/>
                      <a:pt x="69" y="41"/>
                      <a:pt x="70" y="39"/>
                    </a:cubicBezTo>
                    <a:cubicBezTo>
                      <a:pt x="69" y="41"/>
                      <a:pt x="69" y="41"/>
                      <a:pt x="69" y="41"/>
                    </a:cubicBezTo>
                    <a:cubicBezTo>
                      <a:pt x="69" y="41"/>
                      <a:pt x="69" y="41"/>
                      <a:pt x="70" y="40"/>
                    </a:cubicBezTo>
                    <a:cubicBezTo>
                      <a:pt x="70" y="41"/>
                      <a:pt x="70" y="40"/>
                      <a:pt x="70" y="40"/>
                    </a:cubicBezTo>
                    <a:cubicBezTo>
                      <a:pt x="71" y="39"/>
                      <a:pt x="71" y="39"/>
                      <a:pt x="73" y="38"/>
                    </a:cubicBezTo>
                    <a:cubicBezTo>
                      <a:pt x="72" y="38"/>
                      <a:pt x="72" y="38"/>
                      <a:pt x="72" y="38"/>
                    </a:cubicBezTo>
                    <a:cubicBezTo>
                      <a:pt x="73" y="37"/>
                      <a:pt x="74" y="37"/>
                      <a:pt x="73" y="38"/>
                    </a:cubicBezTo>
                    <a:cubicBezTo>
                      <a:pt x="72" y="39"/>
                      <a:pt x="71" y="40"/>
                      <a:pt x="70" y="40"/>
                    </a:cubicBezTo>
                    <a:cubicBezTo>
                      <a:pt x="74" y="38"/>
                      <a:pt x="74" y="38"/>
                      <a:pt x="74" y="38"/>
                    </a:cubicBezTo>
                    <a:cubicBezTo>
                      <a:pt x="73" y="39"/>
                      <a:pt x="73" y="38"/>
                      <a:pt x="74" y="37"/>
                    </a:cubicBezTo>
                    <a:cubicBezTo>
                      <a:pt x="73" y="38"/>
                      <a:pt x="73" y="38"/>
                      <a:pt x="73" y="38"/>
                    </a:cubicBezTo>
                    <a:cubicBezTo>
                      <a:pt x="74" y="36"/>
                      <a:pt x="74" y="36"/>
                      <a:pt x="74" y="36"/>
                    </a:cubicBezTo>
                    <a:cubicBezTo>
                      <a:pt x="74" y="37"/>
                      <a:pt x="75" y="35"/>
                      <a:pt x="73" y="36"/>
                    </a:cubicBezTo>
                    <a:cubicBezTo>
                      <a:pt x="72" y="37"/>
                      <a:pt x="72" y="37"/>
                      <a:pt x="72" y="37"/>
                    </a:cubicBezTo>
                    <a:cubicBezTo>
                      <a:pt x="72" y="37"/>
                      <a:pt x="71" y="39"/>
                      <a:pt x="72" y="37"/>
                    </a:cubicBezTo>
                    <a:cubicBezTo>
                      <a:pt x="73" y="36"/>
                      <a:pt x="73" y="36"/>
                      <a:pt x="73" y="36"/>
                    </a:cubicBezTo>
                    <a:cubicBezTo>
                      <a:pt x="73" y="36"/>
                      <a:pt x="73" y="36"/>
                      <a:pt x="73" y="36"/>
                    </a:cubicBezTo>
                    <a:cubicBezTo>
                      <a:pt x="75" y="34"/>
                      <a:pt x="75" y="34"/>
                      <a:pt x="75" y="34"/>
                    </a:cubicBezTo>
                    <a:cubicBezTo>
                      <a:pt x="72" y="37"/>
                      <a:pt x="73" y="35"/>
                      <a:pt x="73" y="35"/>
                    </a:cubicBezTo>
                    <a:cubicBezTo>
                      <a:pt x="73" y="35"/>
                      <a:pt x="73" y="35"/>
                      <a:pt x="73" y="35"/>
                    </a:cubicBezTo>
                    <a:cubicBezTo>
                      <a:pt x="74" y="34"/>
                      <a:pt x="72" y="36"/>
                      <a:pt x="72" y="36"/>
                    </a:cubicBezTo>
                    <a:cubicBezTo>
                      <a:pt x="72" y="35"/>
                      <a:pt x="74" y="33"/>
                      <a:pt x="75" y="33"/>
                    </a:cubicBezTo>
                    <a:cubicBezTo>
                      <a:pt x="74" y="32"/>
                      <a:pt x="72" y="33"/>
                      <a:pt x="73" y="32"/>
                    </a:cubicBezTo>
                    <a:cubicBezTo>
                      <a:pt x="73" y="32"/>
                      <a:pt x="72" y="32"/>
                      <a:pt x="71" y="33"/>
                    </a:cubicBezTo>
                    <a:cubicBezTo>
                      <a:pt x="71" y="33"/>
                      <a:pt x="73" y="31"/>
                      <a:pt x="72" y="32"/>
                    </a:cubicBezTo>
                    <a:cubicBezTo>
                      <a:pt x="73" y="30"/>
                      <a:pt x="74" y="29"/>
                      <a:pt x="75" y="28"/>
                    </a:cubicBezTo>
                    <a:cubicBezTo>
                      <a:pt x="75" y="28"/>
                      <a:pt x="76" y="27"/>
                      <a:pt x="75" y="27"/>
                    </a:cubicBezTo>
                    <a:cubicBezTo>
                      <a:pt x="76" y="27"/>
                      <a:pt x="76" y="26"/>
                      <a:pt x="76" y="26"/>
                    </a:cubicBezTo>
                    <a:cubicBezTo>
                      <a:pt x="75" y="27"/>
                      <a:pt x="74" y="28"/>
                      <a:pt x="74" y="29"/>
                    </a:cubicBezTo>
                    <a:cubicBezTo>
                      <a:pt x="73" y="31"/>
                      <a:pt x="74" y="29"/>
                      <a:pt x="72" y="31"/>
                    </a:cubicBezTo>
                    <a:cubicBezTo>
                      <a:pt x="72" y="30"/>
                      <a:pt x="72" y="30"/>
                      <a:pt x="71" y="30"/>
                    </a:cubicBezTo>
                    <a:cubicBezTo>
                      <a:pt x="71" y="30"/>
                      <a:pt x="72" y="29"/>
                      <a:pt x="73" y="28"/>
                    </a:cubicBezTo>
                    <a:cubicBezTo>
                      <a:pt x="72" y="29"/>
                      <a:pt x="71" y="30"/>
                      <a:pt x="71" y="29"/>
                    </a:cubicBezTo>
                    <a:cubicBezTo>
                      <a:pt x="70" y="31"/>
                      <a:pt x="70" y="31"/>
                      <a:pt x="69" y="32"/>
                    </a:cubicBezTo>
                    <a:cubicBezTo>
                      <a:pt x="68" y="32"/>
                      <a:pt x="68" y="33"/>
                      <a:pt x="68" y="33"/>
                    </a:cubicBezTo>
                    <a:cubicBezTo>
                      <a:pt x="69" y="31"/>
                      <a:pt x="71" y="29"/>
                      <a:pt x="71" y="29"/>
                    </a:cubicBezTo>
                    <a:cubicBezTo>
                      <a:pt x="72" y="27"/>
                      <a:pt x="71" y="29"/>
                      <a:pt x="72" y="27"/>
                    </a:cubicBezTo>
                    <a:cubicBezTo>
                      <a:pt x="74" y="25"/>
                      <a:pt x="75" y="26"/>
                      <a:pt x="74" y="27"/>
                    </a:cubicBezTo>
                    <a:cubicBezTo>
                      <a:pt x="76" y="25"/>
                      <a:pt x="74" y="26"/>
                      <a:pt x="75" y="25"/>
                    </a:cubicBezTo>
                    <a:cubicBezTo>
                      <a:pt x="75" y="25"/>
                      <a:pt x="74" y="25"/>
                      <a:pt x="73" y="26"/>
                    </a:cubicBezTo>
                    <a:cubicBezTo>
                      <a:pt x="73" y="26"/>
                      <a:pt x="73" y="27"/>
                      <a:pt x="72" y="27"/>
                    </a:cubicBezTo>
                    <a:cubicBezTo>
                      <a:pt x="70" y="29"/>
                      <a:pt x="73" y="26"/>
                      <a:pt x="73" y="25"/>
                    </a:cubicBezTo>
                    <a:cubicBezTo>
                      <a:pt x="73" y="25"/>
                      <a:pt x="73" y="25"/>
                      <a:pt x="73" y="25"/>
                    </a:cubicBezTo>
                    <a:cubicBezTo>
                      <a:pt x="74" y="24"/>
                      <a:pt x="72" y="26"/>
                      <a:pt x="72" y="25"/>
                    </a:cubicBezTo>
                    <a:cubicBezTo>
                      <a:pt x="74" y="23"/>
                      <a:pt x="73" y="25"/>
                      <a:pt x="74" y="24"/>
                    </a:cubicBezTo>
                    <a:cubicBezTo>
                      <a:pt x="76" y="22"/>
                      <a:pt x="76" y="22"/>
                      <a:pt x="76" y="22"/>
                    </a:cubicBezTo>
                    <a:cubicBezTo>
                      <a:pt x="75" y="21"/>
                      <a:pt x="74" y="24"/>
                      <a:pt x="74" y="23"/>
                    </a:cubicBezTo>
                    <a:cubicBezTo>
                      <a:pt x="75" y="22"/>
                      <a:pt x="75" y="22"/>
                      <a:pt x="75" y="22"/>
                    </a:cubicBezTo>
                    <a:cubicBezTo>
                      <a:pt x="74" y="22"/>
                      <a:pt x="74" y="22"/>
                      <a:pt x="74" y="22"/>
                    </a:cubicBezTo>
                    <a:cubicBezTo>
                      <a:pt x="73" y="23"/>
                      <a:pt x="72" y="25"/>
                      <a:pt x="73" y="25"/>
                    </a:cubicBezTo>
                    <a:cubicBezTo>
                      <a:pt x="70" y="27"/>
                      <a:pt x="72" y="25"/>
                      <a:pt x="71" y="25"/>
                    </a:cubicBezTo>
                    <a:cubicBezTo>
                      <a:pt x="70" y="27"/>
                      <a:pt x="72" y="25"/>
                      <a:pt x="71" y="27"/>
                    </a:cubicBezTo>
                    <a:cubicBezTo>
                      <a:pt x="70" y="28"/>
                      <a:pt x="69" y="28"/>
                      <a:pt x="69" y="28"/>
                    </a:cubicBezTo>
                    <a:cubicBezTo>
                      <a:pt x="69" y="28"/>
                      <a:pt x="70" y="26"/>
                      <a:pt x="71" y="25"/>
                    </a:cubicBezTo>
                    <a:cubicBezTo>
                      <a:pt x="71" y="25"/>
                      <a:pt x="71" y="25"/>
                      <a:pt x="71" y="26"/>
                    </a:cubicBezTo>
                    <a:cubicBezTo>
                      <a:pt x="72" y="25"/>
                      <a:pt x="73" y="23"/>
                      <a:pt x="74" y="22"/>
                    </a:cubicBezTo>
                    <a:cubicBezTo>
                      <a:pt x="74" y="21"/>
                      <a:pt x="72" y="24"/>
                      <a:pt x="72" y="23"/>
                    </a:cubicBezTo>
                    <a:cubicBezTo>
                      <a:pt x="73" y="23"/>
                      <a:pt x="71" y="24"/>
                      <a:pt x="71" y="25"/>
                    </a:cubicBezTo>
                    <a:cubicBezTo>
                      <a:pt x="68" y="29"/>
                      <a:pt x="73" y="22"/>
                      <a:pt x="72" y="22"/>
                    </a:cubicBezTo>
                    <a:cubicBezTo>
                      <a:pt x="70" y="25"/>
                      <a:pt x="69" y="25"/>
                      <a:pt x="67" y="28"/>
                    </a:cubicBezTo>
                    <a:cubicBezTo>
                      <a:pt x="67" y="29"/>
                      <a:pt x="66" y="29"/>
                      <a:pt x="66" y="29"/>
                    </a:cubicBezTo>
                    <a:cubicBezTo>
                      <a:pt x="68" y="27"/>
                      <a:pt x="67" y="27"/>
                      <a:pt x="69" y="26"/>
                    </a:cubicBezTo>
                    <a:cubicBezTo>
                      <a:pt x="68" y="26"/>
                      <a:pt x="68" y="26"/>
                      <a:pt x="68" y="26"/>
                    </a:cubicBezTo>
                    <a:cubicBezTo>
                      <a:pt x="70" y="24"/>
                      <a:pt x="70" y="24"/>
                      <a:pt x="70" y="24"/>
                    </a:cubicBezTo>
                    <a:cubicBezTo>
                      <a:pt x="71" y="23"/>
                      <a:pt x="71" y="21"/>
                      <a:pt x="72" y="21"/>
                    </a:cubicBezTo>
                    <a:cubicBezTo>
                      <a:pt x="71" y="21"/>
                      <a:pt x="71" y="22"/>
                      <a:pt x="70" y="22"/>
                    </a:cubicBezTo>
                    <a:cubicBezTo>
                      <a:pt x="71" y="22"/>
                      <a:pt x="71" y="21"/>
                      <a:pt x="71" y="21"/>
                    </a:cubicBezTo>
                    <a:cubicBezTo>
                      <a:pt x="71" y="22"/>
                      <a:pt x="69" y="23"/>
                      <a:pt x="69" y="23"/>
                    </a:cubicBezTo>
                    <a:cubicBezTo>
                      <a:pt x="69" y="23"/>
                      <a:pt x="70" y="22"/>
                      <a:pt x="70" y="21"/>
                    </a:cubicBezTo>
                    <a:cubicBezTo>
                      <a:pt x="71" y="20"/>
                      <a:pt x="71" y="20"/>
                      <a:pt x="71" y="20"/>
                    </a:cubicBezTo>
                    <a:cubicBezTo>
                      <a:pt x="70" y="21"/>
                      <a:pt x="72" y="19"/>
                      <a:pt x="71" y="20"/>
                    </a:cubicBezTo>
                    <a:cubicBezTo>
                      <a:pt x="69" y="23"/>
                      <a:pt x="69" y="23"/>
                      <a:pt x="69" y="23"/>
                    </a:cubicBezTo>
                    <a:cubicBezTo>
                      <a:pt x="68" y="23"/>
                      <a:pt x="69" y="22"/>
                      <a:pt x="69" y="22"/>
                    </a:cubicBezTo>
                    <a:cubicBezTo>
                      <a:pt x="70" y="21"/>
                      <a:pt x="70" y="21"/>
                      <a:pt x="70" y="21"/>
                    </a:cubicBezTo>
                    <a:cubicBezTo>
                      <a:pt x="69" y="22"/>
                      <a:pt x="71" y="19"/>
                      <a:pt x="71" y="19"/>
                    </a:cubicBezTo>
                    <a:cubicBezTo>
                      <a:pt x="70" y="21"/>
                      <a:pt x="70" y="21"/>
                      <a:pt x="70" y="21"/>
                    </a:cubicBezTo>
                    <a:cubicBezTo>
                      <a:pt x="71" y="19"/>
                      <a:pt x="71" y="19"/>
                      <a:pt x="71" y="19"/>
                    </a:cubicBezTo>
                    <a:cubicBezTo>
                      <a:pt x="70" y="20"/>
                      <a:pt x="70" y="20"/>
                      <a:pt x="70" y="20"/>
                    </a:cubicBezTo>
                    <a:cubicBezTo>
                      <a:pt x="70" y="19"/>
                      <a:pt x="70" y="19"/>
                      <a:pt x="70" y="19"/>
                    </a:cubicBezTo>
                    <a:cubicBezTo>
                      <a:pt x="70" y="20"/>
                      <a:pt x="68" y="22"/>
                      <a:pt x="69" y="20"/>
                    </a:cubicBezTo>
                    <a:cubicBezTo>
                      <a:pt x="68" y="22"/>
                      <a:pt x="69" y="20"/>
                      <a:pt x="69" y="21"/>
                    </a:cubicBezTo>
                    <a:cubicBezTo>
                      <a:pt x="68" y="23"/>
                      <a:pt x="68" y="22"/>
                      <a:pt x="67" y="22"/>
                    </a:cubicBezTo>
                    <a:cubicBezTo>
                      <a:pt x="69" y="20"/>
                      <a:pt x="67" y="22"/>
                      <a:pt x="67" y="22"/>
                    </a:cubicBezTo>
                    <a:cubicBezTo>
                      <a:pt x="68" y="20"/>
                      <a:pt x="68" y="20"/>
                      <a:pt x="68" y="20"/>
                    </a:cubicBezTo>
                    <a:cubicBezTo>
                      <a:pt x="67" y="22"/>
                      <a:pt x="67" y="22"/>
                      <a:pt x="67" y="22"/>
                    </a:cubicBezTo>
                    <a:cubicBezTo>
                      <a:pt x="69" y="19"/>
                      <a:pt x="66" y="22"/>
                      <a:pt x="67" y="21"/>
                    </a:cubicBezTo>
                    <a:cubicBezTo>
                      <a:pt x="67" y="20"/>
                      <a:pt x="68" y="19"/>
                      <a:pt x="68" y="18"/>
                    </a:cubicBezTo>
                    <a:cubicBezTo>
                      <a:pt x="67" y="21"/>
                      <a:pt x="66" y="21"/>
                      <a:pt x="65" y="23"/>
                    </a:cubicBezTo>
                    <a:cubicBezTo>
                      <a:pt x="66" y="22"/>
                      <a:pt x="67" y="20"/>
                      <a:pt x="68" y="18"/>
                    </a:cubicBezTo>
                    <a:cubicBezTo>
                      <a:pt x="67" y="20"/>
                      <a:pt x="69" y="17"/>
                      <a:pt x="67" y="19"/>
                    </a:cubicBezTo>
                    <a:cubicBezTo>
                      <a:pt x="67" y="20"/>
                      <a:pt x="66" y="20"/>
                      <a:pt x="65" y="21"/>
                    </a:cubicBezTo>
                    <a:cubicBezTo>
                      <a:pt x="65" y="21"/>
                      <a:pt x="66" y="20"/>
                      <a:pt x="66" y="19"/>
                    </a:cubicBezTo>
                    <a:cubicBezTo>
                      <a:pt x="66" y="20"/>
                      <a:pt x="65" y="21"/>
                      <a:pt x="65" y="22"/>
                    </a:cubicBezTo>
                    <a:cubicBezTo>
                      <a:pt x="65" y="21"/>
                      <a:pt x="63" y="23"/>
                      <a:pt x="64" y="22"/>
                    </a:cubicBezTo>
                    <a:cubicBezTo>
                      <a:pt x="65" y="21"/>
                      <a:pt x="65" y="22"/>
                      <a:pt x="65" y="20"/>
                    </a:cubicBezTo>
                    <a:cubicBezTo>
                      <a:pt x="65" y="20"/>
                      <a:pt x="63" y="24"/>
                      <a:pt x="62" y="24"/>
                    </a:cubicBezTo>
                    <a:cubicBezTo>
                      <a:pt x="62" y="25"/>
                      <a:pt x="60" y="27"/>
                      <a:pt x="60" y="28"/>
                    </a:cubicBezTo>
                    <a:cubicBezTo>
                      <a:pt x="60" y="27"/>
                      <a:pt x="60" y="27"/>
                      <a:pt x="61" y="25"/>
                    </a:cubicBezTo>
                    <a:cubicBezTo>
                      <a:pt x="61" y="26"/>
                      <a:pt x="61" y="26"/>
                      <a:pt x="61" y="26"/>
                    </a:cubicBezTo>
                    <a:cubicBezTo>
                      <a:pt x="62" y="23"/>
                      <a:pt x="64" y="22"/>
                      <a:pt x="65" y="20"/>
                    </a:cubicBezTo>
                    <a:cubicBezTo>
                      <a:pt x="64" y="20"/>
                      <a:pt x="64" y="20"/>
                      <a:pt x="64" y="20"/>
                    </a:cubicBezTo>
                    <a:cubicBezTo>
                      <a:pt x="66" y="18"/>
                      <a:pt x="66" y="18"/>
                      <a:pt x="66" y="18"/>
                    </a:cubicBezTo>
                    <a:cubicBezTo>
                      <a:pt x="65" y="19"/>
                      <a:pt x="65" y="18"/>
                      <a:pt x="65" y="18"/>
                    </a:cubicBezTo>
                    <a:cubicBezTo>
                      <a:pt x="64" y="20"/>
                      <a:pt x="65" y="18"/>
                      <a:pt x="65" y="19"/>
                    </a:cubicBezTo>
                    <a:cubicBezTo>
                      <a:pt x="64" y="19"/>
                      <a:pt x="63" y="22"/>
                      <a:pt x="63" y="21"/>
                    </a:cubicBezTo>
                    <a:cubicBezTo>
                      <a:pt x="65" y="18"/>
                      <a:pt x="65" y="18"/>
                      <a:pt x="65" y="18"/>
                    </a:cubicBezTo>
                    <a:cubicBezTo>
                      <a:pt x="65" y="17"/>
                      <a:pt x="64" y="20"/>
                      <a:pt x="64" y="19"/>
                    </a:cubicBezTo>
                    <a:cubicBezTo>
                      <a:pt x="65" y="18"/>
                      <a:pt x="65" y="18"/>
                      <a:pt x="65" y="18"/>
                    </a:cubicBezTo>
                    <a:cubicBezTo>
                      <a:pt x="64" y="17"/>
                      <a:pt x="63" y="17"/>
                      <a:pt x="60" y="20"/>
                    </a:cubicBezTo>
                    <a:cubicBezTo>
                      <a:pt x="61" y="19"/>
                      <a:pt x="61" y="18"/>
                      <a:pt x="61" y="17"/>
                    </a:cubicBezTo>
                    <a:cubicBezTo>
                      <a:pt x="61" y="18"/>
                      <a:pt x="60" y="19"/>
                      <a:pt x="60" y="19"/>
                    </a:cubicBezTo>
                    <a:cubicBezTo>
                      <a:pt x="61" y="17"/>
                      <a:pt x="61" y="17"/>
                      <a:pt x="61" y="17"/>
                    </a:cubicBezTo>
                    <a:cubicBezTo>
                      <a:pt x="61" y="16"/>
                      <a:pt x="60" y="17"/>
                      <a:pt x="59" y="18"/>
                    </a:cubicBezTo>
                    <a:cubicBezTo>
                      <a:pt x="60" y="17"/>
                      <a:pt x="60" y="17"/>
                      <a:pt x="60" y="17"/>
                    </a:cubicBezTo>
                    <a:cubicBezTo>
                      <a:pt x="61" y="16"/>
                      <a:pt x="59" y="18"/>
                      <a:pt x="59" y="18"/>
                    </a:cubicBezTo>
                    <a:cubicBezTo>
                      <a:pt x="60" y="17"/>
                      <a:pt x="60" y="17"/>
                      <a:pt x="60" y="17"/>
                    </a:cubicBezTo>
                    <a:cubicBezTo>
                      <a:pt x="59" y="18"/>
                      <a:pt x="59" y="18"/>
                      <a:pt x="59" y="18"/>
                    </a:cubicBezTo>
                    <a:cubicBezTo>
                      <a:pt x="58" y="19"/>
                      <a:pt x="58" y="18"/>
                      <a:pt x="60" y="16"/>
                    </a:cubicBezTo>
                    <a:cubicBezTo>
                      <a:pt x="59" y="18"/>
                      <a:pt x="59" y="18"/>
                      <a:pt x="59" y="18"/>
                    </a:cubicBezTo>
                    <a:cubicBezTo>
                      <a:pt x="59" y="16"/>
                      <a:pt x="59" y="16"/>
                      <a:pt x="58" y="17"/>
                    </a:cubicBezTo>
                    <a:cubicBezTo>
                      <a:pt x="58" y="17"/>
                      <a:pt x="58" y="18"/>
                      <a:pt x="57" y="19"/>
                    </a:cubicBezTo>
                    <a:cubicBezTo>
                      <a:pt x="56" y="21"/>
                      <a:pt x="57" y="19"/>
                      <a:pt x="56" y="20"/>
                    </a:cubicBezTo>
                    <a:cubicBezTo>
                      <a:pt x="57" y="18"/>
                      <a:pt x="57" y="18"/>
                      <a:pt x="57" y="18"/>
                    </a:cubicBezTo>
                    <a:cubicBezTo>
                      <a:pt x="59" y="15"/>
                      <a:pt x="57" y="17"/>
                      <a:pt x="56" y="16"/>
                    </a:cubicBezTo>
                    <a:cubicBezTo>
                      <a:pt x="56" y="17"/>
                      <a:pt x="56" y="17"/>
                      <a:pt x="56" y="17"/>
                    </a:cubicBezTo>
                    <a:cubicBezTo>
                      <a:pt x="57" y="15"/>
                      <a:pt x="55" y="17"/>
                      <a:pt x="55" y="15"/>
                    </a:cubicBezTo>
                    <a:cubicBezTo>
                      <a:pt x="55" y="16"/>
                      <a:pt x="53" y="19"/>
                      <a:pt x="53" y="19"/>
                    </a:cubicBezTo>
                    <a:cubicBezTo>
                      <a:pt x="52" y="20"/>
                      <a:pt x="54" y="16"/>
                      <a:pt x="55" y="15"/>
                    </a:cubicBezTo>
                    <a:cubicBezTo>
                      <a:pt x="54" y="16"/>
                      <a:pt x="54" y="16"/>
                      <a:pt x="54" y="16"/>
                    </a:cubicBezTo>
                    <a:cubicBezTo>
                      <a:pt x="54" y="16"/>
                      <a:pt x="54" y="16"/>
                      <a:pt x="54" y="16"/>
                    </a:cubicBezTo>
                    <a:cubicBezTo>
                      <a:pt x="53" y="16"/>
                      <a:pt x="53" y="17"/>
                      <a:pt x="53" y="16"/>
                    </a:cubicBezTo>
                    <a:cubicBezTo>
                      <a:pt x="53" y="16"/>
                      <a:pt x="53" y="16"/>
                      <a:pt x="53" y="16"/>
                    </a:cubicBezTo>
                    <a:cubicBezTo>
                      <a:pt x="53" y="16"/>
                      <a:pt x="54" y="14"/>
                      <a:pt x="53" y="15"/>
                    </a:cubicBezTo>
                    <a:cubicBezTo>
                      <a:pt x="52" y="16"/>
                      <a:pt x="53" y="15"/>
                      <a:pt x="52" y="16"/>
                    </a:cubicBezTo>
                    <a:cubicBezTo>
                      <a:pt x="52" y="16"/>
                      <a:pt x="52" y="16"/>
                      <a:pt x="52" y="16"/>
                    </a:cubicBezTo>
                    <a:cubicBezTo>
                      <a:pt x="51" y="17"/>
                      <a:pt x="51" y="17"/>
                      <a:pt x="51" y="17"/>
                    </a:cubicBezTo>
                    <a:cubicBezTo>
                      <a:pt x="52" y="16"/>
                      <a:pt x="52" y="16"/>
                      <a:pt x="52" y="16"/>
                    </a:cubicBezTo>
                    <a:cubicBezTo>
                      <a:pt x="53" y="15"/>
                      <a:pt x="53" y="15"/>
                      <a:pt x="53" y="15"/>
                    </a:cubicBezTo>
                    <a:cubicBezTo>
                      <a:pt x="53" y="14"/>
                      <a:pt x="52" y="16"/>
                      <a:pt x="51" y="17"/>
                    </a:cubicBezTo>
                    <a:cubicBezTo>
                      <a:pt x="51" y="18"/>
                      <a:pt x="51" y="16"/>
                      <a:pt x="51" y="16"/>
                    </a:cubicBezTo>
                    <a:cubicBezTo>
                      <a:pt x="52" y="15"/>
                      <a:pt x="51" y="16"/>
                      <a:pt x="52" y="16"/>
                    </a:cubicBezTo>
                    <a:cubicBezTo>
                      <a:pt x="52" y="15"/>
                      <a:pt x="52" y="15"/>
                      <a:pt x="52" y="14"/>
                    </a:cubicBezTo>
                    <a:cubicBezTo>
                      <a:pt x="52" y="14"/>
                      <a:pt x="51" y="16"/>
                      <a:pt x="51" y="16"/>
                    </a:cubicBezTo>
                    <a:cubicBezTo>
                      <a:pt x="51" y="15"/>
                      <a:pt x="51" y="16"/>
                      <a:pt x="52" y="14"/>
                    </a:cubicBezTo>
                    <a:cubicBezTo>
                      <a:pt x="51" y="15"/>
                      <a:pt x="51" y="15"/>
                      <a:pt x="51" y="15"/>
                    </a:cubicBezTo>
                    <a:cubicBezTo>
                      <a:pt x="51" y="16"/>
                      <a:pt x="51" y="16"/>
                      <a:pt x="50" y="17"/>
                    </a:cubicBezTo>
                    <a:cubicBezTo>
                      <a:pt x="50" y="17"/>
                      <a:pt x="49" y="18"/>
                      <a:pt x="50" y="17"/>
                    </a:cubicBezTo>
                    <a:cubicBezTo>
                      <a:pt x="50" y="17"/>
                      <a:pt x="50" y="17"/>
                      <a:pt x="50" y="17"/>
                    </a:cubicBezTo>
                    <a:cubicBezTo>
                      <a:pt x="50" y="17"/>
                      <a:pt x="50" y="16"/>
                      <a:pt x="49" y="18"/>
                    </a:cubicBezTo>
                    <a:cubicBezTo>
                      <a:pt x="50" y="16"/>
                      <a:pt x="50" y="16"/>
                      <a:pt x="50" y="16"/>
                    </a:cubicBezTo>
                    <a:cubicBezTo>
                      <a:pt x="49" y="17"/>
                      <a:pt x="49" y="17"/>
                      <a:pt x="49" y="17"/>
                    </a:cubicBezTo>
                    <a:cubicBezTo>
                      <a:pt x="50" y="15"/>
                      <a:pt x="51" y="14"/>
                      <a:pt x="51" y="13"/>
                    </a:cubicBezTo>
                    <a:cubicBezTo>
                      <a:pt x="50" y="15"/>
                      <a:pt x="50" y="15"/>
                      <a:pt x="50" y="15"/>
                    </a:cubicBezTo>
                    <a:cubicBezTo>
                      <a:pt x="49" y="15"/>
                      <a:pt x="50" y="14"/>
                      <a:pt x="50" y="14"/>
                    </a:cubicBezTo>
                    <a:cubicBezTo>
                      <a:pt x="50" y="12"/>
                      <a:pt x="47" y="18"/>
                      <a:pt x="48" y="16"/>
                    </a:cubicBezTo>
                    <a:cubicBezTo>
                      <a:pt x="49" y="14"/>
                      <a:pt x="49" y="14"/>
                      <a:pt x="49" y="13"/>
                    </a:cubicBezTo>
                    <a:cubicBezTo>
                      <a:pt x="49" y="14"/>
                      <a:pt x="48" y="14"/>
                      <a:pt x="48" y="14"/>
                    </a:cubicBezTo>
                    <a:cubicBezTo>
                      <a:pt x="48" y="15"/>
                      <a:pt x="49" y="13"/>
                      <a:pt x="49" y="14"/>
                    </a:cubicBezTo>
                    <a:cubicBezTo>
                      <a:pt x="48" y="16"/>
                      <a:pt x="48" y="15"/>
                      <a:pt x="48" y="15"/>
                    </a:cubicBezTo>
                    <a:cubicBezTo>
                      <a:pt x="50" y="11"/>
                      <a:pt x="47" y="14"/>
                      <a:pt x="48" y="12"/>
                    </a:cubicBezTo>
                    <a:cubicBezTo>
                      <a:pt x="47" y="14"/>
                      <a:pt x="47" y="12"/>
                      <a:pt x="47" y="13"/>
                    </a:cubicBezTo>
                    <a:cubicBezTo>
                      <a:pt x="48" y="11"/>
                      <a:pt x="46" y="13"/>
                      <a:pt x="47" y="12"/>
                    </a:cubicBezTo>
                    <a:cubicBezTo>
                      <a:pt x="46" y="14"/>
                      <a:pt x="46" y="14"/>
                      <a:pt x="46" y="14"/>
                    </a:cubicBezTo>
                    <a:cubicBezTo>
                      <a:pt x="46" y="13"/>
                      <a:pt x="44" y="18"/>
                      <a:pt x="45" y="15"/>
                    </a:cubicBezTo>
                    <a:cubicBezTo>
                      <a:pt x="45" y="14"/>
                      <a:pt x="46" y="13"/>
                      <a:pt x="46" y="13"/>
                    </a:cubicBezTo>
                    <a:cubicBezTo>
                      <a:pt x="47" y="10"/>
                      <a:pt x="44" y="14"/>
                      <a:pt x="46" y="12"/>
                    </a:cubicBezTo>
                    <a:cubicBezTo>
                      <a:pt x="45" y="12"/>
                      <a:pt x="44" y="14"/>
                      <a:pt x="44" y="15"/>
                    </a:cubicBezTo>
                    <a:cubicBezTo>
                      <a:pt x="44" y="14"/>
                      <a:pt x="44" y="12"/>
                      <a:pt x="45" y="12"/>
                    </a:cubicBezTo>
                    <a:cubicBezTo>
                      <a:pt x="44" y="12"/>
                      <a:pt x="44" y="13"/>
                      <a:pt x="44" y="12"/>
                    </a:cubicBezTo>
                    <a:cubicBezTo>
                      <a:pt x="44" y="11"/>
                      <a:pt x="45" y="11"/>
                      <a:pt x="45" y="11"/>
                    </a:cubicBezTo>
                    <a:cubicBezTo>
                      <a:pt x="45" y="10"/>
                      <a:pt x="44" y="11"/>
                      <a:pt x="44" y="12"/>
                    </a:cubicBezTo>
                    <a:cubicBezTo>
                      <a:pt x="44" y="10"/>
                      <a:pt x="43" y="11"/>
                      <a:pt x="44" y="10"/>
                    </a:cubicBezTo>
                    <a:cubicBezTo>
                      <a:pt x="42" y="12"/>
                      <a:pt x="44" y="9"/>
                      <a:pt x="42" y="12"/>
                    </a:cubicBezTo>
                    <a:cubicBezTo>
                      <a:pt x="43" y="11"/>
                      <a:pt x="43" y="11"/>
                      <a:pt x="43" y="11"/>
                    </a:cubicBezTo>
                    <a:cubicBezTo>
                      <a:pt x="42" y="12"/>
                      <a:pt x="41" y="13"/>
                      <a:pt x="41" y="13"/>
                    </a:cubicBezTo>
                    <a:cubicBezTo>
                      <a:pt x="42" y="12"/>
                      <a:pt x="42" y="12"/>
                      <a:pt x="42" y="12"/>
                    </a:cubicBezTo>
                    <a:cubicBezTo>
                      <a:pt x="43" y="9"/>
                      <a:pt x="42" y="11"/>
                      <a:pt x="42" y="10"/>
                    </a:cubicBezTo>
                    <a:cubicBezTo>
                      <a:pt x="42" y="11"/>
                      <a:pt x="42" y="10"/>
                      <a:pt x="42" y="11"/>
                    </a:cubicBezTo>
                    <a:cubicBezTo>
                      <a:pt x="41" y="12"/>
                      <a:pt x="41" y="12"/>
                      <a:pt x="41" y="12"/>
                    </a:cubicBezTo>
                    <a:cubicBezTo>
                      <a:pt x="40" y="13"/>
                      <a:pt x="40" y="13"/>
                      <a:pt x="40" y="13"/>
                    </a:cubicBezTo>
                    <a:cubicBezTo>
                      <a:pt x="40" y="13"/>
                      <a:pt x="41" y="11"/>
                      <a:pt x="41" y="11"/>
                    </a:cubicBezTo>
                    <a:cubicBezTo>
                      <a:pt x="41" y="10"/>
                      <a:pt x="41" y="10"/>
                      <a:pt x="41" y="11"/>
                    </a:cubicBezTo>
                    <a:cubicBezTo>
                      <a:pt x="41" y="11"/>
                      <a:pt x="41" y="11"/>
                      <a:pt x="41" y="11"/>
                    </a:cubicBezTo>
                    <a:cubicBezTo>
                      <a:pt x="41" y="11"/>
                      <a:pt x="41" y="11"/>
                      <a:pt x="41" y="11"/>
                    </a:cubicBezTo>
                    <a:cubicBezTo>
                      <a:pt x="41" y="11"/>
                      <a:pt x="40" y="11"/>
                      <a:pt x="40" y="11"/>
                    </a:cubicBezTo>
                    <a:cubicBezTo>
                      <a:pt x="40" y="11"/>
                      <a:pt x="40" y="11"/>
                      <a:pt x="40" y="11"/>
                    </a:cubicBezTo>
                    <a:cubicBezTo>
                      <a:pt x="41" y="11"/>
                      <a:pt x="41" y="11"/>
                      <a:pt x="41" y="11"/>
                    </a:cubicBezTo>
                    <a:cubicBezTo>
                      <a:pt x="41" y="10"/>
                      <a:pt x="41" y="10"/>
                      <a:pt x="41" y="10"/>
                    </a:cubicBezTo>
                    <a:cubicBezTo>
                      <a:pt x="41" y="10"/>
                      <a:pt x="41" y="10"/>
                      <a:pt x="41" y="10"/>
                    </a:cubicBezTo>
                    <a:cubicBezTo>
                      <a:pt x="41" y="10"/>
                      <a:pt x="41" y="10"/>
                      <a:pt x="41" y="10"/>
                    </a:cubicBezTo>
                    <a:cubicBezTo>
                      <a:pt x="41" y="8"/>
                      <a:pt x="41" y="8"/>
                      <a:pt x="41" y="8"/>
                    </a:cubicBezTo>
                    <a:cubicBezTo>
                      <a:pt x="41" y="8"/>
                      <a:pt x="40" y="10"/>
                      <a:pt x="40" y="11"/>
                    </a:cubicBezTo>
                    <a:cubicBezTo>
                      <a:pt x="40" y="9"/>
                      <a:pt x="39" y="10"/>
                      <a:pt x="38" y="11"/>
                    </a:cubicBezTo>
                    <a:cubicBezTo>
                      <a:pt x="38" y="11"/>
                      <a:pt x="39" y="10"/>
                      <a:pt x="39" y="10"/>
                    </a:cubicBezTo>
                    <a:cubicBezTo>
                      <a:pt x="38" y="10"/>
                      <a:pt x="38" y="12"/>
                      <a:pt x="38" y="11"/>
                    </a:cubicBezTo>
                    <a:cubicBezTo>
                      <a:pt x="38" y="11"/>
                      <a:pt x="38" y="10"/>
                      <a:pt x="38" y="9"/>
                    </a:cubicBezTo>
                    <a:cubicBezTo>
                      <a:pt x="38" y="9"/>
                      <a:pt x="38" y="11"/>
                      <a:pt x="38" y="11"/>
                    </a:cubicBezTo>
                    <a:cubicBezTo>
                      <a:pt x="38" y="8"/>
                      <a:pt x="36" y="12"/>
                      <a:pt x="37" y="10"/>
                    </a:cubicBezTo>
                    <a:cubicBezTo>
                      <a:pt x="36" y="10"/>
                      <a:pt x="37" y="9"/>
                      <a:pt x="37" y="9"/>
                    </a:cubicBezTo>
                    <a:cubicBezTo>
                      <a:pt x="37" y="9"/>
                      <a:pt x="36" y="10"/>
                      <a:pt x="35" y="11"/>
                    </a:cubicBezTo>
                    <a:cubicBezTo>
                      <a:pt x="36" y="10"/>
                      <a:pt x="36" y="10"/>
                      <a:pt x="36" y="10"/>
                    </a:cubicBezTo>
                    <a:cubicBezTo>
                      <a:pt x="36" y="10"/>
                      <a:pt x="35" y="10"/>
                      <a:pt x="35" y="11"/>
                    </a:cubicBezTo>
                    <a:cubicBezTo>
                      <a:pt x="34" y="12"/>
                      <a:pt x="34" y="13"/>
                      <a:pt x="34" y="13"/>
                    </a:cubicBezTo>
                    <a:cubicBezTo>
                      <a:pt x="34" y="13"/>
                      <a:pt x="34" y="13"/>
                      <a:pt x="34" y="13"/>
                    </a:cubicBezTo>
                    <a:cubicBezTo>
                      <a:pt x="33" y="12"/>
                      <a:pt x="33" y="13"/>
                      <a:pt x="33" y="13"/>
                    </a:cubicBezTo>
                    <a:cubicBezTo>
                      <a:pt x="33" y="12"/>
                      <a:pt x="33" y="13"/>
                      <a:pt x="34" y="12"/>
                    </a:cubicBezTo>
                    <a:cubicBezTo>
                      <a:pt x="35" y="10"/>
                      <a:pt x="34" y="10"/>
                      <a:pt x="34" y="10"/>
                    </a:cubicBezTo>
                    <a:cubicBezTo>
                      <a:pt x="33" y="11"/>
                      <a:pt x="33" y="11"/>
                      <a:pt x="33" y="11"/>
                    </a:cubicBezTo>
                    <a:cubicBezTo>
                      <a:pt x="33" y="12"/>
                      <a:pt x="34" y="10"/>
                      <a:pt x="33" y="10"/>
                    </a:cubicBezTo>
                    <a:cubicBezTo>
                      <a:pt x="31" y="14"/>
                      <a:pt x="31" y="14"/>
                      <a:pt x="31" y="14"/>
                    </a:cubicBezTo>
                    <a:cubicBezTo>
                      <a:pt x="31" y="14"/>
                      <a:pt x="32" y="12"/>
                      <a:pt x="32" y="11"/>
                    </a:cubicBezTo>
                    <a:cubicBezTo>
                      <a:pt x="32" y="12"/>
                      <a:pt x="30" y="14"/>
                      <a:pt x="29" y="15"/>
                    </a:cubicBezTo>
                    <a:cubicBezTo>
                      <a:pt x="30" y="15"/>
                      <a:pt x="29" y="16"/>
                      <a:pt x="29" y="16"/>
                    </a:cubicBezTo>
                    <a:cubicBezTo>
                      <a:pt x="29" y="15"/>
                      <a:pt x="29" y="16"/>
                      <a:pt x="29" y="15"/>
                    </a:cubicBezTo>
                    <a:cubicBezTo>
                      <a:pt x="30" y="14"/>
                      <a:pt x="30" y="14"/>
                      <a:pt x="30" y="14"/>
                    </a:cubicBezTo>
                    <a:cubicBezTo>
                      <a:pt x="30" y="13"/>
                      <a:pt x="31" y="11"/>
                      <a:pt x="31" y="10"/>
                    </a:cubicBezTo>
                    <a:cubicBezTo>
                      <a:pt x="31" y="11"/>
                      <a:pt x="31" y="10"/>
                      <a:pt x="30" y="10"/>
                    </a:cubicBezTo>
                    <a:cubicBezTo>
                      <a:pt x="29" y="12"/>
                      <a:pt x="29" y="11"/>
                      <a:pt x="28" y="13"/>
                    </a:cubicBezTo>
                    <a:cubicBezTo>
                      <a:pt x="28" y="13"/>
                      <a:pt x="29" y="11"/>
                      <a:pt x="29" y="11"/>
                    </a:cubicBezTo>
                    <a:cubicBezTo>
                      <a:pt x="28" y="11"/>
                      <a:pt x="28" y="10"/>
                      <a:pt x="28" y="11"/>
                    </a:cubicBezTo>
                    <a:cubicBezTo>
                      <a:pt x="28" y="10"/>
                      <a:pt x="28" y="10"/>
                      <a:pt x="28" y="10"/>
                    </a:cubicBezTo>
                    <a:cubicBezTo>
                      <a:pt x="28" y="11"/>
                      <a:pt x="27" y="10"/>
                      <a:pt x="26" y="12"/>
                    </a:cubicBezTo>
                    <a:cubicBezTo>
                      <a:pt x="27" y="11"/>
                      <a:pt x="27" y="11"/>
                      <a:pt x="27" y="11"/>
                    </a:cubicBezTo>
                    <a:cubicBezTo>
                      <a:pt x="27" y="10"/>
                      <a:pt x="25" y="14"/>
                      <a:pt x="26" y="12"/>
                    </a:cubicBezTo>
                    <a:cubicBezTo>
                      <a:pt x="26" y="11"/>
                      <a:pt x="26" y="11"/>
                      <a:pt x="26" y="11"/>
                    </a:cubicBezTo>
                    <a:cubicBezTo>
                      <a:pt x="26" y="12"/>
                      <a:pt x="26" y="10"/>
                      <a:pt x="25" y="11"/>
                    </a:cubicBezTo>
                    <a:cubicBezTo>
                      <a:pt x="26" y="10"/>
                      <a:pt x="26" y="10"/>
                      <a:pt x="26" y="10"/>
                    </a:cubicBezTo>
                    <a:cubicBezTo>
                      <a:pt x="26" y="11"/>
                      <a:pt x="25" y="10"/>
                      <a:pt x="24" y="12"/>
                    </a:cubicBezTo>
                    <a:cubicBezTo>
                      <a:pt x="25" y="10"/>
                      <a:pt x="25" y="10"/>
                      <a:pt x="25" y="10"/>
                    </a:cubicBezTo>
                    <a:cubicBezTo>
                      <a:pt x="26" y="9"/>
                      <a:pt x="24" y="12"/>
                      <a:pt x="24" y="11"/>
                    </a:cubicBezTo>
                    <a:cubicBezTo>
                      <a:pt x="24" y="11"/>
                      <a:pt x="25" y="10"/>
                      <a:pt x="25" y="10"/>
                    </a:cubicBezTo>
                    <a:cubicBezTo>
                      <a:pt x="24" y="11"/>
                      <a:pt x="24" y="11"/>
                      <a:pt x="24" y="11"/>
                    </a:cubicBezTo>
                    <a:cubicBezTo>
                      <a:pt x="24" y="9"/>
                      <a:pt x="24" y="9"/>
                      <a:pt x="24" y="9"/>
                    </a:cubicBezTo>
                    <a:cubicBezTo>
                      <a:pt x="23" y="8"/>
                      <a:pt x="22" y="8"/>
                      <a:pt x="20" y="9"/>
                    </a:cubicBezTo>
                    <a:cubicBezTo>
                      <a:pt x="21" y="7"/>
                      <a:pt x="21" y="8"/>
                      <a:pt x="22" y="6"/>
                    </a:cubicBezTo>
                    <a:cubicBezTo>
                      <a:pt x="21" y="8"/>
                      <a:pt x="21" y="7"/>
                      <a:pt x="21" y="7"/>
                    </a:cubicBezTo>
                    <a:cubicBezTo>
                      <a:pt x="21" y="7"/>
                      <a:pt x="21" y="7"/>
                      <a:pt x="21" y="7"/>
                    </a:cubicBezTo>
                    <a:cubicBezTo>
                      <a:pt x="20" y="7"/>
                      <a:pt x="21" y="6"/>
                      <a:pt x="20" y="6"/>
                    </a:cubicBezTo>
                    <a:cubicBezTo>
                      <a:pt x="20" y="7"/>
                      <a:pt x="20" y="7"/>
                      <a:pt x="20" y="7"/>
                    </a:cubicBezTo>
                    <a:cubicBezTo>
                      <a:pt x="19" y="8"/>
                      <a:pt x="21" y="4"/>
                      <a:pt x="20" y="7"/>
                    </a:cubicBezTo>
                    <a:cubicBezTo>
                      <a:pt x="20" y="5"/>
                      <a:pt x="20" y="5"/>
                      <a:pt x="20" y="5"/>
                    </a:cubicBezTo>
                    <a:cubicBezTo>
                      <a:pt x="19" y="7"/>
                      <a:pt x="20" y="4"/>
                      <a:pt x="19" y="6"/>
                    </a:cubicBezTo>
                    <a:cubicBezTo>
                      <a:pt x="19" y="6"/>
                      <a:pt x="19" y="6"/>
                      <a:pt x="19" y="6"/>
                    </a:cubicBezTo>
                    <a:cubicBezTo>
                      <a:pt x="20" y="5"/>
                      <a:pt x="18" y="8"/>
                      <a:pt x="18" y="6"/>
                    </a:cubicBezTo>
                    <a:cubicBezTo>
                      <a:pt x="18" y="6"/>
                      <a:pt x="18" y="7"/>
                      <a:pt x="17" y="8"/>
                    </a:cubicBezTo>
                    <a:cubicBezTo>
                      <a:pt x="18" y="6"/>
                      <a:pt x="18" y="6"/>
                      <a:pt x="18" y="6"/>
                    </a:cubicBezTo>
                    <a:cubicBezTo>
                      <a:pt x="17" y="7"/>
                      <a:pt x="16" y="6"/>
                      <a:pt x="14" y="8"/>
                    </a:cubicBezTo>
                    <a:cubicBezTo>
                      <a:pt x="14" y="7"/>
                      <a:pt x="14" y="7"/>
                      <a:pt x="14" y="7"/>
                    </a:cubicBezTo>
                    <a:cubicBezTo>
                      <a:pt x="13" y="8"/>
                      <a:pt x="15" y="4"/>
                      <a:pt x="12" y="8"/>
                    </a:cubicBezTo>
                    <a:cubicBezTo>
                      <a:pt x="11" y="9"/>
                      <a:pt x="11" y="9"/>
                      <a:pt x="11" y="9"/>
                    </a:cubicBezTo>
                    <a:cubicBezTo>
                      <a:pt x="12" y="7"/>
                      <a:pt x="12" y="7"/>
                      <a:pt x="12" y="7"/>
                    </a:cubicBezTo>
                    <a:cubicBezTo>
                      <a:pt x="12" y="8"/>
                      <a:pt x="12" y="7"/>
                      <a:pt x="11" y="8"/>
                    </a:cubicBezTo>
                    <a:cubicBezTo>
                      <a:pt x="12" y="7"/>
                      <a:pt x="12" y="7"/>
                      <a:pt x="12" y="7"/>
                    </a:cubicBezTo>
                    <a:cubicBezTo>
                      <a:pt x="12" y="7"/>
                      <a:pt x="10" y="9"/>
                      <a:pt x="10" y="8"/>
                    </a:cubicBezTo>
                    <a:cubicBezTo>
                      <a:pt x="11" y="8"/>
                      <a:pt x="11" y="8"/>
                      <a:pt x="11" y="8"/>
                    </a:cubicBezTo>
                    <a:cubicBezTo>
                      <a:pt x="11" y="4"/>
                      <a:pt x="11" y="1"/>
                      <a:pt x="8" y="5"/>
                    </a:cubicBezTo>
                    <a:cubicBezTo>
                      <a:pt x="7" y="5"/>
                      <a:pt x="9" y="2"/>
                      <a:pt x="9" y="3"/>
                    </a:cubicBezTo>
                    <a:cubicBezTo>
                      <a:pt x="6" y="5"/>
                      <a:pt x="8" y="0"/>
                      <a:pt x="4" y="4"/>
                    </a:cubicBezTo>
                    <a:cubicBezTo>
                      <a:pt x="3" y="5"/>
                      <a:pt x="0" y="10"/>
                      <a:pt x="0" y="10"/>
                    </a:cubicBezTo>
                    <a:cubicBezTo>
                      <a:pt x="3" y="9"/>
                      <a:pt x="3" y="12"/>
                      <a:pt x="3" y="1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9" name="Freeform 211"/>
              <p:cNvSpPr/>
              <p:nvPr/>
            </p:nvSpPr>
            <p:spPr bwMode="auto">
              <a:xfrm>
                <a:off x="3266" y="1867"/>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0"/>
                      <a:pt x="0" y="1"/>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0" name="Freeform 212"/>
              <p:cNvSpPr/>
              <p:nvPr/>
            </p:nvSpPr>
            <p:spPr bwMode="auto">
              <a:xfrm>
                <a:off x="3266" y="1861"/>
                <a:ext cx="3" cy="4"/>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0"/>
                      <a:pt x="0" y="1"/>
                      <a:pt x="1"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1" name="Freeform 213"/>
              <p:cNvSpPr/>
              <p:nvPr/>
            </p:nvSpPr>
            <p:spPr bwMode="auto">
              <a:xfrm>
                <a:off x="3260" y="185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2" name="Freeform 214"/>
              <p:cNvSpPr/>
              <p:nvPr/>
            </p:nvSpPr>
            <p:spPr bwMode="auto">
              <a:xfrm>
                <a:off x="3260" y="1893"/>
                <a:ext cx="4" cy="6"/>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1" y="1"/>
                      <a:pt x="1"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3" name="Freeform 215"/>
              <p:cNvSpPr/>
              <p:nvPr/>
            </p:nvSpPr>
            <p:spPr bwMode="auto">
              <a:xfrm>
                <a:off x="3269" y="1870"/>
                <a:ext cx="2" cy="4"/>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0" y="1"/>
                      <a:pt x="0" y="1"/>
                    </a:cubicBezTo>
                    <a:cubicBezTo>
                      <a:pt x="0" y="1"/>
                      <a:pt x="0" y="2"/>
                      <a:pt x="0" y="2"/>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4" name="Freeform 216"/>
              <p:cNvSpPr/>
              <p:nvPr/>
            </p:nvSpPr>
            <p:spPr bwMode="auto">
              <a:xfrm>
                <a:off x="3260" y="1895"/>
                <a:ext cx="4" cy="4"/>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2" y="0"/>
                      <a:pt x="1" y="2"/>
                      <a:pt x="1" y="2"/>
                    </a:cubicBezTo>
                    <a:cubicBezTo>
                      <a:pt x="0" y="2"/>
                      <a:pt x="1"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5" name="Freeform 217"/>
              <p:cNvSpPr/>
              <p:nvPr/>
            </p:nvSpPr>
            <p:spPr bwMode="auto">
              <a:xfrm>
                <a:off x="4538" y="18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6" name="Freeform 218"/>
              <p:cNvSpPr/>
              <p:nvPr/>
            </p:nvSpPr>
            <p:spPr bwMode="auto">
              <a:xfrm>
                <a:off x="3213" y="1882"/>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7" name="Freeform 219"/>
              <p:cNvSpPr/>
              <p:nvPr/>
            </p:nvSpPr>
            <p:spPr bwMode="auto">
              <a:xfrm>
                <a:off x="3190" y="182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8" name="Freeform 220"/>
              <p:cNvSpPr/>
              <p:nvPr/>
            </p:nvSpPr>
            <p:spPr bwMode="auto">
              <a:xfrm>
                <a:off x="3271" y="187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9" name="Freeform 221"/>
              <p:cNvSpPr/>
              <p:nvPr/>
            </p:nvSpPr>
            <p:spPr bwMode="auto">
              <a:xfrm>
                <a:off x="3190" y="187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0" name="Freeform 222"/>
              <p:cNvSpPr/>
              <p:nvPr/>
            </p:nvSpPr>
            <p:spPr bwMode="auto">
              <a:xfrm>
                <a:off x="4574" y="1855"/>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1" name="Freeform 223"/>
              <p:cNvSpPr/>
              <p:nvPr/>
            </p:nvSpPr>
            <p:spPr bwMode="auto">
              <a:xfrm>
                <a:off x="3199" y="18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2" name="Freeform 224"/>
              <p:cNvSpPr/>
              <p:nvPr/>
            </p:nvSpPr>
            <p:spPr bwMode="auto">
              <a:xfrm>
                <a:off x="3271" y="1859"/>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3" name="Freeform 225"/>
              <p:cNvSpPr/>
              <p:nvPr/>
            </p:nvSpPr>
            <p:spPr bwMode="auto">
              <a:xfrm>
                <a:off x="3742" y="3006"/>
                <a:ext cx="6" cy="9"/>
              </a:xfrm>
              <a:custGeom>
                <a:avLst/>
                <a:gdLst>
                  <a:gd name="T0" fmla="*/ 3 w 3"/>
                  <a:gd name="T1" fmla="*/ 0 h 4"/>
                  <a:gd name="T2" fmla="*/ 1 w 3"/>
                  <a:gd name="T3" fmla="*/ 1 h 4"/>
                  <a:gd name="T4" fmla="*/ 1 w 3"/>
                  <a:gd name="T5" fmla="*/ 3 h 4"/>
                  <a:gd name="T6" fmla="*/ 0 w 3"/>
                  <a:gd name="T7" fmla="*/ 4 h 4"/>
                  <a:gd name="T8" fmla="*/ 2 w 3"/>
                  <a:gd name="T9" fmla="*/ 1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cubicBezTo>
                      <a:pt x="2" y="1"/>
                      <a:pt x="2" y="1"/>
                      <a:pt x="1" y="1"/>
                    </a:cubicBezTo>
                    <a:cubicBezTo>
                      <a:pt x="1" y="2"/>
                      <a:pt x="0" y="3"/>
                      <a:pt x="1" y="3"/>
                    </a:cubicBezTo>
                    <a:cubicBezTo>
                      <a:pt x="1" y="3"/>
                      <a:pt x="0" y="4"/>
                      <a:pt x="0" y="4"/>
                    </a:cubicBezTo>
                    <a:cubicBezTo>
                      <a:pt x="1" y="4"/>
                      <a:pt x="2" y="2"/>
                      <a:pt x="2" y="1"/>
                    </a:cubicBezTo>
                    <a:cubicBezTo>
                      <a:pt x="3" y="1"/>
                      <a:pt x="3"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4" name="Freeform 226"/>
              <p:cNvSpPr/>
              <p:nvPr/>
            </p:nvSpPr>
            <p:spPr bwMode="auto">
              <a:xfrm>
                <a:off x="3988" y="30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5" name="Freeform 227"/>
              <p:cNvSpPr/>
              <p:nvPr/>
            </p:nvSpPr>
            <p:spPr bwMode="auto">
              <a:xfrm>
                <a:off x="3742" y="300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6" name="Rectangle 228"/>
              <p:cNvSpPr>
                <a:spLocks noChangeArrowheads="1"/>
              </p:cNvSpPr>
              <p:nvPr/>
            </p:nvSpPr>
            <p:spPr bwMode="auto">
              <a:xfrm>
                <a:off x="3748" y="3015"/>
                <a:ext cx="4"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7" name="Freeform 229"/>
              <p:cNvSpPr/>
              <p:nvPr/>
            </p:nvSpPr>
            <p:spPr bwMode="auto">
              <a:xfrm>
                <a:off x="3744" y="2894"/>
                <a:ext cx="2" cy="10"/>
              </a:xfrm>
              <a:custGeom>
                <a:avLst/>
                <a:gdLst>
                  <a:gd name="T0" fmla="*/ 0 w 1"/>
                  <a:gd name="T1" fmla="*/ 2 h 5"/>
                  <a:gd name="T2" fmla="*/ 1 w 1"/>
                  <a:gd name="T3" fmla="*/ 3 h 5"/>
                  <a:gd name="T4" fmla="*/ 0 w 1"/>
                  <a:gd name="T5" fmla="*/ 5 h 5"/>
                  <a:gd name="T6" fmla="*/ 1 w 1"/>
                  <a:gd name="T7" fmla="*/ 1 h 5"/>
                  <a:gd name="T8" fmla="*/ 1 w 1"/>
                  <a:gd name="T9" fmla="*/ 0 h 5"/>
                  <a:gd name="T10" fmla="*/ 0 w 1"/>
                  <a:gd name="T11" fmla="*/ 2 h 5"/>
                </a:gdLst>
                <a:ahLst/>
                <a:cxnLst>
                  <a:cxn ang="0">
                    <a:pos x="T0" y="T1"/>
                  </a:cxn>
                  <a:cxn ang="0">
                    <a:pos x="T2" y="T3"/>
                  </a:cxn>
                  <a:cxn ang="0">
                    <a:pos x="T4" y="T5"/>
                  </a:cxn>
                  <a:cxn ang="0">
                    <a:pos x="T6" y="T7"/>
                  </a:cxn>
                  <a:cxn ang="0">
                    <a:pos x="T8" y="T9"/>
                  </a:cxn>
                  <a:cxn ang="0">
                    <a:pos x="T10" y="T11"/>
                  </a:cxn>
                </a:cxnLst>
                <a:rect l="0" t="0" r="r" b="b"/>
                <a:pathLst>
                  <a:path w="1" h="5">
                    <a:moveTo>
                      <a:pt x="0" y="2"/>
                    </a:moveTo>
                    <a:cubicBezTo>
                      <a:pt x="0" y="2"/>
                      <a:pt x="0" y="4"/>
                      <a:pt x="1" y="3"/>
                    </a:cubicBezTo>
                    <a:cubicBezTo>
                      <a:pt x="1" y="3"/>
                      <a:pt x="0" y="4"/>
                      <a:pt x="0" y="5"/>
                    </a:cubicBezTo>
                    <a:cubicBezTo>
                      <a:pt x="1" y="4"/>
                      <a:pt x="1" y="1"/>
                      <a:pt x="1" y="1"/>
                    </a:cubicBezTo>
                    <a:cubicBezTo>
                      <a:pt x="1" y="0"/>
                      <a:pt x="1" y="0"/>
                      <a:pt x="1" y="0"/>
                    </a:cubicBezTo>
                    <a:cubicBezTo>
                      <a:pt x="1" y="1"/>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8" name="Freeform 230"/>
              <p:cNvSpPr/>
              <p:nvPr/>
            </p:nvSpPr>
            <p:spPr bwMode="auto">
              <a:xfrm>
                <a:off x="3744" y="3004"/>
                <a:ext cx="2"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1"/>
                      <a:pt x="0" y="1"/>
                      <a:pt x="0" y="1"/>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9" name="Freeform 231"/>
              <p:cNvSpPr/>
              <p:nvPr/>
            </p:nvSpPr>
            <p:spPr bwMode="auto">
              <a:xfrm>
                <a:off x="3742" y="2892"/>
                <a:ext cx="2" cy="4"/>
              </a:xfrm>
              <a:custGeom>
                <a:avLst/>
                <a:gdLst>
                  <a:gd name="T0" fmla="*/ 1 w 1"/>
                  <a:gd name="T1" fmla="*/ 1 h 2"/>
                  <a:gd name="T2" fmla="*/ 0 w 1"/>
                  <a:gd name="T3" fmla="*/ 2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2"/>
                      <a:pt x="0" y="2"/>
                    </a:cubicBezTo>
                    <a:cubicBezTo>
                      <a:pt x="0" y="2"/>
                      <a:pt x="1" y="1"/>
                      <a:pt x="1" y="1"/>
                    </a:cubicBezTo>
                    <a:cubicBezTo>
                      <a:pt x="1" y="1"/>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0" name="Freeform 232"/>
              <p:cNvSpPr/>
              <p:nvPr/>
            </p:nvSpPr>
            <p:spPr bwMode="auto">
              <a:xfrm>
                <a:off x="3772" y="3038"/>
                <a:ext cx="4" cy="4"/>
              </a:xfrm>
              <a:custGeom>
                <a:avLst/>
                <a:gdLst>
                  <a:gd name="T0" fmla="*/ 1 w 2"/>
                  <a:gd name="T1" fmla="*/ 0 h 2"/>
                  <a:gd name="T2" fmla="*/ 2 w 2"/>
                  <a:gd name="T3" fmla="*/ 1 h 2"/>
                  <a:gd name="T4" fmla="*/ 1 w 2"/>
                  <a:gd name="T5" fmla="*/ 0 h 2"/>
                </a:gdLst>
                <a:ahLst/>
                <a:cxnLst>
                  <a:cxn ang="0">
                    <a:pos x="T0" y="T1"/>
                  </a:cxn>
                  <a:cxn ang="0">
                    <a:pos x="T2" y="T3"/>
                  </a:cxn>
                  <a:cxn ang="0">
                    <a:pos x="T4" y="T5"/>
                  </a:cxn>
                </a:cxnLst>
                <a:rect l="0" t="0" r="r" b="b"/>
                <a:pathLst>
                  <a:path w="2" h="2">
                    <a:moveTo>
                      <a:pt x="1" y="0"/>
                    </a:moveTo>
                    <a:cubicBezTo>
                      <a:pt x="0" y="2"/>
                      <a:pt x="2" y="0"/>
                      <a:pt x="2"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1" name="Freeform 233"/>
              <p:cNvSpPr/>
              <p:nvPr/>
            </p:nvSpPr>
            <p:spPr bwMode="auto">
              <a:xfrm>
                <a:off x="3895" y="308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2" name="Freeform 234"/>
              <p:cNvSpPr/>
              <p:nvPr/>
            </p:nvSpPr>
            <p:spPr bwMode="auto">
              <a:xfrm>
                <a:off x="3602"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3" name="Freeform 235"/>
              <p:cNvSpPr/>
              <p:nvPr/>
            </p:nvSpPr>
            <p:spPr bwMode="auto">
              <a:xfrm>
                <a:off x="3742" y="289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4" name="Freeform 236"/>
              <p:cNvSpPr/>
              <p:nvPr/>
            </p:nvSpPr>
            <p:spPr bwMode="auto">
              <a:xfrm>
                <a:off x="3602" y="18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5" name="Freeform 237"/>
              <p:cNvSpPr/>
              <p:nvPr/>
            </p:nvSpPr>
            <p:spPr bwMode="auto">
              <a:xfrm>
                <a:off x="3755" y="3027"/>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6" name="Oval 238"/>
              <p:cNvSpPr>
                <a:spLocks noChangeArrowheads="1"/>
              </p:cNvSpPr>
              <p:nvPr/>
            </p:nvSpPr>
            <p:spPr bwMode="auto">
              <a:xfrm>
                <a:off x="3602" y="1823"/>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7" name="Freeform 239"/>
              <p:cNvSpPr/>
              <p:nvPr/>
            </p:nvSpPr>
            <p:spPr bwMode="auto">
              <a:xfrm>
                <a:off x="3922" y="2890"/>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8" name="Freeform 240"/>
              <p:cNvSpPr/>
              <p:nvPr/>
            </p:nvSpPr>
            <p:spPr bwMode="auto">
              <a:xfrm>
                <a:off x="3975" y="28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9" name="Freeform 241"/>
              <p:cNvSpPr/>
              <p:nvPr/>
            </p:nvSpPr>
            <p:spPr bwMode="auto">
              <a:xfrm>
                <a:off x="3954" y="288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0" name="Freeform 242"/>
              <p:cNvSpPr/>
              <p:nvPr/>
            </p:nvSpPr>
            <p:spPr bwMode="auto">
              <a:xfrm>
                <a:off x="3725" y="2760"/>
                <a:ext cx="399" cy="159"/>
              </a:xfrm>
              <a:custGeom>
                <a:avLst/>
                <a:gdLst>
                  <a:gd name="T0" fmla="*/ 11 w 188"/>
                  <a:gd name="T1" fmla="*/ 59 h 75"/>
                  <a:gd name="T2" fmla="*/ 17 w 188"/>
                  <a:gd name="T3" fmla="*/ 64 h 75"/>
                  <a:gd name="T4" fmla="*/ 14 w 188"/>
                  <a:gd name="T5" fmla="*/ 70 h 75"/>
                  <a:gd name="T6" fmla="*/ 17 w 188"/>
                  <a:gd name="T7" fmla="*/ 71 h 75"/>
                  <a:gd name="T8" fmla="*/ 21 w 188"/>
                  <a:gd name="T9" fmla="*/ 69 h 75"/>
                  <a:gd name="T10" fmla="*/ 22 w 188"/>
                  <a:gd name="T11" fmla="*/ 71 h 75"/>
                  <a:gd name="T12" fmla="*/ 27 w 188"/>
                  <a:gd name="T13" fmla="*/ 67 h 75"/>
                  <a:gd name="T14" fmla="*/ 30 w 188"/>
                  <a:gd name="T15" fmla="*/ 72 h 75"/>
                  <a:gd name="T16" fmla="*/ 31 w 188"/>
                  <a:gd name="T17" fmla="*/ 74 h 75"/>
                  <a:gd name="T18" fmla="*/ 33 w 188"/>
                  <a:gd name="T19" fmla="*/ 72 h 75"/>
                  <a:gd name="T20" fmla="*/ 37 w 188"/>
                  <a:gd name="T21" fmla="*/ 74 h 75"/>
                  <a:gd name="T22" fmla="*/ 40 w 188"/>
                  <a:gd name="T23" fmla="*/ 69 h 75"/>
                  <a:gd name="T24" fmla="*/ 43 w 188"/>
                  <a:gd name="T25" fmla="*/ 64 h 75"/>
                  <a:gd name="T26" fmla="*/ 45 w 188"/>
                  <a:gd name="T27" fmla="*/ 69 h 75"/>
                  <a:gd name="T28" fmla="*/ 54 w 188"/>
                  <a:gd name="T29" fmla="*/ 69 h 75"/>
                  <a:gd name="T30" fmla="*/ 58 w 188"/>
                  <a:gd name="T31" fmla="*/ 69 h 75"/>
                  <a:gd name="T32" fmla="*/ 62 w 188"/>
                  <a:gd name="T33" fmla="*/ 68 h 75"/>
                  <a:gd name="T34" fmla="*/ 73 w 188"/>
                  <a:gd name="T35" fmla="*/ 66 h 75"/>
                  <a:gd name="T36" fmla="*/ 76 w 188"/>
                  <a:gd name="T37" fmla="*/ 65 h 75"/>
                  <a:gd name="T38" fmla="*/ 77 w 188"/>
                  <a:gd name="T39" fmla="*/ 64 h 75"/>
                  <a:gd name="T40" fmla="*/ 80 w 188"/>
                  <a:gd name="T41" fmla="*/ 62 h 75"/>
                  <a:gd name="T42" fmla="*/ 83 w 188"/>
                  <a:gd name="T43" fmla="*/ 63 h 75"/>
                  <a:gd name="T44" fmla="*/ 86 w 188"/>
                  <a:gd name="T45" fmla="*/ 61 h 75"/>
                  <a:gd name="T46" fmla="*/ 94 w 188"/>
                  <a:gd name="T47" fmla="*/ 61 h 75"/>
                  <a:gd name="T48" fmla="*/ 100 w 188"/>
                  <a:gd name="T49" fmla="*/ 59 h 75"/>
                  <a:gd name="T50" fmla="*/ 105 w 188"/>
                  <a:gd name="T51" fmla="*/ 59 h 75"/>
                  <a:gd name="T52" fmla="*/ 108 w 188"/>
                  <a:gd name="T53" fmla="*/ 57 h 75"/>
                  <a:gd name="T54" fmla="*/ 109 w 188"/>
                  <a:gd name="T55" fmla="*/ 57 h 75"/>
                  <a:gd name="T56" fmla="*/ 114 w 188"/>
                  <a:gd name="T57" fmla="*/ 54 h 75"/>
                  <a:gd name="T58" fmla="*/ 120 w 188"/>
                  <a:gd name="T59" fmla="*/ 53 h 75"/>
                  <a:gd name="T60" fmla="*/ 124 w 188"/>
                  <a:gd name="T61" fmla="*/ 50 h 75"/>
                  <a:gd name="T62" fmla="*/ 127 w 188"/>
                  <a:gd name="T63" fmla="*/ 41 h 75"/>
                  <a:gd name="T64" fmla="*/ 133 w 188"/>
                  <a:gd name="T65" fmla="*/ 44 h 75"/>
                  <a:gd name="T66" fmla="*/ 139 w 188"/>
                  <a:gd name="T67" fmla="*/ 41 h 75"/>
                  <a:gd name="T68" fmla="*/ 144 w 188"/>
                  <a:gd name="T69" fmla="*/ 39 h 75"/>
                  <a:gd name="T70" fmla="*/ 156 w 188"/>
                  <a:gd name="T71" fmla="*/ 34 h 75"/>
                  <a:gd name="T72" fmla="*/ 160 w 188"/>
                  <a:gd name="T73" fmla="*/ 33 h 75"/>
                  <a:gd name="T74" fmla="*/ 170 w 188"/>
                  <a:gd name="T75" fmla="*/ 21 h 75"/>
                  <a:gd name="T76" fmla="*/ 173 w 188"/>
                  <a:gd name="T77" fmla="*/ 18 h 75"/>
                  <a:gd name="T78" fmla="*/ 169 w 188"/>
                  <a:gd name="T79" fmla="*/ 9 h 75"/>
                  <a:gd name="T80" fmla="*/ 149 w 188"/>
                  <a:gd name="T81" fmla="*/ 20 h 75"/>
                  <a:gd name="T82" fmla="*/ 110 w 188"/>
                  <a:gd name="T83" fmla="*/ 42 h 75"/>
                  <a:gd name="T84" fmla="*/ 103 w 188"/>
                  <a:gd name="T85" fmla="*/ 39 h 75"/>
                  <a:gd name="T86" fmla="*/ 88 w 188"/>
                  <a:gd name="T87" fmla="*/ 44 h 75"/>
                  <a:gd name="T88" fmla="*/ 69 w 188"/>
                  <a:gd name="T89" fmla="*/ 48 h 75"/>
                  <a:gd name="T90" fmla="*/ 59 w 188"/>
                  <a:gd name="T91" fmla="*/ 49 h 75"/>
                  <a:gd name="T92" fmla="*/ 44 w 188"/>
                  <a:gd name="T93" fmla="*/ 52 h 75"/>
                  <a:gd name="T94" fmla="*/ 29 w 188"/>
                  <a:gd name="T95" fmla="*/ 53 h 75"/>
                  <a:gd name="T96" fmla="*/ 19 w 188"/>
                  <a:gd name="T97" fmla="*/ 53 h 75"/>
                  <a:gd name="T98" fmla="*/ 10 w 188"/>
                  <a:gd name="T99" fmla="*/ 49 h 75"/>
                  <a:gd name="T100" fmla="*/ 7 w 188"/>
                  <a:gd name="T101" fmla="*/ 47 h 75"/>
                  <a:gd name="T102" fmla="*/ 5 w 188"/>
                  <a:gd name="T103" fmla="*/ 47 h 75"/>
                  <a:gd name="T104" fmla="*/ 3 w 188"/>
                  <a:gd name="T105" fmla="*/ 5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8" h="75">
                    <a:moveTo>
                      <a:pt x="5" y="55"/>
                    </a:moveTo>
                    <a:cubicBezTo>
                      <a:pt x="5" y="55"/>
                      <a:pt x="5" y="55"/>
                      <a:pt x="5" y="55"/>
                    </a:cubicBezTo>
                    <a:cubicBezTo>
                      <a:pt x="5" y="57"/>
                      <a:pt x="5" y="54"/>
                      <a:pt x="6" y="54"/>
                    </a:cubicBezTo>
                    <a:cubicBezTo>
                      <a:pt x="6" y="55"/>
                      <a:pt x="4" y="57"/>
                      <a:pt x="4" y="58"/>
                    </a:cubicBezTo>
                    <a:cubicBezTo>
                      <a:pt x="5" y="58"/>
                      <a:pt x="7" y="58"/>
                      <a:pt x="7" y="60"/>
                    </a:cubicBezTo>
                    <a:cubicBezTo>
                      <a:pt x="8" y="60"/>
                      <a:pt x="10" y="59"/>
                      <a:pt x="11" y="59"/>
                    </a:cubicBezTo>
                    <a:cubicBezTo>
                      <a:pt x="12" y="59"/>
                      <a:pt x="10" y="61"/>
                      <a:pt x="11" y="60"/>
                    </a:cubicBezTo>
                    <a:cubicBezTo>
                      <a:pt x="11" y="61"/>
                      <a:pt x="10" y="62"/>
                      <a:pt x="10" y="63"/>
                    </a:cubicBezTo>
                    <a:cubicBezTo>
                      <a:pt x="10" y="62"/>
                      <a:pt x="11" y="64"/>
                      <a:pt x="12" y="61"/>
                    </a:cubicBezTo>
                    <a:cubicBezTo>
                      <a:pt x="12" y="62"/>
                      <a:pt x="14" y="63"/>
                      <a:pt x="15" y="63"/>
                    </a:cubicBezTo>
                    <a:cubicBezTo>
                      <a:pt x="14" y="63"/>
                      <a:pt x="14" y="64"/>
                      <a:pt x="14" y="65"/>
                    </a:cubicBezTo>
                    <a:cubicBezTo>
                      <a:pt x="15" y="64"/>
                      <a:pt x="16" y="63"/>
                      <a:pt x="17" y="64"/>
                    </a:cubicBezTo>
                    <a:cubicBezTo>
                      <a:pt x="17" y="62"/>
                      <a:pt x="17" y="62"/>
                      <a:pt x="18" y="60"/>
                    </a:cubicBezTo>
                    <a:cubicBezTo>
                      <a:pt x="18" y="60"/>
                      <a:pt x="18" y="59"/>
                      <a:pt x="18" y="60"/>
                    </a:cubicBezTo>
                    <a:cubicBezTo>
                      <a:pt x="18" y="61"/>
                      <a:pt x="17" y="64"/>
                      <a:pt x="18" y="64"/>
                    </a:cubicBezTo>
                    <a:cubicBezTo>
                      <a:pt x="17" y="67"/>
                      <a:pt x="17" y="64"/>
                      <a:pt x="16" y="67"/>
                    </a:cubicBezTo>
                    <a:cubicBezTo>
                      <a:pt x="15" y="69"/>
                      <a:pt x="14" y="68"/>
                      <a:pt x="14" y="67"/>
                    </a:cubicBezTo>
                    <a:cubicBezTo>
                      <a:pt x="12" y="69"/>
                      <a:pt x="14" y="67"/>
                      <a:pt x="14" y="70"/>
                    </a:cubicBezTo>
                    <a:cubicBezTo>
                      <a:pt x="14" y="70"/>
                      <a:pt x="15" y="68"/>
                      <a:pt x="16" y="68"/>
                    </a:cubicBezTo>
                    <a:cubicBezTo>
                      <a:pt x="17" y="67"/>
                      <a:pt x="16" y="67"/>
                      <a:pt x="17" y="66"/>
                    </a:cubicBezTo>
                    <a:cubicBezTo>
                      <a:pt x="19" y="64"/>
                      <a:pt x="18" y="68"/>
                      <a:pt x="18" y="68"/>
                    </a:cubicBezTo>
                    <a:cubicBezTo>
                      <a:pt x="17" y="69"/>
                      <a:pt x="17" y="69"/>
                      <a:pt x="17" y="69"/>
                    </a:cubicBezTo>
                    <a:cubicBezTo>
                      <a:pt x="18" y="70"/>
                      <a:pt x="18" y="68"/>
                      <a:pt x="19" y="69"/>
                    </a:cubicBezTo>
                    <a:cubicBezTo>
                      <a:pt x="19" y="72"/>
                      <a:pt x="18" y="69"/>
                      <a:pt x="17" y="71"/>
                    </a:cubicBezTo>
                    <a:cubicBezTo>
                      <a:pt x="17" y="73"/>
                      <a:pt x="17" y="73"/>
                      <a:pt x="17" y="73"/>
                    </a:cubicBezTo>
                    <a:cubicBezTo>
                      <a:pt x="18" y="74"/>
                      <a:pt x="18" y="70"/>
                      <a:pt x="19" y="72"/>
                    </a:cubicBezTo>
                    <a:cubicBezTo>
                      <a:pt x="19" y="73"/>
                      <a:pt x="19" y="73"/>
                      <a:pt x="19" y="73"/>
                    </a:cubicBezTo>
                    <a:cubicBezTo>
                      <a:pt x="20" y="72"/>
                      <a:pt x="20" y="72"/>
                      <a:pt x="20" y="72"/>
                    </a:cubicBezTo>
                    <a:cubicBezTo>
                      <a:pt x="20" y="71"/>
                      <a:pt x="20" y="69"/>
                      <a:pt x="19" y="69"/>
                    </a:cubicBezTo>
                    <a:cubicBezTo>
                      <a:pt x="20" y="66"/>
                      <a:pt x="20" y="69"/>
                      <a:pt x="21" y="69"/>
                    </a:cubicBezTo>
                    <a:cubicBezTo>
                      <a:pt x="22" y="67"/>
                      <a:pt x="21" y="69"/>
                      <a:pt x="21" y="67"/>
                    </a:cubicBezTo>
                    <a:cubicBezTo>
                      <a:pt x="21" y="65"/>
                      <a:pt x="22" y="65"/>
                      <a:pt x="22" y="65"/>
                    </a:cubicBezTo>
                    <a:cubicBezTo>
                      <a:pt x="23" y="65"/>
                      <a:pt x="22" y="67"/>
                      <a:pt x="22" y="68"/>
                    </a:cubicBezTo>
                    <a:cubicBezTo>
                      <a:pt x="22" y="69"/>
                      <a:pt x="22" y="69"/>
                      <a:pt x="22" y="68"/>
                    </a:cubicBezTo>
                    <a:cubicBezTo>
                      <a:pt x="21" y="69"/>
                      <a:pt x="22" y="71"/>
                      <a:pt x="21" y="73"/>
                    </a:cubicBezTo>
                    <a:cubicBezTo>
                      <a:pt x="21" y="74"/>
                      <a:pt x="22" y="72"/>
                      <a:pt x="22" y="71"/>
                    </a:cubicBezTo>
                    <a:cubicBezTo>
                      <a:pt x="22" y="71"/>
                      <a:pt x="23" y="69"/>
                      <a:pt x="22" y="69"/>
                    </a:cubicBezTo>
                    <a:cubicBezTo>
                      <a:pt x="25" y="64"/>
                      <a:pt x="23" y="72"/>
                      <a:pt x="24" y="72"/>
                    </a:cubicBezTo>
                    <a:cubicBezTo>
                      <a:pt x="24" y="69"/>
                      <a:pt x="26" y="68"/>
                      <a:pt x="26" y="64"/>
                    </a:cubicBezTo>
                    <a:cubicBezTo>
                      <a:pt x="26" y="64"/>
                      <a:pt x="27" y="63"/>
                      <a:pt x="27" y="63"/>
                    </a:cubicBezTo>
                    <a:cubicBezTo>
                      <a:pt x="26" y="65"/>
                      <a:pt x="27" y="65"/>
                      <a:pt x="26" y="67"/>
                    </a:cubicBezTo>
                    <a:cubicBezTo>
                      <a:pt x="27" y="67"/>
                      <a:pt x="27" y="67"/>
                      <a:pt x="27" y="67"/>
                    </a:cubicBezTo>
                    <a:cubicBezTo>
                      <a:pt x="26" y="69"/>
                      <a:pt x="26" y="69"/>
                      <a:pt x="26" y="69"/>
                    </a:cubicBezTo>
                    <a:cubicBezTo>
                      <a:pt x="26" y="71"/>
                      <a:pt x="27" y="72"/>
                      <a:pt x="27" y="73"/>
                    </a:cubicBezTo>
                    <a:cubicBezTo>
                      <a:pt x="28" y="73"/>
                      <a:pt x="27" y="71"/>
                      <a:pt x="28" y="71"/>
                    </a:cubicBezTo>
                    <a:cubicBezTo>
                      <a:pt x="27" y="72"/>
                      <a:pt x="28" y="73"/>
                      <a:pt x="28" y="73"/>
                    </a:cubicBezTo>
                    <a:cubicBezTo>
                      <a:pt x="27" y="72"/>
                      <a:pt x="28" y="70"/>
                      <a:pt x="29" y="70"/>
                    </a:cubicBezTo>
                    <a:cubicBezTo>
                      <a:pt x="29" y="70"/>
                      <a:pt x="30" y="72"/>
                      <a:pt x="30" y="72"/>
                    </a:cubicBezTo>
                    <a:cubicBezTo>
                      <a:pt x="29" y="74"/>
                      <a:pt x="29" y="74"/>
                      <a:pt x="29" y="74"/>
                    </a:cubicBezTo>
                    <a:cubicBezTo>
                      <a:pt x="29" y="72"/>
                      <a:pt x="29" y="75"/>
                      <a:pt x="29" y="74"/>
                    </a:cubicBezTo>
                    <a:cubicBezTo>
                      <a:pt x="30" y="73"/>
                      <a:pt x="30" y="71"/>
                      <a:pt x="30" y="70"/>
                    </a:cubicBezTo>
                    <a:cubicBezTo>
                      <a:pt x="31" y="69"/>
                      <a:pt x="31" y="71"/>
                      <a:pt x="31" y="70"/>
                    </a:cubicBezTo>
                    <a:cubicBezTo>
                      <a:pt x="30" y="72"/>
                      <a:pt x="30" y="72"/>
                      <a:pt x="30" y="72"/>
                    </a:cubicBezTo>
                    <a:cubicBezTo>
                      <a:pt x="31" y="71"/>
                      <a:pt x="30" y="75"/>
                      <a:pt x="31" y="74"/>
                    </a:cubicBezTo>
                    <a:cubicBezTo>
                      <a:pt x="32" y="73"/>
                      <a:pt x="32" y="73"/>
                      <a:pt x="32" y="73"/>
                    </a:cubicBezTo>
                    <a:cubicBezTo>
                      <a:pt x="32" y="74"/>
                      <a:pt x="32" y="74"/>
                      <a:pt x="32" y="74"/>
                    </a:cubicBezTo>
                    <a:cubicBezTo>
                      <a:pt x="32" y="73"/>
                      <a:pt x="32" y="73"/>
                      <a:pt x="33" y="73"/>
                    </a:cubicBezTo>
                    <a:cubicBezTo>
                      <a:pt x="33" y="74"/>
                      <a:pt x="33" y="74"/>
                      <a:pt x="33" y="74"/>
                    </a:cubicBezTo>
                    <a:cubicBezTo>
                      <a:pt x="33" y="73"/>
                      <a:pt x="34" y="71"/>
                      <a:pt x="34" y="73"/>
                    </a:cubicBezTo>
                    <a:cubicBezTo>
                      <a:pt x="34" y="70"/>
                      <a:pt x="33" y="73"/>
                      <a:pt x="33" y="72"/>
                    </a:cubicBezTo>
                    <a:cubicBezTo>
                      <a:pt x="33" y="70"/>
                      <a:pt x="34" y="70"/>
                      <a:pt x="34" y="70"/>
                    </a:cubicBezTo>
                    <a:cubicBezTo>
                      <a:pt x="34" y="72"/>
                      <a:pt x="35" y="70"/>
                      <a:pt x="35" y="70"/>
                    </a:cubicBezTo>
                    <a:cubicBezTo>
                      <a:pt x="35" y="71"/>
                      <a:pt x="35" y="72"/>
                      <a:pt x="36" y="72"/>
                    </a:cubicBezTo>
                    <a:cubicBezTo>
                      <a:pt x="36" y="70"/>
                      <a:pt x="36" y="70"/>
                      <a:pt x="36" y="70"/>
                    </a:cubicBezTo>
                    <a:cubicBezTo>
                      <a:pt x="36" y="74"/>
                      <a:pt x="37" y="70"/>
                      <a:pt x="37" y="71"/>
                    </a:cubicBezTo>
                    <a:cubicBezTo>
                      <a:pt x="37" y="72"/>
                      <a:pt x="37" y="73"/>
                      <a:pt x="37" y="74"/>
                    </a:cubicBezTo>
                    <a:cubicBezTo>
                      <a:pt x="37" y="71"/>
                      <a:pt x="38" y="70"/>
                      <a:pt x="38" y="69"/>
                    </a:cubicBezTo>
                    <a:cubicBezTo>
                      <a:pt x="39" y="70"/>
                      <a:pt x="38" y="72"/>
                      <a:pt x="38" y="74"/>
                    </a:cubicBezTo>
                    <a:cubicBezTo>
                      <a:pt x="38" y="72"/>
                      <a:pt x="39" y="75"/>
                      <a:pt x="39" y="73"/>
                    </a:cubicBezTo>
                    <a:cubicBezTo>
                      <a:pt x="39" y="72"/>
                      <a:pt x="39" y="71"/>
                      <a:pt x="39" y="70"/>
                    </a:cubicBezTo>
                    <a:cubicBezTo>
                      <a:pt x="40" y="70"/>
                      <a:pt x="39" y="71"/>
                      <a:pt x="40" y="72"/>
                    </a:cubicBezTo>
                    <a:cubicBezTo>
                      <a:pt x="40" y="72"/>
                      <a:pt x="41" y="69"/>
                      <a:pt x="40" y="69"/>
                    </a:cubicBezTo>
                    <a:cubicBezTo>
                      <a:pt x="41" y="69"/>
                      <a:pt x="41" y="67"/>
                      <a:pt x="42" y="68"/>
                    </a:cubicBezTo>
                    <a:cubicBezTo>
                      <a:pt x="42" y="70"/>
                      <a:pt x="41" y="69"/>
                      <a:pt x="41" y="70"/>
                    </a:cubicBezTo>
                    <a:cubicBezTo>
                      <a:pt x="42" y="70"/>
                      <a:pt x="41" y="66"/>
                      <a:pt x="42" y="66"/>
                    </a:cubicBezTo>
                    <a:cubicBezTo>
                      <a:pt x="42" y="65"/>
                      <a:pt x="42" y="62"/>
                      <a:pt x="43" y="61"/>
                    </a:cubicBezTo>
                    <a:cubicBezTo>
                      <a:pt x="44" y="62"/>
                      <a:pt x="42" y="62"/>
                      <a:pt x="43" y="64"/>
                    </a:cubicBezTo>
                    <a:cubicBezTo>
                      <a:pt x="43" y="64"/>
                      <a:pt x="43" y="64"/>
                      <a:pt x="43" y="64"/>
                    </a:cubicBezTo>
                    <a:cubicBezTo>
                      <a:pt x="44" y="67"/>
                      <a:pt x="42" y="68"/>
                      <a:pt x="43" y="71"/>
                    </a:cubicBezTo>
                    <a:cubicBezTo>
                      <a:pt x="43" y="70"/>
                      <a:pt x="43" y="70"/>
                      <a:pt x="43" y="70"/>
                    </a:cubicBezTo>
                    <a:cubicBezTo>
                      <a:pt x="43" y="73"/>
                      <a:pt x="43" y="73"/>
                      <a:pt x="43" y="73"/>
                    </a:cubicBezTo>
                    <a:cubicBezTo>
                      <a:pt x="43" y="71"/>
                      <a:pt x="44" y="72"/>
                      <a:pt x="44" y="72"/>
                    </a:cubicBezTo>
                    <a:cubicBezTo>
                      <a:pt x="44" y="70"/>
                      <a:pt x="44" y="72"/>
                      <a:pt x="44" y="71"/>
                    </a:cubicBezTo>
                    <a:cubicBezTo>
                      <a:pt x="44" y="71"/>
                      <a:pt x="45" y="68"/>
                      <a:pt x="45" y="69"/>
                    </a:cubicBezTo>
                    <a:cubicBezTo>
                      <a:pt x="45" y="70"/>
                      <a:pt x="46" y="71"/>
                      <a:pt x="45" y="72"/>
                    </a:cubicBezTo>
                    <a:cubicBezTo>
                      <a:pt x="46" y="73"/>
                      <a:pt x="45" y="70"/>
                      <a:pt x="46" y="71"/>
                    </a:cubicBezTo>
                    <a:cubicBezTo>
                      <a:pt x="46" y="72"/>
                      <a:pt x="46" y="72"/>
                      <a:pt x="46" y="72"/>
                    </a:cubicBezTo>
                    <a:cubicBezTo>
                      <a:pt x="48" y="72"/>
                      <a:pt x="50" y="72"/>
                      <a:pt x="52" y="68"/>
                    </a:cubicBezTo>
                    <a:cubicBezTo>
                      <a:pt x="52" y="70"/>
                      <a:pt x="53" y="70"/>
                      <a:pt x="54" y="71"/>
                    </a:cubicBezTo>
                    <a:cubicBezTo>
                      <a:pt x="53" y="70"/>
                      <a:pt x="54" y="69"/>
                      <a:pt x="54" y="69"/>
                    </a:cubicBezTo>
                    <a:cubicBezTo>
                      <a:pt x="55" y="71"/>
                      <a:pt x="55" y="71"/>
                      <a:pt x="55" y="71"/>
                    </a:cubicBezTo>
                    <a:cubicBezTo>
                      <a:pt x="56" y="72"/>
                      <a:pt x="56" y="70"/>
                      <a:pt x="57" y="69"/>
                    </a:cubicBezTo>
                    <a:cubicBezTo>
                      <a:pt x="57" y="70"/>
                      <a:pt x="57" y="70"/>
                      <a:pt x="57" y="70"/>
                    </a:cubicBezTo>
                    <a:cubicBezTo>
                      <a:pt x="58" y="71"/>
                      <a:pt x="57" y="69"/>
                      <a:pt x="58" y="69"/>
                    </a:cubicBezTo>
                    <a:cubicBezTo>
                      <a:pt x="58" y="70"/>
                      <a:pt x="58" y="70"/>
                      <a:pt x="58" y="70"/>
                    </a:cubicBezTo>
                    <a:cubicBezTo>
                      <a:pt x="58" y="69"/>
                      <a:pt x="58" y="69"/>
                      <a:pt x="58" y="69"/>
                    </a:cubicBezTo>
                    <a:cubicBezTo>
                      <a:pt x="59" y="68"/>
                      <a:pt x="59" y="68"/>
                      <a:pt x="59" y="70"/>
                    </a:cubicBezTo>
                    <a:cubicBezTo>
                      <a:pt x="60" y="70"/>
                      <a:pt x="60" y="69"/>
                      <a:pt x="59" y="69"/>
                    </a:cubicBezTo>
                    <a:cubicBezTo>
                      <a:pt x="60" y="70"/>
                      <a:pt x="61" y="70"/>
                      <a:pt x="62" y="69"/>
                    </a:cubicBezTo>
                    <a:cubicBezTo>
                      <a:pt x="62" y="68"/>
                      <a:pt x="62" y="68"/>
                      <a:pt x="62" y="66"/>
                    </a:cubicBezTo>
                    <a:cubicBezTo>
                      <a:pt x="61" y="64"/>
                      <a:pt x="62" y="67"/>
                      <a:pt x="62" y="65"/>
                    </a:cubicBezTo>
                    <a:cubicBezTo>
                      <a:pt x="62" y="66"/>
                      <a:pt x="63" y="67"/>
                      <a:pt x="62" y="68"/>
                    </a:cubicBezTo>
                    <a:cubicBezTo>
                      <a:pt x="64" y="71"/>
                      <a:pt x="65" y="68"/>
                      <a:pt x="67" y="68"/>
                    </a:cubicBezTo>
                    <a:cubicBezTo>
                      <a:pt x="67" y="67"/>
                      <a:pt x="67" y="67"/>
                      <a:pt x="67" y="67"/>
                    </a:cubicBezTo>
                    <a:cubicBezTo>
                      <a:pt x="68" y="69"/>
                      <a:pt x="69" y="67"/>
                      <a:pt x="70" y="67"/>
                    </a:cubicBezTo>
                    <a:cubicBezTo>
                      <a:pt x="70" y="66"/>
                      <a:pt x="70" y="64"/>
                      <a:pt x="71" y="64"/>
                    </a:cubicBezTo>
                    <a:cubicBezTo>
                      <a:pt x="71" y="61"/>
                      <a:pt x="71" y="66"/>
                      <a:pt x="72" y="67"/>
                    </a:cubicBezTo>
                    <a:cubicBezTo>
                      <a:pt x="72" y="66"/>
                      <a:pt x="73" y="66"/>
                      <a:pt x="73" y="66"/>
                    </a:cubicBezTo>
                    <a:cubicBezTo>
                      <a:pt x="73" y="66"/>
                      <a:pt x="73" y="66"/>
                      <a:pt x="73" y="66"/>
                    </a:cubicBezTo>
                    <a:cubicBezTo>
                      <a:pt x="73" y="65"/>
                      <a:pt x="73" y="65"/>
                      <a:pt x="74" y="65"/>
                    </a:cubicBezTo>
                    <a:cubicBezTo>
                      <a:pt x="74" y="66"/>
                      <a:pt x="74" y="66"/>
                      <a:pt x="74" y="66"/>
                    </a:cubicBezTo>
                    <a:cubicBezTo>
                      <a:pt x="74" y="66"/>
                      <a:pt x="75" y="67"/>
                      <a:pt x="75" y="67"/>
                    </a:cubicBezTo>
                    <a:cubicBezTo>
                      <a:pt x="75" y="65"/>
                      <a:pt x="76" y="66"/>
                      <a:pt x="76" y="64"/>
                    </a:cubicBezTo>
                    <a:cubicBezTo>
                      <a:pt x="76" y="65"/>
                      <a:pt x="76" y="65"/>
                      <a:pt x="76" y="65"/>
                    </a:cubicBezTo>
                    <a:cubicBezTo>
                      <a:pt x="76" y="63"/>
                      <a:pt x="76" y="63"/>
                      <a:pt x="76" y="63"/>
                    </a:cubicBezTo>
                    <a:cubicBezTo>
                      <a:pt x="77" y="64"/>
                      <a:pt x="77" y="64"/>
                      <a:pt x="77" y="64"/>
                    </a:cubicBezTo>
                    <a:cubicBezTo>
                      <a:pt x="77" y="66"/>
                      <a:pt x="77" y="66"/>
                      <a:pt x="77" y="66"/>
                    </a:cubicBezTo>
                    <a:cubicBezTo>
                      <a:pt x="78" y="67"/>
                      <a:pt x="77" y="64"/>
                      <a:pt x="77" y="63"/>
                    </a:cubicBezTo>
                    <a:cubicBezTo>
                      <a:pt x="77" y="62"/>
                      <a:pt x="78" y="64"/>
                      <a:pt x="78" y="64"/>
                    </a:cubicBezTo>
                    <a:cubicBezTo>
                      <a:pt x="78" y="65"/>
                      <a:pt x="78" y="64"/>
                      <a:pt x="77" y="64"/>
                    </a:cubicBezTo>
                    <a:cubicBezTo>
                      <a:pt x="77" y="66"/>
                      <a:pt x="78" y="65"/>
                      <a:pt x="78" y="66"/>
                    </a:cubicBezTo>
                    <a:cubicBezTo>
                      <a:pt x="78" y="66"/>
                      <a:pt x="78" y="64"/>
                      <a:pt x="78" y="64"/>
                    </a:cubicBezTo>
                    <a:cubicBezTo>
                      <a:pt x="79" y="64"/>
                      <a:pt x="79" y="64"/>
                      <a:pt x="80" y="65"/>
                    </a:cubicBezTo>
                    <a:cubicBezTo>
                      <a:pt x="80" y="64"/>
                      <a:pt x="80" y="65"/>
                      <a:pt x="80" y="64"/>
                    </a:cubicBezTo>
                    <a:cubicBezTo>
                      <a:pt x="80" y="64"/>
                      <a:pt x="79" y="63"/>
                      <a:pt x="79" y="62"/>
                    </a:cubicBezTo>
                    <a:cubicBezTo>
                      <a:pt x="79" y="62"/>
                      <a:pt x="80" y="61"/>
                      <a:pt x="80" y="62"/>
                    </a:cubicBezTo>
                    <a:cubicBezTo>
                      <a:pt x="80" y="63"/>
                      <a:pt x="80" y="63"/>
                      <a:pt x="80" y="63"/>
                    </a:cubicBezTo>
                    <a:cubicBezTo>
                      <a:pt x="80" y="62"/>
                      <a:pt x="81" y="62"/>
                      <a:pt x="80" y="61"/>
                    </a:cubicBezTo>
                    <a:cubicBezTo>
                      <a:pt x="81" y="63"/>
                      <a:pt x="81" y="63"/>
                      <a:pt x="81" y="63"/>
                    </a:cubicBezTo>
                    <a:cubicBezTo>
                      <a:pt x="81" y="62"/>
                      <a:pt x="81" y="62"/>
                      <a:pt x="82" y="61"/>
                    </a:cubicBezTo>
                    <a:cubicBezTo>
                      <a:pt x="82" y="63"/>
                      <a:pt x="82" y="65"/>
                      <a:pt x="83" y="65"/>
                    </a:cubicBezTo>
                    <a:cubicBezTo>
                      <a:pt x="83" y="63"/>
                      <a:pt x="83" y="63"/>
                      <a:pt x="83" y="63"/>
                    </a:cubicBezTo>
                    <a:cubicBezTo>
                      <a:pt x="84" y="63"/>
                      <a:pt x="84" y="64"/>
                      <a:pt x="84" y="65"/>
                    </a:cubicBezTo>
                    <a:cubicBezTo>
                      <a:pt x="85" y="65"/>
                      <a:pt x="84" y="60"/>
                      <a:pt x="85" y="61"/>
                    </a:cubicBezTo>
                    <a:cubicBezTo>
                      <a:pt x="85" y="63"/>
                      <a:pt x="86" y="63"/>
                      <a:pt x="86" y="64"/>
                    </a:cubicBezTo>
                    <a:cubicBezTo>
                      <a:pt x="86" y="63"/>
                      <a:pt x="86" y="63"/>
                      <a:pt x="86" y="62"/>
                    </a:cubicBezTo>
                    <a:cubicBezTo>
                      <a:pt x="86" y="62"/>
                      <a:pt x="86" y="64"/>
                      <a:pt x="86" y="63"/>
                    </a:cubicBezTo>
                    <a:cubicBezTo>
                      <a:pt x="85" y="61"/>
                      <a:pt x="86" y="62"/>
                      <a:pt x="86" y="61"/>
                    </a:cubicBezTo>
                    <a:cubicBezTo>
                      <a:pt x="88" y="65"/>
                      <a:pt x="89" y="62"/>
                      <a:pt x="91" y="64"/>
                    </a:cubicBezTo>
                    <a:cubicBezTo>
                      <a:pt x="90" y="61"/>
                      <a:pt x="91" y="63"/>
                      <a:pt x="91" y="62"/>
                    </a:cubicBezTo>
                    <a:cubicBezTo>
                      <a:pt x="92" y="64"/>
                      <a:pt x="92" y="61"/>
                      <a:pt x="93" y="63"/>
                    </a:cubicBezTo>
                    <a:cubicBezTo>
                      <a:pt x="92" y="60"/>
                      <a:pt x="92" y="60"/>
                      <a:pt x="92" y="60"/>
                    </a:cubicBezTo>
                    <a:cubicBezTo>
                      <a:pt x="93" y="61"/>
                      <a:pt x="92" y="56"/>
                      <a:pt x="94" y="59"/>
                    </a:cubicBezTo>
                    <a:cubicBezTo>
                      <a:pt x="94" y="60"/>
                      <a:pt x="94" y="61"/>
                      <a:pt x="94" y="61"/>
                    </a:cubicBezTo>
                    <a:cubicBezTo>
                      <a:pt x="95" y="64"/>
                      <a:pt x="95" y="59"/>
                      <a:pt x="96" y="62"/>
                    </a:cubicBezTo>
                    <a:cubicBezTo>
                      <a:pt x="96" y="61"/>
                      <a:pt x="95" y="59"/>
                      <a:pt x="96" y="58"/>
                    </a:cubicBezTo>
                    <a:cubicBezTo>
                      <a:pt x="96" y="59"/>
                      <a:pt x="98" y="60"/>
                      <a:pt x="98" y="60"/>
                    </a:cubicBezTo>
                    <a:cubicBezTo>
                      <a:pt x="98" y="60"/>
                      <a:pt x="98" y="59"/>
                      <a:pt x="98" y="60"/>
                    </a:cubicBezTo>
                    <a:cubicBezTo>
                      <a:pt x="99" y="61"/>
                      <a:pt x="98" y="61"/>
                      <a:pt x="98" y="61"/>
                    </a:cubicBezTo>
                    <a:cubicBezTo>
                      <a:pt x="99" y="62"/>
                      <a:pt x="99" y="60"/>
                      <a:pt x="100" y="59"/>
                    </a:cubicBezTo>
                    <a:cubicBezTo>
                      <a:pt x="101" y="61"/>
                      <a:pt x="101" y="60"/>
                      <a:pt x="102" y="61"/>
                    </a:cubicBezTo>
                    <a:cubicBezTo>
                      <a:pt x="102" y="58"/>
                      <a:pt x="104" y="61"/>
                      <a:pt x="103" y="58"/>
                    </a:cubicBezTo>
                    <a:cubicBezTo>
                      <a:pt x="103" y="59"/>
                      <a:pt x="103" y="59"/>
                      <a:pt x="103" y="59"/>
                    </a:cubicBezTo>
                    <a:cubicBezTo>
                      <a:pt x="104" y="58"/>
                      <a:pt x="103" y="56"/>
                      <a:pt x="104" y="56"/>
                    </a:cubicBezTo>
                    <a:cubicBezTo>
                      <a:pt x="104" y="58"/>
                      <a:pt x="104" y="58"/>
                      <a:pt x="104" y="58"/>
                    </a:cubicBezTo>
                    <a:cubicBezTo>
                      <a:pt x="105" y="61"/>
                      <a:pt x="105" y="58"/>
                      <a:pt x="105" y="59"/>
                    </a:cubicBezTo>
                    <a:cubicBezTo>
                      <a:pt x="105" y="58"/>
                      <a:pt x="106" y="59"/>
                      <a:pt x="106" y="58"/>
                    </a:cubicBezTo>
                    <a:cubicBezTo>
                      <a:pt x="106" y="57"/>
                      <a:pt x="106" y="57"/>
                      <a:pt x="106" y="57"/>
                    </a:cubicBezTo>
                    <a:cubicBezTo>
                      <a:pt x="106" y="56"/>
                      <a:pt x="106" y="56"/>
                      <a:pt x="106" y="56"/>
                    </a:cubicBezTo>
                    <a:cubicBezTo>
                      <a:pt x="107" y="55"/>
                      <a:pt x="107" y="58"/>
                      <a:pt x="107" y="58"/>
                    </a:cubicBezTo>
                    <a:cubicBezTo>
                      <a:pt x="107" y="59"/>
                      <a:pt x="108" y="58"/>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9" y="57"/>
                    </a:cubicBezTo>
                    <a:cubicBezTo>
                      <a:pt x="109" y="57"/>
                      <a:pt x="109" y="57"/>
                      <a:pt x="109" y="57"/>
                    </a:cubicBezTo>
                    <a:cubicBezTo>
                      <a:pt x="109" y="57"/>
                      <a:pt x="109" y="57"/>
                      <a:pt x="109" y="58"/>
                    </a:cubicBezTo>
                    <a:cubicBezTo>
                      <a:pt x="109" y="59"/>
                      <a:pt x="109" y="59"/>
                      <a:pt x="109" y="59"/>
                    </a:cubicBezTo>
                    <a:cubicBezTo>
                      <a:pt x="110" y="59"/>
                      <a:pt x="110" y="57"/>
                      <a:pt x="110" y="57"/>
                    </a:cubicBezTo>
                    <a:cubicBezTo>
                      <a:pt x="111" y="58"/>
                      <a:pt x="113" y="56"/>
                      <a:pt x="113" y="55"/>
                    </a:cubicBezTo>
                    <a:cubicBezTo>
                      <a:pt x="113" y="55"/>
                      <a:pt x="113" y="56"/>
                      <a:pt x="113" y="55"/>
                    </a:cubicBezTo>
                    <a:cubicBezTo>
                      <a:pt x="114" y="55"/>
                      <a:pt x="114" y="53"/>
                      <a:pt x="114" y="54"/>
                    </a:cubicBezTo>
                    <a:cubicBezTo>
                      <a:pt x="114" y="54"/>
                      <a:pt x="115" y="55"/>
                      <a:pt x="115" y="55"/>
                    </a:cubicBezTo>
                    <a:cubicBezTo>
                      <a:pt x="115" y="56"/>
                      <a:pt x="115" y="54"/>
                      <a:pt x="115" y="54"/>
                    </a:cubicBezTo>
                    <a:cubicBezTo>
                      <a:pt x="116" y="56"/>
                      <a:pt x="116" y="52"/>
                      <a:pt x="118" y="53"/>
                    </a:cubicBezTo>
                    <a:cubicBezTo>
                      <a:pt x="118" y="53"/>
                      <a:pt x="118" y="54"/>
                      <a:pt x="118" y="55"/>
                    </a:cubicBezTo>
                    <a:cubicBezTo>
                      <a:pt x="119" y="54"/>
                      <a:pt x="119" y="53"/>
                      <a:pt x="120" y="51"/>
                    </a:cubicBezTo>
                    <a:cubicBezTo>
                      <a:pt x="120" y="53"/>
                      <a:pt x="120" y="53"/>
                      <a:pt x="120" y="53"/>
                    </a:cubicBezTo>
                    <a:cubicBezTo>
                      <a:pt x="120" y="52"/>
                      <a:pt x="121" y="52"/>
                      <a:pt x="121" y="51"/>
                    </a:cubicBezTo>
                    <a:cubicBezTo>
                      <a:pt x="120" y="50"/>
                      <a:pt x="120" y="48"/>
                      <a:pt x="121" y="49"/>
                    </a:cubicBezTo>
                    <a:cubicBezTo>
                      <a:pt x="121" y="49"/>
                      <a:pt x="121" y="49"/>
                      <a:pt x="121" y="49"/>
                    </a:cubicBezTo>
                    <a:cubicBezTo>
                      <a:pt x="122" y="48"/>
                      <a:pt x="122" y="48"/>
                      <a:pt x="122" y="48"/>
                    </a:cubicBezTo>
                    <a:cubicBezTo>
                      <a:pt x="122" y="48"/>
                      <a:pt x="122" y="48"/>
                      <a:pt x="122" y="49"/>
                    </a:cubicBezTo>
                    <a:cubicBezTo>
                      <a:pt x="123" y="51"/>
                      <a:pt x="124" y="50"/>
                      <a:pt x="124" y="50"/>
                    </a:cubicBezTo>
                    <a:cubicBezTo>
                      <a:pt x="124" y="49"/>
                      <a:pt x="124" y="49"/>
                      <a:pt x="124" y="49"/>
                    </a:cubicBezTo>
                    <a:cubicBezTo>
                      <a:pt x="124" y="48"/>
                      <a:pt x="125" y="50"/>
                      <a:pt x="125" y="50"/>
                    </a:cubicBezTo>
                    <a:cubicBezTo>
                      <a:pt x="125" y="45"/>
                      <a:pt x="125" y="45"/>
                      <a:pt x="125" y="45"/>
                    </a:cubicBezTo>
                    <a:cubicBezTo>
                      <a:pt x="125" y="45"/>
                      <a:pt x="126" y="47"/>
                      <a:pt x="126" y="48"/>
                    </a:cubicBezTo>
                    <a:cubicBezTo>
                      <a:pt x="127" y="47"/>
                      <a:pt x="126" y="44"/>
                      <a:pt x="126" y="42"/>
                    </a:cubicBezTo>
                    <a:cubicBezTo>
                      <a:pt x="127" y="43"/>
                      <a:pt x="127" y="41"/>
                      <a:pt x="127" y="41"/>
                    </a:cubicBezTo>
                    <a:cubicBezTo>
                      <a:pt x="128" y="42"/>
                      <a:pt x="127" y="41"/>
                      <a:pt x="127" y="42"/>
                    </a:cubicBezTo>
                    <a:cubicBezTo>
                      <a:pt x="128" y="43"/>
                      <a:pt x="128" y="43"/>
                      <a:pt x="128" y="43"/>
                    </a:cubicBezTo>
                    <a:cubicBezTo>
                      <a:pt x="128" y="44"/>
                      <a:pt x="129" y="46"/>
                      <a:pt x="129" y="47"/>
                    </a:cubicBezTo>
                    <a:cubicBezTo>
                      <a:pt x="129" y="46"/>
                      <a:pt x="131" y="46"/>
                      <a:pt x="132" y="46"/>
                    </a:cubicBezTo>
                    <a:cubicBezTo>
                      <a:pt x="130" y="44"/>
                      <a:pt x="132" y="45"/>
                      <a:pt x="132" y="42"/>
                    </a:cubicBezTo>
                    <a:cubicBezTo>
                      <a:pt x="132" y="41"/>
                      <a:pt x="133" y="44"/>
                      <a:pt x="133" y="44"/>
                    </a:cubicBezTo>
                    <a:cubicBezTo>
                      <a:pt x="134" y="43"/>
                      <a:pt x="135" y="44"/>
                      <a:pt x="136" y="43"/>
                    </a:cubicBezTo>
                    <a:cubicBezTo>
                      <a:pt x="136" y="43"/>
                      <a:pt x="136" y="43"/>
                      <a:pt x="136" y="43"/>
                    </a:cubicBezTo>
                    <a:cubicBezTo>
                      <a:pt x="136" y="42"/>
                      <a:pt x="138" y="43"/>
                      <a:pt x="138" y="40"/>
                    </a:cubicBezTo>
                    <a:cubicBezTo>
                      <a:pt x="138" y="42"/>
                      <a:pt x="138" y="42"/>
                      <a:pt x="138" y="42"/>
                    </a:cubicBezTo>
                    <a:cubicBezTo>
                      <a:pt x="139" y="42"/>
                      <a:pt x="137" y="39"/>
                      <a:pt x="139" y="40"/>
                    </a:cubicBezTo>
                    <a:cubicBezTo>
                      <a:pt x="139" y="41"/>
                      <a:pt x="139" y="41"/>
                      <a:pt x="139" y="41"/>
                    </a:cubicBezTo>
                    <a:cubicBezTo>
                      <a:pt x="139" y="40"/>
                      <a:pt x="140" y="42"/>
                      <a:pt x="140" y="39"/>
                    </a:cubicBezTo>
                    <a:cubicBezTo>
                      <a:pt x="141" y="41"/>
                      <a:pt x="141" y="41"/>
                      <a:pt x="141" y="41"/>
                    </a:cubicBezTo>
                    <a:cubicBezTo>
                      <a:pt x="141" y="40"/>
                      <a:pt x="142" y="40"/>
                      <a:pt x="142" y="38"/>
                    </a:cubicBezTo>
                    <a:cubicBezTo>
                      <a:pt x="142" y="40"/>
                      <a:pt x="142" y="40"/>
                      <a:pt x="142" y="40"/>
                    </a:cubicBezTo>
                    <a:cubicBezTo>
                      <a:pt x="143" y="41"/>
                      <a:pt x="142" y="38"/>
                      <a:pt x="143" y="38"/>
                    </a:cubicBezTo>
                    <a:cubicBezTo>
                      <a:pt x="143" y="38"/>
                      <a:pt x="144" y="39"/>
                      <a:pt x="144" y="39"/>
                    </a:cubicBezTo>
                    <a:cubicBezTo>
                      <a:pt x="143" y="38"/>
                      <a:pt x="144" y="38"/>
                      <a:pt x="144" y="37"/>
                    </a:cubicBezTo>
                    <a:cubicBezTo>
                      <a:pt x="146" y="39"/>
                      <a:pt x="146" y="39"/>
                      <a:pt x="146" y="39"/>
                    </a:cubicBezTo>
                    <a:cubicBezTo>
                      <a:pt x="149" y="37"/>
                      <a:pt x="152" y="36"/>
                      <a:pt x="154" y="33"/>
                    </a:cubicBezTo>
                    <a:cubicBezTo>
                      <a:pt x="156" y="35"/>
                      <a:pt x="154" y="35"/>
                      <a:pt x="155" y="36"/>
                    </a:cubicBezTo>
                    <a:cubicBezTo>
                      <a:pt x="154" y="34"/>
                      <a:pt x="155" y="35"/>
                      <a:pt x="156" y="34"/>
                    </a:cubicBezTo>
                    <a:cubicBezTo>
                      <a:pt x="156" y="34"/>
                      <a:pt x="156" y="34"/>
                      <a:pt x="156" y="34"/>
                    </a:cubicBezTo>
                    <a:cubicBezTo>
                      <a:pt x="156" y="34"/>
                      <a:pt x="157" y="35"/>
                      <a:pt x="157" y="34"/>
                    </a:cubicBezTo>
                    <a:cubicBezTo>
                      <a:pt x="157" y="34"/>
                      <a:pt x="157" y="34"/>
                      <a:pt x="157" y="34"/>
                    </a:cubicBezTo>
                    <a:cubicBezTo>
                      <a:pt x="157" y="32"/>
                      <a:pt x="159" y="36"/>
                      <a:pt x="158" y="33"/>
                    </a:cubicBezTo>
                    <a:cubicBezTo>
                      <a:pt x="159" y="34"/>
                      <a:pt x="159" y="34"/>
                      <a:pt x="159" y="34"/>
                    </a:cubicBezTo>
                    <a:cubicBezTo>
                      <a:pt x="158" y="32"/>
                      <a:pt x="160" y="35"/>
                      <a:pt x="160" y="33"/>
                    </a:cubicBezTo>
                    <a:cubicBezTo>
                      <a:pt x="160" y="33"/>
                      <a:pt x="160" y="33"/>
                      <a:pt x="160" y="33"/>
                    </a:cubicBezTo>
                    <a:cubicBezTo>
                      <a:pt x="161" y="34"/>
                      <a:pt x="160" y="30"/>
                      <a:pt x="161" y="32"/>
                    </a:cubicBezTo>
                    <a:cubicBezTo>
                      <a:pt x="162" y="31"/>
                      <a:pt x="162" y="30"/>
                      <a:pt x="161" y="28"/>
                    </a:cubicBezTo>
                    <a:cubicBezTo>
                      <a:pt x="162" y="30"/>
                      <a:pt x="162" y="30"/>
                      <a:pt x="162" y="30"/>
                    </a:cubicBezTo>
                    <a:cubicBezTo>
                      <a:pt x="164" y="28"/>
                      <a:pt x="167" y="27"/>
                      <a:pt x="167" y="24"/>
                    </a:cubicBezTo>
                    <a:cubicBezTo>
                      <a:pt x="168" y="25"/>
                      <a:pt x="168" y="25"/>
                      <a:pt x="168" y="25"/>
                    </a:cubicBezTo>
                    <a:cubicBezTo>
                      <a:pt x="167" y="22"/>
                      <a:pt x="171" y="25"/>
                      <a:pt x="170" y="21"/>
                    </a:cubicBezTo>
                    <a:cubicBezTo>
                      <a:pt x="169" y="19"/>
                      <a:pt x="169" y="19"/>
                      <a:pt x="169" y="19"/>
                    </a:cubicBezTo>
                    <a:cubicBezTo>
                      <a:pt x="171" y="21"/>
                      <a:pt x="171" y="21"/>
                      <a:pt x="171" y="21"/>
                    </a:cubicBezTo>
                    <a:cubicBezTo>
                      <a:pt x="170" y="20"/>
                      <a:pt x="172" y="20"/>
                      <a:pt x="171" y="19"/>
                    </a:cubicBezTo>
                    <a:cubicBezTo>
                      <a:pt x="171" y="19"/>
                      <a:pt x="171" y="19"/>
                      <a:pt x="172" y="20"/>
                    </a:cubicBezTo>
                    <a:cubicBezTo>
                      <a:pt x="172" y="20"/>
                      <a:pt x="171" y="17"/>
                      <a:pt x="172" y="17"/>
                    </a:cubicBezTo>
                    <a:cubicBezTo>
                      <a:pt x="173" y="18"/>
                      <a:pt x="173" y="18"/>
                      <a:pt x="173" y="18"/>
                    </a:cubicBezTo>
                    <a:cubicBezTo>
                      <a:pt x="177" y="19"/>
                      <a:pt x="182" y="18"/>
                      <a:pt x="181" y="13"/>
                    </a:cubicBezTo>
                    <a:cubicBezTo>
                      <a:pt x="181" y="12"/>
                      <a:pt x="183" y="14"/>
                      <a:pt x="183" y="14"/>
                    </a:cubicBezTo>
                    <a:cubicBezTo>
                      <a:pt x="182" y="10"/>
                      <a:pt x="188" y="11"/>
                      <a:pt x="186" y="6"/>
                    </a:cubicBezTo>
                    <a:cubicBezTo>
                      <a:pt x="186" y="4"/>
                      <a:pt x="182" y="0"/>
                      <a:pt x="182" y="0"/>
                    </a:cubicBezTo>
                    <a:cubicBezTo>
                      <a:pt x="180" y="4"/>
                      <a:pt x="176" y="5"/>
                      <a:pt x="171" y="6"/>
                    </a:cubicBezTo>
                    <a:cubicBezTo>
                      <a:pt x="171" y="7"/>
                      <a:pt x="170" y="9"/>
                      <a:pt x="169" y="9"/>
                    </a:cubicBezTo>
                    <a:cubicBezTo>
                      <a:pt x="165" y="12"/>
                      <a:pt x="158" y="11"/>
                      <a:pt x="154" y="16"/>
                    </a:cubicBezTo>
                    <a:cubicBezTo>
                      <a:pt x="155" y="16"/>
                      <a:pt x="155" y="18"/>
                      <a:pt x="155" y="18"/>
                    </a:cubicBezTo>
                    <a:cubicBezTo>
                      <a:pt x="155" y="18"/>
                      <a:pt x="155" y="18"/>
                      <a:pt x="155" y="18"/>
                    </a:cubicBezTo>
                    <a:cubicBezTo>
                      <a:pt x="155" y="19"/>
                      <a:pt x="155" y="19"/>
                      <a:pt x="155" y="19"/>
                    </a:cubicBezTo>
                    <a:cubicBezTo>
                      <a:pt x="155" y="19"/>
                      <a:pt x="154" y="18"/>
                      <a:pt x="154" y="17"/>
                    </a:cubicBezTo>
                    <a:cubicBezTo>
                      <a:pt x="153" y="19"/>
                      <a:pt x="151" y="20"/>
                      <a:pt x="149" y="20"/>
                    </a:cubicBezTo>
                    <a:cubicBezTo>
                      <a:pt x="150" y="22"/>
                      <a:pt x="148" y="21"/>
                      <a:pt x="149" y="23"/>
                    </a:cubicBezTo>
                    <a:cubicBezTo>
                      <a:pt x="148" y="22"/>
                      <a:pt x="148" y="22"/>
                      <a:pt x="148" y="22"/>
                    </a:cubicBezTo>
                    <a:cubicBezTo>
                      <a:pt x="147" y="24"/>
                      <a:pt x="147" y="24"/>
                      <a:pt x="145" y="22"/>
                    </a:cubicBezTo>
                    <a:cubicBezTo>
                      <a:pt x="139" y="23"/>
                      <a:pt x="134" y="27"/>
                      <a:pt x="128" y="28"/>
                    </a:cubicBezTo>
                    <a:cubicBezTo>
                      <a:pt x="123" y="30"/>
                      <a:pt x="118" y="35"/>
                      <a:pt x="112" y="37"/>
                    </a:cubicBezTo>
                    <a:cubicBezTo>
                      <a:pt x="112" y="40"/>
                      <a:pt x="110" y="39"/>
                      <a:pt x="110" y="42"/>
                    </a:cubicBezTo>
                    <a:cubicBezTo>
                      <a:pt x="110" y="41"/>
                      <a:pt x="110" y="41"/>
                      <a:pt x="110" y="41"/>
                    </a:cubicBezTo>
                    <a:cubicBezTo>
                      <a:pt x="109" y="43"/>
                      <a:pt x="109" y="41"/>
                      <a:pt x="107" y="40"/>
                    </a:cubicBezTo>
                    <a:cubicBezTo>
                      <a:pt x="107" y="42"/>
                      <a:pt x="107" y="41"/>
                      <a:pt x="107" y="43"/>
                    </a:cubicBezTo>
                    <a:cubicBezTo>
                      <a:pt x="107" y="45"/>
                      <a:pt x="106" y="40"/>
                      <a:pt x="106" y="41"/>
                    </a:cubicBezTo>
                    <a:cubicBezTo>
                      <a:pt x="105" y="41"/>
                      <a:pt x="106" y="42"/>
                      <a:pt x="106" y="42"/>
                    </a:cubicBezTo>
                    <a:cubicBezTo>
                      <a:pt x="105" y="45"/>
                      <a:pt x="106" y="41"/>
                      <a:pt x="103" y="39"/>
                    </a:cubicBezTo>
                    <a:cubicBezTo>
                      <a:pt x="101" y="41"/>
                      <a:pt x="98" y="44"/>
                      <a:pt x="95" y="43"/>
                    </a:cubicBezTo>
                    <a:cubicBezTo>
                      <a:pt x="95" y="43"/>
                      <a:pt x="96" y="44"/>
                      <a:pt x="96" y="44"/>
                    </a:cubicBezTo>
                    <a:cubicBezTo>
                      <a:pt x="95" y="41"/>
                      <a:pt x="95" y="46"/>
                      <a:pt x="94" y="44"/>
                    </a:cubicBezTo>
                    <a:cubicBezTo>
                      <a:pt x="94" y="44"/>
                      <a:pt x="94" y="43"/>
                      <a:pt x="94" y="43"/>
                    </a:cubicBezTo>
                    <a:cubicBezTo>
                      <a:pt x="93" y="42"/>
                      <a:pt x="92" y="44"/>
                      <a:pt x="91" y="43"/>
                    </a:cubicBezTo>
                    <a:cubicBezTo>
                      <a:pt x="90" y="45"/>
                      <a:pt x="88" y="42"/>
                      <a:pt x="88" y="44"/>
                    </a:cubicBezTo>
                    <a:cubicBezTo>
                      <a:pt x="88" y="43"/>
                      <a:pt x="87" y="43"/>
                      <a:pt x="87" y="43"/>
                    </a:cubicBezTo>
                    <a:cubicBezTo>
                      <a:pt x="87" y="47"/>
                      <a:pt x="84" y="42"/>
                      <a:pt x="84" y="44"/>
                    </a:cubicBezTo>
                    <a:cubicBezTo>
                      <a:pt x="84" y="44"/>
                      <a:pt x="84" y="44"/>
                      <a:pt x="84" y="44"/>
                    </a:cubicBezTo>
                    <a:cubicBezTo>
                      <a:pt x="81" y="45"/>
                      <a:pt x="77" y="45"/>
                      <a:pt x="75" y="47"/>
                    </a:cubicBezTo>
                    <a:cubicBezTo>
                      <a:pt x="73" y="47"/>
                      <a:pt x="70" y="44"/>
                      <a:pt x="69" y="46"/>
                    </a:cubicBezTo>
                    <a:cubicBezTo>
                      <a:pt x="69" y="48"/>
                      <a:pt x="69" y="48"/>
                      <a:pt x="69" y="48"/>
                    </a:cubicBezTo>
                    <a:cubicBezTo>
                      <a:pt x="68" y="48"/>
                      <a:pt x="69" y="47"/>
                      <a:pt x="68" y="46"/>
                    </a:cubicBezTo>
                    <a:cubicBezTo>
                      <a:pt x="68" y="48"/>
                      <a:pt x="66" y="47"/>
                      <a:pt x="65" y="47"/>
                    </a:cubicBezTo>
                    <a:cubicBezTo>
                      <a:pt x="65" y="47"/>
                      <a:pt x="65" y="48"/>
                      <a:pt x="65" y="49"/>
                    </a:cubicBezTo>
                    <a:cubicBezTo>
                      <a:pt x="63" y="46"/>
                      <a:pt x="62" y="50"/>
                      <a:pt x="60" y="48"/>
                    </a:cubicBezTo>
                    <a:cubicBezTo>
                      <a:pt x="61" y="51"/>
                      <a:pt x="60" y="50"/>
                      <a:pt x="59" y="51"/>
                    </a:cubicBezTo>
                    <a:cubicBezTo>
                      <a:pt x="59" y="51"/>
                      <a:pt x="59" y="50"/>
                      <a:pt x="59" y="49"/>
                    </a:cubicBezTo>
                    <a:cubicBezTo>
                      <a:pt x="58" y="50"/>
                      <a:pt x="57" y="50"/>
                      <a:pt x="56" y="49"/>
                    </a:cubicBezTo>
                    <a:cubicBezTo>
                      <a:pt x="56" y="49"/>
                      <a:pt x="56" y="51"/>
                      <a:pt x="55" y="51"/>
                    </a:cubicBezTo>
                    <a:cubicBezTo>
                      <a:pt x="54" y="49"/>
                      <a:pt x="54" y="51"/>
                      <a:pt x="53" y="50"/>
                    </a:cubicBezTo>
                    <a:cubicBezTo>
                      <a:pt x="54" y="52"/>
                      <a:pt x="52" y="54"/>
                      <a:pt x="52" y="53"/>
                    </a:cubicBezTo>
                    <a:cubicBezTo>
                      <a:pt x="52" y="50"/>
                      <a:pt x="52" y="50"/>
                      <a:pt x="52" y="50"/>
                    </a:cubicBezTo>
                    <a:cubicBezTo>
                      <a:pt x="50" y="52"/>
                      <a:pt x="47" y="49"/>
                      <a:pt x="44" y="52"/>
                    </a:cubicBezTo>
                    <a:cubicBezTo>
                      <a:pt x="44" y="51"/>
                      <a:pt x="44" y="51"/>
                      <a:pt x="44" y="51"/>
                    </a:cubicBezTo>
                    <a:cubicBezTo>
                      <a:pt x="42" y="53"/>
                      <a:pt x="39" y="51"/>
                      <a:pt x="37" y="54"/>
                    </a:cubicBezTo>
                    <a:cubicBezTo>
                      <a:pt x="36" y="53"/>
                      <a:pt x="35" y="52"/>
                      <a:pt x="35" y="52"/>
                    </a:cubicBezTo>
                    <a:cubicBezTo>
                      <a:pt x="34" y="53"/>
                      <a:pt x="33" y="53"/>
                      <a:pt x="32" y="55"/>
                    </a:cubicBezTo>
                    <a:cubicBezTo>
                      <a:pt x="32" y="56"/>
                      <a:pt x="32" y="54"/>
                      <a:pt x="32" y="54"/>
                    </a:cubicBezTo>
                    <a:cubicBezTo>
                      <a:pt x="31" y="53"/>
                      <a:pt x="30" y="51"/>
                      <a:pt x="29" y="53"/>
                    </a:cubicBezTo>
                    <a:cubicBezTo>
                      <a:pt x="29" y="52"/>
                      <a:pt x="29" y="52"/>
                      <a:pt x="29" y="52"/>
                    </a:cubicBezTo>
                    <a:cubicBezTo>
                      <a:pt x="28" y="53"/>
                      <a:pt x="27" y="55"/>
                      <a:pt x="26" y="53"/>
                    </a:cubicBezTo>
                    <a:cubicBezTo>
                      <a:pt x="25" y="54"/>
                      <a:pt x="24" y="55"/>
                      <a:pt x="25" y="56"/>
                    </a:cubicBezTo>
                    <a:cubicBezTo>
                      <a:pt x="24" y="56"/>
                      <a:pt x="25" y="54"/>
                      <a:pt x="24" y="55"/>
                    </a:cubicBezTo>
                    <a:cubicBezTo>
                      <a:pt x="25" y="53"/>
                      <a:pt x="25" y="53"/>
                      <a:pt x="25" y="53"/>
                    </a:cubicBezTo>
                    <a:cubicBezTo>
                      <a:pt x="23" y="52"/>
                      <a:pt x="21" y="53"/>
                      <a:pt x="19" y="53"/>
                    </a:cubicBezTo>
                    <a:cubicBezTo>
                      <a:pt x="19" y="51"/>
                      <a:pt x="17" y="53"/>
                      <a:pt x="16" y="51"/>
                    </a:cubicBezTo>
                    <a:cubicBezTo>
                      <a:pt x="15" y="52"/>
                      <a:pt x="15" y="50"/>
                      <a:pt x="13" y="53"/>
                    </a:cubicBezTo>
                    <a:cubicBezTo>
                      <a:pt x="14" y="51"/>
                      <a:pt x="14" y="51"/>
                      <a:pt x="14" y="51"/>
                    </a:cubicBezTo>
                    <a:cubicBezTo>
                      <a:pt x="13" y="51"/>
                      <a:pt x="12" y="51"/>
                      <a:pt x="11" y="49"/>
                    </a:cubicBezTo>
                    <a:cubicBezTo>
                      <a:pt x="11" y="49"/>
                      <a:pt x="10" y="50"/>
                      <a:pt x="9" y="51"/>
                    </a:cubicBezTo>
                    <a:cubicBezTo>
                      <a:pt x="10" y="49"/>
                      <a:pt x="10" y="49"/>
                      <a:pt x="10" y="49"/>
                    </a:cubicBezTo>
                    <a:cubicBezTo>
                      <a:pt x="9" y="50"/>
                      <a:pt x="7" y="51"/>
                      <a:pt x="6" y="52"/>
                    </a:cubicBezTo>
                    <a:cubicBezTo>
                      <a:pt x="6" y="51"/>
                      <a:pt x="6" y="52"/>
                      <a:pt x="6" y="51"/>
                    </a:cubicBezTo>
                    <a:cubicBezTo>
                      <a:pt x="7" y="51"/>
                      <a:pt x="8" y="50"/>
                      <a:pt x="9" y="48"/>
                    </a:cubicBezTo>
                    <a:cubicBezTo>
                      <a:pt x="9" y="48"/>
                      <a:pt x="6" y="50"/>
                      <a:pt x="7" y="48"/>
                    </a:cubicBezTo>
                    <a:cubicBezTo>
                      <a:pt x="7" y="47"/>
                      <a:pt x="7" y="47"/>
                      <a:pt x="5" y="49"/>
                    </a:cubicBezTo>
                    <a:cubicBezTo>
                      <a:pt x="6" y="48"/>
                      <a:pt x="6" y="48"/>
                      <a:pt x="7" y="47"/>
                    </a:cubicBezTo>
                    <a:cubicBezTo>
                      <a:pt x="6" y="47"/>
                      <a:pt x="6" y="47"/>
                      <a:pt x="5" y="47"/>
                    </a:cubicBezTo>
                    <a:cubicBezTo>
                      <a:pt x="6" y="47"/>
                      <a:pt x="5" y="47"/>
                      <a:pt x="5" y="48"/>
                    </a:cubicBezTo>
                    <a:cubicBezTo>
                      <a:pt x="4" y="48"/>
                      <a:pt x="4" y="48"/>
                      <a:pt x="2" y="49"/>
                    </a:cubicBezTo>
                    <a:cubicBezTo>
                      <a:pt x="3" y="49"/>
                      <a:pt x="3" y="49"/>
                      <a:pt x="3" y="49"/>
                    </a:cubicBezTo>
                    <a:cubicBezTo>
                      <a:pt x="2" y="50"/>
                      <a:pt x="1" y="50"/>
                      <a:pt x="2" y="49"/>
                    </a:cubicBezTo>
                    <a:cubicBezTo>
                      <a:pt x="3" y="48"/>
                      <a:pt x="4" y="48"/>
                      <a:pt x="5" y="47"/>
                    </a:cubicBezTo>
                    <a:cubicBezTo>
                      <a:pt x="1" y="48"/>
                      <a:pt x="1" y="48"/>
                      <a:pt x="1" y="48"/>
                    </a:cubicBezTo>
                    <a:cubicBezTo>
                      <a:pt x="2" y="48"/>
                      <a:pt x="2" y="49"/>
                      <a:pt x="1" y="49"/>
                    </a:cubicBezTo>
                    <a:cubicBezTo>
                      <a:pt x="2" y="49"/>
                      <a:pt x="2" y="49"/>
                      <a:pt x="2" y="49"/>
                    </a:cubicBezTo>
                    <a:cubicBezTo>
                      <a:pt x="0" y="50"/>
                      <a:pt x="0" y="50"/>
                      <a:pt x="0" y="50"/>
                    </a:cubicBezTo>
                    <a:cubicBezTo>
                      <a:pt x="1" y="51"/>
                      <a:pt x="1" y="52"/>
                      <a:pt x="2" y="52"/>
                    </a:cubicBezTo>
                    <a:cubicBezTo>
                      <a:pt x="3" y="51"/>
                      <a:pt x="3" y="51"/>
                      <a:pt x="3" y="51"/>
                    </a:cubicBezTo>
                    <a:cubicBezTo>
                      <a:pt x="4" y="51"/>
                      <a:pt x="5" y="50"/>
                      <a:pt x="5" y="52"/>
                    </a:cubicBezTo>
                    <a:cubicBezTo>
                      <a:pt x="4" y="52"/>
                      <a:pt x="4" y="53"/>
                      <a:pt x="3" y="53"/>
                    </a:cubicBezTo>
                    <a:cubicBezTo>
                      <a:pt x="4" y="53"/>
                      <a:pt x="4" y="53"/>
                      <a:pt x="4" y="53"/>
                    </a:cubicBezTo>
                    <a:cubicBezTo>
                      <a:pt x="2" y="55"/>
                      <a:pt x="2" y="55"/>
                      <a:pt x="2" y="55"/>
                    </a:cubicBezTo>
                    <a:cubicBezTo>
                      <a:pt x="5" y="52"/>
                      <a:pt x="4" y="55"/>
                      <a:pt x="5" y="5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1" name="Freeform 243"/>
              <p:cNvSpPr/>
              <p:nvPr/>
            </p:nvSpPr>
            <p:spPr bwMode="auto">
              <a:xfrm>
                <a:off x="4005" y="2851"/>
                <a:ext cx="2" cy="5"/>
              </a:xfrm>
              <a:custGeom>
                <a:avLst/>
                <a:gdLst>
                  <a:gd name="T0" fmla="*/ 2 w 2"/>
                  <a:gd name="T1" fmla="*/ 5 h 5"/>
                  <a:gd name="T2" fmla="*/ 2 w 2"/>
                  <a:gd name="T3" fmla="*/ 5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2" y="5"/>
                    </a:lnTo>
                    <a:lnTo>
                      <a:pt x="0" y="0"/>
                    </a:lnTo>
                    <a:lnTo>
                      <a:pt x="2" y="5"/>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2" name="Freeform 244"/>
              <p:cNvSpPr/>
              <p:nvPr/>
            </p:nvSpPr>
            <p:spPr bwMode="auto">
              <a:xfrm>
                <a:off x="3980" y="2866"/>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3" name="Freeform 245"/>
              <p:cNvSpPr/>
              <p:nvPr/>
            </p:nvSpPr>
            <p:spPr bwMode="auto">
              <a:xfrm>
                <a:off x="3982" y="28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4" name="Freeform 246"/>
              <p:cNvSpPr/>
              <p:nvPr/>
            </p:nvSpPr>
            <p:spPr bwMode="auto">
              <a:xfrm>
                <a:off x="3748" y="2898"/>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2"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5" name="Freeform 247"/>
              <p:cNvSpPr/>
              <p:nvPr/>
            </p:nvSpPr>
            <p:spPr bwMode="auto">
              <a:xfrm>
                <a:off x="3980" y="2875"/>
                <a:ext cx="2" cy="4"/>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0"/>
                      <a:pt x="0" y="2"/>
                      <a:pt x="1" y="2"/>
                    </a:cubicBezTo>
                    <a:cubicBezTo>
                      <a:pt x="1" y="2"/>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6" name="Freeform 248"/>
              <p:cNvSpPr/>
              <p:nvPr/>
            </p:nvSpPr>
            <p:spPr bwMode="auto">
              <a:xfrm>
                <a:off x="3757" y="2909"/>
                <a:ext cx="2" cy="4"/>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7" name="Freeform 249"/>
              <p:cNvSpPr/>
              <p:nvPr/>
            </p:nvSpPr>
            <p:spPr bwMode="auto">
              <a:xfrm>
                <a:off x="3776" y="2913"/>
                <a:ext cx="2" cy="4"/>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0"/>
                      <a:pt x="1" y="1"/>
                    </a:cubicBezTo>
                    <a:cubicBezTo>
                      <a:pt x="1"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8" name="Freeform 250"/>
              <p:cNvSpPr/>
              <p:nvPr/>
            </p:nvSpPr>
            <p:spPr bwMode="auto">
              <a:xfrm>
                <a:off x="3759" y="2904"/>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0"/>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9" name="Freeform 251"/>
              <p:cNvSpPr/>
              <p:nvPr/>
            </p:nvSpPr>
            <p:spPr bwMode="auto">
              <a:xfrm>
                <a:off x="3893" y="3080"/>
                <a:ext cx="4" cy="9"/>
              </a:xfrm>
              <a:custGeom>
                <a:avLst/>
                <a:gdLst>
                  <a:gd name="T0" fmla="*/ 2 w 2"/>
                  <a:gd name="T1" fmla="*/ 0 h 4"/>
                  <a:gd name="T2" fmla="*/ 1 w 2"/>
                  <a:gd name="T3" fmla="*/ 1 h 4"/>
                  <a:gd name="T4" fmla="*/ 1 w 2"/>
                  <a:gd name="T5" fmla="*/ 2 h 4"/>
                  <a:gd name="T6" fmla="*/ 0 w 2"/>
                  <a:gd name="T7" fmla="*/ 4 h 4"/>
                  <a:gd name="T8" fmla="*/ 2 w 2"/>
                  <a:gd name="T9" fmla="*/ 1 h 4"/>
                  <a:gd name="T10" fmla="*/ 2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2" y="0"/>
                    </a:moveTo>
                    <a:cubicBezTo>
                      <a:pt x="2" y="1"/>
                      <a:pt x="2" y="1"/>
                      <a:pt x="1" y="1"/>
                    </a:cubicBezTo>
                    <a:cubicBezTo>
                      <a:pt x="1" y="2"/>
                      <a:pt x="0" y="3"/>
                      <a:pt x="1" y="2"/>
                    </a:cubicBezTo>
                    <a:cubicBezTo>
                      <a:pt x="1" y="3"/>
                      <a:pt x="0" y="3"/>
                      <a:pt x="0" y="4"/>
                    </a:cubicBezTo>
                    <a:cubicBezTo>
                      <a:pt x="1" y="3"/>
                      <a:pt x="2" y="1"/>
                      <a:pt x="2" y="1"/>
                    </a:cubicBezTo>
                    <a:cubicBezTo>
                      <a:pt x="2" y="0"/>
                      <a:pt x="2"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0" name="Freeform 252"/>
              <p:cNvSpPr/>
              <p:nvPr/>
            </p:nvSpPr>
            <p:spPr bwMode="auto">
              <a:xfrm>
                <a:off x="3786" y="2913"/>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1" name="Freeform 253"/>
              <p:cNvSpPr/>
              <p:nvPr/>
            </p:nvSpPr>
            <p:spPr bwMode="auto">
              <a:xfrm>
                <a:off x="3952" y="30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2" name="Freeform 254"/>
              <p:cNvSpPr>
                <a:spLocks noEditPoints="1"/>
              </p:cNvSpPr>
              <p:nvPr/>
            </p:nvSpPr>
            <p:spPr bwMode="auto">
              <a:xfrm>
                <a:off x="3895" y="3015"/>
                <a:ext cx="152" cy="95"/>
              </a:xfrm>
              <a:custGeom>
                <a:avLst/>
                <a:gdLst>
                  <a:gd name="T0" fmla="*/ 54 w 72"/>
                  <a:gd name="T1" fmla="*/ 4 h 45"/>
                  <a:gd name="T2" fmla="*/ 55 w 72"/>
                  <a:gd name="T3" fmla="*/ 8 h 45"/>
                  <a:gd name="T4" fmla="*/ 44 w 72"/>
                  <a:gd name="T5" fmla="*/ 20 h 45"/>
                  <a:gd name="T6" fmla="*/ 38 w 72"/>
                  <a:gd name="T7" fmla="*/ 21 h 45"/>
                  <a:gd name="T8" fmla="*/ 35 w 72"/>
                  <a:gd name="T9" fmla="*/ 21 h 45"/>
                  <a:gd name="T10" fmla="*/ 30 w 72"/>
                  <a:gd name="T11" fmla="*/ 22 h 45"/>
                  <a:gd name="T12" fmla="*/ 27 w 72"/>
                  <a:gd name="T13" fmla="*/ 22 h 45"/>
                  <a:gd name="T14" fmla="*/ 21 w 72"/>
                  <a:gd name="T15" fmla="*/ 23 h 45"/>
                  <a:gd name="T16" fmla="*/ 16 w 72"/>
                  <a:gd name="T17" fmla="*/ 23 h 45"/>
                  <a:gd name="T18" fmla="*/ 11 w 72"/>
                  <a:gd name="T19" fmla="*/ 23 h 45"/>
                  <a:gd name="T20" fmla="*/ 9 w 72"/>
                  <a:gd name="T21" fmla="*/ 21 h 45"/>
                  <a:gd name="T22" fmla="*/ 8 w 72"/>
                  <a:gd name="T23" fmla="*/ 20 h 45"/>
                  <a:gd name="T24" fmla="*/ 7 w 72"/>
                  <a:gd name="T25" fmla="*/ 20 h 45"/>
                  <a:gd name="T26" fmla="*/ 4 w 72"/>
                  <a:gd name="T27" fmla="*/ 22 h 45"/>
                  <a:gd name="T28" fmla="*/ 2 w 72"/>
                  <a:gd name="T29" fmla="*/ 25 h 45"/>
                  <a:gd name="T30" fmla="*/ 2 w 72"/>
                  <a:gd name="T31" fmla="*/ 31 h 45"/>
                  <a:gd name="T32" fmla="*/ 8 w 72"/>
                  <a:gd name="T33" fmla="*/ 29 h 45"/>
                  <a:gd name="T34" fmla="*/ 4 w 72"/>
                  <a:gd name="T35" fmla="*/ 34 h 45"/>
                  <a:gd name="T36" fmla="*/ 3 w 72"/>
                  <a:gd name="T37" fmla="*/ 39 h 45"/>
                  <a:gd name="T38" fmla="*/ 8 w 72"/>
                  <a:gd name="T39" fmla="*/ 33 h 45"/>
                  <a:gd name="T40" fmla="*/ 6 w 72"/>
                  <a:gd name="T41" fmla="*/ 39 h 45"/>
                  <a:gd name="T42" fmla="*/ 7 w 72"/>
                  <a:gd name="T43" fmla="*/ 41 h 45"/>
                  <a:gd name="T44" fmla="*/ 8 w 72"/>
                  <a:gd name="T45" fmla="*/ 42 h 45"/>
                  <a:gd name="T46" fmla="*/ 9 w 72"/>
                  <a:gd name="T47" fmla="*/ 43 h 45"/>
                  <a:gd name="T48" fmla="*/ 12 w 72"/>
                  <a:gd name="T49" fmla="*/ 40 h 45"/>
                  <a:gd name="T50" fmla="*/ 13 w 72"/>
                  <a:gd name="T51" fmla="*/ 44 h 45"/>
                  <a:gd name="T52" fmla="*/ 15 w 72"/>
                  <a:gd name="T53" fmla="*/ 40 h 45"/>
                  <a:gd name="T54" fmla="*/ 16 w 72"/>
                  <a:gd name="T55" fmla="*/ 40 h 45"/>
                  <a:gd name="T56" fmla="*/ 17 w 72"/>
                  <a:gd name="T57" fmla="*/ 42 h 45"/>
                  <a:gd name="T58" fmla="*/ 23 w 72"/>
                  <a:gd name="T59" fmla="*/ 41 h 45"/>
                  <a:gd name="T60" fmla="*/ 24 w 72"/>
                  <a:gd name="T61" fmla="*/ 41 h 45"/>
                  <a:gd name="T62" fmla="*/ 28 w 72"/>
                  <a:gd name="T63" fmla="*/ 41 h 45"/>
                  <a:gd name="T64" fmla="*/ 31 w 72"/>
                  <a:gd name="T65" fmla="*/ 40 h 45"/>
                  <a:gd name="T66" fmla="*/ 33 w 72"/>
                  <a:gd name="T67" fmla="*/ 39 h 45"/>
                  <a:gd name="T68" fmla="*/ 34 w 72"/>
                  <a:gd name="T69" fmla="*/ 40 h 45"/>
                  <a:gd name="T70" fmla="*/ 34 w 72"/>
                  <a:gd name="T71" fmla="*/ 37 h 45"/>
                  <a:gd name="T72" fmla="*/ 37 w 72"/>
                  <a:gd name="T73" fmla="*/ 38 h 45"/>
                  <a:gd name="T74" fmla="*/ 41 w 72"/>
                  <a:gd name="T75" fmla="*/ 39 h 45"/>
                  <a:gd name="T76" fmla="*/ 43 w 72"/>
                  <a:gd name="T77" fmla="*/ 35 h 45"/>
                  <a:gd name="T78" fmla="*/ 46 w 72"/>
                  <a:gd name="T79" fmla="*/ 35 h 45"/>
                  <a:gd name="T80" fmla="*/ 47 w 72"/>
                  <a:gd name="T81" fmla="*/ 34 h 45"/>
                  <a:gd name="T82" fmla="*/ 49 w 72"/>
                  <a:gd name="T83" fmla="*/ 34 h 45"/>
                  <a:gd name="T84" fmla="*/ 50 w 72"/>
                  <a:gd name="T85" fmla="*/ 36 h 45"/>
                  <a:gd name="T86" fmla="*/ 51 w 72"/>
                  <a:gd name="T87" fmla="*/ 32 h 45"/>
                  <a:gd name="T88" fmla="*/ 52 w 72"/>
                  <a:gd name="T89" fmla="*/ 27 h 45"/>
                  <a:gd name="T90" fmla="*/ 54 w 72"/>
                  <a:gd name="T91" fmla="*/ 28 h 45"/>
                  <a:gd name="T92" fmla="*/ 54 w 72"/>
                  <a:gd name="T93" fmla="*/ 23 h 45"/>
                  <a:gd name="T94" fmla="*/ 58 w 72"/>
                  <a:gd name="T95" fmla="*/ 23 h 45"/>
                  <a:gd name="T96" fmla="*/ 59 w 72"/>
                  <a:gd name="T97" fmla="*/ 21 h 45"/>
                  <a:gd name="T98" fmla="*/ 61 w 72"/>
                  <a:gd name="T99" fmla="*/ 20 h 45"/>
                  <a:gd name="T100" fmla="*/ 65 w 72"/>
                  <a:gd name="T101" fmla="*/ 17 h 45"/>
                  <a:gd name="T102" fmla="*/ 65 w 72"/>
                  <a:gd name="T103" fmla="*/ 13 h 45"/>
                  <a:gd name="T104" fmla="*/ 67 w 72"/>
                  <a:gd name="T105" fmla="*/ 8 h 45"/>
                  <a:gd name="T106" fmla="*/ 61 w 72"/>
                  <a:gd name="T107"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 h="45">
                    <a:moveTo>
                      <a:pt x="68" y="4"/>
                    </a:moveTo>
                    <a:cubicBezTo>
                      <a:pt x="67" y="4"/>
                      <a:pt x="70" y="3"/>
                      <a:pt x="70" y="3"/>
                    </a:cubicBezTo>
                    <a:cubicBezTo>
                      <a:pt x="66" y="4"/>
                      <a:pt x="69" y="0"/>
                      <a:pt x="65" y="3"/>
                    </a:cubicBezTo>
                    <a:cubicBezTo>
                      <a:pt x="64" y="3"/>
                      <a:pt x="63" y="5"/>
                      <a:pt x="63" y="6"/>
                    </a:cubicBezTo>
                    <a:cubicBezTo>
                      <a:pt x="62" y="6"/>
                      <a:pt x="61" y="6"/>
                      <a:pt x="61" y="6"/>
                    </a:cubicBezTo>
                    <a:cubicBezTo>
                      <a:pt x="59" y="4"/>
                      <a:pt x="51" y="2"/>
                      <a:pt x="54" y="4"/>
                    </a:cubicBezTo>
                    <a:cubicBezTo>
                      <a:pt x="55" y="4"/>
                      <a:pt x="56" y="5"/>
                      <a:pt x="56" y="5"/>
                    </a:cubicBezTo>
                    <a:cubicBezTo>
                      <a:pt x="56" y="5"/>
                      <a:pt x="56" y="5"/>
                      <a:pt x="56" y="5"/>
                    </a:cubicBezTo>
                    <a:cubicBezTo>
                      <a:pt x="57" y="6"/>
                      <a:pt x="57" y="6"/>
                      <a:pt x="57" y="6"/>
                    </a:cubicBezTo>
                    <a:cubicBezTo>
                      <a:pt x="57" y="6"/>
                      <a:pt x="55" y="5"/>
                      <a:pt x="55" y="4"/>
                    </a:cubicBezTo>
                    <a:cubicBezTo>
                      <a:pt x="55" y="5"/>
                      <a:pt x="55" y="6"/>
                      <a:pt x="54" y="6"/>
                    </a:cubicBezTo>
                    <a:cubicBezTo>
                      <a:pt x="55" y="7"/>
                      <a:pt x="54" y="6"/>
                      <a:pt x="55" y="8"/>
                    </a:cubicBezTo>
                    <a:cubicBezTo>
                      <a:pt x="55" y="7"/>
                      <a:pt x="55" y="7"/>
                      <a:pt x="55" y="7"/>
                    </a:cubicBezTo>
                    <a:cubicBezTo>
                      <a:pt x="55" y="8"/>
                      <a:pt x="55" y="8"/>
                      <a:pt x="53" y="7"/>
                    </a:cubicBezTo>
                    <a:cubicBezTo>
                      <a:pt x="50" y="7"/>
                      <a:pt x="49" y="9"/>
                      <a:pt x="47" y="10"/>
                    </a:cubicBezTo>
                    <a:cubicBezTo>
                      <a:pt x="46" y="12"/>
                      <a:pt x="45" y="14"/>
                      <a:pt x="43" y="16"/>
                    </a:cubicBezTo>
                    <a:cubicBezTo>
                      <a:pt x="44" y="19"/>
                      <a:pt x="43" y="18"/>
                      <a:pt x="44" y="21"/>
                    </a:cubicBezTo>
                    <a:cubicBezTo>
                      <a:pt x="44" y="20"/>
                      <a:pt x="44" y="20"/>
                      <a:pt x="44" y="20"/>
                    </a:cubicBezTo>
                    <a:cubicBezTo>
                      <a:pt x="44" y="22"/>
                      <a:pt x="43" y="20"/>
                      <a:pt x="42" y="19"/>
                    </a:cubicBezTo>
                    <a:cubicBezTo>
                      <a:pt x="43" y="21"/>
                      <a:pt x="42" y="20"/>
                      <a:pt x="43" y="22"/>
                    </a:cubicBezTo>
                    <a:cubicBezTo>
                      <a:pt x="44" y="23"/>
                      <a:pt x="41" y="19"/>
                      <a:pt x="42" y="20"/>
                    </a:cubicBezTo>
                    <a:cubicBezTo>
                      <a:pt x="41" y="20"/>
                      <a:pt x="42" y="21"/>
                      <a:pt x="42" y="21"/>
                    </a:cubicBezTo>
                    <a:cubicBezTo>
                      <a:pt x="42" y="23"/>
                      <a:pt x="41" y="20"/>
                      <a:pt x="40" y="18"/>
                    </a:cubicBezTo>
                    <a:cubicBezTo>
                      <a:pt x="39" y="19"/>
                      <a:pt x="39" y="22"/>
                      <a:pt x="38" y="21"/>
                    </a:cubicBezTo>
                    <a:cubicBezTo>
                      <a:pt x="38" y="21"/>
                      <a:pt x="38" y="22"/>
                      <a:pt x="38" y="22"/>
                    </a:cubicBezTo>
                    <a:cubicBezTo>
                      <a:pt x="37" y="19"/>
                      <a:pt x="38" y="23"/>
                      <a:pt x="38" y="22"/>
                    </a:cubicBezTo>
                    <a:cubicBezTo>
                      <a:pt x="37" y="21"/>
                      <a:pt x="37" y="21"/>
                      <a:pt x="37" y="21"/>
                    </a:cubicBezTo>
                    <a:cubicBezTo>
                      <a:pt x="36" y="20"/>
                      <a:pt x="37" y="22"/>
                      <a:pt x="36" y="21"/>
                    </a:cubicBezTo>
                    <a:cubicBezTo>
                      <a:pt x="36" y="21"/>
                      <a:pt x="36" y="21"/>
                      <a:pt x="36" y="21"/>
                    </a:cubicBezTo>
                    <a:cubicBezTo>
                      <a:pt x="36" y="23"/>
                      <a:pt x="35" y="20"/>
                      <a:pt x="35" y="21"/>
                    </a:cubicBezTo>
                    <a:cubicBezTo>
                      <a:pt x="35" y="20"/>
                      <a:pt x="35" y="21"/>
                      <a:pt x="35" y="20"/>
                    </a:cubicBezTo>
                    <a:cubicBezTo>
                      <a:pt x="36" y="24"/>
                      <a:pt x="34" y="19"/>
                      <a:pt x="34" y="21"/>
                    </a:cubicBezTo>
                    <a:cubicBezTo>
                      <a:pt x="34" y="21"/>
                      <a:pt x="34" y="21"/>
                      <a:pt x="34" y="21"/>
                    </a:cubicBezTo>
                    <a:cubicBezTo>
                      <a:pt x="34" y="21"/>
                      <a:pt x="34" y="20"/>
                      <a:pt x="32" y="22"/>
                    </a:cubicBezTo>
                    <a:cubicBezTo>
                      <a:pt x="32" y="22"/>
                      <a:pt x="31" y="19"/>
                      <a:pt x="30" y="21"/>
                    </a:cubicBezTo>
                    <a:cubicBezTo>
                      <a:pt x="30" y="22"/>
                      <a:pt x="30" y="22"/>
                      <a:pt x="30" y="22"/>
                    </a:cubicBezTo>
                    <a:cubicBezTo>
                      <a:pt x="30" y="22"/>
                      <a:pt x="30" y="21"/>
                      <a:pt x="30" y="21"/>
                    </a:cubicBezTo>
                    <a:cubicBezTo>
                      <a:pt x="30" y="22"/>
                      <a:pt x="30" y="20"/>
                      <a:pt x="29" y="20"/>
                    </a:cubicBezTo>
                    <a:cubicBezTo>
                      <a:pt x="29" y="21"/>
                      <a:pt x="29" y="21"/>
                      <a:pt x="29" y="22"/>
                    </a:cubicBezTo>
                    <a:cubicBezTo>
                      <a:pt x="29" y="20"/>
                      <a:pt x="28" y="23"/>
                      <a:pt x="27" y="21"/>
                    </a:cubicBezTo>
                    <a:cubicBezTo>
                      <a:pt x="27" y="25"/>
                      <a:pt x="27" y="23"/>
                      <a:pt x="27" y="24"/>
                    </a:cubicBezTo>
                    <a:cubicBezTo>
                      <a:pt x="27" y="24"/>
                      <a:pt x="27" y="23"/>
                      <a:pt x="27" y="22"/>
                    </a:cubicBezTo>
                    <a:cubicBezTo>
                      <a:pt x="26" y="22"/>
                      <a:pt x="26" y="22"/>
                      <a:pt x="26" y="21"/>
                    </a:cubicBezTo>
                    <a:cubicBezTo>
                      <a:pt x="26" y="22"/>
                      <a:pt x="25" y="24"/>
                      <a:pt x="25" y="23"/>
                    </a:cubicBezTo>
                    <a:cubicBezTo>
                      <a:pt x="25" y="21"/>
                      <a:pt x="25" y="23"/>
                      <a:pt x="25" y="22"/>
                    </a:cubicBezTo>
                    <a:cubicBezTo>
                      <a:pt x="24" y="24"/>
                      <a:pt x="24" y="25"/>
                      <a:pt x="24" y="25"/>
                    </a:cubicBezTo>
                    <a:cubicBezTo>
                      <a:pt x="24" y="22"/>
                      <a:pt x="24" y="22"/>
                      <a:pt x="24" y="22"/>
                    </a:cubicBezTo>
                    <a:cubicBezTo>
                      <a:pt x="23" y="23"/>
                      <a:pt x="23" y="20"/>
                      <a:pt x="21" y="23"/>
                    </a:cubicBezTo>
                    <a:cubicBezTo>
                      <a:pt x="22" y="22"/>
                      <a:pt x="22" y="22"/>
                      <a:pt x="22" y="22"/>
                    </a:cubicBezTo>
                    <a:cubicBezTo>
                      <a:pt x="20" y="23"/>
                      <a:pt x="20" y="21"/>
                      <a:pt x="18" y="24"/>
                    </a:cubicBezTo>
                    <a:cubicBezTo>
                      <a:pt x="18" y="23"/>
                      <a:pt x="18" y="22"/>
                      <a:pt x="18" y="22"/>
                    </a:cubicBezTo>
                    <a:cubicBezTo>
                      <a:pt x="17" y="24"/>
                      <a:pt x="17" y="23"/>
                      <a:pt x="16" y="25"/>
                    </a:cubicBezTo>
                    <a:cubicBezTo>
                      <a:pt x="16" y="25"/>
                      <a:pt x="16" y="24"/>
                      <a:pt x="16" y="24"/>
                    </a:cubicBezTo>
                    <a:cubicBezTo>
                      <a:pt x="16" y="23"/>
                      <a:pt x="17" y="21"/>
                      <a:pt x="16" y="23"/>
                    </a:cubicBezTo>
                    <a:cubicBezTo>
                      <a:pt x="16" y="22"/>
                      <a:pt x="16" y="22"/>
                      <a:pt x="16" y="22"/>
                    </a:cubicBezTo>
                    <a:cubicBezTo>
                      <a:pt x="15" y="23"/>
                      <a:pt x="14" y="24"/>
                      <a:pt x="15" y="23"/>
                    </a:cubicBezTo>
                    <a:cubicBezTo>
                      <a:pt x="14" y="24"/>
                      <a:pt x="13" y="24"/>
                      <a:pt x="13" y="26"/>
                    </a:cubicBezTo>
                    <a:cubicBezTo>
                      <a:pt x="12" y="26"/>
                      <a:pt x="14" y="23"/>
                      <a:pt x="13" y="25"/>
                    </a:cubicBezTo>
                    <a:cubicBezTo>
                      <a:pt x="14" y="23"/>
                      <a:pt x="14" y="23"/>
                      <a:pt x="14" y="23"/>
                    </a:cubicBezTo>
                    <a:cubicBezTo>
                      <a:pt x="14" y="22"/>
                      <a:pt x="12" y="23"/>
                      <a:pt x="11" y="23"/>
                    </a:cubicBezTo>
                    <a:cubicBezTo>
                      <a:pt x="12" y="21"/>
                      <a:pt x="10" y="23"/>
                      <a:pt x="11" y="22"/>
                    </a:cubicBezTo>
                    <a:cubicBezTo>
                      <a:pt x="10" y="23"/>
                      <a:pt x="11" y="21"/>
                      <a:pt x="9" y="23"/>
                    </a:cubicBezTo>
                    <a:cubicBezTo>
                      <a:pt x="10" y="22"/>
                      <a:pt x="10" y="22"/>
                      <a:pt x="10" y="22"/>
                    </a:cubicBezTo>
                    <a:cubicBezTo>
                      <a:pt x="10" y="22"/>
                      <a:pt x="10" y="21"/>
                      <a:pt x="10" y="21"/>
                    </a:cubicBezTo>
                    <a:cubicBezTo>
                      <a:pt x="10" y="20"/>
                      <a:pt x="8" y="21"/>
                      <a:pt x="8" y="22"/>
                    </a:cubicBezTo>
                    <a:cubicBezTo>
                      <a:pt x="9" y="21"/>
                      <a:pt x="9" y="21"/>
                      <a:pt x="9" y="21"/>
                    </a:cubicBezTo>
                    <a:cubicBezTo>
                      <a:pt x="8" y="21"/>
                      <a:pt x="6" y="22"/>
                      <a:pt x="5" y="23"/>
                    </a:cubicBezTo>
                    <a:cubicBezTo>
                      <a:pt x="6" y="22"/>
                      <a:pt x="5" y="23"/>
                      <a:pt x="5" y="22"/>
                    </a:cubicBezTo>
                    <a:cubicBezTo>
                      <a:pt x="6" y="22"/>
                      <a:pt x="8" y="21"/>
                      <a:pt x="9" y="20"/>
                    </a:cubicBezTo>
                    <a:cubicBezTo>
                      <a:pt x="10" y="20"/>
                      <a:pt x="6" y="21"/>
                      <a:pt x="8" y="20"/>
                    </a:cubicBezTo>
                    <a:cubicBezTo>
                      <a:pt x="9" y="20"/>
                      <a:pt x="8" y="20"/>
                      <a:pt x="6" y="21"/>
                    </a:cubicBezTo>
                    <a:cubicBezTo>
                      <a:pt x="8" y="20"/>
                      <a:pt x="8" y="20"/>
                      <a:pt x="8" y="20"/>
                    </a:cubicBezTo>
                    <a:cubicBezTo>
                      <a:pt x="8" y="20"/>
                      <a:pt x="8" y="20"/>
                      <a:pt x="7" y="20"/>
                    </a:cubicBezTo>
                    <a:cubicBezTo>
                      <a:pt x="7" y="20"/>
                      <a:pt x="7" y="20"/>
                      <a:pt x="7" y="20"/>
                    </a:cubicBezTo>
                    <a:cubicBezTo>
                      <a:pt x="5" y="21"/>
                      <a:pt x="5" y="20"/>
                      <a:pt x="3" y="21"/>
                    </a:cubicBezTo>
                    <a:cubicBezTo>
                      <a:pt x="4" y="21"/>
                      <a:pt x="4" y="21"/>
                      <a:pt x="4" y="21"/>
                    </a:cubicBezTo>
                    <a:cubicBezTo>
                      <a:pt x="3" y="22"/>
                      <a:pt x="2" y="22"/>
                      <a:pt x="3" y="21"/>
                    </a:cubicBezTo>
                    <a:cubicBezTo>
                      <a:pt x="5" y="20"/>
                      <a:pt x="6" y="20"/>
                      <a:pt x="7" y="20"/>
                    </a:cubicBezTo>
                    <a:cubicBezTo>
                      <a:pt x="3" y="21"/>
                      <a:pt x="3" y="21"/>
                      <a:pt x="3" y="21"/>
                    </a:cubicBezTo>
                    <a:cubicBezTo>
                      <a:pt x="4" y="20"/>
                      <a:pt x="3" y="21"/>
                      <a:pt x="2" y="21"/>
                    </a:cubicBezTo>
                    <a:cubicBezTo>
                      <a:pt x="3" y="21"/>
                      <a:pt x="3" y="21"/>
                      <a:pt x="3" y="21"/>
                    </a:cubicBezTo>
                    <a:cubicBezTo>
                      <a:pt x="1" y="22"/>
                      <a:pt x="1" y="22"/>
                      <a:pt x="1" y="22"/>
                    </a:cubicBezTo>
                    <a:cubicBezTo>
                      <a:pt x="2" y="22"/>
                      <a:pt x="1" y="23"/>
                      <a:pt x="2" y="23"/>
                    </a:cubicBezTo>
                    <a:cubicBezTo>
                      <a:pt x="4" y="22"/>
                      <a:pt x="4" y="22"/>
                      <a:pt x="4" y="22"/>
                    </a:cubicBezTo>
                    <a:cubicBezTo>
                      <a:pt x="4" y="22"/>
                      <a:pt x="6" y="21"/>
                      <a:pt x="4" y="22"/>
                    </a:cubicBezTo>
                    <a:cubicBezTo>
                      <a:pt x="2" y="23"/>
                      <a:pt x="2" y="23"/>
                      <a:pt x="2" y="23"/>
                    </a:cubicBezTo>
                    <a:cubicBezTo>
                      <a:pt x="3" y="23"/>
                      <a:pt x="3" y="23"/>
                      <a:pt x="3" y="23"/>
                    </a:cubicBezTo>
                    <a:cubicBezTo>
                      <a:pt x="1" y="25"/>
                      <a:pt x="1" y="25"/>
                      <a:pt x="1" y="25"/>
                    </a:cubicBezTo>
                    <a:cubicBezTo>
                      <a:pt x="4" y="23"/>
                      <a:pt x="2" y="25"/>
                      <a:pt x="3" y="24"/>
                    </a:cubicBezTo>
                    <a:cubicBezTo>
                      <a:pt x="2" y="25"/>
                      <a:pt x="2" y="25"/>
                      <a:pt x="2" y="25"/>
                    </a:cubicBezTo>
                    <a:cubicBezTo>
                      <a:pt x="2" y="26"/>
                      <a:pt x="4" y="24"/>
                      <a:pt x="4" y="24"/>
                    </a:cubicBezTo>
                    <a:cubicBezTo>
                      <a:pt x="4" y="24"/>
                      <a:pt x="1" y="26"/>
                      <a:pt x="1" y="27"/>
                    </a:cubicBezTo>
                    <a:cubicBezTo>
                      <a:pt x="1" y="27"/>
                      <a:pt x="3" y="26"/>
                      <a:pt x="2" y="28"/>
                    </a:cubicBezTo>
                    <a:cubicBezTo>
                      <a:pt x="2" y="28"/>
                      <a:pt x="4" y="28"/>
                      <a:pt x="5" y="27"/>
                    </a:cubicBezTo>
                    <a:cubicBezTo>
                      <a:pt x="5" y="28"/>
                      <a:pt x="3" y="29"/>
                      <a:pt x="4" y="29"/>
                    </a:cubicBezTo>
                    <a:cubicBezTo>
                      <a:pt x="3" y="29"/>
                      <a:pt x="2" y="30"/>
                      <a:pt x="2" y="31"/>
                    </a:cubicBezTo>
                    <a:cubicBezTo>
                      <a:pt x="3" y="30"/>
                      <a:pt x="2" y="32"/>
                      <a:pt x="4" y="30"/>
                    </a:cubicBezTo>
                    <a:cubicBezTo>
                      <a:pt x="4" y="30"/>
                      <a:pt x="4" y="31"/>
                      <a:pt x="5" y="31"/>
                    </a:cubicBezTo>
                    <a:cubicBezTo>
                      <a:pt x="4" y="31"/>
                      <a:pt x="3" y="33"/>
                      <a:pt x="3" y="33"/>
                    </a:cubicBezTo>
                    <a:cubicBezTo>
                      <a:pt x="4" y="32"/>
                      <a:pt x="5" y="32"/>
                      <a:pt x="5" y="32"/>
                    </a:cubicBezTo>
                    <a:cubicBezTo>
                      <a:pt x="6" y="31"/>
                      <a:pt x="6" y="31"/>
                      <a:pt x="7" y="29"/>
                    </a:cubicBezTo>
                    <a:cubicBezTo>
                      <a:pt x="7" y="29"/>
                      <a:pt x="8" y="28"/>
                      <a:pt x="8" y="29"/>
                    </a:cubicBezTo>
                    <a:cubicBezTo>
                      <a:pt x="7" y="30"/>
                      <a:pt x="5" y="32"/>
                      <a:pt x="6" y="33"/>
                    </a:cubicBezTo>
                    <a:cubicBezTo>
                      <a:pt x="4" y="35"/>
                      <a:pt x="5" y="32"/>
                      <a:pt x="4" y="34"/>
                    </a:cubicBezTo>
                    <a:cubicBezTo>
                      <a:pt x="2" y="36"/>
                      <a:pt x="2" y="36"/>
                      <a:pt x="2" y="35"/>
                    </a:cubicBezTo>
                    <a:cubicBezTo>
                      <a:pt x="0" y="36"/>
                      <a:pt x="2" y="35"/>
                      <a:pt x="1" y="37"/>
                    </a:cubicBezTo>
                    <a:cubicBezTo>
                      <a:pt x="1" y="37"/>
                      <a:pt x="2" y="36"/>
                      <a:pt x="3" y="36"/>
                    </a:cubicBezTo>
                    <a:cubicBezTo>
                      <a:pt x="4" y="35"/>
                      <a:pt x="4" y="35"/>
                      <a:pt x="4" y="34"/>
                    </a:cubicBezTo>
                    <a:cubicBezTo>
                      <a:pt x="6" y="32"/>
                      <a:pt x="4" y="36"/>
                      <a:pt x="4" y="36"/>
                    </a:cubicBezTo>
                    <a:cubicBezTo>
                      <a:pt x="3" y="36"/>
                      <a:pt x="3" y="36"/>
                      <a:pt x="3" y="36"/>
                    </a:cubicBezTo>
                    <a:cubicBezTo>
                      <a:pt x="3" y="37"/>
                      <a:pt x="4" y="36"/>
                      <a:pt x="4" y="36"/>
                    </a:cubicBezTo>
                    <a:cubicBezTo>
                      <a:pt x="3" y="39"/>
                      <a:pt x="4" y="36"/>
                      <a:pt x="3" y="38"/>
                    </a:cubicBezTo>
                    <a:cubicBezTo>
                      <a:pt x="1" y="40"/>
                      <a:pt x="1" y="40"/>
                      <a:pt x="1" y="40"/>
                    </a:cubicBezTo>
                    <a:cubicBezTo>
                      <a:pt x="2" y="41"/>
                      <a:pt x="3" y="38"/>
                      <a:pt x="3" y="39"/>
                    </a:cubicBezTo>
                    <a:cubicBezTo>
                      <a:pt x="2" y="40"/>
                      <a:pt x="2" y="40"/>
                      <a:pt x="2" y="40"/>
                    </a:cubicBezTo>
                    <a:cubicBezTo>
                      <a:pt x="3" y="39"/>
                      <a:pt x="3" y="39"/>
                      <a:pt x="3" y="39"/>
                    </a:cubicBezTo>
                    <a:cubicBezTo>
                      <a:pt x="4" y="38"/>
                      <a:pt x="5" y="37"/>
                      <a:pt x="4" y="37"/>
                    </a:cubicBezTo>
                    <a:cubicBezTo>
                      <a:pt x="6" y="34"/>
                      <a:pt x="5" y="37"/>
                      <a:pt x="6" y="36"/>
                    </a:cubicBezTo>
                    <a:cubicBezTo>
                      <a:pt x="7" y="35"/>
                      <a:pt x="5" y="36"/>
                      <a:pt x="6" y="35"/>
                    </a:cubicBezTo>
                    <a:cubicBezTo>
                      <a:pt x="7" y="33"/>
                      <a:pt x="7" y="34"/>
                      <a:pt x="8" y="33"/>
                    </a:cubicBezTo>
                    <a:cubicBezTo>
                      <a:pt x="8" y="34"/>
                      <a:pt x="7" y="35"/>
                      <a:pt x="6" y="36"/>
                    </a:cubicBezTo>
                    <a:cubicBezTo>
                      <a:pt x="6" y="36"/>
                      <a:pt x="6" y="36"/>
                      <a:pt x="6" y="36"/>
                    </a:cubicBezTo>
                    <a:cubicBezTo>
                      <a:pt x="5" y="37"/>
                      <a:pt x="5" y="39"/>
                      <a:pt x="4" y="40"/>
                    </a:cubicBezTo>
                    <a:cubicBezTo>
                      <a:pt x="4" y="41"/>
                      <a:pt x="5" y="38"/>
                      <a:pt x="5" y="39"/>
                    </a:cubicBezTo>
                    <a:cubicBezTo>
                      <a:pt x="5" y="39"/>
                      <a:pt x="6" y="37"/>
                      <a:pt x="6" y="37"/>
                    </a:cubicBezTo>
                    <a:cubicBezTo>
                      <a:pt x="9" y="33"/>
                      <a:pt x="5" y="40"/>
                      <a:pt x="6" y="39"/>
                    </a:cubicBezTo>
                    <a:cubicBezTo>
                      <a:pt x="7" y="37"/>
                      <a:pt x="9" y="36"/>
                      <a:pt x="10" y="33"/>
                    </a:cubicBezTo>
                    <a:cubicBezTo>
                      <a:pt x="10" y="32"/>
                      <a:pt x="11" y="32"/>
                      <a:pt x="11" y="32"/>
                    </a:cubicBezTo>
                    <a:cubicBezTo>
                      <a:pt x="10" y="34"/>
                      <a:pt x="10" y="34"/>
                      <a:pt x="9" y="35"/>
                    </a:cubicBezTo>
                    <a:cubicBezTo>
                      <a:pt x="9" y="35"/>
                      <a:pt x="9" y="35"/>
                      <a:pt x="9" y="35"/>
                    </a:cubicBezTo>
                    <a:cubicBezTo>
                      <a:pt x="8" y="38"/>
                      <a:pt x="8" y="38"/>
                      <a:pt x="8" y="38"/>
                    </a:cubicBezTo>
                    <a:cubicBezTo>
                      <a:pt x="7" y="39"/>
                      <a:pt x="7" y="40"/>
                      <a:pt x="7" y="41"/>
                    </a:cubicBezTo>
                    <a:cubicBezTo>
                      <a:pt x="8" y="41"/>
                      <a:pt x="8" y="40"/>
                      <a:pt x="8" y="39"/>
                    </a:cubicBezTo>
                    <a:cubicBezTo>
                      <a:pt x="8" y="40"/>
                      <a:pt x="7" y="41"/>
                      <a:pt x="8" y="41"/>
                    </a:cubicBezTo>
                    <a:cubicBezTo>
                      <a:pt x="8" y="40"/>
                      <a:pt x="9" y="38"/>
                      <a:pt x="9" y="38"/>
                    </a:cubicBezTo>
                    <a:cubicBezTo>
                      <a:pt x="10" y="38"/>
                      <a:pt x="9" y="40"/>
                      <a:pt x="9" y="41"/>
                    </a:cubicBezTo>
                    <a:cubicBezTo>
                      <a:pt x="8" y="42"/>
                      <a:pt x="8" y="42"/>
                      <a:pt x="8" y="42"/>
                    </a:cubicBezTo>
                    <a:cubicBezTo>
                      <a:pt x="9" y="41"/>
                      <a:pt x="8" y="43"/>
                      <a:pt x="8" y="42"/>
                    </a:cubicBezTo>
                    <a:cubicBezTo>
                      <a:pt x="9" y="41"/>
                      <a:pt x="9" y="40"/>
                      <a:pt x="10" y="38"/>
                    </a:cubicBezTo>
                    <a:cubicBezTo>
                      <a:pt x="11" y="38"/>
                      <a:pt x="10" y="40"/>
                      <a:pt x="10" y="39"/>
                    </a:cubicBezTo>
                    <a:cubicBezTo>
                      <a:pt x="9" y="40"/>
                      <a:pt x="9" y="40"/>
                      <a:pt x="9" y="40"/>
                    </a:cubicBezTo>
                    <a:cubicBezTo>
                      <a:pt x="10" y="40"/>
                      <a:pt x="8" y="43"/>
                      <a:pt x="9" y="43"/>
                    </a:cubicBezTo>
                    <a:cubicBezTo>
                      <a:pt x="10" y="41"/>
                      <a:pt x="10" y="41"/>
                      <a:pt x="10" y="41"/>
                    </a:cubicBezTo>
                    <a:cubicBezTo>
                      <a:pt x="9" y="43"/>
                      <a:pt x="9" y="43"/>
                      <a:pt x="9" y="43"/>
                    </a:cubicBezTo>
                    <a:cubicBezTo>
                      <a:pt x="10" y="42"/>
                      <a:pt x="10" y="42"/>
                      <a:pt x="10" y="42"/>
                    </a:cubicBezTo>
                    <a:cubicBezTo>
                      <a:pt x="10" y="43"/>
                      <a:pt x="10" y="43"/>
                      <a:pt x="10" y="43"/>
                    </a:cubicBezTo>
                    <a:cubicBezTo>
                      <a:pt x="10" y="42"/>
                      <a:pt x="11" y="40"/>
                      <a:pt x="11" y="42"/>
                    </a:cubicBezTo>
                    <a:cubicBezTo>
                      <a:pt x="12" y="40"/>
                      <a:pt x="11" y="42"/>
                      <a:pt x="11" y="41"/>
                    </a:cubicBezTo>
                    <a:cubicBezTo>
                      <a:pt x="11" y="39"/>
                      <a:pt x="12" y="39"/>
                      <a:pt x="12" y="39"/>
                    </a:cubicBezTo>
                    <a:cubicBezTo>
                      <a:pt x="11" y="42"/>
                      <a:pt x="12" y="39"/>
                      <a:pt x="12" y="40"/>
                    </a:cubicBezTo>
                    <a:cubicBezTo>
                      <a:pt x="12" y="41"/>
                      <a:pt x="12" y="41"/>
                      <a:pt x="12" y="42"/>
                    </a:cubicBezTo>
                    <a:cubicBezTo>
                      <a:pt x="13" y="40"/>
                      <a:pt x="13" y="40"/>
                      <a:pt x="13" y="40"/>
                    </a:cubicBezTo>
                    <a:cubicBezTo>
                      <a:pt x="12" y="43"/>
                      <a:pt x="13" y="39"/>
                      <a:pt x="13" y="41"/>
                    </a:cubicBezTo>
                    <a:cubicBezTo>
                      <a:pt x="13" y="42"/>
                      <a:pt x="12" y="43"/>
                      <a:pt x="12" y="43"/>
                    </a:cubicBezTo>
                    <a:cubicBezTo>
                      <a:pt x="13" y="41"/>
                      <a:pt x="14" y="40"/>
                      <a:pt x="14" y="39"/>
                    </a:cubicBezTo>
                    <a:cubicBezTo>
                      <a:pt x="14" y="40"/>
                      <a:pt x="13" y="42"/>
                      <a:pt x="13" y="44"/>
                    </a:cubicBezTo>
                    <a:cubicBezTo>
                      <a:pt x="14" y="42"/>
                      <a:pt x="13" y="45"/>
                      <a:pt x="14" y="43"/>
                    </a:cubicBezTo>
                    <a:cubicBezTo>
                      <a:pt x="14" y="42"/>
                      <a:pt x="14" y="41"/>
                      <a:pt x="15" y="40"/>
                    </a:cubicBezTo>
                    <a:cubicBezTo>
                      <a:pt x="15" y="40"/>
                      <a:pt x="14" y="41"/>
                      <a:pt x="14" y="42"/>
                    </a:cubicBezTo>
                    <a:cubicBezTo>
                      <a:pt x="14" y="42"/>
                      <a:pt x="15" y="40"/>
                      <a:pt x="15" y="39"/>
                    </a:cubicBezTo>
                    <a:cubicBezTo>
                      <a:pt x="15" y="39"/>
                      <a:pt x="16" y="37"/>
                      <a:pt x="16" y="39"/>
                    </a:cubicBezTo>
                    <a:cubicBezTo>
                      <a:pt x="16" y="40"/>
                      <a:pt x="15" y="39"/>
                      <a:pt x="15" y="40"/>
                    </a:cubicBezTo>
                    <a:cubicBezTo>
                      <a:pt x="16" y="41"/>
                      <a:pt x="17" y="37"/>
                      <a:pt x="17" y="36"/>
                    </a:cubicBezTo>
                    <a:cubicBezTo>
                      <a:pt x="17" y="35"/>
                      <a:pt x="18" y="32"/>
                      <a:pt x="19" y="31"/>
                    </a:cubicBezTo>
                    <a:cubicBezTo>
                      <a:pt x="19" y="32"/>
                      <a:pt x="18" y="32"/>
                      <a:pt x="18" y="34"/>
                    </a:cubicBezTo>
                    <a:cubicBezTo>
                      <a:pt x="18" y="34"/>
                      <a:pt x="18" y="34"/>
                      <a:pt x="18" y="34"/>
                    </a:cubicBezTo>
                    <a:cubicBezTo>
                      <a:pt x="18" y="37"/>
                      <a:pt x="16" y="39"/>
                      <a:pt x="16" y="41"/>
                    </a:cubicBezTo>
                    <a:cubicBezTo>
                      <a:pt x="16" y="40"/>
                      <a:pt x="16" y="40"/>
                      <a:pt x="16" y="40"/>
                    </a:cubicBezTo>
                    <a:cubicBezTo>
                      <a:pt x="16" y="43"/>
                      <a:pt x="16" y="43"/>
                      <a:pt x="16" y="43"/>
                    </a:cubicBezTo>
                    <a:cubicBezTo>
                      <a:pt x="16" y="41"/>
                      <a:pt x="16" y="43"/>
                      <a:pt x="16" y="42"/>
                    </a:cubicBezTo>
                    <a:cubicBezTo>
                      <a:pt x="17" y="41"/>
                      <a:pt x="16" y="43"/>
                      <a:pt x="16" y="41"/>
                    </a:cubicBezTo>
                    <a:cubicBezTo>
                      <a:pt x="17" y="41"/>
                      <a:pt x="18" y="38"/>
                      <a:pt x="18" y="39"/>
                    </a:cubicBezTo>
                    <a:cubicBezTo>
                      <a:pt x="17" y="43"/>
                      <a:pt x="17" y="43"/>
                      <a:pt x="17" y="43"/>
                    </a:cubicBezTo>
                    <a:cubicBezTo>
                      <a:pt x="17" y="43"/>
                      <a:pt x="17" y="41"/>
                      <a:pt x="17" y="42"/>
                    </a:cubicBezTo>
                    <a:cubicBezTo>
                      <a:pt x="17" y="43"/>
                      <a:pt x="17" y="43"/>
                      <a:pt x="17" y="43"/>
                    </a:cubicBezTo>
                    <a:cubicBezTo>
                      <a:pt x="18" y="43"/>
                      <a:pt x="19" y="43"/>
                      <a:pt x="21" y="39"/>
                    </a:cubicBezTo>
                    <a:cubicBezTo>
                      <a:pt x="21" y="41"/>
                      <a:pt x="21" y="41"/>
                      <a:pt x="21" y="42"/>
                    </a:cubicBezTo>
                    <a:cubicBezTo>
                      <a:pt x="21" y="42"/>
                      <a:pt x="22" y="41"/>
                      <a:pt x="22" y="41"/>
                    </a:cubicBezTo>
                    <a:cubicBezTo>
                      <a:pt x="22" y="43"/>
                      <a:pt x="22" y="43"/>
                      <a:pt x="22" y="43"/>
                    </a:cubicBezTo>
                    <a:cubicBezTo>
                      <a:pt x="22" y="44"/>
                      <a:pt x="23" y="42"/>
                      <a:pt x="23" y="41"/>
                    </a:cubicBezTo>
                    <a:cubicBezTo>
                      <a:pt x="23" y="42"/>
                      <a:pt x="23" y="42"/>
                      <a:pt x="23" y="42"/>
                    </a:cubicBezTo>
                    <a:cubicBezTo>
                      <a:pt x="23" y="44"/>
                      <a:pt x="23" y="41"/>
                      <a:pt x="23" y="41"/>
                    </a:cubicBezTo>
                    <a:cubicBezTo>
                      <a:pt x="23" y="42"/>
                      <a:pt x="23" y="42"/>
                      <a:pt x="23" y="42"/>
                    </a:cubicBezTo>
                    <a:cubicBezTo>
                      <a:pt x="24" y="41"/>
                      <a:pt x="24" y="41"/>
                      <a:pt x="24" y="41"/>
                    </a:cubicBezTo>
                    <a:cubicBezTo>
                      <a:pt x="24" y="40"/>
                      <a:pt x="24" y="41"/>
                      <a:pt x="24" y="43"/>
                    </a:cubicBezTo>
                    <a:cubicBezTo>
                      <a:pt x="24" y="41"/>
                      <a:pt x="24" y="41"/>
                      <a:pt x="24" y="41"/>
                    </a:cubicBezTo>
                    <a:cubicBezTo>
                      <a:pt x="24" y="43"/>
                      <a:pt x="25" y="43"/>
                      <a:pt x="26" y="42"/>
                    </a:cubicBezTo>
                    <a:cubicBezTo>
                      <a:pt x="25" y="42"/>
                      <a:pt x="25" y="41"/>
                      <a:pt x="26" y="39"/>
                    </a:cubicBezTo>
                    <a:cubicBezTo>
                      <a:pt x="26" y="37"/>
                      <a:pt x="26" y="40"/>
                      <a:pt x="26" y="39"/>
                    </a:cubicBezTo>
                    <a:cubicBezTo>
                      <a:pt x="26" y="41"/>
                      <a:pt x="26" y="41"/>
                      <a:pt x="26" y="41"/>
                    </a:cubicBezTo>
                    <a:cubicBezTo>
                      <a:pt x="26" y="44"/>
                      <a:pt x="27" y="42"/>
                      <a:pt x="28" y="42"/>
                    </a:cubicBezTo>
                    <a:cubicBezTo>
                      <a:pt x="28" y="41"/>
                      <a:pt x="28" y="41"/>
                      <a:pt x="28" y="41"/>
                    </a:cubicBezTo>
                    <a:cubicBezTo>
                      <a:pt x="28" y="43"/>
                      <a:pt x="29" y="41"/>
                      <a:pt x="30" y="42"/>
                    </a:cubicBezTo>
                    <a:cubicBezTo>
                      <a:pt x="30" y="41"/>
                      <a:pt x="30" y="38"/>
                      <a:pt x="30" y="38"/>
                    </a:cubicBezTo>
                    <a:cubicBezTo>
                      <a:pt x="30" y="36"/>
                      <a:pt x="30" y="41"/>
                      <a:pt x="30" y="42"/>
                    </a:cubicBezTo>
                    <a:cubicBezTo>
                      <a:pt x="31" y="41"/>
                      <a:pt x="31" y="41"/>
                      <a:pt x="31" y="41"/>
                    </a:cubicBezTo>
                    <a:cubicBezTo>
                      <a:pt x="31" y="41"/>
                      <a:pt x="31" y="41"/>
                      <a:pt x="31" y="41"/>
                    </a:cubicBezTo>
                    <a:cubicBezTo>
                      <a:pt x="31" y="40"/>
                      <a:pt x="31" y="39"/>
                      <a:pt x="31" y="40"/>
                    </a:cubicBezTo>
                    <a:cubicBezTo>
                      <a:pt x="31" y="41"/>
                      <a:pt x="31" y="41"/>
                      <a:pt x="31" y="41"/>
                    </a:cubicBezTo>
                    <a:cubicBezTo>
                      <a:pt x="32" y="41"/>
                      <a:pt x="32" y="42"/>
                      <a:pt x="32" y="42"/>
                    </a:cubicBezTo>
                    <a:cubicBezTo>
                      <a:pt x="32" y="40"/>
                      <a:pt x="33" y="41"/>
                      <a:pt x="33" y="39"/>
                    </a:cubicBezTo>
                    <a:cubicBezTo>
                      <a:pt x="33" y="40"/>
                      <a:pt x="33" y="40"/>
                      <a:pt x="33" y="40"/>
                    </a:cubicBezTo>
                    <a:cubicBezTo>
                      <a:pt x="33" y="39"/>
                      <a:pt x="33" y="39"/>
                      <a:pt x="33" y="39"/>
                    </a:cubicBezTo>
                    <a:cubicBezTo>
                      <a:pt x="33" y="39"/>
                      <a:pt x="33" y="39"/>
                      <a:pt x="33" y="39"/>
                    </a:cubicBezTo>
                    <a:cubicBezTo>
                      <a:pt x="33" y="41"/>
                      <a:pt x="33" y="41"/>
                      <a:pt x="33" y="41"/>
                    </a:cubicBezTo>
                    <a:cubicBezTo>
                      <a:pt x="33" y="42"/>
                      <a:pt x="33" y="40"/>
                      <a:pt x="33" y="39"/>
                    </a:cubicBezTo>
                    <a:cubicBezTo>
                      <a:pt x="33" y="38"/>
                      <a:pt x="33" y="39"/>
                      <a:pt x="33" y="40"/>
                    </a:cubicBezTo>
                    <a:cubicBezTo>
                      <a:pt x="33" y="41"/>
                      <a:pt x="33" y="40"/>
                      <a:pt x="33" y="40"/>
                    </a:cubicBezTo>
                    <a:cubicBezTo>
                      <a:pt x="33" y="41"/>
                      <a:pt x="33" y="40"/>
                      <a:pt x="33" y="41"/>
                    </a:cubicBezTo>
                    <a:cubicBezTo>
                      <a:pt x="33" y="41"/>
                      <a:pt x="33" y="39"/>
                      <a:pt x="34" y="40"/>
                    </a:cubicBezTo>
                    <a:cubicBezTo>
                      <a:pt x="34" y="40"/>
                      <a:pt x="34" y="40"/>
                      <a:pt x="34" y="41"/>
                    </a:cubicBezTo>
                    <a:cubicBezTo>
                      <a:pt x="34" y="40"/>
                      <a:pt x="34" y="40"/>
                      <a:pt x="35" y="40"/>
                    </a:cubicBezTo>
                    <a:cubicBezTo>
                      <a:pt x="34" y="39"/>
                      <a:pt x="34" y="39"/>
                      <a:pt x="34" y="38"/>
                    </a:cubicBezTo>
                    <a:cubicBezTo>
                      <a:pt x="34" y="38"/>
                      <a:pt x="34" y="37"/>
                      <a:pt x="34" y="38"/>
                    </a:cubicBezTo>
                    <a:cubicBezTo>
                      <a:pt x="34" y="38"/>
                      <a:pt x="34" y="38"/>
                      <a:pt x="34" y="38"/>
                    </a:cubicBezTo>
                    <a:cubicBezTo>
                      <a:pt x="34" y="38"/>
                      <a:pt x="35" y="39"/>
                      <a:pt x="34" y="37"/>
                    </a:cubicBezTo>
                    <a:cubicBezTo>
                      <a:pt x="35" y="39"/>
                      <a:pt x="35" y="39"/>
                      <a:pt x="35" y="39"/>
                    </a:cubicBezTo>
                    <a:cubicBezTo>
                      <a:pt x="35" y="38"/>
                      <a:pt x="35" y="38"/>
                      <a:pt x="35" y="38"/>
                    </a:cubicBezTo>
                    <a:cubicBezTo>
                      <a:pt x="35" y="39"/>
                      <a:pt x="35" y="41"/>
                      <a:pt x="36" y="42"/>
                    </a:cubicBezTo>
                    <a:cubicBezTo>
                      <a:pt x="36" y="40"/>
                      <a:pt x="36" y="40"/>
                      <a:pt x="36" y="40"/>
                    </a:cubicBezTo>
                    <a:cubicBezTo>
                      <a:pt x="36" y="40"/>
                      <a:pt x="37" y="40"/>
                      <a:pt x="37" y="41"/>
                    </a:cubicBezTo>
                    <a:cubicBezTo>
                      <a:pt x="38" y="42"/>
                      <a:pt x="37" y="36"/>
                      <a:pt x="37" y="38"/>
                    </a:cubicBezTo>
                    <a:cubicBezTo>
                      <a:pt x="38" y="40"/>
                      <a:pt x="38" y="40"/>
                      <a:pt x="38" y="40"/>
                    </a:cubicBezTo>
                    <a:cubicBezTo>
                      <a:pt x="38" y="40"/>
                      <a:pt x="38" y="39"/>
                      <a:pt x="38" y="39"/>
                    </a:cubicBezTo>
                    <a:cubicBezTo>
                      <a:pt x="38" y="38"/>
                      <a:pt x="38" y="41"/>
                      <a:pt x="38" y="39"/>
                    </a:cubicBezTo>
                    <a:cubicBezTo>
                      <a:pt x="38" y="38"/>
                      <a:pt x="38" y="38"/>
                      <a:pt x="38" y="38"/>
                    </a:cubicBezTo>
                    <a:cubicBezTo>
                      <a:pt x="39" y="42"/>
                      <a:pt x="40" y="38"/>
                      <a:pt x="41" y="40"/>
                    </a:cubicBezTo>
                    <a:cubicBezTo>
                      <a:pt x="40" y="38"/>
                      <a:pt x="41" y="39"/>
                      <a:pt x="41" y="39"/>
                    </a:cubicBezTo>
                    <a:cubicBezTo>
                      <a:pt x="42" y="41"/>
                      <a:pt x="41" y="38"/>
                      <a:pt x="42" y="39"/>
                    </a:cubicBezTo>
                    <a:cubicBezTo>
                      <a:pt x="41" y="37"/>
                      <a:pt x="41" y="37"/>
                      <a:pt x="41" y="37"/>
                    </a:cubicBezTo>
                    <a:cubicBezTo>
                      <a:pt x="42" y="38"/>
                      <a:pt x="40" y="33"/>
                      <a:pt x="42" y="36"/>
                    </a:cubicBezTo>
                    <a:cubicBezTo>
                      <a:pt x="42" y="37"/>
                      <a:pt x="42" y="38"/>
                      <a:pt x="42" y="38"/>
                    </a:cubicBezTo>
                    <a:cubicBezTo>
                      <a:pt x="44" y="41"/>
                      <a:pt x="42" y="36"/>
                      <a:pt x="44" y="38"/>
                    </a:cubicBezTo>
                    <a:cubicBezTo>
                      <a:pt x="43" y="37"/>
                      <a:pt x="43" y="36"/>
                      <a:pt x="43" y="35"/>
                    </a:cubicBezTo>
                    <a:cubicBezTo>
                      <a:pt x="43" y="36"/>
                      <a:pt x="44" y="37"/>
                      <a:pt x="44" y="37"/>
                    </a:cubicBezTo>
                    <a:cubicBezTo>
                      <a:pt x="44" y="37"/>
                      <a:pt x="44" y="36"/>
                      <a:pt x="44" y="37"/>
                    </a:cubicBezTo>
                    <a:cubicBezTo>
                      <a:pt x="45" y="37"/>
                      <a:pt x="45" y="38"/>
                      <a:pt x="45" y="38"/>
                    </a:cubicBezTo>
                    <a:cubicBezTo>
                      <a:pt x="45" y="38"/>
                      <a:pt x="45" y="37"/>
                      <a:pt x="45" y="36"/>
                    </a:cubicBezTo>
                    <a:cubicBezTo>
                      <a:pt x="46" y="38"/>
                      <a:pt x="46" y="37"/>
                      <a:pt x="47" y="38"/>
                    </a:cubicBezTo>
                    <a:cubicBezTo>
                      <a:pt x="46" y="35"/>
                      <a:pt x="48" y="38"/>
                      <a:pt x="46" y="35"/>
                    </a:cubicBezTo>
                    <a:cubicBezTo>
                      <a:pt x="47" y="36"/>
                      <a:pt x="47" y="36"/>
                      <a:pt x="47" y="36"/>
                    </a:cubicBezTo>
                    <a:cubicBezTo>
                      <a:pt x="46" y="35"/>
                      <a:pt x="46" y="34"/>
                      <a:pt x="46" y="33"/>
                    </a:cubicBezTo>
                    <a:cubicBezTo>
                      <a:pt x="47" y="35"/>
                      <a:pt x="47" y="35"/>
                      <a:pt x="47" y="35"/>
                    </a:cubicBezTo>
                    <a:cubicBezTo>
                      <a:pt x="48" y="37"/>
                      <a:pt x="47" y="35"/>
                      <a:pt x="48" y="37"/>
                    </a:cubicBezTo>
                    <a:cubicBezTo>
                      <a:pt x="47" y="35"/>
                      <a:pt x="48" y="36"/>
                      <a:pt x="47" y="35"/>
                    </a:cubicBezTo>
                    <a:cubicBezTo>
                      <a:pt x="47" y="34"/>
                      <a:pt x="47" y="34"/>
                      <a:pt x="47" y="34"/>
                    </a:cubicBezTo>
                    <a:cubicBezTo>
                      <a:pt x="47" y="34"/>
                      <a:pt x="47" y="33"/>
                      <a:pt x="47" y="33"/>
                    </a:cubicBezTo>
                    <a:cubicBezTo>
                      <a:pt x="47" y="33"/>
                      <a:pt x="48" y="35"/>
                      <a:pt x="48" y="35"/>
                    </a:cubicBezTo>
                    <a:cubicBezTo>
                      <a:pt x="49" y="36"/>
                      <a:pt x="49" y="35"/>
                      <a:pt x="48" y="35"/>
                    </a:cubicBezTo>
                    <a:cubicBezTo>
                      <a:pt x="48" y="35"/>
                      <a:pt x="48" y="35"/>
                      <a:pt x="48" y="34"/>
                    </a:cubicBezTo>
                    <a:cubicBezTo>
                      <a:pt x="48" y="34"/>
                      <a:pt x="48" y="35"/>
                      <a:pt x="48" y="35"/>
                    </a:cubicBezTo>
                    <a:cubicBezTo>
                      <a:pt x="48" y="34"/>
                      <a:pt x="48" y="34"/>
                      <a:pt x="49" y="34"/>
                    </a:cubicBezTo>
                    <a:cubicBezTo>
                      <a:pt x="49" y="34"/>
                      <a:pt x="49" y="34"/>
                      <a:pt x="49" y="34"/>
                    </a:cubicBezTo>
                    <a:cubicBezTo>
                      <a:pt x="49" y="34"/>
                      <a:pt x="49" y="35"/>
                      <a:pt x="49" y="35"/>
                    </a:cubicBezTo>
                    <a:cubicBezTo>
                      <a:pt x="49" y="35"/>
                      <a:pt x="49" y="35"/>
                      <a:pt x="49" y="35"/>
                    </a:cubicBezTo>
                    <a:cubicBezTo>
                      <a:pt x="49" y="35"/>
                      <a:pt x="49" y="35"/>
                      <a:pt x="49" y="35"/>
                    </a:cubicBezTo>
                    <a:cubicBezTo>
                      <a:pt x="49" y="35"/>
                      <a:pt x="49" y="35"/>
                      <a:pt x="49" y="35"/>
                    </a:cubicBezTo>
                    <a:cubicBezTo>
                      <a:pt x="50" y="36"/>
                      <a:pt x="50" y="36"/>
                      <a:pt x="50" y="36"/>
                    </a:cubicBezTo>
                    <a:cubicBezTo>
                      <a:pt x="50" y="36"/>
                      <a:pt x="50" y="35"/>
                      <a:pt x="49" y="34"/>
                    </a:cubicBezTo>
                    <a:cubicBezTo>
                      <a:pt x="50" y="35"/>
                      <a:pt x="50" y="33"/>
                      <a:pt x="50" y="32"/>
                    </a:cubicBezTo>
                    <a:cubicBezTo>
                      <a:pt x="50" y="33"/>
                      <a:pt x="51" y="34"/>
                      <a:pt x="50" y="33"/>
                    </a:cubicBezTo>
                    <a:cubicBezTo>
                      <a:pt x="50" y="33"/>
                      <a:pt x="50" y="31"/>
                      <a:pt x="50" y="32"/>
                    </a:cubicBezTo>
                    <a:cubicBezTo>
                      <a:pt x="50" y="32"/>
                      <a:pt x="51" y="33"/>
                      <a:pt x="51" y="33"/>
                    </a:cubicBezTo>
                    <a:cubicBezTo>
                      <a:pt x="52" y="33"/>
                      <a:pt x="51" y="32"/>
                      <a:pt x="51" y="32"/>
                    </a:cubicBezTo>
                    <a:cubicBezTo>
                      <a:pt x="52" y="34"/>
                      <a:pt x="51" y="30"/>
                      <a:pt x="52" y="31"/>
                    </a:cubicBezTo>
                    <a:cubicBezTo>
                      <a:pt x="52" y="31"/>
                      <a:pt x="53" y="32"/>
                      <a:pt x="53" y="33"/>
                    </a:cubicBezTo>
                    <a:cubicBezTo>
                      <a:pt x="53" y="32"/>
                      <a:pt x="53" y="31"/>
                      <a:pt x="52" y="29"/>
                    </a:cubicBezTo>
                    <a:cubicBezTo>
                      <a:pt x="53" y="31"/>
                      <a:pt x="53" y="31"/>
                      <a:pt x="53" y="31"/>
                    </a:cubicBezTo>
                    <a:cubicBezTo>
                      <a:pt x="53" y="31"/>
                      <a:pt x="53" y="30"/>
                      <a:pt x="53" y="29"/>
                    </a:cubicBezTo>
                    <a:cubicBezTo>
                      <a:pt x="52" y="28"/>
                      <a:pt x="51" y="27"/>
                      <a:pt x="52" y="27"/>
                    </a:cubicBezTo>
                    <a:cubicBezTo>
                      <a:pt x="52" y="27"/>
                      <a:pt x="52" y="27"/>
                      <a:pt x="52" y="27"/>
                    </a:cubicBezTo>
                    <a:cubicBezTo>
                      <a:pt x="52" y="26"/>
                      <a:pt x="52" y="26"/>
                      <a:pt x="52" y="26"/>
                    </a:cubicBezTo>
                    <a:cubicBezTo>
                      <a:pt x="52" y="27"/>
                      <a:pt x="52" y="27"/>
                      <a:pt x="53" y="28"/>
                    </a:cubicBezTo>
                    <a:cubicBezTo>
                      <a:pt x="54" y="30"/>
                      <a:pt x="54" y="29"/>
                      <a:pt x="54" y="29"/>
                    </a:cubicBezTo>
                    <a:cubicBezTo>
                      <a:pt x="53" y="27"/>
                      <a:pt x="53" y="27"/>
                      <a:pt x="53" y="27"/>
                    </a:cubicBezTo>
                    <a:cubicBezTo>
                      <a:pt x="53" y="27"/>
                      <a:pt x="54" y="29"/>
                      <a:pt x="54" y="28"/>
                    </a:cubicBezTo>
                    <a:cubicBezTo>
                      <a:pt x="52" y="24"/>
                      <a:pt x="52" y="24"/>
                      <a:pt x="52" y="24"/>
                    </a:cubicBezTo>
                    <a:cubicBezTo>
                      <a:pt x="52" y="24"/>
                      <a:pt x="54" y="26"/>
                      <a:pt x="54" y="27"/>
                    </a:cubicBezTo>
                    <a:cubicBezTo>
                      <a:pt x="54" y="26"/>
                      <a:pt x="53" y="24"/>
                      <a:pt x="52" y="22"/>
                    </a:cubicBezTo>
                    <a:cubicBezTo>
                      <a:pt x="52" y="22"/>
                      <a:pt x="52" y="21"/>
                      <a:pt x="52" y="21"/>
                    </a:cubicBezTo>
                    <a:cubicBezTo>
                      <a:pt x="53" y="22"/>
                      <a:pt x="52" y="21"/>
                      <a:pt x="53" y="22"/>
                    </a:cubicBezTo>
                    <a:cubicBezTo>
                      <a:pt x="54" y="23"/>
                      <a:pt x="54" y="23"/>
                      <a:pt x="54" y="23"/>
                    </a:cubicBezTo>
                    <a:cubicBezTo>
                      <a:pt x="54" y="23"/>
                      <a:pt x="55" y="25"/>
                      <a:pt x="55" y="26"/>
                    </a:cubicBezTo>
                    <a:cubicBezTo>
                      <a:pt x="55" y="25"/>
                      <a:pt x="56" y="26"/>
                      <a:pt x="57" y="26"/>
                    </a:cubicBezTo>
                    <a:cubicBezTo>
                      <a:pt x="55" y="23"/>
                      <a:pt x="56" y="24"/>
                      <a:pt x="55" y="22"/>
                    </a:cubicBezTo>
                    <a:cubicBezTo>
                      <a:pt x="55" y="22"/>
                      <a:pt x="56" y="24"/>
                      <a:pt x="57" y="24"/>
                    </a:cubicBezTo>
                    <a:cubicBezTo>
                      <a:pt x="56" y="23"/>
                      <a:pt x="57" y="23"/>
                      <a:pt x="57" y="23"/>
                    </a:cubicBezTo>
                    <a:cubicBezTo>
                      <a:pt x="58" y="23"/>
                      <a:pt x="58" y="23"/>
                      <a:pt x="58" y="23"/>
                    </a:cubicBezTo>
                    <a:cubicBezTo>
                      <a:pt x="57" y="23"/>
                      <a:pt x="58" y="23"/>
                      <a:pt x="57" y="21"/>
                    </a:cubicBezTo>
                    <a:cubicBezTo>
                      <a:pt x="58" y="22"/>
                      <a:pt x="58" y="22"/>
                      <a:pt x="58" y="22"/>
                    </a:cubicBezTo>
                    <a:cubicBezTo>
                      <a:pt x="59" y="22"/>
                      <a:pt x="56" y="19"/>
                      <a:pt x="57" y="20"/>
                    </a:cubicBezTo>
                    <a:cubicBezTo>
                      <a:pt x="58" y="21"/>
                      <a:pt x="58" y="21"/>
                      <a:pt x="58" y="21"/>
                    </a:cubicBezTo>
                    <a:cubicBezTo>
                      <a:pt x="57" y="20"/>
                      <a:pt x="59" y="22"/>
                      <a:pt x="58" y="20"/>
                    </a:cubicBezTo>
                    <a:cubicBezTo>
                      <a:pt x="59" y="21"/>
                      <a:pt x="59" y="21"/>
                      <a:pt x="59" y="21"/>
                    </a:cubicBezTo>
                    <a:cubicBezTo>
                      <a:pt x="59" y="21"/>
                      <a:pt x="59" y="21"/>
                      <a:pt x="58" y="19"/>
                    </a:cubicBezTo>
                    <a:cubicBezTo>
                      <a:pt x="60" y="21"/>
                      <a:pt x="60" y="21"/>
                      <a:pt x="60" y="21"/>
                    </a:cubicBezTo>
                    <a:cubicBezTo>
                      <a:pt x="60" y="22"/>
                      <a:pt x="58" y="19"/>
                      <a:pt x="59" y="19"/>
                    </a:cubicBezTo>
                    <a:cubicBezTo>
                      <a:pt x="59" y="19"/>
                      <a:pt x="60" y="20"/>
                      <a:pt x="60" y="20"/>
                    </a:cubicBezTo>
                    <a:cubicBezTo>
                      <a:pt x="59" y="19"/>
                      <a:pt x="60" y="19"/>
                      <a:pt x="60" y="19"/>
                    </a:cubicBezTo>
                    <a:cubicBezTo>
                      <a:pt x="61" y="20"/>
                      <a:pt x="61" y="20"/>
                      <a:pt x="61" y="20"/>
                    </a:cubicBezTo>
                    <a:cubicBezTo>
                      <a:pt x="62" y="19"/>
                      <a:pt x="64" y="18"/>
                      <a:pt x="63" y="16"/>
                    </a:cubicBezTo>
                    <a:cubicBezTo>
                      <a:pt x="65" y="17"/>
                      <a:pt x="64" y="17"/>
                      <a:pt x="65" y="18"/>
                    </a:cubicBezTo>
                    <a:cubicBezTo>
                      <a:pt x="64" y="17"/>
                      <a:pt x="65" y="18"/>
                      <a:pt x="65" y="17"/>
                    </a:cubicBezTo>
                    <a:cubicBezTo>
                      <a:pt x="65" y="17"/>
                      <a:pt x="65" y="17"/>
                      <a:pt x="65" y="17"/>
                    </a:cubicBezTo>
                    <a:cubicBezTo>
                      <a:pt x="65" y="17"/>
                      <a:pt x="66" y="18"/>
                      <a:pt x="66" y="17"/>
                    </a:cubicBezTo>
                    <a:cubicBezTo>
                      <a:pt x="65" y="17"/>
                      <a:pt x="65" y="17"/>
                      <a:pt x="65" y="17"/>
                    </a:cubicBezTo>
                    <a:cubicBezTo>
                      <a:pt x="64" y="15"/>
                      <a:pt x="68" y="18"/>
                      <a:pt x="66" y="16"/>
                    </a:cubicBezTo>
                    <a:cubicBezTo>
                      <a:pt x="67" y="17"/>
                      <a:pt x="67" y="17"/>
                      <a:pt x="67" y="17"/>
                    </a:cubicBezTo>
                    <a:cubicBezTo>
                      <a:pt x="65" y="15"/>
                      <a:pt x="68" y="17"/>
                      <a:pt x="66" y="16"/>
                    </a:cubicBezTo>
                    <a:cubicBezTo>
                      <a:pt x="67" y="16"/>
                      <a:pt x="67" y="16"/>
                      <a:pt x="67" y="16"/>
                    </a:cubicBezTo>
                    <a:cubicBezTo>
                      <a:pt x="68" y="17"/>
                      <a:pt x="65" y="14"/>
                      <a:pt x="67" y="15"/>
                    </a:cubicBezTo>
                    <a:cubicBezTo>
                      <a:pt x="67" y="15"/>
                      <a:pt x="66" y="14"/>
                      <a:pt x="65" y="13"/>
                    </a:cubicBezTo>
                    <a:cubicBezTo>
                      <a:pt x="67" y="14"/>
                      <a:pt x="67" y="14"/>
                      <a:pt x="67" y="14"/>
                    </a:cubicBezTo>
                    <a:cubicBezTo>
                      <a:pt x="67" y="13"/>
                      <a:pt x="68" y="12"/>
                      <a:pt x="66" y="10"/>
                    </a:cubicBezTo>
                    <a:cubicBezTo>
                      <a:pt x="67" y="10"/>
                      <a:pt x="67" y="10"/>
                      <a:pt x="67" y="10"/>
                    </a:cubicBezTo>
                    <a:cubicBezTo>
                      <a:pt x="65" y="9"/>
                      <a:pt x="70" y="11"/>
                      <a:pt x="66" y="8"/>
                    </a:cubicBezTo>
                    <a:cubicBezTo>
                      <a:pt x="65" y="7"/>
                      <a:pt x="65" y="7"/>
                      <a:pt x="65" y="7"/>
                    </a:cubicBezTo>
                    <a:cubicBezTo>
                      <a:pt x="67" y="8"/>
                      <a:pt x="67" y="8"/>
                      <a:pt x="67" y="8"/>
                    </a:cubicBezTo>
                    <a:cubicBezTo>
                      <a:pt x="66" y="8"/>
                      <a:pt x="67" y="8"/>
                      <a:pt x="66" y="7"/>
                    </a:cubicBezTo>
                    <a:cubicBezTo>
                      <a:pt x="67" y="8"/>
                      <a:pt x="67" y="8"/>
                      <a:pt x="67" y="8"/>
                    </a:cubicBezTo>
                    <a:cubicBezTo>
                      <a:pt x="67" y="8"/>
                      <a:pt x="65" y="6"/>
                      <a:pt x="65" y="7"/>
                    </a:cubicBezTo>
                    <a:cubicBezTo>
                      <a:pt x="66" y="7"/>
                      <a:pt x="66" y="7"/>
                      <a:pt x="66" y="7"/>
                    </a:cubicBezTo>
                    <a:cubicBezTo>
                      <a:pt x="69" y="7"/>
                      <a:pt x="72" y="3"/>
                      <a:pt x="68" y="4"/>
                    </a:cubicBezTo>
                    <a:close/>
                    <a:moveTo>
                      <a:pt x="61" y="9"/>
                    </a:moveTo>
                    <a:cubicBezTo>
                      <a:pt x="60" y="9"/>
                      <a:pt x="61" y="7"/>
                      <a:pt x="62" y="6"/>
                    </a:cubicBezTo>
                    <a:cubicBezTo>
                      <a:pt x="62" y="8"/>
                      <a:pt x="61" y="9"/>
                      <a:pt x="61" y="9"/>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3" name="Freeform 255"/>
              <p:cNvSpPr/>
              <p:nvPr/>
            </p:nvSpPr>
            <p:spPr bwMode="auto">
              <a:xfrm>
                <a:off x="4011" y="3063"/>
                <a:ext cx="5" cy="5"/>
              </a:xfrm>
              <a:custGeom>
                <a:avLst/>
                <a:gdLst>
                  <a:gd name="T0" fmla="*/ 5 w 5"/>
                  <a:gd name="T1" fmla="*/ 5 h 5"/>
                  <a:gd name="T2" fmla="*/ 0 w 5"/>
                  <a:gd name="T3" fmla="*/ 0 h 5"/>
                  <a:gd name="T4" fmla="*/ 2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2" y="5"/>
                    </a:lnTo>
                    <a:lnTo>
                      <a:pt x="5" y="5"/>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4" name="Freeform 256"/>
              <p:cNvSpPr/>
              <p:nvPr/>
            </p:nvSpPr>
            <p:spPr bwMode="auto">
              <a:xfrm>
                <a:off x="3912" y="3100"/>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5" name="Freeform 257"/>
              <p:cNvSpPr/>
              <p:nvPr/>
            </p:nvSpPr>
            <p:spPr bwMode="auto">
              <a:xfrm>
                <a:off x="3996" y="3089"/>
                <a:ext cx="3"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6" name="Oval 258"/>
              <p:cNvSpPr>
                <a:spLocks noChangeArrowheads="1"/>
              </p:cNvSpPr>
              <p:nvPr/>
            </p:nvSpPr>
            <p:spPr bwMode="auto">
              <a:xfrm>
                <a:off x="3595" y="182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7" name="Freeform 259"/>
              <p:cNvSpPr/>
              <p:nvPr/>
            </p:nvSpPr>
            <p:spPr bwMode="auto">
              <a:xfrm>
                <a:off x="3598" y="1825"/>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8" name="Freeform 260"/>
              <p:cNvSpPr/>
              <p:nvPr/>
            </p:nvSpPr>
            <p:spPr bwMode="auto">
              <a:xfrm>
                <a:off x="3918" y="28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9" name="Freeform 261"/>
              <p:cNvSpPr/>
              <p:nvPr/>
            </p:nvSpPr>
            <p:spPr bwMode="auto">
              <a:xfrm>
                <a:off x="3924" y="3038"/>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0" name="Freeform 262"/>
              <p:cNvSpPr/>
              <p:nvPr/>
            </p:nvSpPr>
            <p:spPr bwMode="auto">
              <a:xfrm>
                <a:off x="3986" y="3027"/>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1" name="Freeform 263"/>
              <p:cNvSpPr/>
              <p:nvPr/>
            </p:nvSpPr>
            <p:spPr bwMode="auto">
              <a:xfrm>
                <a:off x="3899" y="3091"/>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2" name="Rectangle 264"/>
              <p:cNvSpPr>
                <a:spLocks noChangeArrowheads="1"/>
              </p:cNvSpPr>
              <p:nvPr/>
            </p:nvSpPr>
            <p:spPr bwMode="auto">
              <a:xfrm>
                <a:off x="4013" y="3004"/>
                <a:ext cx="1" cy="4"/>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3" name="Freeform 265"/>
              <p:cNvSpPr/>
              <p:nvPr/>
            </p:nvSpPr>
            <p:spPr bwMode="auto">
              <a:xfrm>
                <a:off x="3903" y="3055"/>
                <a:ext cx="6"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4" name="Freeform 266"/>
              <p:cNvSpPr/>
              <p:nvPr/>
            </p:nvSpPr>
            <p:spPr bwMode="auto">
              <a:xfrm>
                <a:off x="3905" y="3055"/>
                <a:ext cx="4"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0" y="0"/>
                      <a:pt x="1" y="0"/>
                      <a:pt x="2" y="0"/>
                    </a:cubicBezTo>
                    <a:cubicBezTo>
                      <a:pt x="2"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5" name="Freeform 267"/>
              <p:cNvSpPr/>
              <p:nvPr/>
            </p:nvSpPr>
            <p:spPr bwMode="auto">
              <a:xfrm>
                <a:off x="3897" y="3085"/>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6" name="Freeform 268"/>
              <p:cNvSpPr/>
              <p:nvPr/>
            </p:nvSpPr>
            <p:spPr bwMode="auto">
              <a:xfrm>
                <a:off x="3897" y="309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7" name="Freeform 269"/>
              <p:cNvSpPr/>
              <p:nvPr/>
            </p:nvSpPr>
            <p:spPr bwMode="auto">
              <a:xfrm>
                <a:off x="3984" y="30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8" name="Freeform 270"/>
              <p:cNvSpPr/>
              <p:nvPr/>
            </p:nvSpPr>
            <p:spPr bwMode="auto">
              <a:xfrm>
                <a:off x="3600"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9" name="Freeform 271"/>
              <p:cNvSpPr/>
              <p:nvPr/>
            </p:nvSpPr>
            <p:spPr bwMode="auto">
              <a:xfrm>
                <a:off x="3905" y="3100"/>
                <a:ext cx="4" cy="4"/>
              </a:xfrm>
              <a:custGeom>
                <a:avLst/>
                <a:gdLst>
                  <a:gd name="T0" fmla="*/ 1 w 2"/>
                  <a:gd name="T1" fmla="*/ 0 h 2"/>
                  <a:gd name="T2" fmla="*/ 1 w 2"/>
                  <a:gd name="T3" fmla="*/ 1 h 2"/>
                  <a:gd name="T4" fmla="*/ 1 w 2"/>
                  <a:gd name="T5" fmla="*/ 0 h 2"/>
                </a:gdLst>
                <a:ahLst/>
                <a:cxnLst>
                  <a:cxn ang="0">
                    <a:pos x="T0" y="T1"/>
                  </a:cxn>
                  <a:cxn ang="0">
                    <a:pos x="T2" y="T3"/>
                  </a:cxn>
                  <a:cxn ang="0">
                    <a:pos x="T4" y="T5"/>
                  </a:cxn>
                </a:cxnLst>
                <a:rect l="0" t="0" r="r" b="b"/>
                <a:pathLst>
                  <a:path w="2" h="2">
                    <a:moveTo>
                      <a:pt x="1" y="0"/>
                    </a:moveTo>
                    <a:cubicBezTo>
                      <a:pt x="0" y="2"/>
                      <a:pt x="1" y="0"/>
                      <a:pt x="1"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0" name="Freeform 272"/>
              <p:cNvSpPr/>
              <p:nvPr/>
            </p:nvSpPr>
            <p:spPr bwMode="auto">
              <a:xfrm>
                <a:off x="4230" y="2480"/>
                <a:ext cx="4" cy="2"/>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0" y="1"/>
                      <a:pt x="1" y="1"/>
                      <a:pt x="2" y="1"/>
                    </a:cubicBezTo>
                    <a:cubicBezTo>
                      <a:pt x="2" y="0"/>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1" name="Freeform 273"/>
              <p:cNvSpPr/>
              <p:nvPr/>
            </p:nvSpPr>
            <p:spPr bwMode="auto">
              <a:xfrm>
                <a:off x="3895" y="3080"/>
                <a:ext cx="4" cy="3"/>
              </a:xfrm>
              <a:custGeom>
                <a:avLst/>
                <a:gdLst>
                  <a:gd name="T0" fmla="*/ 0 w 2"/>
                  <a:gd name="T1" fmla="*/ 0 h 1"/>
                  <a:gd name="T2" fmla="*/ 1 w 2"/>
                  <a:gd name="T3" fmla="*/ 0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1" y="0"/>
                      <a:pt x="1" y="0"/>
                    </a:cubicBezTo>
                    <a:cubicBezTo>
                      <a:pt x="1" y="0"/>
                      <a:pt x="2"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2" name="Freeform 274"/>
              <p:cNvSpPr/>
              <p:nvPr/>
            </p:nvSpPr>
            <p:spPr bwMode="auto">
              <a:xfrm>
                <a:off x="4007" y="30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3" name="Freeform 275"/>
              <p:cNvSpPr/>
              <p:nvPr/>
            </p:nvSpPr>
            <p:spPr bwMode="auto">
              <a:xfrm>
                <a:off x="3598" y="18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4" name="Freeform 276"/>
              <p:cNvSpPr/>
              <p:nvPr/>
            </p:nvSpPr>
            <p:spPr bwMode="auto">
              <a:xfrm>
                <a:off x="4005" y="3074"/>
                <a:ext cx="2"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0" y="1"/>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5" name="Freeform 277"/>
              <p:cNvSpPr/>
              <p:nvPr/>
            </p:nvSpPr>
            <p:spPr bwMode="auto">
              <a:xfrm>
                <a:off x="4007" y="30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6" name="Freeform 278"/>
              <p:cNvSpPr/>
              <p:nvPr/>
            </p:nvSpPr>
            <p:spPr bwMode="auto">
              <a:xfrm>
                <a:off x="3598" y="182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7" name="Freeform 279"/>
              <p:cNvSpPr/>
              <p:nvPr/>
            </p:nvSpPr>
            <p:spPr bwMode="auto">
              <a:xfrm>
                <a:off x="3598" y="1823"/>
                <a:ext cx="2" cy="0"/>
              </a:xfrm>
              <a:custGeom>
                <a:avLst/>
                <a:gdLst>
                  <a:gd name="T0" fmla="*/ 1 w 1"/>
                  <a:gd name="T1" fmla="*/ 1 w 1"/>
                  <a:gd name="T2" fmla="*/ 0 w 1"/>
                  <a:gd name="T3" fmla="*/ 0 w 1"/>
                  <a:gd name="T4" fmla="*/ 0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0" y="0"/>
                      <a:pt x="0" y="0"/>
                    </a:cubicBezTo>
                    <a:cubicBezTo>
                      <a:pt x="0"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8" name="Freeform 280"/>
              <p:cNvSpPr/>
              <p:nvPr/>
            </p:nvSpPr>
            <p:spPr bwMode="auto">
              <a:xfrm>
                <a:off x="4009" y="308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9" name="Freeform 281"/>
              <p:cNvSpPr/>
              <p:nvPr/>
            </p:nvSpPr>
            <p:spPr bwMode="auto">
              <a:xfrm>
                <a:off x="3602"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0" name="Freeform 282"/>
              <p:cNvSpPr/>
              <p:nvPr/>
            </p:nvSpPr>
            <p:spPr bwMode="auto">
              <a:xfrm>
                <a:off x="3929" y="1870"/>
                <a:ext cx="4" cy="8"/>
              </a:xfrm>
              <a:custGeom>
                <a:avLst/>
                <a:gdLst>
                  <a:gd name="T0" fmla="*/ 2 w 2"/>
                  <a:gd name="T1" fmla="*/ 1 h 4"/>
                  <a:gd name="T2" fmla="*/ 1 w 2"/>
                  <a:gd name="T3" fmla="*/ 4 h 4"/>
                  <a:gd name="T4" fmla="*/ 2 w 2"/>
                  <a:gd name="T5" fmla="*/ 1 h 4"/>
                </a:gdLst>
                <a:ahLst/>
                <a:cxnLst>
                  <a:cxn ang="0">
                    <a:pos x="T0" y="T1"/>
                  </a:cxn>
                  <a:cxn ang="0">
                    <a:pos x="T2" y="T3"/>
                  </a:cxn>
                  <a:cxn ang="0">
                    <a:pos x="T4" y="T5"/>
                  </a:cxn>
                </a:cxnLst>
                <a:rect l="0" t="0" r="r" b="b"/>
                <a:pathLst>
                  <a:path w="2" h="4">
                    <a:moveTo>
                      <a:pt x="2" y="1"/>
                    </a:moveTo>
                    <a:cubicBezTo>
                      <a:pt x="2" y="1"/>
                      <a:pt x="0" y="1"/>
                      <a:pt x="1" y="4"/>
                    </a:cubicBezTo>
                    <a:cubicBezTo>
                      <a:pt x="1" y="0"/>
                      <a:pt x="2" y="4"/>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1" name="Freeform 283"/>
              <p:cNvSpPr/>
              <p:nvPr/>
            </p:nvSpPr>
            <p:spPr bwMode="auto">
              <a:xfrm>
                <a:off x="3687" y="1579"/>
                <a:ext cx="4" cy="4"/>
              </a:xfrm>
              <a:custGeom>
                <a:avLst/>
                <a:gdLst>
                  <a:gd name="T0" fmla="*/ 0 w 4"/>
                  <a:gd name="T1" fmla="*/ 4 h 4"/>
                  <a:gd name="T2" fmla="*/ 4 w 4"/>
                  <a:gd name="T3" fmla="*/ 0 h 4"/>
                  <a:gd name="T4" fmla="*/ 0 w 4"/>
                  <a:gd name="T5" fmla="*/ 2 h 4"/>
                  <a:gd name="T6" fmla="*/ 0 w 4"/>
                  <a:gd name="T7" fmla="*/ 4 h 4"/>
                </a:gdLst>
                <a:ahLst/>
                <a:cxnLst>
                  <a:cxn ang="0">
                    <a:pos x="T0" y="T1"/>
                  </a:cxn>
                  <a:cxn ang="0">
                    <a:pos x="T2" y="T3"/>
                  </a:cxn>
                  <a:cxn ang="0">
                    <a:pos x="T4" y="T5"/>
                  </a:cxn>
                  <a:cxn ang="0">
                    <a:pos x="T6" y="T7"/>
                  </a:cxn>
                </a:cxnLst>
                <a:rect l="0" t="0" r="r" b="b"/>
                <a:pathLst>
                  <a:path w="4" h="4">
                    <a:moveTo>
                      <a:pt x="0" y="4"/>
                    </a:moveTo>
                    <a:lnTo>
                      <a:pt x="4" y="0"/>
                    </a:lnTo>
                    <a:lnTo>
                      <a:pt x="0" y="2"/>
                    </a:lnTo>
                    <a:lnTo>
                      <a:pt x="0"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2" name="Freeform 284"/>
              <p:cNvSpPr/>
              <p:nvPr/>
            </p:nvSpPr>
            <p:spPr bwMode="auto">
              <a:xfrm>
                <a:off x="4086" y="1583"/>
                <a:ext cx="8" cy="4"/>
              </a:xfrm>
              <a:custGeom>
                <a:avLst/>
                <a:gdLst>
                  <a:gd name="T0" fmla="*/ 2 w 4"/>
                  <a:gd name="T1" fmla="*/ 2 h 2"/>
                  <a:gd name="T2" fmla="*/ 1 w 4"/>
                  <a:gd name="T3" fmla="*/ 0 h 2"/>
                  <a:gd name="T4" fmla="*/ 2 w 4"/>
                  <a:gd name="T5" fmla="*/ 2 h 2"/>
                </a:gdLst>
                <a:ahLst/>
                <a:cxnLst>
                  <a:cxn ang="0">
                    <a:pos x="T0" y="T1"/>
                  </a:cxn>
                  <a:cxn ang="0">
                    <a:pos x="T2" y="T3"/>
                  </a:cxn>
                  <a:cxn ang="0">
                    <a:pos x="T4" y="T5"/>
                  </a:cxn>
                </a:cxnLst>
                <a:rect l="0" t="0" r="r" b="b"/>
                <a:pathLst>
                  <a:path w="4" h="2">
                    <a:moveTo>
                      <a:pt x="2" y="2"/>
                    </a:moveTo>
                    <a:cubicBezTo>
                      <a:pt x="2" y="2"/>
                      <a:pt x="3" y="1"/>
                      <a:pt x="1" y="0"/>
                    </a:cubicBezTo>
                    <a:cubicBezTo>
                      <a:pt x="4" y="2"/>
                      <a:pt x="0"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3" name="Freeform 285"/>
              <p:cNvSpPr/>
              <p:nvPr/>
            </p:nvSpPr>
            <p:spPr bwMode="auto">
              <a:xfrm>
                <a:off x="3574" y="1912"/>
                <a:ext cx="2" cy="21"/>
              </a:xfrm>
              <a:custGeom>
                <a:avLst/>
                <a:gdLst>
                  <a:gd name="T0" fmla="*/ 0 w 1"/>
                  <a:gd name="T1" fmla="*/ 0 h 10"/>
                  <a:gd name="T2" fmla="*/ 1 w 1"/>
                  <a:gd name="T3" fmla="*/ 10 h 10"/>
                  <a:gd name="T4" fmla="*/ 0 w 1"/>
                  <a:gd name="T5" fmla="*/ 0 h 10"/>
                </a:gdLst>
                <a:ahLst/>
                <a:cxnLst>
                  <a:cxn ang="0">
                    <a:pos x="T0" y="T1"/>
                  </a:cxn>
                  <a:cxn ang="0">
                    <a:pos x="T2" y="T3"/>
                  </a:cxn>
                  <a:cxn ang="0">
                    <a:pos x="T4" y="T5"/>
                  </a:cxn>
                </a:cxnLst>
                <a:rect l="0" t="0" r="r" b="b"/>
                <a:pathLst>
                  <a:path w="1" h="10">
                    <a:moveTo>
                      <a:pt x="0" y="0"/>
                    </a:moveTo>
                    <a:cubicBezTo>
                      <a:pt x="0" y="4"/>
                      <a:pt x="0" y="10"/>
                      <a:pt x="1" y="1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4" name="Freeform 286"/>
              <p:cNvSpPr>
                <a:spLocks noEditPoints="1"/>
              </p:cNvSpPr>
              <p:nvPr/>
            </p:nvSpPr>
            <p:spPr bwMode="auto">
              <a:xfrm>
                <a:off x="3559" y="1774"/>
                <a:ext cx="77" cy="91"/>
              </a:xfrm>
              <a:custGeom>
                <a:avLst/>
                <a:gdLst>
                  <a:gd name="T0" fmla="*/ 32 w 36"/>
                  <a:gd name="T1" fmla="*/ 19 h 43"/>
                  <a:gd name="T2" fmla="*/ 27 w 36"/>
                  <a:gd name="T3" fmla="*/ 2 h 43"/>
                  <a:gd name="T4" fmla="*/ 8 w 36"/>
                  <a:gd name="T5" fmla="*/ 14 h 43"/>
                  <a:gd name="T6" fmla="*/ 16 w 36"/>
                  <a:gd name="T7" fmla="*/ 25 h 43"/>
                  <a:gd name="T8" fmla="*/ 16 w 36"/>
                  <a:gd name="T9" fmla="*/ 24 h 43"/>
                  <a:gd name="T10" fmla="*/ 17 w 36"/>
                  <a:gd name="T11" fmla="*/ 24 h 43"/>
                  <a:gd name="T12" fmla="*/ 17 w 36"/>
                  <a:gd name="T13" fmla="*/ 23 h 43"/>
                  <a:gd name="T14" fmla="*/ 17 w 36"/>
                  <a:gd name="T15" fmla="*/ 24 h 43"/>
                  <a:gd name="T16" fmla="*/ 19 w 36"/>
                  <a:gd name="T17" fmla="*/ 23 h 43"/>
                  <a:gd name="T18" fmla="*/ 18 w 36"/>
                  <a:gd name="T19" fmla="*/ 24 h 43"/>
                  <a:gd name="T20" fmla="*/ 17 w 36"/>
                  <a:gd name="T21" fmla="*/ 24 h 43"/>
                  <a:gd name="T22" fmla="*/ 19 w 36"/>
                  <a:gd name="T23" fmla="*/ 23 h 43"/>
                  <a:gd name="T24" fmla="*/ 20 w 36"/>
                  <a:gd name="T25" fmla="*/ 23 h 43"/>
                  <a:gd name="T26" fmla="*/ 21 w 36"/>
                  <a:gd name="T27" fmla="*/ 24 h 43"/>
                  <a:gd name="T28" fmla="*/ 21 w 36"/>
                  <a:gd name="T29" fmla="*/ 23 h 43"/>
                  <a:gd name="T30" fmla="*/ 21 w 36"/>
                  <a:gd name="T31" fmla="*/ 23 h 43"/>
                  <a:gd name="T32" fmla="*/ 21 w 36"/>
                  <a:gd name="T33" fmla="*/ 23 h 43"/>
                  <a:gd name="T34" fmla="*/ 21 w 36"/>
                  <a:gd name="T35" fmla="*/ 24 h 43"/>
                  <a:gd name="T36" fmla="*/ 22 w 36"/>
                  <a:gd name="T37" fmla="*/ 24 h 43"/>
                  <a:gd name="T38" fmla="*/ 22 w 36"/>
                  <a:gd name="T39" fmla="*/ 24 h 43"/>
                  <a:gd name="T40" fmla="*/ 22 w 36"/>
                  <a:gd name="T41" fmla="*/ 19 h 43"/>
                  <a:gd name="T42" fmla="*/ 22 w 36"/>
                  <a:gd name="T43" fmla="*/ 19 h 43"/>
                  <a:gd name="T44" fmla="*/ 23 w 36"/>
                  <a:gd name="T45" fmla="*/ 23 h 43"/>
                  <a:gd name="T46" fmla="*/ 27 w 36"/>
                  <a:gd name="T47" fmla="*/ 24 h 43"/>
                  <a:gd name="T48" fmla="*/ 25 w 36"/>
                  <a:gd name="T49" fmla="*/ 24 h 43"/>
                  <a:gd name="T50" fmla="*/ 25 w 36"/>
                  <a:gd name="T51" fmla="*/ 24 h 43"/>
                  <a:gd name="T52" fmla="*/ 26 w 36"/>
                  <a:gd name="T53" fmla="*/ 23 h 43"/>
                  <a:gd name="T54" fmla="*/ 25 w 36"/>
                  <a:gd name="T55" fmla="*/ 24 h 43"/>
                  <a:gd name="T56" fmla="*/ 24 w 36"/>
                  <a:gd name="T57" fmla="*/ 24 h 43"/>
                  <a:gd name="T58" fmla="*/ 24 w 36"/>
                  <a:gd name="T59" fmla="*/ 22 h 43"/>
                  <a:gd name="T60" fmla="*/ 24 w 36"/>
                  <a:gd name="T61" fmla="*/ 24 h 43"/>
                  <a:gd name="T62" fmla="*/ 23 w 36"/>
                  <a:gd name="T63" fmla="*/ 24 h 43"/>
                  <a:gd name="T64" fmla="*/ 23 w 36"/>
                  <a:gd name="T65" fmla="*/ 24 h 43"/>
                  <a:gd name="T66" fmla="*/ 24 w 36"/>
                  <a:gd name="T67" fmla="*/ 24 h 43"/>
                  <a:gd name="T68" fmla="*/ 24 w 36"/>
                  <a:gd name="T69" fmla="*/ 24 h 43"/>
                  <a:gd name="T70" fmla="*/ 25 w 36"/>
                  <a:gd name="T71" fmla="*/ 24 h 43"/>
                  <a:gd name="T72" fmla="*/ 29 w 36"/>
                  <a:gd name="T73" fmla="*/ 24 h 43"/>
                  <a:gd name="T74" fmla="*/ 26 w 36"/>
                  <a:gd name="T75" fmla="*/ 24 h 43"/>
                  <a:gd name="T76" fmla="*/ 24 w 36"/>
                  <a:gd name="T77" fmla="*/ 22 h 43"/>
                  <a:gd name="T78" fmla="*/ 23 w 36"/>
                  <a:gd name="T79" fmla="*/ 21 h 43"/>
                  <a:gd name="T80" fmla="*/ 24 w 36"/>
                  <a:gd name="T81" fmla="*/ 21 h 43"/>
                  <a:gd name="T82" fmla="*/ 24 w 36"/>
                  <a:gd name="T83" fmla="*/ 21 h 43"/>
                  <a:gd name="T84" fmla="*/ 23 w 36"/>
                  <a:gd name="T85" fmla="*/ 20 h 43"/>
                  <a:gd name="T86" fmla="*/ 22 w 36"/>
                  <a:gd name="T87" fmla="*/ 19 h 43"/>
                  <a:gd name="T88" fmla="*/ 22 w 36"/>
                  <a:gd name="T89" fmla="*/ 20 h 43"/>
                  <a:gd name="T90" fmla="*/ 21 w 36"/>
                  <a:gd name="T91" fmla="*/ 19 h 43"/>
                  <a:gd name="T92" fmla="*/ 22 w 36"/>
                  <a:gd name="T93" fmla="*/ 21 h 43"/>
                  <a:gd name="T94" fmla="*/ 20 w 36"/>
                  <a:gd name="T95" fmla="*/ 21 h 43"/>
                  <a:gd name="T96" fmla="*/ 17 w 36"/>
                  <a:gd name="T97" fmla="*/ 20 h 43"/>
                  <a:gd name="T98" fmla="*/ 20 w 36"/>
                  <a:gd name="T99" fmla="*/ 19 h 43"/>
                  <a:gd name="T100" fmla="*/ 18 w 36"/>
                  <a:gd name="T101" fmla="*/ 18 h 43"/>
                  <a:gd name="T102" fmla="*/ 19 w 36"/>
                  <a:gd name="T103" fmla="*/ 18 h 43"/>
                  <a:gd name="T104" fmla="*/ 20 w 36"/>
                  <a:gd name="T105" fmla="*/ 18 h 43"/>
                  <a:gd name="T106" fmla="*/ 21 w 36"/>
                  <a:gd name="T107" fmla="*/ 19 h 43"/>
                  <a:gd name="T108" fmla="*/ 20 w 36"/>
                  <a:gd name="T109" fmla="*/ 18 h 43"/>
                  <a:gd name="T110" fmla="*/ 18 w 36"/>
                  <a:gd name="T111" fmla="*/ 18 h 43"/>
                  <a:gd name="T112" fmla="*/ 18 w 36"/>
                  <a:gd name="T113" fmla="*/ 18 h 43"/>
                  <a:gd name="T114" fmla="*/ 15 w 36"/>
                  <a:gd name="T115" fmla="*/ 18 h 43"/>
                  <a:gd name="T116" fmla="*/ 18 w 36"/>
                  <a:gd name="T117" fmla="*/ 18 h 43"/>
                  <a:gd name="T118" fmla="*/ 18 w 36"/>
                  <a:gd name="T119" fmla="*/ 18 h 43"/>
                  <a:gd name="T120" fmla="*/ 17 w 36"/>
                  <a:gd name="T121" fmla="*/ 19 h 43"/>
                  <a:gd name="T122" fmla="*/ 16 w 36"/>
                  <a:gd name="T123" fmla="*/ 25 h 43"/>
                  <a:gd name="T124" fmla="*/ 14 w 36"/>
                  <a:gd name="T125" fmla="*/ 2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 h="43">
                    <a:moveTo>
                      <a:pt x="5" y="16"/>
                    </a:moveTo>
                    <a:cubicBezTo>
                      <a:pt x="6" y="19"/>
                      <a:pt x="3" y="20"/>
                      <a:pt x="0" y="23"/>
                    </a:cubicBezTo>
                    <a:cubicBezTo>
                      <a:pt x="0" y="23"/>
                      <a:pt x="1" y="25"/>
                      <a:pt x="1" y="28"/>
                    </a:cubicBezTo>
                    <a:cubicBezTo>
                      <a:pt x="5" y="39"/>
                      <a:pt x="13" y="43"/>
                      <a:pt x="19" y="41"/>
                    </a:cubicBezTo>
                    <a:cubicBezTo>
                      <a:pt x="18" y="40"/>
                      <a:pt x="18" y="39"/>
                      <a:pt x="19" y="39"/>
                    </a:cubicBezTo>
                    <a:cubicBezTo>
                      <a:pt x="19" y="39"/>
                      <a:pt x="19" y="39"/>
                      <a:pt x="19" y="39"/>
                    </a:cubicBezTo>
                    <a:cubicBezTo>
                      <a:pt x="19" y="38"/>
                      <a:pt x="19" y="38"/>
                      <a:pt x="19" y="38"/>
                    </a:cubicBezTo>
                    <a:cubicBezTo>
                      <a:pt x="19" y="38"/>
                      <a:pt x="19" y="39"/>
                      <a:pt x="19" y="40"/>
                    </a:cubicBezTo>
                    <a:cubicBezTo>
                      <a:pt x="20" y="39"/>
                      <a:pt x="21" y="39"/>
                      <a:pt x="23" y="39"/>
                    </a:cubicBezTo>
                    <a:cubicBezTo>
                      <a:pt x="22" y="36"/>
                      <a:pt x="23" y="38"/>
                      <a:pt x="23" y="36"/>
                    </a:cubicBezTo>
                    <a:cubicBezTo>
                      <a:pt x="23" y="37"/>
                      <a:pt x="23" y="37"/>
                      <a:pt x="23" y="37"/>
                    </a:cubicBezTo>
                    <a:cubicBezTo>
                      <a:pt x="23" y="36"/>
                      <a:pt x="23" y="36"/>
                      <a:pt x="25" y="38"/>
                    </a:cubicBezTo>
                    <a:cubicBezTo>
                      <a:pt x="29" y="38"/>
                      <a:pt x="31" y="35"/>
                      <a:pt x="33" y="33"/>
                    </a:cubicBezTo>
                    <a:cubicBezTo>
                      <a:pt x="36" y="30"/>
                      <a:pt x="36" y="26"/>
                      <a:pt x="36" y="21"/>
                    </a:cubicBezTo>
                    <a:cubicBezTo>
                      <a:pt x="33" y="20"/>
                      <a:pt x="35" y="19"/>
                      <a:pt x="32" y="19"/>
                    </a:cubicBezTo>
                    <a:cubicBezTo>
                      <a:pt x="33" y="19"/>
                      <a:pt x="33" y="19"/>
                      <a:pt x="33" y="19"/>
                    </a:cubicBezTo>
                    <a:cubicBezTo>
                      <a:pt x="31" y="18"/>
                      <a:pt x="33" y="18"/>
                      <a:pt x="34" y="17"/>
                    </a:cubicBezTo>
                    <a:cubicBezTo>
                      <a:pt x="33" y="17"/>
                      <a:pt x="34" y="17"/>
                      <a:pt x="32" y="17"/>
                    </a:cubicBezTo>
                    <a:cubicBezTo>
                      <a:pt x="30" y="17"/>
                      <a:pt x="35" y="17"/>
                      <a:pt x="34" y="16"/>
                    </a:cubicBezTo>
                    <a:cubicBezTo>
                      <a:pt x="34" y="16"/>
                      <a:pt x="33" y="17"/>
                      <a:pt x="33" y="16"/>
                    </a:cubicBezTo>
                    <a:cubicBezTo>
                      <a:pt x="31" y="16"/>
                      <a:pt x="34" y="17"/>
                      <a:pt x="36" y="15"/>
                    </a:cubicBezTo>
                    <a:cubicBezTo>
                      <a:pt x="35" y="13"/>
                      <a:pt x="32" y="12"/>
                      <a:pt x="33" y="10"/>
                    </a:cubicBezTo>
                    <a:cubicBezTo>
                      <a:pt x="33" y="11"/>
                      <a:pt x="32" y="11"/>
                      <a:pt x="32" y="11"/>
                    </a:cubicBezTo>
                    <a:cubicBezTo>
                      <a:pt x="35" y="9"/>
                      <a:pt x="31" y="11"/>
                      <a:pt x="32" y="10"/>
                    </a:cubicBezTo>
                    <a:cubicBezTo>
                      <a:pt x="33" y="10"/>
                      <a:pt x="33" y="10"/>
                      <a:pt x="33" y="10"/>
                    </a:cubicBezTo>
                    <a:cubicBezTo>
                      <a:pt x="34" y="9"/>
                      <a:pt x="32" y="9"/>
                      <a:pt x="32" y="7"/>
                    </a:cubicBezTo>
                    <a:cubicBezTo>
                      <a:pt x="30" y="7"/>
                      <a:pt x="32" y="5"/>
                      <a:pt x="30" y="5"/>
                    </a:cubicBezTo>
                    <a:cubicBezTo>
                      <a:pt x="31" y="5"/>
                      <a:pt x="30" y="4"/>
                      <a:pt x="30" y="4"/>
                    </a:cubicBezTo>
                    <a:cubicBezTo>
                      <a:pt x="27" y="6"/>
                      <a:pt x="29" y="1"/>
                      <a:pt x="27" y="3"/>
                    </a:cubicBezTo>
                    <a:cubicBezTo>
                      <a:pt x="27" y="2"/>
                      <a:pt x="27" y="2"/>
                      <a:pt x="27" y="2"/>
                    </a:cubicBezTo>
                    <a:cubicBezTo>
                      <a:pt x="25" y="1"/>
                      <a:pt x="21" y="0"/>
                      <a:pt x="18" y="3"/>
                    </a:cubicBezTo>
                    <a:cubicBezTo>
                      <a:pt x="16" y="3"/>
                      <a:pt x="12" y="1"/>
                      <a:pt x="13" y="3"/>
                    </a:cubicBezTo>
                    <a:cubicBezTo>
                      <a:pt x="13" y="5"/>
                      <a:pt x="13" y="5"/>
                      <a:pt x="13" y="5"/>
                    </a:cubicBezTo>
                    <a:cubicBezTo>
                      <a:pt x="13" y="5"/>
                      <a:pt x="13" y="4"/>
                      <a:pt x="12" y="3"/>
                    </a:cubicBezTo>
                    <a:cubicBezTo>
                      <a:pt x="13" y="5"/>
                      <a:pt x="11" y="4"/>
                      <a:pt x="11" y="4"/>
                    </a:cubicBezTo>
                    <a:cubicBezTo>
                      <a:pt x="11" y="5"/>
                      <a:pt x="11" y="5"/>
                      <a:pt x="11" y="6"/>
                    </a:cubicBezTo>
                    <a:cubicBezTo>
                      <a:pt x="9" y="4"/>
                      <a:pt x="11" y="8"/>
                      <a:pt x="9" y="7"/>
                    </a:cubicBezTo>
                    <a:cubicBezTo>
                      <a:pt x="12" y="9"/>
                      <a:pt x="10" y="8"/>
                      <a:pt x="10" y="9"/>
                    </a:cubicBezTo>
                    <a:cubicBezTo>
                      <a:pt x="10" y="9"/>
                      <a:pt x="10" y="9"/>
                      <a:pt x="9" y="8"/>
                    </a:cubicBezTo>
                    <a:cubicBezTo>
                      <a:pt x="9" y="9"/>
                      <a:pt x="9" y="9"/>
                      <a:pt x="8" y="9"/>
                    </a:cubicBezTo>
                    <a:cubicBezTo>
                      <a:pt x="8" y="9"/>
                      <a:pt x="10" y="10"/>
                      <a:pt x="9" y="10"/>
                    </a:cubicBezTo>
                    <a:cubicBezTo>
                      <a:pt x="7" y="9"/>
                      <a:pt x="9" y="11"/>
                      <a:pt x="8" y="10"/>
                    </a:cubicBezTo>
                    <a:cubicBezTo>
                      <a:pt x="10" y="11"/>
                      <a:pt x="11" y="13"/>
                      <a:pt x="10" y="12"/>
                    </a:cubicBezTo>
                    <a:cubicBezTo>
                      <a:pt x="8" y="11"/>
                      <a:pt x="8" y="11"/>
                      <a:pt x="8" y="11"/>
                    </a:cubicBezTo>
                    <a:cubicBezTo>
                      <a:pt x="9" y="12"/>
                      <a:pt x="5" y="12"/>
                      <a:pt x="8" y="14"/>
                    </a:cubicBezTo>
                    <a:cubicBezTo>
                      <a:pt x="6" y="13"/>
                      <a:pt x="6" y="13"/>
                      <a:pt x="6" y="13"/>
                    </a:cubicBezTo>
                    <a:cubicBezTo>
                      <a:pt x="8" y="15"/>
                      <a:pt x="6" y="15"/>
                      <a:pt x="8" y="17"/>
                    </a:cubicBezTo>
                    <a:cubicBezTo>
                      <a:pt x="8" y="17"/>
                      <a:pt x="7" y="17"/>
                      <a:pt x="7" y="17"/>
                    </a:cubicBezTo>
                    <a:cubicBezTo>
                      <a:pt x="6" y="17"/>
                      <a:pt x="5" y="16"/>
                      <a:pt x="5" y="16"/>
                    </a:cubicBezTo>
                    <a:close/>
                    <a:moveTo>
                      <a:pt x="16" y="26"/>
                    </a:moveTo>
                    <a:cubicBezTo>
                      <a:pt x="16" y="26"/>
                      <a:pt x="16" y="26"/>
                      <a:pt x="16" y="26"/>
                    </a:cubicBezTo>
                    <a:cubicBezTo>
                      <a:pt x="16" y="27"/>
                      <a:pt x="16" y="27"/>
                      <a:pt x="16" y="26"/>
                    </a:cubicBezTo>
                    <a:close/>
                    <a:moveTo>
                      <a:pt x="17" y="24"/>
                    </a:moveTo>
                    <a:cubicBezTo>
                      <a:pt x="17" y="25"/>
                      <a:pt x="16" y="25"/>
                      <a:pt x="17" y="27"/>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7" y="24"/>
                    </a:cubicBezTo>
                    <a:cubicBezTo>
                      <a:pt x="17" y="25"/>
                      <a:pt x="17" y="25"/>
                      <a:pt x="17" y="24"/>
                    </a:cubicBezTo>
                    <a:close/>
                    <a:moveTo>
                      <a:pt x="16" y="25"/>
                    </a:move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6" y="24"/>
                    </a:cubicBezTo>
                    <a:cubicBezTo>
                      <a:pt x="16" y="25"/>
                      <a:pt x="17" y="23"/>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6" y="25"/>
                      <a:pt x="17" y="24"/>
                      <a:pt x="16" y="24"/>
                    </a:cubicBezTo>
                    <a:cubicBezTo>
                      <a:pt x="17" y="24"/>
                      <a:pt x="17" y="24"/>
                      <a:pt x="17" y="24"/>
                    </a:cubicBezTo>
                    <a:cubicBezTo>
                      <a:pt x="17" y="24"/>
                      <a:pt x="17" y="24"/>
                      <a:pt x="17" y="24"/>
                    </a:cubicBezTo>
                    <a:cubicBezTo>
                      <a:pt x="17" y="24"/>
                      <a:pt x="16" y="24"/>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lose/>
                    <a:moveTo>
                      <a:pt x="17" y="24"/>
                    </a:move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8" y="23"/>
                      <a:pt x="18" y="23"/>
                      <a:pt x="18" y="23"/>
                    </a:cubicBezTo>
                    <a:cubicBezTo>
                      <a:pt x="18"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ubicBezTo>
                      <a:pt x="18" y="25"/>
                      <a:pt x="17" y="24"/>
                      <a:pt x="17" y="24"/>
                    </a:cubicBezTo>
                    <a:close/>
                    <a:moveTo>
                      <a:pt x="18" y="24"/>
                    </a:moveTo>
                    <a:cubicBezTo>
                      <a:pt x="18" y="24"/>
                      <a:pt x="18" y="24"/>
                      <a:pt x="18" y="24"/>
                    </a:cubicBezTo>
                    <a:cubicBezTo>
                      <a:pt x="18" y="24"/>
                      <a:pt x="18" y="24"/>
                      <a:pt x="18" y="24"/>
                    </a:cubicBezTo>
                    <a:cubicBezTo>
                      <a:pt x="18" y="24"/>
                      <a:pt x="18" y="24"/>
                      <a:pt x="18" y="24"/>
                    </a:cubicBezTo>
                    <a:close/>
                    <a:moveTo>
                      <a:pt x="20" y="23"/>
                    </a:moveTo>
                    <a:cubicBezTo>
                      <a:pt x="20" y="23"/>
                      <a:pt x="20" y="23"/>
                      <a:pt x="20" y="23"/>
                    </a:cubicBezTo>
                    <a:cubicBezTo>
                      <a:pt x="20" y="23"/>
                      <a:pt x="19" y="23"/>
                      <a:pt x="19" y="23"/>
                    </a:cubicBezTo>
                    <a:cubicBezTo>
                      <a:pt x="19" y="23"/>
                      <a:pt x="18" y="23"/>
                      <a:pt x="18" y="24"/>
                    </a:cubicBezTo>
                    <a:cubicBezTo>
                      <a:pt x="18" y="24"/>
                      <a:pt x="18" y="24"/>
                      <a:pt x="18" y="24"/>
                    </a:cubicBezTo>
                    <a:cubicBezTo>
                      <a:pt x="19" y="23"/>
                      <a:pt x="19" y="23"/>
                      <a:pt x="18" y="24"/>
                    </a:cubicBezTo>
                    <a:cubicBezTo>
                      <a:pt x="19" y="23"/>
                      <a:pt x="19" y="23"/>
                      <a:pt x="19" y="23"/>
                    </a:cubicBezTo>
                    <a:cubicBezTo>
                      <a:pt x="19" y="23"/>
                      <a:pt x="19" y="23"/>
                      <a:pt x="19" y="24"/>
                    </a:cubicBezTo>
                    <a:cubicBezTo>
                      <a:pt x="19" y="24"/>
                      <a:pt x="19" y="24"/>
                      <a:pt x="19" y="24"/>
                    </a:cubicBezTo>
                    <a:cubicBezTo>
                      <a:pt x="19" y="24"/>
                      <a:pt x="19" y="24"/>
                      <a:pt x="19" y="24"/>
                    </a:cubicBezTo>
                    <a:cubicBezTo>
                      <a:pt x="19" y="24"/>
                      <a:pt x="19" y="24"/>
                      <a:pt x="19" y="24"/>
                    </a:cubicBezTo>
                    <a:cubicBezTo>
                      <a:pt x="19" y="24"/>
                      <a:pt x="18" y="25"/>
                      <a:pt x="19" y="26"/>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3"/>
                      <a:pt x="17" y="23"/>
                    </a:cubicBezTo>
                    <a:cubicBezTo>
                      <a:pt x="17" y="23"/>
                      <a:pt x="18" y="23"/>
                      <a:pt x="18" y="23"/>
                    </a:cubicBezTo>
                    <a:cubicBezTo>
                      <a:pt x="18" y="23"/>
                      <a:pt x="18" y="23"/>
                      <a:pt x="18" y="24"/>
                    </a:cubicBezTo>
                    <a:cubicBezTo>
                      <a:pt x="18" y="24"/>
                      <a:pt x="18" y="24"/>
                      <a:pt x="18" y="24"/>
                    </a:cubicBezTo>
                    <a:cubicBezTo>
                      <a:pt x="18" y="23"/>
                      <a:pt x="18" y="23"/>
                      <a:pt x="18" y="23"/>
                    </a:cubicBezTo>
                    <a:cubicBezTo>
                      <a:pt x="18" y="23"/>
                      <a:pt x="18" y="23"/>
                      <a:pt x="18" y="23"/>
                    </a:cubicBezTo>
                    <a:cubicBezTo>
                      <a:pt x="18" y="22"/>
                      <a:pt x="17" y="22"/>
                      <a:pt x="17" y="22"/>
                    </a:cubicBezTo>
                    <a:cubicBezTo>
                      <a:pt x="18" y="22"/>
                      <a:pt x="18" y="23"/>
                      <a:pt x="18" y="23"/>
                    </a:cubicBezTo>
                    <a:cubicBezTo>
                      <a:pt x="19" y="22"/>
                      <a:pt x="19" y="22"/>
                      <a:pt x="19" y="22"/>
                    </a:cubicBezTo>
                    <a:cubicBezTo>
                      <a:pt x="19" y="22"/>
                      <a:pt x="19" y="23"/>
                      <a:pt x="19" y="23"/>
                    </a:cubicBezTo>
                    <a:cubicBezTo>
                      <a:pt x="19"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1"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4"/>
                    </a:moveTo>
                    <a:cubicBezTo>
                      <a:pt x="21" y="24"/>
                      <a:pt x="21" y="24"/>
                      <a:pt x="21" y="24"/>
                    </a:cubicBezTo>
                    <a:cubicBezTo>
                      <a:pt x="20" y="24"/>
                      <a:pt x="20" y="24"/>
                      <a:pt x="20" y="24"/>
                    </a:cubicBezTo>
                    <a:cubicBezTo>
                      <a:pt x="20"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lose/>
                    <a:moveTo>
                      <a:pt x="20" y="24"/>
                    </a:moveTo>
                    <a:cubicBezTo>
                      <a:pt x="20" y="24"/>
                      <a:pt x="20" y="24"/>
                      <a:pt x="20" y="24"/>
                    </a:cubicBezTo>
                    <a:cubicBezTo>
                      <a:pt x="20" y="24"/>
                      <a:pt x="20" y="24"/>
                      <a:pt x="20" y="24"/>
                    </a:cubicBezTo>
                    <a:cubicBezTo>
                      <a:pt x="20" y="24"/>
                      <a:pt x="20" y="24"/>
                      <a:pt x="20" y="24"/>
                    </a:cubicBezTo>
                    <a:cubicBezTo>
                      <a:pt x="20" y="24"/>
                      <a:pt x="20" y="24"/>
                      <a:pt x="20" y="24"/>
                    </a:cubicBezTo>
                    <a:close/>
                    <a:moveTo>
                      <a:pt x="20" y="24"/>
                    </a:moveTo>
                    <a:cubicBezTo>
                      <a:pt x="20" y="24"/>
                      <a:pt x="20" y="24"/>
                      <a:pt x="20" y="24"/>
                    </a:cubicBezTo>
                    <a:cubicBezTo>
                      <a:pt x="21" y="24"/>
                      <a:pt x="21" y="24"/>
                      <a:pt x="21" y="25"/>
                    </a:cubicBezTo>
                    <a:lnTo>
                      <a:pt x="20" y="24"/>
                    </a:ln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2" y="25"/>
                    </a:cubicBezTo>
                    <a:lnTo>
                      <a:pt x="21" y="24"/>
                    </a:lnTo>
                    <a:close/>
                    <a:moveTo>
                      <a:pt x="22" y="23"/>
                    </a:moveTo>
                    <a:cubicBezTo>
                      <a:pt x="21" y="23"/>
                      <a:pt x="21" y="23"/>
                      <a:pt x="21" y="23"/>
                    </a:cubicBezTo>
                    <a:cubicBezTo>
                      <a:pt x="22" y="23"/>
                      <a:pt x="22" y="23"/>
                      <a:pt x="22" y="23"/>
                    </a:cubicBezTo>
                    <a:cubicBezTo>
                      <a:pt x="22" y="23"/>
                      <a:pt x="22" y="23"/>
                      <a:pt x="22" y="23"/>
                    </a:cubicBezTo>
                    <a:cubicBezTo>
                      <a:pt x="22" y="23"/>
                      <a:pt x="22" y="23"/>
                      <a:pt x="22" y="23"/>
                    </a:cubicBezTo>
                    <a:close/>
                    <a:moveTo>
                      <a:pt x="22" y="23"/>
                    </a:moveTo>
                    <a:cubicBezTo>
                      <a:pt x="22" y="23"/>
                      <a:pt x="22" y="23"/>
                      <a:pt x="22" y="23"/>
                    </a:cubicBezTo>
                    <a:cubicBezTo>
                      <a:pt x="22" y="24"/>
                      <a:pt x="22" y="24"/>
                      <a:pt x="22" y="24"/>
                    </a:cubicBezTo>
                    <a:cubicBezTo>
                      <a:pt x="22" y="24"/>
                      <a:pt x="22" y="24"/>
                      <a:pt x="22" y="24"/>
                    </a:cubicBezTo>
                    <a:cubicBezTo>
                      <a:pt x="22" y="24"/>
                      <a:pt x="22" y="24"/>
                      <a:pt x="22" y="24"/>
                    </a:cubicBezTo>
                    <a:lnTo>
                      <a:pt x="22" y="23"/>
                    </a:lnTo>
                    <a:close/>
                    <a:moveTo>
                      <a:pt x="22" y="23"/>
                    </a:moveTo>
                    <a:cubicBezTo>
                      <a:pt x="22" y="23"/>
                      <a:pt x="22" y="23"/>
                      <a:pt x="22" y="23"/>
                    </a:cubicBezTo>
                    <a:cubicBezTo>
                      <a:pt x="22" y="23"/>
                      <a:pt x="22" y="23"/>
                      <a:pt x="22" y="23"/>
                    </a:cubicBezTo>
                    <a:cubicBezTo>
                      <a:pt x="22" y="23"/>
                      <a:pt x="22" y="23"/>
                      <a:pt x="22" y="23"/>
                    </a:cubicBezTo>
                    <a:close/>
                    <a:moveTo>
                      <a:pt x="22" y="24"/>
                    </a:moveTo>
                    <a:cubicBezTo>
                      <a:pt x="22" y="24"/>
                      <a:pt x="22" y="24"/>
                      <a:pt x="22" y="24"/>
                    </a:cubicBezTo>
                    <a:cubicBezTo>
                      <a:pt x="22" y="24"/>
                      <a:pt x="22" y="24"/>
                      <a:pt x="22" y="24"/>
                    </a:cubicBez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ubicBezTo>
                      <a:pt x="22" y="24"/>
                      <a:pt x="23" y="24"/>
                      <a:pt x="22" y="24"/>
                    </a:cubicBezTo>
                    <a:close/>
                    <a:moveTo>
                      <a:pt x="22" y="22"/>
                    </a:moveTo>
                    <a:cubicBezTo>
                      <a:pt x="22" y="22"/>
                      <a:pt x="22" y="22"/>
                      <a:pt x="22" y="22"/>
                    </a:cubicBezTo>
                    <a:cubicBezTo>
                      <a:pt x="23"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3" y="22"/>
                      <a:pt x="23" y="22"/>
                    </a:cubicBezTo>
                    <a:cubicBezTo>
                      <a:pt x="23" y="22"/>
                      <a:pt x="23" y="22"/>
                      <a:pt x="22" y="22"/>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20"/>
                      <a:pt x="22" y="20"/>
                      <a:pt x="22" y="20"/>
                    </a:cubicBezTo>
                    <a:cubicBezTo>
                      <a:pt x="22" y="20"/>
                      <a:pt x="22" y="20"/>
                      <a:pt x="22" y="20"/>
                    </a:cubicBezTo>
                    <a:cubicBezTo>
                      <a:pt x="22" y="19"/>
                      <a:pt x="22" y="19"/>
                      <a:pt x="22" y="19"/>
                    </a:cubicBezTo>
                    <a:cubicBezTo>
                      <a:pt x="22" y="19"/>
                      <a:pt x="22" y="19"/>
                      <a:pt x="22" y="19"/>
                    </a:cubicBezTo>
                    <a:close/>
                    <a:moveTo>
                      <a:pt x="22" y="19"/>
                    </a:moveTo>
                    <a:cubicBezTo>
                      <a:pt x="23" y="20"/>
                      <a:pt x="23" y="20"/>
                      <a:pt x="23" y="20"/>
                    </a:cubicBezTo>
                    <a:cubicBezTo>
                      <a:pt x="23" y="20"/>
                      <a:pt x="22" y="20"/>
                      <a:pt x="22" y="20"/>
                    </a:cubicBezTo>
                    <a:cubicBezTo>
                      <a:pt x="22" y="20"/>
                      <a:pt x="22" y="19"/>
                      <a:pt x="22" y="19"/>
                    </a:cubicBezTo>
                    <a:close/>
                    <a:moveTo>
                      <a:pt x="22" y="19"/>
                    </a:moveTo>
                    <a:cubicBezTo>
                      <a:pt x="22" y="19"/>
                      <a:pt x="22" y="19"/>
                      <a:pt x="22" y="19"/>
                    </a:cubicBezTo>
                    <a:cubicBezTo>
                      <a:pt x="22" y="19"/>
                      <a:pt x="22" y="19"/>
                      <a:pt x="22" y="19"/>
                    </a:cubicBezTo>
                    <a:cubicBezTo>
                      <a:pt x="23" y="20"/>
                      <a:pt x="23" y="20"/>
                      <a:pt x="23" y="20"/>
                    </a:cubicBezTo>
                    <a:cubicBezTo>
                      <a:pt x="23" y="20"/>
                      <a:pt x="23" y="20"/>
                      <a:pt x="23" y="20"/>
                    </a:cubicBezTo>
                    <a:cubicBezTo>
                      <a:pt x="23" y="20"/>
                      <a:pt x="23" y="20"/>
                      <a:pt x="22" y="19"/>
                    </a:cubicBezTo>
                    <a:close/>
                    <a:moveTo>
                      <a:pt x="22" y="20"/>
                    </a:moveTo>
                    <a:cubicBezTo>
                      <a:pt x="22" y="20"/>
                      <a:pt x="22" y="20"/>
                      <a:pt x="22" y="20"/>
                    </a:cubicBezTo>
                    <a:cubicBezTo>
                      <a:pt x="22" y="20"/>
                      <a:pt x="22" y="20"/>
                      <a:pt x="22" y="20"/>
                    </a:cubicBezTo>
                    <a:cubicBezTo>
                      <a:pt x="22" y="20"/>
                      <a:pt x="22" y="20"/>
                      <a:pt x="22" y="20"/>
                    </a:cubicBezTo>
                    <a:close/>
                    <a:moveTo>
                      <a:pt x="23" y="23"/>
                    </a:moveTo>
                    <a:cubicBezTo>
                      <a:pt x="23" y="23"/>
                      <a:pt x="23" y="22"/>
                      <a:pt x="22" y="22"/>
                    </a:cubicBezTo>
                    <a:cubicBezTo>
                      <a:pt x="22" y="22"/>
                      <a:pt x="23" y="22"/>
                      <a:pt x="23" y="22"/>
                    </a:cubicBezTo>
                    <a:cubicBezTo>
                      <a:pt x="23" y="22"/>
                      <a:pt x="23" y="22"/>
                      <a:pt x="23" y="23"/>
                    </a:cubicBezTo>
                    <a:cubicBezTo>
                      <a:pt x="23" y="23"/>
                      <a:pt x="23" y="23"/>
                      <a:pt x="23" y="23"/>
                    </a:cubicBezTo>
                    <a:close/>
                    <a:moveTo>
                      <a:pt x="23" y="22"/>
                    </a:moveTo>
                    <a:cubicBezTo>
                      <a:pt x="23" y="22"/>
                      <a:pt x="23" y="22"/>
                      <a:pt x="23" y="22"/>
                    </a:cubicBezTo>
                    <a:cubicBezTo>
                      <a:pt x="23" y="22"/>
                      <a:pt x="23" y="22"/>
                      <a:pt x="23" y="23"/>
                    </a:cubicBezTo>
                    <a:cubicBezTo>
                      <a:pt x="23" y="23"/>
                      <a:pt x="23" y="23"/>
                      <a:pt x="23" y="23"/>
                    </a:cubicBezTo>
                    <a:cubicBezTo>
                      <a:pt x="23" y="23"/>
                      <a:pt x="23" y="22"/>
                      <a:pt x="23" y="22"/>
                    </a:cubicBezTo>
                    <a:close/>
                    <a:moveTo>
                      <a:pt x="27" y="24"/>
                    </a:moveTo>
                    <a:cubicBezTo>
                      <a:pt x="26" y="24"/>
                      <a:pt x="27" y="24"/>
                      <a:pt x="27" y="24"/>
                    </a:cubicBezTo>
                    <a:cubicBezTo>
                      <a:pt x="27" y="24"/>
                      <a:pt x="27" y="24"/>
                      <a:pt x="27" y="24"/>
                    </a:cubicBezTo>
                    <a:close/>
                    <a:moveTo>
                      <a:pt x="27" y="24"/>
                    </a:moveTo>
                    <a:cubicBezTo>
                      <a:pt x="27" y="24"/>
                      <a:pt x="27" y="24"/>
                      <a:pt x="27" y="24"/>
                    </a:cubicBezTo>
                    <a:cubicBezTo>
                      <a:pt x="27" y="24"/>
                      <a:pt x="27" y="24"/>
                      <a:pt x="27" y="24"/>
                    </a:cubicBezTo>
                    <a:cubicBezTo>
                      <a:pt x="27" y="24"/>
                      <a:pt x="27" y="24"/>
                      <a:pt x="27" y="24"/>
                    </a:cubicBezTo>
                    <a:cubicBezTo>
                      <a:pt x="27" y="24"/>
                      <a:pt x="27" y="24"/>
                      <a:pt x="27" y="24"/>
                    </a:cubicBezTo>
                    <a:close/>
                    <a:moveTo>
                      <a:pt x="27" y="24"/>
                    </a:moveTo>
                    <a:cubicBezTo>
                      <a:pt x="27" y="24"/>
                      <a:pt x="27" y="24"/>
                      <a:pt x="27" y="24"/>
                    </a:cubicBezTo>
                    <a:cubicBezTo>
                      <a:pt x="27"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4"/>
                    </a:moveTo>
                    <a:cubicBezTo>
                      <a:pt x="26" y="24"/>
                      <a:pt x="26" y="24"/>
                      <a:pt x="25" y="24"/>
                    </a:cubicBezTo>
                    <a:cubicBezTo>
                      <a:pt x="26" y="24"/>
                      <a:pt x="25" y="24"/>
                      <a:pt x="26" y="24"/>
                    </a:cubicBezTo>
                    <a:cubicBezTo>
                      <a:pt x="26" y="24"/>
                      <a:pt x="26" y="24"/>
                      <a:pt x="26" y="24"/>
                    </a:cubicBezTo>
                    <a:cubicBezTo>
                      <a:pt x="26" y="24"/>
                      <a:pt x="26" y="24"/>
                      <a:pt x="26" y="24"/>
                    </a:cubicBezTo>
                    <a:close/>
                    <a:moveTo>
                      <a:pt x="26" y="24"/>
                    </a:move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6" y="24"/>
                    </a:cubicBezTo>
                    <a:close/>
                    <a:moveTo>
                      <a:pt x="25" y="24"/>
                    </a:moveTo>
                    <a:cubicBezTo>
                      <a:pt x="25" y="24"/>
                      <a:pt x="25" y="24"/>
                      <a:pt x="25" y="24"/>
                    </a:cubicBezTo>
                    <a:cubicBezTo>
                      <a:pt x="25" y="24"/>
                      <a:pt x="25" y="24"/>
                      <a:pt x="26"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6" y="24"/>
                    </a:cubicBezTo>
                    <a:cubicBezTo>
                      <a:pt x="26" y="24"/>
                      <a:pt x="26" y="24"/>
                      <a:pt x="26" y="24"/>
                    </a:cubicBezTo>
                    <a:cubicBezTo>
                      <a:pt x="26" y="24"/>
                      <a:pt x="25" y="24"/>
                      <a:pt x="25"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3"/>
                    </a:moveTo>
                    <a:cubicBezTo>
                      <a:pt x="26" y="23"/>
                      <a:pt x="26" y="23"/>
                      <a:pt x="26" y="23"/>
                    </a:cubicBezTo>
                    <a:cubicBezTo>
                      <a:pt x="26" y="23"/>
                      <a:pt x="26" y="23"/>
                      <a:pt x="26" y="23"/>
                    </a:cubicBezTo>
                    <a:cubicBezTo>
                      <a:pt x="26" y="23"/>
                      <a:pt x="26" y="23"/>
                      <a:pt x="26" y="23"/>
                    </a:cubicBezTo>
                    <a:close/>
                    <a:moveTo>
                      <a:pt x="26" y="23"/>
                    </a:moveTo>
                    <a:cubicBezTo>
                      <a:pt x="25" y="23"/>
                      <a:pt x="25" y="23"/>
                      <a:pt x="25" y="23"/>
                    </a:cubicBezTo>
                    <a:cubicBezTo>
                      <a:pt x="25" y="23"/>
                      <a:pt x="26"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lose/>
                    <a:moveTo>
                      <a:pt x="25" y="23"/>
                    </a:moveTo>
                    <a:cubicBezTo>
                      <a:pt x="25" y="23"/>
                      <a:pt x="25" y="23"/>
                      <a:pt x="25" y="23"/>
                    </a:cubicBezTo>
                    <a:cubicBezTo>
                      <a:pt x="25" y="23"/>
                      <a:pt x="25" y="23"/>
                      <a:pt x="25" y="23"/>
                    </a:cubicBezTo>
                    <a:cubicBezTo>
                      <a:pt x="25" y="23"/>
                      <a:pt x="25" y="23"/>
                      <a:pt x="26" y="23"/>
                    </a:cubicBezTo>
                    <a:cubicBezTo>
                      <a:pt x="25" y="23"/>
                      <a:pt x="25" y="23"/>
                      <a:pt x="25" y="23"/>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4" y="24"/>
                    </a:moveTo>
                    <a:cubicBezTo>
                      <a:pt x="24" y="24"/>
                      <a:pt x="24" y="24"/>
                      <a:pt x="24" y="24"/>
                    </a:cubicBezTo>
                    <a:cubicBezTo>
                      <a:pt x="24" y="24"/>
                      <a:pt x="24" y="24"/>
                      <a:pt x="24" y="24"/>
                    </a:cubicBezTo>
                    <a:cubicBezTo>
                      <a:pt x="24" y="24"/>
                      <a:pt x="25" y="24"/>
                      <a:pt x="25"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3" y="22"/>
                      <a:pt x="23" y="22"/>
                      <a:pt x="23" y="22"/>
                    </a:cubicBezTo>
                    <a:lnTo>
                      <a:pt x="24" y="22"/>
                    </a:lnTo>
                    <a:close/>
                    <a:moveTo>
                      <a:pt x="24" y="22"/>
                    </a:moveTo>
                    <a:cubicBezTo>
                      <a:pt x="24" y="22"/>
                      <a:pt x="24" y="22"/>
                      <a:pt x="24" y="22"/>
                    </a:cubicBezTo>
                    <a:cubicBezTo>
                      <a:pt x="23" y="22"/>
                      <a:pt x="23" y="22"/>
                      <a:pt x="23" y="22"/>
                    </a:cubicBezTo>
                    <a:cubicBezTo>
                      <a:pt x="23" y="22"/>
                      <a:pt x="23" y="22"/>
                      <a:pt x="23" y="22"/>
                    </a:cubicBezTo>
                    <a:cubicBezTo>
                      <a:pt x="23" y="22"/>
                      <a:pt x="23" y="22"/>
                      <a:pt x="23" y="22"/>
                    </a:cubicBezTo>
                    <a:cubicBezTo>
                      <a:pt x="23" y="22"/>
                      <a:pt x="24" y="22"/>
                      <a:pt x="24" y="22"/>
                    </a:cubicBezTo>
                    <a:close/>
                    <a:moveTo>
                      <a:pt x="24" y="24"/>
                    </a:moveTo>
                    <a:cubicBezTo>
                      <a:pt x="24" y="24"/>
                      <a:pt x="24" y="24"/>
                      <a:pt x="24" y="24"/>
                    </a:cubicBezTo>
                    <a:cubicBezTo>
                      <a:pt x="24" y="24"/>
                      <a:pt x="24" y="24"/>
                      <a:pt x="24" y="24"/>
                    </a:cubicBezTo>
                    <a:cubicBezTo>
                      <a:pt x="24" y="24"/>
                      <a:pt x="24" y="24"/>
                      <a:pt x="24" y="24"/>
                    </a:cubicBezTo>
                    <a:close/>
                    <a:moveTo>
                      <a:pt x="23" y="22"/>
                    </a:moveTo>
                    <a:cubicBezTo>
                      <a:pt x="23" y="22"/>
                      <a:pt x="23" y="23"/>
                      <a:pt x="23" y="23"/>
                    </a:cubicBezTo>
                    <a:cubicBezTo>
                      <a:pt x="23" y="22"/>
                      <a:pt x="23" y="22"/>
                      <a:pt x="23" y="22"/>
                    </a:cubicBezTo>
                    <a:cubicBezTo>
                      <a:pt x="23" y="22"/>
                      <a:pt x="23" y="22"/>
                      <a:pt x="23" y="22"/>
                    </a:cubicBezTo>
                    <a:cubicBezTo>
                      <a:pt x="23" y="22"/>
                      <a:pt x="23" y="22"/>
                      <a:pt x="23" y="22"/>
                    </a:cubicBezTo>
                    <a:close/>
                    <a:moveTo>
                      <a:pt x="24" y="24"/>
                    </a:moveTo>
                    <a:cubicBezTo>
                      <a:pt x="24" y="24"/>
                      <a:pt x="24" y="24"/>
                      <a:pt x="24" y="24"/>
                    </a:cubicBezTo>
                    <a:cubicBezTo>
                      <a:pt x="24" y="24"/>
                      <a:pt x="24" y="24"/>
                      <a:pt x="24" y="24"/>
                    </a:cubicBezTo>
                    <a:cubicBezTo>
                      <a:pt x="24" y="24"/>
                      <a:pt x="24" y="24"/>
                      <a:pt x="24" y="24"/>
                    </a:cubicBezTo>
                    <a:close/>
                    <a:moveTo>
                      <a:pt x="23" y="24"/>
                    </a:move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3" y="24"/>
                    </a:cubicBezTo>
                    <a:cubicBezTo>
                      <a:pt x="24" y="24"/>
                      <a:pt x="24" y="24"/>
                      <a:pt x="24" y="24"/>
                    </a:cubicBezTo>
                    <a:cubicBezTo>
                      <a:pt x="24" y="24"/>
                      <a:pt x="24" y="24"/>
                      <a:pt x="23"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5" y="24"/>
                    </a:cubicBezTo>
                    <a:cubicBezTo>
                      <a:pt x="25" y="24"/>
                      <a:pt x="25" y="24"/>
                      <a:pt x="25" y="24"/>
                    </a:cubicBezTo>
                    <a:cubicBezTo>
                      <a:pt x="24" y="24"/>
                      <a:pt x="24" y="24"/>
                      <a:pt x="24" y="24"/>
                    </a:cubicBezTo>
                    <a:cubicBezTo>
                      <a:pt x="24" y="24"/>
                      <a:pt x="24" y="24"/>
                      <a:pt x="24" y="24"/>
                    </a:cubicBezTo>
                    <a:close/>
                    <a:moveTo>
                      <a:pt x="24" y="24"/>
                    </a:moveTo>
                    <a:cubicBezTo>
                      <a:pt x="25" y="24"/>
                      <a:pt x="25" y="24"/>
                      <a:pt x="26" y="24"/>
                    </a:cubicBezTo>
                    <a:cubicBezTo>
                      <a:pt x="26" y="25"/>
                      <a:pt x="26" y="25"/>
                      <a:pt x="26" y="25"/>
                    </a:cubicBezTo>
                    <a:cubicBezTo>
                      <a:pt x="26" y="24"/>
                      <a:pt x="26" y="24"/>
                      <a:pt x="26" y="24"/>
                    </a:cubicBezTo>
                    <a:cubicBezTo>
                      <a:pt x="26" y="24"/>
                      <a:pt x="25" y="24"/>
                      <a:pt x="25" y="24"/>
                    </a:cubicBezTo>
                    <a:cubicBezTo>
                      <a:pt x="25" y="24"/>
                      <a:pt x="25" y="24"/>
                      <a:pt x="25" y="24"/>
                    </a:cubicBezTo>
                    <a:cubicBezTo>
                      <a:pt x="25" y="24"/>
                      <a:pt x="25" y="24"/>
                      <a:pt x="25" y="24"/>
                    </a:cubicBezTo>
                    <a:cubicBezTo>
                      <a:pt x="25" y="24"/>
                      <a:pt x="26" y="24"/>
                      <a:pt x="26" y="24"/>
                    </a:cubicBezTo>
                    <a:cubicBezTo>
                      <a:pt x="26" y="24"/>
                      <a:pt x="26" y="24"/>
                      <a:pt x="26" y="24"/>
                    </a:cubicBezTo>
                    <a:cubicBezTo>
                      <a:pt x="26" y="25"/>
                      <a:pt x="27" y="25"/>
                      <a:pt x="27" y="25"/>
                    </a:cubicBezTo>
                    <a:cubicBezTo>
                      <a:pt x="26" y="24"/>
                      <a:pt x="25" y="24"/>
                      <a:pt x="24" y="24"/>
                    </a:cubicBezTo>
                    <a:close/>
                    <a:moveTo>
                      <a:pt x="27" y="25"/>
                    </a:moveTo>
                    <a:cubicBezTo>
                      <a:pt x="27" y="25"/>
                      <a:pt x="27" y="25"/>
                      <a:pt x="27" y="25"/>
                    </a:cubicBezTo>
                    <a:cubicBezTo>
                      <a:pt x="27" y="25"/>
                      <a:pt x="27" y="25"/>
                      <a:pt x="27" y="25"/>
                    </a:cubicBezTo>
                    <a:cubicBezTo>
                      <a:pt x="27" y="25"/>
                      <a:pt x="27" y="25"/>
                      <a:pt x="27" y="25"/>
                    </a:cubicBezTo>
                    <a:close/>
                    <a:moveTo>
                      <a:pt x="27" y="24"/>
                    </a:moveTo>
                    <a:cubicBezTo>
                      <a:pt x="27" y="24"/>
                      <a:pt x="27" y="24"/>
                      <a:pt x="27" y="24"/>
                    </a:cubicBezTo>
                    <a:cubicBezTo>
                      <a:pt x="27" y="24"/>
                      <a:pt x="27" y="24"/>
                      <a:pt x="27" y="24"/>
                    </a:cubicBezTo>
                    <a:cubicBezTo>
                      <a:pt x="28" y="24"/>
                      <a:pt x="28" y="24"/>
                      <a:pt x="27" y="24"/>
                    </a:cubicBezTo>
                    <a:close/>
                    <a:moveTo>
                      <a:pt x="29" y="24"/>
                    </a:moveTo>
                    <a:cubicBezTo>
                      <a:pt x="29" y="24"/>
                      <a:pt x="26" y="24"/>
                      <a:pt x="27" y="24"/>
                    </a:cubicBezTo>
                    <a:cubicBezTo>
                      <a:pt x="28" y="24"/>
                      <a:pt x="28" y="24"/>
                      <a:pt x="28" y="24"/>
                    </a:cubicBezTo>
                    <a:cubicBezTo>
                      <a:pt x="27" y="24"/>
                      <a:pt x="27" y="24"/>
                      <a:pt x="27" y="24"/>
                    </a:cubicBezTo>
                    <a:cubicBezTo>
                      <a:pt x="27" y="24"/>
                      <a:pt x="27" y="24"/>
                      <a:pt x="27" y="24"/>
                    </a:cubicBezTo>
                    <a:cubicBezTo>
                      <a:pt x="27" y="24"/>
                      <a:pt x="27" y="24"/>
                      <a:pt x="26" y="24"/>
                    </a:cubicBezTo>
                    <a:lnTo>
                      <a:pt x="29" y="24"/>
                    </a:lnTo>
                    <a:close/>
                    <a:moveTo>
                      <a:pt x="27" y="24"/>
                    </a:moveTo>
                    <a:cubicBezTo>
                      <a:pt x="27" y="24"/>
                      <a:pt x="26" y="24"/>
                      <a:pt x="26" y="24"/>
                    </a:cubicBezTo>
                    <a:cubicBezTo>
                      <a:pt x="26"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lose/>
                    <a:moveTo>
                      <a:pt x="26" y="22"/>
                    </a:moveTo>
                    <a:cubicBezTo>
                      <a:pt x="26" y="22"/>
                      <a:pt x="25" y="22"/>
                      <a:pt x="25" y="22"/>
                    </a:cubicBezTo>
                    <a:cubicBezTo>
                      <a:pt x="25" y="22"/>
                      <a:pt x="25" y="22"/>
                      <a:pt x="25" y="22"/>
                    </a:cubicBezTo>
                    <a:cubicBezTo>
                      <a:pt x="25" y="22"/>
                      <a:pt x="26" y="22"/>
                      <a:pt x="26" y="22"/>
                    </a:cubicBezTo>
                    <a:close/>
                    <a:moveTo>
                      <a:pt x="25" y="22"/>
                    </a:move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3"/>
                    </a:cubicBezTo>
                    <a:cubicBezTo>
                      <a:pt x="25" y="23"/>
                      <a:pt x="25" y="23"/>
                      <a:pt x="25" y="23"/>
                    </a:cubicBezTo>
                    <a:cubicBezTo>
                      <a:pt x="25" y="23"/>
                      <a:pt x="25" y="22"/>
                      <a:pt x="25" y="22"/>
                    </a:cubicBezTo>
                    <a:cubicBezTo>
                      <a:pt x="25" y="22"/>
                      <a:pt x="24" y="22"/>
                      <a:pt x="24" y="22"/>
                    </a:cubicBezTo>
                    <a:cubicBezTo>
                      <a:pt x="24" y="22"/>
                      <a:pt x="24" y="22"/>
                      <a:pt x="24" y="22"/>
                    </a:cubicBezTo>
                    <a:cubicBezTo>
                      <a:pt x="24" y="22"/>
                      <a:pt x="24" y="22"/>
                      <a:pt x="25" y="22"/>
                    </a:cubicBezTo>
                    <a:cubicBezTo>
                      <a:pt x="24" y="22"/>
                      <a:pt x="24" y="21"/>
                      <a:pt x="23" y="21"/>
                    </a:cubicBezTo>
                    <a:cubicBezTo>
                      <a:pt x="23" y="21"/>
                      <a:pt x="23" y="21"/>
                      <a:pt x="23" y="21"/>
                    </a:cubicBezTo>
                    <a:cubicBezTo>
                      <a:pt x="23" y="21"/>
                      <a:pt x="23" y="21"/>
                      <a:pt x="23" y="21"/>
                    </a:cubicBezTo>
                    <a:cubicBezTo>
                      <a:pt x="23" y="21"/>
                      <a:pt x="23" y="21"/>
                      <a:pt x="23" y="21"/>
                    </a:cubicBezTo>
                    <a:cubicBezTo>
                      <a:pt x="23" y="21"/>
                      <a:pt x="22" y="21"/>
                      <a:pt x="22" y="20"/>
                    </a:cubicBezTo>
                    <a:cubicBezTo>
                      <a:pt x="22" y="20"/>
                      <a:pt x="22" y="20"/>
                      <a:pt x="22" y="20"/>
                    </a:cubicBezTo>
                    <a:cubicBezTo>
                      <a:pt x="23" y="21"/>
                      <a:pt x="23" y="21"/>
                      <a:pt x="23" y="21"/>
                    </a:cubicBezTo>
                    <a:cubicBezTo>
                      <a:pt x="23" y="21"/>
                      <a:pt x="23" y="21"/>
                      <a:pt x="24" y="21"/>
                    </a:cubicBezTo>
                    <a:cubicBezTo>
                      <a:pt x="24" y="22"/>
                      <a:pt x="24" y="22"/>
                      <a:pt x="25" y="22"/>
                    </a:cubicBezTo>
                    <a:cubicBezTo>
                      <a:pt x="25" y="22"/>
                      <a:pt x="25" y="22"/>
                      <a:pt x="25" y="22"/>
                    </a:cubicBezTo>
                    <a:close/>
                    <a:moveTo>
                      <a:pt x="23" y="21"/>
                    </a:moveTo>
                    <a:cubicBezTo>
                      <a:pt x="24" y="21"/>
                      <a:pt x="24" y="21"/>
                      <a:pt x="24" y="21"/>
                    </a:cubicBezTo>
                    <a:cubicBezTo>
                      <a:pt x="24" y="21"/>
                      <a:pt x="24" y="21"/>
                      <a:pt x="24" y="21"/>
                    </a:cubicBezTo>
                    <a:cubicBezTo>
                      <a:pt x="23" y="21"/>
                      <a:pt x="23" y="21"/>
                      <a:pt x="23"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5" y="21"/>
                    </a:cubicBezTo>
                    <a:cubicBezTo>
                      <a:pt x="25" y="21"/>
                      <a:pt x="24" y="21"/>
                      <a:pt x="24" y="21"/>
                    </a:cubicBezTo>
                    <a:close/>
                    <a:moveTo>
                      <a:pt x="24" y="21"/>
                    </a:moveTo>
                    <a:cubicBezTo>
                      <a:pt x="25" y="21"/>
                      <a:pt x="25" y="21"/>
                      <a:pt x="25"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3" y="21"/>
                      <a:pt x="23" y="21"/>
                      <a:pt x="23" y="21"/>
                    </a:cubicBezTo>
                    <a:cubicBezTo>
                      <a:pt x="23" y="21"/>
                      <a:pt x="23" y="21"/>
                      <a:pt x="23" y="21"/>
                    </a:cubicBezTo>
                    <a:cubicBezTo>
                      <a:pt x="24" y="21"/>
                      <a:pt x="24" y="21"/>
                      <a:pt x="24" y="21"/>
                    </a:cubicBezTo>
                    <a:cubicBezTo>
                      <a:pt x="24" y="21"/>
                      <a:pt x="24" y="21"/>
                      <a:pt x="24" y="21"/>
                    </a:cubicBezTo>
                    <a:close/>
                    <a:moveTo>
                      <a:pt x="23" y="20"/>
                    </a:move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19"/>
                      <a:pt x="23" y="19"/>
                      <a:pt x="23" y="20"/>
                    </a:cubicBezTo>
                    <a:close/>
                    <a:moveTo>
                      <a:pt x="23" y="20"/>
                    </a:moveTo>
                    <a:cubicBezTo>
                      <a:pt x="23" y="20"/>
                      <a:pt x="23" y="20"/>
                      <a:pt x="23" y="20"/>
                    </a:cubicBezTo>
                    <a:cubicBezTo>
                      <a:pt x="22" y="19"/>
                      <a:pt x="22" y="18"/>
                      <a:pt x="22" y="18"/>
                    </a:cubicBezTo>
                    <a:cubicBezTo>
                      <a:pt x="21" y="17"/>
                      <a:pt x="22" y="18"/>
                      <a:pt x="23" y="20"/>
                    </a:cubicBezTo>
                    <a:close/>
                    <a:moveTo>
                      <a:pt x="22" y="19"/>
                    </a:move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0"/>
                      <a:pt x="22" y="20"/>
                      <a:pt x="22" y="20"/>
                    </a:cubicBezTo>
                    <a:cubicBezTo>
                      <a:pt x="22" y="20"/>
                      <a:pt x="22" y="20"/>
                      <a:pt x="22" y="20"/>
                    </a:cubicBezTo>
                    <a:close/>
                    <a:moveTo>
                      <a:pt x="22" y="19"/>
                    </a:move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1"/>
                      <a:pt x="22" y="21"/>
                      <a:pt x="22" y="21"/>
                    </a:cubicBezTo>
                    <a:cubicBezTo>
                      <a:pt x="22" y="21"/>
                      <a:pt x="22" y="21"/>
                      <a:pt x="22" y="21"/>
                    </a:cubicBezTo>
                    <a:cubicBezTo>
                      <a:pt x="22" y="21"/>
                      <a:pt x="22" y="20"/>
                      <a:pt x="22" y="20"/>
                    </a:cubicBezTo>
                    <a:cubicBezTo>
                      <a:pt x="22" y="20"/>
                      <a:pt x="22" y="20"/>
                      <a:pt x="22" y="20"/>
                    </a:cubicBezTo>
                    <a:close/>
                    <a:moveTo>
                      <a:pt x="21" y="19"/>
                    </a:moveTo>
                    <a:cubicBezTo>
                      <a:pt x="21"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lose/>
                    <a:moveTo>
                      <a:pt x="21" y="19"/>
                    </a:moveTo>
                    <a:cubicBezTo>
                      <a:pt x="22" y="20"/>
                      <a:pt x="22" y="20"/>
                      <a:pt x="22" y="20"/>
                    </a:cubicBezTo>
                    <a:cubicBezTo>
                      <a:pt x="22" y="20"/>
                      <a:pt x="22" y="20"/>
                      <a:pt x="22" y="20"/>
                    </a:cubicBezTo>
                    <a:cubicBezTo>
                      <a:pt x="22" y="20"/>
                      <a:pt x="22" y="20"/>
                      <a:pt x="22" y="20"/>
                    </a:cubicBezTo>
                    <a:cubicBezTo>
                      <a:pt x="22" y="20"/>
                      <a:pt x="22" y="20"/>
                      <a:pt x="22" y="20"/>
                    </a:cubicBezTo>
                    <a:cubicBezTo>
                      <a:pt x="22" y="20"/>
                      <a:pt x="21" y="20"/>
                      <a:pt x="21" y="20"/>
                    </a:cubicBezTo>
                    <a:cubicBezTo>
                      <a:pt x="21" y="20"/>
                      <a:pt x="21" y="20"/>
                      <a:pt x="21" y="20"/>
                    </a:cubicBezTo>
                    <a:cubicBezTo>
                      <a:pt x="21" y="20"/>
                      <a:pt x="21" y="20"/>
                      <a:pt x="21" y="20"/>
                    </a:cubicBezTo>
                    <a:cubicBezTo>
                      <a:pt x="21" y="20"/>
                      <a:pt x="21" y="20"/>
                      <a:pt x="21" y="19"/>
                    </a:cubicBezTo>
                    <a:close/>
                    <a:moveTo>
                      <a:pt x="22" y="21"/>
                    </a:moveTo>
                    <a:cubicBezTo>
                      <a:pt x="22" y="21"/>
                      <a:pt x="22" y="21"/>
                      <a:pt x="22" y="21"/>
                    </a:cubicBezTo>
                    <a:cubicBezTo>
                      <a:pt x="22" y="21"/>
                      <a:pt x="22" y="21"/>
                      <a:pt x="22" y="21"/>
                    </a:cubicBezTo>
                    <a:cubicBezTo>
                      <a:pt x="22" y="21"/>
                      <a:pt x="21" y="21"/>
                      <a:pt x="21" y="21"/>
                    </a:cubicBezTo>
                    <a:cubicBezTo>
                      <a:pt x="21" y="21"/>
                      <a:pt x="21" y="21"/>
                      <a:pt x="22" y="21"/>
                    </a:cubicBezTo>
                    <a:close/>
                    <a:moveTo>
                      <a:pt x="22" y="21"/>
                    </a:moveTo>
                    <a:cubicBezTo>
                      <a:pt x="22" y="22"/>
                      <a:pt x="22" y="22"/>
                      <a:pt x="22" y="22"/>
                    </a:cubicBezTo>
                    <a:cubicBezTo>
                      <a:pt x="22" y="21"/>
                      <a:pt x="22" y="21"/>
                      <a:pt x="22" y="21"/>
                    </a:cubicBezTo>
                    <a:cubicBezTo>
                      <a:pt x="22" y="21"/>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1" y="21"/>
                      <a:pt x="21" y="21"/>
                    </a:cubicBezTo>
                    <a:cubicBezTo>
                      <a:pt x="21" y="21"/>
                      <a:pt x="22" y="21"/>
                      <a:pt x="22" y="21"/>
                    </a:cubicBezTo>
                    <a:close/>
                    <a:moveTo>
                      <a:pt x="20" y="21"/>
                    </a:moveTo>
                    <a:cubicBezTo>
                      <a:pt x="20" y="21"/>
                      <a:pt x="20" y="22"/>
                      <a:pt x="20" y="22"/>
                    </a:cubicBezTo>
                    <a:cubicBezTo>
                      <a:pt x="20" y="21"/>
                      <a:pt x="20" y="21"/>
                      <a:pt x="20" y="21"/>
                    </a:cubicBezTo>
                    <a:cubicBezTo>
                      <a:pt x="20" y="21"/>
                      <a:pt x="20" y="21"/>
                      <a:pt x="20" y="21"/>
                    </a:cubicBezTo>
                    <a:cubicBezTo>
                      <a:pt x="20" y="21"/>
                      <a:pt x="20" y="21"/>
                      <a:pt x="20" y="21"/>
                    </a:cubicBezTo>
                    <a:cubicBezTo>
                      <a:pt x="20" y="21"/>
                      <a:pt x="20" y="21"/>
                      <a:pt x="20" y="20"/>
                    </a:cubicBezTo>
                    <a:cubicBezTo>
                      <a:pt x="19" y="20"/>
                      <a:pt x="19" y="20"/>
                      <a:pt x="19" y="20"/>
                    </a:cubicBezTo>
                    <a:cubicBezTo>
                      <a:pt x="19" y="20"/>
                      <a:pt x="19" y="20"/>
                      <a:pt x="19" y="20"/>
                    </a:cubicBezTo>
                    <a:cubicBezTo>
                      <a:pt x="19" y="20"/>
                      <a:pt x="19" y="20"/>
                      <a:pt x="19" y="20"/>
                    </a:cubicBezTo>
                    <a:cubicBezTo>
                      <a:pt x="19" y="20"/>
                      <a:pt x="19" y="20"/>
                      <a:pt x="19" y="20"/>
                    </a:cubicBezTo>
                    <a:cubicBezTo>
                      <a:pt x="18" y="21"/>
                      <a:pt x="18" y="20"/>
                      <a:pt x="17" y="21"/>
                    </a:cubicBezTo>
                    <a:cubicBezTo>
                      <a:pt x="18" y="20"/>
                      <a:pt x="18" y="20"/>
                      <a:pt x="18" y="20"/>
                    </a:cubicBezTo>
                    <a:cubicBezTo>
                      <a:pt x="18" y="20"/>
                      <a:pt x="18" y="20"/>
                      <a:pt x="18" y="20"/>
                    </a:cubicBezTo>
                    <a:cubicBezTo>
                      <a:pt x="17" y="20"/>
                      <a:pt x="18" y="20"/>
                      <a:pt x="18" y="20"/>
                    </a:cubicBezTo>
                    <a:cubicBezTo>
                      <a:pt x="18" y="20"/>
                      <a:pt x="18" y="20"/>
                      <a:pt x="18" y="20"/>
                    </a:cubicBezTo>
                    <a:cubicBezTo>
                      <a:pt x="18" y="20"/>
                      <a:pt x="18" y="20"/>
                      <a:pt x="18" y="20"/>
                    </a:cubicBezTo>
                    <a:cubicBezTo>
                      <a:pt x="18" y="20"/>
                      <a:pt x="18" y="19"/>
                      <a:pt x="18" y="19"/>
                    </a:cubicBezTo>
                    <a:cubicBezTo>
                      <a:pt x="18" y="19"/>
                      <a:pt x="18" y="19"/>
                      <a:pt x="18" y="19"/>
                    </a:cubicBezTo>
                    <a:cubicBezTo>
                      <a:pt x="18" y="20"/>
                      <a:pt x="18" y="20"/>
                      <a:pt x="18" y="20"/>
                    </a:cubicBezTo>
                    <a:cubicBezTo>
                      <a:pt x="18" y="20"/>
                      <a:pt x="17" y="20"/>
                      <a:pt x="17" y="20"/>
                    </a:cubicBezTo>
                    <a:cubicBezTo>
                      <a:pt x="18" y="19"/>
                      <a:pt x="18" y="19"/>
                      <a:pt x="18" y="19"/>
                    </a:cubicBezTo>
                    <a:cubicBezTo>
                      <a:pt x="18" y="19"/>
                      <a:pt x="17" y="19"/>
                      <a:pt x="17" y="19"/>
                    </a:cubicBezTo>
                    <a:cubicBezTo>
                      <a:pt x="18" y="19"/>
                      <a:pt x="18" y="19"/>
                      <a:pt x="18" y="19"/>
                    </a:cubicBezTo>
                    <a:cubicBezTo>
                      <a:pt x="18" y="19"/>
                      <a:pt x="18" y="19"/>
                      <a:pt x="18" y="19"/>
                    </a:cubicBezTo>
                    <a:cubicBezTo>
                      <a:pt x="19" y="18"/>
                      <a:pt x="19" y="18"/>
                      <a:pt x="19" y="18"/>
                    </a:cubicBezTo>
                    <a:cubicBezTo>
                      <a:pt x="19" y="18"/>
                      <a:pt x="19" y="18"/>
                      <a:pt x="20" y="18"/>
                    </a:cubicBezTo>
                    <a:cubicBezTo>
                      <a:pt x="20" y="18"/>
                      <a:pt x="20" y="18"/>
                      <a:pt x="20" y="18"/>
                    </a:cubicBezTo>
                    <a:cubicBezTo>
                      <a:pt x="19" y="18"/>
                      <a:pt x="19" y="18"/>
                      <a:pt x="19" y="18"/>
                    </a:cubicBezTo>
                    <a:cubicBezTo>
                      <a:pt x="19" y="18"/>
                      <a:pt x="19" y="18"/>
                      <a:pt x="20" y="18"/>
                    </a:cubicBezTo>
                    <a:cubicBezTo>
                      <a:pt x="19" y="19"/>
                      <a:pt x="19" y="20"/>
                      <a:pt x="19" y="20"/>
                    </a:cubicBezTo>
                    <a:cubicBezTo>
                      <a:pt x="19" y="20"/>
                      <a:pt x="19" y="20"/>
                      <a:pt x="19" y="20"/>
                    </a:cubicBezTo>
                    <a:cubicBezTo>
                      <a:pt x="19" y="19"/>
                      <a:pt x="19" y="19"/>
                      <a:pt x="19" y="19"/>
                    </a:cubicBezTo>
                    <a:cubicBezTo>
                      <a:pt x="20" y="18"/>
                      <a:pt x="19" y="21"/>
                      <a:pt x="20" y="19"/>
                    </a:cubicBezTo>
                    <a:cubicBezTo>
                      <a:pt x="20" y="19"/>
                      <a:pt x="20" y="19"/>
                      <a:pt x="20" y="19"/>
                    </a:cubicBezTo>
                    <a:cubicBezTo>
                      <a:pt x="20" y="19"/>
                      <a:pt x="20" y="19"/>
                      <a:pt x="20" y="19"/>
                    </a:cubicBezTo>
                    <a:cubicBezTo>
                      <a:pt x="20" y="20"/>
                      <a:pt x="19" y="20"/>
                      <a:pt x="19" y="20"/>
                    </a:cubicBezTo>
                    <a:cubicBezTo>
                      <a:pt x="19" y="20"/>
                      <a:pt x="19" y="20"/>
                      <a:pt x="20" y="20"/>
                    </a:cubicBezTo>
                    <a:cubicBezTo>
                      <a:pt x="20" y="20"/>
                      <a:pt x="20" y="19"/>
                      <a:pt x="20" y="19"/>
                    </a:cubicBezTo>
                    <a:cubicBezTo>
                      <a:pt x="21" y="19"/>
                      <a:pt x="21" y="19"/>
                      <a:pt x="21" y="19"/>
                    </a:cubicBezTo>
                    <a:cubicBezTo>
                      <a:pt x="21" y="19"/>
                      <a:pt x="21" y="19"/>
                      <a:pt x="21" y="19"/>
                    </a:cubicBezTo>
                    <a:cubicBezTo>
                      <a:pt x="20" y="19"/>
                      <a:pt x="20" y="19"/>
                      <a:pt x="20" y="19"/>
                    </a:cubicBezTo>
                    <a:cubicBezTo>
                      <a:pt x="21" y="19"/>
                      <a:pt x="21" y="19"/>
                      <a:pt x="21" y="19"/>
                    </a:cubicBezTo>
                    <a:cubicBezTo>
                      <a:pt x="21" y="19"/>
                      <a:pt x="20" y="20"/>
                      <a:pt x="20" y="20"/>
                    </a:cubicBezTo>
                    <a:cubicBezTo>
                      <a:pt x="20" y="20"/>
                      <a:pt x="20" y="20"/>
                      <a:pt x="20" y="20"/>
                    </a:cubicBezTo>
                    <a:cubicBezTo>
                      <a:pt x="20" y="20"/>
                      <a:pt x="20" y="20"/>
                      <a:pt x="20" y="20"/>
                    </a:cubicBezTo>
                    <a:cubicBezTo>
                      <a:pt x="20" y="20"/>
                      <a:pt x="20" y="21"/>
                      <a:pt x="20" y="21"/>
                    </a:cubicBezTo>
                    <a:cubicBezTo>
                      <a:pt x="21" y="21"/>
                      <a:pt x="21" y="21"/>
                      <a:pt x="21" y="21"/>
                    </a:cubicBezTo>
                    <a:cubicBezTo>
                      <a:pt x="21" y="21"/>
                      <a:pt x="21" y="21"/>
                      <a:pt x="21" y="21"/>
                    </a:cubicBezTo>
                    <a:cubicBezTo>
                      <a:pt x="21" y="21"/>
                      <a:pt x="21" y="21"/>
                      <a:pt x="20" y="21"/>
                    </a:cubicBezTo>
                    <a:close/>
                    <a:moveTo>
                      <a:pt x="18" y="18"/>
                    </a:moveTo>
                    <a:cubicBezTo>
                      <a:pt x="19" y="18"/>
                      <a:pt x="19" y="18"/>
                      <a:pt x="18" y="18"/>
                    </a:cubicBezTo>
                    <a:cubicBezTo>
                      <a:pt x="19" y="18"/>
                      <a:pt x="19"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lose/>
                    <a:moveTo>
                      <a:pt x="19" y="18"/>
                    </a:moveTo>
                    <a:cubicBezTo>
                      <a:pt x="19" y="18"/>
                      <a:pt x="19" y="18"/>
                      <a:pt x="19" y="18"/>
                    </a:cubicBezTo>
                    <a:cubicBezTo>
                      <a:pt x="19" y="18"/>
                      <a:pt x="19" y="18"/>
                      <a:pt x="19" y="18"/>
                    </a:cubicBezTo>
                    <a:cubicBezTo>
                      <a:pt x="19" y="18"/>
                      <a:pt x="19" y="18"/>
                      <a:pt x="19" y="18"/>
                    </a:cubicBezTo>
                    <a:close/>
                    <a:moveTo>
                      <a:pt x="19" y="18"/>
                    </a:moveTo>
                    <a:cubicBezTo>
                      <a:pt x="19" y="18"/>
                      <a:pt x="19" y="18"/>
                      <a:pt x="19" y="18"/>
                    </a:cubicBezTo>
                    <a:cubicBezTo>
                      <a:pt x="19" y="18"/>
                      <a:pt x="18" y="18"/>
                      <a:pt x="18" y="18"/>
                    </a:cubicBezTo>
                    <a:cubicBezTo>
                      <a:pt x="18" y="18"/>
                      <a:pt x="19" y="18"/>
                      <a:pt x="19" y="18"/>
                    </a:cubicBezTo>
                    <a:close/>
                    <a:moveTo>
                      <a:pt x="19" y="18"/>
                    </a:moveTo>
                    <a:cubicBezTo>
                      <a:pt x="19" y="18"/>
                      <a:pt x="19" y="18"/>
                      <a:pt x="19" y="18"/>
                    </a:cubicBezTo>
                    <a:cubicBezTo>
                      <a:pt x="19" y="18"/>
                      <a:pt x="20" y="18"/>
                      <a:pt x="19" y="18"/>
                    </a:cubicBezTo>
                    <a:cubicBezTo>
                      <a:pt x="19" y="18"/>
                      <a:pt x="19" y="18"/>
                      <a:pt x="19" y="18"/>
                    </a:cubicBezTo>
                    <a:close/>
                    <a:moveTo>
                      <a:pt x="19" y="18"/>
                    </a:moveTo>
                    <a:cubicBezTo>
                      <a:pt x="19" y="18"/>
                      <a:pt x="19" y="18"/>
                      <a:pt x="19" y="18"/>
                    </a:cubicBezTo>
                    <a:cubicBezTo>
                      <a:pt x="19" y="18"/>
                      <a:pt x="19" y="18"/>
                      <a:pt x="19" y="18"/>
                    </a:cubicBezTo>
                    <a:cubicBezTo>
                      <a:pt x="19" y="18"/>
                      <a:pt x="19" y="18"/>
                      <a:pt x="19" y="18"/>
                    </a:cubicBezTo>
                    <a:cubicBezTo>
                      <a:pt x="19" y="18"/>
                      <a:pt x="20" y="18"/>
                      <a:pt x="19" y="18"/>
                    </a:cubicBezTo>
                    <a:close/>
                    <a:moveTo>
                      <a:pt x="20" y="18"/>
                    </a:moveTo>
                    <a:cubicBezTo>
                      <a:pt x="20" y="18"/>
                      <a:pt x="20" y="19"/>
                      <a:pt x="20" y="19"/>
                    </a:cubicBezTo>
                    <a:cubicBezTo>
                      <a:pt x="20" y="19"/>
                      <a:pt x="20" y="19"/>
                      <a:pt x="20" y="19"/>
                    </a:cubicBezTo>
                    <a:cubicBezTo>
                      <a:pt x="20" y="18"/>
                      <a:pt x="20" y="18"/>
                      <a:pt x="20" y="18"/>
                    </a:cubicBezTo>
                    <a:cubicBezTo>
                      <a:pt x="20" y="18"/>
                      <a:pt x="20" y="18"/>
                      <a:pt x="20" y="18"/>
                    </a:cubicBezTo>
                    <a:close/>
                    <a:moveTo>
                      <a:pt x="20" y="18"/>
                    </a:moveTo>
                    <a:cubicBezTo>
                      <a:pt x="20" y="18"/>
                      <a:pt x="20" y="18"/>
                      <a:pt x="20" y="18"/>
                    </a:cubicBezTo>
                    <a:cubicBezTo>
                      <a:pt x="20" y="18"/>
                      <a:pt x="20" y="18"/>
                      <a:pt x="20" y="18"/>
                    </a:cubicBezTo>
                    <a:cubicBezTo>
                      <a:pt x="20" y="18"/>
                      <a:pt x="20" y="18"/>
                      <a:pt x="20" y="18"/>
                    </a:cubicBezTo>
                    <a:close/>
                    <a:moveTo>
                      <a:pt x="21" y="19"/>
                    </a:moveTo>
                    <a:cubicBezTo>
                      <a:pt x="21" y="19"/>
                      <a:pt x="21" y="19"/>
                      <a:pt x="21" y="19"/>
                    </a:cubicBezTo>
                    <a:cubicBezTo>
                      <a:pt x="20" y="19"/>
                      <a:pt x="20" y="19"/>
                      <a:pt x="20" y="19"/>
                    </a:cubicBezTo>
                    <a:cubicBezTo>
                      <a:pt x="20" y="19"/>
                      <a:pt x="20" y="19"/>
                      <a:pt x="20" y="18"/>
                    </a:cubicBezTo>
                    <a:cubicBezTo>
                      <a:pt x="20" y="19"/>
                      <a:pt x="20" y="19"/>
                      <a:pt x="21" y="19"/>
                    </a:cubicBezTo>
                    <a:close/>
                    <a:moveTo>
                      <a:pt x="20" y="18"/>
                    </a:moveTo>
                    <a:cubicBezTo>
                      <a:pt x="20" y="19"/>
                      <a:pt x="20" y="19"/>
                      <a:pt x="21" y="19"/>
                    </a:cubicBezTo>
                    <a:cubicBezTo>
                      <a:pt x="21" y="19"/>
                      <a:pt x="21" y="19"/>
                      <a:pt x="21" y="19"/>
                    </a:cubicBezTo>
                    <a:cubicBezTo>
                      <a:pt x="20" y="19"/>
                      <a:pt x="20" y="18"/>
                      <a:pt x="20" y="18"/>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0" y="18"/>
                    </a:moveTo>
                    <a:cubicBezTo>
                      <a:pt x="20" y="18"/>
                      <a:pt x="20" y="18"/>
                      <a:pt x="20" y="18"/>
                    </a:cubicBezTo>
                    <a:cubicBezTo>
                      <a:pt x="20" y="18"/>
                      <a:pt x="20" y="18"/>
                      <a:pt x="21" y="19"/>
                    </a:cubicBezTo>
                    <a:lnTo>
                      <a:pt x="20" y="18"/>
                    </a:lnTo>
                    <a:close/>
                    <a:moveTo>
                      <a:pt x="19" y="18"/>
                    </a:moveTo>
                    <a:cubicBezTo>
                      <a:pt x="20" y="17"/>
                      <a:pt x="20" y="17"/>
                      <a:pt x="20" y="17"/>
                    </a:cubicBezTo>
                    <a:cubicBezTo>
                      <a:pt x="19" y="18"/>
                      <a:pt x="19" y="18"/>
                      <a:pt x="19" y="18"/>
                    </a:cubicBezTo>
                    <a:cubicBezTo>
                      <a:pt x="19" y="18"/>
                      <a:pt x="19" y="18"/>
                      <a:pt x="19" y="18"/>
                    </a:cubicBezTo>
                    <a:close/>
                    <a:moveTo>
                      <a:pt x="19" y="18"/>
                    </a:moveTo>
                    <a:cubicBezTo>
                      <a:pt x="20" y="18"/>
                      <a:pt x="20" y="18"/>
                      <a:pt x="20" y="18"/>
                    </a:cubicBezTo>
                    <a:cubicBezTo>
                      <a:pt x="20" y="18"/>
                      <a:pt x="19" y="18"/>
                      <a:pt x="19" y="18"/>
                    </a:cubicBezTo>
                    <a:cubicBezTo>
                      <a:pt x="19" y="18"/>
                      <a:pt x="19" y="18"/>
                      <a:pt x="19" y="18"/>
                    </a:cubicBezTo>
                    <a:close/>
                    <a:moveTo>
                      <a:pt x="18" y="18"/>
                    </a:moveTo>
                    <a:cubicBezTo>
                      <a:pt x="19" y="18"/>
                      <a:pt x="19" y="18"/>
                      <a:pt x="19" y="18"/>
                    </a:cubicBezTo>
                    <a:cubicBezTo>
                      <a:pt x="19" y="18"/>
                      <a:pt x="19" y="18"/>
                      <a:pt x="19" y="18"/>
                    </a:cubicBezTo>
                    <a:cubicBezTo>
                      <a:pt x="18" y="18"/>
                      <a:pt x="18" y="18"/>
                      <a:pt x="18" y="18"/>
                    </a:cubicBezTo>
                    <a:close/>
                    <a:moveTo>
                      <a:pt x="18" y="18"/>
                    </a:moveTo>
                    <a:cubicBezTo>
                      <a:pt x="18" y="18"/>
                      <a:pt x="18" y="18"/>
                      <a:pt x="18" y="18"/>
                    </a:cubicBezTo>
                    <a:cubicBezTo>
                      <a:pt x="19" y="18"/>
                      <a:pt x="19" y="18"/>
                      <a:pt x="19" y="18"/>
                    </a:cubicBezTo>
                    <a:cubicBezTo>
                      <a:pt x="19" y="18"/>
                      <a:pt x="19" y="18"/>
                      <a:pt x="19" y="18"/>
                    </a:cubicBezTo>
                    <a:cubicBezTo>
                      <a:pt x="19"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7" y="18"/>
                      <a:pt x="17" y="18"/>
                      <a:pt x="17" y="18"/>
                    </a:cubicBezTo>
                    <a:cubicBezTo>
                      <a:pt x="17" y="18"/>
                      <a:pt x="18" y="18"/>
                      <a:pt x="18" y="18"/>
                    </a:cubicBezTo>
                    <a:cubicBezTo>
                      <a:pt x="18" y="18"/>
                      <a:pt x="18" y="18"/>
                      <a:pt x="18" y="18"/>
                    </a:cubicBezTo>
                    <a:cubicBezTo>
                      <a:pt x="16" y="19"/>
                      <a:pt x="18" y="18"/>
                      <a:pt x="16" y="18"/>
                    </a:cubicBezTo>
                    <a:cubicBezTo>
                      <a:pt x="18" y="18"/>
                      <a:pt x="16" y="18"/>
                      <a:pt x="18" y="18"/>
                    </a:cubicBezTo>
                    <a:cubicBezTo>
                      <a:pt x="18" y="18"/>
                      <a:pt x="18" y="18"/>
                      <a:pt x="18" y="18"/>
                    </a:cubicBezTo>
                    <a:cubicBezTo>
                      <a:pt x="18" y="18"/>
                      <a:pt x="18" y="18"/>
                      <a:pt x="18" y="18"/>
                    </a:cubicBezTo>
                    <a:cubicBezTo>
                      <a:pt x="18" y="18"/>
                      <a:pt x="18" y="18"/>
                      <a:pt x="18" y="18"/>
                    </a:cubicBezTo>
                    <a:cubicBezTo>
                      <a:pt x="16" y="18"/>
                      <a:pt x="17" y="18"/>
                      <a:pt x="18" y="18"/>
                    </a:cubicBezTo>
                    <a:cubicBezTo>
                      <a:pt x="18" y="18"/>
                      <a:pt x="18" y="18"/>
                      <a:pt x="18" y="18"/>
                    </a:cubicBezTo>
                    <a:cubicBezTo>
                      <a:pt x="17" y="18"/>
                      <a:pt x="18" y="18"/>
                      <a:pt x="17" y="18"/>
                    </a:cubicBezTo>
                    <a:cubicBezTo>
                      <a:pt x="17" y="18"/>
                      <a:pt x="17" y="18"/>
                      <a:pt x="17" y="18"/>
                    </a:cubicBezTo>
                    <a:cubicBezTo>
                      <a:pt x="15" y="18"/>
                      <a:pt x="15" y="18"/>
                      <a:pt x="15" y="18"/>
                    </a:cubicBezTo>
                    <a:cubicBezTo>
                      <a:pt x="15" y="18"/>
                      <a:pt x="17" y="18"/>
                      <a:pt x="18" y="18"/>
                    </a:cubicBezTo>
                    <a:cubicBezTo>
                      <a:pt x="17" y="18"/>
                      <a:pt x="17"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7" y="18"/>
                      <a:pt x="17" y="18"/>
                      <a:pt x="17" y="19"/>
                    </a:cubicBezTo>
                    <a:cubicBezTo>
                      <a:pt x="16" y="19"/>
                      <a:pt x="17" y="18"/>
                      <a:pt x="18" y="18"/>
                    </a:cubicBezTo>
                    <a:cubicBezTo>
                      <a:pt x="16" y="19"/>
                      <a:pt x="17" y="18"/>
                      <a:pt x="16" y="19"/>
                    </a:cubicBezTo>
                    <a:cubicBezTo>
                      <a:pt x="16" y="19"/>
                      <a:pt x="17" y="19"/>
                      <a:pt x="17" y="19"/>
                    </a:cubicBezTo>
                    <a:cubicBezTo>
                      <a:pt x="17" y="19"/>
                      <a:pt x="19" y="18"/>
                      <a:pt x="17" y="19"/>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9" y="18"/>
                    </a:cubicBezTo>
                    <a:cubicBezTo>
                      <a:pt x="18" y="18"/>
                      <a:pt x="18" y="19"/>
                      <a:pt x="18"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6" y="19"/>
                      <a:pt x="16" y="19"/>
                    </a:cubicBezTo>
                    <a:cubicBezTo>
                      <a:pt x="16" y="19"/>
                      <a:pt x="16" y="19"/>
                      <a:pt x="16" y="19"/>
                    </a:cubicBezTo>
                    <a:cubicBezTo>
                      <a:pt x="16" y="19"/>
                      <a:pt x="16" y="19"/>
                      <a:pt x="16" y="19"/>
                    </a:cubicBezTo>
                    <a:cubicBezTo>
                      <a:pt x="16" y="19"/>
                      <a:pt x="15" y="18"/>
                      <a:pt x="15" y="18"/>
                    </a:cubicBezTo>
                    <a:cubicBezTo>
                      <a:pt x="16" y="18"/>
                      <a:pt x="16" y="18"/>
                      <a:pt x="16" y="19"/>
                    </a:cubicBezTo>
                    <a:cubicBezTo>
                      <a:pt x="18" y="18"/>
                      <a:pt x="15" y="19"/>
                      <a:pt x="18" y="18"/>
                    </a:cubicBezTo>
                    <a:close/>
                    <a:moveTo>
                      <a:pt x="17" y="24"/>
                    </a:moveTo>
                    <a:cubicBezTo>
                      <a:pt x="17" y="24"/>
                      <a:pt x="17" y="24"/>
                      <a:pt x="17" y="24"/>
                    </a:cubicBezTo>
                    <a:cubicBezTo>
                      <a:pt x="17" y="24"/>
                      <a:pt x="16" y="24"/>
                      <a:pt x="16" y="24"/>
                    </a:cubicBezTo>
                    <a:cubicBezTo>
                      <a:pt x="16" y="24"/>
                      <a:pt x="15" y="24"/>
                      <a:pt x="15" y="23"/>
                    </a:cubicBezTo>
                    <a:cubicBezTo>
                      <a:pt x="16" y="23"/>
                      <a:pt x="16" y="24"/>
                      <a:pt x="17" y="24"/>
                    </a:cubicBezTo>
                    <a:close/>
                    <a:moveTo>
                      <a:pt x="15" y="26"/>
                    </a:moveTo>
                    <a:cubicBezTo>
                      <a:pt x="15" y="26"/>
                      <a:pt x="15" y="26"/>
                      <a:pt x="15" y="26"/>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5" y="26"/>
                      <a:pt x="15" y="26"/>
                      <a:pt x="15" y="27"/>
                    </a:cubicBezTo>
                    <a:cubicBezTo>
                      <a:pt x="15" y="26"/>
                      <a:pt x="15" y="26"/>
                      <a:pt x="15" y="26"/>
                    </a:cubicBezTo>
                    <a:cubicBezTo>
                      <a:pt x="15" y="26"/>
                      <a:pt x="15" y="26"/>
                      <a:pt x="15" y="26"/>
                    </a:cubicBezTo>
                    <a:close/>
                    <a:moveTo>
                      <a:pt x="15" y="26"/>
                    </a:moveTo>
                    <a:cubicBezTo>
                      <a:pt x="14" y="27"/>
                      <a:pt x="15" y="26"/>
                      <a:pt x="14" y="27"/>
                    </a:cubicBezTo>
                    <a:cubicBezTo>
                      <a:pt x="14" y="27"/>
                      <a:pt x="14" y="27"/>
                      <a:pt x="14" y="26"/>
                    </a:cubicBezTo>
                    <a:cubicBezTo>
                      <a:pt x="14" y="26"/>
                      <a:pt x="15" y="26"/>
                      <a:pt x="15" y="26"/>
                    </a:cubicBezTo>
                    <a:close/>
                    <a:moveTo>
                      <a:pt x="15" y="29"/>
                    </a:moveTo>
                    <a:cubicBezTo>
                      <a:pt x="14" y="30"/>
                      <a:pt x="14" y="30"/>
                      <a:pt x="14" y="29"/>
                    </a:cubicBezTo>
                    <a:cubicBezTo>
                      <a:pt x="14" y="29"/>
                      <a:pt x="14" y="29"/>
                      <a:pt x="15" y="29"/>
                    </a:cubicBezTo>
                    <a:close/>
                    <a:moveTo>
                      <a:pt x="13" y="28"/>
                    </a:moveTo>
                    <a:cubicBezTo>
                      <a:pt x="13" y="28"/>
                      <a:pt x="13" y="27"/>
                      <a:pt x="13" y="27"/>
                    </a:cubicBezTo>
                    <a:cubicBezTo>
                      <a:pt x="13" y="27"/>
                      <a:pt x="13" y="28"/>
                      <a:pt x="13" y="28"/>
                    </a:cubicBezTo>
                    <a:cubicBezTo>
                      <a:pt x="13" y="28"/>
                      <a:pt x="13" y="28"/>
                      <a:pt x="13" y="28"/>
                    </a:cubicBezTo>
                    <a:cubicBezTo>
                      <a:pt x="13" y="28"/>
                      <a:pt x="12" y="28"/>
                      <a:pt x="12" y="29"/>
                    </a:cubicBezTo>
                    <a:lnTo>
                      <a:pt x="13" y="28"/>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5" name="Freeform 287"/>
              <p:cNvSpPr/>
              <p:nvPr/>
            </p:nvSpPr>
            <p:spPr bwMode="auto">
              <a:xfrm>
                <a:off x="3608" y="1908"/>
                <a:ext cx="4" cy="6"/>
              </a:xfrm>
              <a:custGeom>
                <a:avLst/>
                <a:gdLst>
                  <a:gd name="T0" fmla="*/ 1 w 2"/>
                  <a:gd name="T1" fmla="*/ 0 h 3"/>
                  <a:gd name="T2" fmla="*/ 0 w 2"/>
                  <a:gd name="T3" fmla="*/ 2 h 3"/>
                  <a:gd name="T4" fmla="*/ 1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0" y="1"/>
                      <a:pt x="0" y="2"/>
                    </a:cubicBezTo>
                    <a:cubicBezTo>
                      <a:pt x="1" y="2"/>
                      <a:pt x="1" y="2"/>
                      <a:pt x="1" y="3"/>
                    </a:cubicBezTo>
                    <a:cubicBezTo>
                      <a:pt x="2"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6" name="Freeform 288"/>
              <p:cNvSpPr/>
              <p:nvPr/>
            </p:nvSpPr>
            <p:spPr bwMode="auto">
              <a:xfrm>
                <a:off x="4113" y="1587"/>
                <a:ext cx="4" cy="5"/>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1" y="2"/>
                      <a:pt x="1" y="2"/>
                      <a:pt x="2" y="2"/>
                    </a:cubicBezTo>
                    <a:cubicBezTo>
                      <a:pt x="0" y="0"/>
                      <a:pt x="1"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7" name="Freeform 289"/>
              <p:cNvSpPr/>
              <p:nvPr/>
            </p:nvSpPr>
            <p:spPr bwMode="auto">
              <a:xfrm>
                <a:off x="3593" y="182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8" name="Freeform 290"/>
              <p:cNvSpPr/>
              <p:nvPr/>
            </p:nvSpPr>
            <p:spPr bwMode="auto">
              <a:xfrm>
                <a:off x="4251" y="1730"/>
                <a:ext cx="4" cy="4"/>
              </a:xfrm>
              <a:custGeom>
                <a:avLst/>
                <a:gdLst>
                  <a:gd name="T0" fmla="*/ 0 w 4"/>
                  <a:gd name="T1" fmla="*/ 2 h 4"/>
                  <a:gd name="T2" fmla="*/ 2 w 4"/>
                  <a:gd name="T3" fmla="*/ 4 h 4"/>
                  <a:gd name="T4" fmla="*/ 4 w 4"/>
                  <a:gd name="T5" fmla="*/ 0 h 4"/>
                  <a:gd name="T6" fmla="*/ 0 w 4"/>
                  <a:gd name="T7" fmla="*/ 2 h 4"/>
                </a:gdLst>
                <a:ahLst/>
                <a:cxnLst>
                  <a:cxn ang="0">
                    <a:pos x="T0" y="T1"/>
                  </a:cxn>
                  <a:cxn ang="0">
                    <a:pos x="T2" y="T3"/>
                  </a:cxn>
                  <a:cxn ang="0">
                    <a:pos x="T4" y="T5"/>
                  </a:cxn>
                  <a:cxn ang="0">
                    <a:pos x="T6" y="T7"/>
                  </a:cxn>
                </a:cxnLst>
                <a:rect l="0" t="0" r="r" b="b"/>
                <a:pathLst>
                  <a:path w="4" h="4">
                    <a:moveTo>
                      <a:pt x="0" y="2"/>
                    </a:moveTo>
                    <a:lnTo>
                      <a:pt x="2" y="4"/>
                    </a:lnTo>
                    <a:lnTo>
                      <a:pt x="4"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9" name="Freeform 291"/>
              <p:cNvSpPr/>
              <p:nvPr/>
            </p:nvSpPr>
            <p:spPr bwMode="auto">
              <a:xfrm>
                <a:off x="3980" y="243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0" name="Freeform 292"/>
              <p:cNvSpPr/>
              <p:nvPr/>
            </p:nvSpPr>
            <p:spPr bwMode="auto">
              <a:xfrm>
                <a:off x="3980" y="2446"/>
                <a:ext cx="4" cy="5"/>
              </a:xfrm>
              <a:custGeom>
                <a:avLst/>
                <a:gdLst>
                  <a:gd name="T0" fmla="*/ 1 w 2"/>
                  <a:gd name="T1" fmla="*/ 1 h 2"/>
                  <a:gd name="T2" fmla="*/ 1 w 2"/>
                  <a:gd name="T3" fmla="*/ 0 h 2"/>
                  <a:gd name="T4" fmla="*/ 1 w 2"/>
                  <a:gd name="T5" fmla="*/ 1 h 2"/>
                </a:gdLst>
                <a:ahLst/>
                <a:cxnLst>
                  <a:cxn ang="0">
                    <a:pos x="T0" y="T1"/>
                  </a:cxn>
                  <a:cxn ang="0">
                    <a:pos x="T2" y="T3"/>
                  </a:cxn>
                  <a:cxn ang="0">
                    <a:pos x="T4" y="T5"/>
                  </a:cxn>
                </a:cxnLst>
                <a:rect l="0" t="0" r="r" b="b"/>
                <a:pathLst>
                  <a:path w="2" h="2">
                    <a:moveTo>
                      <a:pt x="1" y="1"/>
                    </a:moveTo>
                    <a:cubicBezTo>
                      <a:pt x="2" y="2"/>
                      <a:pt x="0" y="0"/>
                      <a:pt x="1" y="0"/>
                    </a:cubicBezTo>
                    <a:cubicBezTo>
                      <a:pt x="0" y="0"/>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1" name="Freeform 293"/>
              <p:cNvSpPr/>
              <p:nvPr/>
            </p:nvSpPr>
            <p:spPr bwMode="auto">
              <a:xfrm>
                <a:off x="4062" y="225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2" name="Freeform 294"/>
              <p:cNvSpPr/>
              <p:nvPr/>
            </p:nvSpPr>
            <p:spPr bwMode="auto">
              <a:xfrm>
                <a:off x="4162" y="2200"/>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1" y="2"/>
                      <a:pt x="1" y="1"/>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3" name="Freeform 295"/>
              <p:cNvSpPr/>
              <p:nvPr/>
            </p:nvSpPr>
            <p:spPr bwMode="auto">
              <a:xfrm>
                <a:off x="4164" y="2139"/>
                <a:ext cx="4" cy="2"/>
              </a:xfrm>
              <a:custGeom>
                <a:avLst/>
                <a:gdLst>
                  <a:gd name="T0" fmla="*/ 4 w 4"/>
                  <a:gd name="T1" fmla="*/ 2 h 2"/>
                  <a:gd name="T2" fmla="*/ 4 w 4"/>
                  <a:gd name="T3" fmla="*/ 0 h 2"/>
                  <a:gd name="T4" fmla="*/ 0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4" y="0"/>
                    </a:lnTo>
                    <a:lnTo>
                      <a:pt x="0" y="2"/>
                    </a:lnTo>
                    <a:lnTo>
                      <a:pt x="4"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4" name="Freeform 296"/>
              <p:cNvSpPr/>
              <p:nvPr/>
            </p:nvSpPr>
            <p:spPr bwMode="auto">
              <a:xfrm>
                <a:off x="3606" y="1819"/>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5" name="Oval 297"/>
              <p:cNvSpPr>
                <a:spLocks noChangeArrowheads="1"/>
              </p:cNvSpPr>
              <p:nvPr/>
            </p:nvSpPr>
            <p:spPr bwMode="auto">
              <a:xfrm>
                <a:off x="3598" y="1817"/>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6" name="Oval 298"/>
              <p:cNvSpPr>
                <a:spLocks noChangeArrowheads="1"/>
              </p:cNvSpPr>
              <p:nvPr/>
            </p:nvSpPr>
            <p:spPr bwMode="auto">
              <a:xfrm>
                <a:off x="3600" y="1817"/>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7" name="Freeform 299"/>
              <p:cNvSpPr/>
              <p:nvPr/>
            </p:nvSpPr>
            <p:spPr bwMode="auto">
              <a:xfrm>
                <a:off x="3598" y="1817"/>
                <a:ext cx="2" cy="0"/>
              </a:xfrm>
              <a:custGeom>
                <a:avLst/>
                <a:gdLst>
                  <a:gd name="T0" fmla="*/ 0 w 1"/>
                  <a:gd name="T1" fmla="*/ 0 w 1"/>
                  <a:gd name="T2" fmla="*/ 0 w 1"/>
                  <a:gd name="T3" fmla="*/ 0 w 1"/>
                  <a:gd name="T4" fmla="*/ 0 w 1"/>
                  <a:gd name="T5" fmla="*/ 1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8" name="Oval 300"/>
              <p:cNvSpPr>
                <a:spLocks noChangeArrowheads="1"/>
              </p:cNvSpPr>
              <p:nvPr/>
            </p:nvSpPr>
            <p:spPr bwMode="auto">
              <a:xfrm>
                <a:off x="3602" y="1819"/>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9" name="Freeform 301"/>
              <p:cNvSpPr/>
              <p:nvPr/>
            </p:nvSpPr>
            <p:spPr bwMode="auto">
              <a:xfrm>
                <a:off x="3602" y="1817"/>
                <a:ext cx="0" cy="2"/>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0" name="Freeform 302"/>
              <p:cNvSpPr/>
              <p:nvPr/>
            </p:nvSpPr>
            <p:spPr bwMode="auto">
              <a:xfrm>
                <a:off x="3602" y="1817"/>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1" name="Oval 303"/>
              <p:cNvSpPr>
                <a:spLocks noChangeArrowheads="1"/>
              </p:cNvSpPr>
              <p:nvPr/>
            </p:nvSpPr>
            <p:spPr bwMode="auto">
              <a:xfrm>
                <a:off x="3593" y="1814"/>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2" name="Freeform 304"/>
              <p:cNvSpPr/>
              <p:nvPr/>
            </p:nvSpPr>
            <p:spPr bwMode="auto">
              <a:xfrm>
                <a:off x="3598" y="1814"/>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3" name="Freeform 305"/>
              <p:cNvSpPr/>
              <p:nvPr/>
            </p:nvSpPr>
            <p:spPr bwMode="auto">
              <a:xfrm>
                <a:off x="3598" y="181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4" name="Oval 306"/>
              <p:cNvSpPr>
                <a:spLocks noChangeArrowheads="1"/>
              </p:cNvSpPr>
              <p:nvPr/>
            </p:nvSpPr>
            <p:spPr bwMode="auto">
              <a:xfrm>
                <a:off x="3612" y="1821"/>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5" name="Freeform 307"/>
              <p:cNvSpPr/>
              <p:nvPr/>
            </p:nvSpPr>
            <p:spPr bwMode="auto">
              <a:xfrm>
                <a:off x="3977" y="2478"/>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6" name="Freeform 308"/>
              <p:cNvSpPr/>
              <p:nvPr/>
            </p:nvSpPr>
            <p:spPr bwMode="auto">
              <a:xfrm>
                <a:off x="3595" y="1812"/>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1" y="0"/>
                      <a:pt x="1"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7" name="Freeform 309"/>
              <p:cNvSpPr/>
              <p:nvPr/>
            </p:nvSpPr>
            <p:spPr bwMode="auto">
              <a:xfrm>
                <a:off x="3598" y="181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8" name="Freeform 310"/>
              <p:cNvSpPr/>
              <p:nvPr/>
            </p:nvSpPr>
            <p:spPr bwMode="auto">
              <a:xfrm>
                <a:off x="3967" y="2491"/>
                <a:ext cx="4" cy="4"/>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9" name="Freeform 311"/>
              <p:cNvSpPr/>
              <p:nvPr/>
            </p:nvSpPr>
            <p:spPr bwMode="auto">
              <a:xfrm>
                <a:off x="3825" y="2268"/>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1"/>
                      <a:pt x="1" y="1"/>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0" name="Freeform 312"/>
              <p:cNvSpPr/>
              <p:nvPr/>
            </p:nvSpPr>
            <p:spPr bwMode="auto">
              <a:xfrm>
                <a:off x="3810" y="2268"/>
                <a:ext cx="8" cy="2"/>
              </a:xfrm>
              <a:custGeom>
                <a:avLst/>
                <a:gdLst>
                  <a:gd name="T0" fmla="*/ 4 w 4"/>
                  <a:gd name="T1" fmla="*/ 0 h 1"/>
                  <a:gd name="T2" fmla="*/ 0 w 4"/>
                  <a:gd name="T3" fmla="*/ 0 h 1"/>
                  <a:gd name="T4" fmla="*/ 4 w 4"/>
                  <a:gd name="T5" fmla="*/ 0 h 1"/>
                </a:gdLst>
                <a:ahLst/>
                <a:cxnLst>
                  <a:cxn ang="0">
                    <a:pos x="T0" y="T1"/>
                  </a:cxn>
                  <a:cxn ang="0">
                    <a:pos x="T2" y="T3"/>
                  </a:cxn>
                  <a:cxn ang="0">
                    <a:pos x="T4" y="T5"/>
                  </a:cxn>
                </a:cxnLst>
                <a:rect l="0" t="0" r="r" b="b"/>
                <a:pathLst>
                  <a:path w="4" h="1">
                    <a:moveTo>
                      <a:pt x="4" y="0"/>
                    </a:moveTo>
                    <a:cubicBezTo>
                      <a:pt x="0" y="0"/>
                      <a:pt x="0" y="0"/>
                      <a:pt x="0" y="0"/>
                    </a:cubicBezTo>
                    <a:cubicBezTo>
                      <a:pt x="2" y="1"/>
                      <a:pt x="2" y="0"/>
                      <a:pt x="4"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1" name="Freeform 313"/>
              <p:cNvSpPr/>
              <p:nvPr/>
            </p:nvSpPr>
            <p:spPr bwMode="auto">
              <a:xfrm>
                <a:off x="3835" y="2275"/>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2" name="Freeform 314"/>
              <p:cNvSpPr/>
              <p:nvPr/>
            </p:nvSpPr>
            <p:spPr bwMode="auto">
              <a:xfrm>
                <a:off x="3833" y="2268"/>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0"/>
                      <a:pt x="0" y="1"/>
                    </a:cubicBezTo>
                    <a:cubicBezTo>
                      <a:pt x="1" y="2"/>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3" name="Freeform 315"/>
              <p:cNvSpPr/>
              <p:nvPr/>
            </p:nvSpPr>
            <p:spPr bwMode="auto">
              <a:xfrm>
                <a:off x="3833" y="2328"/>
                <a:ext cx="9" cy="2"/>
              </a:xfrm>
              <a:custGeom>
                <a:avLst/>
                <a:gdLst>
                  <a:gd name="T0" fmla="*/ 0 w 4"/>
                  <a:gd name="T1" fmla="*/ 1 h 1"/>
                  <a:gd name="T2" fmla="*/ 4 w 4"/>
                  <a:gd name="T3" fmla="*/ 0 h 1"/>
                  <a:gd name="T4" fmla="*/ 4 w 4"/>
                  <a:gd name="T5" fmla="*/ 0 h 1"/>
                  <a:gd name="T6" fmla="*/ 3 w 4"/>
                  <a:gd name="T7" fmla="*/ 0 h 1"/>
                  <a:gd name="T8" fmla="*/ 2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1" y="1"/>
                      <a:pt x="3" y="0"/>
                      <a:pt x="4" y="0"/>
                    </a:cubicBezTo>
                    <a:cubicBezTo>
                      <a:pt x="4" y="0"/>
                      <a:pt x="4" y="0"/>
                      <a:pt x="4" y="0"/>
                    </a:cubicBezTo>
                    <a:cubicBezTo>
                      <a:pt x="4" y="0"/>
                      <a:pt x="3" y="0"/>
                      <a:pt x="3" y="0"/>
                    </a:cubicBezTo>
                    <a:cubicBezTo>
                      <a:pt x="2" y="0"/>
                      <a:pt x="1" y="0"/>
                      <a:pt x="2" y="0"/>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4" name="Freeform 316"/>
              <p:cNvSpPr/>
              <p:nvPr/>
            </p:nvSpPr>
            <p:spPr bwMode="auto">
              <a:xfrm>
                <a:off x="3837" y="2330"/>
                <a:ext cx="5" cy="2"/>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1"/>
                      <a:pt x="2"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5" name="Freeform 317"/>
              <p:cNvSpPr/>
              <p:nvPr/>
            </p:nvSpPr>
            <p:spPr bwMode="auto">
              <a:xfrm>
                <a:off x="3839" y="2328"/>
                <a:ext cx="5" cy="0"/>
              </a:xfrm>
              <a:custGeom>
                <a:avLst/>
                <a:gdLst>
                  <a:gd name="T0" fmla="*/ 1 w 2"/>
                  <a:gd name="T1" fmla="*/ 0 w 2"/>
                  <a:gd name="T2" fmla="*/ 1 w 2"/>
                  <a:gd name="T3" fmla="*/ 1 w 2"/>
                </a:gdLst>
                <a:ahLst/>
                <a:cxnLst>
                  <a:cxn ang="0">
                    <a:pos x="T0" y="0"/>
                  </a:cxn>
                  <a:cxn ang="0">
                    <a:pos x="T1" y="0"/>
                  </a:cxn>
                  <a:cxn ang="0">
                    <a:pos x="T2" y="0"/>
                  </a:cxn>
                  <a:cxn ang="0">
                    <a:pos x="T3" y="0"/>
                  </a:cxn>
                </a:cxnLst>
                <a:rect l="0" t="0" r="r" b="b"/>
                <a:pathLst>
                  <a:path w="2">
                    <a:moveTo>
                      <a:pt x="1" y="0"/>
                    </a:moveTo>
                    <a:cubicBezTo>
                      <a:pt x="1" y="0"/>
                      <a:pt x="0" y="0"/>
                      <a:pt x="0" y="0"/>
                    </a:cubicBezTo>
                    <a:cubicBezTo>
                      <a:pt x="0" y="0"/>
                      <a:pt x="1" y="0"/>
                      <a:pt x="1" y="0"/>
                    </a:cubicBezTo>
                    <a:cubicBezTo>
                      <a:pt x="1"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6" name="Freeform 318"/>
              <p:cNvSpPr/>
              <p:nvPr/>
            </p:nvSpPr>
            <p:spPr bwMode="auto">
              <a:xfrm>
                <a:off x="3827" y="2268"/>
                <a:ext cx="2"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0" y="0"/>
                    </a:cubicBezTo>
                    <a:lnTo>
                      <a:pt x="1"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7" name="Freeform 319"/>
              <p:cNvSpPr/>
              <p:nvPr/>
            </p:nvSpPr>
            <p:spPr bwMode="auto">
              <a:xfrm>
                <a:off x="3729" y="2856"/>
                <a:ext cx="6" cy="4"/>
              </a:xfrm>
              <a:custGeom>
                <a:avLst/>
                <a:gdLst>
                  <a:gd name="T0" fmla="*/ 3 w 3"/>
                  <a:gd name="T1" fmla="*/ 0 h 2"/>
                  <a:gd name="T2" fmla="*/ 0 w 3"/>
                  <a:gd name="T3" fmla="*/ 2 h 2"/>
                  <a:gd name="T4" fmla="*/ 3 w 3"/>
                  <a:gd name="T5" fmla="*/ 0 h 2"/>
                </a:gdLst>
                <a:ahLst/>
                <a:cxnLst>
                  <a:cxn ang="0">
                    <a:pos x="T0" y="T1"/>
                  </a:cxn>
                  <a:cxn ang="0">
                    <a:pos x="T2" y="T3"/>
                  </a:cxn>
                  <a:cxn ang="0">
                    <a:pos x="T4" y="T5"/>
                  </a:cxn>
                </a:cxnLst>
                <a:rect l="0" t="0" r="r" b="b"/>
                <a:pathLst>
                  <a:path w="3" h="2">
                    <a:moveTo>
                      <a:pt x="3" y="0"/>
                    </a:moveTo>
                    <a:cubicBezTo>
                      <a:pt x="0" y="2"/>
                      <a:pt x="0" y="2"/>
                      <a:pt x="0" y="2"/>
                    </a:cubicBezTo>
                    <a:cubicBezTo>
                      <a:pt x="2" y="1"/>
                      <a:pt x="2" y="1"/>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8" name="Freeform 320"/>
              <p:cNvSpPr/>
              <p:nvPr/>
            </p:nvSpPr>
            <p:spPr bwMode="auto">
              <a:xfrm>
                <a:off x="3731" y="2854"/>
                <a:ext cx="2" cy="4"/>
              </a:xfrm>
              <a:custGeom>
                <a:avLst/>
                <a:gdLst>
                  <a:gd name="T0" fmla="*/ 0 w 1"/>
                  <a:gd name="T1" fmla="*/ 0 h 2"/>
                  <a:gd name="T2" fmla="*/ 1 w 1"/>
                  <a:gd name="T3" fmla="*/ 0 h 2"/>
                  <a:gd name="T4" fmla="*/ 0 w 1"/>
                  <a:gd name="T5" fmla="*/ 0 h 2"/>
                </a:gdLst>
                <a:ahLst/>
                <a:cxnLst>
                  <a:cxn ang="0">
                    <a:pos x="T0" y="T1"/>
                  </a:cxn>
                  <a:cxn ang="0">
                    <a:pos x="T2" y="T3"/>
                  </a:cxn>
                  <a:cxn ang="0">
                    <a:pos x="T4" y="T5"/>
                  </a:cxn>
                </a:cxnLst>
                <a:rect l="0" t="0" r="r" b="b"/>
                <a:pathLst>
                  <a:path w="1" h="2">
                    <a:moveTo>
                      <a:pt x="0" y="0"/>
                    </a:moveTo>
                    <a:cubicBezTo>
                      <a:pt x="0" y="2"/>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9" name="Freeform 321"/>
              <p:cNvSpPr/>
              <p:nvPr/>
            </p:nvSpPr>
            <p:spPr bwMode="auto">
              <a:xfrm>
                <a:off x="3897" y="2822"/>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0" name="Freeform 322"/>
              <p:cNvSpPr/>
              <p:nvPr/>
            </p:nvSpPr>
            <p:spPr bwMode="auto">
              <a:xfrm>
                <a:off x="4007" y="2790"/>
                <a:ext cx="2" cy="4"/>
              </a:xfrm>
              <a:custGeom>
                <a:avLst/>
                <a:gdLst>
                  <a:gd name="T0" fmla="*/ 2 w 2"/>
                  <a:gd name="T1" fmla="*/ 4 h 4"/>
                  <a:gd name="T2" fmla="*/ 2 w 2"/>
                  <a:gd name="T3" fmla="*/ 4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2" y="4"/>
                    </a:lnTo>
                    <a:lnTo>
                      <a:pt x="0" y="0"/>
                    </a:lnTo>
                    <a:lnTo>
                      <a:pt x="2"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1" name="Freeform 323"/>
              <p:cNvSpPr/>
              <p:nvPr/>
            </p:nvSpPr>
            <p:spPr bwMode="auto">
              <a:xfrm>
                <a:off x="3971" y="2813"/>
                <a:ext cx="2" cy="4"/>
              </a:xfrm>
              <a:custGeom>
                <a:avLst/>
                <a:gdLst>
                  <a:gd name="T0" fmla="*/ 0 w 1"/>
                  <a:gd name="T1" fmla="*/ 0 h 2"/>
                  <a:gd name="T2" fmla="*/ 1 w 1"/>
                  <a:gd name="T3" fmla="*/ 1 h 2"/>
                  <a:gd name="T4" fmla="*/ 0 w 1"/>
                  <a:gd name="T5" fmla="*/ 0 h 2"/>
                </a:gdLst>
                <a:ahLst/>
                <a:cxnLst>
                  <a:cxn ang="0">
                    <a:pos x="T0" y="T1"/>
                  </a:cxn>
                  <a:cxn ang="0">
                    <a:pos x="T2" y="T3"/>
                  </a:cxn>
                  <a:cxn ang="0">
                    <a:pos x="T4" y="T5"/>
                  </a:cxn>
                </a:cxnLst>
                <a:rect l="0" t="0" r="r" b="b"/>
                <a:pathLst>
                  <a:path w="1" h="2">
                    <a:moveTo>
                      <a:pt x="0" y="0"/>
                    </a:moveTo>
                    <a:cubicBezTo>
                      <a:pt x="1" y="0"/>
                      <a:pt x="0" y="2"/>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2" name="Freeform 324"/>
              <p:cNvSpPr/>
              <p:nvPr/>
            </p:nvSpPr>
            <p:spPr bwMode="auto">
              <a:xfrm>
                <a:off x="3969" y="250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3" name="Freeform 325"/>
              <p:cNvSpPr/>
              <p:nvPr/>
            </p:nvSpPr>
            <p:spPr bwMode="auto">
              <a:xfrm>
                <a:off x="3850" y="28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4" name="Freeform 326"/>
              <p:cNvSpPr/>
              <p:nvPr/>
            </p:nvSpPr>
            <p:spPr bwMode="auto">
              <a:xfrm>
                <a:off x="3668" y="2060"/>
                <a:ext cx="8" cy="17"/>
              </a:xfrm>
              <a:custGeom>
                <a:avLst/>
                <a:gdLst>
                  <a:gd name="T0" fmla="*/ 4 w 4"/>
                  <a:gd name="T1" fmla="*/ 0 h 8"/>
                  <a:gd name="T2" fmla="*/ 0 w 4"/>
                  <a:gd name="T3" fmla="*/ 6 h 8"/>
                  <a:gd name="T4" fmla="*/ 4 w 4"/>
                  <a:gd name="T5" fmla="*/ 0 h 8"/>
                </a:gdLst>
                <a:ahLst/>
                <a:cxnLst>
                  <a:cxn ang="0">
                    <a:pos x="T0" y="T1"/>
                  </a:cxn>
                  <a:cxn ang="0">
                    <a:pos x="T2" y="T3"/>
                  </a:cxn>
                  <a:cxn ang="0">
                    <a:pos x="T4" y="T5"/>
                  </a:cxn>
                </a:cxnLst>
                <a:rect l="0" t="0" r="r" b="b"/>
                <a:pathLst>
                  <a:path w="4" h="8">
                    <a:moveTo>
                      <a:pt x="4" y="0"/>
                    </a:moveTo>
                    <a:cubicBezTo>
                      <a:pt x="2" y="1"/>
                      <a:pt x="1" y="5"/>
                      <a:pt x="0" y="6"/>
                    </a:cubicBezTo>
                    <a:cubicBezTo>
                      <a:pt x="1" y="8"/>
                      <a:pt x="3" y="1"/>
                      <a:pt x="4"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5" name="Freeform 327"/>
              <p:cNvSpPr/>
              <p:nvPr/>
            </p:nvSpPr>
            <p:spPr bwMode="auto">
              <a:xfrm>
                <a:off x="3837" y="232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6" name="Freeform 328"/>
              <p:cNvSpPr/>
              <p:nvPr/>
            </p:nvSpPr>
            <p:spPr bwMode="auto">
              <a:xfrm>
                <a:off x="3965" y="2504"/>
                <a:ext cx="4" cy="2"/>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1" y="0"/>
                      <a:pt x="1" y="0"/>
                      <a:pt x="1"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7" name="Freeform 329"/>
              <p:cNvSpPr/>
              <p:nvPr/>
            </p:nvSpPr>
            <p:spPr bwMode="auto">
              <a:xfrm>
                <a:off x="3973" y="2476"/>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0"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8" name="Freeform 330"/>
              <p:cNvSpPr/>
              <p:nvPr/>
            </p:nvSpPr>
            <p:spPr bwMode="auto">
              <a:xfrm>
                <a:off x="3965" y="2497"/>
                <a:ext cx="10" cy="4"/>
              </a:xfrm>
              <a:custGeom>
                <a:avLst/>
                <a:gdLst>
                  <a:gd name="T0" fmla="*/ 5 w 5"/>
                  <a:gd name="T1" fmla="*/ 1 h 2"/>
                  <a:gd name="T2" fmla="*/ 1 w 5"/>
                  <a:gd name="T3" fmla="*/ 2 h 2"/>
                  <a:gd name="T4" fmla="*/ 0 w 5"/>
                  <a:gd name="T5" fmla="*/ 2 h 2"/>
                  <a:gd name="T6" fmla="*/ 2 w 5"/>
                  <a:gd name="T7" fmla="*/ 2 h 2"/>
                  <a:gd name="T8" fmla="*/ 3 w 5"/>
                  <a:gd name="T9" fmla="*/ 1 h 2"/>
                  <a:gd name="T10" fmla="*/ 5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5" y="1"/>
                    </a:moveTo>
                    <a:cubicBezTo>
                      <a:pt x="4" y="0"/>
                      <a:pt x="2" y="1"/>
                      <a:pt x="1" y="2"/>
                    </a:cubicBezTo>
                    <a:cubicBezTo>
                      <a:pt x="1" y="2"/>
                      <a:pt x="1" y="2"/>
                      <a:pt x="0" y="2"/>
                    </a:cubicBezTo>
                    <a:cubicBezTo>
                      <a:pt x="1" y="2"/>
                      <a:pt x="2" y="2"/>
                      <a:pt x="2" y="2"/>
                    </a:cubicBezTo>
                    <a:cubicBezTo>
                      <a:pt x="2" y="2"/>
                      <a:pt x="4" y="2"/>
                      <a:pt x="3" y="1"/>
                    </a:cubicBezTo>
                    <a:cubicBezTo>
                      <a:pt x="4" y="1"/>
                      <a:pt x="5" y="1"/>
                      <a:pt x="5"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9" name="Freeform 331"/>
              <p:cNvSpPr/>
              <p:nvPr/>
            </p:nvSpPr>
            <p:spPr bwMode="auto">
              <a:xfrm>
                <a:off x="3835" y="2474"/>
                <a:ext cx="4" cy="0"/>
              </a:xfrm>
              <a:custGeom>
                <a:avLst/>
                <a:gdLst>
                  <a:gd name="T0" fmla="*/ 0 w 2"/>
                  <a:gd name="T1" fmla="*/ 1 w 2"/>
                  <a:gd name="T2" fmla="*/ 0 w 2"/>
                </a:gdLst>
                <a:ahLst/>
                <a:cxnLst>
                  <a:cxn ang="0">
                    <a:pos x="T0" y="0"/>
                  </a:cxn>
                  <a:cxn ang="0">
                    <a:pos x="T1" y="0"/>
                  </a:cxn>
                  <a:cxn ang="0">
                    <a:pos x="T2" y="0"/>
                  </a:cxn>
                </a:cxnLst>
                <a:rect l="0" t="0" r="r" b="b"/>
                <a:pathLst>
                  <a:path w="2">
                    <a:moveTo>
                      <a:pt x="0" y="0"/>
                    </a:moveTo>
                    <a:cubicBezTo>
                      <a:pt x="0" y="0"/>
                      <a:pt x="2"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0" name="Freeform 332"/>
              <p:cNvSpPr/>
              <p:nvPr/>
            </p:nvSpPr>
            <p:spPr bwMode="auto">
              <a:xfrm>
                <a:off x="3829" y="2345"/>
                <a:ext cx="4"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2" y="0"/>
                      <a:pt x="1" y="0"/>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1" name="Freeform 333"/>
              <p:cNvSpPr/>
              <p:nvPr/>
            </p:nvSpPr>
            <p:spPr bwMode="auto">
              <a:xfrm>
                <a:off x="3831" y="233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2" name="Freeform 334"/>
              <p:cNvSpPr/>
              <p:nvPr/>
            </p:nvSpPr>
            <p:spPr bwMode="auto">
              <a:xfrm>
                <a:off x="3850" y="2491"/>
                <a:ext cx="4" cy="2"/>
              </a:xfrm>
              <a:custGeom>
                <a:avLst/>
                <a:gdLst>
                  <a:gd name="T0" fmla="*/ 0 w 4"/>
                  <a:gd name="T1" fmla="*/ 2 h 2"/>
                  <a:gd name="T2" fmla="*/ 0 w 4"/>
                  <a:gd name="T3" fmla="*/ 2 h 2"/>
                  <a:gd name="T4" fmla="*/ 4 w 4"/>
                  <a:gd name="T5" fmla="*/ 0 h 2"/>
                  <a:gd name="T6" fmla="*/ 0 w 4"/>
                  <a:gd name="T7" fmla="*/ 2 h 2"/>
                </a:gdLst>
                <a:ahLst/>
                <a:cxnLst>
                  <a:cxn ang="0">
                    <a:pos x="T0" y="T1"/>
                  </a:cxn>
                  <a:cxn ang="0">
                    <a:pos x="T2" y="T3"/>
                  </a:cxn>
                  <a:cxn ang="0">
                    <a:pos x="T4" y="T5"/>
                  </a:cxn>
                  <a:cxn ang="0">
                    <a:pos x="T6" y="T7"/>
                  </a:cxn>
                </a:cxnLst>
                <a:rect l="0" t="0" r="r" b="b"/>
                <a:pathLst>
                  <a:path w="4" h="2">
                    <a:moveTo>
                      <a:pt x="0" y="2"/>
                    </a:moveTo>
                    <a:lnTo>
                      <a:pt x="0" y="2"/>
                    </a:lnTo>
                    <a:lnTo>
                      <a:pt x="4"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3" name="Freeform 335"/>
              <p:cNvSpPr/>
              <p:nvPr/>
            </p:nvSpPr>
            <p:spPr bwMode="auto">
              <a:xfrm>
                <a:off x="3835" y="233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4" name="Rectangle 336"/>
              <p:cNvSpPr>
                <a:spLocks noChangeArrowheads="1"/>
              </p:cNvSpPr>
              <p:nvPr/>
            </p:nvSpPr>
            <p:spPr bwMode="auto">
              <a:xfrm>
                <a:off x="3835" y="2434"/>
                <a:ext cx="2"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5" name="Freeform 337"/>
              <p:cNvSpPr/>
              <p:nvPr/>
            </p:nvSpPr>
            <p:spPr bwMode="auto">
              <a:xfrm>
                <a:off x="3831" y="2349"/>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2" y="0"/>
                      <a:pt x="2"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6" name="Freeform 338"/>
              <p:cNvSpPr/>
              <p:nvPr/>
            </p:nvSpPr>
            <p:spPr bwMode="auto">
              <a:xfrm>
                <a:off x="3602" y="1823"/>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7" name="Freeform 339"/>
              <p:cNvSpPr/>
              <p:nvPr/>
            </p:nvSpPr>
            <p:spPr bwMode="auto">
              <a:xfrm>
                <a:off x="3905" y="227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8" name="Freeform 340"/>
              <p:cNvSpPr/>
              <p:nvPr/>
            </p:nvSpPr>
            <p:spPr bwMode="auto">
              <a:xfrm>
                <a:off x="3778" y="297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9" name="Freeform 341"/>
              <p:cNvSpPr/>
              <p:nvPr/>
            </p:nvSpPr>
            <p:spPr bwMode="auto">
              <a:xfrm>
                <a:off x="3746" y="2826"/>
                <a:ext cx="399" cy="167"/>
              </a:xfrm>
              <a:custGeom>
                <a:avLst/>
                <a:gdLst>
                  <a:gd name="T0" fmla="*/ 154 w 188"/>
                  <a:gd name="T1" fmla="*/ 20 h 79"/>
                  <a:gd name="T2" fmla="*/ 145 w 188"/>
                  <a:gd name="T3" fmla="*/ 25 h 79"/>
                  <a:gd name="T4" fmla="*/ 108 w 188"/>
                  <a:gd name="T5" fmla="*/ 47 h 79"/>
                  <a:gd name="T6" fmla="*/ 94 w 188"/>
                  <a:gd name="T7" fmla="*/ 49 h 79"/>
                  <a:gd name="T8" fmla="*/ 84 w 188"/>
                  <a:gd name="T9" fmla="*/ 48 h 79"/>
                  <a:gd name="T10" fmla="*/ 64 w 188"/>
                  <a:gd name="T11" fmla="*/ 52 h 79"/>
                  <a:gd name="T12" fmla="*/ 52 w 188"/>
                  <a:gd name="T13" fmla="*/ 54 h 79"/>
                  <a:gd name="T14" fmla="*/ 33 w 188"/>
                  <a:gd name="T15" fmla="*/ 56 h 79"/>
                  <a:gd name="T16" fmla="*/ 23 w 188"/>
                  <a:gd name="T17" fmla="*/ 60 h 79"/>
                  <a:gd name="T18" fmla="*/ 12 w 188"/>
                  <a:gd name="T19" fmla="*/ 55 h 79"/>
                  <a:gd name="T20" fmla="*/ 5 w 188"/>
                  <a:gd name="T21" fmla="*/ 55 h 79"/>
                  <a:gd name="T22" fmla="*/ 5 w 188"/>
                  <a:gd name="T23" fmla="*/ 53 h 79"/>
                  <a:gd name="T24" fmla="*/ 4 w 188"/>
                  <a:gd name="T25" fmla="*/ 51 h 79"/>
                  <a:gd name="T26" fmla="*/ 3 w 188"/>
                  <a:gd name="T27" fmla="*/ 53 h 79"/>
                  <a:gd name="T28" fmla="*/ 3 w 188"/>
                  <a:gd name="T29" fmla="*/ 56 h 79"/>
                  <a:gd name="T30" fmla="*/ 0 w 188"/>
                  <a:gd name="T31" fmla="*/ 58 h 79"/>
                  <a:gd name="T32" fmla="*/ 2 w 188"/>
                  <a:gd name="T33" fmla="*/ 61 h 79"/>
                  <a:gd name="T34" fmla="*/ 13 w 188"/>
                  <a:gd name="T35" fmla="*/ 66 h 79"/>
                  <a:gd name="T36" fmla="*/ 15 w 188"/>
                  <a:gd name="T37" fmla="*/ 70 h 79"/>
                  <a:gd name="T38" fmla="*/ 16 w 188"/>
                  <a:gd name="T39" fmla="*/ 72 h 79"/>
                  <a:gd name="T40" fmla="*/ 18 w 188"/>
                  <a:gd name="T41" fmla="*/ 76 h 79"/>
                  <a:gd name="T42" fmla="*/ 21 w 188"/>
                  <a:gd name="T43" fmla="*/ 71 h 79"/>
                  <a:gd name="T44" fmla="*/ 26 w 188"/>
                  <a:gd name="T45" fmla="*/ 67 h 79"/>
                  <a:gd name="T46" fmla="*/ 27 w 188"/>
                  <a:gd name="T47" fmla="*/ 76 h 79"/>
                  <a:gd name="T48" fmla="*/ 30 w 188"/>
                  <a:gd name="T49" fmla="*/ 74 h 79"/>
                  <a:gd name="T50" fmla="*/ 31 w 188"/>
                  <a:gd name="T51" fmla="*/ 78 h 79"/>
                  <a:gd name="T52" fmla="*/ 35 w 188"/>
                  <a:gd name="T53" fmla="*/ 74 h 79"/>
                  <a:gd name="T54" fmla="*/ 38 w 188"/>
                  <a:gd name="T55" fmla="*/ 73 h 79"/>
                  <a:gd name="T56" fmla="*/ 42 w 188"/>
                  <a:gd name="T57" fmla="*/ 64 h 79"/>
                  <a:gd name="T58" fmla="*/ 43 w 188"/>
                  <a:gd name="T59" fmla="*/ 76 h 79"/>
                  <a:gd name="T60" fmla="*/ 51 w 188"/>
                  <a:gd name="T61" fmla="*/ 72 h 79"/>
                  <a:gd name="T62" fmla="*/ 57 w 188"/>
                  <a:gd name="T63" fmla="*/ 72 h 79"/>
                  <a:gd name="T64" fmla="*/ 61 w 188"/>
                  <a:gd name="T65" fmla="*/ 70 h 79"/>
                  <a:gd name="T66" fmla="*/ 70 w 188"/>
                  <a:gd name="T67" fmla="*/ 68 h 79"/>
                  <a:gd name="T68" fmla="*/ 75 w 188"/>
                  <a:gd name="T69" fmla="*/ 71 h 79"/>
                  <a:gd name="T70" fmla="*/ 77 w 188"/>
                  <a:gd name="T71" fmla="*/ 68 h 79"/>
                  <a:gd name="T72" fmla="*/ 80 w 188"/>
                  <a:gd name="T73" fmla="*/ 68 h 79"/>
                  <a:gd name="T74" fmla="*/ 81 w 188"/>
                  <a:gd name="T75" fmla="*/ 66 h 79"/>
                  <a:gd name="T76" fmla="*/ 86 w 188"/>
                  <a:gd name="T77" fmla="*/ 67 h 79"/>
                  <a:gd name="T78" fmla="*/ 92 w 188"/>
                  <a:gd name="T79" fmla="*/ 65 h 79"/>
                  <a:gd name="T80" fmla="*/ 98 w 188"/>
                  <a:gd name="T81" fmla="*/ 64 h 79"/>
                  <a:gd name="T82" fmla="*/ 104 w 188"/>
                  <a:gd name="T83" fmla="*/ 60 h 79"/>
                  <a:gd name="T84" fmla="*/ 107 w 188"/>
                  <a:gd name="T85" fmla="*/ 62 h 79"/>
                  <a:gd name="T86" fmla="*/ 108 w 188"/>
                  <a:gd name="T87" fmla="*/ 62 h 79"/>
                  <a:gd name="T88" fmla="*/ 114 w 188"/>
                  <a:gd name="T89" fmla="*/ 59 h 79"/>
                  <a:gd name="T90" fmla="*/ 119 w 188"/>
                  <a:gd name="T91" fmla="*/ 59 h 79"/>
                  <a:gd name="T92" fmla="*/ 122 w 188"/>
                  <a:gd name="T93" fmla="*/ 52 h 79"/>
                  <a:gd name="T94" fmla="*/ 126 w 188"/>
                  <a:gd name="T95" fmla="*/ 52 h 79"/>
                  <a:gd name="T96" fmla="*/ 132 w 188"/>
                  <a:gd name="T97" fmla="*/ 50 h 79"/>
                  <a:gd name="T98" fmla="*/ 139 w 188"/>
                  <a:gd name="T99" fmla="*/ 45 h 79"/>
                  <a:gd name="T100" fmla="*/ 143 w 188"/>
                  <a:gd name="T101" fmla="*/ 43 h 79"/>
                  <a:gd name="T102" fmla="*/ 156 w 188"/>
                  <a:gd name="T103" fmla="*/ 39 h 79"/>
                  <a:gd name="T104" fmla="*/ 160 w 188"/>
                  <a:gd name="T105" fmla="*/ 37 h 79"/>
                  <a:gd name="T106" fmla="*/ 167 w 188"/>
                  <a:gd name="T107" fmla="*/ 26 h 79"/>
                  <a:gd name="T108" fmla="*/ 172 w 188"/>
                  <a:gd name="T109" fmla="*/ 21 h 79"/>
                  <a:gd name="T110" fmla="*/ 180 w 188"/>
                  <a:gd name="T11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79">
                    <a:moveTo>
                      <a:pt x="180" y="0"/>
                    </a:moveTo>
                    <a:cubicBezTo>
                      <a:pt x="179" y="5"/>
                      <a:pt x="175" y="6"/>
                      <a:pt x="171" y="7"/>
                    </a:cubicBezTo>
                    <a:cubicBezTo>
                      <a:pt x="170" y="8"/>
                      <a:pt x="169" y="10"/>
                      <a:pt x="168" y="10"/>
                    </a:cubicBezTo>
                    <a:cubicBezTo>
                      <a:pt x="164" y="15"/>
                      <a:pt x="157" y="14"/>
                      <a:pt x="154" y="19"/>
                    </a:cubicBezTo>
                    <a:cubicBezTo>
                      <a:pt x="155" y="19"/>
                      <a:pt x="155" y="20"/>
                      <a:pt x="155" y="21"/>
                    </a:cubicBezTo>
                    <a:cubicBezTo>
                      <a:pt x="154" y="20"/>
                      <a:pt x="154" y="20"/>
                      <a:pt x="154" y="20"/>
                    </a:cubicBezTo>
                    <a:cubicBezTo>
                      <a:pt x="155" y="22"/>
                      <a:pt x="155" y="22"/>
                      <a:pt x="155" y="22"/>
                    </a:cubicBezTo>
                    <a:cubicBezTo>
                      <a:pt x="155" y="22"/>
                      <a:pt x="154" y="20"/>
                      <a:pt x="154" y="20"/>
                    </a:cubicBezTo>
                    <a:cubicBezTo>
                      <a:pt x="152" y="21"/>
                      <a:pt x="151" y="23"/>
                      <a:pt x="149" y="23"/>
                    </a:cubicBezTo>
                    <a:cubicBezTo>
                      <a:pt x="149" y="25"/>
                      <a:pt x="148" y="24"/>
                      <a:pt x="149" y="26"/>
                    </a:cubicBezTo>
                    <a:cubicBezTo>
                      <a:pt x="148" y="25"/>
                      <a:pt x="148" y="25"/>
                      <a:pt x="148" y="25"/>
                    </a:cubicBezTo>
                    <a:cubicBezTo>
                      <a:pt x="147" y="27"/>
                      <a:pt x="147" y="27"/>
                      <a:pt x="145" y="25"/>
                    </a:cubicBezTo>
                    <a:cubicBezTo>
                      <a:pt x="139" y="27"/>
                      <a:pt x="134" y="30"/>
                      <a:pt x="128" y="32"/>
                    </a:cubicBezTo>
                    <a:cubicBezTo>
                      <a:pt x="123" y="34"/>
                      <a:pt x="118" y="39"/>
                      <a:pt x="112" y="41"/>
                    </a:cubicBezTo>
                    <a:cubicBezTo>
                      <a:pt x="112" y="45"/>
                      <a:pt x="111" y="43"/>
                      <a:pt x="110" y="47"/>
                    </a:cubicBezTo>
                    <a:cubicBezTo>
                      <a:pt x="110" y="46"/>
                      <a:pt x="110" y="46"/>
                      <a:pt x="110" y="46"/>
                    </a:cubicBezTo>
                    <a:cubicBezTo>
                      <a:pt x="110" y="47"/>
                      <a:pt x="109" y="46"/>
                      <a:pt x="107" y="45"/>
                    </a:cubicBezTo>
                    <a:cubicBezTo>
                      <a:pt x="108" y="46"/>
                      <a:pt x="107" y="45"/>
                      <a:pt x="108" y="47"/>
                    </a:cubicBezTo>
                    <a:cubicBezTo>
                      <a:pt x="108" y="49"/>
                      <a:pt x="106" y="45"/>
                      <a:pt x="106" y="46"/>
                    </a:cubicBezTo>
                    <a:cubicBezTo>
                      <a:pt x="105" y="45"/>
                      <a:pt x="106" y="47"/>
                      <a:pt x="106" y="46"/>
                    </a:cubicBezTo>
                    <a:cubicBezTo>
                      <a:pt x="105" y="49"/>
                      <a:pt x="106" y="45"/>
                      <a:pt x="103" y="44"/>
                    </a:cubicBezTo>
                    <a:cubicBezTo>
                      <a:pt x="101" y="45"/>
                      <a:pt x="98" y="48"/>
                      <a:pt x="95" y="47"/>
                    </a:cubicBezTo>
                    <a:cubicBezTo>
                      <a:pt x="95" y="47"/>
                      <a:pt x="96" y="49"/>
                      <a:pt x="96" y="49"/>
                    </a:cubicBezTo>
                    <a:cubicBezTo>
                      <a:pt x="95" y="46"/>
                      <a:pt x="95" y="50"/>
                      <a:pt x="94" y="49"/>
                    </a:cubicBezTo>
                    <a:cubicBezTo>
                      <a:pt x="94" y="48"/>
                      <a:pt x="94" y="48"/>
                      <a:pt x="94" y="48"/>
                    </a:cubicBezTo>
                    <a:cubicBezTo>
                      <a:pt x="93" y="47"/>
                      <a:pt x="92" y="49"/>
                      <a:pt x="91" y="48"/>
                    </a:cubicBezTo>
                    <a:cubicBezTo>
                      <a:pt x="90" y="49"/>
                      <a:pt x="88" y="47"/>
                      <a:pt x="88" y="49"/>
                    </a:cubicBezTo>
                    <a:cubicBezTo>
                      <a:pt x="88" y="47"/>
                      <a:pt x="87" y="48"/>
                      <a:pt x="87" y="47"/>
                    </a:cubicBezTo>
                    <a:cubicBezTo>
                      <a:pt x="87" y="51"/>
                      <a:pt x="84" y="46"/>
                      <a:pt x="84" y="49"/>
                    </a:cubicBezTo>
                    <a:cubicBezTo>
                      <a:pt x="84" y="48"/>
                      <a:pt x="84" y="48"/>
                      <a:pt x="84" y="48"/>
                    </a:cubicBezTo>
                    <a:cubicBezTo>
                      <a:pt x="81" y="49"/>
                      <a:pt x="77" y="49"/>
                      <a:pt x="74" y="51"/>
                    </a:cubicBezTo>
                    <a:cubicBezTo>
                      <a:pt x="73" y="52"/>
                      <a:pt x="70" y="48"/>
                      <a:pt x="69" y="50"/>
                    </a:cubicBezTo>
                    <a:cubicBezTo>
                      <a:pt x="68" y="52"/>
                      <a:pt x="68" y="52"/>
                      <a:pt x="68" y="52"/>
                    </a:cubicBezTo>
                    <a:cubicBezTo>
                      <a:pt x="68" y="52"/>
                      <a:pt x="68" y="51"/>
                      <a:pt x="68" y="51"/>
                    </a:cubicBezTo>
                    <a:cubicBezTo>
                      <a:pt x="67" y="52"/>
                      <a:pt x="66" y="51"/>
                      <a:pt x="65" y="51"/>
                    </a:cubicBezTo>
                    <a:cubicBezTo>
                      <a:pt x="65" y="51"/>
                      <a:pt x="64" y="52"/>
                      <a:pt x="64" y="52"/>
                    </a:cubicBezTo>
                    <a:cubicBezTo>
                      <a:pt x="63" y="50"/>
                      <a:pt x="61" y="54"/>
                      <a:pt x="60" y="52"/>
                    </a:cubicBezTo>
                    <a:cubicBezTo>
                      <a:pt x="61" y="55"/>
                      <a:pt x="59" y="54"/>
                      <a:pt x="59" y="55"/>
                    </a:cubicBezTo>
                    <a:cubicBezTo>
                      <a:pt x="58" y="55"/>
                      <a:pt x="58" y="54"/>
                      <a:pt x="58" y="53"/>
                    </a:cubicBezTo>
                    <a:cubicBezTo>
                      <a:pt x="57" y="53"/>
                      <a:pt x="57" y="54"/>
                      <a:pt x="56" y="53"/>
                    </a:cubicBezTo>
                    <a:cubicBezTo>
                      <a:pt x="55" y="53"/>
                      <a:pt x="55" y="55"/>
                      <a:pt x="54" y="55"/>
                    </a:cubicBezTo>
                    <a:cubicBezTo>
                      <a:pt x="54" y="52"/>
                      <a:pt x="53" y="54"/>
                      <a:pt x="52" y="54"/>
                    </a:cubicBezTo>
                    <a:cubicBezTo>
                      <a:pt x="52" y="56"/>
                      <a:pt x="52" y="57"/>
                      <a:pt x="51" y="56"/>
                    </a:cubicBezTo>
                    <a:cubicBezTo>
                      <a:pt x="51" y="54"/>
                      <a:pt x="51" y="54"/>
                      <a:pt x="51" y="54"/>
                    </a:cubicBezTo>
                    <a:cubicBezTo>
                      <a:pt x="49" y="56"/>
                      <a:pt x="46" y="53"/>
                      <a:pt x="43" y="56"/>
                    </a:cubicBezTo>
                    <a:cubicBezTo>
                      <a:pt x="43" y="54"/>
                      <a:pt x="43" y="54"/>
                      <a:pt x="43" y="54"/>
                    </a:cubicBezTo>
                    <a:cubicBezTo>
                      <a:pt x="41" y="56"/>
                      <a:pt x="38" y="54"/>
                      <a:pt x="36" y="57"/>
                    </a:cubicBezTo>
                    <a:cubicBezTo>
                      <a:pt x="35" y="56"/>
                      <a:pt x="34" y="56"/>
                      <a:pt x="33" y="56"/>
                    </a:cubicBezTo>
                    <a:cubicBezTo>
                      <a:pt x="32" y="57"/>
                      <a:pt x="32" y="57"/>
                      <a:pt x="31" y="59"/>
                    </a:cubicBezTo>
                    <a:cubicBezTo>
                      <a:pt x="31" y="59"/>
                      <a:pt x="31" y="58"/>
                      <a:pt x="31" y="57"/>
                    </a:cubicBezTo>
                    <a:cubicBezTo>
                      <a:pt x="30" y="57"/>
                      <a:pt x="29" y="54"/>
                      <a:pt x="28" y="57"/>
                    </a:cubicBezTo>
                    <a:cubicBezTo>
                      <a:pt x="28" y="55"/>
                      <a:pt x="28" y="55"/>
                      <a:pt x="28" y="55"/>
                    </a:cubicBezTo>
                    <a:cubicBezTo>
                      <a:pt x="27" y="57"/>
                      <a:pt x="25" y="58"/>
                      <a:pt x="25" y="57"/>
                    </a:cubicBezTo>
                    <a:cubicBezTo>
                      <a:pt x="24" y="58"/>
                      <a:pt x="23" y="58"/>
                      <a:pt x="23" y="60"/>
                    </a:cubicBezTo>
                    <a:cubicBezTo>
                      <a:pt x="23" y="60"/>
                      <a:pt x="23" y="57"/>
                      <a:pt x="23" y="59"/>
                    </a:cubicBezTo>
                    <a:cubicBezTo>
                      <a:pt x="23" y="57"/>
                      <a:pt x="23" y="57"/>
                      <a:pt x="23" y="57"/>
                    </a:cubicBezTo>
                    <a:cubicBezTo>
                      <a:pt x="21" y="56"/>
                      <a:pt x="19" y="56"/>
                      <a:pt x="17" y="57"/>
                    </a:cubicBezTo>
                    <a:cubicBezTo>
                      <a:pt x="17" y="55"/>
                      <a:pt x="15" y="57"/>
                      <a:pt x="14" y="55"/>
                    </a:cubicBezTo>
                    <a:cubicBezTo>
                      <a:pt x="13" y="56"/>
                      <a:pt x="13" y="54"/>
                      <a:pt x="11" y="56"/>
                    </a:cubicBezTo>
                    <a:cubicBezTo>
                      <a:pt x="12" y="55"/>
                      <a:pt x="12" y="55"/>
                      <a:pt x="12" y="55"/>
                    </a:cubicBezTo>
                    <a:cubicBezTo>
                      <a:pt x="11" y="54"/>
                      <a:pt x="10" y="54"/>
                      <a:pt x="9" y="53"/>
                    </a:cubicBezTo>
                    <a:cubicBezTo>
                      <a:pt x="9" y="52"/>
                      <a:pt x="8" y="54"/>
                      <a:pt x="7" y="54"/>
                    </a:cubicBezTo>
                    <a:cubicBezTo>
                      <a:pt x="8" y="53"/>
                      <a:pt x="8" y="53"/>
                      <a:pt x="8" y="53"/>
                    </a:cubicBezTo>
                    <a:cubicBezTo>
                      <a:pt x="8" y="53"/>
                      <a:pt x="7" y="54"/>
                      <a:pt x="6" y="55"/>
                    </a:cubicBezTo>
                    <a:cubicBezTo>
                      <a:pt x="6" y="54"/>
                      <a:pt x="6" y="54"/>
                      <a:pt x="6" y="54"/>
                    </a:cubicBezTo>
                    <a:cubicBezTo>
                      <a:pt x="5" y="55"/>
                      <a:pt x="5" y="55"/>
                      <a:pt x="5" y="55"/>
                    </a:cubicBezTo>
                    <a:cubicBezTo>
                      <a:pt x="5" y="55"/>
                      <a:pt x="5" y="56"/>
                      <a:pt x="5" y="56"/>
                    </a:cubicBezTo>
                    <a:cubicBezTo>
                      <a:pt x="5" y="55"/>
                      <a:pt x="4" y="56"/>
                      <a:pt x="4" y="54"/>
                    </a:cubicBezTo>
                    <a:cubicBezTo>
                      <a:pt x="5" y="54"/>
                      <a:pt x="7" y="53"/>
                      <a:pt x="8" y="52"/>
                    </a:cubicBezTo>
                    <a:cubicBezTo>
                      <a:pt x="8" y="51"/>
                      <a:pt x="5" y="53"/>
                      <a:pt x="6" y="52"/>
                    </a:cubicBezTo>
                    <a:cubicBezTo>
                      <a:pt x="6" y="51"/>
                      <a:pt x="6" y="51"/>
                      <a:pt x="5" y="51"/>
                    </a:cubicBezTo>
                    <a:cubicBezTo>
                      <a:pt x="5" y="52"/>
                      <a:pt x="5" y="52"/>
                      <a:pt x="5" y="53"/>
                    </a:cubicBezTo>
                    <a:cubicBezTo>
                      <a:pt x="5" y="53"/>
                      <a:pt x="5" y="52"/>
                      <a:pt x="5" y="52"/>
                    </a:cubicBezTo>
                    <a:cubicBezTo>
                      <a:pt x="4" y="52"/>
                      <a:pt x="4" y="52"/>
                      <a:pt x="4" y="52"/>
                    </a:cubicBezTo>
                    <a:cubicBezTo>
                      <a:pt x="4" y="52"/>
                      <a:pt x="4" y="52"/>
                      <a:pt x="5" y="52"/>
                    </a:cubicBezTo>
                    <a:cubicBezTo>
                      <a:pt x="5" y="51"/>
                      <a:pt x="5" y="51"/>
                      <a:pt x="5" y="51"/>
                    </a:cubicBezTo>
                    <a:cubicBezTo>
                      <a:pt x="4" y="52"/>
                      <a:pt x="4" y="52"/>
                      <a:pt x="4" y="52"/>
                    </a:cubicBezTo>
                    <a:cubicBezTo>
                      <a:pt x="4" y="51"/>
                      <a:pt x="4" y="51"/>
                      <a:pt x="4" y="51"/>
                    </a:cubicBezTo>
                    <a:cubicBezTo>
                      <a:pt x="3" y="51"/>
                      <a:pt x="3" y="51"/>
                      <a:pt x="2" y="50"/>
                    </a:cubicBezTo>
                    <a:cubicBezTo>
                      <a:pt x="1" y="52"/>
                      <a:pt x="4" y="46"/>
                      <a:pt x="0" y="55"/>
                    </a:cubicBezTo>
                    <a:cubicBezTo>
                      <a:pt x="1" y="55"/>
                      <a:pt x="1" y="55"/>
                      <a:pt x="1" y="55"/>
                    </a:cubicBezTo>
                    <a:cubicBezTo>
                      <a:pt x="2" y="54"/>
                      <a:pt x="2" y="54"/>
                      <a:pt x="2" y="54"/>
                    </a:cubicBezTo>
                    <a:cubicBezTo>
                      <a:pt x="2" y="54"/>
                      <a:pt x="3" y="54"/>
                      <a:pt x="3" y="54"/>
                    </a:cubicBezTo>
                    <a:cubicBezTo>
                      <a:pt x="3" y="54"/>
                      <a:pt x="3" y="53"/>
                      <a:pt x="3" y="53"/>
                    </a:cubicBezTo>
                    <a:cubicBezTo>
                      <a:pt x="3" y="53"/>
                      <a:pt x="3" y="54"/>
                      <a:pt x="3" y="53"/>
                    </a:cubicBezTo>
                    <a:cubicBezTo>
                      <a:pt x="3" y="52"/>
                      <a:pt x="4" y="51"/>
                      <a:pt x="4" y="53"/>
                    </a:cubicBezTo>
                    <a:cubicBezTo>
                      <a:pt x="4" y="54"/>
                      <a:pt x="4" y="54"/>
                      <a:pt x="4" y="55"/>
                    </a:cubicBezTo>
                    <a:cubicBezTo>
                      <a:pt x="4" y="55"/>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5"/>
                      <a:pt x="3" y="55"/>
                    </a:cubicBezTo>
                    <a:cubicBezTo>
                      <a:pt x="2" y="55"/>
                      <a:pt x="2" y="56"/>
                      <a:pt x="1" y="56"/>
                    </a:cubicBezTo>
                    <a:cubicBezTo>
                      <a:pt x="2" y="56"/>
                      <a:pt x="2" y="56"/>
                      <a:pt x="2" y="56"/>
                    </a:cubicBezTo>
                    <a:cubicBezTo>
                      <a:pt x="0" y="58"/>
                      <a:pt x="0" y="58"/>
                      <a:pt x="0" y="58"/>
                    </a:cubicBezTo>
                    <a:cubicBezTo>
                      <a:pt x="2" y="57"/>
                      <a:pt x="2" y="57"/>
                      <a:pt x="3" y="58"/>
                    </a:cubicBezTo>
                    <a:cubicBezTo>
                      <a:pt x="3" y="58"/>
                      <a:pt x="3" y="58"/>
                      <a:pt x="3" y="58"/>
                    </a:cubicBezTo>
                    <a:cubicBezTo>
                      <a:pt x="3" y="58"/>
                      <a:pt x="3" y="58"/>
                      <a:pt x="3" y="58"/>
                    </a:cubicBezTo>
                    <a:cubicBezTo>
                      <a:pt x="3" y="58"/>
                      <a:pt x="3" y="58"/>
                      <a:pt x="3" y="58"/>
                    </a:cubicBezTo>
                    <a:cubicBezTo>
                      <a:pt x="3" y="60"/>
                      <a:pt x="4" y="57"/>
                      <a:pt x="4" y="58"/>
                    </a:cubicBezTo>
                    <a:cubicBezTo>
                      <a:pt x="4" y="58"/>
                      <a:pt x="2" y="60"/>
                      <a:pt x="2" y="61"/>
                    </a:cubicBezTo>
                    <a:cubicBezTo>
                      <a:pt x="3" y="62"/>
                      <a:pt x="6" y="61"/>
                      <a:pt x="6" y="63"/>
                    </a:cubicBezTo>
                    <a:cubicBezTo>
                      <a:pt x="7" y="63"/>
                      <a:pt x="8" y="63"/>
                      <a:pt x="9" y="62"/>
                    </a:cubicBezTo>
                    <a:cubicBezTo>
                      <a:pt x="10" y="62"/>
                      <a:pt x="8" y="65"/>
                      <a:pt x="9" y="64"/>
                    </a:cubicBezTo>
                    <a:cubicBezTo>
                      <a:pt x="9" y="65"/>
                      <a:pt x="9" y="66"/>
                      <a:pt x="8" y="66"/>
                    </a:cubicBezTo>
                    <a:cubicBezTo>
                      <a:pt x="9" y="66"/>
                      <a:pt x="10" y="67"/>
                      <a:pt x="10" y="65"/>
                    </a:cubicBezTo>
                    <a:cubicBezTo>
                      <a:pt x="11" y="66"/>
                      <a:pt x="12" y="67"/>
                      <a:pt x="13" y="66"/>
                    </a:cubicBezTo>
                    <a:cubicBezTo>
                      <a:pt x="13" y="66"/>
                      <a:pt x="12" y="68"/>
                      <a:pt x="12" y="69"/>
                    </a:cubicBezTo>
                    <a:cubicBezTo>
                      <a:pt x="13" y="67"/>
                      <a:pt x="15" y="67"/>
                      <a:pt x="15" y="67"/>
                    </a:cubicBezTo>
                    <a:cubicBezTo>
                      <a:pt x="16" y="66"/>
                      <a:pt x="16" y="66"/>
                      <a:pt x="16" y="64"/>
                    </a:cubicBezTo>
                    <a:cubicBezTo>
                      <a:pt x="16" y="64"/>
                      <a:pt x="17" y="63"/>
                      <a:pt x="17" y="63"/>
                    </a:cubicBezTo>
                    <a:cubicBezTo>
                      <a:pt x="17" y="65"/>
                      <a:pt x="16" y="68"/>
                      <a:pt x="17" y="68"/>
                    </a:cubicBezTo>
                    <a:cubicBezTo>
                      <a:pt x="16" y="71"/>
                      <a:pt x="15" y="67"/>
                      <a:pt x="15" y="70"/>
                    </a:cubicBezTo>
                    <a:cubicBezTo>
                      <a:pt x="14" y="72"/>
                      <a:pt x="12" y="72"/>
                      <a:pt x="12" y="70"/>
                    </a:cubicBezTo>
                    <a:cubicBezTo>
                      <a:pt x="11" y="73"/>
                      <a:pt x="13" y="71"/>
                      <a:pt x="12" y="73"/>
                    </a:cubicBezTo>
                    <a:cubicBezTo>
                      <a:pt x="13" y="73"/>
                      <a:pt x="14" y="72"/>
                      <a:pt x="15" y="72"/>
                    </a:cubicBezTo>
                    <a:cubicBezTo>
                      <a:pt x="15" y="71"/>
                      <a:pt x="15" y="70"/>
                      <a:pt x="16" y="70"/>
                    </a:cubicBezTo>
                    <a:cubicBezTo>
                      <a:pt x="17" y="67"/>
                      <a:pt x="16" y="72"/>
                      <a:pt x="17" y="72"/>
                    </a:cubicBezTo>
                    <a:cubicBezTo>
                      <a:pt x="16" y="72"/>
                      <a:pt x="16" y="72"/>
                      <a:pt x="16" y="72"/>
                    </a:cubicBezTo>
                    <a:cubicBezTo>
                      <a:pt x="16" y="73"/>
                      <a:pt x="17" y="72"/>
                      <a:pt x="18" y="72"/>
                    </a:cubicBezTo>
                    <a:cubicBezTo>
                      <a:pt x="17" y="75"/>
                      <a:pt x="17" y="72"/>
                      <a:pt x="16" y="74"/>
                    </a:cubicBezTo>
                    <a:cubicBezTo>
                      <a:pt x="16" y="76"/>
                      <a:pt x="16" y="76"/>
                      <a:pt x="16" y="76"/>
                    </a:cubicBezTo>
                    <a:cubicBezTo>
                      <a:pt x="17" y="77"/>
                      <a:pt x="17" y="74"/>
                      <a:pt x="18" y="75"/>
                    </a:cubicBezTo>
                    <a:cubicBezTo>
                      <a:pt x="17" y="76"/>
                      <a:pt x="17" y="76"/>
                      <a:pt x="17" y="76"/>
                    </a:cubicBezTo>
                    <a:cubicBezTo>
                      <a:pt x="18" y="76"/>
                      <a:pt x="18" y="76"/>
                      <a:pt x="18" y="76"/>
                    </a:cubicBezTo>
                    <a:cubicBezTo>
                      <a:pt x="18" y="74"/>
                      <a:pt x="19" y="73"/>
                      <a:pt x="18" y="73"/>
                    </a:cubicBezTo>
                    <a:cubicBezTo>
                      <a:pt x="19" y="70"/>
                      <a:pt x="19" y="72"/>
                      <a:pt x="20" y="72"/>
                    </a:cubicBezTo>
                    <a:cubicBezTo>
                      <a:pt x="20" y="70"/>
                      <a:pt x="19" y="72"/>
                      <a:pt x="20" y="70"/>
                    </a:cubicBezTo>
                    <a:cubicBezTo>
                      <a:pt x="20" y="69"/>
                      <a:pt x="20" y="69"/>
                      <a:pt x="21" y="69"/>
                    </a:cubicBezTo>
                    <a:cubicBezTo>
                      <a:pt x="22" y="69"/>
                      <a:pt x="21" y="71"/>
                      <a:pt x="21" y="72"/>
                    </a:cubicBezTo>
                    <a:cubicBezTo>
                      <a:pt x="21" y="72"/>
                      <a:pt x="20" y="72"/>
                      <a:pt x="21" y="71"/>
                    </a:cubicBezTo>
                    <a:cubicBezTo>
                      <a:pt x="19" y="73"/>
                      <a:pt x="20" y="75"/>
                      <a:pt x="19" y="76"/>
                    </a:cubicBezTo>
                    <a:cubicBezTo>
                      <a:pt x="20" y="77"/>
                      <a:pt x="20" y="75"/>
                      <a:pt x="21" y="75"/>
                    </a:cubicBezTo>
                    <a:cubicBezTo>
                      <a:pt x="21" y="74"/>
                      <a:pt x="21" y="73"/>
                      <a:pt x="21" y="72"/>
                    </a:cubicBezTo>
                    <a:cubicBezTo>
                      <a:pt x="23" y="68"/>
                      <a:pt x="21" y="76"/>
                      <a:pt x="23" y="75"/>
                    </a:cubicBezTo>
                    <a:cubicBezTo>
                      <a:pt x="23" y="72"/>
                      <a:pt x="25" y="71"/>
                      <a:pt x="25" y="68"/>
                    </a:cubicBezTo>
                    <a:cubicBezTo>
                      <a:pt x="25" y="67"/>
                      <a:pt x="25" y="66"/>
                      <a:pt x="26" y="67"/>
                    </a:cubicBezTo>
                    <a:cubicBezTo>
                      <a:pt x="25" y="69"/>
                      <a:pt x="26" y="68"/>
                      <a:pt x="25" y="70"/>
                    </a:cubicBezTo>
                    <a:cubicBezTo>
                      <a:pt x="25" y="70"/>
                      <a:pt x="25" y="70"/>
                      <a:pt x="25" y="70"/>
                    </a:cubicBezTo>
                    <a:cubicBezTo>
                      <a:pt x="24" y="73"/>
                      <a:pt x="24" y="73"/>
                      <a:pt x="24" y="73"/>
                    </a:cubicBezTo>
                    <a:cubicBezTo>
                      <a:pt x="25" y="74"/>
                      <a:pt x="25" y="76"/>
                      <a:pt x="26" y="77"/>
                    </a:cubicBezTo>
                    <a:cubicBezTo>
                      <a:pt x="26" y="76"/>
                      <a:pt x="26" y="75"/>
                      <a:pt x="26" y="74"/>
                    </a:cubicBezTo>
                    <a:cubicBezTo>
                      <a:pt x="26" y="75"/>
                      <a:pt x="26" y="76"/>
                      <a:pt x="27" y="76"/>
                    </a:cubicBezTo>
                    <a:cubicBezTo>
                      <a:pt x="26" y="76"/>
                      <a:pt x="27" y="74"/>
                      <a:pt x="27" y="73"/>
                    </a:cubicBezTo>
                    <a:cubicBezTo>
                      <a:pt x="28" y="73"/>
                      <a:pt x="28" y="75"/>
                      <a:pt x="28" y="76"/>
                    </a:cubicBezTo>
                    <a:cubicBezTo>
                      <a:pt x="27" y="77"/>
                      <a:pt x="27" y="77"/>
                      <a:pt x="27" y="77"/>
                    </a:cubicBezTo>
                    <a:cubicBezTo>
                      <a:pt x="28" y="76"/>
                      <a:pt x="28" y="78"/>
                      <a:pt x="28" y="78"/>
                    </a:cubicBezTo>
                    <a:cubicBezTo>
                      <a:pt x="28" y="76"/>
                      <a:pt x="29" y="75"/>
                      <a:pt x="29" y="73"/>
                    </a:cubicBezTo>
                    <a:cubicBezTo>
                      <a:pt x="30" y="73"/>
                      <a:pt x="30" y="74"/>
                      <a:pt x="30" y="74"/>
                    </a:cubicBezTo>
                    <a:cubicBezTo>
                      <a:pt x="29" y="75"/>
                      <a:pt x="29" y="75"/>
                      <a:pt x="29" y="75"/>
                    </a:cubicBezTo>
                    <a:cubicBezTo>
                      <a:pt x="30" y="75"/>
                      <a:pt x="29" y="78"/>
                      <a:pt x="30" y="78"/>
                    </a:cubicBezTo>
                    <a:cubicBezTo>
                      <a:pt x="30" y="76"/>
                      <a:pt x="30" y="76"/>
                      <a:pt x="30" y="76"/>
                    </a:cubicBezTo>
                    <a:cubicBezTo>
                      <a:pt x="30" y="78"/>
                      <a:pt x="30" y="78"/>
                      <a:pt x="30" y="78"/>
                    </a:cubicBezTo>
                    <a:cubicBezTo>
                      <a:pt x="31" y="77"/>
                      <a:pt x="31" y="77"/>
                      <a:pt x="31" y="76"/>
                    </a:cubicBezTo>
                    <a:cubicBezTo>
                      <a:pt x="31" y="78"/>
                      <a:pt x="31" y="78"/>
                      <a:pt x="31" y="78"/>
                    </a:cubicBezTo>
                    <a:cubicBezTo>
                      <a:pt x="32" y="77"/>
                      <a:pt x="32" y="75"/>
                      <a:pt x="33" y="77"/>
                    </a:cubicBezTo>
                    <a:cubicBezTo>
                      <a:pt x="32" y="74"/>
                      <a:pt x="32" y="77"/>
                      <a:pt x="32" y="75"/>
                    </a:cubicBezTo>
                    <a:cubicBezTo>
                      <a:pt x="31" y="73"/>
                      <a:pt x="32" y="74"/>
                      <a:pt x="33" y="73"/>
                    </a:cubicBezTo>
                    <a:cubicBezTo>
                      <a:pt x="32" y="76"/>
                      <a:pt x="33" y="74"/>
                      <a:pt x="34" y="74"/>
                    </a:cubicBezTo>
                    <a:cubicBezTo>
                      <a:pt x="34" y="75"/>
                      <a:pt x="34" y="75"/>
                      <a:pt x="34" y="76"/>
                    </a:cubicBezTo>
                    <a:cubicBezTo>
                      <a:pt x="35" y="74"/>
                      <a:pt x="35" y="74"/>
                      <a:pt x="35" y="74"/>
                    </a:cubicBezTo>
                    <a:cubicBezTo>
                      <a:pt x="35" y="78"/>
                      <a:pt x="36" y="73"/>
                      <a:pt x="36" y="74"/>
                    </a:cubicBezTo>
                    <a:cubicBezTo>
                      <a:pt x="36" y="75"/>
                      <a:pt x="36" y="77"/>
                      <a:pt x="36" y="77"/>
                    </a:cubicBezTo>
                    <a:cubicBezTo>
                      <a:pt x="36" y="75"/>
                      <a:pt x="37" y="74"/>
                      <a:pt x="37" y="72"/>
                    </a:cubicBezTo>
                    <a:cubicBezTo>
                      <a:pt x="38" y="73"/>
                      <a:pt x="36" y="76"/>
                      <a:pt x="37" y="78"/>
                    </a:cubicBezTo>
                    <a:cubicBezTo>
                      <a:pt x="37" y="75"/>
                      <a:pt x="38" y="79"/>
                      <a:pt x="38" y="76"/>
                    </a:cubicBezTo>
                    <a:cubicBezTo>
                      <a:pt x="37" y="75"/>
                      <a:pt x="38" y="75"/>
                      <a:pt x="38" y="73"/>
                    </a:cubicBezTo>
                    <a:cubicBezTo>
                      <a:pt x="39" y="74"/>
                      <a:pt x="38" y="75"/>
                      <a:pt x="39" y="75"/>
                    </a:cubicBezTo>
                    <a:cubicBezTo>
                      <a:pt x="39" y="75"/>
                      <a:pt x="39" y="73"/>
                      <a:pt x="39" y="72"/>
                    </a:cubicBezTo>
                    <a:cubicBezTo>
                      <a:pt x="39" y="73"/>
                      <a:pt x="40" y="70"/>
                      <a:pt x="40" y="72"/>
                    </a:cubicBezTo>
                    <a:cubicBezTo>
                      <a:pt x="41" y="74"/>
                      <a:pt x="39" y="73"/>
                      <a:pt x="40" y="74"/>
                    </a:cubicBezTo>
                    <a:cubicBezTo>
                      <a:pt x="41" y="74"/>
                      <a:pt x="40" y="70"/>
                      <a:pt x="41" y="69"/>
                    </a:cubicBezTo>
                    <a:cubicBezTo>
                      <a:pt x="41" y="68"/>
                      <a:pt x="41" y="65"/>
                      <a:pt x="42" y="64"/>
                    </a:cubicBezTo>
                    <a:cubicBezTo>
                      <a:pt x="43" y="65"/>
                      <a:pt x="41" y="65"/>
                      <a:pt x="42" y="68"/>
                    </a:cubicBezTo>
                    <a:cubicBezTo>
                      <a:pt x="42" y="67"/>
                      <a:pt x="42" y="67"/>
                      <a:pt x="42" y="67"/>
                    </a:cubicBezTo>
                    <a:cubicBezTo>
                      <a:pt x="43" y="70"/>
                      <a:pt x="41" y="72"/>
                      <a:pt x="41" y="74"/>
                    </a:cubicBezTo>
                    <a:cubicBezTo>
                      <a:pt x="42" y="73"/>
                      <a:pt x="42" y="73"/>
                      <a:pt x="42" y="73"/>
                    </a:cubicBezTo>
                    <a:cubicBezTo>
                      <a:pt x="42" y="77"/>
                      <a:pt x="42" y="77"/>
                      <a:pt x="42" y="77"/>
                    </a:cubicBezTo>
                    <a:cubicBezTo>
                      <a:pt x="42" y="75"/>
                      <a:pt x="43" y="76"/>
                      <a:pt x="43" y="76"/>
                    </a:cubicBezTo>
                    <a:cubicBezTo>
                      <a:pt x="43" y="74"/>
                      <a:pt x="43" y="76"/>
                      <a:pt x="43" y="75"/>
                    </a:cubicBezTo>
                    <a:cubicBezTo>
                      <a:pt x="43" y="74"/>
                      <a:pt x="43" y="71"/>
                      <a:pt x="44" y="73"/>
                    </a:cubicBezTo>
                    <a:cubicBezTo>
                      <a:pt x="44" y="74"/>
                      <a:pt x="44" y="75"/>
                      <a:pt x="44" y="76"/>
                    </a:cubicBezTo>
                    <a:cubicBezTo>
                      <a:pt x="45" y="77"/>
                      <a:pt x="44" y="74"/>
                      <a:pt x="45" y="75"/>
                    </a:cubicBezTo>
                    <a:cubicBezTo>
                      <a:pt x="45" y="76"/>
                      <a:pt x="45" y="76"/>
                      <a:pt x="45" y="76"/>
                    </a:cubicBezTo>
                    <a:cubicBezTo>
                      <a:pt x="47" y="76"/>
                      <a:pt x="50" y="76"/>
                      <a:pt x="51" y="72"/>
                    </a:cubicBezTo>
                    <a:cubicBezTo>
                      <a:pt x="52" y="73"/>
                      <a:pt x="52" y="73"/>
                      <a:pt x="53" y="74"/>
                    </a:cubicBezTo>
                    <a:cubicBezTo>
                      <a:pt x="53" y="74"/>
                      <a:pt x="53" y="73"/>
                      <a:pt x="53" y="72"/>
                    </a:cubicBezTo>
                    <a:cubicBezTo>
                      <a:pt x="54" y="74"/>
                      <a:pt x="54" y="74"/>
                      <a:pt x="54" y="74"/>
                    </a:cubicBezTo>
                    <a:cubicBezTo>
                      <a:pt x="55" y="76"/>
                      <a:pt x="55" y="74"/>
                      <a:pt x="56" y="72"/>
                    </a:cubicBezTo>
                    <a:cubicBezTo>
                      <a:pt x="56" y="74"/>
                      <a:pt x="56" y="74"/>
                      <a:pt x="56" y="74"/>
                    </a:cubicBezTo>
                    <a:cubicBezTo>
                      <a:pt x="57" y="75"/>
                      <a:pt x="56" y="73"/>
                      <a:pt x="57" y="72"/>
                    </a:cubicBezTo>
                    <a:cubicBezTo>
                      <a:pt x="57" y="74"/>
                      <a:pt x="57" y="74"/>
                      <a:pt x="57" y="74"/>
                    </a:cubicBezTo>
                    <a:cubicBezTo>
                      <a:pt x="57" y="72"/>
                      <a:pt x="57" y="72"/>
                      <a:pt x="57" y="72"/>
                    </a:cubicBezTo>
                    <a:cubicBezTo>
                      <a:pt x="58" y="72"/>
                      <a:pt x="58" y="72"/>
                      <a:pt x="58" y="74"/>
                    </a:cubicBezTo>
                    <a:cubicBezTo>
                      <a:pt x="59" y="74"/>
                      <a:pt x="59" y="73"/>
                      <a:pt x="58" y="73"/>
                    </a:cubicBezTo>
                    <a:cubicBezTo>
                      <a:pt x="59" y="74"/>
                      <a:pt x="60" y="74"/>
                      <a:pt x="61" y="73"/>
                    </a:cubicBezTo>
                    <a:cubicBezTo>
                      <a:pt x="61" y="72"/>
                      <a:pt x="61" y="72"/>
                      <a:pt x="61" y="70"/>
                    </a:cubicBezTo>
                    <a:cubicBezTo>
                      <a:pt x="61" y="68"/>
                      <a:pt x="61" y="71"/>
                      <a:pt x="61" y="69"/>
                    </a:cubicBezTo>
                    <a:cubicBezTo>
                      <a:pt x="61" y="70"/>
                      <a:pt x="62" y="71"/>
                      <a:pt x="61" y="72"/>
                    </a:cubicBezTo>
                    <a:cubicBezTo>
                      <a:pt x="63" y="75"/>
                      <a:pt x="64" y="72"/>
                      <a:pt x="66" y="72"/>
                    </a:cubicBezTo>
                    <a:cubicBezTo>
                      <a:pt x="66" y="71"/>
                      <a:pt x="66" y="71"/>
                      <a:pt x="66" y="71"/>
                    </a:cubicBezTo>
                    <a:cubicBezTo>
                      <a:pt x="68" y="73"/>
                      <a:pt x="68" y="71"/>
                      <a:pt x="70" y="72"/>
                    </a:cubicBezTo>
                    <a:cubicBezTo>
                      <a:pt x="69" y="71"/>
                      <a:pt x="69" y="68"/>
                      <a:pt x="70" y="68"/>
                    </a:cubicBezTo>
                    <a:cubicBezTo>
                      <a:pt x="70" y="66"/>
                      <a:pt x="70" y="70"/>
                      <a:pt x="71" y="71"/>
                    </a:cubicBezTo>
                    <a:cubicBezTo>
                      <a:pt x="71" y="71"/>
                      <a:pt x="72" y="70"/>
                      <a:pt x="72" y="70"/>
                    </a:cubicBezTo>
                    <a:cubicBezTo>
                      <a:pt x="72" y="71"/>
                      <a:pt x="72" y="71"/>
                      <a:pt x="72" y="71"/>
                    </a:cubicBezTo>
                    <a:cubicBezTo>
                      <a:pt x="72" y="70"/>
                      <a:pt x="73" y="69"/>
                      <a:pt x="73" y="70"/>
                    </a:cubicBezTo>
                    <a:cubicBezTo>
                      <a:pt x="73" y="70"/>
                      <a:pt x="73" y="70"/>
                      <a:pt x="73" y="70"/>
                    </a:cubicBezTo>
                    <a:cubicBezTo>
                      <a:pt x="74" y="70"/>
                      <a:pt x="74" y="71"/>
                      <a:pt x="75" y="71"/>
                    </a:cubicBezTo>
                    <a:cubicBezTo>
                      <a:pt x="75" y="69"/>
                      <a:pt x="76" y="70"/>
                      <a:pt x="76" y="69"/>
                    </a:cubicBezTo>
                    <a:cubicBezTo>
                      <a:pt x="76" y="69"/>
                      <a:pt x="76" y="69"/>
                      <a:pt x="76" y="69"/>
                    </a:cubicBezTo>
                    <a:cubicBezTo>
                      <a:pt x="76" y="68"/>
                      <a:pt x="76" y="68"/>
                      <a:pt x="76" y="68"/>
                    </a:cubicBezTo>
                    <a:cubicBezTo>
                      <a:pt x="76" y="68"/>
                      <a:pt x="76" y="68"/>
                      <a:pt x="76" y="68"/>
                    </a:cubicBezTo>
                    <a:cubicBezTo>
                      <a:pt x="76" y="70"/>
                      <a:pt x="76" y="70"/>
                      <a:pt x="76" y="70"/>
                    </a:cubicBezTo>
                    <a:cubicBezTo>
                      <a:pt x="77" y="71"/>
                      <a:pt x="76" y="69"/>
                      <a:pt x="77" y="68"/>
                    </a:cubicBezTo>
                    <a:cubicBezTo>
                      <a:pt x="77" y="67"/>
                      <a:pt x="77" y="68"/>
                      <a:pt x="77" y="69"/>
                    </a:cubicBezTo>
                    <a:cubicBezTo>
                      <a:pt x="77" y="70"/>
                      <a:pt x="77" y="68"/>
                      <a:pt x="77" y="69"/>
                    </a:cubicBezTo>
                    <a:cubicBezTo>
                      <a:pt x="77" y="70"/>
                      <a:pt x="77" y="69"/>
                      <a:pt x="77" y="70"/>
                    </a:cubicBezTo>
                    <a:cubicBezTo>
                      <a:pt x="78" y="70"/>
                      <a:pt x="77" y="68"/>
                      <a:pt x="78" y="69"/>
                    </a:cubicBezTo>
                    <a:cubicBezTo>
                      <a:pt x="78" y="69"/>
                      <a:pt x="79" y="68"/>
                      <a:pt x="79" y="70"/>
                    </a:cubicBezTo>
                    <a:cubicBezTo>
                      <a:pt x="79" y="69"/>
                      <a:pt x="80" y="69"/>
                      <a:pt x="80" y="68"/>
                    </a:cubicBezTo>
                    <a:cubicBezTo>
                      <a:pt x="79" y="68"/>
                      <a:pt x="79" y="68"/>
                      <a:pt x="79" y="66"/>
                    </a:cubicBezTo>
                    <a:cubicBezTo>
                      <a:pt x="79" y="66"/>
                      <a:pt x="79" y="66"/>
                      <a:pt x="79" y="66"/>
                    </a:cubicBezTo>
                    <a:cubicBezTo>
                      <a:pt x="79" y="67"/>
                      <a:pt x="79" y="67"/>
                      <a:pt x="79" y="67"/>
                    </a:cubicBezTo>
                    <a:cubicBezTo>
                      <a:pt x="79" y="66"/>
                      <a:pt x="80" y="67"/>
                      <a:pt x="80" y="65"/>
                    </a:cubicBezTo>
                    <a:cubicBezTo>
                      <a:pt x="80" y="67"/>
                      <a:pt x="80" y="67"/>
                      <a:pt x="80" y="67"/>
                    </a:cubicBezTo>
                    <a:cubicBezTo>
                      <a:pt x="80" y="66"/>
                      <a:pt x="81" y="66"/>
                      <a:pt x="81" y="66"/>
                    </a:cubicBezTo>
                    <a:cubicBezTo>
                      <a:pt x="82" y="67"/>
                      <a:pt x="82" y="69"/>
                      <a:pt x="82" y="70"/>
                    </a:cubicBezTo>
                    <a:cubicBezTo>
                      <a:pt x="83" y="68"/>
                      <a:pt x="83" y="68"/>
                      <a:pt x="83" y="68"/>
                    </a:cubicBezTo>
                    <a:cubicBezTo>
                      <a:pt x="83" y="68"/>
                      <a:pt x="83" y="68"/>
                      <a:pt x="83" y="69"/>
                    </a:cubicBezTo>
                    <a:cubicBezTo>
                      <a:pt x="85" y="70"/>
                      <a:pt x="84" y="64"/>
                      <a:pt x="85" y="65"/>
                    </a:cubicBezTo>
                    <a:cubicBezTo>
                      <a:pt x="85" y="67"/>
                      <a:pt x="85" y="68"/>
                      <a:pt x="86" y="68"/>
                    </a:cubicBezTo>
                    <a:cubicBezTo>
                      <a:pt x="86" y="68"/>
                      <a:pt x="86" y="67"/>
                      <a:pt x="86" y="67"/>
                    </a:cubicBezTo>
                    <a:cubicBezTo>
                      <a:pt x="86" y="66"/>
                      <a:pt x="86" y="68"/>
                      <a:pt x="85" y="67"/>
                    </a:cubicBezTo>
                    <a:cubicBezTo>
                      <a:pt x="85" y="66"/>
                      <a:pt x="86" y="66"/>
                      <a:pt x="86" y="66"/>
                    </a:cubicBezTo>
                    <a:cubicBezTo>
                      <a:pt x="87" y="70"/>
                      <a:pt x="89" y="66"/>
                      <a:pt x="91" y="68"/>
                    </a:cubicBezTo>
                    <a:cubicBezTo>
                      <a:pt x="90" y="66"/>
                      <a:pt x="91" y="67"/>
                      <a:pt x="91" y="66"/>
                    </a:cubicBezTo>
                    <a:cubicBezTo>
                      <a:pt x="92" y="69"/>
                      <a:pt x="92" y="66"/>
                      <a:pt x="93" y="67"/>
                    </a:cubicBezTo>
                    <a:cubicBezTo>
                      <a:pt x="92" y="65"/>
                      <a:pt x="92" y="65"/>
                      <a:pt x="92" y="65"/>
                    </a:cubicBezTo>
                    <a:cubicBezTo>
                      <a:pt x="93" y="66"/>
                      <a:pt x="92" y="61"/>
                      <a:pt x="94" y="63"/>
                    </a:cubicBezTo>
                    <a:cubicBezTo>
                      <a:pt x="94" y="64"/>
                      <a:pt x="94" y="65"/>
                      <a:pt x="94" y="66"/>
                    </a:cubicBezTo>
                    <a:cubicBezTo>
                      <a:pt x="95" y="68"/>
                      <a:pt x="95" y="63"/>
                      <a:pt x="96" y="66"/>
                    </a:cubicBezTo>
                    <a:cubicBezTo>
                      <a:pt x="96" y="65"/>
                      <a:pt x="95" y="63"/>
                      <a:pt x="96" y="62"/>
                    </a:cubicBezTo>
                    <a:cubicBezTo>
                      <a:pt x="96" y="63"/>
                      <a:pt x="98" y="64"/>
                      <a:pt x="98" y="65"/>
                    </a:cubicBezTo>
                    <a:cubicBezTo>
                      <a:pt x="98" y="64"/>
                      <a:pt x="98" y="64"/>
                      <a:pt x="98" y="64"/>
                    </a:cubicBezTo>
                    <a:cubicBezTo>
                      <a:pt x="99" y="65"/>
                      <a:pt x="98" y="65"/>
                      <a:pt x="98" y="65"/>
                    </a:cubicBezTo>
                    <a:cubicBezTo>
                      <a:pt x="99" y="66"/>
                      <a:pt x="99" y="65"/>
                      <a:pt x="100" y="64"/>
                    </a:cubicBezTo>
                    <a:cubicBezTo>
                      <a:pt x="101" y="65"/>
                      <a:pt x="101" y="64"/>
                      <a:pt x="102" y="65"/>
                    </a:cubicBezTo>
                    <a:cubicBezTo>
                      <a:pt x="102" y="63"/>
                      <a:pt x="104" y="66"/>
                      <a:pt x="103" y="63"/>
                    </a:cubicBezTo>
                    <a:cubicBezTo>
                      <a:pt x="104" y="64"/>
                      <a:pt x="104" y="64"/>
                      <a:pt x="104" y="64"/>
                    </a:cubicBezTo>
                    <a:cubicBezTo>
                      <a:pt x="104" y="63"/>
                      <a:pt x="103" y="61"/>
                      <a:pt x="104" y="60"/>
                    </a:cubicBezTo>
                    <a:cubicBezTo>
                      <a:pt x="104" y="62"/>
                      <a:pt x="104" y="62"/>
                      <a:pt x="104" y="62"/>
                    </a:cubicBezTo>
                    <a:cubicBezTo>
                      <a:pt x="105" y="65"/>
                      <a:pt x="105" y="63"/>
                      <a:pt x="106" y="64"/>
                    </a:cubicBezTo>
                    <a:cubicBezTo>
                      <a:pt x="105" y="62"/>
                      <a:pt x="106" y="64"/>
                      <a:pt x="106" y="62"/>
                    </a:cubicBezTo>
                    <a:cubicBezTo>
                      <a:pt x="106" y="62"/>
                      <a:pt x="106" y="62"/>
                      <a:pt x="106" y="62"/>
                    </a:cubicBezTo>
                    <a:cubicBezTo>
                      <a:pt x="106" y="61"/>
                      <a:pt x="106" y="61"/>
                      <a:pt x="106" y="60"/>
                    </a:cubicBezTo>
                    <a:cubicBezTo>
                      <a:pt x="107" y="60"/>
                      <a:pt x="107" y="62"/>
                      <a:pt x="107" y="62"/>
                    </a:cubicBezTo>
                    <a:cubicBezTo>
                      <a:pt x="108" y="63"/>
                      <a:pt x="108" y="62"/>
                      <a:pt x="108" y="62"/>
                    </a:cubicBezTo>
                    <a:cubicBezTo>
                      <a:pt x="108" y="62"/>
                      <a:pt x="108" y="62"/>
                      <a:pt x="108" y="61"/>
                    </a:cubicBezTo>
                    <a:cubicBezTo>
                      <a:pt x="108" y="62"/>
                      <a:pt x="108" y="62"/>
                      <a:pt x="108" y="62"/>
                    </a:cubicBezTo>
                    <a:cubicBezTo>
                      <a:pt x="108" y="62"/>
                      <a:pt x="108" y="61"/>
                      <a:pt x="109" y="61"/>
                    </a:cubicBezTo>
                    <a:cubicBezTo>
                      <a:pt x="109" y="61"/>
                      <a:pt x="109" y="61"/>
                      <a:pt x="109" y="61"/>
                    </a:cubicBezTo>
                    <a:cubicBezTo>
                      <a:pt x="108" y="62"/>
                      <a:pt x="108" y="62"/>
                      <a:pt x="108" y="62"/>
                    </a:cubicBezTo>
                    <a:cubicBezTo>
                      <a:pt x="108" y="62"/>
                      <a:pt x="109" y="62"/>
                      <a:pt x="109" y="62"/>
                    </a:cubicBezTo>
                    <a:cubicBezTo>
                      <a:pt x="109" y="62"/>
                      <a:pt x="109" y="62"/>
                      <a:pt x="109" y="62"/>
                    </a:cubicBezTo>
                    <a:cubicBezTo>
                      <a:pt x="109" y="62"/>
                      <a:pt x="109" y="62"/>
                      <a:pt x="109" y="62"/>
                    </a:cubicBezTo>
                    <a:cubicBezTo>
                      <a:pt x="110" y="64"/>
                      <a:pt x="110" y="64"/>
                      <a:pt x="110" y="64"/>
                    </a:cubicBezTo>
                    <a:cubicBezTo>
                      <a:pt x="110" y="64"/>
                      <a:pt x="110" y="62"/>
                      <a:pt x="110" y="61"/>
                    </a:cubicBezTo>
                    <a:cubicBezTo>
                      <a:pt x="112" y="62"/>
                      <a:pt x="113" y="60"/>
                      <a:pt x="114" y="59"/>
                    </a:cubicBezTo>
                    <a:cubicBezTo>
                      <a:pt x="113" y="59"/>
                      <a:pt x="114" y="60"/>
                      <a:pt x="114" y="60"/>
                    </a:cubicBezTo>
                    <a:cubicBezTo>
                      <a:pt x="114" y="59"/>
                      <a:pt x="114" y="58"/>
                      <a:pt x="114" y="59"/>
                    </a:cubicBezTo>
                    <a:cubicBezTo>
                      <a:pt x="114" y="58"/>
                      <a:pt x="115" y="60"/>
                      <a:pt x="116" y="60"/>
                    </a:cubicBezTo>
                    <a:cubicBezTo>
                      <a:pt x="116" y="60"/>
                      <a:pt x="115" y="58"/>
                      <a:pt x="115" y="58"/>
                    </a:cubicBezTo>
                    <a:cubicBezTo>
                      <a:pt x="117" y="60"/>
                      <a:pt x="117" y="56"/>
                      <a:pt x="118" y="57"/>
                    </a:cubicBezTo>
                    <a:cubicBezTo>
                      <a:pt x="118" y="58"/>
                      <a:pt x="118" y="58"/>
                      <a:pt x="119" y="59"/>
                    </a:cubicBezTo>
                    <a:cubicBezTo>
                      <a:pt x="119" y="58"/>
                      <a:pt x="120" y="57"/>
                      <a:pt x="120" y="55"/>
                    </a:cubicBezTo>
                    <a:cubicBezTo>
                      <a:pt x="120" y="57"/>
                      <a:pt x="120" y="57"/>
                      <a:pt x="120" y="57"/>
                    </a:cubicBezTo>
                    <a:cubicBezTo>
                      <a:pt x="121" y="57"/>
                      <a:pt x="121" y="56"/>
                      <a:pt x="121" y="55"/>
                    </a:cubicBezTo>
                    <a:cubicBezTo>
                      <a:pt x="120" y="54"/>
                      <a:pt x="121" y="52"/>
                      <a:pt x="121" y="53"/>
                    </a:cubicBezTo>
                    <a:cubicBezTo>
                      <a:pt x="121" y="53"/>
                      <a:pt x="121" y="53"/>
                      <a:pt x="121" y="53"/>
                    </a:cubicBezTo>
                    <a:cubicBezTo>
                      <a:pt x="122" y="52"/>
                      <a:pt x="122" y="52"/>
                      <a:pt x="122" y="52"/>
                    </a:cubicBezTo>
                    <a:cubicBezTo>
                      <a:pt x="123" y="52"/>
                      <a:pt x="122" y="52"/>
                      <a:pt x="122" y="53"/>
                    </a:cubicBezTo>
                    <a:cubicBezTo>
                      <a:pt x="123" y="55"/>
                      <a:pt x="124" y="54"/>
                      <a:pt x="125" y="54"/>
                    </a:cubicBezTo>
                    <a:cubicBezTo>
                      <a:pt x="124" y="53"/>
                      <a:pt x="124" y="53"/>
                      <a:pt x="124" y="53"/>
                    </a:cubicBezTo>
                    <a:cubicBezTo>
                      <a:pt x="125" y="52"/>
                      <a:pt x="125" y="54"/>
                      <a:pt x="125" y="54"/>
                    </a:cubicBezTo>
                    <a:cubicBezTo>
                      <a:pt x="125" y="49"/>
                      <a:pt x="125" y="49"/>
                      <a:pt x="125" y="49"/>
                    </a:cubicBezTo>
                    <a:cubicBezTo>
                      <a:pt x="125" y="49"/>
                      <a:pt x="126" y="51"/>
                      <a:pt x="126" y="52"/>
                    </a:cubicBezTo>
                    <a:cubicBezTo>
                      <a:pt x="127" y="51"/>
                      <a:pt x="126" y="48"/>
                      <a:pt x="126" y="46"/>
                    </a:cubicBezTo>
                    <a:cubicBezTo>
                      <a:pt x="127" y="47"/>
                      <a:pt x="127" y="45"/>
                      <a:pt x="128" y="45"/>
                    </a:cubicBezTo>
                    <a:cubicBezTo>
                      <a:pt x="128" y="46"/>
                      <a:pt x="127" y="45"/>
                      <a:pt x="128" y="46"/>
                    </a:cubicBezTo>
                    <a:cubicBezTo>
                      <a:pt x="129" y="47"/>
                      <a:pt x="129" y="47"/>
                      <a:pt x="129" y="47"/>
                    </a:cubicBezTo>
                    <a:cubicBezTo>
                      <a:pt x="128" y="48"/>
                      <a:pt x="130" y="50"/>
                      <a:pt x="130" y="51"/>
                    </a:cubicBezTo>
                    <a:cubicBezTo>
                      <a:pt x="130" y="50"/>
                      <a:pt x="132" y="50"/>
                      <a:pt x="132" y="50"/>
                    </a:cubicBezTo>
                    <a:cubicBezTo>
                      <a:pt x="131" y="48"/>
                      <a:pt x="133" y="49"/>
                      <a:pt x="132" y="46"/>
                    </a:cubicBezTo>
                    <a:cubicBezTo>
                      <a:pt x="133" y="45"/>
                      <a:pt x="133" y="48"/>
                      <a:pt x="134" y="48"/>
                    </a:cubicBezTo>
                    <a:cubicBezTo>
                      <a:pt x="134" y="47"/>
                      <a:pt x="135" y="47"/>
                      <a:pt x="136" y="47"/>
                    </a:cubicBezTo>
                    <a:cubicBezTo>
                      <a:pt x="136" y="47"/>
                      <a:pt x="136" y="47"/>
                      <a:pt x="136" y="47"/>
                    </a:cubicBezTo>
                    <a:cubicBezTo>
                      <a:pt x="137" y="46"/>
                      <a:pt x="138" y="46"/>
                      <a:pt x="138" y="44"/>
                    </a:cubicBezTo>
                    <a:cubicBezTo>
                      <a:pt x="139" y="45"/>
                      <a:pt x="139" y="45"/>
                      <a:pt x="139" y="45"/>
                    </a:cubicBezTo>
                    <a:cubicBezTo>
                      <a:pt x="140" y="46"/>
                      <a:pt x="137" y="42"/>
                      <a:pt x="139" y="43"/>
                    </a:cubicBezTo>
                    <a:cubicBezTo>
                      <a:pt x="139" y="44"/>
                      <a:pt x="139" y="44"/>
                      <a:pt x="139" y="44"/>
                    </a:cubicBezTo>
                    <a:cubicBezTo>
                      <a:pt x="139" y="43"/>
                      <a:pt x="141" y="45"/>
                      <a:pt x="141" y="43"/>
                    </a:cubicBezTo>
                    <a:cubicBezTo>
                      <a:pt x="141" y="44"/>
                      <a:pt x="141" y="44"/>
                      <a:pt x="141" y="44"/>
                    </a:cubicBezTo>
                    <a:cubicBezTo>
                      <a:pt x="141" y="43"/>
                      <a:pt x="142" y="43"/>
                      <a:pt x="142" y="41"/>
                    </a:cubicBezTo>
                    <a:cubicBezTo>
                      <a:pt x="143" y="43"/>
                      <a:pt x="143" y="43"/>
                      <a:pt x="143" y="43"/>
                    </a:cubicBezTo>
                    <a:cubicBezTo>
                      <a:pt x="144" y="44"/>
                      <a:pt x="142" y="41"/>
                      <a:pt x="143" y="42"/>
                    </a:cubicBezTo>
                    <a:cubicBezTo>
                      <a:pt x="143" y="42"/>
                      <a:pt x="144" y="42"/>
                      <a:pt x="144" y="43"/>
                    </a:cubicBezTo>
                    <a:cubicBezTo>
                      <a:pt x="144" y="41"/>
                      <a:pt x="145" y="41"/>
                      <a:pt x="145" y="40"/>
                    </a:cubicBezTo>
                    <a:cubicBezTo>
                      <a:pt x="146" y="42"/>
                      <a:pt x="146" y="42"/>
                      <a:pt x="146" y="42"/>
                    </a:cubicBezTo>
                    <a:cubicBezTo>
                      <a:pt x="149" y="41"/>
                      <a:pt x="153" y="39"/>
                      <a:pt x="154" y="36"/>
                    </a:cubicBezTo>
                    <a:cubicBezTo>
                      <a:pt x="156" y="38"/>
                      <a:pt x="154" y="37"/>
                      <a:pt x="156" y="39"/>
                    </a:cubicBezTo>
                    <a:cubicBezTo>
                      <a:pt x="154" y="37"/>
                      <a:pt x="156" y="38"/>
                      <a:pt x="156" y="37"/>
                    </a:cubicBezTo>
                    <a:cubicBezTo>
                      <a:pt x="156" y="37"/>
                      <a:pt x="156" y="37"/>
                      <a:pt x="156" y="37"/>
                    </a:cubicBezTo>
                    <a:cubicBezTo>
                      <a:pt x="157" y="36"/>
                      <a:pt x="158" y="38"/>
                      <a:pt x="158" y="37"/>
                    </a:cubicBezTo>
                    <a:cubicBezTo>
                      <a:pt x="157" y="36"/>
                      <a:pt x="157" y="36"/>
                      <a:pt x="157" y="36"/>
                    </a:cubicBezTo>
                    <a:cubicBezTo>
                      <a:pt x="157" y="35"/>
                      <a:pt x="160" y="38"/>
                      <a:pt x="158" y="36"/>
                    </a:cubicBezTo>
                    <a:cubicBezTo>
                      <a:pt x="160" y="37"/>
                      <a:pt x="160" y="37"/>
                      <a:pt x="160" y="37"/>
                    </a:cubicBezTo>
                    <a:cubicBezTo>
                      <a:pt x="159" y="34"/>
                      <a:pt x="161" y="37"/>
                      <a:pt x="160" y="35"/>
                    </a:cubicBezTo>
                    <a:cubicBezTo>
                      <a:pt x="160" y="35"/>
                      <a:pt x="160" y="35"/>
                      <a:pt x="160" y="35"/>
                    </a:cubicBezTo>
                    <a:cubicBezTo>
                      <a:pt x="162" y="36"/>
                      <a:pt x="160" y="32"/>
                      <a:pt x="162" y="34"/>
                    </a:cubicBezTo>
                    <a:cubicBezTo>
                      <a:pt x="162" y="33"/>
                      <a:pt x="162" y="32"/>
                      <a:pt x="161" y="30"/>
                    </a:cubicBezTo>
                    <a:cubicBezTo>
                      <a:pt x="163" y="33"/>
                      <a:pt x="163" y="33"/>
                      <a:pt x="163" y="33"/>
                    </a:cubicBezTo>
                    <a:cubicBezTo>
                      <a:pt x="164" y="30"/>
                      <a:pt x="167" y="29"/>
                      <a:pt x="167" y="26"/>
                    </a:cubicBezTo>
                    <a:cubicBezTo>
                      <a:pt x="168" y="27"/>
                      <a:pt x="168" y="27"/>
                      <a:pt x="168" y="27"/>
                    </a:cubicBezTo>
                    <a:cubicBezTo>
                      <a:pt x="168" y="24"/>
                      <a:pt x="172" y="27"/>
                      <a:pt x="170" y="23"/>
                    </a:cubicBezTo>
                    <a:cubicBezTo>
                      <a:pt x="169" y="21"/>
                      <a:pt x="169" y="21"/>
                      <a:pt x="169" y="21"/>
                    </a:cubicBezTo>
                    <a:cubicBezTo>
                      <a:pt x="171" y="23"/>
                      <a:pt x="171" y="23"/>
                      <a:pt x="171" y="23"/>
                    </a:cubicBezTo>
                    <a:cubicBezTo>
                      <a:pt x="170" y="22"/>
                      <a:pt x="172" y="22"/>
                      <a:pt x="171" y="20"/>
                    </a:cubicBezTo>
                    <a:cubicBezTo>
                      <a:pt x="171" y="21"/>
                      <a:pt x="171" y="21"/>
                      <a:pt x="172" y="21"/>
                    </a:cubicBezTo>
                    <a:cubicBezTo>
                      <a:pt x="172" y="21"/>
                      <a:pt x="171" y="19"/>
                      <a:pt x="172" y="19"/>
                    </a:cubicBezTo>
                    <a:cubicBezTo>
                      <a:pt x="172" y="20"/>
                      <a:pt x="172" y="20"/>
                      <a:pt x="172" y="20"/>
                    </a:cubicBezTo>
                    <a:cubicBezTo>
                      <a:pt x="177" y="20"/>
                      <a:pt x="182" y="19"/>
                      <a:pt x="180" y="14"/>
                    </a:cubicBezTo>
                    <a:cubicBezTo>
                      <a:pt x="180" y="13"/>
                      <a:pt x="182" y="15"/>
                      <a:pt x="182" y="15"/>
                    </a:cubicBezTo>
                    <a:cubicBezTo>
                      <a:pt x="181" y="11"/>
                      <a:pt x="188" y="11"/>
                      <a:pt x="185" y="6"/>
                    </a:cubicBezTo>
                    <a:cubicBezTo>
                      <a:pt x="185" y="4"/>
                      <a:pt x="180" y="0"/>
                      <a:pt x="18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0" name="Freeform 342"/>
              <p:cNvSpPr/>
              <p:nvPr/>
            </p:nvSpPr>
            <p:spPr bwMode="auto">
              <a:xfrm>
                <a:off x="3757" y="2934"/>
                <a:ext cx="2" cy="2"/>
              </a:xfrm>
              <a:custGeom>
                <a:avLst/>
                <a:gdLst>
                  <a:gd name="T0" fmla="*/ 0 w 1"/>
                  <a:gd name="T1" fmla="*/ 0 h 1"/>
                  <a:gd name="T2" fmla="*/ 1 w 1"/>
                  <a:gd name="T3" fmla="*/ 0 h 1"/>
                  <a:gd name="T4" fmla="*/ 0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0" y="0"/>
                      <a:pt x="0" y="0"/>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1" name="Freeform 343"/>
              <p:cNvSpPr/>
              <p:nvPr/>
            </p:nvSpPr>
            <p:spPr bwMode="auto">
              <a:xfrm>
                <a:off x="4226" y="2525"/>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2" name="Freeform 344"/>
              <p:cNvSpPr/>
              <p:nvPr/>
            </p:nvSpPr>
            <p:spPr bwMode="auto">
              <a:xfrm>
                <a:off x="3752" y="2940"/>
                <a:ext cx="3" cy="3"/>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1"/>
                      <a:pt x="0" y="1"/>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3" name="Freeform 345"/>
              <p:cNvSpPr/>
              <p:nvPr/>
            </p:nvSpPr>
            <p:spPr bwMode="auto">
              <a:xfrm>
                <a:off x="3975" y="29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4" name="Freeform 346"/>
              <p:cNvSpPr/>
              <p:nvPr/>
            </p:nvSpPr>
            <p:spPr bwMode="auto">
              <a:xfrm>
                <a:off x="3905" y="22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5" name="Freeform 347"/>
              <p:cNvSpPr/>
              <p:nvPr/>
            </p:nvSpPr>
            <p:spPr bwMode="auto">
              <a:xfrm>
                <a:off x="4289" y="255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0"/>
                      <a:pt x="0" y="1"/>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6" name="Freeform 348"/>
              <p:cNvSpPr/>
              <p:nvPr/>
            </p:nvSpPr>
            <p:spPr bwMode="auto">
              <a:xfrm>
                <a:off x="3899" y="2262"/>
                <a:ext cx="2" cy="2"/>
              </a:xfrm>
              <a:custGeom>
                <a:avLst/>
                <a:gdLst>
                  <a:gd name="T0" fmla="*/ 2 w 2"/>
                  <a:gd name="T1" fmla="*/ 0 h 2"/>
                  <a:gd name="T2" fmla="*/ 0 w 2"/>
                  <a:gd name="T3" fmla="*/ 2 h 2"/>
                  <a:gd name="T4" fmla="*/ 0 w 2"/>
                  <a:gd name="T5" fmla="*/ 0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0" y="0"/>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7" name="Freeform 349"/>
              <p:cNvSpPr/>
              <p:nvPr/>
            </p:nvSpPr>
            <p:spPr bwMode="auto">
              <a:xfrm>
                <a:off x="3939" y="2926"/>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8" name="Freeform 350"/>
              <p:cNvSpPr/>
              <p:nvPr/>
            </p:nvSpPr>
            <p:spPr bwMode="auto">
              <a:xfrm>
                <a:off x="3888" y="2281"/>
                <a:ext cx="2" cy="4"/>
              </a:xfrm>
              <a:custGeom>
                <a:avLst/>
                <a:gdLst>
                  <a:gd name="T0" fmla="*/ 2 w 2"/>
                  <a:gd name="T1" fmla="*/ 0 h 4"/>
                  <a:gd name="T2" fmla="*/ 2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2" y="0"/>
                    </a:lnTo>
                    <a:lnTo>
                      <a:pt x="0" y="4"/>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9" name="Freeform 351"/>
              <p:cNvSpPr/>
              <p:nvPr/>
            </p:nvSpPr>
            <p:spPr bwMode="auto">
              <a:xfrm>
                <a:off x="3842" y="2270"/>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2"/>
                      <a:pt x="0" y="0"/>
                      <a:pt x="1"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0" name="Freeform 352"/>
              <p:cNvSpPr/>
              <p:nvPr/>
            </p:nvSpPr>
            <p:spPr bwMode="auto">
              <a:xfrm>
                <a:off x="3844" y="2268"/>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1" name="Freeform 353"/>
              <p:cNvSpPr/>
              <p:nvPr/>
            </p:nvSpPr>
            <p:spPr bwMode="auto">
              <a:xfrm>
                <a:off x="3899" y="2272"/>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2" name="Freeform 354"/>
              <p:cNvSpPr/>
              <p:nvPr/>
            </p:nvSpPr>
            <p:spPr bwMode="auto">
              <a:xfrm>
                <a:off x="3776" y="298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3" name="Freeform 355"/>
              <p:cNvSpPr/>
              <p:nvPr/>
            </p:nvSpPr>
            <p:spPr bwMode="auto">
              <a:xfrm>
                <a:off x="3795" y="2985"/>
                <a:ext cx="2" cy="6"/>
              </a:xfrm>
              <a:custGeom>
                <a:avLst/>
                <a:gdLst>
                  <a:gd name="T0" fmla="*/ 1 w 1"/>
                  <a:gd name="T1" fmla="*/ 2 h 3"/>
                  <a:gd name="T2" fmla="*/ 0 w 1"/>
                  <a:gd name="T3" fmla="*/ 1 h 3"/>
                  <a:gd name="T4" fmla="*/ 1 w 1"/>
                  <a:gd name="T5" fmla="*/ 2 h 3"/>
                </a:gdLst>
                <a:ahLst/>
                <a:cxnLst>
                  <a:cxn ang="0">
                    <a:pos x="T0" y="T1"/>
                  </a:cxn>
                  <a:cxn ang="0">
                    <a:pos x="T2" y="T3"/>
                  </a:cxn>
                  <a:cxn ang="0">
                    <a:pos x="T4" y="T5"/>
                  </a:cxn>
                </a:cxnLst>
                <a:rect l="0" t="0" r="r" b="b"/>
                <a:pathLst>
                  <a:path w="1" h="3">
                    <a:moveTo>
                      <a:pt x="1" y="2"/>
                    </a:moveTo>
                    <a:cubicBezTo>
                      <a:pt x="1" y="0"/>
                      <a:pt x="0" y="1"/>
                      <a:pt x="0" y="1"/>
                    </a:cubicBezTo>
                    <a:cubicBezTo>
                      <a:pt x="0" y="3"/>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4" name="Freeform 356"/>
              <p:cNvSpPr/>
              <p:nvPr/>
            </p:nvSpPr>
            <p:spPr bwMode="auto">
              <a:xfrm>
                <a:off x="3765" y="2972"/>
                <a:ext cx="7" cy="2"/>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1" y="1"/>
                      <a:pt x="2" y="1"/>
                      <a:pt x="3"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5" name="Freeform 357"/>
              <p:cNvSpPr/>
              <p:nvPr/>
            </p:nvSpPr>
            <p:spPr bwMode="auto">
              <a:xfrm>
                <a:off x="3803" y="2985"/>
                <a:ext cx="3"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6" name="Freeform 358"/>
              <p:cNvSpPr/>
              <p:nvPr/>
            </p:nvSpPr>
            <p:spPr bwMode="auto">
              <a:xfrm>
                <a:off x="3479"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7" name="Freeform 359"/>
              <p:cNvSpPr/>
              <p:nvPr/>
            </p:nvSpPr>
            <p:spPr bwMode="auto">
              <a:xfrm>
                <a:off x="3761" y="2966"/>
                <a:ext cx="2" cy="4"/>
              </a:xfrm>
              <a:custGeom>
                <a:avLst/>
                <a:gdLst>
                  <a:gd name="T0" fmla="*/ 1 w 1"/>
                  <a:gd name="T1" fmla="*/ 0 h 2"/>
                  <a:gd name="T2" fmla="*/ 0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1"/>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8" name="Freeform 360"/>
              <p:cNvSpPr/>
              <p:nvPr/>
            </p:nvSpPr>
            <p:spPr bwMode="auto">
              <a:xfrm>
                <a:off x="3943" y="2966"/>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9" name="Freeform 361"/>
              <p:cNvSpPr/>
              <p:nvPr/>
            </p:nvSpPr>
            <p:spPr bwMode="auto">
              <a:xfrm>
                <a:off x="4003" y="294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0" name="Freeform 362"/>
              <p:cNvSpPr/>
              <p:nvPr/>
            </p:nvSpPr>
            <p:spPr bwMode="auto">
              <a:xfrm>
                <a:off x="4003" y="29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1" name="Freeform 363"/>
              <p:cNvSpPr/>
              <p:nvPr/>
            </p:nvSpPr>
            <p:spPr bwMode="auto">
              <a:xfrm>
                <a:off x="3996" y="2951"/>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2" name="Freeform 364"/>
              <p:cNvSpPr/>
              <p:nvPr/>
            </p:nvSpPr>
            <p:spPr bwMode="auto">
              <a:xfrm>
                <a:off x="3757" y="3023"/>
                <a:ext cx="4" cy="4"/>
              </a:xfrm>
              <a:custGeom>
                <a:avLst/>
                <a:gdLst>
                  <a:gd name="T0" fmla="*/ 1 w 2"/>
                  <a:gd name="T1" fmla="*/ 0 h 2"/>
                  <a:gd name="T2" fmla="*/ 1 w 2"/>
                  <a:gd name="T3" fmla="*/ 2 h 2"/>
                  <a:gd name="T4" fmla="*/ 1 w 2"/>
                  <a:gd name="T5" fmla="*/ 0 h 2"/>
                </a:gdLst>
                <a:ahLst/>
                <a:cxnLst>
                  <a:cxn ang="0">
                    <a:pos x="T0" y="T1"/>
                  </a:cxn>
                  <a:cxn ang="0">
                    <a:pos x="T2" y="T3"/>
                  </a:cxn>
                  <a:cxn ang="0">
                    <a:pos x="T4" y="T5"/>
                  </a:cxn>
                </a:cxnLst>
                <a:rect l="0" t="0" r="r" b="b"/>
                <a:pathLst>
                  <a:path w="2" h="2">
                    <a:moveTo>
                      <a:pt x="1" y="0"/>
                    </a:moveTo>
                    <a:cubicBezTo>
                      <a:pt x="0" y="2"/>
                      <a:pt x="2" y="1"/>
                      <a:pt x="1" y="2"/>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3" name="Freeform 365"/>
              <p:cNvSpPr/>
              <p:nvPr/>
            </p:nvSpPr>
            <p:spPr bwMode="auto">
              <a:xfrm>
                <a:off x="4003" y="2949"/>
                <a:ext cx="0" cy="4"/>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2"/>
                      <a:pt x="0" y="0"/>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4" name="Freeform 366"/>
              <p:cNvSpPr/>
              <p:nvPr/>
            </p:nvSpPr>
            <p:spPr bwMode="auto">
              <a:xfrm>
                <a:off x="3869" y="293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5" name="Freeform 367"/>
              <p:cNvSpPr/>
              <p:nvPr/>
            </p:nvSpPr>
            <p:spPr bwMode="auto">
              <a:xfrm>
                <a:off x="4026" y="2926"/>
                <a:ext cx="2" cy="4"/>
              </a:xfrm>
              <a:custGeom>
                <a:avLst/>
                <a:gdLst>
                  <a:gd name="T0" fmla="*/ 0 w 2"/>
                  <a:gd name="T1" fmla="*/ 0 h 4"/>
                  <a:gd name="T2" fmla="*/ 2 w 2"/>
                  <a:gd name="T3" fmla="*/ 4 h 4"/>
                  <a:gd name="T4" fmla="*/ 2 w 2"/>
                  <a:gd name="T5" fmla="*/ 4 h 4"/>
                  <a:gd name="T6" fmla="*/ 0 w 2"/>
                  <a:gd name="T7" fmla="*/ 0 h 4"/>
                </a:gdLst>
                <a:ahLst/>
                <a:cxnLst>
                  <a:cxn ang="0">
                    <a:pos x="T0" y="T1"/>
                  </a:cxn>
                  <a:cxn ang="0">
                    <a:pos x="T2" y="T3"/>
                  </a:cxn>
                  <a:cxn ang="0">
                    <a:pos x="T4" y="T5"/>
                  </a:cxn>
                  <a:cxn ang="0">
                    <a:pos x="T6" y="T7"/>
                  </a:cxn>
                </a:cxnLst>
                <a:rect l="0" t="0" r="r" b="b"/>
                <a:pathLst>
                  <a:path w="2" h="4">
                    <a:moveTo>
                      <a:pt x="0" y="0"/>
                    </a:moveTo>
                    <a:lnTo>
                      <a:pt x="2" y="4"/>
                    </a:lnTo>
                    <a:lnTo>
                      <a:pt x="2"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6" name="Rectangle 368"/>
              <p:cNvSpPr>
                <a:spLocks noChangeArrowheads="1"/>
              </p:cNvSpPr>
              <p:nvPr/>
            </p:nvSpPr>
            <p:spPr bwMode="auto">
              <a:xfrm>
                <a:off x="4275" y="2542"/>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7" name="Oval 369"/>
              <p:cNvSpPr>
                <a:spLocks noChangeArrowheads="1"/>
              </p:cNvSpPr>
              <p:nvPr/>
            </p:nvSpPr>
            <p:spPr bwMode="auto">
              <a:xfrm>
                <a:off x="3472" y="207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8" name="Freeform 370"/>
              <p:cNvSpPr/>
              <p:nvPr/>
            </p:nvSpPr>
            <p:spPr bwMode="auto">
              <a:xfrm>
                <a:off x="4219" y="2518"/>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9" name="Freeform 371"/>
              <p:cNvSpPr/>
              <p:nvPr/>
            </p:nvSpPr>
            <p:spPr bwMode="auto">
              <a:xfrm>
                <a:off x="4230" y="2525"/>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0" name="Freeform 372"/>
              <p:cNvSpPr/>
              <p:nvPr/>
            </p:nvSpPr>
            <p:spPr bwMode="auto">
              <a:xfrm>
                <a:off x="3472"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1" name="Freeform 373"/>
              <p:cNvSpPr/>
              <p:nvPr/>
            </p:nvSpPr>
            <p:spPr bwMode="auto">
              <a:xfrm>
                <a:off x="4217" y="2482"/>
                <a:ext cx="145" cy="117"/>
              </a:xfrm>
              <a:custGeom>
                <a:avLst/>
                <a:gdLst>
                  <a:gd name="T0" fmla="*/ 63 w 68"/>
                  <a:gd name="T1" fmla="*/ 35 h 55"/>
                  <a:gd name="T2" fmla="*/ 47 w 68"/>
                  <a:gd name="T3" fmla="*/ 21 h 55"/>
                  <a:gd name="T4" fmla="*/ 43 w 68"/>
                  <a:gd name="T5" fmla="*/ 21 h 55"/>
                  <a:gd name="T6" fmla="*/ 40 w 68"/>
                  <a:gd name="T7" fmla="*/ 15 h 55"/>
                  <a:gd name="T8" fmla="*/ 35 w 68"/>
                  <a:gd name="T9" fmla="*/ 11 h 55"/>
                  <a:gd name="T10" fmla="*/ 29 w 68"/>
                  <a:gd name="T11" fmla="*/ 6 h 55"/>
                  <a:gd name="T12" fmla="*/ 24 w 68"/>
                  <a:gd name="T13" fmla="*/ 7 h 55"/>
                  <a:gd name="T14" fmla="*/ 16 w 68"/>
                  <a:gd name="T15" fmla="*/ 6 h 55"/>
                  <a:gd name="T16" fmla="*/ 13 w 68"/>
                  <a:gd name="T17" fmla="*/ 5 h 55"/>
                  <a:gd name="T18" fmla="*/ 10 w 68"/>
                  <a:gd name="T19" fmla="*/ 1 h 55"/>
                  <a:gd name="T20" fmla="*/ 9 w 68"/>
                  <a:gd name="T21" fmla="*/ 1 h 55"/>
                  <a:gd name="T22" fmla="*/ 5 w 68"/>
                  <a:gd name="T23" fmla="*/ 2 h 55"/>
                  <a:gd name="T24" fmla="*/ 2 w 68"/>
                  <a:gd name="T25" fmla="*/ 3 h 55"/>
                  <a:gd name="T26" fmla="*/ 2 w 68"/>
                  <a:gd name="T27" fmla="*/ 6 h 55"/>
                  <a:gd name="T28" fmla="*/ 5 w 68"/>
                  <a:gd name="T29" fmla="*/ 8 h 55"/>
                  <a:gd name="T30" fmla="*/ 4 w 68"/>
                  <a:gd name="T31" fmla="*/ 10 h 55"/>
                  <a:gd name="T32" fmla="*/ 6 w 68"/>
                  <a:gd name="T33" fmla="*/ 13 h 55"/>
                  <a:gd name="T34" fmla="*/ 4 w 68"/>
                  <a:gd name="T35" fmla="*/ 16 h 55"/>
                  <a:gd name="T36" fmla="*/ 2 w 68"/>
                  <a:gd name="T37" fmla="*/ 19 h 55"/>
                  <a:gd name="T38" fmla="*/ 6 w 68"/>
                  <a:gd name="T39" fmla="*/ 16 h 55"/>
                  <a:gd name="T40" fmla="*/ 9 w 68"/>
                  <a:gd name="T41" fmla="*/ 13 h 55"/>
                  <a:gd name="T42" fmla="*/ 7 w 68"/>
                  <a:gd name="T43" fmla="*/ 19 h 55"/>
                  <a:gd name="T44" fmla="*/ 8 w 68"/>
                  <a:gd name="T45" fmla="*/ 18 h 55"/>
                  <a:gd name="T46" fmla="*/ 8 w 68"/>
                  <a:gd name="T47" fmla="*/ 21 h 55"/>
                  <a:gd name="T48" fmla="*/ 9 w 68"/>
                  <a:gd name="T49" fmla="*/ 21 h 55"/>
                  <a:gd name="T50" fmla="*/ 10 w 68"/>
                  <a:gd name="T51" fmla="*/ 22 h 55"/>
                  <a:gd name="T52" fmla="*/ 15 w 68"/>
                  <a:gd name="T53" fmla="*/ 17 h 55"/>
                  <a:gd name="T54" fmla="*/ 11 w 68"/>
                  <a:gd name="T55" fmla="*/ 23 h 55"/>
                  <a:gd name="T56" fmla="*/ 13 w 68"/>
                  <a:gd name="T57" fmla="*/ 23 h 55"/>
                  <a:gd name="T58" fmla="*/ 16 w 68"/>
                  <a:gd name="T59" fmla="*/ 23 h 55"/>
                  <a:gd name="T60" fmla="*/ 18 w 68"/>
                  <a:gd name="T61" fmla="*/ 24 h 55"/>
                  <a:gd name="T62" fmla="*/ 18 w 68"/>
                  <a:gd name="T63" fmla="*/ 24 h 55"/>
                  <a:gd name="T64" fmla="*/ 21 w 68"/>
                  <a:gd name="T65" fmla="*/ 24 h 55"/>
                  <a:gd name="T66" fmla="*/ 23 w 68"/>
                  <a:gd name="T67" fmla="*/ 23 h 55"/>
                  <a:gd name="T68" fmla="*/ 22 w 68"/>
                  <a:gd name="T69" fmla="*/ 26 h 55"/>
                  <a:gd name="T70" fmla="*/ 25 w 68"/>
                  <a:gd name="T71" fmla="*/ 24 h 55"/>
                  <a:gd name="T72" fmla="*/ 24 w 68"/>
                  <a:gd name="T73" fmla="*/ 27 h 55"/>
                  <a:gd name="T74" fmla="*/ 26 w 68"/>
                  <a:gd name="T75" fmla="*/ 29 h 55"/>
                  <a:gd name="T76" fmla="*/ 28 w 68"/>
                  <a:gd name="T77" fmla="*/ 30 h 55"/>
                  <a:gd name="T78" fmla="*/ 29 w 68"/>
                  <a:gd name="T79" fmla="*/ 32 h 55"/>
                  <a:gd name="T80" fmla="*/ 31 w 68"/>
                  <a:gd name="T81" fmla="*/ 31 h 55"/>
                  <a:gd name="T82" fmla="*/ 32 w 68"/>
                  <a:gd name="T83" fmla="*/ 32 h 55"/>
                  <a:gd name="T84" fmla="*/ 31 w 68"/>
                  <a:gd name="T85" fmla="*/ 33 h 55"/>
                  <a:gd name="T86" fmla="*/ 34 w 68"/>
                  <a:gd name="T87" fmla="*/ 34 h 55"/>
                  <a:gd name="T88" fmla="*/ 37 w 68"/>
                  <a:gd name="T89" fmla="*/ 34 h 55"/>
                  <a:gd name="T90" fmla="*/ 39 w 68"/>
                  <a:gd name="T91" fmla="*/ 34 h 55"/>
                  <a:gd name="T92" fmla="*/ 44 w 68"/>
                  <a:gd name="T93" fmla="*/ 32 h 55"/>
                  <a:gd name="T94" fmla="*/ 43 w 68"/>
                  <a:gd name="T95" fmla="*/ 36 h 55"/>
                  <a:gd name="T96" fmla="*/ 46 w 68"/>
                  <a:gd name="T97" fmla="*/ 36 h 55"/>
                  <a:gd name="T98" fmla="*/ 47 w 68"/>
                  <a:gd name="T99" fmla="*/ 38 h 55"/>
                  <a:gd name="T100" fmla="*/ 48 w 68"/>
                  <a:gd name="T101" fmla="*/ 43 h 55"/>
                  <a:gd name="T102" fmla="*/ 50 w 68"/>
                  <a:gd name="T103" fmla="*/ 44 h 55"/>
                  <a:gd name="T104" fmla="*/ 58 w 68"/>
                  <a:gd name="T105" fmla="*/ 45 h 55"/>
                  <a:gd name="T106" fmla="*/ 58 w 68"/>
                  <a:gd name="T107" fmla="*/ 5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55">
                    <a:moveTo>
                      <a:pt x="66" y="42"/>
                    </a:moveTo>
                    <a:cubicBezTo>
                      <a:pt x="65" y="40"/>
                      <a:pt x="67" y="35"/>
                      <a:pt x="64" y="34"/>
                    </a:cubicBezTo>
                    <a:cubicBezTo>
                      <a:pt x="63" y="35"/>
                      <a:pt x="62" y="35"/>
                      <a:pt x="62" y="36"/>
                    </a:cubicBezTo>
                    <a:cubicBezTo>
                      <a:pt x="62" y="35"/>
                      <a:pt x="62" y="35"/>
                      <a:pt x="62" y="35"/>
                    </a:cubicBezTo>
                    <a:cubicBezTo>
                      <a:pt x="61" y="36"/>
                      <a:pt x="61" y="36"/>
                      <a:pt x="61" y="36"/>
                    </a:cubicBezTo>
                    <a:cubicBezTo>
                      <a:pt x="61" y="36"/>
                      <a:pt x="62" y="35"/>
                      <a:pt x="63" y="35"/>
                    </a:cubicBezTo>
                    <a:cubicBezTo>
                      <a:pt x="62" y="34"/>
                      <a:pt x="61" y="34"/>
                      <a:pt x="61" y="33"/>
                    </a:cubicBezTo>
                    <a:cubicBezTo>
                      <a:pt x="59" y="34"/>
                      <a:pt x="60" y="32"/>
                      <a:pt x="58" y="34"/>
                    </a:cubicBezTo>
                    <a:cubicBezTo>
                      <a:pt x="59" y="33"/>
                      <a:pt x="59" y="33"/>
                      <a:pt x="59" y="33"/>
                    </a:cubicBezTo>
                    <a:cubicBezTo>
                      <a:pt x="58" y="33"/>
                      <a:pt x="58" y="33"/>
                      <a:pt x="59" y="31"/>
                    </a:cubicBezTo>
                    <a:cubicBezTo>
                      <a:pt x="59" y="28"/>
                      <a:pt x="56" y="27"/>
                      <a:pt x="55" y="24"/>
                    </a:cubicBezTo>
                    <a:cubicBezTo>
                      <a:pt x="53" y="22"/>
                      <a:pt x="50" y="22"/>
                      <a:pt x="47" y="21"/>
                    </a:cubicBezTo>
                    <a:cubicBezTo>
                      <a:pt x="45" y="23"/>
                      <a:pt x="45" y="22"/>
                      <a:pt x="43" y="23"/>
                    </a:cubicBezTo>
                    <a:cubicBezTo>
                      <a:pt x="44" y="23"/>
                      <a:pt x="44" y="23"/>
                      <a:pt x="44" y="23"/>
                    </a:cubicBezTo>
                    <a:cubicBezTo>
                      <a:pt x="42" y="23"/>
                      <a:pt x="43" y="22"/>
                      <a:pt x="44" y="21"/>
                    </a:cubicBezTo>
                    <a:cubicBezTo>
                      <a:pt x="43" y="22"/>
                      <a:pt x="44" y="21"/>
                      <a:pt x="42" y="22"/>
                    </a:cubicBezTo>
                    <a:cubicBezTo>
                      <a:pt x="41" y="24"/>
                      <a:pt x="44" y="20"/>
                      <a:pt x="43" y="21"/>
                    </a:cubicBezTo>
                    <a:cubicBezTo>
                      <a:pt x="44" y="20"/>
                      <a:pt x="42" y="22"/>
                      <a:pt x="43" y="21"/>
                    </a:cubicBezTo>
                    <a:cubicBezTo>
                      <a:pt x="41" y="22"/>
                      <a:pt x="44" y="20"/>
                      <a:pt x="44" y="18"/>
                    </a:cubicBezTo>
                    <a:cubicBezTo>
                      <a:pt x="43" y="18"/>
                      <a:pt x="41" y="19"/>
                      <a:pt x="41" y="17"/>
                    </a:cubicBezTo>
                    <a:cubicBezTo>
                      <a:pt x="41" y="17"/>
                      <a:pt x="40" y="18"/>
                      <a:pt x="40" y="18"/>
                    </a:cubicBezTo>
                    <a:cubicBezTo>
                      <a:pt x="42" y="16"/>
                      <a:pt x="39" y="19"/>
                      <a:pt x="40" y="17"/>
                    </a:cubicBezTo>
                    <a:cubicBezTo>
                      <a:pt x="40" y="17"/>
                      <a:pt x="40" y="17"/>
                      <a:pt x="40" y="17"/>
                    </a:cubicBezTo>
                    <a:cubicBezTo>
                      <a:pt x="41" y="15"/>
                      <a:pt x="39" y="17"/>
                      <a:pt x="40" y="15"/>
                    </a:cubicBezTo>
                    <a:cubicBezTo>
                      <a:pt x="40" y="15"/>
                      <a:pt x="40" y="15"/>
                      <a:pt x="40" y="15"/>
                    </a:cubicBezTo>
                    <a:cubicBezTo>
                      <a:pt x="38" y="16"/>
                      <a:pt x="40" y="13"/>
                      <a:pt x="39" y="15"/>
                    </a:cubicBezTo>
                    <a:cubicBezTo>
                      <a:pt x="40" y="14"/>
                      <a:pt x="39" y="14"/>
                      <a:pt x="40" y="13"/>
                    </a:cubicBezTo>
                    <a:cubicBezTo>
                      <a:pt x="37" y="16"/>
                      <a:pt x="40" y="12"/>
                      <a:pt x="38" y="13"/>
                    </a:cubicBezTo>
                    <a:cubicBezTo>
                      <a:pt x="38" y="13"/>
                      <a:pt x="38" y="13"/>
                      <a:pt x="38" y="13"/>
                    </a:cubicBezTo>
                    <a:cubicBezTo>
                      <a:pt x="37" y="12"/>
                      <a:pt x="37" y="11"/>
                      <a:pt x="35" y="11"/>
                    </a:cubicBezTo>
                    <a:cubicBezTo>
                      <a:pt x="34" y="11"/>
                      <a:pt x="36" y="8"/>
                      <a:pt x="34" y="9"/>
                    </a:cubicBezTo>
                    <a:cubicBezTo>
                      <a:pt x="33" y="10"/>
                      <a:pt x="33" y="10"/>
                      <a:pt x="33" y="10"/>
                    </a:cubicBezTo>
                    <a:cubicBezTo>
                      <a:pt x="32" y="10"/>
                      <a:pt x="33" y="9"/>
                      <a:pt x="34" y="9"/>
                    </a:cubicBezTo>
                    <a:cubicBezTo>
                      <a:pt x="32" y="10"/>
                      <a:pt x="33" y="8"/>
                      <a:pt x="33" y="7"/>
                    </a:cubicBezTo>
                    <a:cubicBezTo>
                      <a:pt x="32" y="8"/>
                      <a:pt x="32" y="8"/>
                      <a:pt x="32" y="8"/>
                    </a:cubicBezTo>
                    <a:cubicBezTo>
                      <a:pt x="32" y="7"/>
                      <a:pt x="29" y="7"/>
                      <a:pt x="29" y="6"/>
                    </a:cubicBezTo>
                    <a:cubicBezTo>
                      <a:pt x="28" y="9"/>
                      <a:pt x="28" y="7"/>
                      <a:pt x="28" y="8"/>
                    </a:cubicBezTo>
                    <a:cubicBezTo>
                      <a:pt x="28" y="8"/>
                      <a:pt x="28" y="7"/>
                      <a:pt x="28" y="6"/>
                    </a:cubicBezTo>
                    <a:cubicBezTo>
                      <a:pt x="28" y="6"/>
                      <a:pt x="28" y="6"/>
                      <a:pt x="28" y="5"/>
                    </a:cubicBezTo>
                    <a:cubicBezTo>
                      <a:pt x="27" y="6"/>
                      <a:pt x="26" y="7"/>
                      <a:pt x="26" y="7"/>
                    </a:cubicBezTo>
                    <a:cubicBezTo>
                      <a:pt x="27" y="4"/>
                      <a:pt x="26" y="6"/>
                      <a:pt x="26" y="5"/>
                    </a:cubicBezTo>
                    <a:cubicBezTo>
                      <a:pt x="25" y="7"/>
                      <a:pt x="24" y="8"/>
                      <a:pt x="24" y="7"/>
                    </a:cubicBezTo>
                    <a:cubicBezTo>
                      <a:pt x="26" y="5"/>
                      <a:pt x="26" y="5"/>
                      <a:pt x="26" y="5"/>
                    </a:cubicBezTo>
                    <a:cubicBezTo>
                      <a:pt x="24" y="6"/>
                      <a:pt x="24" y="3"/>
                      <a:pt x="22" y="5"/>
                    </a:cubicBezTo>
                    <a:cubicBezTo>
                      <a:pt x="22" y="4"/>
                      <a:pt x="22" y="4"/>
                      <a:pt x="22" y="4"/>
                    </a:cubicBezTo>
                    <a:cubicBezTo>
                      <a:pt x="21" y="5"/>
                      <a:pt x="21" y="3"/>
                      <a:pt x="19" y="5"/>
                    </a:cubicBezTo>
                    <a:cubicBezTo>
                      <a:pt x="19" y="4"/>
                      <a:pt x="19" y="4"/>
                      <a:pt x="19" y="3"/>
                    </a:cubicBezTo>
                    <a:cubicBezTo>
                      <a:pt x="18" y="4"/>
                      <a:pt x="18" y="4"/>
                      <a:pt x="16" y="6"/>
                    </a:cubicBezTo>
                    <a:cubicBezTo>
                      <a:pt x="16" y="6"/>
                      <a:pt x="17" y="5"/>
                      <a:pt x="17" y="4"/>
                    </a:cubicBezTo>
                    <a:cubicBezTo>
                      <a:pt x="17" y="4"/>
                      <a:pt x="18" y="2"/>
                      <a:pt x="16" y="4"/>
                    </a:cubicBezTo>
                    <a:cubicBezTo>
                      <a:pt x="17" y="3"/>
                      <a:pt x="17" y="3"/>
                      <a:pt x="17" y="3"/>
                    </a:cubicBezTo>
                    <a:cubicBezTo>
                      <a:pt x="16" y="4"/>
                      <a:pt x="14" y="5"/>
                      <a:pt x="15" y="3"/>
                    </a:cubicBezTo>
                    <a:cubicBezTo>
                      <a:pt x="14" y="4"/>
                      <a:pt x="14" y="5"/>
                      <a:pt x="13" y="6"/>
                    </a:cubicBezTo>
                    <a:cubicBezTo>
                      <a:pt x="13" y="6"/>
                      <a:pt x="14" y="4"/>
                      <a:pt x="13" y="5"/>
                    </a:cubicBezTo>
                    <a:cubicBezTo>
                      <a:pt x="14" y="4"/>
                      <a:pt x="14" y="4"/>
                      <a:pt x="14" y="4"/>
                    </a:cubicBezTo>
                    <a:cubicBezTo>
                      <a:pt x="14" y="3"/>
                      <a:pt x="13" y="3"/>
                      <a:pt x="12" y="4"/>
                    </a:cubicBezTo>
                    <a:cubicBezTo>
                      <a:pt x="13" y="2"/>
                      <a:pt x="11" y="3"/>
                      <a:pt x="12" y="2"/>
                    </a:cubicBezTo>
                    <a:cubicBezTo>
                      <a:pt x="11" y="3"/>
                      <a:pt x="12" y="1"/>
                      <a:pt x="9" y="3"/>
                    </a:cubicBezTo>
                    <a:cubicBezTo>
                      <a:pt x="10" y="2"/>
                      <a:pt x="10" y="2"/>
                      <a:pt x="10" y="2"/>
                    </a:cubicBezTo>
                    <a:cubicBezTo>
                      <a:pt x="10" y="2"/>
                      <a:pt x="10" y="2"/>
                      <a:pt x="10" y="1"/>
                    </a:cubicBezTo>
                    <a:cubicBezTo>
                      <a:pt x="11" y="1"/>
                      <a:pt x="9" y="2"/>
                      <a:pt x="8" y="2"/>
                    </a:cubicBezTo>
                    <a:cubicBezTo>
                      <a:pt x="9" y="1"/>
                      <a:pt x="9" y="1"/>
                      <a:pt x="9" y="1"/>
                    </a:cubicBezTo>
                    <a:cubicBezTo>
                      <a:pt x="9" y="2"/>
                      <a:pt x="7" y="3"/>
                      <a:pt x="6" y="4"/>
                    </a:cubicBezTo>
                    <a:cubicBezTo>
                      <a:pt x="6" y="3"/>
                      <a:pt x="5" y="4"/>
                      <a:pt x="6" y="3"/>
                    </a:cubicBezTo>
                    <a:cubicBezTo>
                      <a:pt x="7" y="3"/>
                      <a:pt x="8" y="2"/>
                      <a:pt x="10" y="1"/>
                    </a:cubicBezTo>
                    <a:cubicBezTo>
                      <a:pt x="10" y="0"/>
                      <a:pt x="7" y="2"/>
                      <a:pt x="9" y="1"/>
                    </a:cubicBezTo>
                    <a:cubicBezTo>
                      <a:pt x="9" y="0"/>
                      <a:pt x="9" y="1"/>
                      <a:pt x="7" y="2"/>
                    </a:cubicBezTo>
                    <a:cubicBezTo>
                      <a:pt x="9" y="1"/>
                      <a:pt x="9" y="1"/>
                      <a:pt x="9" y="1"/>
                    </a:cubicBezTo>
                    <a:cubicBezTo>
                      <a:pt x="9" y="1"/>
                      <a:pt x="8" y="1"/>
                      <a:pt x="8" y="1"/>
                    </a:cubicBezTo>
                    <a:cubicBezTo>
                      <a:pt x="8" y="1"/>
                      <a:pt x="8" y="1"/>
                      <a:pt x="8" y="1"/>
                    </a:cubicBezTo>
                    <a:cubicBezTo>
                      <a:pt x="6" y="2"/>
                      <a:pt x="6" y="1"/>
                      <a:pt x="4" y="2"/>
                    </a:cubicBezTo>
                    <a:cubicBezTo>
                      <a:pt x="5" y="2"/>
                      <a:pt x="5" y="2"/>
                      <a:pt x="5" y="2"/>
                    </a:cubicBezTo>
                    <a:cubicBezTo>
                      <a:pt x="4" y="3"/>
                      <a:pt x="3" y="3"/>
                      <a:pt x="4" y="2"/>
                    </a:cubicBezTo>
                    <a:cubicBezTo>
                      <a:pt x="6" y="1"/>
                      <a:pt x="7" y="1"/>
                      <a:pt x="7" y="1"/>
                    </a:cubicBezTo>
                    <a:cubicBezTo>
                      <a:pt x="4" y="2"/>
                      <a:pt x="4" y="2"/>
                      <a:pt x="4" y="2"/>
                    </a:cubicBezTo>
                    <a:cubicBezTo>
                      <a:pt x="5" y="1"/>
                      <a:pt x="4" y="2"/>
                      <a:pt x="3" y="3"/>
                    </a:cubicBezTo>
                    <a:cubicBezTo>
                      <a:pt x="4" y="2"/>
                      <a:pt x="4" y="2"/>
                      <a:pt x="4" y="2"/>
                    </a:cubicBezTo>
                    <a:cubicBezTo>
                      <a:pt x="2" y="3"/>
                      <a:pt x="2" y="3"/>
                      <a:pt x="2" y="3"/>
                    </a:cubicBezTo>
                    <a:cubicBezTo>
                      <a:pt x="3" y="3"/>
                      <a:pt x="2" y="4"/>
                      <a:pt x="3" y="4"/>
                    </a:cubicBezTo>
                    <a:cubicBezTo>
                      <a:pt x="4" y="3"/>
                      <a:pt x="4" y="3"/>
                      <a:pt x="4" y="3"/>
                    </a:cubicBezTo>
                    <a:cubicBezTo>
                      <a:pt x="5" y="3"/>
                      <a:pt x="7" y="2"/>
                      <a:pt x="5" y="3"/>
                    </a:cubicBezTo>
                    <a:cubicBezTo>
                      <a:pt x="3" y="5"/>
                      <a:pt x="3" y="5"/>
                      <a:pt x="3" y="5"/>
                    </a:cubicBezTo>
                    <a:cubicBezTo>
                      <a:pt x="3" y="4"/>
                      <a:pt x="4" y="4"/>
                      <a:pt x="4" y="4"/>
                    </a:cubicBezTo>
                    <a:cubicBezTo>
                      <a:pt x="2" y="6"/>
                      <a:pt x="2" y="6"/>
                      <a:pt x="2" y="6"/>
                    </a:cubicBezTo>
                    <a:cubicBezTo>
                      <a:pt x="5" y="4"/>
                      <a:pt x="3" y="6"/>
                      <a:pt x="4" y="5"/>
                    </a:cubicBezTo>
                    <a:cubicBezTo>
                      <a:pt x="3" y="6"/>
                      <a:pt x="3" y="6"/>
                      <a:pt x="3" y="6"/>
                    </a:cubicBezTo>
                    <a:cubicBezTo>
                      <a:pt x="2" y="7"/>
                      <a:pt x="4" y="5"/>
                      <a:pt x="5" y="5"/>
                    </a:cubicBezTo>
                    <a:cubicBezTo>
                      <a:pt x="4" y="5"/>
                      <a:pt x="2" y="7"/>
                      <a:pt x="2" y="8"/>
                    </a:cubicBezTo>
                    <a:cubicBezTo>
                      <a:pt x="2" y="8"/>
                      <a:pt x="4" y="7"/>
                      <a:pt x="3" y="9"/>
                    </a:cubicBezTo>
                    <a:cubicBezTo>
                      <a:pt x="3" y="9"/>
                      <a:pt x="4" y="9"/>
                      <a:pt x="5" y="8"/>
                    </a:cubicBezTo>
                    <a:cubicBezTo>
                      <a:pt x="5" y="8"/>
                      <a:pt x="3" y="10"/>
                      <a:pt x="4" y="9"/>
                    </a:cubicBezTo>
                    <a:cubicBezTo>
                      <a:pt x="3" y="10"/>
                      <a:pt x="2" y="12"/>
                      <a:pt x="1" y="13"/>
                    </a:cubicBezTo>
                    <a:cubicBezTo>
                      <a:pt x="1" y="13"/>
                      <a:pt x="0" y="14"/>
                      <a:pt x="1" y="14"/>
                    </a:cubicBezTo>
                    <a:cubicBezTo>
                      <a:pt x="0" y="14"/>
                      <a:pt x="0" y="15"/>
                      <a:pt x="0" y="15"/>
                    </a:cubicBezTo>
                    <a:cubicBezTo>
                      <a:pt x="1" y="14"/>
                      <a:pt x="2" y="13"/>
                      <a:pt x="2" y="12"/>
                    </a:cubicBezTo>
                    <a:cubicBezTo>
                      <a:pt x="3" y="10"/>
                      <a:pt x="3" y="12"/>
                      <a:pt x="4" y="10"/>
                    </a:cubicBezTo>
                    <a:cubicBezTo>
                      <a:pt x="4" y="11"/>
                      <a:pt x="5" y="11"/>
                      <a:pt x="5" y="11"/>
                    </a:cubicBezTo>
                    <a:cubicBezTo>
                      <a:pt x="5" y="11"/>
                      <a:pt x="4" y="12"/>
                      <a:pt x="3" y="13"/>
                    </a:cubicBezTo>
                    <a:cubicBezTo>
                      <a:pt x="5" y="12"/>
                      <a:pt x="6" y="11"/>
                      <a:pt x="6" y="12"/>
                    </a:cubicBezTo>
                    <a:cubicBezTo>
                      <a:pt x="7" y="11"/>
                      <a:pt x="7" y="11"/>
                      <a:pt x="8" y="9"/>
                    </a:cubicBezTo>
                    <a:cubicBezTo>
                      <a:pt x="8" y="9"/>
                      <a:pt x="8" y="8"/>
                      <a:pt x="8" y="9"/>
                    </a:cubicBezTo>
                    <a:cubicBezTo>
                      <a:pt x="7" y="10"/>
                      <a:pt x="6" y="12"/>
                      <a:pt x="6" y="13"/>
                    </a:cubicBezTo>
                    <a:cubicBezTo>
                      <a:pt x="4" y="15"/>
                      <a:pt x="6" y="12"/>
                      <a:pt x="4" y="14"/>
                    </a:cubicBezTo>
                    <a:cubicBezTo>
                      <a:pt x="2" y="16"/>
                      <a:pt x="2" y="15"/>
                      <a:pt x="3" y="14"/>
                    </a:cubicBezTo>
                    <a:cubicBezTo>
                      <a:pt x="1" y="16"/>
                      <a:pt x="3" y="15"/>
                      <a:pt x="1" y="16"/>
                    </a:cubicBezTo>
                    <a:cubicBezTo>
                      <a:pt x="1" y="17"/>
                      <a:pt x="2" y="16"/>
                      <a:pt x="3" y="16"/>
                    </a:cubicBezTo>
                    <a:cubicBezTo>
                      <a:pt x="4" y="15"/>
                      <a:pt x="4" y="15"/>
                      <a:pt x="4" y="14"/>
                    </a:cubicBezTo>
                    <a:cubicBezTo>
                      <a:pt x="6" y="12"/>
                      <a:pt x="4" y="16"/>
                      <a:pt x="4" y="16"/>
                    </a:cubicBezTo>
                    <a:cubicBezTo>
                      <a:pt x="3" y="16"/>
                      <a:pt x="3" y="16"/>
                      <a:pt x="3" y="16"/>
                    </a:cubicBezTo>
                    <a:cubicBezTo>
                      <a:pt x="3" y="17"/>
                      <a:pt x="4" y="16"/>
                      <a:pt x="4" y="16"/>
                    </a:cubicBezTo>
                    <a:cubicBezTo>
                      <a:pt x="2" y="19"/>
                      <a:pt x="4" y="16"/>
                      <a:pt x="2" y="18"/>
                    </a:cubicBezTo>
                    <a:cubicBezTo>
                      <a:pt x="1" y="20"/>
                      <a:pt x="1" y="20"/>
                      <a:pt x="1" y="20"/>
                    </a:cubicBezTo>
                    <a:cubicBezTo>
                      <a:pt x="1" y="20"/>
                      <a:pt x="3" y="18"/>
                      <a:pt x="3" y="18"/>
                    </a:cubicBezTo>
                    <a:cubicBezTo>
                      <a:pt x="2" y="19"/>
                      <a:pt x="2" y="19"/>
                      <a:pt x="2" y="19"/>
                    </a:cubicBezTo>
                    <a:cubicBezTo>
                      <a:pt x="3" y="19"/>
                      <a:pt x="3" y="19"/>
                      <a:pt x="3" y="19"/>
                    </a:cubicBezTo>
                    <a:cubicBezTo>
                      <a:pt x="3" y="18"/>
                      <a:pt x="4" y="17"/>
                      <a:pt x="4" y="17"/>
                    </a:cubicBezTo>
                    <a:cubicBezTo>
                      <a:pt x="6" y="14"/>
                      <a:pt x="4" y="16"/>
                      <a:pt x="5" y="16"/>
                    </a:cubicBezTo>
                    <a:cubicBezTo>
                      <a:pt x="6" y="15"/>
                      <a:pt x="5" y="16"/>
                      <a:pt x="6" y="15"/>
                    </a:cubicBezTo>
                    <a:cubicBezTo>
                      <a:pt x="7" y="13"/>
                      <a:pt x="7" y="13"/>
                      <a:pt x="7" y="13"/>
                    </a:cubicBezTo>
                    <a:cubicBezTo>
                      <a:pt x="8" y="14"/>
                      <a:pt x="6" y="15"/>
                      <a:pt x="6" y="16"/>
                    </a:cubicBezTo>
                    <a:cubicBezTo>
                      <a:pt x="6" y="16"/>
                      <a:pt x="5" y="16"/>
                      <a:pt x="6" y="15"/>
                    </a:cubicBezTo>
                    <a:cubicBezTo>
                      <a:pt x="5" y="17"/>
                      <a:pt x="4" y="19"/>
                      <a:pt x="3" y="19"/>
                    </a:cubicBezTo>
                    <a:cubicBezTo>
                      <a:pt x="3" y="21"/>
                      <a:pt x="4" y="18"/>
                      <a:pt x="5" y="18"/>
                    </a:cubicBezTo>
                    <a:cubicBezTo>
                      <a:pt x="4" y="19"/>
                      <a:pt x="5" y="17"/>
                      <a:pt x="6" y="16"/>
                    </a:cubicBezTo>
                    <a:cubicBezTo>
                      <a:pt x="9" y="13"/>
                      <a:pt x="4" y="20"/>
                      <a:pt x="5" y="19"/>
                    </a:cubicBezTo>
                    <a:cubicBezTo>
                      <a:pt x="7" y="17"/>
                      <a:pt x="8" y="16"/>
                      <a:pt x="9" y="13"/>
                    </a:cubicBezTo>
                    <a:cubicBezTo>
                      <a:pt x="10" y="13"/>
                      <a:pt x="10" y="12"/>
                      <a:pt x="10" y="12"/>
                    </a:cubicBezTo>
                    <a:cubicBezTo>
                      <a:pt x="9" y="14"/>
                      <a:pt x="9" y="14"/>
                      <a:pt x="8" y="15"/>
                    </a:cubicBezTo>
                    <a:cubicBezTo>
                      <a:pt x="8" y="16"/>
                      <a:pt x="8" y="16"/>
                      <a:pt x="8" y="16"/>
                    </a:cubicBezTo>
                    <a:cubicBezTo>
                      <a:pt x="7" y="17"/>
                      <a:pt x="7" y="17"/>
                      <a:pt x="7" y="17"/>
                    </a:cubicBezTo>
                    <a:cubicBezTo>
                      <a:pt x="6" y="19"/>
                      <a:pt x="6" y="20"/>
                      <a:pt x="5" y="21"/>
                    </a:cubicBezTo>
                    <a:cubicBezTo>
                      <a:pt x="6" y="20"/>
                      <a:pt x="6" y="19"/>
                      <a:pt x="7" y="19"/>
                    </a:cubicBezTo>
                    <a:cubicBezTo>
                      <a:pt x="6" y="20"/>
                      <a:pt x="6" y="21"/>
                      <a:pt x="6" y="21"/>
                    </a:cubicBezTo>
                    <a:cubicBezTo>
                      <a:pt x="6" y="20"/>
                      <a:pt x="7" y="18"/>
                      <a:pt x="8" y="18"/>
                    </a:cubicBezTo>
                    <a:cubicBezTo>
                      <a:pt x="8" y="18"/>
                      <a:pt x="7" y="20"/>
                      <a:pt x="7" y="20"/>
                    </a:cubicBezTo>
                    <a:cubicBezTo>
                      <a:pt x="6" y="22"/>
                      <a:pt x="6" y="22"/>
                      <a:pt x="6" y="22"/>
                    </a:cubicBezTo>
                    <a:cubicBezTo>
                      <a:pt x="7" y="20"/>
                      <a:pt x="5" y="22"/>
                      <a:pt x="6" y="22"/>
                    </a:cubicBezTo>
                    <a:cubicBezTo>
                      <a:pt x="8" y="18"/>
                      <a:pt x="8" y="18"/>
                      <a:pt x="8" y="18"/>
                    </a:cubicBezTo>
                    <a:cubicBezTo>
                      <a:pt x="9" y="18"/>
                      <a:pt x="8" y="19"/>
                      <a:pt x="8" y="19"/>
                    </a:cubicBezTo>
                    <a:cubicBezTo>
                      <a:pt x="7" y="20"/>
                      <a:pt x="7" y="20"/>
                      <a:pt x="7" y="20"/>
                    </a:cubicBezTo>
                    <a:cubicBezTo>
                      <a:pt x="8" y="20"/>
                      <a:pt x="6" y="23"/>
                      <a:pt x="7" y="22"/>
                    </a:cubicBezTo>
                    <a:cubicBezTo>
                      <a:pt x="7" y="21"/>
                      <a:pt x="7" y="21"/>
                      <a:pt x="7" y="21"/>
                    </a:cubicBezTo>
                    <a:cubicBezTo>
                      <a:pt x="7" y="22"/>
                      <a:pt x="7" y="22"/>
                      <a:pt x="7" y="22"/>
                    </a:cubicBezTo>
                    <a:cubicBezTo>
                      <a:pt x="7" y="21"/>
                      <a:pt x="7" y="22"/>
                      <a:pt x="8" y="21"/>
                    </a:cubicBezTo>
                    <a:cubicBezTo>
                      <a:pt x="7" y="22"/>
                      <a:pt x="7" y="22"/>
                      <a:pt x="7" y="22"/>
                    </a:cubicBezTo>
                    <a:cubicBezTo>
                      <a:pt x="8" y="22"/>
                      <a:pt x="9" y="20"/>
                      <a:pt x="8" y="22"/>
                    </a:cubicBezTo>
                    <a:cubicBezTo>
                      <a:pt x="9" y="19"/>
                      <a:pt x="8" y="21"/>
                      <a:pt x="8" y="20"/>
                    </a:cubicBezTo>
                    <a:cubicBezTo>
                      <a:pt x="9" y="19"/>
                      <a:pt x="9" y="19"/>
                      <a:pt x="10" y="19"/>
                    </a:cubicBezTo>
                    <a:cubicBezTo>
                      <a:pt x="8" y="21"/>
                      <a:pt x="10" y="19"/>
                      <a:pt x="10" y="19"/>
                    </a:cubicBezTo>
                    <a:cubicBezTo>
                      <a:pt x="9" y="21"/>
                      <a:pt x="9" y="21"/>
                      <a:pt x="9" y="21"/>
                    </a:cubicBezTo>
                    <a:cubicBezTo>
                      <a:pt x="10" y="19"/>
                      <a:pt x="10" y="19"/>
                      <a:pt x="10" y="19"/>
                    </a:cubicBezTo>
                    <a:cubicBezTo>
                      <a:pt x="8" y="23"/>
                      <a:pt x="11" y="19"/>
                      <a:pt x="10" y="20"/>
                    </a:cubicBezTo>
                    <a:cubicBezTo>
                      <a:pt x="10" y="21"/>
                      <a:pt x="9" y="22"/>
                      <a:pt x="9" y="23"/>
                    </a:cubicBezTo>
                    <a:cubicBezTo>
                      <a:pt x="10" y="20"/>
                      <a:pt x="11" y="20"/>
                      <a:pt x="12" y="18"/>
                    </a:cubicBezTo>
                    <a:cubicBezTo>
                      <a:pt x="11" y="19"/>
                      <a:pt x="10" y="21"/>
                      <a:pt x="9" y="23"/>
                    </a:cubicBezTo>
                    <a:cubicBezTo>
                      <a:pt x="10" y="21"/>
                      <a:pt x="9" y="24"/>
                      <a:pt x="10" y="22"/>
                    </a:cubicBezTo>
                    <a:cubicBezTo>
                      <a:pt x="10" y="21"/>
                      <a:pt x="11" y="21"/>
                      <a:pt x="12" y="20"/>
                    </a:cubicBezTo>
                    <a:cubicBezTo>
                      <a:pt x="12" y="20"/>
                      <a:pt x="11" y="21"/>
                      <a:pt x="11" y="21"/>
                    </a:cubicBezTo>
                    <a:cubicBezTo>
                      <a:pt x="11" y="21"/>
                      <a:pt x="12" y="19"/>
                      <a:pt x="12" y="19"/>
                    </a:cubicBezTo>
                    <a:cubicBezTo>
                      <a:pt x="12" y="19"/>
                      <a:pt x="14" y="17"/>
                      <a:pt x="13" y="19"/>
                    </a:cubicBezTo>
                    <a:cubicBezTo>
                      <a:pt x="12" y="20"/>
                      <a:pt x="12" y="19"/>
                      <a:pt x="12" y="20"/>
                    </a:cubicBezTo>
                    <a:cubicBezTo>
                      <a:pt x="12" y="21"/>
                      <a:pt x="14" y="17"/>
                      <a:pt x="15" y="17"/>
                    </a:cubicBezTo>
                    <a:cubicBezTo>
                      <a:pt x="15" y="16"/>
                      <a:pt x="16" y="13"/>
                      <a:pt x="17" y="12"/>
                    </a:cubicBezTo>
                    <a:cubicBezTo>
                      <a:pt x="17" y="13"/>
                      <a:pt x="16" y="13"/>
                      <a:pt x="16" y="15"/>
                    </a:cubicBezTo>
                    <a:cubicBezTo>
                      <a:pt x="16" y="15"/>
                      <a:pt x="16" y="15"/>
                      <a:pt x="16" y="15"/>
                    </a:cubicBezTo>
                    <a:cubicBezTo>
                      <a:pt x="15" y="18"/>
                      <a:pt x="13" y="19"/>
                      <a:pt x="12" y="21"/>
                    </a:cubicBezTo>
                    <a:cubicBezTo>
                      <a:pt x="13" y="20"/>
                      <a:pt x="13" y="20"/>
                      <a:pt x="13" y="20"/>
                    </a:cubicBezTo>
                    <a:cubicBezTo>
                      <a:pt x="11" y="23"/>
                      <a:pt x="11" y="23"/>
                      <a:pt x="11" y="23"/>
                    </a:cubicBezTo>
                    <a:cubicBezTo>
                      <a:pt x="12" y="21"/>
                      <a:pt x="12" y="23"/>
                      <a:pt x="12" y="22"/>
                    </a:cubicBezTo>
                    <a:cubicBezTo>
                      <a:pt x="13" y="21"/>
                      <a:pt x="12" y="23"/>
                      <a:pt x="12" y="22"/>
                    </a:cubicBezTo>
                    <a:cubicBezTo>
                      <a:pt x="13" y="21"/>
                      <a:pt x="14" y="19"/>
                      <a:pt x="14" y="20"/>
                    </a:cubicBezTo>
                    <a:cubicBezTo>
                      <a:pt x="12" y="23"/>
                      <a:pt x="12" y="23"/>
                      <a:pt x="12" y="23"/>
                    </a:cubicBezTo>
                    <a:cubicBezTo>
                      <a:pt x="12" y="23"/>
                      <a:pt x="13" y="21"/>
                      <a:pt x="13" y="22"/>
                    </a:cubicBezTo>
                    <a:cubicBezTo>
                      <a:pt x="13" y="23"/>
                      <a:pt x="13" y="23"/>
                      <a:pt x="13" y="23"/>
                    </a:cubicBezTo>
                    <a:cubicBezTo>
                      <a:pt x="13" y="23"/>
                      <a:pt x="14" y="24"/>
                      <a:pt x="16" y="20"/>
                    </a:cubicBezTo>
                    <a:cubicBezTo>
                      <a:pt x="16" y="22"/>
                      <a:pt x="16" y="22"/>
                      <a:pt x="15" y="23"/>
                    </a:cubicBezTo>
                    <a:cubicBezTo>
                      <a:pt x="16" y="23"/>
                      <a:pt x="16" y="22"/>
                      <a:pt x="16" y="22"/>
                    </a:cubicBezTo>
                    <a:cubicBezTo>
                      <a:pt x="16" y="23"/>
                      <a:pt x="16" y="23"/>
                      <a:pt x="16" y="23"/>
                    </a:cubicBezTo>
                    <a:cubicBezTo>
                      <a:pt x="15" y="25"/>
                      <a:pt x="16" y="23"/>
                      <a:pt x="17" y="22"/>
                    </a:cubicBezTo>
                    <a:cubicBezTo>
                      <a:pt x="16" y="23"/>
                      <a:pt x="16" y="23"/>
                      <a:pt x="16" y="23"/>
                    </a:cubicBezTo>
                    <a:cubicBezTo>
                      <a:pt x="16" y="25"/>
                      <a:pt x="17" y="23"/>
                      <a:pt x="17" y="22"/>
                    </a:cubicBezTo>
                    <a:cubicBezTo>
                      <a:pt x="17" y="23"/>
                      <a:pt x="17" y="23"/>
                      <a:pt x="17" y="23"/>
                    </a:cubicBezTo>
                    <a:cubicBezTo>
                      <a:pt x="18" y="22"/>
                      <a:pt x="18" y="22"/>
                      <a:pt x="18" y="22"/>
                    </a:cubicBezTo>
                    <a:cubicBezTo>
                      <a:pt x="18" y="22"/>
                      <a:pt x="18" y="22"/>
                      <a:pt x="17" y="24"/>
                    </a:cubicBezTo>
                    <a:cubicBezTo>
                      <a:pt x="18" y="23"/>
                      <a:pt x="18" y="23"/>
                      <a:pt x="18" y="23"/>
                    </a:cubicBezTo>
                    <a:cubicBezTo>
                      <a:pt x="17" y="24"/>
                      <a:pt x="18" y="24"/>
                      <a:pt x="18" y="24"/>
                    </a:cubicBezTo>
                    <a:cubicBezTo>
                      <a:pt x="18" y="24"/>
                      <a:pt x="18" y="23"/>
                      <a:pt x="18" y="24"/>
                    </a:cubicBezTo>
                    <a:cubicBezTo>
                      <a:pt x="18" y="23"/>
                      <a:pt x="19" y="23"/>
                      <a:pt x="20" y="21"/>
                    </a:cubicBezTo>
                    <a:cubicBezTo>
                      <a:pt x="21" y="19"/>
                      <a:pt x="19" y="22"/>
                      <a:pt x="20" y="21"/>
                    </a:cubicBezTo>
                    <a:cubicBezTo>
                      <a:pt x="19" y="23"/>
                      <a:pt x="19" y="23"/>
                      <a:pt x="19" y="23"/>
                    </a:cubicBezTo>
                    <a:cubicBezTo>
                      <a:pt x="19" y="23"/>
                      <a:pt x="19" y="24"/>
                      <a:pt x="18" y="24"/>
                    </a:cubicBezTo>
                    <a:cubicBezTo>
                      <a:pt x="18" y="24"/>
                      <a:pt x="18" y="24"/>
                      <a:pt x="18" y="24"/>
                    </a:cubicBezTo>
                    <a:cubicBezTo>
                      <a:pt x="19" y="23"/>
                      <a:pt x="19" y="23"/>
                      <a:pt x="19" y="23"/>
                    </a:cubicBezTo>
                    <a:cubicBezTo>
                      <a:pt x="18" y="25"/>
                      <a:pt x="20" y="23"/>
                      <a:pt x="20" y="24"/>
                    </a:cubicBezTo>
                    <a:cubicBezTo>
                      <a:pt x="20" y="24"/>
                      <a:pt x="22" y="22"/>
                      <a:pt x="22" y="22"/>
                    </a:cubicBezTo>
                    <a:cubicBezTo>
                      <a:pt x="24" y="20"/>
                      <a:pt x="21" y="24"/>
                      <a:pt x="20" y="25"/>
                    </a:cubicBezTo>
                    <a:cubicBezTo>
                      <a:pt x="21" y="24"/>
                      <a:pt x="21" y="24"/>
                      <a:pt x="21" y="24"/>
                    </a:cubicBezTo>
                    <a:cubicBezTo>
                      <a:pt x="21" y="24"/>
                      <a:pt x="21" y="24"/>
                      <a:pt x="21" y="24"/>
                    </a:cubicBezTo>
                    <a:cubicBezTo>
                      <a:pt x="22" y="24"/>
                      <a:pt x="22" y="23"/>
                      <a:pt x="22" y="24"/>
                    </a:cubicBezTo>
                    <a:cubicBezTo>
                      <a:pt x="22" y="24"/>
                      <a:pt x="22" y="24"/>
                      <a:pt x="22" y="24"/>
                    </a:cubicBezTo>
                    <a:cubicBezTo>
                      <a:pt x="22" y="25"/>
                      <a:pt x="21" y="26"/>
                      <a:pt x="21" y="26"/>
                    </a:cubicBezTo>
                    <a:cubicBezTo>
                      <a:pt x="22" y="24"/>
                      <a:pt x="22" y="25"/>
                      <a:pt x="23" y="24"/>
                    </a:cubicBezTo>
                    <a:cubicBezTo>
                      <a:pt x="22" y="25"/>
                      <a:pt x="22" y="25"/>
                      <a:pt x="22" y="25"/>
                    </a:cubicBezTo>
                    <a:cubicBezTo>
                      <a:pt x="23" y="23"/>
                      <a:pt x="23" y="23"/>
                      <a:pt x="23" y="23"/>
                    </a:cubicBezTo>
                    <a:cubicBezTo>
                      <a:pt x="23" y="24"/>
                      <a:pt x="23" y="24"/>
                      <a:pt x="23" y="24"/>
                    </a:cubicBezTo>
                    <a:cubicBezTo>
                      <a:pt x="22" y="26"/>
                      <a:pt x="22" y="26"/>
                      <a:pt x="22" y="26"/>
                    </a:cubicBezTo>
                    <a:cubicBezTo>
                      <a:pt x="21" y="26"/>
                      <a:pt x="23" y="24"/>
                      <a:pt x="24" y="24"/>
                    </a:cubicBezTo>
                    <a:cubicBezTo>
                      <a:pt x="24" y="23"/>
                      <a:pt x="23" y="24"/>
                      <a:pt x="23" y="25"/>
                    </a:cubicBezTo>
                    <a:cubicBezTo>
                      <a:pt x="22" y="25"/>
                      <a:pt x="23" y="25"/>
                      <a:pt x="23" y="25"/>
                    </a:cubicBezTo>
                    <a:cubicBezTo>
                      <a:pt x="22" y="26"/>
                      <a:pt x="23" y="25"/>
                      <a:pt x="22" y="26"/>
                    </a:cubicBezTo>
                    <a:cubicBezTo>
                      <a:pt x="22" y="26"/>
                      <a:pt x="23" y="25"/>
                      <a:pt x="23" y="25"/>
                    </a:cubicBezTo>
                    <a:cubicBezTo>
                      <a:pt x="23" y="25"/>
                      <a:pt x="24" y="25"/>
                      <a:pt x="23" y="26"/>
                    </a:cubicBezTo>
                    <a:cubicBezTo>
                      <a:pt x="23" y="26"/>
                      <a:pt x="23" y="26"/>
                      <a:pt x="24" y="25"/>
                    </a:cubicBezTo>
                    <a:cubicBezTo>
                      <a:pt x="24" y="25"/>
                      <a:pt x="24" y="24"/>
                      <a:pt x="25" y="24"/>
                    </a:cubicBezTo>
                    <a:cubicBezTo>
                      <a:pt x="25" y="24"/>
                      <a:pt x="25" y="23"/>
                      <a:pt x="25" y="24"/>
                    </a:cubicBezTo>
                    <a:cubicBezTo>
                      <a:pt x="25" y="24"/>
                      <a:pt x="25" y="24"/>
                      <a:pt x="25" y="24"/>
                    </a:cubicBezTo>
                    <a:cubicBezTo>
                      <a:pt x="25" y="24"/>
                      <a:pt x="25" y="24"/>
                      <a:pt x="26" y="23"/>
                    </a:cubicBezTo>
                    <a:cubicBezTo>
                      <a:pt x="24" y="25"/>
                      <a:pt x="24" y="25"/>
                      <a:pt x="24" y="25"/>
                    </a:cubicBezTo>
                    <a:cubicBezTo>
                      <a:pt x="25" y="24"/>
                      <a:pt x="25" y="24"/>
                      <a:pt x="26" y="24"/>
                    </a:cubicBezTo>
                    <a:cubicBezTo>
                      <a:pt x="25" y="25"/>
                      <a:pt x="23" y="27"/>
                      <a:pt x="23" y="27"/>
                    </a:cubicBezTo>
                    <a:cubicBezTo>
                      <a:pt x="25" y="26"/>
                      <a:pt x="25" y="26"/>
                      <a:pt x="25" y="26"/>
                    </a:cubicBezTo>
                    <a:cubicBezTo>
                      <a:pt x="25" y="26"/>
                      <a:pt x="25" y="26"/>
                      <a:pt x="24" y="27"/>
                    </a:cubicBezTo>
                    <a:cubicBezTo>
                      <a:pt x="24" y="28"/>
                      <a:pt x="27" y="24"/>
                      <a:pt x="27" y="25"/>
                    </a:cubicBezTo>
                    <a:cubicBezTo>
                      <a:pt x="25" y="27"/>
                      <a:pt x="25" y="27"/>
                      <a:pt x="25" y="27"/>
                    </a:cubicBezTo>
                    <a:cubicBezTo>
                      <a:pt x="26" y="27"/>
                      <a:pt x="26" y="27"/>
                      <a:pt x="26" y="27"/>
                    </a:cubicBezTo>
                    <a:cubicBezTo>
                      <a:pt x="26" y="26"/>
                      <a:pt x="25" y="28"/>
                      <a:pt x="25" y="27"/>
                    </a:cubicBezTo>
                    <a:cubicBezTo>
                      <a:pt x="26" y="26"/>
                      <a:pt x="26" y="26"/>
                      <a:pt x="26" y="26"/>
                    </a:cubicBezTo>
                    <a:cubicBezTo>
                      <a:pt x="24" y="29"/>
                      <a:pt x="27" y="27"/>
                      <a:pt x="26" y="29"/>
                    </a:cubicBezTo>
                    <a:cubicBezTo>
                      <a:pt x="27" y="27"/>
                      <a:pt x="26" y="29"/>
                      <a:pt x="27" y="28"/>
                    </a:cubicBezTo>
                    <a:cubicBezTo>
                      <a:pt x="25" y="30"/>
                      <a:pt x="27" y="28"/>
                      <a:pt x="26" y="29"/>
                    </a:cubicBezTo>
                    <a:cubicBezTo>
                      <a:pt x="28" y="27"/>
                      <a:pt x="28" y="27"/>
                      <a:pt x="28" y="27"/>
                    </a:cubicBezTo>
                    <a:cubicBezTo>
                      <a:pt x="27" y="29"/>
                      <a:pt x="31" y="25"/>
                      <a:pt x="29" y="27"/>
                    </a:cubicBezTo>
                    <a:cubicBezTo>
                      <a:pt x="27" y="29"/>
                      <a:pt x="27" y="29"/>
                      <a:pt x="27" y="29"/>
                    </a:cubicBezTo>
                    <a:cubicBezTo>
                      <a:pt x="26" y="31"/>
                      <a:pt x="29" y="27"/>
                      <a:pt x="28" y="30"/>
                    </a:cubicBezTo>
                    <a:cubicBezTo>
                      <a:pt x="28" y="29"/>
                      <a:pt x="29" y="28"/>
                      <a:pt x="30" y="27"/>
                    </a:cubicBezTo>
                    <a:cubicBezTo>
                      <a:pt x="30" y="28"/>
                      <a:pt x="29" y="29"/>
                      <a:pt x="29" y="30"/>
                    </a:cubicBezTo>
                    <a:cubicBezTo>
                      <a:pt x="29" y="29"/>
                      <a:pt x="30" y="29"/>
                      <a:pt x="29" y="30"/>
                    </a:cubicBezTo>
                    <a:cubicBezTo>
                      <a:pt x="28" y="30"/>
                      <a:pt x="28" y="30"/>
                      <a:pt x="28" y="30"/>
                    </a:cubicBezTo>
                    <a:cubicBezTo>
                      <a:pt x="28" y="31"/>
                      <a:pt x="29" y="30"/>
                      <a:pt x="30" y="30"/>
                    </a:cubicBezTo>
                    <a:cubicBezTo>
                      <a:pt x="28" y="31"/>
                      <a:pt x="29" y="31"/>
                      <a:pt x="29" y="32"/>
                    </a:cubicBezTo>
                    <a:cubicBezTo>
                      <a:pt x="31" y="30"/>
                      <a:pt x="29" y="33"/>
                      <a:pt x="31" y="31"/>
                    </a:cubicBezTo>
                    <a:cubicBezTo>
                      <a:pt x="30" y="31"/>
                      <a:pt x="30" y="31"/>
                      <a:pt x="30" y="31"/>
                    </a:cubicBezTo>
                    <a:cubicBezTo>
                      <a:pt x="31" y="31"/>
                      <a:pt x="32" y="29"/>
                      <a:pt x="32" y="29"/>
                    </a:cubicBezTo>
                    <a:cubicBezTo>
                      <a:pt x="31" y="31"/>
                      <a:pt x="31" y="31"/>
                      <a:pt x="31" y="31"/>
                    </a:cubicBezTo>
                    <a:cubicBezTo>
                      <a:pt x="29" y="33"/>
                      <a:pt x="31" y="31"/>
                      <a:pt x="30" y="32"/>
                    </a:cubicBezTo>
                    <a:cubicBezTo>
                      <a:pt x="31" y="31"/>
                      <a:pt x="30" y="32"/>
                      <a:pt x="31" y="31"/>
                    </a:cubicBezTo>
                    <a:cubicBezTo>
                      <a:pt x="32" y="31"/>
                      <a:pt x="32" y="31"/>
                      <a:pt x="32" y="31"/>
                    </a:cubicBezTo>
                    <a:cubicBezTo>
                      <a:pt x="33" y="30"/>
                      <a:pt x="33" y="30"/>
                      <a:pt x="33" y="30"/>
                    </a:cubicBezTo>
                    <a:cubicBezTo>
                      <a:pt x="33" y="30"/>
                      <a:pt x="31" y="32"/>
                      <a:pt x="31" y="32"/>
                    </a:cubicBezTo>
                    <a:cubicBezTo>
                      <a:pt x="31" y="33"/>
                      <a:pt x="31"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1" y="33"/>
                    </a:cubicBezTo>
                    <a:cubicBezTo>
                      <a:pt x="30" y="34"/>
                      <a:pt x="30" y="34"/>
                      <a:pt x="30" y="34"/>
                    </a:cubicBezTo>
                    <a:cubicBezTo>
                      <a:pt x="30" y="34"/>
                      <a:pt x="32" y="33"/>
                      <a:pt x="32" y="32"/>
                    </a:cubicBezTo>
                    <a:cubicBezTo>
                      <a:pt x="32" y="34"/>
                      <a:pt x="33" y="33"/>
                      <a:pt x="34" y="33"/>
                    </a:cubicBezTo>
                    <a:cubicBezTo>
                      <a:pt x="34" y="33"/>
                      <a:pt x="33" y="33"/>
                      <a:pt x="33" y="33"/>
                    </a:cubicBezTo>
                    <a:cubicBezTo>
                      <a:pt x="34" y="33"/>
                      <a:pt x="35" y="32"/>
                      <a:pt x="34" y="33"/>
                    </a:cubicBezTo>
                    <a:cubicBezTo>
                      <a:pt x="35" y="32"/>
                      <a:pt x="33" y="34"/>
                      <a:pt x="34" y="34"/>
                    </a:cubicBezTo>
                    <a:cubicBezTo>
                      <a:pt x="33" y="34"/>
                      <a:pt x="35" y="33"/>
                      <a:pt x="34" y="33"/>
                    </a:cubicBezTo>
                    <a:cubicBezTo>
                      <a:pt x="33" y="35"/>
                      <a:pt x="36" y="32"/>
                      <a:pt x="35" y="34"/>
                    </a:cubicBezTo>
                    <a:cubicBezTo>
                      <a:pt x="36" y="33"/>
                      <a:pt x="35" y="34"/>
                      <a:pt x="34" y="35"/>
                    </a:cubicBezTo>
                    <a:cubicBezTo>
                      <a:pt x="35" y="34"/>
                      <a:pt x="36" y="34"/>
                      <a:pt x="37" y="33"/>
                    </a:cubicBezTo>
                    <a:cubicBezTo>
                      <a:pt x="36" y="34"/>
                      <a:pt x="36" y="34"/>
                      <a:pt x="36" y="34"/>
                    </a:cubicBezTo>
                    <a:cubicBezTo>
                      <a:pt x="36" y="34"/>
                      <a:pt x="36" y="34"/>
                      <a:pt x="37" y="34"/>
                    </a:cubicBezTo>
                    <a:cubicBezTo>
                      <a:pt x="38" y="33"/>
                      <a:pt x="39" y="32"/>
                      <a:pt x="39" y="32"/>
                    </a:cubicBezTo>
                    <a:cubicBezTo>
                      <a:pt x="39" y="32"/>
                      <a:pt x="39" y="32"/>
                      <a:pt x="39" y="32"/>
                    </a:cubicBezTo>
                    <a:cubicBezTo>
                      <a:pt x="40" y="32"/>
                      <a:pt x="40" y="32"/>
                      <a:pt x="40" y="32"/>
                    </a:cubicBezTo>
                    <a:cubicBezTo>
                      <a:pt x="39" y="33"/>
                      <a:pt x="39" y="32"/>
                      <a:pt x="39" y="33"/>
                    </a:cubicBezTo>
                    <a:cubicBezTo>
                      <a:pt x="37" y="35"/>
                      <a:pt x="38" y="34"/>
                      <a:pt x="38" y="35"/>
                    </a:cubicBezTo>
                    <a:cubicBezTo>
                      <a:pt x="39" y="34"/>
                      <a:pt x="39" y="34"/>
                      <a:pt x="39" y="34"/>
                    </a:cubicBezTo>
                    <a:cubicBezTo>
                      <a:pt x="40" y="33"/>
                      <a:pt x="38" y="35"/>
                      <a:pt x="38" y="35"/>
                    </a:cubicBezTo>
                    <a:cubicBezTo>
                      <a:pt x="42" y="32"/>
                      <a:pt x="42" y="32"/>
                      <a:pt x="42" y="32"/>
                    </a:cubicBezTo>
                    <a:cubicBezTo>
                      <a:pt x="42" y="32"/>
                      <a:pt x="41" y="33"/>
                      <a:pt x="40" y="34"/>
                    </a:cubicBezTo>
                    <a:cubicBezTo>
                      <a:pt x="40" y="34"/>
                      <a:pt x="42" y="32"/>
                      <a:pt x="44" y="31"/>
                    </a:cubicBezTo>
                    <a:cubicBezTo>
                      <a:pt x="44" y="31"/>
                      <a:pt x="45" y="31"/>
                      <a:pt x="45" y="31"/>
                    </a:cubicBezTo>
                    <a:cubicBezTo>
                      <a:pt x="44" y="32"/>
                      <a:pt x="45" y="31"/>
                      <a:pt x="44" y="32"/>
                    </a:cubicBezTo>
                    <a:cubicBezTo>
                      <a:pt x="43" y="33"/>
                      <a:pt x="43" y="33"/>
                      <a:pt x="43" y="33"/>
                    </a:cubicBezTo>
                    <a:cubicBezTo>
                      <a:pt x="43" y="33"/>
                      <a:pt x="41" y="34"/>
                      <a:pt x="40" y="35"/>
                    </a:cubicBezTo>
                    <a:cubicBezTo>
                      <a:pt x="41" y="35"/>
                      <a:pt x="41" y="36"/>
                      <a:pt x="41" y="36"/>
                    </a:cubicBezTo>
                    <a:cubicBezTo>
                      <a:pt x="43" y="34"/>
                      <a:pt x="42" y="35"/>
                      <a:pt x="44" y="34"/>
                    </a:cubicBezTo>
                    <a:cubicBezTo>
                      <a:pt x="44" y="34"/>
                      <a:pt x="43" y="35"/>
                      <a:pt x="42" y="36"/>
                    </a:cubicBezTo>
                    <a:cubicBezTo>
                      <a:pt x="43" y="35"/>
                      <a:pt x="43" y="36"/>
                      <a:pt x="43" y="36"/>
                    </a:cubicBezTo>
                    <a:cubicBezTo>
                      <a:pt x="43" y="36"/>
                      <a:pt x="43" y="36"/>
                      <a:pt x="43" y="36"/>
                    </a:cubicBezTo>
                    <a:cubicBezTo>
                      <a:pt x="44" y="36"/>
                      <a:pt x="43" y="37"/>
                      <a:pt x="45" y="36"/>
                    </a:cubicBezTo>
                    <a:cubicBezTo>
                      <a:pt x="44" y="37"/>
                      <a:pt x="44" y="37"/>
                      <a:pt x="44" y="37"/>
                    </a:cubicBezTo>
                    <a:cubicBezTo>
                      <a:pt x="44" y="37"/>
                      <a:pt x="47" y="34"/>
                      <a:pt x="46" y="36"/>
                    </a:cubicBezTo>
                    <a:cubicBezTo>
                      <a:pt x="45" y="36"/>
                      <a:pt x="45" y="36"/>
                      <a:pt x="45" y="36"/>
                    </a:cubicBezTo>
                    <a:cubicBezTo>
                      <a:pt x="46" y="36"/>
                      <a:pt x="44" y="38"/>
                      <a:pt x="46" y="36"/>
                    </a:cubicBezTo>
                    <a:cubicBezTo>
                      <a:pt x="45" y="37"/>
                      <a:pt x="45" y="37"/>
                      <a:pt x="45" y="37"/>
                    </a:cubicBezTo>
                    <a:cubicBezTo>
                      <a:pt x="45" y="37"/>
                      <a:pt x="45" y="37"/>
                      <a:pt x="47" y="36"/>
                    </a:cubicBezTo>
                    <a:cubicBezTo>
                      <a:pt x="45" y="38"/>
                      <a:pt x="45" y="38"/>
                      <a:pt x="45" y="38"/>
                    </a:cubicBezTo>
                    <a:cubicBezTo>
                      <a:pt x="45" y="39"/>
                      <a:pt x="47" y="36"/>
                      <a:pt x="47" y="37"/>
                    </a:cubicBezTo>
                    <a:cubicBezTo>
                      <a:pt x="47" y="37"/>
                      <a:pt x="46" y="38"/>
                      <a:pt x="46" y="38"/>
                    </a:cubicBezTo>
                    <a:cubicBezTo>
                      <a:pt x="47" y="37"/>
                      <a:pt x="47" y="38"/>
                      <a:pt x="47" y="38"/>
                    </a:cubicBezTo>
                    <a:cubicBezTo>
                      <a:pt x="46" y="39"/>
                      <a:pt x="46" y="39"/>
                      <a:pt x="46" y="39"/>
                    </a:cubicBezTo>
                    <a:cubicBezTo>
                      <a:pt x="47" y="40"/>
                      <a:pt x="47" y="41"/>
                      <a:pt x="50" y="41"/>
                    </a:cubicBezTo>
                    <a:cubicBezTo>
                      <a:pt x="48" y="42"/>
                      <a:pt x="48" y="41"/>
                      <a:pt x="47" y="43"/>
                    </a:cubicBezTo>
                    <a:cubicBezTo>
                      <a:pt x="49" y="41"/>
                      <a:pt x="48" y="42"/>
                      <a:pt x="49" y="42"/>
                    </a:cubicBezTo>
                    <a:cubicBezTo>
                      <a:pt x="48" y="42"/>
                      <a:pt x="48" y="42"/>
                      <a:pt x="48" y="42"/>
                    </a:cubicBezTo>
                    <a:cubicBezTo>
                      <a:pt x="49" y="42"/>
                      <a:pt x="48" y="43"/>
                      <a:pt x="48" y="43"/>
                    </a:cubicBezTo>
                    <a:cubicBezTo>
                      <a:pt x="49" y="43"/>
                      <a:pt x="49" y="43"/>
                      <a:pt x="49" y="43"/>
                    </a:cubicBezTo>
                    <a:cubicBezTo>
                      <a:pt x="50" y="42"/>
                      <a:pt x="47" y="45"/>
                      <a:pt x="49" y="43"/>
                    </a:cubicBezTo>
                    <a:cubicBezTo>
                      <a:pt x="48" y="44"/>
                      <a:pt x="48" y="44"/>
                      <a:pt x="48" y="44"/>
                    </a:cubicBezTo>
                    <a:cubicBezTo>
                      <a:pt x="50" y="43"/>
                      <a:pt x="47" y="45"/>
                      <a:pt x="49" y="44"/>
                    </a:cubicBezTo>
                    <a:cubicBezTo>
                      <a:pt x="49" y="44"/>
                      <a:pt x="49" y="44"/>
                      <a:pt x="49" y="44"/>
                    </a:cubicBezTo>
                    <a:cubicBezTo>
                      <a:pt x="48" y="45"/>
                      <a:pt x="51" y="43"/>
                      <a:pt x="50" y="44"/>
                    </a:cubicBezTo>
                    <a:cubicBezTo>
                      <a:pt x="50" y="44"/>
                      <a:pt x="51" y="44"/>
                      <a:pt x="53" y="43"/>
                    </a:cubicBezTo>
                    <a:cubicBezTo>
                      <a:pt x="51" y="44"/>
                      <a:pt x="51" y="44"/>
                      <a:pt x="51" y="44"/>
                    </a:cubicBezTo>
                    <a:cubicBezTo>
                      <a:pt x="52" y="44"/>
                      <a:pt x="52" y="46"/>
                      <a:pt x="55" y="45"/>
                    </a:cubicBezTo>
                    <a:cubicBezTo>
                      <a:pt x="54" y="45"/>
                      <a:pt x="54" y="45"/>
                      <a:pt x="54" y="45"/>
                    </a:cubicBezTo>
                    <a:cubicBezTo>
                      <a:pt x="56" y="44"/>
                      <a:pt x="52" y="48"/>
                      <a:pt x="56" y="45"/>
                    </a:cubicBezTo>
                    <a:cubicBezTo>
                      <a:pt x="58" y="45"/>
                      <a:pt x="58" y="45"/>
                      <a:pt x="58" y="45"/>
                    </a:cubicBezTo>
                    <a:cubicBezTo>
                      <a:pt x="56" y="46"/>
                      <a:pt x="56" y="46"/>
                      <a:pt x="56" y="46"/>
                    </a:cubicBezTo>
                    <a:cubicBezTo>
                      <a:pt x="57" y="46"/>
                      <a:pt x="56" y="46"/>
                      <a:pt x="58" y="46"/>
                    </a:cubicBezTo>
                    <a:cubicBezTo>
                      <a:pt x="56" y="46"/>
                      <a:pt x="56" y="46"/>
                      <a:pt x="56" y="46"/>
                    </a:cubicBezTo>
                    <a:cubicBezTo>
                      <a:pt x="56" y="47"/>
                      <a:pt x="59" y="46"/>
                      <a:pt x="58" y="46"/>
                    </a:cubicBezTo>
                    <a:cubicBezTo>
                      <a:pt x="57" y="46"/>
                      <a:pt x="57" y="46"/>
                      <a:pt x="57" y="46"/>
                    </a:cubicBezTo>
                    <a:cubicBezTo>
                      <a:pt x="55" y="49"/>
                      <a:pt x="54" y="52"/>
                      <a:pt x="58" y="51"/>
                    </a:cubicBezTo>
                    <a:cubicBezTo>
                      <a:pt x="59" y="50"/>
                      <a:pt x="56" y="52"/>
                      <a:pt x="56" y="52"/>
                    </a:cubicBezTo>
                    <a:cubicBezTo>
                      <a:pt x="60" y="51"/>
                      <a:pt x="56" y="55"/>
                      <a:pt x="61" y="53"/>
                    </a:cubicBezTo>
                    <a:cubicBezTo>
                      <a:pt x="63" y="53"/>
                      <a:pt x="68" y="50"/>
                      <a:pt x="68" y="50"/>
                    </a:cubicBezTo>
                    <a:cubicBezTo>
                      <a:pt x="65" y="50"/>
                      <a:pt x="66" y="47"/>
                      <a:pt x="68" y="44"/>
                    </a:cubicBezTo>
                    <a:cubicBezTo>
                      <a:pt x="67" y="44"/>
                      <a:pt x="66" y="43"/>
                      <a:pt x="66" y="4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2" name="Freeform 374"/>
              <p:cNvSpPr/>
              <p:nvPr/>
            </p:nvSpPr>
            <p:spPr bwMode="auto">
              <a:xfrm>
                <a:off x="3472" y="2077"/>
                <a:ext cx="0" cy="2"/>
              </a:xfrm>
              <a:custGeom>
                <a:avLst/>
                <a:gdLst>
                  <a:gd name="T0" fmla="*/ 0 h 1"/>
                  <a:gd name="T1" fmla="*/ 1 h 1"/>
                  <a:gd name="T2" fmla="*/ 0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3" name="Freeform 375"/>
              <p:cNvSpPr/>
              <p:nvPr/>
            </p:nvSpPr>
            <p:spPr bwMode="auto">
              <a:xfrm>
                <a:off x="4219" y="2506"/>
                <a:ext cx="2" cy="4"/>
              </a:xfrm>
              <a:custGeom>
                <a:avLst/>
                <a:gdLst>
                  <a:gd name="T0" fmla="*/ 0 w 1"/>
                  <a:gd name="T1" fmla="*/ 1 h 2"/>
                  <a:gd name="T2" fmla="*/ 1 w 1"/>
                  <a:gd name="T3" fmla="*/ 1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1"/>
                    </a:cubicBezTo>
                    <a:cubicBezTo>
                      <a:pt x="1" y="1"/>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4" name="Freeform 376"/>
              <p:cNvSpPr/>
              <p:nvPr/>
            </p:nvSpPr>
            <p:spPr bwMode="auto">
              <a:xfrm>
                <a:off x="4228" y="2482"/>
                <a:ext cx="6" cy="3"/>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5" name="Freeform 377"/>
              <p:cNvSpPr/>
              <p:nvPr/>
            </p:nvSpPr>
            <p:spPr bwMode="auto">
              <a:xfrm>
                <a:off x="3472" y="2073"/>
                <a:ext cx="0" cy="2"/>
              </a:xfrm>
              <a:custGeom>
                <a:avLst/>
                <a:gdLst>
                  <a:gd name="T0" fmla="*/ 0 h 1"/>
                  <a:gd name="T1" fmla="*/ 0 h 1"/>
                  <a:gd name="T2" fmla="*/ 0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0"/>
                      <a:pt x="0" y="1"/>
                    </a:cubicBezTo>
                    <a:cubicBezTo>
                      <a:pt x="0" y="1"/>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6" name="Freeform 378"/>
              <p:cNvSpPr/>
              <p:nvPr/>
            </p:nvSpPr>
            <p:spPr bwMode="auto">
              <a:xfrm>
                <a:off x="3472" y="20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7" name="Freeform 379"/>
              <p:cNvSpPr/>
              <p:nvPr/>
            </p:nvSpPr>
            <p:spPr bwMode="auto">
              <a:xfrm>
                <a:off x="4219" y="2510"/>
                <a:ext cx="5" cy="2"/>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8" name="Freeform 380"/>
              <p:cNvSpPr/>
              <p:nvPr/>
            </p:nvSpPr>
            <p:spPr bwMode="auto">
              <a:xfrm>
                <a:off x="4221" y="2514"/>
                <a:ext cx="3" cy="4"/>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2"/>
                      <a:pt x="1" y="1"/>
                      <a:pt x="1" y="2"/>
                    </a:cubicBezTo>
                    <a:cubicBezTo>
                      <a:pt x="1" y="1"/>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9" name="Oval 381"/>
              <p:cNvSpPr>
                <a:spLocks noChangeArrowheads="1"/>
              </p:cNvSpPr>
              <p:nvPr/>
            </p:nvSpPr>
            <p:spPr bwMode="auto">
              <a:xfrm>
                <a:off x="3905" y="227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0" name="Freeform 382"/>
              <p:cNvSpPr/>
              <p:nvPr/>
            </p:nvSpPr>
            <p:spPr bwMode="auto">
              <a:xfrm>
                <a:off x="4217" y="2510"/>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1" name="Freeform 383"/>
              <p:cNvSpPr/>
              <p:nvPr/>
            </p:nvSpPr>
            <p:spPr bwMode="auto">
              <a:xfrm>
                <a:off x="4296" y="2552"/>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2" name="Freeform 384"/>
              <p:cNvSpPr/>
              <p:nvPr/>
            </p:nvSpPr>
            <p:spPr bwMode="auto">
              <a:xfrm>
                <a:off x="4289" y="25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3" name="Freeform 385"/>
              <p:cNvSpPr/>
              <p:nvPr/>
            </p:nvSpPr>
            <p:spPr bwMode="auto">
              <a:xfrm>
                <a:off x="4296" y="2552"/>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4" name="Freeform 386"/>
              <p:cNvSpPr/>
              <p:nvPr/>
            </p:nvSpPr>
            <p:spPr bwMode="auto">
              <a:xfrm>
                <a:off x="4306" y="2555"/>
                <a:ext cx="2" cy="4"/>
              </a:xfrm>
              <a:custGeom>
                <a:avLst/>
                <a:gdLst>
                  <a:gd name="T0" fmla="*/ 0 w 2"/>
                  <a:gd name="T1" fmla="*/ 4 h 4"/>
                  <a:gd name="T2" fmla="*/ 0 w 2"/>
                  <a:gd name="T3" fmla="*/ 4 h 4"/>
                  <a:gd name="T4" fmla="*/ 2 w 2"/>
                  <a:gd name="T5" fmla="*/ 0 h 4"/>
                  <a:gd name="T6" fmla="*/ 0 w 2"/>
                  <a:gd name="T7" fmla="*/ 4 h 4"/>
                </a:gdLst>
                <a:ahLst/>
                <a:cxnLst>
                  <a:cxn ang="0">
                    <a:pos x="T0" y="T1"/>
                  </a:cxn>
                  <a:cxn ang="0">
                    <a:pos x="T2" y="T3"/>
                  </a:cxn>
                  <a:cxn ang="0">
                    <a:pos x="T4" y="T5"/>
                  </a:cxn>
                  <a:cxn ang="0">
                    <a:pos x="T6" y="T7"/>
                  </a:cxn>
                </a:cxnLst>
                <a:rect l="0" t="0" r="r" b="b"/>
                <a:pathLst>
                  <a:path w="2" h="4">
                    <a:moveTo>
                      <a:pt x="0" y="4"/>
                    </a:moveTo>
                    <a:lnTo>
                      <a:pt x="0" y="4"/>
                    </a:lnTo>
                    <a:lnTo>
                      <a:pt x="2" y="0"/>
                    </a:lnTo>
                    <a:lnTo>
                      <a:pt x="0"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5" name="Freeform 387"/>
              <p:cNvSpPr/>
              <p:nvPr/>
            </p:nvSpPr>
            <p:spPr bwMode="auto">
              <a:xfrm>
                <a:off x="3903" y="2275"/>
                <a:ext cx="2"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6" name="Freeform 388"/>
              <p:cNvSpPr/>
              <p:nvPr/>
            </p:nvSpPr>
            <p:spPr bwMode="auto">
              <a:xfrm>
                <a:off x="3901" y="257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7" name="Freeform 389"/>
              <p:cNvSpPr/>
              <p:nvPr/>
            </p:nvSpPr>
            <p:spPr bwMode="auto">
              <a:xfrm>
                <a:off x="4285" y="25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8" name="Freeform 390"/>
              <p:cNvSpPr/>
              <p:nvPr/>
            </p:nvSpPr>
            <p:spPr bwMode="auto">
              <a:xfrm>
                <a:off x="3472" y="207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9" name="Rectangle 391"/>
              <p:cNvSpPr>
                <a:spLocks noChangeArrowheads="1"/>
              </p:cNvSpPr>
              <p:nvPr/>
            </p:nvSpPr>
            <p:spPr bwMode="auto">
              <a:xfrm>
                <a:off x="3472" y="2079"/>
                <a:ext cx="1"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0" name="Freeform 392"/>
              <p:cNvSpPr/>
              <p:nvPr/>
            </p:nvSpPr>
            <p:spPr bwMode="auto">
              <a:xfrm>
                <a:off x="4277" y="2495"/>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1" name="Freeform 393"/>
              <p:cNvSpPr/>
              <p:nvPr/>
            </p:nvSpPr>
            <p:spPr bwMode="auto">
              <a:xfrm>
                <a:off x="3472"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2" name="Freeform 394"/>
              <p:cNvSpPr/>
              <p:nvPr/>
            </p:nvSpPr>
            <p:spPr bwMode="auto">
              <a:xfrm>
                <a:off x="4255" y="25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3" name="Freeform 395"/>
              <p:cNvSpPr/>
              <p:nvPr/>
            </p:nvSpPr>
            <p:spPr bwMode="auto">
              <a:xfrm>
                <a:off x="3678" y="2461"/>
                <a:ext cx="19" cy="13"/>
              </a:xfrm>
              <a:custGeom>
                <a:avLst/>
                <a:gdLst>
                  <a:gd name="T0" fmla="*/ 0 w 9"/>
                  <a:gd name="T1" fmla="*/ 0 h 6"/>
                  <a:gd name="T2" fmla="*/ 9 w 9"/>
                  <a:gd name="T3" fmla="*/ 6 h 6"/>
                  <a:gd name="T4" fmla="*/ 0 w 9"/>
                  <a:gd name="T5" fmla="*/ 0 h 6"/>
                </a:gdLst>
                <a:ahLst/>
                <a:cxnLst>
                  <a:cxn ang="0">
                    <a:pos x="T0" y="T1"/>
                  </a:cxn>
                  <a:cxn ang="0">
                    <a:pos x="T2" y="T3"/>
                  </a:cxn>
                  <a:cxn ang="0">
                    <a:pos x="T4" y="T5"/>
                  </a:cxn>
                </a:cxnLst>
                <a:rect l="0" t="0" r="r" b="b"/>
                <a:pathLst>
                  <a:path w="9" h="6">
                    <a:moveTo>
                      <a:pt x="0" y="0"/>
                    </a:moveTo>
                    <a:cubicBezTo>
                      <a:pt x="9" y="6"/>
                      <a:pt x="9" y="6"/>
                      <a:pt x="9" y="6"/>
                    </a:cubicBezTo>
                    <a:cubicBezTo>
                      <a:pt x="6" y="3"/>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4" name="Freeform 396"/>
              <p:cNvSpPr/>
              <p:nvPr/>
            </p:nvSpPr>
            <p:spPr bwMode="auto">
              <a:xfrm>
                <a:off x="3496" y="2319"/>
                <a:ext cx="4" cy="6"/>
              </a:xfrm>
              <a:custGeom>
                <a:avLst/>
                <a:gdLst>
                  <a:gd name="T0" fmla="*/ 1 w 2"/>
                  <a:gd name="T1" fmla="*/ 1 h 3"/>
                  <a:gd name="T2" fmla="*/ 2 w 2"/>
                  <a:gd name="T3" fmla="*/ 3 h 3"/>
                  <a:gd name="T4" fmla="*/ 2 w 2"/>
                  <a:gd name="T5" fmla="*/ 1 h 3"/>
                  <a:gd name="T6" fmla="*/ 1 w 2"/>
                  <a:gd name="T7" fmla="*/ 1 h 3"/>
                </a:gdLst>
                <a:ahLst/>
                <a:cxnLst>
                  <a:cxn ang="0">
                    <a:pos x="T0" y="T1"/>
                  </a:cxn>
                  <a:cxn ang="0">
                    <a:pos x="T2" y="T3"/>
                  </a:cxn>
                  <a:cxn ang="0">
                    <a:pos x="T4" y="T5"/>
                  </a:cxn>
                  <a:cxn ang="0">
                    <a:pos x="T6" y="T7"/>
                  </a:cxn>
                </a:cxnLst>
                <a:rect l="0" t="0" r="r" b="b"/>
                <a:pathLst>
                  <a:path w="2" h="3">
                    <a:moveTo>
                      <a:pt x="1" y="1"/>
                    </a:moveTo>
                    <a:cubicBezTo>
                      <a:pt x="2" y="2"/>
                      <a:pt x="2" y="2"/>
                      <a:pt x="2" y="3"/>
                    </a:cubicBezTo>
                    <a:cubicBezTo>
                      <a:pt x="2" y="1"/>
                      <a:pt x="2" y="1"/>
                      <a:pt x="2" y="1"/>
                    </a:cubicBezTo>
                    <a:cubicBezTo>
                      <a:pt x="2" y="0"/>
                      <a:pt x="0"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5" name="Freeform 397"/>
              <p:cNvSpPr/>
              <p:nvPr/>
            </p:nvSpPr>
            <p:spPr bwMode="auto">
              <a:xfrm>
                <a:off x="3483" y="2156"/>
                <a:ext cx="6" cy="4"/>
              </a:xfrm>
              <a:custGeom>
                <a:avLst/>
                <a:gdLst>
                  <a:gd name="T0" fmla="*/ 2 w 3"/>
                  <a:gd name="T1" fmla="*/ 1 h 2"/>
                  <a:gd name="T2" fmla="*/ 1 w 3"/>
                  <a:gd name="T3" fmla="*/ 2 h 2"/>
                  <a:gd name="T4" fmla="*/ 2 w 3"/>
                  <a:gd name="T5" fmla="*/ 1 h 2"/>
                </a:gdLst>
                <a:ahLst/>
                <a:cxnLst>
                  <a:cxn ang="0">
                    <a:pos x="T0" y="T1"/>
                  </a:cxn>
                  <a:cxn ang="0">
                    <a:pos x="T2" y="T3"/>
                  </a:cxn>
                  <a:cxn ang="0">
                    <a:pos x="T4" y="T5"/>
                  </a:cxn>
                </a:cxnLst>
                <a:rect l="0" t="0" r="r" b="b"/>
                <a:pathLst>
                  <a:path w="3" h="2">
                    <a:moveTo>
                      <a:pt x="2" y="1"/>
                    </a:moveTo>
                    <a:cubicBezTo>
                      <a:pt x="0" y="0"/>
                      <a:pt x="3" y="1"/>
                      <a:pt x="1" y="2"/>
                    </a:cubicBezTo>
                    <a:cubicBezTo>
                      <a:pt x="2" y="2"/>
                      <a:pt x="2" y="2"/>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6" name="Freeform 398"/>
              <p:cNvSpPr/>
              <p:nvPr/>
            </p:nvSpPr>
            <p:spPr bwMode="auto">
              <a:xfrm>
                <a:off x="3534" y="2347"/>
                <a:ext cx="13" cy="6"/>
              </a:xfrm>
              <a:custGeom>
                <a:avLst/>
                <a:gdLst>
                  <a:gd name="T0" fmla="*/ 0 w 6"/>
                  <a:gd name="T1" fmla="*/ 0 h 3"/>
                  <a:gd name="T2" fmla="*/ 4 w 6"/>
                  <a:gd name="T3" fmla="*/ 3 h 3"/>
                  <a:gd name="T4" fmla="*/ 0 w 6"/>
                  <a:gd name="T5" fmla="*/ 0 h 3"/>
                </a:gdLst>
                <a:ahLst/>
                <a:cxnLst>
                  <a:cxn ang="0">
                    <a:pos x="T0" y="T1"/>
                  </a:cxn>
                  <a:cxn ang="0">
                    <a:pos x="T2" y="T3"/>
                  </a:cxn>
                  <a:cxn ang="0">
                    <a:pos x="T4" y="T5"/>
                  </a:cxn>
                </a:cxnLst>
                <a:rect l="0" t="0" r="r" b="b"/>
                <a:pathLst>
                  <a:path w="6" h="3">
                    <a:moveTo>
                      <a:pt x="0" y="0"/>
                    </a:moveTo>
                    <a:cubicBezTo>
                      <a:pt x="0" y="2"/>
                      <a:pt x="3" y="3"/>
                      <a:pt x="4" y="3"/>
                    </a:cubicBezTo>
                    <a:cubicBezTo>
                      <a:pt x="6" y="3"/>
                      <a:pt x="1" y="2"/>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7" name="Freeform 399"/>
              <p:cNvSpPr/>
              <p:nvPr/>
            </p:nvSpPr>
            <p:spPr bwMode="auto">
              <a:xfrm>
                <a:off x="3466" y="2090"/>
                <a:ext cx="4" cy="4"/>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8" name="Freeform 400"/>
              <p:cNvSpPr/>
              <p:nvPr/>
            </p:nvSpPr>
            <p:spPr bwMode="auto">
              <a:xfrm>
                <a:off x="3466" y="2103"/>
                <a:ext cx="4" cy="0"/>
              </a:xfrm>
              <a:custGeom>
                <a:avLst/>
                <a:gdLst>
                  <a:gd name="T0" fmla="*/ 0 w 2"/>
                  <a:gd name="T1" fmla="*/ 1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1" y="0"/>
                    </a:cubicBezTo>
                    <a:cubicBezTo>
                      <a:pt x="2"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9" name="Freeform 401"/>
              <p:cNvSpPr/>
              <p:nvPr/>
            </p:nvSpPr>
            <p:spPr bwMode="auto">
              <a:xfrm>
                <a:off x="3477" y="2152"/>
                <a:ext cx="4" cy="8"/>
              </a:xfrm>
              <a:custGeom>
                <a:avLst/>
                <a:gdLst>
                  <a:gd name="T0" fmla="*/ 2 w 2"/>
                  <a:gd name="T1" fmla="*/ 4 h 4"/>
                  <a:gd name="T2" fmla="*/ 1 w 2"/>
                  <a:gd name="T3" fmla="*/ 0 h 4"/>
                  <a:gd name="T4" fmla="*/ 2 w 2"/>
                  <a:gd name="T5" fmla="*/ 4 h 4"/>
                </a:gdLst>
                <a:ahLst/>
                <a:cxnLst>
                  <a:cxn ang="0">
                    <a:pos x="T0" y="T1"/>
                  </a:cxn>
                  <a:cxn ang="0">
                    <a:pos x="T2" y="T3"/>
                  </a:cxn>
                  <a:cxn ang="0">
                    <a:pos x="T4" y="T5"/>
                  </a:cxn>
                </a:cxnLst>
                <a:rect l="0" t="0" r="r" b="b"/>
                <a:pathLst>
                  <a:path w="2" h="4">
                    <a:moveTo>
                      <a:pt x="2" y="4"/>
                    </a:moveTo>
                    <a:cubicBezTo>
                      <a:pt x="2" y="3"/>
                      <a:pt x="1" y="1"/>
                      <a:pt x="1" y="0"/>
                    </a:cubicBezTo>
                    <a:cubicBezTo>
                      <a:pt x="0" y="2"/>
                      <a:pt x="1" y="2"/>
                      <a:pt x="2" y="4"/>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0" name="Freeform 402"/>
              <p:cNvSpPr/>
              <p:nvPr/>
            </p:nvSpPr>
            <p:spPr bwMode="auto">
              <a:xfrm>
                <a:off x="3466" y="2096"/>
                <a:ext cx="8" cy="5"/>
              </a:xfrm>
              <a:custGeom>
                <a:avLst/>
                <a:gdLst>
                  <a:gd name="T0" fmla="*/ 0 w 4"/>
                  <a:gd name="T1" fmla="*/ 2 h 2"/>
                  <a:gd name="T2" fmla="*/ 0 w 4"/>
                  <a:gd name="T3" fmla="*/ 2 h 2"/>
                  <a:gd name="T4" fmla="*/ 2 w 4"/>
                  <a:gd name="T5" fmla="*/ 2 h 2"/>
                  <a:gd name="T6" fmla="*/ 2 w 4"/>
                  <a:gd name="T7" fmla="*/ 1 h 2"/>
                  <a:gd name="T8" fmla="*/ 4 w 4"/>
                  <a:gd name="T9" fmla="*/ 0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0" y="2"/>
                      <a:pt x="0" y="2"/>
                    </a:cubicBezTo>
                    <a:cubicBezTo>
                      <a:pt x="1" y="2"/>
                      <a:pt x="1" y="2"/>
                      <a:pt x="2" y="2"/>
                    </a:cubicBezTo>
                    <a:cubicBezTo>
                      <a:pt x="2" y="2"/>
                      <a:pt x="3" y="1"/>
                      <a:pt x="2" y="1"/>
                    </a:cubicBezTo>
                    <a:cubicBezTo>
                      <a:pt x="3" y="0"/>
                      <a:pt x="4" y="1"/>
                      <a:pt x="4" y="0"/>
                    </a:cubicBezTo>
                    <a:cubicBezTo>
                      <a:pt x="3" y="0"/>
                      <a:pt x="1"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1" name="Freeform 403"/>
              <p:cNvSpPr/>
              <p:nvPr/>
            </p:nvSpPr>
            <p:spPr bwMode="auto">
              <a:xfrm>
                <a:off x="3470" y="210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2" name="Freeform 404"/>
              <p:cNvSpPr/>
              <p:nvPr/>
            </p:nvSpPr>
            <p:spPr bwMode="auto">
              <a:xfrm>
                <a:off x="3718" y="2501"/>
                <a:ext cx="5" cy="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2" y="1"/>
                      <a:pt x="2" y="2"/>
                    </a:cubicBezTo>
                    <a:cubicBezTo>
                      <a:pt x="2" y="1"/>
                      <a:pt x="1" y="1"/>
                      <a:pt x="0" y="0"/>
                    </a:cubicBezTo>
                    <a:cubicBezTo>
                      <a:pt x="0" y="0"/>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3" name="Freeform 405"/>
              <p:cNvSpPr/>
              <p:nvPr/>
            </p:nvSpPr>
            <p:spPr bwMode="auto">
              <a:xfrm>
                <a:off x="3629" y="2417"/>
                <a:ext cx="7" cy="6"/>
              </a:xfrm>
              <a:custGeom>
                <a:avLst/>
                <a:gdLst>
                  <a:gd name="T0" fmla="*/ 2 w 3"/>
                  <a:gd name="T1" fmla="*/ 3 h 3"/>
                  <a:gd name="T2" fmla="*/ 0 w 3"/>
                  <a:gd name="T3" fmla="*/ 0 h 3"/>
                  <a:gd name="T4" fmla="*/ 2 w 3"/>
                  <a:gd name="T5" fmla="*/ 3 h 3"/>
                </a:gdLst>
                <a:ahLst/>
                <a:cxnLst>
                  <a:cxn ang="0">
                    <a:pos x="T0" y="T1"/>
                  </a:cxn>
                  <a:cxn ang="0">
                    <a:pos x="T2" y="T3"/>
                  </a:cxn>
                  <a:cxn ang="0">
                    <a:pos x="T4" y="T5"/>
                  </a:cxn>
                </a:cxnLst>
                <a:rect l="0" t="0" r="r" b="b"/>
                <a:pathLst>
                  <a:path w="3" h="3">
                    <a:moveTo>
                      <a:pt x="2" y="3"/>
                    </a:moveTo>
                    <a:cubicBezTo>
                      <a:pt x="3" y="2"/>
                      <a:pt x="1" y="1"/>
                      <a:pt x="0" y="0"/>
                    </a:cubicBezTo>
                    <a:cubicBezTo>
                      <a:pt x="0" y="1"/>
                      <a:pt x="1" y="2"/>
                      <a:pt x="2"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sp>
          <p:nvSpPr>
            <p:cNvPr id="8" name="Freeform 407"/>
            <p:cNvSpPr/>
            <p:nvPr/>
          </p:nvSpPr>
          <p:spPr bwMode="auto">
            <a:xfrm>
              <a:off x="3716" y="2495"/>
              <a:ext cx="5" cy="4"/>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1"/>
                    <a:pt x="1" y="0"/>
                    <a:pt x="0" y="0"/>
                  </a:cubicBezTo>
                  <a:cubicBezTo>
                    <a:pt x="1" y="1"/>
                    <a:pt x="1"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 name="Freeform 408"/>
            <p:cNvSpPr/>
            <p:nvPr/>
          </p:nvSpPr>
          <p:spPr bwMode="auto">
            <a:xfrm>
              <a:off x="3706" y="2480"/>
              <a:ext cx="10" cy="15"/>
            </a:xfrm>
            <a:custGeom>
              <a:avLst/>
              <a:gdLst>
                <a:gd name="T0" fmla="*/ 5 w 5"/>
                <a:gd name="T1" fmla="*/ 7 h 7"/>
                <a:gd name="T2" fmla="*/ 2 w 5"/>
                <a:gd name="T3" fmla="*/ 3 h 7"/>
                <a:gd name="T4" fmla="*/ 2 w 5"/>
                <a:gd name="T5" fmla="*/ 1 h 7"/>
                <a:gd name="T6" fmla="*/ 3 w 5"/>
                <a:gd name="T7" fmla="*/ 7 h 7"/>
                <a:gd name="T8" fmla="*/ 3 w 5"/>
                <a:gd name="T9" fmla="*/ 7 h 7"/>
                <a:gd name="T10" fmla="*/ 5 w 5"/>
                <a:gd name="T11" fmla="*/ 7 h 7"/>
              </a:gdLst>
              <a:ahLst/>
              <a:cxnLst>
                <a:cxn ang="0">
                  <a:pos x="T0" y="T1"/>
                </a:cxn>
                <a:cxn ang="0">
                  <a:pos x="T2" y="T3"/>
                </a:cxn>
                <a:cxn ang="0">
                  <a:pos x="T4" y="T5"/>
                </a:cxn>
                <a:cxn ang="0">
                  <a:pos x="T6" y="T7"/>
                </a:cxn>
                <a:cxn ang="0">
                  <a:pos x="T8" y="T9"/>
                </a:cxn>
                <a:cxn ang="0">
                  <a:pos x="T10" y="T11"/>
                </a:cxn>
              </a:cxnLst>
              <a:rect l="0" t="0" r="r" b="b"/>
              <a:pathLst>
                <a:path w="5" h="7">
                  <a:moveTo>
                    <a:pt x="5" y="7"/>
                  </a:moveTo>
                  <a:cubicBezTo>
                    <a:pt x="4" y="5"/>
                    <a:pt x="4" y="3"/>
                    <a:pt x="2" y="3"/>
                  </a:cubicBezTo>
                  <a:cubicBezTo>
                    <a:pt x="1" y="1"/>
                    <a:pt x="4" y="3"/>
                    <a:pt x="2" y="1"/>
                  </a:cubicBezTo>
                  <a:cubicBezTo>
                    <a:pt x="0" y="0"/>
                    <a:pt x="1" y="4"/>
                    <a:pt x="3" y="7"/>
                  </a:cubicBezTo>
                  <a:cubicBezTo>
                    <a:pt x="3" y="7"/>
                    <a:pt x="3" y="7"/>
                    <a:pt x="3" y="7"/>
                  </a:cubicBezTo>
                  <a:cubicBezTo>
                    <a:pt x="4" y="7"/>
                    <a:pt x="4" y="7"/>
                    <a:pt x="5"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 name="Freeform 409"/>
            <p:cNvSpPr/>
            <p:nvPr/>
          </p:nvSpPr>
          <p:spPr bwMode="auto">
            <a:xfrm>
              <a:off x="3782" y="3038"/>
              <a:ext cx="2" cy="4"/>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0" y="2"/>
                    <a:pt x="1" y="1"/>
                    <a:pt x="1"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 name="Freeform 410"/>
            <p:cNvSpPr/>
            <p:nvPr/>
          </p:nvSpPr>
          <p:spPr bwMode="auto">
            <a:xfrm>
              <a:off x="3631" y="2249"/>
              <a:ext cx="3" cy="2"/>
            </a:xfrm>
            <a:custGeom>
              <a:avLst/>
              <a:gdLst>
                <a:gd name="T0" fmla="*/ 3 w 3"/>
                <a:gd name="T1" fmla="*/ 0 h 2"/>
                <a:gd name="T2" fmla="*/ 0 w 3"/>
                <a:gd name="T3" fmla="*/ 0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0" y="2"/>
                  </a:lnTo>
                  <a:lnTo>
                    <a:pt x="3"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 name="Freeform 411"/>
            <p:cNvSpPr/>
            <p:nvPr/>
          </p:nvSpPr>
          <p:spPr bwMode="auto">
            <a:xfrm>
              <a:off x="3988" y="3019"/>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 name="Freeform 412"/>
            <p:cNvSpPr/>
            <p:nvPr/>
          </p:nvSpPr>
          <p:spPr bwMode="auto">
            <a:xfrm>
              <a:off x="3856" y="3002"/>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 name="Freeform 413"/>
            <p:cNvSpPr/>
            <p:nvPr/>
          </p:nvSpPr>
          <p:spPr bwMode="auto">
            <a:xfrm>
              <a:off x="3924" y="2998"/>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0"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 name="Freeform 414"/>
            <p:cNvSpPr/>
            <p:nvPr/>
          </p:nvSpPr>
          <p:spPr bwMode="auto">
            <a:xfrm>
              <a:off x="3561" y="1990"/>
              <a:ext cx="3" cy="9"/>
            </a:xfrm>
            <a:custGeom>
              <a:avLst/>
              <a:gdLst>
                <a:gd name="T0" fmla="*/ 1 w 1"/>
                <a:gd name="T1" fmla="*/ 1 h 4"/>
                <a:gd name="T2" fmla="*/ 0 w 1"/>
                <a:gd name="T3" fmla="*/ 0 h 4"/>
                <a:gd name="T4" fmla="*/ 1 w 1"/>
                <a:gd name="T5" fmla="*/ 1 h 4"/>
              </a:gdLst>
              <a:ahLst/>
              <a:cxnLst>
                <a:cxn ang="0">
                  <a:pos x="T0" y="T1"/>
                </a:cxn>
                <a:cxn ang="0">
                  <a:pos x="T2" y="T3"/>
                </a:cxn>
                <a:cxn ang="0">
                  <a:pos x="T4" y="T5"/>
                </a:cxn>
              </a:cxnLst>
              <a:rect l="0" t="0" r="r" b="b"/>
              <a:pathLst>
                <a:path w="1" h="4">
                  <a:moveTo>
                    <a:pt x="1" y="1"/>
                  </a:moveTo>
                  <a:cubicBezTo>
                    <a:pt x="1" y="1"/>
                    <a:pt x="0" y="0"/>
                    <a:pt x="0" y="0"/>
                  </a:cubicBezTo>
                  <a:cubicBezTo>
                    <a:pt x="0" y="3"/>
                    <a:pt x="0" y="4"/>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 name="Freeform 415"/>
            <p:cNvSpPr/>
            <p:nvPr/>
          </p:nvSpPr>
          <p:spPr bwMode="auto">
            <a:xfrm>
              <a:off x="3795" y="3040"/>
              <a:ext cx="2" cy="2"/>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0"/>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 name="Freeform 416"/>
            <p:cNvSpPr/>
            <p:nvPr/>
          </p:nvSpPr>
          <p:spPr bwMode="auto">
            <a:xfrm>
              <a:off x="3958" y="30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 name="Freeform 417"/>
            <p:cNvSpPr/>
            <p:nvPr/>
          </p:nvSpPr>
          <p:spPr bwMode="auto">
            <a:xfrm>
              <a:off x="3982" y="3027"/>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 name="Freeform 418"/>
            <p:cNvSpPr/>
            <p:nvPr/>
          </p:nvSpPr>
          <p:spPr bwMode="auto">
            <a:xfrm>
              <a:off x="3595" y="18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 name="Freeform 419"/>
            <p:cNvSpPr/>
            <p:nvPr/>
          </p:nvSpPr>
          <p:spPr bwMode="auto">
            <a:xfrm>
              <a:off x="3757" y="2981"/>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 name="Freeform 420"/>
            <p:cNvSpPr/>
            <p:nvPr/>
          </p:nvSpPr>
          <p:spPr bwMode="auto">
            <a:xfrm>
              <a:off x="3627" y="1789"/>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 name="Freeform 421"/>
            <p:cNvSpPr/>
            <p:nvPr/>
          </p:nvSpPr>
          <p:spPr bwMode="auto">
            <a:xfrm>
              <a:off x="3578" y="17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 name="Rectangle 422"/>
            <p:cNvSpPr>
              <a:spLocks noChangeArrowheads="1"/>
            </p:cNvSpPr>
            <p:nvPr/>
          </p:nvSpPr>
          <p:spPr bwMode="auto">
            <a:xfrm>
              <a:off x="3593" y="1825"/>
              <a:ext cx="1"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 name="Freeform 423"/>
            <p:cNvSpPr/>
            <p:nvPr/>
          </p:nvSpPr>
          <p:spPr bwMode="auto">
            <a:xfrm>
              <a:off x="3593" y="1825"/>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 name="Freeform 424"/>
            <p:cNvSpPr/>
            <p:nvPr/>
          </p:nvSpPr>
          <p:spPr bwMode="auto">
            <a:xfrm>
              <a:off x="3593" y="1825"/>
              <a:ext cx="0" cy="2"/>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 name="Freeform 425"/>
            <p:cNvSpPr/>
            <p:nvPr/>
          </p:nvSpPr>
          <p:spPr bwMode="auto">
            <a:xfrm>
              <a:off x="3638" y="2417"/>
              <a:ext cx="6" cy="6"/>
            </a:xfrm>
            <a:custGeom>
              <a:avLst/>
              <a:gdLst>
                <a:gd name="T0" fmla="*/ 1 w 3"/>
                <a:gd name="T1" fmla="*/ 2 h 3"/>
                <a:gd name="T2" fmla="*/ 3 w 3"/>
                <a:gd name="T3" fmla="*/ 2 h 3"/>
                <a:gd name="T4" fmla="*/ 1 w 3"/>
                <a:gd name="T5" fmla="*/ 2 h 3"/>
              </a:gdLst>
              <a:ahLst/>
              <a:cxnLst>
                <a:cxn ang="0">
                  <a:pos x="T0" y="T1"/>
                </a:cxn>
                <a:cxn ang="0">
                  <a:pos x="T2" y="T3"/>
                </a:cxn>
                <a:cxn ang="0">
                  <a:pos x="T4" y="T5"/>
                </a:cxn>
              </a:cxnLst>
              <a:rect l="0" t="0" r="r" b="b"/>
              <a:pathLst>
                <a:path w="3" h="3">
                  <a:moveTo>
                    <a:pt x="1" y="2"/>
                  </a:moveTo>
                  <a:cubicBezTo>
                    <a:pt x="2" y="2"/>
                    <a:pt x="3" y="3"/>
                    <a:pt x="3" y="2"/>
                  </a:cubicBezTo>
                  <a:cubicBezTo>
                    <a:pt x="0" y="0"/>
                    <a:pt x="0" y="0"/>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 name="Freeform 426"/>
            <p:cNvSpPr/>
            <p:nvPr/>
          </p:nvSpPr>
          <p:spPr bwMode="auto">
            <a:xfrm>
              <a:off x="3708" y="2743"/>
              <a:ext cx="2" cy="7"/>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1" y="3"/>
                    <a:pt x="1" y="0"/>
                    <a:pt x="0" y="0"/>
                  </a:cubicBezTo>
                  <a:cubicBezTo>
                    <a:pt x="0" y="0"/>
                    <a:pt x="0" y="3"/>
                    <a:pt x="1"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 name="Freeform 427"/>
            <p:cNvSpPr/>
            <p:nvPr/>
          </p:nvSpPr>
          <p:spPr bwMode="auto">
            <a:xfrm>
              <a:off x="3714" y="2737"/>
              <a:ext cx="4" cy="2"/>
            </a:xfrm>
            <a:custGeom>
              <a:avLst/>
              <a:gdLst>
                <a:gd name="T0" fmla="*/ 1 w 2"/>
                <a:gd name="T1" fmla="*/ 1 h 1"/>
                <a:gd name="T2" fmla="*/ 0 w 2"/>
                <a:gd name="T3" fmla="*/ 0 h 1"/>
                <a:gd name="T4" fmla="*/ 1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0" y="0"/>
                    <a:pt x="0" y="0"/>
                  </a:cubicBezTo>
                  <a:cubicBezTo>
                    <a:pt x="0" y="0"/>
                    <a:pt x="1" y="1"/>
                    <a:pt x="1" y="1"/>
                  </a:cubicBezTo>
                  <a:cubicBezTo>
                    <a:pt x="1" y="1"/>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 name="Freeform 428"/>
            <p:cNvSpPr/>
            <p:nvPr/>
          </p:nvSpPr>
          <p:spPr bwMode="auto">
            <a:xfrm>
              <a:off x="3706" y="2737"/>
              <a:ext cx="10" cy="4"/>
            </a:xfrm>
            <a:custGeom>
              <a:avLst/>
              <a:gdLst>
                <a:gd name="T0" fmla="*/ 0 w 5"/>
                <a:gd name="T1" fmla="*/ 1 h 2"/>
                <a:gd name="T2" fmla="*/ 4 w 5"/>
                <a:gd name="T3" fmla="*/ 1 h 2"/>
                <a:gd name="T4" fmla="*/ 5 w 5"/>
                <a:gd name="T5" fmla="*/ 2 h 2"/>
                <a:gd name="T6" fmla="*/ 3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2"/>
                    <a:pt x="3" y="2"/>
                    <a:pt x="4" y="1"/>
                  </a:cubicBezTo>
                  <a:cubicBezTo>
                    <a:pt x="4" y="1"/>
                    <a:pt x="5" y="2"/>
                    <a:pt x="5" y="2"/>
                  </a:cubicBezTo>
                  <a:cubicBezTo>
                    <a:pt x="4" y="1"/>
                    <a:pt x="4" y="1"/>
                    <a:pt x="3" y="1"/>
                  </a:cubicBezTo>
                  <a:cubicBezTo>
                    <a:pt x="3" y="1"/>
                    <a:pt x="1" y="0"/>
                    <a:pt x="2" y="1"/>
                  </a:cubicBezTo>
                  <a:cubicBezTo>
                    <a:pt x="2" y="1"/>
                    <a:pt x="1"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 name="Freeform 429"/>
            <p:cNvSpPr/>
            <p:nvPr/>
          </p:nvSpPr>
          <p:spPr bwMode="auto">
            <a:xfrm>
              <a:off x="3755" y="2718"/>
              <a:ext cx="4" cy="6"/>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cubicBezTo>
                    <a:pt x="0" y="0"/>
                    <a:pt x="0" y="0"/>
                    <a:pt x="0" y="0"/>
                  </a:cubicBezTo>
                  <a:cubicBezTo>
                    <a:pt x="1" y="2"/>
                    <a:pt x="1" y="2"/>
                    <a:pt x="2"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 name="Freeform 430"/>
            <p:cNvSpPr/>
            <p:nvPr/>
          </p:nvSpPr>
          <p:spPr bwMode="auto">
            <a:xfrm>
              <a:off x="3761" y="2733"/>
              <a:ext cx="4" cy="17"/>
            </a:xfrm>
            <a:custGeom>
              <a:avLst/>
              <a:gdLst>
                <a:gd name="T0" fmla="*/ 1 w 2"/>
                <a:gd name="T1" fmla="*/ 7 h 8"/>
                <a:gd name="T2" fmla="*/ 0 w 2"/>
                <a:gd name="T3" fmla="*/ 3 h 8"/>
                <a:gd name="T4" fmla="*/ 1 w 2"/>
                <a:gd name="T5" fmla="*/ 7 h 8"/>
              </a:gdLst>
              <a:ahLst/>
              <a:cxnLst>
                <a:cxn ang="0">
                  <a:pos x="T0" y="T1"/>
                </a:cxn>
                <a:cxn ang="0">
                  <a:pos x="T2" y="T3"/>
                </a:cxn>
                <a:cxn ang="0">
                  <a:pos x="T4" y="T5"/>
                </a:cxn>
              </a:cxnLst>
              <a:rect l="0" t="0" r="r" b="b"/>
              <a:pathLst>
                <a:path w="2" h="8">
                  <a:moveTo>
                    <a:pt x="1" y="7"/>
                  </a:moveTo>
                  <a:cubicBezTo>
                    <a:pt x="2" y="0"/>
                    <a:pt x="1" y="8"/>
                    <a:pt x="0" y="3"/>
                  </a:cubicBezTo>
                  <a:cubicBezTo>
                    <a:pt x="0" y="5"/>
                    <a:pt x="0" y="6"/>
                    <a:pt x="1"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 name="Freeform 431"/>
            <p:cNvSpPr/>
            <p:nvPr/>
          </p:nvSpPr>
          <p:spPr bwMode="auto">
            <a:xfrm>
              <a:off x="3759" y="2720"/>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 name="Freeform 432"/>
            <p:cNvSpPr/>
            <p:nvPr/>
          </p:nvSpPr>
          <p:spPr bwMode="auto">
            <a:xfrm>
              <a:off x="3761" y="2714"/>
              <a:ext cx="6" cy="12"/>
            </a:xfrm>
            <a:custGeom>
              <a:avLst/>
              <a:gdLst>
                <a:gd name="T0" fmla="*/ 0 w 3"/>
                <a:gd name="T1" fmla="*/ 5 h 6"/>
                <a:gd name="T2" fmla="*/ 3 w 3"/>
                <a:gd name="T3" fmla="*/ 3 h 6"/>
                <a:gd name="T4" fmla="*/ 0 w 3"/>
                <a:gd name="T5" fmla="*/ 5 h 6"/>
              </a:gdLst>
              <a:ahLst/>
              <a:cxnLst>
                <a:cxn ang="0">
                  <a:pos x="T0" y="T1"/>
                </a:cxn>
                <a:cxn ang="0">
                  <a:pos x="T2" y="T3"/>
                </a:cxn>
                <a:cxn ang="0">
                  <a:pos x="T4" y="T5"/>
                </a:cxn>
              </a:cxnLst>
              <a:rect l="0" t="0" r="r" b="b"/>
              <a:pathLst>
                <a:path w="3" h="6">
                  <a:moveTo>
                    <a:pt x="0" y="5"/>
                  </a:moveTo>
                  <a:cubicBezTo>
                    <a:pt x="1" y="6"/>
                    <a:pt x="2" y="3"/>
                    <a:pt x="3" y="3"/>
                  </a:cubicBezTo>
                  <a:cubicBezTo>
                    <a:pt x="2" y="0"/>
                    <a:pt x="1" y="4"/>
                    <a:pt x="0" y="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 name="Freeform 433"/>
            <p:cNvSpPr/>
            <p:nvPr/>
          </p:nvSpPr>
          <p:spPr bwMode="auto">
            <a:xfrm>
              <a:off x="3712" y="273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 name="Freeform 434"/>
            <p:cNvSpPr>
              <a:spLocks noEditPoints="1"/>
            </p:cNvSpPr>
            <p:nvPr/>
          </p:nvSpPr>
          <p:spPr bwMode="auto">
            <a:xfrm>
              <a:off x="3742" y="2907"/>
              <a:ext cx="384" cy="146"/>
            </a:xfrm>
            <a:custGeom>
              <a:avLst/>
              <a:gdLst>
                <a:gd name="T0" fmla="*/ 150 w 181"/>
                <a:gd name="T1" fmla="*/ 21 h 69"/>
                <a:gd name="T2" fmla="*/ 144 w 181"/>
                <a:gd name="T3" fmla="*/ 25 h 69"/>
                <a:gd name="T4" fmla="*/ 103 w 181"/>
                <a:gd name="T5" fmla="*/ 42 h 69"/>
                <a:gd name="T6" fmla="*/ 91 w 181"/>
                <a:gd name="T7" fmla="*/ 45 h 69"/>
                <a:gd name="T8" fmla="*/ 79 w 181"/>
                <a:gd name="T9" fmla="*/ 44 h 69"/>
                <a:gd name="T10" fmla="*/ 60 w 181"/>
                <a:gd name="T11" fmla="*/ 44 h 69"/>
                <a:gd name="T12" fmla="*/ 50 w 181"/>
                <a:gd name="T13" fmla="*/ 47 h 69"/>
                <a:gd name="T14" fmla="*/ 32 w 181"/>
                <a:gd name="T15" fmla="*/ 47 h 69"/>
                <a:gd name="T16" fmla="*/ 22 w 181"/>
                <a:gd name="T17" fmla="*/ 44 h 69"/>
                <a:gd name="T18" fmla="*/ 10 w 181"/>
                <a:gd name="T19" fmla="*/ 39 h 69"/>
                <a:gd name="T20" fmla="*/ 10 w 181"/>
                <a:gd name="T21" fmla="*/ 37 h 69"/>
                <a:gd name="T22" fmla="*/ 10 w 181"/>
                <a:gd name="T23" fmla="*/ 35 h 69"/>
                <a:gd name="T24" fmla="*/ 10 w 181"/>
                <a:gd name="T25" fmla="*/ 34 h 69"/>
                <a:gd name="T26" fmla="*/ 10 w 181"/>
                <a:gd name="T27" fmla="*/ 30 h 69"/>
                <a:gd name="T28" fmla="*/ 2 w 181"/>
                <a:gd name="T29" fmla="*/ 32 h 69"/>
                <a:gd name="T30" fmla="*/ 6 w 181"/>
                <a:gd name="T31" fmla="*/ 44 h 69"/>
                <a:gd name="T32" fmla="*/ 10 w 181"/>
                <a:gd name="T33" fmla="*/ 51 h 69"/>
                <a:gd name="T34" fmla="*/ 4 w 181"/>
                <a:gd name="T35" fmla="*/ 55 h 69"/>
                <a:gd name="T36" fmla="*/ 8 w 181"/>
                <a:gd name="T37" fmla="*/ 58 h 69"/>
                <a:gd name="T38" fmla="*/ 13 w 181"/>
                <a:gd name="T39" fmla="*/ 57 h 69"/>
                <a:gd name="T40" fmla="*/ 13 w 181"/>
                <a:gd name="T41" fmla="*/ 60 h 69"/>
                <a:gd name="T42" fmla="*/ 19 w 181"/>
                <a:gd name="T43" fmla="*/ 57 h 69"/>
                <a:gd name="T44" fmla="*/ 20 w 181"/>
                <a:gd name="T45" fmla="*/ 63 h 69"/>
                <a:gd name="T46" fmla="*/ 22 w 181"/>
                <a:gd name="T47" fmla="*/ 66 h 69"/>
                <a:gd name="T48" fmla="*/ 24 w 181"/>
                <a:gd name="T49" fmla="*/ 64 h 69"/>
                <a:gd name="T50" fmla="*/ 28 w 181"/>
                <a:gd name="T51" fmla="*/ 64 h 69"/>
                <a:gd name="T52" fmla="*/ 31 w 181"/>
                <a:gd name="T53" fmla="*/ 66 h 69"/>
                <a:gd name="T54" fmla="*/ 36 w 181"/>
                <a:gd name="T55" fmla="*/ 58 h 69"/>
                <a:gd name="T56" fmla="*/ 36 w 181"/>
                <a:gd name="T57" fmla="*/ 65 h 69"/>
                <a:gd name="T58" fmla="*/ 46 w 181"/>
                <a:gd name="T59" fmla="*/ 67 h 69"/>
                <a:gd name="T60" fmla="*/ 50 w 181"/>
                <a:gd name="T61" fmla="*/ 66 h 69"/>
                <a:gd name="T62" fmla="*/ 55 w 181"/>
                <a:gd name="T63" fmla="*/ 62 h 69"/>
                <a:gd name="T64" fmla="*/ 65 w 181"/>
                <a:gd name="T65" fmla="*/ 66 h 69"/>
                <a:gd name="T66" fmla="*/ 69 w 181"/>
                <a:gd name="T67" fmla="*/ 63 h 69"/>
                <a:gd name="T68" fmla="*/ 71 w 181"/>
                <a:gd name="T69" fmla="*/ 63 h 69"/>
                <a:gd name="T70" fmla="*/ 72 w 181"/>
                <a:gd name="T71" fmla="*/ 61 h 69"/>
                <a:gd name="T72" fmla="*/ 76 w 181"/>
                <a:gd name="T73" fmla="*/ 65 h 69"/>
                <a:gd name="T74" fmla="*/ 79 w 181"/>
                <a:gd name="T75" fmla="*/ 63 h 69"/>
                <a:gd name="T76" fmla="*/ 88 w 181"/>
                <a:gd name="T77" fmla="*/ 60 h 69"/>
                <a:gd name="T78" fmla="*/ 92 w 181"/>
                <a:gd name="T79" fmla="*/ 62 h 69"/>
                <a:gd name="T80" fmla="*/ 98 w 181"/>
                <a:gd name="T81" fmla="*/ 60 h 69"/>
                <a:gd name="T82" fmla="*/ 102 w 181"/>
                <a:gd name="T83" fmla="*/ 59 h 69"/>
                <a:gd name="T84" fmla="*/ 103 w 181"/>
                <a:gd name="T85" fmla="*/ 59 h 69"/>
                <a:gd name="T86" fmla="*/ 108 w 181"/>
                <a:gd name="T87" fmla="*/ 58 h 69"/>
                <a:gd name="T88" fmla="*/ 115 w 181"/>
                <a:gd name="T89" fmla="*/ 53 h 69"/>
                <a:gd name="T90" fmla="*/ 117 w 181"/>
                <a:gd name="T91" fmla="*/ 52 h 69"/>
                <a:gd name="T92" fmla="*/ 122 w 181"/>
                <a:gd name="T93" fmla="*/ 45 h 69"/>
                <a:gd name="T94" fmla="*/ 127 w 181"/>
                <a:gd name="T95" fmla="*/ 45 h 69"/>
                <a:gd name="T96" fmla="*/ 134 w 181"/>
                <a:gd name="T97" fmla="*/ 43 h 69"/>
                <a:gd name="T98" fmla="*/ 139 w 181"/>
                <a:gd name="T99" fmla="*/ 41 h 69"/>
                <a:gd name="T100" fmla="*/ 152 w 181"/>
                <a:gd name="T101" fmla="*/ 37 h 69"/>
                <a:gd name="T102" fmla="*/ 156 w 181"/>
                <a:gd name="T103" fmla="*/ 35 h 69"/>
                <a:gd name="T104" fmla="*/ 163 w 181"/>
                <a:gd name="T105" fmla="*/ 27 h 69"/>
                <a:gd name="T106" fmla="*/ 167 w 181"/>
                <a:gd name="T107" fmla="*/ 19 h 69"/>
                <a:gd name="T108" fmla="*/ 10 w 181"/>
                <a:gd name="T109" fmla="*/ 31 h 69"/>
                <a:gd name="T110" fmla="*/ 10 w 181"/>
                <a:gd name="T111" fmla="*/ 35 h 69"/>
                <a:gd name="T112" fmla="*/ 9 w 181"/>
                <a:gd name="T113" fmla="*/ 34 h 69"/>
                <a:gd name="T114" fmla="*/ 7 w 181"/>
                <a:gd name="T115" fmla="*/ 35 h 69"/>
                <a:gd name="T116" fmla="*/ 8 w 181"/>
                <a:gd name="T117" fmla="*/ 36 h 69"/>
                <a:gd name="T118" fmla="*/ 10 w 181"/>
                <a:gd name="T119"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1" h="69">
                  <a:moveTo>
                    <a:pt x="177" y="5"/>
                  </a:moveTo>
                  <a:cubicBezTo>
                    <a:pt x="177" y="2"/>
                    <a:pt x="172" y="0"/>
                    <a:pt x="172" y="0"/>
                  </a:cubicBezTo>
                  <a:cubicBezTo>
                    <a:pt x="172" y="4"/>
                    <a:pt x="169" y="7"/>
                    <a:pt x="164" y="8"/>
                  </a:cubicBezTo>
                  <a:cubicBezTo>
                    <a:pt x="163" y="9"/>
                    <a:pt x="163" y="11"/>
                    <a:pt x="162" y="11"/>
                  </a:cubicBezTo>
                  <a:cubicBezTo>
                    <a:pt x="159" y="15"/>
                    <a:pt x="152" y="15"/>
                    <a:pt x="149" y="19"/>
                  </a:cubicBezTo>
                  <a:cubicBezTo>
                    <a:pt x="150" y="19"/>
                    <a:pt x="150" y="20"/>
                    <a:pt x="150" y="21"/>
                  </a:cubicBezTo>
                  <a:cubicBezTo>
                    <a:pt x="150" y="20"/>
                    <a:pt x="150" y="20"/>
                    <a:pt x="150" y="20"/>
                  </a:cubicBezTo>
                  <a:cubicBezTo>
                    <a:pt x="150" y="22"/>
                    <a:pt x="150" y="22"/>
                    <a:pt x="150" y="22"/>
                  </a:cubicBezTo>
                  <a:cubicBezTo>
                    <a:pt x="150" y="22"/>
                    <a:pt x="149" y="21"/>
                    <a:pt x="149" y="20"/>
                  </a:cubicBezTo>
                  <a:cubicBezTo>
                    <a:pt x="147" y="21"/>
                    <a:pt x="146" y="23"/>
                    <a:pt x="144" y="24"/>
                  </a:cubicBezTo>
                  <a:cubicBezTo>
                    <a:pt x="145" y="26"/>
                    <a:pt x="143" y="24"/>
                    <a:pt x="144" y="26"/>
                  </a:cubicBezTo>
                  <a:cubicBezTo>
                    <a:pt x="144" y="25"/>
                    <a:pt x="144" y="25"/>
                    <a:pt x="144" y="25"/>
                  </a:cubicBezTo>
                  <a:cubicBezTo>
                    <a:pt x="143" y="27"/>
                    <a:pt x="143" y="27"/>
                    <a:pt x="141" y="25"/>
                  </a:cubicBezTo>
                  <a:cubicBezTo>
                    <a:pt x="135" y="26"/>
                    <a:pt x="130" y="30"/>
                    <a:pt x="125" y="31"/>
                  </a:cubicBezTo>
                  <a:cubicBezTo>
                    <a:pt x="119" y="33"/>
                    <a:pt x="114" y="37"/>
                    <a:pt x="108" y="39"/>
                  </a:cubicBezTo>
                  <a:cubicBezTo>
                    <a:pt x="108" y="42"/>
                    <a:pt x="106" y="41"/>
                    <a:pt x="106" y="44"/>
                  </a:cubicBezTo>
                  <a:cubicBezTo>
                    <a:pt x="106" y="43"/>
                    <a:pt x="106" y="43"/>
                    <a:pt x="106" y="43"/>
                  </a:cubicBezTo>
                  <a:cubicBezTo>
                    <a:pt x="105" y="45"/>
                    <a:pt x="104" y="43"/>
                    <a:pt x="103" y="42"/>
                  </a:cubicBezTo>
                  <a:cubicBezTo>
                    <a:pt x="103" y="44"/>
                    <a:pt x="102" y="43"/>
                    <a:pt x="103" y="45"/>
                  </a:cubicBezTo>
                  <a:cubicBezTo>
                    <a:pt x="103" y="46"/>
                    <a:pt x="102" y="42"/>
                    <a:pt x="101" y="43"/>
                  </a:cubicBezTo>
                  <a:cubicBezTo>
                    <a:pt x="101" y="42"/>
                    <a:pt x="101" y="44"/>
                    <a:pt x="101" y="44"/>
                  </a:cubicBezTo>
                  <a:cubicBezTo>
                    <a:pt x="100" y="46"/>
                    <a:pt x="101" y="42"/>
                    <a:pt x="99" y="41"/>
                  </a:cubicBezTo>
                  <a:cubicBezTo>
                    <a:pt x="96" y="42"/>
                    <a:pt x="94" y="45"/>
                    <a:pt x="91" y="44"/>
                  </a:cubicBezTo>
                  <a:cubicBezTo>
                    <a:pt x="91" y="44"/>
                    <a:pt x="91" y="45"/>
                    <a:pt x="91" y="45"/>
                  </a:cubicBezTo>
                  <a:cubicBezTo>
                    <a:pt x="90" y="42"/>
                    <a:pt x="90" y="46"/>
                    <a:pt x="90" y="45"/>
                  </a:cubicBezTo>
                  <a:cubicBezTo>
                    <a:pt x="90" y="44"/>
                    <a:pt x="90" y="44"/>
                    <a:pt x="90" y="44"/>
                  </a:cubicBezTo>
                  <a:cubicBezTo>
                    <a:pt x="88" y="43"/>
                    <a:pt x="88" y="45"/>
                    <a:pt x="86" y="44"/>
                  </a:cubicBezTo>
                  <a:cubicBezTo>
                    <a:pt x="85" y="45"/>
                    <a:pt x="84" y="42"/>
                    <a:pt x="83" y="44"/>
                  </a:cubicBezTo>
                  <a:cubicBezTo>
                    <a:pt x="83" y="43"/>
                    <a:pt x="83" y="43"/>
                    <a:pt x="82" y="43"/>
                  </a:cubicBezTo>
                  <a:cubicBezTo>
                    <a:pt x="82" y="47"/>
                    <a:pt x="80" y="42"/>
                    <a:pt x="79" y="44"/>
                  </a:cubicBezTo>
                  <a:cubicBezTo>
                    <a:pt x="79" y="44"/>
                    <a:pt x="79" y="44"/>
                    <a:pt x="79" y="44"/>
                  </a:cubicBezTo>
                  <a:cubicBezTo>
                    <a:pt x="76" y="44"/>
                    <a:pt x="73" y="43"/>
                    <a:pt x="70" y="46"/>
                  </a:cubicBezTo>
                  <a:cubicBezTo>
                    <a:pt x="68" y="46"/>
                    <a:pt x="66" y="43"/>
                    <a:pt x="64" y="44"/>
                  </a:cubicBezTo>
                  <a:cubicBezTo>
                    <a:pt x="64" y="46"/>
                    <a:pt x="64" y="46"/>
                    <a:pt x="64" y="46"/>
                  </a:cubicBezTo>
                  <a:cubicBezTo>
                    <a:pt x="63" y="46"/>
                    <a:pt x="64" y="45"/>
                    <a:pt x="64" y="44"/>
                  </a:cubicBezTo>
                  <a:cubicBezTo>
                    <a:pt x="63" y="46"/>
                    <a:pt x="61" y="44"/>
                    <a:pt x="60" y="44"/>
                  </a:cubicBezTo>
                  <a:cubicBezTo>
                    <a:pt x="60" y="45"/>
                    <a:pt x="60" y="45"/>
                    <a:pt x="60" y="46"/>
                  </a:cubicBezTo>
                  <a:cubicBezTo>
                    <a:pt x="59" y="43"/>
                    <a:pt x="57" y="47"/>
                    <a:pt x="55" y="45"/>
                  </a:cubicBezTo>
                  <a:cubicBezTo>
                    <a:pt x="56" y="48"/>
                    <a:pt x="55" y="47"/>
                    <a:pt x="54" y="48"/>
                  </a:cubicBezTo>
                  <a:cubicBezTo>
                    <a:pt x="54" y="47"/>
                    <a:pt x="54" y="46"/>
                    <a:pt x="54" y="46"/>
                  </a:cubicBezTo>
                  <a:cubicBezTo>
                    <a:pt x="53" y="46"/>
                    <a:pt x="52" y="46"/>
                    <a:pt x="51" y="45"/>
                  </a:cubicBezTo>
                  <a:cubicBezTo>
                    <a:pt x="51" y="46"/>
                    <a:pt x="50" y="48"/>
                    <a:pt x="50" y="47"/>
                  </a:cubicBezTo>
                  <a:cubicBezTo>
                    <a:pt x="49" y="45"/>
                    <a:pt x="48" y="47"/>
                    <a:pt x="48" y="46"/>
                  </a:cubicBezTo>
                  <a:cubicBezTo>
                    <a:pt x="48" y="48"/>
                    <a:pt x="47" y="49"/>
                    <a:pt x="46" y="49"/>
                  </a:cubicBezTo>
                  <a:cubicBezTo>
                    <a:pt x="47" y="46"/>
                    <a:pt x="47" y="46"/>
                    <a:pt x="47" y="46"/>
                  </a:cubicBezTo>
                  <a:cubicBezTo>
                    <a:pt x="44" y="47"/>
                    <a:pt x="42" y="44"/>
                    <a:pt x="39" y="47"/>
                  </a:cubicBezTo>
                  <a:cubicBezTo>
                    <a:pt x="39" y="45"/>
                    <a:pt x="39" y="45"/>
                    <a:pt x="39" y="45"/>
                  </a:cubicBezTo>
                  <a:cubicBezTo>
                    <a:pt x="36" y="47"/>
                    <a:pt x="35" y="45"/>
                    <a:pt x="32" y="47"/>
                  </a:cubicBezTo>
                  <a:cubicBezTo>
                    <a:pt x="33" y="46"/>
                    <a:pt x="30" y="45"/>
                    <a:pt x="30" y="45"/>
                  </a:cubicBezTo>
                  <a:cubicBezTo>
                    <a:pt x="29" y="46"/>
                    <a:pt x="28" y="46"/>
                    <a:pt x="27" y="48"/>
                  </a:cubicBezTo>
                  <a:cubicBezTo>
                    <a:pt x="27" y="48"/>
                    <a:pt x="27" y="46"/>
                    <a:pt x="27" y="46"/>
                  </a:cubicBezTo>
                  <a:cubicBezTo>
                    <a:pt x="26" y="45"/>
                    <a:pt x="26" y="43"/>
                    <a:pt x="25" y="45"/>
                  </a:cubicBezTo>
                  <a:cubicBezTo>
                    <a:pt x="25" y="43"/>
                    <a:pt x="25" y="43"/>
                    <a:pt x="25" y="43"/>
                  </a:cubicBezTo>
                  <a:cubicBezTo>
                    <a:pt x="24" y="44"/>
                    <a:pt x="22" y="46"/>
                    <a:pt x="22" y="44"/>
                  </a:cubicBezTo>
                  <a:cubicBezTo>
                    <a:pt x="21" y="45"/>
                    <a:pt x="20" y="45"/>
                    <a:pt x="20" y="46"/>
                  </a:cubicBezTo>
                  <a:cubicBezTo>
                    <a:pt x="19" y="46"/>
                    <a:pt x="20" y="44"/>
                    <a:pt x="19" y="45"/>
                  </a:cubicBezTo>
                  <a:cubicBezTo>
                    <a:pt x="21" y="44"/>
                    <a:pt x="21" y="44"/>
                    <a:pt x="21" y="44"/>
                  </a:cubicBezTo>
                  <a:cubicBezTo>
                    <a:pt x="19" y="42"/>
                    <a:pt x="17" y="42"/>
                    <a:pt x="15" y="42"/>
                  </a:cubicBezTo>
                  <a:cubicBezTo>
                    <a:pt x="16" y="40"/>
                    <a:pt x="13" y="41"/>
                    <a:pt x="13" y="39"/>
                  </a:cubicBezTo>
                  <a:cubicBezTo>
                    <a:pt x="12" y="40"/>
                    <a:pt x="13" y="38"/>
                    <a:pt x="10" y="39"/>
                  </a:cubicBezTo>
                  <a:cubicBezTo>
                    <a:pt x="11" y="39"/>
                    <a:pt x="11" y="39"/>
                    <a:pt x="11" y="39"/>
                  </a:cubicBezTo>
                  <a:cubicBezTo>
                    <a:pt x="11" y="38"/>
                    <a:pt x="11" y="37"/>
                    <a:pt x="12" y="37"/>
                  </a:cubicBezTo>
                  <a:cubicBezTo>
                    <a:pt x="12" y="37"/>
                    <a:pt x="11" y="37"/>
                    <a:pt x="11" y="37"/>
                  </a:cubicBezTo>
                  <a:cubicBezTo>
                    <a:pt x="11" y="36"/>
                    <a:pt x="11" y="36"/>
                    <a:pt x="11" y="36"/>
                  </a:cubicBezTo>
                  <a:cubicBezTo>
                    <a:pt x="11" y="36"/>
                    <a:pt x="11" y="36"/>
                    <a:pt x="11" y="37"/>
                  </a:cubicBezTo>
                  <a:cubicBezTo>
                    <a:pt x="10" y="37"/>
                    <a:pt x="10" y="37"/>
                    <a:pt x="10" y="37"/>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1" y="36"/>
                    <a:pt x="11" y="36"/>
                  </a:cubicBezTo>
                  <a:cubicBezTo>
                    <a:pt x="11" y="36"/>
                    <a:pt x="11" y="36"/>
                    <a:pt x="10" y="35"/>
                  </a:cubicBezTo>
                  <a:cubicBezTo>
                    <a:pt x="10" y="35"/>
                    <a:pt x="10" y="35"/>
                    <a:pt x="10" y="35"/>
                  </a:cubicBezTo>
                  <a:cubicBezTo>
                    <a:pt x="11" y="35"/>
                    <a:pt x="11" y="35"/>
                    <a:pt x="11" y="35"/>
                  </a:cubicBezTo>
                  <a:cubicBezTo>
                    <a:pt x="11" y="35"/>
                    <a:pt x="11" y="35"/>
                    <a:pt x="11" y="34"/>
                  </a:cubicBezTo>
                  <a:cubicBezTo>
                    <a:pt x="11" y="34"/>
                    <a:pt x="11" y="34"/>
                    <a:pt x="11" y="34"/>
                  </a:cubicBezTo>
                  <a:cubicBezTo>
                    <a:pt x="11" y="34"/>
                    <a:pt x="11" y="34"/>
                    <a:pt x="11" y="34"/>
                  </a:cubicBezTo>
                  <a:cubicBezTo>
                    <a:pt x="9" y="35"/>
                    <a:pt x="12" y="34"/>
                    <a:pt x="10" y="34"/>
                  </a:cubicBezTo>
                  <a:cubicBezTo>
                    <a:pt x="10" y="34"/>
                    <a:pt x="10" y="33"/>
                    <a:pt x="11" y="32"/>
                  </a:cubicBezTo>
                  <a:cubicBezTo>
                    <a:pt x="10" y="34"/>
                    <a:pt x="10" y="32"/>
                    <a:pt x="10" y="31"/>
                  </a:cubicBezTo>
                  <a:cubicBezTo>
                    <a:pt x="10" y="31"/>
                    <a:pt x="10" y="31"/>
                    <a:pt x="10" y="31"/>
                  </a:cubicBezTo>
                  <a:cubicBezTo>
                    <a:pt x="10" y="30"/>
                    <a:pt x="10" y="30"/>
                    <a:pt x="10" y="29"/>
                  </a:cubicBezTo>
                  <a:cubicBezTo>
                    <a:pt x="10" y="29"/>
                    <a:pt x="10" y="29"/>
                    <a:pt x="10" y="29"/>
                  </a:cubicBezTo>
                  <a:cubicBezTo>
                    <a:pt x="10" y="29"/>
                    <a:pt x="10" y="30"/>
                    <a:pt x="10" y="30"/>
                  </a:cubicBezTo>
                  <a:cubicBezTo>
                    <a:pt x="10" y="30"/>
                    <a:pt x="9" y="30"/>
                    <a:pt x="5" y="31"/>
                  </a:cubicBezTo>
                  <a:cubicBezTo>
                    <a:pt x="4" y="32"/>
                    <a:pt x="9" y="31"/>
                    <a:pt x="8" y="32"/>
                  </a:cubicBezTo>
                  <a:cubicBezTo>
                    <a:pt x="5" y="32"/>
                    <a:pt x="9" y="34"/>
                    <a:pt x="6" y="34"/>
                  </a:cubicBezTo>
                  <a:cubicBezTo>
                    <a:pt x="4" y="33"/>
                    <a:pt x="4" y="33"/>
                    <a:pt x="4" y="33"/>
                  </a:cubicBezTo>
                  <a:cubicBezTo>
                    <a:pt x="4" y="33"/>
                    <a:pt x="5" y="33"/>
                    <a:pt x="5" y="33"/>
                  </a:cubicBezTo>
                  <a:cubicBezTo>
                    <a:pt x="2" y="32"/>
                    <a:pt x="2" y="32"/>
                    <a:pt x="2" y="32"/>
                  </a:cubicBezTo>
                  <a:cubicBezTo>
                    <a:pt x="5" y="34"/>
                    <a:pt x="3" y="35"/>
                    <a:pt x="3" y="35"/>
                  </a:cubicBezTo>
                  <a:cubicBezTo>
                    <a:pt x="3" y="35"/>
                    <a:pt x="3" y="35"/>
                    <a:pt x="3" y="35"/>
                  </a:cubicBezTo>
                  <a:cubicBezTo>
                    <a:pt x="1" y="36"/>
                    <a:pt x="4" y="35"/>
                    <a:pt x="4" y="36"/>
                  </a:cubicBezTo>
                  <a:cubicBezTo>
                    <a:pt x="4" y="36"/>
                    <a:pt x="1" y="36"/>
                    <a:pt x="0" y="37"/>
                  </a:cubicBezTo>
                  <a:cubicBezTo>
                    <a:pt x="1" y="38"/>
                    <a:pt x="3" y="40"/>
                    <a:pt x="2" y="42"/>
                  </a:cubicBezTo>
                  <a:cubicBezTo>
                    <a:pt x="3" y="43"/>
                    <a:pt x="4" y="44"/>
                    <a:pt x="6" y="44"/>
                  </a:cubicBezTo>
                  <a:cubicBezTo>
                    <a:pt x="6" y="44"/>
                    <a:pt x="3" y="45"/>
                    <a:pt x="5" y="45"/>
                  </a:cubicBezTo>
                  <a:cubicBezTo>
                    <a:pt x="4" y="46"/>
                    <a:pt x="3" y="47"/>
                    <a:pt x="3" y="47"/>
                  </a:cubicBezTo>
                  <a:cubicBezTo>
                    <a:pt x="4" y="47"/>
                    <a:pt x="4" y="49"/>
                    <a:pt x="5" y="46"/>
                  </a:cubicBezTo>
                  <a:cubicBezTo>
                    <a:pt x="6" y="48"/>
                    <a:pt x="7" y="49"/>
                    <a:pt x="8" y="49"/>
                  </a:cubicBezTo>
                  <a:cubicBezTo>
                    <a:pt x="8" y="49"/>
                    <a:pt x="6" y="50"/>
                    <a:pt x="6" y="51"/>
                  </a:cubicBezTo>
                  <a:cubicBezTo>
                    <a:pt x="8" y="50"/>
                    <a:pt x="9" y="50"/>
                    <a:pt x="10" y="51"/>
                  </a:cubicBezTo>
                  <a:cubicBezTo>
                    <a:pt x="11" y="50"/>
                    <a:pt x="10" y="50"/>
                    <a:pt x="11" y="48"/>
                  </a:cubicBezTo>
                  <a:cubicBezTo>
                    <a:pt x="12" y="48"/>
                    <a:pt x="12" y="48"/>
                    <a:pt x="13" y="48"/>
                  </a:cubicBezTo>
                  <a:cubicBezTo>
                    <a:pt x="12" y="49"/>
                    <a:pt x="10" y="52"/>
                    <a:pt x="11" y="52"/>
                  </a:cubicBezTo>
                  <a:cubicBezTo>
                    <a:pt x="9" y="55"/>
                    <a:pt x="10" y="51"/>
                    <a:pt x="8" y="54"/>
                  </a:cubicBezTo>
                  <a:cubicBezTo>
                    <a:pt x="7" y="55"/>
                    <a:pt x="5" y="54"/>
                    <a:pt x="6" y="53"/>
                  </a:cubicBezTo>
                  <a:cubicBezTo>
                    <a:pt x="3" y="54"/>
                    <a:pt x="6" y="54"/>
                    <a:pt x="4" y="55"/>
                  </a:cubicBezTo>
                  <a:cubicBezTo>
                    <a:pt x="5" y="56"/>
                    <a:pt x="6" y="55"/>
                    <a:pt x="8" y="55"/>
                  </a:cubicBezTo>
                  <a:cubicBezTo>
                    <a:pt x="8" y="54"/>
                    <a:pt x="8" y="54"/>
                    <a:pt x="9" y="53"/>
                  </a:cubicBezTo>
                  <a:cubicBezTo>
                    <a:pt x="11" y="52"/>
                    <a:pt x="9" y="56"/>
                    <a:pt x="9" y="56"/>
                  </a:cubicBezTo>
                  <a:cubicBezTo>
                    <a:pt x="9" y="56"/>
                    <a:pt x="9" y="56"/>
                    <a:pt x="9" y="56"/>
                  </a:cubicBezTo>
                  <a:cubicBezTo>
                    <a:pt x="9" y="57"/>
                    <a:pt x="10" y="56"/>
                    <a:pt x="11" y="57"/>
                  </a:cubicBezTo>
                  <a:cubicBezTo>
                    <a:pt x="9" y="60"/>
                    <a:pt x="9" y="56"/>
                    <a:pt x="8" y="58"/>
                  </a:cubicBezTo>
                  <a:cubicBezTo>
                    <a:pt x="7" y="60"/>
                    <a:pt x="7" y="60"/>
                    <a:pt x="7" y="60"/>
                  </a:cubicBezTo>
                  <a:cubicBezTo>
                    <a:pt x="8" y="61"/>
                    <a:pt x="9" y="58"/>
                    <a:pt x="10" y="59"/>
                  </a:cubicBezTo>
                  <a:cubicBezTo>
                    <a:pt x="9" y="60"/>
                    <a:pt x="9" y="60"/>
                    <a:pt x="9" y="60"/>
                  </a:cubicBezTo>
                  <a:cubicBezTo>
                    <a:pt x="10" y="60"/>
                    <a:pt x="10" y="60"/>
                    <a:pt x="10" y="60"/>
                  </a:cubicBezTo>
                  <a:cubicBezTo>
                    <a:pt x="11" y="59"/>
                    <a:pt x="11" y="57"/>
                    <a:pt x="11" y="57"/>
                  </a:cubicBezTo>
                  <a:cubicBezTo>
                    <a:pt x="13" y="55"/>
                    <a:pt x="11" y="57"/>
                    <a:pt x="13" y="57"/>
                  </a:cubicBezTo>
                  <a:cubicBezTo>
                    <a:pt x="14" y="56"/>
                    <a:pt x="12" y="57"/>
                    <a:pt x="13" y="56"/>
                  </a:cubicBezTo>
                  <a:cubicBezTo>
                    <a:pt x="14" y="54"/>
                    <a:pt x="14" y="54"/>
                    <a:pt x="15" y="54"/>
                  </a:cubicBezTo>
                  <a:cubicBezTo>
                    <a:pt x="15" y="55"/>
                    <a:pt x="14" y="56"/>
                    <a:pt x="14" y="57"/>
                  </a:cubicBezTo>
                  <a:cubicBezTo>
                    <a:pt x="14" y="58"/>
                    <a:pt x="13" y="57"/>
                    <a:pt x="14" y="57"/>
                  </a:cubicBezTo>
                  <a:cubicBezTo>
                    <a:pt x="12" y="58"/>
                    <a:pt x="12" y="60"/>
                    <a:pt x="11" y="61"/>
                  </a:cubicBezTo>
                  <a:cubicBezTo>
                    <a:pt x="11" y="62"/>
                    <a:pt x="12" y="60"/>
                    <a:pt x="13" y="60"/>
                  </a:cubicBezTo>
                  <a:cubicBezTo>
                    <a:pt x="13" y="60"/>
                    <a:pt x="14" y="58"/>
                    <a:pt x="14" y="58"/>
                  </a:cubicBezTo>
                  <a:cubicBezTo>
                    <a:pt x="17" y="54"/>
                    <a:pt x="13" y="61"/>
                    <a:pt x="15" y="61"/>
                  </a:cubicBezTo>
                  <a:cubicBezTo>
                    <a:pt x="16" y="58"/>
                    <a:pt x="18" y="58"/>
                    <a:pt x="19" y="54"/>
                  </a:cubicBezTo>
                  <a:cubicBezTo>
                    <a:pt x="19" y="54"/>
                    <a:pt x="20" y="53"/>
                    <a:pt x="20" y="54"/>
                  </a:cubicBezTo>
                  <a:cubicBezTo>
                    <a:pt x="19" y="56"/>
                    <a:pt x="20" y="56"/>
                    <a:pt x="18" y="57"/>
                  </a:cubicBezTo>
                  <a:cubicBezTo>
                    <a:pt x="19" y="57"/>
                    <a:pt x="19" y="57"/>
                    <a:pt x="19" y="57"/>
                  </a:cubicBezTo>
                  <a:cubicBezTo>
                    <a:pt x="17" y="59"/>
                    <a:pt x="17" y="59"/>
                    <a:pt x="17" y="59"/>
                  </a:cubicBezTo>
                  <a:cubicBezTo>
                    <a:pt x="17" y="61"/>
                    <a:pt x="17" y="63"/>
                    <a:pt x="17" y="64"/>
                  </a:cubicBezTo>
                  <a:cubicBezTo>
                    <a:pt x="18" y="63"/>
                    <a:pt x="18" y="62"/>
                    <a:pt x="19" y="62"/>
                  </a:cubicBezTo>
                  <a:cubicBezTo>
                    <a:pt x="18" y="62"/>
                    <a:pt x="18" y="63"/>
                    <a:pt x="19" y="64"/>
                  </a:cubicBezTo>
                  <a:cubicBezTo>
                    <a:pt x="18" y="63"/>
                    <a:pt x="20" y="61"/>
                    <a:pt x="20" y="60"/>
                  </a:cubicBezTo>
                  <a:cubicBezTo>
                    <a:pt x="21" y="61"/>
                    <a:pt x="21" y="63"/>
                    <a:pt x="20" y="63"/>
                  </a:cubicBezTo>
                  <a:cubicBezTo>
                    <a:pt x="19" y="65"/>
                    <a:pt x="19" y="65"/>
                    <a:pt x="19" y="65"/>
                  </a:cubicBezTo>
                  <a:cubicBezTo>
                    <a:pt x="20" y="63"/>
                    <a:pt x="19" y="65"/>
                    <a:pt x="20" y="65"/>
                  </a:cubicBezTo>
                  <a:cubicBezTo>
                    <a:pt x="20" y="64"/>
                    <a:pt x="21" y="62"/>
                    <a:pt x="22" y="61"/>
                  </a:cubicBezTo>
                  <a:cubicBezTo>
                    <a:pt x="22" y="61"/>
                    <a:pt x="22" y="62"/>
                    <a:pt x="23" y="62"/>
                  </a:cubicBezTo>
                  <a:cubicBezTo>
                    <a:pt x="21" y="63"/>
                    <a:pt x="21" y="63"/>
                    <a:pt x="21" y="63"/>
                  </a:cubicBezTo>
                  <a:cubicBezTo>
                    <a:pt x="22" y="63"/>
                    <a:pt x="21" y="66"/>
                    <a:pt x="22" y="66"/>
                  </a:cubicBezTo>
                  <a:cubicBezTo>
                    <a:pt x="23" y="64"/>
                    <a:pt x="23" y="64"/>
                    <a:pt x="23" y="64"/>
                  </a:cubicBezTo>
                  <a:cubicBezTo>
                    <a:pt x="22" y="66"/>
                    <a:pt x="22" y="66"/>
                    <a:pt x="22" y="66"/>
                  </a:cubicBezTo>
                  <a:cubicBezTo>
                    <a:pt x="23" y="65"/>
                    <a:pt x="23" y="65"/>
                    <a:pt x="24" y="65"/>
                  </a:cubicBezTo>
                  <a:cubicBezTo>
                    <a:pt x="23" y="66"/>
                    <a:pt x="23" y="66"/>
                    <a:pt x="23" y="66"/>
                  </a:cubicBezTo>
                  <a:cubicBezTo>
                    <a:pt x="24" y="65"/>
                    <a:pt x="25" y="63"/>
                    <a:pt x="25" y="65"/>
                  </a:cubicBezTo>
                  <a:cubicBezTo>
                    <a:pt x="25" y="63"/>
                    <a:pt x="24" y="65"/>
                    <a:pt x="24" y="64"/>
                  </a:cubicBezTo>
                  <a:cubicBezTo>
                    <a:pt x="24" y="62"/>
                    <a:pt x="25" y="62"/>
                    <a:pt x="25" y="62"/>
                  </a:cubicBezTo>
                  <a:cubicBezTo>
                    <a:pt x="25" y="62"/>
                    <a:pt x="25" y="62"/>
                    <a:pt x="25" y="63"/>
                  </a:cubicBezTo>
                  <a:cubicBezTo>
                    <a:pt x="26" y="62"/>
                    <a:pt x="26" y="62"/>
                    <a:pt x="26" y="62"/>
                  </a:cubicBezTo>
                  <a:cubicBezTo>
                    <a:pt x="26" y="63"/>
                    <a:pt x="26" y="64"/>
                    <a:pt x="26" y="65"/>
                  </a:cubicBezTo>
                  <a:cubicBezTo>
                    <a:pt x="27" y="63"/>
                    <a:pt x="27" y="63"/>
                    <a:pt x="27" y="63"/>
                  </a:cubicBezTo>
                  <a:cubicBezTo>
                    <a:pt x="26" y="66"/>
                    <a:pt x="28" y="62"/>
                    <a:pt x="28" y="64"/>
                  </a:cubicBezTo>
                  <a:cubicBezTo>
                    <a:pt x="28" y="65"/>
                    <a:pt x="27" y="66"/>
                    <a:pt x="27" y="67"/>
                  </a:cubicBezTo>
                  <a:cubicBezTo>
                    <a:pt x="28" y="64"/>
                    <a:pt x="29" y="64"/>
                    <a:pt x="30" y="62"/>
                  </a:cubicBezTo>
                  <a:cubicBezTo>
                    <a:pt x="30" y="63"/>
                    <a:pt x="28" y="65"/>
                    <a:pt x="28" y="67"/>
                  </a:cubicBezTo>
                  <a:cubicBezTo>
                    <a:pt x="29" y="65"/>
                    <a:pt x="29" y="69"/>
                    <a:pt x="30" y="66"/>
                  </a:cubicBezTo>
                  <a:cubicBezTo>
                    <a:pt x="30" y="65"/>
                    <a:pt x="31" y="64"/>
                    <a:pt x="31" y="63"/>
                  </a:cubicBezTo>
                  <a:cubicBezTo>
                    <a:pt x="32" y="64"/>
                    <a:pt x="31" y="64"/>
                    <a:pt x="31" y="66"/>
                  </a:cubicBezTo>
                  <a:cubicBezTo>
                    <a:pt x="32" y="65"/>
                    <a:pt x="32" y="63"/>
                    <a:pt x="32" y="62"/>
                  </a:cubicBezTo>
                  <a:cubicBezTo>
                    <a:pt x="32" y="63"/>
                    <a:pt x="33" y="61"/>
                    <a:pt x="34" y="62"/>
                  </a:cubicBezTo>
                  <a:cubicBezTo>
                    <a:pt x="33" y="64"/>
                    <a:pt x="32" y="63"/>
                    <a:pt x="33" y="64"/>
                  </a:cubicBezTo>
                  <a:cubicBezTo>
                    <a:pt x="34" y="65"/>
                    <a:pt x="34" y="60"/>
                    <a:pt x="35" y="60"/>
                  </a:cubicBezTo>
                  <a:cubicBezTo>
                    <a:pt x="35" y="59"/>
                    <a:pt x="36" y="56"/>
                    <a:pt x="36" y="55"/>
                  </a:cubicBezTo>
                  <a:cubicBezTo>
                    <a:pt x="37" y="56"/>
                    <a:pt x="36" y="56"/>
                    <a:pt x="36" y="58"/>
                  </a:cubicBezTo>
                  <a:cubicBezTo>
                    <a:pt x="36" y="58"/>
                    <a:pt x="36" y="58"/>
                    <a:pt x="36" y="58"/>
                  </a:cubicBezTo>
                  <a:cubicBezTo>
                    <a:pt x="36" y="61"/>
                    <a:pt x="34" y="63"/>
                    <a:pt x="34" y="65"/>
                  </a:cubicBezTo>
                  <a:cubicBezTo>
                    <a:pt x="35" y="64"/>
                    <a:pt x="35" y="64"/>
                    <a:pt x="35" y="64"/>
                  </a:cubicBezTo>
                  <a:cubicBezTo>
                    <a:pt x="35" y="65"/>
                    <a:pt x="34" y="66"/>
                    <a:pt x="34" y="67"/>
                  </a:cubicBezTo>
                  <a:cubicBezTo>
                    <a:pt x="35" y="65"/>
                    <a:pt x="36" y="67"/>
                    <a:pt x="36" y="66"/>
                  </a:cubicBezTo>
                  <a:cubicBezTo>
                    <a:pt x="36" y="65"/>
                    <a:pt x="35" y="67"/>
                    <a:pt x="36" y="65"/>
                  </a:cubicBezTo>
                  <a:cubicBezTo>
                    <a:pt x="36" y="65"/>
                    <a:pt x="37" y="62"/>
                    <a:pt x="37" y="63"/>
                  </a:cubicBezTo>
                  <a:cubicBezTo>
                    <a:pt x="37" y="65"/>
                    <a:pt x="37" y="66"/>
                    <a:pt x="37" y="67"/>
                  </a:cubicBezTo>
                  <a:cubicBezTo>
                    <a:pt x="37" y="68"/>
                    <a:pt x="37" y="65"/>
                    <a:pt x="38" y="66"/>
                  </a:cubicBezTo>
                  <a:cubicBezTo>
                    <a:pt x="38" y="67"/>
                    <a:pt x="38" y="67"/>
                    <a:pt x="38" y="67"/>
                  </a:cubicBezTo>
                  <a:cubicBezTo>
                    <a:pt x="40" y="68"/>
                    <a:pt x="42" y="67"/>
                    <a:pt x="45" y="63"/>
                  </a:cubicBezTo>
                  <a:cubicBezTo>
                    <a:pt x="45" y="65"/>
                    <a:pt x="45" y="65"/>
                    <a:pt x="46" y="67"/>
                  </a:cubicBezTo>
                  <a:cubicBezTo>
                    <a:pt x="46" y="66"/>
                    <a:pt x="46" y="65"/>
                    <a:pt x="47" y="65"/>
                  </a:cubicBezTo>
                  <a:cubicBezTo>
                    <a:pt x="47" y="67"/>
                    <a:pt x="47" y="67"/>
                    <a:pt x="47" y="67"/>
                  </a:cubicBezTo>
                  <a:cubicBezTo>
                    <a:pt x="48" y="68"/>
                    <a:pt x="49" y="66"/>
                    <a:pt x="49" y="65"/>
                  </a:cubicBezTo>
                  <a:cubicBezTo>
                    <a:pt x="49" y="66"/>
                    <a:pt x="49" y="66"/>
                    <a:pt x="49" y="66"/>
                  </a:cubicBezTo>
                  <a:cubicBezTo>
                    <a:pt x="50" y="68"/>
                    <a:pt x="50" y="65"/>
                    <a:pt x="50" y="65"/>
                  </a:cubicBezTo>
                  <a:cubicBezTo>
                    <a:pt x="50" y="66"/>
                    <a:pt x="50" y="66"/>
                    <a:pt x="50" y="66"/>
                  </a:cubicBezTo>
                  <a:cubicBezTo>
                    <a:pt x="51" y="65"/>
                    <a:pt x="51" y="65"/>
                    <a:pt x="51" y="65"/>
                  </a:cubicBezTo>
                  <a:cubicBezTo>
                    <a:pt x="51" y="64"/>
                    <a:pt x="52" y="65"/>
                    <a:pt x="52" y="67"/>
                  </a:cubicBezTo>
                  <a:cubicBezTo>
                    <a:pt x="52" y="66"/>
                    <a:pt x="52" y="66"/>
                    <a:pt x="52" y="65"/>
                  </a:cubicBezTo>
                  <a:cubicBezTo>
                    <a:pt x="52" y="67"/>
                    <a:pt x="54" y="67"/>
                    <a:pt x="55" y="66"/>
                  </a:cubicBezTo>
                  <a:cubicBezTo>
                    <a:pt x="54" y="65"/>
                    <a:pt x="54" y="65"/>
                    <a:pt x="54" y="63"/>
                  </a:cubicBezTo>
                  <a:cubicBezTo>
                    <a:pt x="54" y="61"/>
                    <a:pt x="55" y="64"/>
                    <a:pt x="55" y="62"/>
                  </a:cubicBezTo>
                  <a:cubicBezTo>
                    <a:pt x="55" y="63"/>
                    <a:pt x="55" y="64"/>
                    <a:pt x="55" y="65"/>
                  </a:cubicBezTo>
                  <a:cubicBezTo>
                    <a:pt x="56" y="68"/>
                    <a:pt x="58" y="65"/>
                    <a:pt x="59" y="66"/>
                  </a:cubicBezTo>
                  <a:cubicBezTo>
                    <a:pt x="60" y="65"/>
                    <a:pt x="60" y="65"/>
                    <a:pt x="60" y="65"/>
                  </a:cubicBezTo>
                  <a:cubicBezTo>
                    <a:pt x="61" y="67"/>
                    <a:pt x="62" y="64"/>
                    <a:pt x="63" y="65"/>
                  </a:cubicBezTo>
                  <a:cubicBezTo>
                    <a:pt x="63" y="65"/>
                    <a:pt x="63" y="62"/>
                    <a:pt x="64" y="62"/>
                  </a:cubicBezTo>
                  <a:cubicBezTo>
                    <a:pt x="64" y="60"/>
                    <a:pt x="64" y="64"/>
                    <a:pt x="65" y="66"/>
                  </a:cubicBezTo>
                  <a:cubicBezTo>
                    <a:pt x="65" y="65"/>
                    <a:pt x="65" y="64"/>
                    <a:pt x="66" y="64"/>
                  </a:cubicBezTo>
                  <a:cubicBezTo>
                    <a:pt x="66" y="65"/>
                    <a:pt x="66" y="65"/>
                    <a:pt x="66" y="65"/>
                  </a:cubicBezTo>
                  <a:cubicBezTo>
                    <a:pt x="66" y="64"/>
                    <a:pt x="67" y="63"/>
                    <a:pt x="67" y="64"/>
                  </a:cubicBezTo>
                  <a:cubicBezTo>
                    <a:pt x="67" y="64"/>
                    <a:pt x="67" y="64"/>
                    <a:pt x="67" y="64"/>
                  </a:cubicBezTo>
                  <a:cubicBezTo>
                    <a:pt x="67" y="64"/>
                    <a:pt x="68" y="66"/>
                    <a:pt x="68" y="65"/>
                  </a:cubicBezTo>
                  <a:cubicBezTo>
                    <a:pt x="68" y="64"/>
                    <a:pt x="69" y="65"/>
                    <a:pt x="69" y="63"/>
                  </a:cubicBezTo>
                  <a:cubicBezTo>
                    <a:pt x="69" y="64"/>
                    <a:pt x="69" y="64"/>
                    <a:pt x="69" y="64"/>
                  </a:cubicBezTo>
                  <a:cubicBezTo>
                    <a:pt x="69" y="62"/>
                    <a:pt x="69" y="62"/>
                    <a:pt x="69" y="62"/>
                  </a:cubicBezTo>
                  <a:cubicBezTo>
                    <a:pt x="70" y="63"/>
                    <a:pt x="70" y="63"/>
                    <a:pt x="70" y="63"/>
                  </a:cubicBezTo>
                  <a:cubicBezTo>
                    <a:pt x="70" y="65"/>
                    <a:pt x="70" y="65"/>
                    <a:pt x="70" y="65"/>
                  </a:cubicBezTo>
                  <a:cubicBezTo>
                    <a:pt x="71" y="66"/>
                    <a:pt x="70" y="63"/>
                    <a:pt x="70" y="62"/>
                  </a:cubicBezTo>
                  <a:cubicBezTo>
                    <a:pt x="71" y="61"/>
                    <a:pt x="71" y="63"/>
                    <a:pt x="71" y="63"/>
                  </a:cubicBezTo>
                  <a:cubicBezTo>
                    <a:pt x="71" y="64"/>
                    <a:pt x="71" y="63"/>
                    <a:pt x="71" y="63"/>
                  </a:cubicBezTo>
                  <a:cubicBezTo>
                    <a:pt x="70" y="65"/>
                    <a:pt x="71" y="64"/>
                    <a:pt x="71" y="65"/>
                  </a:cubicBezTo>
                  <a:cubicBezTo>
                    <a:pt x="71" y="65"/>
                    <a:pt x="71" y="63"/>
                    <a:pt x="72" y="63"/>
                  </a:cubicBezTo>
                  <a:cubicBezTo>
                    <a:pt x="72" y="63"/>
                    <a:pt x="73" y="63"/>
                    <a:pt x="73" y="65"/>
                  </a:cubicBezTo>
                  <a:cubicBezTo>
                    <a:pt x="73" y="64"/>
                    <a:pt x="73" y="64"/>
                    <a:pt x="73" y="63"/>
                  </a:cubicBezTo>
                  <a:cubicBezTo>
                    <a:pt x="73" y="63"/>
                    <a:pt x="73" y="62"/>
                    <a:pt x="72" y="61"/>
                  </a:cubicBezTo>
                  <a:cubicBezTo>
                    <a:pt x="73" y="61"/>
                    <a:pt x="73" y="61"/>
                    <a:pt x="73" y="61"/>
                  </a:cubicBezTo>
                  <a:cubicBezTo>
                    <a:pt x="73" y="62"/>
                    <a:pt x="73" y="62"/>
                    <a:pt x="73" y="62"/>
                  </a:cubicBezTo>
                  <a:cubicBezTo>
                    <a:pt x="73" y="61"/>
                    <a:pt x="74" y="62"/>
                    <a:pt x="74" y="60"/>
                  </a:cubicBezTo>
                  <a:cubicBezTo>
                    <a:pt x="74" y="62"/>
                    <a:pt x="74" y="62"/>
                    <a:pt x="74" y="62"/>
                  </a:cubicBezTo>
                  <a:cubicBezTo>
                    <a:pt x="74" y="61"/>
                    <a:pt x="75" y="61"/>
                    <a:pt x="75" y="61"/>
                  </a:cubicBezTo>
                  <a:cubicBezTo>
                    <a:pt x="75" y="62"/>
                    <a:pt x="75" y="64"/>
                    <a:pt x="76" y="65"/>
                  </a:cubicBezTo>
                  <a:cubicBezTo>
                    <a:pt x="77" y="63"/>
                    <a:pt x="77" y="63"/>
                    <a:pt x="77" y="63"/>
                  </a:cubicBezTo>
                  <a:cubicBezTo>
                    <a:pt x="77" y="63"/>
                    <a:pt x="77" y="63"/>
                    <a:pt x="77" y="64"/>
                  </a:cubicBezTo>
                  <a:cubicBezTo>
                    <a:pt x="78" y="65"/>
                    <a:pt x="78" y="59"/>
                    <a:pt x="79" y="61"/>
                  </a:cubicBezTo>
                  <a:cubicBezTo>
                    <a:pt x="79" y="63"/>
                    <a:pt x="79" y="63"/>
                    <a:pt x="80" y="64"/>
                  </a:cubicBezTo>
                  <a:cubicBezTo>
                    <a:pt x="80" y="63"/>
                    <a:pt x="80" y="63"/>
                    <a:pt x="80" y="62"/>
                  </a:cubicBezTo>
                  <a:cubicBezTo>
                    <a:pt x="80" y="61"/>
                    <a:pt x="80" y="64"/>
                    <a:pt x="79" y="63"/>
                  </a:cubicBezTo>
                  <a:cubicBezTo>
                    <a:pt x="79" y="61"/>
                    <a:pt x="80" y="62"/>
                    <a:pt x="80" y="61"/>
                  </a:cubicBezTo>
                  <a:cubicBezTo>
                    <a:pt x="81" y="66"/>
                    <a:pt x="83" y="62"/>
                    <a:pt x="84" y="64"/>
                  </a:cubicBezTo>
                  <a:cubicBezTo>
                    <a:pt x="84" y="61"/>
                    <a:pt x="85" y="63"/>
                    <a:pt x="85" y="62"/>
                  </a:cubicBezTo>
                  <a:cubicBezTo>
                    <a:pt x="85" y="65"/>
                    <a:pt x="86" y="62"/>
                    <a:pt x="86" y="63"/>
                  </a:cubicBezTo>
                  <a:cubicBezTo>
                    <a:pt x="86" y="61"/>
                    <a:pt x="86" y="61"/>
                    <a:pt x="86" y="61"/>
                  </a:cubicBezTo>
                  <a:cubicBezTo>
                    <a:pt x="87" y="62"/>
                    <a:pt x="87" y="57"/>
                    <a:pt x="88" y="60"/>
                  </a:cubicBezTo>
                  <a:cubicBezTo>
                    <a:pt x="88" y="60"/>
                    <a:pt x="88" y="61"/>
                    <a:pt x="88" y="62"/>
                  </a:cubicBezTo>
                  <a:cubicBezTo>
                    <a:pt x="89" y="65"/>
                    <a:pt x="89" y="59"/>
                    <a:pt x="90" y="62"/>
                  </a:cubicBezTo>
                  <a:cubicBezTo>
                    <a:pt x="90" y="61"/>
                    <a:pt x="89" y="60"/>
                    <a:pt x="90" y="59"/>
                  </a:cubicBezTo>
                  <a:cubicBezTo>
                    <a:pt x="91" y="60"/>
                    <a:pt x="92" y="61"/>
                    <a:pt x="92" y="62"/>
                  </a:cubicBezTo>
                  <a:cubicBezTo>
                    <a:pt x="92" y="61"/>
                    <a:pt x="92" y="60"/>
                    <a:pt x="92" y="61"/>
                  </a:cubicBezTo>
                  <a:cubicBezTo>
                    <a:pt x="93" y="62"/>
                    <a:pt x="92" y="62"/>
                    <a:pt x="92" y="62"/>
                  </a:cubicBezTo>
                  <a:cubicBezTo>
                    <a:pt x="93" y="63"/>
                    <a:pt x="93" y="61"/>
                    <a:pt x="94" y="60"/>
                  </a:cubicBezTo>
                  <a:cubicBezTo>
                    <a:pt x="94" y="62"/>
                    <a:pt x="95" y="61"/>
                    <a:pt x="96" y="62"/>
                  </a:cubicBezTo>
                  <a:cubicBezTo>
                    <a:pt x="96" y="60"/>
                    <a:pt x="98" y="63"/>
                    <a:pt x="97" y="60"/>
                  </a:cubicBezTo>
                  <a:cubicBezTo>
                    <a:pt x="98" y="61"/>
                    <a:pt x="98" y="61"/>
                    <a:pt x="98" y="61"/>
                  </a:cubicBezTo>
                  <a:cubicBezTo>
                    <a:pt x="98" y="60"/>
                    <a:pt x="98" y="58"/>
                    <a:pt x="98" y="58"/>
                  </a:cubicBezTo>
                  <a:cubicBezTo>
                    <a:pt x="98" y="60"/>
                    <a:pt x="98" y="60"/>
                    <a:pt x="98" y="60"/>
                  </a:cubicBezTo>
                  <a:cubicBezTo>
                    <a:pt x="99" y="62"/>
                    <a:pt x="99" y="60"/>
                    <a:pt x="100" y="61"/>
                  </a:cubicBezTo>
                  <a:cubicBezTo>
                    <a:pt x="99" y="59"/>
                    <a:pt x="100" y="61"/>
                    <a:pt x="100" y="60"/>
                  </a:cubicBezTo>
                  <a:cubicBezTo>
                    <a:pt x="100" y="59"/>
                    <a:pt x="100" y="59"/>
                    <a:pt x="100" y="59"/>
                  </a:cubicBezTo>
                  <a:cubicBezTo>
                    <a:pt x="101" y="58"/>
                    <a:pt x="100" y="58"/>
                    <a:pt x="101" y="57"/>
                  </a:cubicBezTo>
                  <a:cubicBezTo>
                    <a:pt x="101" y="57"/>
                    <a:pt x="101" y="60"/>
                    <a:pt x="101" y="59"/>
                  </a:cubicBezTo>
                  <a:cubicBezTo>
                    <a:pt x="102" y="60"/>
                    <a:pt x="102" y="60"/>
                    <a:pt x="102" y="59"/>
                  </a:cubicBezTo>
                  <a:cubicBezTo>
                    <a:pt x="102" y="59"/>
                    <a:pt x="102" y="59"/>
                    <a:pt x="102" y="59"/>
                  </a:cubicBezTo>
                  <a:cubicBezTo>
                    <a:pt x="102" y="59"/>
                    <a:pt x="102" y="59"/>
                    <a:pt x="102" y="59"/>
                  </a:cubicBezTo>
                  <a:cubicBezTo>
                    <a:pt x="103" y="59"/>
                    <a:pt x="103" y="59"/>
                    <a:pt x="103" y="59"/>
                  </a:cubicBezTo>
                  <a:cubicBezTo>
                    <a:pt x="103" y="59"/>
                    <a:pt x="103" y="59"/>
                    <a:pt x="103" y="59"/>
                  </a:cubicBezTo>
                  <a:cubicBezTo>
                    <a:pt x="103" y="59"/>
                    <a:pt x="103" y="59"/>
                    <a:pt x="102" y="59"/>
                  </a:cubicBezTo>
                  <a:cubicBezTo>
                    <a:pt x="103" y="59"/>
                    <a:pt x="103" y="59"/>
                    <a:pt x="103" y="59"/>
                  </a:cubicBezTo>
                  <a:cubicBezTo>
                    <a:pt x="103" y="59"/>
                    <a:pt x="103" y="59"/>
                    <a:pt x="103" y="59"/>
                  </a:cubicBezTo>
                  <a:cubicBezTo>
                    <a:pt x="103" y="59"/>
                    <a:pt x="103" y="59"/>
                    <a:pt x="103" y="60"/>
                  </a:cubicBezTo>
                  <a:cubicBezTo>
                    <a:pt x="104" y="61"/>
                    <a:pt x="104" y="61"/>
                    <a:pt x="104" y="61"/>
                  </a:cubicBezTo>
                  <a:cubicBezTo>
                    <a:pt x="104" y="61"/>
                    <a:pt x="104" y="59"/>
                    <a:pt x="104" y="59"/>
                  </a:cubicBezTo>
                  <a:cubicBezTo>
                    <a:pt x="106" y="60"/>
                    <a:pt x="108" y="58"/>
                    <a:pt x="108" y="57"/>
                  </a:cubicBezTo>
                  <a:cubicBezTo>
                    <a:pt x="108" y="57"/>
                    <a:pt x="108" y="58"/>
                    <a:pt x="108" y="58"/>
                  </a:cubicBezTo>
                  <a:cubicBezTo>
                    <a:pt x="108" y="57"/>
                    <a:pt x="108" y="56"/>
                    <a:pt x="109" y="57"/>
                  </a:cubicBezTo>
                  <a:cubicBezTo>
                    <a:pt x="109" y="56"/>
                    <a:pt x="109" y="58"/>
                    <a:pt x="110" y="58"/>
                  </a:cubicBezTo>
                  <a:cubicBezTo>
                    <a:pt x="110" y="58"/>
                    <a:pt x="110" y="56"/>
                    <a:pt x="109" y="56"/>
                  </a:cubicBezTo>
                  <a:cubicBezTo>
                    <a:pt x="111" y="59"/>
                    <a:pt x="111" y="55"/>
                    <a:pt x="113" y="56"/>
                  </a:cubicBezTo>
                  <a:cubicBezTo>
                    <a:pt x="113" y="56"/>
                    <a:pt x="113" y="57"/>
                    <a:pt x="113" y="57"/>
                  </a:cubicBezTo>
                  <a:cubicBezTo>
                    <a:pt x="114" y="56"/>
                    <a:pt x="114" y="55"/>
                    <a:pt x="115" y="53"/>
                  </a:cubicBezTo>
                  <a:cubicBezTo>
                    <a:pt x="115" y="55"/>
                    <a:pt x="115" y="55"/>
                    <a:pt x="115" y="55"/>
                  </a:cubicBezTo>
                  <a:cubicBezTo>
                    <a:pt x="115" y="55"/>
                    <a:pt x="116" y="55"/>
                    <a:pt x="116" y="54"/>
                  </a:cubicBezTo>
                  <a:cubicBezTo>
                    <a:pt x="115" y="52"/>
                    <a:pt x="116" y="51"/>
                    <a:pt x="116" y="51"/>
                  </a:cubicBezTo>
                  <a:cubicBezTo>
                    <a:pt x="116" y="51"/>
                    <a:pt x="116" y="51"/>
                    <a:pt x="116" y="51"/>
                  </a:cubicBezTo>
                  <a:cubicBezTo>
                    <a:pt x="117" y="50"/>
                    <a:pt x="117" y="50"/>
                    <a:pt x="117" y="50"/>
                  </a:cubicBezTo>
                  <a:cubicBezTo>
                    <a:pt x="118" y="51"/>
                    <a:pt x="117" y="51"/>
                    <a:pt x="117" y="52"/>
                  </a:cubicBezTo>
                  <a:cubicBezTo>
                    <a:pt x="118" y="54"/>
                    <a:pt x="119" y="53"/>
                    <a:pt x="119" y="53"/>
                  </a:cubicBezTo>
                  <a:cubicBezTo>
                    <a:pt x="119" y="51"/>
                    <a:pt x="119" y="51"/>
                    <a:pt x="119" y="51"/>
                  </a:cubicBezTo>
                  <a:cubicBezTo>
                    <a:pt x="120" y="51"/>
                    <a:pt x="120" y="53"/>
                    <a:pt x="120" y="53"/>
                  </a:cubicBezTo>
                  <a:cubicBezTo>
                    <a:pt x="120" y="47"/>
                    <a:pt x="120" y="47"/>
                    <a:pt x="120" y="47"/>
                  </a:cubicBezTo>
                  <a:cubicBezTo>
                    <a:pt x="120" y="48"/>
                    <a:pt x="121" y="50"/>
                    <a:pt x="121" y="51"/>
                  </a:cubicBezTo>
                  <a:cubicBezTo>
                    <a:pt x="122" y="50"/>
                    <a:pt x="122" y="47"/>
                    <a:pt x="122" y="45"/>
                  </a:cubicBezTo>
                  <a:cubicBezTo>
                    <a:pt x="122" y="46"/>
                    <a:pt x="123" y="44"/>
                    <a:pt x="123" y="44"/>
                  </a:cubicBezTo>
                  <a:cubicBezTo>
                    <a:pt x="124" y="45"/>
                    <a:pt x="123" y="44"/>
                    <a:pt x="123" y="45"/>
                  </a:cubicBezTo>
                  <a:cubicBezTo>
                    <a:pt x="124" y="47"/>
                    <a:pt x="124" y="47"/>
                    <a:pt x="124" y="47"/>
                  </a:cubicBezTo>
                  <a:cubicBezTo>
                    <a:pt x="123" y="47"/>
                    <a:pt x="125" y="49"/>
                    <a:pt x="125" y="50"/>
                  </a:cubicBezTo>
                  <a:cubicBezTo>
                    <a:pt x="125" y="49"/>
                    <a:pt x="126" y="49"/>
                    <a:pt x="127" y="50"/>
                  </a:cubicBezTo>
                  <a:cubicBezTo>
                    <a:pt x="126" y="47"/>
                    <a:pt x="128" y="48"/>
                    <a:pt x="127" y="45"/>
                  </a:cubicBezTo>
                  <a:cubicBezTo>
                    <a:pt x="128" y="45"/>
                    <a:pt x="128" y="47"/>
                    <a:pt x="129" y="48"/>
                  </a:cubicBezTo>
                  <a:cubicBezTo>
                    <a:pt x="129" y="46"/>
                    <a:pt x="131" y="47"/>
                    <a:pt x="131" y="46"/>
                  </a:cubicBezTo>
                  <a:cubicBezTo>
                    <a:pt x="131" y="47"/>
                    <a:pt x="131" y="47"/>
                    <a:pt x="131" y="47"/>
                  </a:cubicBezTo>
                  <a:cubicBezTo>
                    <a:pt x="132" y="46"/>
                    <a:pt x="134" y="46"/>
                    <a:pt x="133" y="43"/>
                  </a:cubicBezTo>
                  <a:cubicBezTo>
                    <a:pt x="134" y="45"/>
                    <a:pt x="134" y="45"/>
                    <a:pt x="134" y="45"/>
                  </a:cubicBezTo>
                  <a:cubicBezTo>
                    <a:pt x="135" y="45"/>
                    <a:pt x="133" y="42"/>
                    <a:pt x="134" y="43"/>
                  </a:cubicBezTo>
                  <a:cubicBezTo>
                    <a:pt x="135" y="44"/>
                    <a:pt x="135" y="44"/>
                    <a:pt x="135" y="44"/>
                  </a:cubicBezTo>
                  <a:cubicBezTo>
                    <a:pt x="135" y="43"/>
                    <a:pt x="136" y="45"/>
                    <a:pt x="136" y="43"/>
                  </a:cubicBezTo>
                  <a:cubicBezTo>
                    <a:pt x="136" y="44"/>
                    <a:pt x="136" y="44"/>
                    <a:pt x="136" y="44"/>
                  </a:cubicBezTo>
                  <a:cubicBezTo>
                    <a:pt x="137" y="43"/>
                    <a:pt x="138" y="43"/>
                    <a:pt x="137" y="41"/>
                  </a:cubicBezTo>
                  <a:cubicBezTo>
                    <a:pt x="138" y="43"/>
                    <a:pt x="138" y="43"/>
                    <a:pt x="138" y="43"/>
                  </a:cubicBezTo>
                  <a:cubicBezTo>
                    <a:pt x="139" y="44"/>
                    <a:pt x="138" y="41"/>
                    <a:pt x="139" y="41"/>
                  </a:cubicBezTo>
                  <a:cubicBezTo>
                    <a:pt x="139" y="42"/>
                    <a:pt x="140" y="42"/>
                    <a:pt x="139" y="42"/>
                  </a:cubicBezTo>
                  <a:cubicBezTo>
                    <a:pt x="139" y="41"/>
                    <a:pt x="140" y="41"/>
                    <a:pt x="140" y="40"/>
                  </a:cubicBezTo>
                  <a:cubicBezTo>
                    <a:pt x="142" y="42"/>
                    <a:pt x="142" y="42"/>
                    <a:pt x="142" y="42"/>
                  </a:cubicBezTo>
                  <a:cubicBezTo>
                    <a:pt x="145" y="41"/>
                    <a:pt x="148" y="39"/>
                    <a:pt x="150" y="36"/>
                  </a:cubicBezTo>
                  <a:cubicBezTo>
                    <a:pt x="152" y="38"/>
                    <a:pt x="150" y="38"/>
                    <a:pt x="151" y="39"/>
                  </a:cubicBezTo>
                  <a:cubicBezTo>
                    <a:pt x="150" y="37"/>
                    <a:pt x="151" y="38"/>
                    <a:pt x="152" y="37"/>
                  </a:cubicBezTo>
                  <a:cubicBezTo>
                    <a:pt x="152" y="37"/>
                    <a:pt x="152" y="37"/>
                    <a:pt x="152" y="37"/>
                  </a:cubicBezTo>
                  <a:cubicBezTo>
                    <a:pt x="152" y="37"/>
                    <a:pt x="153" y="38"/>
                    <a:pt x="153" y="37"/>
                  </a:cubicBezTo>
                  <a:cubicBezTo>
                    <a:pt x="153" y="37"/>
                    <a:pt x="153" y="37"/>
                    <a:pt x="153" y="37"/>
                  </a:cubicBezTo>
                  <a:cubicBezTo>
                    <a:pt x="153" y="35"/>
                    <a:pt x="155" y="38"/>
                    <a:pt x="154" y="36"/>
                  </a:cubicBezTo>
                  <a:cubicBezTo>
                    <a:pt x="155" y="37"/>
                    <a:pt x="155" y="37"/>
                    <a:pt x="155" y="37"/>
                  </a:cubicBezTo>
                  <a:cubicBezTo>
                    <a:pt x="154" y="35"/>
                    <a:pt x="156" y="37"/>
                    <a:pt x="156" y="35"/>
                  </a:cubicBezTo>
                  <a:cubicBezTo>
                    <a:pt x="156" y="36"/>
                    <a:pt x="156" y="36"/>
                    <a:pt x="156" y="36"/>
                  </a:cubicBezTo>
                  <a:cubicBezTo>
                    <a:pt x="157" y="36"/>
                    <a:pt x="156" y="32"/>
                    <a:pt x="157" y="34"/>
                  </a:cubicBezTo>
                  <a:cubicBezTo>
                    <a:pt x="157" y="33"/>
                    <a:pt x="158" y="32"/>
                    <a:pt x="157" y="31"/>
                  </a:cubicBezTo>
                  <a:cubicBezTo>
                    <a:pt x="158" y="33"/>
                    <a:pt x="158" y="33"/>
                    <a:pt x="158" y="33"/>
                  </a:cubicBezTo>
                  <a:cubicBezTo>
                    <a:pt x="160" y="30"/>
                    <a:pt x="163" y="29"/>
                    <a:pt x="162" y="26"/>
                  </a:cubicBezTo>
                  <a:cubicBezTo>
                    <a:pt x="163" y="27"/>
                    <a:pt x="163" y="27"/>
                    <a:pt x="163" y="27"/>
                  </a:cubicBezTo>
                  <a:cubicBezTo>
                    <a:pt x="163" y="24"/>
                    <a:pt x="167" y="27"/>
                    <a:pt x="165" y="23"/>
                  </a:cubicBezTo>
                  <a:cubicBezTo>
                    <a:pt x="164" y="21"/>
                    <a:pt x="164" y="21"/>
                    <a:pt x="164" y="21"/>
                  </a:cubicBezTo>
                  <a:cubicBezTo>
                    <a:pt x="166" y="23"/>
                    <a:pt x="166" y="23"/>
                    <a:pt x="166" y="23"/>
                  </a:cubicBezTo>
                  <a:cubicBezTo>
                    <a:pt x="165" y="21"/>
                    <a:pt x="167" y="21"/>
                    <a:pt x="166" y="20"/>
                  </a:cubicBezTo>
                  <a:cubicBezTo>
                    <a:pt x="166" y="21"/>
                    <a:pt x="166" y="21"/>
                    <a:pt x="167" y="21"/>
                  </a:cubicBezTo>
                  <a:cubicBezTo>
                    <a:pt x="167" y="21"/>
                    <a:pt x="166" y="19"/>
                    <a:pt x="167" y="19"/>
                  </a:cubicBezTo>
                  <a:cubicBezTo>
                    <a:pt x="167" y="20"/>
                    <a:pt x="167" y="20"/>
                    <a:pt x="167" y="20"/>
                  </a:cubicBezTo>
                  <a:cubicBezTo>
                    <a:pt x="171" y="20"/>
                    <a:pt x="176" y="17"/>
                    <a:pt x="174" y="13"/>
                  </a:cubicBezTo>
                  <a:cubicBezTo>
                    <a:pt x="174" y="12"/>
                    <a:pt x="177" y="14"/>
                    <a:pt x="177" y="14"/>
                  </a:cubicBezTo>
                  <a:cubicBezTo>
                    <a:pt x="175" y="10"/>
                    <a:pt x="181" y="9"/>
                    <a:pt x="177" y="5"/>
                  </a:cubicBezTo>
                  <a:close/>
                  <a:moveTo>
                    <a:pt x="10" y="32"/>
                  </a:moveTo>
                  <a:cubicBezTo>
                    <a:pt x="10" y="32"/>
                    <a:pt x="10" y="32"/>
                    <a:pt x="10" y="31"/>
                  </a:cubicBezTo>
                  <a:cubicBezTo>
                    <a:pt x="10" y="32"/>
                    <a:pt x="10" y="32"/>
                    <a:pt x="10" y="32"/>
                  </a:cubicBezTo>
                  <a:close/>
                  <a:moveTo>
                    <a:pt x="6" y="35"/>
                  </a:moveTo>
                  <a:cubicBezTo>
                    <a:pt x="6" y="35"/>
                    <a:pt x="6" y="35"/>
                    <a:pt x="5" y="35"/>
                  </a:cubicBezTo>
                  <a:cubicBezTo>
                    <a:pt x="6" y="34"/>
                    <a:pt x="6" y="34"/>
                    <a:pt x="6" y="34"/>
                  </a:cubicBezTo>
                  <a:cubicBezTo>
                    <a:pt x="6" y="34"/>
                    <a:pt x="6" y="35"/>
                    <a:pt x="6" y="35"/>
                  </a:cubicBezTo>
                  <a:close/>
                  <a:moveTo>
                    <a:pt x="10" y="35"/>
                  </a:moveTo>
                  <a:cubicBezTo>
                    <a:pt x="10" y="35"/>
                    <a:pt x="10" y="35"/>
                    <a:pt x="10" y="35"/>
                  </a:cubicBezTo>
                  <a:cubicBezTo>
                    <a:pt x="10" y="35"/>
                    <a:pt x="10" y="35"/>
                    <a:pt x="10" y="35"/>
                  </a:cubicBezTo>
                  <a:close/>
                  <a:moveTo>
                    <a:pt x="9" y="32"/>
                  </a:moveTo>
                  <a:cubicBezTo>
                    <a:pt x="9" y="33"/>
                    <a:pt x="8" y="33"/>
                    <a:pt x="8" y="33"/>
                  </a:cubicBezTo>
                  <a:cubicBezTo>
                    <a:pt x="9" y="31"/>
                    <a:pt x="10" y="31"/>
                    <a:pt x="10" y="32"/>
                  </a:cubicBezTo>
                  <a:cubicBezTo>
                    <a:pt x="9" y="33"/>
                    <a:pt x="9" y="34"/>
                    <a:pt x="9" y="34"/>
                  </a:cubicBezTo>
                  <a:cubicBezTo>
                    <a:pt x="8" y="34"/>
                    <a:pt x="8" y="34"/>
                    <a:pt x="8" y="34"/>
                  </a:cubicBezTo>
                  <a:cubicBezTo>
                    <a:pt x="8" y="34"/>
                    <a:pt x="9" y="34"/>
                    <a:pt x="9" y="32"/>
                  </a:cubicBezTo>
                  <a:close/>
                  <a:moveTo>
                    <a:pt x="7" y="35"/>
                  </a:moveTo>
                  <a:cubicBezTo>
                    <a:pt x="7" y="35"/>
                    <a:pt x="7" y="34"/>
                    <a:pt x="7" y="34"/>
                  </a:cubicBezTo>
                  <a:cubicBezTo>
                    <a:pt x="7" y="34"/>
                    <a:pt x="7" y="34"/>
                    <a:pt x="7" y="35"/>
                  </a:cubicBezTo>
                  <a:cubicBezTo>
                    <a:pt x="7" y="35"/>
                    <a:pt x="7" y="35"/>
                    <a:pt x="7" y="35"/>
                  </a:cubicBezTo>
                  <a:close/>
                  <a:moveTo>
                    <a:pt x="7" y="35"/>
                  </a:moveTo>
                  <a:cubicBezTo>
                    <a:pt x="7" y="35"/>
                    <a:pt x="7" y="35"/>
                    <a:pt x="7" y="35"/>
                  </a:cubicBezTo>
                  <a:cubicBezTo>
                    <a:pt x="7" y="35"/>
                    <a:pt x="7" y="35"/>
                    <a:pt x="7" y="35"/>
                  </a:cubicBezTo>
                  <a:cubicBezTo>
                    <a:pt x="7" y="35"/>
                    <a:pt x="7" y="35"/>
                    <a:pt x="7" y="35"/>
                  </a:cubicBezTo>
                  <a:cubicBezTo>
                    <a:pt x="8" y="35"/>
                    <a:pt x="8" y="35"/>
                    <a:pt x="8" y="35"/>
                  </a:cubicBezTo>
                  <a:cubicBezTo>
                    <a:pt x="8" y="35"/>
                    <a:pt x="8" y="35"/>
                    <a:pt x="8" y="36"/>
                  </a:cubicBezTo>
                  <a:cubicBezTo>
                    <a:pt x="8" y="36"/>
                    <a:pt x="9" y="35"/>
                    <a:pt x="9" y="35"/>
                  </a:cubicBezTo>
                  <a:cubicBezTo>
                    <a:pt x="9" y="35"/>
                    <a:pt x="10" y="36"/>
                    <a:pt x="10" y="36"/>
                  </a:cubicBezTo>
                  <a:cubicBezTo>
                    <a:pt x="10" y="36"/>
                    <a:pt x="10" y="36"/>
                    <a:pt x="10" y="36"/>
                  </a:cubicBezTo>
                  <a:cubicBezTo>
                    <a:pt x="9" y="36"/>
                    <a:pt x="8" y="36"/>
                    <a:pt x="7" y="35"/>
                  </a:cubicBezTo>
                  <a:close/>
                  <a:moveTo>
                    <a:pt x="9" y="36"/>
                  </a:moveTo>
                  <a:cubicBezTo>
                    <a:pt x="10" y="36"/>
                    <a:pt x="10" y="36"/>
                    <a:pt x="10" y="36"/>
                  </a:cubicBezTo>
                  <a:cubicBezTo>
                    <a:pt x="10" y="36"/>
                    <a:pt x="10" y="36"/>
                    <a:pt x="10" y="37"/>
                  </a:cubicBezTo>
                  <a:cubicBezTo>
                    <a:pt x="10" y="36"/>
                    <a:pt x="9" y="36"/>
                    <a:pt x="9" y="36"/>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 name="Freeform 435"/>
            <p:cNvSpPr/>
            <p:nvPr/>
          </p:nvSpPr>
          <p:spPr bwMode="auto">
            <a:xfrm>
              <a:off x="3712" y="2809"/>
              <a:ext cx="4" cy="2"/>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1" y="1"/>
                    <a:pt x="2" y="1"/>
                    <a:pt x="2"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 name="Freeform 436"/>
            <p:cNvSpPr>
              <a:spLocks noEditPoints="1"/>
            </p:cNvSpPr>
            <p:nvPr/>
          </p:nvSpPr>
          <p:spPr bwMode="auto">
            <a:xfrm>
              <a:off x="3434" y="1624"/>
              <a:ext cx="862" cy="1213"/>
            </a:xfrm>
            <a:custGeom>
              <a:avLst/>
              <a:gdLst>
                <a:gd name="T0" fmla="*/ 172 w 406"/>
                <a:gd name="T1" fmla="*/ 570 h 572"/>
                <a:gd name="T2" fmla="*/ 205 w 406"/>
                <a:gd name="T3" fmla="*/ 568 h 572"/>
                <a:gd name="T4" fmla="*/ 239 w 406"/>
                <a:gd name="T5" fmla="*/ 564 h 572"/>
                <a:gd name="T6" fmla="*/ 281 w 406"/>
                <a:gd name="T7" fmla="*/ 547 h 572"/>
                <a:gd name="T8" fmla="*/ 300 w 406"/>
                <a:gd name="T9" fmla="*/ 522 h 572"/>
                <a:gd name="T10" fmla="*/ 204 w 406"/>
                <a:gd name="T11" fmla="*/ 395 h 572"/>
                <a:gd name="T12" fmla="*/ 207 w 406"/>
                <a:gd name="T13" fmla="*/ 339 h 572"/>
                <a:gd name="T14" fmla="*/ 214 w 406"/>
                <a:gd name="T15" fmla="*/ 279 h 572"/>
                <a:gd name="T16" fmla="*/ 177 w 406"/>
                <a:gd name="T17" fmla="*/ 304 h 572"/>
                <a:gd name="T18" fmla="*/ 184 w 406"/>
                <a:gd name="T19" fmla="*/ 298 h 572"/>
                <a:gd name="T20" fmla="*/ 197 w 406"/>
                <a:gd name="T21" fmla="*/ 321 h 572"/>
                <a:gd name="T22" fmla="*/ 186 w 406"/>
                <a:gd name="T23" fmla="*/ 337 h 572"/>
                <a:gd name="T24" fmla="*/ 190 w 406"/>
                <a:gd name="T25" fmla="*/ 347 h 572"/>
                <a:gd name="T26" fmla="*/ 189 w 406"/>
                <a:gd name="T27" fmla="*/ 365 h 572"/>
                <a:gd name="T28" fmla="*/ 189 w 406"/>
                <a:gd name="T29" fmla="*/ 382 h 572"/>
                <a:gd name="T30" fmla="*/ 194 w 406"/>
                <a:gd name="T31" fmla="*/ 401 h 572"/>
                <a:gd name="T32" fmla="*/ 198 w 406"/>
                <a:gd name="T33" fmla="*/ 426 h 572"/>
                <a:gd name="T34" fmla="*/ 92 w 406"/>
                <a:gd name="T35" fmla="*/ 277 h 572"/>
                <a:gd name="T36" fmla="*/ 68 w 406"/>
                <a:gd name="T37" fmla="*/ 218 h 572"/>
                <a:gd name="T38" fmla="*/ 189 w 406"/>
                <a:gd name="T39" fmla="*/ 198 h 572"/>
                <a:gd name="T40" fmla="*/ 299 w 406"/>
                <a:gd name="T41" fmla="*/ 279 h 572"/>
                <a:gd name="T42" fmla="*/ 240 w 406"/>
                <a:gd name="T43" fmla="*/ 425 h 572"/>
                <a:gd name="T44" fmla="*/ 250 w 406"/>
                <a:gd name="T45" fmla="*/ 401 h 572"/>
                <a:gd name="T46" fmla="*/ 257 w 406"/>
                <a:gd name="T47" fmla="*/ 380 h 572"/>
                <a:gd name="T48" fmla="*/ 262 w 406"/>
                <a:gd name="T49" fmla="*/ 342 h 572"/>
                <a:gd name="T50" fmla="*/ 279 w 406"/>
                <a:gd name="T51" fmla="*/ 305 h 572"/>
                <a:gd name="T52" fmla="*/ 323 w 406"/>
                <a:gd name="T53" fmla="*/ 287 h 572"/>
                <a:gd name="T54" fmla="*/ 345 w 406"/>
                <a:gd name="T55" fmla="*/ 231 h 572"/>
                <a:gd name="T56" fmla="*/ 313 w 406"/>
                <a:gd name="T57" fmla="*/ 163 h 572"/>
                <a:gd name="T58" fmla="*/ 199 w 406"/>
                <a:gd name="T59" fmla="*/ 120 h 572"/>
                <a:gd name="T60" fmla="*/ 99 w 406"/>
                <a:gd name="T61" fmla="*/ 189 h 572"/>
                <a:gd name="T62" fmla="*/ 67 w 406"/>
                <a:gd name="T63" fmla="*/ 156 h 572"/>
                <a:gd name="T64" fmla="*/ 18 w 406"/>
                <a:gd name="T65" fmla="*/ 247 h 572"/>
                <a:gd name="T66" fmla="*/ 17 w 406"/>
                <a:gd name="T67" fmla="*/ 216 h 572"/>
                <a:gd name="T68" fmla="*/ 18 w 406"/>
                <a:gd name="T69" fmla="*/ 212 h 572"/>
                <a:gd name="T70" fmla="*/ 18 w 406"/>
                <a:gd name="T71" fmla="*/ 213 h 572"/>
                <a:gd name="T72" fmla="*/ 20 w 406"/>
                <a:gd name="T73" fmla="*/ 216 h 572"/>
                <a:gd name="T74" fmla="*/ 36 w 406"/>
                <a:gd name="T75" fmla="*/ 256 h 572"/>
                <a:gd name="T76" fmla="*/ 80 w 406"/>
                <a:gd name="T77" fmla="*/ 293 h 572"/>
                <a:gd name="T78" fmla="*/ 143 w 406"/>
                <a:gd name="T79" fmla="*/ 304 h 572"/>
                <a:gd name="T80" fmla="*/ 162 w 406"/>
                <a:gd name="T81" fmla="*/ 375 h 572"/>
                <a:gd name="T82" fmla="*/ 177 w 406"/>
                <a:gd name="T83" fmla="*/ 504 h 572"/>
                <a:gd name="T84" fmla="*/ 192 w 406"/>
                <a:gd name="T85" fmla="*/ 530 h 572"/>
                <a:gd name="T86" fmla="*/ 191 w 406"/>
                <a:gd name="T87" fmla="*/ 504 h 572"/>
                <a:gd name="T88" fmla="*/ 192 w 406"/>
                <a:gd name="T89" fmla="*/ 486 h 572"/>
                <a:gd name="T90" fmla="*/ 194 w 406"/>
                <a:gd name="T91" fmla="*/ 451 h 572"/>
                <a:gd name="T92" fmla="*/ 220 w 406"/>
                <a:gd name="T93" fmla="*/ 447 h 572"/>
                <a:gd name="T94" fmla="*/ 240 w 406"/>
                <a:gd name="T95" fmla="*/ 469 h 572"/>
                <a:gd name="T96" fmla="*/ 247 w 406"/>
                <a:gd name="T97" fmla="*/ 543 h 572"/>
                <a:gd name="T98" fmla="*/ 146 w 406"/>
                <a:gd name="T99" fmla="*/ 545 h 572"/>
                <a:gd name="T100" fmla="*/ 137 w 406"/>
                <a:gd name="T101" fmla="*/ 524 h 572"/>
                <a:gd name="T102" fmla="*/ 130 w 406"/>
                <a:gd name="T103" fmla="*/ 553 h 572"/>
                <a:gd name="T104" fmla="*/ 193 w 406"/>
                <a:gd name="T105" fmla="*/ 309 h 572"/>
                <a:gd name="T106" fmla="*/ 196 w 406"/>
                <a:gd name="T107" fmla="*/ 303 h 572"/>
                <a:gd name="T108" fmla="*/ 209 w 406"/>
                <a:gd name="T109" fmla="*/ 295 h 572"/>
                <a:gd name="T110" fmla="*/ 218 w 406"/>
                <a:gd name="T111" fmla="*/ 301 h 572"/>
                <a:gd name="T112" fmla="*/ 221 w 406"/>
                <a:gd name="T113" fmla="*/ 307 h 572"/>
                <a:gd name="T114" fmla="*/ 211 w 406"/>
                <a:gd name="T115" fmla="*/ 310 h 572"/>
                <a:gd name="T116" fmla="*/ 222 w 406"/>
                <a:gd name="T117" fmla="*/ 307 h 572"/>
                <a:gd name="T118" fmla="*/ 191 w 406"/>
                <a:gd name="T119" fmla="*/ 185 h 572"/>
                <a:gd name="T120" fmla="*/ 63 w 406"/>
                <a:gd name="T121" fmla="*/ 186 h 572"/>
                <a:gd name="T122" fmla="*/ 22 w 406"/>
                <a:gd name="T123" fmla="*/ 214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6" h="572">
                  <a:moveTo>
                    <a:pt x="135" y="564"/>
                  </a:moveTo>
                  <a:cubicBezTo>
                    <a:pt x="136" y="564"/>
                    <a:pt x="137" y="565"/>
                    <a:pt x="137" y="564"/>
                  </a:cubicBezTo>
                  <a:cubicBezTo>
                    <a:pt x="137" y="565"/>
                    <a:pt x="137" y="565"/>
                    <a:pt x="137" y="565"/>
                  </a:cubicBezTo>
                  <a:cubicBezTo>
                    <a:pt x="138" y="565"/>
                    <a:pt x="140" y="563"/>
                    <a:pt x="139" y="566"/>
                  </a:cubicBezTo>
                  <a:cubicBezTo>
                    <a:pt x="140" y="563"/>
                    <a:pt x="139" y="565"/>
                    <a:pt x="138" y="564"/>
                  </a:cubicBezTo>
                  <a:cubicBezTo>
                    <a:pt x="139" y="562"/>
                    <a:pt x="140" y="563"/>
                    <a:pt x="141" y="562"/>
                  </a:cubicBezTo>
                  <a:cubicBezTo>
                    <a:pt x="139" y="565"/>
                    <a:pt x="142" y="563"/>
                    <a:pt x="142" y="564"/>
                  </a:cubicBezTo>
                  <a:cubicBezTo>
                    <a:pt x="142" y="565"/>
                    <a:pt x="142" y="565"/>
                    <a:pt x="142" y="566"/>
                  </a:cubicBezTo>
                  <a:cubicBezTo>
                    <a:pt x="143" y="564"/>
                    <a:pt x="143" y="564"/>
                    <a:pt x="143" y="564"/>
                  </a:cubicBezTo>
                  <a:cubicBezTo>
                    <a:pt x="142" y="568"/>
                    <a:pt x="145" y="564"/>
                    <a:pt x="145" y="566"/>
                  </a:cubicBezTo>
                  <a:cubicBezTo>
                    <a:pt x="144" y="566"/>
                    <a:pt x="144" y="568"/>
                    <a:pt x="144" y="569"/>
                  </a:cubicBezTo>
                  <a:cubicBezTo>
                    <a:pt x="144" y="566"/>
                    <a:pt x="146" y="566"/>
                    <a:pt x="147" y="564"/>
                  </a:cubicBezTo>
                  <a:cubicBezTo>
                    <a:pt x="148" y="565"/>
                    <a:pt x="145" y="567"/>
                    <a:pt x="145" y="569"/>
                  </a:cubicBezTo>
                  <a:cubicBezTo>
                    <a:pt x="146" y="567"/>
                    <a:pt x="146" y="571"/>
                    <a:pt x="147" y="568"/>
                  </a:cubicBezTo>
                  <a:cubicBezTo>
                    <a:pt x="147" y="567"/>
                    <a:pt x="148" y="567"/>
                    <a:pt x="149" y="566"/>
                  </a:cubicBezTo>
                  <a:cubicBezTo>
                    <a:pt x="150" y="566"/>
                    <a:pt x="148" y="567"/>
                    <a:pt x="148" y="568"/>
                  </a:cubicBezTo>
                  <a:cubicBezTo>
                    <a:pt x="149" y="568"/>
                    <a:pt x="150" y="566"/>
                    <a:pt x="150" y="565"/>
                  </a:cubicBezTo>
                  <a:cubicBezTo>
                    <a:pt x="150" y="566"/>
                    <a:pt x="152" y="564"/>
                    <a:pt x="152" y="565"/>
                  </a:cubicBezTo>
                  <a:cubicBezTo>
                    <a:pt x="152" y="567"/>
                    <a:pt x="150" y="566"/>
                    <a:pt x="150" y="567"/>
                  </a:cubicBezTo>
                  <a:cubicBezTo>
                    <a:pt x="152" y="568"/>
                    <a:pt x="152" y="563"/>
                    <a:pt x="154" y="563"/>
                  </a:cubicBezTo>
                  <a:cubicBezTo>
                    <a:pt x="153" y="562"/>
                    <a:pt x="155" y="559"/>
                    <a:pt x="155" y="558"/>
                  </a:cubicBezTo>
                  <a:cubicBezTo>
                    <a:pt x="157" y="560"/>
                    <a:pt x="155" y="559"/>
                    <a:pt x="155" y="561"/>
                  </a:cubicBezTo>
                  <a:cubicBezTo>
                    <a:pt x="155" y="561"/>
                    <a:pt x="155" y="561"/>
                    <a:pt x="155" y="561"/>
                  </a:cubicBezTo>
                  <a:cubicBezTo>
                    <a:pt x="155" y="564"/>
                    <a:pt x="152" y="566"/>
                    <a:pt x="153" y="568"/>
                  </a:cubicBezTo>
                  <a:cubicBezTo>
                    <a:pt x="154" y="567"/>
                    <a:pt x="154" y="567"/>
                    <a:pt x="154" y="567"/>
                  </a:cubicBezTo>
                  <a:cubicBezTo>
                    <a:pt x="153" y="568"/>
                    <a:pt x="153" y="569"/>
                    <a:pt x="153" y="570"/>
                  </a:cubicBezTo>
                  <a:cubicBezTo>
                    <a:pt x="153" y="568"/>
                    <a:pt x="154" y="570"/>
                    <a:pt x="155" y="570"/>
                  </a:cubicBezTo>
                  <a:cubicBezTo>
                    <a:pt x="155" y="568"/>
                    <a:pt x="154" y="570"/>
                    <a:pt x="154" y="569"/>
                  </a:cubicBezTo>
                  <a:cubicBezTo>
                    <a:pt x="155" y="568"/>
                    <a:pt x="156" y="566"/>
                    <a:pt x="157" y="567"/>
                  </a:cubicBezTo>
                  <a:cubicBezTo>
                    <a:pt x="156" y="568"/>
                    <a:pt x="157" y="569"/>
                    <a:pt x="156" y="570"/>
                  </a:cubicBezTo>
                  <a:cubicBezTo>
                    <a:pt x="157" y="571"/>
                    <a:pt x="157" y="568"/>
                    <a:pt x="157" y="569"/>
                  </a:cubicBezTo>
                  <a:cubicBezTo>
                    <a:pt x="157" y="570"/>
                    <a:pt x="157" y="570"/>
                    <a:pt x="157" y="570"/>
                  </a:cubicBezTo>
                  <a:cubicBezTo>
                    <a:pt x="160" y="571"/>
                    <a:pt x="164" y="571"/>
                    <a:pt x="166" y="567"/>
                  </a:cubicBezTo>
                  <a:cubicBezTo>
                    <a:pt x="166" y="569"/>
                    <a:pt x="167" y="569"/>
                    <a:pt x="169" y="570"/>
                  </a:cubicBezTo>
                  <a:cubicBezTo>
                    <a:pt x="168" y="570"/>
                    <a:pt x="169" y="569"/>
                    <a:pt x="169" y="568"/>
                  </a:cubicBezTo>
                  <a:cubicBezTo>
                    <a:pt x="170" y="570"/>
                    <a:pt x="170" y="570"/>
                    <a:pt x="170" y="570"/>
                  </a:cubicBezTo>
                  <a:cubicBezTo>
                    <a:pt x="170" y="572"/>
                    <a:pt x="172" y="570"/>
                    <a:pt x="172" y="569"/>
                  </a:cubicBezTo>
                  <a:cubicBezTo>
                    <a:pt x="172" y="570"/>
                    <a:pt x="172" y="570"/>
                    <a:pt x="172" y="570"/>
                  </a:cubicBezTo>
                  <a:cubicBezTo>
                    <a:pt x="173" y="571"/>
                    <a:pt x="173" y="569"/>
                    <a:pt x="173" y="568"/>
                  </a:cubicBezTo>
                  <a:cubicBezTo>
                    <a:pt x="174" y="570"/>
                    <a:pt x="174" y="570"/>
                    <a:pt x="174" y="570"/>
                  </a:cubicBezTo>
                  <a:cubicBezTo>
                    <a:pt x="174" y="569"/>
                    <a:pt x="174" y="569"/>
                    <a:pt x="174" y="569"/>
                  </a:cubicBezTo>
                  <a:cubicBezTo>
                    <a:pt x="174" y="568"/>
                    <a:pt x="175" y="568"/>
                    <a:pt x="175" y="570"/>
                  </a:cubicBezTo>
                  <a:cubicBezTo>
                    <a:pt x="175" y="570"/>
                    <a:pt x="176" y="569"/>
                    <a:pt x="175" y="569"/>
                  </a:cubicBezTo>
                  <a:cubicBezTo>
                    <a:pt x="176" y="570"/>
                    <a:pt x="178" y="570"/>
                    <a:pt x="179" y="569"/>
                  </a:cubicBezTo>
                  <a:cubicBezTo>
                    <a:pt x="178" y="569"/>
                    <a:pt x="178" y="568"/>
                    <a:pt x="178" y="567"/>
                  </a:cubicBezTo>
                  <a:cubicBezTo>
                    <a:pt x="178" y="564"/>
                    <a:pt x="179" y="567"/>
                    <a:pt x="179" y="566"/>
                  </a:cubicBezTo>
                  <a:cubicBezTo>
                    <a:pt x="179" y="567"/>
                    <a:pt x="180" y="567"/>
                    <a:pt x="179" y="568"/>
                  </a:cubicBezTo>
                  <a:cubicBezTo>
                    <a:pt x="181" y="571"/>
                    <a:pt x="183" y="569"/>
                    <a:pt x="184" y="569"/>
                  </a:cubicBezTo>
                  <a:cubicBezTo>
                    <a:pt x="185" y="568"/>
                    <a:pt x="185" y="568"/>
                    <a:pt x="185" y="568"/>
                  </a:cubicBezTo>
                  <a:cubicBezTo>
                    <a:pt x="186" y="570"/>
                    <a:pt x="188" y="568"/>
                    <a:pt x="189" y="569"/>
                  </a:cubicBezTo>
                  <a:cubicBezTo>
                    <a:pt x="189" y="568"/>
                    <a:pt x="189" y="565"/>
                    <a:pt x="190" y="565"/>
                  </a:cubicBezTo>
                  <a:cubicBezTo>
                    <a:pt x="190" y="563"/>
                    <a:pt x="190" y="567"/>
                    <a:pt x="191" y="569"/>
                  </a:cubicBezTo>
                  <a:cubicBezTo>
                    <a:pt x="191" y="568"/>
                    <a:pt x="192" y="567"/>
                    <a:pt x="192" y="567"/>
                  </a:cubicBezTo>
                  <a:cubicBezTo>
                    <a:pt x="192" y="568"/>
                    <a:pt x="192" y="568"/>
                    <a:pt x="192" y="568"/>
                  </a:cubicBezTo>
                  <a:cubicBezTo>
                    <a:pt x="192" y="567"/>
                    <a:pt x="193" y="566"/>
                    <a:pt x="194" y="567"/>
                  </a:cubicBezTo>
                  <a:cubicBezTo>
                    <a:pt x="194" y="567"/>
                    <a:pt x="194" y="567"/>
                    <a:pt x="194" y="567"/>
                  </a:cubicBezTo>
                  <a:cubicBezTo>
                    <a:pt x="194" y="567"/>
                    <a:pt x="195" y="569"/>
                    <a:pt x="195" y="568"/>
                  </a:cubicBezTo>
                  <a:cubicBezTo>
                    <a:pt x="195" y="567"/>
                    <a:pt x="196" y="568"/>
                    <a:pt x="196" y="566"/>
                  </a:cubicBezTo>
                  <a:cubicBezTo>
                    <a:pt x="197" y="567"/>
                    <a:pt x="197" y="567"/>
                    <a:pt x="197" y="567"/>
                  </a:cubicBezTo>
                  <a:cubicBezTo>
                    <a:pt x="197" y="565"/>
                    <a:pt x="197" y="565"/>
                    <a:pt x="197" y="565"/>
                  </a:cubicBezTo>
                  <a:cubicBezTo>
                    <a:pt x="197" y="566"/>
                    <a:pt x="197" y="566"/>
                    <a:pt x="197" y="566"/>
                  </a:cubicBezTo>
                  <a:cubicBezTo>
                    <a:pt x="197" y="568"/>
                    <a:pt x="197" y="568"/>
                    <a:pt x="197" y="568"/>
                  </a:cubicBezTo>
                  <a:cubicBezTo>
                    <a:pt x="198" y="569"/>
                    <a:pt x="197" y="566"/>
                    <a:pt x="198" y="565"/>
                  </a:cubicBezTo>
                  <a:cubicBezTo>
                    <a:pt x="198" y="564"/>
                    <a:pt x="198" y="566"/>
                    <a:pt x="199" y="566"/>
                  </a:cubicBezTo>
                  <a:cubicBezTo>
                    <a:pt x="198" y="567"/>
                    <a:pt x="198" y="566"/>
                    <a:pt x="198" y="566"/>
                  </a:cubicBezTo>
                  <a:cubicBezTo>
                    <a:pt x="198" y="568"/>
                    <a:pt x="198" y="567"/>
                    <a:pt x="199" y="568"/>
                  </a:cubicBezTo>
                  <a:cubicBezTo>
                    <a:pt x="199" y="568"/>
                    <a:pt x="199" y="566"/>
                    <a:pt x="199" y="566"/>
                  </a:cubicBezTo>
                  <a:cubicBezTo>
                    <a:pt x="200" y="566"/>
                    <a:pt x="201" y="566"/>
                    <a:pt x="200" y="568"/>
                  </a:cubicBezTo>
                  <a:cubicBezTo>
                    <a:pt x="201" y="567"/>
                    <a:pt x="201" y="567"/>
                    <a:pt x="201" y="566"/>
                  </a:cubicBezTo>
                  <a:cubicBezTo>
                    <a:pt x="201" y="566"/>
                    <a:pt x="200" y="565"/>
                    <a:pt x="200" y="564"/>
                  </a:cubicBezTo>
                  <a:cubicBezTo>
                    <a:pt x="201" y="564"/>
                    <a:pt x="201" y="564"/>
                    <a:pt x="201" y="564"/>
                  </a:cubicBezTo>
                  <a:cubicBezTo>
                    <a:pt x="201" y="565"/>
                    <a:pt x="201" y="565"/>
                    <a:pt x="201" y="565"/>
                  </a:cubicBezTo>
                  <a:cubicBezTo>
                    <a:pt x="201" y="564"/>
                    <a:pt x="202" y="565"/>
                    <a:pt x="202" y="563"/>
                  </a:cubicBezTo>
                  <a:cubicBezTo>
                    <a:pt x="202" y="565"/>
                    <a:pt x="202" y="565"/>
                    <a:pt x="202" y="565"/>
                  </a:cubicBezTo>
                  <a:cubicBezTo>
                    <a:pt x="203" y="564"/>
                    <a:pt x="203" y="564"/>
                    <a:pt x="204" y="564"/>
                  </a:cubicBezTo>
                  <a:cubicBezTo>
                    <a:pt x="204" y="566"/>
                    <a:pt x="204" y="568"/>
                    <a:pt x="205" y="568"/>
                  </a:cubicBezTo>
                  <a:cubicBezTo>
                    <a:pt x="205" y="566"/>
                    <a:pt x="205" y="566"/>
                    <a:pt x="205" y="566"/>
                  </a:cubicBezTo>
                  <a:cubicBezTo>
                    <a:pt x="206" y="566"/>
                    <a:pt x="206" y="566"/>
                    <a:pt x="206" y="567"/>
                  </a:cubicBezTo>
                  <a:cubicBezTo>
                    <a:pt x="207" y="568"/>
                    <a:pt x="207" y="562"/>
                    <a:pt x="209" y="564"/>
                  </a:cubicBezTo>
                  <a:cubicBezTo>
                    <a:pt x="208" y="566"/>
                    <a:pt x="209" y="566"/>
                    <a:pt x="209" y="567"/>
                  </a:cubicBezTo>
                  <a:cubicBezTo>
                    <a:pt x="209" y="566"/>
                    <a:pt x="209" y="566"/>
                    <a:pt x="209" y="566"/>
                  </a:cubicBezTo>
                  <a:cubicBezTo>
                    <a:pt x="209" y="565"/>
                    <a:pt x="209" y="567"/>
                    <a:pt x="209" y="566"/>
                  </a:cubicBezTo>
                  <a:cubicBezTo>
                    <a:pt x="208" y="564"/>
                    <a:pt x="209" y="565"/>
                    <a:pt x="209" y="564"/>
                  </a:cubicBezTo>
                  <a:cubicBezTo>
                    <a:pt x="211" y="569"/>
                    <a:pt x="213" y="565"/>
                    <a:pt x="215" y="567"/>
                  </a:cubicBezTo>
                  <a:cubicBezTo>
                    <a:pt x="215" y="565"/>
                    <a:pt x="216" y="567"/>
                    <a:pt x="216" y="566"/>
                  </a:cubicBezTo>
                  <a:cubicBezTo>
                    <a:pt x="216" y="568"/>
                    <a:pt x="217" y="565"/>
                    <a:pt x="217" y="567"/>
                  </a:cubicBezTo>
                  <a:cubicBezTo>
                    <a:pt x="217" y="564"/>
                    <a:pt x="217" y="564"/>
                    <a:pt x="217" y="564"/>
                  </a:cubicBezTo>
                  <a:cubicBezTo>
                    <a:pt x="218" y="566"/>
                    <a:pt x="218" y="560"/>
                    <a:pt x="219" y="563"/>
                  </a:cubicBezTo>
                  <a:cubicBezTo>
                    <a:pt x="220" y="564"/>
                    <a:pt x="219" y="565"/>
                    <a:pt x="219" y="565"/>
                  </a:cubicBezTo>
                  <a:cubicBezTo>
                    <a:pt x="220" y="568"/>
                    <a:pt x="221" y="563"/>
                    <a:pt x="222" y="566"/>
                  </a:cubicBezTo>
                  <a:cubicBezTo>
                    <a:pt x="222" y="565"/>
                    <a:pt x="221" y="563"/>
                    <a:pt x="222" y="562"/>
                  </a:cubicBezTo>
                  <a:cubicBezTo>
                    <a:pt x="223" y="563"/>
                    <a:pt x="224" y="565"/>
                    <a:pt x="224" y="565"/>
                  </a:cubicBezTo>
                  <a:cubicBezTo>
                    <a:pt x="224" y="565"/>
                    <a:pt x="224" y="564"/>
                    <a:pt x="225" y="565"/>
                  </a:cubicBezTo>
                  <a:cubicBezTo>
                    <a:pt x="225" y="565"/>
                    <a:pt x="225" y="565"/>
                    <a:pt x="225" y="566"/>
                  </a:cubicBezTo>
                  <a:cubicBezTo>
                    <a:pt x="226" y="566"/>
                    <a:pt x="226" y="565"/>
                    <a:pt x="227" y="564"/>
                  </a:cubicBezTo>
                  <a:cubicBezTo>
                    <a:pt x="227" y="566"/>
                    <a:pt x="229" y="565"/>
                    <a:pt x="230" y="566"/>
                  </a:cubicBezTo>
                  <a:cubicBezTo>
                    <a:pt x="230" y="563"/>
                    <a:pt x="231" y="567"/>
                    <a:pt x="231" y="564"/>
                  </a:cubicBezTo>
                  <a:cubicBezTo>
                    <a:pt x="231" y="564"/>
                    <a:pt x="231" y="564"/>
                    <a:pt x="231" y="564"/>
                  </a:cubicBezTo>
                  <a:cubicBezTo>
                    <a:pt x="232" y="564"/>
                    <a:pt x="232" y="562"/>
                    <a:pt x="232" y="561"/>
                  </a:cubicBezTo>
                  <a:cubicBezTo>
                    <a:pt x="232" y="563"/>
                    <a:pt x="232" y="563"/>
                    <a:pt x="232" y="563"/>
                  </a:cubicBezTo>
                  <a:cubicBezTo>
                    <a:pt x="232" y="566"/>
                    <a:pt x="234" y="564"/>
                    <a:pt x="234" y="565"/>
                  </a:cubicBezTo>
                  <a:cubicBezTo>
                    <a:pt x="233" y="563"/>
                    <a:pt x="234" y="565"/>
                    <a:pt x="234" y="563"/>
                  </a:cubicBezTo>
                  <a:cubicBezTo>
                    <a:pt x="235" y="563"/>
                    <a:pt x="235" y="563"/>
                    <a:pt x="235" y="563"/>
                  </a:cubicBezTo>
                  <a:cubicBezTo>
                    <a:pt x="235" y="562"/>
                    <a:pt x="235" y="562"/>
                    <a:pt x="236" y="561"/>
                  </a:cubicBezTo>
                  <a:cubicBezTo>
                    <a:pt x="236" y="561"/>
                    <a:pt x="236" y="564"/>
                    <a:pt x="236" y="563"/>
                  </a:cubicBezTo>
                  <a:cubicBezTo>
                    <a:pt x="237" y="564"/>
                    <a:pt x="237" y="564"/>
                    <a:pt x="237" y="563"/>
                  </a:cubicBezTo>
                  <a:cubicBezTo>
                    <a:pt x="237" y="563"/>
                    <a:pt x="237" y="563"/>
                    <a:pt x="237" y="563"/>
                  </a:cubicBezTo>
                  <a:cubicBezTo>
                    <a:pt x="237" y="563"/>
                    <a:pt x="237" y="563"/>
                    <a:pt x="238" y="563"/>
                  </a:cubicBezTo>
                  <a:cubicBezTo>
                    <a:pt x="238" y="563"/>
                    <a:pt x="238" y="563"/>
                    <a:pt x="238" y="563"/>
                  </a:cubicBezTo>
                  <a:cubicBezTo>
                    <a:pt x="238" y="563"/>
                    <a:pt x="238" y="563"/>
                    <a:pt x="238" y="563"/>
                  </a:cubicBezTo>
                  <a:cubicBezTo>
                    <a:pt x="238" y="563"/>
                    <a:pt x="238" y="563"/>
                    <a:pt x="238" y="563"/>
                  </a:cubicBezTo>
                  <a:cubicBezTo>
                    <a:pt x="238" y="563"/>
                    <a:pt x="238" y="563"/>
                    <a:pt x="238" y="563"/>
                  </a:cubicBezTo>
                  <a:cubicBezTo>
                    <a:pt x="238" y="564"/>
                    <a:pt x="238" y="563"/>
                    <a:pt x="238" y="563"/>
                  </a:cubicBezTo>
                  <a:cubicBezTo>
                    <a:pt x="238" y="563"/>
                    <a:pt x="239" y="563"/>
                    <a:pt x="239" y="564"/>
                  </a:cubicBezTo>
                  <a:cubicBezTo>
                    <a:pt x="239" y="565"/>
                    <a:pt x="239" y="565"/>
                    <a:pt x="239" y="565"/>
                  </a:cubicBezTo>
                  <a:cubicBezTo>
                    <a:pt x="239" y="565"/>
                    <a:pt x="240" y="563"/>
                    <a:pt x="240" y="563"/>
                  </a:cubicBezTo>
                  <a:cubicBezTo>
                    <a:pt x="242" y="564"/>
                    <a:pt x="244" y="562"/>
                    <a:pt x="245" y="561"/>
                  </a:cubicBezTo>
                  <a:cubicBezTo>
                    <a:pt x="244" y="561"/>
                    <a:pt x="244" y="562"/>
                    <a:pt x="244" y="562"/>
                  </a:cubicBezTo>
                  <a:cubicBezTo>
                    <a:pt x="245" y="561"/>
                    <a:pt x="245" y="560"/>
                    <a:pt x="245" y="561"/>
                  </a:cubicBezTo>
                  <a:cubicBezTo>
                    <a:pt x="246" y="560"/>
                    <a:pt x="246" y="562"/>
                    <a:pt x="247" y="562"/>
                  </a:cubicBezTo>
                  <a:cubicBezTo>
                    <a:pt x="247" y="562"/>
                    <a:pt x="247" y="560"/>
                    <a:pt x="247" y="561"/>
                  </a:cubicBezTo>
                  <a:cubicBezTo>
                    <a:pt x="248" y="563"/>
                    <a:pt x="249" y="559"/>
                    <a:pt x="251" y="560"/>
                  </a:cubicBezTo>
                  <a:cubicBezTo>
                    <a:pt x="251" y="560"/>
                    <a:pt x="251" y="561"/>
                    <a:pt x="251" y="561"/>
                  </a:cubicBezTo>
                  <a:cubicBezTo>
                    <a:pt x="252" y="560"/>
                    <a:pt x="253" y="560"/>
                    <a:pt x="253" y="558"/>
                  </a:cubicBezTo>
                  <a:cubicBezTo>
                    <a:pt x="253" y="559"/>
                    <a:pt x="253" y="559"/>
                    <a:pt x="253" y="559"/>
                  </a:cubicBezTo>
                  <a:cubicBezTo>
                    <a:pt x="254" y="559"/>
                    <a:pt x="255" y="559"/>
                    <a:pt x="255" y="557"/>
                  </a:cubicBezTo>
                  <a:cubicBezTo>
                    <a:pt x="254" y="557"/>
                    <a:pt x="255" y="558"/>
                    <a:pt x="255" y="558"/>
                  </a:cubicBezTo>
                  <a:cubicBezTo>
                    <a:pt x="254" y="557"/>
                    <a:pt x="255" y="555"/>
                    <a:pt x="255" y="555"/>
                  </a:cubicBezTo>
                  <a:cubicBezTo>
                    <a:pt x="255" y="556"/>
                    <a:pt x="255" y="556"/>
                    <a:pt x="255" y="556"/>
                  </a:cubicBezTo>
                  <a:cubicBezTo>
                    <a:pt x="256" y="555"/>
                    <a:pt x="256" y="555"/>
                    <a:pt x="257" y="554"/>
                  </a:cubicBezTo>
                  <a:cubicBezTo>
                    <a:pt x="257" y="555"/>
                    <a:pt x="256" y="555"/>
                    <a:pt x="257" y="556"/>
                  </a:cubicBezTo>
                  <a:cubicBezTo>
                    <a:pt x="257" y="558"/>
                    <a:pt x="259" y="557"/>
                    <a:pt x="259" y="557"/>
                  </a:cubicBezTo>
                  <a:cubicBezTo>
                    <a:pt x="259" y="555"/>
                    <a:pt x="259" y="555"/>
                    <a:pt x="259" y="555"/>
                  </a:cubicBezTo>
                  <a:cubicBezTo>
                    <a:pt x="260" y="555"/>
                    <a:pt x="260" y="557"/>
                    <a:pt x="260" y="557"/>
                  </a:cubicBezTo>
                  <a:cubicBezTo>
                    <a:pt x="261" y="551"/>
                    <a:pt x="261" y="551"/>
                    <a:pt x="261" y="551"/>
                  </a:cubicBezTo>
                  <a:cubicBezTo>
                    <a:pt x="260" y="552"/>
                    <a:pt x="262" y="553"/>
                    <a:pt x="261" y="555"/>
                  </a:cubicBezTo>
                  <a:cubicBezTo>
                    <a:pt x="263" y="554"/>
                    <a:pt x="263" y="551"/>
                    <a:pt x="263" y="549"/>
                  </a:cubicBezTo>
                  <a:cubicBezTo>
                    <a:pt x="263" y="550"/>
                    <a:pt x="264" y="548"/>
                    <a:pt x="265" y="548"/>
                  </a:cubicBezTo>
                  <a:cubicBezTo>
                    <a:pt x="265" y="549"/>
                    <a:pt x="264" y="548"/>
                    <a:pt x="264" y="549"/>
                  </a:cubicBezTo>
                  <a:cubicBezTo>
                    <a:pt x="266" y="550"/>
                    <a:pt x="266" y="550"/>
                    <a:pt x="266" y="550"/>
                  </a:cubicBezTo>
                  <a:cubicBezTo>
                    <a:pt x="265" y="551"/>
                    <a:pt x="266" y="553"/>
                    <a:pt x="266" y="554"/>
                  </a:cubicBezTo>
                  <a:cubicBezTo>
                    <a:pt x="266" y="553"/>
                    <a:pt x="268" y="553"/>
                    <a:pt x="269" y="553"/>
                  </a:cubicBezTo>
                  <a:cubicBezTo>
                    <a:pt x="268" y="551"/>
                    <a:pt x="270" y="552"/>
                    <a:pt x="270" y="549"/>
                  </a:cubicBezTo>
                  <a:cubicBezTo>
                    <a:pt x="271" y="549"/>
                    <a:pt x="271" y="551"/>
                    <a:pt x="271" y="552"/>
                  </a:cubicBezTo>
                  <a:cubicBezTo>
                    <a:pt x="272" y="550"/>
                    <a:pt x="274" y="550"/>
                    <a:pt x="275" y="550"/>
                  </a:cubicBezTo>
                  <a:cubicBezTo>
                    <a:pt x="275" y="550"/>
                    <a:pt x="275" y="550"/>
                    <a:pt x="275" y="550"/>
                  </a:cubicBezTo>
                  <a:cubicBezTo>
                    <a:pt x="275" y="549"/>
                    <a:pt x="277" y="549"/>
                    <a:pt x="277" y="547"/>
                  </a:cubicBezTo>
                  <a:cubicBezTo>
                    <a:pt x="278" y="548"/>
                    <a:pt x="278" y="548"/>
                    <a:pt x="278" y="548"/>
                  </a:cubicBezTo>
                  <a:cubicBezTo>
                    <a:pt x="279" y="549"/>
                    <a:pt x="277" y="545"/>
                    <a:pt x="278" y="546"/>
                  </a:cubicBezTo>
                  <a:cubicBezTo>
                    <a:pt x="279" y="547"/>
                    <a:pt x="279" y="547"/>
                    <a:pt x="279" y="547"/>
                  </a:cubicBezTo>
                  <a:cubicBezTo>
                    <a:pt x="279" y="546"/>
                    <a:pt x="281" y="548"/>
                    <a:pt x="281" y="546"/>
                  </a:cubicBezTo>
                  <a:cubicBezTo>
                    <a:pt x="281" y="547"/>
                    <a:pt x="281" y="547"/>
                    <a:pt x="281" y="547"/>
                  </a:cubicBezTo>
                  <a:cubicBezTo>
                    <a:pt x="281" y="546"/>
                    <a:pt x="282" y="546"/>
                    <a:pt x="282" y="544"/>
                  </a:cubicBezTo>
                  <a:cubicBezTo>
                    <a:pt x="283" y="546"/>
                    <a:pt x="283" y="546"/>
                    <a:pt x="283" y="546"/>
                  </a:cubicBezTo>
                  <a:cubicBezTo>
                    <a:pt x="284" y="547"/>
                    <a:pt x="283" y="544"/>
                    <a:pt x="284" y="544"/>
                  </a:cubicBezTo>
                  <a:cubicBezTo>
                    <a:pt x="284" y="544"/>
                    <a:pt x="285" y="545"/>
                    <a:pt x="285" y="545"/>
                  </a:cubicBezTo>
                  <a:cubicBezTo>
                    <a:pt x="285" y="544"/>
                    <a:pt x="286" y="544"/>
                    <a:pt x="286" y="543"/>
                  </a:cubicBezTo>
                  <a:cubicBezTo>
                    <a:pt x="288" y="545"/>
                    <a:pt x="288" y="545"/>
                    <a:pt x="288" y="545"/>
                  </a:cubicBezTo>
                  <a:cubicBezTo>
                    <a:pt x="291" y="543"/>
                    <a:pt x="295" y="541"/>
                    <a:pt x="298" y="537"/>
                  </a:cubicBezTo>
                  <a:cubicBezTo>
                    <a:pt x="300" y="539"/>
                    <a:pt x="298" y="539"/>
                    <a:pt x="299" y="540"/>
                  </a:cubicBezTo>
                  <a:cubicBezTo>
                    <a:pt x="298" y="538"/>
                    <a:pt x="299" y="539"/>
                    <a:pt x="300" y="538"/>
                  </a:cubicBezTo>
                  <a:cubicBezTo>
                    <a:pt x="300" y="538"/>
                    <a:pt x="300" y="538"/>
                    <a:pt x="300" y="538"/>
                  </a:cubicBezTo>
                  <a:cubicBezTo>
                    <a:pt x="300" y="538"/>
                    <a:pt x="301" y="539"/>
                    <a:pt x="302" y="538"/>
                  </a:cubicBezTo>
                  <a:cubicBezTo>
                    <a:pt x="301" y="537"/>
                    <a:pt x="301" y="537"/>
                    <a:pt x="301" y="537"/>
                  </a:cubicBezTo>
                  <a:cubicBezTo>
                    <a:pt x="301" y="536"/>
                    <a:pt x="304" y="539"/>
                    <a:pt x="303" y="536"/>
                  </a:cubicBezTo>
                  <a:cubicBezTo>
                    <a:pt x="304" y="537"/>
                    <a:pt x="304" y="537"/>
                    <a:pt x="304" y="537"/>
                  </a:cubicBezTo>
                  <a:cubicBezTo>
                    <a:pt x="303" y="535"/>
                    <a:pt x="305" y="538"/>
                    <a:pt x="305" y="535"/>
                  </a:cubicBezTo>
                  <a:cubicBezTo>
                    <a:pt x="305" y="536"/>
                    <a:pt x="305" y="536"/>
                    <a:pt x="305" y="536"/>
                  </a:cubicBezTo>
                  <a:cubicBezTo>
                    <a:pt x="306" y="536"/>
                    <a:pt x="305" y="532"/>
                    <a:pt x="306" y="534"/>
                  </a:cubicBezTo>
                  <a:cubicBezTo>
                    <a:pt x="307" y="533"/>
                    <a:pt x="307" y="532"/>
                    <a:pt x="306" y="530"/>
                  </a:cubicBezTo>
                  <a:cubicBezTo>
                    <a:pt x="308" y="533"/>
                    <a:pt x="308" y="533"/>
                    <a:pt x="308" y="533"/>
                  </a:cubicBezTo>
                  <a:cubicBezTo>
                    <a:pt x="310" y="530"/>
                    <a:pt x="313" y="528"/>
                    <a:pt x="314" y="524"/>
                  </a:cubicBezTo>
                  <a:cubicBezTo>
                    <a:pt x="314" y="525"/>
                    <a:pt x="314" y="525"/>
                    <a:pt x="314" y="525"/>
                  </a:cubicBezTo>
                  <a:cubicBezTo>
                    <a:pt x="314" y="522"/>
                    <a:pt x="319" y="525"/>
                    <a:pt x="317" y="521"/>
                  </a:cubicBezTo>
                  <a:cubicBezTo>
                    <a:pt x="316" y="519"/>
                    <a:pt x="316" y="519"/>
                    <a:pt x="316" y="519"/>
                  </a:cubicBezTo>
                  <a:cubicBezTo>
                    <a:pt x="318" y="520"/>
                    <a:pt x="318" y="520"/>
                    <a:pt x="318" y="520"/>
                  </a:cubicBezTo>
                  <a:cubicBezTo>
                    <a:pt x="317" y="519"/>
                    <a:pt x="319" y="519"/>
                    <a:pt x="318" y="518"/>
                  </a:cubicBezTo>
                  <a:cubicBezTo>
                    <a:pt x="318" y="518"/>
                    <a:pt x="318" y="519"/>
                    <a:pt x="319" y="519"/>
                  </a:cubicBezTo>
                  <a:cubicBezTo>
                    <a:pt x="320" y="519"/>
                    <a:pt x="318" y="516"/>
                    <a:pt x="319" y="516"/>
                  </a:cubicBezTo>
                  <a:cubicBezTo>
                    <a:pt x="320" y="517"/>
                    <a:pt x="320" y="517"/>
                    <a:pt x="320" y="517"/>
                  </a:cubicBezTo>
                  <a:cubicBezTo>
                    <a:pt x="324" y="517"/>
                    <a:pt x="329" y="511"/>
                    <a:pt x="325" y="508"/>
                  </a:cubicBezTo>
                  <a:cubicBezTo>
                    <a:pt x="324" y="507"/>
                    <a:pt x="327" y="507"/>
                    <a:pt x="327" y="507"/>
                  </a:cubicBezTo>
                  <a:cubicBezTo>
                    <a:pt x="323" y="505"/>
                    <a:pt x="324" y="499"/>
                    <a:pt x="317" y="501"/>
                  </a:cubicBezTo>
                  <a:cubicBezTo>
                    <a:pt x="315" y="501"/>
                    <a:pt x="312" y="506"/>
                    <a:pt x="312" y="506"/>
                  </a:cubicBezTo>
                  <a:cubicBezTo>
                    <a:pt x="318" y="506"/>
                    <a:pt x="315" y="512"/>
                    <a:pt x="315" y="509"/>
                  </a:cubicBezTo>
                  <a:cubicBezTo>
                    <a:pt x="313" y="508"/>
                    <a:pt x="315" y="509"/>
                    <a:pt x="313" y="509"/>
                  </a:cubicBezTo>
                  <a:cubicBezTo>
                    <a:pt x="312" y="512"/>
                    <a:pt x="303" y="513"/>
                    <a:pt x="299" y="519"/>
                  </a:cubicBezTo>
                  <a:cubicBezTo>
                    <a:pt x="300" y="519"/>
                    <a:pt x="300" y="520"/>
                    <a:pt x="300" y="521"/>
                  </a:cubicBezTo>
                  <a:cubicBezTo>
                    <a:pt x="299" y="520"/>
                    <a:pt x="299" y="520"/>
                    <a:pt x="299" y="520"/>
                  </a:cubicBezTo>
                  <a:cubicBezTo>
                    <a:pt x="300" y="522"/>
                    <a:pt x="300" y="522"/>
                    <a:pt x="300" y="522"/>
                  </a:cubicBezTo>
                  <a:cubicBezTo>
                    <a:pt x="299" y="522"/>
                    <a:pt x="298" y="521"/>
                    <a:pt x="299" y="520"/>
                  </a:cubicBezTo>
                  <a:cubicBezTo>
                    <a:pt x="296" y="522"/>
                    <a:pt x="294" y="524"/>
                    <a:pt x="292" y="525"/>
                  </a:cubicBezTo>
                  <a:cubicBezTo>
                    <a:pt x="293" y="527"/>
                    <a:pt x="291" y="526"/>
                    <a:pt x="292" y="528"/>
                  </a:cubicBezTo>
                  <a:cubicBezTo>
                    <a:pt x="291" y="527"/>
                    <a:pt x="291" y="527"/>
                    <a:pt x="291" y="527"/>
                  </a:cubicBezTo>
                  <a:cubicBezTo>
                    <a:pt x="290" y="529"/>
                    <a:pt x="290" y="529"/>
                    <a:pt x="287" y="527"/>
                  </a:cubicBezTo>
                  <a:cubicBezTo>
                    <a:pt x="280" y="529"/>
                    <a:pt x="275" y="533"/>
                    <a:pt x="268" y="535"/>
                  </a:cubicBezTo>
                  <a:cubicBezTo>
                    <a:pt x="263" y="536"/>
                    <a:pt x="259" y="538"/>
                    <a:pt x="255" y="540"/>
                  </a:cubicBezTo>
                  <a:cubicBezTo>
                    <a:pt x="255" y="537"/>
                    <a:pt x="256" y="534"/>
                    <a:pt x="257" y="531"/>
                  </a:cubicBezTo>
                  <a:cubicBezTo>
                    <a:pt x="257" y="529"/>
                    <a:pt x="255" y="527"/>
                    <a:pt x="256" y="525"/>
                  </a:cubicBezTo>
                  <a:cubicBezTo>
                    <a:pt x="255" y="519"/>
                    <a:pt x="260" y="512"/>
                    <a:pt x="257" y="505"/>
                  </a:cubicBezTo>
                  <a:cubicBezTo>
                    <a:pt x="257" y="505"/>
                    <a:pt x="256" y="505"/>
                    <a:pt x="255" y="504"/>
                  </a:cubicBezTo>
                  <a:cubicBezTo>
                    <a:pt x="256" y="504"/>
                    <a:pt x="256" y="504"/>
                    <a:pt x="256" y="504"/>
                  </a:cubicBezTo>
                  <a:cubicBezTo>
                    <a:pt x="254" y="504"/>
                    <a:pt x="254" y="504"/>
                    <a:pt x="254" y="504"/>
                  </a:cubicBezTo>
                  <a:cubicBezTo>
                    <a:pt x="254" y="503"/>
                    <a:pt x="256" y="504"/>
                    <a:pt x="256" y="504"/>
                  </a:cubicBezTo>
                  <a:cubicBezTo>
                    <a:pt x="256" y="501"/>
                    <a:pt x="256" y="499"/>
                    <a:pt x="256" y="496"/>
                  </a:cubicBezTo>
                  <a:cubicBezTo>
                    <a:pt x="254" y="496"/>
                    <a:pt x="256" y="494"/>
                    <a:pt x="254" y="494"/>
                  </a:cubicBezTo>
                  <a:cubicBezTo>
                    <a:pt x="255" y="494"/>
                    <a:pt x="255" y="494"/>
                    <a:pt x="255" y="494"/>
                  </a:cubicBezTo>
                  <a:cubicBezTo>
                    <a:pt x="254" y="492"/>
                    <a:pt x="254" y="492"/>
                    <a:pt x="257" y="491"/>
                  </a:cubicBezTo>
                  <a:cubicBezTo>
                    <a:pt x="259" y="481"/>
                    <a:pt x="257" y="475"/>
                    <a:pt x="256" y="465"/>
                  </a:cubicBezTo>
                  <a:cubicBezTo>
                    <a:pt x="254" y="457"/>
                    <a:pt x="250" y="447"/>
                    <a:pt x="242" y="440"/>
                  </a:cubicBezTo>
                  <a:cubicBezTo>
                    <a:pt x="242" y="440"/>
                    <a:pt x="242" y="440"/>
                    <a:pt x="242" y="440"/>
                  </a:cubicBezTo>
                  <a:cubicBezTo>
                    <a:pt x="242" y="440"/>
                    <a:pt x="242" y="440"/>
                    <a:pt x="242" y="440"/>
                  </a:cubicBezTo>
                  <a:cubicBezTo>
                    <a:pt x="241" y="439"/>
                    <a:pt x="241" y="439"/>
                    <a:pt x="240" y="438"/>
                  </a:cubicBezTo>
                  <a:cubicBezTo>
                    <a:pt x="237" y="440"/>
                    <a:pt x="236" y="437"/>
                    <a:pt x="233" y="438"/>
                  </a:cubicBezTo>
                  <a:cubicBezTo>
                    <a:pt x="234" y="437"/>
                    <a:pt x="234" y="437"/>
                    <a:pt x="234" y="437"/>
                  </a:cubicBezTo>
                  <a:cubicBezTo>
                    <a:pt x="232" y="438"/>
                    <a:pt x="232" y="436"/>
                    <a:pt x="232" y="434"/>
                  </a:cubicBezTo>
                  <a:cubicBezTo>
                    <a:pt x="231" y="435"/>
                    <a:pt x="231" y="434"/>
                    <a:pt x="230" y="436"/>
                  </a:cubicBezTo>
                  <a:cubicBezTo>
                    <a:pt x="228" y="437"/>
                    <a:pt x="230" y="433"/>
                    <a:pt x="229" y="433"/>
                  </a:cubicBezTo>
                  <a:cubicBezTo>
                    <a:pt x="229" y="432"/>
                    <a:pt x="228" y="434"/>
                    <a:pt x="228" y="433"/>
                  </a:cubicBezTo>
                  <a:cubicBezTo>
                    <a:pt x="225" y="435"/>
                    <a:pt x="229" y="433"/>
                    <a:pt x="227" y="429"/>
                  </a:cubicBezTo>
                  <a:cubicBezTo>
                    <a:pt x="223" y="428"/>
                    <a:pt x="219" y="429"/>
                    <a:pt x="215" y="428"/>
                  </a:cubicBezTo>
                  <a:cubicBezTo>
                    <a:pt x="214" y="427"/>
                    <a:pt x="214" y="425"/>
                    <a:pt x="214" y="424"/>
                  </a:cubicBezTo>
                  <a:cubicBezTo>
                    <a:pt x="212" y="424"/>
                    <a:pt x="214" y="423"/>
                    <a:pt x="212" y="424"/>
                  </a:cubicBezTo>
                  <a:cubicBezTo>
                    <a:pt x="213" y="424"/>
                    <a:pt x="213" y="424"/>
                    <a:pt x="213" y="424"/>
                  </a:cubicBezTo>
                  <a:cubicBezTo>
                    <a:pt x="212" y="423"/>
                    <a:pt x="211" y="423"/>
                    <a:pt x="214" y="421"/>
                  </a:cubicBezTo>
                  <a:cubicBezTo>
                    <a:pt x="216" y="417"/>
                    <a:pt x="214" y="413"/>
                    <a:pt x="214" y="409"/>
                  </a:cubicBezTo>
                  <a:cubicBezTo>
                    <a:pt x="213" y="405"/>
                    <a:pt x="211" y="401"/>
                    <a:pt x="210" y="397"/>
                  </a:cubicBezTo>
                  <a:cubicBezTo>
                    <a:pt x="206" y="397"/>
                    <a:pt x="207" y="396"/>
                    <a:pt x="204" y="395"/>
                  </a:cubicBezTo>
                  <a:cubicBezTo>
                    <a:pt x="206" y="395"/>
                    <a:pt x="206" y="395"/>
                    <a:pt x="206" y="395"/>
                  </a:cubicBezTo>
                  <a:cubicBezTo>
                    <a:pt x="204" y="395"/>
                    <a:pt x="206" y="394"/>
                    <a:pt x="207" y="394"/>
                  </a:cubicBezTo>
                  <a:cubicBezTo>
                    <a:pt x="206" y="394"/>
                    <a:pt x="207" y="393"/>
                    <a:pt x="205" y="394"/>
                  </a:cubicBezTo>
                  <a:cubicBezTo>
                    <a:pt x="203" y="393"/>
                    <a:pt x="207" y="393"/>
                    <a:pt x="206" y="393"/>
                  </a:cubicBezTo>
                  <a:cubicBezTo>
                    <a:pt x="207" y="392"/>
                    <a:pt x="205" y="393"/>
                    <a:pt x="206" y="393"/>
                  </a:cubicBezTo>
                  <a:cubicBezTo>
                    <a:pt x="203" y="392"/>
                    <a:pt x="207" y="393"/>
                    <a:pt x="209" y="391"/>
                  </a:cubicBezTo>
                  <a:cubicBezTo>
                    <a:pt x="208" y="390"/>
                    <a:pt x="206" y="388"/>
                    <a:pt x="207" y="387"/>
                  </a:cubicBezTo>
                  <a:cubicBezTo>
                    <a:pt x="207" y="387"/>
                    <a:pt x="206" y="387"/>
                    <a:pt x="206" y="387"/>
                  </a:cubicBezTo>
                  <a:cubicBezTo>
                    <a:pt x="209" y="386"/>
                    <a:pt x="205" y="386"/>
                    <a:pt x="206" y="386"/>
                  </a:cubicBezTo>
                  <a:cubicBezTo>
                    <a:pt x="207" y="386"/>
                    <a:pt x="207" y="386"/>
                    <a:pt x="207" y="386"/>
                  </a:cubicBezTo>
                  <a:cubicBezTo>
                    <a:pt x="209" y="385"/>
                    <a:pt x="207" y="385"/>
                    <a:pt x="208" y="384"/>
                  </a:cubicBezTo>
                  <a:cubicBezTo>
                    <a:pt x="207" y="383"/>
                    <a:pt x="210" y="382"/>
                    <a:pt x="208" y="382"/>
                  </a:cubicBezTo>
                  <a:cubicBezTo>
                    <a:pt x="209" y="382"/>
                    <a:pt x="209" y="382"/>
                    <a:pt x="210" y="382"/>
                  </a:cubicBezTo>
                  <a:cubicBezTo>
                    <a:pt x="206" y="381"/>
                    <a:pt x="211" y="380"/>
                    <a:pt x="209" y="379"/>
                  </a:cubicBezTo>
                  <a:cubicBezTo>
                    <a:pt x="209" y="380"/>
                    <a:pt x="209" y="380"/>
                    <a:pt x="209" y="380"/>
                  </a:cubicBezTo>
                  <a:cubicBezTo>
                    <a:pt x="209" y="378"/>
                    <a:pt x="210" y="376"/>
                    <a:pt x="208" y="374"/>
                  </a:cubicBezTo>
                  <a:cubicBezTo>
                    <a:pt x="208" y="372"/>
                    <a:pt x="212" y="371"/>
                    <a:pt x="210" y="370"/>
                  </a:cubicBezTo>
                  <a:cubicBezTo>
                    <a:pt x="208" y="370"/>
                    <a:pt x="208" y="370"/>
                    <a:pt x="208" y="370"/>
                  </a:cubicBezTo>
                  <a:cubicBezTo>
                    <a:pt x="209" y="369"/>
                    <a:pt x="210" y="370"/>
                    <a:pt x="210" y="370"/>
                  </a:cubicBezTo>
                  <a:cubicBezTo>
                    <a:pt x="209" y="369"/>
                    <a:pt x="211" y="368"/>
                    <a:pt x="211" y="367"/>
                  </a:cubicBezTo>
                  <a:cubicBezTo>
                    <a:pt x="210" y="367"/>
                    <a:pt x="210" y="367"/>
                    <a:pt x="209" y="367"/>
                  </a:cubicBezTo>
                  <a:cubicBezTo>
                    <a:pt x="212" y="366"/>
                    <a:pt x="208" y="365"/>
                    <a:pt x="210" y="364"/>
                  </a:cubicBezTo>
                  <a:cubicBezTo>
                    <a:pt x="207" y="364"/>
                    <a:pt x="209" y="363"/>
                    <a:pt x="208" y="363"/>
                  </a:cubicBezTo>
                  <a:cubicBezTo>
                    <a:pt x="208" y="363"/>
                    <a:pt x="209" y="363"/>
                    <a:pt x="209" y="363"/>
                  </a:cubicBezTo>
                  <a:cubicBezTo>
                    <a:pt x="209" y="362"/>
                    <a:pt x="209" y="362"/>
                    <a:pt x="210" y="361"/>
                  </a:cubicBezTo>
                  <a:cubicBezTo>
                    <a:pt x="210" y="361"/>
                    <a:pt x="208" y="360"/>
                    <a:pt x="209" y="360"/>
                  </a:cubicBezTo>
                  <a:cubicBezTo>
                    <a:pt x="211" y="360"/>
                    <a:pt x="209" y="359"/>
                    <a:pt x="210" y="359"/>
                  </a:cubicBezTo>
                  <a:cubicBezTo>
                    <a:pt x="208" y="359"/>
                    <a:pt x="206" y="358"/>
                    <a:pt x="207" y="358"/>
                  </a:cubicBezTo>
                  <a:cubicBezTo>
                    <a:pt x="210" y="358"/>
                    <a:pt x="210" y="358"/>
                    <a:pt x="210" y="358"/>
                  </a:cubicBezTo>
                  <a:cubicBezTo>
                    <a:pt x="208" y="357"/>
                    <a:pt x="212" y="355"/>
                    <a:pt x="208" y="353"/>
                  </a:cubicBezTo>
                  <a:cubicBezTo>
                    <a:pt x="210" y="353"/>
                    <a:pt x="210" y="353"/>
                    <a:pt x="210" y="353"/>
                  </a:cubicBezTo>
                  <a:cubicBezTo>
                    <a:pt x="208" y="351"/>
                    <a:pt x="210" y="349"/>
                    <a:pt x="207" y="347"/>
                  </a:cubicBezTo>
                  <a:cubicBezTo>
                    <a:pt x="208" y="347"/>
                    <a:pt x="209" y="346"/>
                    <a:pt x="209" y="346"/>
                  </a:cubicBezTo>
                  <a:cubicBezTo>
                    <a:pt x="207" y="345"/>
                    <a:pt x="207" y="345"/>
                    <a:pt x="205" y="344"/>
                  </a:cubicBezTo>
                  <a:cubicBezTo>
                    <a:pt x="205" y="344"/>
                    <a:pt x="206" y="344"/>
                    <a:pt x="207" y="344"/>
                  </a:cubicBezTo>
                  <a:cubicBezTo>
                    <a:pt x="207" y="343"/>
                    <a:pt x="210" y="342"/>
                    <a:pt x="207" y="342"/>
                  </a:cubicBezTo>
                  <a:cubicBezTo>
                    <a:pt x="209" y="342"/>
                    <a:pt x="209" y="342"/>
                    <a:pt x="209" y="342"/>
                  </a:cubicBezTo>
                  <a:cubicBezTo>
                    <a:pt x="207" y="341"/>
                    <a:pt x="205" y="340"/>
                    <a:pt x="207" y="339"/>
                  </a:cubicBezTo>
                  <a:cubicBezTo>
                    <a:pt x="206" y="339"/>
                    <a:pt x="205" y="339"/>
                    <a:pt x="204" y="339"/>
                  </a:cubicBezTo>
                  <a:cubicBezTo>
                    <a:pt x="203" y="339"/>
                    <a:pt x="206" y="339"/>
                    <a:pt x="205" y="338"/>
                  </a:cubicBezTo>
                  <a:cubicBezTo>
                    <a:pt x="207" y="339"/>
                    <a:pt x="207" y="339"/>
                    <a:pt x="207" y="339"/>
                  </a:cubicBezTo>
                  <a:cubicBezTo>
                    <a:pt x="207" y="337"/>
                    <a:pt x="206" y="336"/>
                    <a:pt x="205" y="334"/>
                  </a:cubicBezTo>
                  <a:cubicBezTo>
                    <a:pt x="207" y="334"/>
                    <a:pt x="204" y="333"/>
                    <a:pt x="206" y="332"/>
                  </a:cubicBezTo>
                  <a:cubicBezTo>
                    <a:pt x="204" y="331"/>
                    <a:pt x="206" y="330"/>
                    <a:pt x="203" y="330"/>
                  </a:cubicBezTo>
                  <a:cubicBezTo>
                    <a:pt x="204" y="330"/>
                    <a:pt x="204" y="330"/>
                    <a:pt x="204" y="330"/>
                  </a:cubicBezTo>
                  <a:cubicBezTo>
                    <a:pt x="205" y="329"/>
                    <a:pt x="205" y="329"/>
                    <a:pt x="205" y="328"/>
                  </a:cubicBezTo>
                  <a:cubicBezTo>
                    <a:pt x="205" y="327"/>
                    <a:pt x="203" y="327"/>
                    <a:pt x="203" y="327"/>
                  </a:cubicBezTo>
                  <a:cubicBezTo>
                    <a:pt x="204" y="327"/>
                    <a:pt x="204" y="327"/>
                    <a:pt x="204" y="327"/>
                  </a:cubicBezTo>
                  <a:cubicBezTo>
                    <a:pt x="203" y="326"/>
                    <a:pt x="201" y="327"/>
                    <a:pt x="200" y="327"/>
                  </a:cubicBezTo>
                  <a:cubicBezTo>
                    <a:pt x="200" y="326"/>
                    <a:pt x="199" y="326"/>
                    <a:pt x="200" y="326"/>
                  </a:cubicBezTo>
                  <a:cubicBezTo>
                    <a:pt x="201" y="326"/>
                    <a:pt x="203" y="326"/>
                    <a:pt x="205" y="326"/>
                  </a:cubicBezTo>
                  <a:cubicBezTo>
                    <a:pt x="205" y="325"/>
                    <a:pt x="202" y="325"/>
                    <a:pt x="203" y="325"/>
                  </a:cubicBezTo>
                  <a:cubicBezTo>
                    <a:pt x="206" y="325"/>
                    <a:pt x="208" y="326"/>
                    <a:pt x="209" y="326"/>
                  </a:cubicBezTo>
                  <a:cubicBezTo>
                    <a:pt x="214" y="327"/>
                    <a:pt x="220" y="328"/>
                    <a:pt x="231" y="322"/>
                  </a:cubicBezTo>
                  <a:cubicBezTo>
                    <a:pt x="231" y="319"/>
                    <a:pt x="234" y="318"/>
                    <a:pt x="233" y="315"/>
                  </a:cubicBezTo>
                  <a:cubicBezTo>
                    <a:pt x="233" y="316"/>
                    <a:pt x="233" y="316"/>
                    <a:pt x="233" y="316"/>
                  </a:cubicBezTo>
                  <a:cubicBezTo>
                    <a:pt x="233" y="314"/>
                    <a:pt x="234" y="314"/>
                    <a:pt x="236" y="313"/>
                  </a:cubicBezTo>
                  <a:cubicBezTo>
                    <a:pt x="235" y="313"/>
                    <a:pt x="236" y="312"/>
                    <a:pt x="234" y="312"/>
                  </a:cubicBezTo>
                  <a:cubicBezTo>
                    <a:pt x="233" y="311"/>
                    <a:pt x="238" y="312"/>
                    <a:pt x="237" y="310"/>
                  </a:cubicBezTo>
                  <a:cubicBezTo>
                    <a:pt x="238" y="311"/>
                    <a:pt x="236" y="310"/>
                    <a:pt x="236" y="310"/>
                  </a:cubicBezTo>
                  <a:cubicBezTo>
                    <a:pt x="235" y="308"/>
                    <a:pt x="238" y="311"/>
                    <a:pt x="240" y="308"/>
                  </a:cubicBezTo>
                  <a:cubicBezTo>
                    <a:pt x="239" y="305"/>
                    <a:pt x="237" y="302"/>
                    <a:pt x="238" y="299"/>
                  </a:cubicBezTo>
                  <a:cubicBezTo>
                    <a:pt x="238" y="299"/>
                    <a:pt x="236" y="300"/>
                    <a:pt x="236" y="299"/>
                  </a:cubicBezTo>
                  <a:cubicBezTo>
                    <a:pt x="239" y="298"/>
                    <a:pt x="235" y="299"/>
                    <a:pt x="236" y="298"/>
                  </a:cubicBezTo>
                  <a:cubicBezTo>
                    <a:pt x="237" y="298"/>
                    <a:pt x="237" y="298"/>
                    <a:pt x="237" y="298"/>
                  </a:cubicBezTo>
                  <a:cubicBezTo>
                    <a:pt x="238" y="296"/>
                    <a:pt x="236" y="296"/>
                    <a:pt x="236" y="294"/>
                  </a:cubicBezTo>
                  <a:cubicBezTo>
                    <a:pt x="235" y="293"/>
                    <a:pt x="236" y="291"/>
                    <a:pt x="234" y="291"/>
                  </a:cubicBezTo>
                  <a:cubicBezTo>
                    <a:pt x="236" y="290"/>
                    <a:pt x="235" y="290"/>
                    <a:pt x="235" y="289"/>
                  </a:cubicBezTo>
                  <a:cubicBezTo>
                    <a:pt x="232" y="291"/>
                    <a:pt x="235" y="286"/>
                    <a:pt x="232" y="287"/>
                  </a:cubicBezTo>
                  <a:cubicBezTo>
                    <a:pt x="233" y="286"/>
                    <a:pt x="233" y="286"/>
                    <a:pt x="233" y="286"/>
                  </a:cubicBezTo>
                  <a:cubicBezTo>
                    <a:pt x="230" y="284"/>
                    <a:pt x="227" y="281"/>
                    <a:pt x="223" y="281"/>
                  </a:cubicBezTo>
                  <a:cubicBezTo>
                    <a:pt x="221" y="281"/>
                    <a:pt x="220" y="277"/>
                    <a:pt x="218" y="278"/>
                  </a:cubicBezTo>
                  <a:cubicBezTo>
                    <a:pt x="217" y="280"/>
                    <a:pt x="217" y="280"/>
                    <a:pt x="217" y="280"/>
                  </a:cubicBezTo>
                  <a:cubicBezTo>
                    <a:pt x="217" y="280"/>
                    <a:pt x="218" y="279"/>
                    <a:pt x="218" y="278"/>
                  </a:cubicBezTo>
                  <a:cubicBezTo>
                    <a:pt x="216" y="280"/>
                    <a:pt x="216" y="277"/>
                    <a:pt x="214" y="277"/>
                  </a:cubicBezTo>
                  <a:cubicBezTo>
                    <a:pt x="214" y="278"/>
                    <a:pt x="214" y="278"/>
                    <a:pt x="214" y="279"/>
                  </a:cubicBezTo>
                  <a:cubicBezTo>
                    <a:pt x="213" y="276"/>
                    <a:pt x="211" y="280"/>
                    <a:pt x="210" y="277"/>
                  </a:cubicBezTo>
                  <a:cubicBezTo>
                    <a:pt x="210" y="281"/>
                    <a:pt x="209" y="279"/>
                    <a:pt x="209" y="280"/>
                  </a:cubicBezTo>
                  <a:cubicBezTo>
                    <a:pt x="208" y="280"/>
                    <a:pt x="208" y="279"/>
                    <a:pt x="208" y="278"/>
                  </a:cubicBezTo>
                  <a:cubicBezTo>
                    <a:pt x="208" y="279"/>
                    <a:pt x="207" y="279"/>
                    <a:pt x="206" y="278"/>
                  </a:cubicBezTo>
                  <a:cubicBezTo>
                    <a:pt x="206" y="278"/>
                    <a:pt x="206" y="280"/>
                    <a:pt x="205" y="280"/>
                  </a:cubicBezTo>
                  <a:cubicBezTo>
                    <a:pt x="205" y="277"/>
                    <a:pt x="204" y="280"/>
                    <a:pt x="203" y="279"/>
                  </a:cubicBezTo>
                  <a:cubicBezTo>
                    <a:pt x="204" y="281"/>
                    <a:pt x="203" y="283"/>
                    <a:pt x="202" y="282"/>
                  </a:cubicBezTo>
                  <a:cubicBezTo>
                    <a:pt x="202" y="279"/>
                    <a:pt x="202" y="279"/>
                    <a:pt x="202" y="279"/>
                  </a:cubicBezTo>
                  <a:cubicBezTo>
                    <a:pt x="201" y="281"/>
                    <a:pt x="198" y="278"/>
                    <a:pt x="197" y="282"/>
                  </a:cubicBezTo>
                  <a:cubicBezTo>
                    <a:pt x="196" y="280"/>
                    <a:pt x="196" y="280"/>
                    <a:pt x="196" y="280"/>
                  </a:cubicBezTo>
                  <a:cubicBezTo>
                    <a:pt x="195" y="283"/>
                    <a:pt x="192" y="281"/>
                    <a:pt x="191" y="285"/>
                  </a:cubicBezTo>
                  <a:cubicBezTo>
                    <a:pt x="191" y="284"/>
                    <a:pt x="190" y="284"/>
                    <a:pt x="189" y="284"/>
                  </a:cubicBezTo>
                  <a:cubicBezTo>
                    <a:pt x="189" y="286"/>
                    <a:pt x="189" y="285"/>
                    <a:pt x="189" y="288"/>
                  </a:cubicBezTo>
                  <a:cubicBezTo>
                    <a:pt x="189" y="288"/>
                    <a:pt x="188" y="287"/>
                    <a:pt x="188" y="286"/>
                  </a:cubicBezTo>
                  <a:cubicBezTo>
                    <a:pt x="187" y="286"/>
                    <a:pt x="185" y="284"/>
                    <a:pt x="186" y="287"/>
                  </a:cubicBezTo>
                  <a:cubicBezTo>
                    <a:pt x="185" y="286"/>
                    <a:pt x="185" y="286"/>
                    <a:pt x="185" y="286"/>
                  </a:cubicBezTo>
                  <a:cubicBezTo>
                    <a:pt x="185" y="287"/>
                    <a:pt x="185" y="289"/>
                    <a:pt x="183" y="288"/>
                  </a:cubicBezTo>
                  <a:cubicBezTo>
                    <a:pt x="184" y="289"/>
                    <a:pt x="183" y="290"/>
                    <a:pt x="184" y="291"/>
                  </a:cubicBezTo>
                  <a:cubicBezTo>
                    <a:pt x="184" y="292"/>
                    <a:pt x="183" y="289"/>
                    <a:pt x="183" y="291"/>
                  </a:cubicBezTo>
                  <a:cubicBezTo>
                    <a:pt x="183" y="289"/>
                    <a:pt x="183" y="289"/>
                    <a:pt x="183" y="289"/>
                  </a:cubicBezTo>
                  <a:cubicBezTo>
                    <a:pt x="181" y="289"/>
                    <a:pt x="180" y="291"/>
                    <a:pt x="179" y="293"/>
                  </a:cubicBezTo>
                  <a:cubicBezTo>
                    <a:pt x="178" y="291"/>
                    <a:pt x="178" y="294"/>
                    <a:pt x="176" y="293"/>
                  </a:cubicBezTo>
                  <a:cubicBezTo>
                    <a:pt x="177" y="295"/>
                    <a:pt x="175" y="294"/>
                    <a:pt x="176" y="297"/>
                  </a:cubicBezTo>
                  <a:cubicBezTo>
                    <a:pt x="175" y="296"/>
                    <a:pt x="175" y="296"/>
                    <a:pt x="175" y="296"/>
                  </a:cubicBezTo>
                  <a:cubicBezTo>
                    <a:pt x="175" y="296"/>
                    <a:pt x="174" y="297"/>
                    <a:pt x="172" y="297"/>
                  </a:cubicBezTo>
                  <a:cubicBezTo>
                    <a:pt x="172" y="298"/>
                    <a:pt x="173" y="299"/>
                    <a:pt x="174" y="300"/>
                  </a:cubicBezTo>
                  <a:cubicBezTo>
                    <a:pt x="172" y="299"/>
                    <a:pt x="172" y="299"/>
                    <a:pt x="172" y="299"/>
                  </a:cubicBezTo>
                  <a:cubicBezTo>
                    <a:pt x="173" y="300"/>
                    <a:pt x="175" y="301"/>
                    <a:pt x="176" y="302"/>
                  </a:cubicBezTo>
                  <a:cubicBezTo>
                    <a:pt x="175" y="302"/>
                    <a:pt x="176" y="302"/>
                    <a:pt x="175" y="302"/>
                  </a:cubicBezTo>
                  <a:cubicBezTo>
                    <a:pt x="175" y="302"/>
                    <a:pt x="173" y="301"/>
                    <a:pt x="172" y="300"/>
                  </a:cubicBezTo>
                  <a:cubicBezTo>
                    <a:pt x="171" y="301"/>
                    <a:pt x="174" y="303"/>
                    <a:pt x="172" y="303"/>
                  </a:cubicBezTo>
                  <a:cubicBezTo>
                    <a:pt x="172" y="304"/>
                    <a:pt x="172" y="305"/>
                    <a:pt x="174" y="305"/>
                  </a:cubicBezTo>
                  <a:cubicBezTo>
                    <a:pt x="173" y="305"/>
                    <a:pt x="173" y="305"/>
                    <a:pt x="172" y="305"/>
                  </a:cubicBezTo>
                  <a:cubicBezTo>
                    <a:pt x="172" y="306"/>
                    <a:pt x="173" y="306"/>
                    <a:pt x="173" y="306"/>
                  </a:cubicBezTo>
                  <a:cubicBezTo>
                    <a:pt x="173" y="306"/>
                    <a:pt x="174" y="306"/>
                    <a:pt x="174" y="306"/>
                  </a:cubicBezTo>
                  <a:cubicBezTo>
                    <a:pt x="175" y="305"/>
                    <a:pt x="175" y="306"/>
                    <a:pt x="176" y="305"/>
                  </a:cubicBezTo>
                  <a:cubicBezTo>
                    <a:pt x="177" y="305"/>
                    <a:pt x="178" y="306"/>
                    <a:pt x="179" y="306"/>
                  </a:cubicBezTo>
                  <a:cubicBezTo>
                    <a:pt x="178" y="306"/>
                    <a:pt x="177" y="305"/>
                    <a:pt x="177" y="304"/>
                  </a:cubicBezTo>
                  <a:cubicBezTo>
                    <a:pt x="178" y="304"/>
                    <a:pt x="177" y="304"/>
                    <a:pt x="176" y="304"/>
                  </a:cubicBezTo>
                  <a:cubicBezTo>
                    <a:pt x="176" y="304"/>
                    <a:pt x="176" y="304"/>
                    <a:pt x="176" y="304"/>
                  </a:cubicBezTo>
                  <a:cubicBezTo>
                    <a:pt x="176" y="304"/>
                    <a:pt x="175" y="304"/>
                    <a:pt x="174" y="303"/>
                  </a:cubicBezTo>
                  <a:cubicBezTo>
                    <a:pt x="175" y="304"/>
                    <a:pt x="175" y="304"/>
                    <a:pt x="175" y="304"/>
                  </a:cubicBezTo>
                  <a:cubicBezTo>
                    <a:pt x="174" y="303"/>
                    <a:pt x="174" y="303"/>
                    <a:pt x="174" y="303"/>
                  </a:cubicBezTo>
                  <a:cubicBezTo>
                    <a:pt x="175" y="303"/>
                    <a:pt x="176" y="303"/>
                    <a:pt x="176" y="303"/>
                  </a:cubicBezTo>
                  <a:cubicBezTo>
                    <a:pt x="176" y="303"/>
                    <a:pt x="175" y="303"/>
                    <a:pt x="177" y="303"/>
                  </a:cubicBezTo>
                  <a:cubicBezTo>
                    <a:pt x="179" y="303"/>
                    <a:pt x="179" y="303"/>
                    <a:pt x="179" y="303"/>
                  </a:cubicBezTo>
                  <a:cubicBezTo>
                    <a:pt x="179" y="303"/>
                    <a:pt x="178" y="303"/>
                    <a:pt x="178"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8" y="302"/>
                    <a:pt x="178" y="302"/>
                    <a:pt x="178" y="302"/>
                  </a:cubicBezTo>
                  <a:cubicBezTo>
                    <a:pt x="178" y="302"/>
                    <a:pt x="179" y="302"/>
                    <a:pt x="179" y="303"/>
                  </a:cubicBezTo>
                  <a:cubicBezTo>
                    <a:pt x="180" y="303"/>
                    <a:pt x="180" y="303"/>
                    <a:pt x="180" y="303"/>
                  </a:cubicBezTo>
                  <a:cubicBezTo>
                    <a:pt x="180" y="303"/>
                    <a:pt x="180" y="303"/>
                    <a:pt x="180" y="303"/>
                  </a:cubicBezTo>
                  <a:cubicBezTo>
                    <a:pt x="180" y="303"/>
                    <a:pt x="180"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80" y="303"/>
                    <a:pt x="181" y="304"/>
                    <a:pt x="181" y="304"/>
                  </a:cubicBezTo>
                  <a:cubicBezTo>
                    <a:pt x="181" y="304"/>
                    <a:pt x="180" y="302"/>
                    <a:pt x="182" y="303"/>
                  </a:cubicBezTo>
                  <a:cubicBezTo>
                    <a:pt x="182" y="303"/>
                    <a:pt x="182" y="302"/>
                    <a:pt x="181" y="301"/>
                  </a:cubicBezTo>
                  <a:cubicBezTo>
                    <a:pt x="181" y="300"/>
                    <a:pt x="183" y="303"/>
                    <a:pt x="182" y="302"/>
                  </a:cubicBezTo>
                  <a:cubicBezTo>
                    <a:pt x="183" y="303"/>
                    <a:pt x="185" y="304"/>
                    <a:pt x="186" y="305"/>
                  </a:cubicBezTo>
                  <a:cubicBezTo>
                    <a:pt x="186" y="305"/>
                    <a:pt x="187" y="306"/>
                    <a:pt x="186" y="306"/>
                  </a:cubicBezTo>
                  <a:cubicBezTo>
                    <a:pt x="187" y="306"/>
                    <a:pt x="187" y="307"/>
                    <a:pt x="187" y="307"/>
                  </a:cubicBezTo>
                  <a:cubicBezTo>
                    <a:pt x="187" y="306"/>
                    <a:pt x="185" y="305"/>
                    <a:pt x="185" y="304"/>
                  </a:cubicBezTo>
                  <a:cubicBezTo>
                    <a:pt x="183" y="303"/>
                    <a:pt x="185" y="304"/>
                    <a:pt x="183" y="302"/>
                  </a:cubicBezTo>
                  <a:cubicBezTo>
                    <a:pt x="184" y="302"/>
                    <a:pt x="184" y="302"/>
                    <a:pt x="184" y="301"/>
                  </a:cubicBezTo>
                  <a:cubicBezTo>
                    <a:pt x="184" y="301"/>
                    <a:pt x="185" y="303"/>
                    <a:pt x="186" y="303"/>
                  </a:cubicBezTo>
                  <a:cubicBezTo>
                    <a:pt x="185" y="302"/>
                    <a:pt x="185" y="301"/>
                    <a:pt x="185" y="301"/>
                  </a:cubicBezTo>
                  <a:cubicBezTo>
                    <a:pt x="185" y="300"/>
                    <a:pt x="184" y="300"/>
                    <a:pt x="184" y="298"/>
                  </a:cubicBezTo>
                  <a:cubicBezTo>
                    <a:pt x="183" y="298"/>
                    <a:pt x="183" y="297"/>
                    <a:pt x="183" y="297"/>
                  </a:cubicBezTo>
                  <a:cubicBezTo>
                    <a:pt x="184" y="299"/>
                    <a:pt x="186" y="301"/>
                    <a:pt x="186" y="301"/>
                  </a:cubicBezTo>
                  <a:cubicBezTo>
                    <a:pt x="188" y="304"/>
                    <a:pt x="185" y="301"/>
                    <a:pt x="187" y="303"/>
                  </a:cubicBezTo>
                  <a:cubicBezTo>
                    <a:pt x="188" y="305"/>
                    <a:pt x="187" y="306"/>
                    <a:pt x="187" y="305"/>
                  </a:cubicBezTo>
                  <a:cubicBezTo>
                    <a:pt x="188" y="307"/>
                    <a:pt x="187" y="305"/>
                    <a:pt x="188" y="307"/>
                  </a:cubicBezTo>
                  <a:cubicBezTo>
                    <a:pt x="188" y="307"/>
                    <a:pt x="188" y="305"/>
                    <a:pt x="188" y="305"/>
                  </a:cubicBezTo>
                  <a:cubicBezTo>
                    <a:pt x="187" y="304"/>
                    <a:pt x="187" y="304"/>
                    <a:pt x="187" y="303"/>
                  </a:cubicBezTo>
                  <a:cubicBezTo>
                    <a:pt x="186" y="300"/>
                    <a:pt x="188" y="304"/>
                    <a:pt x="188" y="304"/>
                  </a:cubicBezTo>
                  <a:cubicBezTo>
                    <a:pt x="189" y="305"/>
                    <a:pt x="189" y="305"/>
                    <a:pt x="189" y="305"/>
                  </a:cubicBezTo>
                  <a:cubicBezTo>
                    <a:pt x="189" y="306"/>
                    <a:pt x="188" y="304"/>
                    <a:pt x="189" y="304"/>
                  </a:cubicBezTo>
                  <a:cubicBezTo>
                    <a:pt x="190" y="307"/>
                    <a:pt x="189" y="305"/>
                    <a:pt x="189" y="306"/>
                  </a:cubicBezTo>
                  <a:cubicBezTo>
                    <a:pt x="190" y="308"/>
                    <a:pt x="190" y="308"/>
                    <a:pt x="190" y="308"/>
                  </a:cubicBezTo>
                  <a:cubicBezTo>
                    <a:pt x="190" y="308"/>
                    <a:pt x="189" y="309"/>
                    <a:pt x="188" y="310"/>
                  </a:cubicBezTo>
                  <a:cubicBezTo>
                    <a:pt x="188" y="309"/>
                    <a:pt x="188" y="309"/>
                    <a:pt x="188" y="309"/>
                  </a:cubicBezTo>
                  <a:cubicBezTo>
                    <a:pt x="187" y="311"/>
                    <a:pt x="186" y="306"/>
                    <a:pt x="186" y="311"/>
                  </a:cubicBezTo>
                  <a:cubicBezTo>
                    <a:pt x="186" y="312"/>
                    <a:pt x="186" y="312"/>
                    <a:pt x="186" y="312"/>
                  </a:cubicBezTo>
                  <a:cubicBezTo>
                    <a:pt x="185" y="310"/>
                    <a:pt x="185" y="310"/>
                    <a:pt x="185" y="310"/>
                  </a:cubicBezTo>
                  <a:cubicBezTo>
                    <a:pt x="185" y="311"/>
                    <a:pt x="184" y="310"/>
                    <a:pt x="184" y="312"/>
                  </a:cubicBezTo>
                  <a:cubicBezTo>
                    <a:pt x="184" y="310"/>
                    <a:pt x="184" y="310"/>
                    <a:pt x="184" y="310"/>
                  </a:cubicBezTo>
                  <a:cubicBezTo>
                    <a:pt x="184" y="310"/>
                    <a:pt x="184" y="313"/>
                    <a:pt x="183" y="312"/>
                  </a:cubicBezTo>
                  <a:cubicBezTo>
                    <a:pt x="183" y="311"/>
                    <a:pt x="183" y="311"/>
                    <a:pt x="183" y="311"/>
                  </a:cubicBezTo>
                  <a:cubicBezTo>
                    <a:pt x="183" y="311"/>
                    <a:pt x="183" y="311"/>
                    <a:pt x="183" y="311"/>
                  </a:cubicBezTo>
                  <a:cubicBezTo>
                    <a:pt x="182" y="311"/>
                    <a:pt x="182" y="312"/>
                    <a:pt x="181" y="312"/>
                  </a:cubicBezTo>
                  <a:cubicBezTo>
                    <a:pt x="182" y="311"/>
                    <a:pt x="182" y="311"/>
                    <a:pt x="183" y="310"/>
                  </a:cubicBezTo>
                  <a:cubicBezTo>
                    <a:pt x="181" y="308"/>
                    <a:pt x="177" y="307"/>
                    <a:pt x="178" y="311"/>
                  </a:cubicBezTo>
                  <a:cubicBezTo>
                    <a:pt x="178" y="312"/>
                    <a:pt x="176" y="309"/>
                    <a:pt x="176" y="309"/>
                  </a:cubicBezTo>
                  <a:cubicBezTo>
                    <a:pt x="177" y="312"/>
                    <a:pt x="172" y="313"/>
                    <a:pt x="178" y="313"/>
                  </a:cubicBezTo>
                  <a:cubicBezTo>
                    <a:pt x="178" y="313"/>
                    <a:pt x="179" y="313"/>
                    <a:pt x="179" y="313"/>
                  </a:cubicBezTo>
                  <a:cubicBezTo>
                    <a:pt x="179" y="314"/>
                    <a:pt x="180" y="316"/>
                    <a:pt x="183" y="321"/>
                  </a:cubicBezTo>
                  <a:cubicBezTo>
                    <a:pt x="183" y="321"/>
                    <a:pt x="183" y="321"/>
                    <a:pt x="183" y="321"/>
                  </a:cubicBezTo>
                  <a:cubicBezTo>
                    <a:pt x="185" y="320"/>
                    <a:pt x="189" y="325"/>
                    <a:pt x="192" y="323"/>
                  </a:cubicBezTo>
                  <a:cubicBezTo>
                    <a:pt x="192" y="322"/>
                    <a:pt x="192" y="321"/>
                    <a:pt x="192" y="321"/>
                  </a:cubicBezTo>
                  <a:cubicBezTo>
                    <a:pt x="192" y="322"/>
                    <a:pt x="192" y="322"/>
                    <a:pt x="192" y="322"/>
                  </a:cubicBezTo>
                  <a:cubicBezTo>
                    <a:pt x="193" y="320"/>
                    <a:pt x="193" y="320"/>
                    <a:pt x="193" y="320"/>
                  </a:cubicBezTo>
                  <a:cubicBezTo>
                    <a:pt x="193" y="320"/>
                    <a:pt x="193" y="322"/>
                    <a:pt x="192" y="322"/>
                  </a:cubicBezTo>
                  <a:cubicBezTo>
                    <a:pt x="194" y="322"/>
                    <a:pt x="195" y="322"/>
                    <a:pt x="196" y="322"/>
                  </a:cubicBezTo>
                  <a:cubicBezTo>
                    <a:pt x="197" y="320"/>
                    <a:pt x="197" y="322"/>
                    <a:pt x="197" y="320"/>
                  </a:cubicBezTo>
                  <a:cubicBezTo>
                    <a:pt x="197" y="321"/>
                    <a:pt x="197" y="321"/>
                    <a:pt x="197" y="321"/>
                  </a:cubicBezTo>
                  <a:cubicBezTo>
                    <a:pt x="198" y="320"/>
                    <a:pt x="198" y="320"/>
                    <a:pt x="199" y="322"/>
                  </a:cubicBezTo>
                  <a:cubicBezTo>
                    <a:pt x="199" y="323"/>
                    <a:pt x="199" y="323"/>
                    <a:pt x="199" y="323"/>
                  </a:cubicBezTo>
                  <a:cubicBezTo>
                    <a:pt x="198" y="323"/>
                    <a:pt x="198" y="323"/>
                    <a:pt x="197" y="323"/>
                  </a:cubicBezTo>
                  <a:cubicBezTo>
                    <a:pt x="198" y="323"/>
                    <a:pt x="198" y="323"/>
                    <a:pt x="198" y="323"/>
                  </a:cubicBezTo>
                  <a:cubicBezTo>
                    <a:pt x="197" y="324"/>
                    <a:pt x="197" y="324"/>
                    <a:pt x="197" y="324"/>
                  </a:cubicBezTo>
                  <a:cubicBezTo>
                    <a:pt x="197" y="324"/>
                    <a:pt x="196" y="325"/>
                    <a:pt x="197" y="325"/>
                  </a:cubicBezTo>
                  <a:cubicBezTo>
                    <a:pt x="199" y="325"/>
                    <a:pt x="199" y="325"/>
                    <a:pt x="199" y="325"/>
                  </a:cubicBezTo>
                  <a:cubicBezTo>
                    <a:pt x="199" y="325"/>
                    <a:pt x="201" y="325"/>
                    <a:pt x="199" y="326"/>
                  </a:cubicBezTo>
                  <a:cubicBezTo>
                    <a:pt x="197" y="326"/>
                    <a:pt x="197" y="326"/>
                    <a:pt x="197" y="326"/>
                  </a:cubicBezTo>
                  <a:cubicBezTo>
                    <a:pt x="197" y="326"/>
                    <a:pt x="198" y="326"/>
                    <a:pt x="198" y="326"/>
                  </a:cubicBezTo>
                  <a:cubicBezTo>
                    <a:pt x="195" y="326"/>
                    <a:pt x="195" y="326"/>
                    <a:pt x="195" y="326"/>
                  </a:cubicBezTo>
                  <a:cubicBezTo>
                    <a:pt x="199" y="326"/>
                    <a:pt x="196" y="327"/>
                    <a:pt x="197" y="327"/>
                  </a:cubicBezTo>
                  <a:cubicBezTo>
                    <a:pt x="196" y="327"/>
                    <a:pt x="196" y="327"/>
                    <a:pt x="196" y="327"/>
                  </a:cubicBezTo>
                  <a:cubicBezTo>
                    <a:pt x="195" y="328"/>
                    <a:pt x="198" y="327"/>
                    <a:pt x="198" y="327"/>
                  </a:cubicBezTo>
                  <a:cubicBezTo>
                    <a:pt x="198" y="328"/>
                    <a:pt x="195" y="328"/>
                    <a:pt x="194" y="328"/>
                  </a:cubicBezTo>
                  <a:cubicBezTo>
                    <a:pt x="194" y="329"/>
                    <a:pt x="196" y="329"/>
                    <a:pt x="194" y="330"/>
                  </a:cubicBezTo>
                  <a:cubicBezTo>
                    <a:pt x="195" y="330"/>
                    <a:pt x="196" y="331"/>
                    <a:pt x="197" y="331"/>
                  </a:cubicBezTo>
                  <a:cubicBezTo>
                    <a:pt x="197" y="332"/>
                    <a:pt x="194" y="331"/>
                    <a:pt x="195" y="332"/>
                  </a:cubicBezTo>
                  <a:cubicBezTo>
                    <a:pt x="195" y="332"/>
                    <a:pt x="194" y="332"/>
                    <a:pt x="193" y="332"/>
                  </a:cubicBezTo>
                  <a:cubicBezTo>
                    <a:pt x="194" y="332"/>
                    <a:pt x="193" y="333"/>
                    <a:pt x="195" y="332"/>
                  </a:cubicBezTo>
                  <a:cubicBezTo>
                    <a:pt x="194" y="333"/>
                    <a:pt x="194" y="334"/>
                    <a:pt x="195" y="334"/>
                  </a:cubicBezTo>
                  <a:cubicBezTo>
                    <a:pt x="195" y="334"/>
                    <a:pt x="193" y="334"/>
                    <a:pt x="192" y="334"/>
                  </a:cubicBezTo>
                  <a:cubicBezTo>
                    <a:pt x="194" y="334"/>
                    <a:pt x="195" y="335"/>
                    <a:pt x="194" y="335"/>
                  </a:cubicBezTo>
                  <a:cubicBezTo>
                    <a:pt x="196" y="335"/>
                    <a:pt x="196" y="335"/>
                    <a:pt x="198" y="335"/>
                  </a:cubicBezTo>
                  <a:cubicBezTo>
                    <a:pt x="198" y="335"/>
                    <a:pt x="199" y="335"/>
                    <a:pt x="199" y="335"/>
                  </a:cubicBezTo>
                  <a:cubicBezTo>
                    <a:pt x="197" y="336"/>
                    <a:pt x="194" y="336"/>
                    <a:pt x="194" y="336"/>
                  </a:cubicBezTo>
                  <a:cubicBezTo>
                    <a:pt x="191" y="336"/>
                    <a:pt x="194" y="335"/>
                    <a:pt x="192" y="336"/>
                  </a:cubicBezTo>
                  <a:cubicBezTo>
                    <a:pt x="189" y="335"/>
                    <a:pt x="189" y="335"/>
                    <a:pt x="191" y="334"/>
                  </a:cubicBezTo>
                  <a:cubicBezTo>
                    <a:pt x="188" y="334"/>
                    <a:pt x="190" y="335"/>
                    <a:pt x="188" y="335"/>
                  </a:cubicBezTo>
                  <a:cubicBezTo>
                    <a:pt x="188" y="335"/>
                    <a:pt x="189" y="335"/>
                    <a:pt x="190" y="336"/>
                  </a:cubicBezTo>
                  <a:cubicBezTo>
                    <a:pt x="191" y="336"/>
                    <a:pt x="191" y="336"/>
                    <a:pt x="192" y="336"/>
                  </a:cubicBezTo>
                  <a:cubicBezTo>
                    <a:pt x="195" y="336"/>
                    <a:pt x="190" y="336"/>
                    <a:pt x="190" y="337"/>
                  </a:cubicBezTo>
                  <a:cubicBezTo>
                    <a:pt x="190" y="336"/>
                    <a:pt x="190" y="336"/>
                    <a:pt x="190" y="336"/>
                  </a:cubicBezTo>
                  <a:cubicBezTo>
                    <a:pt x="189" y="337"/>
                    <a:pt x="191" y="337"/>
                    <a:pt x="190" y="337"/>
                  </a:cubicBezTo>
                  <a:cubicBezTo>
                    <a:pt x="187" y="337"/>
                    <a:pt x="190" y="337"/>
                    <a:pt x="188" y="336"/>
                  </a:cubicBezTo>
                  <a:cubicBezTo>
                    <a:pt x="186" y="337"/>
                    <a:pt x="186" y="337"/>
                    <a:pt x="186" y="337"/>
                  </a:cubicBezTo>
                  <a:cubicBezTo>
                    <a:pt x="185" y="337"/>
                    <a:pt x="188" y="337"/>
                    <a:pt x="188" y="337"/>
                  </a:cubicBezTo>
                  <a:cubicBezTo>
                    <a:pt x="186" y="337"/>
                    <a:pt x="186" y="337"/>
                    <a:pt x="186" y="337"/>
                  </a:cubicBezTo>
                  <a:cubicBezTo>
                    <a:pt x="187" y="338"/>
                    <a:pt x="187" y="338"/>
                    <a:pt x="187" y="338"/>
                  </a:cubicBezTo>
                  <a:cubicBezTo>
                    <a:pt x="188" y="338"/>
                    <a:pt x="190" y="338"/>
                    <a:pt x="190" y="337"/>
                  </a:cubicBezTo>
                  <a:cubicBezTo>
                    <a:pt x="193" y="337"/>
                    <a:pt x="190" y="338"/>
                    <a:pt x="191" y="338"/>
                  </a:cubicBezTo>
                  <a:cubicBezTo>
                    <a:pt x="193" y="338"/>
                    <a:pt x="191" y="338"/>
                    <a:pt x="193" y="338"/>
                  </a:cubicBezTo>
                  <a:cubicBezTo>
                    <a:pt x="194" y="338"/>
                    <a:pt x="194" y="338"/>
                    <a:pt x="195" y="338"/>
                  </a:cubicBezTo>
                  <a:cubicBezTo>
                    <a:pt x="195" y="339"/>
                    <a:pt x="193" y="339"/>
                    <a:pt x="191" y="339"/>
                  </a:cubicBezTo>
                  <a:cubicBezTo>
                    <a:pt x="191" y="339"/>
                    <a:pt x="191" y="338"/>
                    <a:pt x="192" y="338"/>
                  </a:cubicBezTo>
                  <a:cubicBezTo>
                    <a:pt x="190" y="338"/>
                    <a:pt x="188" y="339"/>
                    <a:pt x="187" y="338"/>
                  </a:cubicBezTo>
                  <a:cubicBezTo>
                    <a:pt x="186" y="339"/>
                    <a:pt x="188" y="339"/>
                    <a:pt x="189" y="339"/>
                  </a:cubicBezTo>
                  <a:cubicBezTo>
                    <a:pt x="189" y="339"/>
                    <a:pt x="190" y="339"/>
                    <a:pt x="191" y="339"/>
                  </a:cubicBezTo>
                  <a:cubicBezTo>
                    <a:pt x="196" y="340"/>
                    <a:pt x="187" y="339"/>
                    <a:pt x="188" y="340"/>
                  </a:cubicBezTo>
                  <a:cubicBezTo>
                    <a:pt x="191" y="340"/>
                    <a:pt x="193" y="341"/>
                    <a:pt x="196" y="340"/>
                  </a:cubicBezTo>
                  <a:cubicBezTo>
                    <a:pt x="197" y="341"/>
                    <a:pt x="197" y="341"/>
                    <a:pt x="197" y="341"/>
                  </a:cubicBezTo>
                  <a:cubicBezTo>
                    <a:pt x="195" y="341"/>
                    <a:pt x="195" y="341"/>
                    <a:pt x="193" y="341"/>
                  </a:cubicBezTo>
                  <a:cubicBezTo>
                    <a:pt x="193" y="341"/>
                    <a:pt x="193" y="341"/>
                    <a:pt x="193" y="341"/>
                  </a:cubicBezTo>
                  <a:cubicBezTo>
                    <a:pt x="191" y="341"/>
                    <a:pt x="191" y="341"/>
                    <a:pt x="191" y="341"/>
                  </a:cubicBezTo>
                  <a:cubicBezTo>
                    <a:pt x="189" y="341"/>
                    <a:pt x="188" y="341"/>
                    <a:pt x="187" y="341"/>
                  </a:cubicBezTo>
                  <a:cubicBezTo>
                    <a:pt x="188" y="342"/>
                    <a:pt x="189" y="341"/>
                    <a:pt x="189" y="342"/>
                  </a:cubicBezTo>
                  <a:cubicBezTo>
                    <a:pt x="188" y="342"/>
                    <a:pt x="187" y="342"/>
                    <a:pt x="187" y="342"/>
                  </a:cubicBezTo>
                  <a:cubicBezTo>
                    <a:pt x="188" y="342"/>
                    <a:pt x="190" y="342"/>
                    <a:pt x="191" y="342"/>
                  </a:cubicBezTo>
                  <a:cubicBezTo>
                    <a:pt x="191" y="343"/>
                    <a:pt x="189" y="343"/>
                    <a:pt x="188" y="343"/>
                  </a:cubicBezTo>
                  <a:cubicBezTo>
                    <a:pt x="187" y="342"/>
                    <a:pt x="187" y="342"/>
                    <a:pt x="187" y="342"/>
                  </a:cubicBezTo>
                  <a:cubicBezTo>
                    <a:pt x="188" y="343"/>
                    <a:pt x="186" y="342"/>
                    <a:pt x="186" y="343"/>
                  </a:cubicBezTo>
                  <a:cubicBezTo>
                    <a:pt x="188" y="343"/>
                    <a:pt x="189" y="343"/>
                    <a:pt x="191" y="343"/>
                  </a:cubicBezTo>
                  <a:cubicBezTo>
                    <a:pt x="191" y="343"/>
                    <a:pt x="190" y="344"/>
                    <a:pt x="190" y="344"/>
                  </a:cubicBezTo>
                  <a:cubicBezTo>
                    <a:pt x="189" y="343"/>
                    <a:pt x="189" y="343"/>
                    <a:pt x="189" y="343"/>
                  </a:cubicBezTo>
                  <a:cubicBezTo>
                    <a:pt x="189" y="344"/>
                    <a:pt x="186" y="343"/>
                    <a:pt x="186" y="344"/>
                  </a:cubicBezTo>
                  <a:cubicBezTo>
                    <a:pt x="188" y="344"/>
                    <a:pt x="188" y="344"/>
                    <a:pt x="188" y="344"/>
                  </a:cubicBezTo>
                  <a:cubicBezTo>
                    <a:pt x="186" y="344"/>
                    <a:pt x="186" y="344"/>
                    <a:pt x="186" y="344"/>
                  </a:cubicBezTo>
                  <a:cubicBezTo>
                    <a:pt x="188" y="344"/>
                    <a:pt x="187" y="344"/>
                    <a:pt x="188" y="344"/>
                  </a:cubicBezTo>
                  <a:cubicBezTo>
                    <a:pt x="187" y="344"/>
                    <a:pt x="187" y="344"/>
                    <a:pt x="187" y="344"/>
                  </a:cubicBezTo>
                  <a:cubicBezTo>
                    <a:pt x="187" y="345"/>
                    <a:pt x="190" y="345"/>
                    <a:pt x="188" y="345"/>
                  </a:cubicBezTo>
                  <a:cubicBezTo>
                    <a:pt x="190" y="345"/>
                    <a:pt x="188" y="345"/>
                    <a:pt x="189" y="345"/>
                  </a:cubicBezTo>
                  <a:cubicBezTo>
                    <a:pt x="191" y="344"/>
                    <a:pt x="191" y="345"/>
                    <a:pt x="191" y="345"/>
                  </a:cubicBezTo>
                  <a:cubicBezTo>
                    <a:pt x="188" y="345"/>
                    <a:pt x="191" y="346"/>
                    <a:pt x="191" y="346"/>
                  </a:cubicBezTo>
                  <a:cubicBezTo>
                    <a:pt x="190" y="346"/>
                    <a:pt x="189" y="346"/>
                    <a:pt x="188" y="346"/>
                  </a:cubicBezTo>
                  <a:cubicBezTo>
                    <a:pt x="190" y="346"/>
                    <a:pt x="190" y="346"/>
                    <a:pt x="190" y="346"/>
                  </a:cubicBezTo>
                  <a:cubicBezTo>
                    <a:pt x="187" y="346"/>
                    <a:pt x="191" y="347"/>
                    <a:pt x="190" y="347"/>
                  </a:cubicBezTo>
                  <a:cubicBezTo>
                    <a:pt x="189" y="347"/>
                    <a:pt x="187" y="347"/>
                    <a:pt x="187" y="347"/>
                  </a:cubicBezTo>
                  <a:cubicBezTo>
                    <a:pt x="190" y="347"/>
                    <a:pt x="190" y="347"/>
                    <a:pt x="192" y="347"/>
                  </a:cubicBezTo>
                  <a:cubicBezTo>
                    <a:pt x="191" y="348"/>
                    <a:pt x="189" y="347"/>
                    <a:pt x="187" y="347"/>
                  </a:cubicBezTo>
                  <a:cubicBezTo>
                    <a:pt x="189" y="348"/>
                    <a:pt x="185" y="348"/>
                    <a:pt x="188" y="348"/>
                  </a:cubicBezTo>
                  <a:cubicBezTo>
                    <a:pt x="189" y="348"/>
                    <a:pt x="190" y="348"/>
                    <a:pt x="191" y="348"/>
                  </a:cubicBezTo>
                  <a:cubicBezTo>
                    <a:pt x="191" y="349"/>
                    <a:pt x="190" y="348"/>
                    <a:pt x="189" y="348"/>
                  </a:cubicBezTo>
                  <a:cubicBezTo>
                    <a:pt x="189" y="349"/>
                    <a:pt x="191" y="349"/>
                    <a:pt x="192" y="349"/>
                  </a:cubicBezTo>
                  <a:cubicBezTo>
                    <a:pt x="191" y="349"/>
                    <a:pt x="194" y="349"/>
                    <a:pt x="192" y="350"/>
                  </a:cubicBezTo>
                  <a:cubicBezTo>
                    <a:pt x="191" y="350"/>
                    <a:pt x="191" y="349"/>
                    <a:pt x="190" y="349"/>
                  </a:cubicBezTo>
                  <a:cubicBezTo>
                    <a:pt x="190" y="350"/>
                    <a:pt x="194" y="350"/>
                    <a:pt x="195" y="350"/>
                  </a:cubicBezTo>
                  <a:cubicBezTo>
                    <a:pt x="196" y="350"/>
                    <a:pt x="199" y="351"/>
                    <a:pt x="200" y="351"/>
                  </a:cubicBezTo>
                  <a:cubicBezTo>
                    <a:pt x="199" y="352"/>
                    <a:pt x="199" y="351"/>
                    <a:pt x="197" y="351"/>
                  </a:cubicBezTo>
                  <a:cubicBezTo>
                    <a:pt x="197" y="351"/>
                    <a:pt x="197" y="351"/>
                    <a:pt x="197" y="351"/>
                  </a:cubicBezTo>
                  <a:cubicBezTo>
                    <a:pt x="194" y="351"/>
                    <a:pt x="192" y="350"/>
                    <a:pt x="190" y="350"/>
                  </a:cubicBezTo>
                  <a:cubicBezTo>
                    <a:pt x="191" y="350"/>
                    <a:pt x="191" y="350"/>
                    <a:pt x="191" y="350"/>
                  </a:cubicBezTo>
                  <a:cubicBezTo>
                    <a:pt x="188" y="350"/>
                    <a:pt x="188" y="350"/>
                    <a:pt x="188" y="350"/>
                  </a:cubicBezTo>
                  <a:cubicBezTo>
                    <a:pt x="190" y="350"/>
                    <a:pt x="188" y="351"/>
                    <a:pt x="189" y="351"/>
                  </a:cubicBezTo>
                  <a:cubicBezTo>
                    <a:pt x="190" y="351"/>
                    <a:pt x="188" y="351"/>
                    <a:pt x="189" y="351"/>
                  </a:cubicBezTo>
                  <a:cubicBezTo>
                    <a:pt x="190" y="351"/>
                    <a:pt x="193" y="351"/>
                    <a:pt x="192" y="352"/>
                  </a:cubicBezTo>
                  <a:cubicBezTo>
                    <a:pt x="188" y="351"/>
                    <a:pt x="188" y="351"/>
                    <a:pt x="188" y="351"/>
                  </a:cubicBezTo>
                  <a:cubicBezTo>
                    <a:pt x="188" y="352"/>
                    <a:pt x="190" y="352"/>
                    <a:pt x="189" y="352"/>
                  </a:cubicBezTo>
                  <a:cubicBezTo>
                    <a:pt x="188" y="352"/>
                    <a:pt x="188" y="352"/>
                    <a:pt x="188" y="352"/>
                  </a:cubicBezTo>
                  <a:cubicBezTo>
                    <a:pt x="188" y="353"/>
                    <a:pt x="188" y="354"/>
                    <a:pt x="192" y="356"/>
                  </a:cubicBezTo>
                  <a:cubicBezTo>
                    <a:pt x="190" y="356"/>
                    <a:pt x="190" y="356"/>
                    <a:pt x="189" y="357"/>
                  </a:cubicBezTo>
                  <a:cubicBezTo>
                    <a:pt x="189" y="357"/>
                    <a:pt x="191" y="357"/>
                    <a:pt x="191" y="357"/>
                  </a:cubicBezTo>
                  <a:cubicBezTo>
                    <a:pt x="189" y="357"/>
                    <a:pt x="189" y="357"/>
                    <a:pt x="189" y="357"/>
                  </a:cubicBezTo>
                  <a:cubicBezTo>
                    <a:pt x="188" y="357"/>
                    <a:pt x="189" y="358"/>
                    <a:pt x="191" y="359"/>
                  </a:cubicBezTo>
                  <a:cubicBezTo>
                    <a:pt x="189" y="358"/>
                    <a:pt x="189" y="358"/>
                    <a:pt x="189" y="358"/>
                  </a:cubicBezTo>
                  <a:cubicBezTo>
                    <a:pt x="188" y="359"/>
                    <a:pt x="190" y="359"/>
                    <a:pt x="191" y="359"/>
                  </a:cubicBezTo>
                  <a:cubicBezTo>
                    <a:pt x="189" y="359"/>
                    <a:pt x="189" y="359"/>
                    <a:pt x="189" y="359"/>
                  </a:cubicBezTo>
                  <a:cubicBezTo>
                    <a:pt x="191" y="359"/>
                    <a:pt x="191" y="359"/>
                    <a:pt x="191" y="359"/>
                  </a:cubicBezTo>
                  <a:cubicBezTo>
                    <a:pt x="191" y="360"/>
                    <a:pt x="191" y="360"/>
                    <a:pt x="189" y="360"/>
                  </a:cubicBezTo>
                  <a:cubicBezTo>
                    <a:pt x="190" y="360"/>
                    <a:pt x="190" y="360"/>
                    <a:pt x="190" y="360"/>
                  </a:cubicBezTo>
                  <a:cubicBezTo>
                    <a:pt x="189" y="360"/>
                    <a:pt x="189" y="361"/>
                    <a:pt x="189" y="362"/>
                  </a:cubicBezTo>
                  <a:cubicBezTo>
                    <a:pt x="190" y="362"/>
                    <a:pt x="191" y="362"/>
                    <a:pt x="192" y="362"/>
                  </a:cubicBezTo>
                  <a:cubicBezTo>
                    <a:pt x="194" y="362"/>
                    <a:pt x="192" y="362"/>
                    <a:pt x="193" y="362"/>
                  </a:cubicBezTo>
                  <a:cubicBezTo>
                    <a:pt x="191" y="362"/>
                    <a:pt x="191" y="362"/>
                    <a:pt x="191" y="362"/>
                  </a:cubicBezTo>
                  <a:cubicBezTo>
                    <a:pt x="187" y="362"/>
                    <a:pt x="190" y="364"/>
                    <a:pt x="189" y="365"/>
                  </a:cubicBezTo>
                  <a:cubicBezTo>
                    <a:pt x="190" y="365"/>
                    <a:pt x="190" y="365"/>
                    <a:pt x="190" y="365"/>
                  </a:cubicBezTo>
                  <a:cubicBezTo>
                    <a:pt x="188" y="365"/>
                    <a:pt x="190" y="366"/>
                    <a:pt x="189" y="367"/>
                  </a:cubicBezTo>
                  <a:cubicBezTo>
                    <a:pt x="190" y="367"/>
                    <a:pt x="193" y="367"/>
                    <a:pt x="193" y="368"/>
                  </a:cubicBezTo>
                  <a:cubicBezTo>
                    <a:pt x="195" y="368"/>
                    <a:pt x="190" y="368"/>
                    <a:pt x="189" y="368"/>
                  </a:cubicBezTo>
                  <a:cubicBezTo>
                    <a:pt x="190" y="368"/>
                    <a:pt x="190" y="368"/>
                    <a:pt x="190" y="369"/>
                  </a:cubicBezTo>
                  <a:cubicBezTo>
                    <a:pt x="190" y="369"/>
                    <a:pt x="190" y="369"/>
                    <a:pt x="190" y="369"/>
                  </a:cubicBezTo>
                  <a:cubicBezTo>
                    <a:pt x="191" y="369"/>
                    <a:pt x="191" y="369"/>
                    <a:pt x="190" y="369"/>
                  </a:cubicBezTo>
                  <a:cubicBezTo>
                    <a:pt x="190" y="369"/>
                    <a:pt x="190" y="369"/>
                    <a:pt x="190" y="369"/>
                  </a:cubicBezTo>
                  <a:cubicBezTo>
                    <a:pt x="190" y="370"/>
                    <a:pt x="189" y="370"/>
                    <a:pt x="189" y="370"/>
                  </a:cubicBezTo>
                  <a:cubicBezTo>
                    <a:pt x="191" y="370"/>
                    <a:pt x="190" y="371"/>
                    <a:pt x="191" y="371"/>
                  </a:cubicBezTo>
                  <a:cubicBezTo>
                    <a:pt x="190" y="371"/>
                    <a:pt x="190" y="371"/>
                    <a:pt x="190" y="371"/>
                  </a:cubicBezTo>
                  <a:cubicBezTo>
                    <a:pt x="192" y="371"/>
                    <a:pt x="192" y="371"/>
                    <a:pt x="192" y="371"/>
                  </a:cubicBezTo>
                  <a:cubicBezTo>
                    <a:pt x="191" y="371"/>
                    <a:pt x="191" y="371"/>
                    <a:pt x="191" y="371"/>
                  </a:cubicBezTo>
                  <a:cubicBezTo>
                    <a:pt x="189" y="371"/>
                    <a:pt x="189" y="371"/>
                    <a:pt x="189" y="371"/>
                  </a:cubicBezTo>
                  <a:cubicBezTo>
                    <a:pt x="188" y="371"/>
                    <a:pt x="191" y="371"/>
                    <a:pt x="192" y="372"/>
                  </a:cubicBezTo>
                  <a:cubicBezTo>
                    <a:pt x="193" y="372"/>
                    <a:pt x="191" y="372"/>
                    <a:pt x="191" y="372"/>
                  </a:cubicBezTo>
                  <a:cubicBezTo>
                    <a:pt x="190" y="372"/>
                    <a:pt x="191" y="372"/>
                    <a:pt x="191" y="372"/>
                  </a:cubicBezTo>
                  <a:cubicBezTo>
                    <a:pt x="189" y="371"/>
                    <a:pt x="190" y="372"/>
                    <a:pt x="189" y="372"/>
                  </a:cubicBezTo>
                  <a:cubicBezTo>
                    <a:pt x="189" y="372"/>
                    <a:pt x="191" y="372"/>
                    <a:pt x="191" y="372"/>
                  </a:cubicBezTo>
                  <a:cubicBezTo>
                    <a:pt x="190" y="373"/>
                    <a:pt x="191" y="373"/>
                    <a:pt x="189" y="373"/>
                  </a:cubicBezTo>
                  <a:cubicBezTo>
                    <a:pt x="190" y="373"/>
                    <a:pt x="190" y="373"/>
                    <a:pt x="191" y="374"/>
                  </a:cubicBezTo>
                  <a:cubicBezTo>
                    <a:pt x="191" y="373"/>
                    <a:pt x="191" y="373"/>
                    <a:pt x="193" y="373"/>
                  </a:cubicBezTo>
                  <a:cubicBezTo>
                    <a:pt x="193" y="373"/>
                    <a:pt x="193" y="374"/>
                    <a:pt x="192" y="374"/>
                  </a:cubicBezTo>
                  <a:cubicBezTo>
                    <a:pt x="192" y="374"/>
                    <a:pt x="192" y="374"/>
                    <a:pt x="192" y="374"/>
                  </a:cubicBezTo>
                  <a:cubicBezTo>
                    <a:pt x="192" y="374"/>
                    <a:pt x="192" y="374"/>
                    <a:pt x="193" y="374"/>
                  </a:cubicBezTo>
                  <a:cubicBezTo>
                    <a:pt x="191" y="374"/>
                    <a:pt x="191" y="374"/>
                    <a:pt x="191" y="374"/>
                  </a:cubicBezTo>
                  <a:cubicBezTo>
                    <a:pt x="193" y="374"/>
                    <a:pt x="192" y="375"/>
                    <a:pt x="193" y="375"/>
                  </a:cubicBezTo>
                  <a:cubicBezTo>
                    <a:pt x="191" y="375"/>
                    <a:pt x="189" y="375"/>
                    <a:pt x="189" y="375"/>
                  </a:cubicBezTo>
                  <a:cubicBezTo>
                    <a:pt x="190" y="376"/>
                    <a:pt x="190" y="376"/>
                    <a:pt x="190" y="376"/>
                  </a:cubicBezTo>
                  <a:cubicBezTo>
                    <a:pt x="191" y="376"/>
                    <a:pt x="190" y="376"/>
                    <a:pt x="189" y="376"/>
                  </a:cubicBezTo>
                  <a:cubicBezTo>
                    <a:pt x="188" y="376"/>
                    <a:pt x="194" y="377"/>
                    <a:pt x="192" y="377"/>
                  </a:cubicBezTo>
                  <a:cubicBezTo>
                    <a:pt x="190" y="377"/>
                    <a:pt x="190" y="377"/>
                    <a:pt x="189" y="377"/>
                  </a:cubicBezTo>
                  <a:cubicBezTo>
                    <a:pt x="190" y="378"/>
                    <a:pt x="191" y="378"/>
                    <a:pt x="191" y="378"/>
                  </a:cubicBezTo>
                  <a:cubicBezTo>
                    <a:pt x="192" y="378"/>
                    <a:pt x="189" y="377"/>
                    <a:pt x="191" y="377"/>
                  </a:cubicBezTo>
                  <a:cubicBezTo>
                    <a:pt x="192" y="377"/>
                    <a:pt x="191" y="378"/>
                    <a:pt x="192" y="378"/>
                  </a:cubicBezTo>
                  <a:cubicBezTo>
                    <a:pt x="187" y="378"/>
                    <a:pt x="191" y="380"/>
                    <a:pt x="188" y="380"/>
                  </a:cubicBezTo>
                  <a:cubicBezTo>
                    <a:pt x="191" y="380"/>
                    <a:pt x="189" y="381"/>
                    <a:pt x="190" y="381"/>
                  </a:cubicBezTo>
                  <a:cubicBezTo>
                    <a:pt x="187" y="381"/>
                    <a:pt x="190" y="382"/>
                    <a:pt x="189" y="382"/>
                  </a:cubicBezTo>
                  <a:cubicBezTo>
                    <a:pt x="191" y="382"/>
                    <a:pt x="191" y="382"/>
                    <a:pt x="191" y="382"/>
                  </a:cubicBezTo>
                  <a:cubicBezTo>
                    <a:pt x="190" y="382"/>
                    <a:pt x="195" y="383"/>
                    <a:pt x="192" y="383"/>
                  </a:cubicBezTo>
                  <a:cubicBezTo>
                    <a:pt x="191" y="383"/>
                    <a:pt x="190" y="383"/>
                    <a:pt x="190" y="383"/>
                  </a:cubicBezTo>
                  <a:cubicBezTo>
                    <a:pt x="187" y="383"/>
                    <a:pt x="192" y="384"/>
                    <a:pt x="189" y="384"/>
                  </a:cubicBezTo>
                  <a:cubicBezTo>
                    <a:pt x="190" y="384"/>
                    <a:pt x="192" y="384"/>
                    <a:pt x="193" y="385"/>
                  </a:cubicBezTo>
                  <a:cubicBezTo>
                    <a:pt x="192" y="385"/>
                    <a:pt x="190" y="385"/>
                    <a:pt x="190" y="385"/>
                  </a:cubicBezTo>
                  <a:cubicBezTo>
                    <a:pt x="190" y="386"/>
                    <a:pt x="191" y="386"/>
                    <a:pt x="190" y="386"/>
                  </a:cubicBezTo>
                  <a:cubicBezTo>
                    <a:pt x="189" y="386"/>
                    <a:pt x="189" y="386"/>
                    <a:pt x="189" y="386"/>
                  </a:cubicBezTo>
                  <a:cubicBezTo>
                    <a:pt x="188" y="386"/>
                    <a:pt x="189" y="386"/>
                    <a:pt x="190" y="387"/>
                  </a:cubicBezTo>
                  <a:cubicBezTo>
                    <a:pt x="188" y="387"/>
                    <a:pt x="189" y="388"/>
                    <a:pt x="188" y="388"/>
                  </a:cubicBezTo>
                  <a:cubicBezTo>
                    <a:pt x="191" y="389"/>
                    <a:pt x="187" y="389"/>
                    <a:pt x="190" y="389"/>
                  </a:cubicBezTo>
                  <a:cubicBezTo>
                    <a:pt x="189" y="389"/>
                    <a:pt x="189" y="389"/>
                    <a:pt x="189" y="389"/>
                  </a:cubicBezTo>
                  <a:cubicBezTo>
                    <a:pt x="190" y="389"/>
                    <a:pt x="192" y="390"/>
                    <a:pt x="192" y="390"/>
                  </a:cubicBezTo>
                  <a:cubicBezTo>
                    <a:pt x="190" y="390"/>
                    <a:pt x="190" y="390"/>
                    <a:pt x="190" y="390"/>
                  </a:cubicBezTo>
                  <a:cubicBezTo>
                    <a:pt x="188" y="390"/>
                    <a:pt x="190" y="390"/>
                    <a:pt x="189" y="391"/>
                  </a:cubicBezTo>
                  <a:cubicBezTo>
                    <a:pt x="190" y="390"/>
                    <a:pt x="189" y="391"/>
                    <a:pt x="190" y="391"/>
                  </a:cubicBezTo>
                  <a:cubicBezTo>
                    <a:pt x="191" y="391"/>
                    <a:pt x="191" y="391"/>
                    <a:pt x="191" y="391"/>
                  </a:cubicBezTo>
                  <a:cubicBezTo>
                    <a:pt x="192" y="392"/>
                    <a:pt x="192" y="391"/>
                    <a:pt x="192" y="392"/>
                  </a:cubicBezTo>
                  <a:cubicBezTo>
                    <a:pt x="192" y="392"/>
                    <a:pt x="190" y="392"/>
                    <a:pt x="190" y="392"/>
                  </a:cubicBezTo>
                  <a:cubicBezTo>
                    <a:pt x="189" y="392"/>
                    <a:pt x="190" y="392"/>
                    <a:pt x="190" y="393"/>
                  </a:cubicBezTo>
                  <a:cubicBezTo>
                    <a:pt x="190" y="393"/>
                    <a:pt x="190" y="392"/>
                    <a:pt x="191" y="393"/>
                  </a:cubicBezTo>
                  <a:cubicBezTo>
                    <a:pt x="191" y="393"/>
                    <a:pt x="190" y="393"/>
                    <a:pt x="190" y="393"/>
                  </a:cubicBezTo>
                  <a:cubicBezTo>
                    <a:pt x="190" y="393"/>
                    <a:pt x="191" y="393"/>
                    <a:pt x="191" y="393"/>
                  </a:cubicBezTo>
                  <a:cubicBezTo>
                    <a:pt x="191" y="393"/>
                    <a:pt x="191" y="393"/>
                    <a:pt x="191" y="393"/>
                  </a:cubicBezTo>
                  <a:cubicBezTo>
                    <a:pt x="190" y="393"/>
                    <a:pt x="190" y="393"/>
                    <a:pt x="190" y="393"/>
                  </a:cubicBezTo>
                  <a:cubicBezTo>
                    <a:pt x="190" y="393"/>
                    <a:pt x="190" y="393"/>
                    <a:pt x="190" y="393"/>
                  </a:cubicBezTo>
                  <a:cubicBezTo>
                    <a:pt x="190" y="393"/>
                    <a:pt x="190" y="393"/>
                    <a:pt x="190" y="393"/>
                  </a:cubicBezTo>
                  <a:cubicBezTo>
                    <a:pt x="190" y="393"/>
                    <a:pt x="190" y="393"/>
                    <a:pt x="190" y="393"/>
                  </a:cubicBezTo>
                  <a:cubicBezTo>
                    <a:pt x="188" y="393"/>
                    <a:pt x="188" y="393"/>
                    <a:pt x="188" y="393"/>
                  </a:cubicBezTo>
                  <a:cubicBezTo>
                    <a:pt x="188" y="394"/>
                    <a:pt x="190" y="394"/>
                    <a:pt x="191" y="394"/>
                  </a:cubicBezTo>
                  <a:cubicBezTo>
                    <a:pt x="189" y="395"/>
                    <a:pt x="191" y="396"/>
                    <a:pt x="192" y="396"/>
                  </a:cubicBezTo>
                  <a:cubicBezTo>
                    <a:pt x="192" y="396"/>
                    <a:pt x="190" y="396"/>
                    <a:pt x="191" y="396"/>
                  </a:cubicBezTo>
                  <a:cubicBezTo>
                    <a:pt x="191" y="397"/>
                    <a:pt x="193" y="397"/>
                    <a:pt x="192" y="397"/>
                  </a:cubicBezTo>
                  <a:cubicBezTo>
                    <a:pt x="192" y="397"/>
                    <a:pt x="191" y="397"/>
                    <a:pt x="191" y="398"/>
                  </a:cubicBezTo>
                  <a:cubicBezTo>
                    <a:pt x="190" y="398"/>
                    <a:pt x="192" y="397"/>
                    <a:pt x="192" y="397"/>
                  </a:cubicBezTo>
                  <a:cubicBezTo>
                    <a:pt x="190" y="398"/>
                    <a:pt x="194" y="399"/>
                    <a:pt x="192" y="400"/>
                  </a:cubicBezTo>
                  <a:cubicBezTo>
                    <a:pt x="192" y="399"/>
                    <a:pt x="191" y="399"/>
                    <a:pt x="191" y="399"/>
                  </a:cubicBezTo>
                  <a:cubicBezTo>
                    <a:pt x="191" y="400"/>
                    <a:pt x="192" y="400"/>
                    <a:pt x="194" y="401"/>
                  </a:cubicBezTo>
                  <a:cubicBezTo>
                    <a:pt x="192" y="401"/>
                    <a:pt x="192" y="401"/>
                    <a:pt x="192" y="401"/>
                  </a:cubicBezTo>
                  <a:cubicBezTo>
                    <a:pt x="192" y="401"/>
                    <a:pt x="193" y="401"/>
                    <a:pt x="194" y="401"/>
                  </a:cubicBezTo>
                  <a:cubicBezTo>
                    <a:pt x="195" y="401"/>
                    <a:pt x="196" y="401"/>
                    <a:pt x="196" y="402"/>
                  </a:cubicBezTo>
                  <a:cubicBezTo>
                    <a:pt x="196" y="402"/>
                    <a:pt x="196" y="402"/>
                    <a:pt x="196" y="402"/>
                  </a:cubicBezTo>
                  <a:cubicBezTo>
                    <a:pt x="196" y="402"/>
                    <a:pt x="197" y="402"/>
                    <a:pt x="197" y="402"/>
                  </a:cubicBezTo>
                  <a:cubicBezTo>
                    <a:pt x="196" y="403"/>
                    <a:pt x="196" y="402"/>
                    <a:pt x="195" y="402"/>
                  </a:cubicBezTo>
                  <a:cubicBezTo>
                    <a:pt x="193" y="403"/>
                    <a:pt x="194" y="404"/>
                    <a:pt x="194" y="404"/>
                  </a:cubicBezTo>
                  <a:cubicBezTo>
                    <a:pt x="195" y="404"/>
                    <a:pt x="195" y="404"/>
                    <a:pt x="195" y="404"/>
                  </a:cubicBezTo>
                  <a:cubicBezTo>
                    <a:pt x="196" y="404"/>
                    <a:pt x="194" y="404"/>
                    <a:pt x="194" y="404"/>
                  </a:cubicBezTo>
                  <a:cubicBezTo>
                    <a:pt x="199" y="405"/>
                    <a:pt x="199" y="405"/>
                    <a:pt x="199" y="405"/>
                  </a:cubicBezTo>
                  <a:cubicBezTo>
                    <a:pt x="198" y="404"/>
                    <a:pt x="197" y="405"/>
                    <a:pt x="196" y="405"/>
                  </a:cubicBezTo>
                  <a:cubicBezTo>
                    <a:pt x="196" y="405"/>
                    <a:pt x="199" y="406"/>
                    <a:pt x="201" y="406"/>
                  </a:cubicBezTo>
                  <a:cubicBezTo>
                    <a:pt x="200" y="406"/>
                    <a:pt x="201" y="406"/>
                    <a:pt x="201" y="407"/>
                  </a:cubicBezTo>
                  <a:cubicBezTo>
                    <a:pt x="200" y="407"/>
                    <a:pt x="202" y="407"/>
                    <a:pt x="200" y="407"/>
                  </a:cubicBezTo>
                  <a:cubicBezTo>
                    <a:pt x="199" y="407"/>
                    <a:pt x="199" y="407"/>
                    <a:pt x="199" y="407"/>
                  </a:cubicBezTo>
                  <a:cubicBezTo>
                    <a:pt x="199" y="407"/>
                    <a:pt x="197" y="407"/>
                    <a:pt x="196" y="407"/>
                  </a:cubicBezTo>
                  <a:cubicBezTo>
                    <a:pt x="196" y="407"/>
                    <a:pt x="196" y="408"/>
                    <a:pt x="195" y="409"/>
                  </a:cubicBezTo>
                  <a:cubicBezTo>
                    <a:pt x="198" y="408"/>
                    <a:pt x="197" y="410"/>
                    <a:pt x="199" y="409"/>
                  </a:cubicBezTo>
                  <a:cubicBezTo>
                    <a:pt x="200" y="410"/>
                    <a:pt x="197" y="410"/>
                    <a:pt x="197" y="410"/>
                  </a:cubicBezTo>
                  <a:cubicBezTo>
                    <a:pt x="198" y="411"/>
                    <a:pt x="197" y="411"/>
                    <a:pt x="197" y="412"/>
                  </a:cubicBezTo>
                  <a:cubicBezTo>
                    <a:pt x="197" y="412"/>
                    <a:pt x="197" y="412"/>
                    <a:pt x="197" y="412"/>
                  </a:cubicBezTo>
                  <a:cubicBezTo>
                    <a:pt x="198" y="412"/>
                    <a:pt x="197" y="413"/>
                    <a:pt x="199" y="413"/>
                  </a:cubicBezTo>
                  <a:cubicBezTo>
                    <a:pt x="198" y="413"/>
                    <a:pt x="198" y="413"/>
                    <a:pt x="198" y="413"/>
                  </a:cubicBezTo>
                  <a:cubicBezTo>
                    <a:pt x="197" y="414"/>
                    <a:pt x="201" y="413"/>
                    <a:pt x="200" y="414"/>
                  </a:cubicBezTo>
                  <a:cubicBezTo>
                    <a:pt x="199" y="414"/>
                    <a:pt x="199" y="414"/>
                    <a:pt x="199" y="414"/>
                  </a:cubicBezTo>
                  <a:cubicBezTo>
                    <a:pt x="200" y="414"/>
                    <a:pt x="198" y="415"/>
                    <a:pt x="200" y="415"/>
                  </a:cubicBezTo>
                  <a:cubicBezTo>
                    <a:pt x="199" y="415"/>
                    <a:pt x="199" y="415"/>
                    <a:pt x="198" y="415"/>
                  </a:cubicBezTo>
                  <a:cubicBezTo>
                    <a:pt x="199" y="415"/>
                    <a:pt x="199" y="416"/>
                    <a:pt x="200" y="416"/>
                  </a:cubicBezTo>
                  <a:cubicBezTo>
                    <a:pt x="198" y="416"/>
                    <a:pt x="198" y="416"/>
                    <a:pt x="198" y="416"/>
                  </a:cubicBezTo>
                  <a:cubicBezTo>
                    <a:pt x="197" y="417"/>
                    <a:pt x="201" y="416"/>
                    <a:pt x="200" y="417"/>
                  </a:cubicBezTo>
                  <a:cubicBezTo>
                    <a:pt x="200" y="417"/>
                    <a:pt x="199" y="417"/>
                    <a:pt x="199" y="417"/>
                  </a:cubicBezTo>
                  <a:cubicBezTo>
                    <a:pt x="200" y="417"/>
                    <a:pt x="200" y="418"/>
                    <a:pt x="200" y="418"/>
                  </a:cubicBezTo>
                  <a:cubicBezTo>
                    <a:pt x="198" y="419"/>
                    <a:pt x="198" y="419"/>
                    <a:pt x="198" y="419"/>
                  </a:cubicBezTo>
                  <a:cubicBezTo>
                    <a:pt x="198" y="421"/>
                    <a:pt x="198" y="423"/>
                    <a:pt x="201" y="425"/>
                  </a:cubicBezTo>
                  <a:cubicBezTo>
                    <a:pt x="198" y="425"/>
                    <a:pt x="199" y="424"/>
                    <a:pt x="197" y="425"/>
                  </a:cubicBezTo>
                  <a:cubicBezTo>
                    <a:pt x="200" y="425"/>
                    <a:pt x="198" y="425"/>
                    <a:pt x="199" y="426"/>
                  </a:cubicBezTo>
                  <a:cubicBezTo>
                    <a:pt x="198" y="426"/>
                    <a:pt x="198" y="426"/>
                    <a:pt x="198" y="426"/>
                  </a:cubicBezTo>
                  <a:cubicBezTo>
                    <a:pt x="199" y="426"/>
                    <a:pt x="198" y="426"/>
                    <a:pt x="198" y="426"/>
                  </a:cubicBezTo>
                  <a:cubicBezTo>
                    <a:pt x="199" y="426"/>
                    <a:pt x="199" y="426"/>
                    <a:pt x="199" y="426"/>
                  </a:cubicBezTo>
                  <a:cubicBezTo>
                    <a:pt x="199" y="426"/>
                    <a:pt x="199" y="427"/>
                    <a:pt x="199" y="427"/>
                  </a:cubicBezTo>
                  <a:cubicBezTo>
                    <a:pt x="199" y="427"/>
                    <a:pt x="199" y="427"/>
                    <a:pt x="199" y="427"/>
                  </a:cubicBezTo>
                  <a:cubicBezTo>
                    <a:pt x="199" y="427"/>
                    <a:pt x="199" y="427"/>
                    <a:pt x="199" y="427"/>
                  </a:cubicBezTo>
                  <a:cubicBezTo>
                    <a:pt x="198" y="427"/>
                    <a:pt x="197" y="427"/>
                    <a:pt x="199" y="427"/>
                  </a:cubicBezTo>
                  <a:cubicBezTo>
                    <a:pt x="199" y="427"/>
                    <a:pt x="199" y="427"/>
                    <a:pt x="199" y="427"/>
                  </a:cubicBezTo>
                  <a:cubicBezTo>
                    <a:pt x="197" y="428"/>
                    <a:pt x="197" y="428"/>
                    <a:pt x="197" y="428"/>
                  </a:cubicBezTo>
                  <a:cubicBezTo>
                    <a:pt x="200" y="428"/>
                    <a:pt x="198" y="428"/>
                    <a:pt x="198" y="428"/>
                  </a:cubicBezTo>
                  <a:cubicBezTo>
                    <a:pt x="197" y="429"/>
                    <a:pt x="194" y="427"/>
                    <a:pt x="194" y="429"/>
                  </a:cubicBezTo>
                  <a:cubicBezTo>
                    <a:pt x="194" y="429"/>
                    <a:pt x="194" y="429"/>
                    <a:pt x="194" y="429"/>
                  </a:cubicBezTo>
                  <a:cubicBezTo>
                    <a:pt x="189" y="432"/>
                    <a:pt x="183" y="435"/>
                    <a:pt x="180" y="441"/>
                  </a:cubicBezTo>
                  <a:cubicBezTo>
                    <a:pt x="180" y="442"/>
                    <a:pt x="179" y="443"/>
                    <a:pt x="178" y="444"/>
                  </a:cubicBezTo>
                  <a:cubicBezTo>
                    <a:pt x="178" y="441"/>
                    <a:pt x="178" y="437"/>
                    <a:pt x="180" y="434"/>
                  </a:cubicBezTo>
                  <a:cubicBezTo>
                    <a:pt x="179" y="431"/>
                    <a:pt x="178" y="427"/>
                    <a:pt x="179" y="425"/>
                  </a:cubicBezTo>
                  <a:cubicBezTo>
                    <a:pt x="178" y="412"/>
                    <a:pt x="182" y="402"/>
                    <a:pt x="179" y="389"/>
                  </a:cubicBezTo>
                  <a:cubicBezTo>
                    <a:pt x="179" y="390"/>
                    <a:pt x="178" y="389"/>
                    <a:pt x="177" y="389"/>
                  </a:cubicBezTo>
                  <a:cubicBezTo>
                    <a:pt x="178" y="389"/>
                    <a:pt x="178" y="389"/>
                    <a:pt x="178" y="389"/>
                  </a:cubicBezTo>
                  <a:cubicBezTo>
                    <a:pt x="176" y="388"/>
                    <a:pt x="176" y="388"/>
                    <a:pt x="176" y="388"/>
                  </a:cubicBezTo>
                  <a:cubicBezTo>
                    <a:pt x="176" y="387"/>
                    <a:pt x="178" y="387"/>
                    <a:pt x="178" y="388"/>
                  </a:cubicBezTo>
                  <a:cubicBezTo>
                    <a:pt x="178" y="383"/>
                    <a:pt x="177" y="379"/>
                    <a:pt x="178" y="374"/>
                  </a:cubicBezTo>
                  <a:cubicBezTo>
                    <a:pt x="175" y="374"/>
                    <a:pt x="177" y="371"/>
                    <a:pt x="175" y="371"/>
                  </a:cubicBezTo>
                  <a:cubicBezTo>
                    <a:pt x="176" y="371"/>
                    <a:pt x="176" y="371"/>
                    <a:pt x="176" y="371"/>
                  </a:cubicBezTo>
                  <a:cubicBezTo>
                    <a:pt x="175" y="368"/>
                    <a:pt x="175" y="368"/>
                    <a:pt x="177" y="365"/>
                  </a:cubicBezTo>
                  <a:cubicBezTo>
                    <a:pt x="178" y="353"/>
                    <a:pt x="176" y="340"/>
                    <a:pt x="174" y="326"/>
                  </a:cubicBezTo>
                  <a:cubicBezTo>
                    <a:pt x="170" y="313"/>
                    <a:pt x="162" y="297"/>
                    <a:pt x="148" y="288"/>
                  </a:cubicBezTo>
                  <a:cubicBezTo>
                    <a:pt x="143" y="290"/>
                    <a:pt x="142" y="286"/>
                    <a:pt x="138" y="288"/>
                  </a:cubicBezTo>
                  <a:cubicBezTo>
                    <a:pt x="138" y="287"/>
                    <a:pt x="138" y="287"/>
                    <a:pt x="138" y="287"/>
                  </a:cubicBezTo>
                  <a:cubicBezTo>
                    <a:pt x="136" y="288"/>
                    <a:pt x="136" y="286"/>
                    <a:pt x="133" y="284"/>
                  </a:cubicBezTo>
                  <a:cubicBezTo>
                    <a:pt x="133" y="285"/>
                    <a:pt x="132" y="284"/>
                    <a:pt x="132" y="286"/>
                  </a:cubicBezTo>
                  <a:cubicBezTo>
                    <a:pt x="131" y="287"/>
                    <a:pt x="131" y="282"/>
                    <a:pt x="129" y="283"/>
                  </a:cubicBezTo>
                  <a:cubicBezTo>
                    <a:pt x="129" y="282"/>
                    <a:pt x="129" y="284"/>
                    <a:pt x="129" y="283"/>
                  </a:cubicBezTo>
                  <a:cubicBezTo>
                    <a:pt x="125" y="285"/>
                    <a:pt x="129" y="282"/>
                    <a:pt x="127" y="279"/>
                  </a:cubicBezTo>
                  <a:cubicBezTo>
                    <a:pt x="120" y="278"/>
                    <a:pt x="113" y="280"/>
                    <a:pt x="107" y="278"/>
                  </a:cubicBezTo>
                  <a:cubicBezTo>
                    <a:pt x="108" y="278"/>
                    <a:pt x="108" y="280"/>
                    <a:pt x="107" y="280"/>
                  </a:cubicBezTo>
                  <a:cubicBezTo>
                    <a:pt x="107" y="276"/>
                    <a:pt x="105" y="280"/>
                    <a:pt x="104" y="279"/>
                  </a:cubicBezTo>
                  <a:cubicBezTo>
                    <a:pt x="104" y="278"/>
                    <a:pt x="105" y="278"/>
                    <a:pt x="105" y="278"/>
                  </a:cubicBezTo>
                  <a:cubicBezTo>
                    <a:pt x="103" y="276"/>
                    <a:pt x="101" y="278"/>
                    <a:pt x="98" y="277"/>
                  </a:cubicBezTo>
                  <a:cubicBezTo>
                    <a:pt x="96" y="278"/>
                    <a:pt x="94" y="275"/>
                    <a:pt x="92" y="277"/>
                  </a:cubicBezTo>
                  <a:cubicBezTo>
                    <a:pt x="93" y="275"/>
                    <a:pt x="91" y="276"/>
                    <a:pt x="91" y="275"/>
                  </a:cubicBezTo>
                  <a:cubicBezTo>
                    <a:pt x="89" y="279"/>
                    <a:pt x="88" y="273"/>
                    <a:pt x="85" y="275"/>
                  </a:cubicBezTo>
                  <a:cubicBezTo>
                    <a:pt x="86" y="275"/>
                    <a:pt x="86" y="275"/>
                    <a:pt x="86" y="275"/>
                  </a:cubicBezTo>
                  <a:cubicBezTo>
                    <a:pt x="80" y="274"/>
                    <a:pt x="77" y="272"/>
                    <a:pt x="72" y="271"/>
                  </a:cubicBezTo>
                  <a:cubicBezTo>
                    <a:pt x="69" y="270"/>
                    <a:pt x="69" y="264"/>
                    <a:pt x="66" y="264"/>
                  </a:cubicBezTo>
                  <a:cubicBezTo>
                    <a:pt x="65" y="265"/>
                    <a:pt x="65" y="265"/>
                    <a:pt x="64" y="265"/>
                  </a:cubicBezTo>
                  <a:cubicBezTo>
                    <a:pt x="64" y="264"/>
                    <a:pt x="65" y="264"/>
                    <a:pt x="65" y="264"/>
                  </a:cubicBezTo>
                  <a:cubicBezTo>
                    <a:pt x="63" y="263"/>
                    <a:pt x="63" y="260"/>
                    <a:pt x="62" y="259"/>
                  </a:cubicBezTo>
                  <a:cubicBezTo>
                    <a:pt x="62" y="259"/>
                    <a:pt x="61" y="258"/>
                    <a:pt x="60" y="259"/>
                  </a:cubicBezTo>
                  <a:cubicBezTo>
                    <a:pt x="61" y="256"/>
                    <a:pt x="56" y="255"/>
                    <a:pt x="57" y="252"/>
                  </a:cubicBezTo>
                  <a:cubicBezTo>
                    <a:pt x="54" y="254"/>
                    <a:pt x="54" y="252"/>
                    <a:pt x="53" y="251"/>
                  </a:cubicBezTo>
                  <a:cubicBezTo>
                    <a:pt x="53" y="251"/>
                    <a:pt x="54" y="250"/>
                    <a:pt x="54" y="250"/>
                  </a:cubicBezTo>
                  <a:cubicBezTo>
                    <a:pt x="53" y="249"/>
                    <a:pt x="53" y="248"/>
                    <a:pt x="53" y="245"/>
                  </a:cubicBezTo>
                  <a:cubicBezTo>
                    <a:pt x="52" y="245"/>
                    <a:pt x="50" y="245"/>
                    <a:pt x="50" y="244"/>
                  </a:cubicBezTo>
                  <a:cubicBezTo>
                    <a:pt x="52" y="242"/>
                    <a:pt x="50" y="241"/>
                    <a:pt x="50" y="240"/>
                  </a:cubicBezTo>
                  <a:cubicBezTo>
                    <a:pt x="48" y="241"/>
                    <a:pt x="46" y="240"/>
                    <a:pt x="47" y="239"/>
                  </a:cubicBezTo>
                  <a:cubicBezTo>
                    <a:pt x="49" y="238"/>
                    <a:pt x="49" y="238"/>
                    <a:pt x="49" y="238"/>
                  </a:cubicBezTo>
                  <a:cubicBezTo>
                    <a:pt x="46" y="235"/>
                    <a:pt x="48" y="230"/>
                    <a:pt x="44" y="225"/>
                  </a:cubicBezTo>
                  <a:cubicBezTo>
                    <a:pt x="45" y="224"/>
                    <a:pt x="45" y="224"/>
                    <a:pt x="45" y="224"/>
                  </a:cubicBezTo>
                  <a:cubicBezTo>
                    <a:pt x="42" y="219"/>
                    <a:pt x="42" y="213"/>
                    <a:pt x="37" y="209"/>
                  </a:cubicBezTo>
                  <a:cubicBezTo>
                    <a:pt x="37" y="208"/>
                    <a:pt x="37" y="207"/>
                    <a:pt x="36" y="205"/>
                  </a:cubicBezTo>
                  <a:cubicBezTo>
                    <a:pt x="37" y="205"/>
                    <a:pt x="39" y="204"/>
                    <a:pt x="40" y="203"/>
                  </a:cubicBezTo>
                  <a:cubicBezTo>
                    <a:pt x="36" y="203"/>
                    <a:pt x="36" y="203"/>
                    <a:pt x="36" y="203"/>
                  </a:cubicBezTo>
                  <a:cubicBezTo>
                    <a:pt x="41" y="201"/>
                    <a:pt x="44" y="197"/>
                    <a:pt x="48" y="196"/>
                  </a:cubicBezTo>
                  <a:cubicBezTo>
                    <a:pt x="47" y="198"/>
                    <a:pt x="49" y="198"/>
                    <a:pt x="49" y="199"/>
                  </a:cubicBezTo>
                  <a:cubicBezTo>
                    <a:pt x="50" y="198"/>
                    <a:pt x="50" y="196"/>
                    <a:pt x="52" y="196"/>
                  </a:cubicBezTo>
                  <a:cubicBezTo>
                    <a:pt x="51" y="199"/>
                    <a:pt x="51" y="199"/>
                    <a:pt x="51" y="199"/>
                  </a:cubicBezTo>
                  <a:cubicBezTo>
                    <a:pt x="52" y="197"/>
                    <a:pt x="56" y="193"/>
                    <a:pt x="59" y="190"/>
                  </a:cubicBezTo>
                  <a:cubicBezTo>
                    <a:pt x="59" y="197"/>
                    <a:pt x="61" y="192"/>
                    <a:pt x="62" y="201"/>
                  </a:cubicBezTo>
                  <a:cubicBezTo>
                    <a:pt x="60" y="200"/>
                    <a:pt x="60" y="200"/>
                    <a:pt x="60" y="200"/>
                  </a:cubicBezTo>
                  <a:cubicBezTo>
                    <a:pt x="61" y="202"/>
                    <a:pt x="61" y="203"/>
                    <a:pt x="62" y="206"/>
                  </a:cubicBezTo>
                  <a:cubicBezTo>
                    <a:pt x="64" y="206"/>
                    <a:pt x="65" y="204"/>
                    <a:pt x="64" y="199"/>
                  </a:cubicBezTo>
                  <a:cubicBezTo>
                    <a:pt x="68" y="202"/>
                    <a:pt x="65" y="203"/>
                    <a:pt x="68" y="212"/>
                  </a:cubicBezTo>
                  <a:cubicBezTo>
                    <a:pt x="71" y="214"/>
                    <a:pt x="66" y="208"/>
                    <a:pt x="69" y="207"/>
                  </a:cubicBezTo>
                  <a:cubicBezTo>
                    <a:pt x="70" y="206"/>
                    <a:pt x="71" y="211"/>
                    <a:pt x="75" y="215"/>
                  </a:cubicBezTo>
                  <a:cubicBezTo>
                    <a:pt x="82" y="221"/>
                    <a:pt x="78" y="220"/>
                    <a:pt x="81" y="223"/>
                  </a:cubicBezTo>
                  <a:cubicBezTo>
                    <a:pt x="79" y="223"/>
                    <a:pt x="71" y="217"/>
                    <a:pt x="73" y="217"/>
                  </a:cubicBezTo>
                  <a:cubicBezTo>
                    <a:pt x="65" y="209"/>
                    <a:pt x="73" y="224"/>
                    <a:pt x="68" y="218"/>
                  </a:cubicBezTo>
                  <a:cubicBezTo>
                    <a:pt x="75" y="226"/>
                    <a:pt x="76" y="226"/>
                    <a:pt x="82" y="226"/>
                  </a:cubicBezTo>
                  <a:cubicBezTo>
                    <a:pt x="79" y="225"/>
                    <a:pt x="85" y="224"/>
                    <a:pt x="82" y="223"/>
                  </a:cubicBezTo>
                  <a:cubicBezTo>
                    <a:pt x="98" y="219"/>
                    <a:pt x="96" y="225"/>
                    <a:pt x="106" y="216"/>
                  </a:cubicBezTo>
                  <a:cubicBezTo>
                    <a:pt x="103" y="216"/>
                    <a:pt x="111" y="202"/>
                    <a:pt x="104" y="206"/>
                  </a:cubicBezTo>
                  <a:cubicBezTo>
                    <a:pt x="104" y="204"/>
                    <a:pt x="105" y="201"/>
                    <a:pt x="107" y="200"/>
                  </a:cubicBezTo>
                  <a:cubicBezTo>
                    <a:pt x="107" y="203"/>
                    <a:pt x="110" y="197"/>
                    <a:pt x="110" y="201"/>
                  </a:cubicBezTo>
                  <a:cubicBezTo>
                    <a:pt x="111" y="198"/>
                    <a:pt x="111" y="198"/>
                    <a:pt x="111" y="198"/>
                  </a:cubicBezTo>
                  <a:cubicBezTo>
                    <a:pt x="111" y="204"/>
                    <a:pt x="111" y="204"/>
                    <a:pt x="111" y="204"/>
                  </a:cubicBezTo>
                  <a:cubicBezTo>
                    <a:pt x="114" y="201"/>
                    <a:pt x="118" y="196"/>
                    <a:pt x="120" y="194"/>
                  </a:cubicBezTo>
                  <a:cubicBezTo>
                    <a:pt x="121" y="189"/>
                    <a:pt x="117" y="195"/>
                    <a:pt x="119" y="190"/>
                  </a:cubicBezTo>
                  <a:cubicBezTo>
                    <a:pt x="119" y="192"/>
                    <a:pt x="121" y="189"/>
                    <a:pt x="122" y="186"/>
                  </a:cubicBezTo>
                  <a:cubicBezTo>
                    <a:pt x="120" y="191"/>
                    <a:pt x="119" y="186"/>
                    <a:pt x="120" y="182"/>
                  </a:cubicBezTo>
                  <a:cubicBezTo>
                    <a:pt x="120" y="181"/>
                    <a:pt x="121" y="180"/>
                    <a:pt x="121" y="179"/>
                  </a:cubicBezTo>
                  <a:cubicBezTo>
                    <a:pt x="122" y="180"/>
                    <a:pt x="122" y="180"/>
                    <a:pt x="122" y="181"/>
                  </a:cubicBezTo>
                  <a:cubicBezTo>
                    <a:pt x="122" y="182"/>
                    <a:pt x="122" y="182"/>
                    <a:pt x="122" y="183"/>
                  </a:cubicBezTo>
                  <a:cubicBezTo>
                    <a:pt x="123" y="183"/>
                    <a:pt x="123" y="183"/>
                    <a:pt x="123" y="183"/>
                  </a:cubicBezTo>
                  <a:cubicBezTo>
                    <a:pt x="123" y="183"/>
                    <a:pt x="122" y="183"/>
                    <a:pt x="122" y="183"/>
                  </a:cubicBezTo>
                  <a:cubicBezTo>
                    <a:pt x="122" y="188"/>
                    <a:pt x="125" y="188"/>
                    <a:pt x="126" y="189"/>
                  </a:cubicBezTo>
                  <a:cubicBezTo>
                    <a:pt x="126" y="193"/>
                    <a:pt x="126" y="193"/>
                    <a:pt x="126" y="193"/>
                  </a:cubicBezTo>
                  <a:cubicBezTo>
                    <a:pt x="127" y="193"/>
                    <a:pt x="127" y="193"/>
                    <a:pt x="127" y="193"/>
                  </a:cubicBezTo>
                  <a:cubicBezTo>
                    <a:pt x="130" y="197"/>
                    <a:pt x="134" y="202"/>
                    <a:pt x="132" y="203"/>
                  </a:cubicBezTo>
                  <a:cubicBezTo>
                    <a:pt x="134" y="205"/>
                    <a:pt x="136" y="206"/>
                    <a:pt x="135" y="203"/>
                  </a:cubicBezTo>
                  <a:cubicBezTo>
                    <a:pt x="136" y="205"/>
                    <a:pt x="140" y="212"/>
                    <a:pt x="151" y="211"/>
                  </a:cubicBezTo>
                  <a:cubicBezTo>
                    <a:pt x="161" y="208"/>
                    <a:pt x="165" y="201"/>
                    <a:pt x="167" y="197"/>
                  </a:cubicBezTo>
                  <a:cubicBezTo>
                    <a:pt x="164" y="201"/>
                    <a:pt x="163" y="200"/>
                    <a:pt x="162" y="200"/>
                  </a:cubicBezTo>
                  <a:cubicBezTo>
                    <a:pt x="161" y="197"/>
                    <a:pt x="164" y="198"/>
                    <a:pt x="164" y="194"/>
                  </a:cubicBezTo>
                  <a:cubicBezTo>
                    <a:pt x="165" y="195"/>
                    <a:pt x="167" y="192"/>
                    <a:pt x="166" y="196"/>
                  </a:cubicBezTo>
                  <a:cubicBezTo>
                    <a:pt x="170" y="191"/>
                    <a:pt x="171" y="185"/>
                    <a:pt x="173" y="179"/>
                  </a:cubicBezTo>
                  <a:cubicBezTo>
                    <a:pt x="173" y="180"/>
                    <a:pt x="173" y="180"/>
                    <a:pt x="174" y="181"/>
                  </a:cubicBezTo>
                  <a:cubicBezTo>
                    <a:pt x="174" y="181"/>
                    <a:pt x="174" y="181"/>
                    <a:pt x="174" y="182"/>
                  </a:cubicBezTo>
                  <a:cubicBezTo>
                    <a:pt x="174" y="182"/>
                    <a:pt x="174" y="182"/>
                    <a:pt x="174" y="183"/>
                  </a:cubicBezTo>
                  <a:cubicBezTo>
                    <a:pt x="175" y="184"/>
                    <a:pt x="175" y="185"/>
                    <a:pt x="176" y="186"/>
                  </a:cubicBezTo>
                  <a:cubicBezTo>
                    <a:pt x="175" y="185"/>
                    <a:pt x="175" y="185"/>
                    <a:pt x="175" y="184"/>
                  </a:cubicBezTo>
                  <a:cubicBezTo>
                    <a:pt x="175" y="185"/>
                    <a:pt x="175" y="186"/>
                    <a:pt x="176" y="187"/>
                  </a:cubicBezTo>
                  <a:cubicBezTo>
                    <a:pt x="176" y="187"/>
                    <a:pt x="176" y="187"/>
                    <a:pt x="176" y="187"/>
                  </a:cubicBezTo>
                  <a:cubicBezTo>
                    <a:pt x="177" y="189"/>
                    <a:pt x="177" y="190"/>
                    <a:pt x="178" y="191"/>
                  </a:cubicBezTo>
                  <a:cubicBezTo>
                    <a:pt x="176" y="191"/>
                    <a:pt x="176" y="191"/>
                    <a:pt x="176" y="191"/>
                  </a:cubicBezTo>
                  <a:cubicBezTo>
                    <a:pt x="176" y="194"/>
                    <a:pt x="188" y="201"/>
                    <a:pt x="189" y="198"/>
                  </a:cubicBezTo>
                  <a:cubicBezTo>
                    <a:pt x="205" y="196"/>
                    <a:pt x="210" y="186"/>
                    <a:pt x="213" y="179"/>
                  </a:cubicBezTo>
                  <a:cubicBezTo>
                    <a:pt x="214" y="178"/>
                    <a:pt x="214" y="178"/>
                    <a:pt x="214" y="178"/>
                  </a:cubicBezTo>
                  <a:cubicBezTo>
                    <a:pt x="214" y="178"/>
                    <a:pt x="214" y="178"/>
                    <a:pt x="214" y="178"/>
                  </a:cubicBezTo>
                  <a:cubicBezTo>
                    <a:pt x="214" y="178"/>
                    <a:pt x="214" y="177"/>
                    <a:pt x="214" y="177"/>
                  </a:cubicBezTo>
                  <a:cubicBezTo>
                    <a:pt x="214" y="177"/>
                    <a:pt x="215" y="177"/>
                    <a:pt x="215" y="177"/>
                  </a:cubicBezTo>
                  <a:cubicBezTo>
                    <a:pt x="219" y="183"/>
                    <a:pt x="215" y="181"/>
                    <a:pt x="216" y="184"/>
                  </a:cubicBezTo>
                  <a:cubicBezTo>
                    <a:pt x="224" y="191"/>
                    <a:pt x="234" y="187"/>
                    <a:pt x="239" y="182"/>
                  </a:cubicBezTo>
                  <a:cubicBezTo>
                    <a:pt x="239" y="182"/>
                    <a:pt x="240" y="183"/>
                    <a:pt x="239" y="183"/>
                  </a:cubicBezTo>
                  <a:cubicBezTo>
                    <a:pt x="244" y="179"/>
                    <a:pt x="250" y="173"/>
                    <a:pt x="253" y="167"/>
                  </a:cubicBezTo>
                  <a:cubicBezTo>
                    <a:pt x="255" y="173"/>
                    <a:pt x="258" y="178"/>
                    <a:pt x="262" y="183"/>
                  </a:cubicBezTo>
                  <a:cubicBezTo>
                    <a:pt x="272" y="194"/>
                    <a:pt x="282" y="179"/>
                    <a:pt x="282" y="172"/>
                  </a:cubicBezTo>
                  <a:cubicBezTo>
                    <a:pt x="282" y="171"/>
                    <a:pt x="283" y="172"/>
                    <a:pt x="283" y="173"/>
                  </a:cubicBezTo>
                  <a:cubicBezTo>
                    <a:pt x="283" y="162"/>
                    <a:pt x="288" y="150"/>
                    <a:pt x="283" y="141"/>
                  </a:cubicBezTo>
                  <a:cubicBezTo>
                    <a:pt x="281" y="138"/>
                    <a:pt x="281" y="138"/>
                    <a:pt x="281" y="138"/>
                  </a:cubicBezTo>
                  <a:cubicBezTo>
                    <a:pt x="282" y="136"/>
                    <a:pt x="283" y="136"/>
                    <a:pt x="284" y="134"/>
                  </a:cubicBezTo>
                  <a:cubicBezTo>
                    <a:pt x="283" y="132"/>
                    <a:pt x="283" y="124"/>
                    <a:pt x="282" y="122"/>
                  </a:cubicBezTo>
                  <a:cubicBezTo>
                    <a:pt x="283" y="121"/>
                    <a:pt x="283" y="123"/>
                    <a:pt x="283" y="123"/>
                  </a:cubicBezTo>
                  <a:cubicBezTo>
                    <a:pt x="284" y="122"/>
                    <a:pt x="284" y="121"/>
                    <a:pt x="284" y="120"/>
                  </a:cubicBezTo>
                  <a:cubicBezTo>
                    <a:pt x="285" y="120"/>
                    <a:pt x="286" y="120"/>
                    <a:pt x="287" y="120"/>
                  </a:cubicBezTo>
                  <a:cubicBezTo>
                    <a:pt x="293" y="141"/>
                    <a:pt x="294" y="171"/>
                    <a:pt x="312" y="180"/>
                  </a:cubicBezTo>
                  <a:cubicBezTo>
                    <a:pt x="316" y="182"/>
                    <a:pt x="313" y="183"/>
                    <a:pt x="315" y="184"/>
                  </a:cubicBezTo>
                  <a:cubicBezTo>
                    <a:pt x="325" y="187"/>
                    <a:pt x="336" y="188"/>
                    <a:pt x="347" y="188"/>
                  </a:cubicBezTo>
                  <a:cubicBezTo>
                    <a:pt x="346" y="189"/>
                    <a:pt x="345" y="190"/>
                    <a:pt x="344" y="191"/>
                  </a:cubicBezTo>
                  <a:cubicBezTo>
                    <a:pt x="346" y="193"/>
                    <a:pt x="342" y="195"/>
                    <a:pt x="343" y="196"/>
                  </a:cubicBezTo>
                  <a:cubicBezTo>
                    <a:pt x="343" y="196"/>
                    <a:pt x="343" y="196"/>
                    <a:pt x="343" y="195"/>
                  </a:cubicBezTo>
                  <a:cubicBezTo>
                    <a:pt x="340" y="201"/>
                    <a:pt x="343" y="196"/>
                    <a:pt x="338" y="200"/>
                  </a:cubicBezTo>
                  <a:cubicBezTo>
                    <a:pt x="327" y="213"/>
                    <a:pt x="329" y="230"/>
                    <a:pt x="329" y="240"/>
                  </a:cubicBezTo>
                  <a:cubicBezTo>
                    <a:pt x="330" y="251"/>
                    <a:pt x="331" y="257"/>
                    <a:pt x="326" y="263"/>
                  </a:cubicBezTo>
                  <a:cubicBezTo>
                    <a:pt x="327" y="267"/>
                    <a:pt x="324" y="267"/>
                    <a:pt x="325" y="270"/>
                  </a:cubicBezTo>
                  <a:cubicBezTo>
                    <a:pt x="324" y="269"/>
                    <a:pt x="324" y="269"/>
                    <a:pt x="324" y="269"/>
                  </a:cubicBezTo>
                  <a:cubicBezTo>
                    <a:pt x="324" y="271"/>
                    <a:pt x="323" y="270"/>
                    <a:pt x="321" y="270"/>
                  </a:cubicBezTo>
                  <a:cubicBezTo>
                    <a:pt x="321" y="271"/>
                    <a:pt x="320" y="271"/>
                    <a:pt x="321" y="272"/>
                  </a:cubicBezTo>
                  <a:cubicBezTo>
                    <a:pt x="322" y="274"/>
                    <a:pt x="319" y="270"/>
                    <a:pt x="318" y="271"/>
                  </a:cubicBezTo>
                  <a:cubicBezTo>
                    <a:pt x="318" y="271"/>
                    <a:pt x="319" y="272"/>
                    <a:pt x="318" y="272"/>
                  </a:cubicBezTo>
                  <a:cubicBezTo>
                    <a:pt x="317" y="275"/>
                    <a:pt x="318" y="271"/>
                    <a:pt x="315" y="270"/>
                  </a:cubicBezTo>
                  <a:cubicBezTo>
                    <a:pt x="311" y="273"/>
                    <a:pt x="306" y="276"/>
                    <a:pt x="302" y="277"/>
                  </a:cubicBezTo>
                  <a:cubicBezTo>
                    <a:pt x="302" y="277"/>
                    <a:pt x="303" y="278"/>
                    <a:pt x="302" y="278"/>
                  </a:cubicBezTo>
                  <a:cubicBezTo>
                    <a:pt x="301" y="275"/>
                    <a:pt x="301" y="280"/>
                    <a:pt x="299" y="279"/>
                  </a:cubicBezTo>
                  <a:cubicBezTo>
                    <a:pt x="300" y="277"/>
                    <a:pt x="300" y="277"/>
                    <a:pt x="300" y="277"/>
                  </a:cubicBezTo>
                  <a:cubicBezTo>
                    <a:pt x="297" y="277"/>
                    <a:pt x="296" y="279"/>
                    <a:pt x="293" y="279"/>
                  </a:cubicBezTo>
                  <a:cubicBezTo>
                    <a:pt x="292" y="280"/>
                    <a:pt x="288" y="279"/>
                    <a:pt x="287" y="281"/>
                  </a:cubicBezTo>
                  <a:cubicBezTo>
                    <a:pt x="287" y="280"/>
                    <a:pt x="286" y="280"/>
                    <a:pt x="285" y="280"/>
                  </a:cubicBezTo>
                  <a:cubicBezTo>
                    <a:pt x="285" y="284"/>
                    <a:pt x="281" y="280"/>
                    <a:pt x="280" y="284"/>
                  </a:cubicBezTo>
                  <a:cubicBezTo>
                    <a:pt x="280" y="283"/>
                    <a:pt x="280" y="283"/>
                    <a:pt x="280" y="283"/>
                  </a:cubicBezTo>
                  <a:cubicBezTo>
                    <a:pt x="274" y="287"/>
                    <a:pt x="267" y="290"/>
                    <a:pt x="263" y="297"/>
                  </a:cubicBezTo>
                  <a:cubicBezTo>
                    <a:pt x="260" y="300"/>
                    <a:pt x="256" y="300"/>
                    <a:pt x="254" y="305"/>
                  </a:cubicBezTo>
                  <a:cubicBezTo>
                    <a:pt x="254" y="306"/>
                    <a:pt x="255" y="306"/>
                    <a:pt x="255" y="307"/>
                  </a:cubicBezTo>
                  <a:cubicBezTo>
                    <a:pt x="255" y="308"/>
                    <a:pt x="254" y="306"/>
                    <a:pt x="254" y="306"/>
                  </a:cubicBezTo>
                  <a:cubicBezTo>
                    <a:pt x="254" y="309"/>
                    <a:pt x="251" y="310"/>
                    <a:pt x="250" y="312"/>
                  </a:cubicBezTo>
                  <a:cubicBezTo>
                    <a:pt x="250" y="313"/>
                    <a:pt x="250" y="314"/>
                    <a:pt x="251" y="314"/>
                  </a:cubicBezTo>
                  <a:cubicBezTo>
                    <a:pt x="247" y="315"/>
                    <a:pt x="248" y="320"/>
                    <a:pt x="245" y="322"/>
                  </a:cubicBezTo>
                  <a:cubicBezTo>
                    <a:pt x="248" y="322"/>
                    <a:pt x="246" y="324"/>
                    <a:pt x="247" y="325"/>
                  </a:cubicBezTo>
                  <a:cubicBezTo>
                    <a:pt x="246" y="326"/>
                    <a:pt x="245" y="326"/>
                    <a:pt x="245" y="325"/>
                  </a:cubicBezTo>
                  <a:cubicBezTo>
                    <a:pt x="245" y="327"/>
                    <a:pt x="244" y="328"/>
                    <a:pt x="243" y="330"/>
                  </a:cubicBezTo>
                  <a:cubicBezTo>
                    <a:pt x="243" y="332"/>
                    <a:pt x="244" y="333"/>
                    <a:pt x="243" y="334"/>
                  </a:cubicBezTo>
                  <a:cubicBezTo>
                    <a:pt x="241" y="334"/>
                    <a:pt x="242" y="336"/>
                    <a:pt x="241" y="338"/>
                  </a:cubicBezTo>
                  <a:cubicBezTo>
                    <a:pt x="243" y="338"/>
                    <a:pt x="244" y="340"/>
                    <a:pt x="243" y="341"/>
                  </a:cubicBezTo>
                  <a:cubicBezTo>
                    <a:pt x="240" y="340"/>
                    <a:pt x="240" y="340"/>
                    <a:pt x="240" y="340"/>
                  </a:cubicBezTo>
                  <a:cubicBezTo>
                    <a:pt x="241" y="344"/>
                    <a:pt x="237" y="350"/>
                    <a:pt x="240" y="355"/>
                  </a:cubicBezTo>
                  <a:cubicBezTo>
                    <a:pt x="238" y="355"/>
                    <a:pt x="238" y="355"/>
                    <a:pt x="238" y="355"/>
                  </a:cubicBezTo>
                  <a:cubicBezTo>
                    <a:pt x="239" y="360"/>
                    <a:pt x="236" y="365"/>
                    <a:pt x="239" y="370"/>
                  </a:cubicBezTo>
                  <a:cubicBezTo>
                    <a:pt x="238" y="371"/>
                    <a:pt x="237" y="373"/>
                    <a:pt x="237" y="374"/>
                  </a:cubicBezTo>
                  <a:cubicBezTo>
                    <a:pt x="239" y="376"/>
                    <a:pt x="238" y="376"/>
                    <a:pt x="241" y="378"/>
                  </a:cubicBezTo>
                  <a:cubicBezTo>
                    <a:pt x="241" y="378"/>
                    <a:pt x="239" y="379"/>
                    <a:pt x="239" y="379"/>
                  </a:cubicBezTo>
                  <a:cubicBezTo>
                    <a:pt x="238" y="381"/>
                    <a:pt x="236" y="383"/>
                    <a:pt x="238" y="385"/>
                  </a:cubicBezTo>
                  <a:cubicBezTo>
                    <a:pt x="237" y="385"/>
                    <a:pt x="237" y="385"/>
                    <a:pt x="237" y="385"/>
                  </a:cubicBezTo>
                  <a:cubicBezTo>
                    <a:pt x="238" y="387"/>
                    <a:pt x="240" y="389"/>
                    <a:pt x="238" y="391"/>
                  </a:cubicBezTo>
                  <a:cubicBezTo>
                    <a:pt x="239" y="391"/>
                    <a:pt x="239" y="393"/>
                    <a:pt x="241" y="393"/>
                  </a:cubicBezTo>
                  <a:cubicBezTo>
                    <a:pt x="241" y="393"/>
                    <a:pt x="239" y="393"/>
                    <a:pt x="240" y="394"/>
                  </a:cubicBezTo>
                  <a:cubicBezTo>
                    <a:pt x="238" y="393"/>
                    <a:pt x="238" y="393"/>
                    <a:pt x="238" y="393"/>
                  </a:cubicBezTo>
                  <a:cubicBezTo>
                    <a:pt x="237" y="397"/>
                    <a:pt x="238" y="401"/>
                    <a:pt x="239" y="405"/>
                  </a:cubicBezTo>
                  <a:cubicBezTo>
                    <a:pt x="236" y="406"/>
                    <a:pt x="239" y="409"/>
                    <a:pt x="237" y="411"/>
                  </a:cubicBezTo>
                  <a:cubicBezTo>
                    <a:pt x="239" y="412"/>
                    <a:pt x="237" y="415"/>
                    <a:pt x="240" y="416"/>
                  </a:cubicBezTo>
                  <a:cubicBezTo>
                    <a:pt x="238" y="416"/>
                    <a:pt x="238" y="416"/>
                    <a:pt x="238" y="416"/>
                  </a:cubicBezTo>
                  <a:cubicBezTo>
                    <a:pt x="238" y="418"/>
                    <a:pt x="238" y="420"/>
                    <a:pt x="237" y="423"/>
                  </a:cubicBezTo>
                  <a:cubicBezTo>
                    <a:pt x="237" y="424"/>
                    <a:pt x="239" y="424"/>
                    <a:pt x="240" y="425"/>
                  </a:cubicBezTo>
                  <a:cubicBezTo>
                    <a:pt x="238" y="425"/>
                    <a:pt x="238" y="425"/>
                    <a:pt x="238" y="425"/>
                  </a:cubicBezTo>
                  <a:cubicBezTo>
                    <a:pt x="239" y="426"/>
                    <a:pt x="241" y="427"/>
                    <a:pt x="243" y="427"/>
                  </a:cubicBezTo>
                  <a:cubicBezTo>
                    <a:pt x="242" y="428"/>
                    <a:pt x="243" y="428"/>
                    <a:pt x="242" y="429"/>
                  </a:cubicBezTo>
                  <a:cubicBezTo>
                    <a:pt x="241" y="428"/>
                    <a:pt x="239" y="428"/>
                    <a:pt x="237" y="427"/>
                  </a:cubicBezTo>
                  <a:cubicBezTo>
                    <a:pt x="237" y="428"/>
                    <a:pt x="240" y="430"/>
                    <a:pt x="238" y="431"/>
                  </a:cubicBezTo>
                  <a:cubicBezTo>
                    <a:pt x="238" y="432"/>
                    <a:pt x="239" y="433"/>
                    <a:pt x="241" y="433"/>
                  </a:cubicBezTo>
                  <a:cubicBezTo>
                    <a:pt x="240" y="433"/>
                    <a:pt x="239" y="434"/>
                    <a:pt x="239" y="433"/>
                  </a:cubicBezTo>
                  <a:cubicBezTo>
                    <a:pt x="239" y="434"/>
                    <a:pt x="239" y="435"/>
                    <a:pt x="240" y="435"/>
                  </a:cubicBezTo>
                  <a:cubicBezTo>
                    <a:pt x="240" y="435"/>
                    <a:pt x="240" y="435"/>
                    <a:pt x="240" y="435"/>
                  </a:cubicBezTo>
                  <a:cubicBezTo>
                    <a:pt x="241" y="435"/>
                    <a:pt x="241" y="436"/>
                    <a:pt x="243" y="436"/>
                  </a:cubicBezTo>
                  <a:cubicBezTo>
                    <a:pt x="243" y="435"/>
                    <a:pt x="243" y="435"/>
                    <a:pt x="243" y="435"/>
                  </a:cubicBezTo>
                  <a:cubicBezTo>
                    <a:pt x="244" y="435"/>
                    <a:pt x="245" y="436"/>
                    <a:pt x="243" y="437"/>
                  </a:cubicBezTo>
                  <a:cubicBezTo>
                    <a:pt x="242" y="437"/>
                    <a:pt x="241" y="436"/>
                    <a:pt x="240" y="437"/>
                  </a:cubicBezTo>
                  <a:cubicBezTo>
                    <a:pt x="244" y="439"/>
                    <a:pt x="244" y="439"/>
                    <a:pt x="244" y="439"/>
                  </a:cubicBezTo>
                  <a:cubicBezTo>
                    <a:pt x="243" y="439"/>
                    <a:pt x="244" y="438"/>
                    <a:pt x="245" y="438"/>
                  </a:cubicBezTo>
                  <a:cubicBezTo>
                    <a:pt x="244" y="437"/>
                    <a:pt x="244" y="437"/>
                    <a:pt x="244" y="437"/>
                  </a:cubicBezTo>
                  <a:cubicBezTo>
                    <a:pt x="246" y="437"/>
                    <a:pt x="246" y="437"/>
                    <a:pt x="246" y="437"/>
                  </a:cubicBezTo>
                  <a:cubicBezTo>
                    <a:pt x="245" y="435"/>
                    <a:pt x="246" y="434"/>
                    <a:pt x="245" y="432"/>
                  </a:cubicBezTo>
                  <a:cubicBezTo>
                    <a:pt x="244" y="433"/>
                    <a:pt x="244" y="433"/>
                    <a:pt x="244" y="433"/>
                  </a:cubicBezTo>
                  <a:cubicBezTo>
                    <a:pt x="243" y="432"/>
                    <a:pt x="241" y="431"/>
                    <a:pt x="243" y="430"/>
                  </a:cubicBezTo>
                  <a:cubicBezTo>
                    <a:pt x="244" y="430"/>
                    <a:pt x="244" y="430"/>
                    <a:pt x="245" y="430"/>
                  </a:cubicBezTo>
                  <a:cubicBezTo>
                    <a:pt x="245" y="430"/>
                    <a:pt x="244" y="430"/>
                    <a:pt x="244" y="429"/>
                  </a:cubicBezTo>
                  <a:cubicBezTo>
                    <a:pt x="247" y="430"/>
                    <a:pt x="247" y="430"/>
                    <a:pt x="247" y="430"/>
                  </a:cubicBezTo>
                  <a:cubicBezTo>
                    <a:pt x="243" y="429"/>
                    <a:pt x="246" y="427"/>
                    <a:pt x="245" y="427"/>
                  </a:cubicBezTo>
                  <a:cubicBezTo>
                    <a:pt x="246" y="427"/>
                    <a:pt x="246" y="427"/>
                    <a:pt x="246" y="427"/>
                  </a:cubicBezTo>
                  <a:cubicBezTo>
                    <a:pt x="247" y="425"/>
                    <a:pt x="244" y="427"/>
                    <a:pt x="244" y="426"/>
                  </a:cubicBezTo>
                  <a:cubicBezTo>
                    <a:pt x="245" y="425"/>
                    <a:pt x="247" y="426"/>
                    <a:pt x="248" y="425"/>
                  </a:cubicBezTo>
                  <a:cubicBezTo>
                    <a:pt x="248" y="423"/>
                    <a:pt x="246" y="421"/>
                    <a:pt x="248" y="419"/>
                  </a:cubicBezTo>
                  <a:cubicBezTo>
                    <a:pt x="248" y="418"/>
                    <a:pt x="247" y="416"/>
                    <a:pt x="246" y="415"/>
                  </a:cubicBezTo>
                  <a:cubicBezTo>
                    <a:pt x="246" y="414"/>
                    <a:pt x="248" y="415"/>
                    <a:pt x="247" y="414"/>
                  </a:cubicBezTo>
                  <a:cubicBezTo>
                    <a:pt x="248" y="414"/>
                    <a:pt x="249" y="414"/>
                    <a:pt x="250" y="414"/>
                  </a:cubicBezTo>
                  <a:cubicBezTo>
                    <a:pt x="249" y="414"/>
                    <a:pt x="250" y="412"/>
                    <a:pt x="248" y="413"/>
                  </a:cubicBezTo>
                  <a:cubicBezTo>
                    <a:pt x="249" y="411"/>
                    <a:pt x="249" y="409"/>
                    <a:pt x="249" y="407"/>
                  </a:cubicBezTo>
                  <a:cubicBezTo>
                    <a:pt x="249" y="408"/>
                    <a:pt x="250" y="408"/>
                    <a:pt x="251" y="407"/>
                  </a:cubicBezTo>
                  <a:cubicBezTo>
                    <a:pt x="250" y="406"/>
                    <a:pt x="249" y="405"/>
                    <a:pt x="249" y="403"/>
                  </a:cubicBezTo>
                  <a:cubicBezTo>
                    <a:pt x="248" y="403"/>
                    <a:pt x="248" y="404"/>
                    <a:pt x="246" y="403"/>
                  </a:cubicBezTo>
                  <a:cubicBezTo>
                    <a:pt x="246" y="403"/>
                    <a:pt x="245" y="403"/>
                    <a:pt x="245" y="402"/>
                  </a:cubicBezTo>
                  <a:cubicBezTo>
                    <a:pt x="247" y="402"/>
                    <a:pt x="250" y="403"/>
                    <a:pt x="250" y="401"/>
                  </a:cubicBezTo>
                  <a:cubicBezTo>
                    <a:pt x="253" y="402"/>
                    <a:pt x="249" y="404"/>
                    <a:pt x="252" y="403"/>
                  </a:cubicBezTo>
                  <a:cubicBezTo>
                    <a:pt x="254" y="404"/>
                    <a:pt x="254" y="406"/>
                    <a:pt x="253" y="407"/>
                  </a:cubicBezTo>
                  <a:cubicBezTo>
                    <a:pt x="255" y="408"/>
                    <a:pt x="253" y="406"/>
                    <a:pt x="256" y="406"/>
                  </a:cubicBezTo>
                  <a:cubicBezTo>
                    <a:pt x="256" y="405"/>
                    <a:pt x="254" y="405"/>
                    <a:pt x="254" y="403"/>
                  </a:cubicBezTo>
                  <a:cubicBezTo>
                    <a:pt x="253" y="403"/>
                    <a:pt x="253" y="403"/>
                    <a:pt x="252" y="402"/>
                  </a:cubicBezTo>
                  <a:cubicBezTo>
                    <a:pt x="249" y="401"/>
                    <a:pt x="254" y="401"/>
                    <a:pt x="254" y="400"/>
                  </a:cubicBezTo>
                  <a:cubicBezTo>
                    <a:pt x="254" y="401"/>
                    <a:pt x="254" y="401"/>
                    <a:pt x="254" y="401"/>
                  </a:cubicBezTo>
                  <a:cubicBezTo>
                    <a:pt x="255" y="400"/>
                    <a:pt x="254" y="400"/>
                    <a:pt x="254" y="399"/>
                  </a:cubicBezTo>
                  <a:cubicBezTo>
                    <a:pt x="257" y="398"/>
                    <a:pt x="254" y="400"/>
                    <a:pt x="256" y="401"/>
                  </a:cubicBezTo>
                  <a:cubicBezTo>
                    <a:pt x="258" y="400"/>
                    <a:pt x="258" y="400"/>
                    <a:pt x="258" y="400"/>
                  </a:cubicBezTo>
                  <a:cubicBezTo>
                    <a:pt x="259" y="399"/>
                    <a:pt x="256" y="400"/>
                    <a:pt x="257" y="398"/>
                  </a:cubicBezTo>
                  <a:cubicBezTo>
                    <a:pt x="258" y="398"/>
                    <a:pt x="258" y="398"/>
                    <a:pt x="258" y="398"/>
                  </a:cubicBezTo>
                  <a:cubicBezTo>
                    <a:pt x="257" y="397"/>
                    <a:pt x="257" y="397"/>
                    <a:pt x="257" y="397"/>
                  </a:cubicBezTo>
                  <a:cubicBezTo>
                    <a:pt x="256" y="397"/>
                    <a:pt x="254" y="397"/>
                    <a:pt x="254" y="398"/>
                  </a:cubicBezTo>
                  <a:cubicBezTo>
                    <a:pt x="251" y="397"/>
                    <a:pt x="254" y="397"/>
                    <a:pt x="254" y="396"/>
                  </a:cubicBezTo>
                  <a:cubicBezTo>
                    <a:pt x="252" y="395"/>
                    <a:pt x="254" y="396"/>
                    <a:pt x="252" y="396"/>
                  </a:cubicBezTo>
                  <a:cubicBezTo>
                    <a:pt x="250" y="396"/>
                    <a:pt x="250" y="395"/>
                    <a:pt x="250" y="394"/>
                  </a:cubicBezTo>
                  <a:cubicBezTo>
                    <a:pt x="250" y="393"/>
                    <a:pt x="252" y="394"/>
                    <a:pt x="253" y="393"/>
                  </a:cubicBezTo>
                  <a:cubicBezTo>
                    <a:pt x="254" y="394"/>
                    <a:pt x="254" y="395"/>
                    <a:pt x="253" y="394"/>
                  </a:cubicBezTo>
                  <a:cubicBezTo>
                    <a:pt x="254" y="396"/>
                    <a:pt x="256" y="394"/>
                    <a:pt x="258" y="395"/>
                  </a:cubicBezTo>
                  <a:cubicBezTo>
                    <a:pt x="259" y="394"/>
                    <a:pt x="257" y="394"/>
                    <a:pt x="256" y="393"/>
                  </a:cubicBezTo>
                  <a:cubicBezTo>
                    <a:pt x="256" y="394"/>
                    <a:pt x="254" y="393"/>
                    <a:pt x="254" y="393"/>
                  </a:cubicBezTo>
                  <a:cubicBezTo>
                    <a:pt x="249" y="391"/>
                    <a:pt x="257" y="392"/>
                    <a:pt x="257" y="390"/>
                  </a:cubicBezTo>
                  <a:cubicBezTo>
                    <a:pt x="253" y="390"/>
                    <a:pt x="252" y="387"/>
                    <a:pt x="249" y="389"/>
                  </a:cubicBezTo>
                  <a:cubicBezTo>
                    <a:pt x="248" y="388"/>
                    <a:pt x="248" y="387"/>
                    <a:pt x="248" y="387"/>
                  </a:cubicBezTo>
                  <a:cubicBezTo>
                    <a:pt x="250" y="388"/>
                    <a:pt x="250" y="386"/>
                    <a:pt x="252" y="387"/>
                  </a:cubicBezTo>
                  <a:cubicBezTo>
                    <a:pt x="252" y="386"/>
                    <a:pt x="252" y="386"/>
                    <a:pt x="252" y="386"/>
                  </a:cubicBezTo>
                  <a:cubicBezTo>
                    <a:pt x="254" y="388"/>
                    <a:pt x="254" y="388"/>
                    <a:pt x="254" y="388"/>
                  </a:cubicBezTo>
                  <a:cubicBezTo>
                    <a:pt x="256" y="387"/>
                    <a:pt x="257" y="385"/>
                    <a:pt x="258" y="386"/>
                  </a:cubicBezTo>
                  <a:cubicBezTo>
                    <a:pt x="257" y="385"/>
                    <a:pt x="256" y="386"/>
                    <a:pt x="256" y="385"/>
                  </a:cubicBezTo>
                  <a:cubicBezTo>
                    <a:pt x="257" y="385"/>
                    <a:pt x="258" y="385"/>
                    <a:pt x="258" y="384"/>
                  </a:cubicBezTo>
                  <a:cubicBezTo>
                    <a:pt x="257" y="385"/>
                    <a:pt x="255" y="384"/>
                    <a:pt x="254" y="383"/>
                  </a:cubicBezTo>
                  <a:cubicBezTo>
                    <a:pt x="255" y="382"/>
                    <a:pt x="257" y="382"/>
                    <a:pt x="257" y="382"/>
                  </a:cubicBezTo>
                  <a:cubicBezTo>
                    <a:pt x="259" y="383"/>
                    <a:pt x="259" y="383"/>
                    <a:pt x="259" y="383"/>
                  </a:cubicBezTo>
                  <a:cubicBezTo>
                    <a:pt x="257" y="382"/>
                    <a:pt x="260" y="383"/>
                    <a:pt x="259" y="382"/>
                  </a:cubicBezTo>
                  <a:cubicBezTo>
                    <a:pt x="258" y="381"/>
                    <a:pt x="256" y="381"/>
                    <a:pt x="255" y="380"/>
                  </a:cubicBezTo>
                  <a:cubicBezTo>
                    <a:pt x="254" y="380"/>
                    <a:pt x="256" y="379"/>
                    <a:pt x="256" y="379"/>
                  </a:cubicBezTo>
                  <a:cubicBezTo>
                    <a:pt x="257" y="380"/>
                    <a:pt x="257" y="380"/>
                    <a:pt x="257" y="380"/>
                  </a:cubicBezTo>
                  <a:cubicBezTo>
                    <a:pt x="256" y="379"/>
                    <a:pt x="260" y="380"/>
                    <a:pt x="259" y="379"/>
                  </a:cubicBezTo>
                  <a:cubicBezTo>
                    <a:pt x="258" y="378"/>
                    <a:pt x="258" y="378"/>
                    <a:pt x="258" y="378"/>
                  </a:cubicBezTo>
                  <a:cubicBezTo>
                    <a:pt x="258" y="378"/>
                    <a:pt x="259" y="378"/>
                    <a:pt x="259" y="378"/>
                  </a:cubicBezTo>
                  <a:cubicBezTo>
                    <a:pt x="258" y="378"/>
                    <a:pt x="258" y="377"/>
                    <a:pt x="258" y="377"/>
                  </a:cubicBezTo>
                  <a:cubicBezTo>
                    <a:pt x="259" y="377"/>
                    <a:pt x="259" y="377"/>
                    <a:pt x="259" y="377"/>
                  </a:cubicBezTo>
                  <a:cubicBezTo>
                    <a:pt x="258" y="376"/>
                    <a:pt x="256" y="375"/>
                    <a:pt x="258" y="375"/>
                  </a:cubicBezTo>
                  <a:cubicBezTo>
                    <a:pt x="256" y="375"/>
                    <a:pt x="258" y="376"/>
                    <a:pt x="257" y="376"/>
                  </a:cubicBezTo>
                  <a:cubicBezTo>
                    <a:pt x="255" y="377"/>
                    <a:pt x="255" y="375"/>
                    <a:pt x="255" y="375"/>
                  </a:cubicBezTo>
                  <a:cubicBezTo>
                    <a:pt x="258" y="375"/>
                    <a:pt x="255" y="374"/>
                    <a:pt x="255" y="373"/>
                  </a:cubicBezTo>
                  <a:cubicBezTo>
                    <a:pt x="256" y="373"/>
                    <a:pt x="257" y="372"/>
                    <a:pt x="258" y="372"/>
                  </a:cubicBezTo>
                  <a:cubicBezTo>
                    <a:pt x="256" y="372"/>
                    <a:pt x="256" y="372"/>
                    <a:pt x="256" y="372"/>
                  </a:cubicBezTo>
                  <a:cubicBezTo>
                    <a:pt x="259" y="372"/>
                    <a:pt x="255" y="370"/>
                    <a:pt x="256" y="370"/>
                  </a:cubicBezTo>
                  <a:cubicBezTo>
                    <a:pt x="257" y="370"/>
                    <a:pt x="259" y="370"/>
                    <a:pt x="259" y="370"/>
                  </a:cubicBezTo>
                  <a:cubicBezTo>
                    <a:pt x="257" y="370"/>
                    <a:pt x="256" y="368"/>
                    <a:pt x="254" y="368"/>
                  </a:cubicBezTo>
                  <a:cubicBezTo>
                    <a:pt x="255" y="367"/>
                    <a:pt x="258" y="369"/>
                    <a:pt x="260" y="369"/>
                  </a:cubicBezTo>
                  <a:cubicBezTo>
                    <a:pt x="258" y="368"/>
                    <a:pt x="261" y="367"/>
                    <a:pt x="258" y="366"/>
                  </a:cubicBezTo>
                  <a:cubicBezTo>
                    <a:pt x="257" y="367"/>
                    <a:pt x="257" y="366"/>
                    <a:pt x="256" y="366"/>
                  </a:cubicBezTo>
                  <a:cubicBezTo>
                    <a:pt x="256" y="365"/>
                    <a:pt x="257" y="366"/>
                    <a:pt x="258" y="365"/>
                  </a:cubicBezTo>
                  <a:cubicBezTo>
                    <a:pt x="258" y="365"/>
                    <a:pt x="256" y="364"/>
                    <a:pt x="255" y="365"/>
                  </a:cubicBezTo>
                  <a:cubicBezTo>
                    <a:pt x="255" y="364"/>
                    <a:pt x="253" y="363"/>
                    <a:pt x="255" y="362"/>
                  </a:cubicBezTo>
                  <a:cubicBezTo>
                    <a:pt x="256" y="362"/>
                    <a:pt x="255" y="364"/>
                    <a:pt x="257" y="363"/>
                  </a:cubicBezTo>
                  <a:cubicBezTo>
                    <a:pt x="257" y="362"/>
                    <a:pt x="253" y="362"/>
                    <a:pt x="252" y="360"/>
                  </a:cubicBezTo>
                  <a:cubicBezTo>
                    <a:pt x="251" y="361"/>
                    <a:pt x="248" y="360"/>
                    <a:pt x="248" y="359"/>
                  </a:cubicBezTo>
                  <a:cubicBezTo>
                    <a:pt x="249" y="357"/>
                    <a:pt x="248" y="360"/>
                    <a:pt x="251" y="360"/>
                  </a:cubicBezTo>
                  <a:cubicBezTo>
                    <a:pt x="250" y="359"/>
                    <a:pt x="250" y="359"/>
                    <a:pt x="250" y="359"/>
                  </a:cubicBezTo>
                  <a:cubicBezTo>
                    <a:pt x="254" y="358"/>
                    <a:pt x="255" y="362"/>
                    <a:pt x="257" y="361"/>
                  </a:cubicBezTo>
                  <a:cubicBezTo>
                    <a:pt x="257" y="360"/>
                    <a:pt x="257" y="360"/>
                    <a:pt x="257" y="360"/>
                  </a:cubicBezTo>
                  <a:cubicBezTo>
                    <a:pt x="257" y="360"/>
                    <a:pt x="259" y="361"/>
                    <a:pt x="260" y="361"/>
                  </a:cubicBezTo>
                  <a:cubicBezTo>
                    <a:pt x="258" y="360"/>
                    <a:pt x="259" y="359"/>
                    <a:pt x="259" y="359"/>
                  </a:cubicBezTo>
                  <a:cubicBezTo>
                    <a:pt x="257" y="358"/>
                    <a:pt x="259" y="359"/>
                    <a:pt x="258" y="359"/>
                  </a:cubicBezTo>
                  <a:cubicBezTo>
                    <a:pt x="258" y="358"/>
                    <a:pt x="255" y="357"/>
                    <a:pt x="256" y="356"/>
                  </a:cubicBezTo>
                  <a:cubicBezTo>
                    <a:pt x="257" y="357"/>
                    <a:pt x="259" y="356"/>
                    <a:pt x="259" y="357"/>
                  </a:cubicBezTo>
                  <a:cubicBezTo>
                    <a:pt x="260" y="356"/>
                    <a:pt x="257" y="356"/>
                    <a:pt x="259" y="356"/>
                  </a:cubicBezTo>
                  <a:cubicBezTo>
                    <a:pt x="260" y="356"/>
                    <a:pt x="260" y="356"/>
                    <a:pt x="260" y="356"/>
                  </a:cubicBezTo>
                  <a:cubicBezTo>
                    <a:pt x="260" y="353"/>
                    <a:pt x="261" y="349"/>
                    <a:pt x="257" y="345"/>
                  </a:cubicBezTo>
                  <a:cubicBezTo>
                    <a:pt x="259" y="345"/>
                    <a:pt x="260" y="344"/>
                    <a:pt x="261" y="343"/>
                  </a:cubicBezTo>
                  <a:cubicBezTo>
                    <a:pt x="261" y="343"/>
                    <a:pt x="260" y="343"/>
                    <a:pt x="260" y="342"/>
                  </a:cubicBezTo>
                  <a:cubicBezTo>
                    <a:pt x="262" y="342"/>
                    <a:pt x="262" y="342"/>
                    <a:pt x="262" y="342"/>
                  </a:cubicBezTo>
                  <a:cubicBezTo>
                    <a:pt x="263" y="341"/>
                    <a:pt x="262" y="340"/>
                    <a:pt x="261" y="339"/>
                  </a:cubicBezTo>
                  <a:cubicBezTo>
                    <a:pt x="262" y="339"/>
                    <a:pt x="262" y="339"/>
                    <a:pt x="262" y="339"/>
                  </a:cubicBezTo>
                  <a:cubicBezTo>
                    <a:pt x="264" y="338"/>
                    <a:pt x="261" y="338"/>
                    <a:pt x="261" y="337"/>
                  </a:cubicBezTo>
                  <a:cubicBezTo>
                    <a:pt x="263" y="337"/>
                    <a:pt x="263" y="337"/>
                    <a:pt x="263" y="337"/>
                  </a:cubicBezTo>
                  <a:cubicBezTo>
                    <a:pt x="261" y="337"/>
                    <a:pt x="261" y="337"/>
                    <a:pt x="261" y="337"/>
                  </a:cubicBezTo>
                  <a:cubicBezTo>
                    <a:pt x="261" y="336"/>
                    <a:pt x="262" y="335"/>
                    <a:pt x="264" y="336"/>
                  </a:cubicBezTo>
                  <a:cubicBezTo>
                    <a:pt x="263" y="335"/>
                    <a:pt x="263" y="335"/>
                    <a:pt x="262" y="335"/>
                  </a:cubicBezTo>
                  <a:cubicBezTo>
                    <a:pt x="264" y="335"/>
                    <a:pt x="264" y="332"/>
                    <a:pt x="264" y="331"/>
                  </a:cubicBezTo>
                  <a:cubicBezTo>
                    <a:pt x="263" y="331"/>
                    <a:pt x="263" y="331"/>
                    <a:pt x="261" y="330"/>
                  </a:cubicBezTo>
                  <a:cubicBezTo>
                    <a:pt x="259" y="329"/>
                    <a:pt x="262" y="330"/>
                    <a:pt x="261" y="329"/>
                  </a:cubicBezTo>
                  <a:cubicBezTo>
                    <a:pt x="262" y="329"/>
                    <a:pt x="263" y="329"/>
                    <a:pt x="263" y="330"/>
                  </a:cubicBezTo>
                  <a:cubicBezTo>
                    <a:pt x="266" y="329"/>
                    <a:pt x="266" y="326"/>
                    <a:pt x="268" y="325"/>
                  </a:cubicBezTo>
                  <a:cubicBezTo>
                    <a:pt x="267" y="324"/>
                    <a:pt x="267" y="324"/>
                    <a:pt x="267" y="324"/>
                  </a:cubicBezTo>
                  <a:cubicBezTo>
                    <a:pt x="270" y="323"/>
                    <a:pt x="268" y="321"/>
                    <a:pt x="270" y="320"/>
                  </a:cubicBezTo>
                  <a:cubicBezTo>
                    <a:pt x="269" y="320"/>
                    <a:pt x="267" y="318"/>
                    <a:pt x="268" y="317"/>
                  </a:cubicBezTo>
                  <a:cubicBezTo>
                    <a:pt x="266" y="315"/>
                    <a:pt x="270" y="318"/>
                    <a:pt x="271" y="318"/>
                  </a:cubicBezTo>
                  <a:cubicBezTo>
                    <a:pt x="271" y="317"/>
                    <a:pt x="271" y="316"/>
                    <a:pt x="271" y="316"/>
                  </a:cubicBezTo>
                  <a:cubicBezTo>
                    <a:pt x="272" y="316"/>
                    <a:pt x="272" y="316"/>
                    <a:pt x="272" y="316"/>
                  </a:cubicBezTo>
                  <a:cubicBezTo>
                    <a:pt x="271" y="315"/>
                    <a:pt x="271" y="314"/>
                    <a:pt x="272" y="314"/>
                  </a:cubicBezTo>
                  <a:cubicBezTo>
                    <a:pt x="272" y="314"/>
                    <a:pt x="272" y="314"/>
                    <a:pt x="272" y="314"/>
                  </a:cubicBezTo>
                  <a:cubicBezTo>
                    <a:pt x="273" y="314"/>
                    <a:pt x="274" y="314"/>
                    <a:pt x="274" y="313"/>
                  </a:cubicBezTo>
                  <a:cubicBezTo>
                    <a:pt x="274" y="311"/>
                    <a:pt x="275" y="312"/>
                    <a:pt x="274" y="310"/>
                  </a:cubicBezTo>
                  <a:cubicBezTo>
                    <a:pt x="275" y="311"/>
                    <a:pt x="275" y="311"/>
                    <a:pt x="275" y="311"/>
                  </a:cubicBezTo>
                  <a:cubicBezTo>
                    <a:pt x="273" y="310"/>
                    <a:pt x="273" y="310"/>
                    <a:pt x="273" y="310"/>
                  </a:cubicBezTo>
                  <a:cubicBezTo>
                    <a:pt x="275" y="309"/>
                    <a:pt x="275" y="309"/>
                    <a:pt x="275" y="309"/>
                  </a:cubicBezTo>
                  <a:cubicBezTo>
                    <a:pt x="276" y="311"/>
                    <a:pt x="276" y="311"/>
                    <a:pt x="276" y="311"/>
                  </a:cubicBezTo>
                  <a:cubicBezTo>
                    <a:pt x="277" y="311"/>
                    <a:pt x="275" y="310"/>
                    <a:pt x="275" y="309"/>
                  </a:cubicBezTo>
                  <a:cubicBezTo>
                    <a:pt x="274" y="308"/>
                    <a:pt x="275" y="309"/>
                    <a:pt x="276" y="309"/>
                  </a:cubicBezTo>
                  <a:cubicBezTo>
                    <a:pt x="277" y="310"/>
                    <a:pt x="276" y="309"/>
                    <a:pt x="276" y="309"/>
                  </a:cubicBezTo>
                  <a:cubicBezTo>
                    <a:pt x="276" y="310"/>
                    <a:pt x="276" y="309"/>
                    <a:pt x="277" y="310"/>
                  </a:cubicBezTo>
                  <a:cubicBezTo>
                    <a:pt x="277" y="310"/>
                    <a:pt x="276" y="308"/>
                    <a:pt x="276" y="308"/>
                  </a:cubicBezTo>
                  <a:cubicBezTo>
                    <a:pt x="277" y="308"/>
                    <a:pt x="277" y="307"/>
                    <a:pt x="278" y="308"/>
                  </a:cubicBezTo>
                  <a:cubicBezTo>
                    <a:pt x="278" y="307"/>
                    <a:pt x="279" y="307"/>
                    <a:pt x="278" y="306"/>
                  </a:cubicBezTo>
                  <a:cubicBezTo>
                    <a:pt x="278" y="306"/>
                    <a:pt x="277" y="307"/>
                    <a:pt x="276" y="306"/>
                  </a:cubicBezTo>
                  <a:cubicBezTo>
                    <a:pt x="276" y="305"/>
                    <a:pt x="277" y="305"/>
                    <a:pt x="277" y="305"/>
                  </a:cubicBezTo>
                  <a:cubicBezTo>
                    <a:pt x="277" y="306"/>
                    <a:pt x="277" y="306"/>
                    <a:pt x="277" y="306"/>
                  </a:cubicBezTo>
                  <a:cubicBezTo>
                    <a:pt x="277" y="305"/>
                    <a:pt x="278" y="305"/>
                    <a:pt x="277" y="304"/>
                  </a:cubicBezTo>
                  <a:cubicBezTo>
                    <a:pt x="279" y="305"/>
                    <a:pt x="279" y="305"/>
                    <a:pt x="279" y="305"/>
                  </a:cubicBezTo>
                  <a:cubicBezTo>
                    <a:pt x="278" y="304"/>
                    <a:pt x="279" y="303"/>
                    <a:pt x="279" y="303"/>
                  </a:cubicBezTo>
                  <a:cubicBezTo>
                    <a:pt x="280" y="304"/>
                    <a:pt x="281" y="306"/>
                    <a:pt x="282" y="306"/>
                  </a:cubicBezTo>
                  <a:cubicBezTo>
                    <a:pt x="282" y="304"/>
                    <a:pt x="282" y="304"/>
                    <a:pt x="282" y="304"/>
                  </a:cubicBezTo>
                  <a:cubicBezTo>
                    <a:pt x="282" y="303"/>
                    <a:pt x="283" y="304"/>
                    <a:pt x="283" y="304"/>
                  </a:cubicBezTo>
                  <a:cubicBezTo>
                    <a:pt x="285" y="304"/>
                    <a:pt x="282" y="299"/>
                    <a:pt x="284" y="300"/>
                  </a:cubicBezTo>
                  <a:cubicBezTo>
                    <a:pt x="285" y="302"/>
                    <a:pt x="285" y="302"/>
                    <a:pt x="286" y="302"/>
                  </a:cubicBezTo>
                  <a:cubicBezTo>
                    <a:pt x="286" y="301"/>
                    <a:pt x="286" y="301"/>
                    <a:pt x="286" y="301"/>
                  </a:cubicBezTo>
                  <a:cubicBezTo>
                    <a:pt x="285" y="300"/>
                    <a:pt x="286" y="302"/>
                    <a:pt x="285" y="301"/>
                  </a:cubicBezTo>
                  <a:cubicBezTo>
                    <a:pt x="285" y="300"/>
                    <a:pt x="285" y="300"/>
                    <a:pt x="285" y="300"/>
                  </a:cubicBezTo>
                  <a:cubicBezTo>
                    <a:pt x="288" y="303"/>
                    <a:pt x="290" y="299"/>
                    <a:pt x="293" y="300"/>
                  </a:cubicBezTo>
                  <a:cubicBezTo>
                    <a:pt x="292" y="298"/>
                    <a:pt x="294" y="299"/>
                    <a:pt x="294" y="298"/>
                  </a:cubicBezTo>
                  <a:cubicBezTo>
                    <a:pt x="294" y="300"/>
                    <a:pt x="295" y="297"/>
                    <a:pt x="296" y="298"/>
                  </a:cubicBezTo>
                  <a:cubicBezTo>
                    <a:pt x="295" y="296"/>
                    <a:pt x="295" y="296"/>
                    <a:pt x="295" y="296"/>
                  </a:cubicBezTo>
                  <a:cubicBezTo>
                    <a:pt x="296" y="297"/>
                    <a:pt x="295" y="291"/>
                    <a:pt x="297" y="294"/>
                  </a:cubicBezTo>
                  <a:cubicBezTo>
                    <a:pt x="298" y="295"/>
                    <a:pt x="298" y="296"/>
                    <a:pt x="297" y="296"/>
                  </a:cubicBezTo>
                  <a:cubicBezTo>
                    <a:pt x="299" y="299"/>
                    <a:pt x="300" y="293"/>
                    <a:pt x="301" y="296"/>
                  </a:cubicBezTo>
                  <a:cubicBezTo>
                    <a:pt x="301" y="295"/>
                    <a:pt x="300" y="294"/>
                    <a:pt x="301" y="292"/>
                  </a:cubicBezTo>
                  <a:cubicBezTo>
                    <a:pt x="302" y="293"/>
                    <a:pt x="304" y="294"/>
                    <a:pt x="304" y="294"/>
                  </a:cubicBezTo>
                  <a:cubicBezTo>
                    <a:pt x="304" y="294"/>
                    <a:pt x="304" y="293"/>
                    <a:pt x="305" y="294"/>
                  </a:cubicBezTo>
                  <a:cubicBezTo>
                    <a:pt x="305" y="294"/>
                    <a:pt x="305" y="294"/>
                    <a:pt x="305" y="295"/>
                  </a:cubicBezTo>
                  <a:cubicBezTo>
                    <a:pt x="306" y="295"/>
                    <a:pt x="307" y="294"/>
                    <a:pt x="308" y="293"/>
                  </a:cubicBezTo>
                  <a:cubicBezTo>
                    <a:pt x="309" y="294"/>
                    <a:pt x="310" y="293"/>
                    <a:pt x="312" y="293"/>
                  </a:cubicBezTo>
                  <a:cubicBezTo>
                    <a:pt x="312" y="291"/>
                    <a:pt x="315" y="293"/>
                    <a:pt x="314" y="290"/>
                  </a:cubicBezTo>
                  <a:cubicBezTo>
                    <a:pt x="314" y="291"/>
                    <a:pt x="314" y="291"/>
                    <a:pt x="314" y="291"/>
                  </a:cubicBezTo>
                  <a:cubicBezTo>
                    <a:pt x="314" y="290"/>
                    <a:pt x="314" y="288"/>
                    <a:pt x="315" y="288"/>
                  </a:cubicBezTo>
                  <a:cubicBezTo>
                    <a:pt x="315" y="290"/>
                    <a:pt x="315" y="290"/>
                    <a:pt x="315" y="290"/>
                  </a:cubicBezTo>
                  <a:cubicBezTo>
                    <a:pt x="316" y="292"/>
                    <a:pt x="317" y="290"/>
                    <a:pt x="318" y="291"/>
                  </a:cubicBezTo>
                  <a:cubicBezTo>
                    <a:pt x="316" y="289"/>
                    <a:pt x="318" y="291"/>
                    <a:pt x="318" y="289"/>
                  </a:cubicBezTo>
                  <a:cubicBezTo>
                    <a:pt x="318" y="288"/>
                    <a:pt x="318" y="288"/>
                    <a:pt x="318" y="288"/>
                  </a:cubicBezTo>
                  <a:cubicBezTo>
                    <a:pt x="319" y="287"/>
                    <a:pt x="318" y="287"/>
                    <a:pt x="319" y="286"/>
                  </a:cubicBezTo>
                  <a:cubicBezTo>
                    <a:pt x="320" y="286"/>
                    <a:pt x="321" y="288"/>
                    <a:pt x="320" y="288"/>
                  </a:cubicBezTo>
                  <a:cubicBezTo>
                    <a:pt x="321" y="289"/>
                    <a:pt x="322" y="288"/>
                    <a:pt x="322" y="287"/>
                  </a:cubicBezTo>
                  <a:cubicBezTo>
                    <a:pt x="322" y="287"/>
                    <a:pt x="322" y="287"/>
                    <a:pt x="322" y="287"/>
                  </a:cubicBezTo>
                  <a:cubicBezTo>
                    <a:pt x="322" y="287"/>
                    <a:pt x="322" y="287"/>
                    <a:pt x="322" y="287"/>
                  </a:cubicBezTo>
                  <a:cubicBezTo>
                    <a:pt x="323" y="287"/>
                    <a:pt x="323" y="287"/>
                    <a:pt x="323" y="287"/>
                  </a:cubicBezTo>
                  <a:cubicBezTo>
                    <a:pt x="323" y="287"/>
                    <a:pt x="323" y="287"/>
                    <a:pt x="323" y="287"/>
                  </a:cubicBezTo>
                  <a:cubicBezTo>
                    <a:pt x="323" y="287"/>
                    <a:pt x="323" y="287"/>
                    <a:pt x="322" y="287"/>
                  </a:cubicBezTo>
                  <a:cubicBezTo>
                    <a:pt x="323" y="287"/>
                    <a:pt x="323" y="287"/>
                    <a:pt x="323" y="287"/>
                  </a:cubicBezTo>
                  <a:cubicBezTo>
                    <a:pt x="323" y="287"/>
                    <a:pt x="323" y="287"/>
                    <a:pt x="323" y="287"/>
                  </a:cubicBezTo>
                  <a:cubicBezTo>
                    <a:pt x="324" y="287"/>
                    <a:pt x="324" y="287"/>
                    <a:pt x="324" y="287"/>
                  </a:cubicBezTo>
                  <a:cubicBezTo>
                    <a:pt x="325" y="289"/>
                    <a:pt x="325" y="289"/>
                    <a:pt x="325" y="289"/>
                  </a:cubicBezTo>
                  <a:cubicBezTo>
                    <a:pt x="325" y="289"/>
                    <a:pt x="326" y="286"/>
                    <a:pt x="326" y="286"/>
                  </a:cubicBezTo>
                  <a:cubicBezTo>
                    <a:pt x="328" y="286"/>
                    <a:pt x="331" y="283"/>
                    <a:pt x="332" y="281"/>
                  </a:cubicBezTo>
                  <a:cubicBezTo>
                    <a:pt x="332" y="282"/>
                    <a:pt x="332" y="282"/>
                    <a:pt x="332" y="282"/>
                  </a:cubicBezTo>
                  <a:cubicBezTo>
                    <a:pt x="332" y="281"/>
                    <a:pt x="332" y="279"/>
                    <a:pt x="333" y="280"/>
                  </a:cubicBezTo>
                  <a:cubicBezTo>
                    <a:pt x="333" y="279"/>
                    <a:pt x="334" y="280"/>
                    <a:pt x="335" y="280"/>
                  </a:cubicBezTo>
                  <a:cubicBezTo>
                    <a:pt x="335" y="280"/>
                    <a:pt x="334" y="279"/>
                    <a:pt x="334" y="279"/>
                  </a:cubicBezTo>
                  <a:cubicBezTo>
                    <a:pt x="337" y="279"/>
                    <a:pt x="337" y="275"/>
                    <a:pt x="339" y="274"/>
                  </a:cubicBezTo>
                  <a:cubicBezTo>
                    <a:pt x="339" y="274"/>
                    <a:pt x="340" y="275"/>
                    <a:pt x="340" y="276"/>
                  </a:cubicBezTo>
                  <a:cubicBezTo>
                    <a:pt x="341" y="274"/>
                    <a:pt x="341" y="272"/>
                    <a:pt x="341" y="270"/>
                  </a:cubicBezTo>
                  <a:cubicBezTo>
                    <a:pt x="341" y="270"/>
                    <a:pt x="342" y="270"/>
                    <a:pt x="342" y="271"/>
                  </a:cubicBezTo>
                  <a:cubicBezTo>
                    <a:pt x="342" y="270"/>
                    <a:pt x="343" y="269"/>
                    <a:pt x="342" y="267"/>
                  </a:cubicBezTo>
                  <a:cubicBezTo>
                    <a:pt x="341" y="268"/>
                    <a:pt x="343" y="268"/>
                    <a:pt x="342" y="268"/>
                  </a:cubicBezTo>
                  <a:cubicBezTo>
                    <a:pt x="341" y="268"/>
                    <a:pt x="340" y="266"/>
                    <a:pt x="341" y="266"/>
                  </a:cubicBezTo>
                  <a:cubicBezTo>
                    <a:pt x="341" y="266"/>
                    <a:pt x="341" y="266"/>
                    <a:pt x="341" y="266"/>
                  </a:cubicBezTo>
                  <a:cubicBezTo>
                    <a:pt x="342" y="265"/>
                    <a:pt x="341" y="265"/>
                    <a:pt x="342" y="263"/>
                  </a:cubicBezTo>
                  <a:cubicBezTo>
                    <a:pt x="343" y="263"/>
                    <a:pt x="342" y="264"/>
                    <a:pt x="343" y="264"/>
                  </a:cubicBezTo>
                  <a:cubicBezTo>
                    <a:pt x="345" y="265"/>
                    <a:pt x="345" y="262"/>
                    <a:pt x="346" y="262"/>
                  </a:cubicBezTo>
                  <a:cubicBezTo>
                    <a:pt x="344" y="261"/>
                    <a:pt x="344" y="261"/>
                    <a:pt x="344" y="261"/>
                  </a:cubicBezTo>
                  <a:cubicBezTo>
                    <a:pt x="344" y="260"/>
                    <a:pt x="346" y="261"/>
                    <a:pt x="346" y="260"/>
                  </a:cubicBezTo>
                  <a:cubicBezTo>
                    <a:pt x="342" y="256"/>
                    <a:pt x="342" y="256"/>
                    <a:pt x="342" y="256"/>
                  </a:cubicBezTo>
                  <a:cubicBezTo>
                    <a:pt x="342" y="257"/>
                    <a:pt x="344" y="256"/>
                    <a:pt x="345" y="257"/>
                  </a:cubicBezTo>
                  <a:cubicBezTo>
                    <a:pt x="346" y="255"/>
                    <a:pt x="342" y="254"/>
                    <a:pt x="341" y="253"/>
                  </a:cubicBezTo>
                  <a:cubicBezTo>
                    <a:pt x="342" y="252"/>
                    <a:pt x="341" y="250"/>
                    <a:pt x="341" y="250"/>
                  </a:cubicBezTo>
                  <a:cubicBezTo>
                    <a:pt x="342" y="250"/>
                    <a:pt x="341" y="250"/>
                    <a:pt x="342" y="250"/>
                  </a:cubicBezTo>
                  <a:cubicBezTo>
                    <a:pt x="343" y="250"/>
                    <a:pt x="343" y="250"/>
                    <a:pt x="343" y="250"/>
                  </a:cubicBezTo>
                  <a:cubicBezTo>
                    <a:pt x="343" y="251"/>
                    <a:pt x="346" y="250"/>
                    <a:pt x="347" y="251"/>
                  </a:cubicBezTo>
                  <a:cubicBezTo>
                    <a:pt x="346" y="249"/>
                    <a:pt x="347" y="247"/>
                    <a:pt x="347" y="246"/>
                  </a:cubicBezTo>
                  <a:cubicBezTo>
                    <a:pt x="345" y="247"/>
                    <a:pt x="346" y="244"/>
                    <a:pt x="343" y="244"/>
                  </a:cubicBezTo>
                  <a:cubicBezTo>
                    <a:pt x="343" y="242"/>
                    <a:pt x="346" y="243"/>
                    <a:pt x="346" y="242"/>
                  </a:cubicBezTo>
                  <a:cubicBezTo>
                    <a:pt x="345" y="240"/>
                    <a:pt x="346" y="239"/>
                    <a:pt x="345" y="237"/>
                  </a:cubicBezTo>
                  <a:cubicBezTo>
                    <a:pt x="346" y="237"/>
                    <a:pt x="346" y="237"/>
                    <a:pt x="346" y="237"/>
                  </a:cubicBezTo>
                  <a:cubicBezTo>
                    <a:pt x="345" y="236"/>
                    <a:pt x="346" y="233"/>
                    <a:pt x="344" y="232"/>
                  </a:cubicBezTo>
                  <a:cubicBezTo>
                    <a:pt x="345" y="232"/>
                    <a:pt x="345" y="232"/>
                    <a:pt x="345" y="232"/>
                  </a:cubicBezTo>
                  <a:cubicBezTo>
                    <a:pt x="346" y="231"/>
                    <a:pt x="342" y="232"/>
                    <a:pt x="343" y="230"/>
                  </a:cubicBezTo>
                  <a:cubicBezTo>
                    <a:pt x="345" y="231"/>
                    <a:pt x="345" y="231"/>
                    <a:pt x="345" y="231"/>
                  </a:cubicBezTo>
                  <a:cubicBezTo>
                    <a:pt x="343" y="230"/>
                    <a:pt x="346" y="229"/>
                    <a:pt x="344" y="227"/>
                  </a:cubicBezTo>
                  <a:cubicBezTo>
                    <a:pt x="344" y="227"/>
                    <a:pt x="345" y="227"/>
                    <a:pt x="345" y="228"/>
                  </a:cubicBezTo>
                  <a:cubicBezTo>
                    <a:pt x="344" y="226"/>
                    <a:pt x="345" y="225"/>
                    <a:pt x="343" y="224"/>
                  </a:cubicBezTo>
                  <a:cubicBezTo>
                    <a:pt x="344" y="224"/>
                    <a:pt x="345" y="224"/>
                    <a:pt x="345" y="225"/>
                  </a:cubicBezTo>
                  <a:cubicBezTo>
                    <a:pt x="346" y="224"/>
                    <a:pt x="343" y="223"/>
                    <a:pt x="344" y="222"/>
                  </a:cubicBezTo>
                  <a:cubicBezTo>
                    <a:pt x="344" y="222"/>
                    <a:pt x="345" y="222"/>
                    <a:pt x="346" y="222"/>
                  </a:cubicBezTo>
                  <a:cubicBezTo>
                    <a:pt x="344" y="221"/>
                    <a:pt x="345" y="219"/>
                    <a:pt x="344" y="219"/>
                  </a:cubicBezTo>
                  <a:cubicBezTo>
                    <a:pt x="345" y="219"/>
                    <a:pt x="346" y="218"/>
                    <a:pt x="347" y="218"/>
                  </a:cubicBezTo>
                  <a:cubicBezTo>
                    <a:pt x="348" y="213"/>
                    <a:pt x="351" y="208"/>
                    <a:pt x="353" y="202"/>
                  </a:cubicBezTo>
                  <a:cubicBezTo>
                    <a:pt x="355" y="203"/>
                    <a:pt x="353" y="204"/>
                    <a:pt x="355" y="204"/>
                  </a:cubicBezTo>
                  <a:cubicBezTo>
                    <a:pt x="353" y="203"/>
                    <a:pt x="355" y="203"/>
                    <a:pt x="355" y="202"/>
                  </a:cubicBezTo>
                  <a:cubicBezTo>
                    <a:pt x="356" y="202"/>
                    <a:pt x="356" y="202"/>
                    <a:pt x="356" y="202"/>
                  </a:cubicBezTo>
                  <a:cubicBezTo>
                    <a:pt x="356" y="201"/>
                    <a:pt x="357" y="202"/>
                    <a:pt x="357" y="201"/>
                  </a:cubicBezTo>
                  <a:cubicBezTo>
                    <a:pt x="357" y="200"/>
                    <a:pt x="357" y="200"/>
                    <a:pt x="357" y="200"/>
                  </a:cubicBezTo>
                  <a:cubicBezTo>
                    <a:pt x="356" y="199"/>
                    <a:pt x="360" y="201"/>
                    <a:pt x="358" y="199"/>
                  </a:cubicBezTo>
                  <a:cubicBezTo>
                    <a:pt x="360" y="200"/>
                    <a:pt x="360" y="200"/>
                    <a:pt x="360" y="200"/>
                  </a:cubicBezTo>
                  <a:cubicBezTo>
                    <a:pt x="359" y="197"/>
                    <a:pt x="361" y="199"/>
                    <a:pt x="361" y="197"/>
                  </a:cubicBezTo>
                  <a:cubicBezTo>
                    <a:pt x="361" y="197"/>
                    <a:pt x="361" y="197"/>
                    <a:pt x="361" y="197"/>
                  </a:cubicBezTo>
                  <a:cubicBezTo>
                    <a:pt x="363" y="198"/>
                    <a:pt x="362" y="194"/>
                    <a:pt x="363" y="195"/>
                  </a:cubicBezTo>
                  <a:cubicBezTo>
                    <a:pt x="364" y="194"/>
                    <a:pt x="365" y="193"/>
                    <a:pt x="364" y="191"/>
                  </a:cubicBezTo>
                  <a:cubicBezTo>
                    <a:pt x="365" y="193"/>
                    <a:pt x="365" y="193"/>
                    <a:pt x="365" y="193"/>
                  </a:cubicBezTo>
                  <a:cubicBezTo>
                    <a:pt x="366" y="192"/>
                    <a:pt x="368" y="191"/>
                    <a:pt x="369" y="190"/>
                  </a:cubicBezTo>
                  <a:cubicBezTo>
                    <a:pt x="374" y="190"/>
                    <a:pt x="379" y="190"/>
                    <a:pt x="383" y="191"/>
                  </a:cubicBezTo>
                  <a:cubicBezTo>
                    <a:pt x="386" y="192"/>
                    <a:pt x="388" y="193"/>
                    <a:pt x="390" y="194"/>
                  </a:cubicBezTo>
                  <a:cubicBezTo>
                    <a:pt x="389" y="196"/>
                    <a:pt x="388" y="198"/>
                    <a:pt x="388" y="200"/>
                  </a:cubicBezTo>
                  <a:cubicBezTo>
                    <a:pt x="387" y="201"/>
                    <a:pt x="386" y="199"/>
                    <a:pt x="386" y="199"/>
                  </a:cubicBezTo>
                  <a:cubicBezTo>
                    <a:pt x="384" y="205"/>
                    <a:pt x="377" y="203"/>
                    <a:pt x="373" y="209"/>
                  </a:cubicBezTo>
                  <a:cubicBezTo>
                    <a:pt x="369" y="210"/>
                    <a:pt x="365" y="215"/>
                    <a:pt x="365" y="215"/>
                  </a:cubicBezTo>
                  <a:cubicBezTo>
                    <a:pt x="382" y="216"/>
                    <a:pt x="389" y="211"/>
                    <a:pt x="399" y="205"/>
                  </a:cubicBezTo>
                  <a:cubicBezTo>
                    <a:pt x="401" y="203"/>
                    <a:pt x="402" y="201"/>
                    <a:pt x="403" y="198"/>
                  </a:cubicBezTo>
                  <a:cubicBezTo>
                    <a:pt x="405" y="199"/>
                    <a:pt x="406" y="199"/>
                    <a:pt x="406" y="198"/>
                  </a:cubicBezTo>
                  <a:cubicBezTo>
                    <a:pt x="405" y="197"/>
                    <a:pt x="404" y="197"/>
                    <a:pt x="404" y="196"/>
                  </a:cubicBezTo>
                  <a:cubicBezTo>
                    <a:pt x="404" y="194"/>
                    <a:pt x="405" y="191"/>
                    <a:pt x="406" y="188"/>
                  </a:cubicBezTo>
                  <a:cubicBezTo>
                    <a:pt x="398" y="164"/>
                    <a:pt x="382" y="170"/>
                    <a:pt x="375" y="170"/>
                  </a:cubicBezTo>
                  <a:cubicBezTo>
                    <a:pt x="367" y="172"/>
                    <a:pt x="361" y="175"/>
                    <a:pt x="356" y="179"/>
                  </a:cubicBezTo>
                  <a:cubicBezTo>
                    <a:pt x="356" y="179"/>
                    <a:pt x="356" y="179"/>
                    <a:pt x="357" y="180"/>
                  </a:cubicBezTo>
                  <a:cubicBezTo>
                    <a:pt x="354" y="179"/>
                    <a:pt x="351" y="179"/>
                    <a:pt x="349" y="179"/>
                  </a:cubicBezTo>
                  <a:cubicBezTo>
                    <a:pt x="332" y="177"/>
                    <a:pt x="315" y="175"/>
                    <a:pt x="313" y="163"/>
                  </a:cubicBezTo>
                  <a:cubicBezTo>
                    <a:pt x="308" y="154"/>
                    <a:pt x="303" y="139"/>
                    <a:pt x="301" y="128"/>
                  </a:cubicBezTo>
                  <a:cubicBezTo>
                    <a:pt x="300" y="124"/>
                    <a:pt x="300" y="121"/>
                    <a:pt x="299" y="117"/>
                  </a:cubicBezTo>
                  <a:cubicBezTo>
                    <a:pt x="323" y="112"/>
                    <a:pt x="296" y="118"/>
                    <a:pt x="307" y="115"/>
                  </a:cubicBezTo>
                  <a:cubicBezTo>
                    <a:pt x="307" y="115"/>
                    <a:pt x="307" y="115"/>
                    <a:pt x="307" y="115"/>
                  </a:cubicBezTo>
                  <a:cubicBezTo>
                    <a:pt x="307" y="114"/>
                    <a:pt x="307" y="114"/>
                    <a:pt x="307" y="114"/>
                  </a:cubicBezTo>
                  <a:cubicBezTo>
                    <a:pt x="306" y="113"/>
                    <a:pt x="306" y="113"/>
                    <a:pt x="306" y="113"/>
                  </a:cubicBezTo>
                  <a:cubicBezTo>
                    <a:pt x="306" y="110"/>
                    <a:pt x="306" y="110"/>
                    <a:pt x="306" y="110"/>
                  </a:cubicBezTo>
                  <a:cubicBezTo>
                    <a:pt x="303" y="103"/>
                    <a:pt x="304" y="96"/>
                    <a:pt x="292" y="85"/>
                  </a:cubicBezTo>
                  <a:cubicBezTo>
                    <a:pt x="277" y="75"/>
                    <a:pt x="266" y="83"/>
                    <a:pt x="261" y="92"/>
                  </a:cubicBezTo>
                  <a:cubicBezTo>
                    <a:pt x="260" y="93"/>
                    <a:pt x="259" y="94"/>
                    <a:pt x="258" y="95"/>
                  </a:cubicBezTo>
                  <a:cubicBezTo>
                    <a:pt x="257" y="95"/>
                    <a:pt x="257" y="95"/>
                    <a:pt x="257" y="95"/>
                  </a:cubicBezTo>
                  <a:cubicBezTo>
                    <a:pt x="255" y="97"/>
                    <a:pt x="253" y="98"/>
                    <a:pt x="251" y="102"/>
                  </a:cubicBezTo>
                  <a:cubicBezTo>
                    <a:pt x="251" y="102"/>
                    <a:pt x="251" y="102"/>
                    <a:pt x="251" y="102"/>
                  </a:cubicBezTo>
                  <a:cubicBezTo>
                    <a:pt x="251" y="106"/>
                    <a:pt x="245" y="110"/>
                    <a:pt x="247" y="113"/>
                  </a:cubicBezTo>
                  <a:cubicBezTo>
                    <a:pt x="245" y="115"/>
                    <a:pt x="245" y="115"/>
                    <a:pt x="245" y="115"/>
                  </a:cubicBezTo>
                  <a:cubicBezTo>
                    <a:pt x="246" y="120"/>
                    <a:pt x="243" y="122"/>
                    <a:pt x="245" y="127"/>
                  </a:cubicBezTo>
                  <a:cubicBezTo>
                    <a:pt x="244" y="126"/>
                    <a:pt x="244" y="126"/>
                    <a:pt x="244" y="126"/>
                  </a:cubicBezTo>
                  <a:cubicBezTo>
                    <a:pt x="243" y="133"/>
                    <a:pt x="248" y="140"/>
                    <a:pt x="246" y="142"/>
                  </a:cubicBezTo>
                  <a:cubicBezTo>
                    <a:pt x="246" y="144"/>
                    <a:pt x="246" y="145"/>
                    <a:pt x="247" y="147"/>
                  </a:cubicBezTo>
                  <a:cubicBezTo>
                    <a:pt x="241" y="158"/>
                    <a:pt x="234" y="167"/>
                    <a:pt x="228" y="171"/>
                  </a:cubicBezTo>
                  <a:cubicBezTo>
                    <a:pt x="228" y="169"/>
                    <a:pt x="226" y="166"/>
                    <a:pt x="223" y="162"/>
                  </a:cubicBezTo>
                  <a:cubicBezTo>
                    <a:pt x="223" y="162"/>
                    <a:pt x="223" y="162"/>
                    <a:pt x="224" y="162"/>
                  </a:cubicBezTo>
                  <a:cubicBezTo>
                    <a:pt x="224" y="162"/>
                    <a:pt x="223" y="161"/>
                    <a:pt x="223" y="161"/>
                  </a:cubicBezTo>
                  <a:cubicBezTo>
                    <a:pt x="223" y="161"/>
                    <a:pt x="223" y="161"/>
                    <a:pt x="223" y="160"/>
                  </a:cubicBezTo>
                  <a:cubicBezTo>
                    <a:pt x="228" y="153"/>
                    <a:pt x="228" y="143"/>
                    <a:pt x="231" y="134"/>
                  </a:cubicBezTo>
                  <a:cubicBezTo>
                    <a:pt x="231" y="134"/>
                    <a:pt x="232" y="136"/>
                    <a:pt x="232" y="137"/>
                  </a:cubicBezTo>
                  <a:cubicBezTo>
                    <a:pt x="233" y="129"/>
                    <a:pt x="233" y="121"/>
                    <a:pt x="230" y="115"/>
                  </a:cubicBezTo>
                  <a:cubicBezTo>
                    <a:pt x="231" y="115"/>
                    <a:pt x="231" y="115"/>
                    <a:pt x="232" y="117"/>
                  </a:cubicBezTo>
                  <a:cubicBezTo>
                    <a:pt x="231" y="111"/>
                    <a:pt x="229" y="105"/>
                    <a:pt x="227" y="103"/>
                  </a:cubicBezTo>
                  <a:cubicBezTo>
                    <a:pt x="227" y="107"/>
                    <a:pt x="228" y="103"/>
                    <a:pt x="228" y="106"/>
                  </a:cubicBezTo>
                  <a:cubicBezTo>
                    <a:pt x="228" y="110"/>
                    <a:pt x="225" y="104"/>
                    <a:pt x="223" y="100"/>
                  </a:cubicBezTo>
                  <a:cubicBezTo>
                    <a:pt x="223" y="100"/>
                    <a:pt x="223" y="100"/>
                    <a:pt x="223" y="100"/>
                  </a:cubicBezTo>
                  <a:cubicBezTo>
                    <a:pt x="220" y="96"/>
                    <a:pt x="218" y="95"/>
                    <a:pt x="213" y="96"/>
                  </a:cubicBezTo>
                  <a:cubicBezTo>
                    <a:pt x="209" y="95"/>
                    <a:pt x="216" y="95"/>
                    <a:pt x="214" y="94"/>
                  </a:cubicBezTo>
                  <a:cubicBezTo>
                    <a:pt x="211" y="90"/>
                    <a:pt x="201" y="99"/>
                    <a:pt x="201" y="100"/>
                  </a:cubicBezTo>
                  <a:cubicBezTo>
                    <a:pt x="200" y="102"/>
                    <a:pt x="199" y="104"/>
                    <a:pt x="200" y="104"/>
                  </a:cubicBezTo>
                  <a:cubicBezTo>
                    <a:pt x="198" y="108"/>
                    <a:pt x="198" y="105"/>
                    <a:pt x="197" y="108"/>
                  </a:cubicBezTo>
                  <a:cubicBezTo>
                    <a:pt x="196" y="112"/>
                    <a:pt x="197" y="116"/>
                    <a:pt x="199" y="120"/>
                  </a:cubicBezTo>
                  <a:cubicBezTo>
                    <a:pt x="198" y="119"/>
                    <a:pt x="196" y="123"/>
                    <a:pt x="195" y="120"/>
                  </a:cubicBezTo>
                  <a:cubicBezTo>
                    <a:pt x="196" y="129"/>
                    <a:pt x="200" y="133"/>
                    <a:pt x="202" y="137"/>
                  </a:cubicBezTo>
                  <a:cubicBezTo>
                    <a:pt x="202" y="140"/>
                    <a:pt x="205" y="147"/>
                    <a:pt x="207" y="149"/>
                  </a:cubicBezTo>
                  <a:cubicBezTo>
                    <a:pt x="206" y="151"/>
                    <a:pt x="206" y="147"/>
                    <a:pt x="205" y="147"/>
                  </a:cubicBezTo>
                  <a:cubicBezTo>
                    <a:pt x="205" y="151"/>
                    <a:pt x="205" y="151"/>
                    <a:pt x="205" y="151"/>
                  </a:cubicBezTo>
                  <a:cubicBezTo>
                    <a:pt x="202" y="146"/>
                    <a:pt x="203" y="153"/>
                    <a:pt x="201" y="150"/>
                  </a:cubicBezTo>
                  <a:cubicBezTo>
                    <a:pt x="202" y="153"/>
                    <a:pt x="204" y="158"/>
                    <a:pt x="206" y="163"/>
                  </a:cubicBezTo>
                  <a:cubicBezTo>
                    <a:pt x="203" y="170"/>
                    <a:pt x="201" y="172"/>
                    <a:pt x="194" y="178"/>
                  </a:cubicBezTo>
                  <a:cubicBezTo>
                    <a:pt x="195" y="178"/>
                    <a:pt x="192" y="180"/>
                    <a:pt x="194" y="181"/>
                  </a:cubicBezTo>
                  <a:cubicBezTo>
                    <a:pt x="194" y="183"/>
                    <a:pt x="192" y="183"/>
                    <a:pt x="191" y="183"/>
                  </a:cubicBezTo>
                  <a:cubicBezTo>
                    <a:pt x="192" y="182"/>
                    <a:pt x="193" y="182"/>
                    <a:pt x="192" y="176"/>
                  </a:cubicBezTo>
                  <a:cubicBezTo>
                    <a:pt x="186" y="156"/>
                    <a:pt x="180" y="130"/>
                    <a:pt x="179" y="108"/>
                  </a:cubicBezTo>
                  <a:cubicBezTo>
                    <a:pt x="179" y="110"/>
                    <a:pt x="178" y="110"/>
                    <a:pt x="178" y="108"/>
                  </a:cubicBezTo>
                  <a:cubicBezTo>
                    <a:pt x="181" y="106"/>
                    <a:pt x="176" y="101"/>
                    <a:pt x="177" y="97"/>
                  </a:cubicBezTo>
                  <a:cubicBezTo>
                    <a:pt x="178" y="97"/>
                    <a:pt x="178" y="99"/>
                    <a:pt x="178" y="100"/>
                  </a:cubicBezTo>
                  <a:cubicBezTo>
                    <a:pt x="179" y="89"/>
                    <a:pt x="176" y="81"/>
                    <a:pt x="177" y="71"/>
                  </a:cubicBezTo>
                  <a:cubicBezTo>
                    <a:pt x="175" y="62"/>
                    <a:pt x="178" y="51"/>
                    <a:pt x="176" y="45"/>
                  </a:cubicBezTo>
                  <a:cubicBezTo>
                    <a:pt x="177" y="46"/>
                    <a:pt x="176" y="41"/>
                    <a:pt x="177" y="39"/>
                  </a:cubicBezTo>
                  <a:cubicBezTo>
                    <a:pt x="176" y="36"/>
                    <a:pt x="176" y="34"/>
                    <a:pt x="176" y="31"/>
                  </a:cubicBezTo>
                  <a:cubicBezTo>
                    <a:pt x="176" y="30"/>
                    <a:pt x="176" y="29"/>
                    <a:pt x="176" y="28"/>
                  </a:cubicBezTo>
                  <a:cubicBezTo>
                    <a:pt x="176" y="27"/>
                    <a:pt x="176" y="27"/>
                    <a:pt x="176" y="27"/>
                  </a:cubicBezTo>
                  <a:cubicBezTo>
                    <a:pt x="176" y="23"/>
                    <a:pt x="177" y="18"/>
                    <a:pt x="176" y="14"/>
                  </a:cubicBezTo>
                  <a:cubicBezTo>
                    <a:pt x="176" y="13"/>
                    <a:pt x="175" y="2"/>
                    <a:pt x="174" y="1"/>
                  </a:cubicBezTo>
                  <a:cubicBezTo>
                    <a:pt x="173" y="0"/>
                    <a:pt x="172" y="6"/>
                    <a:pt x="170" y="6"/>
                  </a:cubicBezTo>
                  <a:cubicBezTo>
                    <a:pt x="162" y="5"/>
                    <a:pt x="168" y="10"/>
                    <a:pt x="161" y="11"/>
                  </a:cubicBezTo>
                  <a:cubicBezTo>
                    <a:pt x="157" y="12"/>
                    <a:pt x="156" y="13"/>
                    <a:pt x="154" y="16"/>
                  </a:cubicBezTo>
                  <a:cubicBezTo>
                    <a:pt x="155" y="20"/>
                    <a:pt x="155" y="24"/>
                    <a:pt x="155" y="28"/>
                  </a:cubicBezTo>
                  <a:cubicBezTo>
                    <a:pt x="156" y="67"/>
                    <a:pt x="156" y="67"/>
                    <a:pt x="156" y="67"/>
                  </a:cubicBezTo>
                  <a:cubicBezTo>
                    <a:pt x="156" y="75"/>
                    <a:pt x="154" y="84"/>
                    <a:pt x="153" y="92"/>
                  </a:cubicBezTo>
                  <a:cubicBezTo>
                    <a:pt x="148" y="91"/>
                    <a:pt x="142" y="91"/>
                    <a:pt x="139" y="94"/>
                  </a:cubicBezTo>
                  <a:cubicBezTo>
                    <a:pt x="137" y="95"/>
                    <a:pt x="135" y="96"/>
                    <a:pt x="134" y="98"/>
                  </a:cubicBezTo>
                  <a:cubicBezTo>
                    <a:pt x="125" y="103"/>
                    <a:pt x="119" y="113"/>
                    <a:pt x="119" y="118"/>
                  </a:cubicBezTo>
                  <a:cubicBezTo>
                    <a:pt x="118" y="121"/>
                    <a:pt x="118" y="124"/>
                    <a:pt x="118" y="127"/>
                  </a:cubicBezTo>
                  <a:cubicBezTo>
                    <a:pt x="115" y="132"/>
                    <a:pt x="113" y="140"/>
                    <a:pt x="112" y="144"/>
                  </a:cubicBezTo>
                  <a:cubicBezTo>
                    <a:pt x="111" y="152"/>
                    <a:pt x="111" y="155"/>
                    <a:pt x="111" y="160"/>
                  </a:cubicBezTo>
                  <a:cubicBezTo>
                    <a:pt x="111" y="163"/>
                    <a:pt x="109" y="164"/>
                    <a:pt x="108" y="165"/>
                  </a:cubicBezTo>
                  <a:cubicBezTo>
                    <a:pt x="105" y="174"/>
                    <a:pt x="100" y="181"/>
                    <a:pt x="100" y="189"/>
                  </a:cubicBezTo>
                  <a:cubicBezTo>
                    <a:pt x="99" y="189"/>
                    <a:pt x="99" y="189"/>
                    <a:pt x="99" y="189"/>
                  </a:cubicBezTo>
                  <a:cubicBezTo>
                    <a:pt x="98" y="195"/>
                    <a:pt x="93" y="208"/>
                    <a:pt x="88" y="208"/>
                  </a:cubicBezTo>
                  <a:cubicBezTo>
                    <a:pt x="88" y="210"/>
                    <a:pt x="83" y="208"/>
                    <a:pt x="85" y="211"/>
                  </a:cubicBezTo>
                  <a:cubicBezTo>
                    <a:pt x="82" y="210"/>
                    <a:pt x="85" y="209"/>
                    <a:pt x="82" y="208"/>
                  </a:cubicBezTo>
                  <a:cubicBezTo>
                    <a:pt x="83" y="209"/>
                    <a:pt x="84" y="208"/>
                    <a:pt x="85" y="208"/>
                  </a:cubicBezTo>
                  <a:cubicBezTo>
                    <a:pt x="78" y="200"/>
                    <a:pt x="79" y="178"/>
                    <a:pt x="79" y="161"/>
                  </a:cubicBezTo>
                  <a:cubicBezTo>
                    <a:pt x="81" y="156"/>
                    <a:pt x="80" y="144"/>
                    <a:pt x="81" y="133"/>
                  </a:cubicBezTo>
                  <a:cubicBezTo>
                    <a:pt x="81" y="131"/>
                    <a:pt x="81" y="131"/>
                    <a:pt x="81" y="131"/>
                  </a:cubicBezTo>
                  <a:cubicBezTo>
                    <a:pt x="82" y="131"/>
                    <a:pt x="82" y="131"/>
                    <a:pt x="83" y="131"/>
                  </a:cubicBezTo>
                  <a:cubicBezTo>
                    <a:pt x="83" y="131"/>
                    <a:pt x="83" y="130"/>
                    <a:pt x="83" y="130"/>
                  </a:cubicBezTo>
                  <a:cubicBezTo>
                    <a:pt x="83" y="129"/>
                    <a:pt x="83" y="129"/>
                    <a:pt x="83" y="129"/>
                  </a:cubicBezTo>
                  <a:cubicBezTo>
                    <a:pt x="83" y="128"/>
                    <a:pt x="83" y="128"/>
                    <a:pt x="83" y="128"/>
                  </a:cubicBezTo>
                  <a:cubicBezTo>
                    <a:pt x="82" y="128"/>
                    <a:pt x="82" y="128"/>
                    <a:pt x="81" y="128"/>
                  </a:cubicBezTo>
                  <a:cubicBezTo>
                    <a:pt x="81" y="127"/>
                    <a:pt x="81" y="127"/>
                    <a:pt x="81" y="127"/>
                  </a:cubicBezTo>
                  <a:cubicBezTo>
                    <a:pt x="82" y="128"/>
                    <a:pt x="82" y="128"/>
                    <a:pt x="83" y="128"/>
                  </a:cubicBezTo>
                  <a:cubicBezTo>
                    <a:pt x="83" y="128"/>
                    <a:pt x="83" y="128"/>
                    <a:pt x="83" y="128"/>
                  </a:cubicBezTo>
                  <a:cubicBezTo>
                    <a:pt x="83" y="127"/>
                    <a:pt x="83" y="127"/>
                    <a:pt x="83" y="127"/>
                  </a:cubicBezTo>
                  <a:cubicBezTo>
                    <a:pt x="83" y="127"/>
                    <a:pt x="83" y="127"/>
                    <a:pt x="83" y="127"/>
                  </a:cubicBezTo>
                  <a:cubicBezTo>
                    <a:pt x="83" y="127"/>
                    <a:pt x="83" y="127"/>
                    <a:pt x="83" y="127"/>
                  </a:cubicBezTo>
                  <a:cubicBezTo>
                    <a:pt x="83" y="127"/>
                    <a:pt x="83" y="127"/>
                    <a:pt x="83" y="127"/>
                  </a:cubicBezTo>
                  <a:cubicBezTo>
                    <a:pt x="83" y="127"/>
                    <a:pt x="82" y="127"/>
                    <a:pt x="81" y="127"/>
                  </a:cubicBezTo>
                  <a:cubicBezTo>
                    <a:pt x="81" y="126"/>
                    <a:pt x="81" y="126"/>
                    <a:pt x="81" y="126"/>
                  </a:cubicBezTo>
                  <a:cubicBezTo>
                    <a:pt x="62" y="125"/>
                    <a:pt x="75" y="126"/>
                    <a:pt x="71" y="127"/>
                  </a:cubicBezTo>
                  <a:cubicBezTo>
                    <a:pt x="71" y="127"/>
                    <a:pt x="71" y="127"/>
                    <a:pt x="71" y="127"/>
                  </a:cubicBezTo>
                  <a:cubicBezTo>
                    <a:pt x="66" y="126"/>
                    <a:pt x="63" y="126"/>
                    <a:pt x="69" y="126"/>
                  </a:cubicBezTo>
                  <a:cubicBezTo>
                    <a:pt x="69" y="127"/>
                    <a:pt x="69" y="127"/>
                    <a:pt x="69" y="127"/>
                  </a:cubicBezTo>
                  <a:cubicBezTo>
                    <a:pt x="69" y="127"/>
                    <a:pt x="69" y="127"/>
                    <a:pt x="69" y="127"/>
                  </a:cubicBezTo>
                  <a:cubicBezTo>
                    <a:pt x="70" y="127"/>
                    <a:pt x="70" y="127"/>
                    <a:pt x="71" y="127"/>
                  </a:cubicBezTo>
                  <a:cubicBezTo>
                    <a:pt x="71" y="127"/>
                    <a:pt x="71" y="127"/>
                    <a:pt x="71" y="127"/>
                  </a:cubicBezTo>
                  <a:cubicBezTo>
                    <a:pt x="70" y="127"/>
                    <a:pt x="70" y="127"/>
                    <a:pt x="69" y="127"/>
                  </a:cubicBezTo>
                  <a:cubicBezTo>
                    <a:pt x="69" y="129"/>
                    <a:pt x="69" y="131"/>
                    <a:pt x="71" y="129"/>
                  </a:cubicBezTo>
                  <a:cubicBezTo>
                    <a:pt x="71" y="129"/>
                    <a:pt x="71" y="129"/>
                    <a:pt x="71" y="130"/>
                  </a:cubicBezTo>
                  <a:cubicBezTo>
                    <a:pt x="71" y="130"/>
                    <a:pt x="71" y="130"/>
                    <a:pt x="71" y="130"/>
                  </a:cubicBezTo>
                  <a:cubicBezTo>
                    <a:pt x="70" y="132"/>
                    <a:pt x="70" y="134"/>
                    <a:pt x="70" y="136"/>
                  </a:cubicBezTo>
                  <a:cubicBezTo>
                    <a:pt x="70" y="138"/>
                    <a:pt x="70" y="139"/>
                    <a:pt x="70" y="140"/>
                  </a:cubicBezTo>
                  <a:cubicBezTo>
                    <a:pt x="70" y="140"/>
                    <a:pt x="70" y="140"/>
                    <a:pt x="70" y="140"/>
                  </a:cubicBezTo>
                  <a:cubicBezTo>
                    <a:pt x="69" y="144"/>
                    <a:pt x="69" y="147"/>
                    <a:pt x="68" y="151"/>
                  </a:cubicBezTo>
                  <a:cubicBezTo>
                    <a:pt x="68" y="151"/>
                    <a:pt x="67" y="151"/>
                    <a:pt x="67" y="152"/>
                  </a:cubicBezTo>
                  <a:cubicBezTo>
                    <a:pt x="67" y="153"/>
                    <a:pt x="67" y="155"/>
                    <a:pt x="67" y="156"/>
                  </a:cubicBezTo>
                  <a:cubicBezTo>
                    <a:pt x="67" y="160"/>
                    <a:pt x="66" y="164"/>
                    <a:pt x="64" y="168"/>
                  </a:cubicBezTo>
                  <a:cubicBezTo>
                    <a:pt x="64" y="168"/>
                    <a:pt x="64" y="169"/>
                    <a:pt x="64" y="169"/>
                  </a:cubicBezTo>
                  <a:cubicBezTo>
                    <a:pt x="63" y="164"/>
                    <a:pt x="64" y="157"/>
                    <a:pt x="65" y="155"/>
                  </a:cubicBezTo>
                  <a:cubicBezTo>
                    <a:pt x="63" y="149"/>
                    <a:pt x="64" y="160"/>
                    <a:pt x="62" y="159"/>
                  </a:cubicBezTo>
                  <a:cubicBezTo>
                    <a:pt x="62" y="163"/>
                    <a:pt x="62" y="166"/>
                    <a:pt x="63" y="171"/>
                  </a:cubicBezTo>
                  <a:cubicBezTo>
                    <a:pt x="62" y="174"/>
                    <a:pt x="63" y="175"/>
                    <a:pt x="61" y="179"/>
                  </a:cubicBezTo>
                  <a:cubicBezTo>
                    <a:pt x="60" y="178"/>
                    <a:pt x="60" y="178"/>
                    <a:pt x="60" y="178"/>
                  </a:cubicBezTo>
                  <a:cubicBezTo>
                    <a:pt x="58" y="183"/>
                    <a:pt x="58" y="185"/>
                    <a:pt x="58" y="188"/>
                  </a:cubicBezTo>
                  <a:cubicBezTo>
                    <a:pt x="54" y="190"/>
                    <a:pt x="55" y="191"/>
                    <a:pt x="51" y="193"/>
                  </a:cubicBezTo>
                  <a:cubicBezTo>
                    <a:pt x="54" y="190"/>
                    <a:pt x="55" y="186"/>
                    <a:pt x="55" y="183"/>
                  </a:cubicBezTo>
                  <a:cubicBezTo>
                    <a:pt x="51" y="187"/>
                    <a:pt x="48" y="194"/>
                    <a:pt x="43" y="194"/>
                  </a:cubicBezTo>
                  <a:cubicBezTo>
                    <a:pt x="38" y="196"/>
                    <a:pt x="35" y="199"/>
                    <a:pt x="35" y="201"/>
                  </a:cubicBezTo>
                  <a:cubicBezTo>
                    <a:pt x="36" y="200"/>
                    <a:pt x="31" y="201"/>
                    <a:pt x="34" y="199"/>
                  </a:cubicBezTo>
                  <a:cubicBezTo>
                    <a:pt x="32" y="200"/>
                    <a:pt x="30" y="201"/>
                    <a:pt x="29" y="201"/>
                  </a:cubicBezTo>
                  <a:cubicBezTo>
                    <a:pt x="29" y="201"/>
                    <a:pt x="29" y="201"/>
                    <a:pt x="29" y="201"/>
                  </a:cubicBezTo>
                  <a:cubicBezTo>
                    <a:pt x="28" y="201"/>
                    <a:pt x="28" y="200"/>
                    <a:pt x="28" y="199"/>
                  </a:cubicBezTo>
                  <a:cubicBezTo>
                    <a:pt x="26" y="197"/>
                    <a:pt x="23" y="193"/>
                    <a:pt x="19" y="196"/>
                  </a:cubicBezTo>
                  <a:cubicBezTo>
                    <a:pt x="19" y="194"/>
                    <a:pt x="19" y="194"/>
                    <a:pt x="19" y="194"/>
                  </a:cubicBezTo>
                  <a:cubicBezTo>
                    <a:pt x="16" y="196"/>
                    <a:pt x="12" y="198"/>
                    <a:pt x="9" y="198"/>
                  </a:cubicBezTo>
                  <a:cubicBezTo>
                    <a:pt x="9" y="200"/>
                    <a:pt x="8" y="202"/>
                    <a:pt x="10" y="203"/>
                  </a:cubicBezTo>
                  <a:cubicBezTo>
                    <a:pt x="9" y="204"/>
                    <a:pt x="7" y="201"/>
                    <a:pt x="8" y="203"/>
                  </a:cubicBezTo>
                  <a:cubicBezTo>
                    <a:pt x="7" y="201"/>
                    <a:pt x="7" y="201"/>
                    <a:pt x="7" y="201"/>
                  </a:cubicBezTo>
                  <a:cubicBezTo>
                    <a:pt x="1" y="206"/>
                    <a:pt x="3" y="212"/>
                    <a:pt x="3" y="217"/>
                  </a:cubicBezTo>
                  <a:cubicBezTo>
                    <a:pt x="0" y="218"/>
                    <a:pt x="3" y="221"/>
                    <a:pt x="2" y="224"/>
                  </a:cubicBezTo>
                  <a:cubicBezTo>
                    <a:pt x="3" y="226"/>
                    <a:pt x="2" y="229"/>
                    <a:pt x="5" y="229"/>
                  </a:cubicBezTo>
                  <a:cubicBezTo>
                    <a:pt x="4" y="230"/>
                    <a:pt x="4" y="230"/>
                    <a:pt x="4" y="230"/>
                  </a:cubicBezTo>
                  <a:cubicBezTo>
                    <a:pt x="4" y="232"/>
                    <a:pt x="4" y="235"/>
                    <a:pt x="5" y="237"/>
                  </a:cubicBezTo>
                  <a:cubicBezTo>
                    <a:pt x="5" y="239"/>
                    <a:pt x="7" y="238"/>
                    <a:pt x="8" y="239"/>
                  </a:cubicBezTo>
                  <a:cubicBezTo>
                    <a:pt x="7" y="240"/>
                    <a:pt x="7" y="240"/>
                    <a:pt x="7" y="240"/>
                  </a:cubicBezTo>
                  <a:cubicBezTo>
                    <a:pt x="8" y="241"/>
                    <a:pt x="10" y="240"/>
                    <a:pt x="12" y="240"/>
                  </a:cubicBezTo>
                  <a:cubicBezTo>
                    <a:pt x="12" y="241"/>
                    <a:pt x="12" y="241"/>
                    <a:pt x="12" y="242"/>
                  </a:cubicBezTo>
                  <a:cubicBezTo>
                    <a:pt x="11" y="242"/>
                    <a:pt x="9" y="242"/>
                    <a:pt x="7" y="242"/>
                  </a:cubicBezTo>
                  <a:cubicBezTo>
                    <a:pt x="8" y="244"/>
                    <a:pt x="11" y="244"/>
                    <a:pt x="10" y="246"/>
                  </a:cubicBezTo>
                  <a:cubicBezTo>
                    <a:pt x="11" y="247"/>
                    <a:pt x="12" y="248"/>
                    <a:pt x="14" y="247"/>
                  </a:cubicBezTo>
                  <a:cubicBezTo>
                    <a:pt x="13" y="247"/>
                    <a:pt x="14" y="248"/>
                    <a:pt x="13" y="248"/>
                  </a:cubicBezTo>
                  <a:cubicBezTo>
                    <a:pt x="13" y="249"/>
                    <a:pt x="14" y="249"/>
                    <a:pt x="15" y="249"/>
                  </a:cubicBezTo>
                  <a:cubicBezTo>
                    <a:pt x="15" y="249"/>
                    <a:pt x="15" y="249"/>
                    <a:pt x="15" y="249"/>
                  </a:cubicBezTo>
                  <a:cubicBezTo>
                    <a:pt x="16" y="248"/>
                    <a:pt x="17" y="249"/>
                    <a:pt x="18" y="247"/>
                  </a:cubicBezTo>
                  <a:cubicBezTo>
                    <a:pt x="17" y="247"/>
                    <a:pt x="17" y="247"/>
                    <a:pt x="17" y="246"/>
                  </a:cubicBezTo>
                  <a:cubicBezTo>
                    <a:pt x="18" y="246"/>
                    <a:pt x="19" y="246"/>
                    <a:pt x="19" y="248"/>
                  </a:cubicBezTo>
                  <a:cubicBezTo>
                    <a:pt x="18" y="249"/>
                    <a:pt x="16" y="249"/>
                    <a:pt x="17" y="250"/>
                  </a:cubicBezTo>
                  <a:cubicBezTo>
                    <a:pt x="18" y="250"/>
                    <a:pt x="20" y="249"/>
                    <a:pt x="21" y="248"/>
                  </a:cubicBezTo>
                  <a:cubicBezTo>
                    <a:pt x="20" y="249"/>
                    <a:pt x="19" y="248"/>
                    <a:pt x="20" y="246"/>
                  </a:cubicBezTo>
                  <a:cubicBezTo>
                    <a:pt x="19" y="247"/>
                    <a:pt x="19" y="247"/>
                    <a:pt x="19" y="247"/>
                  </a:cubicBezTo>
                  <a:cubicBezTo>
                    <a:pt x="20" y="246"/>
                    <a:pt x="20" y="246"/>
                    <a:pt x="20" y="246"/>
                  </a:cubicBezTo>
                  <a:cubicBezTo>
                    <a:pt x="18" y="245"/>
                    <a:pt x="19" y="243"/>
                    <a:pt x="17" y="243"/>
                  </a:cubicBezTo>
                  <a:cubicBezTo>
                    <a:pt x="16" y="245"/>
                    <a:pt x="16" y="245"/>
                    <a:pt x="16" y="245"/>
                  </a:cubicBezTo>
                  <a:cubicBezTo>
                    <a:pt x="15" y="244"/>
                    <a:pt x="13" y="244"/>
                    <a:pt x="13" y="243"/>
                  </a:cubicBezTo>
                  <a:cubicBezTo>
                    <a:pt x="14" y="243"/>
                    <a:pt x="15" y="242"/>
                    <a:pt x="15" y="241"/>
                  </a:cubicBezTo>
                  <a:cubicBezTo>
                    <a:pt x="15" y="241"/>
                    <a:pt x="14" y="241"/>
                    <a:pt x="15" y="241"/>
                  </a:cubicBezTo>
                  <a:cubicBezTo>
                    <a:pt x="17" y="240"/>
                    <a:pt x="17" y="240"/>
                    <a:pt x="17" y="240"/>
                  </a:cubicBezTo>
                  <a:cubicBezTo>
                    <a:pt x="14" y="242"/>
                    <a:pt x="15" y="238"/>
                    <a:pt x="14" y="238"/>
                  </a:cubicBezTo>
                  <a:cubicBezTo>
                    <a:pt x="15" y="238"/>
                    <a:pt x="15" y="238"/>
                    <a:pt x="15" y="238"/>
                  </a:cubicBezTo>
                  <a:cubicBezTo>
                    <a:pt x="15" y="236"/>
                    <a:pt x="13" y="239"/>
                    <a:pt x="13" y="238"/>
                  </a:cubicBezTo>
                  <a:cubicBezTo>
                    <a:pt x="13" y="237"/>
                    <a:pt x="15" y="237"/>
                    <a:pt x="16" y="235"/>
                  </a:cubicBezTo>
                  <a:cubicBezTo>
                    <a:pt x="15" y="234"/>
                    <a:pt x="12" y="233"/>
                    <a:pt x="14" y="230"/>
                  </a:cubicBezTo>
                  <a:cubicBezTo>
                    <a:pt x="13" y="229"/>
                    <a:pt x="12" y="228"/>
                    <a:pt x="11" y="227"/>
                  </a:cubicBezTo>
                  <a:cubicBezTo>
                    <a:pt x="10" y="226"/>
                    <a:pt x="13" y="227"/>
                    <a:pt x="12" y="226"/>
                  </a:cubicBezTo>
                  <a:cubicBezTo>
                    <a:pt x="13" y="226"/>
                    <a:pt x="14" y="225"/>
                    <a:pt x="15" y="225"/>
                  </a:cubicBezTo>
                  <a:cubicBezTo>
                    <a:pt x="14" y="225"/>
                    <a:pt x="15" y="223"/>
                    <a:pt x="12" y="224"/>
                  </a:cubicBezTo>
                  <a:cubicBezTo>
                    <a:pt x="13" y="222"/>
                    <a:pt x="13" y="221"/>
                    <a:pt x="13" y="219"/>
                  </a:cubicBezTo>
                  <a:cubicBezTo>
                    <a:pt x="13" y="219"/>
                    <a:pt x="14" y="219"/>
                    <a:pt x="15" y="219"/>
                  </a:cubicBezTo>
                  <a:cubicBezTo>
                    <a:pt x="14" y="218"/>
                    <a:pt x="12" y="217"/>
                    <a:pt x="13" y="216"/>
                  </a:cubicBezTo>
                  <a:cubicBezTo>
                    <a:pt x="12" y="215"/>
                    <a:pt x="12" y="216"/>
                    <a:pt x="10" y="215"/>
                  </a:cubicBezTo>
                  <a:cubicBezTo>
                    <a:pt x="10" y="215"/>
                    <a:pt x="9" y="215"/>
                    <a:pt x="9" y="214"/>
                  </a:cubicBezTo>
                  <a:cubicBezTo>
                    <a:pt x="11" y="214"/>
                    <a:pt x="14" y="215"/>
                    <a:pt x="14" y="214"/>
                  </a:cubicBezTo>
                  <a:cubicBezTo>
                    <a:pt x="17" y="215"/>
                    <a:pt x="13" y="216"/>
                    <a:pt x="16" y="216"/>
                  </a:cubicBezTo>
                  <a:cubicBezTo>
                    <a:pt x="18" y="216"/>
                    <a:pt x="18" y="218"/>
                    <a:pt x="17" y="219"/>
                  </a:cubicBezTo>
                  <a:cubicBezTo>
                    <a:pt x="19" y="220"/>
                    <a:pt x="17" y="218"/>
                    <a:pt x="19" y="218"/>
                  </a:cubicBezTo>
                  <a:cubicBezTo>
                    <a:pt x="19" y="217"/>
                    <a:pt x="18" y="217"/>
                    <a:pt x="18" y="216"/>
                  </a:cubicBezTo>
                  <a:cubicBezTo>
                    <a:pt x="18" y="216"/>
                    <a:pt x="17" y="216"/>
                    <a:pt x="17" y="216"/>
                  </a:cubicBezTo>
                  <a:cubicBezTo>
                    <a:pt x="17" y="215"/>
                    <a:pt x="18" y="215"/>
                    <a:pt x="18" y="215"/>
                  </a:cubicBezTo>
                  <a:cubicBezTo>
                    <a:pt x="18" y="215"/>
                    <a:pt x="18" y="215"/>
                    <a:pt x="18" y="215"/>
                  </a:cubicBezTo>
                  <a:cubicBezTo>
                    <a:pt x="17" y="216"/>
                    <a:pt x="17" y="216"/>
                    <a:pt x="17" y="216"/>
                  </a:cubicBezTo>
                  <a:cubicBezTo>
                    <a:pt x="17" y="216"/>
                    <a:pt x="17" y="216"/>
                    <a:pt x="17" y="216"/>
                  </a:cubicBezTo>
                  <a:cubicBezTo>
                    <a:pt x="17" y="216"/>
                    <a:pt x="17" y="216"/>
                    <a:pt x="17" y="216"/>
                  </a:cubicBezTo>
                  <a:cubicBezTo>
                    <a:pt x="17" y="215"/>
                    <a:pt x="17" y="215"/>
                    <a:pt x="17" y="215"/>
                  </a:cubicBezTo>
                  <a:cubicBezTo>
                    <a:pt x="17" y="215"/>
                    <a:pt x="17" y="216"/>
                    <a:pt x="17" y="216"/>
                  </a:cubicBezTo>
                  <a:cubicBezTo>
                    <a:pt x="17" y="216"/>
                    <a:pt x="17" y="216"/>
                    <a:pt x="17" y="216"/>
                  </a:cubicBezTo>
                  <a:cubicBezTo>
                    <a:pt x="17" y="215"/>
                    <a:pt x="17" y="215"/>
                    <a:pt x="17" y="215"/>
                  </a:cubicBezTo>
                  <a:cubicBezTo>
                    <a:pt x="17" y="215"/>
                    <a:pt x="17" y="215"/>
                    <a:pt x="17" y="215"/>
                  </a:cubicBezTo>
                  <a:cubicBezTo>
                    <a:pt x="18" y="214"/>
                    <a:pt x="18" y="214"/>
                    <a:pt x="18" y="214"/>
                  </a:cubicBezTo>
                  <a:cubicBezTo>
                    <a:pt x="18" y="214"/>
                    <a:pt x="18" y="214"/>
                    <a:pt x="18" y="214"/>
                  </a:cubicBezTo>
                  <a:cubicBezTo>
                    <a:pt x="17" y="215"/>
                    <a:pt x="17" y="215"/>
                    <a:pt x="17" y="216"/>
                  </a:cubicBezTo>
                  <a:cubicBezTo>
                    <a:pt x="17" y="216"/>
                    <a:pt x="17" y="216"/>
                    <a:pt x="17" y="216"/>
                  </a:cubicBezTo>
                  <a:cubicBezTo>
                    <a:pt x="16" y="216"/>
                    <a:pt x="16" y="215"/>
                    <a:pt x="16" y="215"/>
                  </a:cubicBezTo>
                  <a:cubicBezTo>
                    <a:pt x="14" y="214"/>
                    <a:pt x="17" y="214"/>
                    <a:pt x="18" y="214"/>
                  </a:cubicBezTo>
                  <a:cubicBezTo>
                    <a:pt x="18" y="214"/>
                    <a:pt x="18" y="214"/>
                    <a:pt x="18" y="214"/>
                  </a:cubicBezTo>
                  <a:cubicBezTo>
                    <a:pt x="18" y="214"/>
                    <a:pt x="18" y="214"/>
                    <a:pt x="18" y="214"/>
                  </a:cubicBezTo>
                  <a:cubicBezTo>
                    <a:pt x="18" y="214"/>
                    <a:pt x="18" y="214"/>
                    <a:pt x="18" y="214"/>
                  </a:cubicBezTo>
                  <a:cubicBezTo>
                    <a:pt x="17" y="214"/>
                    <a:pt x="17" y="215"/>
                    <a:pt x="17" y="215"/>
                  </a:cubicBezTo>
                  <a:cubicBezTo>
                    <a:pt x="17" y="215"/>
                    <a:pt x="17" y="215"/>
                    <a:pt x="17" y="215"/>
                  </a:cubicBezTo>
                  <a:cubicBezTo>
                    <a:pt x="17" y="216"/>
                    <a:pt x="17" y="216"/>
                    <a:pt x="17" y="216"/>
                  </a:cubicBezTo>
                  <a:cubicBezTo>
                    <a:pt x="18" y="215"/>
                    <a:pt x="18" y="215"/>
                    <a:pt x="18" y="215"/>
                  </a:cubicBezTo>
                  <a:cubicBezTo>
                    <a:pt x="18" y="215"/>
                    <a:pt x="18" y="214"/>
                    <a:pt x="18" y="214"/>
                  </a:cubicBezTo>
                  <a:cubicBezTo>
                    <a:pt x="18" y="214"/>
                    <a:pt x="18" y="214"/>
                    <a:pt x="18" y="214"/>
                  </a:cubicBezTo>
                  <a:cubicBezTo>
                    <a:pt x="18" y="215"/>
                    <a:pt x="17" y="215"/>
                    <a:pt x="17" y="215"/>
                  </a:cubicBezTo>
                  <a:cubicBezTo>
                    <a:pt x="17" y="215"/>
                    <a:pt x="17" y="215"/>
                    <a:pt x="18" y="215"/>
                  </a:cubicBezTo>
                  <a:cubicBezTo>
                    <a:pt x="17" y="215"/>
                    <a:pt x="17" y="215"/>
                    <a:pt x="17" y="215"/>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9" y="212"/>
                  </a:cubicBezTo>
                  <a:cubicBezTo>
                    <a:pt x="19" y="212"/>
                    <a:pt x="19" y="212"/>
                    <a:pt x="19" y="212"/>
                  </a:cubicBezTo>
                  <a:cubicBezTo>
                    <a:pt x="19" y="212"/>
                    <a:pt x="19" y="212"/>
                    <a:pt x="19" y="212"/>
                  </a:cubicBezTo>
                  <a:cubicBezTo>
                    <a:pt x="19" y="212"/>
                    <a:pt x="19" y="212"/>
                    <a:pt x="19" y="212"/>
                  </a:cubicBezTo>
                  <a:cubicBezTo>
                    <a:pt x="20" y="212"/>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8" y="213"/>
                  </a:cubicBezTo>
                  <a:cubicBezTo>
                    <a:pt x="19" y="213"/>
                    <a:pt x="19" y="213"/>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9" y="213"/>
                    <a:pt x="19" y="213"/>
                  </a:cubicBezTo>
                  <a:cubicBezTo>
                    <a:pt x="18" y="213"/>
                    <a:pt x="18" y="213"/>
                    <a:pt x="18" y="213"/>
                  </a:cubicBezTo>
                  <a:cubicBezTo>
                    <a:pt x="18" y="213"/>
                    <a:pt x="18" y="214"/>
                    <a:pt x="18" y="214"/>
                  </a:cubicBezTo>
                  <a:cubicBezTo>
                    <a:pt x="18" y="214"/>
                    <a:pt x="18" y="214"/>
                    <a:pt x="18" y="213"/>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6"/>
                    <a:pt x="18" y="216"/>
                    <a:pt x="18" y="216"/>
                  </a:cubicBezTo>
                  <a:cubicBezTo>
                    <a:pt x="18" y="216"/>
                    <a:pt x="18" y="216"/>
                    <a:pt x="18" y="216"/>
                  </a:cubicBezTo>
                  <a:cubicBezTo>
                    <a:pt x="19" y="216"/>
                    <a:pt x="18" y="215"/>
                    <a:pt x="19" y="215"/>
                  </a:cubicBezTo>
                  <a:cubicBezTo>
                    <a:pt x="19" y="215"/>
                    <a:pt x="19" y="215"/>
                    <a:pt x="19" y="215"/>
                  </a:cubicBezTo>
                  <a:cubicBezTo>
                    <a:pt x="19" y="215"/>
                    <a:pt x="19" y="215"/>
                    <a:pt x="19" y="215"/>
                  </a:cubicBezTo>
                  <a:cubicBezTo>
                    <a:pt x="19" y="215"/>
                    <a:pt x="19" y="216"/>
                    <a:pt x="19" y="216"/>
                  </a:cubicBezTo>
                  <a:cubicBezTo>
                    <a:pt x="19" y="216"/>
                    <a:pt x="19" y="216"/>
                    <a:pt x="19" y="215"/>
                  </a:cubicBezTo>
                  <a:cubicBezTo>
                    <a:pt x="19" y="216"/>
                    <a:pt x="19" y="216"/>
                    <a:pt x="19" y="216"/>
                  </a:cubicBezTo>
                  <a:cubicBezTo>
                    <a:pt x="19" y="215"/>
                    <a:pt x="20" y="217"/>
                    <a:pt x="20" y="215"/>
                  </a:cubicBezTo>
                  <a:cubicBezTo>
                    <a:pt x="19" y="215"/>
                    <a:pt x="19" y="215"/>
                    <a:pt x="19" y="215"/>
                  </a:cubicBezTo>
                  <a:cubicBezTo>
                    <a:pt x="20" y="215"/>
                    <a:pt x="18" y="215"/>
                    <a:pt x="19" y="214"/>
                  </a:cubicBezTo>
                  <a:cubicBezTo>
                    <a:pt x="19" y="214"/>
                    <a:pt x="19" y="214"/>
                    <a:pt x="19" y="214"/>
                  </a:cubicBezTo>
                  <a:cubicBezTo>
                    <a:pt x="19" y="214"/>
                    <a:pt x="19" y="214"/>
                    <a:pt x="19" y="213"/>
                  </a:cubicBezTo>
                  <a:cubicBezTo>
                    <a:pt x="19" y="213"/>
                    <a:pt x="19" y="214"/>
                    <a:pt x="19" y="214"/>
                  </a:cubicBezTo>
                  <a:cubicBezTo>
                    <a:pt x="19" y="214"/>
                    <a:pt x="19" y="214"/>
                    <a:pt x="19" y="214"/>
                  </a:cubicBezTo>
                  <a:cubicBezTo>
                    <a:pt x="19" y="214"/>
                    <a:pt x="20" y="214"/>
                    <a:pt x="20" y="214"/>
                  </a:cubicBezTo>
                  <a:cubicBezTo>
                    <a:pt x="20" y="214"/>
                    <a:pt x="19" y="214"/>
                    <a:pt x="20" y="215"/>
                  </a:cubicBezTo>
                  <a:cubicBezTo>
                    <a:pt x="22" y="215"/>
                    <a:pt x="22" y="215"/>
                    <a:pt x="22" y="215"/>
                  </a:cubicBezTo>
                  <a:cubicBezTo>
                    <a:pt x="21" y="216"/>
                    <a:pt x="21" y="216"/>
                    <a:pt x="21" y="216"/>
                  </a:cubicBezTo>
                  <a:cubicBezTo>
                    <a:pt x="20" y="216"/>
                    <a:pt x="20" y="216"/>
                    <a:pt x="20" y="216"/>
                  </a:cubicBezTo>
                  <a:cubicBezTo>
                    <a:pt x="21" y="216"/>
                    <a:pt x="21" y="216"/>
                    <a:pt x="21" y="216"/>
                  </a:cubicBezTo>
                  <a:cubicBezTo>
                    <a:pt x="20" y="217"/>
                    <a:pt x="20" y="217"/>
                    <a:pt x="20" y="217"/>
                  </a:cubicBezTo>
                  <a:cubicBezTo>
                    <a:pt x="21" y="216"/>
                    <a:pt x="21" y="216"/>
                    <a:pt x="21" y="216"/>
                  </a:cubicBezTo>
                  <a:cubicBezTo>
                    <a:pt x="21" y="217"/>
                    <a:pt x="21" y="217"/>
                    <a:pt x="21" y="217"/>
                  </a:cubicBezTo>
                  <a:cubicBezTo>
                    <a:pt x="20" y="218"/>
                    <a:pt x="23" y="217"/>
                    <a:pt x="22" y="218"/>
                  </a:cubicBezTo>
                  <a:cubicBezTo>
                    <a:pt x="21" y="218"/>
                    <a:pt x="20" y="219"/>
                    <a:pt x="20" y="219"/>
                  </a:cubicBezTo>
                  <a:cubicBezTo>
                    <a:pt x="22" y="218"/>
                    <a:pt x="23" y="219"/>
                    <a:pt x="25" y="218"/>
                  </a:cubicBezTo>
                  <a:cubicBezTo>
                    <a:pt x="24" y="219"/>
                    <a:pt x="21" y="219"/>
                    <a:pt x="20" y="220"/>
                  </a:cubicBezTo>
                  <a:cubicBezTo>
                    <a:pt x="22" y="220"/>
                    <a:pt x="19" y="222"/>
                    <a:pt x="22" y="221"/>
                  </a:cubicBezTo>
                  <a:cubicBezTo>
                    <a:pt x="22" y="220"/>
                    <a:pt x="23" y="221"/>
                    <a:pt x="25" y="220"/>
                  </a:cubicBezTo>
                  <a:cubicBezTo>
                    <a:pt x="25" y="222"/>
                    <a:pt x="23" y="221"/>
                    <a:pt x="23" y="222"/>
                  </a:cubicBezTo>
                  <a:cubicBezTo>
                    <a:pt x="23" y="222"/>
                    <a:pt x="25" y="222"/>
                    <a:pt x="26" y="221"/>
                  </a:cubicBezTo>
                  <a:cubicBezTo>
                    <a:pt x="26" y="222"/>
                    <a:pt x="28" y="222"/>
                    <a:pt x="27" y="223"/>
                  </a:cubicBezTo>
                  <a:cubicBezTo>
                    <a:pt x="25" y="224"/>
                    <a:pt x="26" y="222"/>
                    <a:pt x="25" y="223"/>
                  </a:cubicBezTo>
                  <a:cubicBezTo>
                    <a:pt x="25" y="224"/>
                    <a:pt x="29" y="222"/>
                    <a:pt x="30" y="224"/>
                  </a:cubicBezTo>
                  <a:cubicBezTo>
                    <a:pt x="31" y="223"/>
                    <a:pt x="34" y="223"/>
                    <a:pt x="35" y="224"/>
                  </a:cubicBezTo>
                  <a:cubicBezTo>
                    <a:pt x="35" y="226"/>
                    <a:pt x="34" y="223"/>
                    <a:pt x="32" y="224"/>
                  </a:cubicBezTo>
                  <a:cubicBezTo>
                    <a:pt x="32" y="225"/>
                    <a:pt x="32" y="225"/>
                    <a:pt x="32" y="225"/>
                  </a:cubicBezTo>
                  <a:cubicBezTo>
                    <a:pt x="30" y="227"/>
                    <a:pt x="27" y="224"/>
                    <a:pt x="25" y="225"/>
                  </a:cubicBezTo>
                  <a:cubicBezTo>
                    <a:pt x="26" y="226"/>
                    <a:pt x="26" y="226"/>
                    <a:pt x="26" y="226"/>
                  </a:cubicBezTo>
                  <a:cubicBezTo>
                    <a:pt x="25" y="226"/>
                    <a:pt x="24" y="226"/>
                    <a:pt x="23" y="227"/>
                  </a:cubicBezTo>
                  <a:cubicBezTo>
                    <a:pt x="25" y="226"/>
                    <a:pt x="24" y="228"/>
                    <a:pt x="25" y="228"/>
                  </a:cubicBezTo>
                  <a:cubicBezTo>
                    <a:pt x="26" y="228"/>
                    <a:pt x="24" y="228"/>
                    <a:pt x="25" y="228"/>
                  </a:cubicBezTo>
                  <a:cubicBezTo>
                    <a:pt x="26" y="228"/>
                    <a:pt x="29" y="228"/>
                    <a:pt x="28" y="230"/>
                  </a:cubicBezTo>
                  <a:cubicBezTo>
                    <a:pt x="27" y="229"/>
                    <a:pt x="26" y="230"/>
                    <a:pt x="25" y="230"/>
                  </a:cubicBezTo>
                  <a:cubicBezTo>
                    <a:pt x="24" y="231"/>
                    <a:pt x="27" y="230"/>
                    <a:pt x="26" y="231"/>
                  </a:cubicBezTo>
                  <a:cubicBezTo>
                    <a:pt x="25" y="231"/>
                    <a:pt x="25" y="231"/>
                    <a:pt x="25" y="231"/>
                  </a:cubicBezTo>
                  <a:cubicBezTo>
                    <a:pt x="25" y="233"/>
                    <a:pt x="26" y="241"/>
                    <a:pt x="32" y="242"/>
                  </a:cubicBezTo>
                  <a:cubicBezTo>
                    <a:pt x="31" y="243"/>
                    <a:pt x="31" y="245"/>
                    <a:pt x="30" y="247"/>
                  </a:cubicBezTo>
                  <a:cubicBezTo>
                    <a:pt x="31" y="246"/>
                    <a:pt x="32" y="246"/>
                    <a:pt x="33" y="247"/>
                  </a:cubicBezTo>
                  <a:cubicBezTo>
                    <a:pt x="31" y="248"/>
                    <a:pt x="31" y="248"/>
                    <a:pt x="31" y="248"/>
                  </a:cubicBezTo>
                  <a:cubicBezTo>
                    <a:pt x="30" y="250"/>
                    <a:pt x="33" y="251"/>
                    <a:pt x="34" y="251"/>
                  </a:cubicBezTo>
                  <a:cubicBezTo>
                    <a:pt x="33" y="252"/>
                    <a:pt x="33" y="252"/>
                    <a:pt x="33" y="252"/>
                  </a:cubicBezTo>
                  <a:cubicBezTo>
                    <a:pt x="32" y="254"/>
                    <a:pt x="34" y="253"/>
                    <a:pt x="35" y="253"/>
                  </a:cubicBezTo>
                  <a:cubicBezTo>
                    <a:pt x="34" y="254"/>
                    <a:pt x="34" y="254"/>
                    <a:pt x="34" y="254"/>
                  </a:cubicBezTo>
                  <a:cubicBezTo>
                    <a:pt x="35" y="254"/>
                    <a:pt x="35" y="254"/>
                    <a:pt x="35" y="254"/>
                  </a:cubicBezTo>
                  <a:cubicBezTo>
                    <a:pt x="36" y="255"/>
                    <a:pt x="36" y="256"/>
                    <a:pt x="34" y="257"/>
                  </a:cubicBezTo>
                  <a:cubicBezTo>
                    <a:pt x="35" y="257"/>
                    <a:pt x="35" y="257"/>
                    <a:pt x="36" y="256"/>
                  </a:cubicBezTo>
                  <a:cubicBezTo>
                    <a:pt x="35" y="258"/>
                    <a:pt x="36" y="261"/>
                    <a:pt x="38" y="262"/>
                  </a:cubicBezTo>
                  <a:cubicBezTo>
                    <a:pt x="38" y="261"/>
                    <a:pt x="39" y="261"/>
                    <a:pt x="40" y="260"/>
                  </a:cubicBezTo>
                  <a:cubicBezTo>
                    <a:pt x="42" y="259"/>
                    <a:pt x="40" y="260"/>
                    <a:pt x="41" y="260"/>
                  </a:cubicBezTo>
                  <a:cubicBezTo>
                    <a:pt x="41" y="261"/>
                    <a:pt x="40" y="262"/>
                    <a:pt x="39" y="262"/>
                  </a:cubicBezTo>
                  <a:cubicBezTo>
                    <a:pt x="38" y="265"/>
                    <a:pt x="42" y="267"/>
                    <a:pt x="44" y="270"/>
                  </a:cubicBezTo>
                  <a:cubicBezTo>
                    <a:pt x="44" y="270"/>
                    <a:pt x="44" y="270"/>
                    <a:pt x="45" y="270"/>
                  </a:cubicBezTo>
                  <a:cubicBezTo>
                    <a:pt x="44" y="273"/>
                    <a:pt x="48" y="273"/>
                    <a:pt x="48" y="276"/>
                  </a:cubicBezTo>
                  <a:cubicBezTo>
                    <a:pt x="49" y="275"/>
                    <a:pt x="51" y="273"/>
                    <a:pt x="52" y="274"/>
                  </a:cubicBezTo>
                  <a:cubicBezTo>
                    <a:pt x="54" y="274"/>
                    <a:pt x="50" y="276"/>
                    <a:pt x="50" y="279"/>
                  </a:cubicBezTo>
                  <a:cubicBezTo>
                    <a:pt x="51" y="278"/>
                    <a:pt x="52" y="279"/>
                    <a:pt x="53" y="279"/>
                  </a:cubicBezTo>
                  <a:cubicBezTo>
                    <a:pt x="52" y="280"/>
                    <a:pt x="52" y="280"/>
                    <a:pt x="52" y="280"/>
                  </a:cubicBezTo>
                  <a:cubicBezTo>
                    <a:pt x="54" y="279"/>
                    <a:pt x="55" y="280"/>
                    <a:pt x="55" y="281"/>
                  </a:cubicBezTo>
                  <a:cubicBezTo>
                    <a:pt x="55" y="281"/>
                    <a:pt x="55" y="281"/>
                    <a:pt x="55" y="281"/>
                  </a:cubicBezTo>
                  <a:cubicBezTo>
                    <a:pt x="55" y="282"/>
                    <a:pt x="55" y="283"/>
                    <a:pt x="56" y="284"/>
                  </a:cubicBezTo>
                  <a:cubicBezTo>
                    <a:pt x="57" y="282"/>
                    <a:pt x="58" y="284"/>
                    <a:pt x="59" y="283"/>
                  </a:cubicBezTo>
                  <a:cubicBezTo>
                    <a:pt x="59" y="284"/>
                    <a:pt x="59" y="284"/>
                    <a:pt x="59" y="284"/>
                  </a:cubicBezTo>
                  <a:cubicBezTo>
                    <a:pt x="60" y="283"/>
                    <a:pt x="60" y="283"/>
                    <a:pt x="60" y="283"/>
                  </a:cubicBezTo>
                  <a:cubicBezTo>
                    <a:pt x="61" y="285"/>
                    <a:pt x="61" y="285"/>
                    <a:pt x="61" y="285"/>
                  </a:cubicBezTo>
                  <a:cubicBezTo>
                    <a:pt x="59" y="285"/>
                    <a:pt x="59" y="285"/>
                    <a:pt x="59" y="285"/>
                  </a:cubicBezTo>
                  <a:cubicBezTo>
                    <a:pt x="60" y="287"/>
                    <a:pt x="60" y="285"/>
                    <a:pt x="62" y="284"/>
                  </a:cubicBezTo>
                  <a:cubicBezTo>
                    <a:pt x="63" y="284"/>
                    <a:pt x="62" y="285"/>
                    <a:pt x="62" y="286"/>
                  </a:cubicBezTo>
                  <a:cubicBezTo>
                    <a:pt x="62" y="287"/>
                    <a:pt x="62" y="285"/>
                    <a:pt x="61" y="285"/>
                  </a:cubicBezTo>
                  <a:cubicBezTo>
                    <a:pt x="60" y="286"/>
                    <a:pt x="62" y="286"/>
                    <a:pt x="61" y="287"/>
                  </a:cubicBezTo>
                  <a:cubicBezTo>
                    <a:pt x="62" y="287"/>
                    <a:pt x="63" y="286"/>
                    <a:pt x="63" y="286"/>
                  </a:cubicBezTo>
                  <a:cubicBezTo>
                    <a:pt x="64" y="287"/>
                    <a:pt x="65" y="287"/>
                    <a:pt x="65" y="289"/>
                  </a:cubicBezTo>
                  <a:cubicBezTo>
                    <a:pt x="65" y="288"/>
                    <a:pt x="66" y="289"/>
                    <a:pt x="67" y="288"/>
                  </a:cubicBezTo>
                  <a:cubicBezTo>
                    <a:pt x="66" y="288"/>
                    <a:pt x="66" y="287"/>
                    <a:pt x="66" y="286"/>
                  </a:cubicBezTo>
                  <a:cubicBezTo>
                    <a:pt x="67" y="286"/>
                    <a:pt x="68" y="286"/>
                    <a:pt x="68" y="287"/>
                  </a:cubicBezTo>
                  <a:cubicBezTo>
                    <a:pt x="67" y="287"/>
                    <a:pt x="67" y="287"/>
                    <a:pt x="67" y="287"/>
                  </a:cubicBezTo>
                  <a:cubicBezTo>
                    <a:pt x="68" y="287"/>
                    <a:pt x="69" y="288"/>
                    <a:pt x="69" y="286"/>
                  </a:cubicBezTo>
                  <a:cubicBezTo>
                    <a:pt x="69" y="289"/>
                    <a:pt x="69" y="289"/>
                    <a:pt x="69" y="289"/>
                  </a:cubicBezTo>
                  <a:cubicBezTo>
                    <a:pt x="70" y="288"/>
                    <a:pt x="71" y="288"/>
                    <a:pt x="72" y="288"/>
                  </a:cubicBezTo>
                  <a:cubicBezTo>
                    <a:pt x="71" y="290"/>
                    <a:pt x="69" y="291"/>
                    <a:pt x="71" y="292"/>
                  </a:cubicBezTo>
                  <a:cubicBezTo>
                    <a:pt x="73" y="291"/>
                    <a:pt x="73" y="291"/>
                    <a:pt x="73" y="291"/>
                  </a:cubicBezTo>
                  <a:cubicBezTo>
                    <a:pt x="74" y="291"/>
                    <a:pt x="74" y="292"/>
                    <a:pt x="74" y="293"/>
                  </a:cubicBezTo>
                  <a:cubicBezTo>
                    <a:pt x="76" y="294"/>
                    <a:pt x="77" y="289"/>
                    <a:pt x="79" y="291"/>
                  </a:cubicBezTo>
                  <a:cubicBezTo>
                    <a:pt x="78" y="293"/>
                    <a:pt x="78" y="293"/>
                    <a:pt x="79" y="294"/>
                  </a:cubicBezTo>
                  <a:cubicBezTo>
                    <a:pt x="79" y="293"/>
                    <a:pt x="79" y="293"/>
                    <a:pt x="80" y="293"/>
                  </a:cubicBezTo>
                  <a:cubicBezTo>
                    <a:pt x="80" y="292"/>
                    <a:pt x="79" y="294"/>
                    <a:pt x="79" y="293"/>
                  </a:cubicBezTo>
                  <a:cubicBezTo>
                    <a:pt x="79" y="291"/>
                    <a:pt x="80" y="292"/>
                    <a:pt x="80" y="292"/>
                  </a:cubicBezTo>
                  <a:cubicBezTo>
                    <a:pt x="81" y="296"/>
                    <a:pt x="86" y="294"/>
                    <a:pt x="88" y="296"/>
                  </a:cubicBezTo>
                  <a:cubicBezTo>
                    <a:pt x="88" y="294"/>
                    <a:pt x="90" y="295"/>
                    <a:pt x="90" y="295"/>
                  </a:cubicBezTo>
                  <a:cubicBezTo>
                    <a:pt x="90" y="297"/>
                    <a:pt x="92" y="294"/>
                    <a:pt x="93" y="296"/>
                  </a:cubicBezTo>
                  <a:cubicBezTo>
                    <a:pt x="92" y="293"/>
                    <a:pt x="92" y="293"/>
                    <a:pt x="92" y="293"/>
                  </a:cubicBezTo>
                  <a:cubicBezTo>
                    <a:pt x="94" y="295"/>
                    <a:pt x="95" y="290"/>
                    <a:pt x="96" y="293"/>
                  </a:cubicBezTo>
                  <a:cubicBezTo>
                    <a:pt x="97" y="293"/>
                    <a:pt x="96" y="294"/>
                    <a:pt x="95" y="295"/>
                  </a:cubicBezTo>
                  <a:cubicBezTo>
                    <a:pt x="96" y="298"/>
                    <a:pt x="99" y="293"/>
                    <a:pt x="100" y="296"/>
                  </a:cubicBezTo>
                  <a:cubicBezTo>
                    <a:pt x="100" y="295"/>
                    <a:pt x="99" y="293"/>
                    <a:pt x="101" y="292"/>
                  </a:cubicBezTo>
                  <a:cubicBezTo>
                    <a:pt x="101" y="294"/>
                    <a:pt x="103" y="295"/>
                    <a:pt x="103" y="295"/>
                  </a:cubicBezTo>
                  <a:cubicBezTo>
                    <a:pt x="104" y="295"/>
                    <a:pt x="104" y="294"/>
                    <a:pt x="105" y="295"/>
                  </a:cubicBezTo>
                  <a:cubicBezTo>
                    <a:pt x="104" y="296"/>
                    <a:pt x="104" y="296"/>
                    <a:pt x="104" y="296"/>
                  </a:cubicBezTo>
                  <a:cubicBezTo>
                    <a:pt x="105" y="297"/>
                    <a:pt x="106" y="296"/>
                    <a:pt x="107" y="295"/>
                  </a:cubicBezTo>
                  <a:cubicBezTo>
                    <a:pt x="108" y="297"/>
                    <a:pt x="110" y="296"/>
                    <a:pt x="111" y="297"/>
                  </a:cubicBezTo>
                  <a:cubicBezTo>
                    <a:pt x="112" y="295"/>
                    <a:pt x="113" y="299"/>
                    <a:pt x="113" y="295"/>
                  </a:cubicBezTo>
                  <a:cubicBezTo>
                    <a:pt x="114" y="296"/>
                    <a:pt x="114" y="296"/>
                    <a:pt x="114" y="296"/>
                  </a:cubicBezTo>
                  <a:cubicBezTo>
                    <a:pt x="114" y="296"/>
                    <a:pt x="115" y="294"/>
                    <a:pt x="115" y="294"/>
                  </a:cubicBezTo>
                  <a:cubicBezTo>
                    <a:pt x="115" y="296"/>
                    <a:pt x="115" y="296"/>
                    <a:pt x="115" y="296"/>
                  </a:cubicBezTo>
                  <a:cubicBezTo>
                    <a:pt x="114" y="298"/>
                    <a:pt x="117" y="296"/>
                    <a:pt x="117" y="298"/>
                  </a:cubicBezTo>
                  <a:cubicBezTo>
                    <a:pt x="116" y="296"/>
                    <a:pt x="117" y="298"/>
                    <a:pt x="118" y="296"/>
                  </a:cubicBezTo>
                  <a:cubicBezTo>
                    <a:pt x="118" y="296"/>
                    <a:pt x="118" y="296"/>
                    <a:pt x="118" y="296"/>
                  </a:cubicBezTo>
                  <a:cubicBezTo>
                    <a:pt x="120" y="296"/>
                    <a:pt x="119" y="295"/>
                    <a:pt x="120" y="295"/>
                  </a:cubicBezTo>
                  <a:cubicBezTo>
                    <a:pt x="121" y="295"/>
                    <a:pt x="120" y="297"/>
                    <a:pt x="120" y="297"/>
                  </a:cubicBezTo>
                  <a:cubicBezTo>
                    <a:pt x="120" y="298"/>
                    <a:pt x="121" y="298"/>
                    <a:pt x="122" y="297"/>
                  </a:cubicBezTo>
                  <a:cubicBezTo>
                    <a:pt x="122" y="298"/>
                    <a:pt x="122" y="298"/>
                    <a:pt x="123" y="298"/>
                  </a:cubicBezTo>
                  <a:cubicBezTo>
                    <a:pt x="123" y="298"/>
                    <a:pt x="123" y="298"/>
                    <a:pt x="123" y="298"/>
                  </a:cubicBezTo>
                  <a:cubicBezTo>
                    <a:pt x="123" y="298"/>
                    <a:pt x="124" y="298"/>
                    <a:pt x="124" y="299"/>
                  </a:cubicBezTo>
                  <a:cubicBezTo>
                    <a:pt x="123" y="300"/>
                    <a:pt x="123" y="300"/>
                    <a:pt x="123" y="300"/>
                  </a:cubicBezTo>
                  <a:cubicBezTo>
                    <a:pt x="124" y="300"/>
                    <a:pt x="125" y="299"/>
                    <a:pt x="125" y="298"/>
                  </a:cubicBezTo>
                  <a:cubicBezTo>
                    <a:pt x="127" y="300"/>
                    <a:pt x="131" y="300"/>
                    <a:pt x="132" y="300"/>
                  </a:cubicBezTo>
                  <a:cubicBezTo>
                    <a:pt x="131" y="299"/>
                    <a:pt x="131" y="301"/>
                    <a:pt x="131" y="300"/>
                  </a:cubicBezTo>
                  <a:cubicBezTo>
                    <a:pt x="132" y="300"/>
                    <a:pt x="133" y="299"/>
                    <a:pt x="133" y="300"/>
                  </a:cubicBezTo>
                  <a:cubicBezTo>
                    <a:pt x="134" y="300"/>
                    <a:pt x="133" y="301"/>
                    <a:pt x="134" y="302"/>
                  </a:cubicBezTo>
                  <a:cubicBezTo>
                    <a:pt x="133" y="302"/>
                    <a:pt x="135" y="300"/>
                    <a:pt x="134" y="300"/>
                  </a:cubicBezTo>
                  <a:cubicBezTo>
                    <a:pt x="134" y="303"/>
                    <a:pt x="138" y="301"/>
                    <a:pt x="139" y="304"/>
                  </a:cubicBezTo>
                  <a:cubicBezTo>
                    <a:pt x="139" y="303"/>
                    <a:pt x="138" y="304"/>
                    <a:pt x="137" y="305"/>
                  </a:cubicBezTo>
                  <a:cubicBezTo>
                    <a:pt x="139" y="305"/>
                    <a:pt x="141" y="305"/>
                    <a:pt x="143" y="304"/>
                  </a:cubicBezTo>
                  <a:cubicBezTo>
                    <a:pt x="142" y="305"/>
                    <a:pt x="142" y="305"/>
                    <a:pt x="141" y="305"/>
                  </a:cubicBezTo>
                  <a:cubicBezTo>
                    <a:pt x="142" y="306"/>
                    <a:pt x="143" y="307"/>
                    <a:pt x="144" y="306"/>
                  </a:cubicBezTo>
                  <a:cubicBezTo>
                    <a:pt x="145" y="305"/>
                    <a:pt x="144" y="307"/>
                    <a:pt x="144" y="306"/>
                  </a:cubicBezTo>
                  <a:cubicBezTo>
                    <a:pt x="144" y="305"/>
                    <a:pt x="146" y="305"/>
                    <a:pt x="146" y="306"/>
                  </a:cubicBezTo>
                  <a:cubicBezTo>
                    <a:pt x="146" y="306"/>
                    <a:pt x="146" y="306"/>
                    <a:pt x="146" y="306"/>
                  </a:cubicBezTo>
                  <a:cubicBezTo>
                    <a:pt x="147" y="307"/>
                    <a:pt x="147" y="306"/>
                    <a:pt x="148" y="307"/>
                  </a:cubicBezTo>
                  <a:cubicBezTo>
                    <a:pt x="148" y="308"/>
                    <a:pt x="147" y="307"/>
                    <a:pt x="147" y="308"/>
                  </a:cubicBezTo>
                  <a:cubicBezTo>
                    <a:pt x="145" y="310"/>
                    <a:pt x="147" y="311"/>
                    <a:pt x="147" y="311"/>
                  </a:cubicBezTo>
                  <a:cubicBezTo>
                    <a:pt x="149" y="311"/>
                    <a:pt x="149" y="311"/>
                    <a:pt x="149" y="311"/>
                  </a:cubicBezTo>
                  <a:cubicBezTo>
                    <a:pt x="150" y="311"/>
                    <a:pt x="148" y="312"/>
                    <a:pt x="148" y="312"/>
                  </a:cubicBezTo>
                  <a:cubicBezTo>
                    <a:pt x="154" y="312"/>
                    <a:pt x="154" y="312"/>
                    <a:pt x="154" y="312"/>
                  </a:cubicBezTo>
                  <a:cubicBezTo>
                    <a:pt x="153" y="312"/>
                    <a:pt x="152" y="314"/>
                    <a:pt x="151" y="314"/>
                  </a:cubicBezTo>
                  <a:cubicBezTo>
                    <a:pt x="152" y="315"/>
                    <a:pt x="155" y="315"/>
                    <a:pt x="157" y="315"/>
                  </a:cubicBezTo>
                  <a:cubicBezTo>
                    <a:pt x="157" y="316"/>
                    <a:pt x="158" y="317"/>
                    <a:pt x="159" y="318"/>
                  </a:cubicBezTo>
                  <a:cubicBezTo>
                    <a:pt x="158" y="319"/>
                    <a:pt x="159" y="317"/>
                    <a:pt x="158" y="318"/>
                  </a:cubicBezTo>
                  <a:cubicBezTo>
                    <a:pt x="157" y="319"/>
                    <a:pt x="157" y="319"/>
                    <a:pt x="157" y="319"/>
                  </a:cubicBezTo>
                  <a:cubicBezTo>
                    <a:pt x="156" y="318"/>
                    <a:pt x="154" y="320"/>
                    <a:pt x="153" y="320"/>
                  </a:cubicBezTo>
                  <a:cubicBezTo>
                    <a:pt x="155" y="320"/>
                    <a:pt x="154" y="323"/>
                    <a:pt x="154" y="325"/>
                  </a:cubicBezTo>
                  <a:cubicBezTo>
                    <a:pt x="157" y="323"/>
                    <a:pt x="156" y="326"/>
                    <a:pt x="159" y="325"/>
                  </a:cubicBezTo>
                  <a:cubicBezTo>
                    <a:pt x="160" y="327"/>
                    <a:pt x="157" y="327"/>
                    <a:pt x="156" y="328"/>
                  </a:cubicBezTo>
                  <a:cubicBezTo>
                    <a:pt x="158" y="329"/>
                    <a:pt x="158" y="331"/>
                    <a:pt x="158" y="333"/>
                  </a:cubicBezTo>
                  <a:cubicBezTo>
                    <a:pt x="158" y="333"/>
                    <a:pt x="158" y="333"/>
                    <a:pt x="158" y="333"/>
                  </a:cubicBezTo>
                  <a:cubicBezTo>
                    <a:pt x="159" y="334"/>
                    <a:pt x="158" y="337"/>
                    <a:pt x="161" y="338"/>
                  </a:cubicBezTo>
                  <a:cubicBezTo>
                    <a:pt x="160" y="338"/>
                    <a:pt x="160" y="338"/>
                    <a:pt x="159" y="338"/>
                  </a:cubicBezTo>
                  <a:cubicBezTo>
                    <a:pt x="159" y="340"/>
                    <a:pt x="163" y="338"/>
                    <a:pt x="162" y="340"/>
                  </a:cubicBezTo>
                  <a:cubicBezTo>
                    <a:pt x="160" y="339"/>
                    <a:pt x="160" y="339"/>
                    <a:pt x="160" y="339"/>
                  </a:cubicBezTo>
                  <a:cubicBezTo>
                    <a:pt x="162" y="340"/>
                    <a:pt x="160" y="342"/>
                    <a:pt x="162" y="343"/>
                  </a:cubicBezTo>
                  <a:cubicBezTo>
                    <a:pt x="161" y="343"/>
                    <a:pt x="161" y="343"/>
                    <a:pt x="160" y="343"/>
                  </a:cubicBezTo>
                  <a:cubicBezTo>
                    <a:pt x="161" y="344"/>
                    <a:pt x="161" y="345"/>
                    <a:pt x="163" y="346"/>
                  </a:cubicBezTo>
                  <a:cubicBezTo>
                    <a:pt x="162" y="347"/>
                    <a:pt x="161" y="346"/>
                    <a:pt x="160" y="346"/>
                  </a:cubicBezTo>
                  <a:cubicBezTo>
                    <a:pt x="160" y="347"/>
                    <a:pt x="163" y="347"/>
                    <a:pt x="162" y="348"/>
                  </a:cubicBezTo>
                  <a:cubicBezTo>
                    <a:pt x="162" y="349"/>
                    <a:pt x="161" y="349"/>
                    <a:pt x="161" y="349"/>
                  </a:cubicBezTo>
                  <a:cubicBezTo>
                    <a:pt x="162" y="350"/>
                    <a:pt x="162" y="351"/>
                    <a:pt x="163" y="352"/>
                  </a:cubicBezTo>
                  <a:cubicBezTo>
                    <a:pt x="162" y="352"/>
                    <a:pt x="162" y="353"/>
                    <a:pt x="161" y="353"/>
                  </a:cubicBezTo>
                  <a:cubicBezTo>
                    <a:pt x="161" y="360"/>
                    <a:pt x="162" y="366"/>
                    <a:pt x="164" y="372"/>
                  </a:cubicBezTo>
                  <a:cubicBezTo>
                    <a:pt x="161" y="374"/>
                    <a:pt x="162" y="371"/>
                    <a:pt x="161" y="372"/>
                  </a:cubicBezTo>
                  <a:cubicBezTo>
                    <a:pt x="163" y="372"/>
                    <a:pt x="161" y="373"/>
                    <a:pt x="162" y="375"/>
                  </a:cubicBezTo>
                  <a:cubicBezTo>
                    <a:pt x="162" y="375"/>
                    <a:pt x="162" y="375"/>
                    <a:pt x="162" y="375"/>
                  </a:cubicBezTo>
                  <a:cubicBezTo>
                    <a:pt x="162" y="376"/>
                    <a:pt x="161" y="376"/>
                    <a:pt x="162" y="377"/>
                  </a:cubicBezTo>
                  <a:cubicBezTo>
                    <a:pt x="162" y="377"/>
                    <a:pt x="162" y="377"/>
                    <a:pt x="162" y="377"/>
                  </a:cubicBezTo>
                  <a:cubicBezTo>
                    <a:pt x="164" y="378"/>
                    <a:pt x="159" y="379"/>
                    <a:pt x="162" y="379"/>
                  </a:cubicBezTo>
                  <a:cubicBezTo>
                    <a:pt x="161" y="380"/>
                    <a:pt x="161" y="380"/>
                    <a:pt x="161" y="380"/>
                  </a:cubicBezTo>
                  <a:cubicBezTo>
                    <a:pt x="163" y="381"/>
                    <a:pt x="160" y="382"/>
                    <a:pt x="162" y="383"/>
                  </a:cubicBezTo>
                  <a:cubicBezTo>
                    <a:pt x="162" y="383"/>
                    <a:pt x="162" y="383"/>
                    <a:pt x="162" y="383"/>
                  </a:cubicBezTo>
                  <a:cubicBezTo>
                    <a:pt x="161" y="384"/>
                    <a:pt x="165" y="386"/>
                    <a:pt x="163" y="386"/>
                  </a:cubicBezTo>
                  <a:cubicBezTo>
                    <a:pt x="163" y="388"/>
                    <a:pt x="164" y="389"/>
                    <a:pt x="166" y="389"/>
                  </a:cubicBezTo>
                  <a:cubicBezTo>
                    <a:pt x="165" y="390"/>
                    <a:pt x="164" y="389"/>
                    <a:pt x="163" y="389"/>
                  </a:cubicBezTo>
                  <a:cubicBezTo>
                    <a:pt x="164" y="394"/>
                    <a:pt x="164" y="400"/>
                    <a:pt x="167" y="404"/>
                  </a:cubicBezTo>
                  <a:cubicBezTo>
                    <a:pt x="166" y="404"/>
                    <a:pt x="166" y="404"/>
                    <a:pt x="165" y="404"/>
                  </a:cubicBezTo>
                  <a:cubicBezTo>
                    <a:pt x="168" y="406"/>
                    <a:pt x="163" y="409"/>
                    <a:pt x="168" y="411"/>
                  </a:cubicBezTo>
                  <a:cubicBezTo>
                    <a:pt x="170" y="412"/>
                    <a:pt x="170" y="412"/>
                    <a:pt x="170" y="412"/>
                  </a:cubicBezTo>
                  <a:cubicBezTo>
                    <a:pt x="169" y="412"/>
                    <a:pt x="168" y="412"/>
                    <a:pt x="167" y="413"/>
                  </a:cubicBezTo>
                  <a:cubicBezTo>
                    <a:pt x="168" y="413"/>
                    <a:pt x="167" y="415"/>
                    <a:pt x="169" y="416"/>
                  </a:cubicBezTo>
                  <a:cubicBezTo>
                    <a:pt x="168" y="416"/>
                    <a:pt x="168" y="416"/>
                    <a:pt x="168" y="416"/>
                  </a:cubicBezTo>
                  <a:cubicBezTo>
                    <a:pt x="167" y="417"/>
                    <a:pt x="170" y="418"/>
                    <a:pt x="169" y="419"/>
                  </a:cubicBezTo>
                  <a:cubicBezTo>
                    <a:pt x="169" y="419"/>
                    <a:pt x="169" y="419"/>
                    <a:pt x="169" y="419"/>
                  </a:cubicBezTo>
                  <a:cubicBezTo>
                    <a:pt x="166" y="425"/>
                    <a:pt x="163" y="434"/>
                    <a:pt x="168" y="438"/>
                  </a:cubicBezTo>
                  <a:cubicBezTo>
                    <a:pt x="169" y="440"/>
                    <a:pt x="166" y="439"/>
                    <a:pt x="166" y="440"/>
                  </a:cubicBezTo>
                  <a:cubicBezTo>
                    <a:pt x="170" y="444"/>
                    <a:pt x="167" y="452"/>
                    <a:pt x="173" y="453"/>
                  </a:cubicBezTo>
                  <a:cubicBezTo>
                    <a:pt x="173" y="454"/>
                    <a:pt x="173" y="454"/>
                    <a:pt x="173" y="455"/>
                  </a:cubicBezTo>
                  <a:cubicBezTo>
                    <a:pt x="173" y="455"/>
                    <a:pt x="173" y="456"/>
                    <a:pt x="174" y="456"/>
                  </a:cubicBezTo>
                  <a:cubicBezTo>
                    <a:pt x="171" y="457"/>
                    <a:pt x="174" y="460"/>
                    <a:pt x="172" y="462"/>
                  </a:cubicBezTo>
                  <a:cubicBezTo>
                    <a:pt x="175" y="462"/>
                    <a:pt x="174" y="463"/>
                    <a:pt x="174" y="464"/>
                  </a:cubicBezTo>
                  <a:cubicBezTo>
                    <a:pt x="174" y="464"/>
                    <a:pt x="173" y="464"/>
                    <a:pt x="173" y="464"/>
                  </a:cubicBezTo>
                  <a:cubicBezTo>
                    <a:pt x="173" y="466"/>
                    <a:pt x="173" y="466"/>
                    <a:pt x="172" y="468"/>
                  </a:cubicBezTo>
                  <a:cubicBezTo>
                    <a:pt x="172" y="469"/>
                    <a:pt x="174" y="469"/>
                    <a:pt x="173" y="470"/>
                  </a:cubicBezTo>
                  <a:cubicBezTo>
                    <a:pt x="171" y="471"/>
                    <a:pt x="173" y="472"/>
                    <a:pt x="172" y="473"/>
                  </a:cubicBezTo>
                  <a:cubicBezTo>
                    <a:pt x="174" y="473"/>
                    <a:pt x="175" y="474"/>
                    <a:pt x="175" y="475"/>
                  </a:cubicBezTo>
                  <a:cubicBezTo>
                    <a:pt x="172" y="475"/>
                    <a:pt x="172" y="475"/>
                    <a:pt x="172" y="475"/>
                  </a:cubicBezTo>
                  <a:cubicBezTo>
                    <a:pt x="174" y="477"/>
                    <a:pt x="170" y="481"/>
                    <a:pt x="174" y="485"/>
                  </a:cubicBezTo>
                  <a:cubicBezTo>
                    <a:pt x="172" y="485"/>
                    <a:pt x="172" y="485"/>
                    <a:pt x="172" y="485"/>
                  </a:cubicBezTo>
                  <a:cubicBezTo>
                    <a:pt x="174" y="488"/>
                    <a:pt x="173" y="491"/>
                    <a:pt x="176" y="494"/>
                  </a:cubicBezTo>
                  <a:cubicBezTo>
                    <a:pt x="175" y="495"/>
                    <a:pt x="175" y="496"/>
                    <a:pt x="175" y="497"/>
                  </a:cubicBezTo>
                  <a:cubicBezTo>
                    <a:pt x="176" y="498"/>
                    <a:pt x="176" y="499"/>
                    <a:pt x="178" y="499"/>
                  </a:cubicBezTo>
                  <a:cubicBezTo>
                    <a:pt x="178" y="500"/>
                    <a:pt x="177" y="500"/>
                    <a:pt x="177" y="500"/>
                  </a:cubicBezTo>
                  <a:cubicBezTo>
                    <a:pt x="176" y="501"/>
                    <a:pt x="174" y="504"/>
                    <a:pt x="177" y="504"/>
                  </a:cubicBezTo>
                  <a:cubicBezTo>
                    <a:pt x="175" y="505"/>
                    <a:pt x="175" y="505"/>
                    <a:pt x="175" y="505"/>
                  </a:cubicBezTo>
                  <a:cubicBezTo>
                    <a:pt x="177" y="506"/>
                    <a:pt x="179" y="507"/>
                    <a:pt x="177" y="508"/>
                  </a:cubicBezTo>
                  <a:cubicBezTo>
                    <a:pt x="178" y="509"/>
                    <a:pt x="179" y="510"/>
                    <a:pt x="181" y="509"/>
                  </a:cubicBezTo>
                  <a:cubicBezTo>
                    <a:pt x="181" y="510"/>
                    <a:pt x="178" y="510"/>
                    <a:pt x="180" y="510"/>
                  </a:cubicBezTo>
                  <a:cubicBezTo>
                    <a:pt x="178" y="510"/>
                    <a:pt x="178" y="510"/>
                    <a:pt x="178" y="510"/>
                  </a:cubicBezTo>
                  <a:cubicBezTo>
                    <a:pt x="177" y="513"/>
                    <a:pt x="179" y="515"/>
                    <a:pt x="180" y="518"/>
                  </a:cubicBezTo>
                  <a:cubicBezTo>
                    <a:pt x="178" y="519"/>
                    <a:pt x="181" y="520"/>
                    <a:pt x="179" y="522"/>
                  </a:cubicBezTo>
                  <a:cubicBezTo>
                    <a:pt x="181" y="523"/>
                    <a:pt x="179" y="525"/>
                    <a:pt x="182" y="525"/>
                  </a:cubicBezTo>
                  <a:cubicBezTo>
                    <a:pt x="181" y="525"/>
                    <a:pt x="181" y="525"/>
                    <a:pt x="181" y="525"/>
                  </a:cubicBezTo>
                  <a:cubicBezTo>
                    <a:pt x="181" y="526"/>
                    <a:pt x="181" y="528"/>
                    <a:pt x="180" y="530"/>
                  </a:cubicBezTo>
                  <a:cubicBezTo>
                    <a:pt x="180" y="531"/>
                    <a:pt x="182" y="530"/>
                    <a:pt x="183" y="531"/>
                  </a:cubicBezTo>
                  <a:cubicBezTo>
                    <a:pt x="182" y="531"/>
                    <a:pt x="182" y="531"/>
                    <a:pt x="182" y="531"/>
                  </a:cubicBezTo>
                  <a:cubicBezTo>
                    <a:pt x="183" y="532"/>
                    <a:pt x="185" y="532"/>
                    <a:pt x="186" y="532"/>
                  </a:cubicBezTo>
                  <a:cubicBezTo>
                    <a:pt x="185" y="533"/>
                    <a:pt x="186" y="533"/>
                    <a:pt x="185" y="533"/>
                  </a:cubicBezTo>
                  <a:cubicBezTo>
                    <a:pt x="185" y="533"/>
                    <a:pt x="183" y="533"/>
                    <a:pt x="181" y="532"/>
                  </a:cubicBezTo>
                  <a:cubicBezTo>
                    <a:pt x="181" y="534"/>
                    <a:pt x="184" y="534"/>
                    <a:pt x="182" y="535"/>
                  </a:cubicBezTo>
                  <a:cubicBezTo>
                    <a:pt x="182" y="536"/>
                    <a:pt x="182" y="536"/>
                    <a:pt x="184" y="536"/>
                  </a:cubicBezTo>
                  <a:cubicBezTo>
                    <a:pt x="184" y="536"/>
                    <a:pt x="183" y="537"/>
                    <a:pt x="182" y="537"/>
                  </a:cubicBezTo>
                  <a:cubicBezTo>
                    <a:pt x="183" y="537"/>
                    <a:pt x="183" y="538"/>
                    <a:pt x="184" y="538"/>
                  </a:cubicBezTo>
                  <a:cubicBezTo>
                    <a:pt x="184" y="538"/>
                    <a:pt x="184" y="537"/>
                    <a:pt x="184" y="537"/>
                  </a:cubicBezTo>
                  <a:cubicBezTo>
                    <a:pt x="185" y="537"/>
                    <a:pt x="185" y="538"/>
                    <a:pt x="187" y="538"/>
                  </a:cubicBezTo>
                  <a:cubicBezTo>
                    <a:pt x="187" y="537"/>
                    <a:pt x="186" y="537"/>
                    <a:pt x="186" y="537"/>
                  </a:cubicBezTo>
                  <a:cubicBezTo>
                    <a:pt x="188" y="537"/>
                    <a:pt x="188" y="538"/>
                    <a:pt x="187" y="538"/>
                  </a:cubicBezTo>
                  <a:cubicBezTo>
                    <a:pt x="186" y="539"/>
                    <a:pt x="185" y="538"/>
                    <a:pt x="184" y="539"/>
                  </a:cubicBezTo>
                  <a:cubicBezTo>
                    <a:pt x="188" y="540"/>
                    <a:pt x="188" y="540"/>
                    <a:pt x="188" y="540"/>
                  </a:cubicBezTo>
                  <a:cubicBezTo>
                    <a:pt x="186" y="540"/>
                    <a:pt x="187" y="539"/>
                    <a:pt x="189" y="539"/>
                  </a:cubicBezTo>
                  <a:cubicBezTo>
                    <a:pt x="188" y="538"/>
                    <a:pt x="188" y="538"/>
                    <a:pt x="188" y="538"/>
                  </a:cubicBezTo>
                  <a:cubicBezTo>
                    <a:pt x="189" y="538"/>
                    <a:pt x="189" y="538"/>
                    <a:pt x="189" y="538"/>
                  </a:cubicBezTo>
                  <a:cubicBezTo>
                    <a:pt x="189" y="537"/>
                    <a:pt x="190" y="536"/>
                    <a:pt x="189" y="535"/>
                  </a:cubicBezTo>
                  <a:cubicBezTo>
                    <a:pt x="187" y="536"/>
                    <a:pt x="187" y="536"/>
                    <a:pt x="187" y="536"/>
                  </a:cubicBezTo>
                  <a:cubicBezTo>
                    <a:pt x="187" y="535"/>
                    <a:pt x="185" y="535"/>
                    <a:pt x="187" y="534"/>
                  </a:cubicBezTo>
                  <a:cubicBezTo>
                    <a:pt x="187" y="534"/>
                    <a:pt x="188" y="534"/>
                    <a:pt x="189" y="534"/>
                  </a:cubicBezTo>
                  <a:cubicBezTo>
                    <a:pt x="189" y="534"/>
                    <a:pt x="188" y="533"/>
                    <a:pt x="188" y="533"/>
                  </a:cubicBezTo>
                  <a:cubicBezTo>
                    <a:pt x="191" y="533"/>
                    <a:pt x="191" y="533"/>
                    <a:pt x="191" y="533"/>
                  </a:cubicBezTo>
                  <a:cubicBezTo>
                    <a:pt x="187" y="533"/>
                    <a:pt x="189" y="532"/>
                    <a:pt x="189" y="531"/>
                  </a:cubicBezTo>
                  <a:cubicBezTo>
                    <a:pt x="189" y="531"/>
                    <a:pt x="189" y="531"/>
                    <a:pt x="189" y="531"/>
                  </a:cubicBezTo>
                  <a:cubicBezTo>
                    <a:pt x="190" y="530"/>
                    <a:pt x="188" y="532"/>
                    <a:pt x="188" y="531"/>
                  </a:cubicBezTo>
                  <a:cubicBezTo>
                    <a:pt x="188" y="530"/>
                    <a:pt x="191" y="530"/>
                    <a:pt x="192" y="530"/>
                  </a:cubicBezTo>
                  <a:cubicBezTo>
                    <a:pt x="191" y="529"/>
                    <a:pt x="189" y="527"/>
                    <a:pt x="191" y="526"/>
                  </a:cubicBezTo>
                  <a:cubicBezTo>
                    <a:pt x="190" y="525"/>
                    <a:pt x="189" y="524"/>
                    <a:pt x="188" y="524"/>
                  </a:cubicBezTo>
                  <a:cubicBezTo>
                    <a:pt x="188" y="523"/>
                    <a:pt x="191" y="523"/>
                    <a:pt x="190" y="523"/>
                  </a:cubicBezTo>
                  <a:cubicBezTo>
                    <a:pt x="190" y="523"/>
                    <a:pt x="191" y="522"/>
                    <a:pt x="192" y="522"/>
                  </a:cubicBezTo>
                  <a:cubicBezTo>
                    <a:pt x="191" y="522"/>
                    <a:pt x="192" y="521"/>
                    <a:pt x="190" y="522"/>
                  </a:cubicBezTo>
                  <a:cubicBezTo>
                    <a:pt x="190" y="520"/>
                    <a:pt x="191" y="519"/>
                    <a:pt x="190" y="518"/>
                  </a:cubicBezTo>
                  <a:cubicBezTo>
                    <a:pt x="190" y="518"/>
                    <a:pt x="192" y="518"/>
                    <a:pt x="193" y="518"/>
                  </a:cubicBezTo>
                  <a:cubicBezTo>
                    <a:pt x="191" y="517"/>
                    <a:pt x="190" y="516"/>
                    <a:pt x="190" y="515"/>
                  </a:cubicBezTo>
                  <a:cubicBezTo>
                    <a:pt x="189" y="515"/>
                    <a:pt x="189" y="516"/>
                    <a:pt x="187" y="516"/>
                  </a:cubicBezTo>
                  <a:cubicBezTo>
                    <a:pt x="187" y="516"/>
                    <a:pt x="186" y="516"/>
                    <a:pt x="186" y="515"/>
                  </a:cubicBezTo>
                  <a:cubicBezTo>
                    <a:pt x="188" y="515"/>
                    <a:pt x="191" y="515"/>
                    <a:pt x="191" y="514"/>
                  </a:cubicBezTo>
                  <a:cubicBezTo>
                    <a:pt x="193" y="514"/>
                    <a:pt x="190" y="515"/>
                    <a:pt x="193" y="515"/>
                  </a:cubicBezTo>
                  <a:cubicBezTo>
                    <a:pt x="195" y="515"/>
                    <a:pt x="196" y="517"/>
                    <a:pt x="194" y="517"/>
                  </a:cubicBezTo>
                  <a:cubicBezTo>
                    <a:pt x="197" y="518"/>
                    <a:pt x="195" y="516"/>
                    <a:pt x="197" y="516"/>
                  </a:cubicBezTo>
                  <a:cubicBezTo>
                    <a:pt x="197" y="516"/>
                    <a:pt x="195" y="515"/>
                    <a:pt x="195" y="514"/>
                  </a:cubicBezTo>
                  <a:cubicBezTo>
                    <a:pt x="194" y="514"/>
                    <a:pt x="194" y="515"/>
                    <a:pt x="193" y="514"/>
                  </a:cubicBezTo>
                  <a:cubicBezTo>
                    <a:pt x="190" y="514"/>
                    <a:pt x="194" y="513"/>
                    <a:pt x="194" y="513"/>
                  </a:cubicBezTo>
                  <a:cubicBezTo>
                    <a:pt x="195" y="513"/>
                    <a:pt x="195" y="513"/>
                    <a:pt x="195" y="513"/>
                  </a:cubicBezTo>
                  <a:cubicBezTo>
                    <a:pt x="196" y="512"/>
                    <a:pt x="194" y="512"/>
                    <a:pt x="194" y="511"/>
                  </a:cubicBezTo>
                  <a:cubicBezTo>
                    <a:pt x="197" y="511"/>
                    <a:pt x="195" y="513"/>
                    <a:pt x="197" y="513"/>
                  </a:cubicBezTo>
                  <a:cubicBezTo>
                    <a:pt x="199" y="512"/>
                    <a:pt x="199" y="512"/>
                    <a:pt x="199" y="512"/>
                  </a:cubicBezTo>
                  <a:cubicBezTo>
                    <a:pt x="199" y="511"/>
                    <a:pt x="196" y="512"/>
                    <a:pt x="197" y="511"/>
                  </a:cubicBezTo>
                  <a:cubicBezTo>
                    <a:pt x="198" y="511"/>
                    <a:pt x="198" y="511"/>
                    <a:pt x="198" y="511"/>
                  </a:cubicBezTo>
                  <a:cubicBezTo>
                    <a:pt x="197" y="510"/>
                    <a:pt x="197" y="510"/>
                    <a:pt x="197" y="510"/>
                  </a:cubicBezTo>
                  <a:cubicBezTo>
                    <a:pt x="196" y="510"/>
                    <a:pt x="194" y="510"/>
                    <a:pt x="195" y="511"/>
                  </a:cubicBezTo>
                  <a:cubicBezTo>
                    <a:pt x="191" y="511"/>
                    <a:pt x="194" y="511"/>
                    <a:pt x="193" y="510"/>
                  </a:cubicBezTo>
                  <a:cubicBezTo>
                    <a:pt x="192" y="509"/>
                    <a:pt x="194" y="510"/>
                    <a:pt x="192" y="510"/>
                  </a:cubicBezTo>
                  <a:cubicBezTo>
                    <a:pt x="190" y="510"/>
                    <a:pt x="190" y="510"/>
                    <a:pt x="190" y="509"/>
                  </a:cubicBezTo>
                  <a:cubicBezTo>
                    <a:pt x="190" y="508"/>
                    <a:pt x="192" y="509"/>
                    <a:pt x="193" y="508"/>
                  </a:cubicBezTo>
                  <a:cubicBezTo>
                    <a:pt x="193" y="508"/>
                    <a:pt x="193" y="509"/>
                    <a:pt x="192" y="509"/>
                  </a:cubicBezTo>
                  <a:cubicBezTo>
                    <a:pt x="194" y="510"/>
                    <a:pt x="196" y="508"/>
                    <a:pt x="197" y="509"/>
                  </a:cubicBezTo>
                  <a:cubicBezTo>
                    <a:pt x="198" y="508"/>
                    <a:pt x="196" y="508"/>
                    <a:pt x="196" y="508"/>
                  </a:cubicBezTo>
                  <a:cubicBezTo>
                    <a:pt x="195" y="508"/>
                    <a:pt x="194" y="508"/>
                    <a:pt x="193" y="508"/>
                  </a:cubicBezTo>
                  <a:cubicBezTo>
                    <a:pt x="188" y="507"/>
                    <a:pt x="197" y="507"/>
                    <a:pt x="196" y="506"/>
                  </a:cubicBezTo>
                  <a:cubicBezTo>
                    <a:pt x="193" y="506"/>
                    <a:pt x="191" y="504"/>
                    <a:pt x="188" y="506"/>
                  </a:cubicBezTo>
                  <a:cubicBezTo>
                    <a:pt x="187" y="505"/>
                    <a:pt x="187" y="505"/>
                    <a:pt x="187" y="505"/>
                  </a:cubicBezTo>
                  <a:cubicBezTo>
                    <a:pt x="189" y="505"/>
                    <a:pt x="189" y="504"/>
                    <a:pt x="191" y="504"/>
                  </a:cubicBezTo>
                  <a:cubicBezTo>
                    <a:pt x="191" y="504"/>
                    <a:pt x="191" y="504"/>
                    <a:pt x="191" y="504"/>
                  </a:cubicBezTo>
                  <a:cubicBezTo>
                    <a:pt x="193" y="504"/>
                    <a:pt x="193" y="504"/>
                    <a:pt x="193" y="504"/>
                  </a:cubicBezTo>
                  <a:cubicBezTo>
                    <a:pt x="195" y="504"/>
                    <a:pt x="196" y="503"/>
                    <a:pt x="197" y="503"/>
                  </a:cubicBezTo>
                  <a:cubicBezTo>
                    <a:pt x="196" y="502"/>
                    <a:pt x="195" y="503"/>
                    <a:pt x="194" y="502"/>
                  </a:cubicBezTo>
                  <a:cubicBezTo>
                    <a:pt x="195" y="502"/>
                    <a:pt x="195" y="502"/>
                    <a:pt x="196" y="502"/>
                  </a:cubicBezTo>
                  <a:cubicBezTo>
                    <a:pt x="195" y="502"/>
                    <a:pt x="193" y="503"/>
                    <a:pt x="193" y="502"/>
                  </a:cubicBezTo>
                  <a:cubicBezTo>
                    <a:pt x="193" y="501"/>
                    <a:pt x="195" y="500"/>
                    <a:pt x="195" y="501"/>
                  </a:cubicBezTo>
                  <a:cubicBezTo>
                    <a:pt x="197" y="501"/>
                    <a:pt x="197" y="501"/>
                    <a:pt x="197" y="501"/>
                  </a:cubicBezTo>
                  <a:cubicBezTo>
                    <a:pt x="195" y="501"/>
                    <a:pt x="198" y="501"/>
                    <a:pt x="197" y="500"/>
                  </a:cubicBezTo>
                  <a:cubicBezTo>
                    <a:pt x="196" y="500"/>
                    <a:pt x="194" y="500"/>
                    <a:pt x="193" y="500"/>
                  </a:cubicBezTo>
                  <a:cubicBezTo>
                    <a:pt x="192" y="499"/>
                    <a:pt x="194" y="499"/>
                    <a:pt x="193" y="499"/>
                  </a:cubicBezTo>
                  <a:cubicBezTo>
                    <a:pt x="195" y="500"/>
                    <a:pt x="195" y="500"/>
                    <a:pt x="195" y="500"/>
                  </a:cubicBezTo>
                  <a:cubicBezTo>
                    <a:pt x="194" y="499"/>
                    <a:pt x="198" y="499"/>
                    <a:pt x="197" y="498"/>
                  </a:cubicBezTo>
                  <a:cubicBezTo>
                    <a:pt x="195" y="498"/>
                    <a:pt x="195" y="498"/>
                    <a:pt x="195" y="498"/>
                  </a:cubicBezTo>
                  <a:cubicBezTo>
                    <a:pt x="196" y="498"/>
                    <a:pt x="196" y="498"/>
                    <a:pt x="197" y="498"/>
                  </a:cubicBezTo>
                  <a:cubicBezTo>
                    <a:pt x="196" y="498"/>
                    <a:pt x="196" y="497"/>
                    <a:pt x="196" y="497"/>
                  </a:cubicBezTo>
                  <a:cubicBezTo>
                    <a:pt x="197" y="497"/>
                    <a:pt x="197" y="497"/>
                    <a:pt x="197" y="497"/>
                  </a:cubicBezTo>
                  <a:cubicBezTo>
                    <a:pt x="196" y="497"/>
                    <a:pt x="193" y="496"/>
                    <a:pt x="196" y="496"/>
                  </a:cubicBezTo>
                  <a:cubicBezTo>
                    <a:pt x="193" y="496"/>
                    <a:pt x="196" y="496"/>
                    <a:pt x="194" y="497"/>
                  </a:cubicBezTo>
                  <a:cubicBezTo>
                    <a:pt x="192" y="497"/>
                    <a:pt x="193" y="496"/>
                    <a:pt x="192" y="496"/>
                  </a:cubicBezTo>
                  <a:cubicBezTo>
                    <a:pt x="195" y="496"/>
                    <a:pt x="192" y="495"/>
                    <a:pt x="192" y="495"/>
                  </a:cubicBezTo>
                  <a:cubicBezTo>
                    <a:pt x="193" y="494"/>
                    <a:pt x="194" y="494"/>
                    <a:pt x="194" y="494"/>
                  </a:cubicBezTo>
                  <a:cubicBezTo>
                    <a:pt x="193" y="494"/>
                    <a:pt x="193" y="494"/>
                    <a:pt x="193" y="494"/>
                  </a:cubicBezTo>
                  <a:cubicBezTo>
                    <a:pt x="196" y="493"/>
                    <a:pt x="192" y="493"/>
                    <a:pt x="193" y="492"/>
                  </a:cubicBezTo>
                  <a:cubicBezTo>
                    <a:pt x="194" y="492"/>
                    <a:pt x="195" y="492"/>
                    <a:pt x="196" y="492"/>
                  </a:cubicBezTo>
                  <a:cubicBezTo>
                    <a:pt x="193" y="493"/>
                    <a:pt x="193" y="491"/>
                    <a:pt x="191" y="491"/>
                  </a:cubicBezTo>
                  <a:cubicBezTo>
                    <a:pt x="192" y="490"/>
                    <a:pt x="194" y="492"/>
                    <a:pt x="196" y="491"/>
                  </a:cubicBezTo>
                  <a:cubicBezTo>
                    <a:pt x="194" y="491"/>
                    <a:pt x="197" y="490"/>
                    <a:pt x="195" y="490"/>
                  </a:cubicBezTo>
                  <a:cubicBezTo>
                    <a:pt x="194" y="491"/>
                    <a:pt x="193" y="490"/>
                    <a:pt x="192" y="490"/>
                  </a:cubicBezTo>
                  <a:cubicBezTo>
                    <a:pt x="192" y="489"/>
                    <a:pt x="193" y="490"/>
                    <a:pt x="194" y="489"/>
                  </a:cubicBezTo>
                  <a:cubicBezTo>
                    <a:pt x="193" y="489"/>
                    <a:pt x="191" y="488"/>
                    <a:pt x="191" y="489"/>
                  </a:cubicBezTo>
                  <a:cubicBezTo>
                    <a:pt x="191" y="488"/>
                    <a:pt x="189" y="488"/>
                    <a:pt x="190" y="487"/>
                  </a:cubicBezTo>
                  <a:cubicBezTo>
                    <a:pt x="192" y="487"/>
                    <a:pt x="191" y="488"/>
                    <a:pt x="192" y="488"/>
                  </a:cubicBezTo>
                  <a:cubicBezTo>
                    <a:pt x="192" y="487"/>
                    <a:pt x="188" y="488"/>
                    <a:pt x="187" y="487"/>
                  </a:cubicBezTo>
                  <a:cubicBezTo>
                    <a:pt x="187" y="487"/>
                    <a:pt x="184" y="487"/>
                    <a:pt x="183" y="486"/>
                  </a:cubicBezTo>
                  <a:cubicBezTo>
                    <a:pt x="183" y="485"/>
                    <a:pt x="184" y="487"/>
                    <a:pt x="186" y="486"/>
                  </a:cubicBezTo>
                  <a:cubicBezTo>
                    <a:pt x="185" y="486"/>
                    <a:pt x="185" y="486"/>
                    <a:pt x="185" y="486"/>
                  </a:cubicBezTo>
                  <a:cubicBezTo>
                    <a:pt x="188" y="485"/>
                    <a:pt x="190" y="487"/>
                    <a:pt x="193" y="486"/>
                  </a:cubicBezTo>
                  <a:cubicBezTo>
                    <a:pt x="192" y="486"/>
                    <a:pt x="192" y="486"/>
                    <a:pt x="192" y="486"/>
                  </a:cubicBezTo>
                  <a:cubicBezTo>
                    <a:pt x="195" y="486"/>
                    <a:pt x="195" y="486"/>
                    <a:pt x="195" y="486"/>
                  </a:cubicBezTo>
                  <a:cubicBezTo>
                    <a:pt x="193" y="486"/>
                    <a:pt x="194" y="485"/>
                    <a:pt x="194" y="484"/>
                  </a:cubicBezTo>
                  <a:cubicBezTo>
                    <a:pt x="192" y="484"/>
                    <a:pt x="194" y="485"/>
                    <a:pt x="193" y="485"/>
                  </a:cubicBezTo>
                  <a:cubicBezTo>
                    <a:pt x="192" y="484"/>
                    <a:pt x="190" y="484"/>
                    <a:pt x="191" y="483"/>
                  </a:cubicBezTo>
                  <a:cubicBezTo>
                    <a:pt x="192" y="484"/>
                    <a:pt x="193" y="483"/>
                    <a:pt x="194" y="483"/>
                  </a:cubicBezTo>
                  <a:cubicBezTo>
                    <a:pt x="195" y="483"/>
                    <a:pt x="192" y="483"/>
                    <a:pt x="193" y="482"/>
                  </a:cubicBezTo>
                  <a:cubicBezTo>
                    <a:pt x="194" y="483"/>
                    <a:pt x="194" y="483"/>
                    <a:pt x="194" y="483"/>
                  </a:cubicBezTo>
                  <a:cubicBezTo>
                    <a:pt x="194" y="480"/>
                    <a:pt x="194" y="478"/>
                    <a:pt x="190" y="476"/>
                  </a:cubicBezTo>
                  <a:cubicBezTo>
                    <a:pt x="191" y="475"/>
                    <a:pt x="191" y="475"/>
                    <a:pt x="193" y="474"/>
                  </a:cubicBezTo>
                  <a:cubicBezTo>
                    <a:pt x="192" y="474"/>
                    <a:pt x="191" y="474"/>
                    <a:pt x="191" y="473"/>
                  </a:cubicBezTo>
                  <a:cubicBezTo>
                    <a:pt x="193" y="473"/>
                    <a:pt x="193" y="473"/>
                    <a:pt x="193" y="473"/>
                  </a:cubicBezTo>
                  <a:cubicBezTo>
                    <a:pt x="194" y="472"/>
                    <a:pt x="192" y="472"/>
                    <a:pt x="191" y="471"/>
                  </a:cubicBezTo>
                  <a:cubicBezTo>
                    <a:pt x="193" y="471"/>
                    <a:pt x="193" y="471"/>
                    <a:pt x="193" y="471"/>
                  </a:cubicBezTo>
                  <a:cubicBezTo>
                    <a:pt x="194" y="471"/>
                    <a:pt x="192" y="470"/>
                    <a:pt x="191" y="470"/>
                  </a:cubicBezTo>
                  <a:cubicBezTo>
                    <a:pt x="193" y="470"/>
                    <a:pt x="193" y="470"/>
                    <a:pt x="193" y="470"/>
                  </a:cubicBezTo>
                  <a:cubicBezTo>
                    <a:pt x="191" y="470"/>
                    <a:pt x="191" y="470"/>
                    <a:pt x="191" y="470"/>
                  </a:cubicBezTo>
                  <a:cubicBezTo>
                    <a:pt x="191" y="469"/>
                    <a:pt x="191" y="468"/>
                    <a:pt x="193" y="469"/>
                  </a:cubicBezTo>
                  <a:cubicBezTo>
                    <a:pt x="193" y="469"/>
                    <a:pt x="192" y="468"/>
                    <a:pt x="192" y="468"/>
                  </a:cubicBezTo>
                  <a:cubicBezTo>
                    <a:pt x="193" y="468"/>
                    <a:pt x="193" y="467"/>
                    <a:pt x="193" y="466"/>
                  </a:cubicBezTo>
                  <a:cubicBezTo>
                    <a:pt x="192" y="466"/>
                    <a:pt x="191" y="466"/>
                    <a:pt x="190" y="466"/>
                  </a:cubicBezTo>
                  <a:cubicBezTo>
                    <a:pt x="188" y="465"/>
                    <a:pt x="190" y="466"/>
                    <a:pt x="189" y="465"/>
                  </a:cubicBezTo>
                  <a:cubicBezTo>
                    <a:pt x="190" y="465"/>
                    <a:pt x="191" y="465"/>
                    <a:pt x="192" y="465"/>
                  </a:cubicBezTo>
                  <a:cubicBezTo>
                    <a:pt x="195" y="465"/>
                    <a:pt x="192" y="462"/>
                    <a:pt x="193" y="461"/>
                  </a:cubicBezTo>
                  <a:cubicBezTo>
                    <a:pt x="192" y="460"/>
                    <a:pt x="192" y="460"/>
                    <a:pt x="192" y="460"/>
                  </a:cubicBezTo>
                  <a:cubicBezTo>
                    <a:pt x="195" y="460"/>
                    <a:pt x="193" y="459"/>
                    <a:pt x="194" y="458"/>
                  </a:cubicBezTo>
                  <a:cubicBezTo>
                    <a:pt x="193" y="458"/>
                    <a:pt x="191" y="457"/>
                    <a:pt x="191" y="456"/>
                  </a:cubicBezTo>
                  <a:cubicBezTo>
                    <a:pt x="189" y="455"/>
                    <a:pt x="193" y="457"/>
                    <a:pt x="195" y="457"/>
                  </a:cubicBezTo>
                  <a:cubicBezTo>
                    <a:pt x="194" y="456"/>
                    <a:pt x="194" y="456"/>
                    <a:pt x="194" y="456"/>
                  </a:cubicBezTo>
                  <a:cubicBezTo>
                    <a:pt x="194" y="456"/>
                    <a:pt x="194" y="456"/>
                    <a:pt x="194" y="456"/>
                  </a:cubicBezTo>
                  <a:cubicBezTo>
                    <a:pt x="194" y="455"/>
                    <a:pt x="193" y="454"/>
                    <a:pt x="194" y="454"/>
                  </a:cubicBezTo>
                  <a:cubicBezTo>
                    <a:pt x="194" y="454"/>
                    <a:pt x="194" y="454"/>
                    <a:pt x="194" y="454"/>
                  </a:cubicBezTo>
                  <a:cubicBezTo>
                    <a:pt x="195" y="454"/>
                    <a:pt x="196" y="455"/>
                    <a:pt x="196" y="454"/>
                  </a:cubicBezTo>
                  <a:cubicBezTo>
                    <a:pt x="194" y="453"/>
                    <a:pt x="196" y="453"/>
                    <a:pt x="194" y="452"/>
                  </a:cubicBezTo>
                  <a:cubicBezTo>
                    <a:pt x="195" y="452"/>
                    <a:pt x="195" y="452"/>
                    <a:pt x="195" y="452"/>
                  </a:cubicBezTo>
                  <a:cubicBezTo>
                    <a:pt x="194" y="451"/>
                    <a:pt x="194" y="451"/>
                    <a:pt x="194" y="451"/>
                  </a:cubicBezTo>
                  <a:cubicBezTo>
                    <a:pt x="195" y="451"/>
                    <a:pt x="195" y="451"/>
                    <a:pt x="195" y="451"/>
                  </a:cubicBezTo>
                  <a:cubicBezTo>
                    <a:pt x="196" y="453"/>
                    <a:pt x="196" y="453"/>
                    <a:pt x="196" y="453"/>
                  </a:cubicBezTo>
                  <a:cubicBezTo>
                    <a:pt x="197" y="452"/>
                    <a:pt x="195" y="452"/>
                    <a:pt x="194" y="451"/>
                  </a:cubicBezTo>
                  <a:cubicBezTo>
                    <a:pt x="193" y="450"/>
                    <a:pt x="195" y="450"/>
                    <a:pt x="195" y="451"/>
                  </a:cubicBezTo>
                  <a:cubicBezTo>
                    <a:pt x="196" y="451"/>
                    <a:pt x="195" y="451"/>
                    <a:pt x="195" y="451"/>
                  </a:cubicBezTo>
                  <a:cubicBezTo>
                    <a:pt x="196" y="452"/>
                    <a:pt x="196" y="451"/>
                    <a:pt x="196" y="452"/>
                  </a:cubicBezTo>
                  <a:cubicBezTo>
                    <a:pt x="196" y="451"/>
                    <a:pt x="195" y="450"/>
                    <a:pt x="195" y="450"/>
                  </a:cubicBezTo>
                  <a:cubicBezTo>
                    <a:pt x="195" y="451"/>
                    <a:pt x="196" y="450"/>
                    <a:pt x="197" y="451"/>
                  </a:cubicBezTo>
                  <a:cubicBezTo>
                    <a:pt x="196" y="450"/>
                    <a:pt x="197" y="450"/>
                    <a:pt x="196" y="450"/>
                  </a:cubicBezTo>
                  <a:cubicBezTo>
                    <a:pt x="196" y="450"/>
                    <a:pt x="195" y="449"/>
                    <a:pt x="194" y="449"/>
                  </a:cubicBezTo>
                  <a:cubicBezTo>
                    <a:pt x="194" y="448"/>
                    <a:pt x="194" y="448"/>
                    <a:pt x="195" y="448"/>
                  </a:cubicBezTo>
                  <a:cubicBezTo>
                    <a:pt x="195" y="449"/>
                    <a:pt x="195" y="449"/>
                    <a:pt x="195" y="449"/>
                  </a:cubicBezTo>
                  <a:cubicBezTo>
                    <a:pt x="195" y="448"/>
                    <a:pt x="196" y="448"/>
                    <a:pt x="194" y="447"/>
                  </a:cubicBezTo>
                  <a:cubicBezTo>
                    <a:pt x="196" y="449"/>
                    <a:pt x="196" y="449"/>
                    <a:pt x="196" y="449"/>
                  </a:cubicBezTo>
                  <a:cubicBezTo>
                    <a:pt x="196" y="448"/>
                    <a:pt x="196" y="448"/>
                    <a:pt x="196" y="447"/>
                  </a:cubicBezTo>
                  <a:cubicBezTo>
                    <a:pt x="197" y="448"/>
                    <a:pt x="198" y="450"/>
                    <a:pt x="199" y="450"/>
                  </a:cubicBezTo>
                  <a:cubicBezTo>
                    <a:pt x="198" y="448"/>
                    <a:pt x="198" y="448"/>
                    <a:pt x="198" y="448"/>
                  </a:cubicBezTo>
                  <a:cubicBezTo>
                    <a:pt x="199" y="448"/>
                    <a:pt x="199" y="448"/>
                    <a:pt x="199" y="449"/>
                  </a:cubicBezTo>
                  <a:cubicBezTo>
                    <a:pt x="200" y="449"/>
                    <a:pt x="198" y="444"/>
                    <a:pt x="199" y="445"/>
                  </a:cubicBezTo>
                  <a:cubicBezTo>
                    <a:pt x="200" y="447"/>
                    <a:pt x="200" y="447"/>
                    <a:pt x="201" y="447"/>
                  </a:cubicBezTo>
                  <a:cubicBezTo>
                    <a:pt x="200" y="446"/>
                    <a:pt x="200" y="446"/>
                    <a:pt x="200" y="446"/>
                  </a:cubicBezTo>
                  <a:cubicBezTo>
                    <a:pt x="200" y="446"/>
                    <a:pt x="201" y="448"/>
                    <a:pt x="200" y="447"/>
                  </a:cubicBezTo>
                  <a:cubicBezTo>
                    <a:pt x="199" y="446"/>
                    <a:pt x="200" y="446"/>
                    <a:pt x="200" y="445"/>
                  </a:cubicBezTo>
                  <a:cubicBezTo>
                    <a:pt x="200" y="446"/>
                    <a:pt x="201" y="447"/>
                    <a:pt x="202" y="447"/>
                  </a:cubicBezTo>
                  <a:cubicBezTo>
                    <a:pt x="202" y="447"/>
                    <a:pt x="202" y="447"/>
                    <a:pt x="202" y="447"/>
                  </a:cubicBezTo>
                  <a:cubicBezTo>
                    <a:pt x="205" y="449"/>
                    <a:pt x="200" y="450"/>
                    <a:pt x="204" y="454"/>
                  </a:cubicBezTo>
                  <a:cubicBezTo>
                    <a:pt x="205" y="456"/>
                    <a:pt x="206" y="463"/>
                    <a:pt x="206" y="463"/>
                  </a:cubicBezTo>
                  <a:cubicBezTo>
                    <a:pt x="214" y="451"/>
                    <a:pt x="212" y="449"/>
                    <a:pt x="214" y="446"/>
                  </a:cubicBezTo>
                  <a:cubicBezTo>
                    <a:pt x="214" y="447"/>
                    <a:pt x="214" y="447"/>
                    <a:pt x="214" y="447"/>
                  </a:cubicBezTo>
                  <a:cubicBezTo>
                    <a:pt x="214" y="446"/>
                    <a:pt x="214" y="446"/>
                    <a:pt x="214" y="446"/>
                  </a:cubicBezTo>
                  <a:cubicBezTo>
                    <a:pt x="214" y="446"/>
                    <a:pt x="215" y="446"/>
                    <a:pt x="215" y="446"/>
                  </a:cubicBezTo>
                  <a:cubicBezTo>
                    <a:pt x="215" y="446"/>
                    <a:pt x="215" y="447"/>
                    <a:pt x="216" y="445"/>
                  </a:cubicBezTo>
                  <a:cubicBezTo>
                    <a:pt x="216" y="445"/>
                    <a:pt x="216" y="445"/>
                    <a:pt x="216" y="445"/>
                  </a:cubicBezTo>
                  <a:cubicBezTo>
                    <a:pt x="216" y="445"/>
                    <a:pt x="217" y="443"/>
                    <a:pt x="217" y="443"/>
                  </a:cubicBezTo>
                  <a:cubicBezTo>
                    <a:pt x="216" y="445"/>
                    <a:pt x="216" y="445"/>
                    <a:pt x="216" y="445"/>
                  </a:cubicBezTo>
                  <a:cubicBezTo>
                    <a:pt x="216" y="447"/>
                    <a:pt x="217" y="446"/>
                    <a:pt x="217" y="447"/>
                  </a:cubicBezTo>
                  <a:cubicBezTo>
                    <a:pt x="217" y="445"/>
                    <a:pt x="217" y="447"/>
                    <a:pt x="218" y="445"/>
                  </a:cubicBezTo>
                  <a:cubicBezTo>
                    <a:pt x="218" y="445"/>
                    <a:pt x="218" y="445"/>
                    <a:pt x="218" y="445"/>
                  </a:cubicBezTo>
                  <a:cubicBezTo>
                    <a:pt x="219" y="445"/>
                    <a:pt x="219" y="444"/>
                    <a:pt x="220" y="444"/>
                  </a:cubicBezTo>
                  <a:cubicBezTo>
                    <a:pt x="220" y="444"/>
                    <a:pt x="219" y="446"/>
                    <a:pt x="219" y="446"/>
                  </a:cubicBezTo>
                  <a:cubicBezTo>
                    <a:pt x="219" y="447"/>
                    <a:pt x="219" y="447"/>
                    <a:pt x="220" y="447"/>
                  </a:cubicBezTo>
                  <a:cubicBezTo>
                    <a:pt x="220" y="447"/>
                    <a:pt x="220" y="446"/>
                    <a:pt x="220" y="446"/>
                  </a:cubicBezTo>
                  <a:cubicBezTo>
                    <a:pt x="220" y="446"/>
                    <a:pt x="220" y="446"/>
                    <a:pt x="220" y="447"/>
                  </a:cubicBezTo>
                  <a:cubicBezTo>
                    <a:pt x="220" y="446"/>
                    <a:pt x="220" y="446"/>
                    <a:pt x="220" y="446"/>
                  </a:cubicBezTo>
                  <a:cubicBezTo>
                    <a:pt x="220" y="446"/>
                    <a:pt x="220" y="446"/>
                    <a:pt x="220" y="447"/>
                  </a:cubicBezTo>
                  <a:cubicBezTo>
                    <a:pt x="220" y="447"/>
                    <a:pt x="220" y="447"/>
                    <a:pt x="220" y="447"/>
                  </a:cubicBezTo>
                  <a:cubicBezTo>
                    <a:pt x="220" y="447"/>
                    <a:pt x="220" y="447"/>
                    <a:pt x="220" y="447"/>
                  </a:cubicBezTo>
                  <a:cubicBezTo>
                    <a:pt x="220" y="447"/>
                    <a:pt x="220" y="447"/>
                    <a:pt x="220" y="447"/>
                  </a:cubicBezTo>
                  <a:cubicBezTo>
                    <a:pt x="220" y="447"/>
                    <a:pt x="220" y="447"/>
                    <a:pt x="220" y="448"/>
                  </a:cubicBezTo>
                  <a:cubicBezTo>
                    <a:pt x="220" y="449"/>
                    <a:pt x="220" y="449"/>
                    <a:pt x="220" y="449"/>
                  </a:cubicBezTo>
                  <a:cubicBezTo>
                    <a:pt x="220" y="449"/>
                    <a:pt x="221" y="448"/>
                    <a:pt x="221" y="447"/>
                  </a:cubicBezTo>
                  <a:cubicBezTo>
                    <a:pt x="222" y="449"/>
                    <a:pt x="224" y="448"/>
                    <a:pt x="225" y="448"/>
                  </a:cubicBezTo>
                  <a:cubicBezTo>
                    <a:pt x="225" y="448"/>
                    <a:pt x="224" y="449"/>
                    <a:pt x="225" y="449"/>
                  </a:cubicBezTo>
                  <a:cubicBezTo>
                    <a:pt x="225" y="449"/>
                    <a:pt x="226" y="448"/>
                    <a:pt x="226" y="449"/>
                  </a:cubicBezTo>
                  <a:cubicBezTo>
                    <a:pt x="226" y="448"/>
                    <a:pt x="225" y="450"/>
                    <a:pt x="225" y="450"/>
                  </a:cubicBezTo>
                  <a:cubicBezTo>
                    <a:pt x="225" y="451"/>
                    <a:pt x="226" y="449"/>
                    <a:pt x="226" y="449"/>
                  </a:cubicBezTo>
                  <a:cubicBezTo>
                    <a:pt x="225" y="452"/>
                    <a:pt x="229" y="450"/>
                    <a:pt x="229" y="452"/>
                  </a:cubicBezTo>
                  <a:cubicBezTo>
                    <a:pt x="229" y="451"/>
                    <a:pt x="228" y="452"/>
                    <a:pt x="227" y="452"/>
                  </a:cubicBezTo>
                  <a:cubicBezTo>
                    <a:pt x="228" y="452"/>
                    <a:pt x="229" y="452"/>
                    <a:pt x="232" y="452"/>
                  </a:cubicBezTo>
                  <a:cubicBezTo>
                    <a:pt x="230" y="453"/>
                    <a:pt x="230" y="453"/>
                    <a:pt x="230" y="453"/>
                  </a:cubicBezTo>
                  <a:cubicBezTo>
                    <a:pt x="230" y="453"/>
                    <a:pt x="231" y="453"/>
                    <a:pt x="232" y="453"/>
                  </a:cubicBezTo>
                  <a:cubicBezTo>
                    <a:pt x="233" y="452"/>
                    <a:pt x="234" y="452"/>
                    <a:pt x="234" y="452"/>
                  </a:cubicBezTo>
                  <a:cubicBezTo>
                    <a:pt x="234" y="452"/>
                    <a:pt x="234" y="452"/>
                    <a:pt x="234" y="452"/>
                  </a:cubicBezTo>
                  <a:cubicBezTo>
                    <a:pt x="235" y="453"/>
                    <a:pt x="235" y="452"/>
                    <a:pt x="236" y="453"/>
                  </a:cubicBezTo>
                  <a:cubicBezTo>
                    <a:pt x="235" y="454"/>
                    <a:pt x="235" y="453"/>
                    <a:pt x="234" y="454"/>
                  </a:cubicBezTo>
                  <a:cubicBezTo>
                    <a:pt x="232" y="455"/>
                    <a:pt x="233" y="456"/>
                    <a:pt x="233" y="456"/>
                  </a:cubicBezTo>
                  <a:cubicBezTo>
                    <a:pt x="235" y="456"/>
                    <a:pt x="235" y="456"/>
                    <a:pt x="235" y="456"/>
                  </a:cubicBezTo>
                  <a:cubicBezTo>
                    <a:pt x="236" y="456"/>
                    <a:pt x="234" y="457"/>
                    <a:pt x="234" y="457"/>
                  </a:cubicBezTo>
                  <a:cubicBezTo>
                    <a:pt x="239" y="456"/>
                    <a:pt x="239" y="456"/>
                    <a:pt x="239" y="456"/>
                  </a:cubicBezTo>
                  <a:cubicBezTo>
                    <a:pt x="238" y="456"/>
                    <a:pt x="237" y="458"/>
                    <a:pt x="236" y="457"/>
                  </a:cubicBezTo>
                  <a:cubicBezTo>
                    <a:pt x="237" y="458"/>
                    <a:pt x="240" y="458"/>
                    <a:pt x="241" y="458"/>
                  </a:cubicBezTo>
                  <a:cubicBezTo>
                    <a:pt x="241" y="459"/>
                    <a:pt x="243" y="459"/>
                    <a:pt x="243" y="460"/>
                  </a:cubicBezTo>
                  <a:cubicBezTo>
                    <a:pt x="242" y="460"/>
                    <a:pt x="243" y="459"/>
                    <a:pt x="242" y="460"/>
                  </a:cubicBezTo>
                  <a:cubicBezTo>
                    <a:pt x="240" y="461"/>
                    <a:pt x="240" y="461"/>
                    <a:pt x="240" y="461"/>
                  </a:cubicBezTo>
                  <a:cubicBezTo>
                    <a:pt x="240" y="460"/>
                    <a:pt x="238" y="461"/>
                    <a:pt x="237" y="461"/>
                  </a:cubicBezTo>
                  <a:cubicBezTo>
                    <a:pt x="238" y="462"/>
                    <a:pt x="238" y="463"/>
                    <a:pt x="237" y="464"/>
                  </a:cubicBezTo>
                  <a:cubicBezTo>
                    <a:pt x="240" y="463"/>
                    <a:pt x="239" y="465"/>
                    <a:pt x="242" y="465"/>
                  </a:cubicBezTo>
                  <a:cubicBezTo>
                    <a:pt x="242" y="466"/>
                    <a:pt x="240" y="466"/>
                    <a:pt x="239" y="466"/>
                  </a:cubicBezTo>
                  <a:cubicBezTo>
                    <a:pt x="240" y="467"/>
                    <a:pt x="240" y="468"/>
                    <a:pt x="240" y="469"/>
                  </a:cubicBezTo>
                  <a:cubicBezTo>
                    <a:pt x="240" y="469"/>
                    <a:pt x="240" y="469"/>
                    <a:pt x="240" y="469"/>
                  </a:cubicBezTo>
                  <a:cubicBezTo>
                    <a:pt x="240" y="470"/>
                    <a:pt x="240" y="472"/>
                    <a:pt x="242" y="472"/>
                  </a:cubicBezTo>
                  <a:cubicBezTo>
                    <a:pt x="241" y="472"/>
                    <a:pt x="241" y="472"/>
                    <a:pt x="241" y="472"/>
                  </a:cubicBezTo>
                  <a:cubicBezTo>
                    <a:pt x="240" y="473"/>
                    <a:pt x="244" y="472"/>
                    <a:pt x="243" y="474"/>
                  </a:cubicBezTo>
                  <a:cubicBezTo>
                    <a:pt x="242" y="473"/>
                    <a:pt x="242" y="473"/>
                    <a:pt x="242" y="473"/>
                  </a:cubicBezTo>
                  <a:cubicBezTo>
                    <a:pt x="243" y="474"/>
                    <a:pt x="241" y="475"/>
                    <a:pt x="243" y="476"/>
                  </a:cubicBezTo>
                  <a:cubicBezTo>
                    <a:pt x="242" y="476"/>
                    <a:pt x="242" y="476"/>
                    <a:pt x="241" y="475"/>
                  </a:cubicBezTo>
                  <a:cubicBezTo>
                    <a:pt x="242" y="476"/>
                    <a:pt x="242" y="477"/>
                    <a:pt x="243" y="478"/>
                  </a:cubicBezTo>
                  <a:cubicBezTo>
                    <a:pt x="241" y="478"/>
                    <a:pt x="241" y="478"/>
                    <a:pt x="241" y="478"/>
                  </a:cubicBezTo>
                  <a:cubicBezTo>
                    <a:pt x="240" y="478"/>
                    <a:pt x="244" y="478"/>
                    <a:pt x="243" y="479"/>
                  </a:cubicBezTo>
                  <a:cubicBezTo>
                    <a:pt x="243" y="479"/>
                    <a:pt x="242" y="480"/>
                    <a:pt x="242" y="480"/>
                  </a:cubicBezTo>
                  <a:cubicBezTo>
                    <a:pt x="243" y="480"/>
                    <a:pt x="243" y="481"/>
                    <a:pt x="243" y="481"/>
                  </a:cubicBezTo>
                  <a:cubicBezTo>
                    <a:pt x="241" y="482"/>
                    <a:pt x="241" y="482"/>
                    <a:pt x="241" y="482"/>
                  </a:cubicBezTo>
                  <a:cubicBezTo>
                    <a:pt x="241" y="486"/>
                    <a:pt x="241" y="490"/>
                    <a:pt x="243" y="494"/>
                  </a:cubicBezTo>
                  <a:cubicBezTo>
                    <a:pt x="240" y="494"/>
                    <a:pt x="241" y="493"/>
                    <a:pt x="240" y="493"/>
                  </a:cubicBezTo>
                  <a:cubicBezTo>
                    <a:pt x="242" y="493"/>
                    <a:pt x="240" y="494"/>
                    <a:pt x="241" y="495"/>
                  </a:cubicBezTo>
                  <a:cubicBezTo>
                    <a:pt x="241" y="495"/>
                    <a:pt x="241" y="495"/>
                    <a:pt x="241" y="495"/>
                  </a:cubicBezTo>
                  <a:cubicBezTo>
                    <a:pt x="241" y="496"/>
                    <a:pt x="240" y="496"/>
                    <a:pt x="240" y="497"/>
                  </a:cubicBezTo>
                  <a:cubicBezTo>
                    <a:pt x="241" y="497"/>
                    <a:pt x="241" y="497"/>
                    <a:pt x="241" y="497"/>
                  </a:cubicBezTo>
                  <a:cubicBezTo>
                    <a:pt x="242" y="497"/>
                    <a:pt x="238" y="498"/>
                    <a:pt x="241" y="498"/>
                  </a:cubicBezTo>
                  <a:cubicBezTo>
                    <a:pt x="239" y="499"/>
                    <a:pt x="239" y="499"/>
                    <a:pt x="239" y="499"/>
                  </a:cubicBezTo>
                  <a:cubicBezTo>
                    <a:pt x="242" y="499"/>
                    <a:pt x="238" y="499"/>
                    <a:pt x="240" y="500"/>
                  </a:cubicBezTo>
                  <a:cubicBezTo>
                    <a:pt x="240" y="500"/>
                    <a:pt x="240" y="500"/>
                    <a:pt x="240" y="500"/>
                  </a:cubicBezTo>
                  <a:cubicBezTo>
                    <a:pt x="239" y="501"/>
                    <a:pt x="243" y="502"/>
                    <a:pt x="241" y="502"/>
                  </a:cubicBezTo>
                  <a:cubicBezTo>
                    <a:pt x="241" y="503"/>
                    <a:pt x="242" y="504"/>
                    <a:pt x="244" y="504"/>
                  </a:cubicBezTo>
                  <a:cubicBezTo>
                    <a:pt x="241" y="504"/>
                    <a:pt x="241" y="504"/>
                    <a:pt x="241" y="504"/>
                  </a:cubicBezTo>
                  <a:cubicBezTo>
                    <a:pt x="242" y="507"/>
                    <a:pt x="241" y="511"/>
                    <a:pt x="244" y="513"/>
                  </a:cubicBezTo>
                  <a:cubicBezTo>
                    <a:pt x="243" y="513"/>
                    <a:pt x="243" y="513"/>
                    <a:pt x="243" y="513"/>
                  </a:cubicBezTo>
                  <a:cubicBezTo>
                    <a:pt x="245" y="515"/>
                    <a:pt x="241" y="517"/>
                    <a:pt x="245" y="518"/>
                  </a:cubicBezTo>
                  <a:cubicBezTo>
                    <a:pt x="247" y="518"/>
                    <a:pt x="247" y="518"/>
                    <a:pt x="247" y="518"/>
                  </a:cubicBezTo>
                  <a:cubicBezTo>
                    <a:pt x="244" y="519"/>
                    <a:pt x="244" y="519"/>
                    <a:pt x="244" y="519"/>
                  </a:cubicBezTo>
                  <a:cubicBezTo>
                    <a:pt x="246" y="519"/>
                    <a:pt x="245" y="520"/>
                    <a:pt x="247" y="521"/>
                  </a:cubicBezTo>
                  <a:cubicBezTo>
                    <a:pt x="245" y="521"/>
                    <a:pt x="245" y="521"/>
                    <a:pt x="245" y="521"/>
                  </a:cubicBezTo>
                  <a:cubicBezTo>
                    <a:pt x="245" y="521"/>
                    <a:pt x="247" y="522"/>
                    <a:pt x="247" y="523"/>
                  </a:cubicBezTo>
                  <a:cubicBezTo>
                    <a:pt x="246" y="523"/>
                    <a:pt x="246" y="523"/>
                    <a:pt x="246" y="523"/>
                  </a:cubicBezTo>
                  <a:cubicBezTo>
                    <a:pt x="243" y="527"/>
                    <a:pt x="241" y="532"/>
                    <a:pt x="246" y="534"/>
                  </a:cubicBezTo>
                  <a:cubicBezTo>
                    <a:pt x="247" y="535"/>
                    <a:pt x="243" y="535"/>
                    <a:pt x="244" y="536"/>
                  </a:cubicBezTo>
                  <a:cubicBezTo>
                    <a:pt x="247" y="538"/>
                    <a:pt x="245" y="541"/>
                    <a:pt x="247" y="543"/>
                  </a:cubicBezTo>
                  <a:cubicBezTo>
                    <a:pt x="246" y="546"/>
                    <a:pt x="244" y="545"/>
                    <a:pt x="243" y="548"/>
                  </a:cubicBezTo>
                  <a:cubicBezTo>
                    <a:pt x="243" y="547"/>
                    <a:pt x="243" y="547"/>
                    <a:pt x="243" y="547"/>
                  </a:cubicBezTo>
                  <a:cubicBezTo>
                    <a:pt x="242" y="549"/>
                    <a:pt x="241" y="547"/>
                    <a:pt x="240" y="546"/>
                  </a:cubicBezTo>
                  <a:cubicBezTo>
                    <a:pt x="240" y="547"/>
                    <a:pt x="239" y="547"/>
                    <a:pt x="240" y="549"/>
                  </a:cubicBezTo>
                  <a:cubicBezTo>
                    <a:pt x="239" y="550"/>
                    <a:pt x="238" y="546"/>
                    <a:pt x="238" y="547"/>
                  </a:cubicBezTo>
                  <a:cubicBezTo>
                    <a:pt x="238" y="546"/>
                    <a:pt x="238" y="548"/>
                    <a:pt x="238" y="548"/>
                  </a:cubicBezTo>
                  <a:cubicBezTo>
                    <a:pt x="236" y="550"/>
                    <a:pt x="238" y="546"/>
                    <a:pt x="235" y="545"/>
                  </a:cubicBezTo>
                  <a:cubicBezTo>
                    <a:pt x="232" y="546"/>
                    <a:pt x="228" y="548"/>
                    <a:pt x="225" y="547"/>
                  </a:cubicBezTo>
                  <a:cubicBezTo>
                    <a:pt x="225" y="547"/>
                    <a:pt x="225" y="549"/>
                    <a:pt x="225" y="549"/>
                  </a:cubicBezTo>
                  <a:cubicBezTo>
                    <a:pt x="224" y="546"/>
                    <a:pt x="224" y="550"/>
                    <a:pt x="223" y="549"/>
                  </a:cubicBezTo>
                  <a:cubicBezTo>
                    <a:pt x="223" y="548"/>
                    <a:pt x="223" y="548"/>
                    <a:pt x="223" y="547"/>
                  </a:cubicBezTo>
                  <a:cubicBezTo>
                    <a:pt x="222" y="546"/>
                    <a:pt x="220" y="548"/>
                    <a:pt x="219" y="547"/>
                  </a:cubicBezTo>
                  <a:cubicBezTo>
                    <a:pt x="218" y="549"/>
                    <a:pt x="216" y="546"/>
                    <a:pt x="215" y="548"/>
                  </a:cubicBezTo>
                  <a:cubicBezTo>
                    <a:pt x="215" y="546"/>
                    <a:pt x="214" y="547"/>
                    <a:pt x="214" y="546"/>
                  </a:cubicBezTo>
                  <a:cubicBezTo>
                    <a:pt x="213" y="550"/>
                    <a:pt x="211" y="545"/>
                    <a:pt x="210" y="547"/>
                  </a:cubicBezTo>
                  <a:cubicBezTo>
                    <a:pt x="210" y="547"/>
                    <a:pt x="210" y="547"/>
                    <a:pt x="210" y="547"/>
                  </a:cubicBezTo>
                  <a:cubicBezTo>
                    <a:pt x="206" y="547"/>
                    <a:pt x="202" y="547"/>
                    <a:pt x="198" y="549"/>
                  </a:cubicBezTo>
                  <a:cubicBezTo>
                    <a:pt x="195" y="549"/>
                    <a:pt x="193" y="546"/>
                    <a:pt x="190" y="547"/>
                  </a:cubicBezTo>
                  <a:cubicBezTo>
                    <a:pt x="190" y="548"/>
                    <a:pt x="190" y="549"/>
                    <a:pt x="190" y="549"/>
                  </a:cubicBezTo>
                  <a:cubicBezTo>
                    <a:pt x="189" y="549"/>
                    <a:pt x="190" y="548"/>
                    <a:pt x="190" y="547"/>
                  </a:cubicBezTo>
                  <a:cubicBezTo>
                    <a:pt x="188" y="549"/>
                    <a:pt x="187" y="547"/>
                    <a:pt x="185" y="547"/>
                  </a:cubicBezTo>
                  <a:cubicBezTo>
                    <a:pt x="185" y="548"/>
                    <a:pt x="184" y="548"/>
                    <a:pt x="185" y="549"/>
                  </a:cubicBezTo>
                  <a:cubicBezTo>
                    <a:pt x="183" y="546"/>
                    <a:pt x="181" y="550"/>
                    <a:pt x="179" y="548"/>
                  </a:cubicBezTo>
                  <a:cubicBezTo>
                    <a:pt x="179" y="552"/>
                    <a:pt x="178" y="550"/>
                    <a:pt x="177" y="551"/>
                  </a:cubicBezTo>
                  <a:cubicBezTo>
                    <a:pt x="177" y="551"/>
                    <a:pt x="177" y="550"/>
                    <a:pt x="177" y="549"/>
                  </a:cubicBezTo>
                  <a:cubicBezTo>
                    <a:pt x="175" y="550"/>
                    <a:pt x="175" y="550"/>
                    <a:pt x="173" y="549"/>
                  </a:cubicBezTo>
                  <a:cubicBezTo>
                    <a:pt x="172" y="549"/>
                    <a:pt x="172" y="551"/>
                    <a:pt x="171" y="551"/>
                  </a:cubicBezTo>
                  <a:cubicBezTo>
                    <a:pt x="171" y="548"/>
                    <a:pt x="170" y="550"/>
                    <a:pt x="169" y="550"/>
                  </a:cubicBezTo>
                  <a:cubicBezTo>
                    <a:pt x="169" y="552"/>
                    <a:pt x="168" y="553"/>
                    <a:pt x="167" y="552"/>
                  </a:cubicBezTo>
                  <a:cubicBezTo>
                    <a:pt x="168" y="549"/>
                    <a:pt x="168" y="549"/>
                    <a:pt x="168" y="549"/>
                  </a:cubicBezTo>
                  <a:cubicBezTo>
                    <a:pt x="165" y="551"/>
                    <a:pt x="162" y="548"/>
                    <a:pt x="159" y="551"/>
                  </a:cubicBezTo>
                  <a:cubicBezTo>
                    <a:pt x="159" y="549"/>
                    <a:pt x="159" y="549"/>
                    <a:pt x="159" y="549"/>
                  </a:cubicBezTo>
                  <a:cubicBezTo>
                    <a:pt x="156" y="550"/>
                    <a:pt x="154" y="548"/>
                    <a:pt x="151" y="549"/>
                  </a:cubicBezTo>
                  <a:cubicBezTo>
                    <a:pt x="150" y="548"/>
                    <a:pt x="150" y="547"/>
                    <a:pt x="149" y="547"/>
                  </a:cubicBezTo>
                  <a:cubicBezTo>
                    <a:pt x="148" y="548"/>
                    <a:pt x="148" y="548"/>
                    <a:pt x="146" y="549"/>
                  </a:cubicBezTo>
                  <a:cubicBezTo>
                    <a:pt x="146" y="549"/>
                    <a:pt x="146" y="548"/>
                    <a:pt x="147" y="547"/>
                  </a:cubicBezTo>
                  <a:cubicBezTo>
                    <a:pt x="146" y="546"/>
                    <a:pt x="147" y="544"/>
                    <a:pt x="145" y="545"/>
                  </a:cubicBezTo>
                  <a:cubicBezTo>
                    <a:pt x="146" y="545"/>
                    <a:pt x="146" y="545"/>
                    <a:pt x="146" y="545"/>
                  </a:cubicBezTo>
                  <a:cubicBezTo>
                    <a:pt x="145" y="545"/>
                    <a:pt x="143" y="545"/>
                    <a:pt x="144" y="544"/>
                  </a:cubicBezTo>
                  <a:cubicBezTo>
                    <a:pt x="143" y="544"/>
                    <a:pt x="142" y="543"/>
                    <a:pt x="140" y="544"/>
                  </a:cubicBezTo>
                  <a:cubicBezTo>
                    <a:pt x="140" y="543"/>
                    <a:pt x="143" y="543"/>
                    <a:pt x="141" y="543"/>
                  </a:cubicBezTo>
                  <a:cubicBezTo>
                    <a:pt x="143" y="543"/>
                    <a:pt x="143" y="543"/>
                    <a:pt x="143" y="543"/>
                  </a:cubicBezTo>
                  <a:cubicBezTo>
                    <a:pt x="143" y="541"/>
                    <a:pt x="142" y="539"/>
                    <a:pt x="142" y="537"/>
                  </a:cubicBezTo>
                  <a:cubicBezTo>
                    <a:pt x="145" y="537"/>
                    <a:pt x="142" y="534"/>
                    <a:pt x="144" y="534"/>
                  </a:cubicBezTo>
                  <a:cubicBezTo>
                    <a:pt x="143" y="533"/>
                    <a:pt x="146" y="532"/>
                    <a:pt x="143" y="530"/>
                  </a:cubicBezTo>
                  <a:cubicBezTo>
                    <a:pt x="144" y="531"/>
                    <a:pt x="144" y="531"/>
                    <a:pt x="144" y="531"/>
                  </a:cubicBezTo>
                  <a:cubicBezTo>
                    <a:pt x="145" y="530"/>
                    <a:pt x="146" y="528"/>
                    <a:pt x="147" y="527"/>
                  </a:cubicBezTo>
                  <a:cubicBezTo>
                    <a:pt x="148" y="527"/>
                    <a:pt x="146" y="526"/>
                    <a:pt x="146" y="525"/>
                  </a:cubicBezTo>
                  <a:cubicBezTo>
                    <a:pt x="147" y="525"/>
                    <a:pt x="147" y="525"/>
                    <a:pt x="147" y="525"/>
                  </a:cubicBezTo>
                  <a:cubicBezTo>
                    <a:pt x="147" y="524"/>
                    <a:pt x="145" y="523"/>
                    <a:pt x="145" y="522"/>
                  </a:cubicBezTo>
                  <a:cubicBezTo>
                    <a:pt x="146" y="522"/>
                    <a:pt x="145" y="521"/>
                    <a:pt x="146" y="521"/>
                  </a:cubicBezTo>
                  <a:cubicBezTo>
                    <a:pt x="146" y="522"/>
                    <a:pt x="147" y="523"/>
                    <a:pt x="149" y="525"/>
                  </a:cubicBezTo>
                  <a:cubicBezTo>
                    <a:pt x="150" y="525"/>
                    <a:pt x="147" y="522"/>
                    <a:pt x="149" y="523"/>
                  </a:cubicBezTo>
                  <a:cubicBezTo>
                    <a:pt x="150" y="522"/>
                    <a:pt x="150" y="521"/>
                    <a:pt x="149" y="520"/>
                  </a:cubicBezTo>
                  <a:cubicBezTo>
                    <a:pt x="149" y="521"/>
                    <a:pt x="150" y="520"/>
                    <a:pt x="150" y="521"/>
                  </a:cubicBezTo>
                  <a:cubicBezTo>
                    <a:pt x="151" y="521"/>
                    <a:pt x="151" y="520"/>
                    <a:pt x="151" y="520"/>
                  </a:cubicBezTo>
                  <a:cubicBezTo>
                    <a:pt x="150" y="520"/>
                    <a:pt x="150" y="520"/>
                    <a:pt x="150" y="520"/>
                  </a:cubicBezTo>
                  <a:cubicBezTo>
                    <a:pt x="149" y="519"/>
                    <a:pt x="150" y="518"/>
                    <a:pt x="148" y="517"/>
                  </a:cubicBezTo>
                  <a:cubicBezTo>
                    <a:pt x="148" y="517"/>
                    <a:pt x="149" y="518"/>
                    <a:pt x="148" y="518"/>
                  </a:cubicBezTo>
                  <a:cubicBezTo>
                    <a:pt x="147" y="517"/>
                    <a:pt x="148" y="516"/>
                    <a:pt x="149" y="516"/>
                  </a:cubicBezTo>
                  <a:cubicBezTo>
                    <a:pt x="150" y="517"/>
                    <a:pt x="150" y="519"/>
                    <a:pt x="151" y="519"/>
                  </a:cubicBezTo>
                  <a:cubicBezTo>
                    <a:pt x="150" y="515"/>
                    <a:pt x="150" y="515"/>
                    <a:pt x="150" y="515"/>
                  </a:cubicBezTo>
                  <a:cubicBezTo>
                    <a:pt x="150" y="516"/>
                    <a:pt x="149" y="516"/>
                    <a:pt x="148" y="515"/>
                  </a:cubicBezTo>
                  <a:cubicBezTo>
                    <a:pt x="148" y="516"/>
                    <a:pt x="148" y="516"/>
                    <a:pt x="148" y="516"/>
                  </a:cubicBezTo>
                  <a:cubicBezTo>
                    <a:pt x="147" y="515"/>
                    <a:pt x="147" y="515"/>
                    <a:pt x="147" y="515"/>
                  </a:cubicBezTo>
                  <a:cubicBezTo>
                    <a:pt x="147" y="516"/>
                    <a:pt x="145" y="516"/>
                    <a:pt x="145" y="517"/>
                  </a:cubicBezTo>
                  <a:cubicBezTo>
                    <a:pt x="147" y="518"/>
                    <a:pt x="147" y="518"/>
                    <a:pt x="147" y="518"/>
                  </a:cubicBezTo>
                  <a:cubicBezTo>
                    <a:pt x="146" y="519"/>
                    <a:pt x="147" y="521"/>
                    <a:pt x="146" y="520"/>
                  </a:cubicBezTo>
                  <a:cubicBezTo>
                    <a:pt x="145" y="519"/>
                    <a:pt x="145" y="519"/>
                    <a:pt x="144" y="519"/>
                  </a:cubicBezTo>
                  <a:cubicBezTo>
                    <a:pt x="144" y="519"/>
                    <a:pt x="144" y="519"/>
                    <a:pt x="144" y="519"/>
                  </a:cubicBezTo>
                  <a:cubicBezTo>
                    <a:pt x="142" y="518"/>
                    <a:pt x="142" y="518"/>
                    <a:pt x="142" y="518"/>
                  </a:cubicBezTo>
                  <a:cubicBezTo>
                    <a:pt x="145" y="520"/>
                    <a:pt x="142" y="520"/>
                    <a:pt x="142" y="521"/>
                  </a:cubicBezTo>
                  <a:cubicBezTo>
                    <a:pt x="142" y="520"/>
                    <a:pt x="142" y="520"/>
                    <a:pt x="142" y="520"/>
                  </a:cubicBezTo>
                  <a:cubicBezTo>
                    <a:pt x="140" y="521"/>
                    <a:pt x="143" y="521"/>
                    <a:pt x="143" y="522"/>
                  </a:cubicBezTo>
                  <a:cubicBezTo>
                    <a:pt x="142" y="522"/>
                    <a:pt x="140" y="520"/>
                    <a:pt x="139" y="520"/>
                  </a:cubicBezTo>
                  <a:cubicBezTo>
                    <a:pt x="138" y="521"/>
                    <a:pt x="139" y="524"/>
                    <a:pt x="137" y="524"/>
                  </a:cubicBezTo>
                  <a:cubicBezTo>
                    <a:pt x="136" y="525"/>
                    <a:pt x="137" y="526"/>
                    <a:pt x="137" y="528"/>
                  </a:cubicBezTo>
                  <a:cubicBezTo>
                    <a:pt x="137" y="529"/>
                    <a:pt x="135" y="527"/>
                    <a:pt x="136" y="528"/>
                  </a:cubicBezTo>
                  <a:cubicBezTo>
                    <a:pt x="135" y="527"/>
                    <a:pt x="134" y="527"/>
                    <a:pt x="133" y="527"/>
                  </a:cubicBezTo>
                  <a:cubicBezTo>
                    <a:pt x="134" y="527"/>
                    <a:pt x="132" y="528"/>
                    <a:pt x="135" y="529"/>
                  </a:cubicBezTo>
                  <a:cubicBezTo>
                    <a:pt x="133" y="529"/>
                    <a:pt x="132" y="532"/>
                    <a:pt x="133" y="533"/>
                  </a:cubicBezTo>
                  <a:cubicBezTo>
                    <a:pt x="133" y="533"/>
                    <a:pt x="131" y="532"/>
                    <a:pt x="130" y="532"/>
                  </a:cubicBezTo>
                  <a:cubicBezTo>
                    <a:pt x="131" y="534"/>
                    <a:pt x="132" y="535"/>
                    <a:pt x="131" y="536"/>
                  </a:cubicBezTo>
                  <a:cubicBezTo>
                    <a:pt x="133" y="537"/>
                    <a:pt x="133" y="536"/>
                    <a:pt x="135" y="537"/>
                  </a:cubicBezTo>
                  <a:cubicBezTo>
                    <a:pt x="135" y="537"/>
                    <a:pt x="136" y="537"/>
                    <a:pt x="136" y="537"/>
                  </a:cubicBezTo>
                  <a:cubicBezTo>
                    <a:pt x="134" y="537"/>
                    <a:pt x="131" y="537"/>
                    <a:pt x="131" y="538"/>
                  </a:cubicBezTo>
                  <a:cubicBezTo>
                    <a:pt x="128" y="538"/>
                    <a:pt x="132" y="536"/>
                    <a:pt x="129" y="536"/>
                  </a:cubicBezTo>
                  <a:cubicBezTo>
                    <a:pt x="126" y="535"/>
                    <a:pt x="127" y="533"/>
                    <a:pt x="128" y="533"/>
                  </a:cubicBezTo>
                  <a:cubicBezTo>
                    <a:pt x="126" y="531"/>
                    <a:pt x="128" y="533"/>
                    <a:pt x="126" y="533"/>
                  </a:cubicBezTo>
                  <a:cubicBezTo>
                    <a:pt x="126" y="534"/>
                    <a:pt x="127" y="535"/>
                    <a:pt x="127" y="536"/>
                  </a:cubicBezTo>
                  <a:cubicBezTo>
                    <a:pt x="128" y="537"/>
                    <a:pt x="128" y="536"/>
                    <a:pt x="129" y="537"/>
                  </a:cubicBezTo>
                  <a:cubicBezTo>
                    <a:pt x="131" y="539"/>
                    <a:pt x="127" y="539"/>
                    <a:pt x="127" y="539"/>
                  </a:cubicBezTo>
                  <a:cubicBezTo>
                    <a:pt x="126" y="538"/>
                    <a:pt x="126" y="538"/>
                    <a:pt x="126" y="538"/>
                  </a:cubicBezTo>
                  <a:cubicBezTo>
                    <a:pt x="125" y="539"/>
                    <a:pt x="127" y="540"/>
                    <a:pt x="127" y="541"/>
                  </a:cubicBezTo>
                  <a:cubicBezTo>
                    <a:pt x="124" y="541"/>
                    <a:pt x="126" y="539"/>
                    <a:pt x="124" y="538"/>
                  </a:cubicBezTo>
                  <a:cubicBezTo>
                    <a:pt x="122" y="539"/>
                    <a:pt x="122" y="539"/>
                    <a:pt x="122" y="539"/>
                  </a:cubicBezTo>
                  <a:cubicBezTo>
                    <a:pt x="122" y="542"/>
                    <a:pt x="125" y="540"/>
                    <a:pt x="124" y="542"/>
                  </a:cubicBezTo>
                  <a:cubicBezTo>
                    <a:pt x="123" y="542"/>
                    <a:pt x="123" y="542"/>
                    <a:pt x="123" y="542"/>
                  </a:cubicBezTo>
                  <a:cubicBezTo>
                    <a:pt x="124" y="543"/>
                    <a:pt x="124" y="543"/>
                    <a:pt x="124" y="543"/>
                  </a:cubicBezTo>
                  <a:cubicBezTo>
                    <a:pt x="125" y="543"/>
                    <a:pt x="127" y="543"/>
                    <a:pt x="126" y="542"/>
                  </a:cubicBezTo>
                  <a:cubicBezTo>
                    <a:pt x="130" y="542"/>
                    <a:pt x="127" y="543"/>
                    <a:pt x="128" y="544"/>
                  </a:cubicBezTo>
                  <a:cubicBezTo>
                    <a:pt x="130" y="545"/>
                    <a:pt x="127" y="544"/>
                    <a:pt x="129" y="543"/>
                  </a:cubicBezTo>
                  <a:cubicBezTo>
                    <a:pt x="131" y="543"/>
                    <a:pt x="131" y="544"/>
                    <a:pt x="131" y="545"/>
                  </a:cubicBezTo>
                  <a:cubicBezTo>
                    <a:pt x="132" y="546"/>
                    <a:pt x="130" y="546"/>
                    <a:pt x="129" y="547"/>
                  </a:cubicBezTo>
                  <a:cubicBezTo>
                    <a:pt x="128" y="546"/>
                    <a:pt x="128" y="545"/>
                    <a:pt x="129" y="545"/>
                  </a:cubicBezTo>
                  <a:cubicBezTo>
                    <a:pt x="127" y="544"/>
                    <a:pt x="125" y="547"/>
                    <a:pt x="124" y="546"/>
                  </a:cubicBezTo>
                  <a:cubicBezTo>
                    <a:pt x="123" y="548"/>
                    <a:pt x="125" y="547"/>
                    <a:pt x="126" y="548"/>
                  </a:cubicBezTo>
                  <a:cubicBezTo>
                    <a:pt x="126" y="547"/>
                    <a:pt x="128" y="547"/>
                    <a:pt x="128" y="547"/>
                  </a:cubicBezTo>
                  <a:cubicBezTo>
                    <a:pt x="133" y="548"/>
                    <a:pt x="125" y="549"/>
                    <a:pt x="127" y="551"/>
                  </a:cubicBezTo>
                  <a:cubicBezTo>
                    <a:pt x="130" y="550"/>
                    <a:pt x="132" y="552"/>
                    <a:pt x="134" y="549"/>
                  </a:cubicBezTo>
                  <a:cubicBezTo>
                    <a:pt x="135" y="549"/>
                    <a:pt x="136" y="550"/>
                    <a:pt x="136" y="550"/>
                  </a:cubicBezTo>
                  <a:cubicBezTo>
                    <a:pt x="134" y="551"/>
                    <a:pt x="135" y="552"/>
                    <a:pt x="133" y="552"/>
                  </a:cubicBezTo>
                  <a:cubicBezTo>
                    <a:pt x="133" y="553"/>
                    <a:pt x="133" y="553"/>
                    <a:pt x="133" y="553"/>
                  </a:cubicBezTo>
                  <a:cubicBezTo>
                    <a:pt x="130" y="553"/>
                    <a:pt x="130" y="553"/>
                    <a:pt x="130" y="553"/>
                  </a:cubicBezTo>
                  <a:cubicBezTo>
                    <a:pt x="130" y="554"/>
                    <a:pt x="129" y="557"/>
                    <a:pt x="129" y="558"/>
                  </a:cubicBezTo>
                  <a:cubicBezTo>
                    <a:pt x="130" y="558"/>
                    <a:pt x="130" y="556"/>
                    <a:pt x="131" y="557"/>
                  </a:cubicBezTo>
                  <a:cubicBezTo>
                    <a:pt x="130" y="557"/>
                    <a:pt x="130" y="559"/>
                    <a:pt x="131" y="559"/>
                  </a:cubicBezTo>
                  <a:cubicBezTo>
                    <a:pt x="130" y="558"/>
                    <a:pt x="133" y="557"/>
                    <a:pt x="134" y="557"/>
                  </a:cubicBezTo>
                  <a:cubicBezTo>
                    <a:pt x="134" y="558"/>
                    <a:pt x="134" y="560"/>
                    <a:pt x="133" y="560"/>
                  </a:cubicBezTo>
                  <a:cubicBezTo>
                    <a:pt x="131" y="561"/>
                    <a:pt x="131" y="561"/>
                    <a:pt x="131" y="561"/>
                  </a:cubicBezTo>
                  <a:cubicBezTo>
                    <a:pt x="133" y="560"/>
                    <a:pt x="131" y="562"/>
                    <a:pt x="132" y="562"/>
                  </a:cubicBezTo>
                  <a:cubicBezTo>
                    <a:pt x="133" y="561"/>
                    <a:pt x="135" y="560"/>
                    <a:pt x="136" y="559"/>
                  </a:cubicBezTo>
                  <a:cubicBezTo>
                    <a:pt x="137" y="559"/>
                    <a:pt x="136" y="561"/>
                    <a:pt x="137" y="561"/>
                  </a:cubicBezTo>
                  <a:cubicBezTo>
                    <a:pt x="135" y="561"/>
                    <a:pt x="135" y="561"/>
                    <a:pt x="135" y="561"/>
                  </a:cubicBezTo>
                  <a:cubicBezTo>
                    <a:pt x="136" y="562"/>
                    <a:pt x="133" y="564"/>
                    <a:pt x="135" y="564"/>
                  </a:cubicBezTo>
                  <a:cubicBezTo>
                    <a:pt x="136" y="563"/>
                    <a:pt x="136" y="563"/>
                    <a:pt x="136" y="563"/>
                  </a:cubicBezTo>
                  <a:cubicBezTo>
                    <a:pt x="136" y="564"/>
                    <a:pt x="136" y="564"/>
                    <a:pt x="135" y="564"/>
                  </a:cubicBezTo>
                  <a:close/>
                  <a:moveTo>
                    <a:pt x="181" y="303"/>
                  </a:moveTo>
                  <a:cubicBezTo>
                    <a:pt x="181" y="303"/>
                    <a:pt x="181" y="303"/>
                    <a:pt x="181" y="303"/>
                  </a:cubicBezTo>
                  <a:cubicBezTo>
                    <a:pt x="181" y="303"/>
                    <a:pt x="181" y="303"/>
                    <a:pt x="181" y="303"/>
                  </a:cubicBezTo>
                  <a:cubicBezTo>
                    <a:pt x="181" y="303"/>
                    <a:pt x="181" y="303"/>
                    <a:pt x="181" y="303"/>
                  </a:cubicBezTo>
                  <a:close/>
                  <a:moveTo>
                    <a:pt x="191" y="308"/>
                  </a:moveTo>
                  <a:cubicBezTo>
                    <a:pt x="190" y="307"/>
                    <a:pt x="190" y="306"/>
                    <a:pt x="190" y="306"/>
                  </a:cubicBezTo>
                  <a:cubicBezTo>
                    <a:pt x="191" y="308"/>
                    <a:pt x="191" y="308"/>
                    <a:pt x="191" y="308"/>
                  </a:cubicBezTo>
                  <a:cubicBezTo>
                    <a:pt x="191" y="308"/>
                    <a:pt x="191" y="308"/>
                    <a:pt x="191" y="308"/>
                  </a:cubicBezTo>
                  <a:close/>
                  <a:moveTo>
                    <a:pt x="199" y="323"/>
                  </a:moveTo>
                  <a:cubicBezTo>
                    <a:pt x="199" y="323"/>
                    <a:pt x="199" y="323"/>
                    <a:pt x="199" y="324"/>
                  </a:cubicBezTo>
                  <a:cubicBezTo>
                    <a:pt x="199" y="324"/>
                    <a:pt x="199" y="324"/>
                    <a:pt x="199" y="324"/>
                  </a:cubicBezTo>
                  <a:cubicBezTo>
                    <a:pt x="199" y="324"/>
                    <a:pt x="199" y="324"/>
                    <a:pt x="199" y="324"/>
                  </a:cubicBezTo>
                  <a:cubicBezTo>
                    <a:pt x="199" y="324"/>
                    <a:pt x="200" y="324"/>
                    <a:pt x="200" y="324"/>
                  </a:cubicBezTo>
                  <a:cubicBezTo>
                    <a:pt x="200" y="324"/>
                    <a:pt x="200" y="324"/>
                    <a:pt x="200" y="324"/>
                  </a:cubicBezTo>
                  <a:cubicBezTo>
                    <a:pt x="198" y="324"/>
                    <a:pt x="198" y="324"/>
                    <a:pt x="199" y="323"/>
                  </a:cubicBezTo>
                  <a:close/>
                  <a:moveTo>
                    <a:pt x="198" y="307"/>
                  </a:moveTo>
                  <a:cubicBezTo>
                    <a:pt x="198" y="307"/>
                    <a:pt x="198" y="307"/>
                    <a:pt x="198" y="307"/>
                  </a:cubicBezTo>
                  <a:cubicBezTo>
                    <a:pt x="198" y="307"/>
                    <a:pt x="198" y="306"/>
                    <a:pt x="198" y="306"/>
                  </a:cubicBezTo>
                  <a:cubicBezTo>
                    <a:pt x="198" y="307"/>
                    <a:pt x="198" y="307"/>
                    <a:pt x="198" y="307"/>
                  </a:cubicBezTo>
                  <a:cubicBezTo>
                    <a:pt x="197" y="308"/>
                    <a:pt x="197" y="304"/>
                    <a:pt x="197" y="307"/>
                  </a:cubicBezTo>
                  <a:cubicBezTo>
                    <a:pt x="197" y="305"/>
                    <a:pt x="197" y="305"/>
                    <a:pt x="197" y="305"/>
                  </a:cubicBezTo>
                  <a:cubicBezTo>
                    <a:pt x="196" y="308"/>
                    <a:pt x="196" y="304"/>
                    <a:pt x="196" y="306"/>
                  </a:cubicBezTo>
                  <a:cubicBezTo>
                    <a:pt x="196" y="306"/>
                    <a:pt x="196" y="306"/>
                    <a:pt x="196" y="306"/>
                  </a:cubicBezTo>
                  <a:cubicBezTo>
                    <a:pt x="195" y="305"/>
                    <a:pt x="194" y="309"/>
                    <a:pt x="194" y="307"/>
                  </a:cubicBezTo>
                  <a:cubicBezTo>
                    <a:pt x="194" y="307"/>
                    <a:pt x="193" y="307"/>
                    <a:pt x="193" y="309"/>
                  </a:cubicBezTo>
                  <a:cubicBezTo>
                    <a:pt x="193" y="307"/>
                    <a:pt x="193" y="307"/>
                    <a:pt x="193" y="307"/>
                  </a:cubicBezTo>
                  <a:cubicBezTo>
                    <a:pt x="192" y="307"/>
                    <a:pt x="192" y="307"/>
                    <a:pt x="191" y="308"/>
                  </a:cubicBezTo>
                  <a:cubicBezTo>
                    <a:pt x="191" y="307"/>
                    <a:pt x="191" y="307"/>
                    <a:pt x="191" y="307"/>
                  </a:cubicBezTo>
                  <a:cubicBezTo>
                    <a:pt x="190" y="306"/>
                    <a:pt x="189" y="304"/>
                    <a:pt x="189" y="304"/>
                  </a:cubicBezTo>
                  <a:cubicBezTo>
                    <a:pt x="188" y="302"/>
                    <a:pt x="189" y="304"/>
                    <a:pt x="189" y="303"/>
                  </a:cubicBezTo>
                  <a:cubicBezTo>
                    <a:pt x="189" y="302"/>
                    <a:pt x="189" y="303"/>
                    <a:pt x="188" y="302"/>
                  </a:cubicBezTo>
                  <a:cubicBezTo>
                    <a:pt x="188" y="300"/>
                    <a:pt x="188" y="300"/>
                    <a:pt x="188" y="300"/>
                  </a:cubicBezTo>
                  <a:cubicBezTo>
                    <a:pt x="188" y="300"/>
                    <a:pt x="189" y="302"/>
                    <a:pt x="190" y="303"/>
                  </a:cubicBezTo>
                  <a:cubicBezTo>
                    <a:pt x="190" y="303"/>
                    <a:pt x="190" y="303"/>
                    <a:pt x="189" y="302"/>
                  </a:cubicBezTo>
                  <a:cubicBezTo>
                    <a:pt x="190" y="304"/>
                    <a:pt x="191" y="305"/>
                    <a:pt x="191" y="307"/>
                  </a:cubicBezTo>
                  <a:cubicBezTo>
                    <a:pt x="192" y="308"/>
                    <a:pt x="190" y="305"/>
                    <a:pt x="191" y="305"/>
                  </a:cubicBezTo>
                  <a:cubicBezTo>
                    <a:pt x="191" y="306"/>
                    <a:pt x="190" y="304"/>
                    <a:pt x="190" y="303"/>
                  </a:cubicBezTo>
                  <a:cubicBezTo>
                    <a:pt x="188" y="298"/>
                    <a:pt x="192" y="306"/>
                    <a:pt x="192" y="305"/>
                  </a:cubicBezTo>
                  <a:cubicBezTo>
                    <a:pt x="190" y="302"/>
                    <a:pt x="191" y="301"/>
                    <a:pt x="189" y="298"/>
                  </a:cubicBezTo>
                  <a:cubicBezTo>
                    <a:pt x="189" y="297"/>
                    <a:pt x="189" y="296"/>
                    <a:pt x="189" y="297"/>
                  </a:cubicBezTo>
                  <a:cubicBezTo>
                    <a:pt x="190" y="299"/>
                    <a:pt x="190" y="298"/>
                    <a:pt x="190" y="300"/>
                  </a:cubicBezTo>
                  <a:cubicBezTo>
                    <a:pt x="191" y="300"/>
                    <a:pt x="191" y="300"/>
                    <a:pt x="191" y="300"/>
                  </a:cubicBezTo>
                  <a:cubicBezTo>
                    <a:pt x="191" y="302"/>
                    <a:pt x="191" y="302"/>
                    <a:pt x="191" y="302"/>
                  </a:cubicBezTo>
                  <a:cubicBezTo>
                    <a:pt x="193" y="306"/>
                    <a:pt x="193" y="306"/>
                    <a:pt x="193" y="306"/>
                  </a:cubicBezTo>
                  <a:cubicBezTo>
                    <a:pt x="193" y="305"/>
                    <a:pt x="192" y="304"/>
                    <a:pt x="193" y="303"/>
                  </a:cubicBezTo>
                  <a:cubicBezTo>
                    <a:pt x="193" y="304"/>
                    <a:pt x="193" y="305"/>
                    <a:pt x="193" y="305"/>
                  </a:cubicBezTo>
                  <a:cubicBezTo>
                    <a:pt x="193" y="304"/>
                    <a:pt x="192" y="302"/>
                    <a:pt x="192" y="302"/>
                  </a:cubicBezTo>
                  <a:cubicBezTo>
                    <a:pt x="193" y="301"/>
                    <a:pt x="194" y="303"/>
                    <a:pt x="194" y="304"/>
                  </a:cubicBezTo>
                  <a:cubicBezTo>
                    <a:pt x="194" y="306"/>
                    <a:pt x="194" y="306"/>
                    <a:pt x="194" y="306"/>
                  </a:cubicBezTo>
                  <a:cubicBezTo>
                    <a:pt x="194" y="304"/>
                    <a:pt x="194" y="306"/>
                    <a:pt x="194" y="306"/>
                  </a:cubicBezTo>
                  <a:cubicBezTo>
                    <a:pt x="194" y="304"/>
                    <a:pt x="194" y="303"/>
                    <a:pt x="193" y="301"/>
                  </a:cubicBezTo>
                  <a:cubicBezTo>
                    <a:pt x="193" y="301"/>
                    <a:pt x="194" y="302"/>
                    <a:pt x="194" y="302"/>
                  </a:cubicBezTo>
                  <a:cubicBezTo>
                    <a:pt x="194" y="303"/>
                    <a:pt x="194" y="303"/>
                    <a:pt x="194" y="303"/>
                  </a:cubicBezTo>
                  <a:cubicBezTo>
                    <a:pt x="194" y="303"/>
                    <a:pt x="195" y="306"/>
                    <a:pt x="195" y="305"/>
                  </a:cubicBezTo>
                  <a:cubicBezTo>
                    <a:pt x="195" y="304"/>
                    <a:pt x="195" y="304"/>
                    <a:pt x="195" y="304"/>
                  </a:cubicBezTo>
                  <a:cubicBezTo>
                    <a:pt x="195" y="304"/>
                    <a:pt x="195" y="305"/>
                    <a:pt x="195" y="305"/>
                  </a:cubicBezTo>
                  <a:cubicBezTo>
                    <a:pt x="195" y="304"/>
                    <a:pt x="195" y="304"/>
                    <a:pt x="195" y="304"/>
                  </a:cubicBezTo>
                  <a:cubicBezTo>
                    <a:pt x="196" y="305"/>
                    <a:pt x="196" y="305"/>
                    <a:pt x="196" y="305"/>
                  </a:cubicBezTo>
                  <a:cubicBezTo>
                    <a:pt x="196" y="304"/>
                    <a:pt x="195" y="302"/>
                    <a:pt x="196" y="304"/>
                  </a:cubicBezTo>
                  <a:cubicBezTo>
                    <a:pt x="195" y="301"/>
                    <a:pt x="196" y="304"/>
                    <a:pt x="195" y="303"/>
                  </a:cubicBezTo>
                  <a:cubicBezTo>
                    <a:pt x="194" y="301"/>
                    <a:pt x="195" y="301"/>
                    <a:pt x="195" y="301"/>
                  </a:cubicBezTo>
                  <a:cubicBezTo>
                    <a:pt x="196" y="303"/>
                    <a:pt x="195" y="301"/>
                    <a:pt x="196" y="301"/>
                  </a:cubicBezTo>
                  <a:cubicBezTo>
                    <a:pt x="196" y="302"/>
                    <a:pt x="196" y="302"/>
                    <a:pt x="196" y="303"/>
                  </a:cubicBezTo>
                  <a:cubicBezTo>
                    <a:pt x="196" y="301"/>
                    <a:pt x="196" y="301"/>
                    <a:pt x="196" y="301"/>
                  </a:cubicBezTo>
                  <a:cubicBezTo>
                    <a:pt x="197" y="304"/>
                    <a:pt x="196" y="300"/>
                    <a:pt x="197" y="301"/>
                  </a:cubicBezTo>
                  <a:cubicBezTo>
                    <a:pt x="197" y="302"/>
                    <a:pt x="197" y="303"/>
                    <a:pt x="198" y="304"/>
                  </a:cubicBezTo>
                  <a:cubicBezTo>
                    <a:pt x="197" y="301"/>
                    <a:pt x="197" y="301"/>
                    <a:pt x="196" y="299"/>
                  </a:cubicBezTo>
                  <a:cubicBezTo>
                    <a:pt x="197" y="300"/>
                    <a:pt x="197" y="302"/>
                    <a:pt x="198" y="304"/>
                  </a:cubicBezTo>
                  <a:cubicBezTo>
                    <a:pt x="198" y="302"/>
                    <a:pt x="199" y="305"/>
                    <a:pt x="198" y="302"/>
                  </a:cubicBezTo>
                  <a:cubicBezTo>
                    <a:pt x="198" y="302"/>
                    <a:pt x="198" y="301"/>
                    <a:pt x="197" y="300"/>
                  </a:cubicBezTo>
                  <a:cubicBezTo>
                    <a:pt x="198" y="300"/>
                    <a:pt x="198" y="301"/>
                    <a:pt x="198" y="302"/>
                  </a:cubicBezTo>
                  <a:cubicBezTo>
                    <a:pt x="198" y="301"/>
                    <a:pt x="198" y="299"/>
                    <a:pt x="198" y="299"/>
                  </a:cubicBezTo>
                  <a:cubicBezTo>
                    <a:pt x="198" y="299"/>
                    <a:pt x="198" y="296"/>
                    <a:pt x="198" y="298"/>
                  </a:cubicBezTo>
                  <a:cubicBezTo>
                    <a:pt x="199" y="300"/>
                    <a:pt x="198" y="299"/>
                    <a:pt x="198" y="300"/>
                  </a:cubicBezTo>
                  <a:cubicBezTo>
                    <a:pt x="199" y="300"/>
                    <a:pt x="198" y="296"/>
                    <a:pt x="198" y="295"/>
                  </a:cubicBezTo>
                  <a:cubicBezTo>
                    <a:pt x="198" y="294"/>
                    <a:pt x="197" y="291"/>
                    <a:pt x="197" y="290"/>
                  </a:cubicBezTo>
                  <a:cubicBezTo>
                    <a:pt x="198" y="291"/>
                    <a:pt x="197" y="291"/>
                    <a:pt x="198" y="293"/>
                  </a:cubicBezTo>
                  <a:cubicBezTo>
                    <a:pt x="198" y="293"/>
                    <a:pt x="198" y="293"/>
                    <a:pt x="198" y="293"/>
                  </a:cubicBezTo>
                  <a:cubicBezTo>
                    <a:pt x="199" y="296"/>
                    <a:pt x="198" y="298"/>
                    <a:pt x="199" y="300"/>
                  </a:cubicBezTo>
                  <a:cubicBezTo>
                    <a:pt x="199" y="299"/>
                    <a:pt x="199" y="299"/>
                    <a:pt x="199" y="299"/>
                  </a:cubicBezTo>
                  <a:cubicBezTo>
                    <a:pt x="200" y="302"/>
                    <a:pt x="200" y="302"/>
                    <a:pt x="200" y="302"/>
                  </a:cubicBezTo>
                  <a:cubicBezTo>
                    <a:pt x="200" y="300"/>
                    <a:pt x="200" y="301"/>
                    <a:pt x="200" y="301"/>
                  </a:cubicBezTo>
                  <a:cubicBezTo>
                    <a:pt x="200" y="299"/>
                    <a:pt x="200" y="302"/>
                    <a:pt x="200" y="300"/>
                  </a:cubicBezTo>
                  <a:cubicBezTo>
                    <a:pt x="200" y="300"/>
                    <a:pt x="200" y="297"/>
                    <a:pt x="200" y="298"/>
                  </a:cubicBezTo>
                  <a:cubicBezTo>
                    <a:pt x="201" y="301"/>
                    <a:pt x="201" y="301"/>
                    <a:pt x="201" y="301"/>
                  </a:cubicBezTo>
                  <a:cubicBezTo>
                    <a:pt x="201" y="302"/>
                    <a:pt x="201" y="299"/>
                    <a:pt x="201" y="300"/>
                  </a:cubicBezTo>
                  <a:cubicBezTo>
                    <a:pt x="201" y="301"/>
                    <a:pt x="201" y="301"/>
                    <a:pt x="201" y="301"/>
                  </a:cubicBezTo>
                  <a:cubicBezTo>
                    <a:pt x="202" y="301"/>
                    <a:pt x="203" y="301"/>
                    <a:pt x="204" y="297"/>
                  </a:cubicBezTo>
                  <a:cubicBezTo>
                    <a:pt x="204" y="298"/>
                    <a:pt x="204" y="299"/>
                    <a:pt x="205" y="300"/>
                  </a:cubicBezTo>
                  <a:cubicBezTo>
                    <a:pt x="205" y="299"/>
                    <a:pt x="205" y="298"/>
                    <a:pt x="205" y="298"/>
                  </a:cubicBezTo>
                  <a:cubicBezTo>
                    <a:pt x="205" y="300"/>
                    <a:pt x="205" y="300"/>
                    <a:pt x="205" y="300"/>
                  </a:cubicBezTo>
                  <a:cubicBezTo>
                    <a:pt x="206" y="301"/>
                    <a:pt x="206" y="299"/>
                    <a:pt x="206" y="298"/>
                  </a:cubicBezTo>
                  <a:cubicBezTo>
                    <a:pt x="206" y="299"/>
                    <a:pt x="206" y="299"/>
                    <a:pt x="206" y="299"/>
                  </a:cubicBezTo>
                  <a:cubicBezTo>
                    <a:pt x="207" y="300"/>
                    <a:pt x="207" y="298"/>
                    <a:pt x="207" y="298"/>
                  </a:cubicBezTo>
                  <a:cubicBezTo>
                    <a:pt x="207" y="299"/>
                    <a:pt x="207" y="299"/>
                    <a:pt x="207" y="299"/>
                  </a:cubicBezTo>
                  <a:cubicBezTo>
                    <a:pt x="207" y="298"/>
                    <a:pt x="207" y="298"/>
                    <a:pt x="207" y="298"/>
                  </a:cubicBezTo>
                  <a:cubicBezTo>
                    <a:pt x="207" y="297"/>
                    <a:pt x="207" y="297"/>
                    <a:pt x="207" y="299"/>
                  </a:cubicBezTo>
                  <a:cubicBezTo>
                    <a:pt x="208" y="298"/>
                    <a:pt x="208" y="298"/>
                    <a:pt x="208" y="298"/>
                  </a:cubicBezTo>
                  <a:cubicBezTo>
                    <a:pt x="208" y="299"/>
                    <a:pt x="208" y="299"/>
                    <a:pt x="209" y="298"/>
                  </a:cubicBezTo>
                  <a:cubicBezTo>
                    <a:pt x="209" y="298"/>
                    <a:pt x="209" y="297"/>
                    <a:pt x="209" y="296"/>
                  </a:cubicBezTo>
                  <a:cubicBezTo>
                    <a:pt x="209" y="293"/>
                    <a:pt x="209" y="296"/>
                    <a:pt x="209" y="295"/>
                  </a:cubicBezTo>
                  <a:cubicBezTo>
                    <a:pt x="209" y="297"/>
                    <a:pt x="209" y="297"/>
                    <a:pt x="209" y="297"/>
                  </a:cubicBezTo>
                  <a:cubicBezTo>
                    <a:pt x="209" y="300"/>
                    <a:pt x="210" y="298"/>
                    <a:pt x="211" y="299"/>
                  </a:cubicBezTo>
                  <a:cubicBezTo>
                    <a:pt x="211" y="297"/>
                    <a:pt x="211" y="297"/>
                    <a:pt x="211" y="297"/>
                  </a:cubicBezTo>
                  <a:cubicBezTo>
                    <a:pt x="211" y="300"/>
                    <a:pt x="212" y="297"/>
                    <a:pt x="212" y="299"/>
                  </a:cubicBezTo>
                  <a:cubicBezTo>
                    <a:pt x="213" y="298"/>
                    <a:pt x="213" y="295"/>
                    <a:pt x="214" y="295"/>
                  </a:cubicBezTo>
                  <a:cubicBezTo>
                    <a:pt x="214" y="293"/>
                    <a:pt x="213" y="298"/>
                    <a:pt x="213" y="299"/>
                  </a:cubicBezTo>
                  <a:cubicBezTo>
                    <a:pt x="213" y="298"/>
                    <a:pt x="214" y="298"/>
                    <a:pt x="214" y="298"/>
                  </a:cubicBezTo>
                  <a:cubicBezTo>
                    <a:pt x="214" y="298"/>
                    <a:pt x="214" y="298"/>
                    <a:pt x="214" y="298"/>
                  </a:cubicBezTo>
                  <a:cubicBezTo>
                    <a:pt x="214" y="297"/>
                    <a:pt x="215" y="296"/>
                    <a:pt x="215" y="297"/>
                  </a:cubicBezTo>
                  <a:cubicBezTo>
                    <a:pt x="214" y="298"/>
                    <a:pt x="214" y="298"/>
                    <a:pt x="214" y="298"/>
                  </a:cubicBezTo>
                  <a:cubicBezTo>
                    <a:pt x="215" y="298"/>
                    <a:pt x="214" y="299"/>
                    <a:pt x="215" y="299"/>
                  </a:cubicBezTo>
                  <a:cubicBezTo>
                    <a:pt x="215" y="297"/>
                    <a:pt x="215" y="298"/>
                    <a:pt x="216" y="297"/>
                  </a:cubicBezTo>
                  <a:cubicBezTo>
                    <a:pt x="215" y="298"/>
                    <a:pt x="215" y="298"/>
                    <a:pt x="215" y="298"/>
                  </a:cubicBezTo>
                  <a:cubicBezTo>
                    <a:pt x="216" y="296"/>
                    <a:pt x="216" y="296"/>
                    <a:pt x="216" y="296"/>
                  </a:cubicBezTo>
                  <a:cubicBezTo>
                    <a:pt x="216" y="297"/>
                    <a:pt x="216" y="297"/>
                    <a:pt x="216" y="297"/>
                  </a:cubicBezTo>
                  <a:cubicBezTo>
                    <a:pt x="215" y="299"/>
                    <a:pt x="215" y="299"/>
                    <a:pt x="215" y="299"/>
                  </a:cubicBezTo>
                  <a:cubicBezTo>
                    <a:pt x="215" y="300"/>
                    <a:pt x="216" y="297"/>
                    <a:pt x="216" y="297"/>
                  </a:cubicBezTo>
                  <a:cubicBezTo>
                    <a:pt x="217" y="296"/>
                    <a:pt x="216" y="297"/>
                    <a:pt x="216" y="298"/>
                  </a:cubicBezTo>
                  <a:cubicBezTo>
                    <a:pt x="216" y="298"/>
                    <a:pt x="216" y="297"/>
                    <a:pt x="216" y="298"/>
                  </a:cubicBezTo>
                  <a:cubicBezTo>
                    <a:pt x="215" y="299"/>
                    <a:pt x="216" y="298"/>
                    <a:pt x="215" y="299"/>
                  </a:cubicBezTo>
                  <a:cubicBezTo>
                    <a:pt x="215" y="299"/>
                    <a:pt x="216" y="297"/>
                    <a:pt x="216" y="298"/>
                  </a:cubicBezTo>
                  <a:cubicBezTo>
                    <a:pt x="216" y="298"/>
                    <a:pt x="217" y="298"/>
                    <a:pt x="216" y="299"/>
                  </a:cubicBezTo>
                  <a:cubicBezTo>
                    <a:pt x="216" y="298"/>
                    <a:pt x="216" y="299"/>
                    <a:pt x="217" y="298"/>
                  </a:cubicBezTo>
                  <a:cubicBezTo>
                    <a:pt x="217" y="298"/>
                    <a:pt x="217" y="297"/>
                    <a:pt x="217" y="296"/>
                  </a:cubicBezTo>
                  <a:cubicBezTo>
                    <a:pt x="218" y="296"/>
                    <a:pt x="218" y="296"/>
                    <a:pt x="218" y="296"/>
                  </a:cubicBezTo>
                  <a:cubicBezTo>
                    <a:pt x="217" y="297"/>
                    <a:pt x="217" y="297"/>
                    <a:pt x="217" y="297"/>
                  </a:cubicBezTo>
                  <a:cubicBezTo>
                    <a:pt x="218" y="296"/>
                    <a:pt x="218" y="297"/>
                    <a:pt x="218" y="296"/>
                  </a:cubicBezTo>
                  <a:cubicBezTo>
                    <a:pt x="217" y="298"/>
                    <a:pt x="217" y="298"/>
                    <a:pt x="217" y="298"/>
                  </a:cubicBezTo>
                  <a:cubicBezTo>
                    <a:pt x="218" y="297"/>
                    <a:pt x="218" y="297"/>
                    <a:pt x="219" y="297"/>
                  </a:cubicBezTo>
                  <a:cubicBezTo>
                    <a:pt x="218" y="298"/>
                    <a:pt x="216" y="300"/>
                    <a:pt x="216" y="300"/>
                  </a:cubicBezTo>
                  <a:cubicBezTo>
                    <a:pt x="218" y="299"/>
                    <a:pt x="218" y="299"/>
                    <a:pt x="218" y="299"/>
                  </a:cubicBezTo>
                  <a:cubicBezTo>
                    <a:pt x="218" y="299"/>
                    <a:pt x="218" y="299"/>
                    <a:pt x="217" y="300"/>
                  </a:cubicBezTo>
                  <a:cubicBezTo>
                    <a:pt x="217" y="301"/>
                    <a:pt x="220" y="296"/>
                    <a:pt x="220" y="298"/>
                  </a:cubicBezTo>
                  <a:cubicBezTo>
                    <a:pt x="218" y="299"/>
                    <a:pt x="218" y="299"/>
                    <a:pt x="218" y="300"/>
                  </a:cubicBezTo>
                  <a:cubicBezTo>
                    <a:pt x="219" y="299"/>
                    <a:pt x="219" y="299"/>
                    <a:pt x="219" y="299"/>
                  </a:cubicBezTo>
                  <a:cubicBezTo>
                    <a:pt x="219" y="298"/>
                    <a:pt x="218" y="300"/>
                    <a:pt x="219" y="299"/>
                  </a:cubicBezTo>
                  <a:cubicBezTo>
                    <a:pt x="219" y="298"/>
                    <a:pt x="219" y="298"/>
                    <a:pt x="220" y="298"/>
                  </a:cubicBezTo>
                  <a:cubicBezTo>
                    <a:pt x="217" y="301"/>
                    <a:pt x="219" y="300"/>
                    <a:pt x="218" y="301"/>
                  </a:cubicBezTo>
                  <a:cubicBezTo>
                    <a:pt x="220" y="300"/>
                    <a:pt x="219" y="301"/>
                    <a:pt x="219" y="301"/>
                  </a:cubicBezTo>
                  <a:cubicBezTo>
                    <a:pt x="217" y="302"/>
                    <a:pt x="220" y="301"/>
                    <a:pt x="218" y="302"/>
                  </a:cubicBezTo>
                  <a:cubicBezTo>
                    <a:pt x="221" y="300"/>
                    <a:pt x="221" y="300"/>
                    <a:pt x="221" y="300"/>
                  </a:cubicBezTo>
                  <a:cubicBezTo>
                    <a:pt x="219" y="301"/>
                    <a:pt x="224" y="299"/>
                    <a:pt x="222" y="300"/>
                  </a:cubicBezTo>
                  <a:cubicBezTo>
                    <a:pt x="221" y="301"/>
                    <a:pt x="220" y="301"/>
                    <a:pt x="220" y="301"/>
                  </a:cubicBezTo>
                  <a:cubicBezTo>
                    <a:pt x="217" y="303"/>
                    <a:pt x="222" y="301"/>
                    <a:pt x="219" y="302"/>
                  </a:cubicBezTo>
                  <a:cubicBezTo>
                    <a:pt x="223" y="301"/>
                    <a:pt x="223" y="301"/>
                    <a:pt x="223" y="301"/>
                  </a:cubicBezTo>
                  <a:cubicBezTo>
                    <a:pt x="222" y="302"/>
                    <a:pt x="221" y="302"/>
                    <a:pt x="220" y="303"/>
                  </a:cubicBezTo>
                  <a:cubicBezTo>
                    <a:pt x="221" y="302"/>
                    <a:pt x="221" y="302"/>
                    <a:pt x="221" y="303"/>
                  </a:cubicBezTo>
                  <a:cubicBezTo>
                    <a:pt x="220" y="303"/>
                    <a:pt x="220" y="303"/>
                    <a:pt x="220" y="303"/>
                  </a:cubicBezTo>
                  <a:cubicBezTo>
                    <a:pt x="219" y="303"/>
                    <a:pt x="220" y="303"/>
                    <a:pt x="221" y="303"/>
                  </a:cubicBezTo>
                  <a:cubicBezTo>
                    <a:pt x="219" y="303"/>
                    <a:pt x="221" y="304"/>
                    <a:pt x="219" y="304"/>
                  </a:cubicBezTo>
                  <a:cubicBezTo>
                    <a:pt x="222" y="304"/>
                    <a:pt x="218" y="304"/>
                    <a:pt x="222" y="304"/>
                  </a:cubicBezTo>
                  <a:cubicBezTo>
                    <a:pt x="221" y="304"/>
                    <a:pt x="221" y="304"/>
                    <a:pt x="221" y="304"/>
                  </a:cubicBezTo>
                  <a:cubicBezTo>
                    <a:pt x="222" y="304"/>
                    <a:pt x="223" y="304"/>
                    <a:pt x="224" y="305"/>
                  </a:cubicBezTo>
                  <a:cubicBezTo>
                    <a:pt x="222" y="305"/>
                    <a:pt x="222" y="305"/>
                    <a:pt x="222" y="305"/>
                  </a:cubicBezTo>
                  <a:cubicBezTo>
                    <a:pt x="221" y="305"/>
                    <a:pt x="221" y="305"/>
                    <a:pt x="221" y="305"/>
                  </a:cubicBezTo>
                  <a:cubicBezTo>
                    <a:pt x="221" y="305"/>
                    <a:pt x="221" y="304"/>
                    <a:pt x="221" y="304"/>
                  </a:cubicBezTo>
                  <a:cubicBezTo>
                    <a:pt x="221" y="304"/>
                    <a:pt x="221" y="305"/>
                    <a:pt x="221" y="305"/>
                  </a:cubicBezTo>
                  <a:cubicBezTo>
                    <a:pt x="219" y="305"/>
                    <a:pt x="221" y="305"/>
                    <a:pt x="220" y="305"/>
                  </a:cubicBezTo>
                  <a:cubicBezTo>
                    <a:pt x="222" y="305"/>
                    <a:pt x="220" y="305"/>
                    <a:pt x="221" y="305"/>
                  </a:cubicBezTo>
                  <a:cubicBezTo>
                    <a:pt x="221" y="305"/>
                    <a:pt x="221" y="305"/>
                    <a:pt x="221" y="305"/>
                  </a:cubicBezTo>
                  <a:cubicBezTo>
                    <a:pt x="221" y="306"/>
                    <a:pt x="222" y="306"/>
                    <a:pt x="222" y="306"/>
                  </a:cubicBezTo>
                  <a:cubicBezTo>
                    <a:pt x="222" y="306"/>
                    <a:pt x="221" y="305"/>
                    <a:pt x="221" y="305"/>
                  </a:cubicBezTo>
                  <a:cubicBezTo>
                    <a:pt x="222" y="305"/>
                    <a:pt x="222" y="305"/>
                    <a:pt x="222" y="305"/>
                  </a:cubicBezTo>
                  <a:cubicBezTo>
                    <a:pt x="223" y="306"/>
                    <a:pt x="223" y="306"/>
                    <a:pt x="223" y="306"/>
                  </a:cubicBezTo>
                  <a:cubicBezTo>
                    <a:pt x="223" y="306"/>
                    <a:pt x="222" y="306"/>
                    <a:pt x="222" y="306"/>
                  </a:cubicBezTo>
                  <a:cubicBezTo>
                    <a:pt x="222" y="306"/>
                    <a:pt x="221" y="306"/>
                    <a:pt x="222" y="306"/>
                  </a:cubicBezTo>
                  <a:cubicBezTo>
                    <a:pt x="221" y="306"/>
                    <a:pt x="221" y="306"/>
                    <a:pt x="221" y="306"/>
                  </a:cubicBezTo>
                  <a:cubicBezTo>
                    <a:pt x="220"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7"/>
                    <a:pt x="221" y="307"/>
                    <a:pt x="222" y="307"/>
                  </a:cubicBezTo>
                  <a:cubicBezTo>
                    <a:pt x="222" y="307"/>
                    <a:pt x="221" y="307"/>
                    <a:pt x="221" y="307"/>
                  </a:cubicBezTo>
                  <a:cubicBezTo>
                    <a:pt x="221" y="307"/>
                    <a:pt x="221" y="307"/>
                    <a:pt x="221"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8"/>
                    <a:pt x="222" y="308"/>
                    <a:pt x="222" y="309"/>
                  </a:cubicBezTo>
                  <a:cubicBezTo>
                    <a:pt x="222" y="307"/>
                    <a:pt x="222" y="307"/>
                    <a:pt x="222" y="307"/>
                  </a:cubicBezTo>
                  <a:cubicBezTo>
                    <a:pt x="222" y="308"/>
                    <a:pt x="222" y="308"/>
                    <a:pt x="222" y="309"/>
                  </a:cubicBezTo>
                  <a:cubicBezTo>
                    <a:pt x="222" y="310"/>
                    <a:pt x="222" y="309"/>
                    <a:pt x="222" y="309"/>
                  </a:cubicBezTo>
                  <a:cubicBezTo>
                    <a:pt x="222" y="310"/>
                    <a:pt x="222" y="312"/>
                    <a:pt x="222" y="311"/>
                  </a:cubicBezTo>
                  <a:cubicBezTo>
                    <a:pt x="222" y="311"/>
                    <a:pt x="222" y="311"/>
                    <a:pt x="222" y="311"/>
                  </a:cubicBezTo>
                  <a:cubicBezTo>
                    <a:pt x="222" y="311"/>
                    <a:pt x="222" y="312"/>
                    <a:pt x="221" y="312"/>
                  </a:cubicBezTo>
                  <a:cubicBezTo>
                    <a:pt x="221" y="311"/>
                    <a:pt x="221" y="311"/>
                    <a:pt x="221" y="310"/>
                  </a:cubicBezTo>
                  <a:cubicBezTo>
                    <a:pt x="221" y="308"/>
                    <a:pt x="221" y="309"/>
                    <a:pt x="220" y="309"/>
                  </a:cubicBezTo>
                  <a:cubicBezTo>
                    <a:pt x="220" y="310"/>
                    <a:pt x="220" y="310"/>
                    <a:pt x="220" y="310"/>
                  </a:cubicBezTo>
                  <a:cubicBezTo>
                    <a:pt x="220" y="311"/>
                    <a:pt x="220" y="309"/>
                    <a:pt x="220" y="309"/>
                  </a:cubicBezTo>
                  <a:cubicBezTo>
                    <a:pt x="219" y="314"/>
                    <a:pt x="219" y="314"/>
                    <a:pt x="219" y="314"/>
                  </a:cubicBezTo>
                  <a:cubicBezTo>
                    <a:pt x="219" y="313"/>
                    <a:pt x="219" y="311"/>
                    <a:pt x="219" y="310"/>
                  </a:cubicBezTo>
                  <a:cubicBezTo>
                    <a:pt x="219" y="311"/>
                    <a:pt x="218" y="314"/>
                    <a:pt x="217" y="315"/>
                  </a:cubicBezTo>
                  <a:cubicBezTo>
                    <a:pt x="217" y="315"/>
                    <a:pt x="216" y="316"/>
                    <a:pt x="216" y="316"/>
                  </a:cubicBezTo>
                  <a:cubicBezTo>
                    <a:pt x="216" y="314"/>
                    <a:pt x="216" y="316"/>
                    <a:pt x="216" y="315"/>
                  </a:cubicBezTo>
                  <a:cubicBezTo>
                    <a:pt x="216" y="313"/>
                    <a:pt x="216" y="313"/>
                    <a:pt x="216" y="313"/>
                  </a:cubicBezTo>
                  <a:cubicBezTo>
                    <a:pt x="217" y="313"/>
                    <a:pt x="217" y="311"/>
                    <a:pt x="217" y="310"/>
                  </a:cubicBezTo>
                  <a:cubicBezTo>
                    <a:pt x="217" y="311"/>
                    <a:pt x="216" y="309"/>
                    <a:pt x="216" y="309"/>
                  </a:cubicBezTo>
                  <a:cubicBezTo>
                    <a:pt x="215" y="312"/>
                    <a:pt x="215" y="310"/>
                    <a:pt x="214" y="313"/>
                  </a:cubicBezTo>
                  <a:cubicBezTo>
                    <a:pt x="214" y="313"/>
                    <a:pt x="214" y="311"/>
                    <a:pt x="214" y="310"/>
                  </a:cubicBezTo>
                  <a:cubicBezTo>
                    <a:pt x="213" y="311"/>
                    <a:pt x="213" y="310"/>
                    <a:pt x="212" y="310"/>
                  </a:cubicBezTo>
                  <a:cubicBezTo>
                    <a:pt x="213" y="310"/>
                    <a:pt x="213" y="310"/>
                    <a:pt x="213" y="310"/>
                  </a:cubicBezTo>
                  <a:cubicBezTo>
                    <a:pt x="212" y="310"/>
                    <a:pt x="211" y="309"/>
                    <a:pt x="210" y="312"/>
                  </a:cubicBezTo>
                  <a:cubicBezTo>
                    <a:pt x="211" y="310"/>
                    <a:pt x="211" y="310"/>
                    <a:pt x="211" y="310"/>
                  </a:cubicBezTo>
                  <a:cubicBezTo>
                    <a:pt x="210" y="309"/>
                    <a:pt x="210" y="313"/>
                    <a:pt x="209" y="312"/>
                  </a:cubicBezTo>
                  <a:cubicBezTo>
                    <a:pt x="210" y="310"/>
                    <a:pt x="210" y="310"/>
                    <a:pt x="210" y="310"/>
                  </a:cubicBezTo>
                  <a:cubicBezTo>
                    <a:pt x="209" y="312"/>
                    <a:pt x="209" y="309"/>
                    <a:pt x="208" y="311"/>
                  </a:cubicBezTo>
                  <a:cubicBezTo>
                    <a:pt x="209" y="310"/>
                    <a:pt x="209" y="310"/>
                    <a:pt x="209" y="310"/>
                  </a:cubicBezTo>
                  <a:cubicBezTo>
                    <a:pt x="208" y="310"/>
                    <a:pt x="208" y="310"/>
                    <a:pt x="207" y="311"/>
                  </a:cubicBezTo>
                  <a:cubicBezTo>
                    <a:pt x="208" y="309"/>
                    <a:pt x="208" y="309"/>
                    <a:pt x="208" y="309"/>
                  </a:cubicBezTo>
                  <a:cubicBezTo>
                    <a:pt x="208" y="308"/>
                    <a:pt x="207" y="311"/>
                    <a:pt x="207" y="311"/>
                  </a:cubicBezTo>
                  <a:cubicBezTo>
                    <a:pt x="207" y="310"/>
                    <a:pt x="207" y="309"/>
                    <a:pt x="207" y="309"/>
                  </a:cubicBezTo>
                  <a:cubicBezTo>
                    <a:pt x="206" y="310"/>
                    <a:pt x="206" y="310"/>
                    <a:pt x="205" y="311"/>
                  </a:cubicBezTo>
                  <a:cubicBezTo>
                    <a:pt x="206" y="309"/>
                    <a:pt x="206" y="309"/>
                    <a:pt x="206" y="309"/>
                  </a:cubicBezTo>
                  <a:cubicBezTo>
                    <a:pt x="203" y="308"/>
                    <a:pt x="201" y="307"/>
                    <a:pt x="199" y="309"/>
                  </a:cubicBezTo>
                  <a:cubicBezTo>
                    <a:pt x="199" y="306"/>
                    <a:pt x="199" y="308"/>
                    <a:pt x="199" y="306"/>
                  </a:cubicBezTo>
                  <a:cubicBezTo>
                    <a:pt x="199" y="308"/>
                    <a:pt x="199" y="306"/>
                    <a:pt x="198" y="307"/>
                  </a:cubicBezTo>
                  <a:close/>
                  <a:moveTo>
                    <a:pt x="221" y="306"/>
                  </a:moveTo>
                  <a:cubicBezTo>
                    <a:pt x="221" y="306"/>
                    <a:pt x="222" y="306"/>
                    <a:pt x="222" y="306"/>
                  </a:cubicBezTo>
                  <a:cubicBezTo>
                    <a:pt x="222" y="306"/>
                    <a:pt x="222" y="306"/>
                    <a:pt x="222" y="306"/>
                  </a:cubicBezTo>
                  <a:cubicBezTo>
                    <a:pt x="222" y="306"/>
                    <a:pt x="222" y="306"/>
                    <a:pt x="222" y="306"/>
                  </a:cubicBezTo>
                  <a:cubicBezTo>
                    <a:pt x="222" y="306"/>
                    <a:pt x="222" y="306"/>
                    <a:pt x="222" y="306"/>
                  </a:cubicBezTo>
                  <a:cubicBezTo>
                    <a:pt x="222" y="306"/>
                    <a:pt x="222" y="307"/>
                    <a:pt x="222" y="307"/>
                  </a:cubicBezTo>
                  <a:cubicBezTo>
                    <a:pt x="222" y="307"/>
                    <a:pt x="222" y="307"/>
                    <a:pt x="222" y="307"/>
                  </a:cubicBezTo>
                  <a:cubicBezTo>
                    <a:pt x="222" y="307"/>
                    <a:pt x="222" y="306"/>
                    <a:pt x="222" y="306"/>
                  </a:cubicBezTo>
                  <a:cubicBezTo>
                    <a:pt x="222" y="306"/>
                    <a:pt x="221" y="306"/>
                    <a:pt x="221" y="306"/>
                  </a:cubicBezTo>
                  <a:close/>
                  <a:moveTo>
                    <a:pt x="222" y="306"/>
                  </a:moveTo>
                  <a:cubicBezTo>
                    <a:pt x="222" y="306"/>
                    <a:pt x="222" y="306"/>
                    <a:pt x="222" y="306"/>
                  </a:cubicBezTo>
                  <a:cubicBezTo>
                    <a:pt x="221" y="306"/>
                    <a:pt x="221" y="306"/>
                    <a:pt x="221" y="306"/>
                  </a:cubicBezTo>
                  <a:cubicBezTo>
                    <a:pt x="222" y="306"/>
                    <a:pt x="222" y="306"/>
                    <a:pt x="222" y="306"/>
                  </a:cubicBezTo>
                  <a:close/>
                  <a:moveTo>
                    <a:pt x="222" y="307"/>
                  </a:moveTo>
                  <a:cubicBezTo>
                    <a:pt x="222" y="307"/>
                    <a:pt x="222" y="307"/>
                    <a:pt x="222" y="307"/>
                  </a:cubicBez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6"/>
                    <a:pt x="222" y="307"/>
                    <a:pt x="222" y="307"/>
                  </a:cubicBezTo>
                  <a:close/>
                  <a:moveTo>
                    <a:pt x="382" y="181"/>
                  </a:moveTo>
                  <a:cubicBezTo>
                    <a:pt x="383" y="179"/>
                    <a:pt x="383" y="179"/>
                    <a:pt x="383" y="179"/>
                  </a:cubicBezTo>
                  <a:cubicBezTo>
                    <a:pt x="384" y="180"/>
                    <a:pt x="384" y="181"/>
                    <a:pt x="384" y="182"/>
                  </a:cubicBezTo>
                  <a:cubicBezTo>
                    <a:pt x="385" y="180"/>
                    <a:pt x="387" y="181"/>
                    <a:pt x="387" y="180"/>
                  </a:cubicBezTo>
                  <a:cubicBezTo>
                    <a:pt x="388" y="180"/>
                    <a:pt x="387" y="181"/>
                    <a:pt x="387" y="181"/>
                  </a:cubicBezTo>
                  <a:cubicBezTo>
                    <a:pt x="388" y="181"/>
                    <a:pt x="391" y="180"/>
                    <a:pt x="392" y="181"/>
                  </a:cubicBezTo>
                  <a:cubicBezTo>
                    <a:pt x="391" y="182"/>
                    <a:pt x="391" y="182"/>
                    <a:pt x="391" y="182"/>
                  </a:cubicBezTo>
                  <a:cubicBezTo>
                    <a:pt x="393" y="184"/>
                    <a:pt x="393" y="186"/>
                    <a:pt x="393" y="188"/>
                  </a:cubicBezTo>
                  <a:cubicBezTo>
                    <a:pt x="389" y="186"/>
                    <a:pt x="384" y="185"/>
                    <a:pt x="380" y="183"/>
                  </a:cubicBezTo>
                  <a:cubicBezTo>
                    <a:pt x="381" y="183"/>
                    <a:pt x="382" y="183"/>
                    <a:pt x="382" y="181"/>
                  </a:cubicBezTo>
                  <a:close/>
                  <a:moveTo>
                    <a:pt x="262" y="151"/>
                  </a:moveTo>
                  <a:cubicBezTo>
                    <a:pt x="262" y="150"/>
                    <a:pt x="262" y="150"/>
                    <a:pt x="262" y="150"/>
                  </a:cubicBezTo>
                  <a:cubicBezTo>
                    <a:pt x="262" y="150"/>
                    <a:pt x="262" y="150"/>
                    <a:pt x="262" y="150"/>
                  </a:cubicBezTo>
                  <a:cubicBezTo>
                    <a:pt x="263" y="148"/>
                    <a:pt x="264" y="146"/>
                    <a:pt x="264" y="144"/>
                  </a:cubicBezTo>
                  <a:cubicBezTo>
                    <a:pt x="265" y="144"/>
                    <a:pt x="265" y="145"/>
                    <a:pt x="265" y="146"/>
                  </a:cubicBezTo>
                  <a:cubicBezTo>
                    <a:pt x="267" y="141"/>
                    <a:pt x="267" y="135"/>
                    <a:pt x="267" y="130"/>
                  </a:cubicBezTo>
                  <a:cubicBezTo>
                    <a:pt x="268" y="130"/>
                    <a:pt x="268" y="131"/>
                    <a:pt x="269" y="133"/>
                  </a:cubicBezTo>
                  <a:cubicBezTo>
                    <a:pt x="271" y="128"/>
                    <a:pt x="267" y="127"/>
                    <a:pt x="269" y="122"/>
                  </a:cubicBezTo>
                  <a:cubicBezTo>
                    <a:pt x="270" y="121"/>
                    <a:pt x="271" y="118"/>
                    <a:pt x="271" y="119"/>
                  </a:cubicBezTo>
                  <a:cubicBezTo>
                    <a:pt x="271" y="117"/>
                    <a:pt x="272" y="109"/>
                    <a:pt x="271" y="107"/>
                  </a:cubicBezTo>
                  <a:cubicBezTo>
                    <a:pt x="272" y="106"/>
                    <a:pt x="272" y="105"/>
                    <a:pt x="273" y="103"/>
                  </a:cubicBezTo>
                  <a:cubicBezTo>
                    <a:pt x="274" y="104"/>
                    <a:pt x="274" y="105"/>
                    <a:pt x="275" y="107"/>
                  </a:cubicBezTo>
                  <a:cubicBezTo>
                    <a:pt x="274" y="107"/>
                    <a:pt x="273" y="107"/>
                    <a:pt x="272" y="107"/>
                  </a:cubicBezTo>
                  <a:cubicBezTo>
                    <a:pt x="272" y="107"/>
                    <a:pt x="272" y="107"/>
                    <a:pt x="272" y="107"/>
                  </a:cubicBezTo>
                  <a:cubicBezTo>
                    <a:pt x="272" y="107"/>
                    <a:pt x="272" y="107"/>
                    <a:pt x="272" y="107"/>
                  </a:cubicBezTo>
                  <a:cubicBezTo>
                    <a:pt x="272" y="108"/>
                    <a:pt x="272" y="108"/>
                    <a:pt x="272" y="108"/>
                  </a:cubicBezTo>
                  <a:cubicBezTo>
                    <a:pt x="272" y="111"/>
                    <a:pt x="272" y="111"/>
                    <a:pt x="272" y="111"/>
                  </a:cubicBezTo>
                  <a:cubicBezTo>
                    <a:pt x="272" y="120"/>
                    <a:pt x="272" y="120"/>
                    <a:pt x="272" y="120"/>
                  </a:cubicBezTo>
                  <a:cubicBezTo>
                    <a:pt x="272" y="133"/>
                    <a:pt x="272" y="145"/>
                    <a:pt x="271" y="156"/>
                  </a:cubicBezTo>
                  <a:cubicBezTo>
                    <a:pt x="271" y="160"/>
                    <a:pt x="271" y="162"/>
                    <a:pt x="270" y="164"/>
                  </a:cubicBezTo>
                  <a:cubicBezTo>
                    <a:pt x="268" y="161"/>
                    <a:pt x="265" y="157"/>
                    <a:pt x="265" y="152"/>
                  </a:cubicBezTo>
                  <a:cubicBezTo>
                    <a:pt x="265" y="155"/>
                    <a:pt x="263" y="153"/>
                    <a:pt x="262" y="151"/>
                  </a:cubicBezTo>
                  <a:cubicBezTo>
                    <a:pt x="262" y="151"/>
                    <a:pt x="262" y="151"/>
                    <a:pt x="262" y="151"/>
                  </a:cubicBezTo>
                  <a:close/>
                  <a:moveTo>
                    <a:pt x="212" y="121"/>
                  </a:moveTo>
                  <a:cubicBezTo>
                    <a:pt x="212" y="118"/>
                    <a:pt x="212" y="116"/>
                    <a:pt x="213" y="114"/>
                  </a:cubicBezTo>
                  <a:cubicBezTo>
                    <a:pt x="215" y="119"/>
                    <a:pt x="215" y="127"/>
                    <a:pt x="213" y="134"/>
                  </a:cubicBezTo>
                  <a:cubicBezTo>
                    <a:pt x="212" y="129"/>
                    <a:pt x="211" y="125"/>
                    <a:pt x="212" y="121"/>
                  </a:cubicBezTo>
                  <a:close/>
                  <a:moveTo>
                    <a:pt x="191" y="185"/>
                  </a:moveTo>
                  <a:cubicBezTo>
                    <a:pt x="191" y="185"/>
                    <a:pt x="191" y="184"/>
                    <a:pt x="191" y="185"/>
                  </a:cubicBezTo>
                  <a:cubicBezTo>
                    <a:pt x="190" y="185"/>
                    <a:pt x="190" y="184"/>
                    <a:pt x="190" y="184"/>
                  </a:cubicBezTo>
                  <a:cubicBezTo>
                    <a:pt x="190" y="184"/>
                    <a:pt x="191" y="184"/>
                    <a:pt x="191" y="185"/>
                  </a:cubicBezTo>
                  <a:close/>
                  <a:moveTo>
                    <a:pt x="148" y="192"/>
                  </a:moveTo>
                  <a:cubicBezTo>
                    <a:pt x="148" y="191"/>
                    <a:pt x="148" y="192"/>
                    <a:pt x="148" y="192"/>
                  </a:cubicBezTo>
                  <a:cubicBezTo>
                    <a:pt x="148" y="192"/>
                    <a:pt x="148" y="192"/>
                    <a:pt x="148" y="191"/>
                  </a:cubicBezTo>
                  <a:cubicBezTo>
                    <a:pt x="148" y="191"/>
                    <a:pt x="148" y="192"/>
                    <a:pt x="148" y="192"/>
                  </a:cubicBezTo>
                  <a:close/>
                  <a:moveTo>
                    <a:pt x="134" y="148"/>
                  </a:moveTo>
                  <a:cubicBezTo>
                    <a:pt x="136" y="149"/>
                    <a:pt x="136" y="149"/>
                    <a:pt x="136" y="149"/>
                  </a:cubicBezTo>
                  <a:cubicBezTo>
                    <a:pt x="135" y="142"/>
                    <a:pt x="136" y="133"/>
                    <a:pt x="139" y="125"/>
                  </a:cubicBezTo>
                  <a:cubicBezTo>
                    <a:pt x="140" y="124"/>
                    <a:pt x="140" y="124"/>
                    <a:pt x="140" y="124"/>
                  </a:cubicBezTo>
                  <a:cubicBezTo>
                    <a:pt x="140" y="124"/>
                    <a:pt x="140" y="124"/>
                    <a:pt x="139" y="124"/>
                  </a:cubicBezTo>
                  <a:cubicBezTo>
                    <a:pt x="140" y="123"/>
                    <a:pt x="140" y="123"/>
                    <a:pt x="140" y="122"/>
                  </a:cubicBezTo>
                  <a:cubicBezTo>
                    <a:pt x="140" y="121"/>
                    <a:pt x="141" y="120"/>
                    <a:pt x="141" y="120"/>
                  </a:cubicBezTo>
                  <a:cubicBezTo>
                    <a:pt x="142" y="120"/>
                    <a:pt x="142" y="121"/>
                    <a:pt x="142" y="120"/>
                  </a:cubicBezTo>
                  <a:cubicBezTo>
                    <a:pt x="142" y="119"/>
                    <a:pt x="144" y="118"/>
                    <a:pt x="145" y="117"/>
                  </a:cubicBezTo>
                  <a:cubicBezTo>
                    <a:pt x="146" y="117"/>
                    <a:pt x="147" y="118"/>
                    <a:pt x="149" y="118"/>
                  </a:cubicBezTo>
                  <a:cubicBezTo>
                    <a:pt x="142" y="122"/>
                    <a:pt x="144" y="121"/>
                    <a:pt x="149" y="118"/>
                  </a:cubicBezTo>
                  <a:cubicBezTo>
                    <a:pt x="149" y="118"/>
                    <a:pt x="150" y="119"/>
                    <a:pt x="151" y="119"/>
                  </a:cubicBezTo>
                  <a:cubicBezTo>
                    <a:pt x="151" y="121"/>
                    <a:pt x="151" y="121"/>
                    <a:pt x="151" y="121"/>
                  </a:cubicBezTo>
                  <a:cubicBezTo>
                    <a:pt x="152" y="121"/>
                    <a:pt x="154" y="120"/>
                    <a:pt x="155" y="120"/>
                  </a:cubicBezTo>
                  <a:cubicBezTo>
                    <a:pt x="155" y="123"/>
                    <a:pt x="154" y="119"/>
                    <a:pt x="153" y="121"/>
                  </a:cubicBezTo>
                  <a:cubicBezTo>
                    <a:pt x="155" y="129"/>
                    <a:pt x="153" y="139"/>
                    <a:pt x="153" y="149"/>
                  </a:cubicBezTo>
                  <a:cubicBezTo>
                    <a:pt x="154" y="151"/>
                    <a:pt x="154" y="153"/>
                    <a:pt x="155" y="153"/>
                  </a:cubicBezTo>
                  <a:cubicBezTo>
                    <a:pt x="152" y="164"/>
                    <a:pt x="154" y="178"/>
                    <a:pt x="149" y="185"/>
                  </a:cubicBezTo>
                  <a:cubicBezTo>
                    <a:pt x="153" y="184"/>
                    <a:pt x="150" y="189"/>
                    <a:pt x="149" y="191"/>
                  </a:cubicBezTo>
                  <a:cubicBezTo>
                    <a:pt x="148" y="189"/>
                    <a:pt x="146" y="186"/>
                    <a:pt x="144" y="183"/>
                  </a:cubicBezTo>
                  <a:cubicBezTo>
                    <a:pt x="143" y="180"/>
                    <a:pt x="140" y="179"/>
                    <a:pt x="140" y="174"/>
                  </a:cubicBezTo>
                  <a:cubicBezTo>
                    <a:pt x="141" y="170"/>
                    <a:pt x="137" y="163"/>
                    <a:pt x="137" y="158"/>
                  </a:cubicBezTo>
                  <a:cubicBezTo>
                    <a:pt x="136" y="160"/>
                    <a:pt x="133" y="153"/>
                    <a:pt x="134" y="148"/>
                  </a:cubicBezTo>
                  <a:close/>
                  <a:moveTo>
                    <a:pt x="65" y="183"/>
                  </a:moveTo>
                  <a:cubicBezTo>
                    <a:pt x="65" y="185"/>
                    <a:pt x="63" y="186"/>
                    <a:pt x="63" y="187"/>
                  </a:cubicBezTo>
                  <a:cubicBezTo>
                    <a:pt x="63" y="187"/>
                    <a:pt x="63" y="187"/>
                    <a:pt x="63" y="187"/>
                  </a:cubicBezTo>
                  <a:cubicBezTo>
                    <a:pt x="64" y="186"/>
                    <a:pt x="64" y="186"/>
                    <a:pt x="63" y="186"/>
                  </a:cubicBezTo>
                  <a:cubicBezTo>
                    <a:pt x="63" y="184"/>
                    <a:pt x="63" y="184"/>
                    <a:pt x="63" y="184"/>
                  </a:cubicBezTo>
                  <a:cubicBezTo>
                    <a:pt x="64" y="183"/>
                    <a:pt x="65" y="183"/>
                    <a:pt x="65" y="183"/>
                  </a:cubicBezTo>
                  <a:close/>
                  <a:moveTo>
                    <a:pt x="63" y="185"/>
                  </a:moveTo>
                  <a:cubicBezTo>
                    <a:pt x="63" y="185"/>
                    <a:pt x="63" y="186"/>
                    <a:pt x="63" y="186"/>
                  </a:cubicBezTo>
                  <a:cubicBezTo>
                    <a:pt x="62" y="186"/>
                    <a:pt x="62" y="186"/>
                    <a:pt x="63" y="185"/>
                  </a:cubicBezTo>
                  <a:close/>
                  <a:moveTo>
                    <a:pt x="62" y="188"/>
                  </a:moveTo>
                  <a:cubicBezTo>
                    <a:pt x="62" y="188"/>
                    <a:pt x="62" y="188"/>
                    <a:pt x="63" y="187"/>
                  </a:cubicBezTo>
                  <a:cubicBezTo>
                    <a:pt x="63" y="190"/>
                    <a:pt x="64" y="192"/>
                    <a:pt x="64" y="196"/>
                  </a:cubicBezTo>
                  <a:cubicBezTo>
                    <a:pt x="62" y="197"/>
                    <a:pt x="62" y="192"/>
                    <a:pt x="62" y="188"/>
                  </a:cubicBezTo>
                  <a:close/>
                  <a:moveTo>
                    <a:pt x="16" y="210"/>
                  </a:moveTo>
                  <a:cubicBezTo>
                    <a:pt x="16" y="210"/>
                    <a:pt x="16" y="210"/>
                    <a:pt x="16" y="210"/>
                  </a:cubicBezTo>
                  <a:cubicBezTo>
                    <a:pt x="16" y="210"/>
                    <a:pt x="16" y="210"/>
                    <a:pt x="16" y="210"/>
                  </a:cubicBezTo>
                  <a:cubicBezTo>
                    <a:pt x="16" y="210"/>
                    <a:pt x="16" y="210"/>
                    <a:pt x="16" y="210"/>
                  </a:cubicBezTo>
                  <a:close/>
                  <a:moveTo>
                    <a:pt x="17" y="208"/>
                  </a:moveTo>
                  <a:cubicBezTo>
                    <a:pt x="17" y="208"/>
                    <a:pt x="17" y="208"/>
                    <a:pt x="17" y="207"/>
                  </a:cubicBezTo>
                  <a:cubicBezTo>
                    <a:pt x="17" y="207"/>
                    <a:pt x="17" y="206"/>
                    <a:pt x="18" y="206"/>
                  </a:cubicBezTo>
                  <a:cubicBezTo>
                    <a:pt x="18" y="207"/>
                    <a:pt x="18" y="207"/>
                    <a:pt x="18" y="208"/>
                  </a:cubicBezTo>
                  <a:cubicBezTo>
                    <a:pt x="18" y="208"/>
                    <a:pt x="18" y="208"/>
                    <a:pt x="17" y="208"/>
                  </a:cubicBezTo>
                  <a:close/>
                  <a:moveTo>
                    <a:pt x="18" y="212"/>
                  </a:moveTo>
                  <a:cubicBezTo>
                    <a:pt x="18" y="212"/>
                    <a:pt x="18" y="212"/>
                    <a:pt x="18" y="212"/>
                  </a:cubicBezTo>
                  <a:cubicBezTo>
                    <a:pt x="18" y="212"/>
                    <a:pt x="18" y="212"/>
                    <a:pt x="18" y="212"/>
                  </a:cubicBezTo>
                  <a:close/>
                  <a:moveTo>
                    <a:pt x="19" y="213"/>
                  </a:moveTo>
                  <a:cubicBezTo>
                    <a:pt x="19" y="213"/>
                    <a:pt x="19" y="213"/>
                    <a:pt x="19" y="213"/>
                  </a:cubicBezTo>
                  <a:cubicBezTo>
                    <a:pt x="19" y="213"/>
                    <a:pt x="19" y="213"/>
                    <a:pt x="19" y="213"/>
                  </a:cubicBezTo>
                  <a:cubicBezTo>
                    <a:pt x="19" y="213"/>
                    <a:pt x="19" y="213"/>
                    <a:pt x="19" y="213"/>
                  </a:cubicBezTo>
                  <a:close/>
                  <a:moveTo>
                    <a:pt x="20" y="214"/>
                  </a:moveTo>
                  <a:cubicBezTo>
                    <a:pt x="20" y="214"/>
                    <a:pt x="20" y="214"/>
                    <a:pt x="20" y="214"/>
                  </a:cubicBezTo>
                  <a:cubicBezTo>
                    <a:pt x="20" y="214"/>
                    <a:pt x="20" y="214"/>
                    <a:pt x="20" y="214"/>
                  </a:cubicBezTo>
                  <a:cubicBezTo>
                    <a:pt x="20" y="214"/>
                    <a:pt x="20" y="214"/>
                    <a:pt x="21" y="214"/>
                  </a:cubicBezTo>
                  <a:cubicBezTo>
                    <a:pt x="21" y="214"/>
                    <a:pt x="20" y="214"/>
                    <a:pt x="20" y="214"/>
                  </a:cubicBezTo>
                  <a:close/>
                  <a:moveTo>
                    <a:pt x="21" y="217"/>
                  </a:moveTo>
                  <a:cubicBezTo>
                    <a:pt x="21" y="216"/>
                    <a:pt x="21" y="216"/>
                    <a:pt x="21" y="216"/>
                  </a:cubicBezTo>
                  <a:cubicBezTo>
                    <a:pt x="22" y="216"/>
                    <a:pt x="22" y="216"/>
                    <a:pt x="22" y="216"/>
                  </a:cubicBezTo>
                  <a:cubicBezTo>
                    <a:pt x="22" y="216"/>
                    <a:pt x="21" y="216"/>
                    <a:pt x="21" y="217"/>
                  </a:cubicBezTo>
                  <a:close/>
                  <a:moveTo>
                    <a:pt x="21" y="214"/>
                  </a:moveTo>
                  <a:cubicBezTo>
                    <a:pt x="21" y="214"/>
                    <a:pt x="21" y="214"/>
                    <a:pt x="21" y="214"/>
                  </a:cubicBezTo>
                  <a:cubicBezTo>
                    <a:pt x="21" y="214"/>
                    <a:pt x="21" y="214"/>
                    <a:pt x="21" y="214"/>
                  </a:cubicBezTo>
                  <a:cubicBezTo>
                    <a:pt x="21" y="214"/>
                    <a:pt x="21" y="214"/>
                    <a:pt x="21" y="214"/>
                  </a:cubicBezTo>
                  <a:cubicBezTo>
                    <a:pt x="21" y="214"/>
                    <a:pt x="20" y="214"/>
                    <a:pt x="20" y="214"/>
                  </a:cubicBezTo>
                  <a:cubicBezTo>
                    <a:pt x="21" y="214"/>
                    <a:pt x="21" y="214"/>
                    <a:pt x="21" y="214"/>
                  </a:cubicBezTo>
                  <a:cubicBezTo>
                    <a:pt x="21" y="214"/>
                    <a:pt x="21" y="214"/>
                    <a:pt x="21" y="214"/>
                  </a:cubicBezTo>
                  <a:cubicBezTo>
                    <a:pt x="22" y="214"/>
                    <a:pt x="22" y="214"/>
                    <a:pt x="22" y="214"/>
                  </a:cubicBezTo>
                  <a:lnTo>
                    <a:pt x="21" y="214"/>
                  </a:lnTo>
                  <a:close/>
                  <a:moveTo>
                    <a:pt x="122" y="297"/>
                  </a:moveTo>
                  <a:cubicBezTo>
                    <a:pt x="122" y="297"/>
                    <a:pt x="122" y="297"/>
                    <a:pt x="122" y="297"/>
                  </a:cubicBezTo>
                  <a:cubicBezTo>
                    <a:pt x="122" y="297"/>
                    <a:pt x="122" y="297"/>
                    <a:pt x="122" y="297"/>
                  </a:cubicBezTo>
                  <a:close/>
                  <a:moveTo>
                    <a:pt x="123" y="297"/>
                  </a:moveTo>
                  <a:cubicBezTo>
                    <a:pt x="122" y="298"/>
                    <a:pt x="122" y="297"/>
                    <a:pt x="122" y="297"/>
                  </a:cubicBezTo>
                  <a:cubicBezTo>
                    <a:pt x="122" y="297"/>
                    <a:pt x="122" y="297"/>
                    <a:pt x="123" y="297"/>
                  </a:cubicBezTo>
                  <a:cubicBezTo>
                    <a:pt x="123" y="297"/>
                    <a:pt x="123" y="297"/>
                    <a:pt x="123" y="297"/>
                  </a:cubicBezTo>
                  <a:close/>
                  <a:moveTo>
                    <a:pt x="213" y="429"/>
                  </a:moveTo>
                  <a:cubicBezTo>
                    <a:pt x="213" y="429"/>
                    <a:pt x="213" y="429"/>
                    <a:pt x="213" y="429"/>
                  </a:cubicBezTo>
                  <a:cubicBezTo>
                    <a:pt x="213" y="429"/>
                    <a:pt x="213" y="429"/>
                    <a:pt x="213" y="429"/>
                  </a:cubicBezTo>
                  <a:cubicBezTo>
                    <a:pt x="213" y="429"/>
                    <a:pt x="213" y="429"/>
                    <a:pt x="213" y="429"/>
                  </a:cubicBezTo>
                  <a:cubicBezTo>
                    <a:pt x="213" y="429"/>
                    <a:pt x="213" y="429"/>
                    <a:pt x="213" y="429"/>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 name="Freeform 437"/>
            <p:cNvSpPr/>
            <p:nvPr/>
          </p:nvSpPr>
          <p:spPr bwMode="auto">
            <a:xfrm>
              <a:off x="3695" y="2760"/>
              <a:ext cx="4" cy="2"/>
            </a:xfrm>
            <a:custGeom>
              <a:avLst/>
              <a:gdLst>
                <a:gd name="T0" fmla="*/ 1 w 2"/>
                <a:gd name="T1" fmla="*/ 0 h 1"/>
                <a:gd name="T2" fmla="*/ 2 w 2"/>
                <a:gd name="T3" fmla="*/ 0 h 1"/>
                <a:gd name="T4" fmla="*/ 1 w 2"/>
                <a:gd name="T5" fmla="*/ 0 h 1"/>
              </a:gdLst>
              <a:ahLst/>
              <a:cxnLst>
                <a:cxn ang="0">
                  <a:pos x="T0" y="T1"/>
                </a:cxn>
                <a:cxn ang="0">
                  <a:pos x="T2" y="T3"/>
                </a:cxn>
                <a:cxn ang="0">
                  <a:pos x="T4" y="T5"/>
                </a:cxn>
              </a:cxnLst>
              <a:rect l="0" t="0" r="r" b="b"/>
              <a:pathLst>
                <a:path w="2" h="1">
                  <a:moveTo>
                    <a:pt x="1" y="0"/>
                  </a:moveTo>
                  <a:cubicBezTo>
                    <a:pt x="0" y="0"/>
                    <a:pt x="1" y="1"/>
                    <a:pt x="2"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 name="Freeform 438"/>
            <p:cNvSpPr/>
            <p:nvPr/>
          </p:nvSpPr>
          <p:spPr bwMode="auto">
            <a:xfrm>
              <a:off x="3699" y="2760"/>
              <a:ext cx="5" cy="4"/>
            </a:xfrm>
            <a:custGeom>
              <a:avLst/>
              <a:gdLst>
                <a:gd name="T0" fmla="*/ 1 w 2"/>
                <a:gd name="T1" fmla="*/ 2 h 2"/>
                <a:gd name="T2" fmla="*/ 2 w 2"/>
                <a:gd name="T3" fmla="*/ 1 h 2"/>
                <a:gd name="T4" fmla="*/ 1 w 2"/>
                <a:gd name="T5" fmla="*/ 2 h 2"/>
              </a:gdLst>
              <a:ahLst/>
              <a:cxnLst>
                <a:cxn ang="0">
                  <a:pos x="T0" y="T1"/>
                </a:cxn>
                <a:cxn ang="0">
                  <a:pos x="T2" y="T3"/>
                </a:cxn>
                <a:cxn ang="0">
                  <a:pos x="T4" y="T5"/>
                </a:cxn>
              </a:cxnLst>
              <a:rect l="0" t="0" r="r" b="b"/>
              <a:pathLst>
                <a:path w="2" h="2">
                  <a:moveTo>
                    <a:pt x="1" y="2"/>
                  </a:moveTo>
                  <a:cubicBezTo>
                    <a:pt x="1" y="2"/>
                    <a:pt x="2" y="1"/>
                    <a:pt x="2" y="1"/>
                  </a:cubicBezTo>
                  <a:cubicBezTo>
                    <a:pt x="0" y="0"/>
                    <a:pt x="2"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 name="Freeform 439"/>
            <p:cNvSpPr/>
            <p:nvPr/>
          </p:nvSpPr>
          <p:spPr bwMode="auto">
            <a:xfrm>
              <a:off x="3916" y="2586"/>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0" y="0"/>
                    <a:pt x="2" y="0"/>
                    <a:pt x="1" y="0"/>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 name="Freeform 440"/>
            <p:cNvSpPr/>
            <p:nvPr/>
          </p:nvSpPr>
          <p:spPr bwMode="auto">
            <a:xfrm>
              <a:off x="3941" y="2610"/>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 name="Freeform 441"/>
            <p:cNvSpPr/>
            <p:nvPr/>
          </p:nvSpPr>
          <p:spPr bwMode="auto">
            <a:xfrm>
              <a:off x="3729" y="2272"/>
              <a:ext cx="2" cy="5"/>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0" y="1"/>
                    <a:pt x="1" y="0"/>
                    <a:pt x="1" y="1"/>
                  </a:cubicBezTo>
                  <a:cubicBezTo>
                    <a:pt x="1" y="1"/>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 name="Freeform 442"/>
            <p:cNvSpPr/>
            <p:nvPr/>
          </p:nvSpPr>
          <p:spPr bwMode="auto">
            <a:xfrm>
              <a:off x="3852" y="271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 name="Freeform 443"/>
            <p:cNvSpPr/>
            <p:nvPr/>
          </p:nvSpPr>
          <p:spPr bwMode="auto">
            <a:xfrm>
              <a:off x="3850" y="2692"/>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1"/>
                    <a:pt x="1"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 name="Freeform 444"/>
            <p:cNvSpPr/>
            <p:nvPr/>
          </p:nvSpPr>
          <p:spPr bwMode="auto">
            <a:xfrm>
              <a:off x="3848" y="2686"/>
              <a:ext cx="2"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1"/>
                    <a:pt x="0" y="1"/>
                    <a:pt x="0" y="1"/>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6" name="Freeform 445"/>
            <p:cNvSpPr/>
            <p:nvPr/>
          </p:nvSpPr>
          <p:spPr bwMode="auto">
            <a:xfrm>
              <a:off x="3846" y="2711"/>
              <a:ext cx="4" cy="3"/>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1"/>
                    <a:pt x="1" y="0"/>
                    <a:pt x="2" y="0"/>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7" name="Freeform 446"/>
            <p:cNvSpPr/>
            <p:nvPr/>
          </p:nvSpPr>
          <p:spPr bwMode="auto">
            <a:xfrm>
              <a:off x="3822" y="2773"/>
              <a:ext cx="5"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8" name="Freeform 447"/>
            <p:cNvSpPr/>
            <p:nvPr/>
          </p:nvSpPr>
          <p:spPr bwMode="auto">
            <a:xfrm>
              <a:off x="3765" y="2315"/>
              <a:ext cx="4" cy="0"/>
            </a:xfrm>
            <a:custGeom>
              <a:avLst/>
              <a:gdLst>
                <a:gd name="T0" fmla="*/ 0 w 4"/>
                <a:gd name="T1" fmla="*/ 0 w 4"/>
                <a:gd name="T2" fmla="*/ 4 w 4"/>
                <a:gd name="T3" fmla="*/ 0 w 4"/>
              </a:gdLst>
              <a:ahLst/>
              <a:cxnLst>
                <a:cxn ang="0">
                  <a:pos x="T0" y="0"/>
                </a:cxn>
                <a:cxn ang="0">
                  <a:pos x="T1" y="0"/>
                </a:cxn>
                <a:cxn ang="0">
                  <a:pos x="T2" y="0"/>
                </a:cxn>
                <a:cxn ang="0">
                  <a:pos x="T3" y="0"/>
                </a:cxn>
              </a:cxnLst>
              <a:rect l="0" t="0" r="r" b="b"/>
              <a:pathLst>
                <a:path w="4">
                  <a:moveTo>
                    <a:pt x="0" y="0"/>
                  </a:moveTo>
                  <a:lnTo>
                    <a:pt x="0" y="0"/>
                  </a:lnTo>
                  <a:lnTo>
                    <a:pt x="4"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9" name="Freeform 448"/>
            <p:cNvSpPr/>
            <p:nvPr/>
          </p:nvSpPr>
          <p:spPr bwMode="auto">
            <a:xfrm>
              <a:off x="3842" y="2733"/>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0" name="Freeform 449"/>
            <p:cNvSpPr/>
            <p:nvPr/>
          </p:nvSpPr>
          <p:spPr bwMode="auto">
            <a:xfrm>
              <a:off x="3822" y="2769"/>
              <a:ext cx="7" cy="2"/>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1" name="Freeform 450"/>
            <p:cNvSpPr/>
            <p:nvPr/>
          </p:nvSpPr>
          <p:spPr bwMode="auto">
            <a:xfrm>
              <a:off x="3846" y="273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2" name="Freeform 451"/>
            <p:cNvSpPr/>
            <p:nvPr/>
          </p:nvSpPr>
          <p:spPr bwMode="auto">
            <a:xfrm>
              <a:off x="3844" y="2724"/>
              <a:ext cx="4" cy="2"/>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2" y="1"/>
                    <a:pt x="2" y="1"/>
                    <a:pt x="2" y="1"/>
                  </a:cubicBezTo>
                  <a:cubicBezTo>
                    <a:pt x="2"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3" name="Freeform 452"/>
            <p:cNvSpPr/>
            <p:nvPr/>
          </p:nvSpPr>
          <p:spPr bwMode="auto">
            <a:xfrm>
              <a:off x="3844" y="2728"/>
              <a:ext cx="8" cy="3"/>
            </a:xfrm>
            <a:custGeom>
              <a:avLst/>
              <a:gdLst>
                <a:gd name="T0" fmla="*/ 0 w 4"/>
                <a:gd name="T1" fmla="*/ 1 h 1"/>
                <a:gd name="T2" fmla="*/ 1 w 4"/>
                <a:gd name="T3" fmla="*/ 1 h 1"/>
                <a:gd name="T4" fmla="*/ 2 w 4"/>
                <a:gd name="T5" fmla="*/ 0 h 1"/>
                <a:gd name="T6" fmla="*/ 4 w 4"/>
                <a:gd name="T7" fmla="*/ 0 h 1"/>
                <a:gd name="T8" fmla="*/ 0 w 4"/>
                <a:gd name="T9" fmla="*/ 1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1" y="1"/>
                    <a:pt x="1" y="1"/>
                  </a:cubicBezTo>
                  <a:cubicBezTo>
                    <a:pt x="2" y="1"/>
                    <a:pt x="3" y="0"/>
                    <a:pt x="2" y="0"/>
                  </a:cubicBezTo>
                  <a:cubicBezTo>
                    <a:pt x="3" y="0"/>
                    <a:pt x="4" y="0"/>
                    <a:pt x="4" y="0"/>
                  </a:cubicBezTo>
                  <a:cubicBezTo>
                    <a:pt x="3" y="0"/>
                    <a:pt x="1" y="0"/>
                    <a:pt x="0" y="1"/>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grpSp>
        <p:nvGrpSpPr>
          <p:cNvPr id="454" name="Group 44"/>
          <p:cNvGrpSpPr/>
          <p:nvPr/>
        </p:nvGrpSpPr>
        <p:grpSpPr>
          <a:xfrm>
            <a:off x="1584943" y="1969457"/>
            <a:ext cx="807367" cy="906808"/>
            <a:chOff x="0" y="0"/>
            <a:chExt cx="807366" cy="906807"/>
          </a:xfrm>
          <a:solidFill>
            <a:schemeClr val="tx1">
              <a:lumMod val="50000"/>
              <a:lumOff val="50000"/>
            </a:schemeClr>
          </a:solidFill>
        </p:grpSpPr>
        <p:sp>
          <p:nvSpPr>
            <p:cNvPr id="455" name="chenying0907 42"/>
            <p:cNvSpPr/>
            <p:nvPr/>
          </p:nvSpPr>
          <p:spPr>
            <a:xfrm>
              <a:off x="-1" y="101600"/>
              <a:ext cx="792823" cy="805208"/>
            </a:xfrm>
            <a:custGeom>
              <a:avLst/>
              <a:gdLst/>
              <a:ahLst/>
              <a:cxnLst>
                <a:cxn ang="0">
                  <a:pos x="wd2" y="hd2"/>
                </a:cxn>
                <a:cxn ang="5400000">
                  <a:pos x="wd2" y="hd2"/>
                </a:cxn>
                <a:cxn ang="10800000">
                  <a:pos x="wd2" y="hd2"/>
                </a:cxn>
                <a:cxn ang="16200000">
                  <a:pos x="wd2" y="hd2"/>
                </a:cxn>
              </a:cxnLst>
              <a:rect l="0" t="0" r="r" b="b"/>
              <a:pathLst>
                <a:path w="19846" h="19829" extrusionOk="0">
                  <a:moveTo>
                    <a:pt x="13770" y="824"/>
                  </a:moveTo>
                  <a:cubicBezTo>
                    <a:pt x="8089" y="-376"/>
                    <a:pt x="1804" y="-1265"/>
                    <a:pt x="353" y="5681"/>
                  </a:cubicBezTo>
                  <a:cubicBezTo>
                    <a:pt x="-441" y="9482"/>
                    <a:pt x="-115" y="16268"/>
                    <a:pt x="3660" y="18583"/>
                  </a:cubicBezTo>
                  <a:cubicBezTo>
                    <a:pt x="6516" y="20335"/>
                    <a:pt x="12966" y="20052"/>
                    <a:pt x="15977" y="18892"/>
                  </a:cubicBezTo>
                  <a:cubicBezTo>
                    <a:pt x="21159" y="16897"/>
                    <a:pt x="19879" y="11191"/>
                    <a:pt x="19174" y="6766"/>
                  </a:cubicBezTo>
                </a:path>
              </a:pathLst>
            </a:custGeom>
            <a:noFill/>
            <a:ln w="38100" cap="flat">
              <a:solidFill>
                <a:schemeClr val="tx1"/>
              </a:solidFill>
              <a:prstDash val="solid"/>
              <a:miter lim="400000"/>
            </a:ln>
            <a:effectLst/>
          </p:spPr>
          <p:txBody>
            <a:bodyPr wrap="square" lIns="50800" tIns="50800" rIns="50800" bIns="50800" numCol="1" anchor="ctr">
              <a:noAutofit/>
            </a:bodyPr>
            <a:lstStyle/>
            <a:p>
              <a:pPr defTabSz="457200">
                <a:defRPr sz="3000">
                  <a:solidFill>
                    <a:srgbClr val="FFFFFF"/>
                  </a:solidFill>
                  <a:effectLst>
                    <a:outerShdw blurRad="38100" dist="12700" dir="5400000">
                      <a:srgbClr val="000000">
                        <a:alpha val="50000"/>
                      </a:srgbClr>
                    </a:outerShdw>
                  </a:effectLst>
                </a:defRPr>
              </a:pPr>
              <a:endParaRPr sz="4400" dirty="0">
                <a:effectLst>
                  <a:outerShdw blurRad="38100" dist="12700" dir="5400000">
                    <a:srgbClr val="000000">
                      <a:alpha val="50000"/>
                    </a:srgbClr>
                  </a:outerShdw>
                </a:effectLst>
                <a:latin typeface="Senty小丸子" panose="03000600000000000000" pitchFamily="66" charset="-122"/>
                <a:ea typeface="Senty小丸子" panose="03000600000000000000" pitchFamily="66" charset="-122"/>
              </a:endParaRPr>
            </a:p>
          </p:txBody>
        </p:sp>
        <p:sp>
          <p:nvSpPr>
            <p:cNvPr id="456" name="chenying0907 43"/>
            <p:cNvSpPr/>
            <p:nvPr/>
          </p:nvSpPr>
          <p:spPr>
            <a:xfrm>
              <a:off x="165100" y="-1"/>
              <a:ext cx="642267" cy="718972"/>
            </a:xfrm>
            <a:custGeom>
              <a:avLst/>
              <a:gdLst/>
              <a:ahLst/>
              <a:cxnLst>
                <a:cxn ang="0">
                  <a:pos x="wd2" y="hd2"/>
                </a:cxn>
                <a:cxn ang="5400000">
                  <a:pos x="wd2" y="hd2"/>
                </a:cxn>
                <a:cxn ang="10800000">
                  <a:pos x="wd2" y="hd2"/>
                </a:cxn>
                <a:cxn ang="16200000">
                  <a:pos x="wd2" y="hd2"/>
                </a:cxn>
              </a:cxnLst>
              <a:rect l="0" t="0" r="r" b="b"/>
              <a:pathLst>
                <a:path w="21521" h="21116" extrusionOk="0">
                  <a:moveTo>
                    <a:pt x="21521" y="13"/>
                  </a:moveTo>
                  <a:cubicBezTo>
                    <a:pt x="21600" y="-484"/>
                    <a:pt x="8558" y="13479"/>
                    <a:pt x="8933" y="13772"/>
                  </a:cubicBezTo>
                  <a:cubicBezTo>
                    <a:pt x="6785" y="12126"/>
                    <a:pt x="2898" y="10471"/>
                    <a:pt x="0" y="10120"/>
                  </a:cubicBezTo>
                  <a:cubicBezTo>
                    <a:pt x="1254" y="12620"/>
                    <a:pt x="2166" y="14279"/>
                    <a:pt x="4430" y="16128"/>
                  </a:cubicBezTo>
                  <a:cubicBezTo>
                    <a:pt x="4883" y="16498"/>
                    <a:pt x="10336" y="20581"/>
                    <a:pt x="9763" y="21116"/>
                  </a:cubicBezTo>
                  <a:cubicBezTo>
                    <a:pt x="14957" y="16270"/>
                    <a:pt x="20402" y="7017"/>
                    <a:pt x="21521" y="13"/>
                  </a:cubicBezTo>
                  <a:close/>
                </a:path>
              </a:pathLst>
            </a:custGeom>
            <a:solidFill>
              <a:schemeClr val="tx1"/>
            </a:solidFill>
            <a:ln w="38100" cap="flat">
              <a:solidFill>
                <a:schemeClr val="tx1"/>
              </a:solidFill>
              <a:prstDash val="solid"/>
              <a:miter lim="400000"/>
            </a:ln>
            <a:effectLst/>
          </p:spPr>
          <p:txBody>
            <a:bodyPr wrap="square" lIns="50800" tIns="50800" rIns="50800" bIns="50800" numCol="1" anchor="ctr">
              <a:noAutofit/>
            </a:bodyPr>
            <a:lstStyle/>
            <a:p>
              <a:pPr defTabSz="457200">
                <a:defRPr sz="3000">
                  <a:solidFill>
                    <a:srgbClr val="FFFFFF"/>
                  </a:solidFill>
                  <a:effectLst>
                    <a:outerShdw blurRad="38100" dist="12700" dir="5400000">
                      <a:srgbClr val="000000">
                        <a:alpha val="50000"/>
                      </a:srgbClr>
                    </a:outerShdw>
                  </a:effectLst>
                </a:defRPr>
              </a:pPr>
              <a:endParaRPr sz="4400" dirty="0">
                <a:effectLst>
                  <a:outerShdw blurRad="38100" dist="12700" dir="5400000">
                    <a:srgbClr val="000000">
                      <a:alpha val="50000"/>
                    </a:srgbClr>
                  </a:outerShdw>
                </a:effectLst>
                <a:latin typeface="Senty小丸子" panose="03000600000000000000" pitchFamily="66" charset="-122"/>
                <a:ea typeface="Senty小丸子" panose="03000600000000000000" pitchFamily="66" charset="-122"/>
              </a:endParaRPr>
            </a:p>
          </p:txBody>
        </p:sp>
      </p:grpSp>
      <p:grpSp>
        <p:nvGrpSpPr>
          <p:cNvPr id="457" name="Group 44"/>
          <p:cNvGrpSpPr/>
          <p:nvPr/>
        </p:nvGrpSpPr>
        <p:grpSpPr>
          <a:xfrm>
            <a:off x="1570399" y="3321265"/>
            <a:ext cx="807367" cy="906808"/>
            <a:chOff x="0" y="0"/>
            <a:chExt cx="807366" cy="906807"/>
          </a:xfrm>
          <a:solidFill>
            <a:schemeClr val="tx1">
              <a:lumMod val="50000"/>
              <a:lumOff val="50000"/>
            </a:schemeClr>
          </a:solidFill>
        </p:grpSpPr>
        <p:sp>
          <p:nvSpPr>
            <p:cNvPr id="458" name="chenying0907 42"/>
            <p:cNvSpPr/>
            <p:nvPr/>
          </p:nvSpPr>
          <p:spPr>
            <a:xfrm>
              <a:off x="-1" y="101600"/>
              <a:ext cx="792823" cy="805208"/>
            </a:xfrm>
            <a:custGeom>
              <a:avLst/>
              <a:gdLst/>
              <a:ahLst/>
              <a:cxnLst>
                <a:cxn ang="0">
                  <a:pos x="wd2" y="hd2"/>
                </a:cxn>
                <a:cxn ang="5400000">
                  <a:pos x="wd2" y="hd2"/>
                </a:cxn>
                <a:cxn ang="10800000">
                  <a:pos x="wd2" y="hd2"/>
                </a:cxn>
                <a:cxn ang="16200000">
                  <a:pos x="wd2" y="hd2"/>
                </a:cxn>
              </a:cxnLst>
              <a:rect l="0" t="0" r="r" b="b"/>
              <a:pathLst>
                <a:path w="19846" h="19829" extrusionOk="0">
                  <a:moveTo>
                    <a:pt x="13770" y="824"/>
                  </a:moveTo>
                  <a:cubicBezTo>
                    <a:pt x="8089" y="-376"/>
                    <a:pt x="1804" y="-1265"/>
                    <a:pt x="353" y="5681"/>
                  </a:cubicBezTo>
                  <a:cubicBezTo>
                    <a:pt x="-441" y="9482"/>
                    <a:pt x="-115" y="16268"/>
                    <a:pt x="3660" y="18583"/>
                  </a:cubicBezTo>
                  <a:cubicBezTo>
                    <a:pt x="6516" y="20335"/>
                    <a:pt x="12966" y="20052"/>
                    <a:pt x="15977" y="18892"/>
                  </a:cubicBezTo>
                  <a:cubicBezTo>
                    <a:pt x="21159" y="16897"/>
                    <a:pt x="19879" y="11191"/>
                    <a:pt x="19174" y="6766"/>
                  </a:cubicBezTo>
                </a:path>
              </a:pathLst>
            </a:custGeom>
            <a:noFill/>
            <a:ln w="38100" cap="flat">
              <a:solidFill>
                <a:schemeClr val="tx1"/>
              </a:solidFill>
              <a:prstDash val="solid"/>
              <a:miter lim="400000"/>
            </a:ln>
            <a:effectLst/>
          </p:spPr>
          <p:txBody>
            <a:bodyPr wrap="square" lIns="50800" tIns="50800" rIns="50800" bIns="50800" numCol="1" anchor="ctr">
              <a:noAutofit/>
            </a:bodyPr>
            <a:lstStyle/>
            <a:p>
              <a:pPr defTabSz="457200">
                <a:defRPr sz="3000">
                  <a:solidFill>
                    <a:srgbClr val="FFFFFF"/>
                  </a:solidFill>
                  <a:effectLst>
                    <a:outerShdw blurRad="38100" dist="12700" dir="5400000">
                      <a:srgbClr val="000000">
                        <a:alpha val="50000"/>
                      </a:srgbClr>
                    </a:outerShdw>
                  </a:effectLst>
                </a:defRPr>
              </a:pPr>
              <a:endParaRPr sz="4400" dirty="0">
                <a:effectLst>
                  <a:outerShdw blurRad="38100" dist="12700" dir="5400000">
                    <a:srgbClr val="000000">
                      <a:alpha val="50000"/>
                    </a:srgbClr>
                  </a:outerShdw>
                </a:effectLst>
                <a:latin typeface="Senty小丸子" panose="03000600000000000000" pitchFamily="66" charset="-122"/>
                <a:ea typeface="Senty小丸子" panose="03000600000000000000" pitchFamily="66" charset="-122"/>
              </a:endParaRPr>
            </a:p>
          </p:txBody>
        </p:sp>
        <p:sp>
          <p:nvSpPr>
            <p:cNvPr id="459" name="chenying0907 43"/>
            <p:cNvSpPr/>
            <p:nvPr/>
          </p:nvSpPr>
          <p:spPr>
            <a:xfrm>
              <a:off x="165100" y="-1"/>
              <a:ext cx="642267" cy="718972"/>
            </a:xfrm>
            <a:custGeom>
              <a:avLst/>
              <a:gdLst/>
              <a:ahLst/>
              <a:cxnLst>
                <a:cxn ang="0">
                  <a:pos x="wd2" y="hd2"/>
                </a:cxn>
                <a:cxn ang="5400000">
                  <a:pos x="wd2" y="hd2"/>
                </a:cxn>
                <a:cxn ang="10800000">
                  <a:pos x="wd2" y="hd2"/>
                </a:cxn>
                <a:cxn ang="16200000">
                  <a:pos x="wd2" y="hd2"/>
                </a:cxn>
              </a:cxnLst>
              <a:rect l="0" t="0" r="r" b="b"/>
              <a:pathLst>
                <a:path w="21521" h="21116" extrusionOk="0">
                  <a:moveTo>
                    <a:pt x="21521" y="13"/>
                  </a:moveTo>
                  <a:cubicBezTo>
                    <a:pt x="21600" y="-484"/>
                    <a:pt x="8558" y="13479"/>
                    <a:pt x="8933" y="13772"/>
                  </a:cubicBezTo>
                  <a:cubicBezTo>
                    <a:pt x="6785" y="12126"/>
                    <a:pt x="2898" y="10471"/>
                    <a:pt x="0" y="10120"/>
                  </a:cubicBezTo>
                  <a:cubicBezTo>
                    <a:pt x="1254" y="12620"/>
                    <a:pt x="2166" y="14279"/>
                    <a:pt x="4430" y="16128"/>
                  </a:cubicBezTo>
                  <a:cubicBezTo>
                    <a:pt x="4883" y="16498"/>
                    <a:pt x="10336" y="20581"/>
                    <a:pt x="9763" y="21116"/>
                  </a:cubicBezTo>
                  <a:cubicBezTo>
                    <a:pt x="14957" y="16270"/>
                    <a:pt x="20402" y="7017"/>
                    <a:pt x="21521" y="13"/>
                  </a:cubicBezTo>
                  <a:close/>
                </a:path>
              </a:pathLst>
            </a:custGeom>
            <a:solidFill>
              <a:schemeClr val="tx1"/>
            </a:solidFill>
            <a:ln w="38100" cap="flat">
              <a:solidFill>
                <a:schemeClr val="tx1"/>
              </a:solidFill>
              <a:prstDash val="solid"/>
              <a:miter lim="400000"/>
            </a:ln>
            <a:effectLst/>
          </p:spPr>
          <p:txBody>
            <a:bodyPr wrap="square" lIns="50800" tIns="50800" rIns="50800" bIns="50800" numCol="1" anchor="ctr">
              <a:noAutofit/>
            </a:bodyPr>
            <a:lstStyle/>
            <a:p>
              <a:pPr defTabSz="457200">
                <a:defRPr sz="3000">
                  <a:solidFill>
                    <a:srgbClr val="FFFFFF"/>
                  </a:solidFill>
                  <a:effectLst>
                    <a:outerShdw blurRad="38100" dist="12700" dir="5400000">
                      <a:srgbClr val="000000">
                        <a:alpha val="50000"/>
                      </a:srgbClr>
                    </a:outerShdw>
                  </a:effectLst>
                </a:defRPr>
              </a:pPr>
              <a:endParaRPr sz="4400" dirty="0">
                <a:effectLst>
                  <a:outerShdw blurRad="38100" dist="12700" dir="5400000">
                    <a:srgbClr val="000000">
                      <a:alpha val="50000"/>
                    </a:srgbClr>
                  </a:outerShdw>
                </a:effectLst>
                <a:latin typeface="Senty小丸子" panose="03000600000000000000" pitchFamily="66" charset="-122"/>
                <a:ea typeface="Senty小丸子" panose="03000600000000000000" pitchFamily="66" charset="-122"/>
              </a:endParaRPr>
            </a:p>
          </p:txBody>
        </p:sp>
      </p:grpSp>
      <p:grpSp>
        <p:nvGrpSpPr>
          <p:cNvPr id="460" name="Group 44"/>
          <p:cNvGrpSpPr/>
          <p:nvPr/>
        </p:nvGrpSpPr>
        <p:grpSpPr>
          <a:xfrm>
            <a:off x="1555855" y="4673073"/>
            <a:ext cx="807367" cy="906808"/>
            <a:chOff x="0" y="0"/>
            <a:chExt cx="807366" cy="906807"/>
          </a:xfrm>
          <a:solidFill>
            <a:schemeClr val="tx1">
              <a:lumMod val="50000"/>
              <a:lumOff val="50000"/>
            </a:schemeClr>
          </a:solidFill>
        </p:grpSpPr>
        <p:sp>
          <p:nvSpPr>
            <p:cNvPr id="461" name="chenying0907 42"/>
            <p:cNvSpPr/>
            <p:nvPr/>
          </p:nvSpPr>
          <p:spPr>
            <a:xfrm>
              <a:off x="-1" y="101600"/>
              <a:ext cx="792823" cy="805208"/>
            </a:xfrm>
            <a:custGeom>
              <a:avLst/>
              <a:gdLst/>
              <a:ahLst/>
              <a:cxnLst>
                <a:cxn ang="0">
                  <a:pos x="wd2" y="hd2"/>
                </a:cxn>
                <a:cxn ang="5400000">
                  <a:pos x="wd2" y="hd2"/>
                </a:cxn>
                <a:cxn ang="10800000">
                  <a:pos x="wd2" y="hd2"/>
                </a:cxn>
                <a:cxn ang="16200000">
                  <a:pos x="wd2" y="hd2"/>
                </a:cxn>
              </a:cxnLst>
              <a:rect l="0" t="0" r="r" b="b"/>
              <a:pathLst>
                <a:path w="19846" h="19829" extrusionOk="0">
                  <a:moveTo>
                    <a:pt x="13770" y="824"/>
                  </a:moveTo>
                  <a:cubicBezTo>
                    <a:pt x="8089" y="-376"/>
                    <a:pt x="1804" y="-1265"/>
                    <a:pt x="353" y="5681"/>
                  </a:cubicBezTo>
                  <a:cubicBezTo>
                    <a:pt x="-441" y="9482"/>
                    <a:pt x="-115" y="16268"/>
                    <a:pt x="3660" y="18583"/>
                  </a:cubicBezTo>
                  <a:cubicBezTo>
                    <a:pt x="6516" y="20335"/>
                    <a:pt x="12966" y="20052"/>
                    <a:pt x="15977" y="18892"/>
                  </a:cubicBezTo>
                  <a:cubicBezTo>
                    <a:pt x="21159" y="16897"/>
                    <a:pt x="19879" y="11191"/>
                    <a:pt x="19174" y="6766"/>
                  </a:cubicBezTo>
                </a:path>
              </a:pathLst>
            </a:custGeom>
            <a:noFill/>
            <a:ln w="38100" cap="flat">
              <a:solidFill>
                <a:schemeClr val="tx1"/>
              </a:solidFill>
              <a:prstDash val="solid"/>
              <a:miter lim="400000"/>
            </a:ln>
            <a:effectLst/>
          </p:spPr>
          <p:txBody>
            <a:bodyPr wrap="square" lIns="50800" tIns="50800" rIns="50800" bIns="50800" numCol="1" anchor="ctr">
              <a:noAutofit/>
            </a:bodyPr>
            <a:lstStyle/>
            <a:p>
              <a:pPr defTabSz="457200">
                <a:defRPr sz="3000">
                  <a:solidFill>
                    <a:srgbClr val="FFFFFF"/>
                  </a:solidFill>
                  <a:effectLst>
                    <a:outerShdw blurRad="38100" dist="12700" dir="5400000">
                      <a:srgbClr val="000000">
                        <a:alpha val="50000"/>
                      </a:srgbClr>
                    </a:outerShdw>
                  </a:effectLst>
                </a:defRPr>
              </a:pPr>
              <a:endParaRPr sz="4400" dirty="0">
                <a:effectLst>
                  <a:outerShdw blurRad="38100" dist="12700" dir="5400000">
                    <a:srgbClr val="000000">
                      <a:alpha val="50000"/>
                    </a:srgbClr>
                  </a:outerShdw>
                </a:effectLst>
                <a:latin typeface="Senty小丸子" panose="03000600000000000000" pitchFamily="66" charset="-122"/>
                <a:ea typeface="Senty小丸子" panose="03000600000000000000" pitchFamily="66" charset="-122"/>
              </a:endParaRPr>
            </a:p>
          </p:txBody>
        </p:sp>
        <p:sp>
          <p:nvSpPr>
            <p:cNvPr id="462" name="chenying0907 43"/>
            <p:cNvSpPr/>
            <p:nvPr/>
          </p:nvSpPr>
          <p:spPr>
            <a:xfrm>
              <a:off x="165100" y="-1"/>
              <a:ext cx="642267" cy="718972"/>
            </a:xfrm>
            <a:custGeom>
              <a:avLst/>
              <a:gdLst/>
              <a:ahLst/>
              <a:cxnLst>
                <a:cxn ang="0">
                  <a:pos x="wd2" y="hd2"/>
                </a:cxn>
                <a:cxn ang="5400000">
                  <a:pos x="wd2" y="hd2"/>
                </a:cxn>
                <a:cxn ang="10800000">
                  <a:pos x="wd2" y="hd2"/>
                </a:cxn>
                <a:cxn ang="16200000">
                  <a:pos x="wd2" y="hd2"/>
                </a:cxn>
              </a:cxnLst>
              <a:rect l="0" t="0" r="r" b="b"/>
              <a:pathLst>
                <a:path w="21521" h="21116" extrusionOk="0">
                  <a:moveTo>
                    <a:pt x="21521" y="13"/>
                  </a:moveTo>
                  <a:cubicBezTo>
                    <a:pt x="21600" y="-484"/>
                    <a:pt x="8558" y="13479"/>
                    <a:pt x="8933" y="13772"/>
                  </a:cubicBezTo>
                  <a:cubicBezTo>
                    <a:pt x="6785" y="12126"/>
                    <a:pt x="2898" y="10471"/>
                    <a:pt x="0" y="10120"/>
                  </a:cubicBezTo>
                  <a:cubicBezTo>
                    <a:pt x="1254" y="12620"/>
                    <a:pt x="2166" y="14279"/>
                    <a:pt x="4430" y="16128"/>
                  </a:cubicBezTo>
                  <a:cubicBezTo>
                    <a:pt x="4883" y="16498"/>
                    <a:pt x="10336" y="20581"/>
                    <a:pt x="9763" y="21116"/>
                  </a:cubicBezTo>
                  <a:cubicBezTo>
                    <a:pt x="14957" y="16270"/>
                    <a:pt x="20402" y="7017"/>
                    <a:pt x="21521" y="13"/>
                  </a:cubicBezTo>
                  <a:close/>
                </a:path>
              </a:pathLst>
            </a:custGeom>
            <a:solidFill>
              <a:schemeClr val="tx1"/>
            </a:solidFill>
            <a:ln w="38100" cap="flat">
              <a:solidFill>
                <a:schemeClr val="tx1"/>
              </a:solidFill>
              <a:prstDash val="solid"/>
              <a:miter lim="400000"/>
            </a:ln>
            <a:effectLst/>
          </p:spPr>
          <p:txBody>
            <a:bodyPr wrap="square" lIns="50800" tIns="50800" rIns="50800" bIns="50800" numCol="1" anchor="ctr">
              <a:noAutofit/>
            </a:bodyPr>
            <a:lstStyle/>
            <a:p>
              <a:pPr defTabSz="457200">
                <a:defRPr sz="3000">
                  <a:solidFill>
                    <a:srgbClr val="FFFFFF"/>
                  </a:solidFill>
                  <a:effectLst>
                    <a:outerShdw blurRad="38100" dist="12700" dir="5400000">
                      <a:srgbClr val="000000">
                        <a:alpha val="50000"/>
                      </a:srgbClr>
                    </a:outerShdw>
                  </a:effectLst>
                </a:defRPr>
              </a:pPr>
              <a:endParaRPr sz="4400" dirty="0">
                <a:effectLst>
                  <a:outerShdw blurRad="38100" dist="12700" dir="5400000">
                    <a:srgbClr val="000000">
                      <a:alpha val="50000"/>
                    </a:srgbClr>
                  </a:outerShdw>
                </a:effectLst>
                <a:latin typeface="Senty小丸子" panose="03000600000000000000" pitchFamily="66" charset="-122"/>
                <a:ea typeface="Senty小丸子" panose="03000600000000000000" pitchFamily="66" charset="-122"/>
              </a:endParaRPr>
            </a:p>
          </p:txBody>
        </p:sp>
      </p:grpSp>
      <p:sp>
        <p:nvSpPr>
          <p:cNvPr id="463" name="文本框 462"/>
          <p:cNvSpPr txBox="1"/>
          <p:nvPr/>
        </p:nvSpPr>
        <p:spPr>
          <a:xfrm>
            <a:off x="2608103" y="2111897"/>
            <a:ext cx="3804144" cy="623248"/>
          </a:xfrm>
          <a:prstGeom prst="rect">
            <a:avLst/>
          </a:prstGeom>
          <a:noFill/>
          <a:ln>
            <a:noFill/>
          </a:ln>
        </p:spPr>
        <p:txBody>
          <a:bodyPr wrap="square" rtlCol="0">
            <a:spAutoFit/>
          </a:bodyPr>
          <a:lstStyle/>
          <a:p>
            <a:pPr>
              <a:lnSpc>
                <a:spcPct val="150000"/>
              </a:lnSpc>
            </a:pPr>
            <a:r>
              <a:rPr lang="zh-CN" altLang="en-US" sz="1200" dirty="0">
                <a:latin typeface="Senty小丸子" panose="03000600000000000000" pitchFamily="66" charset="-122"/>
                <a:ea typeface="Senty小丸子" panose="03000600000000000000" pitchFamily="66" charset="-122"/>
              </a:rPr>
              <a:t>添加相关内容的文字添加相关内容的文字添加相关内容的文字添加相关内容的文字添加相关内容的文字</a:t>
            </a:r>
            <a:r>
              <a:rPr lang="en-US" altLang="zh-CN" sz="1200" dirty="0">
                <a:latin typeface="Senty小丸子" panose="03000600000000000000" pitchFamily="66" charset="-122"/>
                <a:ea typeface="Senty小丸子" panose="03000600000000000000" pitchFamily="66" charset="-122"/>
              </a:rPr>
              <a:t> </a:t>
            </a:r>
            <a:endParaRPr lang="en-US" altLang="zh-CN" sz="1200" dirty="0">
              <a:latin typeface="Senty小丸子" panose="03000600000000000000" pitchFamily="66" charset="-122"/>
              <a:ea typeface="Senty小丸子" panose="03000600000000000000" pitchFamily="66" charset="-122"/>
            </a:endParaRPr>
          </a:p>
        </p:txBody>
      </p:sp>
      <p:sp>
        <p:nvSpPr>
          <p:cNvPr id="464" name="文本框 463"/>
          <p:cNvSpPr txBox="1"/>
          <p:nvPr/>
        </p:nvSpPr>
        <p:spPr>
          <a:xfrm>
            <a:off x="2580199" y="3539305"/>
            <a:ext cx="3804144" cy="623248"/>
          </a:xfrm>
          <a:prstGeom prst="rect">
            <a:avLst/>
          </a:prstGeom>
          <a:noFill/>
          <a:ln>
            <a:noFill/>
          </a:ln>
        </p:spPr>
        <p:txBody>
          <a:bodyPr wrap="square" rtlCol="0">
            <a:spAutoFit/>
          </a:bodyPr>
          <a:lstStyle/>
          <a:p>
            <a:pPr>
              <a:lnSpc>
                <a:spcPct val="150000"/>
              </a:lnSpc>
            </a:pPr>
            <a:r>
              <a:rPr lang="zh-CN" altLang="en-US" sz="1200" dirty="0">
                <a:latin typeface="Senty小丸子" panose="03000600000000000000" pitchFamily="66" charset="-122"/>
                <a:ea typeface="Senty小丸子" panose="03000600000000000000" pitchFamily="66" charset="-122"/>
              </a:rPr>
              <a:t>添加相关内容的文字添加相关内容的文字添加相关内容的文字添加相关内容的文字添加相关内容的文字</a:t>
            </a:r>
            <a:r>
              <a:rPr lang="en-US" altLang="zh-CN" sz="1200" dirty="0">
                <a:latin typeface="Senty小丸子" panose="03000600000000000000" pitchFamily="66" charset="-122"/>
                <a:ea typeface="Senty小丸子" panose="03000600000000000000" pitchFamily="66" charset="-122"/>
              </a:rPr>
              <a:t> </a:t>
            </a:r>
            <a:endParaRPr lang="en-US" altLang="zh-CN" sz="1200" dirty="0">
              <a:latin typeface="Senty小丸子" panose="03000600000000000000" pitchFamily="66" charset="-122"/>
              <a:ea typeface="Senty小丸子" panose="03000600000000000000" pitchFamily="66" charset="-122"/>
            </a:endParaRPr>
          </a:p>
        </p:txBody>
      </p:sp>
      <p:sp>
        <p:nvSpPr>
          <p:cNvPr id="465" name="文本框 464"/>
          <p:cNvSpPr txBox="1"/>
          <p:nvPr/>
        </p:nvSpPr>
        <p:spPr>
          <a:xfrm>
            <a:off x="2696109" y="4865830"/>
            <a:ext cx="3804144" cy="623248"/>
          </a:xfrm>
          <a:prstGeom prst="rect">
            <a:avLst/>
          </a:prstGeom>
          <a:noFill/>
          <a:ln>
            <a:noFill/>
          </a:ln>
        </p:spPr>
        <p:txBody>
          <a:bodyPr wrap="square" rtlCol="0">
            <a:spAutoFit/>
          </a:bodyPr>
          <a:lstStyle/>
          <a:p>
            <a:pPr>
              <a:lnSpc>
                <a:spcPct val="150000"/>
              </a:lnSpc>
            </a:pPr>
            <a:r>
              <a:rPr lang="zh-CN" altLang="en-US" sz="1200" dirty="0">
                <a:latin typeface="Senty小丸子" panose="03000600000000000000" pitchFamily="66" charset="-122"/>
                <a:ea typeface="Senty小丸子" panose="03000600000000000000" pitchFamily="66" charset="-122"/>
              </a:rPr>
              <a:t>添加相关内容的文字添加相关内容的文字添加相关内容的文字添加相关内容的文字添加相关内容的文字</a:t>
            </a:r>
            <a:r>
              <a:rPr lang="en-US" altLang="zh-CN" sz="1200" dirty="0">
                <a:latin typeface="Senty小丸子" panose="03000600000000000000" pitchFamily="66" charset="-122"/>
                <a:ea typeface="Senty小丸子" panose="03000600000000000000" pitchFamily="66" charset="-122"/>
              </a:rPr>
              <a:t> </a:t>
            </a:r>
            <a:endParaRPr lang="en-US" altLang="zh-CN" sz="1200" dirty="0">
              <a:latin typeface="Senty小丸子" panose="03000600000000000000" pitchFamily="66" charset="-122"/>
              <a:ea typeface="Senty小丸子" panose="03000600000000000000" pitchFamily="66" charset="-122"/>
            </a:endParaRPr>
          </a:p>
        </p:txBody>
      </p:sp>
      <p:grpSp>
        <p:nvGrpSpPr>
          <p:cNvPr id="466" name="PA_组合 73"/>
          <p:cNvGrpSpPr/>
          <p:nvPr>
            <p:custDataLst>
              <p:tags r:id="rId1"/>
            </p:custDataLst>
          </p:nvPr>
        </p:nvGrpSpPr>
        <p:grpSpPr>
          <a:xfrm>
            <a:off x="7460997" y="1942865"/>
            <a:ext cx="3048000" cy="3612923"/>
            <a:chOff x="6788469" y="2929211"/>
            <a:chExt cx="1516063" cy="1797051"/>
          </a:xfrm>
          <a:solidFill>
            <a:schemeClr val="tx1"/>
          </a:solidFill>
        </p:grpSpPr>
        <p:grpSp>
          <p:nvGrpSpPr>
            <p:cNvPr id="467" name="组合 74"/>
            <p:cNvGrpSpPr/>
            <p:nvPr/>
          </p:nvGrpSpPr>
          <p:grpSpPr>
            <a:xfrm>
              <a:off x="6788469" y="2929211"/>
              <a:ext cx="1516063" cy="728663"/>
              <a:chOff x="4421188" y="2582863"/>
              <a:chExt cx="1516063" cy="728663"/>
            </a:xfrm>
            <a:grpFill/>
          </p:grpSpPr>
          <p:sp>
            <p:nvSpPr>
              <p:cNvPr id="474" name="chenying0907 112"/>
              <p:cNvSpPr/>
              <p:nvPr/>
            </p:nvSpPr>
            <p:spPr bwMode="auto">
              <a:xfrm>
                <a:off x="5756276" y="3260726"/>
                <a:ext cx="180975" cy="49213"/>
              </a:xfrm>
              <a:custGeom>
                <a:avLst/>
                <a:gdLst>
                  <a:gd name="T0" fmla="*/ 48 w 84"/>
                  <a:gd name="T1" fmla="*/ 20 h 23"/>
                  <a:gd name="T2" fmla="*/ 16 w 84"/>
                  <a:gd name="T3" fmla="*/ 23 h 23"/>
                  <a:gd name="T4" fmla="*/ 10 w 84"/>
                  <a:gd name="T5" fmla="*/ 23 h 23"/>
                  <a:gd name="T6" fmla="*/ 0 w 84"/>
                  <a:gd name="T7" fmla="*/ 15 h 23"/>
                  <a:gd name="T8" fmla="*/ 10 w 84"/>
                  <a:gd name="T9" fmla="*/ 12 h 23"/>
                  <a:gd name="T10" fmla="*/ 67 w 84"/>
                  <a:gd name="T11" fmla="*/ 1 h 23"/>
                  <a:gd name="T12" fmla="*/ 84 w 84"/>
                  <a:gd name="T13" fmla="*/ 9 h 23"/>
                  <a:gd name="T14" fmla="*/ 81 w 84"/>
                  <a:gd name="T15" fmla="*/ 14 h 23"/>
                  <a:gd name="T16" fmla="*/ 49 w 84"/>
                  <a:gd name="T17" fmla="*/ 22 h 23"/>
                  <a:gd name="T18" fmla="*/ 48 w 84"/>
                  <a:gd name="T19" fmla="*/ 2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23">
                    <a:moveTo>
                      <a:pt x="48" y="20"/>
                    </a:moveTo>
                    <a:cubicBezTo>
                      <a:pt x="38" y="21"/>
                      <a:pt x="27" y="22"/>
                      <a:pt x="16" y="23"/>
                    </a:cubicBezTo>
                    <a:cubicBezTo>
                      <a:pt x="14" y="23"/>
                      <a:pt x="11" y="23"/>
                      <a:pt x="10" y="23"/>
                    </a:cubicBezTo>
                    <a:cubicBezTo>
                      <a:pt x="6" y="20"/>
                      <a:pt x="3" y="18"/>
                      <a:pt x="0" y="15"/>
                    </a:cubicBezTo>
                    <a:cubicBezTo>
                      <a:pt x="3" y="14"/>
                      <a:pt x="6" y="12"/>
                      <a:pt x="10" y="12"/>
                    </a:cubicBezTo>
                    <a:cubicBezTo>
                      <a:pt x="29" y="8"/>
                      <a:pt x="48" y="5"/>
                      <a:pt x="67" y="1"/>
                    </a:cubicBezTo>
                    <a:cubicBezTo>
                      <a:pt x="75" y="0"/>
                      <a:pt x="79" y="5"/>
                      <a:pt x="84" y="9"/>
                    </a:cubicBezTo>
                    <a:cubicBezTo>
                      <a:pt x="84" y="9"/>
                      <a:pt x="82" y="14"/>
                      <a:pt x="81" y="14"/>
                    </a:cubicBezTo>
                    <a:cubicBezTo>
                      <a:pt x="70" y="17"/>
                      <a:pt x="60" y="19"/>
                      <a:pt x="49" y="22"/>
                    </a:cubicBezTo>
                    <a:cubicBezTo>
                      <a:pt x="49" y="21"/>
                      <a:pt x="49" y="20"/>
                      <a:pt x="48" y="20"/>
                    </a:cubicBezTo>
                    <a:close/>
                  </a:path>
                </a:pathLst>
              </a:custGeom>
              <a:grpFill/>
              <a:ln>
                <a:solidFill>
                  <a:schemeClr val="tx1"/>
                </a:solidFill>
              </a:ln>
            </p:spPr>
            <p:txBody>
              <a:bodyPr vert="horz" wrap="square" lIns="121920" tIns="60960" rIns="121920" bIns="60960" numCol="1" anchor="t" anchorCtr="0" compatLnSpc="1"/>
              <a:lstStyle/>
              <a:p>
                <a:endParaRPr lang="zh-CN" altLang="en-US" sz="2400">
                  <a:solidFill>
                    <a:prstClr val="black"/>
                  </a:solidFill>
                </a:endParaRPr>
              </a:p>
            </p:txBody>
          </p:sp>
          <p:sp>
            <p:nvSpPr>
              <p:cNvPr id="475" name="chenying0907 113"/>
              <p:cNvSpPr/>
              <p:nvPr/>
            </p:nvSpPr>
            <p:spPr bwMode="auto">
              <a:xfrm>
                <a:off x="5626101" y="2740026"/>
                <a:ext cx="130175" cy="142875"/>
              </a:xfrm>
              <a:custGeom>
                <a:avLst/>
                <a:gdLst>
                  <a:gd name="T0" fmla="*/ 9 w 60"/>
                  <a:gd name="T1" fmla="*/ 66 h 66"/>
                  <a:gd name="T2" fmla="*/ 0 w 60"/>
                  <a:gd name="T3" fmla="*/ 62 h 66"/>
                  <a:gd name="T4" fmla="*/ 3 w 60"/>
                  <a:gd name="T5" fmla="*/ 55 h 66"/>
                  <a:gd name="T6" fmla="*/ 43 w 60"/>
                  <a:gd name="T7" fmla="*/ 6 h 66"/>
                  <a:gd name="T8" fmla="*/ 52 w 60"/>
                  <a:gd name="T9" fmla="*/ 0 h 66"/>
                  <a:gd name="T10" fmla="*/ 59 w 60"/>
                  <a:gd name="T11" fmla="*/ 2 h 66"/>
                  <a:gd name="T12" fmla="*/ 58 w 60"/>
                  <a:gd name="T13" fmla="*/ 9 h 66"/>
                  <a:gd name="T14" fmla="*/ 21 w 60"/>
                  <a:gd name="T15" fmla="*/ 56 h 66"/>
                  <a:gd name="T16" fmla="*/ 9 w 60"/>
                  <a:gd name="T1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66">
                    <a:moveTo>
                      <a:pt x="9" y="66"/>
                    </a:moveTo>
                    <a:cubicBezTo>
                      <a:pt x="5" y="64"/>
                      <a:pt x="2" y="63"/>
                      <a:pt x="0" y="62"/>
                    </a:cubicBezTo>
                    <a:cubicBezTo>
                      <a:pt x="0" y="61"/>
                      <a:pt x="1" y="57"/>
                      <a:pt x="3" y="55"/>
                    </a:cubicBezTo>
                    <a:cubicBezTo>
                      <a:pt x="16" y="39"/>
                      <a:pt x="30" y="22"/>
                      <a:pt x="43" y="6"/>
                    </a:cubicBezTo>
                    <a:cubicBezTo>
                      <a:pt x="45" y="3"/>
                      <a:pt x="49" y="1"/>
                      <a:pt x="52" y="0"/>
                    </a:cubicBezTo>
                    <a:cubicBezTo>
                      <a:pt x="54" y="0"/>
                      <a:pt x="57" y="1"/>
                      <a:pt x="59" y="2"/>
                    </a:cubicBezTo>
                    <a:cubicBezTo>
                      <a:pt x="60" y="3"/>
                      <a:pt x="59" y="7"/>
                      <a:pt x="58" y="9"/>
                    </a:cubicBezTo>
                    <a:cubicBezTo>
                      <a:pt x="45" y="25"/>
                      <a:pt x="33" y="41"/>
                      <a:pt x="21" y="56"/>
                    </a:cubicBezTo>
                    <a:cubicBezTo>
                      <a:pt x="18" y="60"/>
                      <a:pt x="13" y="63"/>
                      <a:pt x="9" y="66"/>
                    </a:cubicBezTo>
                    <a:close/>
                  </a:path>
                </a:pathLst>
              </a:custGeom>
              <a:grpFill/>
              <a:ln>
                <a:solidFill>
                  <a:schemeClr val="tx1"/>
                </a:solidFill>
              </a:ln>
            </p:spPr>
            <p:txBody>
              <a:bodyPr vert="horz" wrap="square" lIns="121920" tIns="60960" rIns="121920" bIns="60960" numCol="1" anchor="t" anchorCtr="0" compatLnSpc="1"/>
              <a:lstStyle/>
              <a:p>
                <a:endParaRPr lang="zh-CN" altLang="en-US" sz="2400">
                  <a:solidFill>
                    <a:prstClr val="black"/>
                  </a:solidFill>
                </a:endParaRPr>
              </a:p>
            </p:txBody>
          </p:sp>
          <p:sp>
            <p:nvSpPr>
              <p:cNvPr id="476" name="chenying0907 114"/>
              <p:cNvSpPr/>
              <p:nvPr/>
            </p:nvSpPr>
            <p:spPr bwMode="auto">
              <a:xfrm>
                <a:off x="5170488" y="2582863"/>
                <a:ext cx="50800" cy="184150"/>
              </a:xfrm>
              <a:custGeom>
                <a:avLst/>
                <a:gdLst>
                  <a:gd name="T0" fmla="*/ 9 w 24"/>
                  <a:gd name="T1" fmla="*/ 85 h 85"/>
                  <a:gd name="T2" fmla="*/ 3 w 24"/>
                  <a:gd name="T3" fmla="*/ 52 h 85"/>
                  <a:gd name="T4" fmla="*/ 0 w 24"/>
                  <a:gd name="T5" fmla="*/ 16 h 85"/>
                  <a:gd name="T6" fmla="*/ 2 w 24"/>
                  <a:gd name="T7" fmla="*/ 7 h 85"/>
                  <a:gd name="T8" fmla="*/ 9 w 24"/>
                  <a:gd name="T9" fmla="*/ 0 h 85"/>
                  <a:gd name="T10" fmla="*/ 12 w 24"/>
                  <a:gd name="T11" fmla="*/ 9 h 85"/>
                  <a:gd name="T12" fmla="*/ 21 w 24"/>
                  <a:gd name="T13" fmla="*/ 63 h 85"/>
                  <a:gd name="T14" fmla="*/ 9 w 24"/>
                  <a:gd name="T15" fmla="*/ 85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85">
                    <a:moveTo>
                      <a:pt x="9" y="85"/>
                    </a:moveTo>
                    <a:cubicBezTo>
                      <a:pt x="7" y="73"/>
                      <a:pt x="4" y="62"/>
                      <a:pt x="3" y="52"/>
                    </a:cubicBezTo>
                    <a:cubicBezTo>
                      <a:pt x="1" y="40"/>
                      <a:pt x="1" y="28"/>
                      <a:pt x="0" y="16"/>
                    </a:cubicBezTo>
                    <a:cubicBezTo>
                      <a:pt x="0" y="13"/>
                      <a:pt x="0" y="9"/>
                      <a:pt x="2" y="7"/>
                    </a:cubicBezTo>
                    <a:cubicBezTo>
                      <a:pt x="3" y="4"/>
                      <a:pt x="6" y="2"/>
                      <a:pt x="9" y="0"/>
                    </a:cubicBezTo>
                    <a:cubicBezTo>
                      <a:pt x="10" y="3"/>
                      <a:pt x="11" y="6"/>
                      <a:pt x="12" y="9"/>
                    </a:cubicBezTo>
                    <a:cubicBezTo>
                      <a:pt x="15" y="27"/>
                      <a:pt x="17" y="45"/>
                      <a:pt x="21" y="63"/>
                    </a:cubicBezTo>
                    <a:cubicBezTo>
                      <a:pt x="24" y="73"/>
                      <a:pt x="19" y="78"/>
                      <a:pt x="9" y="85"/>
                    </a:cubicBezTo>
                    <a:close/>
                  </a:path>
                </a:pathLst>
              </a:custGeom>
              <a:grpFill/>
              <a:ln>
                <a:solidFill>
                  <a:schemeClr val="tx1"/>
                </a:solidFill>
              </a:ln>
            </p:spPr>
            <p:txBody>
              <a:bodyPr vert="horz" wrap="square" lIns="121920" tIns="60960" rIns="121920" bIns="60960" numCol="1" anchor="t" anchorCtr="0" compatLnSpc="1"/>
              <a:lstStyle/>
              <a:p>
                <a:endParaRPr lang="zh-CN" altLang="en-US" sz="2400">
                  <a:solidFill>
                    <a:prstClr val="black"/>
                  </a:solidFill>
                </a:endParaRPr>
              </a:p>
            </p:txBody>
          </p:sp>
          <p:sp>
            <p:nvSpPr>
              <p:cNvPr id="477" name="chenying0907 115"/>
              <p:cNvSpPr/>
              <p:nvPr/>
            </p:nvSpPr>
            <p:spPr bwMode="auto">
              <a:xfrm>
                <a:off x="4421188" y="3262313"/>
                <a:ext cx="184150" cy="49213"/>
              </a:xfrm>
              <a:custGeom>
                <a:avLst/>
                <a:gdLst>
                  <a:gd name="T0" fmla="*/ 49 w 86"/>
                  <a:gd name="T1" fmla="*/ 19 h 23"/>
                  <a:gd name="T2" fmla="*/ 16 w 86"/>
                  <a:gd name="T3" fmla="*/ 22 h 23"/>
                  <a:gd name="T4" fmla="*/ 9 w 86"/>
                  <a:gd name="T5" fmla="*/ 22 h 23"/>
                  <a:gd name="T6" fmla="*/ 0 w 86"/>
                  <a:gd name="T7" fmla="*/ 15 h 23"/>
                  <a:gd name="T8" fmla="*/ 9 w 86"/>
                  <a:gd name="T9" fmla="*/ 11 h 23"/>
                  <a:gd name="T10" fmla="*/ 67 w 86"/>
                  <a:gd name="T11" fmla="*/ 1 h 23"/>
                  <a:gd name="T12" fmla="*/ 82 w 86"/>
                  <a:gd name="T13" fmla="*/ 6 h 23"/>
                  <a:gd name="T14" fmla="*/ 79 w 86"/>
                  <a:gd name="T15" fmla="*/ 14 h 23"/>
                  <a:gd name="T16" fmla="*/ 50 w 86"/>
                  <a:gd name="T17" fmla="*/ 21 h 23"/>
                  <a:gd name="T18" fmla="*/ 49 w 86"/>
                  <a:gd name="T19" fmla="*/ 1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 h="23">
                    <a:moveTo>
                      <a:pt x="49" y="19"/>
                    </a:moveTo>
                    <a:cubicBezTo>
                      <a:pt x="38" y="20"/>
                      <a:pt x="27" y="21"/>
                      <a:pt x="16" y="22"/>
                    </a:cubicBezTo>
                    <a:cubicBezTo>
                      <a:pt x="14" y="22"/>
                      <a:pt x="11" y="23"/>
                      <a:pt x="9" y="22"/>
                    </a:cubicBezTo>
                    <a:cubicBezTo>
                      <a:pt x="6" y="20"/>
                      <a:pt x="3" y="17"/>
                      <a:pt x="0" y="15"/>
                    </a:cubicBezTo>
                    <a:cubicBezTo>
                      <a:pt x="3" y="13"/>
                      <a:pt x="6" y="11"/>
                      <a:pt x="9" y="11"/>
                    </a:cubicBezTo>
                    <a:cubicBezTo>
                      <a:pt x="28" y="7"/>
                      <a:pt x="48" y="5"/>
                      <a:pt x="67" y="1"/>
                    </a:cubicBezTo>
                    <a:cubicBezTo>
                      <a:pt x="74" y="0"/>
                      <a:pt x="77" y="2"/>
                      <a:pt x="82" y="6"/>
                    </a:cubicBezTo>
                    <a:cubicBezTo>
                      <a:pt x="86" y="11"/>
                      <a:pt x="84" y="13"/>
                      <a:pt x="79" y="14"/>
                    </a:cubicBezTo>
                    <a:cubicBezTo>
                      <a:pt x="70" y="17"/>
                      <a:pt x="60" y="19"/>
                      <a:pt x="50" y="21"/>
                    </a:cubicBezTo>
                    <a:cubicBezTo>
                      <a:pt x="50" y="20"/>
                      <a:pt x="49" y="19"/>
                      <a:pt x="49" y="19"/>
                    </a:cubicBezTo>
                    <a:close/>
                  </a:path>
                </a:pathLst>
              </a:custGeom>
              <a:grpFill/>
              <a:ln>
                <a:solidFill>
                  <a:schemeClr val="tx1"/>
                </a:solidFill>
              </a:ln>
            </p:spPr>
            <p:txBody>
              <a:bodyPr vert="horz" wrap="square" lIns="121920" tIns="60960" rIns="121920" bIns="60960" numCol="1" anchor="t" anchorCtr="0" compatLnSpc="1"/>
              <a:lstStyle/>
              <a:p>
                <a:endParaRPr lang="zh-CN" altLang="en-US" sz="2400">
                  <a:solidFill>
                    <a:prstClr val="black"/>
                  </a:solidFill>
                </a:endParaRPr>
              </a:p>
            </p:txBody>
          </p:sp>
          <p:sp>
            <p:nvSpPr>
              <p:cNvPr id="478" name="chenying0907 116"/>
              <p:cNvSpPr/>
              <p:nvPr/>
            </p:nvSpPr>
            <p:spPr bwMode="auto">
              <a:xfrm>
                <a:off x="4581526" y="2716213"/>
                <a:ext cx="142875" cy="136525"/>
              </a:xfrm>
              <a:custGeom>
                <a:avLst/>
                <a:gdLst>
                  <a:gd name="T0" fmla="*/ 64 w 66"/>
                  <a:gd name="T1" fmla="*/ 63 h 63"/>
                  <a:gd name="T2" fmla="*/ 37 w 66"/>
                  <a:gd name="T3" fmla="*/ 46 h 63"/>
                  <a:gd name="T4" fmla="*/ 8 w 66"/>
                  <a:gd name="T5" fmla="*/ 21 h 63"/>
                  <a:gd name="T6" fmla="*/ 5 w 66"/>
                  <a:gd name="T7" fmla="*/ 19 h 63"/>
                  <a:gd name="T8" fmla="*/ 2 w 66"/>
                  <a:gd name="T9" fmla="*/ 6 h 63"/>
                  <a:gd name="T10" fmla="*/ 12 w 66"/>
                  <a:gd name="T11" fmla="*/ 9 h 63"/>
                  <a:gd name="T12" fmla="*/ 56 w 66"/>
                  <a:gd name="T13" fmla="*/ 39 h 63"/>
                  <a:gd name="T14" fmla="*/ 64 w 66"/>
                  <a:gd name="T15" fmla="*/ 6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63">
                    <a:moveTo>
                      <a:pt x="64" y="63"/>
                    </a:moveTo>
                    <a:cubicBezTo>
                      <a:pt x="54" y="57"/>
                      <a:pt x="45" y="52"/>
                      <a:pt x="37" y="46"/>
                    </a:cubicBezTo>
                    <a:cubicBezTo>
                      <a:pt x="27" y="38"/>
                      <a:pt x="18" y="29"/>
                      <a:pt x="8" y="21"/>
                    </a:cubicBezTo>
                    <a:cubicBezTo>
                      <a:pt x="7" y="20"/>
                      <a:pt x="5" y="20"/>
                      <a:pt x="5" y="19"/>
                    </a:cubicBezTo>
                    <a:cubicBezTo>
                      <a:pt x="4" y="14"/>
                      <a:pt x="0" y="8"/>
                      <a:pt x="2" y="6"/>
                    </a:cubicBezTo>
                    <a:cubicBezTo>
                      <a:pt x="6" y="0"/>
                      <a:pt x="9" y="7"/>
                      <a:pt x="12" y="9"/>
                    </a:cubicBezTo>
                    <a:cubicBezTo>
                      <a:pt x="27" y="19"/>
                      <a:pt x="41" y="30"/>
                      <a:pt x="56" y="39"/>
                    </a:cubicBezTo>
                    <a:cubicBezTo>
                      <a:pt x="65" y="44"/>
                      <a:pt x="66" y="51"/>
                      <a:pt x="64" y="63"/>
                    </a:cubicBezTo>
                    <a:close/>
                  </a:path>
                </a:pathLst>
              </a:custGeom>
              <a:grpFill/>
              <a:ln>
                <a:solidFill>
                  <a:schemeClr val="tx1"/>
                </a:solidFill>
              </a:ln>
            </p:spPr>
            <p:txBody>
              <a:bodyPr vert="horz" wrap="square" lIns="121920" tIns="60960" rIns="121920" bIns="60960" numCol="1" anchor="t" anchorCtr="0" compatLnSpc="1"/>
              <a:lstStyle/>
              <a:p>
                <a:endParaRPr lang="zh-CN" altLang="en-US" sz="2400">
                  <a:solidFill>
                    <a:prstClr val="black"/>
                  </a:solidFill>
                </a:endParaRPr>
              </a:p>
            </p:txBody>
          </p:sp>
        </p:grpSp>
        <p:grpSp>
          <p:nvGrpSpPr>
            <p:cNvPr id="468" name="组合 75"/>
            <p:cNvGrpSpPr/>
            <p:nvPr/>
          </p:nvGrpSpPr>
          <p:grpSpPr>
            <a:xfrm>
              <a:off x="7099607" y="3167325"/>
              <a:ext cx="936657" cy="1558937"/>
              <a:chOff x="4732327" y="2820977"/>
              <a:chExt cx="936657" cy="1558937"/>
            </a:xfrm>
            <a:grpFill/>
          </p:grpSpPr>
          <p:sp>
            <p:nvSpPr>
              <p:cNvPr id="469" name="自由: 形状 76"/>
              <p:cNvSpPr/>
              <p:nvPr/>
            </p:nvSpPr>
            <p:spPr bwMode="auto">
              <a:xfrm>
                <a:off x="4732327" y="2820977"/>
                <a:ext cx="936657" cy="1255724"/>
              </a:xfrm>
              <a:custGeom>
                <a:avLst/>
                <a:gdLst>
                  <a:gd name="connsiteX0" fmla="*/ 418694 w 936657"/>
                  <a:gd name="connsiteY0" fmla="*/ 1208099 h 1255724"/>
                  <a:gd name="connsiteX1" fmla="*/ 414349 w 936657"/>
                  <a:gd name="connsiteY1" fmla="*/ 1214449 h 1255724"/>
                  <a:gd name="connsiteX2" fmla="*/ 451280 w 936657"/>
                  <a:gd name="connsiteY2" fmla="*/ 1233499 h 1255724"/>
                  <a:gd name="connsiteX3" fmla="*/ 455624 w 936657"/>
                  <a:gd name="connsiteY3" fmla="*/ 1227149 h 1255724"/>
                  <a:gd name="connsiteX4" fmla="*/ 418694 w 936657"/>
                  <a:gd name="connsiteY4" fmla="*/ 1208099 h 1255724"/>
                  <a:gd name="connsiteX5" fmla="*/ 194241 w 936657"/>
                  <a:gd name="connsiteY5" fmla="*/ 763599 h 1255724"/>
                  <a:gd name="connsiteX6" fmla="*/ 192098 w 936657"/>
                  <a:gd name="connsiteY6" fmla="*/ 770063 h 1255724"/>
                  <a:gd name="connsiteX7" fmla="*/ 230675 w 936657"/>
                  <a:gd name="connsiteY7" fmla="*/ 793762 h 1255724"/>
                  <a:gd name="connsiteX8" fmla="*/ 234961 w 936657"/>
                  <a:gd name="connsiteY8" fmla="*/ 785144 h 1255724"/>
                  <a:gd name="connsiteX9" fmla="*/ 194241 w 936657"/>
                  <a:gd name="connsiteY9" fmla="*/ 763599 h 1255724"/>
                  <a:gd name="connsiteX10" fmla="*/ 147118 w 936657"/>
                  <a:gd name="connsiteY10" fmla="*/ 758836 h 1255724"/>
                  <a:gd name="connsiteX11" fmla="*/ 142885 w 936657"/>
                  <a:gd name="connsiteY11" fmla="*/ 765280 h 1255724"/>
                  <a:gd name="connsiteX12" fmla="*/ 189451 w 936657"/>
                  <a:gd name="connsiteY12" fmla="*/ 795349 h 1255724"/>
                  <a:gd name="connsiteX13" fmla="*/ 193685 w 936657"/>
                  <a:gd name="connsiteY13" fmla="*/ 788906 h 1255724"/>
                  <a:gd name="connsiteX14" fmla="*/ 147118 w 936657"/>
                  <a:gd name="connsiteY14" fmla="*/ 758836 h 1255724"/>
                  <a:gd name="connsiteX15" fmla="*/ 628661 w 936657"/>
                  <a:gd name="connsiteY15" fmla="*/ 84149 h 1255724"/>
                  <a:gd name="connsiteX16" fmla="*/ 825376 w 936657"/>
                  <a:gd name="connsiteY16" fmla="*/ 204799 h 1255724"/>
                  <a:gd name="connsiteX17" fmla="*/ 831861 w 936657"/>
                  <a:gd name="connsiteY17" fmla="*/ 198336 h 1255724"/>
                  <a:gd name="connsiteX18" fmla="*/ 628661 w 936657"/>
                  <a:gd name="connsiteY18" fmla="*/ 84149 h 1255724"/>
                  <a:gd name="connsiteX19" fmla="*/ 484752 w 936657"/>
                  <a:gd name="connsiteY19" fmla="*/ 74624 h 1255724"/>
                  <a:gd name="connsiteX20" fmla="*/ 377121 w 936657"/>
                  <a:gd name="connsiteY20" fmla="*/ 83209 h 1255724"/>
                  <a:gd name="connsiteX21" fmla="*/ 314695 w 936657"/>
                  <a:gd name="connsiteY21" fmla="*/ 104671 h 1255724"/>
                  <a:gd name="connsiteX22" fmla="*/ 198454 w 936657"/>
                  <a:gd name="connsiteY22" fmla="*/ 179787 h 1255724"/>
                  <a:gd name="connsiteX23" fmla="*/ 131723 w 936657"/>
                  <a:gd name="connsiteY23" fmla="*/ 254903 h 1255724"/>
                  <a:gd name="connsiteX24" fmla="*/ 86518 w 936657"/>
                  <a:gd name="connsiteY24" fmla="*/ 360066 h 1255724"/>
                  <a:gd name="connsiteX25" fmla="*/ 71449 w 936657"/>
                  <a:gd name="connsiteY25" fmla="*/ 435182 h 1255724"/>
                  <a:gd name="connsiteX26" fmla="*/ 110196 w 936657"/>
                  <a:gd name="connsiteY26" fmla="*/ 626192 h 1255724"/>
                  <a:gd name="connsiteX27" fmla="*/ 148943 w 936657"/>
                  <a:gd name="connsiteY27" fmla="*/ 688431 h 1255724"/>
                  <a:gd name="connsiteX28" fmla="*/ 239353 w 936657"/>
                  <a:gd name="connsiteY28" fmla="*/ 769986 h 1255724"/>
                  <a:gd name="connsiteX29" fmla="*/ 269490 w 936657"/>
                  <a:gd name="connsiteY29" fmla="*/ 821494 h 1255724"/>
                  <a:gd name="connsiteX30" fmla="*/ 278100 w 936657"/>
                  <a:gd name="connsiteY30" fmla="*/ 926657 h 1255724"/>
                  <a:gd name="connsiteX31" fmla="*/ 288864 w 936657"/>
                  <a:gd name="connsiteY31" fmla="*/ 1091913 h 1255724"/>
                  <a:gd name="connsiteX32" fmla="*/ 323305 w 936657"/>
                  <a:gd name="connsiteY32" fmla="*/ 1141275 h 1255724"/>
                  <a:gd name="connsiteX33" fmla="*/ 353442 w 936657"/>
                  <a:gd name="connsiteY33" fmla="*/ 1158445 h 1255724"/>
                  <a:gd name="connsiteX34" fmla="*/ 452462 w 936657"/>
                  <a:gd name="connsiteY34" fmla="*/ 1179906 h 1255724"/>
                  <a:gd name="connsiteX35" fmla="*/ 499820 w 936657"/>
                  <a:gd name="connsiteY35" fmla="*/ 1177760 h 1255724"/>
                  <a:gd name="connsiteX36" fmla="*/ 585925 w 936657"/>
                  <a:gd name="connsiteY36" fmla="*/ 1167029 h 1255724"/>
                  <a:gd name="connsiteX37" fmla="*/ 650503 w 936657"/>
                  <a:gd name="connsiteY37" fmla="*/ 1053282 h 1255724"/>
                  <a:gd name="connsiteX38" fmla="*/ 652656 w 936657"/>
                  <a:gd name="connsiteY38" fmla="*/ 963142 h 1255724"/>
                  <a:gd name="connsiteX39" fmla="*/ 659114 w 936657"/>
                  <a:gd name="connsiteY39" fmla="*/ 832225 h 1255724"/>
                  <a:gd name="connsiteX40" fmla="*/ 710776 w 936657"/>
                  <a:gd name="connsiteY40" fmla="*/ 754963 h 1255724"/>
                  <a:gd name="connsiteX41" fmla="*/ 771050 w 936657"/>
                  <a:gd name="connsiteY41" fmla="*/ 703455 h 1255724"/>
                  <a:gd name="connsiteX42" fmla="*/ 811949 w 936657"/>
                  <a:gd name="connsiteY42" fmla="*/ 643362 h 1255724"/>
                  <a:gd name="connsiteX43" fmla="*/ 852849 w 936657"/>
                  <a:gd name="connsiteY43" fmla="*/ 544637 h 1255724"/>
                  <a:gd name="connsiteX44" fmla="*/ 861460 w 936657"/>
                  <a:gd name="connsiteY44" fmla="*/ 490983 h 1255724"/>
                  <a:gd name="connsiteX45" fmla="*/ 861460 w 936657"/>
                  <a:gd name="connsiteY45" fmla="*/ 433036 h 1255724"/>
                  <a:gd name="connsiteX46" fmla="*/ 852849 w 936657"/>
                  <a:gd name="connsiteY46" fmla="*/ 396551 h 1255724"/>
                  <a:gd name="connsiteX47" fmla="*/ 850697 w 936657"/>
                  <a:gd name="connsiteY47" fmla="*/ 385820 h 1255724"/>
                  <a:gd name="connsiteX48" fmla="*/ 855002 w 936657"/>
                  <a:gd name="connsiteY48" fmla="*/ 383674 h 1255724"/>
                  <a:gd name="connsiteX49" fmla="*/ 844239 w 936657"/>
                  <a:gd name="connsiteY49" fmla="*/ 338604 h 1255724"/>
                  <a:gd name="connsiteX50" fmla="*/ 818407 w 936657"/>
                  <a:gd name="connsiteY50" fmla="*/ 284950 h 1255724"/>
                  <a:gd name="connsiteX51" fmla="*/ 697861 w 936657"/>
                  <a:gd name="connsiteY51" fmla="*/ 149740 h 1255724"/>
                  <a:gd name="connsiteX52" fmla="*/ 676335 w 936657"/>
                  <a:gd name="connsiteY52" fmla="*/ 136863 h 1255724"/>
                  <a:gd name="connsiteX53" fmla="*/ 542872 w 936657"/>
                  <a:gd name="connsiteY53" fmla="*/ 83209 h 1255724"/>
                  <a:gd name="connsiteX54" fmla="*/ 484752 w 936657"/>
                  <a:gd name="connsiteY54" fmla="*/ 74624 h 1255724"/>
                  <a:gd name="connsiteX55" fmla="*/ 437123 w 936657"/>
                  <a:gd name="connsiteY55" fmla="*/ 402 h 1255724"/>
                  <a:gd name="connsiteX56" fmla="*/ 494102 w 936657"/>
                  <a:gd name="connsiteY56" fmla="*/ 2819 h 1255724"/>
                  <a:gd name="connsiteX57" fmla="*/ 580208 w 936657"/>
                  <a:gd name="connsiteY57" fmla="*/ 13565 h 1255724"/>
                  <a:gd name="connsiteX58" fmla="*/ 625414 w 936657"/>
                  <a:gd name="connsiteY58" fmla="*/ 39354 h 1255724"/>
                  <a:gd name="connsiteX59" fmla="*/ 659857 w 936657"/>
                  <a:gd name="connsiteY59" fmla="*/ 45801 h 1255724"/>
                  <a:gd name="connsiteX60" fmla="*/ 674926 w 936657"/>
                  <a:gd name="connsiteY60" fmla="*/ 50099 h 1255724"/>
                  <a:gd name="connsiteX61" fmla="*/ 752421 w 936657"/>
                  <a:gd name="connsiteY61" fmla="*/ 97378 h 1255724"/>
                  <a:gd name="connsiteX62" fmla="*/ 789017 w 936657"/>
                  <a:gd name="connsiteY62" fmla="*/ 133912 h 1255724"/>
                  <a:gd name="connsiteX63" fmla="*/ 872971 w 936657"/>
                  <a:gd name="connsiteY63" fmla="*/ 239217 h 1255724"/>
                  <a:gd name="connsiteX64" fmla="*/ 918177 w 936657"/>
                  <a:gd name="connsiteY64" fmla="*/ 353117 h 1255724"/>
                  <a:gd name="connsiteX65" fmla="*/ 931093 w 936657"/>
                  <a:gd name="connsiteY65" fmla="*/ 497104 h 1255724"/>
                  <a:gd name="connsiteX66" fmla="*/ 922482 w 936657"/>
                  <a:gd name="connsiteY66" fmla="*/ 565874 h 1255724"/>
                  <a:gd name="connsiteX67" fmla="*/ 900955 w 936657"/>
                  <a:gd name="connsiteY67" fmla="*/ 626048 h 1255724"/>
                  <a:gd name="connsiteX68" fmla="*/ 872971 w 936657"/>
                  <a:gd name="connsiteY68" fmla="*/ 679775 h 1255724"/>
                  <a:gd name="connsiteX69" fmla="*/ 814849 w 936657"/>
                  <a:gd name="connsiteY69" fmla="*/ 759290 h 1255724"/>
                  <a:gd name="connsiteX70" fmla="*/ 739505 w 936657"/>
                  <a:gd name="connsiteY70" fmla="*/ 825911 h 1255724"/>
                  <a:gd name="connsiteX71" fmla="*/ 733047 w 936657"/>
                  <a:gd name="connsiteY71" fmla="*/ 840955 h 1255724"/>
                  <a:gd name="connsiteX72" fmla="*/ 728742 w 936657"/>
                  <a:gd name="connsiteY72" fmla="*/ 967749 h 1255724"/>
                  <a:gd name="connsiteX73" fmla="*/ 724437 w 936657"/>
                  <a:gd name="connsiteY73" fmla="*/ 1002135 h 1255724"/>
                  <a:gd name="connsiteX74" fmla="*/ 720131 w 936657"/>
                  <a:gd name="connsiteY74" fmla="*/ 1085948 h 1255724"/>
                  <a:gd name="connsiteX75" fmla="*/ 692147 w 936657"/>
                  <a:gd name="connsiteY75" fmla="*/ 1159016 h 1255724"/>
                  <a:gd name="connsiteX76" fmla="*/ 657704 w 936657"/>
                  <a:gd name="connsiteY76" fmla="*/ 1204147 h 1255724"/>
                  <a:gd name="connsiteX77" fmla="*/ 532850 w 936657"/>
                  <a:gd name="connsiteY77" fmla="*/ 1249277 h 1255724"/>
                  <a:gd name="connsiteX78" fmla="*/ 502712 w 936657"/>
                  <a:gd name="connsiteY78" fmla="*/ 1249277 h 1255724"/>
                  <a:gd name="connsiteX79" fmla="*/ 502712 w 936657"/>
                  <a:gd name="connsiteY79" fmla="*/ 1247128 h 1255724"/>
                  <a:gd name="connsiteX80" fmla="*/ 397232 w 936657"/>
                  <a:gd name="connsiteY80" fmla="*/ 1255724 h 1255724"/>
                  <a:gd name="connsiteX81" fmla="*/ 390774 w 936657"/>
                  <a:gd name="connsiteY81" fmla="*/ 1253575 h 1255724"/>
                  <a:gd name="connsiteX82" fmla="*/ 328347 w 936657"/>
                  <a:gd name="connsiteY82" fmla="*/ 1236383 h 1255724"/>
                  <a:gd name="connsiteX83" fmla="*/ 306820 w 936657"/>
                  <a:gd name="connsiteY83" fmla="*/ 1225637 h 1255724"/>
                  <a:gd name="connsiteX84" fmla="*/ 222866 w 936657"/>
                  <a:gd name="connsiteY84" fmla="*/ 1120333 h 1255724"/>
                  <a:gd name="connsiteX85" fmla="*/ 209950 w 936657"/>
                  <a:gd name="connsiteY85" fmla="*/ 1006433 h 1255724"/>
                  <a:gd name="connsiteX86" fmla="*/ 209950 w 936657"/>
                  <a:gd name="connsiteY86" fmla="*/ 980644 h 1255724"/>
                  <a:gd name="connsiteX87" fmla="*/ 205645 w 936657"/>
                  <a:gd name="connsiteY87" fmla="*/ 918321 h 1255724"/>
                  <a:gd name="connsiteX88" fmla="*/ 199187 w 936657"/>
                  <a:gd name="connsiteY88" fmla="*/ 843104 h 1255724"/>
                  <a:gd name="connsiteX89" fmla="*/ 192729 w 936657"/>
                  <a:gd name="connsiteY89" fmla="*/ 832358 h 1255724"/>
                  <a:gd name="connsiteX90" fmla="*/ 123843 w 936657"/>
                  <a:gd name="connsiteY90" fmla="*/ 765737 h 1255724"/>
                  <a:gd name="connsiteX91" fmla="*/ 93706 w 936657"/>
                  <a:gd name="connsiteY91" fmla="*/ 729203 h 1255724"/>
                  <a:gd name="connsiteX92" fmla="*/ 35584 w 936657"/>
                  <a:gd name="connsiteY92" fmla="*/ 634644 h 1255724"/>
                  <a:gd name="connsiteX93" fmla="*/ 3294 w 936657"/>
                  <a:gd name="connsiteY93" fmla="*/ 518595 h 1255724"/>
                  <a:gd name="connsiteX94" fmla="*/ 5447 w 936657"/>
                  <a:gd name="connsiteY94" fmla="*/ 417589 h 1255724"/>
                  <a:gd name="connsiteX95" fmla="*/ 9752 w 936657"/>
                  <a:gd name="connsiteY95" fmla="*/ 355266 h 1255724"/>
                  <a:gd name="connsiteX96" fmla="*/ 22668 w 936657"/>
                  <a:gd name="connsiteY96" fmla="*/ 320881 h 1255724"/>
                  <a:gd name="connsiteX97" fmla="*/ 29126 w 936657"/>
                  <a:gd name="connsiteY97" fmla="*/ 307987 h 1255724"/>
                  <a:gd name="connsiteX98" fmla="*/ 52806 w 936657"/>
                  <a:gd name="connsiteY98" fmla="*/ 245664 h 1255724"/>
                  <a:gd name="connsiteX99" fmla="*/ 61416 w 936657"/>
                  <a:gd name="connsiteY99" fmla="*/ 226322 h 1255724"/>
                  <a:gd name="connsiteX100" fmla="*/ 87248 w 936657"/>
                  <a:gd name="connsiteY100" fmla="*/ 191937 h 1255724"/>
                  <a:gd name="connsiteX101" fmla="*/ 151828 w 936657"/>
                  <a:gd name="connsiteY101" fmla="*/ 121018 h 1255724"/>
                  <a:gd name="connsiteX102" fmla="*/ 276683 w 936657"/>
                  <a:gd name="connsiteY102" fmla="*/ 41503 h 1255724"/>
                  <a:gd name="connsiteX103" fmla="*/ 437123 w 936657"/>
                  <a:gd name="connsiteY103" fmla="*/ 402 h 1255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936657" h="1255724">
                    <a:moveTo>
                      <a:pt x="418694" y="1208099"/>
                    </a:moveTo>
                    <a:cubicBezTo>
                      <a:pt x="416522" y="1210216"/>
                      <a:pt x="416522" y="1212332"/>
                      <a:pt x="414349" y="1214449"/>
                    </a:cubicBezTo>
                    <a:cubicBezTo>
                      <a:pt x="427383" y="1220799"/>
                      <a:pt x="438245" y="1227149"/>
                      <a:pt x="451280" y="1233499"/>
                    </a:cubicBezTo>
                    <a:cubicBezTo>
                      <a:pt x="453452" y="1231382"/>
                      <a:pt x="453452" y="1229266"/>
                      <a:pt x="455624" y="1227149"/>
                    </a:cubicBezTo>
                    <a:cubicBezTo>
                      <a:pt x="442590" y="1220799"/>
                      <a:pt x="429556" y="1214449"/>
                      <a:pt x="418694" y="1208099"/>
                    </a:cubicBezTo>
                    <a:close/>
                    <a:moveTo>
                      <a:pt x="194241" y="763599"/>
                    </a:moveTo>
                    <a:cubicBezTo>
                      <a:pt x="194241" y="765754"/>
                      <a:pt x="192098" y="767908"/>
                      <a:pt x="192098" y="770063"/>
                    </a:cubicBezTo>
                    <a:cubicBezTo>
                      <a:pt x="204957" y="776526"/>
                      <a:pt x="217816" y="785144"/>
                      <a:pt x="230675" y="793762"/>
                    </a:cubicBezTo>
                    <a:cubicBezTo>
                      <a:pt x="232818" y="791608"/>
                      <a:pt x="234961" y="789453"/>
                      <a:pt x="234961" y="785144"/>
                    </a:cubicBezTo>
                    <a:cubicBezTo>
                      <a:pt x="222102" y="778681"/>
                      <a:pt x="209243" y="772217"/>
                      <a:pt x="194241" y="763599"/>
                    </a:cubicBezTo>
                    <a:close/>
                    <a:moveTo>
                      <a:pt x="147118" y="758836"/>
                    </a:moveTo>
                    <a:cubicBezTo>
                      <a:pt x="145001" y="760984"/>
                      <a:pt x="145001" y="763132"/>
                      <a:pt x="142885" y="765280"/>
                    </a:cubicBezTo>
                    <a:cubicBezTo>
                      <a:pt x="159818" y="776019"/>
                      <a:pt x="174635" y="784610"/>
                      <a:pt x="189451" y="795349"/>
                    </a:cubicBezTo>
                    <a:cubicBezTo>
                      <a:pt x="191568" y="793201"/>
                      <a:pt x="191568" y="791053"/>
                      <a:pt x="193685" y="788906"/>
                    </a:cubicBezTo>
                    <a:cubicBezTo>
                      <a:pt x="178868" y="778167"/>
                      <a:pt x="161935" y="769575"/>
                      <a:pt x="147118" y="758836"/>
                    </a:cubicBezTo>
                    <a:close/>
                    <a:moveTo>
                      <a:pt x="628661" y="84149"/>
                    </a:moveTo>
                    <a:cubicBezTo>
                      <a:pt x="691351" y="129393"/>
                      <a:pt x="758363" y="168173"/>
                      <a:pt x="825376" y="204799"/>
                    </a:cubicBezTo>
                    <a:cubicBezTo>
                      <a:pt x="827538" y="202645"/>
                      <a:pt x="829700" y="200490"/>
                      <a:pt x="831861" y="198336"/>
                    </a:cubicBezTo>
                    <a:cubicBezTo>
                      <a:pt x="769172" y="150938"/>
                      <a:pt x="695674" y="120775"/>
                      <a:pt x="628661" y="84149"/>
                    </a:cubicBezTo>
                    <a:close/>
                    <a:moveTo>
                      <a:pt x="484752" y="74624"/>
                    </a:moveTo>
                    <a:cubicBezTo>
                      <a:pt x="448157" y="74624"/>
                      <a:pt x="413715" y="78916"/>
                      <a:pt x="377121" y="83209"/>
                    </a:cubicBezTo>
                    <a:cubicBezTo>
                      <a:pt x="355595" y="87501"/>
                      <a:pt x="331916" y="91794"/>
                      <a:pt x="314695" y="104671"/>
                    </a:cubicBezTo>
                    <a:cubicBezTo>
                      <a:pt x="275948" y="128279"/>
                      <a:pt x="228590" y="141156"/>
                      <a:pt x="198454" y="179787"/>
                    </a:cubicBezTo>
                    <a:cubicBezTo>
                      <a:pt x="176927" y="205541"/>
                      <a:pt x="151096" y="229149"/>
                      <a:pt x="131723" y="254903"/>
                    </a:cubicBezTo>
                    <a:cubicBezTo>
                      <a:pt x="110196" y="287096"/>
                      <a:pt x="90823" y="321435"/>
                      <a:pt x="86518" y="360066"/>
                    </a:cubicBezTo>
                    <a:cubicBezTo>
                      <a:pt x="84365" y="385820"/>
                      <a:pt x="71449" y="407282"/>
                      <a:pt x="71449" y="435182"/>
                    </a:cubicBezTo>
                    <a:cubicBezTo>
                      <a:pt x="71449" y="501714"/>
                      <a:pt x="77907" y="566099"/>
                      <a:pt x="110196" y="626192"/>
                    </a:cubicBezTo>
                    <a:cubicBezTo>
                      <a:pt x="123112" y="647654"/>
                      <a:pt x="131723" y="671262"/>
                      <a:pt x="148943" y="688431"/>
                    </a:cubicBezTo>
                    <a:cubicBezTo>
                      <a:pt x="176927" y="718478"/>
                      <a:pt x="209217" y="744232"/>
                      <a:pt x="239353" y="769986"/>
                    </a:cubicBezTo>
                    <a:cubicBezTo>
                      <a:pt x="254422" y="785009"/>
                      <a:pt x="267337" y="800033"/>
                      <a:pt x="269490" y="821494"/>
                    </a:cubicBezTo>
                    <a:cubicBezTo>
                      <a:pt x="271643" y="855833"/>
                      <a:pt x="275948" y="890172"/>
                      <a:pt x="278100" y="926657"/>
                    </a:cubicBezTo>
                    <a:cubicBezTo>
                      <a:pt x="282406" y="980312"/>
                      <a:pt x="282406" y="1036112"/>
                      <a:pt x="288864" y="1091913"/>
                    </a:cubicBezTo>
                    <a:cubicBezTo>
                      <a:pt x="288864" y="1113375"/>
                      <a:pt x="297474" y="1134837"/>
                      <a:pt x="323305" y="1141275"/>
                    </a:cubicBezTo>
                    <a:cubicBezTo>
                      <a:pt x="334068" y="1145567"/>
                      <a:pt x="342679" y="1152006"/>
                      <a:pt x="353442" y="1158445"/>
                    </a:cubicBezTo>
                    <a:cubicBezTo>
                      <a:pt x="383579" y="1173468"/>
                      <a:pt x="415868" y="1190637"/>
                      <a:pt x="452462" y="1179906"/>
                    </a:cubicBezTo>
                    <a:cubicBezTo>
                      <a:pt x="467531" y="1177760"/>
                      <a:pt x="484752" y="1175614"/>
                      <a:pt x="499820" y="1177760"/>
                    </a:cubicBezTo>
                    <a:cubicBezTo>
                      <a:pt x="529957" y="1184199"/>
                      <a:pt x="557941" y="1175614"/>
                      <a:pt x="585925" y="1167029"/>
                    </a:cubicBezTo>
                    <a:cubicBezTo>
                      <a:pt x="620367" y="1154152"/>
                      <a:pt x="652656" y="1089767"/>
                      <a:pt x="650503" y="1053282"/>
                    </a:cubicBezTo>
                    <a:cubicBezTo>
                      <a:pt x="648351" y="1023235"/>
                      <a:pt x="644045" y="991043"/>
                      <a:pt x="652656" y="963142"/>
                    </a:cubicBezTo>
                    <a:cubicBezTo>
                      <a:pt x="661266" y="920219"/>
                      <a:pt x="656961" y="875149"/>
                      <a:pt x="659114" y="832225"/>
                    </a:cubicBezTo>
                    <a:cubicBezTo>
                      <a:pt x="661266" y="791448"/>
                      <a:pt x="687098" y="774278"/>
                      <a:pt x="710776" y="754963"/>
                    </a:cubicBezTo>
                    <a:cubicBezTo>
                      <a:pt x="730150" y="735647"/>
                      <a:pt x="753829" y="722770"/>
                      <a:pt x="771050" y="703455"/>
                    </a:cubicBezTo>
                    <a:cubicBezTo>
                      <a:pt x="788271" y="686285"/>
                      <a:pt x="801186" y="664823"/>
                      <a:pt x="811949" y="643362"/>
                    </a:cubicBezTo>
                    <a:cubicBezTo>
                      <a:pt x="827018" y="611169"/>
                      <a:pt x="839933" y="576830"/>
                      <a:pt x="852849" y="544637"/>
                    </a:cubicBezTo>
                    <a:cubicBezTo>
                      <a:pt x="859307" y="527468"/>
                      <a:pt x="863612" y="508152"/>
                      <a:pt x="861460" y="490983"/>
                    </a:cubicBezTo>
                    <a:cubicBezTo>
                      <a:pt x="857154" y="471667"/>
                      <a:pt x="861460" y="452352"/>
                      <a:pt x="861460" y="433036"/>
                    </a:cubicBezTo>
                    <a:cubicBezTo>
                      <a:pt x="861460" y="422305"/>
                      <a:pt x="857154" y="409428"/>
                      <a:pt x="852849" y="396551"/>
                    </a:cubicBezTo>
                    <a:cubicBezTo>
                      <a:pt x="852849" y="392259"/>
                      <a:pt x="852849" y="387966"/>
                      <a:pt x="850697" y="385820"/>
                    </a:cubicBezTo>
                    <a:cubicBezTo>
                      <a:pt x="852849" y="383674"/>
                      <a:pt x="852849" y="383674"/>
                      <a:pt x="855002" y="383674"/>
                    </a:cubicBezTo>
                    <a:cubicBezTo>
                      <a:pt x="850697" y="368651"/>
                      <a:pt x="850697" y="353627"/>
                      <a:pt x="844239" y="338604"/>
                    </a:cubicBezTo>
                    <a:cubicBezTo>
                      <a:pt x="837781" y="321435"/>
                      <a:pt x="827018" y="302119"/>
                      <a:pt x="818407" y="284950"/>
                    </a:cubicBezTo>
                    <a:cubicBezTo>
                      <a:pt x="786118" y="233441"/>
                      <a:pt x="755981" y="179787"/>
                      <a:pt x="697861" y="149740"/>
                    </a:cubicBezTo>
                    <a:cubicBezTo>
                      <a:pt x="691403" y="145448"/>
                      <a:pt x="682792" y="141156"/>
                      <a:pt x="676335" y="136863"/>
                    </a:cubicBezTo>
                    <a:cubicBezTo>
                      <a:pt x="637587" y="106817"/>
                      <a:pt x="590230" y="93940"/>
                      <a:pt x="542872" y="83209"/>
                    </a:cubicBezTo>
                    <a:cubicBezTo>
                      <a:pt x="523499" y="78916"/>
                      <a:pt x="504125" y="74624"/>
                      <a:pt x="484752" y="74624"/>
                    </a:cubicBezTo>
                    <a:close/>
                    <a:moveTo>
                      <a:pt x="437123" y="402"/>
                    </a:moveTo>
                    <a:cubicBezTo>
                      <a:pt x="455757" y="-538"/>
                      <a:pt x="474728" y="133"/>
                      <a:pt x="494102" y="2819"/>
                    </a:cubicBezTo>
                    <a:cubicBezTo>
                      <a:pt x="522086" y="7118"/>
                      <a:pt x="552224" y="7118"/>
                      <a:pt x="580208" y="13565"/>
                    </a:cubicBezTo>
                    <a:cubicBezTo>
                      <a:pt x="595277" y="17863"/>
                      <a:pt x="610346" y="30757"/>
                      <a:pt x="625414" y="39354"/>
                    </a:cubicBezTo>
                    <a:cubicBezTo>
                      <a:pt x="636178" y="45801"/>
                      <a:pt x="646941" y="54397"/>
                      <a:pt x="659857" y="45801"/>
                    </a:cubicBezTo>
                    <a:cubicBezTo>
                      <a:pt x="664162" y="43652"/>
                      <a:pt x="670620" y="47950"/>
                      <a:pt x="674926" y="50099"/>
                    </a:cubicBezTo>
                    <a:cubicBezTo>
                      <a:pt x="700757" y="65142"/>
                      <a:pt x="726589" y="80186"/>
                      <a:pt x="752421" y="97378"/>
                    </a:cubicBezTo>
                    <a:cubicBezTo>
                      <a:pt x="765337" y="108124"/>
                      <a:pt x="776101" y="121018"/>
                      <a:pt x="789017" y="133912"/>
                    </a:cubicBezTo>
                    <a:cubicBezTo>
                      <a:pt x="819154" y="166148"/>
                      <a:pt x="853597" y="196235"/>
                      <a:pt x="872971" y="239217"/>
                    </a:cubicBezTo>
                    <a:cubicBezTo>
                      <a:pt x="888039" y="275751"/>
                      <a:pt x="911719" y="312285"/>
                      <a:pt x="918177" y="353117"/>
                    </a:cubicBezTo>
                    <a:cubicBezTo>
                      <a:pt x="926787" y="398247"/>
                      <a:pt x="946161" y="445527"/>
                      <a:pt x="931093" y="497104"/>
                    </a:cubicBezTo>
                    <a:cubicBezTo>
                      <a:pt x="924635" y="518595"/>
                      <a:pt x="926787" y="542235"/>
                      <a:pt x="922482" y="565874"/>
                    </a:cubicBezTo>
                    <a:cubicBezTo>
                      <a:pt x="918177" y="585216"/>
                      <a:pt x="909566" y="606707"/>
                      <a:pt x="900955" y="626048"/>
                    </a:cubicBezTo>
                    <a:cubicBezTo>
                      <a:pt x="894497" y="643241"/>
                      <a:pt x="885887" y="662582"/>
                      <a:pt x="872971" y="679775"/>
                    </a:cubicBezTo>
                    <a:cubicBezTo>
                      <a:pt x="855749" y="707713"/>
                      <a:pt x="836375" y="733501"/>
                      <a:pt x="814849" y="759290"/>
                    </a:cubicBezTo>
                    <a:cubicBezTo>
                      <a:pt x="793322" y="785079"/>
                      <a:pt x="771795" y="810868"/>
                      <a:pt x="739505" y="825911"/>
                    </a:cubicBezTo>
                    <a:cubicBezTo>
                      <a:pt x="735200" y="828060"/>
                      <a:pt x="733047" y="836657"/>
                      <a:pt x="733047" y="840955"/>
                    </a:cubicBezTo>
                    <a:cubicBezTo>
                      <a:pt x="730895" y="883936"/>
                      <a:pt x="728742" y="926917"/>
                      <a:pt x="728742" y="967749"/>
                    </a:cubicBezTo>
                    <a:cubicBezTo>
                      <a:pt x="726589" y="980644"/>
                      <a:pt x="724437" y="991389"/>
                      <a:pt x="724437" y="1002135"/>
                    </a:cubicBezTo>
                    <a:cubicBezTo>
                      <a:pt x="722284" y="1030072"/>
                      <a:pt x="720131" y="1058010"/>
                      <a:pt x="720131" y="1085948"/>
                    </a:cubicBezTo>
                    <a:cubicBezTo>
                      <a:pt x="717979" y="1113886"/>
                      <a:pt x="709368" y="1137526"/>
                      <a:pt x="692147" y="1159016"/>
                    </a:cubicBezTo>
                    <a:cubicBezTo>
                      <a:pt x="679231" y="1174060"/>
                      <a:pt x="670620" y="1191252"/>
                      <a:pt x="657704" y="1204147"/>
                    </a:cubicBezTo>
                    <a:cubicBezTo>
                      <a:pt x="623262" y="1240681"/>
                      <a:pt x="580208" y="1249277"/>
                      <a:pt x="532850" y="1249277"/>
                    </a:cubicBezTo>
                    <a:cubicBezTo>
                      <a:pt x="522086" y="1249277"/>
                      <a:pt x="511323" y="1249277"/>
                      <a:pt x="502712" y="1249277"/>
                    </a:cubicBezTo>
                    <a:cubicBezTo>
                      <a:pt x="502712" y="1249277"/>
                      <a:pt x="502712" y="1247128"/>
                      <a:pt x="502712" y="1247128"/>
                    </a:cubicBezTo>
                    <a:cubicBezTo>
                      <a:pt x="468270" y="1249277"/>
                      <a:pt x="431674" y="1251426"/>
                      <a:pt x="397232" y="1255724"/>
                    </a:cubicBezTo>
                    <a:cubicBezTo>
                      <a:pt x="395079" y="1255724"/>
                      <a:pt x="392926" y="1253575"/>
                      <a:pt x="390774" y="1253575"/>
                    </a:cubicBezTo>
                    <a:cubicBezTo>
                      <a:pt x="369247" y="1247128"/>
                      <a:pt x="352026" y="1232084"/>
                      <a:pt x="328347" y="1236383"/>
                    </a:cubicBezTo>
                    <a:cubicBezTo>
                      <a:pt x="321889" y="1238532"/>
                      <a:pt x="313278" y="1229935"/>
                      <a:pt x="306820" y="1225637"/>
                    </a:cubicBezTo>
                    <a:cubicBezTo>
                      <a:pt x="263767" y="1201998"/>
                      <a:pt x="237935" y="1165463"/>
                      <a:pt x="222866" y="1120333"/>
                    </a:cubicBezTo>
                    <a:cubicBezTo>
                      <a:pt x="207797" y="1083799"/>
                      <a:pt x="209950" y="1045116"/>
                      <a:pt x="209950" y="1006433"/>
                    </a:cubicBezTo>
                    <a:cubicBezTo>
                      <a:pt x="212103" y="997836"/>
                      <a:pt x="209950" y="989240"/>
                      <a:pt x="209950" y="980644"/>
                    </a:cubicBezTo>
                    <a:cubicBezTo>
                      <a:pt x="207797" y="959153"/>
                      <a:pt x="207797" y="939812"/>
                      <a:pt x="205645" y="918321"/>
                    </a:cubicBezTo>
                    <a:cubicBezTo>
                      <a:pt x="203492" y="892532"/>
                      <a:pt x="203492" y="868893"/>
                      <a:pt x="199187" y="843104"/>
                    </a:cubicBezTo>
                    <a:cubicBezTo>
                      <a:pt x="199187" y="838806"/>
                      <a:pt x="197034" y="834507"/>
                      <a:pt x="192729" y="832358"/>
                    </a:cubicBezTo>
                    <a:cubicBezTo>
                      <a:pt x="169049" y="808719"/>
                      <a:pt x="145370" y="789377"/>
                      <a:pt x="123843" y="765737"/>
                    </a:cubicBezTo>
                    <a:cubicBezTo>
                      <a:pt x="113080" y="754992"/>
                      <a:pt x="102317" y="742098"/>
                      <a:pt x="93706" y="729203"/>
                    </a:cubicBezTo>
                    <a:cubicBezTo>
                      <a:pt x="74332" y="696967"/>
                      <a:pt x="50653" y="666880"/>
                      <a:pt x="35584" y="634644"/>
                    </a:cubicBezTo>
                    <a:cubicBezTo>
                      <a:pt x="20516" y="598110"/>
                      <a:pt x="11905" y="557278"/>
                      <a:pt x="3294" y="518595"/>
                    </a:cubicBezTo>
                    <a:cubicBezTo>
                      <a:pt x="-3164" y="486359"/>
                      <a:pt x="1142" y="449825"/>
                      <a:pt x="5447" y="417589"/>
                    </a:cubicBezTo>
                    <a:cubicBezTo>
                      <a:pt x="7600" y="396098"/>
                      <a:pt x="7600" y="374608"/>
                      <a:pt x="9752" y="355266"/>
                    </a:cubicBezTo>
                    <a:cubicBezTo>
                      <a:pt x="11905" y="342372"/>
                      <a:pt x="18363" y="331626"/>
                      <a:pt x="22668" y="320881"/>
                    </a:cubicBezTo>
                    <a:cubicBezTo>
                      <a:pt x="24821" y="316583"/>
                      <a:pt x="29126" y="312285"/>
                      <a:pt x="29126" y="307987"/>
                    </a:cubicBezTo>
                    <a:cubicBezTo>
                      <a:pt x="31279" y="284347"/>
                      <a:pt x="42042" y="265005"/>
                      <a:pt x="52806" y="245664"/>
                    </a:cubicBezTo>
                    <a:cubicBezTo>
                      <a:pt x="54958" y="239217"/>
                      <a:pt x="59264" y="232769"/>
                      <a:pt x="61416" y="226322"/>
                    </a:cubicBezTo>
                    <a:cubicBezTo>
                      <a:pt x="70027" y="215577"/>
                      <a:pt x="78637" y="202682"/>
                      <a:pt x="87248" y="191937"/>
                    </a:cubicBezTo>
                    <a:cubicBezTo>
                      <a:pt x="108775" y="168297"/>
                      <a:pt x="128149" y="142509"/>
                      <a:pt x="151828" y="121018"/>
                    </a:cubicBezTo>
                    <a:cubicBezTo>
                      <a:pt x="186271" y="86633"/>
                      <a:pt x="229324" y="60844"/>
                      <a:pt x="276683" y="41503"/>
                    </a:cubicBezTo>
                    <a:cubicBezTo>
                      <a:pt x="328347" y="20549"/>
                      <a:pt x="381221" y="3222"/>
                      <a:pt x="437123" y="402"/>
                    </a:cubicBezTo>
                    <a:close/>
                  </a:path>
                </a:pathLst>
              </a:custGeom>
              <a:grpFill/>
              <a:ln>
                <a:solidFill>
                  <a:schemeClr val="tx1"/>
                </a:solidFill>
              </a:ln>
            </p:spPr>
            <p:txBody>
              <a:bodyPr vert="horz" wrap="square" lIns="121920" tIns="60960" rIns="121920" bIns="60960" numCol="1" anchor="t" anchorCtr="0" compatLnSpc="1">
                <a:noAutofit/>
              </a:bodyPr>
              <a:lstStyle/>
              <a:p>
                <a:endParaRPr lang="zh-CN" altLang="en-US" sz="2400">
                  <a:solidFill>
                    <a:prstClr val="black"/>
                  </a:solidFill>
                </a:endParaRPr>
              </a:p>
            </p:txBody>
          </p:sp>
          <p:sp>
            <p:nvSpPr>
              <p:cNvPr id="470" name="自由: 形状 77"/>
              <p:cNvSpPr/>
              <p:nvPr/>
            </p:nvSpPr>
            <p:spPr bwMode="auto">
              <a:xfrm>
                <a:off x="5022850" y="4087385"/>
                <a:ext cx="344505" cy="292529"/>
              </a:xfrm>
              <a:custGeom>
                <a:avLst/>
                <a:gdLst>
                  <a:gd name="connsiteX0" fmla="*/ 218608 w 344505"/>
                  <a:gd name="connsiteY0" fmla="*/ 129016 h 292529"/>
                  <a:gd name="connsiteX1" fmla="*/ 214312 w 344505"/>
                  <a:gd name="connsiteY1" fmla="*/ 133318 h 292529"/>
                  <a:gd name="connsiteX2" fmla="*/ 321702 w 344505"/>
                  <a:gd name="connsiteY2" fmla="*/ 195691 h 292529"/>
                  <a:gd name="connsiteX3" fmla="*/ 323850 w 344505"/>
                  <a:gd name="connsiteY3" fmla="*/ 189239 h 292529"/>
                  <a:gd name="connsiteX4" fmla="*/ 218608 w 344505"/>
                  <a:gd name="connsiteY4" fmla="*/ 129016 h 292529"/>
                  <a:gd name="connsiteX5" fmla="*/ 21780 w 344505"/>
                  <a:gd name="connsiteY5" fmla="*/ 116316 h 292529"/>
                  <a:gd name="connsiteX6" fmla="*/ 17462 w 344505"/>
                  <a:gd name="connsiteY6" fmla="*/ 122567 h 292529"/>
                  <a:gd name="connsiteX7" fmla="*/ 69278 w 344505"/>
                  <a:gd name="connsiteY7" fmla="*/ 149654 h 292529"/>
                  <a:gd name="connsiteX8" fmla="*/ 71437 w 344505"/>
                  <a:gd name="connsiteY8" fmla="*/ 145487 h 292529"/>
                  <a:gd name="connsiteX9" fmla="*/ 21780 w 344505"/>
                  <a:gd name="connsiteY9" fmla="*/ 116316 h 292529"/>
                  <a:gd name="connsiteX10" fmla="*/ 226230 w 344505"/>
                  <a:gd name="connsiteY10" fmla="*/ 1313 h 292529"/>
                  <a:gd name="connsiteX11" fmla="*/ 318004 w 344505"/>
                  <a:gd name="connsiteY11" fmla="*/ 2120 h 292529"/>
                  <a:gd name="connsiteX12" fmla="*/ 343917 w 344505"/>
                  <a:gd name="connsiteY12" fmla="*/ 27934 h 292529"/>
                  <a:gd name="connsiteX13" fmla="*/ 343917 w 344505"/>
                  <a:gd name="connsiteY13" fmla="*/ 111830 h 292529"/>
                  <a:gd name="connsiteX14" fmla="*/ 339598 w 344505"/>
                  <a:gd name="connsiteY14" fmla="*/ 215087 h 292529"/>
                  <a:gd name="connsiteX15" fmla="*/ 333120 w 344505"/>
                  <a:gd name="connsiteY15" fmla="*/ 232296 h 292529"/>
                  <a:gd name="connsiteX16" fmla="*/ 242425 w 344505"/>
                  <a:gd name="connsiteY16" fmla="*/ 286076 h 292529"/>
                  <a:gd name="connsiteX17" fmla="*/ 140933 w 344505"/>
                  <a:gd name="connsiteY17" fmla="*/ 292529 h 292529"/>
                  <a:gd name="connsiteX18" fmla="*/ 95586 w 344505"/>
                  <a:gd name="connsiteY18" fmla="*/ 279622 h 292529"/>
                  <a:gd name="connsiteX19" fmla="*/ 26485 w 344505"/>
                  <a:gd name="connsiteY19" fmla="*/ 255959 h 292529"/>
                  <a:gd name="connsiteX20" fmla="*/ 573 w 344505"/>
                  <a:gd name="connsiteY20" fmla="*/ 212936 h 292529"/>
                  <a:gd name="connsiteX21" fmla="*/ 2732 w 344505"/>
                  <a:gd name="connsiteY21" fmla="*/ 96772 h 292529"/>
                  <a:gd name="connsiteX22" fmla="*/ 573 w 344505"/>
                  <a:gd name="connsiteY22" fmla="*/ 45143 h 292529"/>
                  <a:gd name="connsiteX23" fmla="*/ 39442 w 344505"/>
                  <a:gd name="connsiteY23" fmla="*/ 4271 h 292529"/>
                  <a:gd name="connsiteX24" fmla="*/ 134455 w 344505"/>
                  <a:gd name="connsiteY24" fmla="*/ 2120 h 292529"/>
                  <a:gd name="connsiteX25" fmla="*/ 226230 w 344505"/>
                  <a:gd name="connsiteY25" fmla="*/ 1313 h 292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44505" h="292529">
                    <a:moveTo>
                      <a:pt x="218608" y="129016"/>
                    </a:moveTo>
                    <a:cubicBezTo>
                      <a:pt x="216460" y="131167"/>
                      <a:pt x="216460" y="131167"/>
                      <a:pt x="214312" y="133318"/>
                    </a:cubicBezTo>
                    <a:cubicBezTo>
                      <a:pt x="250825" y="154826"/>
                      <a:pt x="285190" y="174183"/>
                      <a:pt x="321702" y="195691"/>
                    </a:cubicBezTo>
                    <a:cubicBezTo>
                      <a:pt x="321702" y="193540"/>
                      <a:pt x="323850" y="191390"/>
                      <a:pt x="323850" y="189239"/>
                    </a:cubicBezTo>
                    <a:cubicBezTo>
                      <a:pt x="291633" y="163429"/>
                      <a:pt x="252973" y="150524"/>
                      <a:pt x="218608" y="129016"/>
                    </a:cubicBezTo>
                    <a:close/>
                    <a:moveTo>
                      <a:pt x="21780" y="116316"/>
                    </a:moveTo>
                    <a:cubicBezTo>
                      <a:pt x="19621" y="118400"/>
                      <a:pt x="19621" y="120483"/>
                      <a:pt x="17462" y="122567"/>
                    </a:cubicBezTo>
                    <a:cubicBezTo>
                      <a:pt x="34734" y="130902"/>
                      <a:pt x="52006" y="141320"/>
                      <a:pt x="69278" y="149654"/>
                    </a:cubicBezTo>
                    <a:cubicBezTo>
                      <a:pt x="69278" y="147571"/>
                      <a:pt x="71437" y="147571"/>
                      <a:pt x="71437" y="145487"/>
                    </a:cubicBezTo>
                    <a:cubicBezTo>
                      <a:pt x="54165" y="135069"/>
                      <a:pt x="39052" y="126734"/>
                      <a:pt x="21780" y="116316"/>
                    </a:cubicBezTo>
                    <a:close/>
                    <a:moveTo>
                      <a:pt x="226230" y="1313"/>
                    </a:moveTo>
                    <a:cubicBezTo>
                      <a:pt x="257001" y="2658"/>
                      <a:pt x="287773" y="4271"/>
                      <a:pt x="318004" y="2120"/>
                    </a:cubicBezTo>
                    <a:cubicBezTo>
                      <a:pt x="341757" y="-32"/>
                      <a:pt x="346076" y="4271"/>
                      <a:pt x="343917" y="27934"/>
                    </a:cubicBezTo>
                    <a:cubicBezTo>
                      <a:pt x="341757" y="55899"/>
                      <a:pt x="343917" y="83865"/>
                      <a:pt x="343917" y="111830"/>
                    </a:cubicBezTo>
                    <a:cubicBezTo>
                      <a:pt x="346076" y="146249"/>
                      <a:pt x="341757" y="180668"/>
                      <a:pt x="339598" y="215087"/>
                    </a:cubicBezTo>
                    <a:cubicBezTo>
                      <a:pt x="339598" y="219389"/>
                      <a:pt x="335279" y="225843"/>
                      <a:pt x="333120" y="232296"/>
                    </a:cubicBezTo>
                    <a:cubicBezTo>
                      <a:pt x="313685" y="266715"/>
                      <a:pt x="281294" y="281773"/>
                      <a:pt x="242425" y="286076"/>
                    </a:cubicBezTo>
                    <a:cubicBezTo>
                      <a:pt x="210034" y="290378"/>
                      <a:pt x="175484" y="292529"/>
                      <a:pt x="140933" y="292529"/>
                    </a:cubicBezTo>
                    <a:cubicBezTo>
                      <a:pt x="125818" y="292529"/>
                      <a:pt x="110702" y="283925"/>
                      <a:pt x="95586" y="279622"/>
                    </a:cubicBezTo>
                    <a:cubicBezTo>
                      <a:pt x="73992" y="271017"/>
                      <a:pt x="48079" y="266715"/>
                      <a:pt x="26485" y="255959"/>
                    </a:cubicBezTo>
                    <a:cubicBezTo>
                      <a:pt x="11370" y="247354"/>
                      <a:pt x="573" y="234447"/>
                      <a:pt x="573" y="212936"/>
                    </a:cubicBezTo>
                    <a:cubicBezTo>
                      <a:pt x="4891" y="174214"/>
                      <a:pt x="2732" y="135493"/>
                      <a:pt x="2732" y="96772"/>
                    </a:cubicBezTo>
                    <a:cubicBezTo>
                      <a:pt x="2732" y="79562"/>
                      <a:pt x="573" y="62353"/>
                      <a:pt x="573" y="45143"/>
                    </a:cubicBezTo>
                    <a:cubicBezTo>
                      <a:pt x="-1587" y="4271"/>
                      <a:pt x="573" y="2120"/>
                      <a:pt x="39442" y="4271"/>
                    </a:cubicBezTo>
                    <a:cubicBezTo>
                      <a:pt x="71833" y="4271"/>
                      <a:pt x="104224" y="6422"/>
                      <a:pt x="134455" y="2120"/>
                    </a:cubicBezTo>
                    <a:cubicBezTo>
                      <a:pt x="164687" y="-1107"/>
                      <a:pt x="195458" y="-31"/>
                      <a:pt x="226230" y="1313"/>
                    </a:cubicBezTo>
                    <a:close/>
                  </a:path>
                </a:pathLst>
              </a:custGeom>
              <a:grpFill/>
              <a:ln>
                <a:solidFill>
                  <a:schemeClr val="tx1"/>
                </a:solidFill>
              </a:ln>
            </p:spPr>
            <p:txBody>
              <a:bodyPr vert="horz" wrap="square" lIns="121920" tIns="60960" rIns="121920" bIns="60960" numCol="1" anchor="t" anchorCtr="0" compatLnSpc="1">
                <a:noAutofit/>
              </a:bodyPr>
              <a:lstStyle/>
              <a:p>
                <a:endParaRPr lang="zh-CN" altLang="en-US" sz="2400">
                  <a:solidFill>
                    <a:prstClr val="black"/>
                  </a:solidFill>
                </a:endParaRPr>
              </a:p>
            </p:txBody>
          </p:sp>
          <p:sp>
            <p:nvSpPr>
              <p:cNvPr id="471" name="chenying0907 135"/>
              <p:cNvSpPr/>
              <p:nvPr/>
            </p:nvSpPr>
            <p:spPr bwMode="auto">
              <a:xfrm>
                <a:off x="5238751" y="3294063"/>
                <a:ext cx="58738" cy="642938"/>
              </a:xfrm>
              <a:custGeom>
                <a:avLst/>
                <a:gdLst>
                  <a:gd name="T0" fmla="*/ 21 w 27"/>
                  <a:gd name="T1" fmla="*/ 0 h 299"/>
                  <a:gd name="T2" fmla="*/ 17 w 27"/>
                  <a:gd name="T3" fmla="*/ 1 h 299"/>
                  <a:gd name="T4" fmla="*/ 10 w 27"/>
                  <a:gd name="T5" fmla="*/ 51 h 299"/>
                  <a:gd name="T6" fmla="*/ 10 w 27"/>
                  <a:gd name="T7" fmla="*/ 68 h 299"/>
                  <a:gd name="T8" fmla="*/ 6 w 27"/>
                  <a:gd name="T9" fmla="*/ 107 h 299"/>
                  <a:gd name="T10" fmla="*/ 6 w 27"/>
                  <a:gd name="T11" fmla="*/ 142 h 299"/>
                  <a:gd name="T12" fmla="*/ 1 w 27"/>
                  <a:gd name="T13" fmla="*/ 210 h 299"/>
                  <a:gd name="T14" fmla="*/ 0 w 27"/>
                  <a:gd name="T15" fmla="*/ 288 h 299"/>
                  <a:gd name="T16" fmla="*/ 4 w 27"/>
                  <a:gd name="T17" fmla="*/ 299 h 299"/>
                  <a:gd name="T18" fmla="*/ 20 w 27"/>
                  <a:gd name="T19" fmla="*/ 265 h 299"/>
                  <a:gd name="T20" fmla="*/ 20 w 27"/>
                  <a:gd name="T21" fmla="*/ 264 h 299"/>
                  <a:gd name="T22" fmla="*/ 21 w 27"/>
                  <a:gd name="T23" fmla="*/ 224 h 299"/>
                  <a:gd name="T24" fmla="*/ 22 w 27"/>
                  <a:gd name="T25" fmla="*/ 177 h 299"/>
                  <a:gd name="T26" fmla="*/ 24 w 27"/>
                  <a:gd name="T27" fmla="*/ 128 h 299"/>
                  <a:gd name="T28" fmla="*/ 22 w 27"/>
                  <a:gd name="T29" fmla="*/ 100 h 299"/>
                  <a:gd name="T30" fmla="*/ 23 w 27"/>
                  <a:gd name="T31" fmla="*/ 34 h 299"/>
                  <a:gd name="T32" fmla="*/ 24 w 27"/>
                  <a:gd name="T33" fmla="*/ 29 h 299"/>
                  <a:gd name="T34" fmla="*/ 27 w 27"/>
                  <a:gd name="T35" fmla="*/ 9 h 299"/>
                  <a:gd name="T36" fmla="*/ 21 w 27"/>
                  <a:gd name="T37" fmla="*/ 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299">
                    <a:moveTo>
                      <a:pt x="21" y="0"/>
                    </a:moveTo>
                    <a:cubicBezTo>
                      <a:pt x="20" y="0"/>
                      <a:pt x="18" y="0"/>
                      <a:pt x="17" y="1"/>
                    </a:cubicBezTo>
                    <a:cubicBezTo>
                      <a:pt x="15" y="18"/>
                      <a:pt x="12" y="34"/>
                      <a:pt x="10" y="51"/>
                    </a:cubicBezTo>
                    <a:cubicBezTo>
                      <a:pt x="9" y="57"/>
                      <a:pt x="10" y="62"/>
                      <a:pt x="10" y="68"/>
                    </a:cubicBezTo>
                    <a:cubicBezTo>
                      <a:pt x="9" y="81"/>
                      <a:pt x="7" y="94"/>
                      <a:pt x="6" y="107"/>
                    </a:cubicBezTo>
                    <a:cubicBezTo>
                      <a:pt x="5" y="119"/>
                      <a:pt x="6" y="130"/>
                      <a:pt x="6" y="142"/>
                    </a:cubicBezTo>
                    <a:cubicBezTo>
                      <a:pt x="4" y="165"/>
                      <a:pt x="1" y="187"/>
                      <a:pt x="1" y="210"/>
                    </a:cubicBezTo>
                    <a:cubicBezTo>
                      <a:pt x="0" y="236"/>
                      <a:pt x="0" y="262"/>
                      <a:pt x="0" y="288"/>
                    </a:cubicBezTo>
                    <a:cubicBezTo>
                      <a:pt x="0" y="291"/>
                      <a:pt x="2" y="294"/>
                      <a:pt x="4" y="299"/>
                    </a:cubicBezTo>
                    <a:cubicBezTo>
                      <a:pt x="10" y="286"/>
                      <a:pt x="15" y="275"/>
                      <a:pt x="20" y="265"/>
                    </a:cubicBezTo>
                    <a:cubicBezTo>
                      <a:pt x="20" y="265"/>
                      <a:pt x="20" y="264"/>
                      <a:pt x="20" y="264"/>
                    </a:cubicBezTo>
                    <a:cubicBezTo>
                      <a:pt x="21" y="251"/>
                      <a:pt x="21" y="238"/>
                      <a:pt x="21" y="224"/>
                    </a:cubicBezTo>
                    <a:cubicBezTo>
                      <a:pt x="22" y="208"/>
                      <a:pt x="22" y="193"/>
                      <a:pt x="22" y="177"/>
                    </a:cubicBezTo>
                    <a:cubicBezTo>
                      <a:pt x="23" y="160"/>
                      <a:pt x="24" y="144"/>
                      <a:pt x="24" y="128"/>
                    </a:cubicBezTo>
                    <a:cubicBezTo>
                      <a:pt x="24" y="118"/>
                      <a:pt x="23" y="109"/>
                      <a:pt x="22" y="100"/>
                    </a:cubicBezTo>
                    <a:cubicBezTo>
                      <a:pt x="22" y="78"/>
                      <a:pt x="23" y="56"/>
                      <a:pt x="23" y="34"/>
                    </a:cubicBezTo>
                    <a:cubicBezTo>
                      <a:pt x="23" y="32"/>
                      <a:pt x="24" y="31"/>
                      <a:pt x="24" y="29"/>
                    </a:cubicBezTo>
                    <a:cubicBezTo>
                      <a:pt x="26" y="22"/>
                      <a:pt x="27" y="16"/>
                      <a:pt x="27" y="9"/>
                    </a:cubicBezTo>
                    <a:cubicBezTo>
                      <a:pt x="27" y="6"/>
                      <a:pt x="23" y="3"/>
                      <a:pt x="21" y="0"/>
                    </a:cubicBezTo>
                    <a:close/>
                  </a:path>
                </a:pathLst>
              </a:custGeom>
              <a:grpFill/>
              <a:ln>
                <a:solidFill>
                  <a:schemeClr val="tx1"/>
                </a:solidFill>
              </a:ln>
            </p:spPr>
            <p:txBody>
              <a:bodyPr vert="horz" wrap="square" lIns="121920" tIns="60960" rIns="121920" bIns="60960" numCol="1" anchor="t" anchorCtr="0" compatLnSpc="1"/>
              <a:lstStyle/>
              <a:p>
                <a:endParaRPr lang="zh-CN" altLang="en-US" sz="2400">
                  <a:solidFill>
                    <a:prstClr val="black"/>
                  </a:solidFill>
                </a:endParaRPr>
              </a:p>
            </p:txBody>
          </p:sp>
          <p:sp>
            <p:nvSpPr>
              <p:cNvPr id="472" name="chenying0907 136"/>
              <p:cNvSpPr/>
              <p:nvPr/>
            </p:nvSpPr>
            <p:spPr bwMode="auto">
              <a:xfrm>
                <a:off x="5037138" y="3305176"/>
                <a:ext cx="144463" cy="627063"/>
              </a:xfrm>
              <a:custGeom>
                <a:avLst/>
                <a:gdLst>
                  <a:gd name="T0" fmla="*/ 59 w 67"/>
                  <a:gd name="T1" fmla="*/ 292 h 292"/>
                  <a:gd name="T2" fmla="*/ 61 w 67"/>
                  <a:gd name="T3" fmla="*/ 290 h 292"/>
                  <a:gd name="T4" fmla="*/ 67 w 67"/>
                  <a:gd name="T5" fmla="*/ 259 h 292"/>
                  <a:gd name="T6" fmla="*/ 67 w 67"/>
                  <a:gd name="T7" fmla="*/ 256 h 292"/>
                  <a:gd name="T8" fmla="*/ 59 w 67"/>
                  <a:gd name="T9" fmla="*/ 220 h 292"/>
                  <a:gd name="T10" fmla="*/ 42 w 67"/>
                  <a:gd name="T11" fmla="*/ 147 h 292"/>
                  <a:gd name="T12" fmla="*/ 33 w 67"/>
                  <a:gd name="T13" fmla="*/ 113 h 292"/>
                  <a:gd name="T14" fmla="*/ 29 w 67"/>
                  <a:gd name="T15" fmla="*/ 106 h 292"/>
                  <a:gd name="T16" fmla="*/ 16 w 67"/>
                  <a:gd name="T17" fmla="*/ 38 h 292"/>
                  <a:gd name="T18" fmla="*/ 14 w 67"/>
                  <a:gd name="T19" fmla="*/ 30 h 292"/>
                  <a:gd name="T20" fmla="*/ 11 w 67"/>
                  <a:gd name="T21" fmla="*/ 9 h 292"/>
                  <a:gd name="T22" fmla="*/ 2 w 67"/>
                  <a:gd name="T23" fmla="*/ 0 h 292"/>
                  <a:gd name="T24" fmla="*/ 7 w 67"/>
                  <a:gd name="T25" fmla="*/ 65 h 292"/>
                  <a:gd name="T26" fmla="*/ 9 w 67"/>
                  <a:gd name="T27" fmla="*/ 72 h 292"/>
                  <a:gd name="T28" fmla="*/ 14 w 67"/>
                  <a:gd name="T29" fmla="*/ 107 h 292"/>
                  <a:gd name="T30" fmla="*/ 27 w 67"/>
                  <a:gd name="T31" fmla="*/ 158 h 292"/>
                  <a:gd name="T32" fmla="*/ 27 w 67"/>
                  <a:gd name="T33" fmla="*/ 163 h 292"/>
                  <a:gd name="T34" fmla="*/ 32 w 67"/>
                  <a:gd name="T35" fmla="*/ 198 h 292"/>
                  <a:gd name="T36" fmla="*/ 50 w 67"/>
                  <a:gd name="T37" fmla="*/ 270 h 292"/>
                  <a:gd name="T38" fmla="*/ 59 w 67"/>
                  <a:gd name="T39" fmla="*/ 292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7" h="292">
                    <a:moveTo>
                      <a:pt x="59" y="292"/>
                    </a:moveTo>
                    <a:cubicBezTo>
                      <a:pt x="60" y="291"/>
                      <a:pt x="60" y="291"/>
                      <a:pt x="61" y="290"/>
                    </a:cubicBezTo>
                    <a:cubicBezTo>
                      <a:pt x="65" y="280"/>
                      <a:pt x="56" y="268"/>
                      <a:pt x="67" y="259"/>
                    </a:cubicBezTo>
                    <a:cubicBezTo>
                      <a:pt x="67" y="259"/>
                      <a:pt x="67" y="257"/>
                      <a:pt x="67" y="256"/>
                    </a:cubicBezTo>
                    <a:cubicBezTo>
                      <a:pt x="64" y="244"/>
                      <a:pt x="62" y="232"/>
                      <a:pt x="59" y="220"/>
                    </a:cubicBezTo>
                    <a:cubicBezTo>
                      <a:pt x="53" y="196"/>
                      <a:pt x="48" y="171"/>
                      <a:pt x="42" y="147"/>
                    </a:cubicBezTo>
                    <a:cubicBezTo>
                      <a:pt x="39" y="136"/>
                      <a:pt x="36" y="124"/>
                      <a:pt x="33" y="113"/>
                    </a:cubicBezTo>
                    <a:cubicBezTo>
                      <a:pt x="32" y="111"/>
                      <a:pt x="29" y="108"/>
                      <a:pt x="29" y="106"/>
                    </a:cubicBezTo>
                    <a:cubicBezTo>
                      <a:pt x="26" y="83"/>
                      <a:pt x="25" y="60"/>
                      <a:pt x="16" y="38"/>
                    </a:cubicBezTo>
                    <a:cubicBezTo>
                      <a:pt x="15" y="35"/>
                      <a:pt x="15" y="32"/>
                      <a:pt x="14" y="30"/>
                    </a:cubicBezTo>
                    <a:cubicBezTo>
                      <a:pt x="13" y="23"/>
                      <a:pt x="13" y="16"/>
                      <a:pt x="11" y="9"/>
                    </a:cubicBezTo>
                    <a:cubicBezTo>
                      <a:pt x="10" y="6"/>
                      <a:pt x="6" y="4"/>
                      <a:pt x="2" y="0"/>
                    </a:cubicBezTo>
                    <a:cubicBezTo>
                      <a:pt x="1" y="24"/>
                      <a:pt x="0" y="45"/>
                      <a:pt x="7" y="65"/>
                    </a:cubicBezTo>
                    <a:cubicBezTo>
                      <a:pt x="8" y="67"/>
                      <a:pt x="8" y="69"/>
                      <a:pt x="9" y="72"/>
                    </a:cubicBezTo>
                    <a:cubicBezTo>
                      <a:pt x="10" y="84"/>
                      <a:pt x="10" y="96"/>
                      <a:pt x="14" y="107"/>
                    </a:cubicBezTo>
                    <a:cubicBezTo>
                      <a:pt x="20" y="124"/>
                      <a:pt x="23" y="141"/>
                      <a:pt x="27" y="158"/>
                    </a:cubicBezTo>
                    <a:cubicBezTo>
                      <a:pt x="27" y="159"/>
                      <a:pt x="27" y="161"/>
                      <a:pt x="27" y="163"/>
                    </a:cubicBezTo>
                    <a:cubicBezTo>
                      <a:pt x="29" y="175"/>
                      <a:pt x="29" y="186"/>
                      <a:pt x="32" y="198"/>
                    </a:cubicBezTo>
                    <a:cubicBezTo>
                      <a:pt x="37" y="222"/>
                      <a:pt x="44" y="246"/>
                      <a:pt x="50" y="270"/>
                    </a:cubicBezTo>
                    <a:cubicBezTo>
                      <a:pt x="52" y="278"/>
                      <a:pt x="52" y="286"/>
                      <a:pt x="59" y="292"/>
                    </a:cubicBezTo>
                    <a:close/>
                  </a:path>
                </a:pathLst>
              </a:custGeom>
              <a:grpFill/>
              <a:ln>
                <a:solidFill>
                  <a:schemeClr val="tx1"/>
                </a:solidFill>
              </a:ln>
            </p:spPr>
            <p:txBody>
              <a:bodyPr vert="horz" wrap="square" lIns="121920" tIns="60960" rIns="121920" bIns="60960" numCol="1" anchor="t" anchorCtr="0" compatLnSpc="1"/>
              <a:lstStyle/>
              <a:p>
                <a:endParaRPr lang="zh-CN" altLang="en-US" sz="2400">
                  <a:solidFill>
                    <a:prstClr val="black"/>
                  </a:solidFill>
                </a:endParaRPr>
              </a:p>
            </p:txBody>
          </p:sp>
          <p:sp>
            <p:nvSpPr>
              <p:cNvPr id="473" name="自由: 形状 80"/>
              <p:cNvSpPr/>
              <p:nvPr/>
            </p:nvSpPr>
            <p:spPr bwMode="auto">
              <a:xfrm>
                <a:off x="4975278" y="3097424"/>
                <a:ext cx="393648" cy="196641"/>
              </a:xfrm>
              <a:custGeom>
                <a:avLst/>
                <a:gdLst>
                  <a:gd name="connsiteX0" fmla="*/ 78968 w 393648"/>
                  <a:gd name="connsiteY0" fmla="*/ 187742 h 196641"/>
                  <a:gd name="connsiteX1" fmla="*/ 81339 w 393648"/>
                  <a:gd name="connsiteY1" fmla="*/ 190240 h 196641"/>
                  <a:gd name="connsiteX2" fmla="*/ 77032 w 393648"/>
                  <a:gd name="connsiteY2" fmla="*/ 190240 h 196641"/>
                  <a:gd name="connsiteX3" fmla="*/ 59215 w 393648"/>
                  <a:gd name="connsiteY3" fmla="*/ 56940 h 196641"/>
                  <a:gd name="connsiteX4" fmla="*/ 52865 w 393648"/>
                  <a:gd name="connsiteY4" fmla="*/ 59130 h 196641"/>
                  <a:gd name="connsiteX5" fmla="*/ 69798 w 393648"/>
                  <a:gd name="connsiteY5" fmla="*/ 120440 h 196641"/>
                  <a:gd name="connsiteX6" fmla="*/ 59215 w 393648"/>
                  <a:gd name="connsiteY6" fmla="*/ 56940 h 196641"/>
                  <a:gd name="connsiteX7" fmla="*/ 354879 w 393648"/>
                  <a:gd name="connsiteY7" fmla="*/ 337 h 196641"/>
                  <a:gd name="connsiteX8" fmla="*/ 369956 w 393648"/>
                  <a:gd name="connsiteY8" fmla="*/ 11006 h 196641"/>
                  <a:gd name="connsiteX9" fmla="*/ 393648 w 393648"/>
                  <a:gd name="connsiteY9" fmla="*/ 100623 h 196641"/>
                  <a:gd name="connsiteX10" fmla="*/ 369956 w 393648"/>
                  <a:gd name="connsiteY10" fmla="*/ 136896 h 196641"/>
                  <a:gd name="connsiteX11" fmla="*/ 348417 w 393648"/>
                  <a:gd name="connsiteY11" fmla="*/ 166769 h 196641"/>
                  <a:gd name="connsiteX12" fmla="*/ 341956 w 393648"/>
                  <a:gd name="connsiteY12" fmla="*/ 194507 h 196641"/>
                  <a:gd name="connsiteX13" fmla="*/ 337648 w 393648"/>
                  <a:gd name="connsiteY13" fmla="*/ 196641 h 196641"/>
                  <a:gd name="connsiteX14" fmla="*/ 324725 w 393648"/>
                  <a:gd name="connsiteY14" fmla="*/ 173170 h 196641"/>
                  <a:gd name="connsiteX15" fmla="*/ 309648 w 393648"/>
                  <a:gd name="connsiteY15" fmla="*/ 156100 h 196641"/>
                  <a:gd name="connsiteX16" fmla="*/ 251494 w 393648"/>
                  <a:gd name="connsiteY16" fmla="*/ 145431 h 196641"/>
                  <a:gd name="connsiteX17" fmla="*/ 176109 w 393648"/>
                  <a:gd name="connsiteY17" fmla="*/ 149699 h 196641"/>
                  <a:gd name="connsiteX18" fmla="*/ 98570 w 393648"/>
                  <a:gd name="connsiteY18" fmla="*/ 166769 h 196641"/>
                  <a:gd name="connsiteX19" fmla="*/ 88609 w 393648"/>
                  <a:gd name="connsiteY19" fmla="*/ 175304 h 196641"/>
                  <a:gd name="connsiteX20" fmla="*/ 78968 w 393648"/>
                  <a:gd name="connsiteY20" fmla="*/ 187742 h 196641"/>
                  <a:gd name="connsiteX21" fmla="*/ 60070 w 393648"/>
                  <a:gd name="connsiteY21" fmla="*/ 167836 h 196641"/>
                  <a:gd name="connsiteX22" fmla="*/ 33955 w 393648"/>
                  <a:gd name="connsiteY22" fmla="*/ 151833 h 196641"/>
                  <a:gd name="connsiteX23" fmla="*/ 1647 w 393648"/>
                  <a:gd name="connsiteY23" fmla="*/ 72884 h 196641"/>
                  <a:gd name="connsiteX24" fmla="*/ 16724 w 393648"/>
                  <a:gd name="connsiteY24" fmla="*/ 34477 h 196641"/>
                  <a:gd name="connsiteX25" fmla="*/ 55493 w 393648"/>
                  <a:gd name="connsiteY25" fmla="*/ 15273 h 196641"/>
                  <a:gd name="connsiteX26" fmla="*/ 100724 w 393648"/>
                  <a:gd name="connsiteY26" fmla="*/ 43012 h 196641"/>
                  <a:gd name="connsiteX27" fmla="*/ 105032 w 393648"/>
                  <a:gd name="connsiteY27" fmla="*/ 68617 h 196641"/>
                  <a:gd name="connsiteX28" fmla="*/ 100724 w 393648"/>
                  <a:gd name="connsiteY28" fmla="*/ 96355 h 196641"/>
                  <a:gd name="connsiteX29" fmla="*/ 94263 w 393648"/>
                  <a:gd name="connsiteY29" fmla="*/ 121960 h 196641"/>
                  <a:gd name="connsiteX30" fmla="*/ 139493 w 393648"/>
                  <a:gd name="connsiteY30" fmla="*/ 115559 h 196641"/>
                  <a:gd name="connsiteX31" fmla="*/ 268725 w 393648"/>
                  <a:gd name="connsiteY31" fmla="*/ 109158 h 196641"/>
                  <a:gd name="connsiteX32" fmla="*/ 279494 w 393648"/>
                  <a:gd name="connsiteY32" fmla="*/ 115559 h 196641"/>
                  <a:gd name="connsiteX33" fmla="*/ 337648 w 393648"/>
                  <a:gd name="connsiteY33" fmla="*/ 81419 h 196641"/>
                  <a:gd name="connsiteX34" fmla="*/ 341956 w 393648"/>
                  <a:gd name="connsiteY34" fmla="*/ 15273 h 196641"/>
                  <a:gd name="connsiteX35" fmla="*/ 354879 w 393648"/>
                  <a:gd name="connsiteY35" fmla="*/ 337 h 196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93648" h="196641">
                    <a:moveTo>
                      <a:pt x="78968" y="187742"/>
                    </a:moveTo>
                    <a:lnTo>
                      <a:pt x="81339" y="190240"/>
                    </a:lnTo>
                    <a:cubicBezTo>
                      <a:pt x="81339" y="190240"/>
                      <a:pt x="81339" y="190240"/>
                      <a:pt x="77032" y="190240"/>
                    </a:cubicBezTo>
                    <a:close/>
                    <a:moveTo>
                      <a:pt x="59215" y="56940"/>
                    </a:moveTo>
                    <a:cubicBezTo>
                      <a:pt x="57098" y="56940"/>
                      <a:pt x="54982" y="56940"/>
                      <a:pt x="52865" y="59130"/>
                    </a:cubicBezTo>
                    <a:cubicBezTo>
                      <a:pt x="38048" y="83216"/>
                      <a:pt x="42282" y="105113"/>
                      <a:pt x="69798" y="120440"/>
                    </a:cubicBezTo>
                    <a:cubicBezTo>
                      <a:pt x="67682" y="96354"/>
                      <a:pt x="63448" y="76647"/>
                      <a:pt x="59215" y="56940"/>
                    </a:cubicBezTo>
                    <a:close/>
                    <a:moveTo>
                      <a:pt x="354879" y="337"/>
                    </a:moveTo>
                    <a:cubicBezTo>
                      <a:pt x="359187" y="-1797"/>
                      <a:pt x="367802" y="6738"/>
                      <a:pt x="369956" y="11006"/>
                    </a:cubicBezTo>
                    <a:cubicBezTo>
                      <a:pt x="391494" y="36610"/>
                      <a:pt x="393648" y="68617"/>
                      <a:pt x="393648" y="100623"/>
                    </a:cubicBezTo>
                    <a:cubicBezTo>
                      <a:pt x="393648" y="113425"/>
                      <a:pt x="393648" y="130495"/>
                      <a:pt x="369956" y="136896"/>
                    </a:cubicBezTo>
                    <a:cubicBezTo>
                      <a:pt x="361340" y="141164"/>
                      <a:pt x="354879" y="156100"/>
                      <a:pt x="348417" y="166769"/>
                    </a:cubicBezTo>
                    <a:cubicBezTo>
                      <a:pt x="344110" y="175304"/>
                      <a:pt x="344110" y="185972"/>
                      <a:pt x="341956" y="194507"/>
                    </a:cubicBezTo>
                    <a:cubicBezTo>
                      <a:pt x="339802" y="196641"/>
                      <a:pt x="339802" y="196641"/>
                      <a:pt x="337648" y="196641"/>
                    </a:cubicBezTo>
                    <a:cubicBezTo>
                      <a:pt x="333340" y="190240"/>
                      <a:pt x="326879" y="181705"/>
                      <a:pt x="324725" y="173170"/>
                    </a:cubicBezTo>
                    <a:cubicBezTo>
                      <a:pt x="324725" y="162501"/>
                      <a:pt x="320417" y="158234"/>
                      <a:pt x="309648" y="156100"/>
                    </a:cubicBezTo>
                    <a:cubicBezTo>
                      <a:pt x="290263" y="153966"/>
                      <a:pt x="270879" y="147565"/>
                      <a:pt x="251494" y="145431"/>
                    </a:cubicBezTo>
                    <a:cubicBezTo>
                      <a:pt x="227801" y="141164"/>
                      <a:pt x="201955" y="139030"/>
                      <a:pt x="176109" y="149699"/>
                    </a:cubicBezTo>
                    <a:cubicBezTo>
                      <a:pt x="152417" y="160368"/>
                      <a:pt x="124416" y="160368"/>
                      <a:pt x="98570" y="166769"/>
                    </a:cubicBezTo>
                    <a:cubicBezTo>
                      <a:pt x="95340" y="167836"/>
                      <a:pt x="92109" y="171036"/>
                      <a:pt x="88609" y="175304"/>
                    </a:cubicBezTo>
                    <a:lnTo>
                      <a:pt x="78968" y="187742"/>
                    </a:lnTo>
                    <a:lnTo>
                      <a:pt x="60070" y="167836"/>
                    </a:lnTo>
                    <a:cubicBezTo>
                      <a:pt x="51186" y="162501"/>
                      <a:pt x="41493" y="158234"/>
                      <a:pt x="33955" y="151833"/>
                    </a:cubicBezTo>
                    <a:cubicBezTo>
                      <a:pt x="8108" y="132629"/>
                      <a:pt x="-4815" y="104890"/>
                      <a:pt x="1647" y="72884"/>
                    </a:cubicBezTo>
                    <a:cubicBezTo>
                      <a:pt x="3801" y="60082"/>
                      <a:pt x="8108" y="43012"/>
                      <a:pt x="16724" y="34477"/>
                    </a:cubicBezTo>
                    <a:cubicBezTo>
                      <a:pt x="25339" y="23808"/>
                      <a:pt x="42570" y="19541"/>
                      <a:pt x="55493" y="15273"/>
                    </a:cubicBezTo>
                    <a:cubicBezTo>
                      <a:pt x="66262" y="11006"/>
                      <a:pt x="96416" y="32343"/>
                      <a:pt x="100724" y="43012"/>
                    </a:cubicBezTo>
                    <a:cubicBezTo>
                      <a:pt x="100724" y="51547"/>
                      <a:pt x="105032" y="60082"/>
                      <a:pt x="105032" y="68617"/>
                    </a:cubicBezTo>
                    <a:cubicBezTo>
                      <a:pt x="107186" y="79285"/>
                      <a:pt x="115801" y="89954"/>
                      <a:pt x="100724" y="96355"/>
                    </a:cubicBezTo>
                    <a:cubicBezTo>
                      <a:pt x="96416" y="98489"/>
                      <a:pt x="96416" y="109158"/>
                      <a:pt x="94263" y="121960"/>
                    </a:cubicBezTo>
                    <a:cubicBezTo>
                      <a:pt x="111493" y="119826"/>
                      <a:pt x="126570" y="119826"/>
                      <a:pt x="139493" y="115559"/>
                    </a:cubicBezTo>
                    <a:cubicBezTo>
                      <a:pt x="182571" y="98489"/>
                      <a:pt x="225648" y="100623"/>
                      <a:pt x="268725" y="109158"/>
                    </a:cubicBezTo>
                    <a:cubicBezTo>
                      <a:pt x="270879" y="109158"/>
                      <a:pt x="275186" y="113425"/>
                      <a:pt x="279494" y="115559"/>
                    </a:cubicBezTo>
                    <a:cubicBezTo>
                      <a:pt x="309648" y="130495"/>
                      <a:pt x="335494" y="115559"/>
                      <a:pt x="337648" y="81419"/>
                    </a:cubicBezTo>
                    <a:cubicBezTo>
                      <a:pt x="337648" y="60082"/>
                      <a:pt x="339802" y="36610"/>
                      <a:pt x="341956" y="15273"/>
                    </a:cubicBezTo>
                    <a:cubicBezTo>
                      <a:pt x="344110" y="8872"/>
                      <a:pt x="350571" y="337"/>
                      <a:pt x="354879" y="337"/>
                    </a:cubicBezTo>
                    <a:close/>
                  </a:path>
                </a:pathLst>
              </a:custGeom>
              <a:grpFill/>
              <a:ln>
                <a:solidFill>
                  <a:schemeClr val="tx1"/>
                </a:solidFill>
              </a:ln>
            </p:spPr>
            <p:txBody>
              <a:bodyPr vert="horz" wrap="square" lIns="121920" tIns="60960" rIns="121920" bIns="60960" numCol="1" anchor="t" anchorCtr="0" compatLnSpc="1">
                <a:noAutofit/>
              </a:bodyPr>
              <a:lstStyle/>
              <a:p>
                <a:endParaRPr lang="zh-CN" altLang="en-US" sz="2400">
                  <a:solidFill>
                    <a:prstClr val="black"/>
                  </a:solidFill>
                </a:endParaRPr>
              </a:p>
            </p:txBody>
          </p:sp>
        </p:grpSp>
      </p:grpSp>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mc:AlternateContent xmlns:mc="http://schemas.openxmlformats.org/markup-compatibility/2006">
    <mc:Choice xmlns:p14="http://schemas.microsoft.com/office/powerpoint/2010/main"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 presetClass="entr" presetSubtype="4" accel="56000" fill="hold" nodeType="afterEffect" p14:presetBounceEnd="56000">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14:bounceEnd="56000">
                                          <p:cBhvr additive="base">
                                            <p:cTn id="11" dur="1000" fill="hold"/>
                                            <p:tgtEl>
                                              <p:spTgt spid="5"/>
                                            </p:tgtEl>
                                            <p:attrNameLst>
                                              <p:attrName>ppt_x</p:attrName>
                                            </p:attrNameLst>
                                          </p:cBhvr>
                                          <p:tavLst>
                                            <p:tav tm="0">
                                              <p:val>
                                                <p:strVal val="#ppt_x"/>
                                              </p:val>
                                            </p:tav>
                                            <p:tav tm="100000">
                                              <p:val>
                                                <p:strVal val="#ppt_x"/>
                                              </p:val>
                                            </p:tav>
                                          </p:tavLst>
                                        </p:anim>
                                        <p:anim calcmode="lin" valueType="num" p14:bounceEnd="56000">
                                          <p:cBhvr additive="base">
                                            <p:cTn id="12" dur="10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463"/>
                                            </p:tgtEl>
                                            <p:attrNameLst>
                                              <p:attrName>style.visibility</p:attrName>
                                            </p:attrNameLst>
                                          </p:cBhvr>
                                          <p:to>
                                            <p:strVal val="visible"/>
                                          </p:to>
                                        </p:set>
                                        <p:anim calcmode="lin" valueType="num">
                                          <p:cBhvr additive="base">
                                            <p:cTn id="17" dur="500" fill="hold"/>
                                            <p:tgtEl>
                                              <p:spTgt spid="463"/>
                                            </p:tgtEl>
                                            <p:attrNameLst>
                                              <p:attrName>ppt_x</p:attrName>
                                            </p:attrNameLst>
                                          </p:cBhvr>
                                          <p:tavLst>
                                            <p:tav tm="0">
                                              <p:val>
                                                <p:strVal val="0-#ppt_w/2"/>
                                              </p:val>
                                            </p:tav>
                                            <p:tav tm="100000">
                                              <p:val>
                                                <p:strVal val="#ppt_x"/>
                                              </p:val>
                                            </p:tav>
                                          </p:tavLst>
                                        </p:anim>
                                        <p:anim calcmode="lin" valueType="num">
                                          <p:cBhvr additive="base">
                                            <p:cTn id="18" dur="500" fill="hold"/>
                                            <p:tgtEl>
                                              <p:spTgt spid="463"/>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464"/>
                                            </p:tgtEl>
                                            <p:attrNameLst>
                                              <p:attrName>style.visibility</p:attrName>
                                            </p:attrNameLst>
                                          </p:cBhvr>
                                          <p:to>
                                            <p:strVal val="visible"/>
                                          </p:to>
                                        </p:set>
                                        <p:anim calcmode="lin" valueType="num">
                                          <p:cBhvr additive="base">
                                            <p:cTn id="21" dur="500" fill="hold"/>
                                            <p:tgtEl>
                                              <p:spTgt spid="464"/>
                                            </p:tgtEl>
                                            <p:attrNameLst>
                                              <p:attrName>ppt_x</p:attrName>
                                            </p:attrNameLst>
                                          </p:cBhvr>
                                          <p:tavLst>
                                            <p:tav tm="0">
                                              <p:val>
                                                <p:strVal val="0-#ppt_w/2"/>
                                              </p:val>
                                            </p:tav>
                                            <p:tav tm="100000">
                                              <p:val>
                                                <p:strVal val="#ppt_x"/>
                                              </p:val>
                                            </p:tav>
                                          </p:tavLst>
                                        </p:anim>
                                        <p:anim calcmode="lin" valueType="num">
                                          <p:cBhvr additive="base">
                                            <p:cTn id="22" dur="500" fill="hold"/>
                                            <p:tgtEl>
                                              <p:spTgt spid="464"/>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465"/>
                                            </p:tgtEl>
                                            <p:attrNameLst>
                                              <p:attrName>style.visibility</p:attrName>
                                            </p:attrNameLst>
                                          </p:cBhvr>
                                          <p:to>
                                            <p:strVal val="visible"/>
                                          </p:to>
                                        </p:set>
                                        <p:anim calcmode="lin" valueType="num">
                                          <p:cBhvr additive="base">
                                            <p:cTn id="25" dur="500" fill="hold"/>
                                            <p:tgtEl>
                                              <p:spTgt spid="465"/>
                                            </p:tgtEl>
                                            <p:attrNameLst>
                                              <p:attrName>ppt_x</p:attrName>
                                            </p:attrNameLst>
                                          </p:cBhvr>
                                          <p:tavLst>
                                            <p:tav tm="0">
                                              <p:val>
                                                <p:strVal val="0-#ppt_w/2"/>
                                              </p:val>
                                            </p:tav>
                                            <p:tav tm="100000">
                                              <p:val>
                                                <p:strVal val="#ppt_x"/>
                                              </p:val>
                                            </p:tav>
                                          </p:tavLst>
                                        </p:anim>
                                        <p:anim calcmode="lin" valueType="num">
                                          <p:cBhvr additive="base">
                                            <p:cTn id="26" dur="500" fill="hold"/>
                                            <p:tgtEl>
                                              <p:spTgt spid="465"/>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454"/>
                                            </p:tgtEl>
                                            <p:attrNameLst>
                                              <p:attrName>style.visibility</p:attrName>
                                            </p:attrNameLst>
                                          </p:cBhvr>
                                          <p:to>
                                            <p:strVal val="visible"/>
                                          </p:to>
                                        </p:set>
                                        <p:anim calcmode="lin" valueType="num">
                                          <p:cBhvr additive="base">
                                            <p:cTn id="29" dur="500" fill="hold"/>
                                            <p:tgtEl>
                                              <p:spTgt spid="454"/>
                                            </p:tgtEl>
                                            <p:attrNameLst>
                                              <p:attrName>ppt_x</p:attrName>
                                            </p:attrNameLst>
                                          </p:cBhvr>
                                          <p:tavLst>
                                            <p:tav tm="0">
                                              <p:val>
                                                <p:strVal val="0-#ppt_w/2"/>
                                              </p:val>
                                            </p:tav>
                                            <p:tav tm="100000">
                                              <p:val>
                                                <p:strVal val="#ppt_x"/>
                                              </p:val>
                                            </p:tav>
                                          </p:tavLst>
                                        </p:anim>
                                        <p:anim calcmode="lin" valueType="num">
                                          <p:cBhvr additive="base">
                                            <p:cTn id="30" dur="500" fill="hold"/>
                                            <p:tgtEl>
                                              <p:spTgt spid="454"/>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457"/>
                                            </p:tgtEl>
                                            <p:attrNameLst>
                                              <p:attrName>style.visibility</p:attrName>
                                            </p:attrNameLst>
                                          </p:cBhvr>
                                          <p:to>
                                            <p:strVal val="visible"/>
                                          </p:to>
                                        </p:set>
                                        <p:anim calcmode="lin" valueType="num">
                                          <p:cBhvr additive="base">
                                            <p:cTn id="33" dur="500" fill="hold"/>
                                            <p:tgtEl>
                                              <p:spTgt spid="457"/>
                                            </p:tgtEl>
                                            <p:attrNameLst>
                                              <p:attrName>ppt_x</p:attrName>
                                            </p:attrNameLst>
                                          </p:cBhvr>
                                          <p:tavLst>
                                            <p:tav tm="0">
                                              <p:val>
                                                <p:strVal val="0-#ppt_w/2"/>
                                              </p:val>
                                            </p:tav>
                                            <p:tav tm="100000">
                                              <p:val>
                                                <p:strVal val="#ppt_x"/>
                                              </p:val>
                                            </p:tav>
                                          </p:tavLst>
                                        </p:anim>
                                        <p:anim calcmode="lin" valueType="num">
                                          <p:cBhvr additive="base">
                                            <p:cTn id="34" dur="500" fill="hold"/>
                                            <p:tgtEl>
                                              <p:spTgt spid="457"/>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460"/>
                                            </p:tgtEl>
                                            <p:attrNameLst>
                                              <p:attrName>style.visibility</p:attrName>
                                            </p:attrNameLst>
                                          </p:cBhvr>
                                          <p:to>
                                            <p:strVal val="visible"/>
                                          </p:to>
                                        </p:set>
                                        <p:anim calcmode="lin" valueType="num">
                                          <p:cBhvr additive="base">
                                            <p:cTn id="37" dur="500" fill="hold"/>
                                            <p:tgtEl>
                                              <p:spTgt spid="460"/>
                                            </p:tgtEl>
                                            <p:attrNameLst>
                                              <p:attrName>ppt_x</p:attrName>
                                            </p:attrNameLst>
                                          </p:cBhvr>
                                          <p:tavLst>
                                            <p:tav tm="0">
                                              <p:val>
                                                <p:strVal val="0-#ppt_w/2"/>
                                              </p:val>
                                            </p:tav>
                                            <p:tav tm="100000">
                                              <p:val>
                                                <p:strVal val="#ppt_x"/>
                                              </p:val>
                                            </p:tav>
                                          </p:tavLst>
                                        </p:anim>
                                        <p:anim calcmode="lin" valueType="num">
                                          <p:cBhvr additive="base">
                                            <p:cTn id="38" dur="500" fill="hold"/>
                                            <p:tgtEl>
                                              <p:spTgt spid="460"/>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53" presetClass="entr" presetSubtype="16" fill="hold" nodeType="clickEffect">
                                      <p:stCondLst>
                                        <p:cond delay="0"/>
                                      </p:stCondLst>
                                      <p:childTnLst>
                                        <p:set>
                                          <p:cBhvr>
                                            <p:cTn id="42" dur="1" fill="hold">
                                              <p:stCondLst>
                                                <p:cond delay="0"/>
                                              </p:stCondLst>
                                            </p:cTn>
                                            <p:tgtEl>
                                              <p:spTgt spid="466"/>
                                            </p:tgtEl>
                                            <p:attrNameLst>
                                              <p:attrName>style.visibility</p:attrName>
                                            </p:attrNameLst>
                                          </p:cBhvr>
                                          <p:to>
                                            <p:strVal val="visible"/>
                                          </p:to>
                                        </p:set>
                                        <p:anim calcmode="lin" valueType="num">
                                          <p:cBhvr>
                                            <p:cTn id="43" dur="500" fill="hold"/>
                                            <p:tgtEl>
                                              <p:spTgt spid="466"/>
                                            </p:tgtEl>
                                            <p:attrNameLst>
                                              <p:attrName>ppt_w</p:attrName>
                                            </p:attrNameLst>
                                          </p:cBhvr>
                                          <p:tavLst>
                                            <p:tav tm="0">
                                              <p:val>
                                                <p:fltVal val="0"/>
                                              </p:val>
                                            </p:tav>
                                            <p:tav tm="100000">
                                              <p:val>
                                                <p:strVal val="#ppt_w"/>
                                              </p:val>
                                            </p:tav>
                                          </p:tavLst>
                                        </p:anim>
                                        <p:anim calcmode="lin" valueType="num">
                                          <p:cBhvr>
                                            <p:cTn id="44" dur="500" fill="hold"/>
                                            <p:tgtEl>
                                              <p:spTgt spid="466"/>
                                            </p:tgtEl>
                                            <p:attrNameLst>
                                              <p:attrName>ppt_h</p:attrName>
                                            </p:attrNameLst>
                                          </p:cBhvr>
                                          <p:tavLst>
                                            <p:tav tm="0">
                                              <p:val>
                                                <p:fltVal val="0"/>
                                              </p:val>
                                            </p:tav>
                                            <p:tav tm="100000">
                                              <p:val>
                                                <p:strVal val="#ppt_h"/>
                                              </p:val>
                                            </p:tav>
                                          </p:tavLst>
                                        </p:anim>
                                        <p:animEffect transition="in" filter="fade">
                                          <p:cBhvr>
                                            <p:cTn id="45" dur="500"/>
                                            <p:tgtEl>
                                              <p:spTgt spid="4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63" grpId="0"/>
          <p:bldP spid="464" grpId="0"/>
          <p:bldP spid="465" grpId="0"/>
        </p:bldLst>
      </p:timing>
    </mc:Choice>
    <mc:Fallback>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 presetClass="entr" presetSubtype="4" accel="56000"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1000" fill="hold"/>
                                            <p:tgtEl>
                                              <p:spTgt spid="5"/>
                                            </p:tgtEl>
                                            <p:attrNameLst>
                                              <p:attrName>ppt_x</p:attrName>
                                            </p:attrNameLst>
                                          </p:cBhvr>
                                          <p:tavLst>
                                            <p:tav tm="0">
                                              <p:val>
                                                <p:strVal val="#ppt_x"/>
                                              </p:val>
                                            </p:tav>
                                            <p:tav tm="100000">
                                              <p:val>
                                                <p:strVal val="#ppt_x"/>
                                              </p:val>
                                            </p:tav>
                                          </p:tavLst>
                                        </p:anim>
                                        <p:anim calcmode="lin" valueType="num">
                                          <p:cBhvr additive="base">
                                            <p:cTn id="12" dur="10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463"/>
                                            </p:tgtEl>
                                            <p:attrNameLst>
                                              <p:attrName>style.visibility</p:attrName>
                                            </p:attrNameLst>
                                          </p:cBhvr>
                                          <p:to>
                                            <p:strVal val="visible"/>
                                          </p:to>
                                        </p:set>
                                        <p:anim calcmode="lin" valueType="num">
                                          <p:cBhvr additive="base">
                                            <p:cTn id="17" dur="500" fill="hold"/>
                                            <p:tgtEl>
                                              <p:spTgt spid="463"/>
                                            </p:tgtEl>
                                            <p:attrNameLst>
                                              <p:attrName>ppt_x</p:attrName>
                                            </p:attrNameLst>
                                          </p:cBhvr>
                                          <p:tavLst>
                                            <p:tav tm="0">
                                              <p:val>
                                                <p:strVal val="0-#ppt_w/2"/>
                                              </p:val>
                                            </p:tav>
                                            <p:tav tm="100000">
                                              <p:val>
                                                <p:strVal val="#ppt_x"/>
                                              </p:val>
                                            </p:tav>
                                          </p:tavLst>
                                        </p:anim>
                                        <p:anim calcmode="lin" valueType="num">
                                          <p:cBhvr additive="base">
                                            <p:cTn id="18" dur="500" fill="hold"/>
                                            <p:tgtEl>
                                              <p:spTgt spid="463"/>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464"/>
                                            </p:tgtEl>
                                            <p:attrNameLst>
                                              <p:attrName>style.visibility</p:attrName>
                                            </p:attrNameLst>
                                          </p:cBhvr>
                                          <p:to>
                                            <p:strVal val="visible"/>
                                          </p:to>
                                        </p:set>
                                        <p:anim calcmode="lin" valueType="num">
                                          <p:cBhvr additive="base">
                                            <p:cTn id="21" dur="500" fill="hold"/>
                                            <p:tgtEl>
                                              <p:spTgt spid="464"/>
                                            </p:tgtEl>
                                            <p:attrNameLst>
                                              <p:attrName>ppt_x</p:attrName>
                                            </p:attrNameLst>
                                          </p:cBhvr>
                                          <p:tavLst>
                                            <p:tav tm="0">
                                              <p:val>
                                                <p:strVal val="0-#ppt_w/2"/>
                                              </p:val>
                                            </p:tav>
                                            <p:tav tm="100000">
                                              <p:val>
                                                <p:strVal val="#ppt_x"/>
                                              </p:val>
                                            </p:tav>
                                          </p:tavLst>
                                        </p:anim>
                                        <p:anim calcmode="lin" valueType="num">
                                          <p:cBhvr additive="base">
                                            <p:cTn id="22" dur="500" fill="hold"/>
                                            <p:tgtEl>
                                              <p:spTgt spid="464"/>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465"/>
                                            </p:tgtEl>
                                            <p:attrNameLst>
                                              <p:attrName>style.visibility</p:attrName>
                                            </p:attrNameLst>
                                          </p:cBhvr>
                                          <p:to>
                                            <p:strVal val="visible"/>
                                          </p:to>
                                        </p:set>
                                        <p:anim calcmode="lin" valueType="num">
                                          <p:cBhvr additive="base">
                                            <p:cTn id="25" dur="500" fill="hold"/>
                                            <p:tgtEl>
                                              <p:spTgt spid="465"/>
                                            </p:tgtEl>
                                            <p:attrNameLst>
                                              <p:attrName>ppt_x</p:attrName>
                                            </p:attrNameLst>
                                          </p:cBhvr>
                                          <p:tavLst>
                                            <p:tav tm="0">
                                              <p:val>
                                                <p:strVal val="0-#ppt_w/2"/>
                                              </p:val>
                                            </p:tav>
                                            <p:tav tm="100000">
                                              <p:val>
                                                <p:strVal val="#ppt_x"/>
                                              </p:val>
                                            </p:tav>
                                          </p:tavLst>
                                        </p:anim>
                                        <p:anim calcmode="lin" valueType="num">
                                          <p:cBhvr additive="base">
                                            <p:cTn id="26" dur="500" fill="hold"/>
                                            <p:tgtEl>
                                              <p:spTgt spid="465"/>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454"/>
                                            </p:tgtEl>
                                            <p:attrNameLst>
                                              <p:attrName>style.visibility</p:attrName>
                                            </p:attrNameLst>
                                          </p:cBhvr>
                                          <p:to>
                                            <p:strVal val="visible"/>
                                          </p:to>
                                        </p:set>
                                        <p:anim calcmode="lin" valueType="num">
                                          <p:cBhvr additive="base">
                                            <p:cTn id="29" dur="500" fill="hold"/>
                                            <p:tgtEl>
                                              <p:spTgt spid="454"/>
                                            </p:tgtEl>
                                            <p:attrNameLst>
                                              <p:attrName>ppt_x</p:attrName>
                                            </p:attrNameLst>
                                          </p:cBhvr>
                                          <p:tavLst>
                                            <p:tav tm="0">
                                              <p:val>
                                                <p:strVal val="0-#ppt_w/2"/>
                                              </p:val>
                                            </p:tav>
                                            <p:tav tm="100000">
                                              <p:val>
                                                <p:strVal val="#ppt_x"/>
                                              </p:val>
                                            </p:tav>
                                          </p:tavLst>
                                        </p:anim>
                                        <p:anim calcmode="lin" valueType="num">
                                          <p:cBhvr additive="base">
                                            <p:cTn id="30" dur="500" fill="hold"/>
                                            <p:tgtEl>
                                              <p:spTgt spid="454"/>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457"/>
                                            </p:tgtEl>
                                            <p:attrNameLst>
                                              <p:attrName>style.visibility</p:attrName>
                                            </p:attrNameLst>
                                          </p:cBhvr>
                                          <p:to>
                                            <p:strVal val="visible"/>
                                          </p:to>
                                        </p:set>
                                        <p:anim calcmode="lin" valueType="num">
                                          <p:cBhvr additive="base">
                                            <p:cTn id="33" dur="500" fill="hold"/>
                                            <p:tgtEl>
                                              <p:spTgt spid="457"/>
                                            </p:tgtEl>
                                            <p:attrNameLst>
                                              <p:attrName>ppt_x</p:attrName>
                                            </p:attrNameLst>
                                          </p:cBhvr>
                                          <p:tavLst>
                                            <p:tav tm="0">
                                              <p:val>
                                                <p:strVal val="0-#ppt_w/2"/>
                                              </p:val>
                                            </p:tav>
                                            <p:tav tm="100000">
                                              <p:val>
                                                <p:strVal val="#ppt_x"/>
                                              </p:val>
                                            </p:tav>
                                          </p:tavLst>
                                        </p:anim>
                                        <p:anim calcmode="lin" valueType="num">
                                          <p:cBhvr additive="base">
                                            <p:cTn id="34" dur="500" fill="hold"/>
                                            <p:tgtEl>
                                              <p:spTgt spid="457"/>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460"/>
                                            </p:tgtEl>
                                            <p:attrNameLst>
                                              <p:attrName>style.visibility</p:attrName>
                                            </p:attrNameLst>
                                          </p:cBhvr>
                                          <p:to>
                                            <p:strVal val="visible"/>
                                          </p:to>
                                        </p:set>
                                        <p:anim calcmode="lin" valueType="num">
                                          <p:cBhvr additive="base">
                                            <p:cTn id="37" dur="500" fill="hold"/>
                                            <p:tgtEl>
                                              <p:spTgt spid="460"/>
                                            </p:tgtEl>
                                            <p:attrNameLst>
                                              <p:attrName>ppt_x</p:attrName>
                                            </p:attrNameLst>
                                          </p:cBhvr>
                                          <p:tavLst>
                                            <p:tav tm="0">
                                              <p:val>
                                                <p:strVal val="0-#ppt_w/2"/>
                                              </p:val>
                                            </p:tav>
                                            <p:tav tm="100000">
                                              <p:val>
                                                <p:strVal val="#ppt_x"/>
                                              </p:val>
                                            </p:tav>
                                          </p:tavLst>
                                        </p:anim>
                                        <p:anim calcmode="lin" valueType="num">
                                          <p:cBhvr additive="base">
                                            <p:cTn id="38" dur="500" fill="hold"/>
                                            <p:tgtEl>
                                              <p:spTgt spid="460"/>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53" presetClass="entr" presetSubtype="16" fill="hold" nodeType="clickEffect">
                                      <p:stCondLst>
                                        <p:cond delay="0"/>
                                      </p:stCondLst>
                                      <p:childTnLst>
                                        <p:set>
                                          <p:cBhvr>
                                            <p:cTn id="42" dur="1" fill="hold">
                                              <p:stCondLst>
                                                <p:cond delay="0"/>
                                              </p:stCondLst>
                                            </p:cTn>
                                            <p:tgtEl>
                                              <p:spTgt spid="466"/>
                                            </p:tgtEl>
                                            <p:attrNameLst>
                                              <p:attrName>style.visibility</p:attrName>
                                            </p:attrNameLst>
                                          </p:cBhvr>
                                          <p:to>
                                            <p:strVal val="visible"/>
                                          </p:to>
                                        </p:set>
                                        <p:anim calcmode="lin" valueType="num">
                                          <p:cBhvr>
                                            <p:cTn id="43" dur="500" fill="hold"/>
                                            <p:tgtEl>
                                              <p:spTgt spid="466"/>
                                            </p:tgtEl>
                                            <p:attrNameLst>
                                              <p:attrName>ppt_w</p:attrName>
                                            </p:attrNameLst>
                                          </p:cBhvr>
                                          <p:tavLst>
                                            <p:tav tm="0">
                                              <p:val>
                                                <p:fltVal val="0"/>
                                              </p:val>
                                            </p:tav>
                                            <p:tav tm="100000">
                                              <p:val>
                                                <p:strVal val="#ppt_w"/>
                                              </p:val>
                                            </p:tav>
                                          </p:tavLst>
                                        </p:anim>
                                        <p:anim calcmode="lin" valueType="num">
                                          <p:cBhvr>
                                            <p:cTn id="44" dur="500" fill="hold"/>
                                            <p:tgtEl>
                                              <p:spTgt spid="466"/>
                                            </p:tgtEl>
                                            <p:attrNameLst>
                                              <p:attrName>ppt_h</p:attrName>
                                            </p:attrNameLst>
                                          </p:cBhvr>
                                          <p:tavLst>
                                            <p:tav tm="0">
                                              <p:val>
                                                <p:fltVal val="0"/>
                                              </p:val>
                                            </p:tav>
                                            <p:tav tm="100000">
                                              <p:val>
                                                <p:strVal val="#ppt_h"/>
                                              </p:val>
                                            </p:tav>
                                          </p:tavLst>
                                        </p:anim>
                                        <p:animEffect transition="in" filter="fade">
                                          <p:cBhvr>
                                            <p:cTn id="45" dur="500"/>
                                            <p:tgtEl>
                                              <p:spTgt spid="4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63" grpId="0"/>
          <p:bldP spid="464" grpId="0"/>
          <p:bldP spid="465" grpId="0"/>
        </p:bldLst>
      </p:timing>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718098" y="215973"/>
            <a:ext cx="2402474" cy="584775"/>
          </a:xfrm>
          <a:prstGeom prst="rect">
            <a:avLst/>
          </a:prstGeom>
          <a:noFill/>
        </p:spPr>
        <p:txBody>
          <a:bodyPr wrap="square" rtlCol="0">
            <a:spAutoFit/>
          </a:bodyPr>
          <a:lstStyle/>
          <a:p>
            <a:r>
              <a:rPr lang="en-US" altLang="zh-CN" sz="3200" dirty="0">
                <a:latin typeface="Senty小丸子" panose="03000600000000000000" pitchFamily="66" charset="-122"/>
                <a:ea typeface="Senty小丸子" panose="03000600000000000000" pitchFamily="66" charset="-122"/>
              </a:rPr>
              <a:t>01 </a:t>
            </a:r>
            <a:r>
              <a:rPr lang="zh-CN" altLang="en-US" sz="3200" dirty="0">
                <a:latin typeface="Senty小丸子" panose="03000600000000000000" pitchFamily="66" charset="-122"/>
                <a:ea typeface="Senty小丸子" panose="03000600000000000000" pitchFamily="66" charset="-122"/>
              </a:rPr>
              <a:t>教学</a:t>
            </a:r>
            <a:r>
              <a:rPr lang="zh-CN" altLang="en-US" sz="3200" dirty="0">
                <a:latin typeface="Senty小丸子" panose="03000600000000000000" pitchFamily="66" charset="-122"/>
                <a:ea typeface="Senty小丸子" panose="03000600000000000000" pitchFamily="66" charset="-122"/>
              </a:rPr>
              <a:t>分析</a:t>
            </a:r>
            <a:endParaRPr lang="zh-CN" altLang="en-US" sz="3200" dirty="0">
              <a:latin typeface="Senty小丸子" panose="03000600000000000000" pitchFamily="66" charset="-122"/>
              <a:ea typeface="Senty小丸子" panose="03000600000000000000" pitchFamily="66" charset="-122"/>
            </a:endParaRPr>
          </a:p>
        </p:txBody>
      </p:sp>
      <p:grpSp>
        <p:nvGrpSpPr>
          <p:cNvPr id="3" name="Group 4"/>
          <p:cNvGrpSpPr>
            <a:grpSpLocks noChangeAspect="1"/>
          </p:cNvGrpSpPr>
          <p:nvPr/>
        </p:nvGrpSpPr>
        <p:grpSpPr bwMode="auto">
          <a:xfrm>
            <a:off x="145143" y="171426"/>
            <a:ext cx="439541" cy="518530"/>
            <a:chOff x="3082" y="1214"/>
            <a:chExt cx="1623" cy="1896"/>
          </a:xfrm>
          <a:solidFill>
            <a:schemeClr val="tx1"/>
          </a:solidFill>
        </p:grpSpPr>
        <p:grpSp>
          <p:nvGrpSpPr>
            <p:cNvPr id="4" name="Group 205"/>
            <p:cNvGrpSpPr/>
            <p:nvPr/>
          </p:nvGrpSpPr>
          <p:grpSpPr bwMode="auto">
            <a:xfrm>
              <a:off x="3082" y="1214"/>
              <a:ext cx="1623" cy="1603"/>
              <a:chOff x="3082" y="1214"/>
              <a:chExt cx="1623" cy="1603"/>
            </a:xfrm>
            <a:grpFill/>
          </p:grpSpPr>
          <p:sp>
            <p:nvSpPr>
              <p:cNvPr id="252" name="Freeform 5"/>
              <p:cNvSpPr/>
              <p:nvPr/>
            </p:nvSpPr>
            <p:spPr bwMode="auto">
              <a:xfrm>
                <a:off x="3608" y="2103"/>
                <a:ext cx="13" cy="0"/>
              </a:xfrm>
              <a:custGeom>
                <a:avLst/>
                <a:gdLst>
                  <a:gd name="T0" fmla="*/ 0 w 6"/>
                  <a:gd name="T1" fmla="*/ 6 w 6"/>
                  <a:gd name="T2" fmla="*/ 0 w 6"/>
                </a:gdLst>
                <a:ahLst/>
                <a:cxnLst>
                  <a:cxn ang="0">
                    <a:pos x="T0" y="0"/>
                  </a:cxn>
                  <a:cxn ang="0">
                    <a:pos x="T1" y="0"/>
                  </a:cxn>
                  <a:cxn ang="0">
                    <a:pos x="T2" y="0"/>
                  </a:cxn>
                </a:cxnLst>
                <a:rect l="0" t="0" r="r" b="b"/>
                <a:pathLst>
                  <a:path w="6">
                    <a:moveTo>
                      <a:pt x="0" y="0"/>
                    </a:moveTo>
                    <a:cubicBezTo>
                      <a:pt x="1" y="0"/>
                      <a:pt x="3" y="0"/>
                      <a:pt x="6" y="0"/>
                    </a:cubicBezTo>
                    <a:cubicBezTo>
                      <a:pt x="3" y="0"/>
                      <a:pt x="2"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3" name="Freeform 6"/>
              <p:cNvSpPr/>
              <p:nvPr/>
            </p:nvSpPr>
            <p:spPr bwMode="auto">
              <a:xfrm>
                <a:off x="3576" y="1893"/>
                <a:ext cx="5"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0" y="0"/>
                      <a:pt x="0" y="0"/>
                    </a:cubicBezTo>
                    <a:cubicBezTo>
                      <a:pt x="0" y="0"/>
                      <a:pt x="0" y="0"/>
                      <a:pt x="0" y="0"/>
                    </a:cubicBezTo>
                    <a:cubicBezTo>
                      <a:pt x="0" y="0"/>
                      <a:pt x="0" y="0"/>
                      <a:pt x="0" y="0"/>
                    </a:cubicBezTo>
                    <a:cubicBezTo>
                      <a:pt x="1" y="0"/>
                      <a:pt x="1" y="0"/>
                      <a:pt x="2" y="0"/>
                    </a:cubicBezTo>
                    <a:cubicBezTo>
                      <a:pt x="2" y="0"/>
                      <a:pt x="2" y="0"/>
                      <a:pt x="2"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4" name="Freeform 7"/>
              <p:cNvSpPr/>
              <p:nvPr/>
            </p:nvSpPr>
            <p:spPr bwMode="auto">
              <a:xfrm>
                <a:off x="3615" y="1903"/>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0"/>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5" name="Freeform 8"/>
              <p:cNvSpPr/>
              <p:nvPr/>
            </p:nvSpPr>
            <p:spPr bwMode="auto">
              <a:xfrm>
                <a:off x="3566" y="1893"/>
                <a:ext cx="6" cy="0"/>
              </a:xfrm>
              <a:custGeom>
                <a:avLst/>
                <a:gdLst>
                  <a:gd name="T0" fmla="*/ 3 w 3"/>
                  <a:gd name="T1" fmla="*/ 3 w 3"/>
                </a:gdLst>
                <a:ahLst/>
                <a:cxnLst>
                  <a:cxn ang="0">
                    <a:pos x="T0" y="0"/>
                  </a:cxn>
                  <a:cxn ang="0">
                    <a:pos x="T1" y="0"/>
                  </a:cxn>
                </a:cxnLst>
                <a:rect l="0" t="0" r="r" b="b"/>
                <a:pathLst>
                  <a:path w="3">
                    <a:moveTo>
                      <a:pt x="3" y="0"/>
                    </a:moveTo>
                    <a:cubicBezTo>
                      <a:pt x="0" y="0"/>
                      <a:pt x="1"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6" name="Freeform 9"/>
              <p:cNvSpPr/>
              <p:nvPr/>
            </p:nvSpPr>
            <p:spPr bwMode="auto">
              <a:xfrm>
                <a:off x="3820" y="2304"/>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7" name="Freeform 10"/>
              <p:cNvSpPr/>
              <p:nvPr/>
            </p:nvSpPr>
            <p:spPr bwMode="auto">
              <a:xfrm>
                <a:off x="3642" y="2209"/>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8" name="Freeform 11"/>
              <p:cNvSpPr/>
              <p:nvPr/>
            </p:nvSpPr>
            <p:spPr bwMode="auto">
              <a:xfrm>
                <a:off x="3549" y="2154"/>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0"/>
                      <a:pt x="1" y="1"/>
                      <a:pt x="1"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9" name="Freeform 12"/>
              <p:cNvSpPr/>
              <p:nvPr/>
            </p:nvSpPr>
            <p:spPr bwMode="auto">
              <a:xfrm>
                <a:off x="3610" y="1895"/>
                <a:ext cx="9" cy="8"/>
              </a:xfrm>
              <a:custGeom>
                <a:avLst/>
                <a:gdLst>
                  <a:gd name="T0" fmla="*/ 1 w 4"/>
                  <a:gd name="T1" fmla="*/ 1 h 4"/>
                  <a:gd name="T2" fmla="*/ 1 w 4"/>
                  <a:gd name="T3" fmla="*/ 2 h 4"/>
                  <a:gd name="T4" fmla="*/ 0 w 4"/>
                  <a:gd name="T5" fmla="*/ 2 h 4"/>
                  <a:gd name="T6" fmla="*/ 2 w 4"/>
                  <a:gd name="T7" fmla="*/ 4 h 4"/>
                  <a:gd name="T8" fmla="*/ 2 w 4"/>
                  <a:gd name="T9" fmla="*/ 2 h 4"/>
                  <a:gd name="T10" fmla="*/ 3 w 4"/>
                  <a:gd name="T11" fmla="*/ 1 h 4"/>
                  <a:gd name="T12" fmla="*/ 4 w 4"/>
                  <a:gd name="T13" fmla="*/ 0 h 4"/>
                  <a:gd name="T14" fmla="*/ 4 w 4"/>
                  <a:gd name="T15" fmla="*/ 0 h 4"/>
                  <a:gd name="T16" fmla="*/ 4 w 4"/>
                  <a:gd name="T17" fmla="*/ 0 h 4"/>
                  <a:gd name="T18" fmla="*/ 2 w 4"/>
                  <a:gd name="T19" fmla="*/ 0 h 4"/>
                  <a:gd name="T20" fmla="*/ 2 w 4"/>
                  <a:gd name="T21" fmla="*/ 0 h 4"/>
                  <a:gd name="T22" fmla="*/ 1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1" y="1"/>
                    </a:moveTo>
                    <a:cubicBezTo>
                      <a:pt x="1" y="2"/>
                      <a:pt x="1" y="2"/>
                      <a:pt x="1" y="2"/>
                    </a:cubicBezTo>
                    <a:cubicBezTo>
                      <a:pt x="1" y="2"/>
                      <a:pt x="0" y="2"/>
                      <a:pt x="0" y="2"/>
                    </a:cubicBezTo>
                    <a:cubicBezTo>
                      <a:pt x="1" y="2"/>
                      <a:pt x="2" y="3"/>
                      <a:pt x="2" y="4"/>
                    </a:cubicBezTo>
                    <a:cubicBezTo>
                      <a:pt x="2" y="3"/>
                      <a:pt x="2" y="3"/>
                      <a:pt x="2" y="2"/>
                    </a:cubicBezTo>
                    <a:cubicBezTo>
                      <a:pt x="3" y="1"/>
                      <a:pt x="3" y="1"/>
                      <a:pt x="3" y="1"/>
                    </a:cubicBezTo>
                    <a:cubicBezTo>
                      <a:pt x="4" y="0"/>
                      <a:pt x="4" y="0"/>
                      <a:pt x="4" y="0"/>
                    </a:cubicBezTo>
                    <a:cubicBezTo>
                      <a:pt x="4" y="0"/>
                      <a:pt x="4" y="0"/>
                      <a:pt x="4" y="0"/>
                    </a:cubicBezTo>
                    <a:cubicBezTo>
                      <a:pt x="4" y="0"/>
                      <a:pt x="4" y="0"/>
                      <a:pt x="4" y="0"/>
                    </a:cubicBezTo>
                    <a:cubicBezTo>
                      <a:pt x="3" y="0"/>
                      <a:pt x="2" y="0"/>
                      <a:pt x="2" y="0"/>
                    </a:cubicBezTo>
                    <a:cubicBezTo>
                      <a:pt x="2" y="0"/>
                      <a:pt x="2" y="0"/>
                      <a:pt x="2" y="0"/>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0" name="Freeform 13"/>
              <p:cNvSpPr/>
              <p:nvPr/>
            </p:nvSpPr>
            <p:spPr bwMode="auto">
              <a:xfrm>
                <a:off x="3926" y="1914"/>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1" name="Freeform 14"/>
              <p:cNvSpPr/>
              <p:nvPr/>
            </p:nvSpPr>
            <p:spPr bwMode="auto">
              <a:xfrm>
                <a:off x="3810" y="1774"/>
                <a:ext cx="2" cy="4"/>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0" y="2"/>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2" name="Freeform 15"/>
              <p:cNvSpPr/>
              <p:nvPr/>
            </p:nvSpPr>
            <p:spPr bwMode="auto">
              <a:xfrm>
                <a:off x="3846" y="2474"/>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3" name="Freeform 16"/>
              <p:cNvSpPr/>
              <p:nvPr/>
            </p:nvSpPr>
            <p:spPr bwMode="auto">
              <a:xfrm>
                <a:off x="3943" y="2546"/>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4" name="Freeform 17"/>
              <p:cNvSpPr/>
              <p:nvPr/>
            </p:nvSpPr>
            <p:spPr bwMode="auto">
              <a:xfrm>
                <a:off x="3846" y="2474"/>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5" name="Freeform 18"/>
              <p:cNvSpPr/>
              <p:nvPr/>
            </p:nvSpPr>
            <p:spPr bwMode="auto">
              <a:xfrm>
                <a:off x="4156" y="22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6" name="Freeform 19"/>
              <p:cNvSpPr/>
              <p:nvPr/>
            </p:nvSpPr>
            <p:spPr bwMode="auto">
              <a:xfrm>
                <a:off x="4056" y="2213"/>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7" name="Freeform 20"/>
              <p:cNvSpPr/>
              <p:nvPr/>
            </p:nvSpPr>
            <p:spPr bwMode="auto">
              <a:xfrm>
                <a:off x="3837" y="2470"/>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8" name="Freeform 21"/>
              <p:cNvSpPr/>
              <p:nvPr/>
            </p:nvSpPr>
            <p:spPr bwMode="auto">
              <a:xfrm>
                <a:off x="3954" y="2311"/>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9" name="Freeform 22"/>
              <p:cNvSpPr/>
              <p:nvPr/>
            </p:nvSpPr>
            <p:spPr bwMode="auto">
              <a:xfrm>
                <a:off x="3576" y="18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0" name="Freeform 23"/>
              <p:cNvSpPr/>
              <p:nvPr/>
            </p:nvSpPr>
            <p:spPr bwMode="auto">
              <a:xfrm>
                <a:off x="3281" y="254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1" name="Freeform 24"/>
              <p:cNvSpPr/>
              <p:nvPr/>
            </p:nvSpPr>
            <p:spPr bwMode="auto">
              <a:xfrm>
                <a:off x="3364" y="2470"/>
                <a:ext cx="2" cy="4"/>
              </a:xfrm>
              <a:custGeom>
                <a:avLst/>
                <a:gdLst>
                  <a:gd name="T0" fmla="*/ 1 w 1"/>
                  <a:gd name="T1" fmla="*/ 2 h 2"/>
                  <a:gd name="T2" fmla="*/ 1 w 1"/>
                  <a:gd name="T3" fmla="*/ 1 h 2"/>
                  <a:gd name="T4" fmla="*/ 1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0" y="0"/>
                      <a:pt x="1" y="1"/>
                      <a:pt x="1" y="1"/>
                    </a:cubicBezTo>
                    <a:cubicBezTo>
                      <a:pt x="1" y="1"/>
                      <a:pt x="1"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2" name="Freeform 25"/>
              <p:cNvSpPr/>
              <p:nvPr/>
            </p:nvSpPr>
            <p:spPr bwMode="auto">
              <a:xfrm>
                <a:off x="3360" y="2470"/>
                <a:ext cx="2"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3" name="Freeform 26"/>
              <p:cNvSpPr/>
              <p:nvPr/>
            </p:nvSpPr>
            <p:spPr bwMode="auto">
              <a:xfrm>
                <a:off x="3353" y="2470"/>
                <a:ext cx="3" cy="4"/>
              </a:xfrm>
              <a:custGeom>
                <a:avLst/>
                <a:gdLst>
                  <a:gd name="T0" fmla="*/ 1 w 1"/>
                  <a:gd name="T1" fmla="*/ 2 h 2"/>
                  <a:gd name="T2" fmla="*/ 0 w 1"/>
                  <a:gd name="T3" fmla="*/ 1 h 2"/>
                  <a:gd name="T4" fmla="*/ 1 w 1"/>
                  <a:gd name="T5" fmla="*/ 2 h 2"/>
                </a:gdLst>
                <a:ahLst/>
                <a:cxnLst>
                  <a:cxn ang="0">
                    <a:pos x="T0" y="T1"/>
                  </a:cxn>
                  <a:cxn ang="0">
                    <a:pos x="T2" y="T3"/>
                  </a:cxn>
                  <a:cxn ang="0">
                    <a:pos x="T4" y="T5"/>
                  </a:cxn>
                </a:cxnLst>
                <a:rect l="0" t="0" r="r" b="b"/>
                <a:pathLst>
                  <a:path w="1" h="2">
                    <a:moveTo>
                      <a:pt x="1" y="2"/>
                    </a:moveTo>
                    <a:cubicBezTo>
                      <a:pt x="0" y="0"/>
                      <a:pt x="1" y="1"/>
                      <a:pt x="0" y="1"/>
                    </a:cubicBezTo>
                    <a:cubicBezTo>
                      <a:pt x="1" y="1"/>
                      <a:pt x="1"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4" name="Freeform 27"/>
              <p:cNvSpPr/>
              <p:nvPr/>
            </p:nvSpPr>
            <p:spPr bwMode="auto">
              <a:xfrm>
                <a:off x="3392" y="2482"/>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1"/>
                      <a:pt x="1" y="1"/>
                    </a:cubicBezTo>
                    <a:cubicBezTo>
                      <a:pt x="0" y="0"/>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5" name="Freeform 28"/>
              <p:cNvSpPr/>
              <p:nvPr/>
            </p:nvSpPr>
            <p:spPr bwMode="auto">
              <a:xfrm>
                <a:off x="3390" y="2480"/>
                <a:ext cx="2" cy="7"/>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0"/>
                      <a:pt x="0" y="0"/>
                      <a:pt x="0" y="0"/>
                    </a:cubicBezTo>
                    <a:cubicBezTo>
                      <a:pt x="0" y="2"/>
                      <a:pt x="1" y="2"/>
                      <a:pt x="1"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6" name="Freeform 29"/>
              <p:cNvSpPr/>
              <p:nvPr/>
            </p:nvSpPr>
            <p:spPr bwMode="auto">
              <a:xfrm>
                <a:off x="3341" y="2474"/>
                <a:ext cx="2" cy="4"/>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1"/>
                      <a:pt x="1" y="1"/>
                      <a:pt x="1" y="2"/>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7" name="Freeform 30"/>
              <p:cNvSpPr/>
              <p:nvPr/>
            </p:nvSpPr>
            <p:spPr bwMode="auto">
              <a:xfrm>
                <a:off x="3822" y="2279"/>
                <a:ext cx="5" cy="4"/>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0" y="1"/>
                      <a:pt x="0" y="1"/>
                    </a:cubicBezTo>
                    <a:cubicBezTo>
                      <a:pt x="0" y="2"/>
                      <a:pt x="0" y="2"/>
                      <a:pt x="0" y="2"/>
                    </a:cubicBezTo>
                    <a:cubicBezTo>
                      <a:pt x="1" y="1"/>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8" name="Freeform 31"/>
              <p:cNvSpPr/>
              <p:nvPr/>
            </p:nvSpPr>
            <p:spPr bwMode="auto">
              <a:xfrm>
                <a:off x="3292" y="2529"/>
                <a:ext cx="2" cy="2"/>
              </a:xfrm>
              <a:custGeom>
                <a:avLst/>
                <a:gdLst>
                  <a:gd name="T0" fmla="*/ 2 w 2"/>
                  <a:gd name="T1" fmla="*/ 2 h 2"/>
                  <a:gd name="T2" fmla="*/ 0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0" y="0"/>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9" name="Freeform 32"/>
              <p:cNvSpPr/>
              <p:nvPr/>
            </p:nvSpPr>
            <p:spPr bwMode="auto">
              <a:xfrm>
                <a:off x="3699" y="2796"/>
                <a:ext cx="7" cy="5"/>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3" y="1"/>
                      <a:pt x="2" y="0"/>
                      <a:pt x="2" y="0"/>
                    </a:cubicBezTo>
                    <a:cubicBezTo>
                      <a:pt x="0" y="0"/>
                      <a:pt x="3"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0" name="Freeform 33"/>
              <p:cNvSpPr/>
              <p:nvPr/>
            </p:nvSpPr>
            <p:spPr bwMode="auto">
              <a:xfrm>
                <a:off x="4616" y="1870"/>
                <a:ext cx="2"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1" name="Freeform 34"/>
              <p:cNvSpPr/>
              <p:nvPr/>
            </p:nvSpPr>
            <p:spPr bwMode="auto">
              <a:xfrm>
                <a:off x="3262" y="2567"/>
                <a:ext cx="4" cy="4"/>
              </a:xfrm>
              <a:custGeom>
                <a:avLst/>
                <a:gdLst>
                  <a:gd name="T0" fmla="*/ 0 w 4"/>
                  <a:gd name="T1" fmla="*/ 2 h 4"/>
                  <a:gd name="T2" fmla="*/ 4 w 4"/>
                  <a:gd name="T3" fmla="*/ 4 h 4"/>
                  <a:gd name="T4" fmla="*/ 0 w 4"/>
                  <a:gd name="T5" fmla="*/ 0 h 4"/>
                  <a:gd name="T6" fmla="*/ 0 w 4"/>
                  <a:gd name="T7" fmla="*/ 2 h 4"/>
                </a:gdLst>
                <a:ahLst/>
                <a:cxnLst>
                  <a:cxn ang="0">
                    <a:pos x="T0" y="T1"/>
                  </a:cxn>
                  <a:cxn ang="0">
                    <a:pos x="T2" y="T3"/>
                  </a:cxn>
                  <a:cxn ang="0">
                    <a:pos x="T4" y="T5"/>
                  </a:cxn>
                  <a:cxn ang="0">
                    <a:pos x="T6" y="T7"/>
                  </a:cxn>
                </a:cxnLst>
                <a:rect l="0" t="0" r="r" b="b"/>
                <a:pathLst>
                  <a:path w="4" h="4">
                    <a:moveTo>
                      <a:pt x="0" y="2"/>
                    </a:moveTo>
                    <a:lnTo>
                      <a:pt x="4" y="4"/>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2" name="Freeform 35"/>
              <p:cNvSpPr/>
              <p:nvPr/>
            </p:nvSpPr>
            <p:spPr bwMode="auto">
              <a:xfrm>
                <a:off x="3570" y="1893"/>
                <a:ext cx="6" cy="6"/>
              </a:xfrm>
              <a:custGeom>
                <a:avLst/>
                <a:gdLst>
                  <a:gd name="T0" fmla="*/ 1 w 3"/>
                  <a:gd name="T1" fmla="*/ 0 h 3"/>
                  <a:gd name="T2" fmla="*/ 1 w 3"/>
                  <a:gd name="T3" fmla="*/ 0 h 3"/>
                  <a:gd name="T4" fmla="*/ 1 w 3"/>
                  <a:gd name="T5" fmla="*/ 0 h 3"/>
                  <a:gd name="T6" fmla="*/ 1 w 3"/>
                  <a:gd name="T7" fmla="*/ 0 h 3"/>
                  <a:gd name="T8" fmla="*/ 1 w 3"/>
                  <a:gd name="T9" fmla="*/ 0 h 3"/>
                  <a:gd name="T10" fmla="*/ 2 w 3"/>
                  <a:gd name="T11" fmla="*/ 1 h 3"/>
                  <a:gd name="T12" fmla="*/ 0 w 3"/>
                  <a:gd name="T13" fmla="*/ 2 h 3"/>
                  <a:gd name="T14" fmla="*/ 2 w 3"/>
                  <a:gd name="T15" fmla="*/ 2 h 3"/>
                  <a:gd name="T16" fmla="*/ 3 w 3"/>
                  <a:gd name="T17" fmla="*/ 0 h 3"/>
                  <a:gd name="T18" fmla="*/ 1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1" y="0"/>
                    </a:moveTo>
                    <a:cubicBezTo>
                      <a:pt x="1" y="0"/>
                      <a:pt x="1" y="0"/>
                      <a:pt x="1" y="0"/>
                    </a:cubicBezTo>
                    <a:cubicBezTo>
                      <a:pt x="1" y="0"/>
                      <a:pt x="1" y="0"/>
                      <a:pt x="1" y="0"/>
                    </a:cubicBezTo>
                    <a:cubicBezTo>
                      <a:pt x="1" y="0"/>
                      <a:pt x="1" y="0"/>
                      <a:pt x="1" y="0"/>
                    </a:cubicBezTo>
                    <a:cubicBezTo>
                      <a:pt x="1" y="0"/>
                      <a:pt x="1" y="0"/>
                      <a:pt x="1" y="0"/>
                    </a:cubicBezTo>
                    <a:cubicBezTo>
                      <a:pt x="2" y="1"/>
                      <a:pt x="2" y="1"/>
                      <a:pt x="2" y="1"/>
                    </a:cubicBezTo>
                    <a:cubicBezTo>
                      <a:pt x="1" y="2"/>
                      <a:pt x="0" y="0"/>
                      <a:pt x="0" y="2"/>
                    </a:cubicBezTo>
                    <a:cubicBezTo>
                      <a:pt x="0" y="3"/>
                      <a:pt x="1" y="3"/>
                      <a:pt x="2" y="2"/>
                    </a:cubicBezTo>
                    <a:cubicBezTo>
                      <a:pt x="3" y="0"/>
                      <a:pt x="3" y="0"/>
                      <a:pt x="3" y="0"/>
                    </a:cubicBezTo>
                    <a:cubicBezTo>
                      <a:pt x="3"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3" name="Freeform 36"/>
              <p:cNvSpPr/>
              <p:nvPr/>
            </p:nvSpPr>
            <p:spPr bwMode="auto">
              <a:xfrm>
                <a:off x="3207" y="2465"/>
                <a:ext cx="183" cy="174"/>
              </a:xfrm>
              <a:custGeom>
                <a:avLst/>
                <a:gdLst>
                  <a:gd name="T0" fmla="*/ 83 w 86"/>
                  <a:gd name="T1" fmla="*/ 5 h 82"/>
                  <a:gd name="T2" fmla="*/ 80 w 86"/>
                  <a:gd name="T3" fmla="*/ 4 h 82"/>
                  <a:gd name="T4" fmla="*/ 77 w 86"/>
                  <a:gd name="T5" fmla="*/ 8 h 82"/>
                  <a:gd name="T6" fmla="*/ 76 w 86"/>
                  <a:gd name="T7" fmla="*/ 6 h 82"/>
                  <a:gd name="T8" fmla="*/ 72 w 86"/>
                  <a:gd name="T9" fmla="*/ 7 h 82"/>
                  <a:gd name="T10" fmla="*/ 70 w 86"/>
                  <a:gd name="T11" fmla="*/ 4 h 82"/>
                  <a:gd name="T12" fmla="*/ 67 w 86"/>
                  <a:gd name="T13" fmla="*/ 1 h 82"/>
                  <a:gd name="T14" fmla="*/ 68 w 86"/>
                  <a:gd name="T15" fmla="*/ 6 h 82"/>
                  <a:gd name="T16" fmla="*/ 70 w 86"/>
                  <a:gd name="T17" fmla="*/ 10 h 82"/>
                  <a:gd name="T18" fmla="*/ 65 w 86"/>
                  <a:gd name="T19" fmla="*/ 6 h 82"/>
                  <a:gd name="T20" fmla="*/ 65 w 86"/>
                  <a:gd name="T21" fmla="*/ 8 h 82"/>
                  <a:gd name="T22" fmla="*/ 62 w 86"/>
                  <a:gd name="T23" fmla="*/ 6 h 82"/>
                  <a:gd name="T24" fmla="*/ 61 w 86"/>
                  <a:gd name="T25" fmla="*/ 8 h 82"/>
                  <a:gd name="T26" fmla="*/ 59 w 86"/>
                  <a:gd name="T27" fmla="*/ 9 h 82"/>
                  <a:gd name="T28" fmla="*/ 62 w 86"/>
                  <a:gd name="T29" fmla="*/ 15 h 82"/>
                  <a:gd name="T30" fmla="*/ 58 w 86"/>
                  <a:gd name="T31" fmla="*/ 10 h 82"/>
                  <a:gd name="T32" fmla="*/ 57 w 86"/>
                  <a:gd name="T33" fmla="*/ 12 h 82"/>
                  <a:gd name="T34" fmla="*/ 53 w 86"/>
                  <a:gd name="T35" fmla="*/ 17 h 82"/>
                  <a:gd name="T36" fmla="*/ 51 w 86"/>
                  <a:gd name="T37" fmla="*/ 19 h 82"/>
                  <a:gd name="T38" fmla="*/ 48 w 86"/>
                  <a:gd name="T39" fmla="*/ 22 h 82"/>
                  <a:gd name="T40" fmla="*/ 48 w 86"/>
                  <a:gd name="T41" fmla="*/ 24 h 82"/>
                  <a:gd name="T42" fmla="*/ 46 w 86"/>
                  <a:gd name="T43" fmla="*/ 24 h 82"/>
                  <a:gd name="T44" fmla="*/ 45 w 86"/>
                  <a:gd name="T45" fmla="*/ 25 h 82"/>
                  <a:gd name="T46" fmla="*/ 46 w 86"/>
                  <a:gd name="T47" fmla="*/ 27 h 82"/>
                  <a:gd name="T48" fmla="*/ 43 w 86"/>
                  <a:gd name="T49" fmla="*/ 28 h 82"/>
                  <a:gd name="T50" fmla="*/ 40 w 86"/>
                  <a:gd name="T51" fmla="*/ 30 h 82"/>
                  <a:gd name="T52" fmla="*/ 38 w 86"/>
                  <a:gd name="T53" fmla="*/ 32 h 82"/>
                  <a:gd name="T54" fmla="*/ 36 w 86"/>
                  <a:gd name="T55" fmla="*/ 34 h 82"/>
                  <a:gd name="T56" fmla="*/ 36 w 86"/>
                  <a:gd name="T57" fmla="*/ 37 h 82"/>
                  <a:gd name="T58" fmla="*/ 34 w 86"/>
                  <a:gd name="T59" fmla="*/ 36 h 82"/>
                  <a:gd name="T60" fmla="*/ 34 w 86"/>
                  <a:gd name="T61" fmla="*/ 37 h 82"/>
                  <a:gd name="T62" fmla="*/ 31 w 86"/>
                  <a:gd name="T63" fmla="*/ 41 h 82"/>
                  <a:gd name="T64" fmla="*/ 32 w 86"/>
                  <a:gd name="T65" fmla="*/ 45 h 82"/>
                  <a:gd name="T66" fmla="*/ 31 w 86"/>
                  <a:gd name="T67" fmla="*/ 48 h 82"/>
                  <a:gd name="T68" fmla="*/ 28 w 86"/>
                  <a:gd name="T69" fmla="*/ 47 h 82"/>
                  <a:gd name="T70" fmla="*/ 25 w 86"/>
                  <a:gd name="T71" fmla="*/ 53 h 82"/>
                  <a:gd name="T72" fmla="*/ 24 w 86"/>
                  <a:gd name="T73" fmla="*/ 55 h 82"/>
                  <a:gd name="T74" fmla="*/ 18 w 86"/>
                  <a:gd name="T75" fmla="*/ 59 h 82"/>
                  <a:gd name="T76" fmla="*/ 15 w 86"/>
                  <a:gd name="T77" fmla="*/ 59 h 82"/>
                  <a:gd name="T78" fmla="*/ 14 w 86"/>
                  <a:gd name="T79" fmla="*/ 60 h 82"/>
                  <a:gd name="T80" fmla="*/ 11 w 86"/>
                  <a:gd name="T81" fmla="*/ 69 h 82"/>
                  <a:gd name="T82" fmla="*/ 2 w 86"/>
                  <a:gd name="T83" fmla="*/ 75 h 82"/>
                  <a:gd name="T84" fmla="*/ 23 w 86"/>
                  <a:gd name="T85" fmla="*/ 72 h 82"/>
                  <a:gd name="T86" fmla="*/ 28 w 86"/>
                  <a:gd name="T87" fmla="*/ 68 h 82"/>
                  <a:gd name="T88" fmla="*/ 42 w 86"/>
                  <a:gd name="T89" fmla="*/ 48 h 82"/>
                  <a:gd name="T90" fmla="*/ 49 w 86"/>
                  <a:gd name="T91" fmla="*/ 45 h 82"/>
                  <a:gd name="T92" fmla="*/ 55 w 86"/>
                  <a:gd name="T93" fmla="*/ 43 h 82"/>
                  <a:gd name="T94" fmla="*/ 63 w 86"/>
                  <a:gd name="T95" fmla="*/ 35 h 82"/>
                  <a:gd name="T96" fmla="*/ 68 w 86"/>
                  <a:gd name="T97" fmla="*/ 31 h 82"/>
                  <a:gd name="T98" fmla="*/ 74 w 86"/>
                  <a:gd name="T99" fmla="*/ 23 h 82"/>
                  <a:gd name="T100" fmla="*/ 75 w 86"/>
                  <a:gd name="T101" fmla="*/ 16 h 82"/>
                  <a:gd name="T102" fmla="*/ 82 w 86"/>
                  <a:gd name="T103" fmla="*/ 14 h 82"/>
                  <a:gd name="T104" fmla="*/ 84 w 86"/>
                  <a:gd name="T105" fmla="*/ 13 h 82"/>
                  <a:gd name="T106" fmla="*/ 84 w 86"/>
                  <a:gd name="T107" fmla="*/ 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82">
                    <a:moveTo>
                      <a:pt x="84" y="7"/>
                    </a:moveTo>
                    <a:cubicBezTo>
                      <a:pt x="85" y="8"/>
                      <a:pt x="85" y="9"/>
                      <a:pt x="86" y="10"/>
                    </a:cubicBezTo>
                    <a:cubicBezTo>
                      <a:pt x="85" y="6"/>
                      <a:pt x="85" y="6"/>
                      <a:pt x="85" y="6"/>
                    </a:cubicBezTo>
                    <a:cubicBezTo>
                      <a:pt x="85" y="7"/>
                      <a:pt x="85" y="6"/>
                      <a:pt x="84" y="5"/>
                    </a:cubicBezTo>
                    <a:cubicBezTo>
                      <a:pt x="84" y="6"/>
                      <a:pt x="84" y="6"/>
                      <a:pt x="84" y="6"/>
                    </a:cubicBezTo>
                    <a:cubicBezTo>
                      <a:pt x="83" y="5"/>
                      <a:pt x="83" y="5"/>
                      <a:pt x="83" y="5"/>
                    </a:cubicBezTo>
                    <a:cubicBezTo>
                      <a:pt x="83" y="5"/>
                      <a:pt x="82" y="4"/>
                      <a:pt x="82" y="6"/>
                    </a:cubicBezTo>
                    <a:cubicBezTo>
                      <a:pt x="83" y="7"/>
                      <a:pt x="83" y="7"/>
                      <a:pt x="83" y="7"/>
                    </a:cubicBezTo>
                    <a:cubicBezTo>
                      <a:pt x="83" y="7"/>
                      <a:pt x="84" y="9"/>
                      <a:pt x="83" y="8"/>
                    </a:cubicBezTo>
                    <a:cubicBezTo>
                      <a:pt x="82" y="6"/>
                      <a:pt x="82" y="6"/>
                      <a:pt x="82" y="6"/>
                    </a:cubicBezTo>
                    <a:cubicBezTo>
                      <a:pt x="82" y="6"/>
                      <a:pt x="82" y="6"/>
                      <a:pt x="82" y="6"/>
                    </a:cubicBezTo>
                    <a:cubicBezTo>
                      <a:pt x="80" y="4"/>
                      <a:pt x="80" y="4"/>
                      <a:pt x="80" y="4"/>
                    </a:cubicBezTo>
                    <a:cubicBezTo>
                      <a:pt x="82" y="7"/>
                      <a:pt x="80" y="5"/>
                      <a:pt x="81" y="6"/>
                    </a:cubicBezTo>
                    <a:cubicBezTo>
                      <a:pt x="80" y="6"/>
                      <a:pt x="80" y="6"/>
                      <a:pt x="80" y="6"/>
                    </a:cubicBezTo>
                    <a:cubicBezTo>
                      <a:pt x="79" y="5"/>
                      <a:pt x="81" y="7"/>
                      <a:pt x="81" y="7"/>
                    </a:cubicBezTo>
                    <a:cubicBezTo>
                      <a:pt x="80" y="7"/>
                      <a:pt x="79" y="5"/>
                      <a:pt x="79" y="4"/>
                    </a:cubicBezTo>
                    <a:cubicBezTo>
                      <a:pt x="78" y="4"/>
                      <a:pt x="79" y="6"/>
                      <a:pt x="77" y="5"/>
                    </a:cubicBezTo>
                    <a:cubicBezTo>
                      <a:pt x="77" y="5"/>
                      <a:pt x="77" y="6"/>
                      <a:pt x="77" y="8"/>
                    </a:cubicBezTo>
                    <a:cubicBezTo>
                      <a:pt x="77" y="8"/>
                      <a:pt x="76" y="5"/>
                      <a:pt x="76" y="6"/>
                    </a:cubicBezTo>
                    <a:cubicBezTo>
                      <a:pt x="75" y="5"/>
                      <a:pt x="74" y="3"/>
                      <a:pt x="74" y="2"/>
                    </a:cubicBezTo>
                    <a:cubicBezTo>
                      <a:pt x="74" y="2"/>
                      <a:pt x="73" y="1"/>
                      <a:pt x="73" y="2"/>
                    </a:cubicBezTo>
                    <a:cubicBezTo>
                      <a:pt x="73" y="1"/>
                      <a:pt x="72" y="0"/>
                      <a:pt x="72" y="0"/>
                    </a:cubicBezTo>
                    <a:cubicBezTo>
                      <a:pt x="73" y="1"/>
                      <a:pt x="74" y="3"/>
                      <a:pt x="74" y="3"/>
                    </a:cubicBezTo>
                    <a:cubicBezTo>
                      <a:pt x="76" y="5"/>
                      <a:pt x="74" y="4"/>
                      <a:pt x="76" y="6"/>
                    </a:cubicBezTo>
                    <a:cubicBezTo>
                      <a:pt x="75" y="6"/>
                      <a:pt x="74" y="6"/>
                      <a:pt x="74" y="7"/>
                    </a:cubicBezTo>
                    <a:cubicBezTo>
                      <a:pt x="74" y="7"/>
                      <a:pt x="73" y="5"/>
                      <a:pt x="73" y="4"/>
                    </a:cubicBezTo>
                    <a:cubicBezTo>
                      <a:pt x="73" y="6"/>
                      <a:pt x="73" y="7"/>
                      <a:pt x="73" y="7"/>
                    </a:cubicBezTo>
                    <a:cubicBezTo>
                      <a:pt x="74" y="8"/>
                      <a:pt x="74" y="8"/>
                      <a:pt x="75" y="10"/>
                    </a:cubicBezTo>
                    <a:cubicBezTo>
                      <a:pt x="75" y="10"/>
                      <a:pt x="75" y="11"/>
                      <a:pt x="75" y="11"/>
                    </a:cubicBezTo>
                    <a:cubicBezTo>
                      <a:pt x="74" y="9"/>
                      <a:pt x="72" y="7"/>
                      <a:pt x="72" y="7"/>
                    </a:cubicBezTo>
                    <a:cubicBezTo>
                      <a:pt x="71" y="5"/>
                      <a:pt x="73" y="7"/>
                      <a:pt x="71" y="5"/>
                    </a:cubicBezTo>
                    <a:cubicBezTo>
                      <a:pt x="70" y="3"/>
                      <a:pt x="71" y="2"/>
                      <a:pt x="72" y="3"/>
                    </a:cubicBezTo>
                    <a:cubicBezTo>
                      <a:pt x="71" y="1"/>
                      <a:pt x="71" y="3"/>
                      <a:pt x="70" y="1"/>
                    </a:cubicBezTo>
                    <a:cubicBezTo>
                      <a:pt x="70" y="1"/>
                      <a:pt x="70" y="3"/>
                      <a:pt x="70" y="3"/>
                    </a:cubicBezTo>
                    <a:cubicBezTo>
                      <a:pt x="71" y="4"/>
                      <a:pt x="71" y="4"/>
                      <a:pt x="71" y="5"/>
                    </a:cubicBezTo>
                    <a:cubicBezTo>
                      <a:pt x="72" y="8"/>
                      <a:pt x="70" y="4"/>
                      <a:pt x="70" y="4"/>
                    </a:cubicBezTo>
                    <a:cubicBezTo>
                      <a:pt x="69" y="3"/>
                      <a:pt x="69" y="3"/>
                      <a:pt x="69" y="3"/>
                    </a:cubicBezTo>
                    <a:cubicBezTo>
                      <a:pt x="69" y="3"/>
                      <a:pt x="69" y="4"/>
                      <a:pt x="69" y="4"/>
                    </a:cubicBezTo>
                    <a:cubicBezTo>
                      <a:pt x="67" y="2"/>
                      <a:pt x="69" y="4"/>
                      <a:pt x="68" y="2"/>
                    </a:cubicBezTo>
                    <a:cubicBezTo>
                      <a:pt x="67" y="0"/>
                      <a:pt x="67" y="0"/>
                      <a:pt x="67" y="0"/>
                    </a:cubicBezTo>
                    <a:cubicBezTo>
                      <a:pt x="66" y="0"/>
                      <a:pt x="68" y="2"/>
                      <a:pt x="67" y="2"/>
                    </a:cubicBezTo>
                    <a:cubicBezTo>
                      <a:pt x="67" y="1"/>
                      <a:pt x="67" y="1"/>
                      <a:pt x="67" y="1"/>
                    </a:cubicBezTo>
                    <a:cubicBezTo>
                      <a:pt x="67" y="2"/>
                      <a:pt x="67" y="2"/>
                      <a:pt x="67" y="2"/>
                    </a:cubicBezTo>
                    <a:cubicBezTo>
                      <a:pt x="68" y="3"/>
                      <a:pt x="69" y="4"/>
                      <a:pt x="69" y="4"/>
                    </a:cubicBezTo>
                    <a:cubicBezTo>
                      <a:pt x="70" y="7"/>
                      <a:pt x="69" y="4"/>
                      <a:pt x="69" y="5"/>
                    </a:cubicBezTo>
                    <a:cubicBezTo>
                      <a:pt x="69" y="7"/>
                      <a:pt x="69" y="5"/>
                      <a:pt x="70" y="6"/>
                    </a:cubicBezTo>
                    <a:cubicBezTo>
                      <a:pt x="71" y="8"/>
                      <a:pt x="70" y="8"/>
                      <a:pt x="70" y="8"/>
                    </a:cubicBezTo>
                    <a:cubicBezTo>
                      <a:pt x="70" y="9"/>
                      <a:pt x="69" y="7"/>
                      <a:pt x="68" y="6"/>
                    </a:cubicBezTo>
                    <a:cubicBezTo>
                      <a:pt x="68" y="6"/>
                      <a:pt x="68" y="5"/>
                      <a:pt x="69" y="6"/>
                    </a:cubicBezTo>
                    <a:cubicBezTo>
                      <a:pt x="68" y="4"/>
                      <a:pt x="67" y="3"/>
                      <a:pt x="66" y="2"/>
                    </a:cubicBezTo>
                    <a:cubicBezTo>
                      <a:pt x="65" y="1"/>
                      <a:pt x="67" y="4"/>
                      <a:pt x="67" y="4"/>
                    </a:cubicBezTo>
                    <a:cubicBezTo>
                      <a:pt x="67" y="3"/>
                      <a:pt x="68" y="5"/>
                      <a:pt x="68" y="6"/>
                    </a:cubicBezTo>
                    <a:cubicBezTo>
                      <a:pt x="70" y="10"/>
                      <a:pt x="66" y="3"/>
                      <a:pt x="66" y="4"/>
                    </a:cubicBezTo>
                    <a:cubicBezTo>
                      <a:pt x="68" y="6"/>
                      <a:pt x="67" y="8"/>
                      <a:pt x="70" y="10"/>
                    </a:cubicBezTo>
                    <a:cubicBezTo>
                      <a:pt x="70" y="11"/>
                      <a:pt x="70" y="12"/>
                      <a:pt x="70" y="12"/>
                    </a:cubicBezTo>
                    <a:cubicBezTo>
                      <a:pt x="69" y="10"/>
                      <a:pt x="69" y="10"/>
                      <a:pt x="68" y="8"/>
                    </a:cubicBezTo>
                    <a:cubicBezTo>
                      <a:pt x="68" y="9"/>
                      <a:pt x="68" y="9"/>
                      <a:pt x="68" y="9"/>
                    </a:cubicBezTo>
                    <a:cubicBezTo>
                      <a:pt x="66" y="6"/>
                      <a:pt x="66" y="6"/>
                      <a:pt x="66" y="6"/>
                    </a:cubicBezTo>
                    <a:cubicBezTo>
                      <a:pt x="64" y="3"/>
                      <a:pt x="64" y="3"/>
                      <a:pt x="64" y="3"/>
                    </a:cubicBezTo>
                    <a:cubicBezTo>
                      <a:pt x="64" y="4"/>
                      <a:pt x="65" y="5"/>
                      <a:pt x="65" y="6"/>
                    </a:cubicBezTo>
                    <a:cubicBezTo>
                      <a:pt x="64" y="5"/>
                      <a:pt x="64" y="4"/>
                      <a:pt x="64" y="4"/>
                    </a:cubicBezTo>
                    <a:cubicBezTo>
                      <a:pt x="64" y="5"/>
                      <a:pt x="65" y="7"/>
                      <a:pt x="65" y="7"/>
                    </a:cubicBezTo>
                    <a:cubicBezTo>
                      <a:pt x="65" y="7"/>
                      <a:pt x="64" y="6"/>
                      <a:pt x="63" y="5"/>
                    </a:cubicBezTo>
                    <a:cubicBezTo>
                      <a:pt x="63" y="4"/>
                      <a:pt x="63" y="4"/>
                      <a:pt x="63" y="4"/>
                    </a:cubicBezTo>
                    <a:cubicBezTo>
                      <a:pt x="63" y="5"/>
                      <a:pt x="62" y="3"/>
                      <a:pt x="62" y="4"/>
                    </a:cubicBezTo>
                    <a:cubicBezTo>
                      <a:pt x="63" y="5"/>
                      <a:pt x="64" y="6"/>
                      <a:pt x="65" y="8"/>
                    </a:cubicBezTo>
                    <a:cubicBezTo>
                      <a:pt x="65" y="8"/>
                      <a:pt x="64" y="7"/>
                      <a:pt x="64" y="7"/>
                    </a:cubicBezTo>
                    <a:cubicBezTo>
                      <a:pt x="63" y="6"/>
                      <a:pt x="63" y="6"/>
                      <a:pt x="63" y="6"/>
                    </a:cubicBezTo>
                    <a:cubicBezTo>
                      <a:pt x="63" y="7"/>
                      <a:pt x="62" y="4"/>
                      <a:pt x="62" y="5"/>
                    </a:cubicBezTo>
                    <a:cubicBezTo>
                      <a:pt x="62" y="6"/>
                      <a:pt x="62" y="6"/>
                      <a:pt x="62" y="6"/>
                    </a:cubicBezTo>
                    <a:cubicBezTo>
                      <a:pt x="62" y="6"/>
                      <a:pt x="62" y="5"/>
                      <a:pt x="61" y="5"/>
                    </a:cubicBezTo>
                    <a:cubicBezTo>
                      <a:pt x="62" y="6"/>
                      <a:pt x="62" y="6"/>
                      <a:pt x="62" y="6"/>
                    </a:cubicBezTo>
                    <a:cubicBezTo>
                      <a:pt x="61" y="5"/>
                      <a:pt x="61" y="5"/>
                      <a:pt x="61" y="5"/>
                    </a:cubicBezTo>
                    <a:cubicBezTo>
                      <a:pt x="62" y="6"/>
                      <a:pt x="63" y="8"/>
                      <a:pt x="61" y="6"/>
                    </a:cubicBezTo>
                    <a:cubicBezTo>
                      <a:pt x="63" y="8"/>
                      <a:pt x="61" y="6"/>
                      <a:pt x="62" y="7"/>
                    </a:cubicBezTo>
                    <a:cubicBezTo>
                      <a:pt x="64" y="9"/>
                      <a:pt x="63" y="9"/>
                      <a:pt x="63" y="9"/>
                    </a:cubicBezTo>
                    <a:cubicBezTo>
                      <a:pt x="62" y="7"/>
                      <a:pt x="63" y="9"/>
                      <a:pt x="63" y="9"/>
                    </a:cubicBezTo>
                    <a:cubicBezTo>
                      <a:pt x="61" y="8"/>
                      <a:pt x="61" y="8"/>
                      <a:pt x="61" y="8"/>
                    </a:cubicBezTo>
                    <a:cubicBezTo>
                      <a:pt x="62" y="9"/>
                      <a:pt x="62" y="9"/>
                      <a:pt x="62" y="9"/>
                    </a:cubicBezTo>
                    <a:cubicBezTo>
                      <a:pt x="60" y="6"/>
                      <a:pt x="62" y="10"/>
                      <a:pt x="61" y="10"/>
                    </a:cubicBezTo>
                    <a:cubicBezTo>
                      <a:pt x="61" y="9"/>
                      <a:pt x="60" y="7"/>
                      <a:pt x="60" y="7"/>
                    </a:cubicBezTo>
                    <a:cubicBezTo>
                      <a:pt x="61" y="9"/>
                      <a:pt x="61" y="10"/>
                      <a:pt x="62" y="11"/>
                    </a:cubicBezTo>
                    <a:cubicBezTo>
                      <a:pt x="61" y="11"/>
                      <a:pt x="60" y="9"/>
                      <a:pt x="59" y="7"/>
                    </a:cubicBezTo>
                    <a:cubicBezTo>
                      <a:pt x="60" y="9"/>
                      <a:pt x="58" y="7"/>
                      <a:pt x="59" y="9"/>
                    </a:cubicBezTo>
                    <a:cubicBezTo>
                      <a:pt x="60" y="9"/>
                      <a:pt x="60" y="10"/>
                      <a:pt x="61" y="11"/>
                    </a:cubicBezTo>
                    <a:cubicBezTo>
                      <a:pt x="61" y="11"/>
                      <a:pt x="60" y="10"/>
                      <a:pt x="60" y="10"/>
                    </a:cubicBezTo>
                    <a:cubicBezTo>
                      <a:pt x="60" y="10"/>
                      <a:pt x="61" y="12"/>
                      <a:pt x="61" y="12"/>
                    </a:cubicBezTo>
                    <a:cubicBezTo>
                      <a:pt x="61" y="12"/>
                      <a:pt x="62" y="14"/>
                      <a:pt x="61" y="13"/>
                    </a:cubicBezTo>
                    <a:cubicBezTo>
                      <a:pt x="60" y="12"/>
                      <a:pt x="61" y="12"/>
                      <a:pt x="60" y="11"/>
                    </a:cubicBezTo>
                    <a:cubicBezTo>
                      <a:pt x="60" y="11"/>
                      <a:pt x="62" y="15"/>
                      <a:pt x="62" y="15"/>
                    </a:cubicBezTo>
                    <a:cubicBezTo>
                      <a:pt x="63" y="16"/>
                      <a:pt x="65" y="18"/>
                      <a:pt x="65" y="19"/>
                    </a:cubicBezTo>
                    <a:cubicBezTo>
                      <a:pt x="64" y="19"/>
                      <a:pt x="65" y="18"/>
                      <a:pt x="63" y="17"/>
                    </a:cubicBezTo>
                    <a:cubicBezTo>
                      <a:pt x="63" y="17"/>
                      <a:pt x="63" y="17"/>
                      <a:pt x="63" y="17"/>
                    </a:cubicBezTo>
                    <a:cubicBezTo>
                      <a:pt x="61" y="15"/>
                      <a:pt x="61" y="13"/>
                      <a:pt x="59" y="11"/>
                    </a:cubicBezTo>
                    <a:cubicBezTo>
                      <a:pt x="60" y="12"/>
                      <a:pt x="60" y="12"/>
                      <a:pt x="60" y="12"/>
                    </a:cubicBezTo>
                    <a:cubicBezTo>
                      <a:pt x="59" y="12"/>
                      <a:pt x="58" y="10"/>
                      <a:pt x="58" y="10"/>
                    </a:cubicBezTo>
                    <a:cubicBezTo>
                      <a:pt x="59" y="12"/>
                      <a:pt x="57" y="11"/>
                      <a:pt x="58" y="11"/>
                    </a:cubicBezTo>
                    <a:cubicBezTo>
                      <a:pt x="59" y="12"/>
                      <a:pt x="58" y="11"/>
                      <a:pt x="58" y="12"/>
                    </a:cubicBezTo>
                    <a:cubicBezTo>
                      <a:pt x="58" y="12"/>
                      <a:pt x="60" y="14"/>
                      <a:pt x="59" y="14"/>
                    </a:cubicBezTo>
                    <a:cubicBezTo>
                      <a:pt x="57" y="11"/>
                      <a:pt x="57" y="11"/>
                      <a:pt x="57" y="11"/>
                    </a:cubicBezTo>
                    <a:cubicBezTo>
                      <a:pt x="56" y="11"/>
                      <a:pt x="58" y="13"/>
                      <a:pt x="57" y="12"/>
                    </a:cubicBezTo>
                    <a:cubicBezTo>
                      <a:pt x="57" y="12"/>
                      <a:pt x="57" y="12"/>
                      <a:pt x="57" y="12"/>
                    </a:cubicBezTo>
                    <a:cubicBezTo>
                      <a:pt x="56" y="12"/>
                      <a:pt x="55" y="13"/>
                      <a:pt x="57" y="17"/>
                    </a:cubicBezTo>
                    <a:cubicBezTo>
                      <a:pt x="56" y="16"/>
                      <a:pt x="55" y="16"/>
                      <a:pt x="54" y="15"/>
                    </a:cubicBezTo>
                    <a:cubicBezTo>
                      <a:pt x="55" y="16"/>
                      <a:pt x="55" y="17"/>
                      <a:pt x="55" y="17"/>
                    </a:cubicBezTo>
                    <a:cubicBezTo>
                      <a:pt x="54" y="16"/>
                      <a:pt x="54" y="16"/>
                      <a:pt x="54" y="16"/>
                    </a:cubicBezTo>
                    <a:cubicBezTo>
                      <a:pt x="53" y="15"/>
                      <a:pt x="54" y="17"/>
                      <a:pt x="54" y="18"/>
                    </a:cubicBezTo>
                    <a:cubicBezTo>
                      <a:pt x="53" y="17"/>
                      <a:pt x="53" y="17"/>
                      <a:pt x="53" y="17"/>
                    </a:cubicBezTo>
                    <a:cubicBezTo>
                      <a:pt x="52" y="16"/>
                      <a:pt x="54" y="18"/>
                      <a:pt x="54" y="18"/>
                    </a:cubicBezTo>
                    <a:cubicBezTo>
                      <a:pt x="53" y="17"/>
                      <a:pt x="53" y="17"/>
                      <a:pt x="53" y="17"/>
                    </a:cubicBezTo>
                    <a:cubicBezTo>
                      <a:pt x="54" y="18"/>
                      <a:pt x="54" y="18"/>
                      <a:pt x="54" y="18"/>
                    </a:cubicBezTo>
                    <a:cubicBezTo>
                      <a:pt x="54" y="19"/>
                      <a:pt x="53" y="19"/>
                      <a:pt x="52" y="17"/>
                    </a:cubicBezTo>
                    <a:cubicBezTo>
                      <a:pt x="53" y="18"/>
                      <a:pt x="53" y="18"/>
                      <a:pt x="53" y="18"/>
                    </a:cubicBezTo>
                    <a:cubicBezTo>
                      <a:pt x="52" y="18"/>
                      <a:pt x="51" y="18"/>
                      <a:pt x="51" y="19"/>
                    </a:cubicBezTo>
                    <a:cubicBezTo>
                      <a:pt x="52" y="19"/>
                      <a:pt x="52" y="20"/>
                      <a:pt x="53" y="21"/>
                    </a:cubicBezTo>
                    <a:cubicBezTo>
                      <a:pt x="55" y="22"/>
                      <a:pt x="53" y="20"/>
                      <a:pt x="54" y="22"/>
                    </a:cubicBezTo>
                    <a:cubicBezTo>
                      <a:pt x="53" y="21"/>
                      <a:pt x="52" y="20"/>
                      <a:pt x="52" y="20"/>
                    </a:cubicBezTo>
                    <a:cubicBezTo>
                      <a:pt x="49" y="18"/>
                      <a:pt x="50" y="21"/>
                      <a:pt x="50" y="20"/>
                    </a:cubicBezTo>
                    <a:cubicBezTo>
                      <a:pt x="50" y="21"/>
                      <a:pt x="50" y="21"/>
                      <a:pt x="50" y="21"/>
                    </a:cubicBezTo>
                    <a:cubicBezTo>
                      <a:pt x="48" y="20"/>
                      <a:pt x="50" y="22"/>
                      <a:pt x="48" y="22"/>
                    </a:cubicBezTo>
                    <a:cubicBezTo>
                      <a:pt x="49" y="22"/>
                      <a:pt x="51" y="25"/>
                      <a:pt x="51" y="25"/>
                    </a:cubicBezTo>
                    <a:cubicBezTo>
                      <a:pt x="52" y="26"/>
                      <a:pt x="49" y="23"/>
                      <a:pt x="48" y="22"/>
                    </a:cubicBezTo>
                    <a:cubicBezTo>
                      <a:pt x="48" y="23"/>
                      <a:pt x="48" y="23"/>
                      <a:pt x="48" y="23"/>
                    </a:cubicBezTo>
                    <a:cubicBezTo>
                      <a:pt x="48" y="23"/>
                      <a:pt x="48" y="23"/>
                      <a:pt x="48" y="23"/>
                    </a:cubicBezTo>
                    <a:cubicBezTo>
                      <a:pt x="48" y="24"/>
                      <a:pt x="49" y="25"/>
                      <a:pt x="48" y="24"/>
                    </a:cubicBezTo>
                    <a:cubicBezTo>
                      <a:pt x="48" y="24"/>
                      <a:pt x="48" y="24"/>
                      <a:pt x="48" y="24"/>
                    </a:cubicBezTo>
                    <a:cubicBezTo>
                      <a:pt x="48" y="24"/>
                      <a:pt x="47" y="23"/>
                      <a:pt x="47" y="23"/>
                    </a:cubicBezTo>
                    <a:cubicBezTo>
                      <a:pt x="48" y="25"/>
                      <a:pt x="47" y="24"/>
                      <a:pt x="48" y="25"/>
                    </a:cubicBezTo>
                    <a:cubicBezTo>
                      <a:pt x="47" y="25"/>
                      <a:pt x="47" y="25"/>
                      <a:pt x="47" y="25"/>
                    </a:cubicBezTo>
                    <a:cubicBezTo>
                      <a:pt x="48" y="26"/>
                      <a:pt x="48" y="26"/>
                      <a:pt x="48" y="26"/>
                    </a:cubicBezTo>
                    <a:cubicBezTo>
                      <a:pt x="47" y="26"/>
                      <a:pt x="47" y="26"/>
                      <a:pt x="47" y="26"/>
                    </a:cubicBezTo>
                    <a:cubicBezTo>
                      <a:pt x="46" y="24"/>
                      <a:pt x="46" y="24"/>
                      <a:pt x="46" y="24"/>
                    </a:cubicBezTo>
                    <a:cubicBezTo>
                      <a:pt x="45" y="24"/>
                      <a:pt x="47" y="25"/>
                      <a:pt x="47" y="26"/>
                    </a:cubicBezTo>
                    <a:cubicBezTo>
                      <a:pt x="48" y="27"/>
                      <a:pt x="47" y="26"/>
                      <a:pt x="46" y="26"/>
                    </a:cubicBezTo>
                    <a:cubicBezTo>
                      <a:pt x="46" y="25"/>
                      <a:pt x="47" y="26"/>
                      <a:pt x="47" y="25"/>
                    </a:cubicBezTo>
                    <a:cubicBezTo>
                      <a:pt x="46" y="24"/>
                      <a:pt x="46" y="25"/>
                      <a:pt x="46" y="25"/>
                    </a:cubicBezTo>
                    <a:cubicBezTo>
                      <a:pt x="46" y="25"/>
                      <a:pt x="47" y="26"/>
                      <a:pt x="46" y="26"/>
                    </a:cubicBezTo>
                    <a:cubicBezTo>
                      <a:pt x="46" y="26"/>
                      <a:pt x="46" y="26"/>
                      <a:pt x="45" y="25"/>
                    </a:cubicBezTo>
                    <a:cubicBezTo>
                      <a:pt x="46" y="26"/>
                      <a:pt x="45" y="26"/>
                      <a:pt x="46" y="27"/>
                    </a:cubicBezTo>
                    <a:cubicBezTo>
                      <a:pt x="46" y="27"/>
                      <a:pt x="47" y="27"/>
                      <a:pt x="47" y="28"/>
                    </a:cubicBezTo>
                    <a:cubicBezTo>
                      <a:pt x="47" y="28"/>
                      <a:pt x="47" y="28"/>
                      <a:pt x="47" y="28"/>
                    </a:cubicBezTo>
                    <a:cubicBezTo>
                      <a:pt x="47" y="27"/>
                      <a:pt x="47" y="27"/>
                      <a:pt x="47" y="27"/>
                    </a:cubicBezTo>
                    <a:cubicBezTo>
                      <a:pt x="47" y="28"/>
                      <a:pt x="46" y="28"/>
                      <a:pt x="47" y="29"/>
                    </a:cubicBezTo>
                    <a:cubicBezTo>
                      <a:pt x="46" y="27"/>
                      <a:pt x="46" y="27"/>
                      <a:pt x="46" y="27"/>
                    </a:cubicBezTo>
                    <a:cubicBezTo>
                      <a:pt x="47" y="28"/>
                      <a:pt x="46" y="28"/>
                      <a:pt x="46" y="29"/>
                    </a:cubicBezTo>
                    <a:cubicBezTo>
                      <a:pt x="45" y="27"/>
                      <a:pt x="44" y="26"/>
                      <a:pt x="44" y="26"/>
                    </a:cubicBezTo>
                    <a:cubicBezTo>
                      <a:pt x="44" y="27"/>
                      <a:pt x="44" y="27"/>
                      <a:pt x="44" y="27"/>
                    </a:cubicBezTo>
                    <a:cubicBezTo>
                      <a:pt x="44" y="28"/>
                      <a:pt x="44" y="27"/>
                      <a:pt x="43" y="27"/>
                    </a:cubicBezTo>
                    <a:cubicBezTo>
                      <a:pt x="42" y="26"/>
                      <a:pt x="46" y="31"/>
                      <a:pt x="45" y="30"/>
                    </a:cubicBezTo>
                    <a:cubicBezTo>
                      <a:pt x="44" y="28"/>
                      <a:pt x="43" y="28"/>
                      <a:pt x="43" y="28"/>
                    </a:cubicBezTo>
                    <a:cubicBezTo>
                      <a:pt x="43" y="29"/>
                      <a:pt x="43" y="29"/>
                      <a:pt x="43" y="29"/>
                    </a:cubicBezTo>
                    <a:cubicBezTo>
                      <a:pt x="44" y="29"/>
                      <a:pt x="42" y="28"/>
                      <a:pt x="44" y="28"/>
                    </a:cubicBezTo>
                    <a:cubicBezTo>
                      <a:pt x="44" y="29"/>
                      <a:pt x="44" y="29"/>
                      <a:pt x="44" y="30"/>
                    </a:cubicBezTo>
                    <a:cubicBezTo>
                      <a:pt x="41" y="27"/>
                      <a:pt x="42" y="30"/>
                      <a:pt x="40" y="29"/>
                    </a:cubicBezTo>
                    <a:cubicBezTo>
                      <a:pt x="42" y="30"/>
                      <a:pt x="41" y="29"/>
                      <a:pt x="41" y="30"/>
                    </a:cubicBezTo>
                    <a:cubicBezTo>
                      <a:pt x="39" y="28"/>
                      <a:pt x="41" y="31"/>
                      <a:pt x="40" y="30"/>
                    </a:cubicBezTo>
                    <a:cubicBezTo>
                      <a:pt x="42" y="32"/>
                      <a:pt x="42" y="32"/>
                      <a:pt x="42" y="32"/>
                    </a:cubicBezTo>
                    <a:cubicBezTo>
                      <a:pt x="40" y="31"/>
                      <a:pt x="44" y="35"/>
                      <a:pt x="41" y="33"/>
                    </a:cubicBezTo>
                    <a:cubicBezTo>
                      <a:pt x="40" y="31"/>
                      <a:pt x="40" y="31"/>
                      <a:pt x="40" y="31"/>
                    </a:cubicBezTo>
                    <a:cubicBezTo>
                      <a:pt x="38" y="29"/>
                      <a:pt x="41" y="33"/>
                      <a:pt x="39" y="31"/>
                    </a:cubicBezTo>
                    <a:cubicBezTo>
                      <a:pt x="39" y="32"/>
                      <a:pt x="40" y="33"/>
                      <a:pt x="41" y="34"/>
                    </a:cubicBezTo>
                    <a:cubicBezTo>
                      <a:pt x="40" y="33"/>
                      <a:pt x="39" y="33"/>
                      <a:pt x="38" y="32"/>
                    </a:cubicBezTo>
                    <a:cubicBezTo>
                      <a:pt x="39" y="33"/>
                      <a:pt x="39" y="33"/>
                      <a:pt x="38" y="33"/>
                    </a:cubicBezTo>
                    <a:cubicBezTo>
                      <a:pt x="38" y="32"/>
                      <a:pt x="38" y="32"/>
                      <a:pt x="38" y="32"/>
                    </a:cubicBezTo>
                    <a:cubicBezTo>
                      <a:pt x="37" y="32"/>
                      <a:pt x="38" y="33"/>
                      <a:pt x="38" y="33"/>
                    </a:cubicBezTo>
                    <a:cubicBezTo>
                      <a:pt x="37" y="32"/>
                      <a:pt x="37" y="33"/>
                      <a:pt x="36" y="33"/>
                    </a:cubicBezTo>
                    <a:cubicBezTo>
                      <a:pt x="37" y="35"/>
                      <a:pt x="35" y="32"/>
                      <a:pt x="37" y="35"/>
                    </a:cubicBezTo>
                    <a:cubicBezTo>
                      <a:pt x="36" y="34"/>
                      <a:pt x="36" y="34"/>
                      <a:pt x="36" y="34"/>
                    </a:cubicBezTo>
                    <a:cubicBezTo>
                      <a:pt x="37" y="35"/>
                      <a:pt x="38" y="36"/>
                      <a:pt x="38" y="37"/>
                    </a:cubicBezTo>
                    <a:cubicBezTo>
                      <a:pt x="36" y="35"/>
                      <a:pt x="36" y="35"/>
                      <a:pt x="36" y="35"/>
                    </a:cubicBezTo>
                    <a:cubicBezTo>
                      <a:pt x="35" y="33"/>
                      <a:pt x="36" y="35"/>
                      <a:pt x="35" y="34"/>
                    </a:cubicBezTo>
                    <a:cubicBezTo>
                      <a:pt x="36" y="35"/>
                      <a:pt x="35" y="34"/>
                      <a:pt x="36" y="35"/>
                    </a:cubicBezTo>
                    <a:cubicBezTo>
                      <a:pt x="36" y="36"/>
                      <a:pt x="36" y="36"/>
                      <a:pt x="36" y="36"/>
                    </a:cubicBezTo>
                    <a:cubicBezTo>
                      <a:pt x="36" y="37"/>
                      <a:pt x="36" y="37"/>
                      <a:pt x="36" y="37"/>
                    </a:cubicBezTo>
                    <a:cubicBezTo>
                      <a:pt x="36" y="38"/>
                      <a:pt x="35" y="36"/>
                      <a:pt x="35" y="36"/>
                    </a:cubicBezTo>
                    <a:cubicBezTo>
                      <a:pt x="34" y="35"/>
                      <a:pt x="34" y="36"/>
                      <a:pt x="35" y="36"/>
                    </a:cubicBezTo>
                    <a:cubicBezTo>
                      <a:pt x="35" y="36"/>
                      <a:pt x="35" y="36"/>
                      <a:pt x="35" y="37"/>
                    </a:cubicBezTo>
                    <a:cubicBezTo>
                      <a:pt x="35" y="36"/>
                      <a:pt x="35" y="36"/>
                      <a:pt x="35" y="36"/>
                    </a:cubicBezTo>
                    <a:cubicBezTo>
                      <a:pt x="35" y="36"/>
                      <a:pt x="35" y="36"/>
                      <a:pt x="35" y="37"/>
                    </a:cubicBezTo>
                    <a:cubicBezTo>
                      <a:pt x="35" y="36"/>
                      <a:pt x="35" y="36"/>
                      <a:pt x="34" y="36"/>
                    </a:cubicBezTo>
                    <a:cubicBezTo>
                      <a:pt x="34" y="36"/>
                      <a:pt x="34" y="36"/>
                      <a:pt x="35" y="36"/>
                    </a:cubicBezTo>
                    <a:cubicBezTo>
                      <a:pt x="34" y="36"/>
                      <a:pt x="34" y="36"/>
                      <a:pt x="34" y="36"/>
                    </a:cubicBezTo>
                    <a:cubicBezTo>
                      <a:pt x="34" y="36"/>
                      <a:pt x="34" y="36"/>
                      <a:pt x="34" y="36"/>
                    </a:cubicBezTo>
                    <a:cubicBezTo>
                      <a:pt x="34" y="36"/>
                      <a:pt x="34" y="36"/>
                      <a:pt x="34" y="36"/>
                    </a:cubicBezTo>
                    <a:cubicBezTo>
                      <a:pt x="33" y="35"/>
                      <a:pt x="33" y="35"/>
                      <a:pt x="33" y="35"/>
                    </a:cubicBezTo>
                    <a:cubicBezTo>
                      <a:pt x="33" y="35"/>
                      <a:pt x="33" y="36"/>
                      <a:pt x="34" y="37"/>
                    </a:cubicBezTo>
                    <a:cubicBezTo>
                      <a:pt x="32" y="36"/>
                      <a:pt x="33" y="38"/>
                      <a:pt x="33" y="39"/>
                    </a:cubicBezTo>
                    <a:cubicBezTo>
                      <a:pt x="33" y="39"/>
                      <a:pt x="32" y="38"/>
                      <a:pt x="33" y="38"/>
                    </a:cubicBezTo>
                    <a:cubicBezTo>
                      <a:pt x="33" y="39"/>
                      <a:pt x="33" y="40"/>
                      <a:pt x="33" y="39"/>
                    </a:cubicBezTo>
                    <a:cubicBezTo>
                      <a:pt x="33" y="40"/>
                      <a:pt x="32" y="38"/>
                      <a:pt x="32" y="38"/>
                    </a:cubicBezTo>
                    <a:cubicBezTo>
                      <a:pt x="31" y="38"/>
                      <a:pt x="33" y="40"/>
                      <a:pt x="32" y="40"/>
                    </a:cubicBezTo>
                    <a:cubicBezTo>
                      <a:pt x="30" y="38"/>
                      <a:pt x="33" y="42"/>
                      <a:pt x="31" y="41"/>
                    </a:cubicBezTo>
                    <a:cubicBezTo>
                      <a:pt x="31" y="41"/>
                      <a:pt x="31" y="40"/>
                      <a:pt x="30" y="39"/>
                    </a:cubicBezTo>
                    <a:cubicBezTo>
                      <a:pt x="30" y="40"/>
                      <a:pt x="30" y="41"/>
                      <a:pt x="31" y="43"/>
                    </a:cubicBezTo>
                    <a:cubicBezTo>
                      <a:pt x="30" y="41"/>
                      <a:pt x="30" y="41"/>
                      <a:pt x="30" y="41"/>
                    </a:cubicBezTo>
                    <a:cubicBezTo>
                      <a:pt x="30" y="41"/>
                      <a:pt x="30" y="42"/>
                      <a:pt x="31" y="43"/>
                    </a:cubicBezTo>
                    <a:cubicBezTo>
                      <a:pt x="32" y="44"/>
                      <a:pt x="32" y="45"/>
                      <a:pt x="32" y="45"/>
                    </a:cubicBezTo>
                    <a:cubicBezTo>
                      <a:pt x="32" y="45"/>
                      <a:pt x="32" y="45"/>
                      <a:pt x="32" y="45"/>
                    </a:cubicBezTo>
                    <a:cubicBezTo>
                      <a:pt x="32" y="46"/>
                      <a:pt x="32" y="46"/>
                      <a:pt x="32" y="46"/>
                    </a:cubicBezTo>
                    <a:cubicBezTo>
                      <a:pt x="31" y="45"/>
                      <a:pt x="31" y="45"/>
                      <a:pt x="31" y="45"/>
                    </a:cubicBezTo>
                    <a:cubicBezTo>
                      <a:pt x="29" y="43"/>
                      <a:pt x="29" y="44"/>
                      <a:pt x="29" y="44"/>
                    </a:cubicBezTo>
                    <a:cubicBezTo>
                      <a:pt x="30" y="45"/>
                      <a:pt x="30" y="45"/>
                      <a:pt x="30" y="45"/>
                    </a:cubicBezTo>
                    <a:cubicBezTo>
                      <a:pt x="30" y="46"/>
                      <a:pt x="29" y="44"/>
                      <a:pt x="29" y="44"/>
                    </a:cubicBezTo>
                    <a:cubicBezTo>
                      <a:pt x="31" y="48"/>
                      <a:pt x="31" y="48"/>
                      <a:pt x="31" y="48"/>
                    </a:cubicBezTo>
                    <a:cubicBezTo>
                      <a:pt x="31" y="48"/>
                      <a:pt x="30" y="47"/>
                      <a:pt x="29" y="46"/>
                    </a:cubicBezTo>
                    <a:cubicBezTo>
                      <a:pt x="29" y="46"/>
                      <a:pt x="31" y="49"/>
                      <a:pt x="31" y="50"/>
                    </a:cubicBezTo>
                    <a:cubicBezTo>
                      <a:pt x="31" y="50"/>
                      <a:pt x="31" y="51"/>
                      <a:pt x="31" y="51"/>
                    </a:cubicBezTo>
                    <a:cubicBezTo>
                      <a:pt x="30" y="50"/>
                      <a:pt x="31" y="51"/>
                      <a:pt x="31" y="51"/>
                    </a:cubicBezTo>
                    <a:cubicBezTo>
                      <a:pt x="30" y="50"/>
                      <a:pt x="30" y="50"/>
                      <a:pt x="30" y="50"/>
                    </a:cubicBezTo>
                    <a:cubicBezTo>
                      <a:pt x="30" y="49"/>
                      <a:pt x="28" y="48"/>
                      <a:pt x="28" y="47"/>
                    </a:cubicBezTo>
                    <a:cubicBezTo>
                      <a:pt x="28" y="48"/>
                      <a:pt x="27" y="47"/>
                      <a:pt x="26" y="47"/>
                    </a:cubicBezTo>
                    <a:cubicBezTo>
                      <a:pt x="28" y="49"/>
                      <a:pt x="27" y="49"/>
                      <a:pt x="28" y="51"/>
                    </a:cubicBezTo>
                    <a:cubicBezTo>
                      <a:pt x="28" y="51"/>
                      <a:pt x="27" y="49"/>
                      <a:pt x="26" y="49"/>
                    </a:cubicBezTo>
                    <a:cubicBezTo>
                      <a:pt x="27" y="50"/>
                      <a:pt x="26" y="50"/>
                      <a:pt x="25" y="50"/>
                    </a:cubicBezTo>
                    <a:cubicBezTo>
                      <a:pt x="25" y="50"/>
                      <a:pt x="25" y="50"/>
                      <a:pt x="25" y="50"/>
                    </a:cubicBezTo>
                    <a:cubicBezTo>
                      <a:pt x="25" y="51"/>
                      <a:pt x="24" y="51"/>
                      <a:pt x="25" y="53"/>
                    </a:cubicBezTo>
                    <a:cubicBezTo>
                      <a:pt x="25" y="52"/>
                      <a:pt x="25" y="52"/>
                      <a:pt x="25" y="52"/>
                    </a:cubicBezTo>
                    <a:cubicBezTo>
                      <a:pt x="24" y="51"/>
                      <a:pt x="27" y="54"/>
                      <a:pt x="25" y="53"/>
                    </a:cubicBezTo>
                    <a:cubicBezTo>
                      <a:pt x="25" y="52"/>
                      <a:pt x="25" y="52"/>
                      <a:pt x="25" y="52"/>
                    </a:cubicBezTo>
                    <a:cubicBezTo>
                      <a:pt x="25" y="53"/>
                      <a:pt x="23" y="52"/>
                      <a:pt x="24" y="54"/>
                    </a:cubicBezTo>
                    <a:cubicBezTo>
                      <a:pt x="24" y="53"/>
                      <a:pt x="24" y="53"/>
                      <a:pt x="24" y="53"/>
                    </a:cubicBezTo>
                    <a:cubicBezTo>
                      <a:pt x="24" y="53"/>
                      <a:pt x="23" y="53"/>
                      <a:pt x="24" y="55"/>
                    </a:cubicBezTo>
                    <a:cubicBezTo>
                      <a:pt x="23" y="53"/>
                      <a:pt x="23" y="53"/>
                      <a:pt x="23" y="53"/>
                    </a:cubicBezTo>
                    <a:cubicBezTo>
                      <a:pt x="22" y="52"/>
                      <a:pt x="24" y="55"/>
                      <a:pt x="23" y="55"/>
                    </a:cubicBezTo>
                    <a:cubicBezTo>
                      <a:pt x="23" y="55"/>
                      <a:pt x="22" y="54"/>
                      <a:pt x="22" y="54"/>
                    </a:cubicBezTo>
                    <a:cubicBezTo>
                      <a:pt x="23" y="55"/>
                      <a:pt x="22" y="55"/>
                      <a:pt x="23" y="55"/>
                    </a:cubicBezTo>
                    <a:cubicBezTo>
                      <a:pt x="21" y="54"/>
                      <a:pt x="21" y="54"/>
                      <a:pt x="21" y="54"/>
                    </a:cubicBezTo>
                    <a:cubicBezTo>
                      <a:pt x="20" y="55"/>
                      <a:pt x="18" y="56"/>
                      <a:pt x="18" y="59"/>
                    </a:cubicBezTo>
                    <a:cubicBezTo>
                      <a:pt x="16" y="57"/>
                      <a:pt x="17" y="57"/>
                      <a:pt x="16" y="56"/>
                    </a:cubicBezTo>
                    <a:cubicBezTo>
                      <a:pt x="18" y="58"/>
                      <a:pt x="16" y="57"/>
                      <a:pt x="16" y="58"/>
                    </a:cubicBezTo>
                    <a:cubicBezTo>
                      <a:pt x="16" y="57"/>
                      <a:pt x="16" y="57"/>
                      <a:pt x="16" y="57"/>
                    </a:cubicBezTo>
                    <a:cubicBezTo>
                      <a:pt x="16" y="58"/>
                      <a:pt x="15" y="57"/>
                      <a:pt x="16" y="58"/>
                    </a:cubicBezTo>
                    <a:cubicBezTo>
                      <a:pt x="16" y="58"/>
                      <a:pt x="16" y="58"/>
                      <a:pt x="16" y="58"/>
                    </a:cubicBezTo>
                    <a:cubicBezTo>
                      <a:pt x="17" y="59"/>
                      <a:pt x="14" y="56"/>
                      <a:pt x="15" y="59"/>
                    </a:cubicBezTo>
                    <a:cubicBezTo>
                      <a:pt x="14" y="57"/>
                      <a:pt x="14" y="57"/>
                      <a:pt x="14" y="57"/>
                    </a:cubicBezTo>
                    <a:cubicBezTo>
                      <a:pt x="16" y="60"/>
                      <a:pt x="13" y="57"/>
                      <a:pt x="15" y="59"/>
                    </a:cubicBezTo>
                    <a:cubicBezTo>
                      <a:pt x="14" y="59"/>
                      <a:pt x="14" y="59"/>
                      <a:pt x="14" y="59"/>
                    </a:cubicBezTo>
                    <a:cubicBezTo>
                      <a:pt x="13" y="58"/>
                      <a:pt x="15" y="61"/>
                      <a:pt x="14" y="60"/>
                    </a:cubicBezTo>
                    <a:cubicBezTo>
                      <a:pt x="14" y="60"/>
                      <a:pt x="14" y="61"/>
                      <a:pt x="15" y="63"/>
                    </a:cubicBezTo>
                    <a:cubicBezTo>
                      <a:pt x="14" y="60"/>
                      <a:pt x="14" y="60"/>
                      <a:pt x="14" y="60"/>
                    </a:cubicBezTo>
                    <a:cubicBezTo>
                      <a:pt x="13" y="62"/>
                      <a:pt x="12" y="63"/>
                      <a:pt x="13" y="65"/>
                    </a:cubicBezTo>
                    <a:cubicBezTo>
                      <a:pt x="12" y="65"/>
                      <a:pt x="12" y="65"/>
                      <a:pt x="12" y="65"/>
                    </a:cubicBezTo>
                    <a:cubicBezTo>
                      <a:pt x="13" y="67"/>
                      <a:pt x="9" y="64"/>
                      <a:pt x="12" y="67"/>
                    </a:cubicBezTo>
                    <a:cubicBezTo>
                      <a:pt x="13" y="69"/>
                      <a:pt x="13" y="69"/>
                      <a:pt x="13" y="69"/>
                    </a:cubicBezTo>
                    <a:cubicBezTo>
                      <a:pt x="11" y="67"/>
                      <a:pt x="11" y="67"/>
                      <a:pt x="11" y="67"/>
                    </a:cubicBezTo>
                    <a:cubicBezTo>
                      <a:pt x="11" y="68"/>
                      <a:pt x="10" y="68"/>
                      <a:pt x="11" y="69"/>
                    </a:cubicBezTo>
                    <a:cubicBezTo>
                      <a:pt x="10" y="68"/>
                      <a:pt x="10" y="68"/>
                      <a:pt x="10" y="68"/>
                    </a:cubicBezTo>
                    <a:cubicBezTo>
                      <a:pt x="10" y="68"/>
                      <a:pt x="11" y="70"/>
                      <a:pt x="11" y="70"/>
                    </a:cubicBezTo>
                    <a:cubicBezTo>
                      <a:pt x="10" y="69"/>
                      <a:pt x="10" y="69"/>
                      <a:pt x="10" y="69"/>
                    </a:cubicBezTo>
                    <a:cubicBezTo>
                      <a:pt x="7" y="68"/>
                      <a:pt x="4" y="67"/>
                      <a:pt x="5" y="71"/>
                    </a:cubicBezTo>
                    <a:cubicBezTo>
                      <a:pt x="5" y="72"/>
                      <a:pt x="3" y="70"/>
                      <a:pt x="3" y="70"/>
                    </a:cubicBezTo>
                    <a:cubicBezTo>
                      <a:pt x="5" y="73"/>
                      <a:pt x="0" y="70"/>
                      <a:pt x="2" y="75"/>
                    </a:cubicBezTo>
                    <a:cubicBezTo>
                      <a:pt x="2" y="77"/>
                      <a:pt x="6" y="82"/>
                      <a:pt x="6" y="82"/>
                    </a:cubicBezTo>
                    <a:cubicBezTo>
                      <a:pt x="7" y="78"/>
                      <a:pt x="10" y="79"/>
                      <a:pt x="14" y="80"/>
                    </a:cubicBezTo>
                    <a:cubicBezTo>
                      <a:pt x="14" y="79"/>
                      <a:pt x="14" y="77"/>
                      <a:pt x="15" y="78"/>
                    </a:cubicBezTo>
                    <a:cubicBezTo>
                      <a:pt x="18" y="75"/>
                      <a:pt x="23" y="77"/>
                      <a:pt x="24" y="73"/>
                    </a:cubicBezTo>
                    <a:cubicBezTo>
                      <a:pt x="23" y="73"/>
                      <a:pt x="23" y="72"/>
                      <a:pt x="23" y="71"/>
                    </a:cubicBezTo>
                    <a:cubicBezTo>
                      <a:pt x="23" y="72"/>
                      <a:pt x="23" y="72"/>
                      <a:pt x="23" y="72"/>
                    </a:cubicBezTo>
                    <a:cubicBezTo>
                      <a:pt x="22" y="71"/>
                      <a:pt x="22" y="71"/>
                      <a:pt x="22" y="71"/>
                    </a:cubicBezTo>
                    <a:cubicBezTo>
                      <a:pt x="23" y="70"/>
                      <a:pt x="24" y="72"/>
                      <a:pt x="24" y="72"/>
                    </a:cubicBezTo>
                    <a:cubicBezTo>
                      <a:pt x="25" y="71"/>
                      <a:pt x="25" y="70"/>
                      <a:pt x="26" y="70"/>
                    </a:cubicBezTo>
                    <a:cubicBezTo>
                      <a:pt x="25" y="68"/>
                      <a:pt x="27" y="69"/>
                      <a:pt x="25" y="67"/>
                    </a:cubicBezTo>
                    <a:cubicBezTo>
                      <a:pt x="26" y="68"/>
                      <a:pt x="26" y="68"/>
                      <a:pt x="26" y="68"/>
                    </a:cubicBezTo>
                    <a:cubicBezTo>
                      <a:pt x="26" y="67"/>
                      <a:pt x="26" y="67"/>
                      <a:pt x="28" y="68"/>
                    </a:cubicBezTo>
                    <a:cubicBezTo>
                      <a:pt x="32" y="68"/>
                      <a:pt x="33" y="64"/>
                      <a:pt x="36" y="63"/>
                    </a:cubicBezTo>
                    <a:cubicBezTo>
                      <a:pt x="39" y="60"/>
                      <a:pt x="40" y="57"/>
                      <a:pt x="43" y="54"/>
                    </a:cubicBezTo>
                    <a:cubicBezTo>
                      <a:pt x="41" y="51"/>
                      <a:pt x="42" y="52"/>
                      <a:pt x="41" y="49"/>
                    </a:cubicBezTo>
                    <a:cubicBezTo>
                      <a:pt x="42" y="50"/>
                      <a:pt x="42" y="50"/>
                      <a:pt x="42" y="50"/>
                    </a:cubicBezTo>
                    <a:cubicBezTo>
                      <a:pt x="41" y="48"/>
                      <a:pt x="42" y="49"/>
                      <a:pt x="44" y="50"/>
                    </a:cubicBezTo>
                    <a:cubicBezTo>
                      <a:pt x="43" y="49"/>
                      <a:pt x="44" y="50"/>
                      <a:pt x="42" y="48"/>
                    </a:cubicBezTo>
                    <a:cubicBezTo>
                      <a:pt x="41" y="47"/>
                      <a:pt x="44" y="50"/>
                      <a:pt x="44" y="49"/>
                    </a:cubicBezTo>
                    <a:cubicBezTo>
                      <a:pt x="45" y="50"/>
                      <a:pt x="43" y="48"/>
                      <a:pt x="44" y="49"/>
                    </a:cubicBezTo>
                    <a:cubicBezTo>
                      <a:pt x="43" y="46"/>
                      <a:pt x="44" y="50"/>
                      <a:pt x="47" y="50"/>
                    </a:cubicBezTo>
                    <a:cubicBezTo>
                      <a:pt x="47" y="49"/>
                      <a:pt x="47" y="46"/>
                      <a:pt x="49" y="46"/>
                    </a:cubicBezTo>
                    <a:cubicBezTo>
                      <a:pt x="49" y="46"/>
                      <a:pt x="48" y="45"/>
                      <a:pt x="48" y="45"/>
                    </a:cubicBezTo>
                    <a:cubicBezTo>
                      <a:pt x="50" y="47"/>
                      <a:pt x="48" y="44"/>
                      <a:pt x="49" y="45"/>
                    </a:cubicBezTo>
                    <a:cubicBezTo>
                      <a:pt x="50" y="46"/>
                      <a:pt x="50" y="46"/>
                      <a:pt x="50" y="46"/>
                    </a:cubicBezTo>
                    <a:cubicBezTo>
                      <a:pt x="51" y="46"/>
                      <a:pt x="50" y="45"/>
                      <a:pt x="52" y="45"/>
                    </a:cubicBezTo>
                    <a:cubicBezTo>
                      <a:pt x="51" y="44"/>
                      <a:pt x="54" y="45"/>
                      <a:pt x="53" y="44"/>
                    </a:cubicBezTo>
                    <a:cubicBezTo>
                      <a:pt x="54" y="45"/>
                      <a:pt x="54" y="44"/>
                      <a:pt x="54" y="45"/>
                    </a:cubicBezTo>
                    <a:cubicBezTo>
                      <a:pt x="52" y="42"/>
                      <a:pt x="56" y="45"/>
                      <a:pt x="55" y="43"/>
                    </a:cubicBezTo>
                    <a:cubicBezTo>
                      <a:pt x="55" y="43"/>
                      <a:pt x="55" y="43"/>
                      <a:pt x="55" y="43"/>
                    </a:cubicBezTo>
                    <a:cubicBezTo>
                      <a:pt x="56" y="42"/>
                      <a:pt x="58" y="42"/>
                      <a:pt x="58" y="39"/>
                    </a:cubicBezTo>
                    <a:cubicBezTo>
                      <a:pt x="59" y="38"/>
                      <a:pt x="62" y="40"/>
                      <a:pt x="62" y="38"/>
                    </a:cubicBezTo>
                    <a:cubicBezTo>
                      <a:pt x="61" y="37"/>
                      <a:pt x="61" y="37"/>
                      <a:pt x="61" y="37"/>
                    </a:cubicBezTo>
                    <a:cubicBezTo>
                      <a:pt x="61" y="36"/>
                      <a:pt x="62" y="37"/>
                      <a:pt x="62" y="38"/>
                    </a:cubicBezTo>
                    <a:cubicBezTo>
                      <a:pt x="61" y="36"/>
                      <a:pt x="63" y="37"/>
                      <a:pt x="64" y="37"/>
                    </a:cubicBezTo>
                    <a:cubicBezTo>
                      <a:pt x="63" y="36"/>
                      <a:pt x="63" y="36"/>
                      <a:pt x="63" y="35"/>
                    </a:cubicBezTo>
                    <a:cubicBezTo>
                      <a:pt x="66" y="36"/>
                      <a:pt x="63" y="33"/>
                      <a:pt x="66" y="34"/>
                    </a:cubicBezTo>
                    <a:cubicBezTo>
                      <a:pt x="63" y="32"/>
                      <a:pt x="65" y="33"/>
                      <a:pt x="64" y="32"/>
                    </a:cubicBezTo>
                    <a:cubicBezTo>
                      <a:pt x="64" y="32"/>
                      <a:pt x="65" y="33"/>
                      <a:pt x="65" y="33"/>
                    </a:cubicBezTo>
                    <a:cubicBezTo>
                      <a:pt x="66" y="33"/>
                      <a:pt x="66" y="32"/>
                      <a:pt x="67" y="33"/>
                    </a:cubicBezTo>
                    <a:cubicBezTo>
                      <a:pt x="67" y="32"/>
                      <a:pt x="66" y="31"/>
                      <a:pt x="66" y="31"/>
                    </a:cubicBezTo>
                    <a:cubicBezTo>
                      <a:pt x="68" y="33"/>
                      <a:pt x="67" y="31"/>
                      <a:pt x="68" y="31"/>
                    </a:cubicBezTo>
                    <a:cubicBezTo>
                      <a:pt x="66" y="29"/>
                      <a:pt x="66" y="28"/>
                      <a:pt x="66" y="28"/>
                    </a:cubicBezTo>
                    <a:cubicBezTo>
                      <a:pt x="68" y="31"/>
                      <a:pt x="68" y="31"/>
                      <a:pt x="68" y="31"/>
                    </a:cubicBezTo>
                    <a:cubicBezTo>
                      <a:pt x="68" y="29"/>
                      <a:pt x="71" y="30"/>
                      <a:pt x="70" y="27"/>
                    </a:cubicBezTo>
                    <a:cubicBezTo>
                      <a:pt x="71" y="28"/>
                      <a:pt x="71" y="28"/>
                      <a:pt x="71" y="28"/>
                    </a:cubicBezTo>
                    <a:cubicBezTo>
                      <a:pt x="71" y="25"/>
                      <a:pt x="73" y="26"/>
                      <a:pt x="72" y="23"/>
                    </a:cubicBezTo>
                    <a:cubicBezTo>
                      <a:pt x="73" y="23"/>
                      <a:pt x="73" y="24"/>
                      <a:pt x="74" y="23"/>
                    </a:cubicBezTo>
                    <a:cubicBezTo>
                      <a:pt x="73" y="22"/>
                      <a:pt x="73" y="22"/>
                      <a:pt x="72" y="20"/>
                    </a:cubicBezTo>
                    <a:cubicBezTo>
                      <a:pt x="72" y="20"/>
                      <a:pt x="73" y="21"/>
                      <a:pt x="74" y="21"/>
                    </a:cubicBezTo>
                    <a:cubicBezTo>
                      <a:pt x="74" y="21"/>
                      <a:pt x="76" y="23"/>
                      <a:pt x="75" y="20"/>
                    </a:cubicBezTo>
                    <a:cubicBezTo>
                      <a:pt x="76" y="21"/>
                      <a:pt x="76" y="21"/>
                      <a:pt x="76" y="21"/>
                    </a:cubicBezTo>
                    <a:cubicBezTo>
                      <a:pt x="76" y="20"/>
                      <a:pt x="75" y="18"/>
                      <a:pt x="76" y="19"/>
                    </a:cubicBezTo>
                    <a:cubicBezTo>
                      <a:pt x="76" y="18"/>
                      <a:pt x="76" y="17"/>
                      <a:pt x="75" y="16"/>
                    </a:cubicBezTo>
                    <a:cubicBezTo>
                      <a:pt x="75" y="16"/>
                      <a:pt x="76" y="18"/>
                      <a:pt x="76" y="17"/>
                    </a:cubicBezTo>
                    <a:cubicBezTo>
                      <a:pt x="77" y="19"/>
                      <a:pt x="77" y="19"/>
                      <a:pt x="77" y="19"/>
                    </a:cubicBezTo>
                    <a:cubicBezTo>
                      <a:pt x="78" y="18"/>
                      <a:pt x="78" y="17"/>
                      <a:pt x="79" y="15"/>
                    </a:cubicBezTo>
                    <a:cubicBezTo>
                      <a:pt x="80" y="17"/>
                      <a:pt x="80" y="15"/>
                      <a:pt x="81" y="15"/>
                    </a:cubicBezTo>
                    <a:cubicBezTo>
                      <a:pt x="81" y="14"/>
                      <a:pt x="82" y="15"/>
                      <a:pt x="81" y="13"/>
                    </a:cubicBezTo>
                    <a:cubicBezTo>
                      <a:pt x="82" y="14"/>
                      <a:pt x="82" y="14"/>
                      <a:pt x="82" y="14"/>
                    </a:cubicBezTo>
                    <a:cubicBezTo>
                      <a:pt x="82" y="14"/>
                      <a:pt x="83" y="13"/>
                      <a:pt x="84" y="14"/>
                    </a:cubicBezTo>
                    <a:cubicBezTo>
                      <a:pt x="84" y="14"/>
                      <a:pt x="83" y="12"/>
                      <a:pt x="83" y="11"/>
                    </a:cubicBezTo>
                    <a:cubicBezTo>
                      <a:pt x="84" y="12"/>
                      <a:pt x="84" y="12"/>
                      <a:pt x="84" y="12"/>
                    </a:cubicBezTo>
                    <a:cubicBezTo>
                      <a:pt x="84" y="11"/>
                      <a:pt x="83" y="10"/>
                      <a:pt x="82" y="8"/>
                    </a:cubicBezTo>
                    <a:cubicBezTo>
                      <a:pt x="83" y="9"/>
                      <a:pt x="82" y="8"/>
                      <a:pt x="83" y="9"/>
                    </a:cubicBezTo>
                    <a:cubicBezTo>
                      <a:pt x="83" y="10"/>
                      <a:pt x="84" y="11"/>
                      <a:pt x="84" y="13"/>
                    </a:cubicBezTo>
                    <a:cubicBezTo>
                      <a:pt x="85" y="13"/>
                      <a:pt x="84" y="10"/>
                      <a:pt x="85" y="11"/>
                    </a:cubicBezTo>
                    <a:cubicBezTo>
                      <a:pt x="86" y="12"/>
                      <a:pt x="86" y="11"/>
                      <a:pt x="85" y="9"/>
                    </a:cubicBezTo>
                    <a:cubicBezTo>
                      <a:pt x="85" y="10"/>
                      <a:pt x="85" y="10"/>
                      <a:pt x="86" y="11"/>
                    </a:cubicBezTo>
                    <a:cubicBezTo>
                      <a:pt x="86" y="11"/>
                      <a:pt x="86" y="11"/>
                      <a:pt x="86" y="10"/>
                    </a:cubicBezTo>
                    <a:cubicBezTo>
                      <a:pt x="86" y="10"/>
                      <a:pt x="85" y="10"/>
                      <a:pt x="85" y="10"/>
                    </a:cubicBezTo>
                    <a:cubicBezTo>
                      <a:pt x="85" y="9"/>
                      <a:pt x="85" y="8"/>
                      <a:pt x="84" y="7"/>
                    </a:cubicBezTo>
                    <a:cubicBezTo>
                      <a:pt x="84" y="7"/>
                      <a:pt x="84" y="7"/>
                      <a:pt x="84" y="7"/>
                    </a:cubicBezTo>
                    <a:cubicBezTo>
                      <a:pt x="83" y="6"/>
                      <a:pt x="84" y="5"/>
                      <a:pt x="84"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4" name="Freeform 37"/>
              <p:cNvSpPr/>
              <p:nvPr/>
            </p:nvSpPr>
            <p:spPr bwMode="auto">
              <a:xfrm>
                <a:off x="3725" y="2268"/>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5" name="Freeform 38"/>
              <p:cNvSpPr/>
              <p:nvPr/>
            </p:nvSpPr>
            <p:spPr bwMode="auto">
              <a:xfrm>
                <a:off x="3474"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6" name="Freeform 39"/>
              <p:cNvSpPr/>
              <p:nvPr/>
            </p:nvSpPr>
            <p:spPr bwMode="auto">
              <a:xfrm>
                <a:off x="3799" y="2608"/>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7" name="Freeform 40"/>
              <p:cNvSpPr/>
              <p:nvPr/>
            </p:nvSpPr>
            <p:spPr bwMode="auto">
              <a:xfrm>
                <a:off x="3470" y="2079"/>
                <a:ext cx="2" cy="3"/>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8" name="Freeform 41"/>
              <p:cNvSpPr/>
              <p:nvPr/>
            </p:nvSpPr>
            <p:spPr bwMode="auto">
              <a:xfrm>
                <a:off x="3825" y="27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9" name="Freeform 42"/>
              <p:cNvSpPr/>
              <p:nvPr/>
            </p:nvSpPr>
            <p:spPr bwMode="auto">
              <a:xfrm>
                <a:off x="3466" y="215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0" name="Freeform 43"/>
              <p:cNvSpPr/>
              <p:nvPr/>
            </p:nvSpPr>
            <p:spPr bwMode="auto">
              <a:xfrm>
                <a:off x="3916" y="258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1" name="Freeform 44"/>
              <p:cNvSpPr/>
              <p:nvPr/>
            </p:nvSpPr>
            <p:spPr bwMode="auto">
              <a:xfrm>
                <a:off x="3899" y="27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2" name="Freeform 45"/>
              <p:cNvSpPr/>
              <p:nvPr/>
            </p:nvSpPr>
            <p:spPr bwMode="auto">
              <a:xfrm>
                <a:off x="3926" y="2582"/>
                <a:ext cx="3" cy="2"/>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3" name="Freeform 46"/>
              <p:cNvSpPr/>
              <p:nvPr/>
            </p:nvSpPr>
            <p:spPr bwMode="auto">
              <a:xfrm>
                <a:off x="3850" y="2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4" name="Freeform 47"/>
              <p:cNvSpPr/>
              <p:nvPr/>
            </p:nvSpPr>
            <p:spPr bwMode="auto">
              <a:xfrm>
                <a:off x="3926" y="25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5" name="Freeform 48"/>
              <p:cNvSpPr/>
              <p:nvPr/>
            </p:nvSpPr>
            <p:spPr bwMode="auto">
              <a:xfrm>
                <a:off x="3810" y="27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6" name="Freeform 49"/>
              <p:cNvSpPr/>
              <p:nvPr/>
            </p:nvSpPr>
            <p:spPr bwMode="auto">
              <a:xfrm>
                <a:off x="3827" y="2270"/>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7" name="Freeform 50"/>
              <p:cNvSpPr/>
              <p:nvPr/>
            </p:nvSpPr>
            <p:spPr bwMode="auto">
              <a:xfrm>
                <a:off x="3470" y="2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8" name="Freeform 51"/>
              <p:cNvSpPr/>
              <p:nvPr/>
            </p:nvSpPr>
            <p:spPr bwMode="auto">
              <a:xfrm>
                <a:off x="4497" y="2332"/>
                <a:ext cx="2" cy="4"/>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1"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9" name="Freeform 52"/>
              <p:cNvSpPr/>
              <p:nvPr/>
            </p:nvSpPr>
            <p:spPr bwMode="auto">
              <a:xfrm>
                <a:off x="4468" y="2319"/>
                <a:ext cx="2" cy="2"/>
              </a:xfrm>
              <a:custGeom>
                <a:avLst/>
                <a:gdLst>
                  <a:gd name="T0" fmla="*/ 2 w 2"/>
                  <a:gd name="T1" fmla="*/ 2 h 2"/>
                  <a:gd name="T2" fmla="*/ 2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2"/>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0" name="Freeform 53"/>
              <p:cNvSpPr/>
              <p:nvPr/>
            </p:nvSpPr>
            <p:spPr bwMode="auto">
              <a:xfrm>
                <a:off x="4451" y="227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1" name="Freeform 54"/>
              <p:cNvSpPr/>
              <p:nvPr/>
            </p:nvSpPr>
            <p:spPr bwMode="auto">
              <a:xfrm>
                <a:off x="4385" y="228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2" name="Freeform 55"/>
              <p:cNvSpPr/>
              <p:nvPr/>
            </p:nvSpPr>
            <p:spPr bwMode="auto">
              <a:xfrm>
                <a:off x="4381" y="2277"/>
                <a:ext cx="4" cy="2"/>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0" y="1"/>
                      <a:pt x="1" y="1"/>
                      <a:pt x="1" y="1"/>
                    </a:cubicBezTo>
                    <a:cubicBezTo>
                      <a:pt x="1" y="0"/>
                      <a:pt x="2" y="0"/>
                      <a:pt x="1" y="0"/>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3" name="Freeform 56"/>
              <p:cNvSpPr/>
              <p:nvPr/>
            </p:nvSpPr>
            <p:spPr bwMode="auto">
              <a:xfrm>
                <a:off x="4383" y="2281"/>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4" name="Freeform 57"/>
              <p:cNvSpPr/>
              <p:nvPr/>
            </p:nvSpPr>
            <p:spPr bwMode="auto">
              <a:xfrm>
                <a:off x="4504" y="23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5" name="Freeform 58"/>
              <p:cNvSpPr/>
              <p:nvPr/>
            </p:nvSpPr>
            <p:spPr bwMode="auto">
              <a:xfrm>
                <a:off x="3602" y="1893"/>
                <a:ext cx="27" cy="2"/>
              </a:xfrm>
              <a:custGeom>
                <a:avLst/>
                <a:gdLst>
                  <a:gd name="T0" fmla="*/ 4 w 13"/>
                  <a:gd name="T1" fmla="*/ 1 h 1"/>
                  <a:gd name="T2" fmla="*/ 6 w 13"/>
                  <a:gd name="T3" fmla="*/ 1 h 1"/>
                  <a:gd name="T4" fmla="*/ 6 w 13"/>
                  <a:gd name="T5" fmla="*/ 1 h 1"/>
                  <a:gd name="T6" fmla="*/ 6 w 13"/>
                  <a:gd name="T7" fmla="*/ 1 h 1"/>
                  <a:gd name="T8" fmla="*/ 6 w 13"/>
                  <a:gd name="T9" fmla="*/ 1 h 1"/>
                  <a:gd name="T10" fmla="*/ 6 w 13"/>
                  <a:gd name="T11" fmla="*/ 1 h 1"/>
                  <a:gd name="T12" fmla="*/ 6 w 13"/>
                  <a:gd name="T13" fmla="*/ 1 h 1"/>
                  <a:gd name="T14" fmla="*/ 6 w 13"/>
                  <a:gd name="T15" fmla="*/ 1 h 1"/>
                  <a:gd name="T16" fmla="*/ 4 w 13"/>
                  <a:gd name="T17" fmla="*/ 1 h 1"/>
                  <a:gd name="T18" fmla="*/ 4 w 1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
                    <a:moveTo>
                      <a:pt x="4" y="1"/>
                    </a:moveTo>
                    <a:cubicBezTo>
                      <a:pt x="4" y="1"/>
                      <a:pt x="5"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0" y="0"/>
                      <a:pt x="13" y="1"/>
                      <a:pt x="4" y="1"/>
                    </a:cubicBezTo>
                    <a:cubicBezTo>
                      <a:pt x="4" y="1"/>
                      <a:pt x="4" y="1"/>
                      <a:pt x="4"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6" name="Freeform 59"/>
              <p:cNvSpPr/>
              <p:nvPr/>
            </p:nvSpPr>
            <p:spPr bwMode="auto">
              <a:xfrm>
                <a:off x="4495" y="233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7" name="Freeform 60"/>
              <p:cNvSpPr/>
              <p:nvPr/>
            </p:nvSpPr>
            <p:spPr bwMode="auto">
              <a:xfrm>
                <a:off x="4381" y="2277"/>
                <a:ext cx="4" cy="8"/>
              </a:xfrm>
              <a:custGeom>
                <a:avLst/>
                <a:gdLst>
                  <a:gd name="T0" fmla="*/ 2 w 2"/>
                  <a:gd name="T1" fmla="*/ 1 h 4"/>
                  <a:gd name="T2" fmla="*/ 2 w 2"/>
                  <a:gd name="T3" fmla="*/ 0 h 4"/>
                  <a:gd name="T4" fmla="*/ 1 w 2"/>
                  <a:gd name="T5" fmla="*/ 2 h 4"/>
                  <a:gd name="T6" fmla="*/ 1 w 2"/>
                  <a:gd name="T7" fmla="*/ 2 h 4"/>
                  <a:gd name="T8" fmla="*/ 0 w 2"/>
                  <a:gd name="T9" fmla="*/ 4 h 4"/>
                  <a:gd name="T10" fmla="*/ 2 w 2"/>
                  <a:gd name="T11" fmla="*/ 1 h 4"/>
                </a:gdLst>
                <a:ahLst/>
                <a:cxnLst>
                  <a:cxn ang="0">
                    <a:pos x="T0" y="T1"/>
                  </a:cxn>
                  <a:cxn ang="0">
                    <a:pos x="T2" y="T3"/>
                  </a:cxn>
                  <a:cxn ang="0">
                    <a:pos x="T4" y="T5"/>
                  </a:cxn>
                  <a:cxn ang="0">
                    <a:pos x="T6" y="T7"/>
                  </a:cxn>
                  <a:cxn ang="0">
                    <a:pos x="T8" y="T9"/>
                  </a:cxn>
                  <a:cxn ang="0">
                    <a:pos x="T10" y="T11"/>
                  </a:cxn>
                </a:cxnLst>
                <a:rect l="0" t="0" r="r" b="b"/>
                <a:pathLst>
                  <a:path w="2" h="4">
                    <a:moveTo>
                      <a:pt x="2" y="1"/>
                    </a:moveTo>
                    <a:cubicBezTo>
                      <a:pt x="2" y="1"/>
                      <a:pt x="2" y="0"/>
                      <a:pt x="2" y="0"/>
                    </a:cubicBezTo>
                    <a:cubicBezTo>
                      <a:pt x="1" y="1"/>
                      <a:pt x="1" y="1"/>
                      <a:pt x="1" y="2"/>
                    </a:cubicBezTo>
                    <a:cubicBezTo>
                      <a:pt x="1" y="2"/>
                      <a:pt x="0" y="3"/>
                      <a:pt x="1" y="2"/>
                    </a:cubicBezTo>
                    <a:cubicBezTo>
                      <a:pt x="0" y="3"/>
                      <a:pt x="0" y="4"/>
                      <a:pt x="0" y="4"/>
                    </a:cubicBezTo>
                    <a:cubicBezTo>
                      <a:pt x="1" y="3"/>
                      <a:pt x="1" y="1"/>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8" name="Freeform 61"/>
              <p:cNvSpPr/>
              <p:nvPr/>
            </p:nvSpPr>
            <p:spPr bwMode="auto">
              <a:xfrm>
                <a:off x="4519" y="2328"/>
                <a:ext cx="2" cy="2"/>
              </a:xfrm>
              <a:custGeom>
                <a:avLst/>
                <a:gdLst>
                  <a:gd name="T0" fmla="*/ 0 w 2"/>
                  <a:gd name="T1" fmla="*/ 2 h 2"/>
                  <a:gd name="T2" fmla="*/ 0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0" y="2"/>
                    </a:lnTo>
                    <a:lnTo>
                      <a:pt x="2"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9" name="Freeform 62"/>
              <p:cNvSpPr/>
              <p:nvPr/>
            </p:nvSpPr>
            <p:spPr bwMode="auto">
              <a:xfrm>
                <a:off x="4504" y="2325"/>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0" name="Freeform 63"/>
              <p:cNvSpPr/>
              <p:nvPr/>
            </p:nvSpPr>
            <p:spPr bwMode="auto">
              <a:xfrm>
                <a:off x="4391" y="2294"/>
                <a:ext cx="4" cy="4"/>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0" y="2"/>
                      <a:pt x="1" y="1"/>
                      <a:pt x="1" y="1"/>
                    </a:cubicBezTo>
                    <a:cubicBezTo>
                      <a:pt x="2" y="0"/>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1" name="Freeform 64"/>
              <p:cNvSpPr/>
              <p:nvPr/>
            </p:nvSpPr>
            <p:spPr bwMode="auto">
              <a:xfrm>
                <a:off x="4381" y="2281"/>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2" name="Freeform 65"/>
              <p:cNvSpPr/>
              <p:nvPr/>
            </p:nvSpPr>
            <p:spPr bwMode="auto">
              <a:xfrm>
                <a:off x="3332" y="1903"/>
                <a:ext cx="2" cy="7"/>
              </a:xfrm>
              <a:custGeom>
                <a:avLst/>
                <a:gdLst>
                  <a:gd name="T0" fmla="*/ 0 w 1"/>
                  <a:gd name="T1" fmla="*/ 3 h 3"/>
                  <a:gd name="T2" fmla="*/ 1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1" y="3"/>
                    </a:cubicBezTo>
                    <a:cubicBezTo>
                      <a:pt x="1" y="2"/>
                      <a:pt x="1" y="1"/>
                      <a:pt x="1" y="0"/>
                    </a:cubicBezTo>
                    <a:lnTo>
                      <a:pt x="0" y="3"/>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3" name="Freeform 66"/>
              <p:cNvSpPr/>
              <p:nvPr/>
            </p:nvSpPr>
            <p:spPr bwMode="auto">
              <a:xfrm>
                <a:off x="3566" y="2372"/>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4" name="Freeform 67"/>
              <p:cNvSpPr/>
              <p:nvPr/>
            </p:nvSpPr>
            <p:spPr bwMode="auto">
              <a:xfrm>
                <a:off x="3474" y="2073"/>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5" name="Freeform 68"/>
              <p:cNvSpPr/>
              <p:nvPr/>
            </p:nvSpPr>
            <p:spPr bwMode="auto">
              <a:xfrm>
                <a:off x="4060" y="1568"/>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6" name="Freeform 69"/>
              <p:cNvSpPr/>
              <p:nvPr/>
            </p:nvSpPr>
            <p:spPr bwMode="auto">
              <a:xfrm>
                <a:off x="3472" y="2073"/>
                <a:ext cx="2"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0" y="0"/>
                      <a:pt x="0" y="0"/>
                      <a:pt x="0" y="0"/>
                    </a:cubicBezTo>
                    <a:cubicBezTo>
                      <a:pt x="0" y="0"/>
                      <a:pt x="0" y="0"/>
                      <a:pt x="1"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7" name="Freeform 70"/>
              <p:cNvSpPr/>
              <p:nvPr/>
            </p:nvSpPr>
            <p:spPr bwMode="auto">
              <a:xfrm>
                <a:off x="3474" y="2073"/>
                <a:ext cx="0" cy="2"/>
              </a:xfrm>
              <a:custGeom>
                <a:avLst/>
                <a:gdLst>
                  <a:gd name="T0" fmla="*/ 0 h 1"/>
                  <a:gd name="T1" fmla="*/ 1 h 1"/>
                  <a:gd name="T2" fmla="*/ 1 h 1"/>
                  <a:gd name="T3" fmla="*/ 1 h 1"/>
                  <a:gd name="T4" fmla="*/ 1 h 1"/>
                  <a:gd name="T5" fmla="*/ 1 h 1"/>
                  <a:gd name="T6" fmla="*/ 0 h 1"/>
                  <a:gd name="T7" fmla="*/ 0 h 1"/>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
                    <a:moveTo>
                      <a:pt x="0" y="0"/>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8" name="Freeform 71"/>
              <p:cNvSpPr/>
              <p:nvPr/>
            </p:nvSpPr>
            <p:spPr bwMode="auto">
              <a:xfrm>
                <a:off x="3702" y="1530"/>
                <a:ext cx="4" cy="2"/>
              </a:xfrm>
              <a:custGeom>
                <a:avLst/>
                <a:gdLst>
                  <a:gd name="T0" fmla="*/ 0 w 2"/>
                  <a:gd name="T1" fmla="*/ 1 h 1"/>
                  <a:gd name="T2" fmla="*/ 0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0" y="1"/>
                      <a:pt x="1" y="0"/>
                      <a:pt x="2"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9" name="Freeform 72"/>
              <p:cNvSpPr/>
              <p:nvPr/>
            </p:nvSpPr>
            <p:spPr bwMode="auto">
              <a:xfrm>
                <a:off x="3421" y="2084"/>
                <a:ext cx="17" cy="15"/>
              </a:xfrm>
              <a:custGeom>
                <a:avLst/>
                <a:gdLst>
                  <a:gd name="T0" fmla="*/ 2 w 8"/>
                  <a:gd name="T1" fmla="*/ 5 h 7"/>
                  <a:gd name="T2" fmla="*/ 4 w 8"/>
                  <a:gd name="T3" fmla="*/ 2 h 7"/>
                  <a:gd name="T4" fmla="*/ 2 w 8"/>
                  <a:gd name="T5" fmla="*/ 5 h 7"/>
                </a:gdLst>
                <a:ahLst/>
                <a:cxnLst>
                  <a:cxn ang="0">
                    <a:pos x="T0" y="T1"/>
                  </a:cxn>
                  <a:cxn ang="0">
                    <a:pos x="T2" y="T3"/>
                  </a:cxn>
                  <a:cxn ang="0">
                    <a:pos x="T4" y="T5"/>
                  </a:cxn>
                </a:cxnLst>
                <a:rect l="0" t="0" r="r" b="b"/>
                <a:pathLst>
                  <a:path w="8" h="7">
                    <a:moveTo>
                      <a:pt x="2" y="5"/>
                    </a:moveTo>
                    <a:cubicBezTo>
                      <a:pt x="8" y="0"/>
                      <a:pt x="0" y="7"/>
                      <a:pt x="4" y="2"/>
                    </a:cubicBezTo>
                    <a:cubicBezTo>
                      <a:pt x="2" y="3"/>
                      <a:pt x="2" y="4"/>
                      <a:pt x="2" y="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0" name="Freeform 73"/>
              <p:cNvSpPr/>
              <p:nvPr/>
            </p:nvSpPr>
            <p:spPr bwMode="auto">
              <a:xfrm>
                <a:off x="4381" y="2247"/>
                <a:ext cx="2" cy="4"/>
              </a:xfrm>
              <a:custGeom>
                <a:avLst/>
                <a:gdLst>
                  <a:gd name="T0" fmla="*/ 0 w 1"/>
                  <a:gd name="T1" fmla="*/ 1 h 2"/>
                  <a:gd name="T2" fmla="*/ 1 w 1"/>
                  <a:gd name="T3" fmla="*/ 0 h 2"/>
                  <a:gd name="T4" fmla="*/ 0 w 1"/>
                  <a:gd name="T5" fmla="*/ 1 h 2"/>
                </a:gdLst>
                <a:ahLst/>
                <a:cxnLst>
                  <a:cxn ang="0">
                    <a:pos x="T0" y="T1"/>
                  </a:cxn>
                  <a:cxn ang="0">
                    <a:pos x="T2" y="T3"/>
                  </a:cxn>
                  <a:cxn ang="0">
                    <a:pos x="T4" y="T5"/>
                  </a:cxn>
                </a:cxnLst>
                <a:rect l="0" t="0" r="r" b="b"/>
                <a:pathLst>
                  <a:path w="1" h="2">
                    <a:moveTo>
                      <a:pt x="0" y="1"/>
                    </a:moveTo>
                    <a:cubicBezTo>
                      <a:pt x="0" y="2"/>
                      <a:pt x="0" y="0"/>
                      <a:pt x="1" y="0"/>
                    </a:cubicBezTo>
                    <a:cubicBezTo>
                      <a:pt x="1" y="0"/>
                      <a:pt x="1"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1" name="Freeform 74"/>
              <p:cNvSpPr/>
              <p:nvPr/>
            </p:nvSpPr>
            <p:spPr bwMode="auto">
              <a:xfrm>
                <a:off x="4381" y="2247"/>
                <a:ext cx="2" cy="6"/>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2" name="Freeform 75"/>
              <p:cNvSpPr/>
              <p:nvPr/>
            </p:nvSpPr>
            <p:spPr bwMode="auto">
              <a:xfrm>
                <a:off x="3914" y="15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3" name="Freeform 76"/>
              <p:cNvSpPr/>
              <p:nvPr/>
            </p:nvSpPr>
            <p:spPr bwMode="auto">
              <a:xfrm>
                <a:off x="3317" y="1492"/>
                <a:ext cx="1064" cy="1219"/>
              </a:xfrm>
              <a:custGeom>
                <a:avLst/>
                <a:gdLst>
                  <a:gd name="T0" fmla="*/ 307 w 501"/>
                  <a:gd name="T1" fmla="*/ 7 h 575"/>
                  <a:gd name="T2" fmla="*/ 204 w 501"/>
                  <a:gd name="T3" fmla="*/ 13 h 575"/>
                  <a:gd name="T4" fmla="*/ 130 w 501"/>
                  <a:gd name="T5" fmla="*/ 42 h 575"/>
                  <a:gd name="T6" fmla="*/ 23 w 501"/>
                  <a:gd name="T7" fmla="*/ 152 h 575"/>
                  <a:gd name="T8" fmla="*/ 0 w 501"/>
                  <a:gd name="T9" fmla="*/ 247 h 575"/>
                  <a:gd name="T10" fmla="*/ 50 w 501"/>
                  <a:gd name="T11" fmla="*/ 385 h 575"/>
                  <a:gd name="T12" fmla="*/ 111 w 501"/>
                  <a:gd name="T13" fmla="*/ 430 h 575"/>
                  <a:gd name="T14" fmla="*/ 184 w 501"/>
                  <a:gd name="T15" fmla="*/ 490 h 575"/>
                  <a:gd name="T16" fmla="*/ 202 w 501"/>
                  <a:gd name="T17" fmla="*/ 528 h 575"/>
                  <a:gd name="T18" fmla="*/ 213 w 501"/>
                  <a:gd name="T19" fmla="*/ 562 h 575"/>
                  <a:gd name="T20" fmla="*/ 214 w 501"/>
                  <a:gd name="T21" fmla="*/ 567 h 575"/>
                  <a:gd name="T22" fmla="*/ 211 w 501"/>
                  <a:gd name="T23" fmla="*/ 536 h 575"/>
                  <a:gd name="T24" fmla="*/ 199 w 501"/>
                  <a:gd name="T25" fmla="*/ 494 h 575"/>
                  <a:gd name="T26" fmla="*/ 165 w 501"/>
                  <a:gd name="T27" fmla="*/ 454 h 575"/>
                  <a:gd name="T28" fmla="*/ 164 w 501"/>
                  <a:gd name="T29" fmla="*/ 451 h 575"/>
                  <a:gd name="T30" fmla="*/ 135 w 501"/>
                  <a:gd name="T31" fmla="*/ 430 h 575"/>
                  <a:gd name="T32" fmla="*/ 134 w 501"/>
                  <a:gd name="T33" fmla="*/ 428 h 575"/>
                  <a:gd name="T34" fmla="*/ 125 w 501"/>
                  <a:gd name="T35" fmla="*/ 419 h 575"/>
                  <a:gd name="T36" fmla="*/ 97 w 501"/>
                  <a:gd name="T37" fmla="*/ 407 h 575"/>
                  <a:gd name="T38" fmla="*/ 85 w 501"/>
                  <a:gd name="T39" fmla="*/ 394 h 575"/>
                  <a:gd name="T40" fmla="*/ 77 w 501"/>
                  <a:gd name="T41" fmla="*/ 384 h 575"/>
                  <a:gd name="T42" fmla="*/ 63 w 501"/>
                  <a:gd name="T43" fmla="*/ 368 h 575"/>
                  <a:gd name="T44" fmla="*/ 49 w 501"/>
                  <a:gd name="T45" fmla="*/ 353 h 575"/>
                  <a:gd name="T46" fmla="*/ 40 w 501"/>
                  <a:gd name="T47" fmla="*/ 338 h 575"/>
                  <a:gd name="T48" fmla="*/ 25 w 501"/>
                  <a:gd name="T49" fmla="*/ 323 h 575"/>
                  <a:gd name="T50" fmla="*/ 29 w 501"/>
                  <a:gd name="T51" fmla="*/ 315 h 575"/>
                  <a:gd name="T52" fmla="*/ 21 w 501"/>
                  <a:gd name="T53" fmla="*/ 247 h 575"/>
                  <a:gd name="T54" fmla="*/ 23 w 501"/>
                  <a:gd name="T55" fmla="*/ 221 h 575"/>
                  <a:gd name="T56" fmla="*/ 26 w 501"/>
                  <a:gd name="T57" fmla="*/ 191 h 575"/>
                  <a:gd name="T58" fmla="*/ 56 w 501"/>
                  <a:gd name="T59" fmla="*/ 133 h 575"/>
                  <a:gd name="T60" fmla="*/ 74 w 501"/>
                  <a:gd name="T61" fmla="*/ 107 h 575"/>
                  <a:gd name="T62" fmla="*/ 84 w 501"/>
                  <a:gd name="T63" fmla="*/ 99 h 575"/>
                  <a:gd name="T64" fmla="*/ 90 w 501"/>
                  <a:gd name="T65" fmla="*/ 91 h 575"/>
                  <a:gd name="T66" fmla="*/ 110 w 501"/>
                  <a:gd name="T67" fmla="*/ 80 h 575"/>
                  <a:gd name="T68" fmla="*/ 129 w 501"/>
                  <a:gd name="T69" fmla="*/ 65 h 575"/>
                  <a:gd name="T70" fmla="*/ 182 w 501"/>
                  <a:gd name="T71" fmla="*/ 36 h 575"/>
                  <a:gd name="T72" fmla="*/ 211 w 501"/>
                  <a:gd name="T73" fmla="*/ 29 h 575"/>
                  <a:gd name="T74" fmla="*/ 253 w 501"/>
                  <a:gd name="T75" fmla="*/ 19 h 575"/>
                  <a:gd name="T76" fmla="*/ 281 w 501"/>
                  <a:gd name="T77" fmla="*/ 19 h 575"/>
                  <a:gd name="T78" fmla="*/ 284 w 501"/>
                  <a:gd name="T79" fmla="*/ 19 h 575"/>
                  <a:gd name="T80" fmla="*/ 320 w 501"/>
                  <a:gd name="T81" fmla="*/ 24 h 575"/>
                  <a:gd name="T82" fmla="*/ 369 w 501"/>
                  <a:gd name="T83" fmla="*/ 42 h 575"/>
                  <a:gd name="T84" fmla="*/ 388 w 501"/>
                  <a:gd name="T85" fmla="*/ 53 h 575"/>
                  <a:gd name="T86" fmla="*/ 407 w 501"/>
                  <a:gd name="T87" fmla="*/ 71 h 575"/>
                  <a:gd name="T88" fmla="*/ 435 w 501"/>
                  <a:gd name="T89" fmla="*/ 107 h 575"/>
                  <a:gd name="T90" fmla="*/ 462 w 501"/>
                  <a:gd name="T91" fmla="*/ 154 h 575"/>
                  <a:gd name="T92" fmla="*/ 471 w 501"/>
                  <a:gd name="T93" fmla="*/ 184 h 575"/>
                  <a:gd name="T94" fmla="*/ 464 w 501"/>
                  <a:gd name="T95" fmla="*/ 279 h 575"/>
                  <a:gd name="T96" fmla="*/ 451 w 501"/>
                  <a:gd name="T97" fmla="*/ 307 h 575"/>
                  <a:gd name="T98" fmla="*/ 395 w 501"/>
                  <a:gd name="T99" fmla="*/ 377 h 575"/>
                  <a:gd name="T100" fmla="*/ 368 w 501"/>
                  <a:gd name="T101" fmla="*/ 412 h 575"/>
                  <a:gd name="T102" fmla="*/ 363 w 501"/>
                  <a:gd name="T103" fmla="*/ 573 h 575"/>
                  <a:gd name="T104" fmla="*/ 446 w 501"/>
                  <a:gd name="T105" fmla="*/ 342 h 575"/>
                  <a:gd name="T106" fmla="*/ 463 w 501"/>
                  <a:gd name="T107" fmla="*/ 118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1" h="575">
                    <a:moveTo>
                      <a:pt x="463" y="118"/>
                    </a:moveTo>
                    <a:cubicBezTo>
                      <a:pt x="439" y="74"/>
                      <a:pt x="402" y="38"/>
                      <a:pt x="355" y="17"/>
                    </a:cubicBezTo>
                    <a:cubicBezTo>
                      <a:pt x="347" y="17"/>
                      <a:pt x="337" y="12"/>
                      <a:pt x="328" y="12"/>
                    </a:cubicBezTo>
                    <a:cubicBezTo>
                      <a:pt x="328" y="11"/>
                      <a:pt x="328" y="11"/>
                      <a:pt x="328" y="11"/>
                    </a:cubicBezTo>
                    <a:cubicBezTo>
                      <a:pt x="320" y="11"/>
                      <a:pt x="319" y="8"/>
                      <a:pt x="310" y="5"/>
                    </a:cubicBezTo>
                    <a:cubicBezTo>
                      <a:pt x="309" y="7"/>
                      <a:pt x="306" y="5"/>
                      <a:pt x="307" y="7"/>
                    </a:cubicBezTo>
                    <a:cubicBezTo>
                      <a:pt x="303" y="8"/>
                      <a:pt x="301" y="3"/>
                      <a:pt x="296" y="4"/>
                    </a:cubicBezTo>
                    <a:cubicBezTo>
                      <a:pt x="296" y="3"/>
                      <a:pt x="296" y="5"/>
                      <a:pt x="295" y="4"/>
                    </a:cubicBezTo>
                    <a:cubicBezTo>
                      <a:pt x="282" y="5"/>
                      <a:pt x="298" y="3"/>
                      <a:pt x="282" y="0"/>
                    </a:cubicBezTo>
                    <a:cubicBezTo>
                      <a:pt x="259" y="0"/>
                      <a:pt x="236" y="5"/>
                      <a:pt x="215" y="9"/>
                    </a:cubicBezTo>
                    <a:cubicBezTo>
                      <a:pt x="216" y="9"/>
                      <a:pt x="217" y="10"/>
                      <a:pt x="215" y="11"/>
                    </a:cubicBezTo>
                    <a:cubicBezTo>
                      <a:pt x="212" y="8"/>
                      <a:pt x="208" y="13"/>
                      <a:pt x="204" y="13"/>
                    </a:cubicBezTo>
                    <a:cubicBezTo>
                      <a:pt x="204" y="12"/>
                      <a:pt x="206" y="12"/>
                      <a:pt x="207" y="11"/>
                    </a:cubicBezTo>
                    <a:cubicBezTo>
                      <a:pt x="197" y="13"/>
                      <a:pt x="190" y="17"/>
                      <a:pt x="181" y="19"/>
                    </a:cubicBezTo>
                    <a:cubicBezTo>
                      <a:pt x="173" y="24"/>
                      <a:pt x="163" y="25"/>
                      <a:pt x="158" y="29"/>
                    </a:cubicBezTo>
                    <a:cubicBezTo>
                      <a:pt x="159" y="27"/>
                      <a:pt x="154" y="30"/>
                      <a:pt x="152" y="30"/>
                    </a:cubicBezTo>
                    <a:cubicBezTo>
                      <a:pt x="148" y="37"/>
                      <a:pt x="136" y="37"/>
                      <a:pt x="131" y="43"/>
                    </a:cubicBezTo>
                    <a:cubicBezTo>
                      <a:pt x="130" y="42"/>
                      <a:pt x="130" y="42"/>
                      <a:pt x="130" y="42"/>
                    </a:cubicBezTo>
                    <a:cubicBezTo>
                      <a:pt x="110" y="54"/>
                      <a:pt x="88" y="68"/>
                      <a:pt x="70" y="87"/>
                    </a:cubicBezTo>
                    <a:cubicBezTo>
                      <a:pt x="59" y="96"/>
                      <a:pt x="48" y="108"/>
                      <a:pt x="39" y="121"/>
                    </a:cubicBezTo>
                    <a:cubicBezTo>
                      <a:pt x="38" y="123"/>
                      <a:pt x="40" y="122"/>
                      <a:pt x="39" y="124"/>
                    </a:cubicBezTo>
                    <a:cubicBezTo>
                      <a:pt x="37" y="127"/>
                      <a:pt x="38" y="123"/>
                      <a:pt x="37" y="124"/>
                    </a:cubicBezTo>
                    <a:cubicBezTo>
                      <a:pt x="34" y="132"/>
                      <a:pt x="28" y="140"/>
                      <a:pt x="23" y="148"/>
                    </a:cubicBezTo>
                    <a:cubicBezTo>
                      <a:pt x="23" y="150"/>
                      <a:pt x="22" y="152"/>
                      <a:pt x="23" y="152"/>
                    </a:cubicBezTo>
                    <a:cubicBezTo>
                      <a:pt x="17" y="161"/>
                      <a:pt x="14" y="176"/>
                      <a:pt x="9" y="185"/>
                    </a:cubicBezTo>
                    <a:cubicBezTo>
                      <a:pt x="14" y="183"/>
                      <a:pt x="10" y="192"/>
                      <a:pt x="10" y="196"/>
                    </a:cubicBezTo>
                    <a:cubicBezTo>
                      <a:pt x="9" y="198"/>
                      <a:pt x="8" y="198"/>
                      <a:pt x="8" y="197"/>
                    </a:cubicBezTo>
                    <a:cubicBezTo>
                      <a:pt x="6" y="205"/>
                      <a:pt x="5" y="209"/>
                      <a:pt x="3" y="219"/>
                    </a:cubicBezTo>
                    <a:cubicBezTo>
                      <a:pt x="2" y="223"/>
                      <a:pt x="4" y="225"/>
                      <a:pt x="3" y="230"/>
                    </a:cubicBezTo>
                    <a:cubicBezTo>
                      <a:pt x="0" y="233"/>
                      <a:pt x="1" y="241"/>
                      <a:pt x="0" y="247"/>
                    </a:cubicBezTo>
                    <a:cubicBezTo>
                      <a:pt x="2" y="245"/>
                      <a:pt x="4" y="252"/>
                      <a:pt x="3" y="257"/>
                    </a:cubicBezTo>
                    <a:cubicBezTo>
                      <a:pt x="0" y="256"/>
                      <a:pt x="0" y="256"/>
                      <a:pt x="0" y="256"/>
                    </a:cubicBezTo>
                    <a:cubicBezTo>
                      <a:pt x="1" y="272"/>
                      <a:pt x="0" y="297"/>
                      <a:pt x="9" y="316"/>
                    </a:cubicBezTo>
                    <a:cubicBezTo>
                      <a:pt x="8" y="318"/>
                      <a:pt x="8" y="318"/>
                      <a:pt x="8" y="318"/>
                    </a:cubicBezTo>
                    <a:cubicBezTo>
                      <a:pt x="17" y="337"/>
                      <a:pt x="25" y="356"/>
                      <a:pt x="39" y="370"/>
                    </a:cubicBezTo>
                    <a:cubicBezTo>
                      <a:pt x="42" y="375"/>
                      <a:pt x="47" y="381"/>
                      <a:pt x="50" y="385"/>
                    </a:cubicBezTo>
                    <a:cubicBezTo>
                      <a:pt x="56" y="390"/>
                      <a:pt x="58" y="391"/>
                      <a:pt x="63" y="393"/>
                    </a:cubicBezTo>
                    <a:cubicBezTo>
                      <a:pt x="65" y="395"/>
                      <a:pt x="65" y="397"/>
                      <a:pt x="65" y="398"/>
                    </a:cubicBezTo>
                    <a:cubicBezTo>
                      <a:pt x="71" y="405"/>
                      <a:pt x="76" y="411"/>
                      <a:pt x="83" y="414"/>
                    </a:cubicBezTo>
                    <a:cubicBezTo>
                      <a:pt x="83" y="415"/>
                      <a:pt x="83" y="415"/>
                      <a:pt x="83" y="415"/>
                    </a:cubicBezTo>
                    <a:cubicBezTo>
                      <a:pt x="89" y="419"/>
                      <a:pt x="98" y="423"/>
                      <a:pt x="104" y="429"/>
                    </a:cubicBezTo>
                    <a:cubicBezTo>
                      <a:pt x="106" y="429"/>
                      <a:pt x="113" y="433"/>
                      <a:pt x="111" y="430"/>
                    </a:cubicBezTo>
                    <a:cubicBezTo>
                      <a:pt x="114" y="431"/>
                      <a:pt x="111" y="433"/>
                      <a:pt x="115" y="433"/>
                    </a:cubicBezTo>
                    <a:cubicBezTo>
                      <a:pt x="111" y="433"/>
                      <a:pt x="111" y="433"/>
                      <a:pt x="111" y="433"/>
                    </a:cubicBezTo>
                    <a:cubicBezTo>
                      <a:pt x="125" y="443"/>
                      <a:pt x="138" y="450"/>
                      <a:pt x="152" y="459"/>
                    </a:cubicBezTo>
                    <a:cubicBezTo>
                      <a:pt x="154" y="464"/>
                      <a:pt x="165" y="469"/>
                      <a:pt x="170" y="476"/>
                    </a:cubicBezTo>
                    <a:cubicBezTo>
                      <a:pt x="175" y="479"/>
                      <a:pt x="180" y="487"/>
                      <a:pt x="185" y="489"/>
                    </a:cubicBezTo>
                    <a:cubicBezTo>
                      <a:pt x="184" y="490"/>
                      <a:pt x="184" y="490"/>
                      <a:pt x="184" y="490"/>
                    </a:cubicBezTo>
                    <a:cubicBezTo>
                      <a:pt x="188" y="495"/>
                      <a:pt x="194" y="503"/>
                      <a:pt x="196" y="512"/>
                    </a:cubicBezTo>
                    <a:cubicBezTo>
                      <a:pt x="198" y="518"/>
                      <a:pt x="200" y="517"/>
                      <a:pt x="202" y="521"/>
                    </a:cubicBezTo>
                    <a:cubicBezTo>
                      <a:pt x="201" y="521"/>
                      <a:pt x="201" y="521"/>
                      <a:pt x="201" y="521"/>
                    </a:cubicBezTo>
                    <a:cubicBezTo>
                      <a:pt x="203" y="525"/>
                      <a:pt x="206" y="526"/>
                      <a:pt x="207" y="528"/>
                    </a:cubicBezTo>
                    <a:cubicBezTo>
                      <a:pt x="207" y="532"/>
                      <a:pt x="208" y="532"/>
                      <a:pt x="208" y="536"/>
                    </a:cubicBezTo>
                    <a:cubicBezTo>
                      <a:pt x="207" y="532"/>
                      <a:pt x="205" y="530"/>
                      <a:pt x="202" y="528"/>
                    </a:cubicBezTo>
                    <a:cubicBezTo>
                      <a:pt x="203" y="534"/>
                      <a:pt x="207" y="539"/>
                      <a:pt x="206" y="543"/>
                    </a:cubicBezTo>
                    <a:cubicBezTo>
                      <a:pt x="207" y="547"/>
                      <a:pt x="207" y="551"/>
                      <a:pt x="209" y="551"/>
                    </a:cubicBezTo>
                    <a:cubicBezTo>
                      <a:pt x="209" y="552"/>
                      <a:pt x="208" y="555"/>
                      <a:pt x="207" y="552"/>
                    </a:cubicBezTo>
                    <a:cubicBezTo>
                      <a:pt x="208" y="556"/>
                      <a:pt x="208" y="558"/>
                      <a:pt x="209" y="560"/>
                    </a:cubicBezTo>
                    <a:cubicBezTo>
                      <a:pt x="209" y="560"/>
                      <a:pt x="209" y="559"/>
                      <a:pt x="209" y="558"/>
                    </a:cubicBezTo>
                    <a:cubicBezTo>
                      <a:pt x="211" y="560"/>
                      <a:pt x="211" y="563"/>
                      <a:pt x="213" y="562"/>
                    </a:cubicBezTo>
                    <a:cubicBezTo>
                      <a:pt x="212" y="561"/>
                      <a:pt x="212" y="560"/>
                      <a:pt x="212" y="558"/>
                    </a:cubicBezTo>
                    <a:cubicBezTo>
                      <a:pt x="213" y="559"/>
                      <a:pt x="214" y="565"/>
                      <a:pt x="213" y="567"/>
                    </a:cubicBezTo>
                    <a:cubicBezTo>
                      <a:pt x="212" y="569"/>
                      <a:pt x="210" y="563"/>
                      <a:pt x="210" y="566"/>
                    </a:cubicBezTo>
                    <a:cubicBezTo>
                      <a:pt x="213" y="575"/>
                      <a:pt x="213" y="575"/>
                      <a:pt x="213" y="575"/>
                    </a:cubicBezTo>
                    <a:cubicBezTo>
                      <a:pt x="213" y="573"/>
                      <a:pt x="214" y="570"/>
                      <a:pt x="215" y="571"/>
                    </a:cubicBezTo>
                    <a:cubicBezTo>
                      <a:pt x="214" y="567"/>
                      <a:pt x="214" y="567"/>
                      <a:pt x="214" y="567"/>
                    </a:cubicBezTo>
                    <a:cubicBezTo>
                      <a:pt x="215" y="567"/>
                      <a:pt x="215" y="567"/>
                      <a:pt x="215" y="567"/>
                    </a:cubicBezTo>
                    <a:cubicBezTo>
                      <a:pt x="214" y="560"/>
                      <a:pt x="215" y="555"/>
                      <a:pt x="214" y="548"/>
                    </a:cubicBezTo>
                    <a:cubicBezTo>
                      <a:pt x="212" y="551"/>
                      <a:pt x="212" y="551"/>
                      <a:pt x="212" y="551"/>
                    </a:cubicBezTo>
                    <a:cubicBezTo>
                      <a:pt x="212" y="547"/>
                      <a:pt x="209" y="543"/>
                      <a:pt x="210" y="539"/>
                    </a:cubicBezTo>
                    <a:cubicBezTo>
                      <a:pt x="211" y="541"/>
                      <a:pt x="211" y="539"/>
                      <a:pt x="212" y="539"/>
                    </a:cubicBezTo>
                    <a:cubicBezTo>
                      <a:pt x="212" y="538"/>
                      <a:pt x="211" y="537"/>
                      <a:pt x="211" y="536"/>
                    </a:cubicBezTo>
                    <a:cubicBezTo>
                      <a:pt x="214" y="538"/>
                      <a:pt x="214" y="538"/>
                      <a:pt x="214" y="538"/>
                    </a:cubicBezTo>
                    <a:cubicBezTo>
                      <a:pt x="210" y="536"/>
                      <a:pt x="210" y="526"/>
                      <a:pt x="210" y="525"/>
                    </a:cubicBezTo>
                    <a:cubicBezTo>
                      <a:pt x="210" y="525"/>
                      <a:pt x="210" y="525"/>
                      <a:pt x="210" y="525"/>
                    </a:cubicBezTo>
                    <a:cubicBezTo>
                      <a:pt x="209" y="519"/>
                      <a:pt x="209" y="527"/>
                      <a:pt x="208" y="523"/>
                    </a:cubicBezTo>
                    <a:cubicBezTo>
                      <a:pt x="207" y="519"/>
                      <a:pt x="210" y="520"/>
                      <a:pt x="210" y="517"/>
                    </a:cubicBezTo>
                    <a:cubicBezTo>
                      <a:pt x="207" y="511"/>
                      <a:pt x="202" y="501"/>
                      <a:pt x="199" y="494"/>
                    </a:cubicBezTo>
                    <a:cubicBezTo>
                      <a:pt x="196" y="489"/>
                      <a:pt x="191" y="484"/>
                      <a:pt x="186" y="481"/>
                    </a:cubicBezTo>
                    <a:cubicBezTo>
                      <a:pt x="183" y="477"/>
                      <a:pt x="189" y="480"/>
                      <a:pt x="184" y="476"/>
                    </a:cubicBezTo>
                    <a:cubicBezTo>
                      <a:pt x="186" y="476"/>
                      <a:pt x="186" y="475"/>
                      <a:pt x="186" y="474"/>
                    </a:cubicBezTo>
                    <a:cubicBezTo>
                      <a:pt x="185" y="474"/>
                      <a:pt x="179" y="467"/>
                      <a:pt x="181" y="471"/>
                    </a:cubicBezTo>
                    <a:cubicBezTo>
                      <a:pt x="176" y="466"/>
                      <a:pt x="169" y="460"/>
                      <a:pt x="163" y="455"/>
                    </a:cubicBezTo>
                    <a:cubicBezTo>
                      <a:pt x="165" y="457"/>
                      <a:pt x="167" y="456"/>
                      <a:pt x="165" y="454"/>
                    </a:cubicBezTo>
                    <a:cubicBezTo>
                      <a:pt x="162" y="453"/>
                      <a:pt x="156" y="450"/>
                      <a:pt x="151" y="445"/>
                    </a:cubicBezTo>
                    <a:cubicBezTo>
                      <a:pt x="150" y="447"/>
                      <a:pt x="152" y="448"/>
                      <a:pt x="150" y="449"/>
                    </a:cubicBezTo>
                    <a:cubicBezTo>
                      <a:pt x="149" y="449"/>
                      <a:pt x="147" y="449"/>
                      <a:pt x="146" y="447"/>
                    </a:cubicBezTo>
                    <a:cubicBezTo>
                      <a:pt x="147" y="445"/>
                      <a:pt x="148" y="443"/>
                      <a:pt x="144" y="440"/>
                    </a:cubicBezTo>
                    <a:cubicBezTo>
                      <a:pt x="146" y="438"/>
                      <a:pt x="152" y="446"/>
                      <a:pt x="151" y="442"/>
                    </a:cubicBezTo>
                    <a:cubicBezTo>
                      <a:pt x="154" y="442"/>
                      <a:pt x="163" y="448"/>
                      <a:pt x="164" y="451"/>
                    </a:cubicBezTo>
                    <a:cubicBezTo>
                      <a:pt x="170" y="452"/>
                      <a:pt x="161" y="448"/>
                      <a:pt x="163" y="447"/>
                    </a:cubicBezTo>
                    <a:cubicBezTo>
                      <a:pt x="159" y="444"/>
                      <a:pt x="157" y="444"/>
                      <a:pt x="151" y="440"/>
                    </a:cubicBezTo>
                    <a:cubicBezTo>
                      <a:pt x="150" y="440"/>
                      <a:pt x="152" y="442"/>
                      <a:pt x="148" y="441"/>
                    </a:cubicBezTo>
                    <a:cubicBezTo>
                      <a:pt x="142" y="439"/>
                      <a:pt x="143" y="435"/>
                      <a:pt x="141" y="434"/>
                    </a:cubicBezTo>
                    <a:cubicBezTo>
                      <a:pt x="144" y="435"/>
                      <a:pt x="144" y="435"/>
                      <a:pt x="144" y="435"/>
                    </a:cubicBezTo>
                    <a:cubicBezTo>
                      <a:pt x="141" y="432"/>
                      <a:pt x="139" y="432"/>
                      <a:pt x="135" y="430"/>
                    </a:cubicBezTo>
                    <a:cubicBezTo>
                      <a:pt x="136" y="426"/>
                      <a:pt x="142" y="434"/>
                      <a:pt x="144" y="433"/>
                    </a:cubicBezTo>
                    <a:cubicBezTo>
                      <a:pt x="143" y="429"/>
                      <a:pt x="143" y="429"/>
                      <a:pt x="143" y="429"/>
                    </a:cubicBezTo>
                    <a:cubicBezTo>
                      <a:pt x="137" y="425"/>
                      <a:pt x="140" y="430"/>
                      <a:pt x="134" y="425"/>
                    </a:cubicBezTo>
                    <a:cubicBezTo>
                      <a:pt x="135" y="425"/>
                      <a:pt x="135" y="425"/>
                      <a:pt x="135" y="425"/>
                    </a:cubicBezTo>
                    <a:cubicBezTo>
                      <a:pt x="131" y="423"/>
                      <a:pt x="131" y="423"/>
                      <a:pt x="131" y="423"/>
                    </a:cubicBezTo>
                    <a:cubicBezTo>
                      <a:pt x="131" y="424"/>
                      <a:pt x="130" y="426"/>
                      <a:pt x="134" y="428"/>
                    </a:cubicBezTo>
                    <a:cubicBezTo>
                      <a:pt x="130" y="429"/>
                      <a:pt x="131" y="427"/>
                      <a:pt x="125" y="424"/>
                    </a:cubicBezTo>
                    <a:cubicBezTo>
                      <a:pt x="122" y="424"/>
                      <a:pt x="127" y="425"/>
                      <a:pt x="126" y="427"/>
                    </a:cubicBezTo>
                    <a:cubicBezTo>
                      <a:pt x="126" y="428"/>
                      <a:pt x="123" y="426"/>
                      <a:pt x="120" y="425"/>
                    </a:cubicBezTo>
                    <a:cubicBezTo>
                      <a:pt x="116" y="422"/>
                      <a:pt x="119" y="421"/>
                      <a:pt x="118" y="419"/>
                    </a:cubicBezTo>
                    <a:cubicBezTo>
                      <a:pt x="119" y="420"/>
                      <a:pt x="122" y="422"/>
                      <a:pt x="121" y="422"/>
                    </a:cubicBezTo>
                    <a:cubicBezTo>
                      <a:pt x="127" y="424"/>
                      <a:pt x="121" y="418"/>
                      <a:pt x="125" y="419"/>
                    </a:cubicBezTo>
                    <a:cubicBezTo>
                      <a:pt x="122" y="415"/>
                      <a:pt x="121" y="417"/>
                      <a:pt x="118" y="416"/>
                    </a:cubicBezTo>
                    <a:cubicBezTo>
                      <a:pt x="119" y="417"/>
                      <a:pt x="117" y="418"/>
                      <a:pt x="117" y="419"/>
                    </a:cubicBezTo>
                    <a:cubicBezTo>
                      <a:pt x="108" y="418"/>
                      <a:pt x="115" y="413"/>
                      <a:pt x="108" y="409"/>
                    </a:cubicBezTo>
                    <a:cubicBezTo>
                      <a:pt x="108" y="413"/>
                      <a:pt x="98" y="407"/>
                      <a:pt x="100" y="413"/>
                    </a:cubicBezTo>
                    <a:cubicBezTo>
                      <a:pt x="98" y="412"/>
                      <a:pt x="96" y="411"/>
                      <a:pt x="95" y="410"/>
                    </a:cubicBezTo>
                    <a:cubicBezTo>
                      <a:pt x="98" y="409"/>
                      <a:pt x="93" y="407"/>
                      <a:pt x="97" y="407"/>
                    </a:cubicBezTo>
                    <a:cubicBezTo>
                      <a:pt x="95" y="405"/>
                      <a:pt x="95" y="405"/>
                      <a:pt x="95" y="405"/>
                    </a:cubicBezTo>
                    <a:cubicBezTo>
                      <a:pt x="100" y="406"/>
                      <a:pt x="100" y="406"/>
                      <a:pt x="100" y="406"/>
                    </a:cubicBezTo>
                    <a:cubicBezTo>
                      <a:pt x="98" y="403"/>
                      <a:pt x="95" y="399"/>
                      <a:pt x="94" y="397"/>
                    </a:cubicBezTo>
                    <a:cubicBezTo>
                      <a:pt x="91" y="395"/>
                      <a:pt x="94" y="399"/>
                      <a:pt x="90" y="397"/>
                    </a:cubicBezTo>
                    <a:cubicBezTo>
                      <a:pt x="92" y="397"/>
                      <a:pt x="91" y="394"/>
                      <a:pt x="89" y="393"/>
                    </a:cubicBezTo>
                    <a:cubicBezTo>
                      <a:pt x="92" y="396"/>
                      <a:pt x="87" y="395"/>
                      <a:pt x="85" y="394"/>
                    </a:cubicBezTo>
                    <a:cubicBezTo>
                      <a:pt x="82" y="392"/>
                      <a:pt x="81" y="388"/>
                      <a:pt x="81" y="388"/>
                    </a:cubicBezTo>
                    <a:cubicBezTo>
                      <a:pt x="86" y="389"/>
                      <a:pt x="86" y="389"/>
                      <a:pt x="86" y="389"/>
                    </a:cubicBezTo>
                    <a:cubicBezTo>
                      <a:pt x="82" y="388"/>
                      <a:pt x="85" y="388"/>
                      <a:pt x="82" y="386"/>
                    </a:cubicBezTo>
                    <a:cubicBezTo>
                      <a:pt x="81" y="386"/>
                      <a:pt x="78" y="386"/>
                      <a:pt x="77" y="387"/>
                    </a:cubicBezTo>
                    <a:cubicBezTo>
                      <a:pt x="75" y="385"/>
                      <a:pt x="74" y="383"/>
                      <a:pt x="73" y="383"/>
                    </a:cubicBezTo>
                    <a:cubicBezTo>
                      <a:pt x="77" y="384"/>
                      <a:pt x="77" y="384"/>
                      <a:pt x="77" y="384"/>
                    </a:cubicBezTo>
                    <a:cubicBezTo>
                      <a:pt x="73" y="381"/>
                      <a:pt x="79" y="381"/>
                      <a:pt x="74" y="378"/>
                    </a:cubicBezTo>
                    <a:cubicBezTo>
                      <a:pt x="72" y="378"/>
                      <a:pt x="72" y="378"/>
                      <a:pt x="72" y="378"/>
                    </a:cubicBezTo>
                    <a:cubicBezTo>
                      <a:pt x="72" y="377"/>
                      <a:pt x="72" y="376"/>
                      <a:pt x="73" y="377"/>
                    </a:cubicBezTo>
                    <a:cubicBezTo>
                      <a:pt x="71" y="377"/>
                      <a:pt x="69" y="375"/>
                      <a:pt x="68" y="374"/>
                    </a:cubicBezTo>
                    <a:cubicBezTo>
                      <a:pt x="69" y="373"/>
                      <a:pt x="69" y="373"/>
                      <a:pt x="69" y="373"/>
                    </a:cubicBezTo>
                    <a:cubicBezTo>
                      <a:pt x="67" y="372"/>
                      <a:pt x="63" y="371"/>
                      <a:pt x="63" y="368"/>
                    </a:cubicBezTo>
                    <a:cubicBezTo>
                      <a:pt x="62" y="371"/>
                      <a:pt x="65" y="370"/>
                      <a:pt x="66" y="373"/>
                    </a:cubicBezTo>
                    <a:cubicBezTo>
                      <a:pt x="66" y="377"/>
                      <a:pt x="62" y="372"/>
                      <a:pt x="62" y="371"/>
                    </a:cubicBezTo>
                    <a:cubicBezTo>
                      <a:pt x="64" y="370"/>
                      <a:pt x="58" y="367"/>
                      <a:pt x="56" y="364"/>
                    </a:cubicBezTo>
                    <a:cubicBezTo>
                      <a:pt x="56" y="363"/>
                      <a:pt x="55" y="361"/>
                      <a:pt x="55" y="360"/>
                    </a:cubicBezTo>
                    <a:cubicBezTo>
                      <a:pt x="53" y="360"/>
                      <a:pt x="53" y="360"/>
                      <a:pt x="53" y="360"/>
                    </a:cubicBezTo>
                    <a:cubicBezTo>
                      <a:pt x="56" y="357"/>
                      <a:pt x="49" y="356"/>
                      <a:pt x="49" y="353"/>
                    </a:cubicBezTo>
                    <a:cubicBezTo>
                      <a:pt x="50" y="354"/>
                      <a:pt x="51" y="353"/>
                      <a:pt x="51" y="351"/>
                    </a:cubicBezTo>
                    <a:cubicBezTo>
                      <a:pt x="50" y="355"/>
                      <a:pt x="45" y="349"/>
                      <a:pt x="44" y="350"/>
                    </a:cubicBezTo>
                    <a:cubicBezTo>
                      <a:pt x="42" y="345"/>
                      <a:pt x="48" y="349"/>
                      <a:pt x="48" y="347"/>
                    </a:cubicBezTo>
                    <a:cubicBezTo>
                      <a:pt x="45" y="346"/>
                      <a:pt x="46" y="341"/>
                      <a:pt x="43" y="341"/>
                    </a:cubicBezTo>
                    <a:cubicBezTo>
                      <a:pt x="44" y="345"/>
                      <a:pt x="41" y="341"/>
                      <a:pt x="40" y="341"/>
                    </a:cubicBezTo>
                    <a:cubicBezTo>
                      <a:pt x="38" y="337"/>
                      <a:pt x="41" y="341"/>
                      <a:pt x="40" y="338"/>
                    </a:cubicBezTo>
                    <a:cubicBezTo>
                      <a:pt x="39" y="336"/>
                      <a:pt x="36" y="335"/>
                      <a:pt x="37" y="338"/>
                    </a:cubicBezTo>
                    <a:cubicBezTo>
                      <a:pt x="36" y="335"/>
                      <a:pt x="32" y="333"/>
                      <a:pt x="32" y="330"/>
                    </a:cubicBezTo>
                    <a:cubicBezTo>
                      <a:pt x="33" y="328"/>
                      <a:pt x="36" y="335"/>
                      <a:pt x="36" y="333"/>
                    </a:cubicBezTo>
                    <a:cubicBezTo>
                      <a:pt x="32" y="326"/>
                      <a:pt x="30" y="331"/>
                      <a:pt x="27" y="325"/>
                    </a:cubicBezTo>
                    <a:cubicBezTo>
                      <a:pt x="27" y="328"/>
                      <a:pt x="24" y="327"/>
                      <a:pt x="22" y="324"/>
                    </a:cubicBezTo>
                    <a:cubicBezTo>
                      <a:pt x="19" y="317"/>
                      <a:pt x="24" y="327"/>
                      <a:pt x="25" y="323"/>
                    </a:cubicBezTo>
                    <a:cubicBezTo>
                      <a:pt x="23" y="321"/>
                      <a:pt x="23" y="321"/>
                      <a:pt x="23" y="321"/>
                    </a:cubicBezTo>
                    <a:cubicBezTo>
                      <a:pt x="25" y="316"/>
                      <a:pt x="31" y="327"/>
                      <a:pt x="32" y="322"/>
                    </a:cubicBezTo>
                    <a:cubicBezTo>
                      <a:pt x="30" y="320"/>
                      <a:pt x="30" y="320"/>
                      <a:pt x="30" y="320"/>
                    </a:cubicBezTo>
                    <a:cubicBezTo>
                      <a:pt x="31" y="320"/>
                      <a:pt x="32" y="321"/>
                      <a:pt x="33" y="319"/>
                    </a:cubicBezTo>
                    <a:cubicBezTo>
                      <a:pt x="30" y="319"/>
                      <a:pt x="30" y="313"/>
                      <a:pt x="29" y="312"/>
                    </a:cubicBezTo>
                    <a:cubicBezTo>
                      <a:pt x="27" y="312"/>
                      <a:pt x="30" y="315"/>
                      <a:pt x="29" y="315"/>
                    </a:cubicBezTo>
                    <a:cubicBezTo>
                      <a:pt x="27" y="312"/>
                      <a:pt x="24" y="311"/>
                      <a:pt x="24" y="306"/>
                    </a:cubicBezTo>
                    <a:cubicBezTo>
                      <a:pt x="26" y="308"/>
                      <a:pt x="26" y="304"/>
                      <a:pt x="27" y="305"/>
                    </a:cubicBezTo>
                    <a:cubicBezTo>
                      <a:pt x="27" y="303"/>
                      <a:pt x="25" y="305"/>
                      <a:pt x="25" y="301"/>
                    </a:cubicBezTo>
                    <a:cubicBezTo>
                      <a:pt x="26" y="301"/>
                      <a:pt x="26" y="301"/>
                      <a:pt x="26" y="301"/>
                    </a:cubicBezTo>
                    <a:cubicBezTo>
                      <a:pt x="23" y="289"/>
                      <a:pt x="22" y="272"/>
                      <a:pt x="18" y="260"/>
                    </a:cubicBezTo>
                    <a:cubicBezTo>
                      <a:pt x="20" y="258"/>
                      <a:pt x="20" y="254"/>
                      <a:pt x="21" y="247"/>
                    </a:cubicBezTo>
                    <a:cubicBezTo>
                      <a:pt x="21" y="250"/>
                      <a:pt x="19" y="247"/>
                      <a:pt x="19" y="246"/>
                    </a:cubicBezTo>
                    <a:cubicBezTo>
                      <a:pt x="21" y="242"/>
                      <a:pt x="21" y="242"/>
                      <a:pt x="21" y="242"/>
                    </a:cubicBezTo>
                    <a:cubicBezTo>
                      <a:pt x="23" y="239"/>
                      <a:pt x="22" y="233"/>
                      <a:pt x="21" y="230"/>
                    </a:cubicBezTo>
                    <a:cubicBezTo>
                      <a:pt x="22" y="229"/>
                      <a:pt x="22" y="229"/>
                      <a:pt x="23" y="229"/>
                    </a:cubicBezTo>
                    <a:cubicBezTo>
                      <a:pt x="24" y="225"/>
                      <a:pt x="22" y="225"/>
                      <a:pt x="22" y="224"/>
                    </a:cubicBezTo>
                    <a:cubicBezTo>
                      <a:pt x="23" y="221"/>
                      <a:pt x="23" y="221"/>
                      <a:pt x="23" y="221"/>
                    </a:cubicBezTo>
                    <a:cubicBezTo>
                      <a:pt x="22" y="221"/>
                      <a:pt x="22" y="221"/>
                      <a:pt x="22" y="221"/>
                    </a:cubicBezTo>
                    <a:cubicBezTo>
                      <a:pt x="22" y="217"/>
                      <a:pt x="23" y="213"/>
                      <a:pt x="25" y="213"/>
                    </a:cubicBezTo>
                    <a:cubicBezTo>
                      <a:pt x="25" y="212"/>
                      <a:pt x="25" y="211"/>
                      <a:pt x="24" y="212"/>
                    </a:cubicBezTo>
                    <a:cubicBezTo>
                      <a:pt x="26" y="209"/>
                      <a:pt x="28" y="200"/>
                      <a:pt x="29" y="193"/>
                    </a:cubicBezTo>
                    <a:cubicBezTo>
                      <a:pt x="28" y="196"/>
                      <a:pt x="27" y="196"/>
                      <a:pt x="26" y="196"/>
                    </a:cubicBezTo>
                    <a:cubicBezTo>
                      <a:pt x="24" y="194"/>
                      <a:pt x="27" y="194"/>
                      <a:pt x="26" y="191"/>
                    </a:cubicBezTo>
                    <a:cubicBezTo>
                      <a:pt x="27" y="192"/>
                      <a:pt x="28" y="189"/>
                      <a:pt x="28" y="192"/>
                    </a:cubicBezTo>
                    <a:cubicBezTo>
                      <a:pt x="33" y="185"/>
                      <a:pt x="36" y="173"/>
                      <a:pt x="40" y="164"/>
                    </a:cubicBezTo>
                    <a:cubicBezTo>
                      <a:pt x="40" y="162"/>
                      <a:pt x="40" y="162"/>
                      <a:pt x="39" y="161"/>
                    </a:cubicBezTo>
                    <a:cubicBezTo>
                      <a:pt x="45" y="156"/>
                      <a:pt x="47" y="148"/>
                      <a:pt x="51" y="142"/>
                    </a:cubicBezTo>
                    <a:cubicBezTo>
                      <a:pt x="49" y="143"/>
                      <a:pt x="48" y="139"/>
                      <a:pt x="50" y="136"/>
                    </a:cubicBezTo>
                    <a:cubicBezTo>
                      <a:pt x="51" y="131"/>
                      <a:pt x="53" y="136"/>
                      <a:pt x="56" y="133"/>
                    </a:cubicBezTo>
                    <a:cubicBezTo>
                      <a:pt x="57" y="131"/>
                      <a:pt x="59" y="128"/>
                      <a:pt x="60" y="127"/>
                    </a:cubicBezTo>
                    <a:cubicBezTo>
                      <a:pt x="60" y="127"/>
                      <a:pt x="60" y="127"/>
                      <a:pt x="60" y="127"/>
                    </a:cubicBezTo>
                    <a:cubicBezTo>
                      <a:pt x="61" y="125"/>
                      <a:pt x="63" y="121"/>
                      <a:pt x="65" y="120"/>
                    </a:cubicBezTo>
                    <a:cubicBezTo>
                      <a:pt x="65" y="120"/>
                      <a:pt x="65" y="120"/>
                      <a:pt x="65" y="120"/>
                    </a:cubicBezTo>
                    <a:cubicBezTo>
                      <a:pt x="67" y="118"/>
                      <a:pt x="69" y="117"/>
                      <a:pt x="71" y="115"/>
                    </a:cubicBezTo>
                    <a:cubicBezTo>
                      <a:pt x="70" y="113"/>
                      <a:pt x="75" y="109"/>
                      <a:pt x="74" y="107"/>
                    </a:cubicBezTo>
                    <a:cubicBezTo>
                      <a:pt x="75" y="107"/>
                      <a:pt x="74" y="107"/>
                      <a:pt x="75" y="107"/>
                    </a:cubicBezTo>
                    <a:cubicBezTo>
                      <a:pt x="74" y="106"/>
                      <a:pt x="74" y="106"/>
                      <a:pt x="74" y="106"/>
                    </a:cubicBezTo>
                    <a:cubicBezTo>
                      <a:pt x="78" y="103"/>
                      <a:pt x="78" y="103"/>
                      <a:pt x="78" y="103"/>
                    </a:cubicBezTo>
                    <a:cubicBezTo>
                      <a:pt x="78" y="104"/>
                      <a:pt x="78" y="105"/>
                      <a:pt x="78" y="106"/>
                    </a:cubicBezTo>
                    <a:cubicBezTo>
                      <a:pt x="82" y="103"/>
                      <a:pt x="78" y="104"/>
                      <a:pt x="79" y="101"/>
                    </a:cubicBezTo>
                    <a:cubicBezTo>
                      <a:pt x="81" y="98"/>
                      <a:pt x="82" y="99"/>
                      <a:pt x="84" y="99"/>
                    </a:cubicBezTo>
                    <a:cubicBezTo>
                      <a:pt x="84" y="100"/>
                      <a:pt x="82" y="100"/>
                      <a:pt x="81" y="101"/>
                    </a:cubicBezTo>
                    <a:cubicBezTo>
                      <a:pt x="81" y="103"/>
                      <a:pt x="83" y="100"/>
                      <a:pt x="84" y="101"/>
                    </a:cubicBezTo>
                    <a:cubicBezTo>
                      <a:pt x="85" y="100"/>
                      <a:pt x="84" y="98"/>
                      <a:pt x="86" y="97"/>
                    </a:cubicBezTo>
                    <a:cubicBezTo>
                      <a:pt x="88" y="96"/>
                      <a:pt x="92" y="92"/>
                      <a:pt x="92" y="93"/>
                    </a:cubicBezTo>
                    <a:cubicBezTo>
                      <a:pt x="93" y="91"/>
                      <a:pt x="95" y="90"/>
                      <a:pt x="96" y="88"/>
                    </a:cubicBezTo>
                    <a:cubicBezTo>
                      <a:pt x="94" y="89"/>
                      <a:pt x="91" y="91"/>
                      <a:pt x="90" y="91"/>
                    </a:cubicBezTo>
                    <a:cubicBezTo>
                      <a:pt x="91" y="90"/>
                      <a:pt x="94" y="87"/>
                      <a:pt x="94" y="87"/>
                    </a:cubicBezTo>
                    <a:cubicBezTo>
                      <a:pt x="94" y="88"/>
                      <a:pt x="94" y="88"/>
                      <a:pt x="94" y="88"/>
                    </a:cubicBezTo>
                    <a:cubicBezTo>
                      <a:pt x="94" y="87"/>
                      <a:pt x="99" y="84"/>
                      <a:pt x="96" y="85"/>
                    </a:cubicBezTo>
                    <a:cubicBezTo>
                      <a:pt x="100" y="84"/>
                      <a:pt x="100" y="84"/>
                      <a:pt x="100" y="84"/>
                    </a:cubicBezTo>
                    <a:cubicBezTo>
                      <a:pt x="100" y="82"/>
                      <a:pt x="103" y="80"/>
                      <a:pt x="105" y="78"/>
                    </a:cubicBezTo>
                    <a:cubicBezTo>
                      <a:pt x="106" y="80"/>
                      <a:pt x="106" y="82"/>
                      <a:pt x="110" y="80"/>
                    </a:cubicBezTo>
                    <a:cubicBezTo>
                      <a:pt x="113" y="76"/>
                      <a:pt x="113" y="76"/>
                      <a:pt x="113" y="76"/>
                    </a:cubicBezTo>
                    <a:cubicBezTo>
                      <a:pt x="115" y="74"/>
                      <a:pt x="116" y="74"/>
                      <a:pt x="116" y="75"/>
                    </a:cubicBezTo>
                    <a:cubicBezTo>
                      <a:pt x="124" y="71"/>
                      <a:pt x="121" y="66"/>
                      <a:pt x="128" y="64"/>
                    </a:cubicBezTo>
                    <a:cubicBezTo>
                      <a:pt x="126" y="67"/>
                      <a:pt x="129" y="66"/>
                      <a:pt x="132" y="65"/>
                    </a:cubicBezTo>
                    <a:cubicBezTo>
                      <a:pt x="131" y="65"/>
                      <a:pt x="131" y="64"/>
                      <a:pt x="132" y="63"/>
                    </a:cubicBezTo>
                    <a:cubicBezTo>
                      <a:pt x="131" y="63"/>
                      <a:pt x="132" y="65"/>
                      <a:pt x="129" y="65"/>
                    </a:cubicBezTo>
                    <a:cubicBezTo>
                      <a:pt x="128" y="65"/>
                      <a:pt x="131" y="63"/>
                      <a:pt x="132" y="62"/>
                    </a:cubicBezTo>
                    <a:cubicBezTo>
                      <a:pt x="139" y="63"/>
                      <a:pt x="150" y="53"/>
                      <a:pt x="160" y="50"/>
                    </a:cubicBezTo>
                    <a:cubicBezTo>
                      <a:pt x="158" y="48"/>
                      <a:pt x="163" y="48"/>
                      <a:pt x="164" y="46"/>
                    </a:cubicBezTo>
                    <a:cubicBezTo>
                      <a:pt x="165" y="49"/>
                      <a:pt x="169" y="43"/>
                      <a:pt x="172" y="44"/>
                    </a:cubicBezTo>
                    <a:cubicBezTo>
                      <a:pt x="170" y="42"/>
                      <a:pt x="170" y="42"/>
                      <a:pt x="170" y="42"/>
                    </a:cubicBezTo>
                    <a:cubicBezTo>
                      <a:pt x="176" y="41"/>
                      <a:pt x="177" y="34"/>
                      <a:pt x="182" y="36"/>
                    </a:cubicBezTo>
                    <a:cubicBezTo>
                      <a:pt x="185" y="35"/>
                      <a:pt x="182" y="38"/>
                      <a:pt x="181" y="39"/>
                    </a:cubicBezTo>
                    <a:cubicBezTo>
                      <a:pt x="186" y="40"/>
                      <a:pt x="191" y="32"/>
                      <a:pt x="196" y="34"/>
                    </a:cubicBezTo>
                    <a:cubicBezTo>
                      <a:pt x="196" y="33"/>
                      <a:pt x="194" y="32"/>
                      <a:pt x="197" y="30"/>
                    </a:cubicBezTo>
                    <a:cubicBezTo>
                      <a:pt x="201" y="30"/>
                      <a:pt x="207" y="29"/>
                      <a:pt x="207" y="29"/>
                    </a:cubicBezTo>
                    <a:cubicBezTo>
                      <a:pt x="209" y="28"/>
                      <a:pt x="210" y="27"/>
                      <a:pt x="213" y="27"/>
                    </a:cubicBezTo>
                    <a:cubicBezTo>
                      <a:pt x="213" y="28"/>
                      <a:pt x="212" y="28"/>
                      <a:pt x="211" y="29"/>
                    </a:cubicBezTo>
                    <a:cubicBezTo>
                      <a:pt x="215" y="28"/>
                      <a:pt x="219" y="26"/>
                      <a:pt x="222" y="24"/>
                    </a:cubicBezTo>
                    <a:cubicBezTo>
                      <a:pt x="225" y="26"/>
                      <a:pt x="233" y="23"/>
                      <a:pt x="238" y="23"/>
                    </a:cubicBezTo>
                    <a:cubicBezTo>
                      <a:pt x="241" y="20"/>
                      <a:pt x="247" y="23"/>
                      <a:pt x="247" y="20"/>
                    </a:cubicBezTo>
                    <a:cubicBezTo>
                      <a:pt x="247" y="20"/>
                      <a:pt x="247" y="20"/>
                      <a:pt x="248" y="21"/>
                    </a:cubicBezTo>
                    <a:cubicBezTo>
                      <a:pt x="249" y="19"/>
                      <a:pt x="251" y="17"/>
                      <a:pt x="253" y="17"/>
                    </a:cubicBezTo>
                    <a:cubicBezTo>
                      <a:pt x="253" y="19"/>
                      <a:pt x="253" y="19"/>
                      <a:pt x="253" y="19"/>
                    </a:cubicBezTo>
                    <a:cubicBezTo>
                      <a:pt x="252" y="22"/>
                      <a:pt x="260" y="19"/>
                      <a:pt x="261" y="20"/>
                    </a:cubicBezTo>
                    <a:cubicBezTo>
                      <a:pt x="258" y="19"/>
                      <a:pt x="263" y="20"/>
                      <a:pt x="263" y="18"/>
                    </a:cubicBezTo>
                    <a:cubicBezTo>
                      <a:pt x="266" y="18"/>
                      <a:pt x="266" y="18"/>
                      <a:pt x="266" y="18"/>
                    </a:cubicBezTo>
                    <a:cubicBezTo>
                      <a:pt x="271" y="17"/>
                      <a:pt x="267" y="17"/>
                      <a:pt x="273" y="16"/>
                    </a:cubicBezTo>
                    <a:cubicBezTo>
                      <a:pt x="276" y="16"/>
                      <a:pt x="274" y="19"/>
                      <a:pt x="273" y="19"/>
                    </a:cubicBezTo>
                    <a:cubicBezTo>
                      <a:pt x="275" y="20"/>
                      <a:pt x="278" y="19"/>
                      <a:pt x="281" y="19"/>
                    </a:cubicBezTo>
                    <a:cubicBezTo>
                      <a:pt x="280" y="18"/>
                      <a:pt x="280" y="18"/>
                      <a:pt x="281" y="18"/>
                    </a:cubicBezTo>
                    <a:cubicBezTo>
                      <a:pt x="281" y="18"/>
                      <a:pt x="281" y="18"/>
                      <a:pt x="281" y="19"/>
                    </a:cubicBezTo>
                    <a:cubicBezTo>
                      <a:pt x="282" y="18"/>
                      <a:pt x="283" y="18"/>
                      <a:pt x="285" y="18"/>
                    </a:cubicBezTo>
                    <a:cubicBezTo>
                      <a:pt x="285" y="19"/>
                      <a:pt x="285" y="19"/>
                      <a:pt x="285" y="19"/>
                    </a:cubicBezTo>
                    <a:cubicBezTo>
                      <a:pt x="283" y="19"/>
                      <a:pt x="282" y="19"/>
                      <a:pt x="281" y="19"/>
                    </a:cubicBezTo>
                    <a:cubicBezTo>
                      <a:pt x="282" y="19"/>
                      <a:pt x="283" y="19"/>
                      <a:pt x="284" y="19"/>
                    </a:cubicBezTo>
                    <a:cubicBezTo>
                      <a:pt x="285" y="19"/>
                      <a:pt x="285" y="19"/>
                      <a:pt x="285" y="19"/>
                    </a:cubicBezTo>
                    <a:cubicBezTo>
                      <a:pt x="286" y="19"/>
                      <a:pt x="287" y="19"/>
                      <a:pt x="288" y="20"/>
                    </a:cubicBezTo>
                    <a:cubicBezTo>
                      <a:pt x="287" y="21"/>
                      <a:pt x="287" y="21"/>
                      <a:pt x="287" y="21"/>
                    </a:cubicBezTo>
                    <a:cubicBezTo>
                      <a:pt x="289" y="22"/>
                      <a:pt x="294" y="20"/>
                      <a:pt x="294" y="20"/>
                    </a:cubicBezTo>
                    <a:cubicBezTo>
                      <a:pt x="303" y="22"/>
                      <a:pt x="318" y="23"/>
                      <a:pt x="322" y="24"/>
                    </a:cubicBezTo>
                    <a:cubicBezTo>
                      <a:pt x="319" y="23"/>
                      <a:pt x="318" y="24"/>
                      <a:pt x="320" y="24"/>
                    </a:cubicBezTo>
                    <a:cubicBezTo>
                      <a:pt x="323" y="25"/>
                      <a:pt x="326" y="24"/>
                      <a:pt x="326" y="25"/>
                    </a:cubicBezTo>
                    <a:cubicBezTo>
                      <a:pt x="329" y="25"/>
                      <a:pt x="328" y="27"/>
                      <a:pt x="332" y="28"/>
                    </a:cubicBezTo>
                    <a:cubicBezTo>
                      <a:pt x="332" y="29"/>
                      <a:pt x="333" y="27"/>
                      <a:pt x="332" y="27"/>
                    </a:cubicBezTo>
                    <a:cubicBezTo>
                      <a:pt x="337" y="31"/>
                      <a:pt x="347" y="31"/>
                      <a:pt x="354" y="36"/>
                    </a:cubicBezTo>
                    <a:cubicBezTo>
                      <a:pt x="353" y="36"/>
                      <a:pt x="352" y="36"/>
                      <a:pt x="351" y="37"/>
                    </a:cubicBezTo>
                    <a:cubicBezTo>
                      <a:pt x="357" y="38"/>
                      <a:pt x="363" y="41"/>
                      <a:pt x="369" y="42"/>
                    </a:cubicBezTo>
                    <a:cubicBezTo>
                      <a:pt x="368" y="42"/>
                      <a:pt x="368" y="43"/>
                      <a:pt x="366" y="43"/>
                    </a:cubicBezTo>
                    <a:cubicBezTo>
                      <a:pt x="369" y="44"/>
                      <a:pt x="372" y="46"/>
                      <a:pt x="375" y="47"/>
                    </a:cubicBezTo>
                    <a:cubicBezTo>
                      <a:pt x="375" y="47"/>
                      <a:pt x="375" y="47"/>
                      <a:pt x="375" y="47"/>
                    </a:cubicBezTo>
                    <a:cubicBezTo>
                      <a:pt x="373" y="44"/>
                      <a:pt x="378" y="46"/>
                      <a:pt x="381" y="48"/>
                    </a:cubicBezTo>
                    <a:cubicBezTo>
                      <a:pt x="380" y="48"/>
                      <a:pt x="380" y="48"/>
                      <a:pt x="380" y="48"/>
                    </a:cubicBezTo>
                    <a:cubicBezTo>
                      <a:pt x="384" y="51"/>
                      <a:pt x="385" y="50"/>
                      <a:pt x="388" y="53"/>
                    </a:cubicBezTo>
                    <a:cubicBezTo>
                      <a:pt x="390" y="55"/>
                      <a:pt x="386" y="52"/>
                      <a:pt x="386" y="53"/>
                    </a:cubicBezTo>
                    <a:cubicBezTo>
                      <a:pt x="386" y="56"/>
                      <a:pt x="393" y="61"/>
                      <a:pt x="394" y="62"/>
                    </a:cubicBezTo>
                    <a:cubicBezTo>
                      <a:pt x="395" y="62"/>
                      <a:pt x="396" y="63"/>
                      <a:pt x="397" y="62"/>
                    </a:cubicBezTo>
                    <a:cubicBezTo>
                      <a:pt x="400" y="64"/>
                      <a:pt x="397" y="64"/>
                      <a:pt x="399" y="66"/>
                    </a:cubicBezTo>
                    <a:cubicBezTo>
                      <a:pt x="409" y="69"/>
                      <a:pt x="409" y="69"/>
                      <a:pt x="409" y="69"/>
                    </a:cubicBezTo>
                    <a:cubicBezTo>
                      <a:pt x="408" y="69"/>
                      <a:pt x="410" y="73"/>
                      <a:pt x="407" y="71"/>
                    </a:cubicBezTo>
                    <a:cubicBezTo>
                      <a:pt x="412" y="76"/>
                      <a:pt x="417" y="77"/>
                      <a:pt x="422" y="80"/>
                    </a:cubicBezTo>
                    <a:cubicBezTo>
                      <a:pt x="423" y="82"/>
                      <a:pt x="428" y="87"/>
                      <a:pt x="430" y="89"/>
                    </a:cubicBezTo>
                    <a:cubicBezTo>
                      <a:pt x="429" y="90"/>
                      <a:pt x="428" y="87"/>
                      <a:pt x="427" y="87"/>
                    </a:cubicBezTo>
                    <a:cubicBezTo>
                      <a:pt x="428" y="91"/>
                      <a:pt x="428" y="91"/>
                      <a:pt x="428" y="91"/>
                    </a:cubicBezTo>
                    <a:cubicBezTo>
                      <a:pt x="425" y="87"/>
                      <a:pt x="427" y="93"/>
                      <a:pt x="424" y="91"/>
                    </a:cubicBezTo>
                    <a:cubicBezTo>
                      <a:pt x="428" y="94"/>
                      <a:pt x="432" y="102"/>
                      <a:pt x="435" y="107"/>
                    </a:cubicBezTo>
                    <a:cubicBezTo>
                      <a:pt x="435" y="102"/>
                      <a:pt x="440" y="113"/>
                      <a:pt x="443" y="111"/>
                    </a:cubicBezTo>
                    <a:cubicBezTo>
                      <a:pt x="447" y="117"/>
                      <a:pt x="443" y="115"/>
                      <a:pt x="443" y="118"/>
                    </a:cubicBezTo>
                    <a:cubicBezTo>
                      <a:pt x="448" y="124"/>
                      <a:pt x="451" y="130"/>
                      <a:pt x="453" y="136"/>
                    </a:cubicBezTo>
                    <a:cubicBezTo>
                      <a:pt x="453" y="136"/>
                      <a:pt x="453" y="136"/>
                      <a:pt x="453" y="136"/>
                    </a:cubicBezTo>
                    <a:cubicBezTo>
                      <a:pt x="456" y="141"/>
                      <a:pt x="459" y="150"/>
                      <a:pt x="464" y="155"/>
                    </a:cubicBezTo>
                    <a:cubicBezTo>
                      <a:pt x="463" y="154"/>
                      <a:pt x="463" y="155"/>
                      <a:pt x="462" y="154"/>
                    </a:cubicBezTo>
                    <a:cubicBezTo>
                      <a:pt x="463" y="160"/>
                      <a:pt x="465" y="154"/>
                      <a:pt x="466" y="161"/>
                    </a:cubicBezTo>
                    <a:cubicBezTo>
                      <a:pt x="465" y="160"/>
                      <a:pt x="465" y="160"/>
                      <a:pt x="465" y="160"/>
                    </a:cubicBezTo>
                    <a:cubicBezTo>
                      <a:pt x="467" y="164"/>
                      <a:pt x="467" y="169"/>
                      <a:pt x="470" y="173"/>
                    </a:cubicBezTo>
                    <a:cubicBezTo>
                      <a:pt x="469" y="174"/>
                      <a:pt x="469" y="173"/>
                      <a:pt x="468" y="172"/>
                    </a:cubicBezTo>
                    <a:cubicBezTo>
                      <a:pt x="470" y="177"/>
                      <a:pt x="471" y="182"/>
                      <a:pt x="474" y="186"/>
                    </a:cubicBezTo>
                    <a:cubicBezTo>
                      <a:pt x="473" y="186"/>
                      <a:pt x="472" y="186"/>
                      <a:pt x="471" y="184"/>
                    </a:cubicBezTo>
                    <a:cubicBezTo>
                      <a:pt x="471" y="189"/>
                      <a:pt x="474" y="189"/>
                      <a:pt x="474" y="193"/>
                    </a:cubicBezTo>
                    <a:cubicBezTo>
                      <a:pt x="475" y="194"/>
                      <a:pt x="474" y="197"/>
                      <a:pt x="474" y="196"/>
                    </a:cubicBezTo>
                    <a:cubicBezTo>
                      <a:pt x="475" y="198"/>
                      <a:pt x="476" y="205"/>
                      <a:pt x="477" y="207"/>
                    </a:cubicBezTo>
                    <a:cubicBezTo>
                      <a:pt x="476" y="208"/>
                      <a:pt x="476" y="209"/>
                      <a:pt x="475" y="212"/>
                    </a:cubicBezTo>
                    <a:cubicBezTo>
                      <a:pt x="478" y="236"/>
                      <a:pt x="473" y="260"/>
                      <a:pt x="467" y="283"/>
                    </a:cubicBezTo>
                    <a:cubicBezTo>
                      <a:pt x="463" y="286"/>
                      <a:pt x="467" y="277"/>
                      <a:pt x="464" y="279"/>
                    </a:cubicBezTo>
                    <a:cubicBezTo>
                      <a:pt x="467" y="280"/>
                      <a:pt x="464" y="283"/>
                      <a:pt x="461" y="290"/>
                    </a:cubicBezTo>
                    <a:cubicBezTo>
                      <a:pt x="461" y="290"/>
                      <a:pt x="461" y="290"/>
                      <a:pt x="461" y="290"/>
                    </a:cubicBezTo>
                    <a:cubicBezTo>
                      <a:pt x="460" y="293"/>
                      <a:pt x="458" y="294"/>
                      <a:pt x="457" y="297"/>
                    </a:cubicBezTo>
                    <a:cubicBezTo>
                      <a:pt x="458" y="297"/>
                      <a:pt x="458" y="297"/>
                      <a:pt x="458" y="297"/>
                    </a:cubicBezTo>
                    <a:cubicBezTo>
                      <a:pt x="458" y="301"/>
                      <a:pt x="452" y="303"/>
                      <a:pt x="453" y="306"/>
                    </a:cubicBezTo>
                    <a:cubicBezTo>
                      <a:pt x="451" y="307"/>
                      <a:pt x="451" y="307"/>
                      <a:pt x="451" y="307"/>
                    </a:cubicBezTo>
                    <a:cubicBezTo>
                      <a:pt x="451" y="312"/>
                      <a:pt x="447" y="312"/>
                      <a:pt x="447" y="316"/>
                    </a:cubicBezTo>
                    <a:cubicBezTo>
                      <a:pt x="447" y="316"/>
                      <a:pt x="447" y="316"/>
                      <a:pt x="447" y="316"/>
                    </a:cubicBezTo>
                    <a:cubicBezTo>
                      <a:pt x="443" y="320"/>
                      <a:pt x="442" y="327"/>
                      <a:pt x="439" y="328"/>
                    </a:cubicBezTo>
                    <a:cubicBezTo>
                      <a:pt x="437" y="332"/>
                      <a:pt x="434" y="337"/>
                      <a:pt x="435" y="339"/>
                    </a:cubicBezTo>
                    <a:cubicBezTo>
                      <a:pt x="433" y="339"/>
                      <a:pt x="433" y="338"/>
                      <a:pt x="433" y="337"/>
                    </a:cubicBezTo>
                    <a:cubicBezTo>
                      <a:pt x="422" y="352"/>
                      <a:pt x="406" y="365"/>
                      <a:pt x="395" y="377"/>
                    </a:cubicBezTo>
                    <a:cubicBezTo>
                      <a:pt x="394" y="378"/>
                      <a:pt x="395" y="377"/>
                      <a:pt x="395" y="376"/>
                    </a:cubicBezTo>
                    <a:cubicBezTo>
                      <a:pt x="389" y="385"/>
                      <a:pt x="378" y="390"/>
                      <a:pt x="378" y="398"/>
                    </a:cubicBezTo>
                    <a:cubicBezTo>
                      <a:pt x="377" y="402"/>
                      <a:pt x="377" y="402"/>
                      <a:pt x="377" y="402"/>
                    </a:cubicBezTo>
                    <a:cubicBezTo>
                      <a:pt x="375" y="403"/>
                      <a:pt x="375" y="402"/>
                      <a:pt x="373" y="403"/>
                    </a:cubicBezTo>
                    <a:cubicBezTo>
                      <a:pt x="373" y="406"/>
                      <a:pt x="368" y="411"/>
                      <a:pt x="369" y="413"/>
                    </a:cubicBezTo>
                    <a:cubicBezTo>
                      <a:pt x="368" y="414"/>
                      <a:pt x="369" y="412"/>
                      <a:pt x="368" y="412"/>
                    </a:cubicBezTo>
                    <a:cubicBezTo>
                      <a:pt x="365" y="416"/>
                      <a:pt x="365" y="422"/>
                      <a:pt x="363" y="426"/>
                    </a:cubicBezTo>
                    <a:cubicBezTo>
                      <a:pt x="363" y="424"/>
                      <a:pt x="363" y="424"/>
                      <a:pt x="363" y="424"/>
                    </a:cubicBezTo>
                    <a:cubicBezTo>
                      <a:pt x="349" y="443"/>
                      <a:pt x="340" y="473"/>
                      <a:pt x="342" y="493"/>
                    </a:cubicBezTo>
                    <a:cubicBezTo>
                      <a:pt x="343" y="498"/>
                      <a:pt x="340" y="495"/>
                      <a:pt x="340" y="497"/>
                    </a:cubicBezTo>
                    <a:cubicBezTo>
                      <a:pt x="342" y="517"/>
                      <a:pt x="338" y="542"/>
                      <a:pt x="349" y="558"/>
                    </a:cubicBezTo>
                    <a:cubicBezTo>
                      <a:pt x="355" y="570"/>
                      <a:pt x="363" y="573"/>
                      <a:pt x="363" y="573"/>
                    </a:cubicBezTo>
                    <a:cubicBezTo>
                      <a:pt x="346" y="542"/>
                      <a:pt x="349" y="513"/>
                      <a:pt x="356" y="481"/>
                    </a:cubicBezTo>
                    <a:cubicBezTo>
                      <a:pt x="356" y="470"/>
                      <a:pt x="359" y="457"/>
                      <a:pt x="363" y="448"/>
                    </a:cubicBezTo>
                    <a:cubicBezTo>
                      <a:pt x="376" y="404"/>
                      <a:pt x="410" y="388"/>
                      <a:pt x="444" y="349"/>
                    </a:cubicBezTo>
                    <a:cubicBezTo>
                      <a:pt x="442" y="350"/>
                      <a:pt x="443" y="348"/>
                      <a:pt x="444" y="346"/>
                    </a:cubicBezTo>
                    <a:cubicBezTo>
                      <a:pt x="445" y="345"/>
                      <a:pt x="445" y="345"/>
                      <a:pt x="445" y="345"/>
                    </a:cubicBezTo>
                    <a:cubicBezTo>
                      <a:pt x="446" y="342"/>
                      <a:pt x="446" y="342"/>
                      <a:pt x="446" y="342"/>
                    </a:cubicBezTo>
                    <a:cubicBezTo>
                      <a:pt x="448" y="339"/>
                      <a:pt x="449" y="341"/>
                      <a:pt x="447" y="344"/>
                    </a:cubicBezTo>
                    <a:cubicBezTo>
                      <a:pt x="459" y="329"/>
                      <a:pt x="467" y="314"/>
                      <a:pt x="475" y="297"/>
                    </a:cubicBezTo>
                    <a:cubicBezTo>
                      <a:pt x="474" y="295"/>
                      <a:pt x="479" y="288"/>
                      <a:pt x="477" y="286"/>
                    </a:cubicBezTo>
                    <a:cubicBezTo>
                      <a:pt x="478" y="286"/>
                      <a:pt x="478" y="286"/>
                      <a:pt x="478" y="287"/>
                    </a:cubicBezTo>
                    <a:cubicBezTo>
                      <a:pt x="481" y="274"/>
                      <a:pt x="482" y="274"/>
                      <a:pt x="487" y="263"/>
                    </a:cubicBezTo>
                    <a:cubicBezTo>
                      <a:pt x="501" y="211"/>
                      <a:pt x="485" y="161"/>
                      <a:pt x="463" y="118"/>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4" name="Rectangle 77"/>
              <p:cNvSpPr>
                <a:spLocks noChangeArrowheads="1"/>
              </p:cNvSpPr>
              <p:nvPr/>
            </p:nvSpPr>
            <p:spPr bwMode="auto">
              <a:xfrm>
                <a:off x="4586" y="1893"/>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5" name="Freeform 78"/>
              <p:cNvSpPr/>
              <p:nvPr/>
            </p:nvSpPr>
            <p:spPr bwMode="auto">
              <a:xfrm>
                <a:off x="3937" y="2817"/>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6" name="Freeform 79"/>
              <p:cNvSpPr/>
              <p:nvPr/>
            </p:nvSpPr>
            <p:spPr bwMode="auto">
              <a:xfrm>
                <a:off x="4629" y="1859"/>
                <a:ext cx="2" cy="2"/>
              </a:xfrm>
              <a:custGeom>
                <a:avLst/>
                <a:gdLst>
                  <a:gd name="T0" fmla="*/ 2 w 2"/>
                  <a:gd name="T1" fmla="*/ 2 h 2"/>
                  <a:gd name="T2" fmla="*/ 2 w 2"/>
                  <a:gd name="T3" fmla="*/ 2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2"/>
                    </a:lnTo>
                    <a:lnTo>
                      <a:pt x="0" y="0"/>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7" name="Freeform 80"/>
              <p:cNvSpPr/>
              <p:nvPr/>
            </p:nvSpPr>
            <p:spPr bwMode="auto">
              <a:xfrm>
                <a:off x="3967" y="28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8" name="Freeform 81"/>
              <p:cNvSpPr/>
              <p:nvPr/>
            </p:nvSpPr>
            <p:spPr bwMode="auto">
              <a:xfrm>
                <a:off x="4618" y="1878"/>
                <a:ext cx="2" cy="4"/>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0"/>
                      <a:pt x="1" y="2"/>
                      <a:pt x="1" y="2"/>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9" name="Freeform 82"/>
              <p:cNvSpPr/>
              <p:nvPr/>
            </p:nvSpPr>
            <p:spPr bwMode="auto">
              <a:xfrm>
                <a:off x="3814" y="226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0" name="Freeform 83"/>
              <p:cNvSpPr/>
              <p:nvPr/>
            </p:nvSpPr>
            <p:spPr bwMode="auto">
              <a:xfrm>
                <a:off x="3876" y="243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1" name="Freeform 84"/>
              <p:cNvSpPr/>
              <p:nvPr/>
            </p:nvSpPr>
            <p:spPr bwMode="auto">
              <a:xfrm>
                <a:off x="4618" y="187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2" name="Freeform 85"/>
              <p:cNvSpPr/>
              <p:nvPr/>
            </p:nvSpPr>
            <p:spPr bwMode="auto">
              <a:xfrm>
                <a:off x="3801" y="227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3" name="Freeform 86"/>
              <p:cNvSpPr/>
              <p:nvPr/>
            </p:nvSpPr>
            <p:spPr bwMode="auto">
              <a:xfrm>
                <a:off x="3808" y="2266"/>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0"/>
                      <a:pt x="1" y="1"/>
                      <a:pt x="1"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4" name="Freeform 87"/>
              <p:cNvSpPr/>
              <p:nvPr/>
            </p:nvSpPr>
            <p:spPr bwMode="auto">
              <a:xfrm>
                <a:off x="3878" y="2393"/>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5" name="Freeform 88"/>
              <p:cNvSpPr/>
              <p:nvPr/>
            </p:nvSpPr>
            <p:spPr bwMode="auto">
              <a:xfrm>
                <a:off x="3810" y="2266"/>
                <a:ext cx="6" cy="0"/>
              </a:xfrm>
              <a:custGeom>
                <a:avLst/>
                <a:gdLst>
                  <a:gd name="T0" fmla="*/ 1 w 3"/>
                  <a:gd name="T1" fmla="*/ 0 w 3"/>
                  <a:gd name="T2" fmla="*/ 1 w 3"/>
                </a:gdLst>
                <a:ahLst/>
                <a:cxnLst>
                  <a:cxn ang="0">
                    <a:pos x="T0" y="0"/>
                  </a:cxn>
                  <a:cxn ang="0">
                    <a:pos x="T1" y="0"/>
                  </a:cxn>
                  <a:cxn ang="0">
                    <a:pos x="T2" y="0"/>
                  </a:cxn>
                </a:cxnLst>
                <a:rect l="0" t="0" r="r" b="b"/>
                <a:pathLst>
                  <a:path w="3">
                    <a:moveTo>
                      <a:pt x="1" y="0"/>
                    </a:moveTo>
                    <a:cubicBezTo>
                      <a:pt x="0" y="0"/>
                      <a:pt x="0" y="0"/>
                      <a:pt x="0" y="0"/>
                    </a:cubicBezTo>
                    <a:cubicBezTo>
                      <a:pt x="3"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6" name="Freeform 89"/>
              <p:cNvSpPr/>
              <p:nvPr/>
            </p:nvSpPr>
            <p:spPr bwMode="auto">
              <a:xfrm>
                <a:off x="3935" y="224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7" name="Freeform 90"/>
              <p:cNvSpPr/>
              <p:nvPr/>
            </p:nvSpPr>
            <p:spPr bwMode="auto">
              <a:xfrm>
                <a:off x="3876" y="2213"/>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8" name="Oval 91"/>
              <p:cNvSpPr>
                <a:spLocks noChangeArrowheads="1"/>
              </p:cNvSpPr>
              <p:nvPr/>
            </p:nvSpPr>
            <p:spPr bwMode="auto">
              <a:xfrm>
                <a:off x="3814" y="2266"/>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9" name="Freeform 92"/>
              <p:cNvSpPr/>
              <p:nvPr/>
            </p:nvSpPr>
            <p:spPr bwMode="auto">
              <a:xfrm>
                <a:off x="3801" y="2007"/>
                <a:ext cx="5" cy="7"/>
              </a:xfrm>
              <a:custGeom>
                <a:avLst/>
                <a:gdLst>
                  <a:gd name="T0" fmla="*/ 1 w 2"/>
                  <a:gd name="T1" fmla="*/ 0 h 3"/>
                  <a:gd name="T2" fmla="*/ 2 w 2"/>
                  <a:gd name="T3" fmla="*/ 3 h 3"/>
                  <a:gd name="T4" fmla="*/ 1 w 2"/>
                  <a:gd name="T5" fmla="*/ 2 h 3"/>
                  <a:gd name="T6" fmla="*/ 1 w 2"/>
                  <a:gd name="T7" fmla="*/ 0 h 3"/>
                </a:gdLst>
                <a:ahLst/>
                <a:cxnLst>
                  <a:cxn ang="0">
                    <a:pos x="T0" y="T1"/>
                  </a:cxn>
                  <a:cxn ang="0">
                    <a:pos x="T2" y="T3"/>
                  </a:cxn>
                  <a:cxn ang="0">
                    <a:pos x="T4" y="T5"/>
                  </a:cxn>
                  <a:cxn ang="0">
                    <a:pos x="T6" y="T7"/>
                  </a:cxn>
                </a:cxnLst>
                <a:rect l="0" t="0" r="r" b="b"/>
                <a:pathLst>
                  <a:path w="2" h="3">
                    <a:moveTo>
                      <a:pt x="1" y="0"/>
                    </a:moveTo>
                    <a:cubicBezTo>
                      <a:pt x="0" y="0"/>
                      <a:pt x="0" y="1"/>
                      <a:pt x="2" y="3"/>
                    </a:cubicBezTo>
                    <a:cubicBezTo>
                      <a:pt x="1" y="2"/>
                      <a:pt x="1" y="2"/>
                      <a:pt x="1" y="2"/>
                    </a:cubicBezTo>
                    <a:cubicBezTo>
                      <a:pt x="1" y="1"/>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0" name="Freeform 93"/>
              <p:cNvSpPr/>
              <p:nvPr/>
            </p:nvSpPr>
            <p:spPr bwMode="auto">
              <a:xfrm>
                <a:off x="3837" y="24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1" name="Freeform 94"/>
              <p:cNvSpPr/>
              <p:nvPr/>
            </p:nvSpPr>
            <p:spPr bwMode="auto">
              <a:xfrm>
                <a:off x="4398" y="2296"/>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2" name="Freeform 95"/>
              <p:cNvSpPr/>
              <p:nvPr/>
            </p:nvSpPr>
            <p:spPr bwMode="auto">
              <a:xfrm>
                <a:off x="4376" y="2249"/>
                <a:ext cx="227" cy="119"/>
              </a:xfrm>
              <a:custGeom>
                <a:avLst/>
                <a:gdLst>
                  <a:gd name="T0" fmla="*/ 90 w 107"/>
                  <a:gd name="T1" fmla="*/ 34 h 56"/>
                  <a:gd name="T2" fmla="*/ 75 w 107"/>
                  <a:gd name="T3" fmla="*/ 23 h 56"/>
                  <a:gd name="T4" fmla="*/ 59 w 107"/>
                  <a:gd name="T5" fmla="*/ 22 h 56"/>
                  <a:gd name="T6" fmla="*/ 54 w 107"/>
                  <a:gd name="T7" fmla="*/ 18 h 56"/>
                  <a:gd name="T8" fmla="*/ 44 w 107"/>
                  <a:gd name="T9" fmla="*/ 13 h 56"/>
                  <a:gd name="T10" fmla="*/ 37 w 107"/>
                  <a:gd name="T11" fmla="*/ 9 h 56"/>
                  <a:gd name="T12" fmla="*/ 30 w 107"/>
                  <a:gd name="T13" fmla="*/ 11 h 56"/>
                  <a:gd name="T14" fmla="*/ 20 w 107"/>
                  <a:gd name="T15" fmla="*/ 8 h 56"/>
                  <a:gd name="T16" fmla="*/ 15 w 107"/>
                  <a:gd name="T17" fmla="*/ 6 h 56"/>
                  <a:gd name="T18" fmla="*/ 9 w 107"/>
                  <a:gd name="T19" fmla="*/ 1 h 56"/>
                  <a:gd name="T20" fmla="*/ 6 w 107"/>
                  <a:gd name="T21" fmla="*/ 1 h 56"/>
                  <a:gd name="T22" fmla="*/ 3 w 107"/>
                  <a:gd name="T23" fmla="*/ 3 h 56"/>
                  <a:gd name="T24" fmla="*/ 0 w 107"/>
                  <a:gd name="T25" fmla="*/ 5 h 56"/>
                  <a:gd name="T26" fmla="*/ 1 w 107"/>
                  <a:gd name="T27" fmla="*/ 8 h 56"/>
                  <a:gd name="T28" fmla="*/ 6 w 107"/>
                  <a:gd name="T29" fmla="*/ 9 h 56"/>
                  <a:gd name="T30" fmla="*/ 8 w 107"/>
                  <a:gd name="T31" fmla="*/ 14 h 56"/>
                  <a:gd name="T32" fmla="*/ 3 w 107"/>
                  <a:gd name="T33" fmla="*/ 19 h 56"/>
                  <a:gd name="T34" fmla="*/ 5 w 107"/>
                  <a:gd name="T35" fmla="*/ 20 h 56"/>
                  <a:gd name="T36" fmla="*/ 8 w 107"/>
                  <a:gd name="T37" fmla="*/ 18 h 56"/>
                  <a:gd name="T38" fmla="*/ 8 w 107"/>
                  <a:gd name="T39" fmla="*/ 20 h 56"/>
                  <a:gd name="T40" fmla="*/ 12 w 107"/>
                  <a:gd name="T41" fmla="*/ 17 h 56"/>
                  <a:gd name="T42" fmla="*/ 11 w 107"/>
                  <a:gd name="T43" fmla="*/ 22 h 56"/>
                  <a:gd name="T44" fmla="*/ 11 w 107"/>
                  <a:gd name="T45" fmla="*/ 25 h 56"/>
                  <a:gd name="T46" fmla="*/ 13 w 107"/>
                  <a:gd name="T47" fmla="*/ 23 h 56"/>
                  <a:gd name="T48" fmla="*/ 14 w 107"/>
                  <a:gd name="T49" fmla="*/ 25 h 56"/>
                  <a:gd name="T50" fmla="*/ 17 w 107"/>
                  <a:gd name="T51" fmla="*/ 22 h 56"/>
                  <a:gd name="T52" fmla="*/ 21 w 107"/>
                  <a:gd name="T53" fmla="*/ 18 h 56"/>
                  <a:gd name="T54" fmla="*/ 20 w 107"/>
                  <a:gd name="T55" fmla="*/ 23 h 56"/>
                  <a:gd name="T56" fmla="*/ 24 w 107"/>
                  <a:gd name="T57" fmla="*/ 26 h 56"/>
                  <a:gd name="T58" fmla="*/ 26 w 107"/>
                  <a:gd name="T59" fmla="*/ 27 h 56"/>
                  <a:gd name="T60" fmla="*/ 28 w 107"/>
                  <a:gd name="T61" fmla="*/ 27 h 56"/>
                  <a:gd name="T62" fmla="*/ 33 w 107"/>
                  <a:gd name="T63" fmla="*/ 29 h 56"/>
                  <a:gd name="T64" fmla="*/ 35 w 107"/>
                  <a:gd name="T65" fmla="*/ 30 h 56"/>
                  <a:gd name="T66" fmla="*/ 36 w 107"/>
                  <a:gd name="T67" fmla="*/ 30 h 56"/>
                  <a:gd name="T68" fmla="*/ 38 w 107"/>
                  <a:gd name="T69" fmla="*/ 28 h 56"/>
                  <a:gd name="T70" fmla="*/ 39 w 107"/>
                  <a:gd name="T71" fmla="*/ 31 h 56"/>
                  <a:gd name="T72" fmla="*/ 41 w 107"/>
                  <a:gd name="T73" fmla="*/ 30 h 56"/>
                  <a:gd name="T74" fmla="*/ 44 w 107"/>
                  <a:gd name="T75" fmla="*/ 33 h 56"/>
                  <a:gd name="T76" fmla="*/ 48 w 107"/>
                  <a:gd name="T77" fmla="*/ 34 h 56"/>
                  <a:gd name="T78" fmla="*/ 50 w 107"/>
                  <a:gd name="T79" fmla="*/ 37 h 56"/>
                  <a:gd name="T80" fmla="*/ 52 w 107"/>
                  <a:gd name="T81" fmla="*/ 36 h 56"/>
                  <a:gd name="T82" fmla="*/ 52 w 107"/>
                  <a:gd name="T83" fmla="*/ 37 h 56"/>
                  <a:gd name="T84" fmla="*/ 55 w 107"/>
                  <a:gd name="T85" fmla="*/ 37 h 56"/>
                  <a:gd name="T86" fmla="*/ 58 w 107"/>
                  <a:gd name="T87" fmla="*/ 38 h 56"/>
                  <a:gd name="T88" fmla="*/ 61 w 107"/>
                  <a:gd name="T89" fmla="*/ 38 h 56"/>
                  <a:gd name="T90" fmla="*/ 67 w 107"/>
                  <a:gd name="T91" fmla="*/ 33 h 56"/>
                  <a:gd name="T92" fmla="*/ 67 w 107"/>
                  <a:gd name="T93" fmla="*/ 38 h 56"/>
                  <a:gd name="T94" fmla="*/ 71 w 107"/>
                  <a:gd name="T95" fmla="*/ 39 h 56"/>
                  <a:gd name="T96" fmla="*/ 73 w 107"/>
                  <a:gd name="T97" fmla="*/ 40 h 56"/>
                  <a:gd name="T98" fmla="*/ 79 w 107"/>
                  <a:gd name="T99" fmla="*/ 44 h 56"/>
                  <a:gd name="T100" fmla="*/ 81 w 107"/>
                  <a:gd name="T101" fmla="*/ 46 h 56"/>
                  <a:gd name="T102" fmla="*/ 90 w 107"/>
                  <a:gd name="T103" fmla="*/ 46 h 56"/>
                  <a:gd name="T104" fmla="*/ 93 w 107"/>
                  <a:gd name="T105" fmla="*/ 4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56">
                    <a:moveTo>
                      <a:pt x="102" y="41"/>
                    </a:moveTo>
                    <a:cubicBezTo>
                      <a:pt x="101" y="41"/>
                      <a:pt x="100" y="41"/>
                      <a:pt x="100" y="40"/>
                    </a:cubicBezTo>
                    <a:cubicBezTo>
                      <a:pt x="96" y="38"/>
                      <a:pt x="96" y="32"/>
                      <a:pt x="92" y="32"/>
                    </a:cubicBezTo>
                    <a:cubicBezTo>
                      <a:pt x="91" y="33"/>
                      <a:pt x="91" y="34"/>
                      <a:pt x="90" y="34"/>
                    </a:cubicBezTo>
                    <a:cubicBezTo>
                      <a:pt x="91" y="33"/>
                      <a:pt x="91" y="33"/>
                      <a:pt x="91" y="33"/>
                    </a:cubicBezTo>
                    <a:cubicBezTo>
                      <a:pt x="90" y="34"/>
                      <a:pt x="90" y="34"/>
                      <a:pt x="90" y="34"/>
                    </a:cubicBezTo>
                    <a:cubicBezTo>
                      <a:pt x="89" y="34"/>
                      <a:pt x="90" y="33"/>
                      <a:pt x="91" y="33"/>
                    </a:cubicBezTo>
                    <a:cubicBezTo>
                      <a:pt x="89" y="32"/>
                      <a:pt x="88" y="32"/>
                      <a:pt x="87" y="31"/>
                    </a:cubicBezTo>
                    <a:cubicBezTo>
                      <a:pt x="86" y="32"/>
                      <a:pt x="86" y="30"/>
                      <a:pt x="85" y="32"/>
                    </a:cubicBezTo>
                    <a:cubicBezTo>
                      <a:pt x="86" y="31"/>
                      <a:pt x="86" y="31"/>
                      <a:pt x="86" y="31"/>
                    </a:cubicBezTo>
                    <a:cubicBezTo>
                      <a:pt x="84" y="32"/>
                      <a:pt x="84" y="32"/>
                      <a:pt x="85" y="29"/>
                    </a:cubicBezTo>
                    <a:cubicBezTo>
                      <a:pt x="82" y="25"/>
                      <a:pt x="78" y="26"/>
                      <a:pt x="75" y="23"/>
                    </a:cubicBezTo>
                    <a:cubicBezTo>
                      <a:pt x="72" y="22"/>
                      <a:pt x="68" y="22"/>
                      <a:pt x="64" y="21"/>
                    </a:cubicBezTo>
                    <a:cubicBezTo>
                      <a:pt x="62" y="24"/>
                      <a:pt x="62" y="23"/>
                      <a:pt x="60" y="25"/>
                    </a:cubicBezTo>
                    <a:cubicBezTo>
                      <a:pt x="61" y="24"/>
                      <a:pt x="61" y="24"/>
                      <a:pt x="61" y="24"/>
                    </a:cubicBezTo>
                    <a:cubicBezTo>
                      <a:pt x="60" y="25"/>
                      <a:pt x="60" y="24"/>
                      <a:pt x="60" y="22"/>
                    </a:cubicBezTo>
                    <a:cubicBezTo>
                      <a:pt x="60" y="23"/>
                      <a:pt x="60" y="22"/>
                      <a:pt x="59" y="24"/>
                    </a:cubicBezTo>
                    <a:cubicBezTo>
                      <a:pt x="58" y="26"/>
                      <a:pt x="60" y="21"/>
                      <a:pt x="59" y="22"/>
                    </a:cubicBezTo>
                    <a:cubicBezTo>
                      <a:pt x="60" y="21"/>
                      <a:pt x="59" y="23"/>
                      <a:pt x="59" y="22"/>
                    </a:cubicBezTo>
                    <a:cubicBezTo>
                      <a:pt x="57" y="24"/>
                      <a:pt x="60" y="22"/>
                      <a:pt x="59" y="19"/>
                    </a:cubicBezTo>
                    <a:cubicBezTo>
                      <a:pt x="57" y="19"/>
                      <a:pt x="55" y="20"/>
                      <a:pt x="54" y="19"/>
                    </a:cubicBezTo>
                    <a:cubicBezTo>
                      <a:pt x="54" y="19"/>
                      <a:pt x="54" y="20"/>
                      <a:pt x="54" y="20"/>
                    </a:cubicBezTo>
                    <a:cubicBezTo>
                      <a:pt x="55" y="17"/>
                      <a:pt x="53" y="21"/>
                      <a:pt x="53" y="19"/>
                    </a:cubicBezTo>
                    <a:cubicBezTo>
                      <a:pt x="53" y="19"/>
                      <a:pt x="53" y="19"/>
                      <a:pt x="54" y="18"/>
                    </a:cubicBezTo>
                    <a:cubicBezTo>
                      <a:pt x="54" y="17"/>
                      <a:pt x="52" y="18"/>
                      <a:pt x="52" y="17"/>
                    </a:cubicBezTo>
                    <a:cubicBezTo>
                      <a:pt x="51" y="18"/>
                      <a:pt x="52" y="15"/>
                      <a:pt x="51" y="16"/>
                    </a:cubicBezTo>
                    <a:cubicBezTo>
                      <a:pt x="51" y="15"/>
                      <a:pt x="51" y="15"/>
                      <a:pt x="51" y="15"/>
                    </a:cubicBezTo>
                    <a:cubicBezTo>
                      <a:pt x="49" y="18"/>
                      <a:pt x="50" y="13"/>
                      <a:pt x="49" y="15"/>
                    </a:cubicBezTo>
                    <a:cubicBezTo>
                      <a:pt x="49" y="14"/>
                      <a:pt x="49" y="14"/>
                      <a:pt x="49" y="14"/>
                    </a:cubicBezTo>
                    <a:cubicBezTo>
                      <a:pt x="47" y="14"/>
                      <a:pt x="46" y="12"/>
                      <a:pt x="44" y="13"/>
                    </a:cubicBezTo>
                    <a:cubicBezTo>
                      <a:pt x="43" y="13"/>
                      <a:pt x="43" y="10"/>
                      <a:pt x="41" y="11"/>
                    </a:cubicBezTo>
                    <a:cubicBezTo>
                      <a:pt x="40" y="12"/>
                      <a:pt x="40" y="12"/>
                      <a:pt x="40" y="12"/>
                    </a:cubicBezTo>
                    <a:cubicBezTo>
                      <a:pt x="40" y="12"/>
                      <a:pt x="41" y="11"/>
                      <a:pt x="41" y="11"/>
                    </a:cubicBezTo>
                    <a:cubicBezTo>
                      <a:pt x="40" y="12"/>
                      <a:pt x="40" y="10"/>
                      <a:pt x="39" y="10"/>
                    </a:cubicBezTo>
                    <a:cubicBezTo>
                      <a:pt x="39" y="10"/>
                      <a:pt x="39" y="10"/>
                      <a:pt x="39" y="11"/>
                    </a:cubicBezTo>
                    <a:cubicBezTo>
                      <a:pt x="39" y="9"/>
                      <a:pt x="37" y="11"/>
                      <a:pt x="37" y="9"/>
                    </a:cubicBezTo>
                    <a:cubicBezTo>
                      <a:pt x="35" y="12"/>
                      <a:pt x="35" y="11"/>
                      <a:pt x="35" y="11"/>
                    </a:cubicBezTo>
                    <a:cubicBezTo>
                      <a:pt x="35" y="11"/>
                      <a:pt x="35" y="10"/>
                      <a:pt x="35" y="10"/>
                    </a:cubicBezTo>
                    <a:cubicBezTo>
                      <a:pt x="35" y="10"/>
                      <a:pt x="34" y="10"/>
                      <a:pt x="34" y="9"/>
                    </a:cubicBezTo>
                    <a:cubicBezTo>
                      <a:pt x="34" y="9"/>
                      <a:pt x="33" y="11"/>
                      <a:pt x="33" y="10"/>
                    </a:cubicBezTo>
                    <a:cubicBezTo>
                      <a:pt x="34" y="8"/>
                      <a:pt x="32" y="10"/>
                      <a:pt x="32" y="9"/>
                    </a:cubicBezTo>
                    <a:cubicBezTo>
                      <a:pt x="31" y="10"/>
                      <a:pt x="30" y="12"/>
                      <a:pt x="30" y="11"/>
                    </a:cubicBezTo>
                    <a:cubicBezTo>
                      <a:pt x="32" y="8"/>
                      <a:pt x="32" y="8"/>
                      <a:pt x="32" y="8"/>
                    </a:cubicBezTo>
                    <a:cubicBezTo>
                      <a:pt x="30" y="9"/>
                      <a:pt x="30" y="6"/>
                      <a:pt x="27" y="8"/>
                    </a:cubicBezTo>
                    <a:cubicBezTo>
                      <a:pt x="28" y="7"/>
                      <a:pt x="28" y="7"/>
                      <a:pt x="28" y="7"/>
                    </a:cubicBezTo>
                    <a:cubicBezTo>
                      <a:pt x="26" y="8"/>
                      <a:pt x="25" y="5"/>
                      <a:pt x="23" y="7"/>
                    </a:cubicBezTo>
                    <a:cubicBezTo>
                      <a:pt x="23" y="6"/>
                      <a:pt x="23" y="6"/>
                      <a:pt x="22" y="5"/>
                    </a:cubicBezTo>
                    <a:cubicBezTo>
                      <a:pt x="21" y="7"/>
                      <a:pt x="21" y="6"/>
                      <a:pt x="20" y="8"/>
                    </a:cubicBezTo>
                    <a:cubicBezTo>
                      <a:pt x="19" y="8"/>
                      <a:pt x="20" y="7"/>
                      <a:pt x="20" y="6"/>
                    </a:cubicBezTo>
                    <a:cubicBezTo>
                      <a:pt x="20" y="6"/>
                      <a:pt x="21" y="3"/>
                      <a:pt x="19" y="5"/>
                    </a:cubicBezTo>
                    <a:cubicBezTo>
                      <a:pt x="20" y="4"/>
                      <a:pt x="20" y="4"/>
                      <a:pt x="20" y="4"/>
                    </a:cubicBezTo>
                    <a:cubicBezTo>
                      <a:pt x="18" y="5"/>
                      <a:pt x="17" y="6"/>
                      <a:pt x="17" y="5"/>
                    </a:cubicBezTo>
                    <a:cubicBezTo>
                      <a:pt x="16" y="6"/>
                      <a:pt x="16" y="6"/>
                      <a:pt x="15" y="7"/>
                    </a:cubicBezTo>
                    <a:cubicBezTo>
                      <a:pt x="15" y="7"/>
                      <a:pt x="16" y="5"/>
                      <a:pt x="15" y="6"/>
                    </a:cubicBezTo>
                    <a:cubicBezTo>
                      <a:pt x="16" y="5"/>
                      <a:pt x="16" y="5"/>
                      <a:pt x="16" y="5"/>
                    </a:cubicBezTo>
                    <a:cubicBezTo>
                      <a:pt x="16" y="4"/>
                      <a:pt x="14" y="4"/>
                      <a:pt x="13" y="4"/>
                    </a:cubicBezTo>
                    <a:cubicBezTo>
                      <a:pt x="14" y="2"/>
                      <a:pt x="11" y="4"/>
                      <a:pt x="12" y="2"/>
                    </a:cubicBezTo>
                    <a:cubicBezTo>
                      <a:pt x="11" y="3"/>
                      <a:pt x="11" y="1"/>
                      <a:pt x="9" y="4"/>
                    </a:cubicBezTo>
                    <a:cubicBezTo>
                      <a:pt x="10" y="3"/>
                      <a:pt x="10" y="3"/>
                      <a:pt x="10" y="3"/>
                    </a:cubicBezTo>
                    <a:cubicBezTo>
                      <a:pt x="9" y="2"/>
                      <a:pt x="9" y="2"/>
                      <a:pt x="9" y="1"/>
                    </a:cubicBezTo>
                    <a:cubicBezTo>
                      <a:pt x="8" y="0"/>
                      <a:pt x="7" y="2"/>
                      <a:pt x="7" y="3"/>
                    </a:cubicBezTo>
                    <a:cubicBezTo>
                      <a:pt x="7" y="1"/>
                      <a:pt x="7" y="1"/>
                      <a:pt x="7" y="1"/>
                    </a:cubicBezTo>
                    <a:cubicBezTo>
                      <a:pt x="7" y="2"/>
                      <a:pt x="5" y="4"/>
                      <a:pt x="4" y="5"/>
                    </a:cubicBezTo>
                    <a:cubicBezTo>
                      <a:pt x="5" y="4"/>
                      <a:pt x="4" y="5"/>
                      <a:pt x="4" y="4"/>
                    </a:cubicBezTo>
                    <a:cubicBezTo>
                      <a:pt x="5" y="3"/>
                      <a:pt x="6" y="2"/>
                      <a:pt x="7" y="1"/>
                    </a:cubicBezTo>
                    <a:cubicBezTo>
                      <a:pt x="7" y="0"/>
                      <a:pt x="5" y="3"/>
                      <a:pt x="6" y="1"/>
                    </a:cubicBezTo>
                    <a:cubicBezTo>
                      <a:pt x="6" y="0"/>
                      <a:pt x="5" y="0"/>
                      <a:pt x="4" y="2"/>
                    </a:cubicBezTo>
                    <a:cubicBezTo>
                      <a:pt x="5" y="1"/>
                      <a:pt x="5" y="1"/>
                      <a:pt x="5" y="0"/>
                    </a:cubicBezTo>
                    <a:cubicBezTo>
                      <a:pt x="5" y="0"/>
                      <a:pt x="5" y="0"/>
                      <a:pt x="4" y="1"/>
                    </a:cubicBezTo>
                    <a:cubicBezTo>
                      <a:pt x="4" y="1"/>
                      <a:pt x="4" y="1"/>
                      <a:pt x="4" y="1"/>
                    </a:cubicBezTo>
                    <a:cubicBezTo>
                      <a:pt x="3" y="2"/>
                      <a:pt x="3" y="2"/>
                      <a:pt x="2" y="4"/>
                    </a:cubicBezTo>
                    <a:cubicBezTo>
                      <a:pt x="2" y="3"/>
                      <a:pt x="3" y="3"/>
                      <a:pt x="3" y="3"/>
                    </a:cubicBezTo>
                    <a:cubicBezTo>
                      <a:pt x="2" y="4"/>
                      <a:pt x="1" y="5"/>
                      <a:pt x="2" y="3"/>
                    </a:cubicBezTo>
                    <a:cubicBezTo>
                      <a:pt x="2" y="2"/>
                      <a:pt x="3" y="2"/>
                      <a:pt x="4" y="1"/>
                    </a:cubicBezTo>
                    <a:cubicBezTo>
                      <a:pt x="1" y="3"/>
                      <a:pt x="1" y="3"/>
                      <a:pt x="1" y="3"/>
                    </a:cubicBezTo>
                    <a:cubicBezTo>
                      <a:pt x="2" y="2"/>
                      <a:pt x="1" y="3"/>
                      <a:pt x="0" y="5"/>
                    </a:cubicBezTo>
                    <a:cubicBezTo>
                      <a:pt x="1" y="4"/>
                      <a:pt x="1" y="4"/>
                      <a:pt x="1" y="4"/>
                    </a:cubicBezTo>
                    <a:cubicBezTo>
                      <a:pt x="0" y="5"/>
                      <a:pt x="0" y="5"/>
                      <a:pt x="0" y="5"/>
                    </a:cubicBezTo>
                    <a:cubicBezTo>
                      <a:pt x="1" y="5"/>
                      <a:pt x="0" y="6"/>
                      <a:pt x="2" y="6"/>
                    </a:cubicBezTo>
                    <a:cubicBezTo>
                      <a:pt x="2" y="4"/>
                      <a:pt x="2" y="4"/>
                      <a:pt x="2" y="4"/>
                    </a:cubicBezTo>
                    <a:cubicBezTo>
                      <a:pt x="3" y="4"/>
                      <a:pt x="4" y="3"/>
                      <a:pt x="3" y="4"/>
                    </a:cubicBezTo>
                    <a:cubicBezTo>
                      <a:pt x="2" y="6"/>
                      <a:pt x="2" y="6"/>
                      <a:pt x="2" y="6"/>
                    </a:cubicBezTo>
                    <a:cubicBezTo>
                      <a:pt x="2" y="6"/>
                      <a:pt x="3" y="6"/>
                      <a:pt x="3" y="6"/>
                    </a:cubicBezTo>
                    <a:cubicBezTo>
                      <a:pt x="1" y="8"/>
                      <a:pt x="1" y="8"/>
                      <a:pt x="1" y="8"/>
                    </a:cubicBezTo>
                    <a:cubicBezTo>
                      <a:pt x="3" y="5"/>
                      <a:pt x="3" y="7"/>
                      <a:pt x="3" y="7"/>
                    </a:cubicBezTo>
                    <a:cubicBezTo>
                      <a:pt x="3" y="7"/>
                      <a:pt x="3" y="7"/>
                      <a:pt x="3" y="7"/>
                    </a:cubicBezTo>
                    <a:cubicBezTo>
                      <a:pt x="2" y="9"/>
                      <a:pt x="3" y="6"/>
                      <a:pt x="4" y="6"/>
                    </a:cubicBezTo>
                    <a:cubicBezTo>
                      <a:pt x="4" y="7"/>
                      <a:pt x="2" y="9"/>
                      <a:pt x="2" y="10"/>
                    </a:cubicBezTo>
                    <a:cubicBezTo>
                      <a:pt x="2" y="10"/>
                      <a:pt x="4" y="9"/>
                      <a:pt x="3" y="11"/>
                    </a:cubicBezTo>
                    <a:cubicBezTo>
                      <a:pt x="4" y="10"/>
                      <a:pt x="5" y="10"/>
                      <a:pt x="6" y="9"/>
                    </a:cubicBezTo>
                    <a:cubicBezTo>
                      <a:pt x="6" y="9"/>
                      <a:pt x="4" y="11"/>
                      <a:pt x="5" y="11"/>
                    </a:cubicBezTo>
                    <a:cubicBezTo>
                      <a:pt x="5" y="11"/>
                      <a:pt x="4" y="12"/>
                      <a:pt x="4" y="13"/>
                    </a:cubicBezTo>
                    <a:cubicBezTo>
                      <a:pt x="5" y="12"/>
                      <a:pt x="4" y="13"/>
                      <a:pt x="5" y="11"/>
                    </a:cubicBezTo>
                    <a:cubicBezTo>
                      <a:pt x="6" y="12"/>
                      <a:pt x="6" y="13"/>
                      <a:pt x="7" y="12"/>
                    </a:cubicBezTo>
                    <a:cubicBezTo>
                      <a:pt x="7" y="12"/>
                      <a:pt x="6" y="14"/>
                      <a:pt x="5" y="15"/>
                    </a:cubicBezTo>
                    <a:cubicBezTo>
                      <a:pt x="6" y="13"/>
                      <a:pt x="7" y="13"/>
                      <a:pt x="8" y="14"/>
                    </a:cubicBezTo>
                    <a:cubicBezTo>
                      <a:pt x="9" y="12"/>
                      <a:pt x="8" y="12"/>
                      <a:pt x="9" y="11"/>
                    </a:cubicBezTo>
                    <a:cubicBezTo>
                      <a:pt x="10" y="10"/>
                      <a:pt x="10" y="10"/>
                      <a:pt x="10" y="10"/>
                    </a:cubicBezTo>
                    <a:cubicBezTo>
                      <a:pt x="9" y="11"/>
                      <a:pt x="8" y="14"/>
                      <a:pt x="8" y="14"/>
                    </a:cubicBezTo>
                    <a:cubicBezTo>
                      <a:pt x="6" y="16"/>
                      <a:pt x="8" y="13"/>
                      <a:pt x="6" y="16"/>
                    </a:cubicBezTo>
                    <a:cubicBezTo>
                      <a:pt x="5" y="18"/>
                      <a:pt x="4" y="17"/>
                      <a:pt x="5" y="16"/>
                    </a:cubicBezTo>
                    <a:cubicBezTo>
                      <a:pt x="3" y="18"/>
                      <a:pt x="5" y="17"/>
                      <a:pt x="3" y="19"/>
                    </a:cubicBezTo>
                    <a:cubicBezTo>
                      <a:pt x="4" y="19"/>
                      <a:pt x="5" y="18"/>
                      <a:pt x="5" y="18"/>
                    </a:cubicBezTo>
                    <a:cubicBezTo>
                      <a:pt x="6" y="17"/>
                      <a:pt x="6" y="16"/>
                      <a:pt x="7" y="16"/>
                    </a:cubicBezTo>
                    <a:cubicBezTo>
                      <a:pt x="8" y="14"/>
                      <a:pt x="6" y="17"/>
                      <a:pt x="6" y="18"/>
                    </a:cubicBezTo>
                    <a:cubicBezTo>
                      <a:pt x="6" y="18"/>
                      <a:pt x="6" y="18"/>
                      <a:pt x="6" y="18"/>
                    </a:cubicBezTo>
                    <a:cubicBezTo>
                      <a:pt x="6" y="19"/>
                      <a:pt x="7" y="18"/>
                      <a:pt x="7" y="18"/>
                    </a:cubicBezTo>
                    <a:cubicBezTo>
                      <a:pt x="5" y="21"/>
                      <a:pt x="6" y="18"/>
                      <a:pt x="5" y="20"/>
                    </a:cubicBezTo>
                    <a:cubicBezTo>
                      <a:pt x="4" y="22"/>
                      <a:pt x="4" y="22"/>
                      <a:pt x="4" y="22"/>
                    </a:cubicBezTo>
                    <a:cubicBezTo>
                      <a:pt x="4" y="22"/>
                      <a:pt x="6" y="19"/>
                      <a:pt x="6" y="20"/>
                    </a:cubicBezTo>
                    <a:cubicBezTo>
                      <a:pt x="5" y="21"/>
                      <a:pt x="5" y="21"/>
                      <a:pt x="5" y="21"/>
                    </a:cubicBezTo>
                    <a:cubicBezTo>
                      <a:pt x="6" y="21"/>
                      <a:pt x="6" y="21"/>
                      <a:pt x="6" y="21"/>
                    </a:cubicBezTo>
                    <a:cubicBezTo>
                      <a:pt x="6" y="20"/>
                      <a:pt x="7" y="18"/>
                      <a:pt x="7" y="18"/>
                    </a:cubicBezTo>
                    <a:cubicBezTo>
                      <a:pt x="9" y="16"/>
                      <a:pt x="7" y="18"/>
                      <a:pt x="8" y="18"/>
                    </a:cubicBezTo>
                    <a:cubicBezTo>
                      <a:pt x="9" y="16"/>
                      <a:pt x="8" y="18"/>
                      <a:pt x="9" y="16"/>
                    </a:cubicBezTo>
                    <a:cubicBezTo>
                      <a:pt x="9" y="15"/>
                      <a:pt x="10" y="15"/>
                      <a:pt x="10" y="15"/>
                    </a:cubicBezTo>
                    <a:cubicBezTo>
                      <a:pt x="10" y="15"/>
                      <a:pt x="9" y="17"/>
                      <a:pt x="9" y="18"/>
                    </a:cubicBezTo>
                    <a:cubicBezTo>
                      <a:pt x="9" y="18"/>
                      <a:pt x="8" y="18"/>
                      <a:pt x="9" y="17"/>
                    </a:cubicBezTo>
                    <a:cubicBezTo>
                      <a:pt x="7" y="19"/>
                      <a:pt x="7" y="21"/>
                      <a:pt x="6" y="21"/>
                    </a:cubicBezTo>
                    <a:cubicBezTo>
                      <a:pt x="6" y="23"/>
                      <a:pt x="7" y="20"/>
                      <a:pt x="8" y="20"/>
                    </a:cubicBezTo>
                    <a:cubicBezTo>
                      <a:pt x="7" y="21"/>
                      <a:pt x="8" y="19"/>
                      <a:pt x="9" y="18"/>
                    </a:cubicBezTo>
                    <a:cubicBezTo>
                      <a:pt x="12" y="14"/>
                      <a:pt x="7" y="21"/>
                      <a:pt x="8" y="21"/>
                    </a:cubicBezTo>
                    <a:cubicBezTo>
                      <a:pt x="10" y="18"/>
                      <a:pt x="11" y="18"/>
                      <a:pt x="12" y="15"/>
                    </a:cubicBezTo>
                    <a:cubicBezTo>
                      <a:pt x="13" y="14"/>
                      <a:pt x="13" y="14"/>
                      <a:pt x="13" y="14"/>
                    </a:cubicBezTo>
                    <a:cubicBezTo>
                      <a:pt x="12" y="16"/>
                      <a:pt x="13" y="16"/>
                      <a:pt x="11" y="17"/>
                    </a:cubicBezTo>
                    <a:cubicBezTo>
                      <a:pt x="12" y="17"/>
                      <a:pt x="12" y="17"/>
                      <a:pt x="12" y="17"/>
                    </a:cubicBezTo>
                    <a:cubicBezTo>
                      <a:pt x="10" y="19"/>
                      <a:pt x="10" y="19"/>
                      <a:pt x="10" y="19"/>
                    </a:cubicBezTo>
                    <a:cubicBezTo>
                      <a:pt x="10" y="21"/>
                      <a:pt x="9" y="22"/>
                      <a:pt x="9" y="23"/>
                    </a:cubicBezTo>
                    <a:cubicBezTo>
                      <a:pt x="10" y="22"/>
                      <a:pt x="10" y="21"/>
                      <a:pt x="10" y="21"/>
                    </a:cubicBezTo>
                    <a:cubicBezTo>
                      <a:pt x="10" y="22"/>
                      <a:pt x="9" y="23"/>
                      <a:pt x="10" y="23"/>
                    </a:cubicBezTo>
                    <a:cubicBezTo>
                      <a:pt x="10" y="22"/>
                      <a:pt x="11" y="20"/>
                      <a:pt x="11" y="20"/>
                    </a:cubicBezTo>
                    <a:cubicBezTo>
                      <a:pt x="12" y="20"/>
                      <a:pt x="11" y="22"/>
                      <a:pt x="11" y="22"/>
                    </a:cubicBezTo>
                    <a:cubicBezTo>
                      <a:pt x="10" y="24"/>
                      <a:pt x="10" y="24"/>
                      <a:pt x="10" y="24"/>
                    </a:cubicBezTo>
                    <a:cubicBezTo>
                      <a:pt x="11" y="23"/>
                      <a:pt x="9" y="24"/>
                      <a:pt x="10" y="24"/>
                    </a:cubicBezTo>
                    <a:cubicBezTo>
                      <a:pt x="12" y="20"/>
                      <a:pt x="12" y="20"/>
                      <a:pt x="12" y="20"/>
                    </a:cubicBezTo>
                    <a:cubicBezTo>
                      <a:pt x="13" y="20"/>
                      <a:pt x="12" y="21"/>
                      <a:pt x="12" y="21"/>
                    </a:cubicBezTo>
                    <a:cubicBezTo>
                      <a:pt x="11" y="22"/>
                      <a:pt x="11" y="22"/>
                      <a:pt x="11" y="22"/>
                    </a:cubicBezTo>
                    <a:cubicBezTo>
                      <a:pt x="12" y="22"/>
                      <a:pt x="10" y="25"/>
                      <a:pt x="11" y="25"/>
                    </a:cubicBezTo>
                    <a:cubicBezTo>
                      <a:pt x="12" y="23"/>
                      <a:pt x="12" y="23"/>
                      <a:pt x="12" y="23"/>
                    </a:cubicBezTo>
                    <a:cubicBezTo>
                      <a:pt x="11" y="25"/>
                      <a:pt x="11" y="25"/>
                      <a:pt x="11" y="25"/>
                    </a:cubicBezTo>
                    <a:cubicBezTo>
                      <a:pt x="11" y="24"/>
                      <a:pt x="12" y="24"/>
                      <a:pt x="12" y="24"/>
                    </a:cubicBezTo>
                    <a:cubicBezTo>
                      <a:pt x="11" y="25"/>
                      <a:pt x="11" y="25"/>
                      <a:pt x="11" y="25"/>
                    </a:cubicBezTo>
                    <a:cubicBezTo>
                      <a:pt x="12" y="24"/>
                      <a:pt x="13" y="22"/>
                      <a:pt x="12" y="24"/>
                    </a:cubicBezTo>
                    <a:cubicBezTo>
                      <a:pt x="14" y="22"/>
                      <a:pt x="12" y="24"/>
                      <a:pt x="13" y="23"/>
                    </a:cubicBezTo>
                    <a:cubicBezTo>
                      <a:pt x="13" y="21"/>
                      <a:pt x="14" y="21"/>
                      <a:pt x="14" y="21"/>
                    </a:cubicBezTo>
                    <a:cubicBezTo>
                      <a:pt x="13" y="24"/>
                      <a:pt x="14" y="22"/>
                      <a:pt x="14" y="22"/>
                    </a:cubicBezTo>
                    <a:cubicBezTo>
                      <a:pt x="14" y="23"/>
                      <a:pt x="14" y="23"/>
                      <a:pt x="14" y="24"/>
                    </a:cubicBezTo>
                    <a:cubicBezTo>
                      <a:pt x="15" y="22"/>
                      <a:pt x="15" y="22"/>
                      <a:pt x="15" y="22"/>
                    </a:cubicBezTo>
                    <a:cubicBezTo>
                      <a:pt x="13" y="25"/>
                      <a:pt x="15" y="22"/>
                      <a:pt x="15" y="23"/>
                    </a:cubicBezTo>
                    <a:cubicBezTo>
                      <a:pt x="14" y="24"/>
                      <a:pt x="14" y="25"/>
                      <a:pt x="14" y="25"/>
                    </a:cubicBezTo>
                    <a:cubicBezTo>
                      <a:pt x="15" y="23"/>
                      <a:pt x="16" y="23"/>
                      <a:pt x="16" y="21"/>
                    </a:cubicBezTo>
                    <a:cubicBezTo>
                      <a:pt x="16" y="22"/>
                      <a:pt x="15" y="24"/>
                      <a:pt x="14" y="26"/>
                    </a:cubicBezTo>
                    <a:cubicBezTo>
                      <a:pt x="15" y="24"/>
                      <a:pt x="14" y="27"/>
                      <a:pt x="15" y="25"/>
                    </a:cubicBezTo>
                    <a:cubicBezTo>
                      <a:pt x="15" y="24"/>
                      <a:pt x="16" y="23"/>
                      <a:pt x="17" y="22"/>
                    </a:cubicBezTo>
                    <a:cubicBezTo>
                      <a:pt x="17" y="23"/>
                      <a:pt x="16" y="23"/>
                      <a:pt x="16" y="24"/>
                    </a:cubicBezTo>
                    <a:cubicBezTo>
                      <a:pt x="16" y="24"/>
                      <a:pt x="17" y="23"/>
                      <a:pt x="17" y="22"/>
                    </a:cubicBezTo>
                    <a:cubicBezTo>
                      <a:pt x="17" y="22"/>
                      <a:pt x="19" y="20"/>
                      <a:pt x="18" y="22"/>
                    </a:cubicBezTo>
                    <a:cubicBezTo>
                      <a:pt x="18" y="23"/>
                      <a:pt x="17" y="22"/>
                      <a:pt x="17" y="23"/>
                    </a:cubicBezTo>
                    <a:cubicBezTo>
                      <a:pt x="17" y="24"/>
                      <a:pt x="19" y="20"/>
                      <a:pt x="20" y="20"/>
                    </a:cubicBezTo>
                    <a:cubicBezTo>
                      <a:pt x="20" y="19"/>
                      <a:pt x="22" y="16"/>
                      <a:pt x="22" y="15"/>
                    </a:cubicBezTo>
                    <a:cubicBezTo>
                      <a:pt x="23" y="16"/>
                      <a:pt x="22" y="16"/>
                      <a:pt x="21" y="18"/>
                    </a:cubicBezTo>
                    <a:cubicBezTo>
                      <a:pt x="21" y="18"/>
                      <a:pt x="21" y="18"/>
                      <a:pt x="21" y="18"/>
                    </a:cubicBezTo>
                    <a:cubicBezTo>
                      <a:pt x="20" y="21"/>
                      <a:pt x="18" y="22"/>
                      <a:pt x="18" y="24"/>
                    </a:cubicBezTo>
                    <a:cubicBezTo>
                      <a:pt x="18" y="23"/>
                      <a:pt x="18" y="23"/>
                      <a:pt x="18" y="23"/>
                    </a:cubicBezTo>
                    <a:cubicBezTo>
                      <a:pt x="17" y="26"/>
                      <a:pt x="17" y="26"/>
                      <a:pt x="17" y="26"/>
                    </a:cubicBezTo>
                    <a:cubicBezTo>
                      <a:pt x="18" y="24"/>
                      <a:pt x="18" y="26"/>
                      <a:pt x="18" y="26"/>
                    </a:cubicBezTo>
                    <a:cubicBezTo>
                      <a:pt x="19" y="24"/>
                      <a:pt x="17" y="26"/>
                      <a:pt x="18" y="25"/>
                    </a:cubicBezTo>
                    <a:cubicBezTo>
                      <a:pt x="19" y="25"/>
                      <a:pt x="20" y="22"/>
                      <a:pt x="20" y="23"/>
                    </a:cubicBezTo>
                    <a:cubicBezTo>
                      <a:pt x="18" y="26"/>
                      <a:pt x="18" y="26"/>
                      <a:pt x="18" y="26"/>
                    </a:cubicBezTo>
                    <a:cubicBezTo>
                      <a:pt x="18" y="27"/>
                      <a:pt x="19" y="24"/>
                      <a:pt x="19" y="25"/>
                    </a:cubicBezTo>
                    <a:cubicBezTo>
                      <a:pt x="19" y="26"/>
                      <a:pt x="19" y="26"/>
                      <a:pt x="19" y="26"/>
                    </a:cubicBezTo>
                    <a:cubicBezTo>
                      <a:pt x="19" y="27"/>
                      <a:pt x="21" y="28"/>
                      <a:pt x="23" y="24"/>
                    </a:cubicBezTo>
                    <a:cubicBezTo>
                      <a:pt x="23" y="26"/>
                      <a:pt x="23" y="26"/>
                      <a:pt x="23" y="27"/>
                    </a:cubicBezTo>
                    <a:cubicBezTo>
                      <a:pt x="23" y="27"/>
                      <a:pt x="24" y="26"/>
                      <a:pt x="24" y="26"/>
                    </a:cubicBezTo>
                    <a:cubicBezTo>
                      <a:pt x="23" y="28"/>
                      <a:pt x="23" y="28"/>
                      <a:pt x="23" y="28"/>
                    </a:cubicBezTo>
                    <a:cubicBezTo>
                      <a:pt x="23" y="29"/>
                      <a:pt x="24" y="27"/>
                      <a:pt x="25" y="26"/>
                    </a:cubicBezTo>
                    <a:cubicBezTo>
                      <a:pt x="25" y="28"/>
                      <a:pt x="25" y="28"/>
                      <a:pt x="25" y="28"/>
                    </a:cubicBezTo>
                    <a:cubicBezTo>
                      <a:pt x="24" y="29"/>
                      <a:pt x="25" y="27"/>
                      <a:pt x="26" y="26"/>
                    </a:cubicBezTo>
                    <a:cubicBezTo>
                      <a:pt x="25" y="28"/>
                      <a:pt x="25" y="28"/>
                      <a:pt x="25" y="28"/>
                    </a:cubicBezTo>
                    <a:cubicBezTo>
                      <a:pt x="26" y="27"/>
                      <a:pt x="26" y="27"/>
                      <a:pt x="26" y="27"/>
                    </a:cubicBezTo>
                    <a:cubicBezTo>
                      <a:pt x="26" y="26"/>
                      <a:pt x="27" y="26"/>
                      <a:pt x="26" y="28"/>
                    </a:cubicBezTo>
                    <a:cubicBezTo>
                      <a:pt x="26" y="27"/>
                      <a:pt x="26" y="27"/>
                      <a:pt x="26" y="27"/>
                    </a:cubicBezTo>
                    <a:cubicBezTo>
                      <a:pt x="26" y="28"/>
                      <a:pt x="27" y="29"/>
                      <a:pt x="27" y="28"/>
                    </a:cubicBezTo>
                    <a:cubicBezTo>
                      <a:pt x="28" y="28"/>
                      <a:pt x="28" y="27"/>
                      <a:pt x="28" y="26"/>
                    </a:cubicBezTo>
                    <a:cubicBezTo>
                      <a:pt x="29" y="24"/>
                      <a:pt x="28" y="26"/>
                      <a:pt x="29" y="25"/>
                    </a:cubicBezTo>
                    <a:cubicBezTo>
                      <a:pt x="28" y="27"/>
                      <a:pt x="28" y="27"/>
                      <a:pt x="28" y="27"/>
                    </a:cubicBezTo>
                    <a:cubicBezTo>
                      <a:pt x="27" y="30"/>
                      <a:pt x="29" y="28"/>
                      <a:pt x="30" y="29"/>
                    </a:cubicBezTo>
                    <a:cubicBezTo>
                      <a:pt x="31" y="28"/>
                      <a:pt x="31" y="28"/>
                      <a:pt x="31" y="28"/>
                    </a:cubicBezTo>
                    <a:cubicBezTo>
                      <a:pt x="30" y="30"/>
                      <a:pt x="32" y="28"/>
                      <a:pt x="32" y="30"/>
                    </a:cubicBezTo>
                    <a:cubicBezTo>
                      <a:pt x="32" y="29"/>
                      <a:pt x="33" y="26"/>
                      <a:pt x="34" y="26"/>
                    </a:cubicBezTo>
                    <a:cubicBezTo>
                      <a:pt x="35" y="25"/>
                      <a:pt x="33" y="29"/>
                      <a:pt x="32" y="30"/>
                    </a:cubicBezTo>
                    <a:cubicBezTo>
                      <a:pt x="33" y="29"/>
                      <a:pt x="33" y="29"/>
                      <a:pt x="33" y="29"/>
                    </a:cubicBezTo>
                    <a:cubicBezTo>
                      <a:pt x="33" y="30"/>
                      <a:pt x="33" y="30"/>
                      <a:pt x="33" y="30"/>
                    </a:cubicBezTo>
                    <a:cubicBezTo>
                      <a:pt x="34" y="29"/>
                      <a:pt x="34" y="28"/>
                      <a:pt x="34" y="29"/>
                    </a:cubicBezTo>
                    <a:cubicBezTo>
                      <a:pt x="34" y="29"/>
                      <a:pt x="34" y="29"/>
                      <a:pt x="34" y="29"/>
                    </a:cubicBezTo>
                    <a:cubicBezTo>
                      <a:pt x="34" y="30"/>
                      <a:pt x="34" y="31"/>
                      <a:pt x="34" y="31"/>
                    </a:cubicBezTo>
                    <a:cubicBezTo>
                      <a:pt x="35" y="29"/>
                      <a:pt x="35" y="30"/>
                      <a:pt x="36" y="29"/>
                    </a:cubicBezTo>
                    <a:cubicBezTo>
                      <a:pt x="35" y="30"/>
                      <a:pt x="35" y="30"/>
                      <a:pt x="35" y="30"/>
                    </a:cubicBezTo>
                    <a:cubicBezTo>
                      <a:pt x="36" y="28"/>
                      <a:pt x="36" y="28"/>
                      <a:pt x="36" y="28"/>
                    </a:cubicBezTo>
                    <a:cubicBezTo>
                      <a:pt x="36" y="29"/>
                      <a:pt x="36" y="29"/>
                      <a:pt x="36" y="29"/>
                    </a:cubicBezTo>
                    <a:cubicBezTo>
                      <a:pt x="35" y="31"/>
                      <a:pt x="35" y="31"/>
                      <a:pt x="35" y="31"/>
                    </a:cubicBezTo>
                    <a:cubicBezTo>
                      <a:pt x="35" y="32"/>
                      <a:pt x="36" y="29"/>
                      <a:pt x="36" y="29"/>
                    </a:cubicBezTo>
                    <a:cubicBezTo>
                      <a:pt x="37" y="28"/>
                      <a:pt x="37" y="29"/>
                      <a:pt x="36" y="30"/>
                    </a:cubicBezTo>
                    <a:cubicBezTo>
                      <a:pt x="36" y="30"/>
                      <a:pt x="36" y="29"/>
                      <a:pt x="36" y="30"/>
                    </a:cubicBezTo>
                    <a:cubicBezTo>
                      <a:pt x="35" y="31"/>
                      <a:pt x="36" y="30"/>
                      <a:pt x="36" y="31"/>
                    </a:cubicBezTo>
                    <a:cubicBezTo>
                      <a:pt x="36" y="31"/>
                      <a:pt x="37" y="29"/>
                      <a:pt x="37" y="30"/>
                    </a:cubicBezTo>
                    <a:cubicBezTo>
                      <a:pt x="37" y="30"/>
                      <a:pt x="37" y="30"/>
                      <a:pt x="37" y="31"/>
                    </a:cubicBezTo>
                    <a:cubicBezTo>
                      <a:pt x="37" y="30"/>
                      <a:pt x="37" y="31"/>
                      <a:pt x="38" y="30"/>
                    </a:cubicBezTo>
                    <a:cubicBezTo>
                      <a:pt x="38" y="30"/>
                      <a:pt x="38" y="29"/>
                      <a:pt x="38" y="28"/>
                    </a:cubicBezTo>
                    <a:cubicBezTo>
                      <a:pt x="38" y="28"/>
                      <a:pt x="39" y="28"/>
                      <a:pt x="38" y="28"/>
                    </a:cubicBezTo>
                    <a:cubicBezTo>
                      <a:pt x="38" y="29"/>
                      <a:pt x="38" y="29"/>
                      <a:pt x="38" y="29"/>
                    </a:cubicBezTo>
                    <a:cubicBezTo>
                      <a:pt x="38" y="28"/>
                      <a:pt x="38" y="29"/>
                      <a:pt x="39" y="28"/>
                    </a:cubicBezTo>
                    <a:cubicBezTo>
                      <a:pt x="38" y="30"/>
                      <a:pt x="38" y="30"/>
                      <a:pt x="38" y="30"/>
                    </a:cubicBezTo>
                    <a:cubicBezTo>
                      <a:pt x="39" y="29"/>
                      <a:pt x="39" y="29"/>
                      <a:pt x="39" y="29"/>
                    </a:cubicBezTo>
                    <a:cubicBezTo>
                      <a:pt x="39" y="30"/>
                      <a:pt x="38" y="32"/>
                      <a:pt x="38" y="32"/>
                    </a:cubicBezTo>
                    <a:cubicBezTo>
                      <a:pt x="39" y="31"/>
                      <a:pt x="39" y="31"/>
                      <a:pt x="39" y="31"/>
                    </a:cubicBezTo>
                    <a:cubicBezTo>
                      <a:pt x="39" y="31"/>
                      <a:pt x="39" y="31"/>
                      <a:pt x="39" y="32"/>
                    </a:cubicBezTo>
                    <a:cubicBezTo>
                      <a:pt x="39" y="33"/>
                      <a:pt x="41" y="28"/>
                      <a:pt x="41" y="30"/>
                    </a:cubicBezTo>
                    <a:cubicBezTo>
                      <a:pt x="40" y="31"/>
                      <a:pt x="40" y="32"/>
                      <a:pt x="40" y="32"/>
                    </a:cubicBezTo>
                    <a:cubicBezTo>
                      <a:pt x="40" y="32"/>
                      <a:pt x="41" y="31"/>
                      <a:pt x="41" y="31"/>
                    </a:cubicBezTo>
                    <a:cubicBezTo>
                      <a:pt x="41" y="31"/>
                      <a:pt x="40" y="33"/>
                      <a:pt x="40" y="31"/>
                    </a:cubicBezTo>
                    <a:cubicBezTo>
                      <a:pt x="41" y="30"/>
                      <a:pt x="41" y="31"/>
                      <a:pt x="41" y="30"/>
                    </a:cubicBezTo>
                    <a:cubicBezTo>
                      <a:pt x="40" y="35"/>
                      <a:pt x="42" y="32"/>
                      <a:pt x="42" y="34"/>
                    </a:cubicBezTo>
                    <a:cubicBezTo>
                      <a:pt x="43" y="32"/>
                      <a:pt x="43" y="34"/>
                      <a:pt x="43" y="33"/>
                    </a:cubicBezTo>
                    <a:cubicBezTo>
                      <a:pt x="42" y="35"/>
                      <a:pt x="44" y="33"/>
                      <a:pt x="43" y="34"/>
                    </a:cubicBezTo>
                    <a:cubicBezTo>
                      <a:pt x="44" y="32"/>
                      <a:pt x="44" y="32"/>
                      <a:pt x="44" y="32"/>
                    </a:cubicBezTo>
                    <a:cubicBezTo>
                      <a:pt x="44" y="33"/>
                      <a:pt x="46" y="29"/>
                      <a:pt x="45" y="31"/>
                    </a:cubicBezTo>
                    <a:cubicBezTo>
                      <a:pt x="45" y="32"/>
                      <a:pt x="45" y="33"/>
                      <a:pt x="44" y="33"/>
                    </a:cubicBezTo>
                    <a:cubicBezTo>
                      <a:pt x="44" y="36"/>
                      <a:pt x="46" y="32"/>
                      <a:pt x="45" y="35"/>
                    </a:cubicBezTo>
                    <a:cubicBezTo>
                      <a:pt x="46" y="34"/>
                      <a:pt x="46" y="32"/>
                      <a:pt x="47" y="31"/>
                    </a:cubicBezTo>
                    <a:cubicBezTo>
                      <a:pt x="47" y="33"/>
                      <a:pt x="47" y="34"/>
                      <a:pt x="46" y="34"/>
                    </a:cubicBezTo>
                    <a:cubicBezTo>
                      <a:pt x="47" y="34"/>
                      <a:pt x="47" y="33"/>
                      <a:pt x="47" y="34"/>
                    </a:cubicBezTo>
                    <a:cubicBezTo>
                      <a:pt x="47" y="35"/>
                      <a:pt x="47" y="35"/>
                      <a:pt x="46" y="35"/>
                    </a:cubicBezTo>
                    <a:cubicBezTo>
                      <a:pt x="46" y="36"/>
                      <a:pt x="47" y="35"/>
                      <a:pt x="48" y="34"/>
                    </a:cubicBezTo>
                    <a:cubicBezTo>
                      <a:pt x="47" y="36"/>
                      <a:pt x="48" y="35"/>
                      <a:pt x="48" y="37"/>
                    </a:cubicBezTo>
                    <a:cubicBezTo>
                      <a:pt x="49" y="35"/>
                      <a:pt x="48" y="38"/>
                      <a:pt x="49" y="35"/>
                    </a:cubicBezTo>
                    <a:cubicBezTo>
                      <a:pt x="49" y="36"/>
                      <a:pt x="49" y="36"/>
                      <a:pt x="49" y="36"/>
                    </a:cubicBezTo>
                    <a:cubicBezTo>
                      <a:pt x="50" y="35"/>
                      <a:pt x="51" y="33"/>
                      <a:pt x="51" y="33"/>
                    </a:cubicBezTo>
                    <a:cubicBezTo>
                      <a:pt x="50" y="35"/>
                      <a:pt x="50" y="35"/>
                      <a:pt x="50" y="35"/>
                    </a:cubicBezTo>
                    <a:cubicBezTo>
                      <a:pt x="49" y="37"/>
                      <a:pt x="50" y="36"/>
                      <a:pt x="50" y="37"/>
                    </a:cubicBezTo>
                    <a:cubicBezTo>
                      <a:pt x="50" y="35"/>
                      <a:pt x="50" y="37"/>
                      <a:pt x="51" y="36"/>
                    </a:cubicBezTo>
                    <a:cubicBezTo>
                      <a:pt x="51" y="35"/>
                      <a:pt x="51" y="35"/>
                      <a:pt x="51" y="35"/>
                    </a:cubicBezTo>
                    <a:cubicBezTo>
                      <a:pt x="52" y="35"/>
                      <a:pt x="52" y="34"/>
                      <a:pt x="52" y="34"/>
                    </a:cubicBezTo>
                    <a:cubicBezTo>
                      <a:pt x="52" y="34"/>
                      <a:pt x="51" y="36"/>
                      <a:pt x="51" y="36"/>
                    </a:cubicBezTo>
                    <a:cubicBezTo>
                      <a:pt x="51" y="37"/>
                      <a:pt x="51" y="37"/>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7"/>
                      <a:pt x="52" y="37"/>
                      <a:pt x="52" y="37"/>
                    </a:cubicBezTo>
                    <a:cubicBezTo>
                      <a:pt x="52" y="37"/>
                      <a:pt x="52" y="37"/>
                      <a:pt x="52" y="37"/>
                    </a:cubicBezTo>
                    <a:cubicBezTo>
                      <a:pt x="52" y="37"/>
                      <a:pt x="52" y="37"/>
                      <a:pt x="52" y="37"/>
                    </a:cubicBezTo>
                    <a:cubicBezTo>
                      <a:pt x="51" y="39"/>
                      <a:pt x="51" y="39"/>
                      <a:pt x="51" y="39"/>
                    </a:cubicBezTo>
                    <a:cubicBezTo>
                      <a:pt x="51" y="39"/>
                      <a:pt x="52" y="37"/>
                      <a:pt x="53" y="37"/>
                    </a:cubicBezTo>
                    <a:cubicBezTo>
                      <a:pt x="53" y="38"/>
                      <a:pt x="54" y="37"/>
                      <a:pt x="55" y="37"/>
                    </a:cubicBezTo>
                    <a:cubicBezTo>
                      <a:pt x="55" y="37"/>
                      <a:pt x="54" y="38"/>
                      <a:pt x="55" y="37"/>
                    </a:cubicBezTo>
                    <a:cubicBezTo>
                      <a:pt x="55" y="37"/>
                      <a:pt x="56" y="36"/>
                      <a:pt x="55" y="37"/>
                    </a:cubicBezTo>
                    <a:cubicBezTo>
                      <a:pt x="56" y="36"/>
                      <a:pt x="55" y="38"/>
                      <a:pt x="55" y="38"/>
                    </a:cubicBezTo>
                    <a:cubicBezTo>
                      <a:pt x="55" y="38"/>
                      <a:pt x="56" y="37"/>
                      <a:pt x="56" y="37"/>
                    </a:cubicBezTo>
                    <a:cubicBezTo>
                      <a:pt x="55" y="39"/>
                      <a:pt x="58" y="36"/>
                      <a:pt x="57" y="38"/>
                    </a:cubicBezTo>
                    <a:cubicBezTo>
                      <a:pt x="58" y="37"/>
                      <a:pt x="57" y="38"/>
                      <a:pt x="57" y="39"/>
                    </a:cubicBezTo>
                    <a:cubicBezTo>
                      <a:pt x="57" y="38"/>
                      <a:pt x="58" y="38"/>
                      <a:pt x="59" y="36"/>
                    </a:cubicBezTo>
                    <a:cubicBezTo>
                      <a:pt x="58" y="38"/>
                      <a:pt x="58" y="38"/>
                      <a:pt x="58" y="38"/>
                    </a:cubicBezTo>
                    <a:cubicBezTo>
                      <a:pt x="59" y="38"/>
                      <a:pt x="59" y="38"/>
                      <a:pt x="60" y="37"/>
                    </a:cubicBezTo>
                    <a:cubicBezTo>
                      <a:pt x="60" y="36"/>
                      <a:pt x="61" y="35"/>
                      <a:pt x="61" y="35"/>
                    </a:cubicBezTo>
                    <a:cubicBezTo>
                      <a:pt x="61" y="35"/>
                      <a:pt x="61" y="35"/>
                      <a:pt x="61" y="35"/>
                    </a:cubicBezTo>
                    <a:cubicBezTo>
                      <a:pt x="61" y="36"/>
                      <a:pt x="62" y="35"/>
                      <a:pt x="62" y="35"/>
                    </a:cubicBezTo>
                    <a:cubicBezTo>
                      <a:pt x="62" y="36"/>
                      <a:pt x="62" y="35"/>
                      <a:pt x="61" y="36"/>
                    </a:cubicBezTo>
                    <a:cubicBezTo>
                      <a:pt x="60" y="39"/>
                      <a:pt x="61" y="38"/>
                      <a:pt x="61" y="38"/>
                    </a:cubicBezTo>
                    <a:cubicBezTo>
                      <a:pt x="62" y="37"/>
                      <a:pt x="62" y="37"/>
                      <a:pt x="62" y="37"/>
                    </a:cubicBezTo>
                    <a:cubicBezTo>
                      <a:pt x="63" y="36"/>
                      <a:pt x="61" y="38"/>
                      <a:pt x="62" y="38"/>
                    </a:cubicBezTo>
                    <a:cubicBezTo>
                      <a:pt x="64" y="34"/>
                      <a:pt x="64" y="34"/>
                      <a:pt x="64" y="34"/>
                    </a:cubicBezTo>
                    <a:cubicBezTo>
                      <a:pt x="64" y="34"/>
                      <a:pt x="64" y="36"/>
                      <a:pt x="63" y="37"/>
                    </a:cubicBezTo>
                    <a:cubicBezTo>
                      <a:pt x="64" y="37"/>
                      <a:pt x="65" y="34"/>
                      <a:pt x="66" y="33"/>
                    </a:cubicBezTo>
                    <a:cubicBezTo>
                      <a:pt x="66" y="34"/>
                      <a:pt x="67" y="33"/>
                      <a:pt x="67" y="33"/>
                    </a:cubicBezTo>
                    <a:cubicBezTo>
                      <a:pt x="67" y="34"/>
                      <a:pt x="67" y="33"/>
                      <a:pt x="67" y="34"/>
                    </a:cubicBezTo>
                    <a:cubicBezTo>
                      <a:pt x="66" y="35"/>
                      <a:pt x="66" y="35"/>
                      <a:pt x="66" y="35"/>
                    </a:cubicBezTo>
                    <a:cubicBezTo>
                      <a:pt x="66" y="35"/>
                      <a:pt x="65" y="37"/>
                      <a:pt x="65" y="38"/>
                    </a:cubicBezTo>
                    <a:cubicBezTo>
                      <a:pt x="65" y="37"/>
                      <a:pt x="66" y="39"/>
                      <a:pt x="66" y="39"/>
                    </a:cubicBezTo>
                    <a:cubicBezTo>
                      <a:pt x="67" y="36"/>
                      <a:pt x="67" y="38"/>
                      <a:pt x="68" y="36"/>
                    </a:cubicBezTo>
                    <a:cubicBezTo>
                      <a:pt x="69" y="36"/>
                      <a:pt x="67" y="38"/>
                      <a:pt x="67" y="38"/>
                    </a:cubicBezTo>
                    <a:cubicBezTo>
                      <a:pt x="68" y="38"/>
                      <a:pt x="68" y="39"/>
                      <a:pt x="69" y="39"/>
                    </a:cubicBezTo>
                    <a:cubicBezTo>
                      <a:pt x="69" y="39"/>
                      <a:pt x="69" y="39"/>
                      <a:pt x="69" y="39"/>
                    </a:cubicBezTo>
                    <a:cubicBezTo>
                      <a:pt x="69" y="38"/>
                      <a:pt x="70" y="39"/>
                      <a:pt x="71" y="38"/>
                    </a:cubicBezTo>
                    <a:cubicBezTo>
                      <a:pt x="70" y="39"/>
                      <a:pt x="70" y="39"/>
                      <a:pt x="70" y="39"/>
                    </a:cubicBezTo>
                    <a:cubicBezTo>
                      <a:pt x="70" y="40"/>
                      <a:pt x="72" y="36"/>
                      <a:pt x="72" y="37"/>
                    </a:cubicBezTo>
                    <a:cubicBezTo>
                      <a:pt x="71" y="39"/>
                      <a:pt x="71" y="39"/>
                      <a:pt x="71" y="39"/>
                    </a:cubicBezTo>
                    <a:cubicBezTo>
                      <a:pt x="72" y="38"/>
                      <a:pt x="71" y="40"/>
                      <a:pt x="72" y="38"/>
                    </a:cubicBezTo>
                    <a:cubicBezTo>
                      <a:pt x="72" y="39"/>
                      <a:pt x="72" y="39"/>
                      <a:pt x="72" y="39"/>
                    </a:cubicBezTo>
                    <a:cubicBezTo>
                      <a:pt x="72" y="39"/>
                      <a:pt x="73" y="39"/>
                      <a:pt x="74" y="38"/>
                    </a:cubicBezTo>
                    <a:cubicBezTo>
                      <a:pt x="73" y="40"/>
                      <a:pt x="73" y="40"/>
                      <a:pt x="73" y="40"/>
                    </a:cubicBezTo>
                    <a:cubicBezTo>
                      <a:pt x="72" y="41"/>
                      <a:pt x="74" y="38"/>
                      <a:pt x="74" y="39"/>
                    </a:cubicBezTo>
                    <a:cubicBezTo>
                      <a:pt x="74" y="39"/>
                      <a:pt x="74" y="40"/>
                      <a:pt x="73" y="40"/>
                    </a:cubicBezTo>
                    <a:cubicBezTo>
                      <a:pt x="74" y="39"/>
                      <a:pt x="75" y="39"/>
                      <a:pt x="75" y="39"/>
                    </a:cubicBezTo>
                    <a:cubicBezTo>
                      <a:pt x="74" y="41"/>
                      <a:pt x="74" y="41"/>
                      <a:pt x="74" y="41"/>
                    </a:cubicBezTo>
                    <a:cubicBezTo>
                      <a:pt x="76" y="42"/>
                      <a:pt x="77" y="43"/>
                      <a:pt x="80" y="42"/>
                    </a:cubicBezTo>
                    <a:cubicBezTo>
                      <a:pt x="79" y="44"/>
                      <a:pt x="79" y="43"/>
                      <a:pt x="78" y="45"/>
                    </a:cubicBezTo>
                    <a:cubicBezTo>
                      <a:pt x="79" y="43"/>
                      <a:pt x="79" y="44"/>
                      <a:pt x="79" y="44"/>
                    </a:cubicBezTo>
                    <a:cubicBezTo>
                      <a:pt x="79" y="44"/>
                      <a:pt x="79" y="44"/>
                      <a:pt x="79" y="44"/>
                    </a:cubicBezTo>
                    <a:cubicBezTo>
                      <a:pt x="80" y="44"/>
                      <a:pt x="79" y="45"/>
                      <a:pt x="80" y="45"/>
                    </a:cubicBezTo>
                    <a:cubicBezTo>
                      <a:pt x="80" y="44"/>
                      <a:pt x="80" y="44"/>
                      <a:pt x="80" y="44"/>
                    </a:cubicBezTo>
                    <a:cubicBezTo>
                      <a:pt x="81" y="43"/>
                      <a:pt x="79" y="47"/>
                      <a:pt x="81" y="45"/>
                    </a:cubicBezTo>
                    <a:cubicBezTo>
                      <a:pt x="80" y="46"/>
                      <a:pt x="80" y="46"/>
                      <a:pt x="80" y="46"/>
                    </a:cubicBezTo>
                    <a:cubicBezTo>
                      <a:pt x="81" y="44"/>
                      <a:pt x="80" y="47"/>
                      <a:pt x="81" y="46"/>
                    </a:cubicBezTo>
                    <a:cubicBezTo>
                      <a:pt x="81" y="46"/>
                      <a:pt x="81" y="46"/>
                      <a:pt x="81" y="46"/>
                    </a:cubicBezTo>
                    <a:cubicBezTo>
                      <a:pt x="81" y="47"/>
                      <a:pt x="83" y="44"/>
                      <a:pt x="82" y="46"/>
                    </a:cubicBezTo>
                    <a:cubicBezTo>
                      <a:pt x="83" y="46"/>
                      <a:pt x="83" y="46"/>
                      <a:pt x="84" y="44"/>
                    </a:cubicBezTo>
                    <a:cubicBezTo>
                      <a:pt x="83" y="46"/>
                      <a:pt x="83" y="46"/>
                      <a:pt x="83" y="46"/>
                    </a:cubicBezTo>
                    <a:cubicBezTo>
                      <a:pt x="85" y="46"/>
                      <a:pt x="86" y="47"/>
                      <a:pt x="88" y="46"/>
                    </a:cubicBezTo>
                    <a:cubicBezTo>
                      <a:pt x="87" y="47"/>
                      <a:pt x="87" y="47"/>
                      <a:pt x="87" y="47"/>
                    </a:cubicBezTo>
                    <a:cubicBezTo>
                      <a:pt x="89" y="45"/>
                      <a:pt x="87" y="49"/>
                      <a:pt x="90" y="46"/>
                    </a:cubicBezTo>
                    <a:cubicBezTo>
                      <a:pt x="92" y="45"/>
                      <a:pt x="92" y="45"/>
                      <a:pt x="92" y="45"/>
                    </a:cubicBezTo>
                    <a:cubicBezTo>
                      <a:pt x="90" y="47"/>
                      <a:pt x="90" y="47"/>
                      <a:pt x="90" y="47"/>
                    </a:cubicBezTo>
                    <a:cubicBezTo>
                      <a:pt x="91" y="46"/>
                      <a:pt x="91" y="47"/>
                      <a:pt x="92" y="46"/>
                    </a:cubicBezTo>
                    <a:cubicBezTo>
                      <a:pt x="91" y="47"/>
                      <a:pt x="91" y="47"/>
                      <a:pt x="91" y="47"/>
                    </a:cubicBezTo>
                    <a:cubicBezTo>
                      <a:pt x="91" y="47"/>
                      <a:pt x="93" y="45"/>
                      <a:pt x="93" y="46"/>
                    </a:cubicBezTo>
                    <a:cubicBezTo>
                      <a:pt x="93" y="47"/>
                      <a:pt x="93" y="47"/>
                      <a:pt x="93" y="47"/>
                    </a:cubicBezTo>
                    <a:cubicBezTo>
                      <a:pt x="92" y="50"/>
                      <a:pt x="93" y="54"/>
                      <a:pt x="96" y="51"/>
                    </a:cubicBezTo>
                    <a:cubicBezTo>
                      <a:pt x="97" y="51"/>
                      <a:pt x="95" y="53"/>
                      <a:pt x="95" y="53"/>
                    </a:cubicBezTo>
                    <a:cubicBezTo>
                      <a:pt x="99" y="51"/>
                      <a:pt x="97" y="56"/>
                      <a:pt x="101" y="53"/>
                    </a:cubicBezTo>
                    <a:cubicBezTo>
                      <a:pt x="103" y="52"/>
                      <a:pt x="107" y="48"/>
                      <a:pt x="107" y="48"/>
                    </a:cubicBezTo>
                    <a:cubicBezTo>
                      <a:pt x="103" y="48"/>
                      <a:pt x="103" y="45"/>
                      <a:pt x="102" y="4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3" name="Freeform 96"/>
              <p:cNvSpPr/>
              <p:nvPr/>
            </p:nvSpPr>
            <p:spPr bwMode="auto">
              <a:xfrm>
                <a:off x="4117" y="22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4" name="Freeform 97"/>
              <p:cNvSpPr/>
              <p:nvPr/>
            </p:nvSpPr>
            <p:spPr bwMode="auto">
              <a:xfrm>
                <a:off x="4487" y="23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5" name="Freeform 98"/>
              <p:cNvSpPr/>
              <p:nvPr/>
            </p:nvSpPr>
            <p:spPr bwMode="auto">
              <a:xfrm>
                <a:off x="4387" y="2285"/>
                <a:ext cx="2" cy="4"/>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1"/>
                      <a:pt x="0"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6" name="Freeform 99"/>
              <p:cNvSpPr/>
              <p:nvPr/>
            </p:nvSpPr>
            <p:spPr bwMode="auto">
              <a:xfrm>
                <a:off x="4508" y="193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7" name="Freeform 100"/>
              <p:cNvSpPr/>
              <p:nvPr/>
            </p:nvSpPr>
            <p:spPr bwMode="auto">
              <a:xfrm>
                <a:off x="4487" y="2285"/>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8" name="Freeform 101"/>
              <p:cNvSpPr/>
              <p:nvPr/>
            </p:nvSpPr>
            <p:spPr bwMode="auto">
              <a:xfrm>
                <a:off x="4514" y="1929"/>
                <a:ext cx="0" cy="4"/>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9" name="Freeform 102"/>
              <p:cNvSpPr/>
              <p:nvPr/>
            </p:nvSpPr>
            <p:spPr bwMode="auto">
              <a:xfrm>
                <a:off x="4506" y="1927"/>
                <a:ext cx="0" cy="4"/>
              </a:xfrm>
              <a:custGeom>
                <a:avLst/>
                <a:gdLst>
                  <a:gd name="T0" fmla="*/ 1 h 2"/>
                  <a:gd name="T1" fmla="*/ 0 h 2"/>
                  <a:gd name="T2" fmla="*/ 1 h 2"/>
                </a:gdLst>
                <a:ahLst/>
                <a:cxnLst>
                  <a:cxn ang="0">
                    <a:pos x="0" y="T0"/>
                  </a:cxn>
                  <a:cxn ang="0">
                    <a:pos x="0" y="T1"/>
                  </a:cxn>
                  <a:cxn ang="0">
                    <a:pos x="0" y="T2"/>
                  </a:cxn>
                </a:cxnLst>
                <a:rect l="0" t="0" r="r" b="b"/>
                <a:pathLst>
                  <a:path h="2">
                    <a:moveTo>
                      <a:pt x="0" y="1"/>
                    </a:moveTo>
                    <a:cubicBezTo>
                      <a:pt x="0" y="1"/>
                      <a:pt x="0" y="0"/>
                      <a:pt x="0" y="0"/>
                    </a:cubicBezTo>
                    <a:cubicBezTo>
                      <a:pt x="0" y="2"/>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0" name="Freeform 103"/>
              <p:cNvSpPr/>
              <p:nvPr/>
            </p:nvSpPr>
            <p:spPr bwMode="auto">
              <a:xfrm>
                <a:off x="4516" y="1927"/>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1" name="Freeform 104"/>
              <p:cNvSpPr/>
              <p:nvPr/>
            </p:nvSpPr>
            <p:spPr bwMode="auto">
              <a:xfrm>
                <a:off x="4495" y="1925"/>
                <a:ext cx="2" cy="4"/>
              </a:xfrm>
              <a:custGeom>
                <a:avLst/>
                <a:gdLst>
                  <a:gd name="T0" fmla="*/ 1 w 1"/>
                  <a:gd name="T1" fmla="*/ 1 h 2"/>
                  <a:gd name="T2" fmla="*/ 0 w 1"/>
                  <a:gd name="T3" fmla="*/ 0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1"/>
                      <a:pt x="1" y="1"/>
                      <a:pt x="1"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2" name="Freeform 105"/>
              <p:cNvSpPr/>
              <p:nvPr/>
            </p:nvSpPr>
            <p:spPr bwMode="auto">
              <a:xfrm>
                <a:off x="3201" y="2162"/>
                <a:ext cx="0" cy="4"/>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3" name="Freeform 106"/>
              <p:cNvSpPr/>
              <p:nvPr/>
            </p:nvSpPr>
            <p:spPr bwMode="auto">
              <a:xfrm>
                <a:off x="3544" y="154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4" name="Freeform 107"/>
              <p:cNvSpPr/>
              <p:nvPr/>
            </p:nvSpPr>
            <p:spPr bwMode="auto">
              <a:xfrm>
                <a:off x="3914" y="141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5" name="Freeform 108"/>
              <p:cNvSpPr/>
              <p:nvPr/>
            </p:nvSpPr>
            <p:spPr bwMode="auto">
              <a:xfrm>
                <a:off x="3916" y="1409"/>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2" y="1"/>
                      <a:pt x="0" y="1"/>
                      <a:pt x="1" y="0"/>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6" name="Freeform 109"/>
              <p:cNvSpPr/>
              <p:nvPr/>
            </p:nvSpPr>
            <p:spPr bwMode="auto">
              <a:xfrm>
                <a:off x="3893" y="1441"/>
                <a:ext cx="4" cy="4"/>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0"/>
                      <a:pt x="1" y="1"/>
                      <a:pt x="1" y="1"/>
                    </a:cubicBezTo>
                    <a:cubicBezTo>
                      <a:pt x="0" y="2"/>
                      <a:pt x="1" y="1"/>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7" name="Freeform 110"/>
              <p:cNvSpPr/>
              <p:nvPr/>
            </p:nvSpPr>
            <p:spPr bwMode="auto">
              <a:xfrm>
                <a:off x="3893" y="1437"/>
                <a:ext cx="6" cy="6"/>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cubicBezTo>
                      <a:pt x="3" y="0"/>
                      <a:pt x="3" y="0"/>
                      <a:pt x="3" y="0"/>
                    </a:cubicBezTo>
                    <a:cubicBezTo>
                      <a:pt x="1" y="1"/>
                      <a:pt x="1"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8" name="Freeform 111"/>
              <p:cNvSpPr/>
              <p:nvPr/>
            </p:nvSpPr>
            <p:spPr bwMode="auto">
              <a:xfrm>
                <a:off x="3909" y="1418"/>
                <a:ext cx="5"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2"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9" name="Freeform 112"/>
              <p:cNvSpPr/>
              <p:nvPr/>
            </p:nvSpPr>
            <p:spPr bwMode="auto">
              <a:xfrm>
                <a:off x="3912" y="1416"/>
                <a:ext cx="4"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0" name="Freeform 113"/>
              <p:cNvSpPr/>
              <p:nvPr/>
            </p:nvSpPr>
            <p:spPr bwMode="auto">
              <a:xfrm>
                <a:off x="4472" y="1804"/>
                <a:ext cx="233" cy="133"/>
              </a:xfrm>
              <a:custGeom>
                <a:avLst/>
                <a:gdLst>
                  <a:gd name="T0" fmla="*/ 86 w 110"/>
                  <a:gd name="T1" fmla="*/ 5 h 63"/>
                  <a:gd name="T2" fmla="*/ 79 w 110"/>
                  <a:gd name="T3" fmla="*/ 7 h 63"/>
                  <a:gd name="T4" fmla="*/ 58 w 110"/>
                  <a:gd name="T5" fmla="*/ 24 h 63"/>
                  <a:gd name="T6" fmla="*/ 50 w 110"/>
                  <a:gd name="T7" fmla="*/ 26 h 63"/>
                  <a:gd name="T8" fmla="*/ 44 w 110"/>
                  <a:gd name="T9" fmla="*/ 26 h 63"/>
                  <a:gd name="T10" fmla="*/ 34 w 110"/>
                  <a:gd name="T11" fmla="*/ 31 h 63"/>
                  <a:gd name="T12" fmla="*/ 28 w 110"/>
                  <a:gd name="T13" fmla="*/ 33 h 63"/>
                  <a:gd name="T14" fmla="*/ 17 w 110"/>
                  <a:gd name="T15" fmla="*/ 38 h 63"/>
                  <a:gd name="T16" fmla="*/ 13 w 110"/>
                  <a:gd name="T17" fmla="*/ 45 h 63"/>
                  <a:gd name="T18" fmla="*/ 5 w 110"/>
                  <a:gd name="T19" fmla="*/ 47 h 63"/>
                  <a:gd name="T20" fmla="*/ 1 w 110"/>
                  <a:gd name="T21" fmla="*/ 50 h 63"/>
                  <a:gd name="T22" fmla="*/ 3 w 110"/>
                  <a:gd name="T23" fmla="*/ 55 h 63"/>
                  <a:gd name="T24" fmla="*/ 3 w 110"/>
                  <a:gd name="T25" fmla="*/ 56 h 63"/>
                  <a:gd name="T26" fmla="*/ 5 w 110"/>
                  <a:gd name="T27" fmla="*/ 55 h 63"/>
                  <a:gd name="T28" fmla="*/ 9 w 110"/>
                  <a:gd name="T29" fmla="*/ 56 h 63"/>
                  <a:gd name="T30" fmla="*/ 12 w 110"/>
                  <a:gd name="T31" fmla="*/ 58 h 63"/>
                  <a:gd name="T32" fmla="*/ 12 w 110"/>
                  <a:gd name="T33" fmla="*/ 51 h 63"/>
                  <a:gd name="T34" fmla="*/ 15 w 110"/>
                  <a:gd name="T35" fmla="*/ 57 h 63"/>
                  <a:gd name="T36" fmla="*/ 18 w 110"/>
                  <a:gd name="T37" fmla="*/ 61 h 63"/>
                  <a:gd name="T38" fmla="*/ 16 w 110"/>
                  <a:gd name="T39" fmla="*/ 54 h 63"/>
                  <a:gd name="T40" fmla="*/ 19 w 110"/>
                  <a:gd name="T41" fmla="*/ 59 h 63"/>
                  <a:gd name="T42" fmla="*/ 21 w 110"/>
                  <a:gd name="T43" fmla="*/ 60 h 63"/>
                  <a:gd name="T44" fmla="*/ 22 w 110"/>
                  <a:gd name="T45" fmla="*/ 60 h 63"/>
                  <a:gd name="T46" fmla="*/ 23 w 110"/>
                  <a:gd name="T47" fmla="*/ 60 h 63"/>
                  <a:gd name="T48" fmla="*/ 23 w 110"/>
                  <a:gd name="T49" fmla="*/ 55 h 63"/>
                  <a:gd name="T50" fmla="*/ 26 w 110"/>
                  <a:gd name="T51" fmla="*/ 58 h 63"/>
                  <a:gd name="T52" fmla="*/ 26 w 110"/>
                  <a:gd name="T53" fmla="*/ 54 h 63"/>
                  <a:gd name="T54" fmla="*/ 27 w 110"/>
                  <a:gd name="T55" fmla="*/ 54 h 63"/>
                  <a:gd name="T56" fmla="*/ 29 w 110"/>
                  <a:gd name="T57" fmla="*/ 54 h 63"/>
                  <a:gd name="T58" fmla="*/ 34 w 110"/>
                  <a:gd name="T59" fmla="*/ 51 h 63"/>
                  <a:gd name="T60" fmla="*/ 36 w 110"/>
                  <a:gd name="T61" fmla="*/ 51 h 63"/>
                  <a:gd name="T62" fmla="*/ 40 w 110"/>
                  <a:gd name="T63" fmla="*/ 49 h 63"/>
                  <a:gd name="T64" fmla="*/ 44 w 110"/>
                  <a:gd name="T65" fmla="*/ 47 h 63"/>
                  <a:gd name="T66" fmla="*/ 45 w 110"/>
                  <a:gd name="T67" fmla="*/ 45 h 63"/>
                  <a:gd name="T68" fmla="*/ 46 w 110"/>
                  <a:gd name="T69" fmla="*/ 45 h 63"/>
                  <a:gd name="T70" fmla="*/ 46 w 110"/>
                  <a:gd name="T71" fmla="*/ 42 h 63"/>
                  <a:gd name="T72" fmla="*/ 49 w 110"/>
                  <a:gd name="T73" fmla="*/ 42 h 63"/>
                  <a:gd name="T74" fmla="*/ 53 w 110"/>
                  <a:gd name="T75" fmla="*/ 42 h 63"/>
                  <a:gd name="T76" fmla="*/ 55 w 110"/>
                  <a:gd name="T77" fmla="*/ 39 h 63"/>
                  <a:gd name="T78" fmla="*/ 60 w 110"/>
                  <a:gd name="T79" fmla="*/ 39 h 63"/>
                  <a:gd name="T80" fmla="*/ 61 w 110"/>
                  <a:gd name="T81" fmla="*/ 38 h 63"/>
                  <a:gd name="T82" fmla="*/ 62 w 110"/>
                  <a:gd name="T83" fmla="*/ 38 h 63"/>
                  <a:gd name="T84" fmla="*/ 64 w 110"/>
                  <a:gd name="T85" fmla="*/ 40 h 63"/>
                  <a:gd name="T86" fmla="*/ 66 w 110"/>
                  <a:gd name="T87" fmla="*/ 35 h 63"/>
                  <a:gd name="T88" fmla="*/ 68 w 110"/>
                  <a:gd name="T89" fmla="*/ 30 h 63"/>
                  <a:gd name="T90" fmla="*/ 71 w 110"/>
                  <a:gd name="T91" fmla="*/ 31 h 63"/>
                  <a:gd name="T92" fmla="*/ 72 w 110"/>
                  <a:gd name="T93" fmla="*/ 26 h 63"/>
                  <a:gd name="T94" fmla="*/ 76 w 110"/>
                  <a:gd name="T95" fmla="*/ 26 h 63"/>
                  <a:gd name="T96" fmla="*/ 79 w 110"/>
                  <a:gd name="T97" fmla="*/ 24 h 63"/>
                  <a:gd name="T98" fmla="*/ 82 w 110"/>
                  <a:gd name="T99" fmla="*/ 23 h 63"/>
                  <a:gd name="T100" fmla="*/ 88 w 110"/>
                  <a:gd name="T101" fmla="*/ 20 h 63"/>
                  <a:gd name="T102" fmla="*/ 91 w 110"/>
                  <a:gd name="T103" fmla="*/ 16 h 63"/>
                  <a:gd name="T104" fmla="*/ 97 w 110"/>
                  <a:gd name="T105" fmla="*/ 13 h 63"/>
                  <a:gd name="T106" fmla="*/ 105 w 110"/>
                  <a:gd name="T107" fmla="*/ 1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 h="63">
                    <a:moveTo>
                      <a:pt x="108" y="1"/>
                    </a:moveTo>
                    <a:cubicBezTo>
                      <a:pt x="106" y="4"/>
                      <a:pt x="103" y="2"/>
                      <a:pt x="100" y="0"/>
                    </a:cubicBezTo>
                    <a:cubicBezTo>
                      <a:pt x="99" y="1"/>
                      <a:pt x="98" y="2"/>
                      <a:pt x="97" y="1"/>
                    </a:cubicBezTo>
                    <a:cubicBezTo>
                      <a:pt x="94" y="3"/>
                      <a:pt x="88" y="0"/>
                      <a:pt x="85" y="3"/>
                    </a:cubicBezTo>
                    <a:cubicBezTo>
                      <a:pt x="86" y="4"/>
                      <a:pt x="86" y="5"/>
                      <a:pt x="86" y="5"/>
                    </a:cubicBezTo>
                    <a:cubicBezTo>
                      <a:pt x="86" y="5"/>
                      <a:pt x="86" y="5"/>
                      <a:pt x="86" y="5"/>
                    </a:cubicBezTo>
                    <a:cubicBezTo>
                      <a:pt x="86" y="6"/>
                      <a:pt x="86" y="6"/>
                      <a:pt x="86" y="6"/>
                    </a:cubicBezTo>
                    <a:cubicBezTo>
                      <a:pt x="86" y="7"/>
                      <a:pt x="85" y="5"/>
                      <a:pt x="85" y="5"/>
                    </a:cubicBezTo>
                    <a:cubicBezTo>
                      <a:pt x="84" y="5"/>
                      <a:pt x="83" y="6"/>
                      <a:pt x="82" y="6"/>
                    </a:cubicBezTo>
                    <a:cubicBezTo>
                      <a:pt x="82" y="8"/>
                      <a:pt x="81" y="7"/>
                      <a:pt x="82" y="9"/>
                    </a:cubicBezTo>
                    <a:cubicBezTo>
                      <a:pt x="81" y="8"/>
                      <a:pt x="81" y="8"/>
                      <a:pt x="81" y="8"/>
                    </a:cubicBezTo>
                    <a:cubicBezTo>
                      <a:pt x="81" y="10"/>
                      <a:pt x="81" y="10"/>
                      <a:pt x="79" y="7"/>
                    </a:cubicBezTo>
                    <a:cubicBezTo>
                      <a:pt x="75" y="7"/>
                      <a:pt x="72" y="10"/>
                      <a:pt x="68" y="11"/>
                    </a:cubicBezTo>
                    <a:cubicBezTo>
                      <a:pt x="65" y="13"/>
                      <a:pt x="63" y="16"/>
                      <a:pt x="60" y="19"/>
                    </a:cubicBezTo>
                    <a:cubicBezTo>
                      <a:pt x="60" y="22"/>
                      <a:pt x="59" y="21"/>
                      <a:pt x="60" y="24"/>
                    </a:cubicBezTo>
                    <a:cubicBezTo>
                      <a:pt x="59" y="23"/>
                      <a:pt x="59" y="23"/>
                      <a:pt x="59" y="23"/>
                    </a:cubicBezTo>
                    <a:cubicBezTo>
                      <a:pt x="59" y="24"/>
                      <a:pt x="59" y="23"/>
                      <a:pt x="57" y="22"/>
                    </a:cubicBezTo>
                    <a:cubicBezTo>
                      <a:pt x="58" y="23"/>
                      <a:pt x="57" y="22"/>
                      <a:pt x="58" y="24"/>
                    </a:cubicBezTo>
                    <a:cubicBezTo>
                      <a:pt x="59" y="26"/>
                      <a:pt x="57" y="22"/>
                      <a:pt x="57" y="23"/>
                    </a:cubicBezTo>
                    <a:cubicBezTo>
                      <a:pt x="56" y="22"/>
                      <a:pt x="57" y="24"/>
                      <a:pt x="57" y="23"/>
                    </a:cubicBezTo>
                    <a:cubicBezTo>
                      <a:pt x="57" y="26"/>
                      <a:pt x="56" y="22"/>
                      <a:pt x="55" y="21"/>
                    </a:cubicBezTo>
                    <a:cubicBezTo>
                      <a:pt x="53" y="22"/>
                      <a:pt x="53" y="25"/>
                      <a:pt x="51" y="25"/>
                    </a:cubicBezTo>
                    <a:cubicBezTo>
                      <a:pt x="51" y="24"/>
                      <a:pt x="51" y="26"/>
                      <a:pt x="51" y="26"/>
                    </a:cubicBezTo>
                    <a:cubicBezTo>
                      <a:pt x="50" y="23"/>
                      <a:pt x="51" y="27"/>
                      <a:pt x="50" y="26"/>
                    </a:cubicBezTo>
                    <a:cubicBezTo>
                      <a:pt x="50" y="25"/>
                      <a:pt x="50" y="25"/>
                      <a:pt x="50" y="25"/>
                    </a:cubicBezTo>
                    <a:cubicBezTo>
                      <a:pt x="49" y="24"/>
                      <a:pt x="49" y="26"/>
                      <a:pt x="48" y="25"/>
                    </a:cubicBezTo>
                    <a:cubicBezTo>
                      <a:pt x="48" y="26"/>
                      <a:pt x="46" y="24"/>
                      <a:pt x="46" y="26"/>
                    </a:cubicBezTo>
                    <a:cubicBezTo>
                      <a:pt x="46" y="24"/>
                      <a:pt x="46" y="25"/>
                      <a:pt x="45" y="24"/>
                    </a:cubicBezTo>
                    <a:cubicBezTo>
                      <a:pt x="46" y="28"/>
                      <a:pt x="44" y="24"/>
                      <a:pt x="44" y="26"/>
                    </a:cubicBezTo>
                    <a:cubicBezTo>
                      <a:pt x="44" y="26"/>
                      <a:pt x="44" y="26"/>
                      <a:pt x="44" y="26"/>
                    </a:cubicBezTo>
                    <a:cubicBezTo>
                      <a:pt x="42" y="26"/>
                      <a:pt x="40" y="26"/>
                      <a:pt x="39" y="29"/>
                    </a:cubicBezTo>
                    <a:cubicBezTo>
                      <a:pt x="39" y="29"/>
                      <a:pt x="36" y="27"/>
                      <a:pt x="36" y="29"/>
                    </a:cubicBezTo>
                    <a:cubicBezTo>
                      <a:pt x="36" y="30"/>
                      <a:pt x="36" y="30"/>
                      <a:pt x="36" y="30"/>
                    </a:cubicBezTo>
                    <a:cubicBezTo>
                      <a:pt x="36" y="30"/>
                      <a:pt x="36" y="29"/>
                      <a:pt x="36" y="29"/>
                    </a:cubicBezTo>
                    <a:cubicBezTo>
                      <a:pt x="36" y="30"/>
                      <a:pt x="34" y="29"/>
                      <a:pt x="34" y="29"/>
                    </a:cubicBezTo>
                    <a:cubicBezTo>
                      <a:pt x="34" y="30"/>
                      <a:pt x="34" y="30"/>
                      <a:pt x="34" y="31"/>
                    </a:cubicBezTo>
                    <a:cubicBezTo>
                      <a:pt x="32" y="29"/>
                      <a:pt x="33" y="33"/>
                      <a:pt x="31" y="31"/>
                    </a:cubicBezTo>
                    <a:cubicBezTo>
                      <a:pt x="32" y="34"/>
                      <a:pt x="32" y="33"/>
                      <a:pt x="32" y="34"/>
                    </a:cubicBezTo>
                    <a:cubicBezTo>
                      <a:pt x="32" y="33"/>
                      <a:pt x="31" y="33"/>
                      <a:pt x="31" y="32"/>
                    </a:cubicBezTo>
                    <a:cubicBezTo>
                      <a:pt x="31" y="32"/>
                      <a:pt x="30" y="33"/>
                      <a:pt x="30" y="32"/>
                    </a:cubicBezTo>
                    <a:cubicBezTo>
                      <a:pt x="29" y="32"/>
                      <a:pt x="30" y="34"/>
                      <a:pt x="29" y="34"/>
                    </a:cubicBezTo>
                    <a:cubicBezTo>
                      <a:pt x="28" y="32"/>
                      <a:pt x="28" y="34"/>
                      <a:pt x="28" y="33"/>
                    </a:cubicBezTo>
                    <a:cubicBezTo>
                      <a:pt x="28" y="35"/>
                      <a:pt x="28" y="37"/>
                      <a:pt x="28" y="36"/>
                    </a:cubicBezTo>
                    <a:cubicBezTo>
                      <a:pt x="27" y="33"/>
                      <a:pt x="27" y="33"/>
                      <a:pt x="27" y="33"/>
                    </a:cubicBezTo>
                    <a:cubicBezTo>
                      <a:pt x="26" y="35"/>
                      <a:pt x="24" y="32"/>
                      <a:pt x="23" y="36"/>
                    </a:cubicBezTo>
                    <a:cubicBezTo>
                      <a:pt x="23" y="35"/>
                      <a:pt x="23" y="35"/>
                      <a:pt x="23" y="35"/>
                    </a:cubicBezTo>
                    <a:cubicBezTo>
                      <a:pt x="22" y="37"/>
                      <a:pt x="20" y="36"/>
                      <a:pt x="19" y="39"/>
                    </a:cubicBezTo>
                    <a:cubicBezTo>
                      <a:pt x="18" y="38"/>
                      <a:pt x="18" y="38"/>
                      <a:pt x="17" y="38"/>
                    </a:cubicBezTo>
                    <a:cubicBezTo>
                      <a:pt x="17" y="40"/>
                      <a:pt x="17" y="40"/>
                      <a:pt x="17" y="42"/>
                    </a:cubicBezTo>
                    <a:cubicBezTo>
                      <a:pt x="17" y="42"/>
                      <a:pt x="16" y="41"/>
                      <a:pt x="16" y="40"/>
                    </a:cubicBezTo>
                    <a:cubicBezTo>
                      <a:pt x="15" y="40"/>
                      <a:pt x="14" y="38"/>
                      <a:pt x="14" y="41"/>
                    </a:cubicBezTo>
                    <a:cubicBezTo>
                      <a:pt x="14" y="39"/>
                      <a:pt x="14" y="39"/>
                      <a:pt x="14" y="39"/>
                    </a:cubicBezTo>
                    <a:cubicBezTo>
                      <a:pt x="14" y="41"/>
                      <a:pt x="13" y="43"/>
                      <a:pt x="12" y="42"/>
                    </a:cubicBezTo>
                    <a:cubicBezTo>
                      <a:pt x="13" y="43"/>
                      <a:pt x="12" y="44"/>
                      <a:pt x="13" y="45"/>
                    </a:cubicBezTo>
                    <a:cubicBezTo>
                      <a:pt x="13" y="45"/>
                      <a:pt x="12" y="43"/>
                      <a:pt x="12" y="44"/>
                    </a:cubicBezTo>
                    <a:cubicBezTo>
                      <a:pt x="12" y="42"/>
                      <a:pt x="12" y="42"/>
                      <a:pt x="12" y="42"/>
                    </a:cubicBezTo>
                    <a:cubicBezTo>
                      <a:pt x="10" y="43"/>
                      <a:pt x="9" y="44"/>
                      <a:pt x="8" y="46"/>
                    </a:cubicBezTo>
                    <a:cubicBezTo>
                      <a:pt x="7" y="44"/>
                      <a:pt x="7" y="46"/>
                      <a:pt x="6" y="45"/>
                    </a:cubicBezTo>
                    <a:cubicBezTo>
                      <a:pt x="6" y="47"/>
                      <a:pt x="4" y="46"/>
                      <a:pt x="6" y="48"/>
                    </a:cubicBezTo>
                    <a:cubicBezTo>
                      <a:pt x="5" y="47"/>
                      <a:pt x="5" y="47"/>
                      <a:pt x="5" y="47"/>
                    </a:cubicBezTo>
                    <a:cubicBezTo>
                      <a:pt x="4" y="47"/>
                      <a:pt x="4" y="48"/>
                      <a:pt x="2" y="48"/>
                    </a:cubicBezTo>
                    <a:cubicBezTo>
                      <a:pt x="2" y="48"/>
                      <a:pt x="3" y="50"/>
                      <a:pt x="3" y="51"/>
                    </a:cubicBezTo>
                    <a:cubicBezTo>
                      <a:pt x="2" y="50"/>
                      <a:pt x="2" y="50"/>
                      <a:pt x="2" y="50"/>
                    </a:cubicBezTo>
                    <a:cubicBezTo>
                      <a:pt x="2" y="51"/>
                      <a:pt x="4" y="52"/>
                      <a:pt x="5" y="53"/>
                    </a:cubicBezTo>
                    <a:cubicBezTo>
                      <a:pt x="4" y="53"/>
                      <a:pt x="4" y="54"/>
                      <a:pt x="4" y="53"/>
                    </a:cubicBezTo>
                    <a:cubicBezTo>
                      <a:pt x="3" y="52"/>
                      <a:pt x="2" y="51"/>
                      <a:pt x="1" y="50"/>
                    </a:cubicBezTo>
                    <a:cubicBezTo>
                      <a:pt x="0" y="50"/>
                      <a:pt x="2" y="53"/>
                      <a:pt x="1" y="51"/>
                    </a:cubicBezTo>
                    <a:cubicBezTo>
                      <a:pt x="0" y="51"/>
                      <a:pt x="0" y="52"/>
                      <a:pt x="1" y="53"/>
                    </a:cubicBezTo>
                    <a:cubicBezTo>
                      <a:pt x="1" y="53"/>
                      <a:pt x="0" y="53"/>
                      <a:pt x="0" y="52"/>
                    </a:cubicBezTo>
                    <a:cubicBezTo>
                      <a:pt x="0" y="52"/>
                      <a:pt x="0" y="53"/>
                      <a:pt x="0" y="53"/>
                    </a:cubicBezTo>
                    <a:cubicBezTo>
                      <a:pt x="0" y="53"/>
                      <a:pt x="0" y="53"/>
                      <a:pt x="0" y="53"/>
                    </a:cubicBezTo>
                    <a:cubicBezTo>
                      <a:pt x="1" y="54"/>
                      <a:pt x="1" y="54"/>
                      <a:pt x="3" y="55"/>
                    </a:cubicBezTo>
                    <a:cubicBezTo>
                      <a:pt x="3" y="55"/>
                      <a:pt x="2" y="55"/>
                      <a:pt x="3" y="55"/>
                    </a:cubicBezTo>
                    <a:cubicBezTo>
                      <a:pt x="4" y="56"/>
                      <a:pt x="4" y="56"/>
                      <a:pt x="3" y="56"/>
                    </a:cubicBezTo>
                    <a:cubicBezTo>
                      <a:pt x="1" y="55"/>
                      <a:pt x="1" y="54"/>
                      <a:pt x="0" y="54"/>
                    </a:cubicBezTo>
                    <a:cubicBezTo>
                      <a:pt x="2" y="56"/>
                      <a:pt x="2" y="56"/>
                      <a:pt x="2" y="56"/>
                    </a:cubicBezTo>
                    <a:cubicBezTo>
                      <a:pt x="2" y="56"/>
                      <a:pt x="3" y="56"/>
                      <a:pt x="4" y="57"/>
                    </a:cubicBezTo>
                    <a:cubicBezTo>
                      <a:pt x="3" y="56"/>
                      <a:pt x="3" y="56"/>
                      <a:pt x="3" y="56"/>
                    </a:cubicBezTo>
                    <a:cubicBezTo>
                      <a:pt x="4" y="57"/>
                      <a:pt x="4" y="57"/>
                      <a:pt x="4" y="57"/>
                    </a:cubicBezTo>
                    <a:cubicBezTo>
                      <a:pt x="4" y="56"/>
                      <a:pt x="6" y="57"/>
                      <a:pt x="5" y="56"/>
                    </a:cubicBezTo>
                    <a:cubicBezTo>
                      <a:pt x="4" y="55"/>
                      <a:pt x="4" y="55"/>
                      <a:pt x="4" y="55"/>
                    </a:cubicBezTo>
                    <a:cubicBezTo>
                      <a:pt x="4" y="55"/>
                      <a:pt x="3" y="53"/>
                      <a:pt x="4" y="54"/>
                    </a:cubicBezTo>
                    <a:cubicBezTo>
                      <a:pt x="6" y="56"/>
                      <a:pt x="6" y="56"/>
                      <a:pt x="6" y="56"/>
                    </a:cubicBezTo>
                    <a:cubicBezTo>
                      <a:pt x="6" y="56"/>
                      <a:pt x="5" y="55"/>
                      <a:pt x="5" y="55"/>
                    </a:cubicBezTo>
                    <a:cubicBezTo>
                      <a:pt x="7" y="57"/>
                      <a:pt x="7" y="57"/>
                      <a:pt x="7" y="57"/>
                    </a:cubicBezTo>
                    <a:cubicBezTo>
                      <a:pt x="5" y="55"/>
                      <a:pt x="7" y="56"/>
                      <a:pt x="7" y="55"/>
                    </a:cubicBezTo>
                    <a:cubicBezTo>
                      <a:pt x="7" y="56"/>
                      <a:pt x="7" y="56"/>
                      <a:pt x="7" y="56"/>
                    </a:cubicBezTo>
                    <a:cubicBezTo>
                      <a:pt x="8" y="56"/>
                      <a:pt x="6" y="55"/>
                      <a:pt x="6" y="54"/>
                    </a:cubicBezTo>
                    <a:cubicBezTo>
                      <a:pt x="6" y="55"/>
                      <a:pt x="8" y="56"/>
                      <a:pt x="9" y="57"/>
                    </a:cubicBezTo>
                    <a:cubicBezTo>
                      <a:pt x="9" y="57"/>
                      <a:pt x="8" y="55"/>
                      <a:pt x="9" y="56"/>
                    </a:cubicBezTo>
                    <a:cubicBezTo>
                      <a:pt x="9" y="56"/>
                      <a:pt x="9" y="55"/>
                      <a:pt x="9" y="53"/>
                    </a:cubicBezTo>
                    <a:cubicBezTo>
                      <a:pt x="9" y="53"/>
                      <a:pt x="10" y="56"/>
                      <a:pt x="10" y="55"/>
                    </a:cubicBezTo>
                    <a:cubicBezTo>
                      <a:pt x="11" y="56"/>
                      <a:pt x="12" y="58"/>
                      <a:pt x="12" y="59"/>
                    </a:cubicBezTo>
                    <a:cubicBezTo>
                      <a:pt x="13" y="59"/>
                      <a:pt x="14" y="60"/>
                      <a:pt x="13" y="60"/>
                    </a:cubicBezTo>
                    <a:cubicBezTo>
                      <a:pt x="13" y="60"/>
                      <a:pt x="14" y="61"/>
                      <a:pt x="14" y="61"/>
                    </a:cubicBezTo>
                    <a:cubicBezTo>
                      <a:pt x="14" y="60"/>
                      <a:pt x="12" y="58"/>
                      <a:pt x="12" y="58"/>
                    </a:cubicBezTo>
                    <a:cubicBezTo>
                      <a:pt x="11" y="56"/>
                      <a:pt x="12" y="57"/>
                      <a:pt x="11" y="55"/>
                    </a:cubicBezTo>
                    <a:cubicBezTo>
                      <a:pt x="11" y="55"/>
                      <a:pt x="12" y="55"/>
                      <a:pt x="12" y="55"/>
                    </a:cubicBezTo>
                    <a:cubicBezTo>
                      <a:pt x="12" y="55"/>
                      <a:pt x="13" y="56"/>
                      <a:pt x="14" y="57"/>
                    </a:cubicBezTo>
                    <a:cubicBezTo>
                      <a:pt x="13" y="56"/>
                      <a:pt x="13" y="55"/>
                      <a:pt x="14" y="55"/>
                    </a:cubicBezTo>
                    <a:cubicBezTo>
                      <a:pt x="13" y="53"/>
                      <a:pt x="13" y="53"/>
                      <a:pt x="12" y="52"/>
                    </a:cubicBezTo>
                    <a:cubicBezTo>
                      <a:pt x="12" y="51"/>
                      <a:pt x="12" y="51"/>
                      <a:pt x="12" y="51"/>
                    </a:cubicBezTo>
                    <a:cubicBezTo>
                      <a:pt x="13" y="52"/>
                      <a:pt x="14" y="55"/>
                      <a:pt x="14" y="55"/>
                    </a:cubicBezTo>
                    <a:cubicBezTo>
                      <a:pt x="15" y="57"/>
                      <a:pt x="14" y="55"/>
                      <a:pt x="15" y="57"/>
                    </a:cubicBezTo>
                    <a:cubicBezTo>
                      <a:pt x="16" y="59"/>
                      <a:pt x="15" y="60"/>
                      <a:pt x="14" y="58"/>
                    </a:cubicBezTo>
                    <a:cubicBezTo>
                      <a:pt x="15" y="61"/>
                      <a:pt x="15" y="59"/>
                      <a:pt x="16" y="61"/>
                    </a:cubicBezTo>
                    <a:cubicBezTo>
                      <a:pt x="16" y="61"/>
                      <a:pt x="15" y="59"/>
                      <a:pt x="16" y="59"/>
                    </a:cubicBezTo>
                    <a:cubicBezTo>
                      <a:pt x="15" y="58"/>
                      <a:pt x="15" y="58"/>
                      <a:pt x="15" y="57"/>
                    </a:cubicBezTo>
                    <a:cubicBezTo>
                      <a:pt x="14" y="54"/>
                      <a:pt x="16" y="58"/>
                      <a:pt x="16" y="58"/>
                    </a:cubicBezTo>
                    <a:cubicBezTo>
                      <a:pt x="16" y="59"/>
                      <a:pt x="16" y="59"/>
                      <a:pt x="16" y="59"/>
                    </a:cubicBezTo>
                    <a:cubicBezTo>
                      <a:pt x="17" y="60"/>
                      <a:pt x="16" y="58"/>
                      <a:pt x="17" y="58"/>
                    </a:cubicBezTo>
                    <a:cubicBezTo>
                      <a:pt x="18" y="61"/>
                      <a:pt x="16" y="58"/>
                      <a:pt x="17" y="60"/>
                    </a:cubicBezTo>
                    <a:cubicBezTo>
                      <a:pt x="18" y="62"/>
                      <a:pt x="18" y="62"/>
                      <a:pt x="18" y="62"/>
                    </a:cubicBezTo>
                    <a:cubicBezTo>
                      <a:pt x="19" y="63"/>
                      <a:pt x="17" y="60"/>
                      <a:pt x="18" y="61"/>
                    </a:cubicBezTo>
                    <a:cubicBezTo>
                      <a:pt x="18" y="62"/>
                      <a:pt x="18" y="62"/>
                      <a:pt x="18" y="62"/>
                    </a:cubicBezTo>
                    <a:cubicBezTo>
                      <a:pt x="18" y="61"/>
                      <a:pt x="18" y="61"/>
                      <a:pt x="18" y="61"/>
                    </a:cubicBezTo>
                    <a:cubicBezTo>
                      <a:pt x="18" y="60"/>
                      <a:pt x="17" y="58"/>
                      <a:pt x="17" y="58"/>
                    </a:cubicBezTo>
                    <a:cubicBezTo>
                      <a:pt x="16" y="55"/>
                      <a:pt x="17" y="58"/>
                      <a:pt x="17" y="57"/>
                    </a:cubicBezTo>
                    <a:cubicBezTo>
                      <a:pt x="16" y="55"/>
                      <a:pt x="17" y="57"/>
                      <a:pt x="16" y="56"/>
                    </a:cubicBezTo>
                    <a:cubicBezTo>
                      <a:pt x="16" y="54"/>
                      <a:pt x="16" y="54"/>
                      <a:pt x="16" y="54"/>
                    </a:cubicBezTo>
                    <a:cubicBezTo>
                      <a:pt x="16" y="54"/>
                      <a:pt x="17" y="55"/>
                      <a:pt x="17" y="57"/>
                    </a:cubicBezTo>
                    <a:cubicBezTo>
                      <a:pt x="17" y="57"/>
                      <a:pt x="17" y="57"/>
                      <a:pt x="17" y="56"/>
                    </a:cubicBezTo>
                    <a:cubicBezTo>
                      <a:pt x="17" y="58"/>
                      <a:pt x="18" y="60"/>
                      <a:pt x="19" y="61"/>
                    </a:cubicBezTo>
                    <a:cubicBezTo>
                      <a:pt x="19" y="62"/>
                      <a:pt x="18" y="60"/>
                      <a:pt x="18" y="59"/>
                    </a:cubicBezTo>
                    <a:cubicBezTo>
                      <a:pt x="18" y="59"/>
                      <a:pt x="18" y="57"/>
                      <a:pt x="18" y="57"/>
                    </a:cubicBezTo>
                    <a:cubicBezTo>
                      <a:pt x="16" y="52"/>
                      <a:pt x="19" y="60"/>
                      <a:pt x="19" y="59"/>
                    </a:cubicBezTo>
                    <a:cubicBezTo>
                      <a:pt x="18" y="56"/>
                      <a:pt x="18" y="55"/>
                      <a:pt x="17" y="52"/>
                    </a:cubicBezTo>
                    <a:cubicBezTo>
                      <a:pt x="17" y="51"/>
                      <a:pt x="17" y="50"/>
                      <a:pt x="17" y="51"/>
                    </a:cubicBezTo>
                    <a:cubicBezTo>
                      <a:pt x="18" y="53"/>
                      <a:pt x="18" y="52"/>
                      <a:pt x="18" y="54"/>
                    </a:cubicBezTo>
                    <a:cubicBezTo>
                      <a:pt x="18" y="54"/>
                      <a:pt x="18" y="54"/>
                      <a:pt x="18" y="54"/>
                    </a:cubicBezTo>
                    <a:cubicBezTo>
                      <a:pt x="19" y="56"/>
                      <a:pt x="19" y="56"/>
                      <a:pt x="19" y="56"/>
                    </a:cubicBezTo>
                    <a:cubicBezTo>
                      <a:pt x="21" y="60"/>
                      <a:pt x="21" y="60"/>
                      <a:pt x="21" y="60"/>
                    </a:cubicBezTo>
                    <a:cubicBezTo>
                      <a:pt x="21" y="59"/>
                      <a:pt x="20" y="58"/>
                      <a:pt x="20" y="57"/>
                    </a:cubicBezTo>
                    <a:cubicBezTo>
                      <a:pt x="20" y="58"/>
                      <a:pt x="21" y="59"/>
                      <a:pt x="21" y="59"/>
                    </a:cubicBezTo>
                    <a:cubicBezTo>
                      <a:pt x="20" y="59"/>
                      <a:pt x="20" y="56"/>
                      <a:pt x="20" y="56"/>
                    </a:cubicBezTo>
                    <a:cubicBezTo>
                      <a:pt x="20" y="56"/>
                      <a:pt x="21" y="58"/>
                      <a:pt x="21" y="58"/>
                    </a:cubicBezTo>
                    <a:cubicBezTo>
                      <a:pt x="22" y="60"/>
                      <a:pt x="22" y="60"/>
                      <a:pt x="22" y="60"/>
                    </a:cubicBezTo>
                    <a:cubicBezTo>
                      <a:pt x="21" y="58"/>
                      <a:pt x="22" y="61"/>
                      <a:pt x="22" y="60"/>
                    </a:cubicBezTo>
                    <a:cubicBezTo>
                      <a:pt x="22" y="59"/>
                      <a:pt x="21" y="57"/>
                      <a:pt x="21" y="56"/>
                    </a:cubicBezTo>
                    <a:cubicBezTo>
                      <a:pt x="21" y="55"/>
                      <a:pt x="22" y="56"/>
                      <a:pt x="22" y="56"/>
                    </a:cubicBezTo>
                    <a:cubicBezTo>
                      <a:pt x="22" y="57"/>
                      <a:pt x="22" y="57"/>
                      <a:pt x="22" y="57"/>
                    </a:cubicBezTo>
                    <a:cubicBezTo>
                      <a:pt x="22" y="57"/>
                      <a:pt x="23" y="61"/>
                      <a:pt x="23" y="60"/>
                    </a:cubicBezTo>
                    <a:cubicBezTo>
                      <a:pt x="22" y="58"/>
                      <a:pt x="22" y="58"/>
                      <a:pt x="22" y="58"/>
                    </a:cubicBezTo>
                    <a:cubicBezTo>
                      <a:pt x="23" y="58"/>
                      <a:pt x="23" y="59"/>
                      <a:pt x="23" y="60"/>
                    </a:cubicBezTo>
                    <a:cubicBezTo>
                      <a:pt x="23" y="58"/>
                      <a:pt x="23" y="59"/>
                      <a:pt x="23" y="58"/>
                    </a:cubicBezTo>
                    <a:cubicBezTo>
                      <a:pt x="23" y="59"/>
                      <a:pt x="23" y="59"/>
                      <a:pt x="23" y="59"/>
                    </a:cubicBezTo>
                    <a:cubicBezTo>
                      <a:pt x="23" y="58"/>
                      <a:pt x="23" y="56"/>
                      <a:pt x="24" y="58"/>
                    </a:cubicBezTo>
                    <a:cubicBezTo>
                      <a:pt x="23" y="56"/>
                      <a:pt x="23" y="58"/>
                      <a:pt x="23" y="57"/>
                    </a:cubicBezTo>
                    <a:cubicBezTo>
                      <a:pt x="22" y="55"/>
                      <a:pt x="22" y="55"/>
                      <a:pt x="22" y="55"/>
                    </a:cubicBezTo>
                    <a:cubicBezTo>
                      <a:pt x="23" y="58"/>
                      <a:pt x="23" y="55"/>
                      <a:pt x="23" y="55"/>
                    </a:cubicBezTo>
                    <a:cubicBezTo>
                      <a:pt x="24" y="56"/>
                      <a:pt x="24" y="56"/>
                      <a:pt x="24" y="57"/>
                    </a:cubicBezTo>
                    <a:cubicBezTo>
                      <a:pt x="24" y="55"/>
                      <a:pt x="24" y="55"/>
                      <a:pt x="24" y="55"/>
                    </a:cubicBezTo>
                    <a:cubicBezTo>
                      <a:pt x="25" y="59"/>
                      <a:pt x="24" y="54"/>
                      <a:pt x="24" y="55"/>
                    </a:cubicBezTo>
                    <a:cubicBezTo>
                      <a:pt x="25" y="56"/>
                      <a:pt x="25" y="58"/>
                      <a:pt x="25" y="58"/>
                    </a:cubicBezTo>
                    <a:cubicBezTo>
                      <a:pt x="24" y="56"/>
                      <a:pt x="25" y="55"/>
                      <a:pt x="24" y="53"/>
                    </a:cubicBezTo>
                    <a:cubicBezTo>
                      <a:pt x="25" y="54"/>
                      <a:pt x="25" y="56"/>
                      <a:pt x="26" y="58"/>
                    </a:cubicBezTo>
                    <a:cubicBezTo>
                      <a:pt x="25" y="56"/>
                      <a:pt x="26" y="59"/>
                      <a:pt x="26" y="57"/>
                    </a:cubicBezTo>
                    <a:cubicBezTo>
                      <a:pt x="25" y="56"/>
                      <a:pt x="25" y="55"/>
                      <a:pt x="25" y="54"/>
                    </a:cubicBezTo>
                    <a:cubicBezTo>
                      <a:pt x="26" y="54"/>
                      <a:pt x="25" y="55"/>
                      <a:pt x="26" y="56"/>
                    </a:cubicBezTo>
                    <a:cubicBezTo>
                      <a:pt x="26" y="56"/>
                      <a:pt x="26" y="54"/>
                      <a:pt x="25" y="53"/>
                    </a:cubicBezTo>
                    <a:cubicBezTo>
                      <a:pt x="26" y="53"/>
                      <a:pt x="25" y="51"/>
                      <a:pt x="26" y="52"/>
                    </a:cubicBezTo>
                    <a:cubicBezTo>
                      <a:pt x="26" y="54"/>
                      <a:pt x="26" y="53"/>
                      <a:pt x="26" y="54"/>
                    </a:cubicBezTo>
                    <a:cubicBezTo>
                      <a:pt x="27" y="54"/>
                      <a:pt x="25" y="50"/>
                      <a:pt x="26" y="50"/>
                    </a:cubicBezTo>
                    <a:cubicBezTo>
                      <a:pt x="25" y="49"/>
                      <a:pt x="25" y="46"/>
                      <a:pt x="25" y="45"/>
                    </a:cubicBezTo>
                    <a:cubicBezTo>
                      <a:pt x="25" y="45"/>
                      <a:pt x="25" y="46"/>
                      <a:pt x="25" y="48"/>
                    </a:cubicBezTo>
                    <a:cubicBezTo>
                      <a:pt x="25" y="48"/>
                      <a:pt x="25" y="48"/>
                      <a:pt x="25" y="48"/>
                    </a:cubicBezTo>
                    <a:cubicBezTo>
                      <a:pt x="27" y="50"/>
                      <a:pt x="26" y="52"/>
                      <a:pt x="27" y="55"/>
                    </a:cubicBezTo>
                    <a:cubicBezTo>
                      <a:pt x="27" y="54"/>
                      <a:pt x="27" y="54"/>
                      <a:pt x="27" y="54"/>
                    </a:cubicBezTo>
                    <a:cubicBezTo>
                      <a:pt x="28" y="57"/>
                      <a:pt x="28" y="57"/>
                      <a:pt x="28" y="57"/>
                    </a:cubicBezTo>
                    <a:cubicBezTo>
                      <a:pt x="27" y="55"/>
                      <a:pt x="28" y="56"/>
                      <a:pt x="28" y="55"/>
                    </a:cubicBezTo>
                    <a:cubicBezTo>
                      <a:pt x="28" y="54"/>
                      <a:pt x="28" y="56"/>
                      <a:pt x="28" y="55"/>
                    </a:cubicBezTo>
                    <a:cubicBezTo>
                      <a:pt x="28" y="54"/>
                      <a:pt x="27" y="51"/>
                      <a:pt x="28" y="52"/>
                    </a:cubicBezTo>
                    <a:cubicBezTo>
                      <a:pt x="29" y="55"/>
                      <a:pt x="29" y="55"/>
                      <a:pt x="29" y="55"/>
                    </a:cubicBezTo>
                    <a:cubicBezTo>
                      <a:pt x="29" y="56"/>
                      <a:pt x="28" y="53"/>
                      <a:pt x="29" y="54"/>
                    </a:cubicBezTo>
                    <a:cubicBezTo>
                      <a:pt x="29" y="55"/>
                      <a:pt x="29" y="55"/>
                      <a:pt x="29" y="55"/>
                    </a:cubicBezTo>
                    <a:cubicBezTo>
                      <a:pt x="30" y="55"/>
                      <a:pt x="32" y="55"/>
                      <a:pt x="31" y="51"/>
                    </a:cubicBezTo>
                    <a:cubicBezTo>
                      <a:pt x="32" y="52"/>
                      <a:pt x="32" y="52"/>
                      <a:pt x="33" y="53"/>
                    </a:cubicBezTo>
                    <a:cubicBezTo>
                      <a:pt x="33" y="53"/>
                      <a:pt x="33" y="51"/>
                      <a:pt x="33" y="51"/>
                    </a:cubicBezTo>
                    <a:cubicBezTo>
                      <a:pt x="34" y="53"/>
                      <a:pt x="34" y="53"/>
                      <a:pt x="34" y="53"/>
                    </a:cubicBezTo>
                    <a:cubicBezTo>
                      <a:pt x="34" y="54"/>
                      <a:pt x="34" y="52"/>
                      <a:pt x="34" y="51"/>
                    </a:cubicBezTo>
                    <a:cubicBezTo>
                      <a:pt x="35" y="52"/>
                      <a:pt x="35" y="52"/>
                      <a:pt x="35" y="52"/>
                    </a:cubicBezTo>
                    <a:cubicBezTo>
                      <a:pt x="35" y="54"/>
                      <a:pt x="35" y="51"/>
                      <a:pt x="35" y="51"/>
                    </a:cubicBezTo>
                    <a:cubicBezTo>
                      <a:pt x="35" y="52"/>
                      <a:pt x="35" y="52"/>
                      <a:pt x="35" y="52"/>
                    </a:cubicBezTo>
                    <a:cubicBezTo>
                      <a:pt x="35" y="51"/>
                      <a:pt x="35" y="51"/>
                      <a:pt x="35" y="51"/>
                    </a:cubicBezTo>
                    <a:cubicBezTo>
                      <a:pt x="35" y="50"/>
                      <a:pt x="35" y="50"/>
                      <a:pt x="36" y="52"/>
                    </a:cubicBezTo>
                    <a:cubicBezTo>
                      <a:pt x="36" y="51"/>
                      <a:pt x="36" y="51"/>
                      <a:pt x="36" y="51"/>
                    </a:cubicBezTo>
                    <a:cubicBezTo>
                      <a:pt x="37" y="52"/>
                      <a:pt x="37" y="52"/>
                      <a:pt x="38" y="51"/>
                    </a:cubicBezTo>
                    <a:cubicBezTo>
                      <a:pt x="37" y="51"/>
                      <a:pt x="37" y="50"/>
                      <a:pt x="37" y="49"/>
                    </a:cubicBezTo>
                    <a:cubicBezTo>
                      <a:pt x="36" y="46"/>
                      <a:pt x="37" y="49"/>
                      <a:pt x="37" y="47"/>
                    </a:cubicBezTo>
                    <a:cubicBezTo>
                      <a:pt x="37" y="48"/>
                      <a:pt x="38" y="49"/>
                      <a:pt x="38" y="50"/>
                    </a:cubicBezTo>
                    <a:cubicBezTo>
                      <a:pt x="39" y="52"/>
                      <a:pt x="39" y="50"/>
                      <a:pt x="40" y="50"/>
                    </a:cubicBezTo>
                    <a:cubicBezTo>
                      <a:pt x="40" y="49"/>
                      <a:pt x="40" y="49"/>
                      <a:pt x="40" y="49"/>
                    </a:cubicBezTo>
                    <a:cubicBezTo>
                      <a:pt x="42" y="51"/>
                      <a:pt x="41" y="48"/>
                      <a:pt x="42" y="49"/>
                    </a:cubicBezTo>
                    <a:cubicBezTo>
                      <a:pt x="42" y="48"/>
                      <a:pt x="41" y="45"/>
                      <a:pt x="41" y="45"/>
                    </a:cubicBezTo>
                    <a:cubicBezTo>
                      <a:pt x="41" y="43"/>
                      <a:pt x="42" y="47"/>
                      <a:pt x="43" y="48"/>
                    </a:cubicBezTo>
                    <a:cubicBezTo>
                      <a:pt x="43" y="48"/>
                      <a:pt x="43" y="47"/>
                      <a:pt x="43" y="47"/>
                    </a:cubicBezTo>
                    <a:cubicBezTo>
                      <a:pt x="43" y="48"/>
                      <a:pt x="43" y="48"/>
                      <a:pt x="43" y="48"/>
                    </a:cubicBezTo>
                    <a:cubicBezTo>
                      <a:pt x="43" y="47"/>
                      <a:pt x="43" y="46"/>
                      <a:pt x="44" y="47"/>
                    </a:cubicBezTo>
                    <a:cubicBezTo>
                      <a:pt x="44" y="47"/>
                      <a:pt x="44" y="47"/>
                      <a:pt x="44" y="47"/>
                    </a:cubicBezTo>
                    <a:cubicBezTo>
                      <a:pt x="44" y="47"/>
                      <a:pt x="45" y="48"/>
                      <a:pt x="45" y="48"/>
                    </a:cubicBezTo>
                    <a:cubicBezTo>
                      <a:pt x="44" y="46"/>
                      <a:pt x="45" y="47"/>
                      <a:pt x="45" y="45"/>
                    </a:cubicBezTo>
                    <a:cubicBezTo>
                      <a:pt x="45" y="46"/>
                      <a:pt x="45" y="46"/>
                      <a:pt x="45" y="46"/>
                    </a:cubicBezTo>
                    <a:cubicBezTo>
                      <a:pt x="45" y="44"/>
                      <a:pt x="45" y="44"/>
                      <a:pt x="45" y="44"/>
                    </a:cubicBezTo>
                    <a:cubicBezTo>
                      <a:pt x="45" y="45"/>
                      <a:pt x="45" y="45"/>
                      <a:pt x="45" y="45"/>
                    </a:cubicBezTo>
                    <a:cubicBezTo>
                      <a:pt x="46" y="47"/>
                      <a:pt x="46" y="47"/>
                      <a:pt x="46" y="47"/>
                    </a:cubicBezTo>
                    <a:cubicBezTo>
                      <a:pt x="46" y="48"/>
                      <a:pt x="45" y="45"/>
                      <a:pt x="45" y="45"/>
                    </a:cubicBezTo>
                    <a:cubicBezTo>
                      <a:pt x="45" y="43"/>
                      <a:pt x="46" y="45"/>
                      <a:pt x="46" y="45"/>
                    </a:cubicBezTo>
                    <a:cubicBezTo>
                      <a:pt x="46" y="46"/>
                      <a:pt x="46" y="45"/>
                      <a:pt x="46" y="45"/>
                    </a:cubicBezTo>
                    <a:cubicBezTo>
                      <a:pt x="46" y="47"/>
                      <a:pt x="46" y="46"/>
                      <a:pt x="46" y="47"/>
                    </a:cubicBezTo>
                    <a:cubicBezTo>
                      <a:pt x="46" y="47"/>
                      <a:pt x="46" y="45"/>
                      <a:pt x="46" y="45"/>
                    </a:cubicBezTo>
                    <a:cubicBezTo>
                      <a:pt x="46" y="45"/>
                      <a:pt x="47" y="45"/>
                      <a:pt x="47" y="46"/>
                    </a:cubicBezTo>
                    <a:cubicBezTo>
                      <a:pt x="47" y="45"/>
                      <a:pt x="47" y="45"/>
                      <a:pt x="47" y="45"/>
                    </a:cubicBezTo>
                    <a:cubicBezTo>
                      <a:pt x="47" y="44"/>
                      <a:pt x="46" y="44"/>
                      <a:pt x="46" y="43"/>
                    </a:cubicBezTo>
                    <a:cubicBezTo>
                      <a:pt x="46" y="43"/>
                      <a:pt x="46" y="42"/>
                      <a:pt x="46" y="43"/>
                    </a:cubicBezTo>
                    <a:cubicBezTo>
                      <a:pt x="46" y="43"/>
                      <a:pt x="46" y="43"/>
                      <a:pt x="46" y="43"/>
                    </a:cubicBezTo>
                    <a:cubicBezTo>
                      <a:pt x="46" y="43"/>
                      <a:pt x="47" y="43"/>
                      <a:pt x="46" y="42"/>
                    </a:cubicBezTo>
                    <a:cubicBezTo>
                      <a:pt x="47" y="44"/>
                      <a:pt x="47" y="44"/>
                      <a:pt x="47" y="44"/>
                    </a:cubicBezTo>
                    <a:cubicBezTo>
                      <a:pt x="47" y="43"/>
                      <a:pt x="47" y="43"/>
                      <a:pt x="47" y="42"/>
                    </a:cubicBezTo>
                    <a:cubicBezTo>
                      <a:pt x="48" y="44"/>
                      <a:pt x="49" y="46"/>
                      <a:pt x="49" y="46"/>
                    </a:cubicBezTo>
                    <a:cubicBezTo>
                      <a:pt x="49" y="44"/>
                      <a:pt x="49" y="44"/>
                      <a:pt x="49" y="44"/>
                    </a:cubicBezTo>
                    <a:cubicBezTo>
                      <a:pt x="49" y="44"/>
                      <a:pt x="49" y="44"/>
                      <a:pt x="50" y="45"/>
                    </a:cubicBezTo>
                    <a:cubicBezTo>
                      <a:pt x="51" y="46"/>
                      <a:pt x="48" y="40"/>
                      <a:pt x="49" y="42"/>
                    </a:cubicBezTo>
                    <a:cubicBezTo>
                      <a:pt x="50" y="44"/>
                      <a:pt x="50" y="44"/>
                      <a:pt x="51" y="44"/>
                    </a:cubicBezTo>
                    <a:cubicBezTo>
                      <a:pt x="50" y="43"/>
                      <a:pt x="50" y="43"/>
                      <a:pt x="50" y="43"/>
                    </a:cubicBezTo>
                    <a:cubicBezTo>
                      <a:pt x="50" y="42"/>
                      <a:pt x="51" y="45"/>
                      <a:pt x="50" y="43"/>
                    </a:cubicBezTo>
                    <a:cubicBezTo>
                      <a:pt x="50" y="42"/>
                      <a:pt x="50" y="42"/>
                      <a:pt x="50" y="42"/>
                    </a:cubicBezTo>
                    <a:cubicBezTo>
                      <a:pt x="52" y="46"/>
                      <a:pt x="52" y="42"/>
                      <a:pt x="54" y="44"/>
                    </a:cubicBezTo>
                    <a:cubicBezTo>
                      <a:pt x="52" y="42"/>
                      <a:pt x="54" y="43"/>
                      <a:pt x="53" y="42"/>
                    </a:cubicBezTo>
                    <a:cubicBezTo>
                      <a:pt x="54" y="45"/>
                      <a:pt x="54" y="42"/>
                      <a:pt x="54" y="43"/>
                    </a:cubicBezTo>
                    <a:cubicBezTo>
                      <a:pt x="53" y="41"/>
                      <a:pt x="53" y="41"/>
                      <a:pt x="53" y="41"/>
                    </a:cubicBezTo>
                    <a:cubicBezTo>
                      <a:pt x="54" y="42"/>
                      <a:pt x="53" y="37"/>
                      <a:pt x="54" y="40"/>
                    </a:cubicBezTo>
                    <a:cubicBezTo>
                      <a:pt x="55" y="40"/>
                      <a:pt x="55" y="41"/>
                      <a:pt x="55" y="42"/>
                    </a:cubicBezTo>
                    <a:cubicBezTo>
                      <a:pt x="56" y="44"/>
                      <a:pt x="55" y="39"/>
                      <a:pt x="56" y="42"/>
                    </a:cubicBezTo>
                    <a:cubicBezTo>
                      <a:pt x="56" y="41"/>
                      <a:pt x="55" y="40"/>
                      <a:pt x="55" y="39"/>
                    </a:cubicBezTo>
                    <a:cubicBezTo>
                      <a:pt x="56" y="40"/>
                      <a:pt x="57" y="41"/>
                      <a:pt x="57" y="41"/>
                    </a:cubicBezTo>
                    <a:cubicBezTo>
                      <a:pt x="57" y="41"/>
                      <a:pt x="57" y="40"/>
                      <a:pt x="57" y="40"/>
                    </a:cubicBezTo>
                    <a:cubicBezTo>
                      <a:pt x="57" y="41"/>
                      <a:pt x="57" y="41"/>
                      <a:pt x="57" y="42"/>
                    </a:cubicBezTo>
                    <a:cubicBezTo>
                      <a:pt x="58" y="42"/>
                      <a:pt x="58" y="41"/>
                      <a:pt x="58" y="40"/>
                    </a:cubicBezTo>
                    <a:cubicBezTo>
                      <a:pt x="59" y="41"/>
                      <a:pt x="59" y="40"/>
                      <a:pt x="60" y="41"/>
                    </a:cubicBezTo>
                    <a:cubicBezTo>
                      <a:pt x="59" y="39"/>
                      <a:pt x="61" y="42"/>
                      <a:pt x="60" y="39"/>
                    </a:cubicBezTo>
                    <a:cubicBezTo>
                      <a:pt x="60" y="40"/>
                      <a:pt x="60" y="40"/>
                      <a:pt x="60" y="40"/>
                    </a:cubicBezTo>
                    <a:cubicBezTo>
                      <a:pt x="60" y="39"/>
                      <a:pt x="59" y="37"/>
                      <a:pt x="59" y="37"/>
                    </a:cubicBezTo>
                    <a:cubicBezTo>
                      <a:pt x="60" y="39"/>
                      <a:pt x="60" y="39"/>
                      <a:pt x="60" y="39"/>
                    </a:cubicBezTo>
                    <a:cubicBezTo>
                      <a:pt x="61" y="41"/>
                      <a:pt x="61" y="39"/>
                      <a:pt x="61" y="40"/>
                    </a:cubicBezTo>
                    <a:cubicBezTo>
                      <a:pt x="60" y="38"/>
                      <a:pt x="62" y="40"/>
                      <a:pt x="61" y="38"/>
                    </a:cubicBezTo>
                    <a:cubicBezTo>
                      <a:pt x="61" y="38"/>
                      <a:pt x="61" y="38"/>
                      <a:pt x="61" y="38"/>
                    </a:cubicBezTo>
                    <a:cubicBezTo>
                      <a:pt x="61" y="37"/>
                      <a:pt x="60" y="37"/>
                      <a:pt x="61" y="36"/>
                    </a:cubicBezTo>
                    <a:cubicBezTo>
                      <a:pt x="61" y="36"/>
                      <a:pt x="62" y="38"/>
                      <a:pt x="62" y="38"/>
                    </a:cubicBezTo>
                    <a:cubicBezTo>
                      <a:pt x="62" y="39"/>
                      <a:pt x="62" y="38"/>
                      <a:pt x="62" y="38"/>
                    </a:cubicBezTo>
                    <a:cubicBezTo>
                      <a:pt x="62" y="38"/>
                      <a:pt x="62" y="38"/>
                      <a:pt x="62" y="37"/>
                    </a:cubicBezTo>
                    <a:cubicBezTo>
                      <a:pt x="62" y="38"/>
                      <a:pt x="62" y="38"/>
                      <a:pt x="62" y="38"/>
                    </a:cubicBezTo>
                    <a:cubicBezTo>
                      <a:pt x="62" y="38"/>
                      <a:pt x="62" y="38"/>
                      <a:pt x="62" y="38"/>
                    </a:cubicBezTo>
                    <a:cubicBezTo>
                      <a:pt x="62" y="38"/>
                      <a:pt x="62" y="38"/>
                      <a:pt x="62" y="38"/>
                    </a:cubicBezTo>
                    <a:cubicBezTo>
                      <a:pt x="62" y="38"/>
                      <a:pt x="62" y="38"/>
                      <a:pt x="62" y="38"/>
                    </a:cubicBezTo>
                    <a:cubicBezTo>
                      <a:pt x="62" y="38"/>
                      <a:pt x="63" y="38"/>
                      <a:pt x="63" y="38"/>
                    </a:cubicBezTo>
                    <a:cubicBezTo>
                      <a:pt x="63" y="38"/>
                      <a:pt x="63" y="38"/>
                      <a:pt x="63" y="38"/>
                    </a:cubicBezTo>
                    <a:cubicBezTo>
                      <a:pt x="63" y="38"/>
                      <a:pt x="63" y="38"/>
                      <a:pt x="63" y="38"/>
                    </a:cubicBezTo>
                    <a:cubicBezTo>
                      <a:pt x="64" y="40"/>
                      <a:pt x="64" y="40"/>
                      <a:pt x="64" y="40"/>
                    </a:cubicBezTo>
                    <a:cubicBezTo>
                      <a:pt x="64" y="40"/>
                      <a:pt x="64" y="38"/>
                      <a:pt x="63" y="37"/>
                    </a:cubicBezTo>
                    <a:cubicBezTo>
                      <a:pt x="64" y="38"/>
                      <a:pt x="65" y="36"/>
                      <a:pt x="65" y="36"/>
                    </a:cubicBezTo>
                    <a:cubicBezTo>
                      <a:pt x="65" y="36"/>
                      <a:pt x="65" y="37"/>
                      <a:pt x="65" y="36"/>
                    </a:cubicBezTo>
                    <a:cubicBezTo>
                      <a:pt x="65" y="36"/>
                      <a:pt x="65" y="34"/>
                      <a:pt x="65" y="35"/>
                    </a:cubicBezTo>
                    <a:cubicBezTo>
                      <a:pt x="65" y="35"/>
                      <a:pt x="66" y="36"/>
                      <a:pt x="66" y="36"/>
                    </a:cubicBezTo>
                    <a:cubicBezTo>
                      <a:pt x="66" y="37"/>
                      <a:pt x="66" y="35"/>
                      <a:pt x="66" y="35"/>
                    </a:cubicBezTo>
                    <a:cubicBezTo>
                      <a:pt x="67" y="37"/>
                      <a:pt x="66" y="33"/>
                      <a:pt x="67" y="34"/>
                    </a:cubicBezTo>
                    <a:cubicBezTo>
                      <a:pt x="67" y="34"/>
                      <a:pt x="68" y="35"/>
                      <a:pt x="68" y="36"/>
                    </a:cubicBezTo>
                    <a:cubicBezTo>
                      <a:pt x="68" y="35"/>
                      <a:pt x="68" y="34"/>
                      <a:pt x="68" y="32"/>
                    </a:cubicBezTo>
                    <a:cubicBezTo>
                      <a:pt x="68" y="34"/>
                      <a:pt x="68" y="34"/>
                      <a:pt x="68" y="34"/>
                    </a:cubicBezTo>
                    <a:cubicBezTo>
                      <a:pt x="69" y="34"/>
                      <a:pt x="69" y="33"/>
                      <a:pt x="69" y="32"/>
                    </a:cubicBezTo>
                    <a:cubicBezTo>
                      <a:pt x="68" y="31"/>
                      <a:pt x="68" y="30"/>
                      <a:pt x="68" y="30"/>
                    </a:cubicBezTo>
                    <a:cubicBezTo>
                      <a:pt x="68" y="30"/>
                      <a:pt x="68" y="30"/>
                      <a:pt x="68" y="30"/>
                    </a:cubicBezTo>
                    <a:cubicBezTo>
                      <a:pt x="68" y="29"/>
                      <a:pt x="68" y="29"/>
                      <a:pt x="68" y="29"/>
                    </a:cubicBezTo>
                    <a:cubicBezTo>
                      <a:pt x="69" y="30"/>
                      <a:pt x="68" y="30"/>
                      <a:pt x="69" y="30"/>
                    </a:cubicBezTo>
                    <a:cubicBezTo>
                      <a:pt x="70" y="33"/>
                      <a:pt x="70" y="31"/>
                      <a:pt x="70" y="32"/>
                    </a:cubicBezTo>
                    <a:cubicBezTo>
                      <a:pt x="70" y="30"/>
                      <a:pt x="70" y="30"/>
                      <a:pt x="70" y="30"/>
                    </a:cubicBezTo>
                    <a:cubicBezTo>
                      <a:pt x="70" y="29"/>
                      <a:pt x="71" y="31"/>
                      <a:pt x="71" y="31"/>
                    </a:cubicBezTo>
                    <a:cubicBezTo>
                      <a:pt x="69" y="26"/>
                      <a:pt x="69" y="26"/>
                      <a:pt x="69" y="26"/>
                    </a:cubicBezTo>
                    <a:cubicBezTo>
                      <a:pt x="69" y="27"/>
                      <a:pt x="71" y="28"/>
                      <a:pt x="71" y="29"/>
                    </a:cubicBezTo>
                    <a:cubicBezTo>
                      <a:pt x="71" y="29"/>
                      <a:pt x="70" y="26"/>
                      <a:pt x="70" y="24"/>
                    </a:cubicBezTo>
                    <a:cubicBezTo>
                      <a:pt x="70" y="25"/>
                      <a:pt x="70" y="24"/>
                      <a:pt x="70" y="23"/>
                    </a:cubicBezTo>
                    <a:cubicBezTo>
                      <a:pt x="71" y="25"/>
                      <a:pt x="70" y="23"/>
                      <a:pt x="71" y="24"/>
                    </a:cubicBezTo>
                    <a:cubicBezTo>
                      <a:pt x="72" y="26"/>
                      <a:pt x="72" y="26"/>
                      <a:pt x="72" y="26"/>
                    </a:cubicBezTo>
                    <a:cubicBezTo>
                      <a:pt x="71" y="26"/>
                      <a:pt x="73" y="28"/>
                      <a:pt x="73" y="29"/>
                    </a:cubicBezTo>
                    <a:cubicBezTo>
                      <a:pt x="73" y="28"/>
                      <a:pt x="74" y="28"/>
                      <a:pt x="75" y="29"/>
                    </a:cubicBezTo>
                    <a:cubicBezTo>
                      <a:pt x="73" y="26"/>
                      <a:pt x="74" y="27"/>
                      <a:pt x="73" y="25"/>
                    </a:cubicBezTo>
                    <a:cubicBezTo>
                      <a:pt x="74" y="24"/>
                      <a:pt x="74" y="27"/>
                      <a:pt x="75" y="27"/>
                    </a:cubicBezTo>
                    <a:cubicBezTo>
                      <a:pt x="75" y="26"/>
                      <a:pt x="76" y="26"/>
                      <a:pt x="76" y="26"/>
                    </a:cubicBezTo>
                    <a:cubicBezTo>
                      <a:pt x="76" y="26"/>
                      <a:pt x="76" y="26"/>
                      <a:pt x="76" y="26"/>
                    </a:cubicBezTo>
                    <a:cubicBezTo>
                      <a:pt x="76" y="25"/>
                      <a:pt x="77" y="26"/>
                      <a:pt x="77" y="23"/>
                    </a:cubicBezTo>
                    <a:cubicBezTo>
                      <a:pt x="77" y="25"/>
                      <a:pt x="77" y="25"/>
                      <a:pt x="77" y="25"/>
                    </a:cubicBezTo>
                    <a:cubicBezTo>
                      <a:pt x="78" y="25"/>
                      <a:pt x="76" y="22"/>
                      <a:pt x="77" y="23"/>
                    </a:cubicBezTo>
                    <a:cubicBezTo>
                      <a:pt x="78" y="24"/>
                      <a:pt x="78" y="24"/>
                      <a:pt x="78" y="24"/>
                    </a:cubicBezTo>
                    <a:cubicBezTo>
                      <a:pt x="78" y="23"/>
                      <a:pt x="79" y="25"/>
                      <a:pt x="78" y="23"/>
                    </a:cubicBezTo>
                    <a:cubicBezTo>
                      <a:pt x="79" y="24"/>
                      <a:pt x="79" y="24"/>
                      <a:pt x="79" y="24"/>
                    </a:cubicBezTo>
                    <a:cubicBezTo>
                      <a:pt x="79" y="23"/>
                      <a:pt x="79" y="24"/>
                      <a:pt x="79" y="22"/>
                    </a:cubicBezTo>
                    <a:cubicBezTo>
                      <a:pt x="80" y="24"/>
                      <a:pt x="80" y="24"/>
                      <a:pt x="80" y="24"/>
                    </a:cubicBezTo>
                    <a:cubicBezTo>
                      <a:pt x="80" y="25"/>
                      <a:pt x="79" y="22"/>
                      <a:pt x="80" y="22"/>
                    </a:cubicBezTo>
                    <a:cubicBezTo>
                      <a:pt x="80" y="22"/>
                      <a:pt x="81" y="23"/>
                      <a:pt x="81" y="23"/>
                    </a:cubicBezTo>
                    <a:cubicBezTo>
                      <a:pt x="80" y="22"/>
                      <a:pt x="81" y="22"/>
                      <a:pt x="81" y="21"/>
                    </a:cubicBezTo>
                    <a:cubicBezTo>
                      <a:pt x="82" y="23"/>
                      <a:pt x="82" y="23"/>
                      <a:pt x="82" y="23"/>
                    </a:cubicBezTo>
                    <a:cubicBezTo>
                      <a:pt x="84" y="22"/>
                      <a:pt x="86" y="22"/>
                      <a:pt x="86" y="19"/>
                    </a:cubicBezTo>
                    <a:cubicBezTo>
                      <a:pt x="88" y="21"/>
                      <a:pt x="87" y="21"/>
                      <a:pt x="87" y="22"/>
                    </a:cubicBezTo>
                    <a:cubicBezTo>
                      <a:pt x="87" y="20"/>
                      <a:pt x="87" y="22"/>
                      <a:pt x="88" y="21"/>
                    </a:cubicBezTo>
                    <a:cubicBezTo>
                      <a:pt x="88" y="21"/>
                      <a:pt x="88" y="21"/>
                      <a:pt x="88" y="21"/>
                    </a:cubicBezTo>
                    <a:cubicBezTo>
                      <a:pt x="88" y="20"/>
                      <a:pt x="89" y="22"/>
                      <a:pt x="89" y="21"/>
                    </a:cubicBezTo>
                    <a:cubicBezTo>
                      <a:pt x="88" y="20"/>
                      <a:pt x="88" y="20"/>
                      <a:pt x="88" y="20"/>
                    </a:cubicBezTo>
                    <a:cubicBezTo>
                      <a:pt x="88" y="19"/>
                      <a:pt x="90" y="23"/>
                      <a:pt x="89" y="20"/>
                    </a:cubicBezTo>
                    <a:cubicBezTo>
                      <a:pt x="90" y="22"/>
                      <a:pt x="90" y="22"/>
                      <a:pt x="90" y="22"/>
                    </a:cubicBezTo>
                    <a:cubicBezTo>
                      <a:pt x="89" y="19"/>
                      <a:pt x="91" y="22"/>
                      <a:pt x="90" y="20"/>
                    </a:cubicBezTo>
                    <a:cubicBezTo>
                      <a:pt x="90" y="20"/>
                      <a:pt x="90" y="20"/>
                      <a:pt x="90" y="20"/>
                    </a:cubicBezTo>
                    <a:cubicBezTo>
                      <a:pt x="91" y="21"/>
                      <a:pt x="90" y="17"/>
                      <a:pt x="91" y="19"/>
                    </a:cubicBezTo>
                    <a:cubicBezTo>
                      <a:pt x="91" y="19"/>
                      <a:pt x="91" y="18"/>
                      <a:pt x="91" y="16"/>
                    </a:cubicBezTo>
                    <a:cubicBezTo>
                      <a:pt x="92" y="19"/>
                      <a:pt x="92" y="19"/>
                      <a:pt x="92" y="19"/>
                    </a:cubicBezTo>
                    <a:cubicBezTo>
                      <a:pt x="93" y="17"/>
                      <a:pt x="94" y="17"/>
                      <a:pt x="94" y="14"/>
                    </a:cubicBezTo>
                    <a:cubicBezTo>
                      <a:pt x="95" y="15"/>
                      <a:pt x="95" y="15"/>
                      <a:pt x="95" y="15"/>
                    </a:cubicBezTo>
                    <a:cubicBezTo>
                      <a:pt x="95" y="13"/>
                      <a:pt x="97" y="17"/>
                      <a:pt x="96" y="13"/>
                    </a:cubicBezTo>
                    <a:cubicBezTo>
                      <a:pt x="96" y="11"/>
                      <a:pt x="96" y="11"/>
                      <a:pt x="96" y="11"/>
                    </a:cubicBezTo>
                    <a:cubicBezTo>
                      <a:pt x="97" y="13"/>
                      <a:pt x="97" y="13"/>
                      <a:pt x="97" y="13"/>
                    </a:cubicBezTo>
                    <a:cubicBezTo>
                      <a:pt x="97" y="12"/>
                      <a:pt x="98" y="13"/>
                      <a:pt x="97" y="11"/>
                    </a:cubicBezTo>
                    <a:cubicBezTo>
                      <a:pt x="98" y="13"/>
                      <a:pt x="98" y="13"/>
                      <a:pt x="98" y="13"/>
                    </a:cubicBezTo>
                    <a:cubicBezTo>
                      <a:pt x="98" y="13"/>
                      <a:pt x="98" y="10"/>
                      <a:pt x="98" y="11"/>
                    </a:cubicBezTo>
                    <a:cubicBezTo>
                      <a:pt x="98" y="11"/>
                      <a:pt x="98" y="11"/>
                      <a:pt x="98" y="11"/>
                    </a:cubicBezTo>
                    <a:cubicBezTo>
                      <a:pt x="101" y="14"/>
                      <a:pt x="104" y="15"/>
                      <a:pt x="104" y="11"/>
                    </a:cubicBezTo>
                    <a:cubicBezTo>
                      <a:pt x="104" y="10"/>
                      <a:pt x="105" y="13"/>
                      <a:pt x="105" y="13"/>
                    </a:cubicBezTo>
                    <a:cubicBezTo>
                      <a:pt x="106" y="9"/>
                      <a:pt x="109" y="14"/>
                      <a:pt x="109" y="8"/>
                    </a:cubicBezTo>
                    <a:cubicBezTo>
                      <a:pt x="110" y="6"/>
                      <a:pt x="108" y="1"/>
                      <a:pt x="108"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1" name="Freeform 114"/>
              <p:cNvSpPr/>
              <p:nvPr/>
            </p:nvSpPr>
            <p:spPr bwMode="auto">
              <a:xfrm>
                <a:off x="3897" y="1269"/>
                <a:ext cx="6" cy="2"/>
              </a:xfrm>
              <a:custGeom>
                <a:avLst/>
                <a:gdLst>
                  <a:gd name="T0" fmla="*/ 6 w 6"/>
                  <a:gd name="T1" fmla="*/ 0 h 2"/>
                  <a:gd name="T2" fmla="*/ 6 w 6"/>
                  <a:gd name="T3" fmla="*/ 0 h 2"/>
                  <a:gd name="T4" fmla="*/ 0 w 6"/>
                  <a:gd name="T5" fmla="*/ 2 h 2"/>
                  <a:gd name="T6" fmla="*/ 6 w 6"/>
                  <a:gd name="T7" fmla="*/ 0 h 2"/>
                </a:gdLst>
                <a:ahLst/>
                <a:cxnLst>
                  <a:cxn ang="0">
                    <a:pos x="T0" y="T1"/>
                  </a:cxn>
                  <a:cxn ang="0">
                    <a:pos x="T2" y="T3"/>
                  </a:cxn>
                  <a:cxn ang="0">
                    <a:pos x="T4" y="T5"/>
                  </a:cxn>
                  <a:cxn ang="0">
                    <a:pos x="T6" y="T7"/>
                  </a:cxn>
                </a:cxnLst>
                <a:rect l="0" t="0" r="r" b="b"/>
                <a:pathLst>
                  <a:path w="6" h="2">
                    <a:moveTo>
                      <a:pt x="6" y="0"/>
                    </a:moveTo>
                    <a:lnTo>
                      <a:pt x="6" y="0"/>
                    </a:lnTo>
                    <a:lnTo>
                      <a:pt x="0" y="2"/>
                    </a:lnTo>
                    <a:lnTo>
                      <a:pt x="6"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2" name="Freeform 115"/>
              <p:cNvSpPr/>
              <p:nvPr/>
            </p:nvSpPr>
            <p:spPr bwMode="auto">
              <a:xfrm>
                <a:off x="3935" y="1214"/>
                <a:ext cx="78" cy="253"/>
              </a:xfrm>
              <a:custGeom>
                <a:avLst/>
                <a:gdLst>
                  <a:gd name="T0" fmla="*/ 15 w 37"/>
                  <a:gd name="T1" fmla="*/ 54 h 119"/>
                  <a:gd name="T2" fmla="*/ 12 w 37"/>
                  <a:gd name="T3" fmla="*/ 62 h 119"/>
                  <a:gd name="T4" fmla="*/ 8 w 37"/>
                  <a:gd name="T5" fmla="*/ 67 h 119"/>
                  <a:gd name="T6" fmla="*/ 6 w 37"/>
                  <a:gd name="T7" fmla="*/ 78 h 119"/>
                  <a:gd name="T8" fmla="*/ 4 w 37"/>
                  <a:gd name="T9" fmla="*/ 84 h 119"/>
                  <a:gd name="T10" fmla="*/ 2 w 37"/>
                  <a:gd name="T11" fmla="*/ 96 h 119"/>
                  <a:gd name="T12" fmla="*/ 5 w 37"/>
                  <a:gd name="T13" fmla="*/ 103 h 119"/>
                  <a:gd name="T14" fmla="*/ 2 w 37"/>
                  <a:gd name="T15" fmla="*/ 111 h 119"/>
                  <a:gd name="T16" fmla="*/ 2 w 37"/>
                  <a:gd name="T17" fmla="*/ 115 h 119"/>
                  <a:gd name="T18" fmla="*/ 7 w 37"/>
                  <a:gd name="T19" fmla="*/ 117 h 119"/>
                  <a:gd name="T20" fmla="*/ 8 w 37"/>
                  <a:gd name="T21" fmla="*/ 117 h 119"/>
                  <a:gd name="T22" fmla="*/ 9 w 37"/>
                  <a:gd name="T23" fmla="*/ 115 h 119"/>
                  <a:gd name="T24" fmla="*/ 12 w 37"/>
                  <a:gd name="T25" fmla="*/ 113 h 119"/>
                  <a:gd name="T26" fmla="*/ 15 w 37"/>
                  <a:gd name="T27" fmla="*/ 110 h 119"/>
                  <a:gd name="T28" fmla="*/ 17 w 37"/>
                  <a:gd name="T29" fmla="*/ 110 h 119"/>
                  <a:gd name="T30" fmla="*/ 17 w 37"/>
                  <a:gd name="T31" fmla="*/ 108 h 119"/>
                  <a:gd name="T32" fmla="*/ 18 w 37"/>
                  <a:gd name="T33" fmla="*/ 108 h 119"/>
                  <a:gd name="T34" fmla="*/ 21 w 37"/>
                  <a:gd name="T35" fmla="*/ 108 h 119"/>
                  <a:gd name="T36" fmla="*/ 15 w 37"/>
                  <a:gd name="T37" fmla="*/ 104 h 119"/>
                  <a:gd name="T38" fmla="*/ 18 w 37"/>
                  <a:gd name="T39" fmla="*/ 104 h 119"/>
                  <a:gd name="T40" fmla="*/ 20 w 37"/>
                  <a:gd name="T41" fmla="*/ 104 h 119"/>
                  <a:gd name="T42" fmla="*/ 22 w 37"/>
                  <a:gd name="T43" fmla="*/ 102 h 119"/>
                  <a:gd name="T44" fmla="*/ 20 w 37"/>
                  <a:gd name="T45" fmla="*/ 100 h 119"/>
                  <a:gd name="T46" fmla="*/ 22 w 37"/>
                  <a:gd name="T47" fmla="*/ 99 h 119"/>
                  <a:gd name="T48" fmla="*/ 15 w 37"/>
                  <a:gd name="T49" fmla="*/ 95 h 119"/>
                  <a:gd name="T50" fmla="*/ 21 w 37"/>
                  <a:gd name="T51" fmla="*/ 97 h 119"/>
                  <a:gd name="T52" fmla="*/ 24 w 37"/>
                  <a:gd name="T53" fmla="*/ 92 h 119"/>
                  <a:gd name="T54" fmla="*/ 24 w 37"/>
                  <a:gd name="T55" fmla="*/ 89 h 119"/>
                  <a:gd name="T56" fmla="*/ 21 w 37"/>
                  <a:gd name="T57" fmla="*/ 85 h 119"/>
                  <a:gd name="T58" fmla="*/ 26 w 37"/>
                  <a:gd name="T59" fmla="*/ 81 h 119"/>
                  <a:gd name="T60" fmla="*/ 24 w 37"/>
                  <a:gd name="T61" fmla="*/ 78 h 119"/>
                  <a:gd name="T62" fmla="*/ 25 w 37"/>
                  <a:gd name="T63" fmla="*/ 77 h 119"/>
                  <a:gd name="T64" fmla="*/ 23 w 37"/>
                  <a:gd name="T65" fmla="*/ 75 h 119"/>
                  <a:gd name="T66" fmla="*/ 27 w 37"/>
                  <a:gd name="T67" fmla="*/ 75 h 119"/>
                  <a:gd name="T68" fmla="*/ 26 w 37"/>
                  <a:gd name="T69" fmla="*/ 72 h 119"/>
                  <a:gd name="T70" fmla="*/ 25 w 37"/>
                  <a:gd name="T71" fmla="*/ 67 h 119"/>
                  <a:gd name="T72" fmla="*/ 29 w 37"/>
                  <a:gd name="T73" fmla="*/ 65 h 119"/>
                  <a:gd name="T74" fmla="*/ 28 w 37"/>
                  <a:gd name="T75" fmla="*/ 61 h 119"/>
                  <a:gd name="T76" fmla="*/ 29 w 37"/>
                  <a:gd name="T77" fmla="*/ 59 h 119"/>
                  <a:gd name="T78" fmla="*/ 29 w 37"/>
                  <a:gd name="T79" fmla="*/ 59 h 119"/>
                  <a:gd name="T80" fmla="*/ 29 w 37"/>
                  <a:gd name="T81" fmla="*/ 56 h 119"/>
                  <a:gd name="T82" fmla="*/ 27 w 37"/>
                  <a:gd name="T83" fmla="*/ 51 h 119"/>
                  <a:gd name="T84" fmla="*/ 25 w 37"/>
                  <a:gd name="T85" fmla="*/ 49 h 119"/>
                  <a:gd name="T86" fmla="*/ 27 w 37"/>
                  <a:gd name="T87" fmla="*/ 47 h 119"/>
                  <a:gd name="T88" fmla="*/ 29 w 37"/>
                  <a:gd name="T89" fmla="*/ 44 h 119"/>
                  <a:gd name="T90" fmla="*/ 27 w 37"/>
                  <a:gd name="T91" fmla="*/ 39 h 119"/>
                  <a:gd name="T92" fmla="*/ 28 w 37"/>
                  <a:gd name="T93" fmla="*/ 37 h 119"/>
                  <a:gd name="T94" fmla="*/ 31 w 37"/>
                  <a:gd name="T95" fmla="*/ 30 h 119"/>
                  <a:gd name="T96" fmla="*/ 32 w 37"/>
                  <a:gd name="T97" fmla="*/ 27 h 119"/>
                  <a:gd name="T98" fmla="*/ 29 w 37"/>
                  <a:gd name="T99" fmla="*/ 19 h 119"/>
                  <a:gd name="T100" fmla="*/ 30 w 37"/>
                  <a:gd name="T101" fmla="*/ 16 h 119"/>
                  <a:gd name="T102" fmla="*/ 26 w 37"/>
                  <a:gd name="T103" fmla="*/ 0 h 119"/>
                  <a:gd name="T104" fmla="*/ 18 w 37"/>
                  <a:gd name="T105" fmla="*/ 21 h 119"/>
                  <a:gd name="T106" fmla="*/ 11 w 37"/>
                  <a:gd name="T107" fmla="*/ 3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 h="119">
                    <a:moveTo>
                      <a:pt x="11" y="38"/>
                    </a:moveTo>
                    <a:cubicBezTo>
                      <a:pt x="11" y="42"/>
                      <a:pt x="12" y="46"/>
                      <a:pt x="12" y="50"/>
                    </a:cubicBezTo>
                    <a:cubicBezTo>
                      <a:pt x="15" y="51"/>
                      <a:pt x="13" y="52"/>
                      <a:pt x="16" y="53"/>
                    </a:cubicBezTo>
                    <a:cubicBezTo>
                      <a:pt x="15" y="53"/>
                      <a:pt x="15" y="53"/>
                      <a:pt x="15" y="53"/>
                    </a:cubicBezTo>
                    <a:cubicBezTo>
                      <a:pt x="16" y="53"/>
                      <a:pt x="14" y="53"/>
                      <a:pt x="13" y="54"/>
                    </a:cubicBezTo>
                    <a:cubicBezTo>
                      <a:pt x="14" y="54"/>
                      <a:pt x="13" y="54"/>
                      <a:pt x="15" y="54"/>
                    </a:cubicBezTo>
                    <a:cubicBezTo>
                      <a:pt x="17" y="55"/>
                      <a:pt x="12" y="54"/>
                      <a:pt x="13" y="55"/>
                    </a:cubicBezTo>
                    <a:cubicBezTo>
                      <a:pt x="13" y="55"/>
                      <a:pt x="14" y="55"/>
                      <a:pt x="14" y="55"/>
                    </a:cubicBezTo>
                    <a:cubicBezTo>
                      <a:pt x="16" y="56"/>
                      <a:pt x="13" y="55"/>
                      <a:pt x="11" y="55"/>
                    </a:cubicBezTo>
                    <a:cubicBezTo>
                      <a:pt x="11" y="57"/>
                      <a:pt x="13" y="59"/>
                      <a:pt x="11" y="61"/>
                    </a:cubicBezTo>
                    <a:cubicBezTo>
                      <a:pt x="11" y="60"/>
                      <a:pt x="13" y="61"/>
                      <a:pt x="13" y="61"/>
                    </a:cubicBezTo>
                    <a:cubicBezTo>
                      <a:pt x="9" y="60"/>
                      <a:pt x="13" y="62"/>
                      <a:pt x="12" y="62"/>
                    </a:cubicBezTo>
                    <a:cubicBezTo>
                      <a:pt x="11" y="61"/>
                      <a:pt x="11" y="61"/>
                      <a:pt x="11" y="61"/>
                    </a:cubicBezTo>
                    <a:cubicBezTo>
                      <a:pt x="9" y="62"/>
                      <a:pt x="11" y="63"/>
                      <a:pt x="10" y="63"/>
                    </a:cubicBezTo>
                    <a:cubicBezTo>
                      <a:pt x="11" y="64"/>
                      <a:pt x="8" y="64"/>
                      <a:pt x="9" y="65"/>
                    </a:cubicBezTo>
                    <a:cubicBezTo>
                      <a:pt x="8" y="64"/>
                      <a:pt x="8" y="65"/>
                      <a:pt x="8" y="65"/>
                    </a:cubicBezTo>
                    <a:cubicBezTo>
                      <a:pt x="11" y="66"/>
                      <a:pt x="6" y="66"/>
                      <a:pt x="8" y="67"/>
                    </a:cubicBezTo>
                    <a:cubicBezTo>
                      <a:pt x="8" y="67"/>
                      <a:pt x="8" y="67"/>
                      <a:pt x="8" y="67"/>
                    </a:cubicBezTo>
                    <a:cubicBezTo>
                      <a:pt x="8" y="68"/>
                      <a:pt x="6" y="70"/>
                      <a:pt x="8" y="72"/>
                    </a:cubicBezTo>
                    <a:cubicBezTo>
                      <a:pt x="8" y="73"/>
                      <a:pt x="4" y="73"/>
                      <a:pt x="5" y="75"/>
                    </a:cubicBezTo>
                    <a:cubicBezTo>
                      <a:pt x="7" y="76"/>
                      <a:pt x="7" y="76"/>
                      <a:pt x="7" y="76"/>
                    </a:cubicBezTo>
                    <a:cubicBezTo>
                      <a:pt x="7" y="76"/>
                      <a:pt x="6" y="75"/>
                      <a:pt x="5" y="75"/>
                    </a:cubicBezTo>
                    <a:cubicBezTo>
                      <a:pt x="7" y="76"/>
                      <a:pt x="5" y="76"/>
                      <a:pt x="5" y="77"/>
                    </a:cubicBezTo>
                    <a:cubicBezTo>
                      <a:pt x="5" y="77"/>
                      <a:pt x="5" y="78"/>
                      <a:pt x="6" y="78"/>
                    </a:cubicBezTo>
                    <a:cubicBezTo>
                      <a:pt x="4" y="78"/>
                      <a:pt x="7" y="80"/>
                      <a:pt x="5" y="80"/>
                    </a:cubicBezTo>
                    <a:cubicBezTo>
                      <a:pt x="8" y="81"/>
                      <a:pt x="6" y="80"/>
                      <a:pt x="7" y="81"/>
                    </a:cubicBezTo>
                    <a:cubicBezTo>
                      <a:pt x="7" y="81"/>
                      <a:pt x="6" y="81"/>
                      <a:pt x="5" y="81"/>
                    </a:cubicBezTo>
                    <a:cubicBezTo>
                      <a:pt x="6" y="81"/>
                      <a:pt x="6" y="82"/>
                      <a:pt x="4" y="82"/>
                    </a:cubicBezTo>
                    <a:cubicBezTo>
                      <a:pt x="5" y="82"/>
                      <a:pt x="6" y="83"/>
                      <a:pt x="6" y="83"/>
                    </a:cubicBezTo>
                    <a:cubicBezTo>
                      <a:pt x="3" y="83"/>
                      <a:pt x="5" y="84"/>
                      <a:pt x="4" y="84"/>
                    </a:cubicBezTo>
                    <a:cubicBezTo>
                      <a:pt x="6" y="85"/>
                      <a:pt x="8" y="86"/>
                      <a:pt x="7" y="86"/>
                    </a:cubicBezTo>
                    <a:cubicBezTo>
                      <a:pt x="4" y="85"/>
                      <a:pt x="4" y="85"/>
                      <a:pt x="4" y="85"/>
                    </a:cubicBezTo>
                    <a:cubicBezTo>
                      <a:pt x="5" y="86"/>
                      <a:pt x="2" y="87"/>
                      <a:pt x="4" y="90"/>
                    </a:cubicBezTo>
                    <a:cubicBezTo>
                      <a:pt x="3" y="89"/>
                      <a:pt x="3" y="89"/>
                      <a:pt x="3" y="89"/>
                    </a:cubicBezTo>
                    <a:cubicBezTo>
                      <a:pt x="4" y="91"/>
                      <a:pt x="1" y="92"/>
                      <a:pt x="4" y="95"/>
                    </a:cubicBezTo>
                    <a:cubicBezTo>
                      <a:pt x="3" y="95"/>
                      <a:pt x="2" y="95"/>
                      <a:pt x="2" y="96"/>
                    </a:cubicBezTo>
                    <a:cubicBezTo>
                      <a:pt x="3" y="97"/>
                      <a:pt x="3" y="97"/>
                      <a:pt x="5" y="98"/>
                    </a:cubicBezTo>
                    <a:cubicBezTo>
                      <a:pt x="5" y="98"/>
                      <a:pt x="4" y="98"/>
                      <a:pt x="3" y="98"/>
                    </a:cubicBezTo>
                    <a:cubicBezTo>
                      <a:pt x="2" y="98"/>
                      <a:pt x="0" y="98"/>
                      <a:pt x="2" y="99"/>
                    </a:cubicBezTo>
                    <a:cubicBezTo>
                      <a:pt x="1" y="99"/>
                      <a:pt x="1" y="99"/>
                      <a:pt x="1" y="99"/>
                    </a:cubicBezTo>
                    <a:cubicBezTo>
                      <a:pt x="2" y="100"/>
                      <a:pt x="4" y="101"/>
                      <a:pt x="2" y="102"/>
                    </a:cubicBezTo>
                    <a:cubicBezTo>
                      <a:pt x="3" y="102"/>
                      <a:pt x="3" y="103"/>
                      <a:pt x="5" y="103"/>
                    </a:cubicBezTo>
                    <a:cubicBezTo>
                      <a:pt x="5" y="103"/>
                      <a:pt x="3" y="103"/>
                      <a:pt x="4" y="103"/>
                    </a:cubicBezTo>
                    <a:cubicBezTo>
                      <a:pt x="2" y="102"/>
                      <a:pt x="2" y="102"/>
                      <a:pt x="2" y="102"/>
                    </a:cubicBezTo>
                    <a:cubicBezTo>
                      <a:pt x="1" y="104"/>
                      <a:pt x="2" y="105"/>
                      <a:pt x="3" y="107"/>
                    </a:cubicBezTo>
                    <a:cubicBezTo>
                      <a:pt x="0" y="107"/>
                      <a:pt x="3" y="108"/>
                      <a:pt x="1" y="109"/>
                    </a:cubicBezTo>
                    <a:cubicBezTo>
                      <a:pt x="2" y="110"/>
                      <a:pt x="0" y="110"/>
                      <a:pt x="3" y="111"/>
                    </a:cubicBezTo>
                    <a:cubicBezTo>
                      <a:pt x="2" y="111"/>
                      <a:pt x="2" y="111"/>
                      <a:pt x="2" y="111"/>
                    </a:cubicBezTo>
                    <a:cubicBezTo>
                      <a:pt x="1" y="111"/>
                      <a:pt x="2" y="112"/>
                      <a:pt x="1" y="113"/>
                    </a:cubicBezTo>
                    <a:cubicBezTo>
                      <a:pt x="1" y="114"/>
                      <a:pt x="3" y="114"/>
                      <a:pt x="4" y="114"/>
                    </a:cubicBezTo>
                    <a:cubicBezTo>
                      <a:pt x="2" y="114"/>
                      <a:pt x="2" y="114"/>
                      <a:pt x="2" y="114"/>
                    </a:cubicBezTo>
                    <a:cubicBezTo>
                      <a:pt x="3" y="115"/>
                      <a:pt x="5" y="115"/>
                      <a:pt x="7" y="115"/>
                    </a:cubicBezTo>
                    <a:cubicBezTo>
                      <a:pt x="6" y="115"/>
                      <a:pt x="7" y="115"/>
                      <a:pt x="6" y="115"/>
                    </a:cubicBezTo>
                    <a:cubicBezTo>
                      <a:pt x="5" y="115"/>
                      <a:pt x="4" y="115"/>
                      <a:pt x="2" y="115"/>
                    </a:cubicBezTo>
                    <a:cubicBezTo>
                      <a:pt x="1" y="116"/>
                      <a:pt x="5" y="116"/>
                      <a:pt x="3" y="117"/>
                    </a:cubicBezTo>
                    <a:cubicBezTo>
                      <a:pt x="2" y="117"/>
                      <a:pt x="3" y="118"/>
                      <a:pt x="5" y="117"/>
                    </a:cubicBezTo>
                    <a:cubicBezTo>
                      <a:pt x="4" y="117"/>
                      <a:pt x="4" y="118"/>
                      <a:pt x="3" y="118"/>
                    </a:cubicBezTo>
                    <a:cubicBezTo>
                      <a:pt x="3" y="118"/>
                      <a:pt x="3" y="118"/>
                      <a:pt x="4" y="118"/>
                    </a:cubicBezTo>
                    <a:cubicBezTo>
                      <a:pt x="4" y="118"/>
                      <a:pt x="4" y="118"/>
                      <a:pt x="4" y="118"/>
                    </a:cubicBezTo>
                    <a:cubicBezTo>
                      <a:pt x="5" y="118"/>
                      <a:pt x="5" y="118"/>
                      <a:pt x="7" y="117"/>
                    </a:cubicBezTo>
                    <a:cubicBezTo>
                      <a:pt x="7" y="117"/>
                      <a:pt x="6" y="117"/>
                      <a:pt x="7" y="117"/>
                    </a:cubicBezTo>
                    <a:cubicBezTo>
                      <a:pt x="8" y="117"/>
                      <a:pt x="8" y="117"/>
                      <a:pt x="7" y="118"/>
                    </a:cubicBezTo>
                    <a:cubicBezTo>
                      <a:pt x="6" y="118"/>
                      <a:pt x="5" y="118"/>
                      <a:pt x="4" y="119"/>
                    </a:cubicBezTo>
                    <a:cubicBezTo>
                      <a:pt x="7" y="118"/>
                      <a:pt x="7" y="118"/>
                      <a:pt x="7" y="118"/>
                    </a:cubicBezTo>
                    <a:cubicBezTo>
                      <a:pt x="7" y="118"/>
                      <a:pt x="8" y="118"/>
                      <a:pt x="9" y="117"/>
                    </a:cubicBezTo>
                    <a:cubicBezTo>
                      <a:pt x="8" y="117"/>
                      <a:pt x="8" y="117"/>
                      <a:pt x="8" y="117"/>
                    </a:cubicBezTo>
                    <a:cubicBezTo>
                      <a:pt x="9" y="117"/>
                      <a:pt x="9" y="117"/>
                      <a:pt x="9" y="117"/>
                    </a:cubicBezTo>
                    <a:cubicBezTo>
                      <a:pt x="9" y="117"/>
                      <a:pt x="10" y="116"/>
                      <a:pt x="9" y="116"/>
                    </a:cubicBezTo>
                    <a:cubicBezTo>
                      <a:pt x="7" y="116"/>
                      <a:pt x="7" y="116"/>
                      <a:pt x="7" y="116"/>
                    </a:cubicBezTo>
                    <a:cubicBezTo>
                      <a:pt x="7" y="116"/>
                      <a:pt x="5" y="116"/>
                      <a:pt x="7" y="116"/>
                    </a:cubicBezTo>
                    <a:cubicBezTo>
                      <a:pt x="9" y="115"/>
                      <a:pt x="9" y="115"/>
                      <a:pt x="9" y="115"/>
                    </a:cubicBezTo>
                    <a:cubicBezTo>
                      <a:pt x="9" y="115"/>
                      <a:pt x="8" y="115"/>
                      <a:pt x="9" y="115"/>
                    </a:cubicBezTo>
                    <a:cubicBezTo>
                      <a:pt x="11" y="115"/>
                      <a:pt x="11" y="115"/>
                      <a:pt x="11" y="115"/>
                    </a:cubicBezTo>
                    <a:cubicBezTo>
                      <a:pt x="8" y="115"/>
                      <a:pt x="10" y="114"/>
                      <a:pt x="9" y="114"/>
                    </a:cubicBezTo>
                    <a:cubicBezTo>
                      <a:pt x="10" y="114"/>
                      <a:pt x="10" y="114"/>
                      <a:pt x="10" y="114"/>
                    </a:cubicBezTo>
                    <a:cubicBezTo>
                      <a:pt x="11" y="114"/>
                      <a:pt x="8" y="114"/>
                      <a:pt x="8" y="114"/>
                    </a:cubicBezTo>
                    <a:cubicBezTo>
                      <a:pt x="9" y="114"/>
                      <a:pt x="11" y="114"/>
                      <a:pt x="12" y="114"/>
                    </a:cubicBezTo>
                    <a:cubicBezTo>
                      <a:pt x="12" y="113"/>
                      <a:pt x="10" y="113"/>
                      <a:pt x="12" y="113"/>
                    </a:cubicBezTo>
                    <a:cubicBezTo>
                      <a:pt x="11" y="112"/>
                      <a:pt x="10" y="112"/>
                      <a:pt x="9" y="111"/>
                    </a:cubicBezTo>
                    <a:cubicBezTo>
                      <a:pt x="9" y="111"/>
                      <a:pt x="12" y="112"/>
                      <a:pt x="11" y="111"/>
                    </a:cubicBezTo>
                    <a:cubicBezTo>
                      <a:pt x="12" y="111"/>
                      <a:pt x="13" y="111"/>
                      <a:pt x="14" y="111"/>
                    </a:cubicBezTo>
                    <a:cubicBezTo>
                      <a:pt x="13" y="111"/>
                      <a:pt x="14" y="111"/>
                      <a:pt x="12" y="111"/>
                    </a:cubicBezTo>
                    <a:cubicBezTo>
                      <a:pt x="12" y="110"/>
                      <a:pt x="13" y="110"/>
                      <a:pt x="12" y="109"/>
                    </a:cubicBezTo>
                    <a:cubicBezTo>
                      <a:pt x="12" y="109"/>
                      <a:pt x="14" y="110"/>
                      <a:pt x="15" y="110"/>
                    </a:cubicBezTo>
                    <a:cubicBezTo>
                      <a:pt x="13" y="109"/>
                      <a:pt x="13" y="109"/>
                      <a:pt x="13" y="108"/>
                    </a:cubicBezTo>
                    <a:cubicBezTo>
                      <a:pt x="11" y="108"/>
                      <a:pt x="11" y="108"/>
                      <a:pt x="10" y="108"/>
                    </a:cubicBezTo>
                    <a:cubicBezTo>
                      <a:pt x="9" y="108"/>
                      <a:pt x="9" y="107"/>
                      <a:pt x="9" y="107"/>
                    </a:cubicBezTo>
                    <a:cubicBezTo>
                      <a:pt x="11" y="108"/>
                      <a:pt x="13" y="108"/>
                      <a:pt x="14" y="108"/>
                    </a:cubicBezTo>
                    <a:cubicBezTo>
                      <a:pt x="16" y="108"/>
                      <a:pt x="13" y="108"/>
                      <a:pt x="16" y="109"/>
                    </a:cubicBezTo>
                    <a:cubicBezTo>
                      <a:pt x="18" y="109"/>
                      <a:pt x="18" y="110"/>
                      <a:pt x="17" y="110"/>
                    </a:cubicBezTo>
                    <a:cubicBezTo>
                      <a:pt x="19" y="111"/>
                      <a:pt x="17" y="110"/>
                      <a:pt x="19" y="110"/>
                    </a:cubicBezTo>
                    <a:cubicBezTo>
                      <a:pt x="19" y="110"/>
                      <a:pt x="18" y="110"/>
                      <a:pt x="18" y="109"/>
                    </a:cubicBezTo>
                    <a:cubicBezTo>
                      <a:pt x="17" y="109"/>
                      <a:pt x="16" y="109"/>
                      <a:pt x="15" y="108"/>
                    </a:cubicBezTo>
                    <a:cubicBezTo>
                      <a:pt x="13" y="108"/>
                      <a:pt x="17" y="108"/>
                      <a:pt x="17" y="108"/>
                    </a:cubicBezTo>
                    <a:cubicBezTo>
                      <a:pt x="18" y="109"/>
                      <a:pt x="18" y="109"/>
                      <a:pt x="18" y="109"/>
                    </a:cubicBezTo>
                    <a:cubicBezTo>
                      <a:pt x="19" y="109"/>
                      <a:pt x="17" y="108"/>
                      <a:pt x="17" y="108"/>
                    </a:cubicBezTo>
                    <a:cubicBezTo>
                      <a:pt x="21" y="109"/>
                      <a:pt x="18" y="108"/>
                      <a:pt x="20" y="109"/>
                    </a:cubicBezTo>
                    <a:cubicBezTo>
                      <a:pt x="22" y="109"/>
                      <a:pt x="22" y="109"/>
                      <a:pt x="22" y="109"/>
                    </a:cubicBezTo>
                    <a:cubicBezTo>
                      <a:pt x="22" y="109"/>
                      <a:pt x="19" y="109"/>
                      <a:pt x="20" y="108"/>
                    </a:cubicBezTo>
                    <a:cubicBezTo>
                      <a:pt x="21" y="109"/>
                      <a:pt x="21" y="109"/>
                      <a:pt x="21" y="109"/>
                    </a:cubicBezTo>
                    <a:cubicBezTo>
                      <a:pt x="21" y="108"/>
                      <a:pt x="21" y="108"/>
                      <a:pt x="21" y="108"/>
                    </a:cubicBezTo>
                    <a:cubicBezTo>
                      <a:pt x="20" y="108"/>
                      <a:pt x="18" y="108"/>
                      <a:pt x="18" y="108"/>
                    </a:cubicBezTo>
                    <a:cubicBezTo>
                      <a:pt x="15" y="107"/>
                      <a:pt x="18" y="108"/>
                      <a:pt x="17" y="107"/>
                    </a:cubicBezTo>
                    <a:cubicBezTo>
                      <a:pt x="15" y="106"/>
                      <a:pt x="17" y="107"/>
                      <a:pt x="16" y="107"/>
                    </a:cubicBezTo>
                    <a:cubicBezTo>
                      <a:pt x="14" y="106"/>
                      <a:pt x="14" y="106"/>
                      <a:pt x="14" y="106"/>
                    </a:cubicBezTo>
                    <a:cubicBezTo>
                      <a:pt x="14" y="105"/>
                      <a:pt x="16" y="106"/>
                      <a:pt x="17" y="106"/>
                    </a:cubicBezTo>
                    <a:cubicBezTo>
                      <a:pt x="17" y="106"/>
                      <a:pt x="17" y="107"/>
                      <a:pt x="16" y="106"/>
                    </a:cubicBezTo>
                    <a:cubicBezTo>
                      <a:pt x="18" y="107"/>
                      <a:pt x="20" y="107"/>
                      <a:pt x="21" y="108"/>
                    </a:cubicBezTo>
                    <a:cubicBezTo>
                      <a:pt x="22" y="108"/>
                      <a:pt x="20" y="107"/>
                      <a:pt x="20" y="107"/>
                    </a:cubicBezTo>
                    <a:cubicBezTo>
                      <a:pt x="19" y="107"/>
                      <a:pt x="18" y="107"/>
                      <a:pt x="17" y="106"/>
                    </a:cubicBezTo>
                    <a:cubicBezTo>
                      <a:pt x="13" y="105"/>
                      <a:pt x="21" y="107"/>
                      <a:pt x="20" y="106"/>
                    </a:cubicBezTo>
                    <a:cubicBezTo>
                      <a:pt x="17" y="106"/>
                      <a:pt x="16" y="104"/>
                      <a:pt x="13" y="104"/>
                    </a:cubicBezTo>
                    <a:cubicBezTo>
                      <a:pt x="12" y="104"/>
                      <a:pt x="12" y="103"/>
                      <a:pt x="12" y="103"/>
                    </a:cubicBezTo>
                    <a:cubicBezTo>
                      <a:pt x="14" y="104"/>
                      <a:pt x="13" y="103"/>
                      <a:pt x="15" y="104"/>
                    </a:cubicBezTo>
                    <a:cubicBezTo>
                      <a:pt x="15" y="104"/>
                      <a:pt x="15" y="104"/>
                      <a:pt x="15" y="104"/>
                    </a:cubicBezTo>
                    <a:cubicBezTo>
                      <a:pt x="18" y="105"/>
                      <a:pt x="18" y="105"/>
                      <a:pt x="18" y="105"/>
                    </a:cubicBezTo>
                    <a:cubicBezTo>
                      <a:pt x="22" y="106"/>
                      <a:pt x="22" y="106"/>
                      <a:pt x="22" y="106"/>
                    </a:cubicBezTo>
                    <a:cubicBezTo>
                      <a:pt x="21" y="105"/>
                      <a:pt x="20" y="105"/>
                      <a:pt x="19" y="105"/>
                    </a:cubicBezTo>
                    <a:cubicBezTo>
                      <a:pt x="20" y="105"/>
                      <a:pt x="21" y="105"/>
                      <a:pt x="21" y="105"/>
                    </a:cubicBezTo>
                    <a:cubicBezTo>
                      <a:pt x="20" y="105"/>
                      <a:pt x="18" y="104"/>
                      <a:pt x="18" y="104"/>
                    </a:cubicBezTo>
                    <a:cubicBezTo>
                      <a:pt x="18" y="103"/>
                      <a:pt x="20" y="104"/>
                      <a:pt x="20" y="104"/>
                    </a:cubicBezTo>
                    <a:cubicBezTo>
                      <a:pt x="22" y="105"/>
                      <a:pt x="22" y="105"/>
                      <a:pt x="22" y="105"/>
                    </a:cubicBezTo>
                    <a:cubicBezTo>
                      <a:pt x="21" y="104"/>
                      <a:pt x="23" y="105"/>
                      <a:pt x="22" y="105"/>
                    </a:cubicBezTo>
                    <a:cubicBezTo>
                      <a:pt x="21" y="104"/>
                      <a:pt x="20" y="104"/>
                      <a:pt x="18" y="103"/>
                    </a:cubicBezTo>
                    <a:cubicBezTo>
                      <a:pt x="18" y="103"/>
                      <a:pt x="19" y="103"/>
                      <a:pt x="19" y="103"/>
                    </a:cubicBezTo>
                    <a:cubicBezTo>
                      <a:pt x="20" y="104"/>
                      <a:pt x="20" y="104"/>
                      <a:pt x="20" y="104"/>
                    </a:cubicBezTo>
                    <a:cubicBezTo>
                      <a:pt x="20" y="103"/>
                      <a:pt x="23" y="104"/>
                      <a:pt x="23" y="104"/>
                    </a:cubicBezTo>
                    <a:cubicBezTo>
                      <a:pt x="21" y="103"/>
                      <a:pt x="21" y="103"/>
                      <a:pt x="21" y="103"/>
                    </a:cubicBezTo>
                    <a:cubicBezTo>
                      <a:pt x="23" y="104"/>
                      <a:pt x="23" y="104"/>
                      <a:pt x="23" y="104"/>
                    </a:cubicBezTo>
                    <a:cubicBezTo>
                      <a:pt x="22" y="103"/>
                      <a:pt x="22" y="103"/>
                      <a:pt x="21" y="103"/>
                    </a:cubicBezTo>
                    <a:cubicBezTo>
                      <a:pt x="23" y="103"/>
                      <a:pt x="23" y="103"/>
                      <a:pt x="23" y="103"/>
                    </a:cubicBezTo>
                    <a:cubicBezTo>
                      <a:pt x="22" y="103"/>
                      <a:pt x="20" y="102"/>
                      <a:pt x="22" y="102"/>
                    </a:cubicBezTo>
                    <a:cubicBezTo>
                      <a:pt x="19" y="102"/>
                      <a:pt x="22" y="103"/>
                      <a:pt x="20" y="102"/>
                    </a:cubicBezTo>
                    <a:cubicBezTo>
                      <a:pt x="19" y="102"/>
                      <a:pt x="19" y="101"/>
                      <a:pt x="19" y="101"/>
                    </a:cubicBezTo>
                    <a:cubicBezTo>
                      <a:pt x="21" y="102"/>
                      <a:pt x="19" y="101"/>
                      <a:pt x="19" y="101"/>
                    </a:cubicBezTo>
                    <a:cubicBezTo>
                      <a:pt x="20" y="101"/>
                      <a:pt x="21" y="101"/>
                      <a:pt x="21" y="101"/>
                    </a:cubicBezTo>
                    <a:cubicBezTo>
                      <a:pt x="19" y="101"/>
                      <a:pt x="19" y="101"/>
                      <a:pt x="19" y="101"/>
                    </a:cubicBezTo>
                    <a:cubicBezTo>
                      <a:pt x="23" y="102"/>
                      <a:pt x="19" y="100"/>
                      <a:pt x="20" y="100"/>
                    </a:cubicBezTo>
                    <a:cubicBezTo>
                      <a:pt x="21" y="101"/>
                      <a:pt x="22" y="101"/>
                      <a:pt x="23" y="101"/>
                    </a:cubicBezTo>
                    <a:cubicBezTo>
                      <a:pt x="20" y="100"/>
                      <a:pt x="20" y="99"/>
                      <a:pt x="18" y="99"/>
                    </a:cubicBezTo>
                    <a:cubicBezTo>
                      <a:pt x="19" y="99"/>
                      <a:pt x="21" y="100"/>
                      <a:pt x="23" y="101"/>
                    </a:cubicBezTo>
                    <a:cubicBezTo>
                      <a:pt x="21" y="100"/>
                      <a:pt x="25" y="101"/>
                      <a:pt x="22" y="100"/>
                    </a:cubicBezTo>
                    <a:cubicBezTo>
                      <a:pt x="21" y="100"/>
                      <a:pt x="21" y="99"/>
                      <a:pt x="19" y="99"/>
                    </a:cubicBezTo>
                    <a:cubicBezTo>
                      <a:pt x="20" y="98"/>
                      <a:pt x="21" y="99"/>
                      <a:pt x="22" y="99"/>
                    </a:cubicBezTo>
                    <a:cubicBezTo>
                      <a:pt x="21" y="99"/>
                      <a:pt x="19" y="98"/>
                      <a:pt x="19" y="98"/>
                    </a:cubicBezTo>
                    <a:cubicBezTo>
                      <a:pt x="19" y="98"/>
                      <a:pt x="17" y="97"/>
                      <a:pt x="19" y="97"/>
                    </a:cubicBezTo>
                    <a:cubicBezTo>
                      <a:pt x="20" y="98"/>
                      <a:pt x="19" y="98"/>
                      <a:pt x="20" y="98"/>
                    </a:cubicBezTo>
                    <a:cubicBezTo>
                      <a:pt x="21" y="98"/>
                      <a:pt x="17" y="96"/>
                      <a:pt x="16" y="96"/>
                    </a:cubicBezTo>
                    <a:cubicBezTo>
                      <a:pt x="15" y="95"/>
                      <a:pt x="13" y="94"/>
                      <a:pt x="12" y="94"/>
                    </a:cubicBezTo>
                    <a:cubicBezTo>
                      <a:pt x="13" y="93"/>
                      <a:pt x="13" y="94"/>
                      <a:pt x="15" y="95"/>
                    </a:cubicBezTo>
                    <a:cubicBezTo>
                      <a:pt x="14" y="94"/>
                      <a:pt x="14" y="94"/>
                      <a:pt x="14" y="94"/>
                    </a:cubicBezTo>
                    <a:cubicBezTo>
                      <a:pt x="17" y="95"/>
                      <a:pt x="19" y="97"/>
                      <a:pt x="21" y="97"/>
                    </a:cubicBezTo>
                    <a:cubicBezTo>
                      <a:pt x="20" y="97"/>
                      <a:pt x="20" y="97"/>
                      <a:pt x="20" y="97"/>
                    </a:cubicBezTo>
                    <a:cubicBezTo>
                      <a:pt x="23" y="98"/>
                      <a:pt x="23" y="98"/>
                      <a:pt x="23" y="98"/>
                    </a:cubicBezTo>
                    <a:cubicBezTo>
                      <a:pt x="21" y="97"/>
                      <a:pt x="23" y="97"/>
                      <a:pt x="22" y="97"/>
                    </a:cubicBezTo>
                    <a:cubicBezTo>
                      <a:pt x="21" y="96"/>
                      <a:pt x="23" y="97"/>
                      <a:pt x="21" y="97"/>
                    </a:cubicBezTo>
                    <a:cubicBezTo>
                      <a:pt x="21" y="97"/>
                      <a:pt x="19" y="95"/>
                      <a:pt x="20" y="95"/>
                    </a:cubicBezTo>
                    <a:cubicBezTo>
                      <a:pt x="23" y="97"/>
                      <a:pt x="23" y="97"/>
                      <a:pt x="23" y="97"/>
                    </a:cubicBezTo>
                    <a:cubicBezTo>
                      <a:pt x="23" y="97"/>
                      <a:pt x="21" y="96"/>
                      <a:pt x="22" y="96"/>
                    </a:cubicBezTo>
                    <a:cubicBezTo>
                      <a:pt x="23" y="96"/>
                      <a:pt x="23" y="96"/>
                      <a:pt x="23" y="96"/>
                    </a:cubicBezTo>
                    <a:cubicBezTo>
                      <a:pt x="23" y="96"/>
                      <a:pt x="24" y="94"/>
                      <a:pt x="20" y="92"/>
                    </a:cubicBezTo>
                    <a:cubicBezTo>
                      <a:pt x="22" y="92"/>
                      <a:pt x="22" y="92"/>
                      <a:pt x="24" y="92"/>
                    </a:cubicBezTo>
                    <a:cubicBezTo>
                      <a:pt x="23" y="92"/>
                      <a:pt x="22" y="91"/>
                      <a:pt x="22" y="91"/>
                    </a:cubicBezTo>
                    <a:cubicBezTo>
                      <a:pt x="24" y="91"/>
                      <a:pt x="24" y="91"/>
                      <a:pt x="24" y="91"/>
                    </a:cubicBezTo>
                    <a:cubicBezTo>
                      <a:pt x="25" y="91"/>
                      <a:pt x="23" y="90"/>
                      <a:pt x="23" y="90"/>
                    </a:cubicBezTo>
                    <a:cubicBezTo>
                      <a:pt x="24" y="90"/>
                      <a:pt x="24" y="90"/>
                      <a:pt x="24" y="90"/>
                    </a:cubicBezTo>
                    <a:cubicBezTo>
                      <a:pt x="25" y="90"/>
                      <a:pt x="23" y="89"/>
                      <a:pt x="23" y="89"/>
                    </a:cubicBezTo>
                    <a:cubicBezTo>
                      <a:pt x="24" y="89"/>
                      <a:pt x="24" y="89"/>
                      <a:pt x="24" y="89"/>
                    </a:cubicBezTo>
                    <a:cubicBezTo>
                      <a:pt x="23" y="89"/>
                      <a:pt x="23" y="89"/>
                      <a:pt x="23" y="89"/>
                    </a:cubicBezTo>
                    <a:cubicBezTo>
                      <a:pt x="22" y="88"/>
                      <a:pt x="23" y="88"/>
                      <a:pt x="25" y="89"/>
                    </a:cubicBezTo>
                    <a:cubicBezTo>
                      <a:pt x="23" y="88"/>
                      <a:pt x="23" y="88"/>
                      <a:pt x="23" y="88"/>
                    </a:cubicBezTo>
                    <a:cubicBezTo>
                      <a:pt x="25" y="88"/>
                      <a:pt x="25" y="88"/>
                      <a:pt x="25" y="86"/>
                    </a:cubicBezTo>
                    <a:cubicBezTo>
                      <a:pt x="24" y="87"/>
                      <a:pt x="23" y="86"/>
                      <a:pt x="22" y="86"/>
                    </a:cubicBezTo>
                    <a:cubicBezTo>
                      <a:pt x="20" y="86"/>
                      <a:pt x="22" y="86"/>
                      <a:pt x="21" y="85"/>
                    </a:cubicBezTo>
                    <a:cubicBezTo>
                      <a:pt x="24" y="86"/>
                      <a:pt x="24" y="86"/>
                      <a:pt x="24" y="86"/>
                    </a:cubicBezTo>
                    <a:cubicBezTo>
                      <a:pt x="27" y="86"/>
                      <a:pt x="25" y="85"/>
                      <a:pt x="25" y="84"/>
                    </a:cubicBezTo>
                    <a:cubicBezTo>
                      <a:pt x="24" y="83"/>
                      <a:pt x="24" y="83"/>
                      <a:pt x="24" y="83"/>
                    </a:cubicBezTo>
                    <a:cubicBezTo>
                      <a:pt x="27" y="83"/>
                      <a:pt x="24" y="82"/>
                      <a:pt x="25" y="82"/>
                    </a:cubicBezTo>
                    <a:cubicBezTo>
                      <a:pt x="24" y="82"/>
                      <a:pt x="22" y="81"/>
                      <a:pt x="22" y="80"/>
                    </a:cubicBezTo>
                    <a:cubicBezTo>
                      <a:pt x="20" y="79"/>
                      <a:pt x="25" y="81"/>
                      <a:pt x="26" y="81"/>
                    </a:cubicBezTo>
                    <a:cubicBezTo>
                      <a:pt x="25" y="80"/>
                      <a:pt x="25" y="80"/>
                      <a:pt x="25" y="80"/>
                    </a:cubicBezTo>
                    <a:cubicBezTo>
                      <a:pt x="25" y="80"/>
                      <a:pt x="25" y="80"/>
                      <a:pt x="25" y="80"/>
                    </a:cubicBezTo>
                    <a:cubicBezTo>
                      <a:pt x="24" y="80"/>
                      <a:pt x="24" y="79"/>
                      <a:pt x="25" y="79"/>
                    </a:cubicBezTo>
                    <a:cubicBezTo>
                      <a:pt x="25" y="79"/>
                      <a:pt x="25" y="79"/>
                      <a:pt x="25" y="79"/>
                    </a:cubicBezTo>
                    <a:cubicBezTo>
                      <a:pt x="25" y="79"/>
                      <a:pt x="26" y="79"/>
                      <a:pt x="26" y="79"/>
                    </a:cubicBezTo>
                    <a:cubicBezTo>
                      <a:pt x="24" y="78"/>
                      <a:pt x="26" y="78"/>
                      <a:pt x="24" y="78"/>
                    </a:cubicBezTo>
                    <a:cubicBezTo>
                      <a:pt x="25" y="78"/>
                      <a:pt x="25" y="78"/>
                      <a:pt x="25" y="78"/>
                    </a:cubicBezTo>
                    <a:cubicBezTo>
                      <a:pt x="23" y="77"/>
                      <a:pt x="23" y="77"/>
                      <a:pt x="23" y="77"/>
                    </a:cubicBezTo>
                    <a:cubicBezTo>
                      <a:pt x="24" y="77"/>
                      <a:pt x="24" y="77"/>
                      <a:pt x="24" y="77"/>
                    </a:cubicBezTo>
                    <a:cubicBezTo>
                      <a:pt x="26" y="78"/>
                      <a:pt x="26" y="78"/>
                      <a:pt x="26" y="78"/>
                    </a:cubicBezTo>
                    <a:cubicBezTo>
                      <a:pt x="27" y="78"/>
                      <a:pt x="25" y="77"/>
                      <a:pt x="24" y="77"/>
                    </a:cubicBezTo>
                    <a:cubicBezTo>
                      <a:pt x="23" y="76"/>
                      <a:pt x="24" y="77"/>
                      <a:pt x="25" y="77"/>
                    </a:cubicBezTo>
                    <a:cubicBezTo>
                      <a:pt x="26" y="77"/>
                      <a:pt x="25" y="77"/>
                      <a:pt x="25" y="77"/>
                    </a:cubicBezTo>
                    <a:cubicBezTo>
                      <a:pt x="26" y="78"/>
                      <a:pt x="25" y="77"/>
                      <a:pt x="26" y="77"/>
                    </a:cubicBezTo>
                    <a:cubicBezTo>
                      <a:pt x="26" y="77"/>
                      <a:pt x="24" y="77"/>
                      <a:pt x="25" y="77"/>
                    </a:cubicBezTo>
                    <a:cubicBezTo>
                      <a:pt x="25" y="76"/>
                      <a:pt x="25" y="76"/>
                      <a:pt x="26" y="76"/>
                    </a:cubicBezTo>
                    <a:cubicBezTo>
                      <a:pt x="26" y="76"/>
                      <a:pt x="26" y="76"/>
                      <a:pt x="25" y="75"/>
                    </a:cubicBezTo>
                    <a:cubicBezTo>
                      <a:pt x="25" y="76"/>
                      <a:pt x="24" y="76"/>
                      <a:pt x="23" y="75"/>
                    </a:cubicBezTo>
                    <a:cubicBezTo>
                      <a:pt x="23" y="75"/>
                      <a:pt x="23" y="75"/>
                      <a:pt x="23" y="75"/>
                    </a:cubicBezTo>
                    <a:cubicBezTo>
                      <a:pt x="24" y="75"/>
                      <a:pt x="24" y="75"/>
                      <a:pt x="24" y="75"/>
                    </a:cubicBezTo>
                    <a:cubicBezTo>
                      <a:pt x="23" y="75"/>
                      <a:pt x="24" y="75"/>
                      <a:pt x="22" y="75"/>
                    </a:cubicBezTo>
                    <a:cubicBezTo>
                      <a:pt x="25" y="75"/>
                      <a:pt x="25" y="75"/>
                      <a:pt x="25" y="75"/>
                    </a:cubicBezTo>
                    <a:cubicBezTo>
                      <a:pt x="23" y="74"/>
                      <a:pt x="23" y="74"/>
                      <a:pt x="23" y="74"/>
                    </a:cubicBezTo>
                    <a:cubicBezTo>
                      <a:pt x="25" y="74"/>
                      <a:pt x="27" y="75"/>
                      <a:pt x="27" y="75"/>
                    </a:cubicBezTo>
                    <a:cubicBezTo>
                      <a:pt x="26" y="74"/>
                      <a:pt x="26" y="74"/>
                      <a:pt x="26" y="74"/>
                    </a:cubicBezTo>
                    <a:cubicBezTo>
                      <a:pt x="26" y="73"/>
                      <a:pt x="26" y="74"/>
                      <a:pt x="27" y="74"/>
                    </a:cubicBezTo>
                    <a:cubicBezTo>
                      <a:pt x="28" y="73"/>
                      <a:pt x="22" y="72"/>
                      <a:pt x="24" y="72"/>
                    </a:cubicBezTo>
                    <a:cubicBezTo>
                      <a:pt x="26" y="72"/>
                      <a:pt x="26" y="72"/>
                      <a:pt x="27" y="72"/>
                    </a:cubicBezTo>
                    <a:cubicBezTo>
                      <a:pt x="27" y="72"/>
                      <a:pt x="26" y="72"/>
                      <a:pt x="26" y="72"/>
                    </a:cubicBezTo>
                    <a:cubicBezTo>
                      <a:pt x="25" y="72"/>
                      <a:pt x="27" y="72"/>
                      <a:pt x="26" y="72"/>
                    </a:cubicBezTo>
                    <a:cubicBezTo>
                      <a:pt x="25" y="72"/>
                      <a:pt x="25" y="72"/>
                      <a:pt x="25" y="72"/>
                    </a:cubicBezTo>
                    <a:cubicBezTo>
                      <a:pt x="29" y="72"/>
                      <a:pt x="26" y="70"/>
                      <a:pt x="28" y="70"/>
                    </a:cubicBezTo>
                    <a:cubicBezTo>
                      <a:pt x="26" y="69"/>
                      <a:pt x="28" y="69"/>
                      <a:pt x="27" y="69"/>
                    </a:cubicBezTo>
                    <a:cubicBezTo>
                      <a:pt x="29" y="70"/>
                      <a:pt x="27" y="68"/>
                      <a:pt x="28" y="69"/>
                    </a:cubicBezTo>
                    <a:cubicBezTo>
                      <a:pt x="26" y="68"/>
                      <a:pt x="26" y="68"/>
                      <a:pt x="26" y="68"/>
                    </a:cubicBezTo>
                    <a:cubicBezTo>
                      <a:pt x="27" y="68"/>
                      <a:pt x="22" y="66"/>
                      <a:pt x="25" y="67"/>
                    </a:cubicBezTo>
                    <a:cubicBezTo>
                      <a:pt x="26" y="67"/>
                      <a:pt x="27" y="67"/>
                      <a:pt x="27" y="68"/>
                    </a:cubicBezTo>
                    <a:cubicBezTo>
                      <a:pt x="30" y="68"/>
                      <a:pt x="25" y="66"/>
                      <a:pt x="29" y="67"/>
                    </a:cubicBezTo>
                    <a:cubicBezTo>
                      <a:pt x="28" y="66"/>
                      <a:pt x="26" y="66"/>
                      <a:pt x="25" y="65"/>
                    </a:cubicBezTo>
                    <a:cubicBezTo>
                      <a:pt x="26" y="65"/>
                      <a:pt x="28" y="65"/>
                      <a:pt x="28" y="65"/>
                    </a:cubicBezTo>
                    <a:cubicBezTo>
                      <a:pt x="28" y="65"/>
                      <a:pt x="27" y="65"/>
                      <a:pt x="28" y="65"/>
                    </a:cubicBezTo>
                    <a:cubicBezTo>
                      <a:pt x="28" y="65"/>
                      <a:pt x="28" y="65"/>
                      <a:pt x="29" y="65"/>
                    </a:cubicBezTo>
                    <a:cubicBezTo>
                      <a:pt x="30" y="65"/>
                      <a:pt x="28" y="64"/>
                      <a:pt x="28" y="64"/>
                    </a:cubicBezTo>
                    <a:cubicBezTo>
                      <a:pt x="30" y="64"/>
                      <a:pt x="29" y="63"/>
                      <a:pt x="30" y="63"/>
                    </a:cubicBezTo>
                    <a:cubicBezTo>
                      <a:pt x="28" y="62"/>
                      <a:pt x="31" y="63"/>
                      <a:pt x="28" y="62"/>
                    </a:cubicBezTo>
                    <a:cubicBezTo>
                      <a:pt x="29" y="62"/>
                      <a:pt x="29" y="62"/>
                      <a:pt x="29" y="62"/>
                    </a:cubicBezTo>
                    <a:cubicBezTo>
                      <a:pt x="28" y="62"/>
                      <a:pt x="26" y="61"/>
                      <a:pt x="26" y="61"/>
                    </a:cubicBezTo>
                    <a:cubicBezTo>
                      <a:pt x="28" y="61"/>
                      <a:pt x="28" y="61"/>
                      <a:pt x="28" y="61"/>
                    </a:cubicBezTo>
                    <a:cubicBezTo>
                      <a:pt x="30" y="62"/>
                      <a:pt x="29" y="61"/>
                      <a:pt x="30" y="61"/>
                    </a:cubicBezTo>
                    <a:cubicBezTo>
                      <a:pt x="28" y="61"/>
                      <a:pt x="30" y="61"/>
                      <a:pt x="28" y="61"/>
                    </a:cubicBezTo>
                    <a:cubicBezTo>
                      <a:pt x="28" y="60"/>
                      <a:pt x="28" y="60"/>
                      <a:pt x="28" y="60"/>
                    </a:cubicBezTo>
                    <a:cubicBezTo>
                      <a:pt x="27" y="60"/>
                      <a:pt x="27" y="60"/>
                      <a:pt x="27" y="59"/>
                    </a:cubicBezTo>
                    <a:cubicBezTo>
                      <a:pt x="27" y="59"/>
                      <a:pt x="29" y="60"/>
                      <a:pt x="29" y="60"/>
                    </a:cubicBezTo>
                    <a:cubicBezTo>
                      <a:pt x="30" y="60"/>
                      <a:pt x="29" y="60"/>
                      <a:pt x="29" y="59"/>
                    </a:cubicBezTo>
                    <a:cubicBezTo>
                      <a:pt x="29" y="59"/>
                      <a:pt x="29" y="59"/>
                      <a:pt x="28"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30" y="59"/>
                    </a:cubicBezTo>
                    <a:cubicBezTo>
                      <a:pt x="31" y="59"/>
                      <a:pt x="31" y="59"/>
                      <a:pt x="31" y="59"/>
                    </a:cubicBezTo>
                    <a:cubicBezTo>
                      <a:pt x="31" y="59"/>
                      <a:pt x="30" y="58"/>
                      <a:pt x="29" y="58"/>
                    </a:cubicBezTo>
                    <a:cubicBezTo>
                      <a:pt x="30" y="58"/>
                      <a:pt x="29" y="56"/>
                      <a:pt x="28" y="56"/>
                    </a:cubicBezTo>
                    <a:cubicBezTo>
                      <a:pt x="28" y="56"/>
                      <a:pt x="30" y="56"/>
                      <a:pt x="29" y="56"/>
                    </a:cubicBezTo>
                    <a:cubicBezTo>
                      <a:pt x="29" y="56"/>
                      <a:pt x="27" y="55"/>
                      <a:pt x="28" y="55"/>
                    </a:cubicBezTo>
                    <a:cubicBezTo>
                      <a:pt x="28" y="55"/>
                      <a:pt x="30" y="55"/>
                      <a:pt x="30" y="55"/>
                    </a:cubicBezTo>
                    <a:cubicBezTo>
                      <a:pt x="30" y="55"/>
                      <a:pt x="28" y="55"/>
                      <a:pt x="28" y="55"/>
                    </a:cubicBezTo>
                    <a:cubicBezTo>
                      <a:pt x="31" y="55"/>
                      <a:pt x="27" y="53"/>
                      <a:pt x="29" y="53"/>
                    </a:cubicBezTo>
                    <a:cubicBezTo>
                      <a:pt x="29" y="53"/>
                      <a:pt x="30" y="53"/>
                      <a:pt x="30" y="53"/>
                    </a:cubicBezTo>
                    <a:cubicBezTo>
                      <a:pt x="30" y="53"/>
                      <a:pt x="29" y="52"/>
                      <a:pt x="27" y="51"/>
                    </a:cubicBezTo>
                    <a:cubicBezTo>
                      <a:pt x="29" y="52"/>
                      <a:pt x="29" y="52"/>
                      <a:pt x="29" y="52"/>
                    </a:cubicBezTo>
                    <a:cubicBezTo>
                      <a:pt x="29" y="51"/>
                      <a:pt x="29" y="51"/>
                      <a:pt x="27" y="50"/>
                    </a:cubicBezTo>
                    <a:cubicBezTo>
                      <a:pt x="27" y="51"/>
                      <a:pt x="28" y="51"/>
                      <a:pt x="28" y="51"/>
                    </a:cubicBezTo>
                    <a:cubicBezTo>
                      <a:pt x="27" y="51"/>
                      <a:pt x="25" y="50"/>
                      <a:pt x="26" y="50"/>
                    </a:cubicBezTo>
                    <a:cubicBezTo>
                      <a:pt x="26" y="50"/>
                      <a:pt x="26" y="50"/>
                      <a:pt x="26" y="50"/>
                    </a:cubicBezTo>
                    <a:cubicBezTo>
                      <a:pt x="26" y="50"/>
                      <a:pt x="25" y="49"/>
                      <a:pt x="25" y="49"/>
                    </a:cubicBezTo>
                    <a:cubicBezTo>
                      <a:pt x="26" y="49"/>
                      <a:pt x="26" y="49"/>
                      <a:pt x="27" y="49"/>
                    </a:cubicBezTo>
                    <a:cubicBezTo>
                      <a:pt x="29" y="50"/>
                      <a:pt x="28" y="49"/>
                      <a:pt x="29" y="49"/>
                    </a:cubicBezTo>
                    <a:cubicBezTo>
                      <a:pt x="27" y="48"/>
                      <a:pt x="27" y="48"/>
                      <a:pt x="27" y="48"/>
                    </a:cubicBezTo>
                    <a:cubicBezTo>
                      <a:pt x="26" y="48"/>
                      <a:pt x="29" y="49"/>
                      <a:pt x="29" y="48"/>
                    </a:cubicBezTo>
                    <a:cubicBezTo>
                      <a:pt x="24" y="47"/>
                      <a:pt x="24" y="47"/>
                      <a:pt x="24" y="47"/>
                    </a:cubicBezTo>
                    <a:cubicBezTo>
                      <a:pt x="24" y="47"/>
                      <a:pt x="26" y="47"/>
                      <a:pt x="27" y="47"/>
                    </a:cubicBezTo>
                    <a:cubicBezTo>
                      <a:pt x="27" y="47"/>
                      <a:pt x="24" y="46"/>
                      <a:pt x="22" y="45"/>
                    </a:cubicBezTo>
                    <a:cubicBezTo>
                      <a:pt x="23" y="45"/>
                      <a:pt x="22" y="44"/>
                      <a:pt x="22" y="44"/>
                    </a:cubicBezTo>
                    <a:cubicBezTo>
                      <a:pt x="23" y="44"/>
                      <a:pt x="22" y="44"/>
                      <a:pt x="23" y="44"/>
                    </a:cubicBezTo>
                    <a:cubicBezTo>
                      <a:pt x="25" y="44"/>
                      <a:pt x="25" y="44"/>
                      <a:pt x="25" y="44"/>
                    </a:cubicBezTo>
                    <a:cubicBezTo>
                      <a:pt x="25" y="45"/>
                      <a:pt x="27" y="45"/>
                      <a:pt x="28" y="45"/>
                    </a:cubicBezTo>
                    <a:cubicBezTo>
                      <a:pt x="27" y="45"/>
                      <a:pt x="28" y="44"/>
                      <a:pt x="29" y="44"/>
                    </a:cubicBezTo>
                    <a:cubicBezTo>
                      <a:pt x="26" y="44"/>
                      <a:pt x="27" y="43"/>
                      <a:pt x="25" y="42"/>
                    </a:cubicBezTo>
                    <a:cubicBezTo>
                      <a:pt x="24" y="42"/>
                      <a:pt x="27" y="43"/>
                      <a:pt x="28" y="43"/>
                    </a:cubicBezTo>
                    <a:cubicBezTo>
                      <a:pt x="27" y="42"/>
                      <a:pt x="27" y="41"/>
                      <a:pt x="27" y="41"/>
                    </a:cubicBezTo>
                    <a:cubicBezTo>
                      <a:pt x="28" y="41"/>
                      <a:pt x="28" y="41"/>
                      <a:pt x="28" y="41"/>
                    </a:cubicBezTo>
                    <a:cubicBezTo>
                      <a:pt x="27" y="40"/>
                      <a:pt x="28" y="40"/>
                      <a:pt x="26" y="39"/>
                    </a:cubicBezTo>
                    <a:cubicBezTo>
                      <a:pt x="27" y="39"/>
                      <a:pt x="27" y="39"/>
                      <a:pt x="27" y="39"/>
                    </a:cubicBezTo>
                    <a:cubicBezTo>
                      <a:pt x="28" y="39"/>
                      <a:pt x="24" y="38"/>
                      <a:pt x="26" y="38"/>
                    </a:cubicBezTo>
                    <a:cubicBezTo>
                      <a:pt x="27" y="39"/>
                      <a:pt x="27" y="39"/>
                      <a:pt x="27" y="39"/>
                    </a:cubicBezTo>
                    <a:cubicBezTo>
                      <a:pt x="26" y="38"/>
                      <a:pt x="28" y="38"/>
                      <a:pt x="26" y="37"/>
                    </a:cubicBezTo>
                    <a:cubicBezTo>
                      <a:pt x="27" y="37"/>
                      <a:pt x="27" y="38"/>
                      <a:pt x="28" y="38"/>
                    </a:cubicBezTo>
                    <a:cubicBezTo>
                      <a:pt x="27" y="37"/>
                      <a:pt x="27" y="37"/>
                      <a:pt x="26" y="36"/>
                    </a:cubicBezTo>
                    <a:cubicBezTo>
                      <a:pt x="28" y="37"/>
                      <a:pt x="28" y="37"/>
                      <a:pt x="28" y="37"/>
                    </a:cubicBezTo>
                    <a:cubicBezTo>
                      <a:pt x="29" y="37"/>
                      <a:pt x="26" y="36"/>
                      <a:pt x="27" y="36"/>
                    </a:cubicBezTo>
                    <a:cubicBezTo>
                      <a:pt x="27" y="36"/>
                      <a:pt x="28" y="36"/>
                      <a:pt x="28" y="36"/>
                    </a:cubicBezTo>
                    <a:cubicBezTo>
                      <a:pt x="27" y="35"/>
                      <a:pt x="27" y="35"/>
                      <a:pt x="27" y="35"/>
                    </a:cubicBezTo>
                    <a:cubicBezTo>
                      <a:pt x="29" y="35"/>
                      <a:pt x="29" y="35"/>
                      <a:pt x="29" y="35"/>
                    </a:cubicBezTo>
                    <a:cubicBezTo>
                      <a:pt x="29" y="33"/>
                      <a:pt x="30" y="31"/>
                      <a:pt x="28" y="29"/>
                    </a:cubicBezTo>
                    <a:cubicBezTo>
                      <a:pt x="31" y="29"/>
                      <a:pt x="30" y="30"/>
                      <a:pt x="31" y="30"/>
                    </a:cubicBezTo>
                    <a:cubicBezTo>
                      <a:pt x="29" y="29"/>
                      <a:pt x="31" y="29"/>
                      <a:pt x="30" y="29"/>
                    </a:cubicBezTo>
                    <a:cubicBezTo>
                      <a:pt x="30" y="29"/>
                      <a:pt x="30" y="29"/>
                      <a:pt x="30" y="29"/>
                    </a:cubicBezTo>
                    <a:cubicBezTo>
                      <a:pt x="30" y="28"/>
                      <a:pt x="31" y="28"/>
                      <a:pt x="31" y="28"/>
                    </a:cubicBezTo>
                    <a:cubicBezTo>
                      <a:pt x="30" y="28"/>
                      <a:pt x="30" y="28"/>
                      <a:pt x="30" y="28"/>
                    </a:cubicBezTo>
                    <a:cubicBezTo>
                      <a:pt x="29" y="27"/>
                      <a:pt x="33" y="28"/>
                      <a:pt x="30" y="27"/>
                    </a:cubicBezTo>
                    <a:cubicBezTo>
                      <a:pt x="32" y="27"/>
                      <a:pt x="32" y="27"/>
                      <a:pt x="32" y="27"/>
                    </a:cubicBezTo>
                    <a:cubicBezTo>
                      <a:pt x="30" y="26"/>
                      <a:pt x="33" y="27"/>
                      <a:pt x="31" y="26"/>
                    </a:cubicBezTo>
                    <a:cubicBezTo>
                      <a:pt x="31" y="26"/>
                      <a:pt x="31" y="26"/>
                      <a:pt x="31" y="26"/>
                    </a:cubicBezTo>
                    <a:cubicBezTo>
                      <a:pt x="33" y="26"/>
                      <a:pt x="29" y="25"/>
                      <a:pt x="31" y="25"/>
                    </a:cubicBezTo>
                    <a:cubicBezTo>
                      <a:pt x="31" y="25"/>
                      <a:pt x="30" y="24"/>
                      <a:pt x="28" y="24"/>
                    </a:cubicBezTo>
                    <a:cubicBezTo>
                      <a:pt x="31" y="24"/>
                      <a:pt x="31" y="24"/>
                      <a:pt x="31" y="24"/>
                    </a:cubicBezTo>
                    <a:cubicBezTo>
                      <a:pt x="30" y="23"/>
                      <a:pt x="31" y="21"/>
                      <a:pt x="29" y="19"/>
                    </a:cubicBezTo>
                    <a:cubicBezTo>
                      <a:pt x="30" y="20"/>
                      <a:pt x="30" y="20"/>
                      <a:pt x="30" y="20"/>
                    </a:cubicBezTo>
                    <a:cubicBezTo>
                      <a:pt x="28" y="18"/>
                      <a:pt x="33" y="19"/>
                      <a:pt x="29" y="17"/>
                    </a:cubicBezTo>
                    <a:cubicBezTo>
                      <a:pt x="27" y="16"/>
                      <a:pt x="27" y="16"/>
                      <a:pt x="27" y="16"/>
                    </a:cubicBezTo>
                    <a:cubicBezTo>
                      <a:pt x="30" y="17"/>
                      <a:pt x="30" y="17"/>
                      <a:pt x="30" y="17"/>
                    </a:cubicBezTo>
                    <a:cubicBezTo>
                      <a:pt x="29" y="16"/>
                      <a:pt x="30" y="16"/>
                      <a:pt x="28" y="15"/>
                    </a:cubicBezTo>
                    <a:cubicBezTo>
                      <a:pt x="30" y="16"/>
                      <a:pt x="30" y="16"/>
                      <a:pt x="30" y="16"/>
                    </a:cubicBezTo>
                    <a:cubicBezTo>
                      <a:pt x="30" y="15"/>
                      <a:pt x="28" y="14"/>
                      <a:pt x="28" y="14"/>
                    </a:cubicBezTo>
                    <a:cubicBezTo>
                      <a:pt x="29" y="14"/>
                      <a:pt x="29" y="14"/>
                      <a:pt x="29" y="14"/>
                    </a:cubicBezTo>
                    <a:cubicBezTo>
                      <a:pt x="33" y="14"/>
                      <a:pt x="36" y="12"/>
                      <a:pt x="32" y="9"/>
                    </a:cubicBezTo>
                    <a:cubicBezTo>
                      <a:pt x="32" y="9"/>
                      <a:pt x="35" y="10"/>
                      <a:pt x="34" y="10"/>
                    </a:cubicBezTo>
                    <a:cubicBezTo>
                      <a:pt x="32" y="7"/>
                      <a:pt x="37" y="7"/>
                      <a:pt x="33" y="4"/>
                    </a:cubicBezTo>
                    <a:cubicBezTo>
                      <a:pt x="32" y="2"/>
                      <a:pt x="26" y="0"/>
                      <a:pt x="26" y="0"/>
                    </a:cubicBezTo>
                    <a:cubicBezTo>
                      <a:pt x="28" y="3"/>
                      <a:pt x="24" y="5"/>
                      <a:pt x="21" y="7"/>
                    </a:cubicBezTo>
                    <a:cubicBezTo>
                      <a:pt x="21" y="8"/>
                      <a:pt x="21" y="9"/>
                      <a:pt x="20" y="10"/>
                    </a:cubicBezTo>
                    <a:cubicBezTo>
                      <a:pt x="20" y="13"/>
                      <a:pt x="14" y="16"/>
                      <a:pt x="15" y="20"/>
                    </a:cubicBezTo>
                    <a:cubicBezTo>
                      <a:pt x="16" y="20"/>
                      <a:pt x="17" y="21"/>
                      <a:pt x="17" y="21"/>
                    </a:cubicBezTo>
                    <a:cubicBezTo>
                      <a:pt x="16" y="21"/>
                      <a:pt x="16" y="21"/>
                      <a:pt x="16" y="21"/>
                    </a:cubicBezTo>
                    <a:cubicBezTo>
                      <a:pt x="18" y="21"/>
                      <a:pt x="18" y="21"/>
                      <a:pt x="18" y="21"/>
                    </a:cubicBezTo>
                    <a:cubicBezTo>
                      <a:pt x="18" y="22"/>
                      <a:pt x="16" y="21"/>
                      <a:pt x="16" y="21"/>
                    </a:cubicBezTo>
                    <a:cubicBezTo>
                      <a:pt x="15" y="22"/>
                      <a:pt x="16" y="24"/>
                      <a:pt x="15" y="25"/>
                    </a:cubicBezTo>
                    <a:cubicBezTo>
                      <a:pt x="17" y="25"/>
                      <a:pt x="15" y="26"/>
                      <a:pt x="17" y="26"/>
                    </a:cubicBezTo>
                    <a:cubicBezTo>
                      <a:pt x="16" y="26"/>
                      <a:pt x="16" y="26"/>
                      <a:pt x="16" y="26"/>
                    </a:cubicBezTo>
                    <a:cubicBezTo>
                      <a:pt x="17" y="27"/>
                      <a:pt x="17" y="27"/>
                      <a:pt x="14" y="28"/>
                    </a:cubicBezTo>
                    <a:cubicBezTo>
                      <a:pt x="12" y="31"/>
                      <a:pt x="12" y="35"/>
                      <a:pt x="11" y="38"/>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3" name="Freeform 116"/>
              <p:cNvSpPr/>
              <p:nvPr/>
            </p:nvSpPr>
            <p:spPr bwMode="auto">
              <a:xfrm>
                <a:off x="3914" y="130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4" name="Freeform 117"/>
              <p:cNvSpPr/>
              <p:nvPr/>
            </p:nvSpPr>
            <p:spPr bwMode="auto">
              <a:xfrm>
                <a:off x="3364" y="24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5" name="Freeform 118"/>
              <p:cNvSpPr/>
              <p:nvPr/>
            </p:nvSpPr>
            <p:spPr bwMode="auto">
              <a:xfrm>
                <a:off x="3920" y="1403"/>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6" name="Freeform 119"/>
              <p:cNvSpPr/>
              <p:nvPr/>
            </p:nvSpPr>
            <p:spPr bwMode="auto">
              <a:xfrm>
                <a:off x="3918" y="1401"/>
                <a:ext cx="4"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2"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7" name="Freeform 120"/>
              <p:cNvSpPr/>
              <p:nvPr/>
            </p:nvSpPr>
            <p:spPr bwMode="auto">
              <a:xfrm>
                <a:off x="3920" y="1411"/>
                <a:ext cx="4"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8" name="Freeform 121"/>
              <p:cNvSpPr/>
              <p:nvPr/>
            </p:nvSpPr>
            <p:spPr bwMode="auto">
              <a:xfrm>
                <a:off x="3477" y="150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9" name="Freeform 122"/>
              <p:cNvSpPr/>
              <p:nvPr/>
            </p:nvSpPr>
            <p:spPr bwMode="auto">
              <a:xfrm>
                <a:off x="3453" y="145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0" name="Freeform 123"/>
              <p:cNvSpPr/>
              <p:nvPr/>
            </p:nvSpPr>
            <p:spPr bwMode="auto">
              <a:xfrm>
                <a:off x="3477" y="142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1" name="Freeform 124"/>
              <p:cNvSpPr/>
              <p:nvPr/>
            </p:nvSpPr>
            <p:spPr bwMode="auto">
              <a:xfrm>
                <a:off x="4603" y="18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2" name="Freeform 125"/>
              <p:cNvSpPr/>
              <p:nvPr/>
            </p:nvSpPr>
            <p:spPr bwMode="auto">
              <a:xfrm>
                <a:off x="3540" y="1530"/>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0"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3" name="Rectangle 126"/>
              <p:cNvSpPr>
                <a:spLocks noChangeArrowheads="1"/>
              </p:cNvSpPr>
              <p:nvPr/>
            </p:nvSpPr>
            <p:spPr bwMode="auto">
              <a:xfrm>
                <a:off x="3489" y="1441"/>
                <a:ext cx="2"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4" name="Freeform 127"/>
              <p:cNvSpPr/>
              <p:nvPr/>
            </p:nvSpPr>
            <p:spPr bwMode="auto">
              <a:xfrm>
                <a:off x="3375" y="1310"/>
                <a:ext cx="174" cy="269"/>
              </a:xfrm>
              <a:custGeom>
                <a:avLst/>
                <a:gdLst>
                  <a:gd name="T0" fmla="*/ 11 w 82"/>
                  <a:gd name="T1" fmla="*/ 27 h 127"/>
                  <a:gd name="T2" fmla="*/ 20 w 82"/>
                  <a:gd name="T3" fmla="*/ 47 h 127"/>
                  <a:gd name="T4" fmla="*/ 34 w 82"/>
                  <a:gd name="T5" fmla="*/ 60 h 127"/>
                  <a:gd name="T6" fmla="*/ 37 w 82"/>
                  <a:gd name="T7" fmla="*/ 68 h 127"/>
                  <a:gd name="T8" fmla="*/ 43 w 82"/>
                  <a:gd name="T9" fmla="*/ 80 h 127"/>
                  <a:gd name="T10" fmla="*/ 47 w 82"/>
                  <a:gd name="T11" fmla="*/ 89 h 127"/>
                  <a:gd name="T12" fmla="*/ 53 w 82"/>
                  <a:gd name="T13" fmla="*/ 94 h 127"/>
                  <a:gd name="T14" fmla="*/ 60 w 82"/>
                  <a:gd name="T15" fmla="*/ 105 h 127"/>
                  <a:gd name="T16" fmla="*/ 63 w 82"/>
                  <a:gd name="T17" fmla="*/ 111 h 127"/>
                  <a:gd name="T18" fmla="*/ 63 w 82"/>
                  <a:gd name="T19" fmla="*/ 121 h 127"/>
                  <a:gd name="T20" fmla="*/ 65 w 82"/>
                  <a:gd name="T21" fmla="*/ 124 h 127"/>
                  <a:gd name="T22" fmla="*/ 69 w 82"/>
                  <a:gd name="T23" fmla="*/ 126 h 127"/>
                  <a:gd name="T24" fmla="*/ 72 w 82"/>
                  <a:gd name="T25" fmla="*/ 126 h 127"/>
                  <a:gd name="T26" fmla="*/ 73 w 82"/>
                  <a:gd name="T27" fmla="*/ 123 h 127"/>
                  <a:gd name="T28" fmla="*/ 71 w 82"/>
                  <a:gd name="T29" fmla="*/ 118 h 127"/>
                  <a:gd name="T30" fmla="*/ 73 w 82"/>
                  <a:gd name="T31" fmla="*/ 112 h 127"/>
                  <a:gd name="T32" fmla="*/ 80 w 82"/>
                  <a:gd name="T33" fmla="*/ 112 h 127"/>
                  <a:gd name="T34" fmla="*/ 80 w 82"/>
                  <a:gd name="T35" fmla="*/ 109 h 127"/>
                  <a:gd name="T36" fmla="*/ 76 w 82"/>
                  <a:gd name="T37" fmla="*/ 108 h 127"/>
                  <a:gd name="T38" fmla="*/ 78 w 82"/>
                  <a:gd name="T39" fmla="*/ 107 h 127"/>
                  <a:gd name="T40" fmla="*/ 73 w 82"/>
                  <a:gd name="T41" fmla="*/ 105 h 127"/>
                  <a:gd name="T42" fmla="*/ 77 w 82"/>
                  <a:gd name="T43" fmla="*/ 102 h 127"/>
                  <a:gd name="T44" fmla="*/ 78 w 82"/>
                  <a:gd name="T45" fmla="*/ 100 h 127"/>
                  <a:gd name="T46" fmla="*/ 76 w 82"/>
                  <a:gd name="T47" fmla="*/ 100 h 127"/>
                  <a:gd name="T48" fmla="*/ 76 w 82"/>
                  <a:gd name="T49" fmla="*/ 96 h 127"/>
                  <a:gd name="T50" fmla="*/ 71 w 82"/>
                  <a:gd name="T51" fmla="*/ 96 h 127"/>
                  <a:gd name="T52" fmla="*/ 65 w 82"/>
                  <a:gd name="T53" fmla="*/ 95 h 127"/>
                  <a:gd name="T54" fmla="*/ 70 w 82"/>
                  <a:gd name="T55" fmla="*/ 92 h 127"/>
                  <a:gd name="T56" fmla="*/ 68 w 82"/>
                  <a:gd name="T57" fmla="*/ 86 h 127"/>
                  <a:gd name="T58" fmla="*/ 67 w 82"/>
                  <a:gd name="T59" fmla="*/ 84 h 127"/>
                  <a:gd name="T60" fmla="*/ 65 w 82"/>
                  <a:gd name="T61" fmla="*/ 81 h 127"/>
                  <a:gd name="T62" fmla="*/ 62 w 82"/>
                  <a:gd name="T63" fmla="*/ 75 h 127"/>
                  <a:gd name="T64" fmla="*/ 60 w 82"/>
                  <a:gd name="T65" fmla="*/ 73 h 127"/>
                  <a:gd name="T66" fmla="*/ 59 w 82"/>
                  <a:gd name="T67" fmla="*/ 72 h 127"/>
                  <a:gd name="T68" fmla="*/ 57 w 82"/>
                  <a:gd name="T69" fmla="*/ 71 h 127"/>
                  <a:gd name="T70" fmla="*/ 58 w 82"/>
                  <a:gd name="T71" fmla="*/ 68 h 127"/>
                  <a:gd name="T72" fmla="*/ 55 w 82"/>
                  <a:gd name="T73" fmla="*/ 67 h 127"/>
                  <a:gd name="T74" fmla="*/ 54 w 82"/>
                  <a:gd name="T75" fmla="*/ 62 h 127"/>
                  <a:gd name="T76" fmla="*/ 51 w 82"/>
                  <a:gd name="T77" fmla="*/ 58 h 127"/>
                  <a:gd name="T78" fmla="*/ 51 w 82"/>
                  <a:gd name="T79" fmla="*/ 54 h 127"/>
                  <a:gd name="T80" fmla="*/ 48 w 82"/>
                  <a:gd name="T81" fmla="*/ 53 h 127"/>
                  <a:gd name="T82" fmla="*/ 49 w 82"/>
                  <a:gd name="T83" fmla="*/ 53 h 127"/>
                  <a:gd name="T84" fmla="*/ 45 w 82"/>
                  <a:gd name="T85" fmla="*/ 50 h 127"/>
                  <a:gd name="T86" fmla="*/ 43 w 82"/>
                  <a:gd name="T87" fmla="*/ 46 h 127"/>
                  <a:gd name="T88" fmla="*/ 41 w 82"/>
                  <a:gd name="T89" fmla="*/ 44 h 127"/>
                  <a:gd name="T90" fmla="*/ 32 w 82"/>
                  <a:gd name="T91" fmla="*/ 44 h 127"/>
                  <a:gd name="T92" fmla="*/ 35 w 82"/>
                  <a:gd name="T93" fmla="*/ 39 h 127"/>
                  <a:gd name="T94" fmla="*/ 31 w 82"/>
                  <a:gd name="T95" fmla="*/ 36 h 127"/>
                  <a:gd name="T96" fmla="*/ 30 w 82"/>
                  <a:gd name="T97" fmla="*/ 32 h 127"/>
                  <a:gd name="T98" fmla="*/ 26 w 82"/>
                  <a:gd name="T99" fmla="*/ 24 h 127"/>
                  <a:gd name="T100" fmla="*/ 25 w 82"/>
                  <a:gd name="T101" fmla="*/ 21 h 127"/>
                  <a:gd name="T102" fmla="*/ 15 w 82"/>
                  <a:gd name="T103" fmla="*/ 15 h 127"/>
                  <a:gd name="T104" fmla="*/ 13 w 82"/>
                  <a:gd name="T105" fmla="*/ 1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 h="127">
                    <a:moveTo>
                      <a:pt x="1" y="12"/>
                    </a:moveTo>
                    <a:cubicBezTo>
                      <a:pt x="2" y="13"/>
                      <a:pt x="4" y="14"/>
                      <a:pt x="3" y="15"/>
                    </a:cubicBezTo>
                    <a:cubicBezTo>
                      <a:pt x="6" y="19"/>
                      <a:pt x="4" y="25"/>
                      <a:pt x="8" y="28"/>
                    </a:cubicBezTo>
                    <a:cubicBezTo>
                      <a:pt x="9" y="27"/>
                      <a:pt x="10" y="27"/>
                      <a:pt x="10" y="27"/>
                    </a:cubicBezTo>
                    <a:cubicBezTo>
                      <a:pt x="10" y="27"/>
                      <a:pt x="10" y="27"/>
                      <a:pt x="10" y="27"/>
                    </a:cubicBezTo>
                    <a:cubicBezTo>
                      <a:pt x="11" y="27"/>
                      <a:pt x="11" y="27"/>
                      <a:pt x="11" y="27"/>
                    </a:cubicBezTo>
                    <a:cubicBezTo>
                      <a:pt x="11" y="27"/>
                      <a:pt x="10" y="28"/>
                      <a:pt x="9" y="28"/>
                    </a:cubicBezTo>
                    <a:cubicBezTo>
                      <a:pt x="10" y="29"/>
                      <a:pt x="12" y="30"/>
                      <a:pt x="12" y="32"/>
                    </a:cubicBezTo>
                    <a:cubicBezTo>
                      <a:pt x="14" y="31"/>
                      <a:pt x="13" y="33"/>
                      <a:pt x="15" y="32"/>
                    </a:cubicBezTo>
                    <a:cubicBezTo>
                      <a:pt x="14" y="32"/>
                      <a:pt x="14" y="32"/>
                      <a:pt x="14" y="32"/>
                    </a:cubicBezTo>
                    <a:cubicBezTo>
                      <a:pt x="15" y="33"/>
                      <a:pt x="15" y="33"/>
                      <a:pt x="13" y="35"/>
                    </a:cubicBezTo>
                    <a:cubicBezTo>
                      <a:pt x="14" y="40"/>
                      <a:pt x="18" y="43"/>
                      <a:pt x="20" y="47"/>
                    </a:cubicBezTo>
                    <a:cubicBezTo>
                      <a:pt x="22" y="50"/>
                      <a:pt x="26" y="53"/>
                      <a:pt x="29" y="57"/>
                    </a:cubicBezTo>
                    <a:cubicBezTo>
                      <a:pt x="32" y="56"/>
                      <a:pt x="31" y="57"/>
                      <a:pt x="34" y="56"/>
                    </a:cubicBezTo>
                    <a:cubicBezTo>
                      <a:pt x="33" y="57"/>
                      <a:pt x="33" y="57"/>
                      <a:pt x="33" y="57"/>
                    </a:cubicBezTo>
                    <a:cubicBezTo>
                      <a:pt x="35" y="57"/>
                      <a:pt x="34" y="58"/>
                      <a:pt x="33" y="59"/>
                    </a:cubicBezTo>
                    <a:cubicBezTo>
                      <a:pt x="34" y="59"/>
                      <a:pt x="33" y="59"/>
                      <a:pt x="35" y="58"/>
                    </a:cubicBezTo>
                    <a:cubicBezTo>
                      <a:pt x="37" y="58"/>
                      <a:pt x="33" y="60"/>
                      <a:pt x="34" y="60"/>
                    </a:cubicBezTo>
                    <a:cubicBezTo>
                      <a:pt x="33" y="60"/>
                      <a:pt x="35" y="59"/>
                      <a:pt x="35" y="60"/>
                    </a:cubicBezTo>
                    <a:cubicBezTo>
                      <a:pt x="37" y="60"/>
                      <a:pt x="33" y="60"/>
                      <a:pt x="32" y="62"/>
                    </a:cubicBezTo>
                    <a:cubicBezTo>
                      <a:pt x="34" y="64"/>
                      <a:pt x="37" y="65"/>
                      <a:pt x="37" y="67"/>
                    </a:cubicBezTo>
                    <a:cubicBezTo>
                      <a:pt x="37" y="67"/>
                      <a:pt x="38" y="66"/>
                      <a:pt x="38" y="66"/>
                    </a:cubicBezTo>
                    <a:cubicBezTo>
                      <a:pt x="35" y="68"/>
                      <a:pt x="39" y="66"/>
                      <a:pt x="38" y="67"/>
                    </a:cubicBezTo>
                    <a:cubicBezTo>
                      <a:pt x="37" y="68"/>
                      <a:pt x="37" y="68"/>
                      <a:pt x="37" y="68"/>
                    </a:cubicBezTo>
                    <a:cubicBezTo>
                      <a:pt x="36" y="69"/>
                      <a:pt x="39" y="69"/>
                      <a:pt x="38" y="70"/>
                    </a:cubicBezTo>
                    <a:cubicBezTo>
                      <a:pt x="39" y="70"/>
                      <a:pt x="37" y="72"/>
                      <a:pt x="39" y="72"/>
                    </a:cubicBezTo>
                    <a:cubicBezTo>
                      <a:pt x="38" y="72"/>
                      <a:pt x="38" y="73"/>
                      <a:pt x="38" y="73"/>
                    </a:cubicBezTo>
                    <a:cubicBezTo>
                      <a:pt x="41" y="72"/>
                      <a:pt x="37" y="75"/>
                      <a:pt x="40" y="74"/>
                    </a:cubicBezTo>
                    <a:cubicBezTo>
                      <a:pt x="39" y="75"/>
                      <a:pt x="39" y="75"/>
                      <a:pt x="39" y="75"/>
                    </a:cubicBezTo>
                    <a:cubicBezTo>
                      <a:pt x="41" y="76"/>
                      <a:pt x="41" y="79"/>
                      <a:pt x="43" y="80"/>
                    </a:cubicBezTo>
                    <a:cubicBezTo>
                      <a:pt x="44" y="81"/>
                      <a:pt x="42" y="84"/>
                      <a:pt x="44" y="84"/>
                    </a:cubicBezTo>
                    <a:cubicBezTo>
                      <a:pt x="46" y="84"/>
                      <a:pt x="46" y="84"/>
                      <a:pt x="46" y="84"/>
                    </a:cubicBezTo>
                    <a:cubicBezTo>
                      <a:pt x="46" y="84"/>
                      <a:pt x="45" y="84"/>
                      <a:pt x="44" y="84"/>
                    </a:cubicBezTo>
                    <a:cubicBezTo>
                      <a:pt x="46" y="84"/>
                      <a:pt x="45" y="86"/>
                      <a:pt x="45" y="87"/>
                    </a:cubicBezTo>
                    <a:cubicBezTo>
                      <a:pt x="46" y="87"/>
                      <a:pt x="46" y="87"/>
                      <a:pt x="47" y="86"/>
                    </a:cubicBezTo>
                    <a:cubicBezTo>
                      <a:pt x="45" y="88"/>
                      <a:pt x="48" y="88"/>
                      <a:pt x="47" y="89"/>
                    </a:cubicBezTo>
                    <a:cubicBezTo>
                      <a:pt x="50" y="88"/>
                      <a:pt x="49" y="89"/>
                      <a:pt x="50" y="89"/>
                    </a:cubicBezTo>
                    <a:cubicBezTo>
                      <a:pt x="50" y="89"/>
                      <a:pt x="49" y="90"/>
                      <a:pt x="48" y="90"/>
                    </a:cubicBezTo>
                    <a:cubicBezTo>
                      <a:pt x="49" y="91"/>
                      <a:pt x="49" y="91"/>
                      <a:pt x="49" y="92"/>
                    </a:cubicBezTo>
                    <a:cubicBezTo>
                      <a:pt x="49" y="92"/>
                      <a:pt x="51" y="92"/>
                      <a:pt x="51" y="92"/>
                    </a:cubicBezTo>
                    <a:cubicBezTo>
                      <a:pt x="49" y="93"/>
                      <a:pt x="51" y="93"/>
                      <a:pt x="50" y="94"/>
                    </a:cubicBezTo>
                    <a:cubicBezTo>
                      <a:pt x="52" y="93"/>
                      <a:pt x="54" y="93"/>
                      <a:pt x="53" y="94"/>
                    </a:cubicBezTo>
                    <a:cubicBezTo>
                      <a:pt x="51" y="95"/>
                      <a:pt x="51" y="95"/>
                      <a:pt x="51" y="95"/>
                    </a:cubicBezTo>
                    <a:cubicBezTo>
                      <a:pt x="53" y="95"/>
                      <a:pt x="51" y="98"/>
                      <a:pt x="55" y="99"/>
                    </a:cubicBezTo>
                    <a:cubicBezTo>
                      <a:pt x="53" y="99"/>
                      <a:pt x="53" y="99"/>
                      <a:pt x="53" y="99"/>
                    </a:cubicBezTo>
                    <a:cubicBezTo>
                      <a:pt x="56" y="100"/>
                      <a:pt x="54" y="103"/>
                      <a:pt x="58" y="103"/>
                    </a:cubicBezTo>
                    <a:cubicBezTo>
                      <a:pt x="57" y="104"/>
                      <a:pt x="56" y="105"/>
                      <a:pt x="57" y="105"/>
                    </a:cubicBezTo>
                    <a:cubicBezTo>
                      <a:pt x="58" y="105"/>
                      <a:pt x="58" y="106"/>
                      <a:pt x="60" y="105"/>
                    </a:cubicBezTo>
                    <a:cubicBezTo>
                      <a:pt x="61" y="106"/>
                      <a:pt x="59" y="106"/>
                      <a:pt x="59" y="106"/>
                    </a:cubicBezTo>
                    <a:cubicBezTo>
                      <a:pt x="59" y="107"/>
                      <a:pt x="57" y="108"/>
                      <a:pt x="59" y="108"/>
                    </a:cubicBezTo>
                    <a:cubicBezTo>
                      <a:pt x="58" y="109"/>
                      <a:pt x="58" y="109"/>
                      <a:pt x="58" y="109"/>
                    </a:cubicBezTo>
                    <a:cubicBezTo>
                      <a:pt x="59" y="109"/>
                      <a:pt x="61" y="109"/>
                      <a:pt x="60" y="110"/>
                    </a:cubicBezTo>
                    <a:cubicBezTo>
                      <a:pt x="61" y="110"/>
                      <a:pt x="62" y="111"/>
                      <a:pt x="64" y="110"/>
                    </a:cubicBezTo>
                    <a:cubicBezTo>
                      <a:pt x="64" y="110"/>
                      <a:pt x="61" y="111"/>
                      <a:pt x="63" y="111"/>
                    </a:cubicBezTo>
                    <a:cubicBezTo>
                      <a:pt x="61" y="111"/>
                      <a:pt x="61" y="111"/>
                      <a:pt x="61" y="111"/>
                    </a:cubicBezTo>
                    <a:cubicBezTo>
                      <a:pt x="61" y="113"/>
                      <a:pt x="62" y="114"/>
                      <a:pt x="63" y="115"/>
                    </a:cubicBezTo>
                    <a:cubicBezTo>
                      <a:pt x="61" y="116"/>
                      <a:pt x="64" y="116"/>
                      <a:pt x="62" y="117"/>
                    </a:cubicBezTo>
                    <a:cubicBezTo>
                      <a:pt x="64" y="118"/>
                      <a:pt x="62" y="119"/>
                      <a:pt x="65" y="119"/>
                    </a:cubicBezTo>
                    <a:cubicBezTo>
                      <a:pt x="64" y="119"/>
                      <a:pt x="64" y="119"/>
                      <a:pt x="64" y="119"/>
                    </a:cubicBezTo>
                    <a:cubicBezTo>
                      <a:pt x="64" y="120"/>
                      <a:pt x="64" y="121"/>
                      <a:pt x="63" y="121"/>
                    </a:cubicBezTo>
                    <a:cubicBezTo>
                      <a:pt x="63" y="122"/>
                      <a:pt x="65" y="122"/>
                      <a:pt x="66" y="122"/>
                    </a:cubicBezTo>
                    <a:cubicBezTo>
                      <a:pt x="64" y="122"/>
                      <a:pt x="64" y="122"/>
                      <a:pt x="64" y="122"/>
                    </a:cubicBezTo>
                    <a:cubicBezTo>
                      <a:pt x="65" y="123"/>
                      <a:pt x="67" y="123"/>
                      <a:pt x="69" y="123"/>
                    </a:cubicBezTo>
                    <a:cubicBezTo>
                      <a:pt x="68" y="123"/>
                      <a:pt x="69" y="123"/>
                      <a:pt x="68" y="124"/>
                    </a:cubicBezTo>
                    <a:cubicBezTo>
                      <a:pt x="67" y="123"/>
                      <a:pt x="66" y="123"/>
                      <a:pt x="64" y="123"/>
                    </a:cubicBezTo>
                    <a:cubicBezTo>
                      <a:pt x="63" y="123"/>
                      <a:pt x="67" y="124"/>
                      <a:pt x="65" y="124"/>
                    </a:cubicBezTo>
                    <a:cubicBezTo>
                      <a:pt x="64" y="125"/>
                      <a:pt x="65" y="125"/>
                      <a:pt x="67" y="125"/>
                    </a:cubicBezTo>
                    <a:cubicBezTo>
                      <a:pt x="66" y="125"/>
                      <a:pt x="66" y="125"/>
                      <a:pt x="65" y="125"/>
                    </a:cubicBezTo>
                    <a:cubicBezTo>
                      <a:pt x="65" y="126"/>
                      <a:pt x="65" y="126"/>
                      <a:pt x="66" y="126"/>
                    </a:cubicBezTo>
                    <a:cubicBezTo>
                      <a:pt x="66" y="126"/>
                      <a:pt x="66" y="126"/>
                      <a:pt x="66" y="126"/>
                    </a:cubicBezTo>
                    <a:cubicBezTo>
                      <a:pt x="67" y="126"/>
                      <a:pt x="67" y="126"/>
                      <a:pt x="69" y="126"/>
                    </a:cubicBezTo>
                    <a:cubicBezTo>
                      <a:pt x="69" y="126"/>
                      <a:pt x="68" y="126"/>
                      <a:pt x="69" y="126"/>
                    </a:cubicBezTo>
                    <a:cubicBezTo>
                      <a:pt x="70" y="126"/>
                      <a:pt x="71" y="126"/>
                      <a:pt x="69" y="126"/>
                    </a:cubicBezTo>
                    <a:cubicBezTo>
                      <a:pt x="68" y="127"/>
                      <a:pt x="67" y="126"/>
                      <a:pt x="66" y="126"/>
                    </a:cubicBezTo>
                    <a:cubicBezTo>
                      <a:pt x="70" y="127"/>
                      <a:pt x="70" y="127"/>
                      <a:pt x="70" y="127"/>
                    </a:cubicBezTo>
                    <a:cubicBezTo>
                      <a:pt x="69" y="127"/>
                      <a:pt x="69" y="127"/>
                      <a:pt x="71" y="127"/>
                    </a:cubicBezTo>
                    <a:cubicBezTo>
                      <a:pt x="70" y="126"/>
                      <a:pt x="70" y="126"/>
                      <a:pt x="70" y="126"/>
                    </a:cubicBezTo>
                    <a:cubicBezTo>
                      <a:pt x="72" y="126"/>
                      <a:pt x="72" y="126"/>
                      <a:pt x="72" y="126"/>
                    </a:cubicBezTo>
                    <a:cubicBezTo>
                      <a:pt x="71" y="126"/>
                      <a:pt x="72" y="125"/>
                      <a:pt x="71" y="125"/>
                    </a:cubicBezTo>
                    <a:cubicBezTo>
                      <a:pt x="70" y="125"/>
                      <a:pt x="70" y="125"/>
                      <a:pt x="70" y="125"/>
                    </a:cubicBezTo>
                    <a:cubicBezTo>
                      <a:pt x="69" y="125"/>
                      <a:pt x="67" y="124"/>
                      <a:pt x="69" y="124"/>
                    </a:cubicBezTo>
                    <a:cubicBezTo>
                      <a:pt x="71" y="124"/>
                      <a:pt x="71" y="124"/>
                      <a:pt x="71" y="124"/>
                    </a:cubicBezTo>
                    <a:cubicBezTo>
                      <a:pt x="71" y="124"/>
                      <a:pt x="70" y="124"/>
                      <a:pt x="71" y="123"/>
                    </a:cubicBezTo>
                    <a:cubicBezTo>
                      <a:pt x="73" y="123"/>
                      <a:pt x="73" y="123"/>
                      <a:pt x="73" y="123"/>
                    </a:cubicBezTo>
                    <a:cubicBezTo>
                      <a:pt x="70" y="124"/>
                      <a:pt x="72" y="122"/>
                      <a:pt x="71" y="122"/>
                    </a:cubicBezTo>
                    <a:cubicBezTo>
                      <a:pt x="72" y="122"/>
                      <a:pt x="72" y="122"/>
                      <a:pt x="72" y="122"/>
                    </a:cubicBezTo>
                    <a:cubicBezTo>
                      <a:pt x="73" y="122"/>
                      <a:pt x="70" y="123"/>
                      <a:pt x="70" y="122"/>
                    </a:cubicBezTo>
                    <a:cubicBezTo>
                      <a:pt x="71" y="122"/>
                      <a:pt x="73" y="122"/>
                      <a:pt x="74" y="121"/>
                    </a:cubicBezTo>
                    <a:cubicBezTo>
                      <a:pt x="74" y="121"/>
                      <a:pt x="72" y="120"/>
                      <a:pt x="74" y="119"/>
                    </a:cubicBezTo>
                    <a:cubicBezTo>
                      <a:pt x="73" y="118"/>
                      <a:pt x="72" y="118"/>
                      <a:pt x="71" y="118"/>
                    </a:cubicBezTo>
                    <a:cubicBezTo>
                      <a:pt x="71" y="117"/>
                      <a:pt x="74" y="117"/>
                      <a:pt x="73" y="117"/>
                    </a:cubicBezTo>
                    <a:cubicBezTo>
                      <a:pt x="74" y="117"/>
                      <a:pt x="75" y="117"/>
                      <a:pt x="75" y="116"/>
                    </a:cubicBezTo>
                    <a:cubicBezTo>
                      <a:pt x="74" y="116"/>
                      <a:pt x="75" y="115"/>
                      <a:pt x="73" y="116"/>
                    </a:cubicBezTo>
                    <a:cubicBezTo>
                      <a:pt x="74" y="115"/>
                      <a:pt x="74" y="114"/>
                      <a:pt x="73" y="114"/>
                    </a:cubicBezTo>
                    <a:cubicBezTo>
                      <a:pt x="73" y="114"/>
                      <a:pt x="75" y="114"/>
                      <a:pt x="76" y="113"/>
                    </a:cubicBezTo>
                    <a:cubicBezTo>
                      <a:pt x="74" y="113"/>
                      <a:pt x="73" y="113"/>
                      <a:pt x="73" y="112"/>
                    </a:cubicBezTo>
                    <a:cubicBezTo>
                      <a:pt x="72" y="112"/>
                      <a:pt x="72" y="113"/>
                      <a:pt x="70" y="113"/>
                    </a:cubicBezTo>
                    <a:cubicBezTo>
                      <a:pt x="70" y="113"/>
                      <a:pt x="69" y="113"/>
                      <a:pt x="69" y="113"/>
                    </a:cubicBezTo>
                    <a:cubicBezTo>
                      <a:pt x="71" y="112"/>
                      <a:pt x="74" y="112"/>
                      <a:pt x="74" y="111"/>
                    </a:cubicBezTo>
                    <a:cubicBezTo>
                      <a:pt x="77" y="111"/>
                      <a:pt x="73" y="112"/>
                      <a:pt x="76" y="111"/>
                    </a:cubicBezTo>
                    <a:cubicBezTo>
                      <a:pt x="78" y="111"/>
                      <a:pt x="79" y="112"/>
                      <a:pt x="77" y="113"/>
                    </a:cubicBezTo>
                    <a:cubicBezTo>
                      <a:pt x="80" y="113"/>
                      <a:pt x="78" y="112"/>
                      <a:pt x="80" y="112"/>
                    </a:cubicBezTo>
                    <a:cubicBezTo>
                      <a:pt x="80" y="111"/>
                      <a:pt x="78" y="111"/>
                      <a:pt x="78" y="111"/>
                    </a:cubicBezTo>
                    <a:cubicBezTo>
                      <a:pt x="77" y="111"/>
                      <a:pt x="77" y="111"/>
                      <a:pt x="76" y="111"/>
                    </a:cubicBezTo>
                    <a:cubicBezTo>
                      <a:pt x="73" y="111"/>
                      <a:pt x="77" y="110"/>
                      <a:pt x="77" y="110"/>
                    </a:cubicBezTo>
                    <a:cubicBezTo>
                      <a:pt x="78" y="110"/>
                      <a:pt x="78" y="110"/>
                      <a:pt x="78" y="110"/>
                    </a:cubicBezTo>
                    <a:cubicBezTo>
                      <a:pt x="79" y="109"/>
                      <a:pt x="77" y="110"/>
                      <a:pt x="77" y="109"/>
                    </a:cubicBezTo>
                    <a:cubicBezTo>
                      <a:pt x="80" y="108"/>
                      <a:pt x="78" y="110"/>
                      <a:pt x="80" y="109"/>
                    </a:cubicBezTo>
                    <a:cubicBezTo>
                      <a:pt x="82" y="109"/>
                      <a:pt x="82" y="109"/>
                      <a:pt x="82" y="109"/>
                    </a:cubicBezTo>
                    <a:cubicBezTo>
                      <a:pt x="82" y="108"/>
                      <a:pt x="79" y="109"/>
                      <a:pt x="80" y="108"/>
                    </a:cubicBezTo>
                    <a:cubicBezTo>
                      <a:pt x="81" y="108"/>
                      <a:pt x="81" y="108"/>
                      <a:pt x="81" y="108"/>
                    </a:cubicBezTo>
                    <a:cubicBezTo>
                      <a:pt x="80" y="108"/>
                      <a:pt x="80" y="108"/>
                      <a:pt x="80" y="108"/>
                    </a:cubicBezTo>
                    <a:cubicBezTo>
                      <a:pt x="79" y="108"/>
                      <a:pt x="77" y="108"/>
                      <a:pt x="77" y="109"/>
                    </a:cubicBezTo>
                    <a:cubicBezTo>
                      <a:pt x="74" y="109"/>
                      <a:pt x="77" y="109"/>
                      <a:pt x="76" y="108"/>
                    </a:cubicBezTo>
                    <a:cubicBezTo>
                      <a:pt x="74" y="108"/>
                      <a:pt x="76" y="108"/>
                      <a:pt x="75" y="109"/>
                    </a:cubicBezTo>
                    <a:cubicBezTo>
                      <a:pt x="73" y="109"/>
                      <a:pt x="73" y="109"/>
                      <a:pt x="73" y="108"/>
                    </a:cubicBezTo>
                    <a:cubicBezTo>
                      <a:pt x="72" y="108"/>
                      <a:pt x="74" y="108"/>
                      <a:pt x="75" y="107"/>
                    </a:cubicBezTo>
                    <a:cubicBezTo>
                      <a:pt x="76" y="107"/>
                      <a:pt x="76" y="108"/>
                      <a:pt x="75" y="108"/>
                    </a:cubicBezTo>
                    <a:cubicBezTo>
                      <a:pt x="77" y="108"/>
                      <a:pt x="79" y="107"/>
                      <a:pt x="80" y="107"/>
                    </a:cubicBezTo>
                    <a:cubicBezTo>
                      <a:pt x="81" y="106"/>
                      <a:pt x="79" y="107"/>
                      <a:pt x="78" y="107"/>
                    </a:cubicBezTo>
                    <a:cubicBezTo>
                      <a:pt x="78" y="107"/>
                      <a:pt x="76" y="107"/>
                      <a:pt x="76" y="107"/>
                    </a:cubicBezTo>
                    <a:cubicBezTo>
                      <a:pt x="71" y="107"/>
                      <a:pt x="79" y="106"/>
                      <a:pt x="78" y="105"/>
                    </a:cubicBezTo>
                    <a:cubicBezTo>
                      <a:pt x="75" y="106"/>
                      <a:pt x="74" y="105"/>
                      <a:pt x="70" y="107"/>
                    </a:cubicBezTo>
                    <a:cubicBezTo>
                      <a:pt x="70" y="107"/>
                      <a:pt x="69" y="107"/>
                      <a:pt x="69" y="106"/>
                    </a:cubicBezTo>
                    <a:cubicBezTo>
                      <a:pt x="71" y="106"/>
                      <a:pt x="71" y="106"/>
                      <a:pt x="73" y="105"/>
                    </a:cubicBezTo>
                    <a:cubicBezTo>
                      <a:pt x="73" y="105"/>
                      <a:pt x="73" y="105"/>
                      <a:pt x="73" y="105"/>
                    </a:cubicBezTo>
                    <a:cubicBezTo>
                      <a:pt x="75" y="105"/>
                      <a:pt x="75" y="105"/>
                      <a:pt x="75" y="105"/>
                    </a:cubicBezTo>
                    <a:cubicBezTo>
                      <a:pt x="79" y="103"/>
                      <a:pt x="79" y="103"/>
                      <a:pt x="79" y="103"/>
                    </a:cubicBezTo>
                    <a:cubicBezTo>
                      <a:pt x="78" y="103"/>
                      <a:pt x="77" y="104"/>
                      <a:pt x="76" y="103"/>
                    </a:cubicBezTo>
                    <a:cubicBezTo>
                      <a:pt x="77" y="103"/>
                      <a:pt x="78" y="103"/>
                      <a:pt x="78" y="102"/>
                    </a:cubicBezTo>
                    <a:cubicBezTo>
                      <a:pt x="77" y="103"/>
                      <a:pt x="75" y="103"/>
                      <a:pt x="75" y="103"/>
                    </a:cubicBezTo>
                    <a:cubicBezTo>
                      <a:pt x="74" y="103"/>
                      <a:pt x="76" y="102"/>
                      <a:pt x="77" y="102"/>
                    </a:cubicBezTo>
                    <a:cubicBezTo>
                      <a:pt x="79" y="102"/>
                      <a:pt x="79" y="102"/>
                      <a:pt x="79" y="102"/>
                    </a:cubicBezTo>
                    <a:cubicBezTo>
                      <a:pt x="77" y="102"/>
                      <a:pt x="79" y="101"/>
                      <a:pt x="79" y="101"/>
                    </a:cubicBezTo>
                    <a:cubicBezTo>
                      <a:pt x="77" y="101"/>
                      <a:pt x="76" y="102"/>
                      <a:pt x="74" y="102"/>
                    </a:cubicBezTo>
                    <a:cubicBezTo>
                      <a:pt x="74" y="102"/>
                      <a:pt x="75" y="101"/>
                      <a:pt x="75" y="101"/>
                    </a:cubicBezTo>
                    <a:cubicBezTo>
                      <a:pt x="76" y="101"/>
                      <a:pt x="76" y="101"/>
                      <a:pt x="76" y="101"/>
                    </a:cubicBezTo>
                    <a:cubicBezTo>
                      <a:pt x="76" y="101"/>
                      <a:pt x="79" y="100"/>
                      <a:pt x="78" y="100"/>
                    </a:cubicBezTo>
                    <a:cubicBezTo>
                      <a:pt x="77" y="100"/>
                      <a:pt x="77" y="100"/>
                      <a:pt x="77" y="100"/>
                    </a:cubicBezTo>
                    <a:cubicBezTo>
                      <a:pt x="77" y="100"/>
                      <a:pt x="78" y="100"/>
                      <a:pt x="78" y="100"/>
                    </a:cubicBezTo>
                    <a:cubicBezTo>
                      <a:pt x="77" y="100"/>
                      <a:pt x="77" y="99"/>
                      <a:pt x="77" y="99"/>
                    </a:cubicBezTo>
                    <a:cubicBezTo>
                      <a:pt x="78" y="99"/>
                      <a:pt x="78" y="99"/>
                      <a:pt x="78" y="99"/>
                    </a:cubicBezTo>
                    <a:cubicBezTo>
                      <a:pt x="77" y="99"/>
                      <a:pt x="75" y="99"/>
                      <a:pt x="76" y="99"/>
                    </a:cubicBezTo>
                    <a:cubicBezTo>
                      <a:pt x="74" y="100"/>
                      <a:pt x="77" y="99"/>
                      <a:pt x="76" y="100"/>
                    </a:cubicBezTo>
                    <a:cubicBezTo>
                      <a:pt x="74" y="100"/>
                      <a:pt x="74" y="100"/>
                      <a:pt x="73" y="100"/>
                    </a:cubicBezTo>
                    <a:cubicBezTo>
                      <a:pt x="76" y="99"/>
                      <a:pt x="73" y="99"/>
                      <a:pt x="73" y="99"/>
                    </a:cubicBezTo>
                    <a:cubicBezTo>
                      <a:pt x="74" y="98"/>
                      <a:pt x="75" y="98"/>
                      <a:pt x="75" y="98"/>
                    </a:cubicBezTo>
                    <a:cubicBezTo>
                      <a:pt x="73" y="98"/>
                      <a:pt x="73" y="98"/>
                      <a:pt x="73" y="98"/>
                    </a:cubicBezTo>
                    <a:cubicBezTo>
                      <a:pt x="77" y="97"/>
                      <a:pt x="73" y="98"/>
                      <a:pt x="73" y="97"/>
                    </a:cubicBezTo>
                    <a:cubicBezTo>
                      <a:pt x="75" y="97"/>
                      <a:pt x="76" y="96"/>
                      <a:pt x="76" y="96"/>
                    </a:cubicBezTo>
                    <a:cubicBezTo>
                      <a:pt x="74" y="97"/>
                      <a:pt x="73" y="97"/>
                      <a:pt x="71" y="97"/>
                    </a:cubicBezTo>
                    <a:cubicBezTo>
                      <a:pt x="72" y="96"/>
                      <a:pt x="75" y="96"/>
                      <a:pt x="76" y="96"/>
                    </a:cubicBezTo>
                    <a:cubicBezTo>
                      <a:pt x="74" y="96"/>
                      <a:pt x="77" y="94"/>
                      <a:pt x="75" y="95"/>
                    </a:cubicBezTo>
                    <a:cubicBezTo>
                      <a:pt x="74" y="96"/>
                      <a:pt x="73" y="96"/>
                      <a:pt x="72" y="96"/>
                    </a:cubicBezTo>
                    <a:cubicBezTo>
                      <a:pt x="72" y="95"/>
                      <a:pt x="73" y="96"/>
                      <a:pt x="74" y="95"/>
                    </a:cubicBezTo>
                    <a:cubicBezTo>
                      <a:pt x="74" y="95"/>
                      <a:pt x="72" y="95"/>
                      <a:pt x="71" y="96"/>
                    </a:cubicBezTo>
                    <a:cubicBezTo>
                      <a:pt x="71" y="95"/>
                      <a:pt x="69" y="96"/>
                      <a:pt x="70" y="95"/>
                    </a:cubicBezTo>
                    <a:cubicBezTo>
                      <a:pt x="72" y="94"/>
                      <a:pt x="71" y="95"/>
                      <a:pt x="72" y="95"/>
                    </a:cubicBezTo>
                    <a:cubicBezTo>
                      <a:pt x="72" y="94"/>
                      <a:pt x="68" y="96"/>
                      <a:pt x="68" y="95"/>
                    </a:cubicBezTo>
                    <a:cubicBezTo>
                      <a:pt x="67" y="96"/>
                      <a:pt x="64" y="97"/>
                      <a:pt x="63" y="97"/>
                    </a:cubicBezTo>
                    <a:cubicBezTo>
                      <a:pt x="63" y="96"/>
                      <a:pt x="64" y="97"/>
                      <a:pt x="66" y="96"/>
                    </a:cubicBezTo>
                    <a:cubicBezTo>
                      <a:pt x="65" y="95"/>
                      <a:pt x="65" y="95"/>
                      <a:pt x="65" y="95"/>
                    </a:cubicBezTo>
                    <a:cubicBezTo>
                      <a:pt x="68" y="94"/>
                      <a:pt x="70" y="95"/>
                      <a:pt x="72" y="93"/>
                    </a:cubicBezTo>
                    <a:cubicBezTo>
                      <a:pt x="71" y="93"/>
                      <a:pt x="71" y="93"/>
                      <a:pt x="71" y="93"/>
                    </a:cubicBezTo>
                    <a:cubicBezTo>
                      <a:pt x="72" y="93"/>
                      <a:pt x="74" y="93"/>
                      <a:pt x="74" y="92"/>
                    </a:cubicBezTo>
                    <a:cubicBezTo>
                      <a:pt x="72" y="93"/>
                      <a:pt x="74" y="92"/>
                      <a:pt x="73" y="92"/>
                    </a:cubicBezTo>
                    <a:cubicBezTo>
                      <a:pt x="71" y="92"/>
                      <a:pt x="74" y="92"/>
                      <a:pt x="72" y="92"/>
                    </a:cubicBezTo>
                    <a:cubicBezTo>
                      <a:pt x="72" y="92"/>
                      <a:pt x="69" y="93"/>
                      <a:pt x="70" y="92"/>
                    </a:cubicBezTo>
                    <a:cubicBezTo>
                      <a:pt x="73" y="91"/>
                      <a:pt x="73" y="91"/>
                      <a:pt x="73" y="91"/>
                    </a:cubicBezTo>
                    <a:cubicBezTo>
                      <a:pt x="74" y="91"/>
                      <a:pt x="71" y="92"/>
                      <a:pt x="72" y="91"/>
                    </a:cubicBezTo>
                    <a:cubicBezTo>
                      <a:pt x="73" y="91"/>
                      <a:pt x="73" y="91"/>
                      <a:pt x="73" y="91"/>
                    </a:cubicBezTo>
                    <a:cubicBezTo>
                      <a:pt x="72" y="89"/>
                      <a:pt x="72" y="88"/>
                      <a:pt x="67" y="88"/>
                    </a:cubicBezTo>
                    <a:cubicBezTo>
                      <a:pt x="69" y="87"/>
                      <a:pt x="69" y="87"/>
                      <a:pt x="70" y="86"/>
                    </a:cubicBezTo>
                    <a:cubicBezTo>
                      <a:pt x="69" y="86"/>
                      <a:pt x="68" y="86"/>
                      <a:pt x="68" y="86"/>
                    </a:cubicBezTo>
                    <a:cubicBezTo>
                      <a:pt x="69" y="85"/>
                      <a:pt x="69" y="85"/>
                      <a:pt x="69" y="85"/>
                    </a:cubicBezTo>
                    <a:cubicBezTo>
                      <a:pt x="70" y="84"/>
                      <a:pt x="68" y="85"/>
                      <a:pt x="67" y="85"/>
                    </a:cubicBezTo>
                    <a:cubicBezTo>
                      <a:pt x="68" y="84"/>
                      <a:pt x="68" y="84"/>
                      <a:pt x="68" y="84"/>
                    </a:cubicBezTo>
                    <a:cubicBezTo>
                      <a:pt x="69" y="83"/>
                      <a:pt x="67" y="84"/>
                      <a:pt x="67" y="84"/>
                    </a:cubicBezTo>
                    <a:cubicBezTo>
                      <a:pt x="68" y="84"/>
                      <a:pt x="68" y="84"/>
                      <a:pt x="68" y="84"/>
                    </a:cubicBezTo>
                    <a:cubicBezTo>
                      <a:pt x="67" y="84"/>
                      <a:pt x="67" y="84"/>
                      <a:pt x="67" y="84"/>
                    </a:cubicBezTo>
                    <a:cubicBezTo>
                      <a:pt x="66" y="84"/>
                      <a:pt x="66" y="83"/>
                      <a:pt x="68" y="83"/>
                    </a:cubicBezTo>
                    <a:cubicBezTo>
                      <a:pt x="67" y="83"/>
                      <a:pt x="67" y="83"/>
                      <a:pt x="67" y="83"/>
                    </a:cubicBezTo>
                    <a:cubicBezTo>
                      <a:pt x="68" y="82"/>
                      <a:pt x="67" y="81"/>
                      <a:pt x="66" y="81"/>
                    </a:cubicBezTo>
                    <a:cubicBezTo>
                      <a:pt x="66" y="82"/>
                      <a:pt x="65" y="82"/>
                      <a:pt x="64" y="82"/>
                    </a:cubicBezTo>
                    <a:cubicBezTo>
                      <a:pt x="62" y="83"/>
                      <a:pt x="64" y="82"/>
                      <a:pt x="63" y="82"/>
                    </a:cubicBezTo>
                    <a:cubicBezTo>
                      <a:pt x="64" y="82"/>
                      <a:pt x="64" y="81"/>
                      <a:pt x="65" y="81"/>
                    </a:cubicBezTo>
                    <a:cubicBezTo>
                      <a:pt x="68" y="79"/>
                      <a:pt x="65" y="79"/>
                      <a:pt x="65" y="78"/>
                    </a:cubicBezTo>
                    <a:cubicBezTo>
                      <a:pt x="64" y="78"/>
                      <a:pt x="64" y="78"/>
                      <a:pt x="64" y="78"/>
                    </a:cubicBezTo>
                    <a:cubicBezTo>
                      <a:pt x="66" y="77"/>
                      <a:pt x="63" y="77"/>
                      <a:pt x="64" y="76"/>
                    </a:cubicBezTo>
                    <a:cubicBezTo>
                      <a:pt x="63" y="76"/>
                      <a:pt x="60" y="77"/>
                      <a:pt x="60" y="77"/>
                    </a:cubicBezTo>
                    <a:cubicBezTo>
                      <a:pt x="58" y="78"/>
                      <a:pt x="62" y="76"/>
                      <a:pt x="63" y="75"/>
                    </a:cubicBezTo>
                    <a:cubicBezTo>
                      <a:pt x="62" y="75"/>
                      <a:pt x="62" y="75"/>
                      <a:pt x="62" y="75"/>
                    </a:cubicBezTo>
                    <a:cubicBezTo>
                      <a:pt x="62" y="75"/>
                      <a:pt x="62" y="75"/>
                      <a:pt x="62" y="75"/>
                    </a:cubicBezTo>
                    <a:cubicBezTo>
                      <a:pt x="61" y="75"/>
                      <a:pt x="60" y="75"/>
                      <a:pt x="61" y="74"/>
                    </a:cubicBezTo>
                    <a:cubicBezTo>
                      <a:pt x="61" y="74"/>
                      <a:pt x="61" y="74"/>
                      <a:pt x="61" y="74"/>
                    </a:cubicBezTo>
                    <a:cubicBezTo>
                      <a:pt x="61" y="74"/>
                      <a:pt x="62" y="73"/>
                      <a:pt x="62" y="73"/>
                    </a:cubicBezTo>
                    <a:cubicBezTo>
                      <a:pt x="60" y="74"/>
                      <a:pt x="61" y="72"/>
                      <a:pt x="59" y="73"/>
                    </a:cubicBezTo>
                    <a:cubicBezTo>
                      <a:pt x="60" y="73"/>
                      <a:pt x="60" y="73"/>
                      <a:pt x="60" y="73"/>
                    </a:cubicBezTo>
                    <a:cubicBezTo>
                      <a:pt x="59" y="73"/>
                      <a:pt x="59" y="73"/>
                      <a:pt x="59" y="73"/>
                    </a:cubicBezTo>
                    <a:cubicBezTo>
                      <a:pt x="59" y="73"/>
                      <a:pt x="59" y="73"/>
                      <a:pt x="59" y="73"/>
                    </a:cubicBezTo>
                    <a:cubicBezTo>
                      <a:pt x="61" y="72"/>
                      <a:pt x="61" y="72"/>
                      <a:pt x="61" y="72"/>
                    </a:cubicBezTo>
                    <a:cubicBezTo>
                      <a:pt x="62" y="71"/>
                      <a:pt x="60" y="72"/>
                      <a:pt x="59" y="73"/>
                    </a:cubicBezTo>
                    <a:cubicBezTo>
                      <a:pt x="57" y="73"/>
                      <a:pt x="59" y="72"/>
                      <a:pt x="59" y="72"/>
                    </a:cubicBezTo>
                    <a:cubicBezTo>
                      <a:pt x="60" y="71"/>
                      <a:pt x="59" y="72"/>
                      <a:pt x="59" y="72"/>
                    </a:cubicBezTo>
                    <a:cubicBezTo>
                      <a:pt x="61" y="72"/>
                      <a:pt x="60" y="72"/>
                      <a:pt x="61" y="71"/>
                    </a:cubicBezTo>
                    <a:cubicBezTo>
                      <a:pt x="61" y="71"/>
                      <a:pt x="59" y="72"/>
                      <a:pt x="59" y="72"/>
                    </a:cubicBezTo>
                    <a:cubicBezTo>
                      <a:pt x="59" y="71"/>
                      <a:pt x="58" y="71"/>
                      <a:pt x="60" y="70"/>
                    </a:cubicBezTo>
                    <a:cubicBezTo>
                      <a:pt x="59" y="71"/>
                      <a:pt x="59" y="70"/>
                      <a:pt x="58" y="70"/>
                    </a:cubicBezTo>
                    <a:cubicBezTo>
                      <a:pt x="58" y="71"/>
                      <a:pt x="58" y="71"/>
                      <a:pt x="57" y="72"/>
                    </a:cubicBezTo>
                    <a:cubicBezTo>
                      <a:pt x="57" y="72"/>
                      <a:pt x="56" y="72"/>
                      <a:pt x="57" y="71"/>
                    </a:cubicBezTo>
                    <a:cubicBezTo>
                      <a:pt x="57" y="71"/>
                      <a:pt x="57" y="71"/>
                      <a:pt x="57" y="71"/>
                    </a:cubicBezTo>
                    <a:cubicBezTo>
                      <a:pt x="57" y="71"/>
                      <a:pt x="57" y="71"/>
                      <a:pt x="56" y="72"/>
                    </a:cubicBezTo>
                    <a:cubicBezTo>
                      <a:pt x="58" y="70"/>
                      <a:pt x="58" y="70"/>
                      <a:pt x="58" y="70"/>
                    </a:cubicBezTo>
                    <a:cubicBezTo>
                      <a:pt x="56" y="71"/>
                      <a:pt x="56" y="70"/>
                      <a:pt x="56" y="70"/>
                    </a:cubicBezTo>
                    <a:cubicBezTo>
                      <a:pt x="57" y="69"/>
                      <a:pt x="59" y="69"/>
                      <a:pt x="59" y="68"/>
                    </a:cubicBezTo>
                    <a:cubicBezTo>
                      <a:pt x="58" y="68"/>
                      <a:pt x="58" y="68"/>
                      <a:pt x="58" y="68"/>
                    </a:cubicBezTo>
                    <a:cubicBezTo>
                      <a:pt x="57" y="68"/>
                      <a:pt x="58" y="68"/>
                      <a:pt x="59" y="68"/>
                    </a:cubicBezTo>
                    <a:cubicBezTo>
                      <a:pt x="59" y="66"/>
                      <a:pt x="54" y="69"/>
                      <a:pt x="55" y="68"/>
                    </a:cubicBezTo>
                    <a:cubicBezTo>
                      <a:pt x="57" y="67"/>
                      <a:pt x="57" y="67"/>
                      <a:pt x="57" y="66"/>
                    </a:cubicBezTo>
                    <a:cubicBezTo>
                      <a:pt x="56" y="67"/>
                      <a:pt x="56" y="67"/>
                      <a:pt x="56" y="67"/>
                    </a:cubicBezTo>
                    <a:cubicBezTo>
                      <a:pt x="55" y="67"/>
                      <a:pt x="58" y="66"/>
                      <a:pt x="56" y="67"/>
                    </a:cubicBezTo>
                    <a:cubicBezTo>
                      <a:pt x="55" y="68"/>
                      <a:pt x="56" y="67"/>
                      <a:pt x="55" y="67"/>
                    </a:cubicBezTo>
                    <a:cubicBezTo>
                      <a:pt x="59" y="65"/>
                      <a:pt x="55" y="65"/>
                      <a:pt x="57" y="63"/>
                    </a:cubicBezTo>
                    <a:cubicBezTo>
                      <a:pt x="54" y="64"/>
                      <a:pt x="56" y="63"/>
                      <a:pt x="55" y="63"/>
                    </a:cubicBezTo>
                    <a:cubicBezTo>
                      <a:pt x="57" y="62"/>
                      <a:pt x="54" y="63"/>
                      <a:pt x="55" y="62"/>
                    </a:cubicBezTo>
                    <a:cubicBezTo>
                      <a:pt x="53" y="63"/>
                      <a:pt x="53" y="63"/>
                      <a:pt x="53" y="63"/>
                    </a:cubicBezTo>
                    <a:cubicBezTo>
                      <a:pt x="54" y="62"/>
                      <a:pt x="49" y="64"/>
                      <a:pt x="52" y="63"/>
                    </a:cubicBezTo>
                    <a:cubicBezTo>
                      <a:pt x="52" y="62"/>
                      <a:pt x="54" y="62"/>
                      <a:pt x="54" y="62"/>
                    </a:cubicBezTo>
                    <a:cubicBezTo>
                      <a:pt x="56" y="60"/>
                      <a:pt x="51" y="62"/>
                      <a:pt x="54" y="60"/>
                    </a:cubicBezTo>
                    <a:cubicBezTo>
                      <a:pt x="53" y="60"/>
                      <a:pt x="52" y="61"/>
                      <a:pt x="51" y="61"/>
                    </a:cubicBezTo>
                    <a:cubicBezTo>
                      <a:pt x="52" y="61"/>
                      <a:pt x="52" y="59"/>
                      <a:pt x="53" y="59"/>
                    </a:cubicBezTo>
                    <a:cubicBezTo>
                      <a:pt x="52" y="59"/>
                      <a:pt x="52" y="60"/>
                      <a:pt x="52" y="59"/>
                    </a:cubicBezTo>
                    <a:cubicBezTo>
                      <a:pt x="53" y="59"/>
                      <a:pt x="53" y="59"/>
                      <a:pt x="53" y="59"/>
                    </a:cubicBezTo>
                    <a:cubicBezTo>
                      <a:pt x="54" y="58"/>
                      <a:pt x="52" y="58"/>
                      <a:pt x="51" y="58"/>
                    </a:cubicBezTo>
                    <a:cubicBezTo>
                      <a:pt x="53" y="57"/>
                      <a:pt x="52" y="57"/>
                      <a:pt x="52" y="56"/>
                    </a:cubicBezTo>
                    <a:cubicBezTo>
                      <a:pt x="50" y="57"/>
                      <a:pt x="53" y="55"/>
                      <a:pt x="50" y="56"/>
                    </a:cubicBezTo>
                    <a:cubicBezTo>
                      <a:pt x="51" y="56"/>
                      <a:pt x="51" y="56"/>
                      <a:pt x="51" y="56"/>
                    </a:cubicBezTo>
                    <a:cubicBezTo>
                      <a:pt x="50" y="56"/>
                      <a:pt x="48" y="57"/>
                      <a:pt x="48" y="57"/>
                    </a:cubicBezTo>
                    <a:cubicBezTo>
                      <a:pt x="50" y="56"/>
                      <a:pt x="50" y="56"/>
                      <a:pt x="50" y="56"/>
                    </a:cubicBezTo>
                    <a:cubicBezTo>
                      <a:pt x="52" y="54"/>
                      <a:pt x="50" y="55"/>
                      <a:pt x="51" y="54"/>
                    </a:cubicBezTo>
                    <a:cubicBezTo>
                      <a:pt x="49" y="55"/>
                      <a:pt x="51" y="54"/>
                      <a:pt x="49" y="55"/>
                    </a:cubicBezTo>
                    <a:cubicBezTo>
                      <a:pt x="49" y="55"/>
                      <a:pt x="49" y="55"/>
                      <a:pt x="49" y="55"/>
                    </a:cubicBezTo>
                    <a:cubicBezTo>
                      <a:pt x="48" y="55"/>
                      <a:pt x="48" y="55"/>
                      <a:pt x="47" y="55"/>
                    </a:cubicBezTo>
                    <a:cubicBezTo>
                      <a:pt x="47" y="55"/>
                      <a:pt x="49" y="54"/>
                      <a:pt x="49" y="54"/>
                    </a:cubicBezTo>
                    <a:cubicBezTo>
                      <a:pt x="50" y="53"/>
                      <a:pt x="49" y="53"/>
                      <a:pt x="49" y="53"/>
                    </a:cubicBezTo>
                    <a:cubicBezTo>
                      <a:pt x="49" y="53"/>
                      <a:pt x="49" y="53"/>
                      <a:pt x="48" y="53"/>
                    </a:cubicBezTo>
                    <a:cubicBezTo>
                      <a:pt x="48" y="53"/>
                      <a:pt x="48" y="53"/>
                      <a:pt x="48" y="53"/>
                    </a:cubicBezTo>
                    <a:cubicBezTo>
                      <a:pt x="48" y="53"/>
                      <a:pt x="48" y="53"/>
                      <a:pt x="48" y="53"/>
                    </a:cubicBezTo>
                    <a:cubicBezTo>
                      <a:pt x="48" y="53"/>
                      <a:pt x="48" y="53"/>
                      <a:pt x="48" y="53"/>
                    </a:cubicBezTo>
                    <a:cubicBezTo>
                      <a:pt x="48" y="53"/>
                      <a:pt x="48" y="53"/>
                      <a:pt x="49" y="53"/>
                    </a:cubicBezTo>
                    <a:cubicBezTo>
                      <a:pt x="49" y="53"/>
                      <a:pt x="49" y="53"/>
                      <a:pt x="49" y="53"/>
                    </a:cubicBezTo>
                    <a:cubicBezTo>
                      <a:pt x="49" y="53"/>
                      <a:pt x="49" y="53"/>
                      <a:pt x="49" y="53"/>
                    </a:cubicBezTo>
                    <a:cubicBezTo>
                      <a:pt x="49" y="52"/>
                      <a:pt x="49" y="52"/>
                      <a:pt x="49" y="52"/>
                    </a:cubicBezTo>
                    <a:cubicBezTo>
                      <a:pt x="50" y="51"/>
                      <a:pt x="50" y="51"/>
                      <a:pt x="50" y="51"/>
                    </a:cubicBezTo>
                    <a:cubicBezTo>
                      <a:pt x="50" y="51"/>
                      <a:pt x="48" y="52"/>
                      <a:pt x="48" y="52"/>
                    </a:cubicBezTo>
                    <a:cubicBezTo>
                      <a:pt x="49" y="50"/>
                      <a:pt x="46" y="50"/>
                      <a:pt x="46" y="50"/>
                    </a:cubicBezTo>
                    <a:cubicBezTo>
                      <a:pt x="46" y="50"/>
                      <a:pt x="47" y="50"/>
                      <a:pt x="46" y="50"/>
                    </a:cubicBezTo>
                    <a:cubicBezTo>
                      <a:pt x="46" y="50"/>
                      <a:pt x="44" y="50"/>
                      <a:pt x="45" y="50"/>
                    </a:cubicBezTo>
                    <a:cubicBezTo>
                      <a:pt x="45" y="50"/>
                      <a:pt x="46" y="49"/>
                      <a:pt x="46" y="49"/>
                    </a:cubicBezTo>
                    <a:cubicBezTo>
                      <a:pt x="46" y="48"/>
                      <a:pt x="45" y="49"/>
                      <a:pt x="45" y="49"/>
                    </a:cubicBezTo>
                    <a:cubicBezTo>
                      <a:pt x="47" y="47"/>
                      <a:pt x="43" y="49"/>
                      <a:pt x="44" y="47"/>
                    </a:cubicBezTo>
                    <a:cubicBezTo>
                      <a:pt x="44" y="47"/>
                      <a:pt x="45" y="47"/>
                      <a:pt x="45" y="47"/>
                    </a:cubicBezTo>
                    <a:cubicBezTo>
                      <a:pt x="44" y="47"/>
                      <a:pt x="43" y="46"/>
                      <a:pt x="41" y="47"/>
                    </a:cubicBezTo>
                    <a:cubicBezTo>
                      <a:pt x="43" y="46"/>
                      <a:pt x="43" y="46"/>
                      <a:pt x="43" y="46"/>
                    </a:cubicBezTo>
                    <a:cubicBezTo>
                      <a:pt x="43" y="46"/>
                      <a:pt x="42" y="46"/>
                      <a:pt x="41" y="46"/>
                    </a:cubicBezTo>
                    <a:cubicBezTo>
                      <a:pt x="40" y="47"/>
                      <a:pt x="39" y="47"/>
                      <a:pt x="39" y="47"/>
                    </a:cubicBezTo>
                    <a:cubicBezTo>
                      <a:pt x="39" y="47"/>
                      <a:pt x="39" y="47"/>
                      <a:pt x="39" y="47"/>
                    </a:cubicBezTo>
                    <a:cubicBezTo>
                      <a:pt x="38" y="46"/>
                      <a:pt x="38" y="46"/>
                      <a:pt x="38" y="46"/>
                    </a:cubicBezTo>
                    <a:cubicBezTo>
                      <a:pt x="39" y="46"/>
                      <a:pt x="39" y="46"/>
                      <a:pt x="39" y="46"/>
                    </a:cubicBezTo>
                    <a:cubicBezTo>
                      <a:pt x="42" y="44"/>
                      <a:pt x="40" y="44"/>
                      <a:pt x="41" y="44"/>
                    </a:cubicBezTo>
                    <a:cubicBezTo>
                      <a:pt x="39" y="44"/>
                      <a:pt x="39" y="44"/>
                      <a:pt x="39" y="44"/>
                    </a:cubicBezTo>
                    <a:cubicBezTo>
                      <a:pt x="38" y="44"/>
                      <a:pt x="40" y="43"/>
                      <a:pt x="40" y="43"/>
                    </a:cubicBezTo>
                    <a:cubicBezTo>
                      <a:pt x="35" y="45"/>
                      <a:pt x="35" y="45"/>
                      <a:pt x="35" y="45"/>
                    </a:cubicBezTo>
                    <a:cubicBezTo>
                      <a:pt x="36" y="45"/>
                      <a:pt x="37" y="44"/>
                      <a:pt x="38" y="43"/>
                    </a:cubicBezTo>
                    <a:cubicBezTo>
                      <a:pt x="37" y="43"/>
                      <a:pt x="35" y="44"/>
                      <a:pt x="33" y="45"/>
                    </a:cubicBezTo>
                    <a:cubicBezTo>
                      <a:pt x="33" y="44"/>
                      <a:pt x="32" y="44"/>
                      <a:pt x="32" y="44"/>
                    </a:cubicBezTo>
                    <a:cubicBezTo>
                      <a:pt x="33" y="43"/>
                      <a:pt x="32" y="44"/>
                      <a:pt x="33" y="44"/>
                    </a:cubicBezTo>
                    <a:cubicBezTo>
                      <a:pt x="34" y="43"/>
                      <a:pt x="34" y="43"/>
                      <a:pt x="34" y="43"/>
                    </a:cubicBezTo>
                    <a:cubicBezTo>
                      <a:pt x="34" y="43"/>
                      <a:pt x="36" y="41"/>
                      <a:pt x="37" y="41"/>
                    </a:cubicBezTo>
                    <a:cubicBezTo>
                      <a:pt x="36" y="41"/>
                      <a:pt x="36" y="40"/>
                      <a:pt x="36" y="39"/>
                    </a:cubicBezTo>
                    <a:cubicBezTo>
                      <a:pt x="34" y="41"/>
                      <a:pt x="35" y="39"/>
                      <a:pt x="33" y="41"/>
                    </a:cubicBezTo>
                    <a:cubicBezTo>
                      <a:pt x="32" y="40"/>
                      <a:pt x="34" y="39"/>
                      <a:pt x="35" y="39"/>
                    </a:cubicBezTo>
                    <a:cubicBezTo>
                      <a:pt x="33" y="39"/>
                      <a:pt x="34" y="38"/>
                      <a:pt x="33" y="37"/>
                    </a:cubicBezTo>
                    <a:cubicBezTo>
                      <a:pt x="34" y="37"/>
                      <a:pt x="34" y="37"/>
                      <a:pt x="34" y="37"/>
                    </a:cubicBezTo>
                    <a:cubicBezTo>
                      <a:pt x="33" y="37"/>
                      <a:pt x="33" y="36"/>
                      <a:pt x="31" y="37"/>
                    </a:cubicBezTo>
                    <a:cubicBezTo>
                      <a:pt x="32" y="36"/>
                      <a:pt x="32" y="36"/>
                      <a:pt x="32" y="36"/>
                    </a:cubicBezTo>
                    <a:cubicBezTo>
                      <a:pt x="32" y="35"/>
                      <a:pt x="29" y="38"/>
                      <a:pt x="30" y="36"/>
                    </a:cubicBezTo>
                    <a:cubicBezTo>
                      <a:pt x="31" y="36"/>
                      <a:pt x="31" y="36"/>
                      <a:pt x="31" y="36"/>
                    </a:cubicBezTo>
                    <a:cubicBezTo>
                      <a:pt x="30" y="36"/>
                      <a:pt x="32" y="34"/>
                      <a:pt x="30" y="35"/>
                    </a:cubicBezTo>
                    <a:cubicBezTo>
                      <a:pt x="31" y="34"/>
                      <a:pt x="31" y="34"/>
                      <a:pt x="31" y="34"/>
                    </a:cubicBezTo>
                    <a:cubicBezTo>
                      <a:pt x="30" y="34"/>
                      <a:pt x="30" y="34"/>
                      <a:pt x="28" y="34"/>
                    </a:cubicBezTo>
                    <a:cubicBezTo>
                      <a:pt x="30" y="33"/>
                      <a:pt x="30" y="33"/>
                      <a:pt x="30" y="33"/>
                    </a:cubicBezTo>
                    <a:cubicBezTo>
                      <a:pt x="31" y="32"/>
                      <a:pt x="28" y="34"/>
                      <a:pt x="29" y="33"/>
                    </a:cubicBezTo>
                    <a:cubicBezTo>
                      <a:pt x="29" y="33"/>
                      <a:pt x="29" y="32"/>
                      <a:pt x="30" y="32"/>
                    </a:cubicBezTo>
                    <a:cubicBezTo>
                      <a:pt x="28" y="33"/>
                      <a:pt x="28" y="32"/>
                      <a:pt x="28" y="32"/>
                    </a:cubicBezTo>
                    <a:cubicBezTo>
                      <a:pt x="29" y="31"/>
                      <a:pt x="29" y="31"/>
                      <a:pt x="29" y="31"/>
                    </a:cubicBezTo>
                    <a:cubicBezTo>
                      <a:pt x="28" y="29"/>
                      <a:pt x="27" y="27"/>
                      <a:pt x="24" y="26"/>
                    </a:cubicBezTo>
                    <a:cubicBezTo>
                      <a:pt x="26" y="24"/>
                      <a:pt x="26" y="26"/>
                      <a:pt x="27" y="24"/>
                    </a:cubicBezTo>
                    <a:cubicBezTo>
                      <a:pt x="25" y="26"/>
                      <a:pt x="26" y="24"/>
                      <a:pt x="25" y="24"/>
                    </a:cubicBezTo>
                    <a:cubicBezTo>
                      <a:pt x="26" y="24"/>
                      <a:pt x="26" y="24"/>
                      <a:pt x="26" y="24"/>
                    </a:cubicBezTo>
                    <a:cubicBezTo>
                      <a:pt x="25" y="24"/>
                      <a:pt x="26" y="23"/>
                      <a:pt x="25" y="23"/>
                    </a:cubicBezTo>
                    <a:cubicBezTo>
                      <a:pt x="25" y="24"/>
                      <a:pt x="25" y="24"/>
                      <a:pt x="25" y="24"/>
                    </a:cubicBezTo>
                    <a:cubicBezTo>
                      <a:pt x="24" y="24"/>
                      <a:pt x="27" y="21"/>
                      <a:pt x="25" y="23"/>
                    </a:cubicBezTo>
                    <a:cubicBezTo>
                      <a:pt x="26" y="22"/>
                      <a:pt x="26" y="22"/>
                      <a:pt x="26" y="22"/>
                    </a:cubicBezTo>
                    <a:cubicBezTo>
                      <a:pt x="23" y="23"/>
                      <a:pt x="26" y="21"/>
                      <a:pt x="24" y="22"/>
                    </a:cubicBezTo>
                    <a:cubicBezTo>
                      <a:pt x="25" y="21"/>
                      <a:pt x="25" y="21"/>
                      <a:pt x="25" y="21"/>
                    </a:cubicBezTo>
                    <a:cubicBezTo>
                      <a:pt x="25" y="20"/>
                      <a:pt x="22" y="22"/>
                      <a:pt x="23" y="21"/>
                    </a:cubicBezTo>
                    <a:cubicBezTo>
                      <a:pt x="23" y="20"/>
                      <a:pt x="22" y="20"/>
                      <a:pt x="20" y="21"/>
                    </a:cubicBezTo>
                    <a:cubicBezTo>
                      <a:pt x="23" y="20"/>
                      <a:pt x="23" y="20"/>
                      <a:pt x="23" y="20"/>
                    </a:cubicBezTo>
                    <a:cubicBezTo>
                      <a:pt x="21" y="19"/>
                      <a:pt x="20" y="17"/>
                      <a:pt x="17" y="17"/>
                    </a:cubicBezTo>
                    <a:cubicBezTo>
                      <a:pt x="18" y="16"/>
                      <a:pt x="18" y="16"/>
                      <a:pt x="18" y="16"/>
                    </a:cubicBezTo>
                    <a:cubicBezTo>
                      <a:pt x="16" y="17"/>
                      <a:pt x="19" y="13"/>
                      <a:pt x="15" y="15"/>
                    </a:cubicBezTo>
                    <a:cubicBezTo>
                      <a:pt x="13" y="16"/>
                      <a:pt x="13" y="16"/>
                      <a:pt x="13" y="16"/>
                    </a:cubicBezTo>
                    <a:cubicBezTo>
                      <a:pt x="15" y="14"/>
                      <a:pt x="15" y="14"/>
                      <a:pt x="15" y="14"/>
                    </a:cubicBezTo>
                    <a:cubicBezTo>
                      <a:pt x="14" y="14"/>
                      <a:pt x="15" y="13"/>
                      <a:pt x="13" y="14"/>
                    </a:cubicBezTo>
                    <a:cubicBezTo>
                      <a:pt x="15" y="13"/>
                      <a:pt x="15" y="13"/>
                      <a:pt x="15" y="13"/>
                    </a:cubicBezTo>
                    <a:cubicBezTo>
                      <a:pt x="15" y="13"/>
                      <a:pt x="12" y="14"/>
                      <a:pt x="12" y="13"/>
                    </a:cubicBezTo>
                    <a:cubicBezTo>
                      <a:pt x="13" y="13"/>
                      <a:pt x="13" y="13"/>
                      <a:pt x="13" y="13"/>
                    </a:cubicBezTo>
                    <a:cubicBezTo>
                      <a:pt x="15" y="9"/>
                      <a:pt x="16" y="6"/>
                      <a:pt x="11" y="6"/>
                    </a:cubicBezTo>
                    <a:cubicBezTo>
                      <a:pt x="11" y="6"/>
                      <a:pt x="13" y="4"/>
                      <a:pt x="13" y="4"/>
                    </a:cubicBezTo>
                    <a:cubicBezTo>
                      <a:pt x="9" y="4"/>
                      <a:pt x="13" y="0"/>
                      <a:pt x="7" y="1"/>
                    </a:cubicBezTo>
                    <a:cubicBezTo>
                      <a:pt x="6" y="0"/>
                      <a:pt x="0" y="2"/>
                      <a:pt x="0" y="2"/>
                    </a:cubicBezTo>
                    <a:cubicBezTo>
                      <a:pt x="3" y="4"/>
                      <a:pt x="3" y="8"/>
                      <a:pt x="1" y="1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5" name="Freeform 128"/>
              <p:cNvSpPr/>
              <p:nvPr/>
            </p:nvSpPr>
            <p:spPr bwMode="auto">
              <a:xfrm>
                <a:off x="3538" y="1526"/>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6" name="Freeform 129"/>
              <p:cNvSpPr/>
              <p:nvPr/>
            </p:nvSpPr>
            <p:spPr bwMode="auto">
              <a:xfrm>
                <a:off x="3460" y="1407"/>
                <a:ext cx="2"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7" name="Freeform 130"/>
              <p:cNvSpPr/>
              <p:nvPr/>
            </p:nvSpPr>
            <p:spPr bwMode="auto">
              <a:xfrm>
                <a:off x="3445" y="1392"/>
                <a:ext cx="4" cy="2"/>
              </a:xfrm>
              <a:custGeom>
                <a:avLst/>
                <a:gdLst>
                  <a:gd name="T0" fmla="*/ 4 w 4"/>
                  <a:gd name="T1" fmla="*/ 0 h 2"/>
                  <a:gd name="T2" fmla="*/ 4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4" y="0"/>
                    </a:lnTo>
                    <a:lnTo>
                      <a:pt x="0" y="2"/>
                    </a:lnTo>
                    <a:lnTo>
                      <a:pt x="4"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8" name="Freeform 131"/>
              <p:cNvSpPr/>
              <p:nvPr/>
            </p:nvSpPr>
            <p:spPr bwMode="auto">
              <a:xfrm>
                <a:off x="3468" y="1405"/>
                <a:ext cx="4"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2" y="0"/>
                      <a:pt x="0" y="0"/>
                      <a:pt x="1" y="0"/>
                    </a:cubicBezTo>
                    <a:cubicBezTo>
                      <a:pt x="1" y="0"/>
                      <a:pt x="2"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9" name="Freeform 132"/>
              <p:cNvSpPr/>
              <p:nvPr/>
            </p:nvSpPr>
            <p:spPr bwMode="auto">
              <a:xfrm>
                <a:off x="3515" y="15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0" name="Freeform 133"/>
              <p:cNvSpPr/>
              <p:nvPr/>
            </p:nvSpPr>
            <p:spPr bwMode="auto">
              <a:xfrm>
                <a:off x="3470" y="140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1" name="Freeform 134"/>
              <p:cNvSpPr/>
              <p:nvPr/>
            </p:nvSpPr>
            <p:spPr bwMode="auto">
              <a:xfrm>
                <a:off x="3462" y="140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2" name="Freeform 135"/>
              <p:cNvSpPr/>
              <p:nvPr/>
            </p:nvSpPr>
            <p:spPr bwMode="auto">
              <a:xfrm>
                <a:off x="3909" y="1416"/>
                <a:ext cx="11" cy="2"/>
              </a:xfrm>
              <a:custGeom>
                <a:avLst/>
                <a:gdLst>
                  <a:gd name="T0" fmla="*/ 1 w 5"/>
                  <a:gd name="T1" fmla="*/ 1 h 1"/>
                  <a:gd name="T2" fmla="*/ 0 w 5"/>
                  <a:gd name="T3" fmla="*/ 1 h 1"/>
                  <a:gd name="T4" fmla="*/ 2 w 5"/>
                  <a:gd name="T5" fmla="*/ 1 h 1"/>
                  <a:gd name="T6" fmla="*/ 3 w 5"/>
                  <a:gd name="T7" fmla="*/ 1 h 1"/>
                  <a:gd name="T8" fmla="*/ 5 w 5"/>
                  <a:gd name="T9" fmla="*/ 0 h 1"/>
                  <a:gd name="T10" fmla="*/ 1 w 5"/>
                  <a:gd name="T11" fmla="*/ 1 h 1"/>
                </a:gdLst>
                <a:ahLst/>
                <a:cxnLst>
                  <a:cxn ang="0">
                    <a:pos x="T0" y="T1"/>
                  </a:cxn>
                  <a:cxn ang="0">
                    <a:pos x="T2" y="T3"/>
                  </a:cxn>
                  <a:cxn ang="0">
                    <a:pos x="T4" y="T5"/>
                  </a:cxn>
                  <a:cxn ang="0">
                    <a:pos x="T6" y="T7"/>
                  </a:cxn>
                  <a:cxn ang="0">
                    <a:pos x="T8" y="T9"/>
                  </a:cxn>
                  <a:cxn ang="0">
                    <a:pos x="T10" y="T11"/>
                  </a:cxn>
                </a:cxnLst>
                <a:rect l="0" t="0" r="r" b="b"/>
                <a:pathLst>
                  <a:path w="5" h="1">
                    <a:moveTo>
                      <a:pt x="1" y="1"/>
                    </a:moveTo>
                    <a:cubicBezTo>
                      <a:pt x="1" y="1"/>
                      <a:pt x="1" y="1"/>
                      <a:pt x="0" y="1"/>
                    </a:cubicBezTo>
                    <a:cubicBezTo>
                      <a:pt x="1" y="1"/>
                      <a:pt x="2" y="1"/>
                      <a:pt x="2" y="1"/>
                    </a:cubicBezTo>
                    <a:cubicBezTo>
                      <a:pt x="3" y="1"/>
                      <a:pt x="4" y="1"/>
                      <a:pt x="3" y="1"/>
                    </a:cubicBezTo>
                    <a:cubicBezTo>
                      <a:pt x="4" y="0"/>
                      <a:pt x="5" y="0"/>
                      <a:pt x="5" y="0"/>
                    </a:cubicBezTo>
                    <a:cubicBezTo>
                      <a:pt x="4" y="0"/>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3" name="Freeform 136"/>
              <p:cNvSpPr/>
              <p:nvPr/>
            </p:nvSpPr>
            <p:spPr bwMode="auto">
              <a:xfrm>
                <a:off x="4491" y="1382"/>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4" name="Freeform 137"/>
              <p:cNvSpPr/>
              <p:nvPr/>
            </p:nvSpPr>
            <p:spPr bwMode="auto">
              <a:xfrm>
                <a:off x="4368" y="1484"/>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5" name="Freeform 138"/>
              <p:cNvSpPr/>
              <p:nvPr/>
            </p:nvSpPr>
            <p:spPr bwMode="auto">
              <a:xfrm>
                <a:off x="4504" y="1378"/>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6" name="Freeform 139"/>
              <p:cNvSpPr/>
              <p:nvPr/>
            </p:nvSpPr>
            <p:spPr bwMode="auto">
              <a:xfrm>
                <a:off x="4506" y="138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7" name="Freeform 140"/>
              <p:cNvSpPr/>
              <p:nvPr/>
            </p:nvSpPr>
            <p:spPr bwMode="auto">
              <a:xfrm>
                <a:off x="4368" y="14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8" name="Freeform 141"/>
              <p:cNvSpPr/>
              <p:nvPr/>
            </p:nvSpPr>
            <p:spPr bwMode="auto">
              <a:xfrm>
                <a:off x="4364" y="1484"/>
                <a:ext cx="2" cy="4"/>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0"/>
                      <a:pt x="0" y="0"/>
                    </a:cubicBezTo>
                    <a:cubicBezTo>
                      <a:pt x="0" y="0"/>
                      <a:pt x="1"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9" name="Freeform 142"/>
              <p:cNvSpPr/>
              <p:nvPr/>
            </p:nvSpPr>
            <p:spPr bwMode="auto">
              <a:xfrm>
                <a:off x="4368" y="1492"/>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0" name="Freeform 143"/>
              <p:cNvSpPr/>
              <p:nvPr/>
            </p:nvSpPr>
            <p:spPr bwMode="auto">
              <a:xfrm>
                <a:off x="4487" y="1388"/>
                <a:ext cx="2"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1"/>
                      <a:pt x="0" y="1"/>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1" name="Freeform 144"/>
              <p:cNvSpPr/>
              <p:nvPr/>
            </p:nvSpPr>
            <p:spPr bwMode="auto">
              <a:xfrm>
                <a:off x="4514" y="1382"/>
                <a:ext cx="2" cy="4"/>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0" y="0"/>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2" name="Freeform 145"/>
              <p:cNvSpPr/>
              <p:nvPr/>
            </p:nvSpPr>
            <p:spPr bwMode="auto">
              <a:xfrm>
                <a:off x="4548" y="1397"/>
                <a:ext cx="2" cy="6"/>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3" name="Freeform 146"/>
              <p:cNvSpPr/>
              <p:nvPr/>
            </p:nvSpPr>
            <p:spPr bwMode="auto">
              <a:xfrm>
                <a:off x="4550" y="1399"/>
                <a:ext cx="3" cy="4"/>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2"/>
                      <a:pt x="1" y="1"/>
                    </a:cubicBezTo>
                    <a:cubicBezTo>
                      <a:pt x="0" y="0"/>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4" name="Freeform 147"/>
              <p:cNvSpPr/>
              <p:nvPr/>
            </p:nvSpPr>
            <p:spPr bwMode="auto">
              <a:xfrm>
                <a:off x="4521" y="1382"/>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5" name="Freeform 148"/>
              <p:cNvSpPr/>
              <p:nvPr/>
            </p:nvSpPr>
            <p:spPr bwMode="auto">
              <a:xfrm>
                <a:off x="4516" y="1378"/>
                <a:ext cx="5" cy="8"/>
              </a:xfrm>
              <a:custGeom>
                <a:avLst/>
                <a:gdLst>
                  <a:gd name="T0" fmla="*/ 2 w 2"/>
                  <a:gd name="T1" fmla="*/ 4 h 4"/>
                  <a:gd name="T2" fmla="*/ 1 w 2"/>
                  <a:gd name="T3" fmla="*/ 2 h 4"/>
                  <a:gd name="T4" fmla="*/ 0 w 2"/>
                  <a:gd name="T5" fmla="*/ 2 h 4"/>
                  <a:gd name="T6" fmla="*/ 0 w 2"/>
                  <a:gd name="T7" fmla="*/ 0 h 4"/>
                  <a:gd name="T8" fmla="*/ 2 w 2"/>
                  <a:gd name="T9" fmla="*/ 4 h 4"/>
                  <a:gd name="T10" fmla="*/ 2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2" y="4"/>
                    </a:moveTo>
                    <a:cubicBezTo>
                      <a:pt x="2" y="3"/>
                      <a:pt x="1" y="3"/>
                      <a:pt x="1" y="2"/>
                    </a:cubicBezTo>
                    <a:cubicBezTo>
                      <a:pt x="1" y="2"/>
                      <a:pt x="0" y="1"/>
                      <a:pt x="0" y="2"/>
                    </a:cubicBezTo>
                    <a:cubicBezTo>
                      <a:pt x="0" y="1"/>
                      <a:pt x="0" y="0"/>
                      <a:pt x="0" y="0"/>
                    </a:cubicBezTo>
                    <a:cubicBezTo>
                      <a:pt x="0" y="1"/>
                      <a:pt x="1" y="3"/>
                      <a:pt x="2" y="4"/>
                    </a:cubicBezTo>
                    <a:cubicBezTo>
                      <a:pt x="2" y="4"/>
                      <a:pt x="2" y="4"/>
                      <a:pt x="2" y="4"/>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6" name="Freeform 149"/>
              <p:cNvSpPr/>
              <p:nvPr/>
            </p:nvSpPr>
            <p:spPr bwMode="auto">
              <a:xfrm>
                <a:off x="4519" y="1380"/>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7" name="Freeform 150"/>
              <p:cNvSpPr/>
              <p:nvPr/>
            </p:nvSpPr>
            <p:spPr bwMode="auto">
              <a:xfrm>
                <a:off x="3876" y="13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8" name="Freeform 151"/>
              <p:cNvSpPr/>
              <p:nvPr/>
            </p:nvSpPr>
            <p:spPr bwMode="auto">
              <a:xfrm>
                <a:off x="4465" y="1920"/>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9" name="Freeform 152"/>
              <p:cNvSpPr/>
              <p:nvPr/>
            </p:nvSpPr>
            <p:spPr bwMode="auto">
              <a:xfrm>
                <a:off x="4468" y="1918"/>
                <a:ext cx="6"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0" name="Freeform 153"/>
              <p:cNvSpPr/>
              <p:nvPr/>
            </p:nvSpPr>
            <p:spPr bwMode="auto">
              <a:xfrm>
                <a:off x="3912" y="1286"/>
                <a:ext cx="4" cy="2"/>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2" y="1"/>
                      <a:pt x="0" y="1"/>
                      <a:pt x="1" y="1"/>
                    </a:cubicBezTo>
                    <a:cubicBezTo>
                      <a:pt x="1" y="0"/>
                      <a:pt x="2"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1" name="Freeform 154"/>
              <p:cNvSpPr/>
              <p:nvPr/>
            </p:nvSpPr>
            <p:spPr bwMode="auto">
              <a:xfrm>
                <a:off x="3876" y="132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2" name="Rectangle 155"/>
              <p:cNvSpPr>
                <a:spLocks noChangeArrowheads="1"/>
              </p:cNvSpPr>
              <p:nvPr/>
            </p:nvSpPr>
            <p:spPr bwMode="auto">
              <a:xfrm>
                <a:off x="4402" y="1454"/>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3" name="Freeform 156"/>
              <p:cNvSpPr/>
              <p:nvPr/>
            </p:nvSpPr>
            <p:spPr bwMode="auto">
              <a:xfrm>
                <a:off x="4546" y="140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4" name="Freeform 157"/>
              <p:cNvSpPr/>
              <p:nvPr/>
            </p:nvSpPr>
            <p:spPr bwMode="auto">
              <a:xfrm>
                <a:off x="3914" y="12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5" name="Freeform 158"/>
              <p:cNvSpPr/>
              <p:nvPr/>
            </p:nvSpPr>
            <p:spPr bwMode="auto">
              <a:xfrm>
                <a:off x="4423" y="14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6" name="Freeform 159"/>
              <p:cNvSpPr/>
              <p:nvPr/>
            </p:nvSpPr>
            <p:spPr bwMode="auto">
              <a:xfrm>
                <a:off x="4465" y="1456"/>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7" name="Freeform 160"/>
              <p:cNvSpPr/>
              <p:nvPr/>
            </p:nvSpPr>
            <p:spPr bwMode="auto">
              <a:xfrm>
                <a:off x="4355" y="1509"/>
                <a:ext cx="4" cy="4"/>
              </a:xfrm>
              <a:custGeom>
                <a:avLst/>
                <a:gdLst>
                  <a:gd name="T0" fmla="*/ 0 w 4"/>
                  <a:gd name="T1" fmla="*/ 0 h 4"/>
                  <a:gd name="T2" fmla="*/ 0 w 4"/>
                  <a:gd name="T3" fmla="*/ 2 h 4"/>
                  <a:gd name="T4" fmla="*/ 4 w 4"/>
                  <a:gd name="T5" fmla="*/ 4 h 4"/>
                  <a:gd name="T6" fmla="*/ 0 w 4"/>
                  <a:gd name="T7" fmla="*/ 0 h 4"/>
                </a:gdLst>
                <a:ahLst/>
                <a:cxnLst>
                  <a:cxn ang="0">
                    <a:pos x="T0" y="T1"/>
                  </a:cxn>
                  <a:cxn ang="0">
                    <a:pos x="T2" y="T3"/>
                  </a:cxn>
                  <a:cxn ang="0">
                    <a:pos x="T4" y="T5"/>
                  </a:cxn>
                  <a:cxn ang="0">
                    <a:pos x="T6" y="T7"/>
                  </a:cxn>
                </a:cxnLst>
                <a:rect l="0" t="0" r="r" b="b"/>
                <a:pathLst>
                  <a:path w="4" h="4">
                    <a:moveTo>
                      <a:pt x="0" y="0"/>
                    </a:moveTo>
                    <a:lnTo>
                      <a:pt x="0" y="2"/>
                    </a:lnTo>
                    <a:lnTo>
                      <a:pt x="4"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8" name="Freeform 161"/>
              <p:cNvSpPr/>
              <p:nvPr/>
            </p:nvSpPr>
            <p:spPr bwMode="auto">
              <a:xfrm>
                <a:off x="4383" y="14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9" name="Freeform 162"/>
              <p:cNvSpPr/>
              <p:nvPr/>
            </p:nvSpPr>
            <p:spPr bwMode="auto">
              <a:xfrm>
                <a:off x="4287" y="1378"/>
                <a:ext cx="261" cy="237"/>
              </a:xfrm>
              <a:custGeom>
                <a:avLst/>
                <a:gdLst>
                  <a:gd name="T0" fmla="*/ 27 w 123"/>
                  <a:gd name="T1" fmla="*/ 92 h 112"/>
                  <a:gd name="T2" fmla="*/ 33 w 123"/>
                  <a:gd name="T3" fmla="*/ 85 h 112"/>
                  <a:gd name="T4" fmla="*/ 52 w 123"/>
                  <a:gd name="T5" fmla="*/ 57 h 112"/>
                  <a:gd name="T6" fmla="*/ 61 w 123"/>
                  <a:gd name="T7" fmla="*/ 52 h 112"/>
                  <a:gd name="T8" fmla="*/ 69 w 123"/>
                  <a:gd name="T9" fmla="*/ 49 h 112"/>
                  <a:gd name="T10" fmla="*/ 81 w 123"/>
                  <a:gd name="T11" fmla="*/ 39 h 112"/>
                  <a:gd name="T12" fmla="*/ 89 w 123"/>
                  <a:gd name="T13" fmla="*/ 34 h 112"/>
                  <a:gd name="T14" fmla="*/ 100 w 123"/>
                  <a:gd name="T15" fmla="*/ 25 h 112"/>
                  <a:gd name="T16" fmla="*/ 105 w 123"/>
                  <a:gd name="T17" fmla="*/ 17 h 112"/>
                  <a:gd name="T18" fmla="*/ 115 w 123"/>
                  <a:gd name="T19" fmla="*/ 15 h 112"/>
                  <a:gd name="T20" fmla="*/ 119 w 123"/>
                  <a:gd name="T21" fmla="*/ 14 h 112"/>
                  <a:gd name="T22" fmla="*/ 121 w 123"/>
                  <a:gd name="T23" fmla="*/ 8 h 112"/>
                  <a:gd name="T24" fmla="*/ 122 w 123"/>
                  <a:gd name="T25" fmla="*/ 7 h 112"/>
                  <a:gd name="T26" fmla="*/ 118 w 123"/>
                  <a:gd name="T27" fmla="*/ 7 h 112"/>
                  <a:gd name="T28" fmla="*/ 113 w 123"/>
                  <a:gd name="T29" fmla="*/ 5 h 112"/>
                  <a:gd name="T30" fmla="*/ 107 w 123"/>
                  <a:gd name="T31" fmla="*/ 4 h 112"/>
                  <a:gd name="T32" fmla="*/ 106 w 123"/>
                  <a:gd name="T33" fmla="*/ 3 h 112"/>
                  <a:gd name="T34" fmla="*/ 102 w 123"/>
                  <a:gd name="T35" fmla="*/ 4 h 112"/>
                  <a:gd name="T36" fmla="*/ 101 w 123"/>
                  <a:gd name="T37" fmla="*/ 4 h 112"/>
                  <a:gd name="T38" fmla="*/ 99 w 123"/>
                  <a:gd name="T39" fmla="*/ 2 h 112"/>
                  <a:gd name="T40" fmla="*/ 98 w 123"/>
                  <a:gd name="T41" fmla="*/ 9 h 112"/>
                  <a:gd name="T42" fmla="*/ 96 w 123"/>
                  <a:gd name="T43" fmla="*/ 8 h 112"/>
                  <a:gd name="T44" fmla="*/ 93 w 123"/>
                  <a:gd name="T45" fmla="*/ 7 h 112"/>
                  <a:gd name="T46" fmla="*/ 91 w 123"/>
                  <a:gd name="T47" fmla="*/ 7 h 112"/>
                  <a:gd name="T48" fmla="*/ 89 w 123"/>
                  <a:gd name="T49" fmla="*/ 10 h 112"/>
                  <a:gd name="T50" fmla="*/ 87 w 123"/>
                  <a:gd name="T51" fmla="*/ 10 h 112"/>
                  <a:gd name="T52" fmla="*/ 89 w 123"/>
                  <a:gd name="T53" fmla="*/ 18 h 112"/>
                  <a:gd name="T54" fmla="*/ 85 w 123"/>
                  <a:gd name="T55" fmla="*/ 12 h 112"/>
                  <a:gd name="T56" fmla="*/ 78 w 123"/>
                  <a:gd name="T57" fmla="*/ 16 h 112"/>
                  <a:gd name="T58" fmla="*/ 75 w 123"/>
                  <a:gd name="T59" fmla="*/ 18 h 112"/>
                  <a:gd name="T60" fmla="*/ 75 w 123"/>
                  <a:gd name="T61" fmla="*/ 24 h 112"/>
                  <a:gd name="T62" fmla="*/ 67 w 123"/>
                  <a:gd name="T63" fmla="*/ 25 h 112"/>
                  <a:gd name="T64" fmla="*/ 65 w 123"/>
                  <a:gd name="T65" fmla="*/ 29 h 112"/>
                  <a:gd name="T66" fmla="*/ 64 w 123"/>
                  <a:gd name="T67" fmla="*/ 29 h 112"/>
                  <a:gd name="T68" fmla="*/ 64 w 123"/>
                  <a:gd name="T69" fmla="*/ 32 h 112"/>
                  <a:gd name="T70" fmla="*/ 60 w 123"/>
                  <a:gd name="T71" fmla="*/ 30 h 112"/>
                  <a:gd name="T72" fmla="*/ 59 w 123"/>
                  <a:gd name="T73" fmla="*/ 34 h 112"/>
                  <a:gd name="T74" fmla="*/ 55 w 123"/>
                  <a:gd name="T75" fmla="*/ 39 h 112"/>
                  <a:gd name="T76" fmla="*/ 50 w 123"/>
                  <a:gd name="T77" fmla="*/ 39 h 112"/>
                  <a:gd name="T78" fmla="*/ 47 w 123"/>
                  <a:gd name="T79" fmla="*/ 43 h 112"/>
                  <a:gd name="T80" fmla="*/ 45 w 123"/>
                  <a:gd name="T81" fmla="*/ 45 h 112"/>
                  <a:gd name="T82" fmla="*/ 44 w 123"/>
                  <a:gd name="T83" fmla="*/ 45 h 112"/>
                  <a:gd name="T84" fmla="*/ 42 w 123"/>
                  <a:gd name="T85" fmla="*/ 48 h 112"/>
                  <a:gd name="T86" fmla="*/ 39 w 123"/>
                  <a:gd name="T87" fmla="*/ 54 h 112"/>
                  <a:gd name="T88" fmla="*/ 38 w 123"/>
                  <a:gd name="T89" fmla="*/ 56 h 112"/>
                  <a:gd name="T90" fmla="*/ 38 w 123"/>
                  <a:gd name="T91" fmla="*/ 63 h 112"/>
                  <a:gd name="T92" fmla="*/ 34 w 123"/>
                  <a:gd name="T93" fmla="*/ 65 h 112"/>
                  <a:gd name="T94" fmla="*/ 30 w 123"/>
                  <a:gd name="T95" fmla="*/ 69 h 112"/>
                  <a:gd name="T96" fmla="*/ 27 w 123"/>
                  <a:gd name="T97" fmla="*/ 71 h 112"/>
                  <a:gd name="T98" fmla="*/ 19 w 123"/>
                  <a:gd name="T99" fmla="*/ 78 h 112"/>
                  <a:gd name="T100" fmla="*/ 17 w 123"/>
                  <a:gd name="T101" fmla="*/ 80 h 112"/>
                  <a:gd name="T102" fmla="*/ 13 w 123"/>
                  <a:gd name="T103" fmla="*/ 88 h 112"/>
                  <a:gd name="T104" fmla="*/ 12 w 123"/>
                  <a:gd name="T105" fmla="*/ 9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12">
                    <a:moveTo>
                      <a:pt x="9" y="112"/>
                    </a:moveTo>
                    <a:cubicBezTo>
                      <a:pt x="9" y="108"/>
                      <a:pt x="13" y="106"/>
                      <a:pt x="17" y="105"/>
                    </a:cubicBezTo>
                    <a:cubicBezTo>
                      <a:pt x="17" y="104"/>
                      <a:pt x="17" y="102"/>
                      <a:pt x="18" y="102"/>
                    </a:cubicBezTo>
                    <a:cubicBezTo>
                      <a:pt x="20" y="98"/>
                      <a:pt x="27" y="98"/>
                      <a:pt x="28" y="93"/>
                    </a:cubicBezTo>
                    <a:cubicBezTo>
                      <a:pt x="27" y="93"/>
                      <a:pt x="27" y="92"/>
                      <a:pt x="26" y="91"/>
                    </a:cubicBezTo>
                    <a:cubicBezTo>
                      <a:pt x="27" y="92"/>
                      <a:pt x="27" y="92"/>
                      <a:pt x="27" y="92"/>
                    </a:cubicBezTo>
                    <a:cubicBezTo>
                      <a:pt x="26" y="91"/>
                      <a:pt x="26" y="91"/>
                      <a:pt x="26" y="91"/>
                    </a:cubicBezTo>
                    <a:cubicBezTo>
                      <a:pt x="26" y="90"/>
                      <a:pt x="28" y="92"/>
                      <a:pt x="28" y="92"/>
                    </a:cubicBezTo>
                    <a:cubicBezTo>
                      <a:pt x="29" y="91"/>
                      <a:pt x="29" y="89"/>
                      <a:pt x="31" y="88"/>
                    </a:cubicBezTo>
                    <a:cubicBezTo>
                      <a:pt x="29" y="86"/>
                      <a:pt x="31" y="87"/>
                      <a:pt x="29" y="85"/>
                    </a:cubicBezTo>
                    <a:cubicBezTo>
                      <a:pt x="30" y="86"/>
                      <a:pt x="30" y="86"/>
                      <a:pt x="30" y="86"/>
                    </a:cubicBezTo>
                    <a:cubicBezTo>
                      <a:pt x="30" y="84"/>
                      <a:pt x="30" y="84"/>
                      <a:pt x="33" y="85"/>
                    </a:cubicBezTo>
                    <a:cubicBezTo>
                      <a:pt x="38" y="83"/>
                      <a:pt x="40" y="79"/>
                      <a:pt x="43" y="76"/>
                    </a:cubicBezTo>
                    <a:cubicBezTo>
                      <a:pt x="46" y="72"/>
                      <a:pt x="48" y="68"/>
                      <a:pt x="52" y="64"/>
                    </a:cubicBezTo>
                    <a:cubicBezTo>
                      <a:pt x="50" y="61"/>
                      <a:pt x="52" y="61"/>
                      <a:pt x="50" y="59"/>
                    </a:cubicBezTo>
                    <a:cubicBezTo>
                      <a:pt x="51" y="59"/>
                      <a:pt x="51" y="59"/>
                      <a:pt x="51" y="59"/>
                    </a:cubicBezTo>
                    <a:cubicBezTo>
                      <a:pt x="51" y="58"/>
                      <a:pt x="52" y="59"/>
                      <a:pt x="54" y="59"/>
                    </a:cubicBezTo>
                    <a:cubicBezTo>
                      <a:pt x="53" y="58"/>
                      <a:pt x="54" y="59"/>
                      <a:pt x="52" y="57"/>
                    </a:cubicBezTo>
                    <a:cubicBezTo>
                      <a:pt x="51" y="56"/>
                      <a:pt x="55" y="59"/>
                      <a:pt x="54" y="58"/>
                    </a:cubicBezTo>
                    <a:cubicBezTo>
                      <a:pt x="55" y="59"/>
                      <a:pt x="53" y="57"/>
                      <a:pt x="54" y="58"/>
                    </a:cubicBezTo>
                    <a:cubicBezTo>
                      <a:pt x="53" y="55"/>
                      <a:pt x="55" y="59"/>
                      <a:pt x="57" y="59"/>
                    </a:cubicBezTo>
                    <a:cubicBezTo>
                      <a:pt x="58" y="57"/>
                      <a:pt x="58" y="54"/>
                      <a:pt x="61" y="54"/>
                    </a:cubicBezTo>
                    <a:cubicBezTo>
                      <a:pt x="61" y="54"/>
                      <a:pt x="60" y="52"/>
                      <a:pt x="60" y="52"/>
                    </a:cubicBezTo>
                    <a:cubicBezTo>
                      <a:pt x="62" y="55"/>
                      <a:pt x="60" y="51"/>
                      <a:pt x="61" y="52"/>
                    </a:cubicBezTo>
                    <a:cubicBezTo>
                      <a:pt x="62" y="53"/>
                      <a:pt x="62" y="53"/>
                      <a:pt x="62" y="53"/>
                    </a:cubicBezTo>
                    <a:cubicBezTo>
                      <a:pt x="63" y="54"/>
                      <a:pt x="63" y="51"/>
                      <a:pt x="64" y="52"/>
                    </a:cubicBezTo>
                    <a:cubicBezTo>
                      <a:pt x="64" y="50"/>
                      <a:pt x="67" y="52"/>
                      <a:pt x="66" y="50"/>
                    </a:cubicBezTo>
                    <a:cubicBezTo>
                      <a:pt x="67" y="52"/>
                      <a:pt x="67" y="51"/>
                      <a:pt x="68" y="51"/>
                    </a:cubicBezTo>
                    <a:cubicBezTo>
                      <a:pt x="66" y="48"/>
                      <a:pt x="70" y="51"/>
                      <a:pt x="69" y="49"/>
                    </a:cubicBezTo>
                    <a:cubicBezTo>
                      <a:pt x="69" y="49"/>
                      <a:pt x="69" y="49"/>
                      <a:pt x="69" y="49"/>
                    </a:cubicBezTo>
                    <a:cubicBezTo>
                      <a:pt x="71" y="48"/>
                      <a:pt x="73" y="47"/>
                      <a:pt x="74" y="44"/>
                    </a:cubicBezTo>
                    <a:cubicBezTo>
                      <a:pt x="75" y="43"/>
                      <a:pt x="78" y="45"/>
                      <a:pt x="79" y="42"/>
                    </a:cubicBezTo>
                    <a:cubicBezTo>
                      <a:pt x="78" y="41"/>
                      <a:pt x="78" y="41"/>
                      <a:pt x="78" y="41"/>
                    </a:cubicBezTo>
                    <a:cubicBezTo>
                      <a:pt x="78" y="41"/>
                      <a:pt x="79" y="42"/>
                      <a:pt x="79" y="42"/>
                    </a:cubicBezTo>
                    <a:cubicBezTo>
                      <a:pt x="79" y="40"/>
                      <a:pt x="81" y="41"/>
                      <a:pt x="81" y="41"/>
                    </a:cubicBezTo>
                    <a:cubicBezTo>
                      <a:pt x="81" y="40"/>
                      <a:pt x="81" y="40"/>
                      <a:pt x="81" y="39"/>
                    </a:cubicBezTo>
                    <a:cubicBezTo>
                      <a:pt x="83" y="41"/>
                      <a:pt x="82" y="37"/>
                      <a:pt x="84" y="38"/>
                    </a:cubicBezTo>
                    <a:cubicBezTo>
                      <a:pt x="82" y="36"/>
                      <a:pt x="84" y="37"/>
                      <a:pt x="84" y="36"/>
                    </a:cubicBezTo>
                    <a:cubicBezTo>
                      <a:pt x="84" y="36"/>
                      <a:pt x="84" y="36"/>
                      <a:pt x="85" y="37"/>
                    </a:cubicBezTo>
                    <a:cubicBezTo>
                      <a:pt x="85" y="36"/>
                      <a:pt x="85" y="36"/>
                      <a:pt x="87" y="36"/>
                    </a:cubicBezTo>
                    <a:cubicBezTo>
                      <a:pt x="87" y="36"/>
                      <a:pt x="86" y="34"/>
                      <a:pt x="87" y="34"/>
                    </a:cubicBezTo>
                    <a:cubicBezTo>
                      <a:pt x="88" y="36"/>
                      <a:pt x="88" y="34"/>
                      <a:pt x="89" y="34"/>
                    </a:cubicBezTo>
                    <a:cubicBezTo>
                      <a:pt x="87" y="32"/>
                      <a:pt x="87" y="31"/>
                      <a:pt x="88" y="31"/>
                    </a:cubicBezTo>
                    <a:cubicBezTo>
                      <a:pt x="89" y="34"/>
                      <a:pt x="89" y="34"/>
                      <a:pt x="89" y="34"/>
                    </a:cubicBezTo>
                    <a:cubicBezTo>
                      <a:pt x="90" y="31"/>
                      <a:pt x="93" y="33"/>
                      <a:pt x="93" y="29"/>
                    </a:cubicBezTo>
                    <a:cubicBezTo>
                      <a:pt x="94" y="30"/>
                      <a:pt x="94" y="30"/>
                      <a:pt x="94" y="30"/>
                    </a:cubicBezTo>
                    <a:cubicBezTo>
                      <a:pt x="95" y="28"/>
                      <a:pt x="98" y="29"/>
                      <a:pt x="98" y="25"/>
                    </a:cubicBezTo>
                    <a:cubicBezTo>
                      <a:pt x="99" y="25"/>
                      <a:pt x="100" y="26"/>
                      <a:pt x="100" y="25"/>
                    </a:cubicBezTo>
                    <a:cubicBezTo>
                      <a:pt x="100" y="24"/>
                      <a:pt x="101" y="24"/>
                      <a:pt x="100" y="22"/>
                    </a:cubicBezTo>
                    <a:cubicBezTo>
                      <a:pt x="100" y="21"/>
                      <a:pt x="101" y="22"/>
                      <a:pt x="101" y="23"/>
                    </a:cubicBezTo>
                    <a:cubicBezTo>
                      <a:pt x="102" y="23"/>
                      <a:pt x="104" y="25"/>
                      <a:pt x="103" y="22"/>
                    </a:cubicBezTo>
                    <a:cubicBezTo>
                      <a:pt x="104" y="23"/>
                      <a:pt x="104" y="23"/>
                      <a:pt x="104" y="23"/>
                    </a:cubicBezTo>
                    <a:cubicBezTo>
                      <a:pt x="104" y="22"/>
                      <a:pt x="104" y="20"/>
                      <a:pt x="106" y="21"/>
                    </a:cubicBezTo>
                    <a:cubicBezTo>
                      <a:pt x="105" y="19"/>
                      <a:pt x="106" y="19"/>
                      <a:pt x="105" y="17"/>
                    </a:cubicBezTo>
                    <a:cubicBezTo>
                      <a:pt x="105" y="17"/>
                      <a:pt x="106" y="19"/>
                      <a:pt x="106" y="18"/>
                    </a:cubicBezTo>
                    <a:cubicBezTo>
                      <a:pt x="106" y="20"/>
                      <a:pt x="106" y="20"/>
                      <a:pt x="106" y="20"/>
                    </a:cubicBezTo>
                    <a:cubicBezTo>
                      <a:pt x="108" y="20"/>
                      <a:pt x="109" y="18"/>
                      <a:pt x="110" y="16"/>
                    </a:cubicBezTo>
                    <a:cubicBezTo>
                      <a:pt x="112" y="19"/>
                      <a:pt x="112" y="16"/>
                      <a:pt x="113" y="17"/>
                    </a:cubicBezTo>
                    <a:cubicBezTo>
                      <a:pt x="113" y="15"/>
                      <a:pt x="115" y="17"/>
                      <a:pt x="114" y="14"/>
                    </a:cubicBezTo>
                    <a:cubicBezTo>
                      <a:pt x="115" y="15"/>
                      <a:pt x="115" y="15"/>
                      <a:pt x="115" y="15"/>
                    </a:cubicBezTo>
                    <a:cubicBezTo>
                      <a:pt x="115" y="15"/>
                      <a:pt x="116" y="15"/>
                      <a:pt x="117" y="15"/>
                    </a:cubicBezTo>
                    <a:cubicBezTo>
                      <a:pt x="118" y="16"/>
                      <a:pt x="118" y="14"/>
                      <a:pt x="118" y="13"/>
                    </a:cubicBezTo>
                    <a:cubicBezTo>
                      <a:pt x="118" y="14"/>
                      <a:pt x="118" y="14"/>
                      <a:pt x="118" y="14"/>
                    </a:cubicBezTo>
                    <a:cubicBezTo>
                      <a:pt x="118" y="13"/>
                      <a:pt x="118" y="11"/>
                      <a:pt x="118" y="9"/>
                    </a:cubicBezTo>
                    <a:cubicBezTo>
                      <a:pt x="119" y="10"/>
                      <a:pt x="118" y="9"/>
                      <a:pt x="119" y="10"/>
                    </a:cubicBezTo>
                    <a:cubicBezTo>
                      <a:pt x="119" y="11"/>
                      <a:pt x="119" y="13"/>
                      <a:pt x="119" y="14"/>
                    </a:cubicBezTo>
                    <a:cubicBezTo>
                      <a:pt x="120" y="15"/>
                      <a:pt x="119" y="11"/>
                      <a:pt x="120" y="13"/>
                    </a:cubicBezTo>
                    <a:cubicBezTo>
                      <a:pt x="121" y="14"/>
                      <a:pt x="121" y="13"/>
                      <a:pt x="121" y="11"/>
                    </a:cubicBezTo>
                    <a:cubicBezTo>
                      <a:pt x="121" y="12"/>
                      <a:pt x="121" y="12"/>
                      <a:pt x="121" y="13"/>
                    </a:cubicBezTo>
                    <a:cubicBezTo>
                      <a:pt x="122" y="13"/>
                      <a:pt x="122" y="13"/>
                      <a:pt x="122" y="12"/>
                    </a:cubicBezTo>
                    <a:cubicBezTo>
                      <a:pt x="122" y="12"/>
                      <a:pt x="122" y="12"/>
                      <a:pt x="122" y="12"/>
                    </a:cubicBezTo>
                    <a:cubicBezTo>
                      <a:pt x="122" y="10"/>
                      <a:pt x="122" y="10"/>
                      <a:pt x="121" y="8"/>
                    </a:cubicBezTo>
                    <a:cubicBezTo>
                      <a:pt x="121" y="9"/>
                      <a:pt x="121" y="9"/>
                      <a:pt x="121" y="9"/>
                    </a:cubicBezTo>
                    <a:cubicBezTo>
                      <a:pt x="121" y="7"/>
                      <a:pt x="121" y="7"/>
                      <a:pt x="122" y="8"/>
                    </a:cubicBezTo>
                    <a:cubicBezTo>
                      <a:pt x="122" y="10"/>
                      <a:pt x="122" y="11"/>
                      <a:pt x="122" y="11"/>
                    </a:cubicBezTo>
                    <a:cubicBezTo>
                      <a:pt x="123" y="7"/>
                      <a:pt x="123" y="7"/>
                      <a:pt x="123" y="7"/>
                    </a:cubicBezTo>
                    <a:cubicBezTo>
                      <a:pt x="123" y="9"/>
                      <a:pt x="122" y="8"/>
                      <a:pt x="122" y="6"/>
                    </a:cubicBezTo>
                    <a:cubicBezTo>
                      <a:pt x="122" y="7"/>
                      <a:pt x="122" y="7"/>
                      <a:pt x="122" y="7"/>
                    </a:cubicBezTo>
                    <a:cubicBezTo>
                      <a:pt x="122" y="6"/>
                      <a:pt x="122" y="6"/>
                      <a:pt x="122" y="6"/>
                    </a:cubicBezTo>
                    <a:cubicBezTo>
                      <a:pt x="121" y="7"/>
                      <a:pt x="120" y="5"/>
                      <a:pt x="120" y="7"/>
                    </a:cubicBezTo>
                    <a:cubicBezTo>
                      <a:pt x="120" y="8"/>
                      <a:pt x="120" y="8"/>
                      <a:pt x="120" y="8"/>
                    </a:cubicBezTo>
                    <a:cubicBezTo>
                      <a:pt x="120" y="8"/>
                      <a:pt x="120" y="11"/>
                      <a:pt x="119" y="9"/>
                    </a:cubicBezTo>
                    <a:cubicBezTo>
                      <a:pt x="119" y="7"/>
                      <a:pt x="119" y="7"/>
                      <a:pt x="119" y="7"/>
                    </a:cubicBezTo>
                    <a:cubicBezTo>
                      <a:pt x="119" y="7"/>
                      <a:pt x="119" y="8"/>
                      <a:pt x="118" y="7"/>
                    </a:cubicBezTo>
                    <a:cubicBezTo>
                      <a:pt x="118" y="5"/>
                      <a:pt x="118" y="5"/>
                      <a:pt x="118" y="5"/>
                    </a:cubicBezTo>
                    <a:cubicBezTo>
                      <a:pt x="119" y="8"/>
                      <a:pt x="117" y="6"/>
                      <a:pt x="117" y="7"/>
                    </a:cubicBezTo>
                    <a:cubicBezTo>
                      <a:pt x="117" y="6"/>
                      <a:pt x="117" y="6"/>
                      <a:pt x="117" y="6"/>
                    </a:cubicBezTo>
                    <a:cubicBezTo>
                      <a:pt x="116" y="6"/>
                      <a:pt x="117" y="8"/>
                      <a:pt x="117" y="8"/>
                    </a:cubicBezTo>
                    <a:cubicBezTo>
                      <a:pt x="117" y="8"/>
                      <a:pt x="116" y="5"/>
                      <a:pt x="115" y="4"/>
                    </a:cubicBezTo>
                    <a:cubicBezTo>
                      <a:pt x="115" y="5"/>
                      <a:pt x="114" y="7"/>
                      <a:pt x="113" y="5"/>
                    </a:cubicBezTo>
                    <a:cubicBezTo>
                      <a:pt x="112" y="6"/>
                      <a:pt x="112" y="7"/>
                      <a:pt x="112" y="8"/>
                    </a:cubicBezTo>
                    <a:cubicBezTo>
                      <a:pt x="111" y="8"/>
                      <a:pt x="111" y="6"/>
                      <a:pt x="111" y="7"/>
                    </a:cubicBezTo>
                    <a:cubicBezTo>
                      <a:pt x="111" y="6"/>
                      <a:pt x="110" y="5"/>
                      <a:pt x="110" y="4"/>
                    </a:cubicBezTo>
                    <a:cubicBezTo>
                      <a:pt x="110" y="5"/>
                      <a:pt x="109" y="4"/>
                      <a:pt x="110" y="7"/>
                    </a:cubicBezTo>
                    <a:cubicBezTo>
                      <a:pt x="109" y="6"/>
                      <a:pt x="108" y="6"/>
                      <a:pt x="107" y="7"/>
                    </a:cubicBezTo>
                    <a:cubicBezTo>
                      <a:pt x="108" y="7"/>
                      <a:pt x="107" y="5"/>
                      <a:pt x="107" y="4"/>
                    </a:cubicBezTo>
                    <a:cubicBezTo>
                      <a:pt x="107" y="6"/>
                      <a:pt x="106" y="7"/>
                      <a:pt x="106" y="7"/>
                    </a:cubicBezTo>
                    <a:cubicBezTo>
                      <a:pt x="106" y="9"/>
                      <a:pt x="106" y="9"/>
                      <a:pt x="107" y="10"/>
                    </a:cubicBezTo>
                    <a:cubicBezTo>
                      <a:pt x="107" y="10"/>
                      <a:pt x="107" y="11"/>
                      <a:pt x="107" y="11"/>
                    </a:cubicBezTo>
                    <a:cubicBezTo>
                      <a:pt x="106" y="9"/>
                      <a:pt x="105" y="7"/>
                      <a:pt x="104" y="7"/>
                    </a:cubicBezTo>
                    <a:cubicBezTo>
                      <a:pt x="104" y="4"/>
                      <a:pt x="106" y="7"/>
                      <a:pt x="104" y="4"/>
                    </a:cubicBezTo>
                    <a:cubicBezTo>
                      <a:pt x="104" y="2"/>
                      <a:pt x="105" y="2"/>
                      <a:pt x="106" y="3"/>
                    </a:cubicBezTo>
                    <a:cubicBezTo>
                      <a:pt x="105" y="1"/>
                      <a:pt x="105" y="3"/>
                      <a:pt x="104" y="1"/>
                    </a:cubicBezTo>
                    <a:cubicBezTo>
                      <a:pt x="104" y="1"/>
                      <a:pt x="104" y="2"/>
                      <a:pt x="103" y="3"/>
                    </a:cubicBezTo>
                    <a:cubicBezTo>
                      <a:pt x="104" y="4"/>
                      <a:pt x="104" y="4"/>
                      <a:pt x="104" y="5"/>
                    </a:cubicBezTo>
                    <a:cubicBezTo>
                      <a:pt x="105" y="8"/>
                      <a:pt x="103" y="4"/>
                      <a:pt x="103" y="4"/>
                    </a:cubicBezTo>
                    <a:cubicBezTo>
                      <a:pt x="103" y="3"/>
                      <a:pt x="103" y="3"/>
                      <a:pt x="103" y="3"/>
                    </a:cubicBezTo>
                    <a:cubicBezTo>
                      <a:pt x="102" y="2"/>
                      <a:pt x="102" y="4"/>
                      <a:pt x="102" y="4"/>
                    </a:cubicBezTo>
                    <a:cubicBezTo>
                      <a:pt x="100" y="1"/>
                      <a:pt x="102" y="3"/>
                      <a:pt x="102" y="1"/>
                    </a:cubicBezTo>
                    <a:cubicBezTo>
                      <a:pt x="101" y="0"/>
                      <a:pt x="101" y="0"/>
                      <a:pt x="101" y="0"/>
                    </a:cubicBezTo>
                    <a:cubicBezTo>
                      <a:pt x="100" y="0"/>
                      <a:pt x="101" y="2"/>
                      <a:pt x="100" y="2"/>
                    </a:cubicBezTo>
                    <a:cubicBezTo>
                      <a:pt x="100" y="1"/>
                      <a:pt x="100" y="1"/>
                      <a:pt x="100" y="1"/>
                    </a:cubicBezTo>
                    <a:cubicBezTo>
                      <a:pt x="100" y="1"/>
                      <a:pt x="100" y="1"/>
                      <a:pt x="100" y="1"/>
                    </a:cubicBezTo>
                    <a:cubicBezTo>
                      <a:pt x="100" y="3"/>
                      <a:pt x="101" y="4"/>
                      <a:pt x="101" y="4"/>
                    </a:cubicBezTo>
                    <a:cubicBezTo>
                      <a:pt x="102" y="7"/>
                      <a:pt x="101" y="4"/>
                      <a:pt x="101" y="5"/>
                    </a:cubicBezTo>
                    <a:cubicBezTo>
                      <a:pt x="101" y="7"/>
                      <a:pt x="101" y="5"/>
                      <a:pt x="102" y="7"/>
                    </a:cubicBezTo>
                    <a:cubicBezTo>
                      <a:pt x="102" y="8"/>
                      <a:pt x="102" y="8"/>
                      <a:pt x="102" y="9"/>
                    </a:cubicBezTo>
                    <a:cubicBezTo>
                      <a:pt x="101" y="9"/>
                      <a:pt x="101" y="7"/>
                      <a:pt x="100" y="6"/>
                    </a:cubicBezTo>
                    <a:cubicBezTo>
                      <a:pt x="100" y="6"/>
                      <a:pt x="100" y="5"/>
                      <a:pt x="101" y="6"/>
                    </a:cubicBezTo>
                    <a:cubicBezTo>
                      <a:pt x="101" y="4"/>
                      <a:pt x="99" y="3"/>
                      <a:pt x="99" y="2"/>
                    </a:cubicBezTo>
                    <a:cubicBezTo>
                      <a:pt x="98" y="1"/>
                      <a:pt x="99" y="4"/>
                      <a:pt x="99" y="4"/>
                    </a:cubicBezTo>
                    <a:cubicBezTo>
                      <a:pt x="99" y="3"/>
                      <a:pt x="99" y="5"/>
                      <a:pt x="100" y="6"/>
                    </a:cubicBezTo>
                    <a:cubicBezTo>
                      <a:pt x="101" y="11"/>
                      <a:pt x="98" y="3"/>
                      <a:pt x="97" y="4"/>
                    </a:cubicBezTo>
                    <a:cubicBezTo>
                      <a:pt x="99" y="7"/>
                      <a:pt x="98" y="8"/>
                      <a:pt x="100" y="11"/>
                    </a:cubicBezTo>
                    <a:cubicBezTo>
                      <a:pt x="100" y="12"/>
                      <a:pt x="100" y="13"/>
                      <a:pt x="100" y="12"/>
                    </a:cubicBezTo>
                    <a:cubicBezTo>
                      <a:pt x="99" y="10"/>
                      <a:pt x="99" y="11"/>
                      <a:pt x="98" y="9"/>
                    </a:cubicBezTo>
                    <a:cubicBezTo>
                      <a:pt x="98" y="9"/>
                      <a:pt x="98" y="9"/>
                      <a:pt x="98" y="9"/>
                    </a:cubicBezTo>
                    <a:cubicBezTo>
                      <a:pt x="98" y="7"/>
                      <a:pt x="98" y="7"/>
                      <a:pt x="98" y="7"/>
                    </a:cubicBezTo>
                    <a:cubicBezTo>
                      <a:pt x="97" y="5"/>
                      <a:pt x="95" y="4"/>
                      <a:pt x="95" y="4"/>
                    </a:cubicBezTo>
                    <a:cubicBezTo>
                      <a:pt x="95" y="5"/>
                      <a:pt x="96" y="5"/>
                      <a:pt x="96" y="6"/>
                    </a:cubicBezTo>
                    <a:cubicBezTo>
                      <a:pt x="95" y="5"/>
                      <a:pt x="95" y="4"/>
                      <a:pt x="94" y="4"/>
                    </a:cubicBezTo>
                    <a:cubicBezTo>
                      <a:pt x="95" y="5"/>
                      <a:pt x="96" y="7"/>
                      <a:pt x="96" y="8"/>
                    </a:cubicBezTo>
                    <a:cubicBezTo>
                      <a:pt x="95" y="8"/>
                      <a:pt x="94" y="6"/>
                      <a:pt x="94" y="6"/>
                    </a:cubicBezTo>
                    <a:cubicBezTo>
                      <a:pt x="94" y="4"/>
                      <a:pt x="94" y="4"/>
                      <a:pt x="94" y="4"/>
                    </a:cubicBezTo>
                    <a:cubicBezTo>
                      <a:pt x="94" y="6"/>
                      <a:pt x="93" y="3"/>
                      <a:pt x="93" y="4"/>
                    </a:cubicBezTo>
                    <a:cubicBezTo>
                      <a:pt x="93" y="5"/>
                      <a:pt x="94" y="7"/>
                      <a:pt x="94" y="8"/>
                    </a:cubicBezTo>
                    <a:cubicBezTo>
                      <a:pt x="94" y="9"/>
                      <a:pt x="94" y="8"/>
                      <a:pt x="94" y="8"/>
                    </a:cubicBezTo>
                    <a:cubicBezTo>
                      <a:pt x="93" y="7"/>
                      <a:pt x="93" y="7"/>
                      <a:pt x="93" y="7"/>
                    </a:cubicBezTo>
                    <a:cubicBezTo>
                      <a:pt x="93" y="7"/>
                      <a:pt x="92" y="4"/>
                      <a:pt x="92" y="5"/>
                    </a:cubicBezTo>
                    <a:cubicBezTo>
                      <a:pt x="92" y="6"/>
                      <a:pt x="92" y="6"/>
                      <a:pt x="92" y="6"/>
                    </a:cubicBezTo>
                    <a:cubicBezTo>
                      <a:pt x="92" y="6"/>
                      <a:pt x="92" y="6"/>
                      <a:pt x="91" y="5"/>
                    </a:cubicBezTo>
                    <a:cubicBezTo>
                      <a:pt x="92" y="6"/>
                      <a:pt x="91" y="6"/>
                      <a:pt x="92" y="6"/>
                    </a:cubicBezTo>
                    <a:cubicBezTo>
                      <a:pt x="91" y="5"/>
                      <a:pt x="91" y="5"/>
                      <a:pt x="91" y="5"/>
                    </a:cubicBezTo>
                    <a:cubicBezTo>
                      <a:pt x="91" y="6"/>
                      <a:pt x="92" y="9"/>
                      <a:pt x="91" y="7"/>
                    </a:cubicBezTo>
                    <a:cubicBezTo>
                      <a:pt x="92" y="9"/>
                      <a:pt x="91" y="7"/>
                      <a:pt x="92" y="8"/>
                    </a:cubicBezTo>
                    <a:cubicBezTo>
                      <a:pt x="93" y="9"/>
                      <a:pt x="92" y="9"/>
                      <a:pt x="92" y="10"/>
                    </a:cubicBezTo>
                    <a:cubicBezTo>
                      <a:pt x="91" y="7"/>
                      <a:pt x="91" y="10"/>
                      <a:pt x="91" y="10"/>
                    </a:cubicBezTo>
                    <a:cubicBezTo>
                      <a:pt x="91" y="9"/>
                      <a:pt x="90" y="9"/>
                      <a:pt x="90" y="8"/>
                    </a:cubicBezTo>
                    <a:cubicBezTo>
                      <a:pt x="91" y="10"/>
                      <a:pt x="91" y="10"/>
                      <a:pt x="91" y="10"/>
                    </a:cubicBezTo>
                    <a:cubicBezTo>
                      <a:pt x="89" y="7"/>
                      <a:pt x="90" y="11"/>
                      <a:pt x="89" y="10"/>
                    </a:cubicBezTo>
                    <a:cubicBezTo>
                      <a:pt x="89" y="9"/>
                      <a:pt x="88" y="8"/>
                      <a:pt x="88" y="7"/>
                    </a:cubicBezTo>
                    <a:cubicBezTo>
                      <a:pt x="90" y="10"/>
                      <a:pt x="89" y="11"/>
                      <a:pt x="90" y="12"/>
                    </a:cubicBezTo>
                    <a:cubicBezTo>
                      <a:pt x="89" y="12"/>
                      <a:pt x="88" y="9"/>
                      <a:pt x="87" y="8"/>
                    </a:cubicBezTo>
                    <a:cubicBezTo>
                      <a:pt x="88" y="10"/>
                      <a:pt x="86" y="7"/>
                      <a:pt x="87" y="9"/>
                    </a:cubicBezTo>
                    <a:cubicBezTo>
                      <a:pt x="88" y="10"/>
                      <a:pt x="88" y="11"/>
                      <a:pt x="88" y="12"/>
                    </a:cubicBezTo>
                    <a:cubicBezTo>
                      <a:pt x="88" y="12"/>
                      <a:pt x="88" y="11"/>
                      <a:pt x="87" y="10"/>
                    </a:cubicBezTo>
                    <a:cubicBezTo>
                      <a:pt x="87" y="10"/>
                      <a:pt x="88" y="12"/>
                      <a:pt x="88" y="13"/>
                    </a:cubicBezTo>
                    <a:cubicBezTo>
                      <a:pt x="88" y="13"/>
                      <a:pt x="89" y="15"/>
                      <a:pt x="88" y="14"/>
                    </a:cubicBezTo>
                    <a:cubicBezTo>
                      <a:pt x="87" y="12"/>
                      <a:pt x="88" y="13"/>
                      <a:pt x="87" y="12"/>
                    </a:cubicBezTo>
                    <a:cubicBezTo>
                      <a:pt x="86" y="12"/>
                      <a:pt x="89" y="16"/>
                      <a:pt x="88" y="16"/>
                    </a:cubicBezTo>
                    <a:cubicBezTo>
                      <a:pt x="89" y="17"/>
                      <a:pt x="90" y="20"/>
                      <a:pt x="90" y="21"/>
                    </a:cubicBezTo>
                    <a:cubicBezTo>
                      <a:pt x="89" y="21"/>
                      <a:pt x="90" y="20"/>
                      <a:pt x="89" y="18"/>
                    </a:cubicBezTo>
                    <a:cubicBezTo>
                      <a:pt x="89" y="18"/>
                      <a:pt x="89" y="18"/>
                      <a:pt x="89" y="18"/>
                    </a:cubicBezTo>
                    <a:cubicBezTo>
                      <a:pt x="87" y="16"/>
                      <a:pt x="87" y="14"/>
                      <a:pt x="86" y="12"/>
                    </a:cubicBezTo>
                    <a:cubicBezTo>
                      <a:pt x="86" y="13"/>
                      <a:pt x="86" y="13"/>
                      <a:pt x="86" y="13"/>
                    </a:cubicBezTo>
                    <a:cubicBezTo>
                      <a:pt x="85" y="12"/>
                      <a:pt x="85" y="11"/>
                      <a:pt x="84" y="10"/>
                    </a:cubicBezTo>
                    <a:cubicBezTo>
                      <a:pt x="85" y="12"/>
                      <a:pt x="84" y="11"/>
                      <a:pt x="84" y="11"/>
                    </a:cubicBezTo>
                    <a:cubicBezTo>
                      <a:pt x="85" y="13"/>
                      <a:pt x="84" y="11"/>
                      <a:pt x="85" y="12"/>
                    </a:cubicBezTo>
                    <a:cubicBezTo>
                      <a:pt x="84" y="13"/>
                      <a:pt x="86" y="15"/>
                      <a:pt x="85" y="15"/>
                    </a:cubicBezTo>
                    <a:cubicBezTo>
                      <a:pt x="83" y="12"/>
                      <a:pt x="83" y="12"/>
                      <a:pt x="83" y="12"/>
                    </a:cubicBezTo>
                    <a:cubicBezTo>
                      <a:pt x="82" y="11"/>
                      <a:pt x="84" y="14"/>
                      <a:pt x="83" y="13"/>
                    </a:cubicBezTo>
                    <a:cubicBezTo>
                      <a:pt x="83" y="12"/>
                      <a:pt x="83" y="12"/>
                      <a:pt x="83" y="12"/>
                    </a:cubicBezTo>
                    <a:cubicBezTo>
                      <a:pt x="81" y="13"/>
                      <a:pt x="80" y="14"/>
                      <a:pt x="81" y="18"/>
                    </a:cubicBezTo>
                    <a:cubicBezTo>
                      <a:pt x="80" y="17"/>
                      <a:pt x="79" y="17"/>
                      <a:pt x="78" y="16"/>
                    </a:cubicBezTo>
                    <a:cubicBezTo>
                      <a:pt x="78" y="17"/>
                      <a:pt x="79" y="18"/>
                      <a:pt x="79" y="18"/>
                    </a:cubicBezTo>
                    <a:cubicBezTo>
                      <a:pt x="77" y="17"/>
                      <a:pt x="77" y="17"/>
                      <a:pt x="77" y="17"/>
                    </a:cubicBezTo>
                    <a:cubicBezTo>
                      <a:pt x="76" y="16"/>
                      <a:pt x="77" y="18"/>
                      <a:pt x="77" y="19"/>
                    </a:cubicBezTo>
                    <a:cubicBezTo>
                      <a:pt x="76" y="18"/>
                      <a:pt x="76" y="18"/>
                      <a:pt x="76" y="18"/>
                    </a:cubicBezTo>
                    <a:cubicBezTo>
                      <a:pt x="75" y="17"/>
                      <a:pt x="76" y="19"/>
                      <a:pt x="76" y="19"/>
                    </a:cubicBezTo>
                    <a:cubicBezTo>
                      <a:pt x="75" y="18"/>
                      <a:pt x="75" y="18"/>
                      <a:pt x="75" y="18"/>
                    </a:cubicBezTo>
                    <a:cubicBezTo>
                      <a:pt x="76" y="20"/>
                      <a:pt x="76" y="20"/>
                      <a:pt x="76" y="20"/>
                    </a:cubicBezTo>
                    <a:cubicBezTo>
                      <a:pt x="76" y="20"/>
                      <a:pt x="76" y="20"/>
                      <a:pt x="74" y="19"/>
                    </a:cubicBezTo>
                    <a:cubicBezTo>
                      <a:pt x="75" y="19"/>
                      <a:pt x="75" y="19"/>
                      <a:pt x="75" y="20"/>
                    </a:cubicBezTo>
                    <a:cubicBezTo>
                      <a:pt x="74" y="19"/>
                      <a:pt x="73" y="20"/>
                      <a:pt x="73" y="21"/>
                    </a:cubicBezTo>
                    <a:cubicBezTo>
                      <a:pt x="74" y="21"/>
                      <a:pt x="74" y="21"/>
                      <a:pt x="75" y="23"/>
                    </a:cubicBezTo>
                    <a:cubicBezTo>
                      <a:pt x="76" y="25"/>
                      <a:pt x="74" y="22"/>
                      <a:pt x="75" y="24"/>
                    </a:cubicBezTo>
                    <a:cubicBezTo>
                      <a:pt x="74" y="23"/>
                      <a:pt x="74" y="22"/>
                      <a:pt x="73" y="22"/>
                    </a:cubicBezTo>
                    <a:cubicBezTo>
                      <a:pt x="71" y="20"/>
                      <a:pt x="71" y="22"/>
                      <a:pt x="70" y="23"/>
                    </a:cubicBezTo>
                    <a:cubicBezTo>
                      <a:pt x="70" y="24"/>
                      <a:pt x="70" y="24"/>
                      <a:pt x="70" y="24"/>
                    </a:cubicBezTo>
                    <a:cubicBezTo>
                      <a:pt x="68" y="22"/>
                      <a:pt x="69" y="25"/>
                      <a:pt x="68" y="24"/>
                    </a:cubicBezTo>
                    <a:cubicBezTo>
                      <a:pt x="68" y="25"/>
                      <a:pt x="70" y="28"/>
                      <a:pt x="69" y="28"/>
                    </a:cubicBezTo>
                    <a:cubicBezTo>
                      <a:pt x="70" y="30"/>
                      <a:pt x="68" y="26"/>
                      <a:pt x="67" y="25"/>
                    </a:cubicBezTo>
                    <a:cubicBezTo>
                      <a:pt x="67" y="26"/>
                      <a:pt x="67" y="26"/>
                      <a:pt x="67" y="26"/>
                    </a:cubicBezTo>
                    <a:cubicBezTo>
                      <a:pt x="66" y="26"/>
                      <a:pt x="66" y="26"/>
                      <a:pt x="66" y="26"/>
                    </a:cubicBezTo>
                    <a:cubicBezTo>
                      <a:pt x="67" y="27"/>
                      <a:pt x="67" y="28"/>
                      <a:pt x="66" y="27"/>
                    </a:cubicBezTo>
                    <a:cubicBezTo>
                      <a:pt x="66" y="27"/>
                      <a:pt x="66" y="27"/>
                      <a:pt x="66" y="27"/>
                    </a:cubicBezTo>
                    <a:cubicBezTo>
                      <a:pt x="66" y="27"/>
                      <a:pt x="65" y="26"/>
                      <a:pt x="64" y="27"/>
                    </a:cubicBezTo>
                    <a:cubicBezTo>
                      <a:pt x="65" y="28"/>
                      <a:pt x="64" y="28"/>
                      <a:pt x="65" y="29"/>
                    </a:cubicBezTo>
                    <a:cubicBezTo>
                      <a:pt x="65" y="28"/>
                      <a:pt x="65" y="28"/>
                      <a:pt x="65" y="28"/>
                    </a:cubicBezTo>
                    <a:cubicBezTo>
                      <a:pt x="65" y="30"/>
                      <a:pt x="65" y="30"/>
                      <a:pt x="65" y="30"/>
                    </a:cubicBezTo>
                    <a:cubicBezTo>
                      <a:pt x="65" y="29"/>
                      <a:pt x="65" y="29"/>
                      <a:pt x="65" y="29"/>
                    </a:cubicBezTo>
                    <a:cubicBezTo>
                      <a:pt x="64" y="28"/>
                      <a:pt x="64" y="28"/>
                      <a:pt x="64" y="28"/>
                    </a:cubicBezTo>
                    <a:cubicBezTo>
                      <a:pt x="63" y="27"/>
                      <a:pt x="64" y="29"/>
                      <a:pt x="65" y="30"/>
                    </a:cubicBezTo>
                    <a:cubicBezTo>
                      <a:pt x="65" y="31"/>
                      <a:pt x="64" y="30"/>
                      <a:pt x="64" y="29"/>
                    </a:cubicBezTo>
                    <a:cubicBezTo>
                      <a:pt x="63" y="29"/>
                      <a:pt x="64" y="30"/>
                      <a:pt x="64" y="29"/>
                    </a:cubicBezTo>
                    <a:cubicBezTo>
                      <a:pt x="63" y="28"/>
                      <a:pt x="63" y="29"/>
                      <a:pt x="63" y="28"/>
                    </a:cubicBezTo>
                    <a:cubicBezTo>
                      <a:pt x="63" y="28"/>
                      <a:pt x="64" y="30"/>
                      <a:pt x="63" y="30"/>
                    </a:cubicBezTo>
                    <a:cubicBezTo>
                      <a:pt x="63" y="30"/>
                      <a:pt x="63" y="31"/>
                      <a:pt x="62" y="29"/>
                    </a:cubicBezTo>
                    <a:cubicBezTo>
                      <a:pt x="62" y="30"/>
                      <a:pt x="62" y="30"/>
                      <a:pt x="62" y="31"/>
                    </a:cubicBezTo>
                    <a:cubicBezTo>
                      <a:pt x="63" y="31"/>
                      <a:pt x="63" y="31"/>
                      <a:pt x="64" y="32"/>
                    </a:cubicBezTo>
                    <a:cubicBezTo>
                      <a:pt x="64" y="32"/>
                      <a:pt x="64" y="33"/>
                      <a:pt x="63" y="32"/>
                    </a:cubicBezTo>
                    <a:cubicBezTo>
                      <a:pt x="63" y="32"/>
                      <a:pt x="63" y="32"/>
                      <a:pt x="63" y="32"/>
                    </a:cubicBezTo>
                    <a:cubicBezTo>
                      <a:pt x="63" y="32"/>
                      <a:pt x="63" y="32"/>
                      <a:pt x="64" y="33"/>
                    </a:cubicBezTo>
                    <a:cubicBezTo>
                      <a:pt x="62" y="32"/>
                      <a:pt x="62" y="32"/>
                      <a:pt x="62" y="32"/>
                    </a:cubicBezTo>
                    <a:cubicBezTo>
                      <a:pt x="63" y="33"/>
                      <a:pt x="62" y="33"/>
                      <a:pt x="62" y="33"/>
                    </a:cubicBezTo>
                    <a:cubicBezTo>
                      <a:pt x="61" y="32"/>
                      <a:pt x="60" y="30"/>
                      <a:pt x="60" y="30"/>
                    </a:cubicBezTo>
                    <a:cubicBezTo>
                      <a:pt x="60" y="32"/>
                      <a:pt x="60" y="32"/>
                      <a:pt x="60" y="32"/>
                    </a:cubicBezTo>
                    <a:cubicBezTo>
                      <a:pt x="60" y="32"/>
                      <a:pt x="60" y="32"/>
                      <a:pt x="59" y="31"/>
                    </a:cubicBezTo>
                    <a:cubicBezTo>
                      <a:pt x="58" y="31"/>
                      <a:pt x="61" y="36"/>
                      <a:pt x="60" y="35"/>
                    </a:cubicBezTo>
                    <a:cubicBezTo>
                      <a:pt x="59" y="33"/>
                      <a:pt x="59" y="33"/>
                      <a:pt x="58" y="33"/>
                    </a:cubicBezTo>
                    <a:cubicBezTo>
                      <a:pt x="58" y="34"/>
                      <a:pt x="58" y="34"/>
                      <a:pt x="58" y="34"/>
                    </a:cubicBezTo>
                    <a:cubicBezTo>
                      <a:pt x="59" y="35"/>
                      <a:pt x="58" y="33"/>
                      <a:pt x="59" y="34"/>
                    </a:cubicBezTo>
                    <a:cubicBezTo>
                      <a:pt x="60" y="34"/>
                      <a:pt x="59" y="34"/>
                      <a:pt x="59" y="35"/>
                    </a:cubicBezTo>
                    <a:cubicBezTo>
                      <a:pt x="56" y="32"/>
                      <a:pt x="57" y="35"/>
                      <a:pt x="55" y="34"/>
                    </a:cubicBezTo>
                    <a:cubicBezTo>
                      <a:pt x="56" y="36"/>
                      <a:pt x="55" y="35"/>
                      <a:pt x="55" y="36"/>
                    </a:cubicBezTo>
                    <a:cubicBezTo>
                      <a:pt x="54" y="34"/>
                      <a:pt x="55" y="37"/>
                      <a:pt x="54" y="36"/>
                    </a:cubicBezTo>
                    <a:cubicBezTo>
                      <a:pt x="55" y="38"/>
                      <a:pt x="55" y="38"/>
                      <a:pt x="55" y="38"/>
                    </a:cubicBezTo>
                    <a:cubicBezTo>
                      <a:pt x="54" y="37"/>
                      <a:pt x="57" y="41"/>
                      <a:pt x="55" y="39"/>
                    </a:cubicBezTo>
                    <a:cubicBezTo>
                      <a:pt x="54" y="39"/>
                      <a:pt x="54" y="38"/>
                      <a:pt x="53" y="37"/>
                    </a:cubicBezTo>
                    <a:cubicBezTo>
                      <a:pt x="51" y="35"/>
                      <a:pt x="54" y="40"/>
                      <a:pt x="52" y="38"/>
                    </a:cubicBezTo>
                    <a:cubicBezTo>
                      <a:pt x="52" y="38"/>
                      <a:pt x="53" y="40"/>
                      <a:pt x="54" y="41"/>
                    </a:cubicBezTo>
                    <a:cubicBezTo>
                      <a:pt x="53" y="40"/>
                      <a:pt x="51" y="39"/>
                      <a:pt x="51" y="39"/>
                    </a:cubicBezTo>
                    <a:cubicBezTo>
                      <a:pt x="51" y="40"/>
                      <a:pt x="51" y="40"/>
                      <a:pt x="51" y="40"/>
                    </a:cubicBezTo>
                    <a:cubicBezTo>
                      <a:pt x="50" y="39"/>
                      <a:pt x="50" y="39"/>
                      <a:pt x="50" y="39"/>
                    </a:cubicBezTo>
                    <a:cubicBezTo>
                      <a:pt x="49" y="39"/>
                      <a:pt x="50" y="40"/>
                      <a:pt x="50" y="41"/>
                    </a:cubicBezTo>
                    <a:cubicBezTo>
                      <a:pt x="49" y="39"/>
                      <a:pt x="48" y="41"/>
                      <a:pt x="47" y="40"/>
                    </a:cubicBezTo>
                    <a:cubicBezTo>
                      <a:pt x="49" y="42"/>
                      <a:pt x="46" y="40"/>
                      <a:pt x="48" y="43"/>
                    </a:cubicBezTo>
                    <a:cubicBezTo>
                      <a:pt x="47" y="42"/>
                      <a:pt x="47" y="42"/>
                      <a:pt x="47" y="42"/>
                    </a:cubicBezTo>
                    <a:cubicBezTo>
                      <a:pt x="48" y="43"/>
                      <a:pt x="49" y="44"/>
                      <a:pt x="49" y="45"/>
                    </a:cubicBezTo>
                    <a:cubicBezTo>
                      <a:pt x="47" y="43"/>
                      <a:pt x="47" y="43"/>
                      <a:pt x="47" y="43"/>
                    </a:cubicBezTo>
                    <a:cubicBezTo>
                      <a:pt x="46" y="41"/>
                      <a:pt x="47" y="43"/>
                      <a:pt x="46" y="42"/>
                    </a:cubicBezTo>
                    <a:cubicBezTo>
                      <a:pt x="47" y="43"/>
                      <a:pt x="45" y="42"/>
                      <a:pt x="46" y="44"/>
                    </a:cubicBezTo>
                    <a:cubicBezTo>
                      <a:pt x="47" y="44"/>
                      <a:pt x="47" y="44"/>
                      <a:pt x="47" y="44"/>
                    </a:cubicBezTo>
                    <a:cubicBezTo>
                      <a:pt x="47" y="45"/>
                      <a:pt x="47" y="45"/>
                      <a:pt x="47" y="46"/>
                    </a:cubicBezTo>
                    <a:cubicBezTo>
                      <a:pt x="47" y="46"/>
                      <a:pt x="45" y="44"/>
                      <a:pt x="45" y="44"/>
                    </a:cubicBezTo>
                    <a:cubicBezTo>
                      <a:pt x="45" y="44"/>
                      <a:pt x="45" y="44"/>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4" y="45"/>
                      <a:pt x="44" y="45"/>
                    </a:cubicBezTo>
                    <a:cubicBezTo>
                      <a:pt x="44" y="45"/>
                      <a:pt x="44" y="45"/>
                      <a:pt x="44" y="45"/>
                    </a:cubicBezTo>
                    <a:cubicBezTo>
                      <a:pt x="44" y="45"/>
                      <a:pt x="44" y="45"/>
                      <a:pt x="44" y="45"/>
                    </a:cubicBezTo>
                    <a:cubicBezTo>
                      <a:pt x="43" y="44"/>
                      <a:pt x="43" y="44"/>
                      <a:pt x="43" y="44"/>
                    </a:cubicBezTo>
                    <a:cubicBezTo>
                      <a:pt x="43" y="44"/>
                      <a:pt x="43" y="45"/>
                      <a:pt x="44" y="46"/>
                    </a:cubicBezTo>
                    <a:cubicBezTo>
                      <a:pt x="42" y="46"/>
                      <a:pt x="42" y="48"/>
                      <a:pt x="42" y="49"/>
                    </a:cubicBezTo>
                    <a:cubicBezTo>
                      <a:pt x="42" y="49"/>
                      <a:pt x="41" y="48"/>
                      <a:pt x="42" y="48"/>
                    </a:cubicBezTo>
                    <a:cubicBezTo>
                      <a:pt x="42" y="49"/>
                      <a:pt x="42" y="50"/>
                      <a:pt x="42" y="49"/>
                    </a:cubicBezTo>
                    <a:cubicBezTo>
                      <a:pt x="42" y="50"/>
                      <a:pt x="41" y="48"/>
                      <a:pt x="40" y="49"/>
                    </a:cubicBezTo>
                    <a:cubicBezTo>
                      <a:pt x="40" y="48"/>
                      <a:pt x="41" y="50"/>
                      <a:pt x="41" y="50"/>
                    </a:cubicBezTo>
                    <a:cubicBezTo>
                      <a:pt x="39" y="48"/>
                      <a:pt x="41" y="52"/>
                      <a:pt x="39" y="51"/>
                    </a:cubicBezTo>
                    <a:cubicBezTo>
                      <a:pt x="40" y="52"/>
                      <a:pt x="39" y="51"/>
                      <a:pt x="39" y="50"/>
                    </a:cubicBezTo>
                    <a:cubicBezTo>
                      <a:pt x="39" y="51"/>
                      <a:pt x="38" y="52"/>
                      <a:pt x="39" y="54"/>
                    </a:cubicBezTo>
                    <a:cubicBezTo>
                      <a:pt x="38" y="53"/>
                      <a:pt x="38" y="53"/>
                      <a:pt x="38" y="53"/>
                    </a:cubicBezTo>
                    <a:cubicBezTo>
                      <a:pt x="38" y="53"/>
                      <a:pt x="38" y="53"/>
                      <a:pt x="38" y="54"/>
                    </a:cubicBezTo>
                    <a:cubicBezTo>
                      <a:pt x="39" y="55"/>
                      <a:pt x="40" y="56"/>
                      <a:pt x="39" y="56"/>
                    </a:cubicBezTo>
                    <a:cubicBezTo>
                      <a:pt x="39" y="56"/>
                      <a:pt x="39" y="56"/>
                      <a:pt x="39" y="56"/>
                    </a:cubicBezTo>
                    <a:cubicBezTo>
                      <a:pt x="39" y="56"/>
                      <a:pt x="39" y="57"/>
                      <a:pt x="39" y="57"/>
                    </a:cubicBezTo>
                    <a:cubicBezTo>
                      <a:pt x="38" y="57"/>
                      <a:pt x="39" y="57"/>
                      <a:pt x="38" y="56"/>
                    </a:cubicBezTo>
                    <a:cubicBezTo>
                      <a:pt x="36" y="54"/>
                      <a:pt x="36" y="56"/>
                      <a:pt x="36" y="56"/>
                    </a:cubicBezTo>
                    <a:cubicBezTo>
                      <a:pt x="37" y="57"/>
                      <a:pt x="37" y="57"/>
                      <a:pt x="37" y="57"/>
                    </a:cubicBezTo>
                    <a:cubicBezTo>
                      <a:pt x="37" y="58"/>
                      <a:pt x="36" y="56"/>
                      <a:pt x="36" y="56"/>
                    </a:cubicBezTo>
                    <a:cubicBezTo>
                      <a:pt x="38" y="61"/>
                      <a:pt x="38" y="61"/>
                      <a:pt x="38" y="61"/>
                    </a:cubicBezTo>
                    <a:cubicBezTo>
                      <a:pt x="38" y="60"/>
                      <a:pt x="37" y="59"/>
                      <a:pt x="36" y="58"/>
                    </a:cubicBezTo>
                    <a:cubicBezTo>
                      <a:pt x="36" y="59"/>
                      <a:pt x="37" y="61"/>
                      <a:pt x="38" y="63"/>
                    </a:cubicBezTo>
                    <a:cubicBezTo>
                      <a:pt x="38" y="63"/>
                      <a:pt x="38" y="64"/>
                      <a:pt x="38" y="64"/>
                    </a:cubicBezTo>
                    <a:cubicBezTo>
                      <a:pt x="37" y="63"/>
                      <a:pt x="38" y="64"/>
                      <a:pt x="37" y="63"/>
                    </a:cubicBezTo>
                    <a:cubicBezTo>
                      <a:pt x="36" y="63"/>
                      <a:pt x="36" y="63"/>
                      <a:pt x="36" y="63"/>
                    </a:cubicBezTo>
                    <a:cubicBezTo>
                      <a:pt x="36" y="62"/>
                      <a:pt x="34" y="61"/>
                      <a:pt x="34" y="60"/>
                    </a:cubicBezTo>
                    <a:cubicBezTo>
                      <a:pt x="34" y="61"/>
                      <a:pt x="33" y="61"/>
                      <a:pt x="32" y="61"/>
                    </a:cubicBezTo>
                    <a:cubicBezTo>
                      <a:pt x="34" y="63"/>
                      <a:pt x="32" y="63"/>
                      <a:pt x="34" y="65"/>
                    </a:cubicBezTo>
                    <a:cubicBezTo>
                      <a:pt x="34" y="65"/>
                      <a:pt x="32" y="63"/>
                      <a:pt x="32" y="63"/>
                    </a:cubicBezTo>
                    <a:cubicBezTo>
                      <a:pt x="32" y="64"/>
                      <a:pt x="31" y="64"/>
                      <a:pt x="31" y="65"/>
                    </a:cubicBezTo>
                    <a:cubicBezTo>
                      <a:pt x="30" y="65"/>
                      <a:pt x="30" y="65"/>
                      <a:pt x="30" y="65"/>
                    </a:cubicBezTo>
                    <a:cubicBezTo>
                      <a:pt x="30" y="66"/>
                      <a:pt x="29" y="66"/>
                      <a:pt x="30" y="68"/>
                    </a:cubicBezTo>
                    <a:cubicBezTo>
                      <a:pt x="30" y="67"/>
                      <a:pt x="30" y="67"/>
                      <a:pt x="30" y="67"/>
                    </a:cubicBezTo>
                    <a:cubicBezTo>
                      <a:pt x="28" y="67"/>
                      <a:pt x="32" y="69"/>
                      <a:pt x="30" y="69"/>
                    </a:cubicBezTo>
                    <a:cubicBezTo>
                      <a:pt x="29" y="68"/>
                      <a:pt x="29" y="68"/>
                      <a:pt x="29" y="68"/>
                    </a:cubicBezTo>
                    <a:cubicBezTo>
                      <a:pt x="30" y="69"/>
                      <a:pt x="28" y="68"/>
                      <a:pt x="29" y="70"/>
                    </a:cubicBezTo>
                    <a:cubicBezTo>
                      <a:pt x="28" y="68"/>
                      <a:pt x="28" y="68"/>
                      <a:pt x="28" y="68"/>
                    </a:cubicBezTo>
                    <a:cubicBezTo>
                      <a:pt x="28" y="69"/>
                      <a:pt x="28" y="69"/>
                      <a:pt x="28" y="71"/>
                    </a:cubicBezTo>
                    <a:cubicBezTo>
                      <a:pt x="27" y="69"/>
                      <a:pt x="27" y="69"/>
                      <a:pt x="27" y="69"/>
                    </a:cubicBezTo>
                    <a:cubicBezTo>
                      <a:pt x="26" y="69"/>
                      <a:pt x="28" y="71"/>
                      <a:pt x="27" y="71"/>
                    </a:cubicBezTo>
                    <a:cubicBezTo>
                      <a:pt x="27" y="71"/>
                      <a:pt x="26" y="71"/>
                      <a:pt x="26" y="70"/>
                    </a:cubicBezTo>
                    <a:cubicBezTo>
                      <a:pt x="27" y="71"/>
                      <a:pt x="26" y="72"/>
                      <a:pt x="27" y="72"/>
                    </a:cubicBezTo>
                    <a:cubicBezTo>
                      <a:pt x="25" y="71"/>
                      <a:pt x="25" y="71"/>
                      <a:pt x="25" y="71"/>
                    </a:cubicBezTo>
                    <a:cubicBezTo>
                      <a:pt x="23" y="73"/>
                      <a:pt x="21" y="75"/>
                      <a:pt x="21" y="78"/>
                    </a:cubicBezTo>
                    <a:cubicBezTo>
                      <a:pt x="19" y="77"/>
                      <a:pt x="20" y="77"/>
                      <a:pt x="19" y="76"/>
                    </a:cubicBezTo>
                    <a:cubicBezTo>
                      <a:pt x="20" y="77"/>
                      <a:pt x="19" y="77"/>
                      <a:pt x="19" y="78"/>
                    </a:cubicBezTo>
                    <a:cubicBezTo>
                      <a:pt x="19" y="77"/>
                      <a:pt x="19" y="77"/>
                      <a:pt x="19" y="77"/>
                    </a:cubicBezTo>
                    <a:cubicBezTo>
                      <a:pt x="19" y="78"/>
                      <a:pt x="18" y="77"/>
                      <a:pt x="18" y="78"/>
                    </a:cubicBezTo>
                    <a:cubicBezTo>
                      <a:pt x="18" y="78"/>
                      <a:pt x="18" y="78"/>
                      <a:pt x="18" y="78"/>
                    </a:cubicBezTo>
                    <a:cubicBezTo>
                      <a:pt x="19" y="80"/>
                      <a:pt x="16" y="77"/>
                      <a:pt x="18" y="79"/>
                    </a:cubicBezTo>
                    <a:cubicBezTo>
                      <a:pt x="16" y="78"/>
                      <a:pt x="16" y="78"/>
                      <a:pt x="16" y="78"/>
                    </a:cubicBezTo>
                    <a:cubicBezTo>
                      <a:pt x="18" y="80"/>
                      <a:pt x="15" y="78"/>
                      <a:pt x="17" y="80"/>
                    </a:cubicBezTo>
                    <a:cubicBezTo>
                      <a:pt x="16" y="80"/>
                      <a:pt x="16" y="80"/>
                      <a:pt x="16" y="80"/>
                    </a:cubicBezTo>
                    <a:cubicBezTo>
                      <a:pt x="15" y="79"/>
                      <a:pt x="18" y="82"/>
                      <a:pt x="16" y="81"/>
                    </a:cubicBezTo>
                    <a:cubicBezTo>
                      <a:pt x="16" y="82"/>
                      <a:pt x="16" y="83"/>
                      <a:pt x="17" y="84"/>
                    </a:cubicBezTo>
                    <a:cubicBezTo>
                      <a:pt x="15" y="82"/>
                      <a:pt x="15" y="82"/>
                      <a:pt x="15" y="82"/>
                    </a:cubicBezTo>
                    <a:cubicBezTo>
                      <a:pt x="15" y="85"/>
                      <a:pt x="13" y="86"/>
                      <a:pt x="14" y="89"/>
                    </a:cubicBezTo>
                    <a:cubicBezTo>
                      <a:pt x="13" y="88"/>
                      <a:pt x="13" y="88"/>
                      <a:pt x="13" y="88"/>
                    </a:cubicBezTo>
                    <a:cubicBezTo>
                      <a:pt x="14" y="90"/>
                      <a:pt x="10" y="89"/>
                      <a:pt x="13" y="92"/>
                    </a:cubicBezTo>
                    <a:cubicBezTo>
                      <a:pt x="14" y="93"/>
                      <a:pt x="14" y="93"/>
                      <a:pt x="14" y="93"/>
                    </a:cubicBezTo>
                    <a:cubicBezTo>
                      <a:pt x="12" y="92"/>
                      <a:pt x="12" y="92"/>
                      <a:pt x="12" y="92"/>
                    </a:cubicBezTo>
                    <a:cubicBezTo>
                      <a:pt x="13" y="93"/>
                      <a:pt x="11" y="93"/>
                      <a:pt x="13" y="94"/>
                    </a:cubicBezTo>
                    <a:cubicBezTo>
                      <a:pt x="12" y="94"/>
                      <a:pt x="12" y="93"/>
                      <a:pt x="12" y="93"/>
                    </a:cubicBezTo>
                    <a:cubicBezTo>
                      <a:pt x="11" y="93"/>
                      <a:pt x="13" y="95"/>
                      <a:pt x="12" y="95"/>
                    </a:cubicBezTo>
                    <a:cubicBezTo>
                      <a:pt x="11" y="95"/>
                      <a:pt x="11" y="95"/>
                      <a:pt x="11" y="95"/>
                    </a:cubicBezTo>
                    <a:cubicBezTo>
                      <a:pt x="8" y="95"/>
                      <a:pt x="4" y="96"/>
                      <a:pt x="6" y="100"/>
                    </a:cubicBezTo>
                    <a:cubicBezTo>
                      <a:pt x="6" y="101"/>
                      <a:pt x="4" y="99"/>
                      <a:pt x="4" y="99"/>
                    </a:cubicBezTo>
                    <a:cubicBezTo>
                      <a:pt x="6" y="103"/>
                      <a:pt x="0" y="102"/>
                      <a:pt x="3" y="107"/>
                    </a:cubicBezTo>
                    <a:cubicBezTo>
                      <a:pt x="4" y="109"/>
                      <a:pt x="9" y="112"/>
                      <a:pt x="9" y="11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0" name="Freeform 163"/>
              <p:cNvSpPr/>
              <p:nvPr/>
            </p:nvSpPr>
            <p:spPr bwMode="auto">
              <a:xfrm>
                <a:off x="4499" y="1925"/>
                <a:ext cx="3"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1" y="2"/>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1" name="Freeform 164"/>
              <p:cNvSpPr/>
              <p:nvPr/>
            </p:nvSpPr>
            <p:spPr bwMode="auto">
              <a:xfrm>
                <a:off x="3914" y="1322"/>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2" name="Freeform 165"/>
              <p:cNvSpPr/>
              <p:nvPr/>
            </p:nvSpPr>
            <p:spPr bwMode="auto">
              <a:xfrm>
                <a:off x="3122" y="2198"/>
                <a:ext cx="2" cy="4"/>
              </a:xfrm>
              <a:custGeom>
                <a:avLst/>
                <a:gdLst>
                  <a:gd name="T0" fmla="*/ 0 w 2"/>
                  <a:gd name="T1" fmla="*/ 0 h 4"/>
                  <a:gd name="T2" fmla="*/ 0 w 2"/>
                  <a:gd name="T3" fmla="*/ 0 h 4"/>
                  <a:gd name="T4" fmla="*/ 2 w 2"/>
                  <a:gd name="T5" fmla="*/ 4 h 4"/>
                  <a:gd name="T6" fmla="*/ 0 w 2"/>
                  <a:gd name="T7" fmla="*/ 0 h 4"/>
                </a:gdLst>
                <a:ahLst/>
                <a:cxnLst>
                  <a:cxn ang="0">
                    <a:pos x="T0" y="T1"/>
                  </a:cxn>
                  <a:cxn ang="0">
                    <a:pos x="T2" y="T3"/>
                  </a:cxn>
                  <a:cxn ang="0">
                    <a:pos x="T4" y="T5"/>
                  </a:cxn>
                  <a:cxn ang="0">
                    <a:pos x="T6" y="T7"/>
                  </a:cxn>
                </a:cxnLst>
                <a:rect l="0" t="0" r="r" b="b"/>
                <a:pathLst>
                  <a:path w="2" h="4">
                    <a:moveTo>
                      <a:pt x="0" y="0"/>
                    </a:moveTo>
                    <a:lnTo>
                      <a:pt x="0" y="0"/>
                    </a:lnTo>
                    <a:lnTo>
                      <a:pt x="2"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3" name="Freeform 166"/>
              <p:cNvSpPr/>
              <p:nvPr/>
            </p:nvSpPr>
            <p:spPr bwMode="auto">
              <a:xfrm>
                <a:off x="3126" y="2183"/>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0" y="0"/>
                    </a:cubicBezTo>
                    <a:cubicBezTo>
                      <a:pt x="0"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4" name="Freeform 167"/>
              <p:cNvSpPr/>
              <p:nvPr/>
            </p:nvSpPr>
            <p:spPr bwMode="auto">
              <a:xfrm>
                <a:off x="3540" y="1543"/>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1"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5" name="Freeform 168"/>
              <p:cNvSpPr/>
              <p:nvPr/>
            </p:nvSpPr>
            <p:spPr bwMode="auto">
              <a:xfrm>
                <a:off x="3156" y="221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6" name="Freeform 169"/>
              <p:cNvSpPr/>
              <p:nvPr/>
            </p:nvSpPr>
            <p:spPr bwMode="auto">
              <a:xfrm>
                <a:off x="3129" y="218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7" name="Freeform 170"/>
              <p:cNvSpPr/>
              <p:nvPr/>
            </p:nvSpPr>
            <p:spPr bwMode="auto">
              <a:xfrm>
                <a:off x="3129" y="21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8" name="Freeform 171"/>
              <p:cNvSpPr/>
              <p:nvPr/>
            </p:nvSpPr>
            <p:spPr bwMode="auto">
              <a:xfrm>
                <a:off x="3129" y="219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9" name="Freeform 172"/>
              <p:cNvSpPr/>
              <p:nvPr/>
            </p:nvSpPr>
            <p:spPr bwMode="auto">
              <a:xfrm>
                <a:off x="3205" y="2162"/>
                <a:ext cx="2" cy="9"/>
              </a:xfrm>
              <a:custGeom>
                <a:avLst/>
                <a:gdLst>
                  <a:gd name="T0" fmla="*/ 1 w 1"/>
                  <a:gd name="T1" fmla="*/ 2 h 4"/>
                  <a:gd name="T2" fmla="*/ 1 w 1"/>
                  <a:gd name="T3" fmla="*/ 0 h 4"/>
                  <a:gd name="T4" fmla="*/ 1 w 1"/>
                  <a:gd name="T5" fmla="*/ 4 h 4"/>
                  <a:gd name="T6" fmla="*/ 1 w 1"/>
                  <a:gd name="T7" fmla="*/ 4 h 4"/>
                  <a:gd name="T8" fmla="*/ 1 w 1"/>
                  <a:gd name="T9" fmla="*/ 3 h 4"/>
                  <a:gd name="T10" fmla="*/ 1 w 1"/>
                  <a:gd name="T11" fmla="*/ 2 h 4"/>
                </a:gdLst>
                <a:ahLst/>
                <a:cxnLst>
                  <a:cxn ang="0">
                    <a:pos x="T0" y="T1"/>
                  </a:cxn>
                  <a:cxn ang="0">
                    <a:pos x="T2" y="T3"/>
                  </a:cxn>
                  <a:cxn ang="0">
                    <a:pos x="T4" y="T5"/>
                  </a:cxn>
                  <a:cxn ang="0">
                    <a:pos x="T6" y="T7"/>
                  </a:cxn>
                  <a:cxn ang="0">
                    <a:pos x="T8" y="T9"/>
                  </a:cxn>
                  <a:cxn ang="0">
                    <a:pos x="T10" y="T11"/>
                  </a:cxn>
                </a:cxnLst>
                <a:rect l="0" t="0" r="r" b="b"/>
                <a:pathLst>
                  <a:path w="1" h="4">
                    <a:moveTo>
                      <a:pt x="1" y="2"/>
                    </a:moveTo>
                    <a:cubicBezTo>
                      <a:pt x="1" y="1"/>
                      <a:pt x="1" y="0"/>
                      <a:pt x="1" y="0"/>
                    </a:cubicBezTo>
                    <a:cubicBezTo>
                      <a:pt x="1" y="1"/>
                      <a:pt x="0" y="3"/>
                      <a:pt x="1" y="4"/>
                    </a:cubicBezTo>
                    <a:cubicBezTo>
                      <a:pt x="1" y="4"/>
                      <a:pt x="1" y="4"/>
                      <a:pt x="1" y="4"/>
                    </a:cubicBezTo>
                    <a:cubicBezTo>
                      <a:pt x="1" y="4"/>
                      <a:pt x="1" y="3"/>
                      <a:pt x="1" y="3"/>
                    </a:cubicBezTo>
                    <a:cubicBezTo>
                      <a:pt x="1" y="3"/>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0" name="Freeform 173"/>
              <p:cNvSpPr/>
              <p:nvPr/>
            </p:nvSpPr>
            <p:spPr bwMode="auto">
              <a:xfrm>
                <a:off x="3207" y="216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1" name="Freeform 174"/>
              <p:cNvSpPr/>
              <p:nvPr/>
            </p:nvSpPr>
            <p:spPr bwMode="auto">
              <a:xfrm>
                <a:off x="3207" y="2169"/>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2" name="Freeform 175"/>
              <p:cNvSpPr/>
              <p:nvPr/>
            </p:nvSpPr>
            <p:spPr bwMode="auto">
              <a:xfrm>
                <a:off x="3194" y="2156"/>
                <a:ext cx="0" cy="6"/>
              </a:xfrm>
              <a:custGeom>
                <a:avLst/>
                <a:gdLst>
                  <a:gd name="T0" fmla="*/ 2 h 3"/>
                  <a:gd name="T1" fmla="*/ 2 h 3"/>
                  <a:gd name="T2" fmla="*/ 2 h 3"/>
                </a:gdLst>
                <a:ahLst/>
                <a:cxnLst>
                  <a:cxn ang="0">
                    <a:pos x="0" y="T0"/>
                  </a:cxn>
                  <a:cxn ang="0">
                    <a:pos x="0" y="T1"/>
                  </a:cxn>
                  <a:cxn ang="0">
                    <a:pos x="0" y="T2"/>
                  </a:cxn>
                </a:cxnLst>
                <a:rect l="0" t="0" r="r" b="b"/>
                <a:pathLst>
                  <a:path h="3">
                    <a:moveTo>
                      <a:pt x="0" y="2"/>
                    </a:moveTo>
                    <a:cubicBezTo>
                      <a:pt x="0" y="0"/>
                      <a:pt x="0" y="2"/>
                      <a:pt x="0" y="2"/>
                    </a:cubicBezTo>
                    <a:cubicBezTo>
                      <a:pt x="0" y="3"/>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3" name="Freeform 176"/>
              <p:cNvSpPr/>
              <p:nvPr/>
            </p:nvSpPr>
            <p:spPr bwMode="auto">
              <a:xfrm>
                <a:off x="3209" y="219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4" name="Freeform 177"/>
              <p:cNvSpPr/>
              <p:nvPr/>
            </p:nvSpPr>
            <p:spPr bwMode="auto">
              <a:xfrm>
                <a:off x="3472" y="20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5" name="Freeform 178"/>
              <p:cNvSpPr/>
              <p:nvPr/>
            </p:nvSpPr>
            <p:spPr bwMode="auto">
              <a:xfrm>
                <a:off x="3201" y="2158"/>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6" name="Freeform 179"/>
              <p:cNvSpPr/>
              <p:nvPr/>
            </p:nvSpPr>
            <p:spPr bwMode="auto">
              <a:xfrm>
                <a:off x="3211" y="2194"/>
                <a:ext cx="2" cy="4"/>
              </a:xfrm>
              <a:custGeom>
                <a:avLst/>
                <a:gdLst>
                  <a:gd name="T0" fmla="*/ 1 w 1"/>
                  <a:gd name="T1" fmla="*/ 1 h 2"/>
                  <a:gd name="T2" fmla="*/ 0 w 1"/>
                  <a:gd name="T3" fmla="*/ 2 h 2"/>
                  <a:gd name="T4" fmla="*/ 1 w 1"/>
                  <a:gd name="T5" fmla="*/ 1 h 2"/>
                </a:gdLst>
                <a:ahLst/>
                <a:cxnLst>
                  <a:cxn ang="0">
                    <a:pos x="T0" y="T1"/>
                  </a:cxn>
                  <a:cxn ang="0">
                    <a:pos x="T2" y="T3"/>
                  </a:cxn>
                  <a:cxn ang="0">
                    <a:pos x="T4" y="T5"/>
                  </a:cxn>
                </a:cxnLst>
                <a:rect l="0" t="0" r="r" b="b"/>
                <a:pathLst>
                  <a:path w="1" h="2">
                    <a:moveTo>
                      <a:pt x="1" y="1"/>
                    </a:moveTo>
                    <a:cubicBezTo>
                      <a:pt x="1" y="0"/>
                      <a:pt x="1" y="1"/>
                      <a:pt x="0" y="2"/>
                    </a:cubicBezTo>
                    <a:cubicBezTo>
                      <a:pt x="0" y="2"/>
                      <a:pt x="0"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7" name="Freeform 180"/>
              <p:cNvSpPr/>
              <p:nvPr/>
            </p:nvSpPr>
            <p:spPr bwMode="auto">
              <a:xfrm>
                <a:off x="3317" y="2561"/>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8" name="Freeform 181"/>
              <p:cNvSpPr/>
              <p:nvPr/>
            </p:nvSpPr>
            <p:spPr bwMode="auto">
              <a:xfrm>
                <a:off x="3345" y="2535"/>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9" name="Freeform 182"/>
              <p:cNvSpPr/>
              <p:nvPr/>
            </p:nvSpPr>
            <p:spPr bwMode="auto">
              <a:xfrm>
                <a:off x="3211" y="2192"/>
                <a:ext cx="2" cy="6"/>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0"/>
                      <a:pt x="1" y="0"/>
                      <a:pt x="1" y="0"/>
                    </a:cubicBezTo>
                    <a:cubicBezTo>
                      <a:pt x="0" y="1"/>
                      <a:pt x="0"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0" name="Freeform 183"/>
              <p:cNvSpPr/>
              <p:nvPr/>
            </p:nvSpPr>
            <p:spPr bwMode="auto">
              <a:xfrm>
                <a:off x="3266" y="254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1" name="Freeform 184"/>
              <p:cNvSpPr/>
              <p:nvPr/>
            </p:nvSpPr>
            <p:spPr bwMode="auto">
              <a:xfrm>
                <a:off x="3271" y="25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2" name="Freeform 185"/>
              <p:cNvSpPr/>
              <p:nvPr/>
            </p:nvSpPr>
            <p:spPr bwMode="auto">
              <a:xfrm>
                <a:off x="3273" y="255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3" name="Freeform 186"/>
              <p:cNvSpPr/>
              <p:nvPr/>
            </p:nvSpPr>
            <p:spPr bwMode="auto">
              <a:xfrm>
                <a:off x="3271" y="2557"/>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4" name="Freeform 187"/>
              <p:cNvSpPr/>
              <p:nvPr/>
            </p:nvSpPr>
            <p:spPr bwMode="auto">
              <a:xfrm>
                <a:off x="4616" y="18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5" name="Freeform 188"/>
              <p:cNvSpPr/>
              <p:nvPr/>
            </p:nvSpPr>
            <p:spPr bwMode="auto">
              <a:xfrm>
                <a:off x="3175" y="221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6" name="Freeform 189"/>
              <p:cNvSpPr/>
              <p:nvPr/>
            </p:nvSpPr>
            <p:spPr bwMode="auto">
              <a:xfrm>
                <a:off x="3137" y="218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7" name="Freeform 190"/>
              <p:cNvSpPr/>
              <p:nvPr/>
            </p:nvSpPr>
            <p:spPr bwMode="auto">
              <a:xfrm>
                <a:off x="3203" y="2166"/>
                <a:ext cx="2" cy="5"/>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0" y="2"/>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8" name="Freeform 191"/>
              <p:cNvSpPr/>
              <p:nvPr/>
            </p:nvSpPr>
            <p:spPr bwMode="auto">
              <a:xfrm>
                <a:off x="4497" y="192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9" name="Freeform 192"/>
              <p:cNvSpPr/>
              <p:nvPr/>
            </p:nvSpPr>
            <p:spPr bwMode="auto">
              <a:xfrm>
                <a:off x="3082" y="2156"/>
                <a:ext cx="131" cy="91"/>
              </a:xfrm>
              <a:custGeom>
                <a:avLst/>
                <a:gdLst>
                  <a:gd name="T0" fmla="*/ 46 w 62"/>
                  <a:gd name="T1" fmla="*/ 23 h 43"/>
                  <a:gd name="T2" fmla="*/ 51 w 62"/>
                  <a:gd name="T3" fmla="*/ 20 h 43"/>
                  <a:gd name="T4" fmla="*/ 54 w 62"/>
                  <a:gd name="T5" fmla="*/ 19 h 43"/>
                  <a:gd name="T6" fmla="*/ 58 w 62"/>
                  <a:gd name="T7" fmla="*/ 21 h 43"/>
                  <a:gd name="T8" fmla="*/ 60 w 62"/>
                  <a:gd name="T9" fmla="*/ 20 h 43"/>
                  <a:gd name="T10" fmla="*/ 61 w 62"/>
                  <a:gd name="T11" fmla="*/ 16 h 43"/>
                  <a:gd name="T12" fmla="*/ 62 w 62"/>
                  <a:gd name="T13" fmla="*/ 13 h 43"/>
                  <a:gd name="T14" fmla="*/ 62 w 62"/>
                  <a:gd name="T15" fmla="*/ 11 h 43"/>
                  <a:gd name="T16" fmla="*/ 58 w 62"/>
                  <a:gd name="T17" fmla="*/ 12 h 43"/>
                  <a:gd name="T18" fmla="*/ 56 w 62"/>
                  <a:gd name="T19" fmla="*/ 9 h 43"/>
                  <a:gd name="T20" fmla="*/ 57 w 62"/>
                  <a:gd name="T21" fmla="*/ 2 h 43"/>
                  <a:gd name="T22" fmla="*/ 56 w 62"/>
                  <a:gd name="T23" fmla="*/ 2 h 43"/>
                  <a:gd name="T24" fmla="*/ 55 w 62"/>
                  <a:gd name="T25" fmla="*/ 5 h 43"/>
                  <a:gd name="T26" fmla="*/ 54 w 62"/>
                  <a:gd name="T27" fmla="*/ 3 h 43"/>
                  <a:gd name="T28" fmla="*/ 53 w 62"/>
                  <a:gd name="T29" fmla="*/ 8 h 43"/>
                  <a:gd name="T30" fmla="*/ 51 w 62"/>
                  <a:gd name="T31" fmla="*/ 3 h 43"/>
                  <a:gd name="T32" fmla="*/ 51 w 62"/>
                  <a:gd name="T33" fmla="*/ 1 h 43"/>
                  <a:gd name="T34" fmla="*/ 50 w 62"/>
                  <a:gd name="T35" fmla="*/ 4 h 43"/>
                  <a:gd name="T36" fmla="*/ 49 w 62"/>
                  <a:gd name="T37" fmla="*/ 2 h 43"/>
                  <a:gd name="T38" fmla="*/ 48 w 62"/>
                  <a:gd name="T39" fmla="*/ 7 h 43"/>
                  <a:gd name="T40" fmla="*/ 47 w 62"/>
                  <a:gd name="T41" fmla="*/ 12 h 43"/>
                  <a:gd name="T42" fmla="*/ 46 w 62"/>
                  <a:gd name="T43" fmla="*/ 7 h 43"/>
                  <a:gd name="T44" fmla="*/ 43 w 62"/>
                  <a:gd name="T45" fmla="*/ 7 h 43"/>
                  <a:gd name="T46" fmla="*/ 42 w 62"/>
                  <a:gd name="T47" fmla="*/ 7 h 43"/>
                  <a:gd name="T48" fmla="*/ 40 w 62"/>
                  <a:gd name="T49" fmla="*/ 8 h 43"/>
                  <a:gd name="T50" fmla="*/ 37 w 62"/>
                  <a:gd name="T51" fmla="*/ 9 h 43"/>
                  <a:gd name="T52" fmla="*/ 36 w 62"/>
                  <a:gd name="T53" fmla="*/ 10 h 43"/>
                  <a:gd name="T54" fmla="*/ 36 w 62"/>
                  <a:gd name="T55" fmla="*/ 10 h 43"/>
                  <a:gd name="T56" fmla="*/ 35 w 62"/>
                  <a:gd name="T57" fmla="*/ 12 h 43"/>
                  <a:gd name="T58" fmla="*/ 34 w 62"/>
                  <a:gd name="T59" fmla="*/ 10 h 43"/>
                  <a:gd name="T60" fmla="*/ 33 w 62"/>
                  <a:gd name="T61" fmla="*/ 12 h 43"/>
                  <a:gd name="T62" fmla="*/ 30 w 62"/>
                  <a:gd name="T63" fmla="*/ 11 h 43"/>
                  <a:gd name="T64" fmla="*/ 28 w 62"/>
                  <a:gd name="T65" fmla="*/ 12 h 43"/>
                  <a:gd name="T66" fmla="*/ 26 w 62"/>
                  <a:gd name="T67" fmla="*/ 12 h 43"/>
                  <a:gd name="T68" fmla="*/ 26 w 62"/>
                  <a:gd name="T69" fmla="*/ 14 h 43"/>
                  <a:gd name="T70" fmla="*/ 25 w 62"/>
                  <a:gd name="T71" fmla="*/ 13 h 43"/>
                  <a:gd name="T72" fmla="*/ 24 w 62"/>
                  <a:gd name="T73" fmla="*/ 15 h 43"/>
                  <a:gd name="T74" fmla="*/ 22 w 62"/>
                  <a:gd name="T75" fmla="*/ 16 h 43"/>
                  <a:gd name="T76" fmla="*/ 21 w 62"/>
                  <a:gd name="T77" fmla="*/ 17 h 43"/>
                  <a:gd name="T78" fmla="*/ 22 w 62"/>
                  <a:gd name="T79" fmla="*/ 25 h 43"/>
                  <a:gd name="T80" fmla="*/ 19 w 62"/>
                  <a:gd name="T81" fmla="*/ 21 h 43"/>
                  <a:gd name="T82" fmla="*/ 17 w 62"/>
                  <a:gd name="T83" fmla="*/ 23 h 43"/>
                  <a:gd name="T84" fmla="*/ 16 w 62"/>
                  <a:gd name="T85" fmla="*/ 23 h 43"/>
                  <a:gd name="T86" fmla="*/ 11 w 62"/>
                  <a:gd name="T87" fmla="*/ 24 h 43"/>
                  <a:gd name="T88" fmla="*/ 10 w 62"/>
                  <a:gd name="T89" fmla="*/ 24 h 43"/>
                  <a:gd name="T90" fmla="*/ 8 w 62"/>
                  <a:gd name="T91" fmla="*/ 31 h 43"/>
                  <a:gd name="T92" fmla="*/ 7 w 62"/>
                  <a:gd name="T93" fmla="*/ 32 h 43"/>
                  <a:gd name="T94" fmla="*/ 12 w 62"/>
                  <a:gd name="T95" fmla="*/ 41 h 43"/>
                  <a:gd name="T96" fmla="*/ 18 w 62"/>
                  <a:gd name="T97" fmla="*/ 38 h 43"/>
                  <a:gd name="T98" fmla="*/ 28 w 62"/>
                  <a:gd name="T99" fmla="*/ 27 h 43"/>
                  <a:gd name="T100" fmla="*/ 31 w 62"/>
                  <a:gd name="T101" fmla="*/ 31 h 43"/>
                  <a:gd name="T102" fmla="*/ 36 w 62"/>
                  <a:gd name="T103" fmla="*/ 29 h 43"/>
                  <a:gd name="T104" fmla="*/ 41 w 62"/>
                  <a:gd name="T105"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43">
                    <a:moveTo>
                      <a:pt x="44" y="25"/>
                    </a:moveTo>
                    <a:cubicBezTo>
                      <a:pt x="44" y="25"/>
                      <a:pt x="44" y="26"/>
                      <a:pt x="44" y="26"/>
                    </a:cubicBezTo>
                    <a:cubicBezTo>
                      <a:pt x="44" y="26"/>
                      <a:pt x="44" y="26"/>
                      <a:pt x="45" y="27"/>
                    </a:cubicBezTo>
                    <a:cubicBezTo>
                      <a:pt x="45" y="26"/>
                      <a:pt x="45" y="25"/>
                      <a:pt x="45" y="25"/>
                    </a:cubicBezTo>
                    <a:cubicBezTo>
                      <a:pt x="46" y="27"/>
                      <a:pt x="46" y="25"/>
                      <a:pt x="46" y="26"/>
                    </a:cubicBezTo>
                    <a:cubicBezTo>
                      <a:pt x="46" y="24"/>
                      <a:pt x="46" y="22"/>
                      <a:pt x="46" y="23"/>
                    </a:cubicBezTo>
                    <a:cubicBezTo>
                      <a:pt x="46" y="26"/>
                      <a:pt x="46" y="26"/>
                      <a:pt x="46" y="26"/>
                    </a:cubicBezTo>
                    <a:cubicBezTo>
                      <a:pt x="47" y="24"/>
                      <a:pt x="48" y="27"/>
                      <a:pt x="48" y="23"/>
                    </a:cubicBezTo>
                    <a:cubicBezTo>
                      <a:pt x="48" y="25"/>
                      <a:pt x="48" y="25"/>
                      <a:pt x="48" y="25"/>
                    </a:cubicBezTo>
                    <a:cubicBezTo>
                      <a:pt x="49" y="23"/>
                      <a:pt x="50" y="25"/>
                      <a:pt x="50" y="22"/>
                    </a:cubicBezTo>
                    <a:cubicBezTo>
                      <a:pt x="50" y="23"/>
                      <a:pt x="51" y="23"/>
                      <a:pt x="51" y="23"/>
                    </a:cubicBezTo>
                    <a:cubicBezTo>
                      <a:pt x="51" y="22"/>
                      <a:pt x="51" y="22"/>
                      <a:pt x="51" y="20"/>
                    </a:cubicBezTo>
                    <a:cubicBezTo>
                      <a:pt x="51" y="20"/>
                      <a:pt x="52" y="21"/>
                      <a:pt x="52" y="21"/>
                    </a:cubicBezTo>
                    <a:cubicBezTo>
                      <a:pt x="52" y="22"/>
                      <a:pt x="52" y="24"/>
                      <a:pt x="52" y="22"/>
                    </a:cubicBezTo>
                    <a:cubicBezTo>
                      <a:pt x="52" y="23"/>
                      <a:pt x="52" y="23"/>
                      <a:pt x="52" y="23"/>
                    </a:cubicBezTo>
                    <a:cubicBezTo>
                      <a:pt x="53" y="22"/>
                      <a:pt x="53" y="20"/>
                      <a:pt x="53" y="21"/>
                    </a:cubicBezTo>
                    <a:cubicBezTo>
                      <a:pt x="54" y="20"/>
                      <a:pt x="54" y="20"/>
                      <a:pt x="54" y="18"/>
                    </a:cubicBezTo>
                    <a:cubicBezTo>
                      <a:pt x="54" y="18"/>
                      <a:pt x="54" y="20"/>
                      <a:pt x="54" y="19"/>
                    </a:cubicBezTo>
                    <a:cubicBezTo>
                      <a:pt x="54" y="21"/>
                      <a:pt x="54" y="21"/>
                      <a:pt x="54" y="21"/>
                    </a:cubicBezTo>
                    <a:cubicBezTo>
                      <a:pt x="54" y="21"/>
                      <a:pt x="55" y="20"/>
                      <a:pt x="56" y="19"/>
                    </a:cubicBezTo>
                    <a:cubicBezTo>
                      <a:pt x="56" y="22"/>
                      <a:pt x="56" y="19"/>
                      <a:pt x="57" y="21"/>
                    </a:cubicBezTo>
                    <a:cubicBezTo>
                      <a:pt x="57" y="19"/>
                      <a:pt x="57" y="21"/>
                      <a:pt x="58" y="18"/>
                    </a:cubicBezTo>
                    <a:cubicBezTo>
                      <a:pt x="57" y="20"/>
                      <a:pt x="57" y="20"/>
                      <a:pt x="57" y="20"/>
                    </a:cubicBezTo>
                    <a:cubicBezTo>
                      <a:pt x="58" y="20"/>
                      <a:pt x="58" y="20"/>
                      <a:pt x="58" y="21"/>
                    </a:cubicBezTo>
                    <a:cubicBezTo>
                      <a:pt x="58" y="21"/>
                      <a:pt x="59" y="19"/>
                      <a:pt x="59" y="18"/>
                    </a:cubicBezTo>
                    <a:cubicBezTo>
                      <a:pt x="59" y="20"/>
                      <a:pt x="59" y="20"/>
                      <a:pt x="59" y="20"/>
                    </a:cubicBezTo>
                    <a:cubicBezTo>
                      <a:pt x="59" y="19"/>
                      <a:pt x="60" y="17"/>
                      <a:pt x="60" y="15"/>
                    </a:cubicBezTo>
                    <a:cubicBezTo>
                      <a:pt x="60" y="16"/>
                      <a:pt x="60" y="15"/>
                      <a:pt x="60" y="16"/>
                    </a:cubicBezTo>
                    <a:cubicBezTo>
                      <a:pt x="60" y="17"/>
                      <a:pt x="59" y="19"/>
                      <a:pt x="59" y="20"/>
                    </a:cubicBezTo>
                    <a:cubicBezTo>
                      <a:pt x="59" y="21"/>
                      <a:pt x="60" y="18"/>
                      <a:pt x="60" y="20"/>
                    </a:cubicBezTo>
                    <a:cubicBezTo>
                      <a:pt x="60" y="20"/>
                      <a:pt x="60" y="20"/>
                      <a:pt x="60" y="18"/>
                    </a:cubicBezTo>
                    <a:cubicBezTo>
                      <a:pt x="60" y="20"/>
                      <a:pt x="60" y="20"/>
                      <a:pt x="60" y="20"/>
                    </a:cubicBezTo>
                    <a:cubicBezTo>
                      <a:pt x="60" y="20"/>
                      <a:pt x="60" y="20"/>
                      <a:pt x="60" y="19"/>
                    </a:cubicBezTo>
                    <a:cubicBezTo>
                      <a:pt x="60" y="19"/>
                      <a:pt x="60" y="19"/>
                      <a:pt x="60" y="19"/>
                    </a:cubicBezTo>
                    <a:cubicBezTo>
                      <a:pt x="61" y="17"/>
                      <a:pt x="61" y="17"/>
                      <a:pt x="62" y="15"/>
                    </a:cubicBezTo>
                    <a:cubicBezTo>
                      <a:pt x="61" y="16"/>
                      <a:pt x="61" y="16"/>
                      <a:pt x="61" y="16"/>
                    </a:cubicBezTo>
                    <a:cubicBezTo>
                      <a:pt x="62" y="15"/>
                      <a:pt x="62" y="14"/>
                      <a:pt x="62" y="16"/>
                    </a:cubicBezTo>
                    <a:cubicBezTo>
                      <a:pt x="61" y="17"/>
                      <a:pt x="61" y="18"/>
                      <a:pt x="61" y="19"/>
                    </a:cubicBezTo>
                    <a:cubicBezTo>
                      <a:pt x="62" y="15"/>
                      <a:pt x="62" y="15"/>
                      <a:pt x="62" y="15"/>
                    </a:cubicBezTo>
                    <a:cubicBezTo>
                      <a:pt x="62" y="16"/>
                      <a:pt x="62" y="16"/>
                      <a:pt x="62" y="14"/>
                    </a:cubicBezTo>
                    <a:cubicBezTo>
                      <a:pt x="62" y="15"/>
                      <a:pt x="62" y="15"/>
                      <a:pt x="62" y="15"/>
                    </a:cubicBezTo>
                    <a:cubicBezTo>
                      <a:pt x="62" y="13"/>
                      <a:pt x="62" y="13"/>
                      <a:pt x="62" y="13"/>
                    </a:cubicBezTo>
                    <a:cubicBezTo>
                      <a:pt x="62" y="14"/>
                      <a:pt x="62" y="12"/>
                      <a:pt x="61" y="14"/>
                    </a:cubicBezTo>
                    <a:cubicBezTo>
                      <a:pt x="61" y="15"/>
                      <a:pt x="61" y="15"/>
                      <a:pt x="61" y="15"/>
                    </a:cubicBezTo>
                    <a:cubicBezTo>
                      <a:pt x="61" y="15"/>
                      <a:pt x="60" y="17"/>
                      <a:pt x="61" y="15"/>
                    </a:cubicBezTo>
                    <a:cubicBezTo>
                      <a:pt x="61" y="13"/>
                      <a:pt x="61" y="13"/>
                      <a:pt x="61" y="13"/>
                    </a:cubicBezTo>
                    <a:cubicBezTo>
                      <a:pt x="61" y="13"/>
                      <a:pt x="61" y="14"/>
                      <a:pt x="61" y="14"/>
                    </a:cubicBezTo>
                    <a:cubicBezTo>
                      <a:pt x="62" y="11"/>
                      <a:pt x="62" y="11"/>
                      <a:pt x="62" y="11"/>
                    </a:cubicBezTo>
                    <a:cubicBezTo>
                      <a:pt x="61" y="15"/>
                      <a:pt x="61" y="12"/>
                      <a:pt x="60" y="13"/>
                    </a:cubicBezTo>
                    <a:cubicBezTo>
                      <a:pt x="61" y="12"/>
                      <a:pt x="61" y="12"/>
                      <a:pt x="61" y="12"/>
                    </a:cubicBezTo>
                    <a:cubicBezTo>
                      <a:pt x="61" y="11"/>
                      <a:pt x="60" y="14"/>
                      <a:pt x="60" y="14"/>
                    </a:cubicBezTo>
                    <a:cubicBezTo>
                      <a:pt x="60" y="13"/>
                      <a:pt x="61" y="11"/>
                      <a:pt x="61" y="10"/>
                    </a:cubicBezTo>
                    <a:cubicBezTo>
                      <a:pt x="60" y="10"/>
                      <a:pt x="59" y="12"/>
                      <a:pt x="59" y="10"/>
                    </a:cubicBezTo>
                    <a:cubicBezTo>
                      <a:pt x="59" y="10"/>
                      <a:pt x="59" y="11"/>
                      <a:pt x="58" y="12"/>
                    </a:cubicBezTo>
                    <a:cubicBezTo>
                      <a:pt x="58" y="12"/>
                      <a:pt x="59" y="9"/>
                      <a:pt x="58" y="11"/>
                    </a:cubicBezTo>
                    <a:cubicBezTo>
                      <a:pt x="58" y="10"/>
                      <a:pt x="58" y="9"/>
                      <a:pt x="59" y="8"/>
                    </a:cubicBezTo>
                    <a:cubicBezTo>
                      <a:pt x="58" y="9"/>
                      <a:pt x="58" y="8"/>
                      <a:pt x="58" y="10"/>
                    </a:cubicBezTo>
                    <a:cubicBezTo>
                      <a:pt x="58" y="9"/>
                      <a:pt x="57" y="9"/>
                      <a:pt x="57" y="9"/>
                    </a:cubicBezTo>
                    <a:cubicBezTo>
                      <a:pt x="57" y="9"/>
                      <a:pt x="57" y="8"/>
                      <a:pt x="57" y="7"/>
                    </a:cubicBezTo>
                    <a:cubicBezTo>
                      <a:pt x="57" y="8"/>
                      <a:pt x="56" y="9"/>
                      <a:pt x="56" y="9"/>
                    </a:cubicBezTo>
                    <a:cubicBezTo>
                      <a:pt x="56" y="11"/>
                      <a:pt x="56" y="11"/>
                      <a:pt x="56" y="12"/>
                    </a:cubicBezTo>
                    <a:cubicBezTo>
                      <a:pt x="56" y="13"/>
                      <a:pt x="56" y="13"/>
                      <a:pt x="56" y="13"/>
                    </a:cubicBezTo>
                    <a:cubicBezTo>
                      <a:pt x="56" y="11"/>
                      <a:pt x="56" y="9"/>
                      <a:pt x="56" y="9"/>
                    </a:cubicBezTo>
                    <a:cubicBezTo>
                      <a:pt x="56" y="6"/>
                      <a:pt x="56" y="9"/>
                      <a:pt x="56" y="6"/>
                    </a:cubicBezTo>
                    <a:cubicBezTo>
                      <a:pt x="56" y="4"/>
                      <a:pt x="57" y="4"/>
                      <a:pt x="57" y="5"/>
                    </a:cubicBezTo>
                    <a:cubicBezTo>
                      <a:pt x="58" y="3"/>
                      <a:pt x="57" y="5"/>
                      <a:pt x="57" y="2"/>
                    </a:cubicBezTo>
                    <a:cubicBezTo>
                      <a:pt x="57" y="3"/>
                      <a:pt x="57" y="4"/>
                      <a:pt x="56" y="4"/>
                    </a:cubicBezTo>
                    <a:cubicBezTo>
                      <a:pt x="56" y="5"/>
                      <a:pt x="56" y="6"/>
                      <a:pt x="56" y="7"/>
                    </a:cubicBezTo>
                    <a:cubicBezTo>
                      <a:pt x="56" y="9"/>
                      <a:pt x="56" y="5"/>
                      <a:pt x="56" y="5"/>
                    </a:cubicBezTo>
                    <a:cubicBezTo>
                      <a:pt x="56" y="4"/>
                      <a:pt x="56" y="4"/>
                      <a:pt x="56" y="4"/>
                    </a:cubicBezTo>
                    <a:cubicBezTo>
                      <a:pt x="56" y="3"/>
                      <a:pt x="55" y="5"/>
                      <a:pt x="55" y="5"/>
                    </a:cubicBezTo>
                    <a:cubicBezTo>
                      <a:pt x="55" y="1"/>
                      <a:pt x="56" y="4"/>
                      <a:pt x="56" y="2"/>
                    </a:cubicBezTo>
                    <a:cubicBezTo>
                      <a:pt x="56" y="0"/>
                      <a:pt x="56" y="0"/>
                      <a:pt x="56" y="0"/>
                    </a:cubicBezTo>
                    <a:cubicBezTo>
                      <a:pt x="55" y="0"/>
                      <a:pt x="56" y="3"/>
                      <a:pt x="55" y="2"/>
                    </a:cubicBezTo>
                    <a:cubicBezTo>
                      <a:pt x="55" y="1"/>
                      <a:pt x="55" y="1"/>
                      <a:pt x="55" y="1"/>
                    </a:cubicBezTo>
                    <a:cubicBezTo>
                      <a:pt x="55" y="1"/>
                      <a:pt x="55" y="1"/>
                      <a:pt x="55" y="1"/>
                    </a:cubicBezTo>
                    <a:cubicBezTo>
                      <a:pt x="55" y="3"/>
                      <a:pt x="55" y="4"/>
                      <a:pt x="55" y="4"/>
                    </a:cubicBezTo>
                    <a:cubicBezTo>
                      <a:pt x="55" y="7"/>
                      <a:pt x="55" y="5"/>
                      <a:pt x="55" y="5"/>
                    </a:cubicBezTo>
                    <a:cubicBezTo>
                      <a:pt x="54" y="7"/>
                      <a:pt x="55" y="5"/>
                      <a:pt x="55" y="7"/>
                    </a:cubicBezTo>
                    <a:cubicBezTo>
                      <a:pt x="55" y="8"/>
                      <a:pt x="54" y="9"/>
                      <a:pt x="54" y="9"/>
                    </a:cubicBezTo>
                    <a:cubicBezTo>
                      <a:pt x="54" y="9"/>
                      <a:pt x="54" y="7"/>
                      <a:pt x="54" y="6"/>
                    </a:cubicBezTo>
                    <a:cubicBezTo>
                      <a:pt x="54" y="5"/>
                      <a:pt x="54" y="5"/>
                      <a:pt x="54" y="6"/>
                    </a:cubicBezTo>
                    <a:cubicBezTo>
                      <a:pt x="55" y="4"/>
                      <a:pt x="54" y="3"/>
                      <a:pt x="55" y="1"/>
                    </a:cubicBezTo>
                    <a:cubicBezTo>
                      <a:pt x="54" y="0"/>
                      <a:pt x="54" y="2"/>
                      <a:pt x="54" y="3"/>
                    </a:cubicBezTo>
                    <a:cubicBezTo>
                      <a:pt x="54" y="3"/>
                      <a:pt x="54" y="5"/>
                      <a:pt x="54" y="5"/>
                    </a:cubicBezTo>
                    <a:cubicBezTo>
                      <a:pt x="54" y="10"/>
                      <a:pt x="54" y="2"/>
                      <a:pt x="53" y="3"/>
                    </a:cubicBezTo>
                    <a:cubicBezTo>
                      <a:pt x="53" y="6"/>
                      <a:pt x="53" y="7"/>
                      <a:pt x="53" y="10"/>
                    </a:cubicBezTo>
                    <a:cubicBezTo>
                      <a:pt x="53" y="11"/>
                      <a:pt x="53" y="12"/>
                      <a:pt x="53" y="11"/>
                    </a:cubicBezTo>
                    <a:cubicBezTo>
                      <a:pt x="53" y="9"/>
                      <a:pt x="53" y="10"/>
                      <a:pt x="53" y="8"/>
                    </a:cubicBezTo>
                    <a:cubicBezTo>
                      <a:pt x="53" y="8"/>
                      <a:pt x="53" y="8"/>
                      <a:pt x="53" y="8"/>
                    </a:cubicBezTo>
                    <a:cubicBezTo>
                      <a:pt x="53" y="5"/>
                      <a:pt x="53" y="5"/>
                      <a:pt x="53" y="5"/>
                    </a:cubicBezTo>
                    <a:cubicBezTo>
                      <a:pt x="53" y="4"/>
                      <a:pt x="52" y="2"/>
                      <a:pt x="52" y="1"/>
                    </a:cubicBezTo>
                    <a:cubicBezTo>
                      <a:pt x="52" y="2"/>
                      <a:pt x="52" y="3"/>
                      <a:pt x="52" y="4"/>
                    </a:cubicBezTo>
                    <a:cubicBezTo>
                      <a:pt x="52" y="3"/>
                      <a:pt x="52" y="2"/>
                      <a:pt x="52" y="2"/>
                    </a:cubicBezTo>
                    <a:cubicBezTo>
                      <a:pt x="52" y="3"/>
                      <a:pt x="52" y="5"/>
                      <a:pt x="52" y="5"/>
                    </a:cubicBezTo>
                    <a:cubicBezTo>
                      <a:pt x="52" y="5"/>
                      <a:pt x="51" y="3"/>
                      <a:pt x="51" y="3"/>
                    </a:cubicBezTo>
                    <a:cubicBezTo>
                      <a:pt x="52" y="1"/>
                      <a:pt x="52" y="1"/>
                      <a:pt x="52" y="1"/>
                    </a:cubicBezTo>
                    <a:cubicBezTo>
                      <a:pt x="52" y="3"/>
                      <a:pt x="52" y="0"/>
                      <a:pt x="51" y="1"/>
                    </a:cubicBezTo>
                    <a:cubicBezTo>
                      <a:pt x="51" y="2"/>
                      <a:pt x="51" y="4"/>
                      <a:pt x="51" y="5"/>
                    </a:cubicBezTo>
                    <a:cubicBezTo>
                      <a:pt x="51" y="6"/>
                      <a:pt x="51" y="4"/>
                      <a:pt x="51" y="5"/>
                    </a:cubicBezTo>
                    <a:cubicBezTo>
                      <a:pt x="51" y="3"/>
                      <a:pt x="51" y="3"/>
                      <a:pt x="51" y="3"/>
                    </a:cubicBezTo>
                    <a:cubicBezTo>
                      <a:pt x="51" y="4"/>
                      <a:pt x="51" y="0"/>
                      <a:pt x="51" y="1"/>
                    </a:cubicBezTo>
                    <a:cubicBezTo>
                      <a:pt x="51" y="3"/>
                      <a:pt x="51" y="3"/>
                      <a:pt x="51" y="3"/>
                    </a:cubicBezTo>
                    <a:cubicBezTo>
                      <a:pt x="51" y="2"/>
                      <a:pt x="51" y="2"/>
                      <a:pt x="51" y="1"/>
                    </a:cubicBezTo>
                    <a:cubicBezTo>
                      <a:pt x="51" y="2"/>
                      <a:pt x="50" y="2"/>
                      <a:pt x="50" y="2"/>
                    </a:cubicBezTo>
                    <a:cubicBezTo>
                      <a:pt x="50" y="1"/>
                      <a:pt x="50" y="1"/>
                      <a:pt x="50" y="1"/>
                    </a:cubicBezTo>
                    <a:cubicBezTo>
                      <a:pt x="50" y="2"/>
                      <a:pt x="50" y="4"/>
                      <a:pt x="50" y="2"/>
                    </a:cubicBezTo>
                    <a:cubicBezTo>
                      <a:pt x="50" y="5"/>
                      <a:pt x="50" y="2"/>
                      <a:pt x="50" y="4"/>
                    </a:cubicBezTo>
                    <a:cubicBezTo>
                      <a:pt x="51" y="5"/>
                      <a:pt x="50" y="5"/>
                      <a:pt x="50" y="6"/>
                    </a:cubicBezTo>
                    <a:cubicBezTo>
                      <a:pt x="50" y="3"/>
                      <a:pt x="50" y="5"/>
                      <a:pt x="50" y="5"/>
                    </a:cubicBezTo>
                    <a:cubicBezTo>
                      <a:pt x="50" y="4"/>
                      <a:pt x="49" y="4"/>
                      <a:pt x="49" y="3"/>
                    </a:cubicBezTo>
                    <a:cubicBezTo>
                      <a:pt x="49" y="5"/>
                      <a:pt x="49" y="5"/>
                      <a:pt x="49" y="5"/>
                    </a:cubicBezTo>
                    <a:cubicBezTo>
                      <a:pt x="49" y="2"/>
                      <a:pt x="49" y="6"/>
                      <a:pt x="49" y="5"/>
                    </a:cubicBezTo>
                    <a:cubicBezTo>
                      <a:pt x="49" y="4"/>
                      <a:pt x="49" y="2"/>
                      <a:pt x="49" y="2"/>
                    </a:cubicBezTo>
                    <a:cubicBezTo>
                      <a:pt x="49" y="4"/>
                      <a:pt x="49" y="5"/>
                      <a:pt x="49" y="7"/>
                    </a:cubicBezTo>
                    <a:cubicBezTo>
                      <a:pt x="48" y="6"/>
                      <a:pt x="49" y="4"/>
                      <a:pt x="48" y="2"/>
                    </a:cubicBezTo>
                    <a:cubicBezTo>
                      <a:pt x="48" y="4"/>
                      <a:pt x="48" y="0"/>
                      <a:pt x="48" y="3"/>
                    </a:cubicBezTo>
                    <a:cubicBezTo>
                      <a:pt x="48" y="6"/>
                      <a:pt x="48" y="6"/>
                      <a:pt x="48" y="6"/>
                    </a:cubicBezTo>
                    <a:cubicBezTo>
                      <a:pt x="48" y="6"/>
                      <a:pt x="48" y="5"/>
                      <a:pt x="48" y="4"/>
                    </a:cubicBezTo>
                    <a:cubicBezTo>
                      <a:pt x="48" y="4"/>
                      <a:pt x="48" y="6"/>
                      <a:pt x="48" y="7"/>
                    </a:cubicBezTo>
                    <a:cubicBezTo>
                      <a:pt x="48" y="6"/>
                      <a:pt x="48" y="9"/>
                      <a:pt x="47" y="7"/>
                    </a:cubicBezTo>
                    <a:cubicBezTo>
                      <a:pt x="47" y="6"/>
                      <a:pt x="48" y="7"/>
                      <a:pt x="48" y="5"/>
                    </a:cubicBezTo>
                    <a:cubicBezTo>
                      <a:pt x="47" y="5"/>
                      <a:pt x="48" y="9"/>
                      <a:pt x="47" y="10"/>
                    </a:cubicBezTo>
                    <a:cubicBezTo>
                      <a:pt x="48" y="11"/>
                      <a:pt x="48" y="14"/>
                      <a:pt x="48" y="15"/>
                    </a:cubicBezTo>
                    <a:cubicBezTo>
                      <a:pt x="47" y="14"/>
                      <a:pt x="48" y="14"/>
                      <a:pt x="47" y="12"/>
                    </a:cubicBezTo>
                    <a:cubicBezTo>
                      <a:pt x="47" y="12"/>
                      <a:pt x="47" y="12"/>
                      <a:pt x="47" y="12"/>
                    </a:cubicBezTo>
                    <a:cubicBezTo>
                      <a:pt x="47" y="9"/>
                      <a:pt x="47" y="7"/>
                      <a:pt x="47" y="5"/>
                    </a:cubicBezTo>
                    <a:cubicBezTo>
                      <a:pt x="47" y="6"/>
                      <a:pt x="47" y="6"/>
                      <a:pt x="47" y="6"/>
                    </a:cubicBezTo>
                    <a:cubicBezTo>
                      <a:pt x="47" y="3"/>
                      <a:pt x="47" y="3"/>
                      <a:pt x="47" y="3"/>
                    </a:cubicBezTo>
                    <a:cubicBezTo>
                      <a:pt x="47" y="5"/>
                      <a:pt x="46" y="3"/>
                      <a:pt x="46" y="4"/>
                    </a:cubicBezTo>
                    <a:cubicBezTo>
                      <a:pt x="46" y="6"/>
                      <a:pt x="46" y="3"/>
                      <a:pt x="46" y="5"/>
                    </a:cubicBezTo>
                    <a:cubicBezTo>
                      <a:pt x="46" y="5"/>
                      <a:pt x="47" y="8"/>
                      <a:pt x="46" y="7"/>
                    </a:cubicBezTo>
                    <a:cubicBezTo>
                      <a:pt x="46" y="4"/>
                      <a:pt x="46" y="4"/>
                      <a:pt x="46" y="4"/>
                    </a:cubicBezTo>
                    <a:cubicBezTo>
                      <a:pt x="46" y="3"/>
                      <a:pt x="46" y="6"/>
                      <a:pt x="46" y="5"/>
                    </a:cubicBezTo>
                    <a:cubicBezTo>
                      <a:pt x="46" y="4"/>
                      <a:pt x="46" y="4"/>
                      <a:pt x="46" y="4"/>
                    </a:cubicBezTo>
                    <a:cubicBezTo>
                      <a:pt x="45" y="4"/>
                      <a:pt x="44" y="4"/>
                      <a:pt x="44" y="8"/>
                    </a:cubicBezTo>
                    <a:cubicBezTo>
                      <a:pt x="44" y="6"/>
                      <a:pt x="43" y="6"/>
                      <a:pt x="43" y="5"/>
                    </a:cubicBezTo>
                    <a:cubicBezTo>
                      <a:pt x="43" y="6"/>
                      <a:pt x="43" y="7"/>
                      <a:pt x="43" y="7"/>
                    </a:cubicBezTo>
                    <a:cubicBezTo>
                      <a:pt x="43" y="5"/>
                      <a:pt x="43" y="5"/>
                      <a:pt x="43" y="5"/>
                    </a:cubicBezTo>
                    <a:cubicBezTo>
                      <a:pt x="42" y="4"/>
                      <a:pt x="42" y="6"/>
                      <a:pt x="42" y="7"/>
                    </a:cubicBezTo>
                    <a:cubicBezTo>
                      <a:pt x="42" y="6"/>
                      <a:pt x="42" y="6"/>
                      <a:pt x="42" y="6"/>
                    </a:cubicBezTo>
                    <a:cubicBezTo>
                      <a:pt x="42" y="4"/>
                      <a:pt x="42" y="7"/>
                      <a:pt x="42" y="7"/>
                    </a:cubicBezTo>
                    <a:cubicBezTo>
                      <a:pt x="42" y="6"/>
                      <a:pt x="42" y="6"/>
                      <a:pt x="42" y="6"/>
                    </a:cubicBezTo>
                    <a:cubicBezTo>
                      <a:pt x="42" y="7"/>
                      <a:pt x="42" y="7"/>
                      <a:pt x="42" y="7"/>
                    </a:cubicBezTo>
                    <a:cubicBezTo>
                      <a:pt x="42" y="8"/>
                      <a:pt x="42" y="8"/>
                      <a:pt x="41" y="6"/>
                    </a:cubicBezTo>
                    <a:cubicBezTo>
                      <a:pt x="41" y="7"/>
                      <a:pt x="41" y="7"/>
                      <a:pt x="41" y="7"/>
                    </a:cubicBezTo>
                    <a:cubicBezTo>
                      <a:pt x="41" y="6"/>
                      <a:pt x="41" y="6"/>
                      <a:pt x="40" y="7"/>
                    </a:cubicBezTo>
                    <a:cubicBezTo>
                      <a:pt x="41" y="7"/>
                      <a:pt x="41" y="8"/>
                      <a:pt x="41" y="9"/>
                    </a:cubicBezTo>
                    <a:cubicBezTo>
                      <a:pt x="41" y="12"/>
                      <a:pt x="41" y="9"/>
                      <a:pt x="41" y="10"/>
                    </a:cubicBezTo>
                    <a:cubicBezTo>
                      <a:pt x="40" y="8"/>
                      <a:pt x="40" y="8"/>
                      <a:pt x="40" y="8"/>
                    </a:cubicBezTo>
                    <a:cubicBezTo>
                      <a:pt x="40" y="5"/>
                      <a:pt x="39" y="7"/>
                      <a:pt x="39" y="7"/>
                    </a:cubicBezTo>
                    <a:cubicBezTo>
                      <a:pt x="39" y="8"/>
                      <a:pt x="39" y="8"/>
                      <a:pt x="39" y="8"/>
                    </a:cubicBezTo>
                    <a:cubicBezTo>
                      <a:pt x="38" y="6"/>
                      <a:pt x="38" y="8"/>
                      <a:pt x="38" y="8"/>
                    </a:cubicBezTo>
                    <a:cubicBezTo>
                      <a:pt x="38" y="9"/>
                      <a:pt x="38" y="11"/>
                      <a:pt x="38" y="11"/>
                    </a:cubicBezTo>
                    <a:cubicBezTo>
                      <a:pt x="38" y="13"/>
                      <a:pt x="38" y="9"/>
                      <a:pt x="37" y="8"/>
                    </a:cubicBezTo>
                    <a:cubicBezTo>
                      <a:pt x="37" y="9"/>
                      <a:pt x="37" y="9"/>
                      <a:pt x="37" y="9"/>
                    </a:cubicBezTo>
                    <a:cubicBezTo>
                      <a:pt x="37" y="8"/>
                      <a:pt x="37" y="8"/>
                      <a:pt x="37" y="8"/>
                    </a:cubicBezTo>
                    <a:cubicBezTo>
                      <a:pt x="37" y="9"/>
                      <a:pt x="37" y="10"/>
                      <a:pt x="37" y="9"/>
                    </a:cubicBezTo>
                    <a:cubicBezTo>
                      <a:pt x="37" y="9"/>
                      <a:pt x="37" y="9"/>
                      <a:pt x="37" y="9"/>
                    </a:cubicBezTo>
                    <a:cubicBezTo>
                      <a:pt x="36" y="9"/>
                      <a:pt x="36" y="8"/>
                      <a:pt x="36" y="8"/>
                    </a:cubicBezTo>
                    <a:cubicBezTo>
                      <a:pt x="36" y="10"/>
                      <a:pt x="36" y="9"/>
                      <a:pt x="36" y="10"/>
                    </a:cubicBezTo>
                    <a:cubicBezTo>
                      <a:pt x="36" y="10"/>
                      <a:pt x="36" y="10"/>
                      <a:pt x="36" y="10"/>
                    </a:cubicBezTo>
                    <a:cubicBezTo>
                      <a:pt x="36" y="11"/>
                      <a:pt x="36" y="11"/>
                      <a:pt x="36" y="11"/>
                    </a:cubicBezTo>
                    <a:cubicBezTo>
                      <a:pt x="36" y="10"/>
                      <a:pt x="36" y="10"/>
                      <a:pt x="36" y="10"/>
                    </a:cubicBezTo>
                    <a:cubicBezTo>
                      <a:pt x="36" y="9"/>
                      <a:pt x="36" y="9"/>
                      <a:pt x="36" y="9"/>
                    </a:cubicBezTo>
                    <a:cubicBezTo>
                      <a:pt x="35" y="8"/>
                      <a:pt x="36" y="10"/>
                      <a:pt x="36" y="11"/>
                    </a:cubicBezTo>
                    <a:cubicBezTo>
                      <a:pt x="36" y="12"/>
                      <a:pt x="36" y="11"/>
                      <a:pt x="35" y="10"/>
                    </a:cubicBezTo>
                    <a:cubicBezTo>
                      <a:pt x="35" y="9"/>
                      <a:pt x="36" y="10"/>
                      <a:pt x="36" y="10"/>
                    </a:cubicBezTo>
                    <a:cubicBezTo>
                      <a:pt x="35" y="9"/>
                      <a:pt x="35" y="9"/>
                      <a:pt x="35" y="9"/>
                    </a:cubicBezTo>
                    <a:cubicBezTo>
                      <a:pt x="35" y="9"/>
                      <a:pt x="36" y="10"/>
                      <a:pt x="35" y="10"/>
                    </a:cubicBezTo>
                    <a:cubicBezTo>
                      <a:pt x="35" y="10"/>
                      <a:pt x="35" y="10"/>
                      <a:pt x="35" y="9"/>
                    </a:cubicBezTo>
                    <a:cubicBezTo>
                      <a:pt x="35" y="10"/>
                      <a:pt x="35" y="10"/>
                      <a:pt x="35" y="10"/>
                    </a:cubicBezTo>
                    <a:cubicBezTo>
                      <a:pt x="35" y="11"/>
                      <a:pt x="35" y="11"/>
                      <a:pt x="35" y="12"/>
                    </a:cubicBezTo>
                    <a:cubicBezTo>
                      <a:pt x="35" y="12"/>
                      <a:pt x="35" y="13"/>
                      <a:pt x="35" y="12"/>
                    </a:cubicBezTo>
                    <a:cubicBezTo>
                      <a:pt x="35" y="12"/>
                      <a:pt x="35" y="12"/>
                      <a:pt x="35" y="12"/>
                    </a:cubicBezTo>
                    <a:cubicBezTo>
                      <a:pt x="35" y="12"/>
                      <a:pt x="35" y="12"/>
                      <a:pt x="35" y="13"/>
                    </a:cubicBezTo>
                    <a:cubicBezTo>
                      <a:pt x="35" y="11"/>
                      <a:pt x="35" y="11"/>
                      <a:pt x="35" y="11"/>
                    </a:cubicBezTo>
                    <a:cubicBezTo>
                      <a:pt x="35" y="12"/>
                      <a:pt x="35" y="12"/>
                      <a:pt x="35" y="13"/>
                    </a:cubicBezTo>
                    <a:cubicBezTo>
                      <a:pt x="34" y="11"/>
                      <a:pt x="34" y="9"/>
                      <a:pt x="33" y="9"/>
                    </a:cubicBezTo>
                    <a:cubicBezTo>
                      <a:pt x="34" y="10"/>
                      <a:pt x="34" y="10"/>
                      <a:pt x="34" y="10"/>
                    </a:cubicBezTo>
                    <a:cubicBezTo>
                      <a:pt x="34" y="11"/>
                      <a:pt x="33" y="10"/>
                      <a:pt x="33" y="9"/>
                    </a:cubicBezTo>
                    <a:cubicBezTo>
                      <a:pt x="33" y="8"/>
                      <a:pt x="34" y="14"/>
                      <a:pt x="33" y="13"/>
                    </a:cubicBezTo>
                    <a:cubicBezTo>
                      <a:pt x="33" y="11"/>
                      <a:pt x="33" y="10"/>
                      <a:pt x="32" y="10"/>
                    </a:cubicBezTo>
                    <a:cubicBezTo>
                      <a:pt x="33" y="10"/>
                      <a:pt x="33" y="11"/>
                      <a:pt x="33" y="11"/>
                    </a:cubicBezTo>
                    <a:cubicBezTo>
                      <a:pt x="33" y="12"/>
                      <a:pt x="32" y="10"/>
                      <a:pt x="33" y="11"/>
                    </a:cubicBezTo>
                    <a:cubicBezTo>
                      <a:pt x="33" y="12"/>
                      <a:pt x="33" y="12"/>
                      <a:pt x="33" y="12"/>
                    </a:cubicBezTo>
                    <a:cubicBezTo>
                      <a:pt x="32" y="8"/>
                      <a:pt x="32" y="11"/>
                      <a:pt x="31" y="9"/>
                    </a:cubicBezTo>
                    <a:cubicBezTo>
                      <a:pt x="31" y="12"/>
                      <a:pt x="31" y="10"/>
                      <a:pt x="31" y="11"/>
                    </a:cubicBezTo>
                    <a:cubicBezTo>
                      <a:pt x="30" y="9"/>
                      <a:pt x="31" y="12"/>
                      <a:pt x="30" y="10"/>
                    </a:cubicBezTo>
                    <a:cubicBezTo>
                      <a:pt x="31" y="13"/>
                      <a:pt x="31" y="13"/>
                      <a:pt x="31" y="13"/>
                    </a:cubicBezTo>
                    <a:cubicBezTo>
                      <a:pt x="30" y="11"/>
                      <a:pt x="32" y="16"/>
                      <a:pt x="31" y="13"/>
                    </a:cubicBezTo>
                    <a:cubicBezTo>
                      <a:pt x="30" y="13"/>
                      <a:pt x="30" y="12"/>
                      <a:pt x="30" y="11"/>
                    </a:cubicBezTo>
                    <a:cubicBezTo>
                      <a:pt x="29" y="9"/>
                      <a:pt x="30" y="14"/>
                      <a:pt x="29" y="11"/>
                    </a:cubicBezTo>
                    <a:cubicBezTo>
                      <a:pt x="30" y="14"/>
                      <a:pt x="30" y="14"/>
                      <a:pt x="30" y="14"/>
                    </a:cubicBezTo>
                    <a:cubicBezTo>
                      <a:pt x="30" y="13"/>
                      <a:pt x="29" y="12"/>
                      <a:pt x="29" y="11"/>
                    </a:cubicBezTo>
                    <a:cubicBezTo>
                      <a:pt x="29" y="12"/>
                      <a:pt x="29" y="13"/>
                      <a:pt x="29" y="12"/>
                    </a:cubicBezTo>
                    <a:cubicBezTo>
                      <a:pt x="28" y="11"/>
                      <a:pt x="28" y="11"/>
                      <a:pt x="28" y="11"/>
                    </a:cubicBezTo>
                    <a:cubicBezTo>
                      <a:pt x="28" y="10"/>
                      <a:pt x="28" y="11"/>
                      <a:pt x="28" y="12"/>
                    </a:cubicBezTo>
                    <a:cubicBezTo>
                      <a:pt x="28" y="11"/>
                      <a:pt x="28" y="12"/>
                      <a:pt x="27" y="11"/>
                    </a:cubicBezTo>
                    <a:cubicBezTo>
                      <a:pt x="28" y="13"/>
                      <a:pt x="26" y="10"/>
                      <a:pt x="27" y="13"/>
                    </a:cubicBezTo>
                    <a:cubicBezTo>
                      <a:pt x="27" y="12"/>
                      <a:pt x="27" y="12"/>
                      <a:pt x="27" y="12"/>
                    </a:cubicBezTo>
                    <a:cubicBezTo>
                      <a:pt x="27" y="13"/>
                      <a:pt x="28" y="15"/>
                      <a:pt x="28" y="15"/>
                    </a:cubicBezTo>
                    <a:cubicBezTo>
                      <a:pt x="27" y="13"/>
                      <a:pt x="27" y="13"/>
                      <a:pt x="27" y="13"/>
                    </a:cubicBezTo>
                    <a:cubicBezTo>
                      <a:pt x="26" y="11"/>
                      <a:pt x="27" y="13"/>
                      <a:pt x="26" y="12"/>
                    </a:cubicBezTo>
                    <a:cubicBezTo>
                      <a:pt x="27" y="13"/>
                      <a:pt x="26" y="12"/>
                      <a:pt x="26" y="13"/>
                    </a:cubicBezTo>
                    <a:cubicBezTo>
                      <a:pt x="26" y="14"/>
                      <a:pt x="26" y="14"/>
                      <a:pt x="26" y="14"/>
                    </a:cubicBezTo>
                    <a:cubicBezTo>
                      <a:pt x="27" y="15"/>
                      <a:pt x="27" y="15"/>
                      <a:pt x="27" y="15"/>
                    </a:cubicBezTo>
                    <a:cubicBezTo>
                      <a:pt x="26" y="15"/>
                      <a:pt x="26" y="13"/>
                      <a:pt x="26" y="13"/>
                    </a:cubicBezTo>
                    <a:cubicBezTo>
                      <a:pt x="25" y="12"/>
                      <a:pt x="26" y="13"/>
                      <a:pt x="26" y="13"/>
                    </a:cubicBezTo>
                    <a:cubicBezTo>
                      <a:pt x="26" y="13"/>
                      <a:pt x="26" y="13"/>
                      <a:pt x="26" y="14"/>
                    </a:cubicBezTo>
                    <a:cubicBezTo>
                      <a:pt x="26" y="13"/>
                      <a:pt x="26" y="13"/>
                      <a:pt x="26" y="13"/>
                    </a:cubicBezTo>
                    <a:cubicBezTo>
                      <a:pt x="26" y="13"/>
                      <a:pt x="26" y="13"/>
                      <a:pt x="26" y="14"/>
                    </a:cubicBezTo>
                    <a:cubicBezTo>
                      <a:pt x="26" y="13"/>
                      <a:pt x="26" y="13"/>
                      <a:pt x="25" y="13"/>
                    </a:cubicBezTo>
                    <a:cubicBezTo>
                      <a:pt x="26" y="13"/>
                      <a:pt x="26" y="13"/>
                      <a:pt x="26" y="13"/>
                    </a:cubicBezTo>
                    <a:cubicBezTo>
                      <a:pt x="25" y="13"/>
                      <a:pt x="25" y="13"/>
                      <a:pt x="25" y="13"/>
                    </a:cubicBezTo>
                    <a:cubicBezTo>
                      <a:pt x="25" y="13"/>
                      <a:pt x="25" y="13"/>
                      <a:pt x="25" y="13"/>
                    </a:cubicBezTo>
                    <a:cubicBezTo>
                      <a:pt x="25" y="13"/>
                      <a:pt x="25" y="13"/>
                      <a:pt x="25" y="13"/>
                    </a:cubicBezTo>
                    <a:cubicBezTo>
                      <a:pt x="25" y="11"/>
                      <a:pt x="25" y="11"/>
                      <a:pt x="25" y="11"/>
                    </a:cubicBezTo>
                    <a:cubicBezTo>
                      <a:pt x="24" y="11"/>
                      <a:pt x="25" y="13"/>
                      <a:pt x="25" y="13"/>
                    </a:cubicBezTo>
                    <a:cubicBezTo>
                      <a:pt x="24" y="12"/>
                      <a:pt x="24" y="14"/>
                      <a:pt x="24" y="15"/>
                    </a:cubicBezTo>
                    <a:cubicBezTo>
                      <a:pt x="24" y="15"/>
                      <a:pt x="24" y="14"/>
                      <a:pt x="24" y="14"/>
                    </a:cubicBezTo>
                    <a:cubicBezTo>
                      <a:pt x="24" y="15"/>
                      <a:pt x="24" y="16"/>
                      <a:pt x="24" y="15"/>
                    </a:cubicBezTo>
                    <a:cubicBezTo>
                      <a:pt x="24" y="16"/>
                      <a:pt x="23" y="14"/>
                      <a:pt x="23" y="14"/>
                    </a:cubicBezTo>
                    <a:cubicBezTo>
                      <a:pt x="23" y="14"/>
                      <a:pt x="24" y="15"/>
                      <a:pt x="24" y="15"/>
                    </a:cubicBezTo>
                    <a:cubicBezTo>
                      <a:pt x="23" y="13"/>
                      <a:pt x="23" y="17"/>
                      <a:pt x="23" y="15"/>
                    </a:cubicBezTo>
                    <a:cubicBezTo>
                      <a:pt x="23" y="15"/>
                      <a:pt x="22" y="14"/>
                      <a:pt x="22" y="14"/>
                    </a:cubicBezTo>
                    <a:cubicBezTo>
                      <a:pt x="22" y="15"/>
                      <a:pt x="22" y="16"/>
                      <a:pt x="23" y="17"/>
                    </a:cubicBezTo>
                    <a:cubicBezTo>
                      <a:pt x="22" y="16"/>
                      <a:pt x="22" y="16"/>
                      <a:pt x="22" y="16"/>
                    </a:cubicBezTo>
                    <a:cubicBezTo>
                      <a:pt x="22" y="16"/>
                      <a:pt x="22" y="16"/>
                      <a:pt x="22" y="17"/>
                    </a:cubicBezTo>
                    <a:cubicBezTo>
                      <a:pt x="23" y="18"/>
                      <a:pt x="23" y="20"/>
                      <a:pt x="23" y="19"/>
                    </a:cubicBezTo>
                    <a:cubicBezTo>
                      <a:pt x="23" y="19"/>
                      <a:pt x="23" y="19"/>
                      <a:pt x="23" y="19"/>
                    </a:cubicBezTo>
                    <a:cubicBezTo>
                      <a:pt x="22" y="20"/>
                      <a:pt x="22" y="20"/>
                      <a:pt x="22" y="20"/>
                    </a:cubicBezTo>
                    <a:cubicBezTo>
                      <a:pt x="22" y="19"/>
                      <a:pt x="22" y="20"/>
                      <a:pt x="22" y="19"/>
                    </a:cubicBezTo>
                    <a:cubicBezTo>
                      <a:pt x="21" y="16"/>
                      <a:pt x="21" y="17"/>
                      <a:pt x="21" y="17"/>
                    </a:cubicBezTo>
                    <a:cubicBezTo>
                      <a:pt x="21" y="19"/>
                      <a:pt x="21" y="19"/>
                      <a:pt x="21" y="19"/>
                    </a:cubicBezTo>
                    <a:cubicBezTo>
                      <a:pt x="21" y="19"/>
                      <a:pt x="21" y="17"/>
                      <a:pt x="21" y="17"/>
                    </a:cubicBezTo>
                    <a:cubicBezTo>
                      <a:pt x="22" y="22"/>
                      <a:pt x="22" y="22"/>
                      <a:pt x="22" y="22"/>
                    </a:cubicBezTo>
                    <a:cubicBezTo>
                      <a:pt x="22" y="22"/>
                      <a:pt x="21" y="20"/>
                      <a:pt x="21" y="19"/>
                    </a:cubicBezTo>
                    <a:cubicBezTo>
                      <a:pt x="21" y="20"/>
                      <a:pt x="22" y="22"/>
                      <a:pt x="22" y="24"/>
                    </a:cubicBezTo>
                    <a:cubicBezTo>
                      <a:pt x="22" y="24"/>
                      <a:pt x="22" y="25"/>
                      <a:pt x="22" y="25"/>
                    </a:cubicBezTo>
                    <a:cubicBezTo>
                      <a:pt x="21" y="24"/>
                      <a:pt x="22" y="25"/>
                      <a:pt x="22" y="24"/>
                    </a:cubicBezTo>
                    <a:cubicBezTo>
                      <a:pt x="21" y="22"/>
                      <a:pt x="21" y="22"/>
                      <a:pt x="21" y="22"/>
                    </a:cubicBezTo>
                    <a:cubicBezTo>
                      <a:pt x="21" y="22"/>
                      <a:pt x="20" y="20"/>
                      <a:pt x="20" y="19"/>
                    </a:cubicBezTo>
                    <a:cubicBezTo>
                      <a:pt x="20" y="20"/>
                      <a:pt x="19" y="19"/>
                      <a:pt x="19" y="19"/>
                    </a:cubicBezTo>
                    <a:cubicBezTo>
                      <a:pt x="20" y="22"/>
                      <a:pt x="19" y="21"/>
                      <a:pt x="20" y="23"/>
                    </a:cubicBezTo>
                    <a:cubicBezTo>
                      <a:pt x="20" y="24"/>
                      <a:pt x="19" y="21"/>
                      <a:pt x="19" y="21"/>
                    </a:cubicBezTo>
                    <a:cubicBezTo>
                      <a:pt x="19" y="22"/>
                      <a:pt x="18" y="21"/>
                      <a:pt x="18" y="22"/>
                    </a:cubicBezTo>
                    <a:cubicBezTo>
                      <a:pt x="18" y="21"/>
                      <a:pt x="18" y="21"/>
                      <a:pt x="18" y="21"/>
                    </a:cubicBezTo>
                    <a:cubicBezTo>
                      <a:pt x="18" y="22"/>
                      <a:pt x="17" y="21"/>
                      <a:pt x="18" y="24"/>
                    </a:cubicBezTo>
                    <a:cubicBezTo>
                      <a:pt x="17" y="22"/>
                      <a:pt x="17" y="22"/>
                      <a:pt x="17" y="22"/>
                    </a:cubicBezTo>
                    <a:cubicBezTo>
                      <a:pt x="17" y="22"/>
                      <a:pt x="19" y="25"/>
                      <a:pt x="18" y="24"/>
                    </a:cubicBezTo>
                    <a:cubicBezTo>
                      <a:pt x="17" y="23"/>
                      <a:pt x="17" y="23"/>
                      <a:pt x="17" y="23"/>
                    </a:cubicBezTo>
                    <a:cubicBezTo>
                      <a:pt x="18" y="24"/>
                      <a:pt x="16" y="22"/>
                      <a:pt x="17" y="24"/>
                    </a:cubicBezTo>
                    <a:cubicBezTo>
                      <a:pt x="17" y="23"/>
                      <a:pt x="17" y="23"/>
                      <a:pt x="17" y="23"/>
                    </a:cubicBezTo>
                    <a:cubicBezTo>
                      <a:pt x="17" y="23"/>
                      <a:pt x="16" y="23"/>
                      <a:pt x="17" y="25"/>
                    </a:cubicBezTo>
                    <a:cubicBezTo>
                      <a:pt x="16" y="23"/>
                      <a:pt x="16" y="23"/>
                      <a:pt x="16" y="23"/>
                    </a:cubicBezTo>
                    <a:cubicBezTo>
                      <a:pt x="15" y="22"/>
                      <a:pt x="17" y="25"/>
                      <a:pt x="16" y="24"/>
                    </a:cubicBezTo>
                    <a:cubicBezTo>
                      <a:pt x="16" y="24"/>
                      <a:pt x="16" y="23"/>
                      <a:pt x="16" y="23"/>
                    </a:cubicBezTo>
                    <a:cubicBezTo>
                      <a:pt x="16" y="24"/>
                      <a:pt x="16" y="24"/>
                      <a:pt x="16" y="25"/>
                    </a:cubicBezTo>
                    <a:cubicBezTo>
                      <a:pt x="15" y="23"/>
                      <a:pt x="15" y="23"/>
                      <a:pt x="15" y="23"/>
                    </a:cubicBezTo>
                    <a:cubicBezTo>
                      <a:pt x="14" y="23"/>
                      <a:pt x="13" y="23"/>
                      <a:pt x="13" y="26"/>
                    </a:cubicBezTo>
                    <a:cubicBezTo>
                      <a:pt x="11" y="24"/>
                      <a:pt x="12" y="24"/>
                      <a:pt x="11" y="23"/>
                    </a:cubicBezTo>
                    <a:cubicBezTo>
                      <a:pt x="12" y="25"/>
                      <a:pt x="11" y="24"/>
                      <a:pt x="11" y="24"/>
                    </a:cubicBezTo>
                    <a:cubicBezTo>
                      <a:pt x="11" y="24"/>
                      <a:pt x="11" y="24"/>
                      <a:pt x="11" y="24"/>
                    </a:cubicBezTo>
                    <a:cubicBezTo>
                      <a:pt x="11" y="25"/>
                      <a:pt x="11" y="23"/>
                      <a:pt x="11" y="24"/>
                    </a:cubicBezTo>
                    <a:cubicBezTo>
                      <a:pt x="11" y="25"/>
                      <a:pt x="11" y="25"/>
                      <a:pt x="11" y="25"/>
                    </a:cubicBezTo>
                    <a:cubicBezTo>
                      <a:pt x="12" y="26"/>
                      <a:pt x="10" y="22"/>
                      <a:pt x="11" y="25"/>
                    </a:cubicBezTo>
                    <a:cubicBezTo>
                      <a:pt x="10" y="23"/>
                      <a:pt x="10" y="23"/>
                      <a:pt x="10" y="23"/>
                    </a:cubicBezTo>
                    <a:cubicBezTo>
                      <a:pt x="11" y="26"/>
                      <a:pt x="9" y="23"/>
                      <a:pt x="10" y="25"/>
                    </a:cubicBezTo>
                    <a:cubicBezTo>
                      <a:pt x="10" y="24"/>
                      <a:pt x="10" y="24"/>
                      <a:pt x="10" y="24"/>
                    </a:cubicBezTo>
                    <a:cubicBezTo>
                      <a:pt x="9" y="24"/>
                      <a:pt x="11" y="27"/>
                      <a:pt x="10" y="25"/>
                    </a:cubicBezTo>
                    <a:cubicBezTo>
                      <a:pt x="10" y="26"/>
                      <a:pt x="10" y="26"/>
                      <a:pt x="11" y="28"/>
                    </a:cubicBezTo>
                    <a:cubicBezTo>
                      <a:pt x="9" y="26"/>
                      <a:pt x="9" y="26"/>
                      <a:pt x="9" y="26"/>
                    </a:cubicBezTo>
                    <a:cubicBezTo>
                      <a:pt x="9" y="27"/>
                      <a:pt x="8" y="27"/>
                      <a:pt x="9" y="30"/>
                    </a:cubicBezTo>
                    <a:cubicBezTo>
                      <a:pt x="8" y="29"/>
                      <a:pt x="8" y="29"/>
                      <a:pt x="8" y="29"/>
                    </a:cubicBezTo>
                    <a:cubicBezTo>
                      <a:pt x="9" y="31"/>
                      <a:pt x="6" y="27"/>
                      <a:pt x="8" y="31"/>
                    </a:cubicBezTo>
                    <a:cubicBezTo>
                      <a:pt x="9" y="33"/>
                      <a:pt x="9" y="33"/>
                      <a:pt x="9" y="33"/>
                    </a:cubicBezTo>
                    <a:cubicBezTo>
                      <a:pt x="8" y="30"/>
                      <a:pt x="8" y="30"/>
                      <a:pt x="8" y="30"/>
                    </a:cubicBezTo>
                    <a:cubicBezTo>
                      <a:pt x="8" y="32"/>
                      <a:pt x="7" y="31"/>
                      <a:pt x="8" y="32"/>
                    </a:cubicBezTo>
                    <a:cubicBezTo>
                      <a:pt x="7" y="31"/>
                      <a:pt x="7" y="31"/>
                      <a:pt x="7" y="31"/>
                    </a:cubicBezTo>
                    <a:cubicBezTo>
                      <a:pt x="7" y="31"/>
                      <a:pt x="8" y="33"/>
                      <a:pt x="8" y="33"/>
                    </a:cubicBezTo>
                    <a:cubicBezTo>
                      <a:pt x="7" y="32"/>
                      <a:pt x="7" y="32"/>
                      <a:pt x="7" y="32"/>
                    </a:cubicBezTo>
                    <a:cubicBezTo>
                      <a:pt x="5" y="30"/>
                      <a:pt x="2" y="29"/>
                      <a:pt x="4" y="33"/>
                    </a:cubicBezTo>
                    <a:cubicBezTo>
                      <a:pt x="4" y="33"/>
                      <a:pt x="3" y="31"/>
                      <a:pt x="3" y="31"/>
                    </a:cubicBezTo>
                    <a:cubicBezTo>
                      <a:pt x="4" y="34"/>
                      <a:pt x="0" y="30"/>
                      <a:pt x="2" y="35"/>
                    </a:cubicBezTo>
                    <a:cubicBezTo>
                      <a:pt x="3" y="36"/>
                      <a:pt x="6" y="41"/>
                      <a:pt x="6" y="41"/>
                    </a:cubicBezTo>
                    <a:cubicBezTo>
                      <a:pt x="6" y="39"/>
                      <a:pt x="9" y="40"/>
                      <a:pt x="11" y="42"/>
                    </a:cubicBezTo>
                    <a:cubicBezTo>
                      <a:pt x="11" y="41"/>
                      <a:pt x="11" y="40"/>
                      <a:pt x="12" y="41"/>
                    </a:cubicBezTo>
                    <a:cubicBezTo>
                      <a:pt x="13" y="40"/>
                      <a:pt x="17" y="43"/>
                      <a:pt x="17" y="40"/>
                    </a:cubicBezTo>
                    <a:cubicBezTo>
                      <a:pt x="17" y="40"/>
                      <a:pt x="16" y="39"/>
                      <a:pt x="16" y="38"/>
                    </a:cubicBezTo>
                    <a:cubicBezTo>
                      <a:pt x="17" y="39"/>
                      <a:pt x="17" y="39"/>
                      <a:pt x="17" y="39"/>
                    </a:cubicBezTo>
                    <a:cubicBezTo>
                      <a:pt x="16" y="38"/>
                      <a:pt x="16" y="38"/>
                      <a:pt x="16" y="38"/>
                    </a:cubicBezTo>
                    <a:cubicBezTo>
                      <a:pt x="16" y="37"/>
                      <a:pt x="17" y="39"/>
                      <a:pt x="17" y="39"/>
                    </a:cubicBezTo>
                    <a:cubicBezTo>
                      <a:pt x="17" y="39"/>
                      <a:pt x="18" y="38"/>
                      <a:pt x="18" y="38"/>
                    </a:cubicBezTo>
                    <a:cubicBezTo>
                      <a:pt x="18" y="36"/>
                      <a:pt x="19" y="38"/>
                      <a:pt x="18" y="36"/>
                    </a:cubicBezTo>
                    <a:cubicBezTo>
                      <a:pt x="18" y="37"/>
                      <a:pt x="18" y="37"/>
                      <a:pt x="18" y="37"/>
                    </a:cubicBezTo>
                    <a:cubicBezTo>
                      <a:pt x="18" y="36"/>
                      <a:pt x="18" y="35"/>
                      <a:pt x="20" y="38"/>
                    </a:cubicBezTo>
                    <a:cubicBezTo>
                      <a:pt x="22" y="39"/>
                      <a:pt x="23" y="37"/>
                      <a:pt x="25" y="37"/>
                    </a:cubicBezTo>
                    <a:cubicBezTo>
                      <a:pt x="26" y="35"/>
                      <a:pt x="27" y="33"/>
                      <a:pt x="29" y="32"/>
                    </a:cubicBezTo>
                    <a:cubicBezTo>
                      <a:pt x="28" y="28"/>
                      <a:pt x="29" y="30"/>
                      <a:pt x="28" y="27"/>
                    </a:cubicBezTo>
                    <a:cubicBezTo>
                      <a:pt x="29" y="28"/>
                      <a:pt x="29" y="28"/>
                      <a:pt x="29" y="28"/>
                    </a:cubicBezTo>
                    <a:cubicBezTo>
                      <a:pt x="28" y="26"/>
                      <a:pt x="29" y="28"/>
                      <a:pt x="30" y="29"/>
                    </a:cubicBezTo>
                    <a:cubicBezTo>
                      <a:pt x="29" y="28"/>
                      <a:pt x="30" y="29"/>
                      <a:pt x="29" y="27"/>
                    </a:cubicBezTo>
                    <a:cubicBezTo>
                      <a:pt x="29" y="25"/>
                      <a:pt x="30" y="30"/>
                      <a:pt x="30" y="29"/>
                    </a:cubicBezTo>
                    <a:cubicBezTo>
                      <a:pt x="30" y="29"/>
                      <a:pt x="30" y="27"/>
                      <a:pt x="30" y="28"/>
                    </a:cubicBezTo>
                    <a:cubicBezTo>
                      <a:pt x="30" y="26"/>
                      <a:pt x="30" y="29"/>
                      <a:pt x="31" y="31"/>
                    </a:cubicBezTo>
                    <a:cubicBezTo>
                      <a:pt x="32" y="30"/>
                      <a:pt x="32" y="28"/>
                      <a:pt x="33" y="29"/>
                    </a:cubicBezTo>
                    <a:cubicBezTo>
                      <a:pt x="33" y="29"/>
                      <a:pt x="33" y="27"/>
                      <a:pt x="33" y="27"/>
                    </a:cubicBezTo>
                    <a:cubicBezTo>
                      <a:pt x="34" y="30"/>
                      <a:pt x="33" y="26"/>
                      <a:pt x="33" y="27"/>
                    </a:cubicBezTo>
                    <a:cubicBezTo>
                      <a:pt x="34" y="28"/>
                      <a:pt x="34" y="28"/>
                      <a:pt x="34" y="28"/>
                    </a:cubicBezTo>
                    <a:cubicBezTo>
                      <a:pt x="34" y="30"/>
                      <a:pt x="34" y="28"/>
                      <a:pt x="35" y="29"/>
                    </a:cubicBezTo>
                    <a:cubicBezTo>
                      <a:pt x="35" y="28"/>
                      <a:pt x="36" y="30"/>
                      <a:pt x="36" y="29"/>
                    </a:cubicBezTo>
                    <a:cubicBezTo>
                      <a:pt x="36" y="30"/>
                      <a:pt x="36" y="29"/>
                      <a:pt x="36" y="30"/>
                    </a:cubicBezTo>
                    <a:cubicBezTo>
                      <a:pt x="36" y="26"/>
                      <a:pt x="37" y="31"/>
                      <a:pt x="37" y="29"/>
                    </a:cubicBezTo>
                    <a:cubicBezTo>
                      <a:pt x="37" y="29"/>
                      <a:pt x="37" y="29"/>
                      <a:pt x="37" y="29"/>
                    </a:cubicBezTo>
                    <a:cubicBezTo>
                      <a:pt x="38" y="29"/>
                      <a:pt x="39" y="29"/>
                      <a:pt x="40" y="27"/>
                    </a:cubicBezTo>
                    <a:cubicBezTo>
                      <a:pt x="40" y="27"/>
                      <a:pt x="41" y="30"/>
                      <a:pt x="41" y="28"/>
                    </a:cubicBezTo>
                    <a:cubicBezTo>
                      <a:pt x="41" y="27"/>
                      <a:pt x="41" y="27"/>
                      <a:pt x="41" y="27"/>
                    </a:cubicBezTo>
                    <a:cubicBezTo>
                      <a:pt x="41" y="27"/>
                      <a:pt x="41" y="28"/>
                      <a:pt x="42" y="28"/>
                    </a:cubicBezTo>
                    <a:cubicBezTo>
                      <a:pt x="42" y="27"/>
                      <a:pt x="42" y="28"/>
                      <a:pt x="43" y="28"/>
                    </a:cubicBezTo>
                    <a:cubicBezTo>
                      <a:pt x="43" y="28"/>
                      <a:pt x="43" y="27"/>
                      <a:pt x="42" y="27"/>
                    </a:cubicBezTo>
                    <a:cubicBezTo>
                      <a:pt x="43" y="29"/>
                      <a:pt x="43" y="26"/>
                      <a:pt x="44" y="27"/>
                    </a:cubicBezTo>
                    <a:cubicBezTo>
                      <a:pt x="43" y="24"/>
                      <a:pt x="44" y="26"/>
                      <a:pt x="44" y="2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0" name="Freeform 193"/>
              <p:cNvSpPr/>
              <p:nvPr/>
            </p:nvSpPr>
            <p:spPr bwMode="auto">
              <a:xfrm>
                <a:off x="3192" y="2160"/>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1" name="Freeform 194"/>
              <p:cNvSpPr/>
              <p:nvPr/>
            </p:nvSpPr>
            <p:spPr bwMode="auto">
              <a:xfrm>
                <a:off x="3146" y="2177"/>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2" name="Freeform 195"/>
              <p:cNvSpPr/>
              <p:nvPr/>
            </p:nvSpPr>
            <p:spPr bwMode="auto">
              <a:xfrm>
                <a:off x="3264" y="1853"/>
                <a:ext cx="2" cy="4"/>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1" y="0"/>
                      <a:pt x="0" y="2"/>
                      <a:pt x="0" y="1"/>
                    </a:cubicBezTo>
                    <a:cubicBezTo>
                      <a:pt x="0" y="2"/>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3" name="Freeform 196"/>
              <p:cNvSpPr/>
              <p:nvPr/>
            </p:nvSpPr>
            <p:spPr bwMode="auto">
              <a:xfrm>
                <a:off x="3209" y="1836"/>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4" name="Freeform 197"/>
              <p:cNvSpPr/>
              <p:nvPr/>
            </p:nvSpPr>
            <p:spPr bwMode="auto">
              <a:xfrm>
                <a:off x="3343" y="2470"/>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5" name="Freeform 198"/>
              <p:cNvSpPr/>
              <p:nvPr/>
            </p:nvSpPr>
            <p:spPr bwMode="auto">
              <a:xfrm>
                <a:off x="3186" y="18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6" name="Freeform 199"/>
              <p:cNvSpPr/>
              <p:nvPr/>
            </p:nvSpPr>
            <p:spPr bwMode="auto">
              <a:xfrm>
                <a:off x="3188" y="1825"/>
                <a:ext cx="2" cy="4"/>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0"/>
                      <a:pt x="0" y="2"/>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7" name="Freeform 200"/>
              <p:cNvSpPr/>
              <p:nvPr/>
            </p:nvSpPr>
            <p:spPr bwMode="auto">
              <a:xfrm>
                <a:off x="3184" y="1833"/>
                <a:ext cx="2"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8" name="Freeform 201"/>
              <p:cNvSpPr/>
              <p:nvPr/>
            </p:nvSpPr>
            <p:spPr bwMode="auto">
              <a:xfrm>
                <a:off x="3351" y="2465"/>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9" name="Freeform 202"/>
              <p:cNvSpPr/>
              <p:nvPr/>
            </p:nvSpPr>
            <p:spPr bwMode="auto">
              <a:xfrm>
                <a:off x="3173" y="1831"/>
                <a:ext cx="2" cy="5"/>
              </a:xfrm>
              <a:custGeom>
                <a:avLst/>
                <a:gdLst>
                  <a:gd name="T0" fmla="*/ 2 w 2"/>
                  <a:gd name="T1" fmla="*/ 0 h 5"/>
                  <a:gd name="T2" fmla="*/ 2 w 2"/>
                  <a:gd name="T3" fmla="*/ 0 h 5"/>
                  <a:gd name="T4" fmla="*/ 0 w 2"/>
                  <a:gd name="T5" fmla="*/ 5 h 5"/>
                  <a:gd name="T6" fmla="*/ 2 w 2"/>
                  <a:gd name="T7" fmla="*/ 0 h 5"/>
                </a:gdLst>
                <a:ahLst/>
                <a:cxnLst>
                  <a:cxn ang="0">
                    <a:pos x="T0" y="T1"/>
                  </a:cxn>
                  <a:cxn ang="0">
                    <a:pos x="T2" y="T3"/>
                  </a:cxn>
                  <a:cxn ang="0">
                    <a:pos x="T4" y="T5"/>
                  </a:cxn>
                  <a:cxn ang="0">
                    <a:pos x="T6" y="T7"/>
                  </a:cxn>
                </a:cxnLst>
                <a:rect l="0" t="0" r="r" b="b"/>
                <a:pathLst>
                  <a:path w="2" h="5">
                    <a:moveTo>
                      <a:pt x="2" y="0"/>
                    </a:moveTo>
                    <a:lnTo>
                      <a:pt x="2" y="0"/>
                    </a:lnTo>
                    <a:lnTo>
                      <a:pt x="0" y="5"/>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0" name="Freeform 203"/>
              <p:cNvSpPr/>
              <p:nvPr/>
            </p:nvSpPr>
            <p:spPr bwMode="auto">
              <a:xfrm>
                <a:off x="3536" y="1554"/>
                <a:ext cx="8" cy="2"/>
              </a:xfrm>
              <a:custGeom>
                <a:avLst/>
                <a:gdLst>
                  <a:gd name="T0" fmla="*/ 0 w 4"/>
                  <a:gd name="T1" fmla="*/ 1 h 1"/>
                  <a:gd name="T2" fmla="*/ 0 w 4"/>
                  <a:gd name="T3" fmla="*/ 1 h 1"/>
                  <a:gd name="T4" fmla="*/ 1 w 4"/>
                  <a:gd name="T5" fmla="*/ 1 h 1"/>
                  <a:gd name="T6" fmla="*/ 2 w 4"/>
                  <a:gd name="T7" fmla="*/ 0 h 1"/>
                  <a:gd name="T8" fmla="*/ 4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0" y="1"/>
                      <a:pt x="0" y="1"/>
                    </a:cubicBezTo>
                    <a:cubicBezTo>
                      <a:pt x="0" y="1"/>
                      <a:pt x="1" y="1"/>
                      <a:pt x="1" y="1"/>
                    </a:cubicBezTo>
                    <a:cubicBezTo>
                      <a:pt x="2" y="1"/>
                      <a:pt x="3" y="1"/>
                      <a:pt x="2" y="0"/>
                    </a:cubicBezTo>
                    <a:cubicBezTo>
                      <a:pt x="3" y="0"/>
                      <a:pt x="4" y="0"/>
                      <a:pt x="4" y="0"/>
                    </a:cubicBezTo>
                    <a:cubicBezTo>
                      <a:pt x="3"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1" name="Freeform 204"/>
              <p:cNvSpPr/>
              <p:nvPr/>
            </p:nvSpPr>
            <p:spPr bwMode="auto">
              <a:xfrm>
                <a:off x="3538" y="155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grpSp>
          <p:nvGrpSpPr>
            <p:cNvPr id="5" name="Group 406"/>
            <p:cNvGrpSpPr/>
            <p:nvPr/>
          </p:nvGrpSpPr>
          <p:grpSpPr bwMode="auto">
            <a:xfrm>
              <a:off x="3112" y="1551"/>
              <a:ext cx="1462" cy="1559"/>
              <a:chOff x="3112" y="1551"/>
              <a:chExt cx="1462" cy="1559"/>
            </a:xfrm>
            <a:grpFill/>
          </p:grpSpPr>
          <p:sp>
            <p:nvSpPr>
              <p:cNvPr id="52" name="Freeform 206"/>
              <p:cNvSpPr/>
              <p:nvPr/>
            </p:nvSpPr>
            <p:spPr bwMode="auto">
              <a:xfrm>
                <a:off x="3534" y="1558"/>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3" name="Freeform 207"/>
              <p:cNvSpPr/>
              <p:nvPr/>
            </p:nvSpPr>
            <p:spPr bwMode="auto">
              <a:xfrm>
                <a:off x="3513" y="1581"/>
                <a:ext cx="4"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4" name="Freeform 208"/>
              <p:cNvSpPr/>
              <p:nvPr/>
            </p:nvSpPr>
            <p:spPr bwMode="auto">
              <a:xfrm>
                <a:off x="3513" y="1579"/>
                <a:ext cx="6" cy="2"/>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5" name="Freeform 209"/>
              <p:cNvSpPr/>
              <p:nvPr/>
            </p:nvSpPr>
            <p:spPr bwMode="auto">
              <a:xfrm>
                <a:off x="3536" y="1551"/>
                <a:ext cx="4"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lnTo>
                      <a:pt x="2"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6" name="Freeform 210"/>
              <p:cNvSpPr/>
              <p:nvPr/>
            </p:nvSpPr>
            <p:spPr bwMode="auto">
              <a:xfrm>
                <a:off x="3112" y="1810"/>
                <a:ext cx="161" cy="87"/>
              </a:xfrm>
              <a:custGeom>
                <a:avLst/>
                <a:gdLst>
                  <a:gd name="T0" fmla="*/ 12 w 76"/>
                  <a:gd name="T1" fmla="*/ 18 h 41"/>
                  <a:gd name="T2" fmla="*/ 22 w 76"/>
                  <a:gd name="T3" fmla="*/ 26 h 41"/>
                  <a:gd name="T4" fmla="*/ 33 w 76"/>
                  <a:gd name="T5" fmla="*/ 25 h 41"/>
                  <a:gd name="T6" fmla="*/ 37 w 76"/>
                  <a:gd name="T7" fmla="*/ 28 h 41"/>
                  <a:gd name="T8" fmla="*/ 43 w 76"/>
                  <a:gd name="T9" fmla="*/ 32 h 41"/>
                  <a:gd name="T10" fmla="*/ 48 w 76"/>
                  <a:gd name="T11" fmla="*/ 35 h 41"/>
                  <a:gd name="T12" fmla="*/ 53 w 76"/>
                  <a:gd name="T13" fmla="*/ 33 h 41"/>
                  <a:gd name="T14" fmla="*/ 60 w 76"/>
                  <a:gd name="T15" fmla="*/ 35 h 41"/>
                  <a:gd name="T16" fmla="*/ 63 w 76"/>
                  <a:gd name="T17" fmla="*/ 36 h 41"/>
                  <a:gd name="T18" fmla="*/ 67 w 76"/>
                  <a:gd name="T19" fmla="*/ 40 h 41"/>
                  <a:gd name="T20" fmla="*/ 69 w 76"/>
                  <a:gd name="T21" fmla="*/ 40 h 41"/>
                  <a:gd name="T22" fmla="*/ 72 w 76"/>
                  <a:gd name="T23" fmla="*/ 38 h 41"/>
                  <a:gd name="T24" fmla="*/ 74 w 76"/>
                  <a:gd name="T25" fmla="*/ 36 h 41"/>
                  <a:gd name="T26" fmla="*/ 75 w 76"/>
                  <a:gd name="T27" fmla="*/ 34 h 41"/>
                  <a:gd name="T28" fmla="*/ 71 w 76"/>
                  <a:gd name="T29" fmla="*/ 33 h 41"/>
                  <a:gd name="T30" fmla="*/ 72 w 76"/>
                  <a:gd name="T31" fmla="*/ 31 h 41"/>
                  <a:gd name="T32" fmla="*/ 71 w 76"/>
                  <a:gd name="T33" fmla="*/ 29 h 41"/>
                  <a:gd name="T34" fmla="*/ 73 w 76"/>
                  <a:gd name="T35" fmla="*/ 25 h 41"/>
                  <a:gd name="T36" fmla="*/ 75 w 76"/>
                  <a:gd name="T37" fmla="*/ 22 h 41"/>
                  <a:gd name="T38" fmla="*/ 71 w 76"/>
                  <a:gd name="T39" fmla="*/ 25 h 41"/>
                  <a:gd name="T40" fmla="*/ 67 w 76"/>
                  <a:gd name="T41" fmla="*/ 28 h 41"/>
                  <a:gd name="T42" fmla="*/ 70 w 76"/>
                  <a:gd name="T43" fmla="*/ 22 h 41"/>
                  <a:gd name="T44" fmla="*/ 69 w 76"/>
                  <a:gd name="T45" fmla="*/ 23 h 41"/>
                  <a:gd name="T46" fmla="*/ 70 w 76"/>
                  <a:gd name="T47" fmla="*/ 20 h 41"/>
                  <a:gd name="T48" fmla="*/ 68 w 76"/>
                  <a:gd name="T49" fmla="*/ 20 h 41"/>
                  <a:gd name="T50" fmla="*/ 67 w 76"/>
                  <a:gd name="T51" fmla="*/ 19 h 41"/>
                  <a:gd name="T52" fmla="*/ 62 w 76"/>
                  <a:gd name="T53" fmla="*/ 24 h 41"/>
                  <a:gd name="T54" fmla="*/ 66 w 76"/>
                  <a:gd name="T55" fmla="*/ 18 h 41"/>
                  <a:gd name="T56" fmla="*/ 65 w 76"/>
                  <a:gd name="T57" fmla="*/ 18 h 41"/>
                  <a:gd name="T58" fmla="*/ 60 w 76"/>
                  <a:gd name="T59" fmla="*/ 17 h 41"/>
                  <a:gd name="T60" fmla="*/ 58 w 76"/>
                  <a:gd name="T61" fmla="*/ 17 h 41"/>
                  <a:gd name="T62" fmla="*/ 55 w 76"/>
                  <a:gd name="T63" fmla="*/ 15 h 41"/>
                  <a:gd name="T64" fmla="*/ 53 w 76"/>
                  <a:gd name="T65" fmla="*/ 16 h 41"/>
                  <a:gd name="T66" fmla="*/ 53 w 76"/>
                  <a:gd name="T67" fmla="*/ 15 h 41"/>
                  <a:gd name="T68" fmla="*/ 52 w 76"/>
                  <a:gd name="T69" fmla="*/ 14 h 41"/>
                  <a:gd name="T70" fmla="*/ 50 w 76"/>
                  <a:gd name="T71" fmla="*/ 16 h 41"/>
                  <a:gd name="T72" fmla="*/ 49 w 76"/>
                  <a:gd name="T73" fmla="*/ 13 h 41"/>
                  <a:gd name="T74" fmla="*/ 47 w 76"/>
                  <a:gd name="T75" fmla="*/ 12 h 41"/>
                  <a:gd name="T76" fmla="*/ 45 w 76"/>
                  <a:gd name="T77" fmla="*/ 12 h 41"/>
                  <a:gd name="T78" fmla="*/ 43 w 76"/>
                  <a:gd name="T79" fmla="*/ 11 h 41"/>
                  <a:gd name="T80" fmla="*/ 40 w 76"/>
                  <a:gd name="T81" fmla="*/ 13 h 41"/>
                  <a:gd name="T82" fmla="*/ 40 w 76"/>
                  <a:gd name="T83" fmla="*/ 11 h 41"/>
                  <a:gd name="T84" fmla="*/ 40 w 76"/>
                  <a:gd name="T85" fmla="*/ 11 h 41"/>
                  <a:gd name="T86" fmla="*/ 37 w 76"/>
                  <a:gd name="T87" fmla="*/ 10 h 41"/>
                  <a:gd name="T88" fmla="*/ 34 w 76"/>
                  <a:gd name="T89" fmla="*/ 13 h 41"/>
                  <a:gd name="T90" fmla="*/ 31 w 76"/>
                  <a:gd name="T91" fmla="*/ 14 h 41"/>
                  <a:gd name="T92" fmla="*/ 31 w 76"/>
                  <a:gd name="T93" fmla="*/ 10 h 41"/>
                  <a:gd name="T94" fmla="*/ 26 w 76"/>
                  <a:gd name="T95" fmla="*/ 12 h 41"/>
                  <a:gd name="T96" fmla="*/ 24 w 76"/>
                  <a:gd name="T97" fmla="*/ 12 h 41"/>
                  <a:gd name="T98" fmla="*/ 20 w 76"/>
                  <a:gd name="T99" fmla="*/ 9 h 41"/>
                  <a:gd name="T100" fmla="*/ 20 w 76"/>
                  <a:gd name="T101" fmla="*/ 7 h 41"/>
                  <a:gd name="T102" fmla="*/ 18 w 76"/>
                  <a:gd name="T103" fmla="*/ 6 h 41"/>
                  <a:gd name="T104" fmla="*/ 11 w 76"/>
                  <a:gd name="T105" fmla="*/ 8 h 41"/>
                  <a:gd name="T106" fmla="*/ 4 w 76"/>
                  <a:gd name="T107"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41">
                    <a:moveTo>
                      <a:pt x="3" y="15"/>
                    </a:moveTo>
                    <a:cubicBezTo>
                      <a:pt x="4" y="15"/>
                      <a:pt x="5" y="15"/>
                      <a:pt x="5" y="16"/>
                    </a:cubicBezTo>
                    <a:cubicBezTo>
                      <a:pt x="7" y="16"/>
                      <a:pt x="8" y="22"/>
                      <a:pt x="11" y="21"/>
                    </a:cubicBezTo>
                    <a:cubicBezTo>
                      <a:pt x="11" y="20"/>
                      <a:pt x="11" y="19"/>
                      <a:pt x="12" y="19"/>
                    </a:cubicBezTo>
                    <a:cubicBezTo>
                      <a:pt x="11" y="20"/>
                      <a:pt x="11" y="20"/>
                      <a:pt x="11" y="20"/>
                    </a:cubicBezTo>
                    <a:cubicBezTo>
                      <a:pt x="12" y="18"/>
                      <a:pt x="12" y="18"/>
                      <a:pt x="12" y="18"/>
                    </a:cubicBezTo>
                    <a:cubicBezTo>
                      <a:pt x="13" y="18"/>
                      <a:pt x="12" y="20"/>
                      <a:pt x="11" y="20"/>
                    </a:cubicBezTo>
                    <a:cubicBezTo>
                      <a:pt x="12" y="21"/>
                      <a:pt x="13" y="20"/>
                      <a:pt x="14" y="21"/>
                    </a:cubicBezTo>
                    <a:cubicBezTo>
                      <a:pt x="15" y="19"/>
                      <a:pt x="15" y="21"/>
                      <a:pt x="15" y="19"/>
                    </a:cubicBezTo>
                    <a:cubicBezTo>
                      <a:pt x="15" y="20"/>
                      <a:pt x="15" y="20"/>
                      <a:pt x="15" y="20"/>
                    </a:cubicBezTo>
                    <a:cubicBezTo>
                      <a:pt x="16" y="19"/>
                      <a:pt x="16" y="19"/>
                      <a:pt x="16" y="22"/>
                    </a:cubicBezTo>
                    <a:cubicBezTo>
                      <a:pt x="17" y="25"/>
                      <a:pt x="20" y="24"/>
                      <a:pt x="22" y="26"/>
                    </a:cubicBezTo>
                    <a:cubicBezTo>
                      <a:pt x="24" y="27"/>
                      <a:pt x="27" y="26"/>
                      <a:pt x="30" y="26"/>
                    </a:cubicBezTo>
                    <a:cubicBezTo>
                      <a:pt x="31" y="23"/>
                      <a:pt x="31" y="25"/>
                      <a:pt x="33" y="22"/>
                    </a:cubicBezTo>
                    <a:cubicBezTo>
                      <a:pt x="32" y="23"/>
                      <a:pt x="32" y="23"/>
                      <a:pt x="32" y="23"/>
                    </a:cubicBezTo>
                    <a:cubicBezTo>
                      <a:pt x="33" y="22"/>
                      <a:pt x="33" y="24"/>
                      <a:pt x="33" y="25"/>
                    </a:cubicBezTo>
                    <a:cubicBezTo>
                      <a:pt x="33" y="24"/>
                      <a:pt x="33" y="25"/>
                      <a:pt x="34" y="23"/>
                    </a:cubicBezTo>
                    <a:cubicBezTo>
                      <a:pt x="34" y="22"/>
                      <a:pt x="33" y="26"/>
                      <a:pt x="33" y="25"/>
                    </a:cubicBezTo>
                    <a:cubicBezTo>
                      <a:pt x="33" y="26"/>
                      <a:pt x="34" y="24"/>
                      <a:pt x="34" y="24"/>
                    </a:cubicBezTo>
                    <a:cubicBezTo>
                      <a:pt x="35" y="23"/>
                      <a:pt x="33" y="25"/>
                      <a:pt x="33" y="28"/>
                    </a:cubicBezTo>
                    <a:cubicBezTo>
                      <a:pt x="34" y="27"/>
                      <a:pt x="36" y="26"/>
                      <a:pt x="37" y="27"/>
                    </a:cubicBezTo>
                    <a:cubicBezTo>
                      <a:pt x="36" y="28"/>
                      <a:pt x="37" y="26"/>
                      <a:pt x="37" y="26"/>
                    </a:cubicBezTo>
                    <a:cubicBezTo>
                      <a:pt x="36" y="29"/>
                      <a:pt x="38" y="25"/>
                      <a:pt x="37" y="27"/>
                    </a:cubicBezTo>
                    <a:cubicBezTo>
                      <a:pt x="37" y="27"/>
                      <a:pt x="37" y="27"/>
                      <a:pt x="37" y="28"/>
                    </a:cubicBezTo>
                    <a:cubicBezTo>
                      <a:pt x="37" y="29"/>
                      <a:pt x="38" y="27"/>
                      <a:pt x="38" y="29"/>
                    </a:cubicBezTo>
                    <a:cubicBezTo>
                      <a:pt x="39" y="28"/>
                      <a:pt x="38" y="31"/>
                      <a:pt x="39" y="29"/>
                    </a:cubicBezTo>
                    <a:cubicBezTo>
                      <a:pt x="38" y="31"/>
                      <a:pt x="39" y="30"/>
                      <a:pt x="38" y="31"/>
                    </a:cubicBezTo>
                    <a:cubicBezTo>
                      <a:pt x="40" y="28"/>
                      <a:pt x="38" y="33"/>
                      <a:pt x="40" y="30"/>
                    </a:cubicBezTo>
                    <a:cubicBezTo>
                      <a:pt x="40" y="31"/>
                      <a:pt x="40" y="31"/>
                      <a:pt x="40" y="31"/>
                    </a:cubicBezTo>
                    <a:cubicBezTo>
                      <a:pt x="41" y="31"/>
                      <a:pt x="41" y="33"/>
                      <a:pt x="43" y="32"/>
                    </a:cubicBezTo>
                    <a:cubicBezTo>
                      <a:pt x="44" y="31"/>
                      <a:pt x="43" y="35"/>
                      <a:pt x="44" y="34"/>
                    </a:cubicBezTo>
                    <a:cubicBezTo>
                      <a:pt x="45" y="32"/>
                      <a:pt x="45" y="32"/>
                      <a:pt x="45" y="32"/>
                    </a:cubicBezTo>
                    <a:cubicBezTo>
                      <a:pt x="45" y="32"/>
                      <a:pt x="45" y="33"/>
                      <a:pt x="45" y="34"/>
                    </a:cubicBezTo>
                    <a:cubicBezTo>
                      <a:pt x="46" y="33"/>
                      <a:pt x="45" y="34"/>
                      <a:pt x="46" y="35"/>
                    </a:cubicBezTo>
                    <a:cubicBezTo>
                      <a:pt x="46" y="34"/>
                      <a:pt x="46" y="34"/>
                      <a:pt x="47" y="33"/>
                    </a:cubicBezTo>
                    <a:cubicBezTo>
                      <a:pt x="46" y="36"/>
                      <a:pt x="48" y="33"/>
                      <a:pt x="48" y="35"/>
                    </a:cubicBezTo>
                    <a:cubicBezTo>
                      <a:pt x="49" y="32"/>
                      <a:pt x="49" y="33"/>
                      <a:pt x="49" y="33"/>
                    </a:cubicBezTo>
                    <a:cubicBezTo>
                      <a:pt x="49" y="33"/>
                      <a:pt x="49" y="34"/>
                      <a:pt x="48" y="34"/>
                    </a:cubicBezTo>
                    <a:cubicBezTo>
                      <a:pt x="49" y="34"/>
                      <a:pt x="49" y="34"/>
                      <a:pt x="49" y="35"/>
                    </a:cubicBezTo>
                    <a:cubicBezTo>
                      <a:pt x="50" y="35"/>
                      <a:pt x="51" y="33"/>
                      <a:pt x="50" y="34"/>
                    </a:cubicBezTo>
                    <a:cubicBezTo>
                      <a:pt x="49" y="36"/>
                      <a:pt x="51" y="34"/>
                      <a:pt x="51" y="35"/>
                    </a:cubicBezTo>
                    <a:cubicBezTo>
                      <a:pt x="52" y="33"/>
                      <a:pt x="53" y="32"/>
                      <a:pt x="53" y="33"/>
                    </a:cubicBezTo>
                    <a:cubicBezTo>
                      <a:pt x="51" y="35"/>
                      <a:pt x="51" y="35"/>
                      <a:pt x="51" y="35"/>
                    </a:cubicBezTo>
                    <a:cubicBezTo>
                      <a:pt x="53" y="34"/>
                      <a:pt x="52" y="37"/>
                      <a:pt x="55" y="35"/>
                    </a:cubicBezTo>
                    <a:cubicBezTo>
                      <a:pt x="54" y="36"/>
                      <a:pt x="54" y="36"/>
                      <a:pt x="54" y="36"/>
                    </a:cubicBezTo>
                    <a:cubicBezTo>
                      <a:pt x="56" y="35"/>
                      <a:pt x="55" y="38"/>
                      <a:pt x="58" y="35"/>
                    </a:cubicBezTo>
                    <a:cubicBezTo>
                      <a:pt x="57" y="36"/>
                      <a:pt x="57" y="37"/>
                      <a:pt x="57" y="37"/>
                    </a:cubicBezTo>
                    <a:cubicBezTo>
                      <a:pt x="58" y="36"/>
                      <a:pt x="58" y="36"/>
                      <a:pt x="60" y="35"/>
                    </a:cubicBezTo>
                    <a:cubicBezTo>
                      <a:pt x="60" y="35"/>
                      <a:pt x="59" y="36"/>
                      <a:pt x="59" y="36"/>
                    </a:cubicBezTo>
                    <a:cubicBezTo>
                      <a:pt x="59" y="37"/>
                      <a:pt x="58" y="39"/>
                      <a:pt x="60" y="37"/>
                    </a:cubicBezTo>
                    <a:cubicBezTo>
                      <a:pt x="59" y="38"/>
                      <a:pt x="59" y="38"/>
                      <a:pt x="59" y="38"/>
                    </a:cubicBezTo>
                    <a:cubicBezTo>
                      <a:pt x="60" y="37"/>
                      <a:pt x="62" y="36"/>
                      <a:pt x="61" y="38"/>
                    </a:cubicBezTo>
                    <a:cubicBezTo>
                      <a:pt x="62" y="37"/>
                      <a:pt x="62" y="36"/>
                      <a:pt x="63" y="35"/>
                    </a:cubicBezTo>
                    <a:cubicBezTo>
                      <a:pt x="64" y="35"/>
                      <a:pt x="62" y="37"/>
                      <a:pt x="63" y="36"/>
                    </a:cubicBezTo>
                    <a:cubicBezTo>
                      <a:pt x="62" y="37"/>
                      <a:pt x="62" y="37"/>
                      <a:pt x="62" y="37"/>
                    </a:cubicBezTo>
                    <a:cubicBezTo>
                      <a:pt x="62" y="38"/>
                      <a:pt x="63" y="38"/>
                      <a:pt x="64" y="38"/>
                    </a:cubicBezTo>
                    <a:cubicBezTo>
                      <a:pt x="63" y="40"/>
                      <a:pt x="65" y="38"/>
                      <a:pt x="65" y="39"/>
                    </a:cubicBezTo>
                    <a:cubicBezTo>
                      <a:pt x="66" y="38"/>
                      <a:pt x="65" y="40"/>
                      <a:pt x="67" y="38"/>
                    </a:cubicBezTo>
                    <a:cubicBezTo>
                      <a:pt x="66" y="39"/>
                      <a:pt x="66" y="39"/>
                      <a:pt x="66" y="39"/>
                    </a:cubicBezTo>
                    <a:cubicBezTo>
                      <a:pt x="66" y="39"/>
                      <a:pt x="67" y="40"/>
                      <a:pt x="67" y="40"/>
                    </a:cubicBezTo>
                    <a:cubicBezTo>
                      <a:pt x="67" y="41"/>
                      <a:pt x="68" y="39"/>
                      <a:pt x="69" y="39"/>
                    </a:cubicBezTo>
                    <a:cubicBezTo>
                      <a:pt x="68" y="40"/>
                      <a:pt x="68" y="40"/>
                      <a:pt x="68" y="40"/>
                    </a:cubicBezTo>
                    <a:cubicBezTo>
                      <a:pt x="68" y="39"/>
                      <a:pt x="70" y="38"/>
                      <a:pt x="71" y="37"/>
                    </a:cubicBezTo>
                    <a:cubicBezTo>
                      <a:pt x="71" y="38"/>
                      <a:pt x="71" y="37"/>
                      <a:pt x="71" y="38"/>
                    </a:cubicBezTo>
                    <a:cubicBezTo>
                      <a:pt x="70" y="38"/>
                      <a:pt x="69" y="39"/>
                      <a:pt x="68" y="41"/>
                    </a:cubicBezTo>
                    <a:cubicBezTo>
                      <a:pt x="67" y="41"/>
                      <a:pt x="70" y="39"/>
                      <a:pt x="69" y="40"/>
                    </a:cubicBezTo>
                    <a:cubicBezTo>
                      <a:pt x="69" y="41"/>
                      <a:pt x="69" y="41"/>
                      <a:pt x="70" y="39"/>
                    </a:cubicBezTo>
                    <a:cubicBezTo>
                      <a:pt x="69" y="41"/>
                      <a:pt x="69" y="41"/>
                      <a:pt x="69" y="41"/>
                    </a:cubicBezTo>
                    <a:cubicBezTo>
                      <a:pt x="69" y="41"/>
                      <a:pt x="69" y="41"/>
                      <a:pt x="70" y="40"/>
                    </a:cubicBezTo>
                    <a:cubicBezTo>
                      <a:pt x="70" y="41"/>
                      <a:pt x="70" y="40"/>
                      <a:pt x="70" y="40"/>
                    </a:cubicBezTo>
                    <a:cubicBezTo>
                      <a:pt x="71" y="39"/>
                      <a:pt x="71" y="39"/>
                      <a:pt x="73" y="38"/>
                    </a:cubicBezTo>
                    <a:cubicBezTo>
                      <a:pt x="72" y="38"/>
                      <a:pt x="72" y="38"/>
                      <a:pt x="72" y="38"/>
                    </a:cubicBezTo>
                    <a:cubicBezTo>
                      <a:pt x="73" y="37"/>
                      <a:pt x="74" y="37"/>
                      <a:pt x="73" y="38"/>
                    </a:cubicBezTo>
                    <a:cubicBezTo>
                      <a:pt x="72" y="39"/>
                      <a:pt x="71" y="40"/>
                      <a:pt x="70" y="40"/>
                    </a:cubicBezTo>
                    <a:cubicBezTo>
                      <a:pt x="74" y="38"/>
                      <a:pt x="74" y="38"/>
                      <a:pt x="74" y="38"/>
                    </a:cubicBezTo>
                    <a:cubicBezTo>
                      <a:pt x="73" y="39"/>
                      <a:pt x="73" y="38"/>
                      <a:pt x="74" y="37"/>
                    </a:cubicBezTo>
                    <a:cubicBezTo>
                      <a:pt x="73" y="38"/>
                      <a:pt x="73" y="38"/>
                      <a:pt x="73" y="38"/>
                    </a:cubicBezTo>
                    <a:cubicBezTo>
                      <a:pt x="74" y="36"/>
                      <a:pt x="74" y="36"/>
                      <a:pt x="74" y="36"/>
                    </a:cubicBezTo>
                    <a:cubicBezTo>
                      <a:pt x="74" y="37"/>
                      <a:pt x="75" y="35"/>
                      <a:pt x="73" y="36"/>
                    </a:cubicBezTo>
                    <a:cubicBezTo>
                      <a:pt x="72" y="37"/>
                      <a:pt x="72" y="37"/>
                      <a:pt x="72" y="37"/>
                    </a:cubicBezTo>
                    <a:cubicBezTo>
                      <a:pt x="72" y="37"/>
                      <a:pt x="71" y="39"/>
                      <a:pt x="72" y="37"/>
                    </a:cubicBezTo>
                    <a:cubicBezTo>
                      <a:pt x="73" y="36"/>
                      <a:pt x="73" y="36"/>
                      <a:pt x="73" y="36"/>
                    </a:cubicBezTo>
                    <a:cubicBezTo>
                      <a:pt x="73" y="36"/>
                      <a:pt x="73" y="36"/>
                      <a:pt x="73" y="36"/>
                    </a:cubicBezTo>
                    <a:cubicBezTo>
                      <a:pt x="75" y="34"/>
                      <a:pt x="75" y="34"/>
                      <a:pt x="75" y="34"/>
                    </a:cubicBezTo>
                    <a:cubicBezTo>
                      <a:pt x="72" y="37"/>
                      <a:pt x="73" y="35"/>
                      <a:pt x="73" y="35"/>
                    </a:cubicBezTo>
                    <a:cubicBezTo>
                      <a:pt x="73" y="35"/>
                      <a:pt x="73" y="35"/>
                      <a:pt x="73" y="35"/>
                    </a:cubicBezTo>
                    <a:cubicBezTo>
                      <a:pt x="74" y="34"/>
                      <a:pt x="72" y="36"/>
                      <a:pt x="72" y="36"/>
                    </a:cubicBezTo>
                    <a:cubicBezTo>
                      <a:pt x="72" y="35"/>
                      <a:pt x="74" y="33"/>
                      <a:pt x="75" y="33"/>
                    </a:cubicBezTo>
                    <a:cubicBezTo>
                      <a:pt x="74" y="32"/>
                      <a:pt x="72" y="33"/>
                      <a:pt x="73" y="32"/>
                    </a:cubicBezTo>
                    <a:cubicBezTo>
                      <a:pt x="73" y="32"/>
                      <a:pt x="72" y="32"/>
                      <a:pt x="71" y="33"/>
                    </a:cubicBezTo>
                    <a:cubicBezTo>
                      <a:pt x="71" y="33"/>
                      <a:pt x="73" y="31"/>
                      <a:pt x="72" y="32"/>
                    </a:cubicBezTo>
                    <a:cubicBezTo>
                      <a:pt x="73" y="30"/>
                      <a:pt x="74" y="29"/>
                      <a:pt x="75" y="28"/>
                    </a:cubicBezTo>
                    <a:cubicBezTo>
                      <a:pt x="75" y="28"/>
                      <a:pt x="76" y="27"/>
                      <a:pt x="75" y="27"/>
                    </a:cubicBezTo>
                    <a:cubicBezTo>
                      <a:pt x="76" y="27"/>
                      <a:pt x="76" y="26"/>
                      <a:pt x="76" y="26"/>
                    </a:cubicBezTo>
                    <a:cubicBezTo>
                      <a:pt x="75" y="27"/>
                      <a:pt x="74" y="28"/>
                      <a:pt x="74" y="29"/>
                    </a:cubicBezTo>
                    <a:cubicBezTo>
                      <a:pt x="73" y="31"/>
                      <a:pt x="74" y="29"/>
                      <a:pt x="72" y="31"/>
                    </a:cubicBezTo>
                    <a:cubicBezTo>
                      <a:pt x="72" y="30"/>
                      <a:pt x="72" y="30"/>
                      <a:pt x="71" y="30"/>
                    </a:cubicBezTo>
                    <a:cubicBezTo>
                      <a:pt x="71" y="30"/>
                      <a:pt x="72" y="29"/>
                      <a:pt x="73" y="28"/>
                    </a:cubicBezTo>
                    <a:cubicBezTo>
                      <a:pt x="72" y="29"/>
                      <a:pt x="71" y="30"/>
                      <a:pt x="71" y="29"/>
                    </a:cubicBezTo>
                    <a:cubicBezTo>
                      <a:pt x="70" y="31"/>
                      <a:pt x="70" y="31"/>
                      <a:pt x="69" y="32"/>
                    </a:cubicBezTo>
                    <a:cubicBezTo>
                      <a:pt x="68" y="32"/>
                      <a:pt x="68" y="33"/>
                      <a:pt x="68" y="33"/>
                    </a:cubicBezTo>
                    <a:cubicBezTo>
                      <a:pt x="69" y="31"/>
                      <a:pt x="71" y="29"/>
                      <a:pt x="71" y="29"/>
                    </a:cubicBezTo>
                    <a:cubicBezTo>
                      <a:pt x="72" y="27"/>
                      <a:pt x="71" y="29"/>
                      <a:pt x="72" y="27"/>
                    </a:cubicBezTo>
                    <a:cubicBezTo>
                      <a:pt x="74" y="25"/>
                      <a:pt x="75" y="26"/>
                      <a:pt x="74" y="27"/>
                    </a:cubicBezTo>
                    <a:cubicBezTo>
                      <a:pt x="76" y="25"/>
                      <a:pt x="74" y="26"/>
                      <a:pt x="75" y="25"/>
                    </a:cubicBezTo>
                    <a:cubicBezTo>
                      <a:pt x="75" y="25"/>
                      <a:pt x="74" y="25"/>
                      <a:pt x="73" y="26"/>
                    </a:cubicBezTo>
                    <a:cubicBezTo>
                      <a:pt x="73" y="26"/>
                      <a:pt x="73" y="27"/>
                      <a:pt x="72" y="27"/>
                    </a:cubicBezTo>
                    <a:cubicBezTo>
                      <a:pt x="70" y="29"/>
                      <a:pt x="73" y="26"/>
                      <a:pt x="73" y="25"/>
                    </a:cubicBezTo>
                    <a:cubicBezTo>
                      <a:pt x="73" y="25"/>
                      <a:pt x="73" y="25"/>
                      <a:pt x="73" y="25"/>
                    </a:cubicBezTo>
                    <a:cubicBezTo>
                      <a:pt x="74" y="24"/>
                      <a:pt x="72" y="26"/>
                      <a:pt x="72" y="25"/>
                    </a:cubicBezTo>
                    <a:cubicBezTo>
                      <a:pt x="74" y="23"/>
                      <a:pt x="73" y="25"/>
                      <a:pt x="74" y="24"/>
                    </a:cubicBezTo>
                    <a:cubicBezTo>
                      <a:pt x="76" y="22"/>
                      <a:pt x="76" y="22"/>
                      <a:pt x="76" y="22"/>
                    </a:cubicBezTo>
                    <a:cubicBezTo>
                      <a:pt x="75" y="21"/>
                      <a:pt x="74" y="24"/>
                      <a:pt x="74" y="23"/>
                    </a:cubicBezTo>
                    <a:cubicBezTo>
                      <a:pt x="75" y="22"/>
                      <a:pt x="75" y="22"/>
                      <a:pt x="75" y="22"/>
                    </a:cubicBezTo>
                    <a:cubicBezTo>
                      <a:pt x="74" y="22"/>
                      <a:pt x="74" y="22"/>
                      <a:pt x="74" y="22"/>
                    </a:cubicBezTo>
                    <a:cubicBezTo>
                      <a:pt x="73" y="23"/>
                      <a:pt x="72" y="25"/>
                      <a:pt x="73" y="25"/>
                    </a:cubicBezTo>
                    <a:cubicBezTo>
                      <a:pt x="70" y="27"/>
                      <a:pt x="72" y="25"/>
                      <a:pt x="71" y="25"/>
                    </a:cubicBezTo>
                    <a:cubicBezTo>
                      <a:pt x="70" y="27"/>
                      <a:pt x="72" y="25"/>
                      <a:pt x="71" y="27"/>
                    </a:cubicBezTo>
                    <a:cubicBezTo>
                      <a:pt x="70" y="28"/>
                      <a:pt x="69" y="28"/>
                      <a:pt x="69" y="28"/>
                    </a:cubicBezTo>
                    <a:cubicBezTo>
                      <a:pt x="69" y="28"/>
                      <a:pt x="70" y="26"/>
                      <a:pt x="71" y="25"/>
                    </a:cubicBezTo>
                    <a:cubicBezTo>
                      <a:pt x="71" y="25"/>
                      <a:pt x="71" y="25"/>
                      <a:pt x="71" y="26"/>
                    </a:cubicBezTo>
                    <a:cubicBezTo>
                      <a:pt x="72" y="25"/>
                      <a:pt x="73" y="23"/>
                      <a:pt x="74" y="22"/>
                    </a:cubicBezTo>
                    <a:cubicBezTo>
                      <a:pt x="74" y="21"/>
                      <a:pt x="72" y="24"/>
                      <a:pt x="72" y="23"/>
                    </a:cubicBezTo>
                    <a:cubicBezTo>
                      <a:pt x="73" y="23"/>
                      <a:pt x="71" y="24"/>
                      <a:pt x="71" y="25"/>
                    </a:cubicBezTo>
                    <a:cubicBezTo>
                      <a:pt x="68" y="29"/>
                      <a:pt x="73" y="22"/>
                      <a:pt x="72" y="22"/>
                    </a:cubicBezTo>
                    <a:cubicBezTo>
                      <a:pt x="70" y="25"/>
                      <a:pt x="69" y="25"/>
                      <a:pt x="67" y="28"/>
                    </a:cubicBezTo>
                    <a:cubicBezTo>
                      <a:pt x="67" y="29"/>
                      <a:pt x="66" y="29"/>
                      <a:pt x="66" y="29"/>
                    </a:cubicBezTo>
                    <a:cubicBezTo>
                      <a:pt x="68" y="27"/>
                      <a:pt x="67" y="27"/>
                      <a:pt x="69" y="26"/>
                    </a:cubicBezTo>
                    <a:cubicBezTo>
                      <a:pt x="68" y="26"/>
                      <a:pt x="68" y="26"/>
                      <a:pt x="68" y="26"/>
                    </a:cubicBezTo>
                    <a:cubicBezTo>
                      <a:pt x="70" y="24"/>
                      <a:pt x="70" y="24"/>
                      <a:pt x="70" y="24"/>
                    </a:cubicBezTo>
                    <a:cubicBezTo>
                      <a:pt x="71" y="23"/>
                      <a:pt x="71" y="21"/>
                      <a:pt x="72" y="21"/>
                    </a:cubicBezTo>
                    <a:cubicBezTo>
                      <a:pt x="71" y="21"/>
                      <a:pt x="71" y="22"/>
                      <a:pt x="70" y="22"/>
                    </a:cubicBezTo>
                    <a:cubicBezTo>
                      <a:pt x="71" y="22"/>
                      <a:pt x="71" y="21"/>
                      <a:pt x="71" y="21"/>
                    </a:cubicBezTo>
                    <a:cubicBezTo>
                      <a:pt x="71" y="22"/>
                      <a:pt x="69" y="23"/>
                      <a:pt x="69" y="23"/>
                    </a:cubicBezTo>
                    <a:cubicBezTo>
                      <a:pt x="69" y="23"/>
                      <a:pt x="70" y="22"/>
                      <a:pt x="70" y="21"/>
                    </a:cubicBezTo>
                    <a:cubicBezTo>
                      <a:pt x="71" y="20"/>
                      <a:pt x="71" y="20"/>
                      <a:pt x="71" y="20"/>
                    </a:cubicBezTo>
                    <a:cubicBezTo>
                      <a:pt x="70" y="21"/>
                      <a:pt x="72" y="19"/>
                      <a:pt x="71" y="20"/>
                    </a:cubicBezTo>
                    <a:cubicBezTo>
                      <a:pt x="69" y="23"/>
                      <a:pt x="69" y="23"/>
                      <a:pt x="69" y="23"/>
                    </a:cubicBezTo>
                    <a:cubicBezTo>
                      <a:pt x="68" y="23"/>
                      <a:pt x="69" y="22"/>
                      <a:pt x="69" y="22"/>
                    </a:cubicBezTo>
                    <a:cubicBezTo>
                      <a:pt x="70" y="21"/>
                      <a:pt x="70" y="21"/>
                      <a:pt x="70" y="21"/>
                    </a:cubicBezTo>
                    <a:cubicBezTo>
                      <a:pt x="69" y="22"/>
                      <a:pt x="71" y="19"/>
                      <a:pt x="71" y="19"/>
                    </a:cubicBezTo>
                    <a:cubicBezTo>
                      <a:pt x="70" y="21"/>
                      <a:pt x="70" y="21"/>
                      <a:pt x="70" y="21"/>
                    </a:cubicBezTo>
                    <a:cubicBezTo>
                      <a:pt x="71" y="19"/>
                      <a:pt x="71" y="19"/>
                      <a:pt x="71" y="19"/>
                    </a:cubicBezTo>
                    <a:cubicBezTo>
                      <a:pt x="70" y="20"/>
                      <a:pt x="70" y="20"/>
                      <a:pt x="70" y="20"/>
                    </a:cubicBezTo>
                    <a:cubicBezTo>
                      <a:pt x="70" y="19"/>
                      <a:pt x="70" y="19"/>
                      <a:pt x="70" y="19"/>
                    </a:cubicBezTo>
                    <a:cubicBezTo>
                      <a:pt x="70" y="20"/>
                      <a:pt x="68" y="22"/>
                      <a:pt x="69" y="20"/>
                    </a:cubicBezTo>
                    <a:cubicBezTo>
                      <a:pt x="68" y="22"/>
                      <a:pt x="69" y="20"/>
                      <a:pt x="69" y="21"/>
                    </a:cubicBezTo>
                    <a:cubicBezTo>
                      <a:pt x="68" y="23"/>
                      <a:pt x="68" y="22"/>
                      <a:pt x="67" y="22"/>
                    </a:cubicBezTo>
                    <a:cubicBezTo>
                      <a:pt x="69" y="20"/>
                      <a:pt x="67" y="22"/>
                      <a:pt x="67" y="22"/>
                    </a:cubicBezTo>
                    <a:cubicBezTo>
                      <a:pt x="68" y="20"/>
                      <a:pt x="68" y="20"/>
                      <a:pt x="68" y="20"/>
                    </a:cubicBezTo>
                    <a:cubicBezTo>
                      <a:pt x="67" y="22"/>
                      <a:pt x="67" y="22"/>
                      <a:pt x="67" y="22"/>
                    </a:cubicBezTo>
                    <a:cubicBezTo>
                      <a:pt x="69" y="19"/>
                      <a:pt x="66" y="22"/>
                      <a:pt x="67" y="21"/>
                    </a:cubicBezTo>
                    <a:cubicBezTo>
                      <a:pt x="67" y="20"/>
                      <a:pt x="68" y="19"/>
                      <a:pt x="68" y="18"/>
                    </a:cubicBezTo>
                    <a:cubicBezTo>
                      <a:pt x="67" y="21"/>
                      <a:pt x="66" y="21"/>
                      <a:pt x="65" y="23"/>
                    </a:cubicBezTo>
                    <a:cubicBezTo>
                      <a:pt x="66" y="22"/>
                      <a:pt x="67" y="20"/>
                      <a:pt x="68" y="18"/>
                    </a:cubicBezTo>
                    <a:cubicBezTo>
                      <a:pt x="67" y="20"/>
                      <a:pt x="69" y="17"/>
                      <a:pt x="67" y="19"/>
                    </a:cubicBezTo>
                    <a:cubicBezTo>
                      <a:pt x="67" y="20"/>
                      <a:pt x="66" y="20"/>
                      <a:pt x="65" y="21"/>
                    </a:cubicBezTo>
                    <a:cubicBezTo>
                      <a:pt x="65" y="21"/>
                      <a:pt x="66" y="20"/>
                      <a:pt x="66" y="19"/>
                    </a:cubicBezTo>
                    <a:cubicBezTo>
                      <a:pt x="66" y="20"/>
                      <a:pt x="65" y="21"/>
                      <a:pt x="65" y="22"/>
                    </a:cubicBezTo>
                    <a:cubicBezTo>
                      <a:pt x="65" y="21"/>
                      <a:pt x="63" y="23"/>
                      <a:pt x="64" y="22"/>
                    </a:cubicBezTo>
                    <a:cubicBezTo>
                      <a:pt x="65" y="21"/>
                      <a:pt x="65" y="22"/>
                      <a:pt x="65" y="20"/>
                    </a:cubicBezTo>
                    <a:cubicBezTo>
                      <a:pt x="65" y="20"/>
                      <a:pt x="63" y="24"/>
                      <a:pt x="62" y="24"/>
                    </a:cubicBezTo>
                    <a:cubicBezTo>
                      <a:pt x="62" y="25"/>
                      <a:pt x="60" y="27"/>
                      <a:pt x="60" y="28"/>
                    </a:cubicBezTo>
                    <a:cubicBezTo>
                      <a:pt x="60" y="27"/>
                      <a:pt x="60" y="27"/>
                      <a:pt x="61" y="25"/>
                    </a:cubicBezTo>
                    <a:cubicBezTo>
                      <a:pt x="61" y="26"/>
                      <a:pt x="61" y="26"/>
                      <a:pt x="61" y="26"/>
                    </a:cubicBezTo>
                    <a:cubicBezTo>
                      <a:pt x="62" y="23"/>
                      <a:pt x="64" y="22"/>
                      <a:pt x="65" y="20"/>
                    </a:cubicBezTo>
                    <a:cubicBezTo>
                      <a:pt x="64" y="20"/>
                      <a:pt x="64" y="20"/>
                      <a:pt x="64" y="20"/>
                    </a:cubicBezTo>
                    <a:cubicBezTo>
                      <a:pt x="66" y="18"/>
                      <a:pt x="66" y="18"/>
                      <a:pt x="66" y="18"/>
                    </a:cubicBezTo>
                    <a:cubicBezTo>
                      <a:pt x="65" y="19"/>
                      <a:pt x="65" y="18"/>
                      <a:pt x="65" y="18"/>
                    </a:cubicBezTo>
                    <a:cubicBezTo>
                      <a:pt x="64" y="20"/>
                      <a:pt x="65" y="18"/>
                      <a:pt x="65" y="19"/>
                    </a:cubicBezTo>
                    <a:cubicBezTo>
                      <a:pt x="64" y="19"/>
                      <a:pt x="63" y="22"/>
                      <a:pt x="63" y="21"/>
                    </a:cubicBezTo>
                    <a:cubicBezTo>
                      <a:pt x="65" y="18"/>
                      <a:pt x="65" y="18"/>
                      <a:pt x="65" y="18"/>
                    </a:cubicBezTo>
                    <a:cubicBezTo>
                      <a:pt x="65" y="17"/>
                      <a:pt x="64" y="20"/>
                      <a:pt x="64" y="19"/>
                    </a:cubicBezTo>
                    <a:cubicBezTo>
                      <a:pt x="65" y="18"/>
                      <a:pt x="65" y="18"/>
                      <a:pt x="65" y="18"/>
                    </a:cubicBezTo>
                    <a:cubicBezTo>
                      <a:pt x="64" y="17"/>
                      <a:pt x="63" y="17"/>
                      <a:pt x="60" y="20"/>
                    </a:cubicBezTo>
                    <a:cubicBezTo>
                      <a:pt x="61" y="19"/>
                      <a:pt x="61" y="18"/>
                      <a:pt x="61" y="17"/>
                    </a:cubicBezTo>
                    <a:cubicBezTo>
                      <a:pt x="61" y="18"/>
                      <a:pt x="60" y="19"/>
                      <a:pt x="60" y="19"/>
                    </a:cubicBezTo>
                    <a:cubicBezTo>
                      <a:pt x="61" y="17"/>
                      <a:pt x="61" y="17"/>
                      <a:pt x="61" y="17"/>
                    </a:cubicBezTo>
                    <a:cubicBezTo>
                      <a:pt x="61" y="16"/>
                      <a:pt x="60" y="17"/>
                      <a:pt x="59" y="18"/>
                    </a:cubicBezTo>
                    <a:cubicBezTo>
                      <a:pt x="60" y="17"/>
                      <a:pt x="60" y="17"/>
                      <a:pt x="60" y="17"/>
                    </a:cubicBezTo>
                    <a:cubicBezTo>
                      <a:pt x="61" y="16"/>
                      <a:pt x="59" y="18"/>
                      <a:pt x="59" y="18"/>
                    </a:cubicBezTo>
                    <a:cubicBezTo>
                      <a:pt x="60" y="17"/>
                      <a:pt x="60" y="17"/>
                      <a:pt x="60" y="17"/>
                    </a:cubicBezTo>
                    <a:cubicBezTo>
                      <a:pt x="59" y="18"/>
                      <a:pt x="59" y="18"/>
                      <a:pt x="59" y="18"/>
                    </a:cubicBezTo>
                    <a:cubicBezTo>
                      <a:pt x="58" y="19"/>
                      <a:pt x="58" y="18"/>
                      <a:pt x="60" y="16"/>
                    </a:cubicBezTo>
                    <a:cubicBezTo>
                      <a:pt x="59" y="18"/>
                      <a:pt x="59" y="18"/>
                      <a:pt x="59" y="18"/>
                    </a:cubicBezTo>
                    <a:cubicBezTo>
                      <a:pt x="59" y="16"/>
                      <a:pt x="59" y="16"/>
                      <a:pt x="58" y="17"/>
                    </a:cubicBezTo>
                    <a:cubicBezTo>
                      <a:pt x="58" y="17"/>
                      <a:pt x="58" y="18"/>
                      <a:pt x="57" y="19"/>
                    </a:cubicBezTo>
                    <a:cubicBezTo>
                      <a:pt x="56" y="21"/>
                      <a:pt x="57" y="19"/>
                      <a:pt x="56" y="20"/>
                    </a:cubicBezTo>
                    <a:cubicBezTo>
                      <a:pt x="57" y="18"/>
                      <a:pt x="57" y="18"/>
                      <a:pt x="57" y="18"/>
                    </a:cubicBezTo>
                    <a:cubicBezTo>
                      <a:pt x="59" y="15"/>
                      <a:pt x="57" y="17"/>
                      <a:pt x="56" y="16"/>
                    </a:cubicBezTo>
                    <a:cubicBezTo>
                      <a:pt x="56" y="17"/>
                      <a:pt x="56" y="17"/>
                      <a:pt x="56" y="17"/>
                    </a:cubicBezTo>
                    <a:cubicBezTo>
                      <a:pt x="57" y="15"/>
                      <a:pt x="55" y="17"/>
                      <a:pt x="55" y="15"/>
                    </a:cubicBezTo>
                    <a:cubicBezTo>
                      <a:pt x="55" y="16"/>
                      <a:pt x="53" y="19"/>
                      <a:pt x="53" y="19"/>
                    </a:cubicBezTo>
                    <a:cubicBezTo>
                      <a:pt x="52" y="20"/>
                      <a:pt x="54" y="16"/>
                      <a:pt x="55" y="15"/>
                    </a:cubicBezTo>
                    <a:cubicBezTo>
                      <a:pt x="54" y="16"/>
                      <a:pt x="54" y="16"/>
                      <a:pt x="54" y="16"/>
                    </a:cubicBezTo>
                    <a:cubicBezTo>
                      <a:pt x="54" y="16"/>
                      <a:pt x="54" y="16"/>
                      <a:pt x="54" y="16"/>
                    </a:cubicBezTo>
                    <a:cubicBezTo>
                      <a:pt x="53" y="16"/>
                      <a:pt x="53" y="17"/>
                      <a:pt x="53" y="16"/>
                    </a:cubicBezTo>
                    <a:cubicBezTo>
                      <a:pt x="53" y="16"/>
                      <a:pt x="53" y="16"/>
                      <a:pt x="53" y="16"/>
                    </a:cubicBezTo>
                    <a:cubicBezTo>
                      <a:pt x="53" y="16"/>
                      <a:pt x="54" y="14"/>
                      <a:pt x="53" y="15"/>
                    </a:cubicBezTo>
                    <a:cubicBezTo>
                      <a:pt x="52" y="16"/>
                      <a:pt x="53" y="15"/>
                      <a:pt x="52" y="16"/>
                    </a:cubicBezTo>
                    <a:cubicBezTo>
                      <a:pt x="52" y="16"/>
                      <a:pt x="52" y="16"/>
                      <a:pt x="52" y="16"/>
                    </a:cubicBezTo>
                    <a:cubicBezTo>
                      <a:pt x="51" y="17"/>
                      <a:pt x="51" y="17"/>
                      <a:pt x="51" y="17"/>
                    </a:cubicBezTo>
                    <a:cubicBezTo>
                      <a:pt x="52" y="16"/>
                      <a:pt x="52" y="16"/>
                      <a:pt x="52" y="16"/>
                    </a:cubicBezTo>
                    <a:cubicBezTo>
                      <a:pt x="53" y="15"/>
                      <a:pt x="53" y="15"/>
                      <a:pt x="53" y="15"/>
                    </a:cubicBezTo>
                    <a:cubicBezTo>
                      <a:pt x="53" y="14"/>
                      <a:pt x="52" y="16"/>
                      <a:pt x="51" y="17"/>
                    </a:cubicBezTo>
                    <a:cubicBezTo>
                      <a:pt x="51" y="18"/>
                      <a:pt x="51" y="16"/>
                      <a:pt x="51" y="16"/>
                    </a:cubicBezTo>
                    <a:cubicBezTo>
                      <a:pt x="52" y="15"/>
                      <a:pt x="51" y="16"/>
                      <a:pt x="52" y="16"/>
                    </a:cubicBezTo>
                    <a:cubicBezTo>
                      <a:pt x="52" y="15"/>
                      <a:pt x="52" y="15"/>
                      <a:pt x="52" y="14"/>
                    </a:cubicBezTo>
                    <a:cubicBezTo>
                      <a:pt x="52" y="14"/>
                      <a:pt x="51" y="16"/>
                      <a:pt x="51" y="16"/>
                    </a:cubicBezTo>
                    <a:cubicBezTo>
                      <a:pt x="51" y="15"/>
                      <a:pt x="51" y="16"/>
                      <a:pt x="52" y="14"/>
                    </a:cubicBezTo>
                    <a:cubicBezTo>
                      <a:pt x="51" y="15"/>
                      <a:pt x="51" y="15"/>
                      <a:pt x="51" y="15"/>
                    </a:cubicBezTo>
                    <a:cubicBezTo>
                      <a:pt x="51" y="16"/>
                      <a:pt x="51" y="16"/>
                      <a:pt x="50" y="17"/>
                    </a:cubicBezTo>
                    <a:cubicBezTo>
                      <a:pt x="50" y="17"/>
                      <a:pt x="49" y="18"/>
                      <a:pt x="50" y="17"/>
                    </a:cubicBezTo>
                    <a:cubicBezTo>
                      <a:pt x="50" y="17"/>
                      <a:pt x="50" y="17"/>
                      <a:pt x="50" y="17"/>
                    </a:cubicBezTo>
                    <a:cubicBezTo>
                      <a:pt x="50" y="17"/>
                      <a:pt x="50" y="16"/>
                      <a:pt x="49" y="18"/>
                    </a:cubicBezTo>
                    <a:cubicBezTo>
                      <a:pt x="50" y="16"/>
                      <a:pt x="50" y="16"/>
                      <a:pt x="50" y="16"/>
                    </a:cubicBezTo>
                    <a:cubicBezTo>
                      <a:pt x="49" y="17"/>
                      <a:pt x="49" y="17"/>
                      <a:pt x="49" y="17"/>
                    </a:cubicBezTo>
                    <a:cubicBezTo>
                      <a:pt x="50" y="15"/>
                      <a:pt x="51" y="14"/>
                      <a:pt x="51" y="13"/>
                    </a:cubicBezTo>
                    <a:cubicBezTo>
                      <a:pt x="50" y="15"/>
                      <a:pt x="50" y="15"/>
                      <a:pt x="50" y="15"/>
                    </a:cubicBezTo>
                    <a:cubicBezTo>
                      <a:pt x="49" y="15"/>
                      <a:pt x="50" y="14"/>
                      <a:pt x="50" y="14"/>
                    </a:cubicBezTo>
                    <a:cubicBezTo>
                      <a:pt x="50" y="12"/>
                      <a:pt x="47" y="18"/>
                      <a:pt x="48" y="16"/>
                    </a:cubicBezTo>
                    <a:cubicBezTo>
                      <a:pt x="49" y="14"/>
                      <a:pt x="49" y="14"/>
                      <a:pt x="49" y="13"/>
                    </a:cubicBezTo>
                    <a:cubicBezTo>
                      <a:pt x="49" y="14"/>
                      <a:pt x="48" y="14"/>
                      <a:pt x="48" y="14"/>
                    </a:cubicBezTo>
                    <a:cubicBezTo>
                      <a:pt x="48" y="15"/>
                      <a:pt x="49" y="13"/>
                      <a:pt x="49" y="14"/>
                    </a:cubicBezTo>
                    <a:cubicBezTo>
                      <a:pt x="48" y="16"/>
                      <a:pt x="48" y="15"/>
                      <a:pt x="48" y="15"/>
                    </a:cubicBezTo>
                    <a:cubicBezTo>
                      <a:pt x="50" y="11"/>
                      <a:pt x="47" y="14"/>
                      <a:pt x="48" y="12"/>
                    </a:cubicBezTo>
                    <a:cubicBezTo>
                      <a:pt x="47" y="14"/>
                      <a:pt x="47" y="12"/>
                      <a:pt x="47" y="13"/>
                    </a:cubicBezTo>
                    <a:cubicBezTo>
                      <a:pt x="48" y="11"/>
                      <a:pt x="46" y="13"/>
                      <a:pt x="47" y="12"/>
                    </a:cubicBezTo>
                    <a:cubicBezTo>
                      <a:pt x="46" y="14"/>
                      <a:pt x="46" y="14"/>
                      <a:pt x="46" y="14"/>
                    </a:cubicBezTo>
                    <a:cubicBezTo>
                      <a:pt x="46" y="13"/>
                      <a:pt x="44" y="18"/>
                      <a:pt x="45" y="15"/>
                    </a:cubicBezTo>
                    <a:cubicBezTo>
                      <a:pt x="45" y="14"/>
                      <a:pt x="46" y="13"/>
                      <a:pt x="46" y="13"/>
                    </a:cubicBezTo>
                    <a:cubicBezTo>
                      <a:pt x="47" y="10"/>
                      <a:pt x="44" y="14"/>
                      <a:pt x="46" y="12"/>
                    </a:cubicBezTo>
                    <a:cubicBezTo>
                      <a:pt x="45" y="12"/>
                      <a:pt x="44" y="14"/>
                      <a:pt x="44" y="15"/>
                    </a:cubicBezTo>
                    <a:cubicBezTo>
                      <a:pt x="44" y="14"/>
                      <a:pt x="44" y="12"/>
                      <a:pt x="45" y="12"/>
                    </a:cubicBezTo>
                    <a:cubicBezTo>
                      <a:pt x="44" y="12"/>
                      <a:pt x="44" y="13"/>
                      <a:pt x="44" y="12"/>
                    </a:cubicBezTo>
                    <a:cubicBezTo>
                      <a:pt x="44" y="11"/>
                      <a:pt x="45" y="11"/>
                      <a:pt x="45" y="11"/>
                    </a:cubicBezTo>
                    <a:cubicBezTo>
                      <a:pt x="45" y="10"/>
                      <a:pt x="44" y="11"/>
                      <a:pt x="44" y="12"/>
                    </a:cubicBezTo>
                    <a:cubicBezTo>
                      <a:pt x="44" y="10"/>
                      <a:pt x="43" y="11"/>
                      <a:pt x="44" y="10"/>
                    </a:cubicBezTo>
                    <a:cubicBezTo>
                      <a:pt x="42" y="12"/>
                      <a:pt x="44" y="9"/>
                      <a:pt x="42" y="12"/>
                    </a:cubicBezTo>
                    <a:cubicBezTo>
                      <a:pt x="43" y="11"/>
                      <a:pt x="43" y="11"/>
                      <a:pt x="43" y="11"/>
                    </a:cubicBezTo>
                    <a:cubicBezTo>
                      <a:pt x="42" y="12"/>
                      <a:pt x="41" y="13"/>
                      <a:pt x="41" y="13"/>
                    </a:cubicBezTo>
                    <a:cubicBezTo>
                      <a:pt x="42" y="12"/>
                      <a:pt x="42" y="12"/>
                      <a:pt x="42" y="12"/>
                    </a:cubicBezTo>
                    <a:cubicBezTo>
                      <a:pt x="43" y="9"/>
                      <a:pt x="42" y="11"/>
                      <a:pt x="42" y="10"/>
                    </a:cubicBezTo>
                    <a:cubicBezTo>
                      <a:pt x="42" y="11"/>
                      <a:pt x="42" y="10"/>
                      <a:pt x="42" y="11"/>
                    </a:cubicBezTo>
                    <a:cubicBezTo>
                      <a:pt x="41" y="12"/>
                      <a:pt x="41" y="12"/>
                      <a:pt x="41" y="12"/>
                    </a:cubicBezTo>
                    <a:cubicBezTo>
                      <a:pt x="40" y="13"/>
                      <a:pt x="40" y="13"/>
                      <a:pt x="40" y="13"/>
                    </a:cubicBezTo>
                    <a:cubicBezTo>
                      <a:pt x="40" y="13"/>
                      <a:pt x="41" y="11"/>
                      <a:pt x="41" y="11"/>
                    </a:cubicBezTo>
                    <a:cubicBezTo>
                      <a:pt x="41" y="10"/>
                      <a:pt x="41" y="10"/>
                      <a:pt x="41" y="11"/>
                    </a:cubicBezTo>
                    <a:cubicBezTo>
                      <a:pt x="41" y="11"/>
                      <a:pt x="41" y="11"/>
                      <a:pt x="41" y="11"/>
                    </a:cubicBezTo>
                    <a:cubicBezTo>
                      <a:pt x="41" y="11"/>
                      <a:pt x="41" y="11"/>
                      <a:pt x="41" y="11"/>
                    </a:cubicBezTo>
                    <a:cubicBezTo>
                      <a:pt x="41" y="11"/>
                      <a:pt x="40" y="11"/>
                      <a:pt x="40" y="11"/>
                    </a:cubicBezTo>
                    <a:cubicBezTo>
                      <a:pt x="40" y="11"/>
                      <a:pt x="40" y="11"/>
                      <a:pt x="40" y="11"/>
                    </a:cubicBezTo>
                    <a:cubicBezTo>
                      <a:pt x="41" y="11"/>
                      <a:pt x="41" y="11"/>
                      <a:pt x="41" y="11"/>
                    </a:cubicBezTo>
                    <a:cubicBezTo>
                      <a:pt x="41" y="10"/>
                      <a:pt x="41" y="10"/>
                      <a:pt x="41" y="10"/>
                    </a:cubicBezTo>
                    <a:cubicBezTo>
                      <a:pt x="41" y="10"/>
                      <a:pt x="41" y="10"/>
                      <a:pt x="41" y="10"/>
                    </a:cubicBezTo>
                    <a:cubicBezTo>
                      <a:pt x="41" y="10"/>
                      <a:pt x="41" y="10"/>
                      <a:pt x="41" y="10"/>
                    </a:cubicBezTo>
                    <a:cubicBezTo>
                      <a:pt x="41" y="8"/>
                      <a:pt x="41" y="8"/>
                      <a:pt x="41" y="8"/>
                    </a:cubicBezTo>
                    <a:cubicBezTo>
                      <a:pt x="41" y="8"/>
                      <a:pt x="40" y="10"/>
                      <a:pt x="40" y="11"/>
                    </a:cubicBezTo>
                    <a:cubicBezTo>
                      <a:pt x="40" y="9"/>
                      <a:pt x="39" y="10"/>
                      <a:pt x="38" y="11"/>
                    </a:cubicBezTo>
                    <a:cubicBezTo>
                      <a:pt x="38" y="11"/>
                      <a:pt x="39" y="10"/>
                      <a:pt x="39" y="10"/>
                    </a:cubicBezTo>
                    <a:cubicBezTo>
                      <a:pt x="38" y="10"/>
                      <a:pt x="38" y="12"/>
                      <a:pt x="38" y="11"/>
                    </a:cubicBezTo>
                    <a:cubicBezTo>
                      <a:pt x="38" y="11"/>
                      <a:pt x="38" y="10"/>
                      <a:pt x="38" y="9"/>
                    </a:cubicBezTo>
                    <a:cubicBezTo>
                      <a:pt x="38" y="9"/>
                      <a:pt x="38" y="11"/>
                      <a:pt x="38" y="11"/>
                    </a:cubicBezTo>
                    <a:cubicBezTo>
                      <a:pt x="38" y="8"/>
                      <a:pt x="36" y="12"/>
                      <a:pt x="37" y="10"/>
                    </a:cubicBezTo>
                    <a:cubicBezTo>
                      <a:pt x="36" y="10"/>
                      <a:pt x="37" y="9"/>
                      <a:pt x="37" y="9"/>
                    </a:cubicBezTo>
                    <a:cubicBezTo>
                      <a:pt x="37" y="9"/>
                      <a:pt x="36" y="10"/>
                      <a:pt x="35" y="11"/>
                    </a:cubicBezTo>
                    <a:cubicBezTo>
                      <a:pt x="36" y="10"/>
                      <a:pt x="36" y="10"/>
                      <a:pt x="36" y="10"/>
                    </a:cubicBezTo>
                    <a:cubicBezTo>
                      <a:pt x="36" y="10"/>
                      <a:pt x="35" y="10"/>
                      <a:pt x="35" y="11"/>
                    </a:cubicBezTo>
                    <a:cubicBezTo>
                      <a:pt x="34" y="12"/>
                      <a:pt x="34" y="13"/>
                      <a:pt x="34" y="13"/>
                    </a:cubicBezTo>
                    <a:cubicBezTo>
                      <a:pt x="34" y="13"/>
                      <a:pt x="34" y="13"/>
                      <a:pt x="34" y="13"/>
                    </a:cubicBezTo>
                    <a:cubicBezTo>
                      <a:pt x="33" y="12"/>
                      <a:pt x="33" y="13"/>
                      <a:pt x="33" y="13"/>
                    </a:cubicBezTo>
                    <a:cubicBezTo>
                      <a:pt x="33" y="12"/>
                      <a:pt x="33" y="13"/>
                      <a:pt x="34" y="12"/>
                    </a:cubicBezTo>
                    <a:cubicBezTo>
                      <a:pt x="35" y="10"/>
                      <a:pt x="34" y="10"/>
                      <a:pt x="34" y="10"/>
                    </a:cubicBezTo>
                    <a:cubicBezTo>
                      <a:pt x="33" y="11"/>
                      <a:pt x="33" y="11"/>
                      <a:pt x="33" y="11"/>
                    </a:cubicBezTo>
                    <a:cubicBezTo>
                      <a:pt x="33" y="12"/>
                      <a:pt x="34" y="10"/>
                      <a:pt x="33" y="10"/>
                    </a:cubicBezTo>
                    <a:cubicBezTo>
                      <a:pt x="31" y="14"/>
                      <a:pt x="31" y="14"/>
                      <a:pt x="31" y="14"/>
                    </a:cubicBezTo>
                    <a:cubicBezTo>
                      <a:pt x="31" y="14"/>
                      <a:pt x="32" y="12"/>
                      <a:pt x="32" y="11"/>
                    </a:cubicBezTo>
                    <a:cubicBezTo>
                      <a:pt x="32" y="12"/>
                      <a:pt x="30" y="14"/>
                      <a:pt x="29" y="15"/>
                    </a:cubicBezTo>
                    <a:cubicBezTo>
                      <a:pt x="30" y="15"/>
                      <a:pt x="29" y="16"/>
                      <a:pt x="29" y="16"/>
                    </a:cubicBezTo>
                    <a:cubicBezTo>
                      <a:pt x="29" y="15"/>
                      <a:pt x="29" y="16"/>
                      <a:pt x="29" y="15"/>
                    </a:cubicBezTo>
                    <a:cubicBezTo>
                      <a:pt x="30" y="14"/>
                      <a:pt x="30" y="14"/>
                      <a:pt x="30" y="14"/>
                    </a:cubicBezTo>
                    <a:cubicBezTo>
                      <a:pt x="30" y="13"/>
                      <a:pt x="31" y="11"/>
                      <a:pt x="31" y="10"/>
                    </a:cubicBezTo>
                    <a:cubicBezTo>
                      <a:pt x="31" y="11"/>
                      <a:pt x="31" y="10"/>
                      <a:pt x="30" y="10"/>
                    </a:cubicBezTo>
                    <a:cubicBezTo>
                      <a:pt x="29" y="12"/>
                      <a:pt x="29" y="11"/>
                      <a:pt x="28" y="13"/>
                    </a:cubicBezTo>
                    <a:cubicBezTo>
                      <a:pt x="28" y="13"/>
                      <a:pt x="29" y="11"/>
                      <a:pt x="29" y="11"/>
                    </a:cubicBezTo>
                    <a:cubicBezTo>
                      <a:pt x="28" y="11"/>
                      <a:pt x="28" y="10"/>
                      <a:pt x="28" y="11"/>
                    </a:cubicBezTo>
                    <a:cubicBezTo>
                      <a:pt x="28" y="10"/>
                      <a:pt x="28" y="10"/>
                      <a:pt x="28" y="10"/>
                    </a:cubicBezTo>
                    <a:cubicBezTo>
                      <a:pt x="28" y="11"/>
                      <a:pt x="27" y="10"/>
                      <a:pt x="26" y="12"/>
                    </a:cubicBezTo>
                    <a:cubicBezTo>
                      <a:pt x="27" y="11"/>
                      <a:pt x="27" y="11"/>
                      <a:pt x="27" y="11"/>
                    </a:cubicBezTo>
                    <a:cubicBezTo>
                      <a:pt x="27" y="10"/>
                      <a:pt x="25" y="14"/>
                      <a:pt x="26" y="12"/>
                    </a:cubicBezTo>
                    <a:cubicBezTo>
                      <a:pt x="26" y="11"/>
                      <a:pt x="26" y="11"/>
                      <a:pt x="26" y="11"/>
                    </a:cubicBezTo>
                    <a:cubicBezTo>
                      <a:pt x="26" y="12"/>
                      <a:pt x="26" y="10"/>
                      <a:pt x="25" y="11"/>
                    </a:cubicBezTo>
                    <a:cubicBezTo>
                      <a:pt x="26" y="10"/>
                      <a:pt x="26" y="10"/>
                      <a:pt x="26" y="10"/>
                    </a:cubicBezTo>
                    <a:cubicBezTo>
                      <a:pt x="26" y="11"/>
                      <a:pt x="25" y="10"/>
                      <a:pt x="24" y="12"/>
                    </a:cubicBezTo>
                    <a:cubicBezTo>
                      <a:pt x="25" y="10"/>
                      <a:pt x="25" y="10"/>
                      <a:pt x="25" y="10"/>
                    </a:cubicBezTo>
                    <a:cubicBezTo>
                      <a:pt x="26" y="9"/>
                      <a:pt x="24" y="12"/>
                      <a:pt x="24" y="11"/>
                    </a:cubicBezTo>
                    <a:cubicBezTo>
                      <a:pt x="24" y="11"/>
                      <a:pt x="25" y="10"/>
                      <a:pt x="25" y="10"/>
                    </a:cubicBezTo>
                    <a:cubicBezTo>
                      <a:pt x="24" y="11"/>
                      <a:pt x="24" y="11"/>
                      <a:pt x="24" y="11"/>
                    </a:cubicBezTo>
                    <a:cubicBezTo>
                      <a:pt x="24" y="9"/>
                      <a:pt x="24" y="9"/>
                      <a:pt x="24" y="9"/>
                    </a:cubicBezTo>
                    <a:cubicBezTo>
                      <a:pt x="23" y="8"/>
                      <a:pt x="22" y="8"/>
                      <a:pt x="20" y="9"/>
                    </a:cubicBezTo>
                    <a:cubicBezTo>
                      <a:pt x="21" y="7"/>
                      <a:pt x="21" y="8"/>
                      <a:pt x="22" y="6"/>
                    </a:cubicBezTo>
                    <a:cubicBezTo>
                      <a:pt x="21" y="8"/>
                      <a:pt x="21" y="7"/>
                      <a:pt x="21" y="7"/>
                    </a:cubicBezTo>
                    <a:cubicBezTo>
                      <a:pt x="21" y="7"/>
                      <a:pt x="21" y="7"/>
                      <a:pt x="21" y="7"/>
                    </a:cubicBezTo>
                    <a:cubicBezTo>
                      <a:pt x="20" y="7"/>
                      <a:pt x="21" y="6"/>
                      <a:pt x="20" y="6"/>
                    </a:cubicBezTo>
                    <a:cubicBezTo>
                      <a:pt x="20" y="7"/>
                      <a:pt x="20" y="7"/>
                      <a:pt x="20" y="7"/>
                    </a:cubicBezTo>
                    <a:cubicBezTo>
                      <a:pt x="19" y="8"/>
                      <a:pt x="21" y="4"/>
                      <a:pt x="20" y="7"/>
                    </a:cubicBezTo>
                    <a:cubicBezTo>
                      <a:pt x="20" y="5"/>
                      <a:pt x="20" y="5"/>
                      <a:pt x="20" y="5"/>
                    </a:cubicBezTo>
                    <a:cubicBezTo>
                      <a:pt x="19" y="7"/>
                      <a:pt x="20" y="4"/>
                      <a:pt x="19" y="6"/>
                    </a:cubicBezTo>
                    <a:cubicBezTo>
                      <a:pt x="19" y="6"/>
                      <a:pt x="19" y="6"/>
                      <a:pt x="19" y="6"/>
                    </a:cubicBezTo>
                    <a:cubicBezTo>
                      <a:pt x="20" y="5"/>
                      <a:pt x="18" y="8"/>
                      <a:pt x="18" y="6"/>
                    </a:cubicBezTo>
                    <a:cubicBezTo>
                      <a:pt x="18" y="6"/>
                      <a:pt x="18" y="7"/>
                      <a:pt x="17" y="8"/>
                    </a:cubicBezTo>
                    <a:cubicBezTo>
                      <a:pt x="18" y="6"/>
                      <a:pt x="18" y="6"/>
                      <a:pt x="18" y="6"/>
                    </a:cubicBezTo>
                    <a:cubicBezTo>
                      <a:pt x="17" y="7"/>
                      <a:pt x="16" y="6"/>
                      <a:pt x="14" y="8"/>
                    </a:cubicBezTo>
                    <a:cubicBezTo>
                      <a:pt x="14" y="7"/>
                      <a:pt x="14" y="7"/>
                      <a:pt x="14" y="7"/>
                    </a:cubicBezTo>
                    <a:cubicBezTo>
                      <a:pt x="13" y="8"/>
                      <a:pt x="15" y="4"/>
                      <a:pt x="12" y="8"/>
                    </a:cubicBezTo>
                    <a:cubicBezTo>
                      <a:pt x="11" y="9"/>
                      <a:pt x="11" y="9"/>
                      <a:pt x="11" y="9"/>
                    </a:cubicBezTo>
                    <a:cubicBezTo>
                      <a:pt x="12" y="7"/>
                      <a:pt x="12" y="7"/>
                      <a:pt x="12" y="7"/>
                    </a:cubicBezTo>
                    <a:cubicBezTo>
                      <a:pt x="12" y="8"/>
                      <a:pt x="12" y="7"/>
                      <a:pt x="11" y="8"/>
                    </a:cubicBezTo>
                    <a:cubicBezTo>
                      <a:pt x="12" y="7"/>
                      <a:pt x="12" y="7"/>
                      <a:pt x="12" y="7"/>
                    </a:cubicBezTo>
                    <a:cubicBezTo>
                      <a:pt x="12" y="7"/>
                      <a:pt x="10" y="9"/>
                      <a:pt x="10" y="8"/>
                    </a:cubicBezTo>
                    <a:cubicBezTo>
                      <a:pt x="11" y="8"/>
                      <a:pt x="11" y="8"/>
                      <a:pt x="11" y="8"/>
                    </a:cubicBezTo>
                    <a:cubicBezTo>
                      <a:pt x="11" y="4"/>
                      <a:pt x="11" y="1"/>
                      <a:pt x="8" y="5"/>
                    </a:cubicBezTo>
                    <a:cubicBezTo>
                      <a:pt x="7" y="5"/>
                      <a:pt x="9" y="2"/>
                      <a:pt x="9" y="3"/>
                    </a:cubicBezTo>
                    <a:cubicBezTo>
                      <a:pt x="6" y="5"/>
                      <a:pt x="8" y="0"/>
                      <a:pt x="4" y="4"/>
                    </a:cubicBezTo>
                    <a:cubicBezTo>
                      <a:pt x="3" y="5"/>
                      <a:pt x="0" y="10"/>
                      <a:pt x="0" y="10"/>
                    </a:cubicBezTo>
                    <a:cubicBezTo>
                      <a:pt x="3" y="9"/>
                      <a:pt x="3" y="12"/>
                      <a:pt x="3" y="1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7" name="Freeform 211"/>
              <p:cNvSpPr/>
              <p:nvPr/>
            </p:nvSpPr>
            <p:spPr bwMode="auto">
              <a:xfrm>
                <a:off x="3266" y="1867"/>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0"/>
                      <a:pt x="0" y="1"/>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8" name="Freeform 212"/>
              <p:cNvSpPr/>
              <p:nvPr/>
            </p:nvSpPr>
            <p:spPr bwMode="auto">
              <a:xfrm>
                <a:off x="3266" y="1861"/>
                <a:ext cx="3" cy="4"/>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0"/>
                      <a:pt x="0" y="1"/>
                      <a:pt x="1"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9" name="Freeform 213"/>
              <p:cNvSpPr/>
              <p:nvPr/>
            </p:nvSpPr>
            <p:spPr bwMode="auto">
              <a:xfrm>
                <a:off x="3260" y="185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0" name="Freeform 214"/>
              <p:cNvSpPr/>
              <p:nvPr/>
            </p:nvSpPr>
            <p:spPr bwMode="auto">
              <a:xfrm>
                <a:off x="3260" y="1893"/>
                <a:ext cx="4" cy="6"/>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1" y="1"/>
                      <a:pt x="1"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1" name="Freeform 215"/>
              <p:cNvSpPr/>
              <p:nvPr/>
            </p:nvSpPr>
            <p:spPr bwMode="auto">
              <a:xfrm>
                <a:off x="3269" y="1870"/>
                <a:ext cx="2" cy="4"/>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0" y="1"/>
                      <a:pt x="0" y="1"/>
                    </a:cubicBezTo>
                    <a:cubicBezTo>
                      <a:pt x="0" y="1"/>
                      <a:pt x="0" y="2"/>
                      <a:pt x="0" y="2"/>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2" name="Freeform 216"/>
              <p:cNvSpPr/>
              <p:nvPr/>
            </p:nvSpPr>
            <p:spPr bwMode="auto">
              <a:xfrm>
                <a:off x="3260" y="1895"/>
                <a:ext cx="4" cy="4"/>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2" y="0"/>
                      <a:pt x="1" y="2"/>
                      <a:pt x="1" y="2"/>
                    </a:cubicBezTo>
                    <a:cubicBezTo>
                      <a:pt x="0" y="2"/>
                      <a:pt x="1"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3" name="Freeform 217"/>
              <p:cNvSpPr/>
              <p:nvPr/>
            </p:nvSpPr>
            <p:spPr bwMode="auto">
              <a:xfrm>
                <a:off x="4538" y="18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4" name="Freeform 218"/>
              <p:cNvSpPr/>
              <p:nvPr/>
            </p:nvSpPr>
            <p:spPr bwMode="auto">
              <a:xfrm>
                <a:off x="3213" y="1882"/>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5" name="Freeform 219"/>
              <p:cNvSpPr/>
              <p:nvPr/>
            </p:nvSpPr>
            <p:spPr bwMode="auto">
              <a:xfrm>
                <a:off x="3190" y="182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6" name="Freeform 220"/>
              <p:cNvSpPr/>
              <p:nvPr/>
            </p:nvSpPr>
            <p:spPr bwMode="auto">
              <a:xfrm>
                <a:off x="3271" y="187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7" name="Freeform 221"/>
              <p:cNvSpPr/>
              <p:nvPr/>
            </p:nvSpPr>
            <p:spPr bwMode="auto">
              <a:xfrm>
                <a:off x="3190" y="187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8" name="Freeform 222"/>
              <p:cNvSpPr/>
              <p:nvPr/>
            </p:nvSpPr>
            <p:spPr bwMode="auto">
              <a:xfrm>
                <a:off x="4574" y="1855"/>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9" name="Freeform 223"/>
              <p:cNvSpPr/>
              <p:nvPr/>
            </p:nvSpPr>
            <p:spPr bwMode="auto">
              <a:xfrm>
                <a:off x="3199" y="18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0" name="Freeform 224"/>
              <p:cNvSpPr/>
              <p:nvPr/>
            </p:nvSpPr>
            <p:spPr bwMode="auto">
              <a:xfrm>
                <a:off x="3271" y="1859"/>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1" name="Freeform 225"/>
              <p:cNvSpPr/>
              <p:nvPr/>
            </p:nvSpPr>
            <p:spPr bwMode="auto">
              <a:xfrm>
                <a:off x="3742" y="3006"/>
                <a:ext cx="6" cy="9"/>
              </a:xfrm>
              <a:custGeom>
                <a:avLst/>
                <a:gdLst>
                  <a:gd name="T0" fmla="*/ 3 w 3"/>
                  <a:gd name="T1" fmla="*/ 0 h 4"/>
                  <a:gd name="T2" fmla="*/ 1 w 3"/>
                  <a:gd name="T3" fmla="*/ 1 h 4"/>
                  <a:gd name="T4" fmla="*/ 1 w 3"/>
                  <a:gd name="T5" fmla="*/ 3 h 4"/>
                  <a:gd name="T6" fmla="*/ 0 w 3"/>
                  <a:gd name="T7" fmla="*/ 4 h 4"/>
                  <a:gd name="T8" fmla="*/ 2 w 3"/>
                  <a:gd name="T9" fmla="*/ 1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cubicBezTo>
                      <a:pt x="2" y="1"/>
                      <a:pt x="2" y="1"/>
                      <a:pt x="1" y="1"/>
                    </a:cubicBezTo>
                    <a:cubicBezTo>
                      <a:pt x="1" y="2"/>
                      <a:pt x="0" y="3"/>
                      <a:pt x="1" y="3"/>
                    </a:cubicBezTo>
                    <a:cubicBezTo>
                      <a:pt x="1" y="3"/>
                      <a:pt x="0" y="4"/>
                      <a:pt x="0" y="4"/>
                    </a:cubicBezTo>
                    <a:cubicBezTo>
                      <a:pt x="1" y="4"/>
                      <a:pt x="2" y="2"/>
                      <a:pt x="2" y="1"/>
                    </a:cubicBezTo>
                    <a:cubicBezTo>
                      <a:pt x="3" y="1"/>
                      <a:pt x="3"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2" name="Freeform 226"/>
              <p:cNvSpPr/>
              <p:nvPr/>
            </p:nvSpPr>
            <p:spPr bwMode="auto">
              <a:xfrm>
                <a:off x="3988" y="30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3" name="Freeform 227"/>
              <p:cNvSpPr/>
              <p:nvPr/>
            </p:nvSpPr>
            <p:spPr bwMode="auto">
              <a:xfrm>
                <a:off x="3742" y="300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4" name="Rectangle 228"/>
              <p:cNvSpPr>
                <a:spLocks noChangeArrowheads="1"/>
              </p:cNvSpPr>
              <p:nvPr/>
            </p:nvSpPr>
            <p:spPr bwMode="auto">
              <a:xfrm>
                <a:off x="3748" y="3015"/>
                <a:ext cx="4"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5" name="Freeform 229"/>
              <p:cNvSpPr/>
              <p:nvPr/>
            </p:nvSpPr>
            <p:spPr bwMode="auto">
              <a:xfrm>
                <a:off x="3744" y="2894"/>
                <a:ext cx="2" cy="10"/>
              </a:xfrm>
              <a:custGeom>
                <a:avLst/>
                <a:gdLst>
                  <a:gd name="T0" fmla="*/ 0 w 1"/>
                  <a:gd name="T1" fmla="*/ 2 h 5"/>
                  <a:gd name="T2" fmla="*/ 1 w 1"/>
                  <a:gd name="T3" fmla="*/ 3 h 5"/>
                  <a:gd name="T4" fmla="*/ 0 w 1"/>
                  <a:gd name="T5" fmla="*/ 5 h 5"/>
                  <a:gd name="T6" fmla="*/ 1 w 1"/>
                  <a:gd name="T7" fmla="*/ 1 h 5"/>
                  <a:gd name="T8" fmla="*/ 1 w 1"/>
                  <a:gd name="T9" fmla="*/ 0 h 5"/>
                  <a:gd name="T10" fmla="*/ 0 w 1"/>
                  <a:gd name="T11" fmla="*/ 2 h 5"/>
                </a:gdLst>
                <a:ahLst/>
                <a:cxnLst>
                  <a:cxn ang="0">
                    <a:pos x="T0" y="T1"/>
                  </a:cxn>
                  <a:cxn ang="0">
                    <a:pos x="T2" y="T3"/>
                  </a:cxn>
                  <a:cxn ang="0">
                    <a:pos x="T4" y="T5"/>
                  </a:cxn>
                  <a:cxn ang="0">
                    <a:pos x="T6" y="T7"/>
                  </a:cxn>
                  <a:cxn ang="0">
                    <a:pos x="T8" y="T9"/>
                  </a:cxn>
                  <a:cxn ang="0">
                    <a:pos x="T10" y="T11"/>
                  </a:cxn>
                </a:cxnLst>
                <a:rect l="0" t="0" r="r" b="b"/>
                <a:pathLst>
                  <a:path w="1" h="5">
                    <a:moveTo>
                      <a:pt x="0" y="2"/>
                    </a:moveTo>
                    <a:cubicBezTo>
                      <a:pt x="0" y="2"/>
                      <a:pt x="0" y="4"/>
                      <a:pt x="1" y="3"/>
                    </a:cubicBezTo>
                    <a:cubicBezTo>
                      <a:pt x="1" y="3"/>
                      <a:pt x="0" y="4"/>
                      <a:pt x="0" y="5"/>
                    </a:cubicBezTo>
                    <a:cubicBezTo>
                      <a:pt x="1" y="4"/>
                      <a:pt x="1" y="1"/>
                      <a:pt x="1" y="1"/>
                    </a:cubicBezTo>
                    <a:cubicBezTo>
                      <a:pt x="1" y="0"/>
                      <a:pt x="1" y="0"/>
                      <a:pt x="1" y="0"/>
                    </a:cubicBezTo>
                    <a:cubicBezTo>
                      <a:pt x="1" y="1"/>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6" name="Freeform 230"/>
              <p:cNvSpPr/>
              <p:nvPr/>
            </p:nvSpPr>
            <p:spPr bwMode="auto">
              <a:xfrm>
                <a:off x="3744" y="3004"/>
                <a:ext cx="2"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1"/>
                      <a:pt x="0" y="1"/>
                      <a:pt x="0" y="1"/>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7" name="Freeform 231"/>
              <p:cNvSpPr/>
              <p:nvPr/>
            </p:nvSpPr>
            <p:spPr bwMode="auto">
              <a:xfrm>
                <a:off x="3742" y="2892"/>
                <a:ext cx="2" cy="4"/>
              </a:xfrm>
              <a:custGeom>
                <a:avLst/>
                <a:gdLst>
                  <a:gd name="T0" fmla="*/ 1 w 1"/>
                  <a:gd name="T1" fmla="*/ 1 h 2"/>
                  <a:gd name="T2" fmla="*/ 0 w 1"/>
                  <a:gd name="T3" fmla="*/ 2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2"/>
                      <a:pt x="0" y="2"/>
                    </a:cubicBezTo>
                    <a:cubicBezTo>
                      <a:pt x="0" y="2"/>
                      <a:pt x="1" y="1"/>
                      <a:pt x="1" y="1"/>
                    </a:cubicBezTo>
                    <a:cubicBezTo>
                      <a:pt x="1" y="1"/>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8" name="Freeform 232"/>
              <p:cNvSpPr/>
              <p:nvPr/>
            </p:nvSpPr>
            <p:spPr bwMode="auto">
              <a:xfrm>
                <a:off x="3772" y="3038"/>
                <a:ext cx="4" cy="4"/>
              </a:xfrm>
              <a:custGeom>
                <a:avLst/>
                <a:gdLst>
                  <a:gd name="T0" fmla="*/ 1 w 2"/>
                  <a:gd name="T1" fmla="*/ 0 h 2"/>
                  <a:gd name="T2" fmla="*/ 2 w 2"/>
                  <a:gd name="T3" fmla="*/ 1 h 2"/>
                  <a:gd name="T4" fmla="*/ 1 w 2"/>
                  <a:gd name="T5" fmla="*/ 0 h 2"/>
                </a:gdLst>
                <a:ahLst/>
                <a:cxnLst>
                  <a:cxn ang="0">
                    <a:pos x="T0" y="T1"/>
                  </a:cxn>
                  <a:cxn ang="0">
                    <a:pos x="T2" y="T3"/>
                  </a:cxn>
                  <a:cxn ang="0">
                    <a:pos x="T4" y="T5"/>
                  </a:cxn>
                </a:cxnLst>
                <a:rect l="0" t="0" r="r" b="b"/>
                <a:pathLst>
                  <a:path w="2" h="2">
                    <a:moveTo>
                      <a:pt x="1" y="0"/>
                    </a:moveTo>
                    <a:cubicBezTo>
                      <a:pt x="0" y="2"/>
                      <a:pt x="2" y="0"/>
                      <a:pt x="2"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9" name="Freeform 233"/>
              <p:cNvSpPr/>
              <p:nvPr/>
            </p:nvSpPr>
            <p:spPr bwMode="auto">
              <a:xfrm>
                <a:off x="3895" y="308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0" name="Freeform 234"/>
              <p:cNvSpPr/>
              <p:nvPr/>
            </p:nvSpPr>
            <p:spPr bwMode="auto">
              <a:xfrm>
                <a:off x="3602"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1" name="Freeform 235"/>
              <p:cNvSpPr/>
              <p:nvPr/>
            </p:nvSpPr>
            <p:spPr bwMode="auto">
              <a:xfrm>
                <a:off x="3742" y="289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2" name="Freeform 236"/>
              <p:cNvSpPr/>
              <p:nvPr/>
            </p:nvSpPr>
            <p:spPr bwMode="auto">
              <a:xfrm>
                <a:off x="3602" y="18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3" name="Freeform 237"/>
              <p:cNvSpPr/>
              <p:nvPr/>
            </p:nvSpPr>
            <p:spPr bwMode="auto">
              <a:xfrm>
                <a:off x="3755" y="3027"/>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4" name="Oval 238"/>
              <p:cNvSpPr>
                <a:spLocks noChangeArrowheads="1"/>
              </p:cNvSpPr>
              <p:nvPr/>
            </p:nvSpPr>
            <p:spPr bwMode="auto">
              <a:xfrm>
                <a:off x="3602" y="1823"/>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5" name="Freeform 239"/>
              <p:cNvSpPr/>
              <p:nvPr/>
            </p:nvSpPr>
            <p:spPr bwMode="auto">
              <a:xfrm>
                <a:off x="3922" y="2890"/>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6" name="Freeform 240"/>
              <p:cNvSpPr/>
              <p:nvPr/>
            </p:nvSpPr>
            <p:spPr bwMode="auto">
              <a:xfrm>
                <a:off x="3975" y="28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7" name="Freeform 241"/>
              <p:cNvSpPr/>
              <p:nvPr/>
            </p:nvSpPr>
            <p:spPr bwMode="auto">
              <a:xfrm>
                <a:off x="3954" y="288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8" name="Freeform 242"/>
              <p:cNvSpPr/>
              <p:nvPr/>
            </p:nvSpPr>
            <p:spPr bwMode="auto">
              <a:xfrm>
                <a:off x="3725" y="2760"/>
                <a:ext cx="399" cy="159"/>
              </a:xfrm>
              <a:custGeom>
                <a:avLst/>
                <a:gdLst>
                  <a:gd name="T0" fmla="*/ 11 w 188"/>
                  <a:gd name="T1" fmla="*/ 59 h 75"/>
                  <a:gd name="T2" fmla="*/ 17 w 188"/>
                  <a:gd name="T3" fmla="*/ 64 h 75"/>
                  <a:gd name="T4" fmla="*/ 14 w 188"/>
                  <a:gd name="T5" fmla="*/ 70 h 75"/>
                  <a:gd name="T6" fmla="*/ 17 w 188"/>
                  <a:gd name="T7" fmla="*/ 71 h 75"/>
                  <a:gd name="T8" fmla="*/ 21 w 188"/>
                  <a:gd name="T9" fmla="*/ 69 h 75"/>
                  <a:gd name="T10" fmla="*/ 22 w 188"/>
                  <a:gd name="T11" fmla="*/ 71 h 75"/>
                  <a:gd name="T12" fmla="*/ 27 w 188"/>
                  <a:gd name="T13" fmla="*/ 67 h 75"/>
                  <a:gd name="T14" fmla="*/ 30 w 188"/>
                  <a:gd name="T15" fmla="*/ 72 h 75"/>
                  <a:gd name="T16" fmla="*/ 31 w 188"/>
                  <a:gd name="T17" fmla="*/ 74 h 75"/>
                  <a:gd name="T18" fmla="*/ 33 w 188"/>
                  <a:gd name="T19" fmla="*/ 72 h 75"/>
                  <a:gd name="T20" fmla="*/ 37 w 188"/>
                  <a:gd name="T21" fmla="*/ 74 h 75"/>
                  <a:gd name="T22" fmla="*/ 40 w 188"/>
                  <a:gd name="T23" fmla="*/ 69 h 75"/>
                  <a:gd name="T24" fmla="*/ 43 w 188"/>
                  <a:gd name="T25" fmla="*/ 64 h 75"/>
                  <a:gd name="T26" fmla="*/ 45 w 188"/>
                  <a:gd name="T27" fmla="*/ 69 h 75"/>
                  <a:gd name="T28" fmla="*/ 54 w 188"/>
                  <a:gd name="T29" fmla="*/ 69 h 75"/>
                  <a:gd name="T30" fmla="*/ 58 w 188"/>
                  <a:gd name="T31" fmla="*/ 69 h 75"/>
                  <a:gd name="T32" fmla="*/ 62 w 188"/>
                  <a:gd name="T33" fmla="*/ 68 h 75"/>
                  <a:gd name="T34" fmla="*/ 73 w 188"/>
                  <a:gd name="T35" fmla="*/ 66 h 75"/>
                  <a:gd name="T36" fmla="*/ 76 w 188"/>
                  <a:gd name="T37" fmla="*/ 65 h 75"/>
                  <a:gd name="T38" fmla="*/ 77 w 188"/>
                  <a:gd name="T39" fmla="*/ 64 h 75"/>
                  <a:gd name="T40" fmla="*/ 80 w 188"/>
                  <a:gd name="T41" fmla="*/ 62 h 75"/>
                  <a:gd name="T42" fmla="*/ 83 w 188"/>
                  <a:gd name="T43" fmla="*/ 63 h 75"/>
                  <a:gd name="T44" fmla="*/ 86 w 188"/>
                  <a:gd name="T45" fmla="*/ 61 h 75"/>
                  <a:gd name="T46" fmla="*/ 94 w 188"/>
                  <a:gd name="T47" fmla="*/ 61 h 75"/>
                  <a:gd name="T48" fmla="*/ 100 w 188"/>
                  <a:gd name="T49" fmla="*/ 59 h 75"/>
                  <a:gd name="T50" fmla="*/ 105 w 188"/>
                  <a:gd name="T51" fmla="*/ 59 h 75"/>
                  <a:gd name="T52" fmla="*/ 108 w 188"/>
                  <a:gd name="T53" fmla="*/ 57 h 75"/>
                  <a:gd name="T54" fmla="*/ 109 w 188"/>
                  <a:gd name="T55" fmla="*/ 57 h 75"/>
                  <a:gd name="T56" fmla="*/ 114 w 188"/>
                  <a:gd name="T57" fmla="*/ 54 h 75"/>
                  <a:gd name="T58" fmla="*/ 120 w 188"/>
                  <a:gd name="T59" fmla="*/ 53 h 75"/>
                  <a:gd name="T60" fmla="*/ 124 w 188"/>
                  <a:gd name="T61" fmla="*/ 50 h 75"/>
                  <a:gd name="T62" fmla="*/ 127 w 188"/>
                  <a:gd name="T63" fmla="*/ 41 h 75"/>
                  <a:gd name="T64" fmla="*/ 133 w 188"/>
                  <a:gd name="T65" fmla="*/ 44 h 75"/>
                  <a:gd name="T66" fmla="*/ 139 w 188"/>
                  <a:gd name="T67" fmla="*/ 41 h 75"/>
                  <a:gd name="T68" fmla="*/ 144 w 188"/>
                  <a:gd name="T69" fmla="*/ 39 h 75"/>
                  <a:gd name="T70" fmla="*/ 156 w 188"/>
                  <a:gd name="T71" fmla="*/ 34 h 75"/>
                  <a:gd name="T72" fmla="*/ 160 w 188"/>
                  <a:gd name="T73" fmla="*/ 33 h 75"/>
                  <a:gd name="T74" fmla="*/ 170 w 188"/>
                  <a:gd name="T75" fmla="*/ 21 h 75"/>
                  <a:gd name="T76" fmla="*/ 173 w 188"/>
                  <a:gd name="T77" fmla="*/ 18 h 75"/>
                  <a:gd name="T78" fmla="*/ 169 w 188"/>
                  <a:gd name="T79" fmla="*/ 9 h 75"/>
                  <a:gd name="T80" fmla="*/ 149 w 188"/>
                  <a:gd name="T81" fmla="*/ 20 h 75"/>
                  <a:gd name="T82" fmla="*/ 110 w 188"/>
                  <a:gd name="T83" fmla="*/ 42 h 75"/>
                  <a:gd name="T84" fmla="*/ 103 w 188"/>
                  <a:gd name="T85" fmla="*/ 39 h 75"/>
                  <a:gd name="T86" fmla="*/ 88 w 188"/>
                  <a:gd name="T87" fmla="*/ 44 h 75"/>
                  <a:gd name="T88" fmla="*/ 69 w 188"/>
                  <a:gd name="T89" fmla="*/ 48 h 75"/>
                  <a:gd name="T90" fmla="*/ 59 w 188"/>
                  <a:gd name="T91" fmla="*/ 49 h 75"/>
                  <a:gd name="T92" fmla="*/ 44 w 188"/>
                  <a:gd name="T93" fmla="*/ 52 h 75"/>
                  <a:gd name="T94" fmla="*/ 29 w 188"/>
                  <a:gd name="T95" fmla="*/ 53 h 75"/>
                  <a:gd name="T96" fmla="*/ 19 w 188"/>
                  <a:gd name="T97" fmla="*/ 53 h 75"/>
                  <a:gd name="T98" fmla="*/ 10 w 188"/>
                  <a:gd name="T99" fmla="*/ 49 h 75"/>
                  <a:gd name="T100" fmla="*/ 7 w 188"/>
                  <a:gd name="T101" fmla="*/ 47 h 75"/>
                  <a:gd name="T102" fmla="*/ 5 w 188"/>
                  <a:gd name="T103" fmla="*/ 47 h 75"/>
                  <a:gd name="T104" fmla="*/ 3 w 188"/>
                  <a:gd name="T105" fmla="*/ 5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8" h="75">
                    <a:moveTo>
                      <a:pt x="5" y="55"/>
                    </a:moveTo>
                    <a:cubicBezTo>
                      <a:pt x="5" y="55"/>
                      <a:pt x="5" y="55"/>
                      <a:pt x="5" y="55"/>
                    </a:cubicBezTo>
                    <a:cubicBezTo>
                      <a:pt x="5" y="57"/>
                      <a:pt x="5" y="54"/>
                      <a:pt x="6" y="54"/>
                    </a:cubicBezTo>
                    <a:cubicBezTo>
                      <a:pt x="6" y="55"/>
                      <a:pt x="4" y="57"/>
                      <a:pt x="4" y="58"/>
                    </a:cubicBezTo>
                    <a:cubicBezTo>
                      <a:pt x="5" y="58"/>
                      <a:pt x="7" y="58"/>
                      <a:pt x="7" y="60"/>
                    </a:cubicBezTo>
                    <a:cubicBezTo>
                      <a:pt x="8" y="60"/>
                      <a:pt x="10" y="59"/>
                      <a:pt x="11" y="59"/>
                    </a:cubicBezTo>
                    <a:cubicBezTo>
                      <a:pt x="12" y="59"/>
                      <a:pt x="10" y="61"/>
                      <a:pt x="11" y="60"/>
                    </a:cubicBezTo>
                    <a:cubicBezTo>
                      <a:pt x="11" y="61"/>
                      <a:pt x="10" y="62"/>
                      <a:pt x="10" y="63"/>
                    </a:cubicBezTo>
                    <a:cubicBezTo>
                      <a:pt x="10" y="62"/>
                      <a:pt x="11" y="64"/>
                      <a:pt x="12" y="61"/>
                    </a:cubicBezTo>
                    <a:cubicBezTo>
                      <a:pt x="12" y="62"/>
                      <a:pt x="14" y="63"/>
                      <a:pt x="15" y="63"/>
                    </a:cubicBezTo>
                    <a:cubicBezTo>
                      <a:pt x="14" y="63"/>
                      <a:pt x="14" y="64"/>
                      <a:pt x="14" y="65"/>
                    </a:cubicBezTo>
                    <a:cubicBezTo>
                      <a:pt x="15" y="64"/>
                      <a:pt x="16" y="63"/>
                      <a:pt x="17" y="64"/>
                    </a:cubicBezTo>
                    <a:cubicBezTo>
                      <a:pt x="17" y="62"/>
                      <a:pt x="17" y="62"/>
                      <a:pt x="18" y="60"/>
                    </a:cubicBezTo>
                    <a:cubicBezTo>
                      <a:pt x="18" y="60"/>
                      <a:pt x="18" y="59"/>
                      <a:pt x="18" y="60"/>
                    </a:cubicBezTo>
                    <a:cubicBezTo>
                      <a:pt x="18" y="61"/>
                      <a:pt x="17" y="64"/>
                      <a:pt x="18" y="64"/>
                    </a:cubicBezTo>
                    <a:cubicBezTo>
                      <a:pt x="17" y="67"/>
                      <a:pt x="17" y="64"/>
                      <a:pt x="16" y="67"/>
                    </a:cubicBezTo>
                    <a:cubicBezTo>
                      <a:pt x="15" y="69"/>
                      <a:pt x="14" y="68"/>
                      <a:pt x="14" y="67"/>
                    </a:cubicBezTo>
                    <a:cubicBezTo>
                      <a:pt x="12" y="69"/>
                      <a:pt x="14" y="67"/>
                      <a:pt x="14" y="70"/>
                    </a:cubicBezTo>
                    <a:cubicBezTo>
                      <a:pt x="14" y="70"/>
                      <a:pt x="15" y="68"/>
                      <a:pt x="16" y="68"/>
                    </a:cubicBezTo>
                    <a:cubicBezTo>
                      <a:pt x="17" y="67"/>
                      <a:pt x="16" y="67"/>
                      <a:pt x="17" y="66"/>
                    </a:cubicBezTo>
                    <a:cubicBezTo>
                      <a:pt x="19" y="64"/>
                      <a:pt x="18" y="68"/>
                      <a:pt x="18" y="68"/>
                    </a:cubicBezTo>
                    <a:cubicBezTo>
                      <a:pt x="17" y="69"/>
                      <a:pt x="17" y="69"/>
                      <a:pt x="17" y="69"/>
                    </a:cubicBezTo>
                    <a:cubicBezTo>
                      <a:pt x="18" y="70"/>
                      <a:pt x="18" y="68"/>
                      <a:pt x="19" y="69"/>
                    </a:cubicBezTo>
                    <a:cubicBezTo>
                      <a:pt x="19" y="72"/>
                      <a:pt x="18" y="69"/>
                      <a:pt x="17" y="71"/>
                    </a:cubicBezTo>
                    <a:cubicBezTo>
                      <a:pt x="17" y="73"/>
                      <a:pt x="17" y="73"/>
                      <a:pt x="17" y="73"/>
                    </a:cubicBezTo>
                    <a:cubicBezTo>
                      <a:pt x="18" y="74"/>
                      <a:pt x="18" y="70"/>
                      <a:pt x="19" y="72"/>
                    </a:cubicBezTo>
                    <a:cubicBezTo>
                      <a:pt x="19" y="73"/>
                      <a:pt x="19" y="73"/>
                      <a:pt x="19" y="73"/>
                    </a:cubicBezTo>
                    <a:cubicBezTo>
                      <a:pt x="20" y="72"/>
                      <a:pt x="20" y="72"/>
                      <a:pt x="20" y="72"/>
                    </a:cubicBezTo>
                    <a:cubicBezTo>
                      <a:pt x="20" y="71"/>
                      <a:pt x="20" y="69"/>
                      <a:pt x="19" y="69"/>
                    </a:cubicBezTo>
                    <a:cubicBezTo>
                      <a:pt x="20" y="66"/>
                      <a:pt x="20" y="69"/>
                      <a:pt x="21" y="69"/>
                    </a:cubicBezTo>
                    <a:cubicBezTo>
                      <a:pt x="22" y="67"/>
                      <a:pt x="21" y="69"/>
                      <a:pt x="21" y="67"/>
                    </a:cubicBezTo>
                    <a:cubicBezTo>
                      <a:pt x="21" y="65"/>
                      <a:pt x="22" y="65"/>
                      <a:pt x="22" y="65"/>
                    </a:cubicBezTo>
                    <a:cubicBezTo>
                      <a:pt x="23" y="65"/>
                      <a:pt x="22" y="67"/>
                      <a:pt x="22" y="68"/>
                    </a:cubicBezTo>
                    <a:cubicBezTo>
                      <a:pt x="22" y="69"/>
                      <a:pt x="22" y="69"/>
                      <a:pt x="22" y="68"/>
                    </a:cubicBezTo>
                    <a:cubicBezTo>
                      <a:pt x="21" y="69"/>
                      <a:pt x="22" y="71"/>
                      <a:pt x="21" y="73"/>
                    </a:cubicBezTo>
                    <a:cubicBezTo>
                      <a:pt x="21" y="74"/>
                      <a:pt x="22" y="72"/>
                      <a:pt x="22" y="71"/>
                    </a:cubicBezTo>
                    <a:cubicBezTo>
                      <a:pt x="22" y="71"/>
                      <a:pt x="23" y="69"/>
                      <a:pt x="22" y="69"/>
                    </a:cubicBezTo>
                    <a:cubicBezTo>
                      <a:pt x="25" y="64"/>
                      <a:pt x="23" y="72"/>
                      <a:pt x="24" y="72"/>
                    </a:cubicBezTo>
                    <a:cubicBezTo>
                      <a:pt x="24" y="69"/>
                      <a:pt x="26" y="68"/>
                      <a:pt x="26" y="64"/>
                    </a:cubicBezTo>
                    <a:cubicBezTo>
                      <a:pt x="26" y="64"/>
                      <a:pt x="27" y="63"/>
                      <a:pt x="27" y="63"/>
                    </a:cubicBezTo>
                    <a:cubicBezTo>
                      <a:pt x="26" y="65"/>
                      <a:pt x="27" y="65"/>
                      <a:pt x="26" y="67"/>
                    </a:cubicBezTo>
                    <a:cubicBezTo>
                      <a:pt x="27" y="67"/>
                      <a:pt x="27" y="67"/>
                      <a:pt x="27" y="67"/>
                    </a:cubicBezTo>
                    <a:cubicBezTo>
                      <a:pt x="26" y="69"/>
                      <a:pt x="26" y="69"/>
                      <a:pt x="26" y="69"/>
                    </a:cubicBezTo>
                    <a:cubicBezTo>
                      <a:pt x="26" y="71"/>
                      <a:pt x="27" y="72"/>
                      <a:pt x="27" y="73"/>
                    </a:cubicBezTo>
                    <a:cubicBezTo>
                      <a:pt x="28" y="73"/>
                      <a:pt x="27" y="71"/>
                      <a:pt x="28" y="71"/>
                    </a:cubicBezTo>
                    <a:cubicBezTo>
                      <a:pt x="27" y="72"/>
                      <a:pt x="28" y="73"/>
                      <a:pt x="28" y="73"/>
                    </a:cubicBezTo>
                    <a:cubicBezTo>
                      <a:pt x="27" y="72"/>
                      <a:pt x="28" y="70"/>
                      <a:pt x="29" y="70"/>
                    </a:cubicBezTo>
                    <a:cubicBezTo>
                      <a:pt x="29" y="70"/>
                      <a:pt x="30" y="72"/>
                      <a:pt x="30" y="72"/>
                    </a:cubicBezTo>
                    <a:cubicBezTo>
                      <a:pt x="29" y="74"/>
                      <a:pt x="29" y="74"/>
                      <a:pt x="29" y="74"/>
                    </a:cubicBezTo>
                    <a:cubicBezTo>
                      <a:pt x="29" y="72"/>
                      <a:pt x="29" y="75"/>
                      <a:pt x="29" y="74"/>
                    </a:cubicBezTo>
                    <a:cubicBezTo>
                      <a:pt x="30" y="73"/>
                      <a:pt x="30" y="71"/>
                      <a:pt x="30" y="70"/>
                    </a:cubicBezTo>
                    <a:cubicBezTo>
                      <a:pt x="31" y="69"/>
                      <a:pt x="31" y="71"/>
                      <a:pt x="31" y="70"/>
                    </a:cubicBezTo>
                    <a:cubicBezTo>
                      <a:pt x="30" y="72"/>
                      <a:pt x="30" y="72"/>
                      <a:pt x="30" y="72"/>
                    </a:cubicBezTo>
                    <a:cubicBezTo>
                      <a:pt x="31" y="71"/>
                      <a:pt x="30" y="75"/>
                      <a:pt x="31" y="74"/>
                    </a:cubicBezTo>
                    <a:cubicBezTo>
                      <a:pt x="32" y="73"/>
                      <a:pt x="32" y="73"/>
                      <a:pt x="32" y="73"/>
                    </a:cubicBezTo>
                    <a:cubicBezTo>
                      <a:pt x="32" y="74"/>
                      <a:pt x="32" y="74"/>
                      <a:pt x="32" y="74"/>
                    </a:cubicBezTo>
                    <a:cubicBezTo>
                      <a:pt x="32" y="73"/>
                      <a:pt x="32" y="73"/>
                      <a:pt x="33" y="73"/>
                    </a:cubicBezTo>
                    <a:cubicBezTo>
                      <a:pt x="33" y="74"/>
                      <a:pt x="33" y="74"/>
                      <a:pt x="33" y="74"/>
                    </a:cubicBezTo>
                    <a:cubicBezTo>
                      <a:pt x="33" y="73"/>
                      <a:pt x="34" y="71"/>
                      <a:pt x="34" y="73"/>
                    </a:cubicBezTo>
                    <a:cubicBezTo>
                      <a:pt x="34" y="70"/>
                      <a:pt x="33" y="73"/>
                      <a:pt x="33" y="72"/>
                    </a:cubicBezTo>
                    <a:cubicBezTo>
                      <a:pt x="33" y="70"/>
                      <a:pt x="34" y="70"/>
                      <a:pt x="34" y="70"/>
                    </a:cubicBezTo>
                    <a:cubicBezTo>
                      <a:pt x="34" y="72"/>
                      <a:pt x="35" y="70"/>
                      <a:pt x="35" y="70"/>
                    </a:cubicBezTo>
                    <a:cubicBezTo>
                      <a:pt x="35" y="71"/>
                      <a:pt x="35" y="72"/>
                      <a:pt x="36" y="72"/>
                    </a:cubicBezTo>
                    <a:cubicBezTo>
                      <a:pt x="36" y="70"/>
                      <a:pt x="36" y="70"/>
                      <a:pt x="36" y="70"/>
                    </a:cubicBezTo>
                    <a:cubicBezTo>
                      <a:pt x="36" y="74"/>
                      <a:pt x="37" y="70"/>
                      <a:pt x="37" y="71"/>
                    </a:cubicBezTo>
                    <a:cubicBezTo>
                      <a:pt x="37" y="72"/>
                      <a:pt x="37" y="73"/>
                      <a:pt x="37" y="74"/>
                    </a:cubicBezTo>
                    <a:cubicBezTo>
                      <a:pt x="37" y="71"/>
                      <a:pt x="38" y="70"/>
                      <a:pt x="38" y="69"/>
                    </a:cubicBezTo>
                    <a:cubicBezTo>
                      <a:pt x="39" y="70"/>
                      <a:pt x="38" y="72"/>
                      <a:pt x="38" y="74"/>
                    </a:cubicBezTo>
                    <a:cubicBezTo>
                      <a:pt x="38" y="72"/>
                      <a:pt x="39" y="75"/>
                      <a:pt x="39" y="73"/>
                    </a:cubicBezTo>
                    <a:cubicBezTo>
                      <a:pt x="39" y="72"/>
                      <a:pt x="39" y="71"/>
                      <a:pt x="39" y="70"/>
                    </a:cubicBezTo>
                    <a:cubicBezTo>
                      <a:pt x="40" y="70"/>
                      <a:pt x="39" y="71"/>
                      <a:pt x="40" y="72"/>
                    </a:cubicBezTo>
                    <a:cubicBezTo>
                      <a:pt x="40" y="72"/>
                      <a:pt x="41" y="69"/>
                      <a:pt x="40" y="69"/>
                    </a:cubicBezTo>
                    <a:cubicBezTo>
                      <a:pt x="41" y="69"/>
                      <a:pt x="41" y="67"/>
                      <a:pt x="42" y="68"/>
                    </a:cubicBezTo>
                    <a:cubicBezTo>
                      <a:pt x="42" y="70"/>
                      <a:pt x="41" y="69"/>
                      <a:pt x="41" y="70"/>
                    </a:cubicBezTo>
                    <a:cubicBezTo>
                      <a:pt x="42" y="70"/>
                      <a:pt x="41" y="66"/>
                      <a:pt x="42" y="66"/>
                    </a:cubicBezTo>
                    <a:cubicBezTo>
                      <a:pt x="42" y="65"/>
                      <a:pt x="42" y="62"/>
                      <a:pt x="43" y="61"/>
                    </a:cubicBezTo>
                    <a:cubicBezTo>
                      <a:pt x="44" y="62"/>
                      <a:pt x="42" y="62"/>
                      <a:pt x="43" y="64"/>
                    </a:cubicBezTo>
                    <a:cubicBezTo>
                      <a:pt x="43" y="64"/>
                      <a:pt x="43" y="64"/>
                      <a:pt x="43" y="64"/>
                    </a:cubicBezTo>
                    <a:cubicBezTo>
                      <a:pt x="44" y="67"/>
                      <a:pt x="42" y="68"/>
                      <a:pt x="43" y="71"/>
                    </a:cubicBezTo>
                    <a:cubicBezTo>
                      <a:pt x="43" y="70"/>
                      <a:pt x="43" y="70"/>
                      <a:pt x="43" y="70"/>
                    </a:cubicBezTo>
                    <a:cubicBezTo>
                      <a:pt x="43" y="73"/>
                      <a:pt x="43" y="73"/>
                      <a:pt x="43" y="73"/>
                    </a:cubicBezTo>
                    <a:cubicBezTo>
                      <a:pt x="43" y="71"/>
                      <a:pt x="44" y="72"/>
                      <a:pt x="44" y="72"/>
                    </a:cubicBezTo>
                    <a:cubicBezTo>
                      <a:pt x="44" y="70"/>
                      <a:pt x="44" y="72"/>
                      <a:pt x="44" y="71"/>
                    </a:cubicBezTo>
                    <a:cubicBezTo>
                      <a:pt x="44" y="71"/>
                      <a:pt x="45" y="68"/>
                      <a:pt x="45" y="69"/>
                    </a:cubicBezTo>
                    <a:cubicBezTo>
                      <a:pt x="45" y="70"/>
                      <a:pt x="46" y="71"/>
                      <a:pt x="45" y="72"/>
                    </a:cubicBezTo>
                    <a:cubicBezTo>
                      <a:pt x="46" y="73"/>
                      <a:pt x="45" y="70"/>
                      <a:pt x="46" y="71"/>
                    </a:cubicBezTo>
                    <a:cubicBezTo>
                      <a:pt x="46" y="72"/>
                      <a:pt x="46" y="72"/>
                      <a:pt x="46" y="72"/>
                    </a:cubicBezTo>
                    <a:cubicBezTo>
                      <a:pt x="48" y="72"/>
                      <a:pt x="50" y="72"/>
                      <a:pt x="52" y="68"/>
                    </a:cubicBezTo>
                    <a:cubicBezTo>
                      <a:pt x="52" y="70"/>
                      <a:pt x="53" y="70"/>
                      <a:pt x="54" y="71"/>
                    </a:cubicBezTo>
                    <a:cubicBezTo>
                      <a:pt x="53" y="70"/>
                      <a:pt x="54" y="69"/>
                      <a:pt x="54" y="69"/>
                    </a:cubicBezTo>
                    <a:cubicBezTo>
                      <a:pt x="55" y="71"/>
                      <a:pt x="55" y="71"/>
                      <a:pt x="55" y="71"/>
                    </a:cubicBezTo>
                    <a:cubicBezTo>
                      <a:pt x="56" y="72"/>
                      <a:pt x="56" y="70"/>
                      <a:pt x="57" y="69"/>
                    </a:cubicBezTo>
                    <a:cubicBezTo>
                      <a:pt x="57" y="70"/>
                      <a:pt x="57" y="70"/>
                      <a:pt x="57" y="70"/>
                    </a:cubicBezTo>
                    <a:cubicBezTo>
                      <a:pt x="58" y="71"/>
                      <a:pt x="57" y="69"/>
                      <a:pt x="58" y="69"/>
                    </a:cubicBezTo>
                    <a:cubicBezTo>
                      <a:pt x="58" y="70"/>
                      <a:pt x="58" y="70"/>
                      <a:pt x="58" y="70"/>
                    </a:cubicBezTo>
                    <a:cubicBezTo>
                      <a:pt x="58" y="69"/>
                      <a:pt x="58" y="69"/>
                      <a:pt x="58" y="69"/>
                    </a:cubicBezTo>
                    <a:cubicBezTo>
                      <a:pt x="59" y="68"/>
                      <a:pt x="59" y="68"/>
                      <a:pt x="59" y="70"/>
                    </a:cubicBezTo>
                    <a:cubicBezTo>
                      <a:pt x="60" y="70"/>
                      <a:pt x="60" y="69"/>
                      <a:pt x="59" y="69"/>
                    </a:cubicBezTo>
                    <a:cubicBezTo>
                      <a:pt x="60" y="70"/>
                      <a:pt x="61" y="70"/>
                      <a:pt x="62" y="69"/>
                    </a:cubicBezTo>
                    <a:cubicBezTo>
                      <a:pt x="62" y="68"/>
                      <a:pt x="62" y="68"/>
                      <a:pt x="62" y="66"/>
                    </a:cubicBezTo>
                    <a:cubicBezTo>
                      <a:pt x="61" y="64"/>
                      <a:pt x="62" y="67"/>
                      <a:pt x="62" y="65"/>
                    </a:cubicBezTo>
                    <a:cubicBezTo>
                      <a:pt x="62" y="66"/>
                      <a:pt x="63" y="67"/>
                      <a:pt x="62" y="68"/>
                    </a:cubicBezTo>
                    <a:cubicBezTo>
                      <a:pt x="64" y="71"/>
                      <a:pt x="65" y="68"/>
                      <a:pt x="67" y="68"/>
                    </a:cubicBezTo>
                    <a:cubicBezTo>
                      <a:pt x="67" y="67"/>
                      <a:pt x="67" y="67"/>
                      <a:pt x="67" y="67"/>
                    </a:cubicBezTo>
                    <a:cubicBezTo>
                      <a:pt x="68" y="69"/>
                      <a:pt x="69" y="67"/>
                      <a:pt x="70" y="67"/>
                    </a:cubicBezTo>
                    <a:cubicBezTo>
                      <a:pt x="70" y="66"/>
                      <a:pt x="70" y="64"/>
                      <a:pt x="71" y="64"/>
                    </a:cubicBezTo>
                    <a:cubicBezTo>
                      <a:pt x="71" y="61"/>
                      <a:pt x="71" y="66"/>
                      <a:pt x="72" y="67"/>
                    </a:cubicBezTo>
                    <a:cubicBezTo>
                      <a:pt x="72" y="66"/>
                      <a:pt x="73" y="66"/>
                      <a:pt x="73" y="66"/>
                    </a:cubicBezTo>
                    <a:cubicBezTo>
                      <a:pt x="73" y="66"/>
                      <a:pt x="73" y="66"/>
                      <a:pt x="73" y="66"/>
                    </a:cubicBezTo>
                    <a:cubicBezTo>
                      <a:pt x="73" y="65"/>
                      <a:pt x="73" y="65"/>
                      <a:pt x="74" y="65"/>
                    </a:cubicBezTo>
                    <a:cubicBezTo>
                      <a:pt x="74" y="66"/>
                      <a:pt x="74" y="66"/>
                      <a:pt x="74" y="66"/>
                    </a:cubicBezTo>
                    <a:cubicBezTo>
                      <a:pt x="74" y="66"/>
                      <a:pt x="75" y="67"/>
                      <a:pt x="75" y="67"/>
                    </a:cubicBezTo>
                    <a:cubicBezTo>
                      <a:pt x="75" y="65"/>
                      <a:pt x="76" y="66"/>
                      <a:pt x="76" y="64"/>
                    </a:cubicBezTo>
                    <a:cubicBezTo>
                      <a:pt x="76" y="65"/>
                      <a:pt x="76" y="65"/>
                      <a:pt x="76" y="65"/>
                    </a:cubicBezTo>
                    <a:cubicBezTo>
                      <a:pt x="76" y="63"/>
                      <a:pt x="76" y="63"/>
                      <a:pt x="76" y="63"/>
                    </a:cubicBezTo>
                    <a:cubicBezTo>
                      <a:pt x="77" y="64"/>
                      <a:pt x="77" y="64"/>
                      <a:pt x="77" y="64"/>
                    </a:cubicBezTo>
                    <a:cubicBezTo>
                      <a:pt x="77" y="66"/>
                      <a:pt x="77" y="66"/>
                      <a:pt x="77" y="66"/>
                    </a:cubicBezTo>
                    <a:cubicBezTo>
                      <a:pt x="78" y="67"/>
                      <a:pt x="77" y="64"/>
                      <a:pt x="77" y="63"/>
                    </a:cubicBezTo>
                    <a:cubicBezTo>
                      <a:pt x="77" y="62"/>
                      <a:pt x="78" y="64"/>
                      <a:pt x="78" y="64"/>
                    </a:cubicBezTo>
                    <a:cubicBezTo>
                      <a:pt x="78" y="65"/>
                      <a:pt x="78" y="64"/>
                      <a:pt x="77" y="64"/>
                    </a:cubicBezTo>
                    <a:cubicBezTo>
                      <a:pt x="77" y="66"/>
                      <a:pt x="78" y="65"/>
                      <a:pt x="78" y="66"/>
                    </a:cubicBezTo>
                    <a:cubicBezTo>
                      <a:pt x="78" y="66"/>
                      <a:pt x="78" y="64"/>
                      <a:pt x="78" y="64"/>
                    </a:cubicBezTo>
                    <a:cubicBezTo>
                      <a:pt x="79" y="64"/>
                      <a:pt x="79" y="64"/>
                      <a:pt x="80" y="65"/>
                    </a:cubicBezTo>
                    <a:cubicBezTo>
                      <a:pt x="80" y="64"/>
                      <a:pt x="80" y="65"/>
                      <a:pt x="80" y="64"/>
                    </a:cubicBezTo>
                    <a:cubicBezTo>
                      <a:pt x="80" y="64"/>
                      <a:pt x="79" y="63"/>
                      <a:pt x="79" y="62"/>
                    </a:cubicBezTo>
                    <a:cubicBezTo>
                      <a:pt x="79" y="62"/>
                      <a:pt x="80" y="61"/>
                      <a:pt x="80" y="62"/>
                    </a:cubicBezTo>
                    <a:cubicBezTo>
                      <a:pt x="80" y="63"/>
                      <a:pt x="80" y="63"/>
                      <a:pt x="80" y="63"/>
                    </a:cubicBezTo>
                    <a:cubicBezTo>
                      <a:pt x="80" y="62"/>
                      <a:pt x="81" y="62"/>
                      <a:pt x="80" y="61"/>
                    </a:cubicBezTo>
                    <a:cubicBezTo>
                      <a:pt x="81" y="63"/>
                      <a:pt x="81" y="63"/>
                      <a:pt x="81" y="63"/>
                    </a:cubicBezTo>
                    <a:cubicBezTo>
                      <a:pt x="81" y="62"/>
                      <a:pt x="81" y="62"/>
                      <a:pt x="82" y="61"/>
                    </a:cubicBezTo>
                    <a:cubicBezTo>
                      <a:pt x="82" y="63"/>
                      <a:pt x="82" y="65"/>
                      <a:pt x="83" y="65"/>
                    </a:cubicBezTo>
                    <a:cubicBezTo>
                      <a:pt x="83" y="63"/>
                      <a:pt x="83" y="63"/>
                      <a:pt x="83" y="63"/>
                    </a:cubicBezTo>
                    <a:cubicBezTo>
                      <a:pt x="84" y="63"/>
                      <a:pt x="84" y="64"/>
                      <a:pt x="84" y="65"/>
                    </a:cubicBezTo>
                    <a:cubicBezTo>
                      <a:pt x="85" y="65"/>
                      <a:pt x="84" y="60"/>
                      <a:pt x="85" y="61"/>
                    </a:cubicBezTo>
                    <a:cubicBezTo>
                      <a:pt x="85" y="63"/>
                      <a:pt x="86" y="63"/>
                      <a:pt x="86" y="64"/>
                    </a:cubicBezTo>
                    <a:cubicBezTo>
                      <a:pt x="86" y="63"/>
                      <a:pt x="86" y="63"/>
                      <a:pt x="86" y="62"/>
                    </a:cubicBezTo>
                    <a:cubicBezTo>
                      <a:pt x="86" y="62"/>
                      <a:pt x="86" y="64"/>
                      <a:pt x="86" y="63"/>
                    </a:cubicBezTo>
                    <a:cubicBezTo>
                      <a:pt x="85" y="61"/>
                      <a:pt x="86" y="62"/>
                      <a:pt x="86" y="61"/>
                    </a:cubicBezTo>
                    <a:cubicBezTo>
                      <a:pt x="88" y="65"/>
                      <a:pt x="89" y="62"/>
                      <a:pt x="91" y="64"/>
                    </a:cubicBezTo>
                    <a:cubicBezTo>
                      <a:pt x="90" y="61"/>
                      <a:pt x="91" y="63"/>
                      <a:pt x="91" y="62"/>
                    </a:cubicBezTo>
                    <a:cubicBezTo>
                      <a:pt x="92" y="64"/>
                      <a:pt x="92" y="61"/>
                      <a:pt x="93" y="63"/>
                    </a:cubicBezTo>
                    <a:cubicBezTo>
                      <a:pt x="92" y="60"/>
                      <a:pt x="92" y="60"/>
                      <a:pt x="92" y="60"/>
                    </a:cubicBezTo>
                    <a:cubicBezTo>
                      <a:pt x="93" y="61"/>
                      <a:pt x="92" y="56"/>
                      <a:pt x="94" y="59"/>
                    </a:cubicBezTo>
                    <a:cubicBezTo>
                      <a:pt x="94" y="60"/>
                      <a:pt x="94" y="61"/>
                      <a:pt x="94" y="61"/>
                    </a:cubicBezTo>
                    <a:cubicBezTo>
                      <a:pt x="95" y="64"/>
                      <a:pt x="95" y="59"/>
                      <a:pt x="96" y="62"/>
                    </a:cubicBezTo>
                    <a:cubicBezTo>
                      <a:pt x="96" y="61"/>
                      <a:pt x="95" y="59"/>
                      <a:pt x="96" y="58"/>
                    </a:cubicBezTo>
                    <a:cubicBezTo>
                      <a:pt x="96" y="59"/>
                      <a:pt x="98" y="60"/>
                      <a:pt x="98" y="60"/>
                    </a:cubicBezTo>
                    <a:cubicBezTo>
                      <a:pt x="98" y="60"/>
                      <a:pt x="98" y="59"/>
                      <a:pt x="98" y="60"/>
                    </a:cubicBezTo>
                    <a:cubicBezTo>
                      <a:pt x="99" y="61"/>
                      <a:pt x="98" y="61"/>
                      <a:pt x="98" y="61"/>
                    </a:cubicBezTo>
                    <a:cubicBezTo>
                      <a:pt x="99" y="62"/>
                      <a:pt x="99" y="60"/>
                      <a:pt x="100" y="59"/>
                    </a:cubicBezTo>
                    <a:cubicBezTo>
                      <a:pt x="101" y="61"/>
                      <a:pt x="101" y="60"/>
                      <a:pt x="102" y="61"/>
                    </a:cubicBezTo>
                    <a:cubicBezTo>
                      <a:pt x="102" y="58"/>
                      <a:pt x="104" y="61"/>
                      <a:pt x="103" y="58"/>
                    </a:cubicBezTo>
                    <a:cubicBezTo>
                      <a:pt x="103" y="59"/>
                      <a:pt x="103" y="59"/>
                      <a:pt x="103" y="59"/>
                    </a:cubicBezTo>
                    <a:cubicBezTo>
                      <a:pt x="104" y="58"/>
                      <a:pt x="103" y="56"/>
                      <a:pt x="104" y="56"/>
                    </a:cubicBezTo>
                    <a:cubicBezTo>
                      <a:pt x="104" y="58"/>
                      <a:pt x="104" y="58"/>
                      <a:pt x="104" y="58"/>
                    </a:cubicBezTo>
                    <a:cubicBezTo>
                      <a:pt x="105" y="61"/>
                      <a:pt x="105" y="58"/>
                      <a:pt x="105" y="59"/>
                    </a:cubicBezTo>
                    <a:cubicBezTo>
                      <a:pt x="105" y="58"/>
                      <a:pt x="106" y="59"/>
                      <a:pt x="106" y="58"/>
                    </a:cubicBezTo>
                    <a:cubicBezTo>
                      <a:pt x="106" y="57"/>
                      <a:pt x="106" y="57"/>
                      <a:pt x="106" y="57"/>
                    </a:cubicBezTo>
                    <a:cubicBezTo>
                      <a:pt x="106" y="56"/>
                      <a:pt x="106" y="56"/>
                      <a:pt x="106" y="56"/>
                    </a:cubicBezTo>
                    <a:cubicBezTo>
                      <a:pt x="107" y="55"/>
                      <a:pt x="107" y="58"/>
                      <a:pt x="107" y="58"/>
                    </a:cubicBezTo>
                    <a:cubicBezTo>
                      <a:pt x="107" y="59"/>
                      <a:pt x="108" y="58"/>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9" y="57"/>
                    </a:cubicBezTo>
                    <a:cubicBezTo>
                      <a:pt x="109" y="57"/>
                      <a:pt x="109" y="57"/>
                      <a:pt x="109" y="57"/>
                    </a:cubicBezTo>
                    <a:cubicBezTo>
                      <a:pt x="109" y="57"/>
                      <a:pt x="109" y="57"/>
                      <a:pt x="109" y="58"/>
                    </a:cubicBezTo>
                    <a:cubicBezTo>
                      <a:pt x="109" y="59"/>
                      <a:pt x="109" y="59"/>
                      <a:pt x="109" y="59"/>
                    </a:cubicBezTo>
                    <a:cubicBezTo>
                      <a:pt x="110" y="59"/>
                      <a:pt x="110" y="57"/>
                      <a:pt x="110" y="57"/>
                    </a:cubicBezTo>
                    <a:cubicBezTo>
                      <a:pt x="111" y="58"/>
                      <a:pt x="113" y="56"/>
                      <a:pt x="113" y="55"/>
                    </a:cubicBezTo>
                    <a:cubicBezTo>
                      <a:pt x="113" y="55"/>
                      <a:pt x="113" y="56"/>
                      <a:pt x="113" y="55"/>
                    </a:cubicBezTo>
                    <a:cubicBezTo>
                      <a:pt x="114" y="55"/>
                      <a:pt x="114" y="53"/>
                      <a:pt x="114" y="54"/>
                    </a:cubicBezTo>
                    <a:cubicBezTo>
                      <a:pt x="114" y="54"/>
                      <a:pt x="115" y="55"/>
                      <a:pt x="115" y="55"/>
                    </a:cubicBezTo>
                    <a:cubicBezTo>
                      <a:pt x="115" y="56"/>
                      <a:pt x="115" y="54"/>
                      <a:pt x="115" y="54"/>
                    </a:cubicBezTo>
                    <a:cubicBezTo>
                      <a:pt x="116" y="56"/>
                      <a:pt x="116" y="52"/>
                      <a:pt x="118" y="53"/>
                    </a:cubicBezTo>
                    <a:cubicBezTo>
                      <a:pt x="118" y="53"/>
                      <a:pt x="118" y="54"/>
                      <a:pt x="118" y="55"/>
                    </a:cubicBezTo>
                    <a:cubicBezTo>
                      <a:pt x="119" y="54"/>
                      <a:pt x="119" y="53"/>
                      <a:pt x="120" y="51"/>
                    </a:cubicBezTo>
                    <a:cubicBezTo>
                      <a:pt x="120" y="53"/>
                      <a:pt x="120" y="53"/>
                      <a:pt x="120" y="53"/>
                    </a:cubicBezTo>
                    <a:cubicBezTo>
                      <a:pt x="120" y="52"/>
                      <a:pt x="121" y="52"/>
                      <a:pt x="121" y="51"/>
                    </a:cubicBezTo>
                    <a:cubicBezTo>
                      <a:pt x="120" y="50"/>
                      <a:pt x="120" y="48"/>
                      <a:pt x="121" y="49"/>
                    </a:cubicBezTo>
                    <a:cubicBezTo>
                      <a:pt x="121" y="49"/>
                      <a:pt x="121" y="49"/>
                      <a:pt x="121" y="49"/>
                    </a:cubicBezTo>
                    <a:cubicBezTo>
                      <a:pt x="122" y="48"/>
                      <a:pt x="122" y="48"/>
                      <a:pt x="122" y="48"/>
                    </a:cubicBezTo>
                    <a:cubicBezTo>
                      <a:pt x="122" y="48"/>
                      <a:pt x="122" y="48"/>
                      <a:pt x="122" y="49"/>
                    </a:cubicBezTo>
                    <a:cubicBezTo>
                      <a:pt x="123" y="51"/>
                      <a:pt x="124" y="50"/>
                      <a:pt x="124" y="50"/>
                    </a:cubicBezTo>
                    <a:cubicBezTo>
                      <a:pt x="124" y="49"/>
                      <a:pt x="124" y="49"/>
                      <a:pt x="124" y="49"/>
                    </a:cubicBezTo>
                    <a:cubicBezTo>
                      <a:pt x="124" y="48"/>
                      <a:pt x="125" y="50"/>
                      <a:pt x="125" y="50"/>
                    </a:cubicBezTo>
                    <a:cubicBezTo>
                      <a:pt x="125" y="45"/>
                      <a:pt x="125" y="45"/>
                      <a:pt x="125" y="45"/>
                    </a:cubicBezTo>
                    <a:cubicBezTo>
                      <a:pt x="125" y="45"/>
                      <a:pt x="126" y="47"/>
                      <a:pt x="126" y="48"/>
                    </a:cubicBezTo>
                    <a:cubicBezTo>
                      <a:pt x="127" y="47"/>
                      <a:pt x="126" y="44"/>
                      <a:pt x="126" y="42"/>
                    </a:cubicBezTo>
                    <a:cubicBezTo>
                      <a:pt x="127" y="43"/>
                      <a:pt x="127" y="41"/>
                      <a:pt x="127" y="41"/>
                    </a:cubicBezTo>
                    <a:cubicBezTo>
                      <a:pt x="128" y="42"/>
                      <a:pt x="127" y="41"/>
                      <a:pt x="127" y="42"/>
                    </a:cubicBezTo>
                    <a:cubicBezTo>
                      <a:pt x="128" y="43"/>
                      <a:pt x="128" y="43"/>
                      <a:pt x="128" y="43"/>
                    </a:cubicBezTo>
                    <a:cubicBezTo>
                      <a:pt x="128" y="44"/>
                      <a:pt x="129" y="46"/>
                      <a:pt x="129" y="47"/>
                    </a:cubicBezTo>
                    <a:cubicBezTo>
                      <a:pt x="129" y="46"/>
                      <a:pt x="131" y="46"/>
                      <a:pt x="132" y="46"/>
                    </a:cubicBezTo>
                    <a:cubicBezTo>
                      <a:pt x="130" y="44"/>
                      <a:pt x="132" y="45"/>
                      <a:pt x="132" y="42"/>
                    </a:cubicBezTo>
                    <a:cubicBezTo>
                      <a:pt x="132" y="41"/>
                      <a:pt x="133" y="44"/>
                      <a:pt x="133" y="44"/>
                    </a:cubicBezTo>
                    <a:cubicBezTo>
                      <a:pt x="134" y="43"/>
                      <a:pt x="135" y="44"/>
                      <a:pt x="136" y="43"/>
                    </a:cubicBezTo>
                    <a:cubicBezTo>
                      <a:pt x="136" y="43"/>
                      <a:pt x="136" y="43"/>
                      <a:pt x="136" y="43"/>
                    </a:cubicBezTo>
                    <a:cubicBezTo>
                      <a:pt x="136" y="42"/>
                      <a:pt x="138" y="43"/>
                      <a:pt x="138" y="40"/>
                    </a:cubicBezTo>
                    <a:cubicBezTo>
                      <a:pt x="138" y="42"/>
                      <a:pt x="138" y="42"/>
                      <a:pt x="138" y="42"/>
                    </a:cubicBezTo>
                    <a:cubicBezTo>
                      <a:pt x="139" y="42"/>
                      <a:pt x="137" y="39"/>
                      <a:pt x="139" y="40"/>
                    </a:cubicBezTo>
                    <a:cubicBezTo>
                      <a:pt x="139" y="41"/>
                      <a:pt x="139" y="41"/>
                      <a:pt x="139" y="41"/>
                    </a:cubicBezTo>
                    <a:cubicBezTo>
                      <a:pt x="139" y="40"/>
                      <a:pt x="140" y="42"/>
                      <a:pt x="140" y="39"/>
                    </a:cubicBezTo>
                    <a:cubicBezTo>
                      <a:pt x="141" y="41"/>
                      <a:pt x="141" y="41"/>
                      <a:pt x="141" y="41"/>
                    </a:cubicBezTo>
                    <a:cubicBezTo>
                      <a:pt x="141" y="40"/>
                      <a:pt x="142" y="40"/>
                      <a:pt x="142" y="38"/>
                    </a:cubicBezTo>
                    <a:cubicBezTo>
                      <a:pt x="142" y="40"/>
                      <a:pt x="142" y="40"/>
                      <a:pt x="142" y="40"/>
                    </a:cubicBezTo>
                    <a:cubicBezTo>
                      <a:pt x="143" y="41"/>
                      <a:pt x="142" y="38"/>
                      <a:pt x="143" y="38"/>
                    </a:cubicBezTo>
                    <a:cubicBezTo>
                      <a:pt x="143" y="38"/>
                      <a:pt x="144" y="39"/>
                      <a:pt x="144" y="39"/>
                    </a:cubicBezTo>
                    <a:cubicBezTo>
                      <a:pt x="143" y="38"/>
                      <a:pt x="144" y="38"/>
                      <a:pt x="144" y="37"/>
                    </a:cubicBezTo>
                    <a:cubicBezTo>
                      <a:pt x="146" y="39"/>
                      <a:pt x="146" y="39"/>
                      <a:pt x="146" y="39"/>
                    </a:cubicBezTo>
                    <a:cubicBezTo>
                      <a:pt x="149" y="37"/>
                      <a:pt x="152" y="36"/>
                      <a:pt x="154" y="33"/>
                    </a:cubicBezTo>
                    <a:cubicBezTo>
                      <a:pt x="156" y="35"/>
                      <a:pt x="154" y="35"/>
                      <a:pt x="155" y="36"/>
                    </a:cubicBezTo>
                    <a:cubicBezTo>
                      <a:pt x="154" y="34"/>
                      <a:pt x="155" y="35"/>
                      <a:pt x="156" y="34"/>
                    </a:cubicBezTo>
                    <a:cubicBezTo>
                      <a:pt x="156" y="34"/>
                      <a:pt x="156" y="34"/>
                      <a:pt x="156" y="34"/>
                    </a:cubicBezTo>
                    <a:cubicBezTo>
                      <a:pt x="156" y="34"/>
                      <a:pt x="157" y="35"/>
                      <a:pt x="157" y="34"/>
                    </a:cubicBezTo>
                    <a:cubicBezTo>
                      <a:pt x="157" y="34"/>
                      <a:pt x="157" y="34"/>
                      <a:pt x="157" y="34"/>
                    </a:cubicBezTo>
                    <a:cubicBezTo>
                      <a:pt x="157" y="32"/>
                      <a:pt x="159" y="36"/>
                      <a:pt x="158" y="33"/>
                    </a:cubicBezTo>
                    <a:cubicBezTo>
                      <a:pt x="159" y="34"/>
                      <a:pt x="159" y="34"/>
                      <a:pt x="159" y="34"/>
                    </a:cubicBezTo>
                    <a:cubicBezTo>
                      <a:pt x="158" y="32"/>
                      <a:pt x="160" y="35"/>
                      <a:pt x="160" y="33"/>
                    </a:cubicBezTo>
                    <a:cubicBezTo>
                      <a:pt x="160" y="33"/>
                      <a:pt x="160" y="33"/>
                      <a:pt x="160" y="33"/>
                    </a:cubicBezTo>
                    <a:cubicBezTo>
                      <a:pt x="161" y="34"/>
                      <a:pt x="160" y="30"/>
                      <a:pt x="161" y="32"/>
                    </a:cubicBezTo>
                    <a:cubicBezTo>
                      <a:pt x="162" y="31"/>
                      <a:pt x="162" y="30"/>
                      <a:pt x="161" y="28"/>
                    </a:cubicBezTo>
                    <a:cubicBezTo>
                      <a:pt x="162" y="30"/>
                      <a:pt x="162" y="30"/>
                      <a:pt x="162" y="30"/>
                    </a:cubicBezTo>
                    <a:cubicBezTo>
                      <a:pt x="164" y="28"/>
                      <a:pt x="167" y="27"/>
                      <a:pt x="167" y="24"/>
                    </a:cubicBezTo>
                    <a:cubicBezTo>
                      <a:pt x="168" y="25"/>
                      <a:pt x="168" y="25"/>
                      <a:pt x="168" y="25"/>
                    </a:cubicBezTo>
                    <a:cubicBezTo>
                      <a:pt x="167" y="22"/>
                      <a:pt x="171" y="25"/>
                      <a:pt x="170" y="21"/>
                    </a:cubicBezTo>
                    <a:cubicBezTo>
                      <a:pt x="169" y="19"/>
                      <a:pt x="169" y="19"/>
                      <a:pt x="169" y="19"/>
                    </a:cubicBezTo>
                    <a:cubicBezTo>
                      <a:pt x="171" y="21"/>
                      <a:pt x="171" y="21"/>
                      <a:pt x="171" y="21"/>
                    </a:cubicBezTo>
                    <a:cubicBezTo>
                      <a:pt x="170" y="20"/>
                      <a:pt x="172" y="20"/>
                      <a:pt x="171" y="19"/>
                    </a:cubicBezTo>
                    <a:cubicBezTo>
                      <a:pt x="171" y="19"/>
                      <a:pt x="171" y="19"/>
                      <a:pt x="172" y="20"/>
                    </a:cubicBezTo>
                    <a:cubicBezTo>
                      <a:pt x="172" y="20"/>
                      <a:pt x="171" y="17"/>
                      <a:pt x="172" y="17"/>
                    </a:cubicBezTo>
                    <a:cubicBezTo>
                      <a:pt x="173" y="18"/>
                      <a:pt x="173" y="18"/>
                      <a:pt x="173" y="18"/>
                    </a:cubicBezTo>
                    <a:cubicBezTo>
                      <a:pt x="177" y="19"/>
                      <a:pt x="182" y="18"/>
                      <a:pt x="181" y="13"/>
                    </a:cubicBezTo>
                    <a:cubicBezTo>
                      <a:pt x="181" y="12"/>
                      <a:pt x="183" y="14"/>
                      <a:pt x="183" y="14"/>
                    </a:cubicBezTo>
                    <a:cubicBezTo>
                      <a:pt x="182" y="10"/>
                      <a:pt x="188" y="11"/>
                      <a:pt x="186" y="6"/>
                    </a:cubicBezTo>
                    <a:cubicBezTo>
                      <a:pt x="186" y="4"/>
                      <a:pt x="182" y="0"/>
                      <a:pt x="182" y="0"/>
                    </a:cubicBezTo>
                    <a:cubicBezTo>
                      <a:pt x="180" y="4"/>
                      <a:pt x="176" y="5"/>
                      <a:pt x="171" y="6"/>
                    </a:cubicBezTo>
                    <a:cubicBezTo>
                      <a:pt x="171" y="7"/>
                      <a:pt x="170" y="9"/>
                      <a:pt x="169" y="9"/>
                    </a:cubicBezTo>
                    <a:cubicBezTo>
                      <a:pt x="165" y="12"/>
                      <a:pt x="158" y="11"/>
                      <a:pt x="154" y="16"/>
                    </a:cubicBezTo>
                    <a:cubicBezTo>
                      <a:pt x="155" y="16"/>
                      <a:pt x="155" y="18"/>
                      <a:pt x="155" y="18"/>
                    </a:cubicBezTo>
                    <a:cubicBezTo>
                      <a:pt x="155" y="18"/>
                      <a:pt x="155" y="18"/>
                      <a:pt x="155" y="18"/>
                    </a:cubicBezTo>
                    <a:cubicBezTo>
                      <a:pt x="155" y="19"/>
                      <a:pt x="155" y="19"/>
                      <a:pt x="155" y="19"/>
                    </a:cubicBezTo>
                    <a:cubicBezTo>
                      <a:pt x="155" y="19"/>
                      <a:pt x="154" y="18"/>
                      <a:pt x="154" y="17"/>
                    </a:cubicBezTo>
                    <a:cubicBezTo>
                      <a:pt x="153" y="19"/>
                      <a:pt x="151" y="20"/>
                      <a:pt x="149" y="20"/>
                    </a:cubicBezTo>
                    <a:cubicBezTo>
                      <a:pt x="150" y="22"/>
                      <a:pt x="148" y="21"/>
                      <a:pt x="149" y="23"/>
                    </a:cubicBezTo>
                    <a:cubicBezTo>
                      <a:pt x="148" y="22"/>
                      <a:pt x="148" y="22"/>
                      <a:pt x="148" y="22"/>
                    </a:cubicBezTo>
                    <a:cubicBezTo>
                      <a:pt x="147" y="24"/>
                      <a:pt x="147" y="24"/>
                      <a:pt x="145" y="22"/>
                    </a:cubicBezTo>
                    <a:cubicBezTo>
                      <a:pt x="139" y="23"/>
                      <a:pt x="134" y="27"/>
                      <a:pt x="128" y="28"/>
                    </a:cubicBezTo>
                    <a:cubicBezTo>
                      <a:pt x="123" y="30"/>
                      <a:pt x="118" y="35"/>
                      <a:pt x="112" y="37"/>
                    </a:cubicBezTo>
                    <a:cubicBezTo>
                      <a:pt x="112" y="40"/>
                      <a:pt x="110" y="39"/>
                      <a:pt x="110" y="42"/>
                    </a:cubicBezTo>
                    <a:cubicBezTo>
                      <a:pt x="110" y="41"/>
                      <a:pt x="110" y="41"/>
                      <a:pt x="110" y="41"/>
                    </a:cubicBezTo>
                    <a:cubicBezTo>
                      <a:pt x="109" y="43"/>
                      <a:pt x="109" y="41"/>
                      <a:pt x="107" y="40"/>
                    </a:cubicBezTo>
                    <a:cubicBezTo>
                      <a:pt x="107" y="42"/>
                      <a:pt x="107" y="41"/>
                      <a:pt x="107" y="43"/>
                    </a:cubicBezTo>
                    <a:cubicBezTo>
                      <a:pt x="107" y="45"/>
                      <a:pt x="106" y="40"/>
                      <a:pt x="106" y="41"/>
                    </a:cubicBezTo>
                    <a:cubicBezTo>
                      <a:pt x="105" y="41"/>
                      <a:pt x="106" y="42"/>
                      <a:pt x="106" y="42"/>
                    </a:cubicBezTo>
                    <a:cubicBezTo>
                      <a:pt x="105" y="45"/>
                      <a:pt x="106" y="41"/>
                      <a:pt x="103" y="39"/>
                    </a:cubicBezTo>
                    <a:cubicBezTo>
                      <a:pt x="101" y="41"/>
                      <a:pt x="98" y="44"/>
                      <a:pt x="95" y="43"/>
                    </a:cubicBezTo>
                    <a:cubicBezTo>
                      <a:pt x="95" y="43"/>
                      <a:pt x="96" y="44"/>
                      <a:pt x="96" y="44"/>
                    </a:cubicBezTo>
                    <a:cubicBezTo>
                      <a:pt x="95" y="41"/>
                      <a:pt x="95" y="46"/>
                      <a:pt x="94" y="44"/>
                    </a:cubicBezTo>
                    <a:cubicBezTo>
                      <a:pt x="94" y="44"/>
                      <a:pt x="94" y="43"/>
                      <a:pt x="94" y="43"/>
                    </a:cubicBezTo>
                    <a:cubicBezTo>
                      <a:pt x="93" y="42"/>
                      <a:pt x="92" y="44"/>
                      <a:pt x="91" y="43"/>
                    </a:cubicBezTo>
                    <a:cubicBezTo>
                      <a:pt x="90" y="45"/>
                      <a:pt x="88" y="42"/>
                      <a:pt x="88" y="44"/>
                    </a:cubicBezTo>
                    <a:cubicBezTo>
                      <a:pt x="88" y="43"/>
                      <a:pt x="87" y="43"/>
                      <a:pt x="87" y="43"/>
                    </a:cubicBezTo>
                    <a:cubicBezTo>
                      <a:pt x="87" y="47"/>
                      <a:pt x="84" y="42"/>
                      <a:pt x="84" y="44"/>
                    </a:cubicBezTo>
                    <a:cubicBezTo>
                      <a:pt x="84" y="44"/>
                      <a:pt x="84" y="44"/>
                      <a:pt x="84" y="44"/>
                    </a:cubicBezTo>
                    <a:cubicBezTo>
                      <a:pt x="81" y="45"/>
                      <a:pt x="77" y="45"/>
                      <a:pt x="75" y="47"/>
                    </a:cubicBezTo>
                    <a:cubicBezTo>
                      <a:pt x="73" y="47"/>
                      <a:pt x="70" y="44"/>
                      <a:pt x="69" y="46"/>
                    </a:cubicBezTo>
                    <a:cubicBezTo>
                      <a:pt x="69" y="48"/>
                      <a:pt x="69" y="48"/>
                      <a:pt x="69" y="48"/>
                    </a:cubicBezTo>
                    <a:cubicBezTo>
                      <a:pt x="68" y="48"/>
                      <a:pt x="69" y="47"/>
                      <a:pt x="68" y="46"/>
                    </a:cubicBezTo>
                    <a:cubicBezTo>
                      <a:pt x="68" y="48"/>
                      <a:pt x="66" y="47"/>
                      <a:pt x="65" y="47"/>
                    </a:cubicBezTo>
                    <a:cubicBezTo>
                      <a:pt x="65" y="47"/>
                      <a:pt x="65" y="48"/>
                      <a:pt x="65" y="49"/>
                    </a:cubicBezTo>
                    <a:cubicBezTo>
                      <a:pt x="63" y="46"/>
                      <a:pt x="62" y="50"/>
                      <a:pt x="60" y="48"/>
                    </a:cubicBezTo>
                    <a:cubicBezTo>
                      <a:pt x="61" y="51"/>
                      <a:pt x="60" y="50"/>
                      <a:pt x="59" y="51"/>
                    </a:cubicBezTo>
                    <a:cubicBezTo>
                      <a:pt x="59" y="51"/>
                      <a:pt x="59" y="50"/>
                      <a:pt x="59" y="49"/>
                    </a:cubicBezTo>
                    <a:cubicBezTo>
                      <a:pt x="58" y="50"/>
                      <a:pt x="57" y="50"/>
                      <a:pt x="56" y="49"/>
                    </a:cubicBezTo>
                    <a:cubicBezTo>
                      <a:pt x="56" y="49"/>
                      <a:pt x="56" y="51"/>
                      <a:pt x="55" y="51"/>
                    </a:cubicBezTo>
                    <a:cubicBezTo>
                      <a:pt x="54" y="49"/>
                      <a:pt x="54" y="51"/>
                      <a:pt x="53" y="50"/>
                    </a:cubicBezTo>
                    <a:cubicBezTo>
                      <a:pt x="54" y="52"/>
                      <a:pt x="52" y="54"/>
                      <a:pt x="52" y="53"/>
                    </a:cubicBezTo>
                    <a:cubicBezTo>
                      <a:pt x="52" y="50"/>
                      <a:pt x="52" y="50"/>
                      <a:pt x="52" y="50"/>
                    </a:cubicBezTo>
                    <a:cubicBezTo>
                      <a:pt x="50" y="52"/>
                      <a:pt x="47" y="49"/>
                      <a:pt x="44" y="52"/>
                    </a:cubicBezTo>
                    <a:cubicBezTo>
                      <a:pt x="44" y="51"/>
                      <a:pt x="44" y="51"/>
                      <a:pt x="44" y="51"/>
                    </a:cubicBezTo>
                    <a:cubicBezTo>
                      <a:pt x="42" y="53"/>
                      <a:pt x="39" y="51"/>
                      <a:pt x="37" y="54"/>
                    </a:cubicBezTo>
                    <a:cubicBezTo>
                      <a:pt x="36" y="53"/>
                      <a:pt x="35" y="52"/>
                      <a:pt x="35" y="52"/>
                    </a:cubicBezTo>
                    <a:cubicBezTo>
                      <a:pt x="34" y="53"/>
                      <a:pt x="33" y="53"/>
                      <a:pt x="32" y="55"/>
                    </a:cubicBezTo>
                    <a:cubicBezTo>
                      <a:pt x="32" y="56"/>
                      <a:pt x="32" y="54"/>
                      <a:pt x="32" y="54"/>
                    </a:cubicBezTo>
                    <a:cubicBezTo>
                      <a:pt x="31" y="53"/>
                      <a:pt x="30" y="51"/>
                      <a:pt x="29" y="53"/>
                    </a:cubicBezTo>
                    <a:cubicBezTo>
                      <a:pt x="29" y="52"/>
                      <a:pt x="29" y="52"/>
                      <a:pt x="29" y="52"/>
                    </a:cubicBezTo>
                    <a:cubicBezTo>
                      <a:pt x="28" y="53"/>
                      <a:pt x="27" y="55"/>
                      <a:pt x="26" y="53"/>
                    </a:cubicBezTo>
                    <a:cubicBezTo>
                      <a:pt x="25" y="54"/>
                      <a:pt x="24" y="55"/>
                      <a:pt x="25" y="56"/>
                    </a:cubicBezTo>
                    <a:cubicBezTo>
                      <a:pt x="24" y="56"/>
                      <a:pt x="25" y="54"/>
                      <a:pt x="24" y="55"/>
                    </a:cubicBezTo>
                    <a:cubicBezTo>
                      <a:pt x="25" y="53"/>
                      <a:pt x="25" y="53"/>
                      <a:pt x="25" y="53"/>
                    </a:cubicBezTo>
                    <a:cubicBezTo>
                      <a:pt x="23" y="52"/>
                      <a:pt x="21" y="53"/>
                      <a:pt x="19" y="53"/>
                    </a:cubicBezTo>
                    <a:cubicBezTo>
                      <a:pt x="19" y="51"/>
                      <a:pt x="17" y="53"/>
                      <a:pt x="16" y="51"/>
                    </a:cubicBezTo>
                    <a:cubicBezTo>
                      <a:pt x="15" y="52"/>
                      <a:pt x="15" y="50"/>
                      <a:pt x="13" y="53"/>
                    </a:cubicBezTo>
                    <a:cubicBezTo>
                      <a:pt x="14" y="51"/>
                      <a:pt x="14" y="51"/>
                      <a:pt x="14" y="51"/>
                    </a:cubicBezTo>
                    <a:cubicBezTo>
                      <a:pt x="13" y="51"/>
                      <a:pt x="12" y="51"/>
                      <a:pt x="11" y="49"/>
                    </a:cubicBezTo>
                    <a:cubicBezTo>
                      <a:pt x="11" y="49"/>
                      <a:pt x="10" y="50"/>
                      <a:pt x="9" y="51"/>
                    </a:cubicBezTo>
                    <a:cubicBezTo>
                      <a:pt x="10" y="49"/>
                      <a:pt x="10" y="49"/>
                      <a:pt x="10" y="49"/>
                    </a:cubicBezTo>
                    <a:cubicBezTo>
                      <a:pt x="9" y="50"/>
                      <a:pt x="7" y="51"/>
                      <a:pt x="6" y="52"/>
                    </a:cubicBezTo>
                    <a:cubicBezTo>
                      <a:pt x="6" y="51"/>
                      <a:pt x="6" y="52"/>
                      <a:pt x="6" y="51"/>
                    </a:cubicBezTo>
                    <a:cubicBezTo>
                      <a:pt x="7" y="51"/>
                      <a:pt x="8" y="50"/>
                      <a:pt x="9" y="48"/>
                    </a:cubicBezTo>
                    <a:cubicBezTo>
                      <a:pt x="9" y="48"/>
                      <a:pt x="6" y="50"/>
                      <a:pt x="7" y="48"/>
                    </a:cubicBezTo>
                    <a:cubicBezTo>
                      <a:pt x="7" y="47"/>
                      <a:pt x="7" y="47"/>
                      <a:pt x="5" y="49"/>
                    </a:cubicBezTo>
                    <a:cubicBezTo>
                      <a:pt x="6" y="48"/>
                      <a:pt x="6" y="48"/>
                      <a:pt x="7" y="47"/>
                    </a:cubicBezTo>
                    <a:cubicBezTo>
                      <a:pt x="6" y="47"/>
                      <a:pt x="6" y="47"/>
                      <a:pt x="5" y="47"/>
                    </a:cubicBezTo>
                    <a:cubicBezTo>
                      <a:pt x="6" y="47"/>
                      <a:pt x="5" y="47"/>
                      <a:pt x="5" y="48"/>
                    </a:cubicBezTo>
                    <a:cubicBezTo>
                      <a:pt x="4" y="48"/>
                      <a:pt x="4" y="48"/>
                      <a:pt x="2" y="49"/>
                    </a:cubicBezTo>
                    <a:cubicBezTo>
                      <a:pt x="3" y="49"/>
                      <a:pt x="3" y="49"/>
                      <a:pt x="3" y="49"/>
                    </a:cubicBezTo>
                    <a:cubicBezTo>
                      <a:pt x="2" y="50"/>
                      <a:pt x="1" y="50"/>
                      <a:pt x="2" y="49"/>
                    </a:cubicBezTo>
                    <a:cubicBezTo>
                      <a:pt x="3" y="48"/>
                      <a:pt x="4" y="48"/>
                      <a:pt x="5" y="47"/>
                    </a:cubicBezTo>
                    <a:cubicBezTo>
                      <a:pt x="1" y="48"/>
                      <a:pt x="1" y="48"/>
                      <a:pt x="1" y="48"/>
                    </a:cubicBezTo>
                    <a:cubicBezTo>
                      <a:pt x="2" y="48"/>
                      <a:pt x="2" y="49"/>
                      <a:pt x="1" y="49"/>
                    </a:cubicBezTo>
                    <a:cubicBezTo>
                      <a:pt x="2" y="49"/>
                      <a:pt x="2" y="49"/>
                      <a:pt x="2" y="49"/>
                    </a:cubicBezTo>
                    <a:cubicBezTo>
                      <a:pt x="0" y="50"/>
                      <a:pt x="0" y="50"/>
                      <a:pt x="0" y="50"/>
                    </a:cubicBezTo>
                    <a:cubicBezTo>
                      <a:pt x="1" y="51"/>
                      <a:pt x="1" y="52"/>
                      <a:pt x="2" y="52"/>
                    </a:cubicBezTo>
                    <a:cubicBezTo>
                      <a:pt x="3" y="51"/>
                      <a:pt x="3" y="51"/>
                      <a:pt x="3" y="51"/>
                    </a:cubicBezTo>
                    <a:cubicBezTo>
                      <a:pt x="4" y="51"/>
                      <a:pt x="5" y="50"/>
                      <a:pt x="5" y="52"/>
                    </a:cubicBezTo>
                    <a:cubicBezTo>
                      <a:pt x="4" y="52"/>
                      <a:pt x="4" y="53"/>
                      <a:pt x="3" y="53"/>
                    </a:cubicBezTo>
                    <a:cubicBezTo>
                      <a:pt x="4" y="53"/>
                      <a:pt x="4" y="53"/>
                      <a:pt x="4" y="53"/>
                    </a:cubicBezTo>
                    <a:cubicBezTo>
                      <a:pt x="2" y="55"/>
                      <a:pt x="2" y="55"/>
                      <a:pt x="2" y="55"/>
                    </a:cubicBezTo>
                    <a:cubicBezTo>
                      <a:pt x="5" y="52"/>
                      <a:pt x="4" y="55"/>
                      <a:pt x="5" y="5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9" name="Freeform 243"/>
              <p:cNvSpPr/>
              <p:nvPr/>
            </p:nvSpPr>
            <p:spPr bwMode="auto">
              <a:xfrm>
                <a:off x="4005" y="2851"/>
                <a:ext cx="2" cy="5"/>
              </a:xfrm>
              <a:custGeom>
                <a:avLst/>
                <a:gdLst>
                  <a:gd name="T0" fmla="*/ 2 w 2"/>
                  <a:gd name="T1" fmla="*/ 5 h 5"/>
                  <a:gd name="T2" fmla="*/ 2 w 2"/>
                  <a:gd name="T3" fmla="*/ 5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2" y="5"/>
                    </a:lnTo>
                    <a:lnTo>
                      <a:pt x="0" y="0"/>
                    </a:lnTo>
                    <a:lnTo>
                      <a:pt x="2" y="5"/>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0" name="Freeform 244"/>
              <p:cNvSpPr/>
              <p:nvPr/>
            </p:nvSpPr>
            <p:spPr bwMode="auto">
              <a:xfrm>
                <a:off x="3980" y="2866"/>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1" name="Freeform 245"/>
              <p:cNvSpPr/>
              <p:nvPr/>
            </p:nvSpPr>
            <p:spPr bwMode="auto">
              <a:xfrm>
                <a:off x="3982" y="28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2" name="Freeform 246"/>
              <p:cNvSpPr/>
              <p:nvPr/>
            </p:nvSpPr>
            <p:spPr bwMode="auto">
              <a:xfrm>
                <a:off x="3748" y="2898"/>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2"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3" name="Freeform 247"/>
              <p:cNvSpPr/>
              <p:nvPr/>
            </p:nvSpPr>
            <p:spPr bwMode="auto">
              <a:xfrm>
                <a:off x="3980" y="2875"/>
                <a:ext cx="2" cy="4"/>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0"/>
                      <a:pt x="0" y="2"/>
                      <a:pt x="1" y="2"/>
                    </a:cubicBezTo>
                    <a:cubicBezTo>
                      <a:pt x="1" y="2"/>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4" name="Freeform 248"/>
              <p:cNvSpPr/>
              <p:nvPr/>
            </p:nvSpPr>
            <p:spPr bwMode="auto">
              <a:xfrm>
                <a:off x="3757" y="2909"/>
                <a:ext cx="2" cy="4"/>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5" name="Freeform 249"/>
              <p:cNvSpPr/>
              <p:nvPr/>
            </p:nvSpPr>
            <p:spPr bwMode="auto">
              <a:xfrm>
                <a:off x="3776" y="2913"/>
                <a:ext cx="2" cy="4"/>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0"/>
                      <a:pt x="1" y="1"/>
                    </a:cubicBezTo>
                    <a:cubicBezTo>
                      <a:pt x="1"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6" name="Freeform 250"/>
              <p:cNvSpPr/>
              <p:nvPr/>
            </p:nvSpPr>
            <p:spPr bwMode="auto">
              <a:xfrm>
                <a:off x="3759" y="2904"/>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0"/>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7" name="Freeform 251"/>
              <p:cNvSpPr/>
              <p:nvPr/>
            </p:nvSpPr>
            <p:spPr bwMode="auto">
              <a:xfrm>
                <a:off x="3893" y="3080"/>
                <a:ext cx="4" cy="9"/>
              </a:xfrm>
              <a:custGeom>
                <a:avLst/>
                <a:gdLst>
                  <a:gd name="T0" fmla="*/ 2 w 2"/>
                  <a:gd name="T1" fmla="*/ 0 h 4"/>
                  <a:gd name="T2" fmla="*/ 1 w 2"/>
                  <a:gd name="T3" fmla="*/ 1 h 4"/>
                  <a:gd name="T4" fmla="*/ 1 w 2"/>
                  <a:gd name="T5" fmla="*/ 2 h 4"/>
                  <a:gd name="T6" fmla="*/ 0 w 2"/>
                  <a:gd name="T7" fmla="*/ 4 h 4"/>
                  <a:gd name="T8" fmla="*/ 2 w 2"/>
                  <a:gd name="T9" fmla="*/ 1 h 4"/>
                  <a:gd name="T10" fmla="*/ 2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2" y="0"/>
                    </a:moveTo>
                    <a:cubicBezTo>
                      <a:pt x="2" y="1"/>
                      <a:pt x="2" y="1"/>
                      <a:pt x="1" y="1"/>
                    </a:cubicBezTo>
                    <a:cubicBezTo>
                      <a:pt x="1" y="2"/>
                      <a:pt x="0" y="3"/>
                      <a:pt x="1" y="2"/>
                    </a:cubicBezTo>
                    <a:cubicBezTo>
                      <a:pt x="1" y="3"/>
                      <a:pt x="0" y="3"/>
                      <a:pt x="0" y="4"/>
                    </a:cubicBezTo>
                    <a:cubicBezTo>
                      <a:pt x="1" y="3"/>
                      <a:pt x="2" y="1"/>
                      <a:pt x="2" y="1"/>
                    </a:cubicBezTo>
                    <a:cubicBezTo>
                      <a:pt x="2" y="0"/>
                      <a:pt x="2"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8" name="Freeform 252"/>
              <p:cNvSpPr/>
              <p:nvPr/>
            </p:nvSpPr>
            <p:spPr bwMode="auto">
              <a:xfrm>
                <a:off x="3786" y="2913"/>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9" name="Freeform 253"/>
              <p:cNvSpPr/>
              <p:nvPr/>
            </p:nvSpPr>
            <p:spPr bwMode="auto">
              <a:xfrm>
                <a:off x="3952" y="30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0" name="Freeform 254"/>
              <p:cNvSpPr>
                <a:spLocks noEditPoints="1"/>
              </p:cNvSpPr>
              <p:nvPr/>
            </p:nvSpPr>
            <p:spPr bwMode="auto">
              <a:xfrm>
                <a:off x="3895" y="3015"/>
                <a:ext cx="152" cy="95"/>
              </a:xfrm>
              <a:custGeom>
                <a:avLst/>
                <a:gdLst>
                  <a:gd name="T0" fmla="*/ 54 w 72"/>
                  <a:gd name="T1" fmla="*/ 4 h 45"/>
                  <a:gd name="T2" fmla="*/ 55 w 72"/>
                  <a:gd name="T3" fmla="*/ 8 h 45"/>
                  <a:gd name="T4" fmla="*/ 44 w 72"/>
                  <a:gd name="T5" fmla="*/ 20 h 45"/>
                  <a:gd name="T6" fmla="*/ 38 w 72"/>
                  <a:gd name="T7" fmla="*/ 21 h 45"/>
                  <a:gd name="T8" fmla="*/ 35 w 72"/>
                  <a:gd name="T9" fmla="*/ 21 h 45"/>
                  <a:gd name="T10" fmla="*/ 30 w 72"/>
                  <a:gd name="T11" fmla="*/ 22 h 45"/>
                  <a:gd name="T12" fmla="*/ 27 w 72"/>
                  <a:gd name="T13" fmla="*/ 22 h 45"/>
                  <a:gd name="T14" fmla="*/ 21 w 72"/>
                  <a:gd name="T15" fmla="*/ 23 h 45"/>
                  <a:gd name="T16" fmla="*/ 16 w 72"/>
                  <a:gd name="T17" fmla="*/ 23 h 45"/>
                  <a:gd name="T18" fmla="*/ 11 w 72"/>
                  <a:gd name="T19" fmla="*/ 23 h 45"/>
                  <a:gd name="T20" fmla="*/ 9 w 72"/>
                  <a:gd name="T21" fmla="*/ 21 h 45"/>
                  <a:gd name="T22" fmla="*/ 8 w 72"/>
                  <a:gd name="T23" fmla="*/ 20 h 45"/>
                  <a:gd name="T24" fmla="*/ 7 w 72"/>
                  <a:gd name="T25" fmla="*/ 20 h 45"/>
                  <a:gd name="T26" fmla="*/ 4 w 72"/>
                  <a:gd name="T27" fmla="*/ 22 h 45"/>
                  <a:gd name="T28" fmla="*/ 2 w 72"/>
                  <a:gd name="T29" fmla="*/ 25 h 45"/>
                  <a:gd name="T30" fmla="*/ 2 w 72"/>
                  <a:gd name="T31" fmla="*/ 31 h 45"/>
                  <a:gd name="T32" fmla="*/ 8 w 72"/>
                  <a:gd name="T33" fmla="*/ 29 h 45"/>
                  <a:gd name="T34" fmla="*/ 4 w 72"/>
                  <a:gd name="T35" fmla="*/ 34 h 45"/>
                  <a:gd name="T36" fmla="*/ 3 w 72"/>
                  <a:gd name="T37" fmla="*/ 39 h 45"/>
                  <a:gd name="T38" fmla="*/ 8 w 72"/>
                  <a:gd name="T39" fmla="*/ 33 h 45"/>
                  <a:gd name="T40" fmla="*/ 6 w 72"/>
                  <a:gd name="T41" fmla="*/ 39 h 45"/>
                  <a:gd name="T42" fmla="*/ 7 w 72"/>
                  <a:gd name="T43" fmla="*/ 41 h 45"/>
                  <a:gd name="T44" fmla="*/ 8 w 72"/>
                  <a:gd name="T45" fmla="*/ 42 h 45"/>
                  <a:gd name="T46" fmla="*/ 9 w 72"/>
                  <a:gd name="T47" fmla="*/ 43 h 45"/>
                  <a:gd name="T48" fmla="*/ 12 w 72"/>
                  <a:gd name="T49" fmla="*/ 40 h 45"/>
                  <a:gd name="T50" fmla="*/ 13 w 72"/>
                  <a:gd name="T51" fmla="*/ 44 h 45"/>
                  <a:gd name="T52" fmla="*/ 15 w 72"/>
                  <a:gd name="T53" fmla="*/ 40 h 45"/>
                  <a:gd name="T54" fmla="*/ 16 w 72"/>
                  <a:gd name="T55" fmla="*/ 40 h 45"/>
                  <a:gd name="T56" fmla="*/ 17 w 72"/>
                  <a:gd name="T57" fmla="*/ 42 h 45"/>
                  <a:gd name="T58" fmla="*/ 23 w 72"/>
                  <a:gd name="T59" fmla="*/ 41 h 45"/>
                  <a:gd name="T60" fmla="*/ 24 w 72"/>
                  <a:gd name="T61" fmla="*/ 41 h 45"/>
                  <a:gd name="T62" fmla="*/ 28 w 72"/>
                  <a:gd name="T63" fmla="*/ 41 h 45"/>
                  <a:gd name="T64" fmla="*/ 31 w 72"/>
                  <a:gd name="T65" fmla="*/ 40 h 45"/>
                  <a:gd name="T66" fmla="*/ 33 w 72"/>
                  <a:gd name="T67" fmla="*/ 39 h 45"/>
                  <a:gd name="T68" fmla="*/ 34 w 72"/>
                  <a:gd name="T69" fmla="*/ 40 h 45"/>
                  <a:gd name="T70" fmla="*/ 34 w 72"/>
                  <a:gd name="T71" fmla="*/ 37 h 45"/>
                  <a:gd name="T72" fmla="*/ 37 w 72"/>
                  <a:gd name="T73" fmla="*/ 38 h 45"/>
                  <a:gd name="T74" fmla="*/ 41 w 72"/>
                  <a:gd name="T75" fmla="*/ 39 h 45"/>
                  <a:gd name="T76" fmla="*/ 43 w 72"/>
                  <a:gd name="T77" fmla="*/ 35 h 45"/>
                  <a:gd name="T78" fmla="*/ 46 w 72"/>
                  <a:gd name="T79" fmla="*/ 35 h 45"/>
                  <a:gd name="T80" fmla="*/ 47 w 72"/>
                  <a:gd name="T81" fmla="*/ 34 h 45"/>
                  <a:gd name="T82" fmla="*/ 49 w 72"/>
                  <a:gd name="T83" fmla="*/ 34 h 45"/>
                  <a:gd name="T84" fmla="*/ 50 w 72"/>
                  <a:gd name="T85" fmla="*/ 36 h 45"/>
                  <a:gd name="T86" fmla="*/ 51 w 72"/>
                  <a:gd name="T87" fmla="*/ 32 h 45"/>
                  <a:gd name="T88" fmla="*/ 52 w 72"/>
                  <a:gd name="T89" fmla="*/ 27 h 45"/>
                  <a:gd name="T90" fmla="*/ 54 w 72"/>
                  <a:gd name="T91" fmla="*/ 28 h 45"/>
                  <a:gd name="T92" fmla="*/ 54 w 72"/>
                  <a:gd name="T93" fmla="*/ 23 h 45"/>
                  <a:gd name="T94" fmla="*/ 58 w 72"/>
                  <a:gd name="T95" fmla="*/ 23 h 45"/>
                  <a:gd name="T96" fmla="*/ 59 w 72"/>
                  <a:gd name="T97" fmla="*/ 21 h 45"/>
                  <a:gd name="T98" fmla="*/ 61 w 72"/>
                  <a:gd name="T99" fmla="*/ 20 h 45"/>
                  <a:gd name="T100" fmla="*/ 65 w 72"/>
                  <a:gd name="T101" fmla="*/ 17 h 45"/>
                  <a:gd name="T102" fmla="*/ 65 w 72"/>
                  <a:gd name="T103" fmla="*/ 13 h 45"/>
                  <a:gd name="T104" fmla="*/ 67 w 72"/>
                  <a:gd name="T105" fmla="*/ 8 h 45"/>
                  <a:gd name="T106" fmla="*/ 61 w 72"/>
                  <a:gd name="T107"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 h="45">
                    <a:moveTo>
                      <a:pt x="68" y="4"/>
                    </a:moveTo>
                    <a:cubicBezTo>
                      <a:pt x="67" y="4"/>
                      <a:pt x="70" y="3"/>
                      <a:pt x="70" y="3"/>
                    </a:cubicBezTo>
                    <a:cubicBezTo>
                      <a:pt x="66" y="4"/>
                      <a:pt x="69" y="0"/>
                      <a:pt x="65" y="3"/>
                    </a:cubicBezTo>
                    <a:cubicBezTo>
                      <a:pt x="64" y="3"/>
                      <a:pt x="63" y="5"/>
                      <a:pt x="63" y="6"/>
                    </a:cubicBezTo>
                    <a:cubicBezTo>
                      <a:pt x="62" y="6"/>
                      <a:pt x="61" y="6"/>
                      <a:pt x="61" y="6"/>
                    </a:cubicBezTo>
                    <a:cubicBezTo>
                      <a:pt x="59" y="4"/>
                      <a:pt x="51" y="2"/>
                      <a:pt x="54" y="4"/>
                    </a:cubicBezTo>
                    <a:cubicBezTo>
                      <a:pt x="55" y="4"/>
                      <a:pt x="56" y="5"/>
                      <a:pt x="56" y="5"/>
                    </a:cubicBezTo>
                    <a:cubicBezTo>
                      <a:pt x="56" y="5"/>
                      <a:pt x="56" y="5"/>
                      <a:pt x="56" y="5"/>
                    </a:cubicBezTo>
                    <a:cubicBezTo>
                      <a:pt x="57" y="6"/>
                      <a:pt x="57" y="6"/>
                      <a:pt x="57" y="6"/>
                    </a:cubicBezTo>
                    <a:cubicBezTo>
                      <a:pt x="57" y="6"/>
                      <a:pt x="55" y="5"/>
                      <a:pt x="55" y="4"/>
                    </a:cubicBezTo>
                    <a:cubicBezTo>
                      <a:pt x="55" y="5"/>
                      <a:pt x="55" y="6"/>
                      <a:pt x="54" y="6"/>
                    </a:cubicBezTo>
                    <a:cubicBezTo>
                      <a:pt x="55" y="7"/>
                      <a:pt x="54" y="6"/>
                      <a:pt x="55" y="8"/>
                    </a:cubicBezTo>
                    <a:cubicBezTo>
                      <a:pt x="55" y="7"/>
                      <a:pt x="55" y="7"/>
                      <a:pt x="55" y="7"/>
                    </a:cubicBezTo>
                    <a:cubicBezTo>
                      <a:pt x="55" y="8"/>
                      <a:pt x="55" y="8"/>
                      <a:pt x="53" y="7"/>
                    </a:cubicBezTo>
                    <a:cubicBezTo>
                      <a:pt x="50" y="7"/>
                      <a:pt x="49" y="9"/>
                      <a:pt x="47" y="10"/>
                    </a:cubicBezTo>
                    <a:cubicBezTo>
                      <a:pt x="46" y="12"/>
                      <a:pt x="45" y="14"/>
                      <a:pt x="43" y="16"/>
                    </a:cubicBezTo>
                    <a:cubicBezTo>
                      <a:pt x="44" y="19"/>
                      <a:pt x="43" y="18"/>
                      <a:pt x="44" y="21"/>
                    </a:cubicBezTo>
                    <a:cubicBezTo>
                      <a:pt x="44" y="20"/>
                      <a:pt x="44" y="20"/>
                      <a:pt x="44" y="20"/>
                    </a:cubicBezTo>
                    <a:cubicBezTo>
                      <a:pt x="44" y="22"/>
                      <a:pt x="43" y="20"/>
                      <a:pt x="42" y="19"/>
                    </a:cubicBezTo>
                    <a:cubicBezTo>
                      <a:pt x="43" y="21"/>
                      <a:pt x="42" y="20"/>
                      <a:pt x="43" y="22"/>
                    </a:cubicBezTo>
                    <a:cubicBezTo>
                      <a:pt x="44" y="23"/>
                      <a:pt x="41" y="19"/>
                      <a:pt x="42" y="20"/>
                    </a:cubicBezTo>
                    <a:cubicBezTo>
                      <a:pt x="41" y="20"/>
                      <a:pt x="42" y="21"/>
                      <a:pt x="42" y="21"/>
                    </a:cubicBezTo>
                    <a:cubicBezTo>
                      <a:pt x="42" y="23"/>
                      <a:pt x="41" y="20"/>
                      <a:pt x="40" y="18"/>
                    </a:cubicBezTo>
                    <a:cubicBezTo>
                      <a:pt x="39" y="19"/>
                      <a:pt x="39" y="22"/>
                      <a:pt x="38" y="21"/>
                    </a:cubicBezTo>
                    <a:cubicBezTo>
                      <a:pt x="38" y="21"/>
                      <a:pt x="38" y="22"/>
                      <a:pt x="38" y="22"/>
                    </a:cubicBezTo>
                    <a:cubicBezTo>
                      <a:pt x="37" y="19"/>
                      <a:pt x="38" y="23"/>
                      <a:pt x="38" y="22"/>
                    </a:cubicBezTo>
                    <a:cubicBezTo>
                      <a:pt x="37" y="21"/>
                      <a:pt x="37" y="21"/>
                      <a:pt x="37" y="21"/>
                    </a:cubicBezTo>
                    <a:cubicBezTo>
                      <a:pt x="36" y="20"/>
                      <a:pt x="37" y="22"/>
                      <a:pt x="36" y="21"/>
                    </a:cubicBezTo>
                    <a:cubicBezTo>
                      <a:pt x="36" y="21"/>
                      <a:pt x="36" y="21"/>
                      <a:pt x="36" y="21"/>
                    </a:cubicBezTo>
                    <a:cubicBezTo>
                      <a:pt x="36" y="23"/>
                      <a:pt x="35" y="20"/>
                      <a:pt x="35" y="21"/>
                    </a:cubicBezTo>
                    <a:cubicBezTo>
                      <a:pt x="35" y="20"/>
                      <a:pt x="35" y="21"/>
                      <a:pt x="35" y="20"/>
                    </a:cubicBezTo>
                    <a:cubicBezTo>
                      <a:pt x="36" y="24"/>
                      <a:pt x="34" y="19"/>
                      <a:pt x="34" y="21"/>
                    </a:cubicBezTo>
                    <a:cubicBezTo>
                      <a:pt x="34" y="21"/>
                      <a:pt x="34" y="21"/>
                      <a:pt x="34" y="21"/>
                    </a:cubicBezTo>
                    <a:cubicBezTo>
                      <a:pt x="34" y="21"/>
                      <a:pt x="34" y="20"/>
                      <a:pt x="32" y="22"/>
                    </a:cubicBezTo>
                    <a:cubicBezTo>
                      <a:pt x="32" y="22"/>
                      <a:pt x="31" y="19"/>
                      <a:pt x="30" y="21"/>
                    </a:cubicBezTo>
                    <a:cubicBezTo>
                      <a:pt x="30" y="22"/>
                      <a:pt x="30" y="22"/>
                      <a:pt x="30" y="22"/>
                    </a:cubicBezTo>
                    <a:cubicBezTo>
                      <a:pt x="30" y="22"/>
                      <a:pt x="30" y="21"/>
                      <a:pt x="30" y="21"/>
                    </a:cubicBezTo>
                    <a:cubicBezTo>
                      <a:pt x="30" y="22"/>
                      <a:pt x="30" y="20"/>
                      <a:pt x="29" y="20"/>
                    </a:cubicBezTo>
                    <a:cubicBezTo>
                      <a:pt x="29" y="21"/>
                      <a:pt x="29" y="21"/>
                      <a:pt x="29" y="22"/>
                    </a:cubicBezTo>
                    <a:cubicBezTo>
                      <a:pt x="29" y="20"/>
                      <a:pt x="28" y="23"/>
                      <a:pt x="27" y="21"/>
                    </a:cubicBezTo>
                    <a:cubicBezTo>
                      <a:pt x="27" y="25"/>
                      <a:pt x="27" y="23"/>
                      <a:pt x="27" y="24"/>
                    </a:cubicBezTo>
                    <a:cubicBezTo>
                      <a:pt x="27" y="24"/>
                      <a:pt x="27" y="23"/>
                      <a:pt x="27" y="22"/>
                    </a:cubicBezTo>
                    <a:cubicBezTo>
                      <a:pt x="26" y="22"/>
                      <a:pt x="26" y="22"/>
                      <a:pt x="26" y="21"/>
                    </a:cubicBezTo>
                    <a:cubicBezTo>
                      <a:pt x="26" y="22"/>
                      <a:pt x="25" y="24"/>
                      <a:pt x="25" y="23"/>
                    </a:cubicBezTo>
                    <a:cubicBezTo>
                      <a:pt x="25" y="21"/>
                      <a:pt x="25" y="23"/>
                      <a:pt x="25" y="22"/>
                    </a:cubicBezTo>
                    <a:cubicBezTo>
                      <a:pt x="24" y="24"/>
                      <a:pt x="24" y="25"/>
                      <a:pt x="24" y="25"/>
                    </a:cubicBezTo>
                    <a:cubicBezTo>
                      <a:pt x="24" y="22"/>
                      <a:pt x="24" y="22"/>
                      <a:pt x="24" y="22"/>
                    </a:cubicBezTo>
                    <a:cubicBezTo>
                      <a:pt x="23" y="23"/>
                      <a:pt x="23" y="20"/>
                      <a:pt x="21" y="23"/>
                    </a:cubicBezTo>
                    <a:cubicBezTo>
                      <a:pt x="22" y="22"/>
                      <a:pt x="22" y="22"/>
                      <a:pt x="22" y="22"/>
                    </a:cubicBezTo>
                    <a:cubicBezTo>
                      <a:pt x="20" y="23"/>
                      <a:pt x="20" y="21"/>
                      <a:pt x="18" y="24"/>
                    </a:cubicBezTo>
                    <a:cubicBezTo>
                      <a:pt x="18" y="23"/>
                      <a:pt x="18" y="22"/>
                      <a:pt x="18" y="22"/>
                    </a:cubicBezTo>
                    <a:cubicBezTo>
                      <a:pt x="17" y="24"/>
                      <a:pt x="17" y="23"/>
                      <a:pt x="16" y="25"/>
                    </a:cubicBezTo>
                    <a:cubicBezTo>
                      <a:pt x="16" y="25"/>
                      <a:pt x="16" y="24"/>
                      <a:pt x="16" y="24"/>
                    </a:cubicBezTo>
                    <a:cubicBezTo>
                      <a:pt x="16" y="23"/>
                      <a:pt x="17" y="21"/>
                      <a:pt x="16" y="23"/>
                    </a:cubicBezTo>
                    <a:cubicBezTo>
                      <a:pt x="16" y="22"/>
                      <a:pt x="16" y="22"/>
                      <a:pt x="16" y="22"/>
                    </a:cubicBezTo>
                    <a:cubicBezTo>
                      <a:pt x="15" y="23"/>
                      <a:pt x="14" y="24"/>
                      <a:pt x="15" y="23"/>
                    </a:cubicBezTo>
                    <a:cubicBezTo>
                      <a:pt x="14" y="24"/>
                      <a:pt x="13" y="24"/>
                      <a:pt x="13" y="26"/>
                    </a:cubicBezTo>
                    <a:cubicBezTo>
                      <a:pt x="12" y="26"/>
                      <a:pt x="14" y="23"/>
                      <a:pt x="13" y="25"/>
                    </a:cubicBezTo>
                    <a:cubicBezTo>
                      <a:pt x="14" y="23"/>
                      <a:pt x="14" y="23"/>
                      <a:pt x="14" y="23"/>
                    </a:cubicBezTo>
                    <a:cubicBezTo>
                      <a:pt x="14" y="22"/>
                      <a:pt x="12" y="23"/>
                      <a:pt x="11" y="23"/>
                    </a:cubicBezTo>
                    <a:cubicBezTo>
                      <a:pt x="12" y="21"/>
                      <a:pt x="10" y="23"/>
                      <a:pt x="11" y="22"/>
                    </a:cubicBezTo>
                    <a:cubicBezTo>
                      <a:pt x="10" y="23"/>
                      <a:pt x="11" y="21"/>
                      <a:pt x="9" y="23"/>
                    </a:cubicBezTo>
                    <a:cubicBezTo>
                      <a:pt x="10" y="22"/>
                      <a:pt x="10" y="22"/>
                      <a:pt x="10" y="22"/>
                    </a:cubicBezTo>
                    <a:cubicBezTo>
                      <a:pt x="10" y="22"/>
                      <a:pt x="10" y="21"/>
                      <a:pt x="10" y="21"/>
                    </a:cubicBezTo>
                    <a:cubicBezTo>
                      <a:pt x="10" y="20"/>
                      <a:pt x="8" y="21"/>
                      <a:pt x="8" y="22"/>
                    </a:cubicBezTo>
                    <a:cubicBezTo>
                      <a:pt x="9" y="21"/>
                      <a:pt x="9" y="21"/>
                      <a:pt x="9" y="21"/>
                    </a:cubicBezTo>
                    <a:cubicBezTo>
                      <a:pt x="8" y="21"/>
                      <a:pt x="6" y="22"/>
                      <a:pt x="5" y="23"/>
                    </a:cubicBezTo>
                    <a:cubicBezTo>
                      <a:pt x="6" y="22"/>
                      <a:pt x="5" y="23"/>
                      <a:pt x="5" y="22"/>
                    </a:cubicBezTo>
                    <a:cubicBezTo>
                      <a:pt x="6" y="22"/>
                      <a:pt x="8" y="21"/>
                      <a:pt x="9" y="20"/>
                    </a:cubicBezTo>
                    <a:cubicBezTo>
                      <a:pt x="10" y="20"/>
                      <a:pt x="6" y="21"/>
                      <a:pt x="8" y="20"/>
                    </a:cubicBezTo>
                    <a:cubicBezTo>
                      <a:pt x="9" y="20"/>
                      <a:pt x="8" y="20"/>
                      <a:pt x="6" y="21"/>
                    </a:cubicBezTo>
                    <a:cubicBezTo>
                      <a:pt x="8" y="20"/>
                      <a:pt x="8" y="20"/>
                      <a:pt x="8" y="20"/>
                    </a:cubicBezTo>
                    <a:cubicBezTo>
                      <a:pt x="8" y="20"/>
                      <a:pt x="8" y="20"/>
                      <a:pt x="7" y="20"/>
                    </a:cubicBezTo>
                    <a:cubicBezTo>
                      <a:pt x="7" y="20"/>
                      <a:pt x="7" y="20"/>
                      <a:pt x="7" y="20"/>
                    </a:cubicBezTo>
                    <a:cubicBezTo>
                      <a:pt x="5" y="21"/>
                      <a:pt x="5" y="20"/>
                      <a:pt x="3" y="21"/>
                    </a:cubicBezTo>
                    <a:cubicBezTo>
                      <a:pt x="4" y="21"/>
                      <a:pt x="4" y="21"/>
                      <a:pt x="4" y="21"/>
                    </a:cubicBezTo>
                    <a:cubicBezTo>
                      <a:pt x="3" y="22"/>
                      <a:pt x="2" y="22"/>
                      <a:pt x="3" y="21"/>
                    </a:cubicBezTo>
                    <a:cubicBezTo>
                      <a:pt x="5" y="20"/>
                      <a:pt x="6" y="20"/>
                      <a:pt x="7" y="20"/>
                    </a:cubicBezTo>
                    <a:cubicBezTo>
                      <a:pt x="3" y="21"/>
                      <a:pt x="3" y="21"/>
                      <a:pt x="3" y="21"/>
                    </a:cubicBezTo>
                    <a:cubicBezTo>
                      <a:pt x="4" y="20"/>
                      <a:pt x="3" y="21"/>
                      <a:pt x="2" y="21"/>
                    </a:cubicBezTo>
                    <a:cubicBezTo>
                      <a:pt x="3" y="21"/>
                      <a:pt x="3" y="21"/>
                      <a:pt x="3" y="21"/>
                    </a:cubicBezTo>
                    <a:cubicBezTo>
                      <a:pt x="1" y="22"/>
                      <a:pt x="1" y="22"/>
                      <a:pt x="1" y="22"/>
                    </a:cubicBezTo>
                    <a:cubicBezTo>
                      <a:pt x="2" y="22"/>
                      <a:pt x="1" y="23"/>
                      <a:pt x="2" y="23"/>
                    </a:cubicBezTo>
                    <a:cubicBezTo>
                      <a:pt x="4" y="22"/>
                      <a:pt x="4" y="22"/>
                      <a:pt x="4" y="22"/>
                    </a:cubicBezTo>
                    <a:cubicBezTo>
                      <a:pt x="4" y="22"/>
                      <a:pt x="6" y="21"/>
                      <a:pt x="4" y="22"/>
                    </a:cubicBezTo>
                    <a:cubicBezTo>
                      <a:pt x="2" y="23"/>
                      <a:pt x="2" y="23"/>
                      <a:pt x="2" y="23"/>
                    </a:cubicBezTo>
                    <a:cubicBezTo>
                      <a:pt x="3" y="23"/>
                      <a:pt x="3" y="23"/>
                      <a:pt x="3" y="23"/>
                    </a:cubicBezTo>
                    <a:cubicBezTo>
                      <a:pt x="1" y="25"/>
                      <a:pt x="1" y="25"/>
                      <a:pt x="1" y="25"/>
                    </a:cubicBezTo>
                    <a:cubicBezTo>
                      <a:pt x="4" y="23"/>
                      <a:pt x="2" y="25"/>
                      <a:pt x="3" y="24"/>
                    </a:cubicBezTo>
                    <a:cubicBezTo>
                      <a:pt x="2" y="25"/>
                      <a:pt x="2" y="25"/>
                      <a:pt x="2" y="25"/>
                    </a:cubicBezTo>
                    <a:cubicBezTo>
                      <a:pt x="2" y="26"/>
                      <a:pt x="4" y="24"/>
                      <a:pt x="4" y="24"/>
                    </a:cubicBezTo>
                    <a:cubicBezTo>
                      <a:pt x="4" y="24"/>
                      <a:pt x="1" y="26"/>
                      <a:pt x="1" y="27"/>
                    </a:cubicBezTo>
                    <a:cubicBezTo>
                      <a:pt x="1" y="27"/>
                      <a:pt x="3" y="26"/>
                      <a:pt x="2" y="28"/>
                    </a:cubicBezTo>
                    <a:cubicBezTo>
                      <a:pt x="2" y="28"/>
                      <a:pt x="4" y="28"/>
                      <a:pt x="5" y="27"/>
                    </a:cubicBezTo>
                    <a:cubicBezTo>
                      <a:pt x="5" y="28"/>
                      <a:pt x="3" y="29"/>
                      <a:pt x="4" y="29"/>
                    </a:cubicBezTo>
                    <a:cubicBezTo>
                      <a:pt x="3" y="29"/>
                      <a:pt x="2" y="30"/>
                      <a:pt x="2" y="31"/>
                    </a:cubicBezTo>
                    <a:cubicBezTo>
                      <a:pt x="3" y="30"/>
                      <a:pt x="2" y="32"/>
                      <a:pt x="4" y="30"/>
                    </a:cubicBezTo>
                    <a:cubicBezTo>
                      <a:pt x="4" y="30"/>
                      <a:pt x="4" y="31"/>
                      <a:pt x="5" y="31"/>
                    </a:cubicBezTo>
                    <a:cubicBezTo>
                      <a:pt x="4" y="31"/>
                      <a:pt x="3" y="33"/>
                      <a:pt x="3" y="33"/>
                    </a:cubicBezTo>
                    <a:cubicBezTo>
                      <a:pt x="4" y="32"/>
                      <a:pt x="5" y="32"/>
                      <a:pt x="5" y="32"/>
                    </a:cubicBezTo>
                    <a:cubicBezTo>
                      <a:pt x="6" y="31"/>
                      <a:pt x="6" y="31"/>
                      <a:pt x="7" y="29"/>
                    </a:cubicBezTo>
                    <a:cubicBezTo>
                      <a:pt x="7" y="29"/>
                      <a:pt x="8" y="28"/>
                      <a:pt x="8" y="29"/>
                    </a:cubicBezTo>
                    <a:cubicBezTo>
                      <a:pt x="7" y="30"/>
                      <a:pt x="5" y="32"/>
                      <a:pt x="6" y="33"/>
                    </a:cubicBezTo>
                    <a:cubicBezTo>
                      <a:pt x="4" y="35"/>
                      <a:pt x="5" y="32"/>
                      <a:pt x="4" y="34"/>
                    </a:cubicBezTo>
                    <a:cubicBezTo>
                      <a:pt x="2" y="36"/>
                      <a:pt x="2" y="36"/>
                      <a:pt x="2" y="35"/>
                    </a:cubicBezTo>
                    <a:cubicBezTo>
                      <a:pt x="0" y="36"/>
                      <a:pt x="2" y="35"/>
                      <a:pt x="1" y="37"/>
                    </a:cubicBezTo>
                    <a:cubicBezTo>
                      <a:pt x="1" y="37"/>
                      <a:pt x="2" y="36"/>
                      <a:pt x="3" y="36"/>
                    </a:cubicBezTo>
                    <a:cubicBezTo>
                      <a:pt x="4" y="35"/>
                      <a:pt x="4" y="35"/>
                      <a:pt x="4" y="34"/>
                    </a:cubicBezTo>
                    <a:cubicBezTo>
                      <a:pt x="6" y="32"/>
                      <a:pt x="4" y="36"/>
                      <a:pt x="4" y="36"/>
                    </a:cubicBezTo>
                    <a:cubicBezTo>
                      <a:pt x="3" y="36"/>
                      <a:pt x="3" y="36"/>
                      <a:pt x="3" y="36"/>
                    </a:cubicBezTo>
                    <a:cubicBezTo>
                      <a:pt x="3" y="37"/>
                      <a:pt x="4" y="36"/>
                      <a:pt x="4" y="36"/>
                    </a:cubicBezTo>
                    <a:cubicBezTo>
                      <a:pt x="3" y="39"/>
                      <a:pt x="4" y="36"/>
                      <a:pt x="3" y="38"/>
                    </a:cubicBezTo>
                    <a:cubicBezTo>
                      <a:pt x="1" y="40"/>
                      <a:pt x="1" y="40"/>
                      <a:pt x="1" y="40"/>
                    </a:cubicBezTo>
                    <a:cubicBezTo>
                      <a:pt x="2" y="41"/>
                      <a:pt x="3" y="38"/>
                      <a:pt x="3" y="39"/>
                    </a:cubicBezTo>
                    <a:cubicBezTo>
                      <a:pt x="2" y="40"/>
                      <a:pt x="2" y="40"/>
                      <a:pt x="2" y="40"/>
                    </a:cubicBezTo>
                    <a:cubicBezTo>
                      <a:pt x="3" y="39"/>
                      <a:pt x="3" y="39"/>
                      <a:pt x="3" y="39"/>
                    </a:cubicBezTo>
                    <a:cubicBezTo>
                      <a:pt x="4" y="38"/>
                      <a:pt x="5" y="37"/>
                      <a:pt x="4" y="37"/>
                    </a:cubicBezTo>
                    <a:cubicBezTo>
                      <a:pt x="6" y="34"/>
                      <a:pt x="5" y="37"/>
                      <a:pt x="6" y="36"/>
                    </a:cubicBezTo>
                    <a:cubicBezTo>
                      <a:pt x="7" y="35"/>
                      <a:pt x="5" y="36"/>
                      <a:pt x="6" y="35"/>
                    </a:cubicBezTo>
                    <a:cubicBezTo>
                      <a:pt x="7" y="33"/>
                      <a:pt x="7" y="34"/>
                      <a:pt x="8" y="33"/>
                    </a:cubicBezTo>
                    <a:cubicBezTo>
                      <a:pt x="8" y="34"/>
                      <a:pt x="7" y="35"/>
                      <a:pt x="6" y="36"/>
                    </a:cubicBezTo>
                    <a:cubicBezTo>
                      <a:pt x="6" y="36"/>
                      <a:pt x="6" y="36"/>
                      <a:pt x="6" y="36"/>
                    </a:cubicBezTo>
                    <a:cubicBezTo>
                      <a:pt x="5" y="37"/>
                      <a:pt x="5" y="39"/>
                      <a:pt x="4" y="40"/>
                    </a:cubicBezTo>
                    <a:cubicBezTo>
                      <a:pt x="4" y="41"/>
                      <a:pt x="5" y="38"/>
                      <a:pt x="5" y="39"/>
                    </a:cubicBezTo>
                    <a:cubicBezTo>
                      <a:pt x="5" y="39"/>
                      <a:pt x="6" y="37"/>
                      <a:pt x="6" y="37"/>
                    </a:cubicBezTo>
                    <a:cubicBezTo>
                      <a:pt x="9" y="33"/>
                      <a:pt x="5" y="40"/>
                      <a:pt x="6" y="39"/>
                    </a:cubicBezTo>
                    <a:cubicBezTo>
                      <a:pt x="7" y="37"/>
                      <a:pt x="9" y="36"/>
                      <a:pt x="10" y="33"/>
                    </a:cubicBezTo>
                    <a:cubicBezTo>
                      <a:pt x="10" y="32"/>
                      <a:pt x="11" y="32"/>
                      <a:pt x="11" y="32"/>
                    </a:cubicBezTo>
                    <a:cubicBezTo>
                      <a:pt x="10" y="34"/>
                      <a:pt x="10" y="34"/>
                      <a:pt x="9" y="35"/>
                    </a:cubicBezTo>
                    <a:cubicBezTo>
                      <a:pt x="9" y="35"/>
                      <a:pt x="9" y="35"/>
                      <a:pt x="9" y="35"/>
                    </a:cubicBezTo>
                    <a:cubicBezTo>
                      <a:pt x="8" y="38"/>
                      <a:pt x="8" y="38"/>
                      <a:pt x="8" y="38"/>
                    </a:cubicBezTo>
                    <a:cubicBezTo>
                      <a:pt x="7" y="39"/>
                      <a:pt x="7" y="40"/>
                      <a:pt x="7" y="41"/>
                    </a:cubicBezTo>
                    <a:cubicBezTo>
                      <a:pt x="8" y="41"/>
                      <a:pt x="8" y="40"/>
                      <a:pt x="8" y="39"/>
                    </a:cubicBezTo>
                    <a:cubicBezTo>
                      <a:pt x="8" y="40"/>
                      <a:pt x="7" y="41"/>
                      <a:pt x="8" y="41"/>
                    </a:cubicBezTo>
                    <a:cubicBezTo>
                      <a:pt x="8" y="40"/>
                      <a:pt x="9" y="38"/>
                      <a:pt x="9" y="38"/>
                    </a:cubicBezTo>
                    <a:cubicBezTo>
                      <a:pt x="10" y="38"/>
                      <a:pt x="9" y="40"/>
                      <a:pt x="9" y="41"/>
                    </a:cubicBezTo>
                    <a:cubicBezTo>
                      <a:pt x="8" y="42"/>
                      <a:pt x="8" y="42"/>
                      <a:pt x="8" y="42"/>
                    </a:cubicBezTo>
                    <a:cubicBezTo>
                      <a:pt x="9" y="41"/>
                      <a:pt x="8" y="43"/>
                      <a:pt x="8" y="42"/>
                    </a:cubicBezTo>
                    <a:cubicBezTo>
                      <a:pt x="9" y="41"/>
                      <a:pt x="9" y="40"/>
                      <a:pt x="10" y="38"/>
                    </a:cubicBezTo>
                    <a:cubicBezTo>
                      <a:pt x="11" y="38"/>
                      <a:pt x="10" y="40"/>
                      <a:pt x="10" y="39"/>
                    </a:cubicBezTo>
                    <a:cubicBezTo>
                      <a:pt x="9" y="40"/>
                      <a:pt x="9" y="40"/>
                      <a:pt x="9" y="40"/>
                    </a:cubicBezTo>
                    <a:cubicBezTo>
                      <a:pt x="10" y="40"/>
                      <a:pt x="8" y="43"/>
                      <a:pt x="9" y="43"/>
                    </a:cubicBezTo>
                    <a:cubicBezTo>
                      <a:pt x="10" y="41"/>
                      <a:pt x="10" y="41"/>
                      <a:pt x="10" y="41"/>
                    </a:cubicBezTo>
                    <a:cubicBezTo>
                      <a:pt x="9" y="43"/>
                      <a:pt x="9" y="43"/>
                      <a:pt x="9" y="43"/>
                    </a:cubicBezTo>
                    <a:cubicBezTo>
                      <a:pt x="10" y="42"/>
                      <a:pt x="10" y="42"/>
                      <a:pt x="10" y="42"/>
                    </a:cubicBezTo>
                    <a:cubicBezTo>
                      <a:pt x="10" y="43"/>
                      <a:pt x="10" y="43"/>
                      <a:pt x="10" y="43"/>
                    </a:cubicBezTo>
                    <a:cubicBezTo>
                      <a:pt x="10" y="42"/>
                      <a:pt x="11" y="40"/>
                      <a:pt x="11" y="42"/>
                    </a:cubicBezTo>
                    <a:cubicBezTo>
                      <a:pt x="12" y="40"/>
                      <a:pt x="11" y="42"/>
                      <a:pt x="11" y="41"/>
                    </a:cubicBezTo>
                    <a:cubicBezTo>
                      <a:pt x="11" y="39"/>
                      <a:pt x="12" y="39"/>
                      <a:pt x="12" y="39"/>
                    </a:cubicBezTo>
                    <a:cubicBezTo>
                      <a:pt x="11" y="42"/>
                      <a:pt x="12" y="39"/>
                      <a:pt x="12" y="40"/>
                    </a:cubicBezTo>
                    <a:cubicBezTo>
                      <a:pt x="12" y="41"/>
                      <a:pt x="12" y="41"/>
                      <a:pt x="12" y="42"/>
                    </a:cubicBezTo>
                    <a:cubicBezTo>
                      <a:pt x="13" y="40"/>
                      <a:pt x="13" y="40"/>
                      <a:pt x="13" y="40"/>
                    </a:cubicBezTo>
                    <a:cubicBezTo>
                      <a:pt x="12" y="43"/>
                      <a:pt x="13" y="39"/>
                      <a:pt x="13" y="41"/>
                    </a:cubicBezTo>
                    <a:cubicBezTo>
                      <a:pt x="13" y="42"/>
                      <a:pt x="12" y="43"/>
                      <a:pt x="12" y="43"/>
                    </a:cubicBezTo>
                    <a:cubicBezTo>
                      <a:pt x="13" y="41"/>
                      <a:pt x="14" y="40"/>
                      <a:pt x="14" y="39"/>
                    </a:cubicBezTo>
                    <a:cubicBezTo>
                      <a:pt x="14" y="40"/>
                      <a:pt x="13" y="42"/>
                      <a:pt x="13" y="44"/>
                    </a:cubicBezTo>
                    <a:cubicBezTo>
                      <a:pt x="14" y="42"/>
                      <a:pt x="13" y="45"/>
                      <a:pt x="14" y="43"/>
                    </a:cubicBezTo>
                    <a:cubicBezTo>
                      <a:pt x="14" y="42"/>
                      <a:pt x="14" y="41"/>
                      <a:pt x="15" y="40"/>
                    </a:cubicBezTo>
                    <a:cubicBezTo>
                      <a:pt x="15" y="40"/>
                      <a:pt x="14" y="41"/>
                      <a:pt x="14" y="42"/>
                    </a:cubicBezTo>
                    <a:cubicBezTo>
                      <a:pt x="14" y="42"/>
                      <a:pt x="15" y="40"/>
                      <a:pt x="15" y="39"/>
                    </a:cubicBezTo>
                    <a:cubicBezTo>
                      <a:pt x="15" y="39"/>
                      <a:pt x="16" y="37"/>
                      <a:pt x="16" y="39"/>
                    </a:cubicBezTo>
                    <a:cubicBezTo>
                      <a:pt x="16" y="40"/>
                      <a:pt x="15" y="39"/>
                      <a:pt x="15" y="40"/>
                    </a:cubicBezTo>
                    <a:cubicBezTo>
                      <a:pt x="16" y="41"/>
                      <a:pt x="17" y="37"/>
                      <a:pt x="17" y="36"/>
                    </a:cubicBezTo>
                    <a:cubicBezTo>
                      <a:pt x="17" y="35"/>
                      <a:pt x="18" y="32"/>
                      <a:pt x="19" y="31"/>
                    </a:cubicBezTo>
                    <a:cubicBezTo>
                      <a:pt x="19" y="32"/>
                      <a:pt x="18" y="32"/>
                      <a:pt x="18" y="34"/>
                    </a:cubicBezTo>
                    <a:cubicBezTo>
                      <a:pt x="18" y="34"/>
                      <a:pt x="18" y="34"/>
                      <a:pt x="18" y="34"/>
                    </a:cubicBezTo>
                    <a:cubicBezTo>
                      <a:pt x="18" y="37"/>
                      <a:pt x="16" y="39"/>
                      <a:pt x="16" y="41"/>
                    </a:cubicBezTo>
                    <a:cubicBezTo>
                      <a:pt x="16" y="40"/>
                      <a:pt x="16" y="40"/>
                      <a:pt x="16" y="40"/>
                    </a:cubicBezTo>
                    <a:cubicBezTo>
                      <a:pt x="16" y="43"/>
                      <a:pt x="16" y="43"/>
                      <a:pt x="16" y="43"/>
                    </a:cubicBezTo>
                    <a:cubicBezTo>
                      <a:pt x="16" y="41"/>
                      <a:pt x="16" y="43"/>
                      <a:pt x="16" y="42"/>
                    </a:cubicBezTo>
                    <a:cubicBezTo>
                      <a:pt x="17" y="41"/>
                      <a:pt x="16" y="43"/>
                      <a:pt x="16" y="41"/>
                    </a:cubicBezTo>
                    <a:cubicBezTo>
                      <a:pt x="17" y="41"/>
                      <a:pt x="18" y="38"/>
                      <a:pt x="18" y="39"/>
                    </a:cubicBezTo>
                    <a:cubicBezTo>
                      <a:pt x="17" y="43"/>
                      <a:pt x="17" y="43"/>
                      <a:pt x="17" y="43"/>
                    </a:cubicBezTo>
                    <a:cubicBezTo>
                      <a:pt x="17" y="43"/>
                      <a:pt x="17" y="41"/>
                      <a:pt x="17" y="42"/>
                    </a:cubicBezTo>
                    <a:cubicBezTo>
                      <a:pt x="17" y="43"/>
                      <a:pt x="17" y="43"/>
                      <a:pt x="17" y="43"/>
                    </a:cubicBezTo>
                    <a:cubicBezTo>
                      <a:pt x="18" y="43"/>
                      <a:pt x="19" y="43"/>
                      <a:pt x="21" y="39"/>
                    </a:cubicBezTo>
                    <a:cubicBezTo>
                      <a:pt x="21" y="41"/>
                      <a:pt x="21" y="41"/>
                      <a:pt x="21" y="42"/>
                    </a:cubicBezTo>
                    <a:cubicBezTo>
                      <a:pt x="21" y="42"/>
                      <a:pt x="22" y="41"/>
                      <a:pt x="22" y="41"/>
                    </a:cubicBezTo>
                    <a:cubicBezTo>
                      <a:pt x="22" y="43"/>
                      <a:pt x="22" y="43"/>
                      <a:pt x="22" y="43"/>
                    </a:cubicBezTo>
                    <a:cubicBezTo>
                      <a:pt x="22" y="44"/>
                      <a:pt x="23" y="42"/>
                      <a:pt x="23" y="41"/>
                    </a:cubicBezTo>
                    <a:cubicBezTo>
                      <a:pt x="23" y="42"/>
                      <a:pt x="23" y="42"/>
                      <a:pt x="23" y="42"/>
                    </a:cubicBezTo>
                    <a:cubicBezTo>
                      <a:pt x="23" y="44"/>
                      <a:pt x="23" y="41"/>
                      <a:pt x="23" y="41"/>
                    </a:cubicBezTo>
                    <a:cubicBezTo>
                      <a:pt x="23" y="42"/>
                      <a:pt x="23" y="42"/>
                      <a:pt x="23" y="42"/>
                    </a:cubicBezTo>
                    <a:cubicBezTo>
                      <a:pt x="24" y="41"/>
                      <a:pt x="24" y="41"/>
                      <a:pt x="24" y="41"/>
                    </a:cubicBezTo>
                    <a:cubicBezTo>
                      <a:pt x="24" y="40"/>
                      <a:pt x="24" y="41"/>
                      <a:pt x="24" y="43"/>
                    </a:cubicBezTo>
                    <a:cubicBezTo>
                      <a:pt x="24" y="41"/>
                      <a:pt x="24" y="41"/>
                      <a:pt x="24" y="41"/>
                    </a:cubicBezTo>
                    <a:cubicBezTo>
                      <a:pt x="24" y="43"/>
                      <a:pt x="25" y="43"/>
                      <a:pt x="26" y="42"/>
                    </a:cubicBezTo>
                    <a:cubicBezTo>
                      <a:pt x="25" y="42"/>
                      <a:pt x="25" y="41"/>
                      <a:pt x="26" y="39"/>
                    </a:cubicBezTo>
                    <a:cubicBezTo>
                      <a:pt x="26" y="37"/>
                      <a:pt x="26" y="40"/>
                      <a:pt x="26" y="39"/>
                    </a:cubicBezTo>
                    <a:cubicBezTo>
                      <a:pt x="26" y="41"/>
                      <a:pt x="26" y="41"/>
                      <a:pt x="26" y="41"/>
                    </a:cubicBezTo>
                    <a:cubicBezTo>
                      <a:pt x="26" y="44"/>
                      <a:pt x="27" y="42"/>
                      <a:pt x="28" y="42"/>
                    </a:cubicBezTo>
                    <a:cubicBezTo>
                      <a:pt x="28" y="41"/>
                      <a:pt x="28" y="41"/>
                      <a:pt x="28" y="41"/>
                    </a:cubicBezTo>
                    <a:cubicBezTo>
                      <a:pt x="28" y="43"/>
                      <a:pt x="29" y="41"/>
                      <a:pt x="30" y="42"/>
                    </a:cubicBezTo>
                    <a:cubicBezTo>
                      <a:pt x="30" y="41"/>
                      <a:pt x="30" y="38"/>
                      <a:pt x="30" y="38"/>
                    </a:cubicBezTo>
                    <a:cubicBezTo>
                      <a:pt x="30" y="36"/>
                      <a:pt x="30" y="41"/>
                      <a:pt x="30" y="42"/>
                    </a:cubicBezTo>
                    <a:cubicBezTo>
                      <a:pt x="31" y="41"/>
                      <a:pt x="31" y="41"/>
                      <a:pt x="31" y="41"/>
                    </a:cubicBezTo>
                    <a:cubicBezTo>
                      <a:pt x="31" y="41"/>
                      <a:pt x="31" y="41"/>
                      <a:pt x="31" y="41"/>
                    </a:cubicBezTo>
                    <a:cubicBezTo>
                      <a:pt x="31" y="40"/>
                      <a:pt x="31" y="39"/>
                      <a:pt x="31" y="40"/>
                    </a:cubicBezTo>
                    <a:cubicBezTo>
                      <a:pt x="31" y="41"/>
                      <a:pt x="31" y="41"/>
                      <a:pt x="31" y="41"/>
                    </a:cubicBezTo>
                    <a:cubicBezTo>
                      <a:pt x="32" y="41"/>
                      <a:pt x="32" y="42"/>
                      <a:pt x="32" y="42"/>
                    </a:cubicBezTo>
                    <a:cubicBezTo>
                      <a:pt x="32" y="40"/>
                      <a:pt x="33" y="41"/>
                      <a:pt x="33" y="39"/>
                    </a:cubicBezTo>
                    <a:cubicBezTo>
                      <a:pt x="33" y="40"/>
                      <a:pt x="33" y="40"/>
                      <a:pt x="33" y="40"/>
                    </a:cubicBezTo>
                    <a:cubicBezTo>
                      <a:pt x="33" y="39"/>
                      <a:pt x="33" y="39"/>
                      <a:pt x="33" y="39"/>
                    </a:cubicBezTo>
                    <a:cubicBezTo>
                      <a:pt x="33" y="39"/>
                      <a:pt x="33" y="39"/>
                      <a:pt x="33" y="39"/>
                    </a:cubicBezTo>
                    <a:cubicBezTo>
                      <a:pt x="33" y="41"/>
                      <a:pt x="33" y="41"/>
                      <a:pt x="33" y="41"/>
                    </a:cubicBezTo>
                    <a:cubicBezTo>
                      <a:pt x="33" y="42"/>
                      <a:pt x="33" y="40"/>
                      <a:pt x="33" y="39"/>
                    </a:cubicBezTo>
                    <a:cubicBezTo>
                      <a:pt x="33" y="38"/>
                      <a:pt x="33" y="39"/>
                      <a:pt x="33" y="40"/>
                    </a:cubicBezTo>
                    <a:cubicBezTo>
                      <a:pt x="33" y="41"/>
                      <a:pt x="33" y="40"/>
                      <a:pt x="33" y="40"/>
                    </a:cubicBezTo>
                    <a:cubicBezTo>
                      <a:pt x="33" y="41"/>
                      <a:pt x="33" y="40"/>
                      <a:pt x="33" y="41"/>
                    </a:cubicBezTo>
                    <a:cubicBezTo>
                      <a:pt x="33" y="41"/>
                      <a:pt x="33" y="39"/>
                      <a:pt x="34" y="40"/>
                    </a:cubicBezTo>
                    <a:cubicBezTo>
                      <a:pt x="34" y="40"/>
                      <a:pt x="34" y="40"/>
                      <a:pt x="34" y="41"/>
                    </a:cubicBezTo>
                    <a:cubicBezTo>
                      <a:pt x="34" y="40"/>
                      <a:pt x="34" y="40"/>
                      <a:pt x="35" y="40"/>
                    </a:cubicBezTo>
                    <a:cubicBezTo>
                      <a:pt x="34" y="39"/>
                      <a:pt x="34" y="39"/>
                      <a:pt x="34" y="38"/>
                    </a:cubicBezTo>
                    <a:cubicBezTo>
                      <a:pt x="34" y="38"/>
                      <a:pt x="34" y="37"/>
                      <a:pt x="34" y="38"/>
                    </a:cubicBezTo>
                    <a:cubicBezTo>
                      <a:pt x="34" y="38"/>
                      <a:pt x="34" y="38"/>
                      <a:pt x="34" y="38"/>
                    </a:cubicBezTo>
                    <a:cubicBezTo>
                      <a:pt x="34" y="38"/>
                      <a:pt x="35" y="39"/>
                      <a:pt x="34" y="37"/>
                    </a:cubicBezTo>
                    <a:cubicBezTo>
                      <a:pt x="35" y="39"/>
                      <a:pt x="35" y="39"/>
                      <a:pt x="35" y="39"/>
                    </a:cubicBezTo>
                    <a:cubicBezTo>
                      <a:pt x="35" y="38"/>
                      <a:pt x="35" y="38"/>
                      <a:pt x="35" y="38"/>
                    </a:cubicBezTo>
                    <a:cubicBezTo>
                      <a:pt x="35" y="39"/>
                      <a:pt x="35" y="41"/>
                      <a:pt x="36" y="42"/>
                    </a:cubicBezTo>
                    <a:cubicBezTo>
                      <a:pt x="36" y="40"/>
                      <a:pt x="36" y="40"/>
                      <a:pt x="36" y="40"/>
                    </a:cubicBezTo>
                    <a:cubicBezTo>
                      <a:pt x="36" y="40"/>
                      <a:pt x="37" y="40"/>
                      <a:pt x="37" y="41"/>
                    </a:cubicBezTo>
                    <a:cubicBezTo>
                      <a:pt x="38" y="42"/>
                      <a:pt x="37" y="36"/>
                      <a:pt x="37" y="38"/>
                    </a:cubicBezTo>
                    <a:cubicBezTo>
                      <a:pt x="38" y="40"/>
                      <a:pt x="38" y="40"/>
                      <a:pt x="38" y="40"/>
                    </a:cubicBezTo>
                    <a:cubicBezTo>
                      <a:pt x="38" y="40"/>
                      <a:pt x="38" y="39"/>
                      <a:pt x="38" y="39"/>
                    </a:cubicBezTo>
                    <a:cubicBezTo>
                      <a:pt x="38" y="38"/>
                      <a:pt x="38" y="41"/>
                      <a:pt x="38" y="39"/>
                    </a:cubicBezTo>
                    <a:cubicBezTo>
                      <a:pt x="38" y="38"/>
                      <a:pt x="38" y="38"/>
                      <a:pt x="38" y="38"/>
                    </a:cubicBezTo>
                    <a:cubicBezTo>
                      <a:pt x="39" y="42"/>
                      <a:pt x="40" y="38"/>
                      <a:pt x="41" y="40"/>
                    </a:cubicBezTo>
                    <a:cubicBezTo>
                      <a:pt x="40" y="38"/>
                      <a:pt x="41" y="39"/>
                      <a:pt x="41" y="39"/>
                    </a:cubicBezTo>
                    <a:cubicBezTo>
                      <a:pt x="42" y="41"/>
                      <a:pt x="41" y="38"/>
                      <a:pt x="42" y="39"/>
                    </a:cubicBezTo>
                    <a:cubicBezTo>
                      <a:pt x="41" y="37"/>
                      <a:pt x="41" y="37"/>
                      <a:pt x="41" y="37"/>
                    </a:cubicBezTo>
                    <a:cubicBezTo>
                      <a:pt x="42" y="38"/>
                      <a:pt x="40" y="33"/>
                      <a:pt x="42" y="36"/>
                    </a:cubicBezTo>
                    <a:cubicBezTo>
                      <a:pt x="42" y="37"/>
                      <a:pt x="42" y="38"/>
                      <a:pt x="42" y="38"/>
                    </a:cubicBezTo>
                    <a:cubicBezTo>
                      <a:pt x="44" y="41"/>
                      <a:pt x="42" y="36"/>
                      <a:pt x="44" y="38"/>
                    </a:cubicBezTo>
                    <a:cubicBezTo>
                      <a:pt x="43" y="37"/>
                      <a:pt x="43" y="36"/>
                      <a:pt x="43" y="35"/>
                    </a:cubicBezTo>
                    <a:cubicBezTo>
                      <a:pt x="43" y="36"/>
                      <a:pt x="44" y="37"/>
                      <a:pt x="44" y="37"/>
                    </a:cubicBezTo>
                    <a:cubicBezTo>
                      <a:pt x="44" y="37"/>
                      <a:pt x="44" y="36"/>
                      <a:pt x="44" y="37"/>
                    </a:cubicBezTo>
                    <a:cubicBezTo>
                      <a:pt x="45" y="37"/>
                      <a:pt x="45" y="38"/>
                      <a:pt x="45" y="38"/>
                    </a:cubicBezTo>
                    <a:cubicBezTo>
                      <a:pt x="45" y="38"/>
                      <a:pt x="45" y="37"/>
                      <a:pt x="45" y="36"/>
                    </a:cubicBezTo>
                    <a:cubicBezTo>
                      <a:pt x="46" y="38"/>
                      <a:pt x="46" y="37"/>
                      <a:pt x="47" y="38"/>
                    </a:cubicBezTo>
                    <a:cubicBezTo>
                      <a:pt x="46" y="35"/>
                      <a:pt x="48" y="38"/>
                      <a:pt x="46" y="35"/>
                    </a:cubicBezTo>
                    <a:cubicBezTo>
                      <a:pt x="47" y="36"/>
                      <a:pt x="47" y="36"/>
                      <a:pt x="47" y="36"/>
                    </a:cubicBezTo>
                    <a:cubicBezTo>
                      <a:pt x="46" y="35"/>
                      <a:pt x="46" y="34"/>
                      <a:pt x="46" y="33"/>
                    </a:cubicBezTo>
                    <a:cubicBezTo>
                      <a:pt x="47" y="35"/>
                      <a:pt x="47" y="35"/>
                      <a:pt x="47" y="35"/>
                    </a:cubicBezTo>
                    <a:cubicBezTo>
                      <a:pt x="48" y="37"/>
                      <a:pt x="47" y="35"/>
                      <a:pt x="48" y="37"/>
                    </a:cubicBezTo>
                    <a:cubicBezTo>
                      <a:pt x="47" y="35"/>
                      <a:pt x="48" y="36"/>
                      <a:pt x="47" y="35"/>
                    </a:cubicBezTo>
                    <a:cubicBezTo>
                      <a:pt x="47" y="34"/>
                      <a:pt x="47" y="34"/>
                      <a:pt x="47" y="34"/>
                    </a:cubicBezTo>
                    <a:cubicBezTo>
                      <a:pt x="47" y="34"/>
                      <a:pt x="47" y="33"/>
                      <a:pt x="47" y="33"/>
                    </a:cubicBezTo>
                    <a:cubicBezTo>
                      <a:pt x="47" y="33"/>
                      <a:pt x="48" y="35"/>
                      <a:pt x="48" y="35"/>
                    </a:cubicBezTo>
                    <a:cubicBezTo>
                      <a:pt x="49" y="36"/>
                      <a:pt x="49" y="35"/>
                      <a:pt x="48" y="35"/>
                    </a:cubicBezTo>
                    <a:cubicBezTo>
                      <a:pt x="48" y="35"/>
                      <a:pt x="48" y="35"/>
                      <a:pt x="48" y="34"/>
                    </a:cubicBezTo>
                    <a:cubicBezTo>
                      <a:pt x="48" y="34"/>
                      <a:pt x="48" y="35"/>
                      <a:pt x="48" y="35"/>
                    </a:cubicBezTo>
                    <a:cubicBezTo>
                      <a:pt x="48" y="34"/>
                      <a:pt x="48" y="34"/>
                      <a:pt x="49" y="34"/>
                    </a:cubicBezTo>
                    <a:cubicBezTo>
                      <a:pt x="49" y="34"/>
                      <a:pt x="49" y="34"/>
                      <a:pt x="49" y="34"/>
                    </a:cubicBezTo>
                    <a:cubicBezTo>
                      <a:pt x="49" y="34"/>
                      <a:pt x="49" y="35"/>
                      <a:pt x="49" y="35"/>
                    </a:cubicBezTo>
                    <a:cubicBezTo>
                      <a:pt x="49" y="35"/>
                      <a:pt x="49" y="35"/>
                      <a:pt x="49" y="35"/>
                    </a:cubicBezTo>
                    <a:cubicBezTo>
                      <a:pt x="49" y="35"/>
                      <a:pt x="49" y="35"/>
                      <a:pt x="49" y="35"/>
                    </a:cubicBezTo>
                    <a:cubicBezTo>
                      <a:pt x="49" y="35"/>
                      <a:pt x="49" y="35"/>
                      <a:pt x="49" y="35"/>
                    </a:cubicBezTo>
                    <a:cubicBezTo>
                      <a:pt x="50" y="36"/>
                      <a:pt x="50" y="36"/>
                      <a:pt x="50" y="36"/>
                    </a:cubicBezTo>
                    <a:cubicBezTo>
                      <a:pt x="50" y="36"/>
                      <a:pt x="50" y="35"/>
                      <a:pt x="49" y="34"/>
                    </a:cubicBezTo>
                    <a:cubicBezTo>
                      <a:pt x="50" y="35"/>
                      <a:pt x="50" y="33"/>
                      <a:pt x="50" y="32"/>
                    </a:cubicBezTo>
                    <a:cubicBezTo>
                      <a:pt x="50" y="33"/>
                      <a:pt x="51" y="34"/>
                      <a:pt x="50" y="33"/>
                    </a:cubicBezTo>
                    <a:cubicBezTo>
                      <a:pt x="50" y="33"/>
                      <a:pt x="50" y="31"/>
                      <a:pt x="50" y="32"/>
                    </a:cubicBezTo>
                    <a:cubicBezTo>
                      <a:pt x="50" y="32"/>
                      <a:pt x="51" y="33"/>
                      <a:pt x="51" y="33"/>
                    </a:cubicBezTo>
                    <a:cubicBezTo>
                      <a:pt x="52" y="33"/>
                      <a:pt x="51" y="32"/>
                      <a:pt x="51" y="32"/>
                    </a:cubicBezTo>
                    <a:cubicBezTo>
                      <a:pt x="52" y="34"/>
                      <a:pt x="51" y="30"/>
                      <a:pt x="52" y="31"/>
                    </a:cubicBezTo>
                    <a:cubicBezTo>
                      <a:pt x="52" y="31"/>
                      <a:pt x="53" y="32"/>
                      <a:pt x="53" y="33"/>
                    </a:cubicBezTo>
                    <a:cubicBezTo>
                      <a:pt x="53" y="32"/>
                      <a:pt x="53" y="31"/>
                      <a:pt x="52" y="29"/>
                    </a:cubicBezTo>
                    <a:cubicBezTo>
                      <a:pt x="53" y="31"/>
                      <a:pt x="53" y="31"/>
                      <a:pt x="53" y="31"/>
                    </a:cubicBezTo>
                    <a:cubicBezTo>
                      <a:pt x="53" y="31"/>
                      <a:pt x="53" y="30"/>
                      <a:pt x="53" y="29"/>
                    </a:cubicBezTo>
                    <a:cubicBezTo>
                      <a:pt x="52" y="28"/>
                      <a:pt x="51" y="27"/>
                      <a:pt x="52" y="27"/>
                    </a:cubicBezTo>
                    <a:cubicBezTo>
                      <a:pt x="52" y="27"/>
                      <a:pt x="52" y="27"/>
                      <a:pt x="52" y="27"/>
                    </a:cubicBezTo>
                    <a:cubicBezTo>
                      <a:pt x="52" y="26"/>
                      <a:pt x="52" y="26"/>
                      <a:pt x="52" y="26"/>
                    </a:cubicBezTo>
                    <a:cubicBezTo>
                      <a:pt x="52" y="27"/>
                      <a:pt x="52" y="27"/>
                      <a:pt x="53" y="28"/>
                    </a:cubicBezTo>
                    <a:cubicBezTo>
                      <a:pt x="54" y="30"/>
                      <a:pt x="54" y="29"/>
                      <a:pt x="54" y="29"/>
                    </a:cubicBezTo>
                    <a:cubicBezTo>
                      <a:pt x="53" y="27"/>
                      <a:pt x="53" y="27"/>
                      <a:pt x="53" y="27"/>
                    </a:cubicBezTo>
                    <a:cubicBezTo>
                      <a:pt x="53" y="27"/>
                      <a:pt x="54" y="29"/>
                      <a:pt x="54" y="28"/>
                    </a:cubicBezTo>
                    <a:cubicBezTo>
                      <a:pt x="52" y="24"/>
                      <a:pt x="52" y="24"/>
                      <a:pt x="52" y="24"/>
                    </a:cubicBezTo>
                    <a:cubicBezTo>
                      <a:pt x="52" y="24"/>
                      <a:pt x="54" y="26"/>
                      <a:pt x="54" y="27"/>
                    </a:cubicBezTo>
                    <a:cubicBezTo>
                      <a:pt x="54" y="26"/>
                      <a:pt x="53" y="24"/>
                      <a:pt x="52" y="22"/>
                    </a:cubicBezTo>
                    <a:cubicBezTo>
                      <a:pt x="52" y="22"/>
                      <a:pt x="52" y="21"/>
                      <a:pt x="52" y="21"/>
                    </a:cubicBezTo>
                    <a:cubicBezTo>
                      <a:pt x="53" y="22"/>
                      <a:pt x="52" y="21"/>
                      <a:pt x="53" y="22"/>
                    </a:cubicBezTo>
                    <a:cubicBezTo>
                      <a:pt x="54" y="23"/>
                      <a:pt x="54" y="23"/>
                      <a:pt x="54" y="23"/>
                    </a:cubicBezTo>
                    <a:cubicBezTo>
                      <a:pt x="54" y="23"/>
                      <a:pt x="55" y="25"/>
                      <a:pt x="55" y="26"/>
                    </a:cubicBezTo>
                    <a:cubicBezTo>
                      <a:pt x="55" y="25"/>
                      <a:pt x="56" y="26"/>
                      <a:pt x="57" y="26"/>
                    </a:cubicBezTo>
                    <a:cubicBezTo>
                      <a:pt x="55" y="23"/>
                      <a:pt x="56" y="24"/>
                      <a:pt x="55" y="22"/>
                    </a:cubicBezTo>
                    <a:cubicBezTo>
                      <a:pt x="55" y="22"/>
                      <a:pt x="56" y="24"/>
                      <a:pt x="57" y="24"/>
                    </a:cubicBezTo>
                    <a:cubicBezTo>
                      <a:pt x="56" y="23"/>
                      <a:pt x="57" y="23"/>
                      <a:pt x="57" y="23"/>
                    </a:cubicBezTo>
                    <a:cubicBezTo>
                      <a:pt x="58" y="23"/>
                      <a:pt x="58" y="23"/>
                      <a:pt x="58" y="23"/>
                    </a:cubicBezTo>
                    <a:cubicBezTo>
                      <a:pt x="57" y="23"/>
                      <a:pt x="58" y="23"/>
                      <a:pt x="57" y="21"/>
                    </a:cubicBezTo>
                    <a:cubicBezTo>
                      <a:pt x="58" y="22"/>
                      <a:pt x="58" y="22"/>
                      <a:pt x="58" y="22"/>
                    </a:cubicBezTo>
                    <a:cubicBezTo>
                      <a:pt x="59" y="22"/>
                      <a:pt x="56" y="19"/>
                      <a:pt x="57" y="20"/>
                    </a:cubicBezTo>
                    <a:cubicBezTo>
                      <a:pt x="58" y="21"/>
                      <a:pt x="58" y="21"/>
                      <a:pt x="58" y="21"/>
                    </a:cubicBezTo>
                    <a:cubicBezTo>
                      <a:pt x="57" y="20"/>
                      <a:pt x="59" y="22"/>
                      <a:pt x="58" y="20"/>
                    </a:cubicBezTo>
                    <a:cubicBezTo>
                      <a:pt x="59" y="21"/>
                      <a:pt x="59" y="21"/>
                      <a:pt x="59" y="21"/>
                    </a:cubicBezTo>
                    <a:cubicBezTo>
                      <a:pt x="59" y="21"/>
                      <a:pt x="59" y="21"/>
                      <a:pt x="58" y="19"/>
                    </a:cubicBezTo>
                    <a:cubicBezTo>
                      <a:pt x="60" y="21"/>
                      <a:pt x="60" y="21"/>
                      <a:pt x="60" y="21"/>
                    </a:cubicBezTo>
                    <a:cubicBezTo>
                      <a:pt x="60" y="22"/>
                      <a:pt x="58" y="19"/>
                      <a:pt x="59" y="19"/>
                    </a:cubicBezTo>
                    <a:cubicBezTo>
                      <a:pt x="59" y="19"/>
                      <a:pt x="60" y="20"/>
                      <a:pt x="60" y="20"/>
                    </a:cubicBezTo>
                    <a:cubicBezTo>
                      <a:pt x="59" y="19"/>
                      <a:pt x="60" y="19"/>
                      <a:pt x="60" y="19"/>
                    </a:cubicBezTo>
                    <a:cubicBezTo>
                      <a:pt x="61" y="20"/>
                      <a:pt x="61" y="20"/>
                      <a:pt x="61" y="20"/>
                    </a:cubicBezTo>
                    <a:cubicBezTo>
                      <a:pt x="62" y="19"/>
                      <a:pt x="64" y="18"/>
                      <a:pt x="63" y="16"/>
                    </a:cubicBezTo>
                    <a:cubicBezTo>
                      <a:pt x="65" y="17"/>
                      <a:pt x="64" y="17"/>
                      <a:pt x="65" y="18"/>
                    </a:cubicBezTo>
                    <a:cubicBezTo>
                      <a:pt x="64" y="17"/>
                      <a:pt x="65" y="18"/>
                      <a:pt x="65" y="17"/>
                    </a:cubicBezTo>
                    <a:cubicBezTo>
                      <a:pt x="65" y="17"/>
                      <a:pt x="65" y="17"/>
                      <a:pt x="65" y="17"/>
                    </a:cubicBezTo>
                    <a:cubicBezTo>
                      <a:pt x="65" y="17"/>
                      <a:pt x="66" y="18"/>
                      <a:pt x="66" y="17"/>
                    </a:cubicBezTo>
                    <a:cubicBezTo>
                      <a:pt x="65" y="17"/>
                      <a:pt x="65" y="17"/>
                      <a:pt x="65" y="17"/>
                    </a:cubicBezTo>
                    <a:cubicBezTo>
                      <a:pt x="64" y="15"/>
                      <a:pt x="68" y="18"/>
                      <a:pt x="66" y="16"/>
                    </a:cubicBezTo>
                    <a:cubicBezTo>
                      <a:pt x="67" y="17"/>
                      <a:pt x="67" y="17"/>
                      <a:pt x="67" y="17"/>
                    </a:cubicBezTo>
                    <a:cubicBezTo>
                      <a:pt x="65" y="15"/>
                      <a:pt x="68" y="17"/>
                      <a:pt x="66" y="16"/>
                    </a:cubicBezTo>
                    <a:cubicBezTo>
                      <a:pt x="67" y="16"/>
                      <a:pt x="67" y="16"/>
                      <a:pt x="67" y="16"/>
                    </a:cubicBezTo>
                    <a:cubicBezTo>
                      <a:pt x="68" y="17"/>
                      <a:pt x="65" y="14"/>
                      <a:pt x="67" y="15"/>
                    </a:cubicBezTo>
                    <a:cubicBezTo>
                      <a:pt x="67" y="15"/>
                      <a:pt x="66" y="14"/>
                      <a:pt x="65" y="13"/>
                    </a:cubicBezTo>
                    <a:cubicBezTo>
                      <a:pt x="67" y="14"/>
                      <a:pt x="67" y="14"/>
                      <a:pt x="67" y="14"/>
                    </a:cubicBezTo>
                    <a:cubicBezTo>
                      <a:pt x="67" y="13"/>
                      <a:pt x="68" y="12"/>
                      <a:pt x="66" y="10"/>
                    </a:cubicBezTo>
                    <a:cubicBezTo>
                      <a:pt x="67" y="10"/>
                      <a:pt x="67" y="10"/>
                      <a:pt x="67" y="10"/>
                    </a:cubicBezTo>
                    <a:cubicBezTo>
                      <a:pt x="65" y="9"/>
                      <a:pt x="70" y="11"/>
                      <a:pt x="66" y="8"/>
                    </a:cubicBezTo>
                    <a:cubicBezTo>
                      <a:pt x="65" y="7"/>
                      <a:pt x="65" y="7"/>
                      <a:pt x="65" y="7"/>
                    </a:cubicBezTo>
                    <a:cubicBezTo>
                      <a:pt x="67" y="8"/>
                      <a:pt x="67" y="8"/>
                      <a:pt x="67" y="8"/>
                    </a:cubicBezTo>
                    <a:cubicBezTo>
                      <a:pt x="66" y="8"/>
                      <a:pt x="67" y="8"/>
                      <a:pt x="66" y="7"/>
                    </a:cubicBezTo>
                    <a:cubicBezTo>
                      <a:pt x="67" y="8"/>
                      <a:pt x="67" y="8"/>
                      <a:pt x="67" y="8"/>
                    </a:cubicBezTo>
                    <a:cubicBezTo>
                      <a:pt x="67" y="8"/>
                      <a:pt x="65" y="6"/>
                      <a:pt x="65" y="7"/>
                    </a:cubicBezTo>
                    <a:cubicBezTo>
                      <a:pt x="66" y="7"/>
                      <a:pt x="66" y="7"/>
                      <a:pt x="66" y="7"/>
                    </a:cubicBezTo>
                    <a:cubicBezTo>
                      <a:pt x="69" y="7"/>
                      <a:pt x="72" y="3"/>
                      <a:pt x="68" y="4"/>
                    </a:cubicBezTo>
                    <a:close/>
                    <a:moveTo>
                      <a:pt x="61" y="9"/>
                    </a:moveTo>
                    <a:cubicBezTo>
                      <a:pt x="60" y="9"/>
                      <a:pt x="61" y="7"/>
                      <a:pt x="62" y="6"/>
                    </a:cubicBezTo>
                    <a:cubicBezTo>
                      <a:pt x="62" y="8"/>
                      <a:pt x="61" y="9"/>
                      <a:pt x="61" y="9"/>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1" name="Freeform 255"/>
              <p:cNvSpPr/>
              <p:nvPr/>
            </p:nvSpPr>
            <p:spPr bwMode="auto">
              <a:xfrm>
                <a:off x="4011" y="3063"/>
                <a:ext cx="5" cy="5"/>
              </a:xfrm>
              <a:custGeom>
                <a:avLst/>
                <a:gdLst>
                  <a:gd name="T0" fmla="*/ 5 w 5"/>
                  <a:gd name="T1" fmla="*/ 5 h 5"/>
                  <a:gd name="T2" fmla="*/ 0 w 5"/>
                  <a:gd name="T3" fmla="*/ 0 h 5"/>
                  <a:gd name="T4" fmla="*/ 2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2" y="5"/>
                    </a:lnTo>
                    <a:lnTo>
                      <a:pt x="5" y="5"/>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2" name="Freeform 256"/>
              <p:cNvSpPr/>
              <p:nvPr/>
            </p:nvSpPr>
            <p:spPr bwMode="auto">
              <a:xfrm>
                <a:off x="3912" y="3100"/>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3" name="Freeform 257"/>
              <p:cNvSpPr/>
              <p:nvPr/>
            </p:nvSpPr>
            <p:spPr bwMode="auto">
              <a:xfrm>
                <a:off x="3996" y="3089"/>
                <a:ext cx="3"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4" name="Oval 258"/>
              <p:cNvSpPr>
                <a:spLocks noChangeArrowheads="1"/>
              </p:cNvSpPr>
              <p:nvPr/>
            </p:nvSpPr>
            <p:spPr bwMode="auto">
              <a:xfrm>
                <a:off x="3595" y="182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5" name="Freeform 259"/>
              <p:cNvSpPr/>
              <p:nvPr/>
            </p:nvSpPr>
            <p:spPr bwMode="auto">
              <a:xfrm>
                <a:off x="3598" y="1825"/>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6" name="Freeform 260"/>
              <p:cNvSpPr/>
              <p:nvPr/>
            </p:nvSpPr>
            <p:spPr bwMode="auto">
              <a:xfrm>
                <a:off x="3918" y="28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7" name="Freeform 261"/>
              <p:cNvSpPr/>
              <p:nvPr/>
            </p:nvSpPr>
            <p:spPr bwMode="auto">
              <a:xfrm>
                <a:off x="3924" y="3038"/>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8" name="Freeform 262"/>
              <p:cNvSpPr/>
              <p:nvPr/>
            </p:nvSpPr>
            <p:spPr bwMode="auto">
              <a:xfrm>
                <a:off x="3986" y="3027"/>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9" name="Freeform 263"/>
              <p:cNvSpPr/>
              <p:nvPr/>
            </p:nvSpPr>
            <p:spPr bwMode="auto">
              <a:xfrm>
                <a:off x="3899" y="3091"/>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0" name="Rectangle 264"/>
              <p:cNvSpPr>
                <a:spLocks noChangeArrowheads="1"/>
              </p:cNvSpPr>
              <p:nvPr/>
            </p:nvSpPr>
            <p:spPr bwMode="auto">
              <a:xfrm>
                <a:off x="4013" y="3004"/>
                <a:ext cx="1" cy="4"/>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1" name="Freeform 265"/>
              <p:cNvSpPr/>
              <p:nvPr/>
            </p:nvSpPr>
            <p:spPr bwMode="auto">
              <a:xfrm>
                <a:off x="3903" y="3055"/>
                <a:ext cx="6"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2" name="Freeform 266"/>
              <p:cNvSpPr/>
              <p:nvPr/>
            </p:nvSpPr>
            <p:spPr bwMode="auto">
              <a:xfrm>
                <a:off x="3905" y="3055"/>
                <a:ext cx="4"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0" y="0"/>
                      <a:pt x="1" y="0"/>
                      <a:pt x="2" y="0"/>
                    </a:cubicBezTo>
                    <a:cubicBezTo>
                      <a:pt x="2"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3" name="Freeform 267"/>
              <p:cNvSpPr/>
              <p:nvPr/>
            </p:nvSpPr>
            <p:spPr bwMode="auto">
              <a:xfrm>
                <a:off x="3897" y="3085"/>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4" name="Freeform 268"/>
              <p:cNvSpPr/>
              <p:nvPr/>
            </p:nvSpPr>
            <p:spPr bwMode="auto">
              <a:xfrm>
                <a:off x="3897" y="309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5" name="Freeform 269"/>
              <p:cNvSpPr/>
              <p:nvPr/>
            </p:nvSpPr>
            <p:spPr bwMode="auto">
              <a:xfrm>
                <a:off x="3984" y="30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6" name="Freeform 270"/>
              <p:cNvSpPr/>
              <p:nvPr/>
            </p:nvSpPr>
            <p:spPr bwMode="auto">
              <a:xfrm>
                <a:off x="3600"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7" name="Freeform 271"/>
              <p:cNvSpPr/>
              <p:nvPr/>
            </p:nvSpPr>
            <p:spPr bwMode="auto">
              <a:xfrm>
                <a:off x="3905" y="3100"/>
                <a:ext cx="4" cy="4"/>
              </a:xfrm>
              <a:custGeom>
                <a:avLst/>
                <a:gdLst>
                  <a:gd name="T0" fmla="*/ 1 w 2"/>
                  <a:gd name="T1" fmla="*/ 0 h 2"/>
                  <a:gd name="T2" fmla="*/ 1 w 2"/>
                  <a:gd name="T3" fmla="*/ 1 h 2"/>
                  <a:gd name="T4" fmla="*/ 1 w 2"/>
                  <a:gd name="T5" fmla="*/ 0 h 2"/>
                </a:gdLst>
                <a:ahLst/>
                <a:cxnLst>
                  <a:cxn ang="0">
                    <a:pos x="T0" y="T1"/>
                  </a:cxn>
                  <a:cxn ang="0">
                    <a:pos x="T2" y="T3"/>
                  </a:cxn>
                  <a:cxn ang="0">
                    <a:pos x="T4" y="T5"/>
                  </a:cxn>
                </a:cxnLst>
                <a:rect l="0" t="0" r="r" b="b"/>
                <a:pathLst>
                  <a:path w="2" h="2">
                    <a:moveTo>
                      <a:pt x="1" y="0"/>
                    </a:moveTo>
                    <a:cubicBezTo>
                      <a:pt x="0" y="2"/>
                      <a:pt x="1" y="0"/>
                      <a:pt x="1"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8" name="Freeform 272"/>
              <p:cNvSpPr/>
              <p:nvPr/>
            </p:nvSpPr>
            <p:spPr bwMode="auto">
              <a:xfrm>
                <a:off x="4230" y="2480"/>
                <a:ext cx="4" cy="2"/>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0" y="1"/>
                      <a:pt x="1" y="1"/>
                      <a:pt x="2" y="1"/>
                    </a:cubicBezTo>
                    <a:cubicBezTo>
                      <a:pt x="2" y="0"/>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9" name="Freeform 273"/>
              <p:cNvSpPr/>
              <p:nvPr/>
            </p:nvSpPr>
            <p:spPr bwMode="auto">
              <a:xfrm>
                <a:off x="3895" y="3080"/>
                <a:ext cx="4" cy="3"/>
              </a:xfrm>
              <a:custGeom>
                <a:avLst/>
                <a:gdLst>
                  <a:gd name="T0" fmla="*/ 0 w 2"/>
                  <a:gd name="T1" fmla="*/ 0 h 1"/>
                  <a:gd name="T2" fmla="*/ 1 w 2"/>
                  <a:gd name="T3" fmla="*/ 0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1" y="0"/>
                      <a:pt x="1" y="0"/>
                    </a:cubicBezTo>
                    <a:cubicBezTo>
                      <a:pt x="1" y="0"/>
                      <a:pt x="2"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0" name="Freeform 274"/>
              <p:cNvSpPr/>
              <p:nvPr/>
            </p:nvSpPr>
            <p:spPr bwMode="auto">
              <a:xfrm>
                <a:off x="4007" y="30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1" name="Freeform 275"/>
              <p:cNvSpPr/>
              <p:nvPr/>
            </p:nvSpPr>
            <p:spPr bwMode="auto">
              <a:xfrm>
                <a:off x="3598" y="18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2" name="Freeform 276"/>
              <p:cNvSpPr/>
              <p:nvPr/>
            </p:nvSpPr>
            <p:spPr bwMode="auto">
              <a:xfrm>
                <a:off x="4005" y="3074"/>
                <a:ext cx="2"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0" y="1"/>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3" name="Freeform 277"/>
              <p:cNvSpPr/>
              <p:nvPr/>
            </p:nvSpPr>
            <p:spPr bwMode="auto">
              <a:xfrm>
                <a:off x="4007" y="30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4" name="Freeform 278"/>
              <p:cNvSpPr/>
              <p:nvPr/>
            </p:nvSpPr>
            <p:spPr bwMode="auto">
              <a:xfrm>
                <a:off x="3598" y="182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5" name="Freeform 279"/>
              <p:cNvSpPr/>
              <p:nvPr/>
            </p:nvSpPr>
            <p:spPr bwMode="auto">
              <a:xfrm>
                <a:off x="3598" y="1823"/>
                <a:ext cx="2" cy="0"/>
              </a:xfrm>
              <a:custGeom>
                <a:avLst/>
                <a:gdLst>
                  <a:gd name="T0" fmla="*/ 1 w 1"/>
                  <a:gd name="T1" fmla="*/ 1 w 1"/>
                  <a:gd name="T2" fmla="*/ 0 w 1"/>
                  <a:gd name="T3" fmla="*/ 0 w 1"/>
                  <a:gd name="T4" fmla="*/ 0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0" y="0"/>
                      <a:pt x="0" y="0"/>
                    </a:cubicBezTo>
                    <a:cubicBezTo>
                      <a:pt x="0"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6" name="Freeform 280"/>
              <p:cNvSpPr/>
              <p:nvPr/>
            </p:nvSpPr>
            <p:spPr bwMode="auto">
              <a:xfrm>
                <a:off x="4009" y="308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7" name="Freeform 281"/>
              <p:cNvSpPr/>
              <p:nvPr/>
            </p:nvSpPr>
            <p:spPr bwMode="auto">
              <a:xfrm>
                <a:off x="3602"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8" name="Freeform 282"/>
              <p:cNvSpPr/>
              <p:nvPr/>
            </p:nvSpPr>
            <p:spPr bwMode="auto">
              <a:xfrm>
                <a:off x="3929" y="1870"/>
                <a:ext cx="4" cy="8"/>
              </a:xfrm>
              <a:custGeom>
                <a:avLst/>
                <a:gdLst>
                  <a:gd name="T0" fmla="*/ 2 w 2"/>
                  <a:gd name="T1" fmla="*/ 1 h 4"/>
                  <a:gd name="T2" fmla="*/ 1 w 2"/>
                  <a:gd name="T3" fmla="*/ 4 h 4"/>
                  <a:gd name="T4" fmla="*/ 2 w 2"/>
                  <a:gd name="T5" fmla="*/ 1 h 4"/>
                </a:gdLst>
                <a:ahLst/>
                <a:cxnLst>
                  <a:cxn ang="0">
                    <a:pos x="T0" y="T1"/>
                  </a:cxn>
                  <a:cxn ang="0">
                    <a:pos x="T2" y="T3"/>
                  </a:cxn>
                  <a:cxn ang="0">
                    <a:pos x="T4" y="T5"/>
                  </a:cxn>
                </a:cxnLst>
                <a:rect l="0" t="0" r="r" b="b"/>
                <a:pathLst>
                  <a:path w="2" h="4">
                    <a:moveTo>
                      <a:pt x="2" y="1"/>
                    </a:moveTo>
                    <a:cubicBezTo>
                      <a:pt x="2" y="1"/>
                      <a:pt x="0" y="1"/>
                      <a:pt x="1" y="4"/>
                    </a:cubicBezTo>
                    <a:cubicBezTo>
                      <a:pt x="1" y="0"/>
                      <a:pt x="2" y="4"/>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9" name="Freeform 283"/>
              <p:cNvSpPr/>
              <p:nvPr/>
            </p:nvSpPr>
            <p:spPr bwMode="auto">
              <a:xfrm>
                <a:off x="3687" y="1579"/>
                <a:ext cx="4" cy="4"/>
              </a:xfrm>
              <a:custGeom>
                <a:avLst/>
                <a:gdLst>
                  <a:gd name="T0" fmla="*/ 0 w 4"/>
                  <a:gd name="T1" fmla="*/ 4 h 4"/>
                  <a:gd name="T2" fmla="*/ 4 w 4"/>
                  <a:gd name="T3" fmla="*/ 0 h 4"/>
                  <a:gd name="T4" fmla="*/ 0 w 4"/>
                  <a:gd name="T5" fmla="*/ 2 h 4"/>
                  <a:gd name="T6" fmla="*/ 0 w 4"/>
                  <a:gd name="T7" fmla="*/ 4 h 4"/>
                </a:gdLst>
                <a:ahLst/>
                <a:cxnLst>
                  <a:cxn ang="0">
                    <a:pos x="T0" y="T1"/>
                  </a:cxn>
                  <a:cxn ang="0">
                    <a:pos x="T2" y="T3"/>
                  </a:cxn>
                  <a:cxn ang="0">
                    <a:pos x="T4" y="T5"/>
                  </a:cxn>
                  <a:cxn ang="0">
                    <a:pos x="T6" y="T7"/>
                  </a:cxn>
                </a:cxnLst>
                <a:rect l="0" t="0" r="r" b="b"/>
                <a:pathLst>
                  <a:path w="4" h="4">
                    <a:moveTo>
                      <a:pt x="0" y="4"/>
                    </a:moveTo>
                    <a:lnTo>
                      <a:pt x="4" y="0"/>
                    </a:lnTo>
                    <a:lnTo>
                      <a:pt x="0" y="2"/>
                    </a:lnTo>
                    <a:lnTo>
                      <a:pt x="0"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0" name="Freeform 284"/>
              <p:cNvSpPr/>
              <p:nvPr/>
            </p:nvSpPr>
            <p:spPr bwMode="auto">
              <a:xfrm>
                <a:off x="4086" y="1583"/>
                <a:ext cx="8" cy="4"/>
              </a:xfrm>
              <a:custGeom>
                <a:avLst/>
                <a:gdLst>
                  <a:gd name="T0" fmla="*/ 2 w 4"/>
                  <a:gd name="T1" fmla="*/ 2 h 2"/>
                  <a:gd name="T2" fmla="*/ 1 w 4"/>
                  <a:gd name="T3" fmla="*/ 0 h 2"/>
                  <a:gd name="T4" fmla="*/ 2 w 4"/>
                  <a:gd name="T5" fmla="*/ 2 h 2"/>
                </a:gdLst>
                <a:ahLst/>
                <a:cxnLst>
                  <a:cxn ang="0">
                    <a:pos x="T0" y="T1"/>
                  </a:cxn>
                  <a:cxn ang="0">
                    <a:pos x="T2" y="T3"/>
                  </a:cxn>
                  <a:cxn ang="0">
                    <a:pos x="T4" y="T5"/>
                  </a:cxn>
                </a:cxnLst>
                <a:rect l="0" t="0" r="r" b="b"/>
                <a:pathLst>
                  <a:path w="4" h="2">
                    <a:moveTo>
                      <a:pt x="2" y="2"/>
                    </a:moveTo>
                    <a:cubicBezTo>
                      <a:pt x="2" y="2"/>
                      <a:pt x="3" y="1"/>
                      <a:pt x="1" y="0"/>
                    </a:cubicBezTo>
                    <a:cubicBezTo>
                      <a:pt x="4" y="2"/>
                      <a:pt x="0"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1" name="Freeform 285"/>
              <p:cNvSpPr/>
              <p:nvPr/>
            </p:nvSpPr>
            <p:spPr bwMode="auto">
              <a:xfrm>
                <a:off x="3574" y="1912"/>
                <a:ext cx="2" cy="21"/>
              </a:xfrm>
              <a:custGeom>
                <a:avLst/>
                <a:gdLst>
                  <a:gd name="T0" fmla="*/ 0 w 1"/>
                  <a:gd name="T1" fmla="*/ 0 h 10"/>
                  <a:gd name="T2" fmla="*/ 1 w 1"/>
                  <a:gd name="T3" fmla="*/ 10 h 10"/>
                  <a:gd name="T4" fmla="*/ 0 w 1"/>
                  <a:gd name="T5" fmla="*/ 0 h 10"/>
                </a:gdLst>
                <a:ahLst/>
                <a:cxnLst>
                  <a:cxn ang="0">
                    <a:pos x="T0" y="T1"/>
                  </a:cxn>
                  <a:cxn ang="0">
                    <a:pos x="T2" y="T3"/>
                  </a:cxn>
                  <a:cxn ang="0">
                    <a:pos x="T4" y="T5"/>
                  </a:cxn>
                </a:cxnLst>
                <a:rect l="0" t="0" r="r" b="b"/>
                <a:pathLst>
                  <a:path w="1" h="10">
                    <a:moveTo>
                      <a:pt x="0" y="0"/>
                    </a:moveTo>
                    <a:cubicBezTo>
                      <a:pt x="0" y="4"/>
                      <a:pt x="0" y="10"/>
                      <a:pt x="1" y="1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2" name="Freeform 286"/>
              <p:cNvSpPr>
                <a:spLocks noEditPoints="1"/>
              </p:cNvSpPr>
              <p:nvPr/>
            </p:nvSpPr>
            <p:spPr bwMode="auto">
              <a:xfrm>
                <a:off x="3559" y="1774"/>
                <a:ext cx="77" cy="91"/>
              </a:xfrm>
              <a:custGeom>
                <a:avLst/>
                <a:gdLst>
                  <a:gd name="T0" fmla="*/ 32 w 36"/>
                  <a:gd name="T1" fmla="*/ 19 h 43"/>
                  <a:gd name="T2" fmla="*/ 27 w 36"/>
                  <a:gd name="T3" fmla="*/ 2 h 43"/>
                  <a:gd name="T4" fmla="*/ 8 w 36"/>
                  <a:gd name="T5" fmla="*/ 14 h 43"/>
                  <a:gd name="T6" fmla="*/ 16 w 36"/>
                  <a:gd name="T7" fmla="*/ 25 h 43"/>
                  <a:gd name="T8" fmla="*/ 16 w 36"/>
                  <a:gd name="T9" fmla="*/ 24 h 43"/>
                  <a:gd name="T10" fmla="*/ 17 w 36"/>
                  <a:gd name="T11" fmla="*/ 24 h 43"/>
                  <a:gd name="T12" fmla="*/ 17 w 36"/>
                  <a:gd name="T13" fmla="*/ 23 h 43"/>
                  <a:gd name="T14" fmla="*/ 17 w 36"/>
                  <a:gd name="T15" fmla="*/ 24 h 43"/>
                  <a:gd name="T16" fmla="*/ 19 w 36"/>
                  <a:gd name="T17" fmla="*/ 23 h 43"/>
                  <a:gd name="T18" fmla="*/ 18 w 36"/>
                  <a:gd name="T19" fmla="*/ 24 h 43"/>
                  <a:gd name="T20" fmla="*/ 17 w 36"/>
                  <a:gd name="T21" fmla="*/ 24 h 43"/>
                  <a:gd name="T22" fmla="*/ 19 w 36"/>
                  <a:gd name="T23" fmla="*/ 23 h 43"/>
                  <a:gd name="T24" fmla="*/ 20 w 36"/>
                  <a:gd name="T25" fmla="*/ 23 h 43"/>
                  <a:gd name="T26" fmla="*/ 21 w 36"/>
                  <a:gd name="T27" fmla="*/ 24 h 43"/>
                  <a:gd name="T28" fmla="*/ 21 w 36"/>
                  <a:gd name="T29" fmla="*/ 23 h 43"/>
                  <a:gd name="T30" fmla="*/ 21 w 36"/>
                  <a:gd name="T31" fmla="*/ 23 h 43"/>
                  <a:gd name="T32" fmla="*/ 21 w 36"/>
                  <a:gd name="T33" fmla="*/ 23 h 43"/>
                  <a:gd name="T34" fmla="*/ 21 w 36"/>
                  <a:gd name="T35" fmla="*/ 24 h 43"/>
                  <a:gd name="T36" fmla="*/ 22 w 36"/>
                  <a:gd name="T37" fmla="*/ 24 h 43"/>
                  <a:gd name="T38" fmla="*/ 22 w 36"/>
                  <a:gd name="T39" fmla="*/ 24 h 43"/>
                  <a:gd name="T40" fmla="*/ 22 w 36"/>
                  <a:gd name="T41" fmla="*/ 19 h 43"/>
                  <a:gd name="T42" fmla="*/ 22 w 36"/>
                  <a:gd name="T43" fmla="*/ 19 h 43"/>
                  <a:gd name="T44" fmla="*/ 23 w 36"/>
                  <a:gd name="T45" fmla="*/ 23 h 43"/>
                  <a:gd name="T46" fmla="*/ 27 w 36"/>
                  <a:gd name="T47" fmla="*/ 24 h 43"/>
                  <a:gd name="T48" fmla="*/ 25 w 36"/>
                  <a:gd name="T49" fmla="*/ 24 h 43"/>
                  <a:gd name="T50" fmla="*/ 25 w 36"/>
                  <a:gd name="T51" fmla="*/ 24 h 43"/>
                  <a:gd name="T52" fmla="*/ 26 w 36"/>
                  <a:gd name="T53" fmla="*/ 23 h 43"/>
                  <a:gd name="T54" fmla="*/ 25 w 36"/>
                  <a:gd name="T55" fmla="*/ 24 h 43"/>
                  <a:gd name="T56" fmla="*/ 24 w 36"/>
                  <a:gd name="T57" fmla="*/ 24 h 43"/>
                  <a:gd name="T58" fmla="*/ 24 w 36"/>
                  <a:gd name="T59" fmla="*/ 22 h 43"/>
                  <a:gd name="T60" fmla="*/ 24 w 36"/>
                  <a:gd name="T61" fmla="*/ 24 h 43"/>
                  <a:gd name="T62" fmla="*/ 23 w 36"/>
                  <a:gd name="T63" fmla="*/ 24 h 43"/>
                  <a:gd name="T64" fmla="*/ 23 w 36"/>
                  <a:gd name="T65" fmla="*/ 24 h 43"/>
                  <a:gd name="T66" fmla="*/ 24 w 36"/>
                  <a:gd name="T67" fmla="*/ 24 h 43"/>
                  <a:gd name="T68" fmla="*/ 24 w 36"/>
                  <a:gd name="T69" fmla="*/ 24 h 43"/>
                  <a:gd name="T70" fmla="*/ 25 w 36"/>
                  <a:gd name="T71" fmla="*/ 24 h 43"/>
                  <a:gd name="T72" fmla="*/ 29 w 36"/>
                  <a:gd name="T73" fmla="*/ 24 h 43"/>
                  <a:gd name="T74" fmla="*/ 26 w 36"/>
                  <a:gd name="T75" fmla="*/ 24 h 43"/>
                  <a:gd name="T76" fmla="*/ 24 w 36"/>
                  <a:gd name="T77" fmla="*/ 22 h 43"/>
                  <a:gd name="T78" fmla="*/ 23 w 36"/>
                  <a:gd name="T79" fmla="*/ 21 h 43"/>
                  <a:gd name="T80" fmla="*/ 24 w 36"/>
                  <a:gd name="T81" fmla="*/ 21 h 43"/>
                  <a:gd name="T82" fmla="*/ 24 w 36"/>
                  <a:gd name="T83" fmla="*/ 21 h 43"/>
                  <a:gd name="T84" fmla="*/ 23 w 36"/>
                  <a:gd name="T85" fmla="*/ 20 h 43"/>
                  <a:gd name="T86" fmla="*/ 22 w 36"/>
                  <a:gd name="T87" fmla="*/ 19 h 43"/>
                  <a:gd name="T88" fmla="*/ 22 w 36"/>
                  <a:gd name="T89" fmla="*/ 20 h 43"/>
                  <a:gd name="T90" fmla="*/ 21 w 36"/>
                  <a:gd name="T91" fmla="*/ 19 h 43"/>
                  <a:gd name="T92" fmla="*/ 22 w 36"/>
                  <a:gd name="T93" fmla="*/ 21 h 43"/>
                  <a:gd name="T94" fmla="*/ 20 w 36"/>
                  <a:gd name="T95" fmla="*/ 21 h 43"/>
                  <a:gd name="T96" fmla="*/ 17 w 36"/>
                  <a:gd name="T97" fmla="*/ 20 h 43"/>
                  <a:gd name="T98" fmla="*/ 20 w 36"/>
                  <a:gd name="T99" fmla="*/ 19 h 43"/>
                  <a:gd name="T100" fmla="*/ 18 w 36"/>
                  <a:gd name="T101" fmla="*/ 18 h 43"/>
                  <a:gd name="T102" fmla="*/ 19 w 36"/>
                  <a:gd name="T103" fmla="*/ 18 h 43"/>
                  <a:gd name="T104" fmla="*/ 20 w 36"/>
                  <a:gd name="T105" fmla="*/ 18 h 43"/>
                  <a:gd name="T106" fmla="*/ 21 w 36"/>
                  <a:gd name="T107" fmla="*/ 19 h 43"/>
                  <a:gd name="T108" fmla="*/ 20 w 36"/>
                  <a:gd name="T109" fmla="*/ 18 h 43"/>
                  <a:gd name="T110" fmla="*/ 18 w 36"/>
                  <a:gd name="T111" fmla="*/ 18 h 43"/>
                  <a:gd name="T112" fmla="*/ 18 w 36"/>
                  <a:gd name="T113" fmla="*/ 18 h 43"/>
                  <a:gd name="T114" fmla="*/ 15 w 36"/>
                  <a:gd name="T115" fmla="*/ 18 h 43"/>
                  <a:gd name="T116" fmla="*/ 18 w 36"/>
                  <a:gd name="T117" fmla="*/ 18 h 43"/>
                  <a:gd name="T118" fmla="*/ 18 w 36"/>
                  <a:gd name="T119" fmla="*/ 18 h 43"/>
                  <a:gd name="T120" fmla="*/ 17 w 36"/>
                  <a:gd name="T121" fmla="*/ 19 h 43"/>
                  <a:gd name="T122" fmla="*/ 16 w 36"/>
                  <a:gd name="T123" fmla="*/ 25 h 43"/>
                  <a:gd name="T124" fmla="*/ 14 w 36"/>
                  <a:gd name="T125" fmla="*/ 2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 h="43">
                    <a:moveTo>
                      <a:pt x="5" y="16"/>
                    </a:moveTo>
                    <a:cubicBezTo>
                      <a:pt x="6" y="19"/>
                      <a:pt x="3" y="20"/>
                      <a:pt x="0" y="23"/>
                    </a:cubicBezTo>
                    <a:cubicBezTo>
                      <a:pt x="0" y="23"/>
                      <a:pt x="1" y="25"/>
                      <a:pt x="1" y="28"/>
                    </a:cubicBezTo>
                    <a:cubicBezTo>
                      <a:pt x="5" y="39"/>
                      <a:pt x="13" y="43"/>
                      <a:pt x="19" y="41"/>
                    </a:cubicBezTo>
                    <a:cubicBezTo>
                      <a:pt x="18" y="40"/>
                      <a:pt x="18" y="39"/>
                      <a:pt x="19" y="39"/>
                    </a:cubicBezTo>
                    <a:cubicBezTo>
                      <a:pt x="19" y="39"/>
                      <a:pt x="19" y="39"/>
                      <a:pt x="19" y="39"/>
                    </a:cubicBezTo>
                    <a:cubicBezTo>
                      <a:pt x="19" y="38"/>
                      <a:pt x="19" y="38"/>
                      <a:pt x="19" y="38"/>
                    </a:cubicBezTo>
                    <a:cubicBezTo>
                      <a:pt x="19" y="38"/>
                      <a:pt x="19" y="39"/>
                      <a:pt x="19" y="40"/>
                    </a:cubicBezTo>
                    <a:cubicBezTo>
                      <a:pt x="20" y="39"/>
                      <a:pt x="21" y="39"/>
                      <a:pt x="23" y="39"/>
                    </a:cubicBezTo>
                    <a:cubicBezTo>
                      <a:pt x="22" y="36"/>
                      <a:pt x="23" y="38"/>
                      <a:pt x="23" y="36"/>
                    </a:cubicBezTo>
                    <a:cubicBezTo>
                      <a:pt x="23" y="37"/>
                      <a:pt x="23" y="37"/>
                      <a:pt x="23" y="37"/>
                    </a:cubicBezTo>
                    <a:cubicBezTo>
                      <a:pt x="23" y="36"/>
                      <a:pt x="23" y="36"/>
                      <a:pt x="25" y="38"/>
                    </a:cubicBezTo>
                    <a:cubicBezTo>
                      <a:pt x="29" y="38"/>
                      <a:pt x="31" y="35"/>
                      <a:pt x="33" y="33"/>
                    </a:cubicBezTo>
                    <a:cubicBezTo>
                      <a:pt x="36" y="30"/>
                      <a:pt x="36" y="26"/>
                      <a:pt x="36" y="21"/>
                    </a:cubicBezTo>
                    <a:cubicBezTo>
                      <a:pt x="33" y="20"/>
                      <a:pt x="35" y="19"/>
                      <a:pt x="32" y="19"/>
                    </a:cubicBezTo>
                    <a:cubicBezTo>
                      <a:pt x="33" y="19"/>
                      <a:pt x="33" y="19"/>
                      <a:pt x="33" y="19"/>
                    </a:cubicBezTo>
                    <a:cubicBezTo>
                      <a:pt x="31" y="18"/>
                      <a:pt x="33" y="18"/>
                      <a:pt x="34" y="17"/>
                    </a:cubicBezTo>
                    <a:cubicBezTo>
                      <a:pt x="33" y="17"/>
                      <a:pt x="34" y="17"/>
                      <a:pt x="32" y="17"/>
                    </a:cubicBezTo>
                    <a:cubicBezTo>
                      <a:pt x="30" y="17"/>
                      <a:pt x="35" y="17"/>
                      <a:pt x="34" y="16"/>
                    </a:cubicBezTo>
                    <a:cubicBezTo>
                      <a:pt x="34" y="16"/>
                      <a:pt x="33" y="17"/>
                      <a:pt x="33" y="16"/>
                    </a:cubicBezTo>
                    <a:cubicBezTo>
                      <a:pt x="31" y="16"/>
                      <a:pt x="34" y="17"/>
                      <a:pt x="36" y="15"/>
                    </a:cubicBezTo>
                    <a:cubicBezTo>
                      <a:pt x="35" y="13"/>
                      <a:pt x="32" y="12"/>
                      <a:pt x="33" y="10"/>
                    </a:cubicBezTo>
                    <a:cubicBezTo>
                      <a:pt x="33" y="11"/>
                      <a:pt x="32" y="11"/>
                      <a:pt x="32" y="11"/>
                    </a:cubicBezTo>
                    <a:cubicBezTo>
                      <a:pt x="35" y="9"/>
                      <a:pt x="31" y="11"/>
                      <a:pt x="32" y="10"/>
                    </a:cubicBezTo>
                    <a:cubicBezTo>
                      <a:pt x="33" y="10"/>
                      <a:pt x="33" y="10"/>
                      <a:pt x="33" y="10"/>
                    </a:cubicBezTo>
                    <a:cubicBezTo>
                      <a:pt x="34" y="9"/>
                      <a:pt x="32" y="9"/>
                      <a:pt x="32" y="7"/>
                    </a:cubicBezTo>
                    <a:cubicBezTo>
                      <a:pt x="30" y="7"/>
                      <a:pt x="32" y="5"/>
                      <a:pt x="30" y="5"/>
                    </a:cubicBezTo>
                    <a:cubicBezTo>
                      <a:pt x="31" y="5"/>
                      <a:pt x="30" y="4"/>
                      <a:pt x="30" y="4"/>
                    </a:cubicBezTo>
                    <a:cubicBezTo>
                      <a:pt x="27" y="6"/>
                      <a:pt x="29" y="1"/>
                      <a:pt x="27" y="3"/>
                    </a:cubicBezTo>
                    <a:cubicBezTo>
                      <a:pt x="27" y="2"/>
                      <a:pt x="27" y="2"/>
                      <a:pt x="27" y="2"/>
                    </a:cubicBezTo>
                    <a:cubicBezTo>
                      <a:pt x="25" y="1"/>
                      <a:pt x="21" y="0"/>
                      <a:pt x="18" y="3"/>
                    </a:cubicBezTo>
                    <a:cubicBezTo>
                      <a:pt x="16" y="3"/>
                      <a:pt x="12" y="1"/>
                      <a:pt x="13" y="3"/>
                    </a:cubicBezTo>
                    <a:cubicBezTo>
                      <a:pt x="13" y="5"/>
                      <a:pt x="13" y="5"/>
                      <a:pt x="13" y="5"/>
                    </a:cubicBezTo>
                    <a:cubicBezTo>
                      <a:pt x="13" y="5"/>
                      <a:pt x="13" y="4"/>
                      <a:pt x="12" y="3"/>
                    </a:cubicBezTo>
                    <a:cubicBezTo>
                      <a:pt x="13" y="5"/>
                      <a:pt x="11" y="4"/>
                      <a:pt x="11" y="4"/>
                    </a:cubicBezTo>
                    <a:cubicBezTo>
                      <a:pt x="11" y="5"/>
                      <a:pt x="11" y="5"/>
                      <a:pt x="11" y="6"/>
                    </a:cubicBezTo>
                    <a:cubicBezTo>
                      <a:pt x="9" y="4"/>
                      <a:pt x="11" y="8"/>
                      <a:pt x="9" y="7"/>
                    </a:cubicBezTo>
                    <a:cubicBezTo>
                      <a:pt x="12" y="9"/>
                      <a:pt x="10" y="8"/>
                      <a:pt x="10" y="9"/>
                    </a:cubicBezTo>
                    <a:cubicBezTo>
                      <a:pt x="10" y="9"/>
                      <a:pt x="10" y="9"/>
                      <a:pt x="9" y="8"/>
                    </a:cubicBezTo>
                    <a:cubicBezTo>
                      <a:pt x="9" y="9"/>
                      <a:pt x="9" y="9"/>
                      <a:pt x="8" y="9"/>
                    </a:cubicBezTo>
                    <a:cubicBezTo>
                      <a:pt x="8" y="9"/>
                      <a:pt x="10" y="10"/>
                      <a:pt x="9" y="10"/>
                    </a:cubicBezTo>
                    <a:cubicBezTo>
                      <a:pt x="7" y="9"/>
                      <a:pt x="9" y="11"/>
                      <a:pt x="8" y="10"/>
                    </a:cubicBezTo>
                    <a:cubicBezTo>
                      <a:pt x="10" y="11"/>
                      <a:pt x="11" y="13"/>
                      <a:pt x="10" y="12"/>
                    </a:cubicBezTo>
                    <a:cubicBezTo>
                      <a:pt x="8" y="11"/>
                      <a:pt x="8" y="11"/>
                      <a:pt x="8" y="11"/>
                    </a:cubicBezTo>
                    <a:cubicBezTo>
                      <a:pt x="9" y="12"/>
                      <a:pt x="5" y="12"/>
                      <a:pt x="8" y="14"/>
                    </a:cubicBezTo>
                    <a:cubicBezTo>
                      <a:pt x="6" y="13"/>
                      <a:pt x="6" y="13"/>
                      <a:pt x="6" y="13"/>
                    </a:cubicBezTo>
                    <a:cubicBezTo>
                      <a:pt x="8" y="15"/>
                      <a:pt x="6" y="15"/>
                      <a:pt x="8" y="17"/>
                    </a:cubicBezTo>
                    <a:cubicBezTo>
                      <a:pt x="8" y="17"/>
                      <a:pt x="7" y="17"/>
                      <a:pt x="7" y="17"/>
                    </a:cubicBezTo>
                    <a:cubicBezTo>
                      <a:pt x="6" y="17"/>
                      <a:pt x="5" y="16"/>
                      <a:pt x="5" y="16"/>
                    </a:cubicBezTo>
                    <a:close/>
                    <a:moveTo>
                      <a:pt x="16" y="26"/>
                    </a:moveTo>
                    <a:cubicBezTo>
                      <a:pt x="16" y="26"/>
                      <a:pt x="16" y="26"/>
                      <a:pt x="16" y="26"/>
                    </a:cubicBezTo>
                    <a:cubicBezTo>
                      <a:pt x="16" y="27"/>
                      <a:pt x="16" y="27"/>
                      <a:pt x="16" y="26"/>
                    </a:cubicBezTo>
                    <a:close/>
                    <a:moveTo>
                      <a:pt x="17" y="24"/>
                    </a:moveTo>
                    <a:cubicBezTo>
                      <a:pt x="17" y="25"/>
                      <a:pt x="16" y="25"/>
                      <a:pt x="17" y="27"/>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7" y="24"/>
                    </a:cubicBezTo>
                    <a:cubicBezTo>
                      <a:pt x="17" y="25"/>
                      <a:pt x="17" y="25"/>
                      <a:pt x="17" y="24"/>
                    </a:cubicBezTo>
                    <a:close/>
                    <a:moveTo>
                      <a:pt x="16" y="25"/>
                    </a:move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6" y="24"/>
                    </a:cubicBezTo>
                    <a:cubicBezTo>
                      <a:pt x="16" y="25"/>
                      <a:pt x="17" y="23"/>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6" y="25"/>
                      <a:pt x="17" y="24"/>
                      <a:pt x="16" y="24"/>
                    </a:cubicBezTo>
                    <a:cubicBezTo>
                      <a:pt x="17" y="24"/>
                      <a:pt x="17" y="24"/>
                      <a:pt x="17" y="24"/>
                    </a:cubicBezTo>
                    <a:cubicBezTo>
                      <a:pt x="17" y="24"/>
                      <a:pt x="17" y="24"/>
                      <a:pt x="17" y="24"/>
                    </a:cubicBezTo>
                    <a:cubicBezTo>
                      <a:pt x="17" y="24"/>
                      <a:pt x="16" y="24"/>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lose/>
                    <a:moveTo>
                      <a:pt x="17" y="24"/>
                    </a:move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8" y="23"/>
                      <a:pt x="18" y="23"/>
                      <a:pt x="18" y="23"/>
                    </a:cubicBezTo>
                    <a:cubicBezTo>
                      <a:pt x="18"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ubicBezTo>
                      <a:pt x="18" y="25"/>
                      <a:pt x="17" y="24"/>
                      <a:pt x="17" y="24"/>
                    </a:cubicBezTo>
                    <a:close/>
                    <a:moveTo>
                      <a:pt x="18" y="24"/>
                    </a:moveTo>
                    <a:cubicBezTo>
                      <a:pt x="18" y="24"/>
                      <a:pt x="18" y="24"/>
                      <a:pt x="18" y="24"/>
                    </a:cubicBezTo>
                    <a:cubicBezTo>
                      <a:pt x="18" y="24"/>
                      <a:pt x="18" y="24"/>
                      <a:pt x="18" y="24"/>
                    </a:cubicBezTo>
                    <a:cubicBezTo>
                      <a:pt x="18" y="24"/>
                      <a:pt x="18" y="24"/>
                      <a:pt x="18" y="24"/>
                    </a:cubicBezTo>
                    <a:close/>
                    <a:moveTo>
                      <a:pt x="20" y="23"/>
                    </a:moveTo>
                    <a:cubicBezTo>
                      <a:pt x="20" y="23"/>
                      <a:pt x="20" y="23"/>
                      <a:pt x="20" y="23"/>
                    </a:cubicBezTo>
                    <a:cubicBezTo>
                      <a:pt x="20" y="23"/>
                      <a:pt x="19" y="23"/>
                      <a:pt x="19" y="23"/>
                    </a:cubicBezTo>
                    <a:cubicBezTo>
                      <a:pt x="19" y="23"/>
                      <a:pt x="18" y="23"/>
                      <a:pt x="18" y="24"/>
                    </a:cubicBezTo>
                    <a:cubicBezTo>
                      <a:pt x="18" y="24"/>
                      <a:pt x="18" y="24"/>
                      <a:pt x="18" y="24"/>
                    </a:cubicBezTo>
                    <a:cubicBezTo>
                      <a:pt x="19" y="23"/>
                      <a:pt x="19" y="23"/>
                      <a:pt x="18" y="24"/>
                    </a:cubicBezTo>
                    <a:cubicBezTo>
                      <a:pt x="19" y="23"/>
                      <a:pt x="19" y="23"/>
                      <a:pt x="19" y="23"/>
                    </a:cubicBezTo>
                    <a:cubicBezTo>
                      <a:pt x="19" y="23"/>
                      <a:pt x="19" y="23"/>
                      <a:pt x="19" y="24"/>
                    </a:cubicBezTo>
                    <a:cubicBezTo>
                      <a:pt x="19" y="24"/>
                      <a:pt x="19" y="24"/>
                      <a:pt x="19" y="24"/>
                    </a:cubicBezTo>
                    <a:cubicBezTo>
                      <a:pt x="19" y="24"/>
                      <a:pt x="19" y="24"/>
                      <a:pt x="19" y="24"/>
                    </a:cubicBezTo>
                    <a:cubicBezTo>
                      <a:pt x="19" y="24"/>
                      <a:pt x="19" y="24"/>
                      <a:pt x="19" y="24"/>
                    </a:cubicBezTo>
                    <a:cubicBezTo>
                      <a:pt x="19" y="24"/>
                      <a:pt x="18" y="25"/>
                      <a:pt x="19" y="26"/>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3"/>
                      <a:pt x="17" y="23"/>
                    </a:cubicBezTo>
                    <a:cubicBezTo>
                      <a:pt x="17" y="23"/>
                      <a:pt x="18" y="23"/>
                      <a:pt x="18" y="23"/>
                    </a:cubicBezTo>
                    <a:cubicBezTo>
                      <a:pt x="18" y="23"/>
                      <a:pt x="18" y="23"/>
                      <a:pt x="18" y="24"/>
                    </a:cubicBezTo>
                    <a:cubicBezTo>
                      <a:pt x="18" y="24"/>
                      <a:pt x="18" y="24"/>
                      <a:pt x="18" y="24"/>
                    </a:cubicBezTo>
                    <a:cubicBezTo>
                      <a:pt x="18" y="23"/>
                      <a:pt x="18" y="23"/>
                      <a:pt x="18" y="23"/>
                    </a:cubicBezTo>
                    <a:cubicBezTo>
                      <a:pt x="18" y="23"/>
                      <a:pt x="18" y="23"/>
                      <a:pt x="18" y="23"/>
                    </a:cubicBezTo>
                    <a:cubicBezTo>
                      <a:pt x="18" y="22"/>
                      <a:pt x="17" y="22"/>
                      <a:pt x="17" y="22"/>
                    </a:cubicBezTo>
                    <a:cubicBezTo>
                      <a:pt x="18" y="22"/>
                      <a:pt x="18" y="23"/>
                      <a:pt x="18" y="23"/>
                    </a:cubicBezTo>
                    <a:cubicBezTo>
                      <a:pt x="19" y="22"/>
                      <a:pt x="19" y="22"/>
                      <a:pt x="19" y="22"/>
                    </a:cubicBezTo>
                    <a:cubicBezTo>
                      <a:pt x="19" y="22"/>
                      <a:pt x="19" y="23"/>
                      <a:pt x="19" y="23"/>
                    </a:cubicBezTo>
                    <a:cubicBezTo>
                      <a:pt x="19"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1"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4"/>
                    </a:moveTo>
                    <a:cubicBezTo>
                      <a:pt x="21" y="24"/>
                      <a:pt x="21" y="24"/>
                      <a:pt x="21" y="24"/>
                    </a:cubicBezTo>
                    <a:cubicBezTo>
                      <a:pt x="20" y="24"/>
                      <a:pt x="20" y="24"/>
                      <a:pt x="20" y="24"/>
                    </a:cubicBezTo>
                    <a:cubicBezTo>
                      <a:pt x="20"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lose/>
                    <a:moveTo>
                      <a:pt x="20" y="24"/>
                    </a:moveTo>
                    <a:cubicBezTo>
                      <a:pt x="20" y="24"/>
                      <a:pt x="20" y="24"/>
                      <a:pt x="20" y="24"/>
                    </a:cubicBezTo>
                    <a:cubicBezTo>
                      <a:pt x="20" y="24"/>
                      <a:pt x="20" y="24"/>
                      <a:pt x="20" y="24"/>
                    </a:cubicBezTo>
                    <a:cubicBezTo>
                      <a:pt x="20" y="24"/>
                      <a:pt x="20" y="24"/>
                      <a:pt x="20" y="24"/>
                    </a:cubicBezTo>
                    <a:cubicBezTo>
                      <a:pt x="20" y="24"/>
                      <a:pt x="20" y="24"/>
                      <a:pt x="20" y="24"/>
                    </a:cubicBezTo>
                    <a:close/>
                    <a:moveTo>
                      <a:pt x="20" y="24"/>
                    </a:moveTo>
                    <a:cubicBezTo>
                      <a:pt x="20" y="24"/>
                      <a:pt x="20" y="24"/>
                      <a:pt x="20" y="24"/>
                    </a:cubicBezTo>
                    <a:cubicBezTo>
                      <a:pt x="21" y="24"/>
                      <a:pt x="21" y="24"/>
                      <a:pt x="21" y="25"/>
                    </a:cubicBezTo>
                    <a:lnTo>
                      <a:pt x="20" y="24"/>
                    </a:ln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2" y="25"/>
                    </a:cubicBezTo>
                    <a:lnTo>
                      <a:pt x="21" y="24"/>
                    </a:lnTo>
                    <a:close/>
                    <a:moveTo>
                      <a:pt x="22" y="23"/>
                    </a:moveTo>
                    <a:cubicBezTo>
                      <a:pt x="21" y="23"/>
                      <a:pt x="21" y="23"/>
                      <a:pt x="21" y="23"/>
                    </a:cubicBezTo>
                    <a:cubicBezTo>
                      <a:pt x="22" y="23"/>
                      <a:pt x="22" y="23"/>
                      <a:pt x="22" y="23"/>
                    </a:cubicBezTo>
                    <a:cubicBezTo>
                      <a:pt x="22" y="23"/>
                      <a:pt x="22" y="23"/>
                      <a:pt x="22" y="23"/>
                    </a:cubicBezTo>
                    <a:cubicBezTo>
                      <a:pt x="22" y="23"/>
                      <a:pt x="22" y="23"/>
                      <a:pt x="22" y="23"/>
                    </a:cubicBezTo>
                    <a:close/>
                    <a:moveTo>
                      <a:pt x="22" y="23"/>
                    </a:moveTo>
                    <a:cubicBezTo>
                      <a:pt x="22" y="23"/>
                      <a:pt x="22" y="23"/>
                      <a:pt x="22" y="23"/>
                    </a:cubicBezTo>
                    <a:cubicBezTo>
                      <a:pt x="22" y="24"/>
                      <a:pt x="22" y="24"/>
                      <a:pt x="22" y="24"/>
                    </a:cubicBezTo>
                    <a:cubicBezTo>
                      <a:pt x="22" y="24"/>
                      <a:pt x="22" y="24"/>
                      <a:pt x="22" y="24"/>
                    </a:cubicBezTo>
                    <a:cubicBezTo>
                      <a:pt x="22" y="24"/>
                      <a:pt x="22" y="24"/>
                      <a:pt x="22" y="24"/>
                    </a:cubicBezTo>
                    <a:lnTo>
                      <a:pt x="22" y="23"/>
                    </a:lnTo>
                    <a:close/>
                    <a:moveTo>
                      <a:pt x="22" y="23"/>
                    </a:moveTo>
                    <a:cubicBezTo>
                      <a:pt x="22" y="23"/>
                      <a:pt x="22" y="23"/>
                      <a:pt x="22" y="23"/>
                    </a:cubicBezTo>
                    <a:cubicBezTo>
                      <a:pt x="22" y="23"/>
                      <a:pt x="22" y="23"/>
                      <a:pt x="22" y="23"/>
                    </a:cubicBezTo>
                    <a:cubicBezTo>
                      <a:pt x="22" y="23"/>
                      <a:pt x="22" y="23"/>
                      <a:pt x="22" y="23"/>
                    </a:cubicBezTo>
                    <a:close/>
                    <a:moveTo>
                      <a:pt x="22" y="24"/>
                    </a:moveTo>
                    <a:cubicBezTo>
                      <a:pt x="22" y="24"/>
                      <a:pt x="22" y="24"/>
                      <a:pt x="22" y="24"/>
                    </a:cubicBezTo>
                    <a:cubicBezTo>
                      <a:pt x="22" y="24"/>
                      <a:pt x="22" y="24"/>
                      <a:pt x="22" y="24"/>
                    </a:cubicBez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ubicBezTo>
                      <a:pt x="22" y="24"/>
                      <a:pt x="23" y="24"/>
                      <a:pt x="22" y="24"/>
                    </a:cubicBezTo>
                    <a:close/>
                    <a:moveTo>
                      <a:pt x="22" y="22"/>
                    </a:moveTo>
                    <a:cubicBezTo>
                      <a:pt x="22" y="22"/>
                      <a:pt x="22" y="22"/>
                      <a:pt x="22" y="22"/>
                    </a:cubicBezTo>
                    <a:cubicBezTo>
                      <a:pt x="23"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3" y="22"/>
                      <a:pt x="23" y="22"/>
                    </a:cubicBezTo>
                    <a:cubicBezTo>
                      <a:pt x="23" y="22"/>
                      <a:pt x="23" y="22"/>
                      <a:pt x="22" y="22"/>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20"/>
                      <a:pt x="22" y="20"/>
                      <a:pt x="22" y="20"/>
                    </a:cubicBezTo>
                    <a:cubicBezTo>
                      <a:pt x="22" y="20"/>
                      <a:pt x="22" y="20"/>
                      <a:pt x="22" y="20"/>
                    </a:cubicBezTo>
                    <a:cubicBezTo>
                      <a:pt x="22" y="19"/>
                      <a:pt x="22" y="19"/>
                      <a:pt x="22" y="19"/>
                    </a:cubicBezTo>
                    <a:cubicBezTo>
                      <a:pt x="22" y="19"/>
                      <a:pt x="22" y="19"/>
                      <a:pt x="22" y="19"/>
                    </a:cubicBezTo>
                    <a:close/>
                    <a:moveTo>
                      <a:pt x="22" y="19"/>
                    </a:moveTo>
                    <a:cubicBezTo>
                      <a:pt x="23" y="20"/>
                      <a:pt x="23" y="20"/>
                      <a:pt x="23" y="20"/>
                    </a:cubicBezTo>
                    <a:cubicBezTo>
                      <a:pt x="23" y="20"/>
                      <a:pt x="22" y="20"/>
                      <a:pt x="22" y="20"/>
                    </a:cubicBezTo>
                    <a:cubicBezTo>
                      <a:pt x="22" y="20"/>
                      <a:pt x="22" y="19"/>
                      <a:pt x="22" y="19"/>
                    </a:cubicBezTo>
                    <a:close/>
                    <a:moveTo>
                      <a:pt x="22" y="19"/>
                    </a:moveTo>
                    <a:cubicBezTo>
                      <a:pt x="22" y="19"/>
                      <a:pt x="22" y="19"/>
                      <a:pt x="22" y="19"/>
                    </a:cubicBezTo>
                    <a:cubicBezTo>
                      <a:pt x="22" y="19"/>
                      <a:pt x="22" y="19"/>
                      <a:pt x="22" y="19"/>
                    </a:cubicBezTo>
                    <a:cubicBezTo>
                      <a:pt x="23" y="20"/>
                      <a:pt x="23" y="20"/>
                      <a:pt x="23" y="20"/>
                    </a:cubicBezTo>
                    <a:cubicBezTo>
                      <a:pt x="23" y="20"/>
                      <a:pt x="23" y="20"/>
                      <a:pt x="23" y="20"/>
                    </a:cubicBezTo>
                    <a:cubicBezTo>
                      <a:pt x="23" y="20"/>
                      <a:pt x="23" y="20"/>
                      <a:pt x="22" y="19"/>
                    </a:cubicBezTo>
                    <a:close/>
                    <a:moveTo>
                      <a:pt x="22" y="20"/>
                    </a:moveTo>
                    <a:cubicBezTo>
                      <a:pt x="22" y="20"/>
                      <a:pt x="22" y="20"/>
                      <a:pt x="22" y="20"/>
                    </a:cubicBezTo>
                    <a:cubicBezTo>
                      <a:pt x="22" y="20"/>
                      <a:pt x="22" y="20"/>
                      <a:pt x="22" y="20"/>
                    </a:cubicBezTo>
                    <a:cubicBezTo>
                      <a:pt x="22" y="20"/>
                      <a:pt x="22" y="20"/>
                      <a:pt x="22" y="20"/>
                    </a:cubicBezTo>
                    <a:close/>
                    <a:moveTo>
                      <a:pt x="23" y="23"/>
                    </a:moveTo>
                    <a:cubicBezTo>
                      <a:pt x="23" y="23"/>
                      <a:pt x="23" y="22"/>
                      <a:pt x="22" y="22"/>
                    </a:cubicBezTo>
                    <a:cubicBezTo>
                      <a:pt x="22" y="22"/>
                      <a:pt x="23" y="22"/>
                      <a:pt x="23" y="22"/>
                    </a:cubicBezTo>
                    <a:cubicBezTo>
                      <a:pt x="23" y="22"/>
                      <a:pt x="23" y="22"/>
                      <a:pt x="23" y="23"/>
                    </a:cubicBezTo>
                    <a:cubicBezTo>
                      <a:pt x="23" y="23"/>
                      <a:pt x="23" y="23"/>
                      <a:pt x="23" y="23"/>
                    </a:cubicBezTo>
                    <a:close/>
                    <a:moveTo>
                      <a:pt x="23" y="22"/>
                    </a:moveTo>
                    <a:cubicBezTo>
                      <a:pt x="23" y="22"/>
                      <a:pt x="23" y="22"/>
                      <a:pt x="23" y="22"/>
                    </a:cubicBezTo>
                    <a:cubicBezTo>
                      <a:pt x="23" y="22"/>
                      <a:pt x="23" y="22"/>
                      <a:pt x="23" y="23"/>
                    </a:cubicBezTo>
                    <a:cubicBezTo>
                      <a:pt x="23" y="23"/>
                      <a:pt x="23" y="23"/>
                      <a:pt x="23" y="23"/>
                    </a:cubicBezTo>
                    <a:cubicBezTo>
                      <a:pt x="23" y="23"/>
                      <a:pt x="23" y="22"/>
                      <a:pt x="23" y="22"/>
                    </a:cubicBezTo>
                    <a:close/>
                    <a:moveTo>
                      <a:pt x="27" y="24"/>
                    </a:moveTo>
                    <a:cubicBezTo>
                      <a:pt x="26" y="24"/>
                      <a:pt x="27" y="24"/>
                      <a:pt x="27" y="24"/>
                    </a:cubicBezTo>
                    <a:cubicBezTo>
                      <a:pt x="27" y="24"/>
                      <a:pt x="27" y="24"/>
                      <a:pt x="27" y="24"/>
                    </a:cubicBezTo>
                    <a:close/>
                    <a:moveTo>
                      <a:pt x="27" y="24"/>
                    </a:moveTo>
                    <a:cubicBezTo>
                      <a:pt x="27" y="24"/>
                      <a:pt x="27" y="24"/>
                      <a:pt x="27" y="24"/>
                    </a:cubicBezTo>
                    <a:cubicBezTo>
                      <a:pt x="27" y="24"/>
                      <a:pt x="27" y="24"/>
                      <a:pt x="27" y="24"/>
                    </a:cubicBezTo>
                    <a:cubicBezTo>
                      <a:pt x="27" y="24"/>
                      <a:pt x="27" y="24"/>
                      <a:pt x="27" y="24"/>
                    </a:cubicBezTo>
                    <a:cubicBezTo>
                      <a:pt x="27" y="24"/>
                      <a:pt x="27" y="24"/>
                      <a:pt x="27" y="24"/>
                    </a:cubicBezTo>
                    <a:close/>
                    <a:moveTo>
                      <a:pt x="27" y="24"/>
                    </a:moveTo>
                    <a:cubicBezTo>
                      <a:pt x="27" y="24"/>
                      <a:pt x="27" y="24"/>
                      <a:pt x="27" y="24"/>
                    </a:cubicBezTo>
                    <a:cubicBezTo>
                      <a:pt x="27"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4"/>
                    </a:moveTo>
                    <a:cubicBezTo>
                      <a:pt x="26" y="24"/>
                      <a:pt x="26" y="24"/>
                      <a:pt x="25" y="24"/>
                    </a:cubicBezTo>
                    <a:cubicBezTo>
                      <a:pt x="26" y="24"/>
                      <a:pt x="25" y="24"/>
                      <a:pt x="26" y="24"/>
                    </a:cubicBezTo>
                    <a:cubicBezTo>
                      <a:pt x="26" y="24"/>
                      <a:pt x="26" y="24"/>
                      <a:pt x="26" y="24"/>
                    </a:cubicBezTo>
                    <a:cubicBezTo>
                      <a:pt x="26" y="24"/>
                      <a:pt x="26" y="24"/>
                      <a:pt x="26" y="24"/>
                    </a:cubicBezTo>
                    <a:close/>
                    <a:moveTo>
                      <a:pt x="26" y="24"/>
                    </a:move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6" y="24"/>
                    </a:cubicBezTo>
                    <a:close/>
                    <a:moveTo>
                      <a:pt x="25" y="24"/>
                    </a:moveTo>
                    <a:cubicBezTo>
                      <a:pt x="25" y="24"/>
                      <a:pt x="25" y="24"/>
                      <a:pt x="25" y="24"/>
                    </a:cubicBezTo>
                    <a:cubicBezTo>
                      <a:pt x="25" y="24"/>
                      <a:pt x="25" y="24"/>
                      <a:pt x="26"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6" y="24"/>
                    </a:cubicBezTo>
                    <a:cubicBezTo>
                      <a:pt x="26" y="24"/>
                      <a:pt x="26" y="24"/>
                      <a:pt x="26" y="24"/>
                    </a:cubicBezTo>
                    <a:cubicBezTo>
                      <a:pt x="26" y="24"/>
                      <a:pt x="25" y="24"/>
                      <a:pt x="25"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3"/>
                    </a:moveTo>
                    <a:cubicBezTo>
                      <a:pt x="26" y="23"/>
                      <a:pt x="26" y="23"/>
                      <a:pt x="26" y="23"/>
                    </a:cubicBezTo>
                    <a:cubicBezTo>
                      <a:pt x="26" y="23"/>
                      <a:pt x="26" y="23"/>
                      <a:pt x="26" y="23"/>
                    </a:cubicBezTo>
                    <a:cubicBezTo>
                      <a:pt x="26" y="23"/>
                      <a:pt x="26" y="23"/>
                      <a:pt x="26" y="23"/>
                    </a:cubicBezTo>
                    <a:close/>
                    <a:moveTo>
                      <a:pt x="26" y="23"/>
                    </a:moveTo>
                    <a:cubicBezTo>
                      <a:pt x="25" y="23"/>
                      <a:pt x="25" y="23"/>
                      <a:pt x="25" y="23"/>
                    </a:cubicBezTo>
                    <a:cubicBezTo>
                      <a:pt x="25" y="23"/>
                      <a:pt x="26"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lose/>
                    <a:moveTo>
                      <a:pt x="25" y="23"/>
                    </a:moveTo>
                    <a:cubicBezTo>
                      <a:pt x="25" y="23"/>
                      <a:pt x="25" y="23"/>
                      <a:pt x="25" y="23"/>
                    </a:cubicBezTo>
                    <a:cubicBezTo>
                      <a:pt x="25" y="23"/>
                      <a:pt x="25" y="23"/>
                      <a:pt x="25" y="23"/>
                    </a:cubicBezTo>
                    <a:cubicBezTo>
                      <a:pt x="25" y="23"/>
                      <a:pt x="25" y="23"/>
                      <a:pt x="26" y="23"/>
                    </a:cubicBezTo>
                    <a:cubicBezTo>
                      <a:pt x="25" y="23"/>
                      <a:pt x="25" y="23"/>
                      <a:pt x="25" y="23"/>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4" y="24"/>
                    </a:moveTo>
                    <a:cubicBezTo>
                      <a:pt x="24" y="24"/>
                      <a:pt x="24" y="24"/>
                      <a:pt x="24" y="24"/>
                    </a:cubicBezTo>
                    <a:cubicBezTo>
                      <a:pt x="24" y="24"/>
                      <a:pt x="24" y="24"/>
                      <a:pt x="24" y="24"/>
                    </a:cubicBezTo>
                    <a:cubicBezTo>
                      <a:pt x="24" y="24"/>
                      <a:pt x="25" y="24"/>
                      <a:pt x="25"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3" y="22"/>
                      <a:pt x="23" y="22"/>
                      <a:pt x="23" y="22"/>
                    </a:cubicBezTo>
                    <a:lnTo>
                      <a:pt x="24" y="22"/>
                    </a:lnTo>
                    <a:close/>
                    <a:moveTo>
                      <a:pt x="24" y="22"/>
                    </a:moveTo>
                    <a:cubicBezTo>
                      <a:pt x="24" y="22"/>
                      <a:pt x="24" y="22"/>
                      <a:pt x="24" y="22"/>
                    </a:cubicBezTo>
                    <a:cubicBezTo>
                      <a:pt x="23" y="22"/>
                      <a:pt x="23" y="22"/>
                      <a:pt x="23" y="22"/>
                    </a:cubicBezTo>
                    <a:cubicBezTo>
                      <a:pt x="23" y="22"/>
                      <a:pt x="23" y="22"/>
                      <a:pt x="23" y="22"/>
                    </a:cubicBezTo>
                    <a:cubicBezTo>
                      <a:pt x="23" y="22"/>
                      <a:pt x="23" y="22"/>
                      <a:pt x="23" y="22"/>
                    </a:cubicBezTo>
                    <a:cubicBezTo>
                      <a:pt x="23" y="22"/>
                      <a:pt x="24" y="22"/>
                      <a:pt x="24" y="22"/>
                    </a:cubicBezTo>
                    <a:close/>
                    <a:moveTo>
                      <a:pt x="24" y="24"/>
                    </a:moveTo>
                    <a:cubicBezTo>
                      <a:pt x="24" y="24"/>
                      <a:pt x="24" y="24"/>
                      <a:pt x="24" y="24"/>
                    </a:cubicBezTo>
                    <a:cubicBezTo>
                      <a:pt x="24" y="24"/>
                      <a:pt x="24" y="24"/>
                      <a:pt x="24" y="24"/>
                    </a:cubicBezTo>
                    <a:cubicBezTo>
                      <a:pt x="24" y="24"/>
                      <a:pt x="24" y="24"/>
                      <a:pt x="24" y="24"/>
                    </a:cubicBezTo>
                    <a:close/>
                    <a:moveTo>
                      <a:pt x="23" y="22"/>
                    </a:moveTo>
                    <a:cubicBezTo>
                      <a:pt x="23" y="22"/>
                      <a:pt x="23" y="23"/>
                      <a:pt x="23" y="23"/>
                    </a:cubicBezTo>
                    <a:cubicBezTo>
                      <a:pt x="23" y="22"/>
                      <a:pt x="23" y="22"/>
                      <a:pt x="23" y="22"/>
                    </a:cubicBezTo>
                    <a:cubicBezTo>
                      <a:pt x="23" y="22"/>
                      <a:pt x="23" y="22"/>
                      <a:pt x="23" y="22"/>
                    </a:cubicBezTo>
                    <a:cubicBezTo>
                      <a:pt x="23" y="22"/>
                      <a:pt x="23" y="22"/>
                      <a:pt x="23" y="22"/>
                    </a:cubicBezTo>
                    <a:close/>
                    <a:moveTo>
                      <a:pt x="24" y="24"/>
                    </a:moveTo>
                    <a:cubicBezTo>
                      <a:pt x="24" y="24"/>
                      <a:pt x="24" y="24"/>
                      <a:pt x="24" y="24"/>
                    </a:cubicBezTo>
                    <a:cubicBezTo>
                      <a:pt x="24" y="24"/>
                      <a:pt x="24" y="24"/>
                      <a:pt x="24" y="24"/>
                    </a:cubicBezTo>
                    <a:cubicBezTo>
                      <a:pt x="24" y="24"/>
                      <a:pt x="24" y="24"/>
                      <a:pt x="24" y="24"/>
                    </a:cubicBezTo>
                    <a:close/>
                    <a:moveTo>
                      <a:pt x="23" y="24"/>
                    </a:move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3" y="24"/>
                    </a:cubicBezTo>
                    <a:cubicBezTo>
                      <a:pt x="24" y="24"/>
                      <a:pt x="24" y="24"/>
                      <a:pt x="24" y="24"/>
                    </a:cubicBezTo>
                    <a:cubicBezTo>
                      <a:pt x="24" y="24"/>
                      <a:pt x="24" y="24"/>
                      <a:pt x="23"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5" y="24"/>
                    </a:cubicBezTo>
                    <a:cubicBezTo>
                      <a:pt x="25" y="24"/>
                      <a:pt x="25" y="24"/>
                      <a:pt x="25" y="24"/>
                    </a:cubicBezTo>
                    <a:cubicBezTo>
                      <a:pt x="24" y="24"/>
                      <a:pt x="24" y="24"/>
                      <a:pt x="24" y="24"/>
                    </a:cubicBezTo>
                    <a:cubicBezTo>
                      <a:pt x="24" y="24"/>
                      <a:pt x="24" y="24"/>
                      <a:pt x="24" y="24"/>
                    </a:cubicBezTo>
                    <a:close/>
                    <a:moveTo>
                      <a:pt x="24" y="24"/>
                    </a:moveTo>
                    <a:cubicBezTo>
                      <a:pt x="25" y="24"/>
                      <a:pt x="25" y="24"/>
                      <a:pt x="26" y="24"/>
                    </a:cubicBezTo>
                    <a:cubicBezTo>
                      <a:pt x="26" y="25"/>
                      <a:pt x="26" y="25"/>
                      <a:pt x="26" y="25"/>
                    </a:cubicBezTo>
                    <a:cubicBezTo>
                      <a:pt x="26" y="24"/>
                      <a:pt x="26" y="24"/>
                      <a:pt x="26" y="24"/>
                    </a:cubicBezTo>
                    <a:cubicBezTo>
                      <a:pt x="26" y="24"/>
                      <a:pt x="25" y="24"/>
                      <a:pt x="25" y="24"/>
                    </a:cubicBezTo>
                    <a:cubicBezTo>
                      <a:pt x="25" y="24"/>
                      <a:pt x="25" y="24"/>
                      <a:pt x="25" y="24"/>
                    </a:cubicBezTo>
                    <a:cubicBezTo>
                      <a:pt x="25" y="24"/>
                      <a:pt x="25" y="24"/>
                      <a:pt x="25" y="24"/>
                    </a:cubicBezTo>
                    <a:cubicBezTo>
                      <a:pt x="25" y="24"/>
                      <a:pt x="26" y="24"/>
                      <a:pt x="26" y="24"/>
                    </a:cubicBezTo>
                    <a:cubicBezTo>
                      <a:pt x="26" y="24"/>
                      <a:pt x="26" y="24"/>
                      <a:pt x="26" y="24"/>
                    </a:cubicBezTo>
                    <a:cubicBezTo>
                      <a:pt x="26" y="25"/>
                      <a:pt x="27" y="25"/>
                      <a:pt x="27" y="25"/>
                    </a:cubicBezTo>
                    <a:cubicBezTo>
                      <a:pt x="26" y="24"/>
                      <a:pt x="25" y="24"/>
                      <a:pt x="24" y="24"/>
                    </a:cubicBezTo>
                    <a:close/>
                    <a:moveTo>
                      <a:pt x="27" y="25"/>
                    </a:moveTo>
                    <a:cubicBezTo>
                      <a:pt x="27" y="25"/>
                      <a:pt x="27" y="25"/>
                      <a:pt x="27" y="25"/>
                    </a:cubicBezTo>
                    <a:cubicBezTo>
                      <a:pt x="27" y="25"/>
                      <a:pt x="27" y="25"/>
                      <a:pt x="27" y="25"/>
                    </a:cubicBezTo>
                    <a:cubicBezTo>
                      <a:pt x="27" y="25"/>
                      <a:pt x="27" y="25"/>
                      <a:pt x="27" y="25"/>
                    </a:cubicBezTo>
                    <a:close/>
                    <a:moveTo>
                      <a:pt x="27" y="24"/>
                    </a:moveTo>
                    <a:cubicBezTo>
                      <a:pt x="27" y="24"/>
                      <a:pt x="27" y="24"/>
                      <a:pt x="27" y="24"/>
                    </a:cubicBezTo>
                    <a:cubicBezTo>
                      <a:pt x="27" y="24"/>
                      <a:pt x="27" y="24"/>
                      <a:pt x="27" y="24"/>
                    </a:cubicBezTo>
                    <a:cubicBezTo>
                      <a:pt x="28" y="24"/>
                      <a:pt x="28" y="24"/>
                      <a:pt x="27" y="24"/>
                    </a:cubicBezTo>
                    <a:close/>
                    <a:moveTo>
                      <a:pt x="29" y="24"/>
                    </a:moveTo>
                    <a:cubicBezTo>
                      <a:pt x="29" y="24"/>
                      <a:pt x="26" y="24"/>
                      <a:pt x="27" y="24"/>
                    </a:cubicBezTo>
                    <a:cubicBezTo>
                      <a:pt x="28" y="24"/>
                      <a:pt x="28" y="24"/>
                      <a:pt x="28" y="24"/>
                    </a:cubicBezTo>
                    <a:cubicBezTo>
                      <a:pt x="27" y="24"/>
                      <a:pt x="27" y="24"/>
                      <a:pt x="27" y="24"/>
                    </a:cubicBezTo>
                    <a:cubicBezTo>
                      <a:pt x="27" y="24"/>
                      <a:pt x="27" y="24"/>
                      <a:pt x="27" y="24"/>
                    </a:cubicBezTo>
                    <a:cubicBezTo>
                      <a:pt x="27" y="24"/>
                      <a:pt x="27" y="24"/>
                      <a:pt x="26" y="24"/>
                    </a:cubicBezTo>
                    <a:lnTo>
                      <a:pt x="29" y="24"/>
                    </a:lnTo>
                    <a:close/>
                    <a:moveTo>
                      <a:pt x="27" y="24"/>
                    </a:moveTo>
                    <a:cubicBezTo>
                      <a:pt x="27" y="24"/>
                      <a:pt x="26" y="24"/>
                      <a:pt x="26" y="24"/>
                    </a:cubicBezTo>
                    <a:cubicBezTo>
                      <a:pt x="26"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lose/>
                    <a:moveTo>
                      <a:pt x="26" y="22"/>
                    </a:moveTo>
                    <a:cubicBezTo>
                      <a:pt x="26" y="22"/>
                      <a:pt x="25" y="22"/>
                      <a:pt x="25" y="22"/>
                    </a:cubicBezTo>
                    <a:cubicBezTo>
                      <a:pt x="25" y="22"/>
                      <a:pt x="25" y="22"/>
                      <a:pt x="25" y="22"/>
                    </a:cubicBezTo>
                    <a:cubicBezTo>
                      <a:pt x="25" y="22"/>
                      <a:pt x="26" y="22"/>
                      <a:pt x="26" y="22"/>
                    </a:cubicBezTo>
                    <a:close/>
                    <a:moveTo>
                      <a:pt x="25" y="22"/>
                    </a:move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3"/>
                    </a:cubicBezTo>
                    <a:cubicBezTo>
                      <a:pt x="25" y="23"/>
                      <a:pt x="25" y="23"/>
                      <a:pt x="25" y="23"/>
                    </a:cubicBezTo>
                    <a:cubicBezTo>
                      <a:pt x="25" y="23"/>
                      <a:pt x="25" y="22"/>
                      <a:pt x="25" y="22"/>
                    </a:cubicBezTo>
                    <a:cubicBezTo>
                      <a:pt x="25" y="22"/>
                      <a:pt x="24" y="22"/>
                      <a:pt x="24" y="22"/>
                    </a:cubicBezTo>
                    <a:cubicBezTo>
                      <a:pt x="24" y="22"/>
                      <a:pt x="24" y="22"/>
                      <a:pt x="24" y="22"/>
                    </a:cubicBezTo>
                    <a:cubicBezTo>
                      <a:pt x="24" y="22"/>
                      <a:pt x="24" y="22"/>
                      <a:pt x="25" y="22"/>
                    </a:cubicBezTo>
                    <a:cubicBezTo>
                      <a:pt x="24" y="22"/>
                      <a:pt x="24" y="21"/>
                      <a:pt x="23" y="21"/>
                    </a:cubicBezTo>
                    <a:cubicBezTo>
                      <a:pt x="23" y="21"/>
                      <a:pt x="23" y="21"/>
                      <a:pt x="23" y="21"/>
                    </a:cubicBezTo>
                    <a:cubicBezTo>
                      <a:pt x="23" y="21"/>
                      <a:pt x="23" y="21"/>
                      <a:pt x="23" y="21"/>
                    </a:cubicBezTo>
                    <a:cubicBezTo>
                      <a:pt x="23" y="21"/>
                      <a:pt x="23" y="21"/>
                      <a:pt x="23" y="21"/>
                    </a:cubicBezTo>
                    <a:cubicBezTo>
                      <a:pt x="23" y="21"/>
                      <a:pt x="22" y="21"/>
                      <a:pt x="22" y="20"/>
                    </a:cubicBezTo>
                    <a:cubicBezTo>
                      <a:pt x="22" y="20"/>
                      <a:pt x="22" y="20"/>
                      <a:pt x="22" y="20"/>
                    </a:cubicBezTo>
                    <a:cubicBezTo>
                      <a:pt x="23" y="21"/>
                      <a:pt x="23" y="21"/>
                      <a:pt x="23" y="21"/>
                    </a:cubicBezTo>
                    <a:cubicBezTo>
                      <a:pt x="23" y="21"/>
                      <a:pt x="23" y="21"/>
                      <a:pt x="24" y="21"/>
                    </a:cubicBezTo>
                    <a:cubicBezTo>
                      <a:pt x="24" y="22"/>
                      <a:pt x="24" y="22"/>
                      <a:pt x="25" y="22"/>
                    </a:cubicBezTo>
                    <a:cubicBezTo>
                      <a:pt x="25" y="22"/>
                      <a:pt x="25" y="22"/>
                      <a:pt x="25" y="22"/>
                    </a:cubicBezTo>
                    <a:close/>
                    <a:moveTo>
                      <a:pt x="23" y="21"/>
                    </a:moveTo>
                    <a:cubicBezTo>
                      <a:pt x="24" y="21"/>
                      <a:pt x="24" y="21"/>
                      <a:pt x="24" y="21"/>
                    </a:cubicBezTo>
                    <a:cubicBezTo>
                      <a:pt x="24" y="21"/>
                      <a:pt x="24" y="21"/>
                      <a:pt x="24" y="21"/>
                    </a:cubicBezTo>
                    <a:cubicBezTo>
                      <a:pt x="23" y="21"/>
                      <a:pt x="23" y="21"/>
                      <a:pt x="23"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5" y="21"/>
                    </a:cubicBezTo>
                    <a:cubicBezTo>
                      <a:pt x="25" y="21"/>
                      <a:pt x="24" y="21"/>
                      <a:pt x="24" y="21"/>
                    </a:cubicBezTo>
                    <a:close/>
                    <a:moveTo>
                      <a:pt x="24" y="21"/>
                    </a:moveTo>
                    <a:cubicBezTo>
                      <a:pt x="25" y="21"/>
                      <a:pt x="25" y="21"/>
                      <a:pt x="25"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3" y="21"/>
                      <a:pt x="23" y="21"/>
                      <a:pt x="23" y="21"/>
                    </a:cubicBezTo>
                    <a:cubicBezTo>
                      <a:pt x="23" y="21"/>
                      <a:pt x="23" y="21"/>
                      <a:pt x="23" y="21"/>
                    </a:cubicBezTo>
                    <a:cubicBezTo>
                      <a:pt x="24" y="21"/>
                      <a:pt x="24" y="21"/>
                      <a:pt x="24" y="21"/>
                    </a:cubicBezTo>
                    <a:cubicBezTo>
                      <a:pt x="24" y="21"/>
                      <a:pt x="24" y="21"/>
                      <a:pt x="24" y="21"/>
                    </a:cubicBezTo>
                    <a:close/>
                    <a:moveTo>
                      <a:pt x="23" y="20"/>
                    </a:move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19"/>
                      <a:pt x="23" y="19"/>
                      <a:pt x="23" y="20"/>
                    </a:cubicBezTo>
                    <a:close/>
                    <a:moveTo>
                      <a:pt x="23" y="20"/>
                    </a:moveTo>
                    <a:cubicBezTo>
                      <a:pt x="23" y="20"/>
                      <a:pt x="23" y="20"/>
                      <a:pt x="23" y="20"/>
                    </a:cubicBezTo>
                    <a:cubicBezTo>
                      <a:pt x="22" y="19"/>
                      <a:pt x="22" y="18"/>
                      <a:pt x="22" y="18"/>
                    </a:cubicBezTo>
                    <a:cubicBezTo>
                      <a:pt x="21" y="17"/>
                      <a:pt x="22" y="18"/>
                      <a:pt x="23" y="20"/>
                    </a:cubicBezTo>
                    <a:close/>
                    <a:moveTo>
                      <a:pt x="22" y="19"/>
                    </a:move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0"/>
                      <a:pt x="22" y="20"/>
                      <a:pt x="22" y="20"/>
                    </a:cubicBezTo>
                    <a:cubicBezTo>
                      <a:pt x="22" y="20"/>
                      <a:pt x="22" y="20"/>
                      <a:pt x="22" y="20"/>
                    </a:cubicBezTo>
                    <a:close/>
                    <a:moveTo>
                      <a:pt x="22" y="19"/>
                    </a:move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1"/>
                      <a:pt x="22" y="21"/>
                      <a:pt x="22" y="21"/>
                    </a:cubicBezTo>
                    <a:cubicBezTo>
                      <a:pt x="22" y="21"/>
                      <a:pt x="22" y="21"/>
                      <a:pt x="22" y="21"/>
                    </a:cubicBezTo>
                    <a:cubicBezTo>
                      <a:pt x="22" y="21"/>
                      <a:pt x="22" y="20"/>
                      <a:pt x="22" y="20"/>
                    </a:cubicBezTo>
                    <a:cubicBezTo>
                      <a:pt x="22" y="20"/>
                      <a:pt x="22" y="20"/>
                      <a:pt x="22" y="20"/>
                    </a:cubicBezTo>
                    <a:close/>
                    <a:moveTo>
                      <a:pt x="21" y="19"/>
                    </a:moveTo>
                    <a:cubicBezTo>
                      <a:pt x="21"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lose/>
                    <a:moveTo>
                      <a:pt x="21" y="19"/>
                    </a:moveTo>
                    <a:cubicBezTo>
                      <a:pt x="22" y="20"/>
                      <a:pt x="22" y="20"/>
                      <a:pt x="22" y="20"/>
                    </a:cubicBezTo>
                    <a:cubicBezTo>
                      <a:pt x="22" y="20"/>
                      <a:pt x="22" y="20"/>
                      <a:pt x="22" y="20"/>
                    </a:cubicBezTo>
                    <a:cubicBezTo>
                      <a:pt x="22" y="20"/>
                      <a:pt x="22" y="20"/>
                      <a:pt x="22" y="20"/>
                    </a:cubicBezTo>
                    <a:cubicBezTo>
                      <a:pt x="22" y="20"/>
                      <a:pt x="22" y="20"/>
                      <a:pt x="22" y="20"/>
                    </a:cubicBezTo>
                    <a:cubicBezTo>
                      <a:pt x="22" y="20"/>
                      <a:pt x="21" y="20"/>
                      <a:pt x="21" y="20"/>
                    </a:cubicBezTo>
                    <a:cubicBezTo>
                      <a:pt x="21" y="20"/>
                      <a:pt x="21" y="20"/>
                      <a:pt x="21" y="20"/>
                    </a:cubicBezTo>
                    <a:cubicBezTo>
                      <a:pt x="21" y="20"/>
                      <a:pt x="21" y="20"/>
                      <a:pt x="21" y="20"/>
                    </a:cubicBezTo>
                    <a:cubicBezTo>
                      <a:pt x="21" y="20"/>
                      <a:pt x="21" y="20"/>
                      <a:pt x="21" y="19"/>
                    </a:cubicBezTo>
                    <a:close/>
                    <a:moveTo>
                      <a:pt x="22" y="21"/>
                    </a:moveTo>
                    <a:cubicBezTo>
                      <a:pt x="22" y="21"/>
                      <a:pt x="22" y="21"/>
                      <a:pt x="22" y="21"/>
                    </a:cubicBezTo>
                    <a:cubicBezTo>
                      <a:pt x="22" y="21"/>
                      <a:pt x="22" y="21"/>
                      <a:pt x="22" y="21"/>
                    </a:cubicBezTo>
                    <a:cubicBezTo>
                      <a:pt x="22" y="21"/>
                      <a:pt x="21" y="21"/>
                      <a:pt x="21" y="21"/>
                    </a:cubicBezTo>
                    <a:cubicBezTo>
                      <a:pt x="21" y="21"/>
                      <a:pt x="21" y="21"/>
                      <a:pt x="22" y="21"/>
                    </a:cubicBezTo>
                    <a:close/>
                    <a:moveTo>
                      <a:pt x="22" y="21"/>
                    </a:moveTo>
                    <a:cubicBezTo>
                      <a:pt x="22" y="22"/>
                      <a:pt x="22" y="22"/>
                      <a:pt x="22" y="22"/>
                    </a:cubicBezTo>
                    <a:cubicBezTo>
                      <a:pt x="22" y="21"/>
                      <a:pt x="22" y="21"/>
                      <a:pt x="22" y="21"/>
                    </a:cubicBezTo>
                    <a:cubicBezTo>
                      <a:pt x="22" y="21"/>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1" y="21"/>
                      <a:pt x="21" y="21"/>
                    </a:cubicBezTo>
                    <a:cubicBezTo>
                      <a:pt x="21" y="21"/>
                      <a:pt x="22" y="21"/>
                      <a:pt x="22" y="21"/>
                    </a:cubicBezTo>
                    <a:close/>
                    <a:moveTo>
                      <a:pt x="20" y="21"/>
                    </a:moveTo>
                    <a:cubicBezTo>
                      <a:pt x="20" y="21"/>
                      <a:pt x="20" y="22"/>
                      <a:pt x="20" y="22"/>
                    </a:cubicBezTo>
                    <a:cubicBezTo>
                      <a:pt x="20" y="21"/>
                      <a:pt x="20" y="21"/>
                      <a:pt x="20" y="21"/>
                    </a:cubicBezTo>
                    <a:cubicBezTo>
                      <a:pt x="20" y="21"/>
                      <a:pt x="20" y="21"/>
                      <a:pt x="20" y="21"/>
                    </a:cubicBezTo>
                    <a:cubicBezTo>
                      <a:pt x="20" y="21"/>
                      <a:pt x="20" y="21"/>
                      <a:pt x="20" y="21"/>
                    </a:cubicBezTo>
                    <a:cubicBezTo>
                      <a:pt x="20" y="21"/>
                      <a:pt x="20" y="21"/>
                      <a:pt x="20" y="20"/>
                    </a:cubicBezTo>
                    <a:cubicBezTo>
                      <a:pt x="19" y="20"/>
                      <a:pt x="19" y="20"/>
                      <a:pt x="19" y="20"/>
                    </a:cubicBezTo>
                    <a:cubicBezTo>
                      <a:pt x="19" y="20"/>
                      <a:pt x="19" y="20"/>
                      <a:pt x="19" y="20"/>
                    </a:cubicBezTo>
                    <a:cubicBezTo>
                      <a:pt x="19" y="20"/>
                      <a:pt x="19" y="20"/>
                      <a:pt x="19" y="20"/>
                    </a:cubicBezTo>
                    <a:cubicBezTo>
                      <a:pt x="19" y="20"/>
                      <a:pt x="19" y="20"/>
                      <a:pt x="19" y="20"/>
                    </a:cubicBezTo>
                    <a:cubicBezTo>
                      <a:pt x="18" y="21"/>
                      <a:pt x="18" y="20"/>
                      <a:pt x="17" y="21"/>
                    </a:cubicBezTo>
                    <a:cubicBezTo>
                      <a:pt x="18" y="20"/>
                      <a:pt x="18" y="20"/>
                      <a:pt x="18" y="20"/>
                    </a:cubicBezTo>
                    <a:cubicBezTo>
                      <a:pt x="18" y="20"/>
                      <a:pt x="18" y="20"/>
                      <a:pt x="18" y="20"/>
                    </a:cubicBezTo>
                    <a:cubicBezTo>
                      <a:pt x="17" y="20"/>
                      <a:pt x="18" y="20"/>
                      <a:pt x="18" y="20"/>
                    </a:cubicBezTo>
                    <a:cubicBezTo>
                      <a:pt x="18" y="20"/>
                      <a:pt x="18" y="20"/>
                      <a:pt x="18" y="20"/>
                    </a:cubicBezTo>
                    <a:cubicBezTo>
                      <a:pt x="18" y="20"/>
                      <a:pt x="18" y="20"/>
                      <a:pt x="18" y="20"/>
                    </a:cubicBezTo>
                    <a:cubicBezTo>
                      <a:pt x="18" y="20"/>
                      <a:pt x="18" y="19"/>
                      <a:pt x="18" y="19"/>
                    </a:cubicBezTo>
                    <a:cubicBezTo>
                      <a:pt x="18" y="19"/>
                      <a:pt x="18" y="19"/>
                      <a:pt x="18" y="19"/>
                    </a:cubicBezTo>
                    <a:cubicBezTo>
                      <a:pt x="18" y="20"/>
                      <a:pt x="18" y="20"/>
                      <a:pt x="18" y="20"/>
                    </a:cubicBezTo>
                    <a:cubicBezTo>
                      <a:pt x="18" y="20"/>
                      <a:pt x="17" y="20"/>
                      <a:pt x="17" y="20"/>
                    </a:cubicBezTo>
                    <a:cubicBezTo>
                      <a:pt x="18" y="19"/>
                      <a:pt x="18" y="19"/>
                      <a:pt x="18" y="19"/>
                    </a:cubicBezTo>
                    <a:cubicBezTo>
                      <a:pt x="18" y="19"/>
                      <a:pt x="17" y="19"/>
                      <a:pt x="17" y="19"/>
                    </a:cubicBezTo>
                    <a:cubicBezTo>
                      <a:pt x="18" y="19"/>
                      <a:pt x="18" y="19"/>
                      <a:pt x="18" y="19"/>
                    </a:cubicBezTo>
                    <a:cubicBezTo>
                      <a:pt x="18" y="19"/>
                      <a:pt x="18" y="19"/>
                      <a:pt x="18" y="19"/>
                    </a:cubicBezTo>
                    <a:cubicBezTo>
                      <a:pt x="19" y="18"/>
                      <a:pt x="19" y="18"/>
                      <a:pt x="19" y="18"/>
                    </a:cubicBezTo>
                    <a:cubicBezTo>
                      <a:pt x="19" y="18"/>
                      <a:pt x="19" y="18"/>
                      <a:pt x="20" y="18"/>
                    </a:cubicBezTo>
                    <a:cubicBezTo>
                      <a:pt x="20" y="18"/>
                      <a:pt x="20" y="18"/>
                      <a:pt x="20" y="18"/>
                    </a:cubicBezTo>
                    <a:cubicBezTo>
                      <a:pt x="19" y="18"/>
                      <a:pt x="19" y="18"/>
                      <a:pt x="19" y="18"/>
                    </a:cubicBezTo>
                    <a:cubicBezTo>
                      <a:pt x="19" y="18"/>
                      <a:pt x="19" y="18"/>
                      <a:pt x="20" y="18"/>
                    </a:cubicBezTo>
                    <a:cubicBezTo>
                      <a:pt x="19" y="19"/>
                      <a:pt x="19" y="20"/>
                      <a:pt x="19" y="20"/>
                    </a:cubicBezTo>
                    <a:cubicBezTo>
                      <a:pt x="19" y="20"/>
                      <a:pt x="19" y="20"/>
                      <a:pt x="19" y="20"/>
                    </a:cubicBezTo>
                    <a:cubicBezTo>
                      <a:pt x="19" y="19"/>
                      <a:pt x="19" y="19"/>
                      <a:pt x="19" y="19"/>
                    </a:cubicBezTo>
                    <a:cubicBezTo>
                      <a:pt x="20" y="18"/>
                      <a:pt x="19" y="21"/>
                      <a:pt x="20" y="19"/>
                    </a:cubicBezTo>
                    <a:cubicBezTo>
                      <a:pt x="20" y="19"/>
                      <a:pt x="20" y="19"/>
                      <a:pt x="20" y="19"/>
                    </a:cubicBezTo>
                    <a:cubicBezTo>
                      <a:pt x="20" y="19"/>
                      <a:pt x="20" y="19"/>
                      <a:pt x="20" y="19"/>
                    </a:cubicBezTo>
                    <a:cubicBezTo>
                      <a:pt x="20" y="20"/>
                      <a:pt x="19" y="20"/>
                      <a:pt x="19" y="20"/>
                    </a:cubicBezTo>
                    <a:cubicBezTo>
                      <a:pt x="19" y="20"/>
                      <a:pt x="19" y="20"/>
                      <a:pt x="20" y="20"/>
                    </a:cubicBezTo>
                    <a:cubicBezTo>
                      <a:pt x="20" y="20"/>
                      <a:pt x="20" y="19"/>
                      <a:pt x="20" y="19"/>
                    </a:cubicBezTo>
                    <a:cubicBezTo>
                      <a:pt x="21" y="19"/>
                      <a:pt x="21" y="19"/>
                      <a:pt x="21" y="19"/>
                    </a:cubicBezTo>
                    <a:cubicBezTo>
                      <a:pt x="21" y="19"/>
                      <a:pt x="21" y="19"/>
                      <a:pt x="21" y="19"/>
                    </a:cubicBezTo>
                    <a:cubicBezTo>
                      <a:pt x="20" y="19"/>
                      <a:pt x="20" y="19"/>
                      <a:pt x="20" y="19"/>
                    </a:cubicBezTo>
                    <a:cubicBezTo>
                      <a:pt x="21" y="19"/>
                      <a:pt x="21" y="19"/>
                      <a:pt x="21" y="19"/>
                    </a:cubicBezTo>
                    <a:cubicBezTo>
                      <a:pt x="21" y="19"/>
                      <a:pt x="20" y="20"/>
                      <a:pt x="20" y="20"/>
                    </a:cubicBezTo>
                    <a:cubicBezTo>
                      <a:pt x="20" y="20"/>
                      <a:pt x="20" y="20"/>
                      <a:pt x="20" y="20"/>
                    </a:cubicBezTo>
                    <a:cubicBezTo>
                      <a:pt x="20" y="20"/>
                      <a:pt x="20" y="20"/>
                      <a:pt x="20" y="20"/>
                    </a:cubicBezTo>
                    <a:cubicBezTo>
                      <a:pt x="20" y="20"/>
                      <a:pt x="20" y="21"/>
                      <a:pt x="20" y="21"/>
                    </a:cubicBezTo>
                    <a:cubicBezTo>
                      <a:pt x="21" y="21"/>
                      <a:pt x="21" y="21"/>
                      <a:pt x="21" y="21"/>
                    </a:cubicBezTo>
                    <a:cubicBezTo>
                      <a:pt x="21" y="21"/>
                      <a:pt x="21" y="21"/>
                      <a:pt x="21" y="21"/>
                    </a:cubicBezTo>
                    <a:cubicBezTo>
                      <a:pt x="21" y="21"/>
                      <a:pt x="21" y="21"/>
                      <a:pt x="20" y="21"/>
                    </a:cubicBezTo>
                    <a:close/>
                    <a:moveTo>
                      <a:pt x="18" y="18"/>
                    </a:moveTo>
                    <a:cubicBezTo>
                      <a:pt x="19" y="18"/>
                      <a:pt x="19" y="18"/>
                      <a:pt x="18" y="18"/>
                    </a:cubicBezTo>
                    <a:cubicBezTo>
                      <a:pt x="19" y="18"/>
                      <a:pt x="19"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lose/>
                    <a:moveTo>
                      <a:pt x="19" y="18"/>
                    </a:moveTo>
                    <a:cubicBezTo>
                      <a:pt x="19" y="18"/>
                      <a:pt x="19" y="18"/>
                      <a:pt x="19" y="18"/>
                    </a:cubicBezTo>
                    <a:cubicBezTo>
                      <a:pt x="19" y="18"/>
                      <a:pt x="19" y="18"/>
                      <a:pt x="19" y="18"/>
                    </a:cubicBezTo>
                    <a:cubicBezTo>
                      <a:pt x="19" y="18"/>
                      <a:pt x="19" y="18"/>
                      <a:pt x="19" y="18"/>
                    </a:cubicBezTo>
                    <a:close/>
                    <a:moveTo>
                      <a:pt x="19" y="18"/>
                    </a:moveTo>
                    <a:cubicBezTo>
                      <a:pt x="19" y="18"/>
                      <a:pt x="19" y="18"/>
                      <a:pt x="19" y="18"/>
                    </a:cubicBezTo>
                    <a:cubicBezTo>
                      <a:pt x="19" y="18"/>
                      <a:pt x="18" y="18"/>
                      <a:pt x="18" y="18"/>
                    </a:cubicBezTo>
                    <a:cubicBezTo>
                      <a:pt x="18" y="18"/>
                      <a:pt x="19" y="18"/>
                      <a:pt x="19" y="18"/>
                    </a:cubicBezTo>
                    <a:close/>
                    <a:moveTo>
                      <a:pt x="19" y="18"/>
                    </a:moveTo>
                    <a:cubicBezTo>
                      <a:pt x="19" y="18"/>
                      <a:pt x="19" y="18"/>
                      <a:pt x="19" y="18"/>
                    </a:cubicBezTo>
                    <a:cubicBezTo>
                      <a:pt x="19" y="18"/>
                      <a:pt x="20" y="18"/>
                      <a:pt x="19" y="18"/>
                    </a:cubicBezTo>
                    <a:cubicBezTo>
                      <a:pt x="19" y="18"/>
                      <a:pt x="19" y="18"/>
                      <a:pt x="19" y="18"/>
                    </a:cubicBezTo>
                    <a:close/>
                    <a:moveTo>
                      <a:pt x="19" y="18"/>
                    </a:moveTo>
                    <a:cubicBezTo>
                      <a:pt x="19" y="18"/>
                      <a:pt x="19" y="18"/>
                      <a:pt x="19" y="18"/>
                    </a:cubicBezTo>
                    <a:cubicBezTo>
                      <a:pt x="19" y="18"/>
                      <a:pt x="19" y="18"/>
                      <a:pt x="19" y="18"/>
                    </a:cubicBezTo>
                    <a:cubicBezTo>
                      <a:pt x="19" y="18"/>
                      <a:pt x="19" y="18"/>
                      <a:pt x="19" y="18"/>
                    </a:cubicBezTo>
                    <a:cubicBezTo>
                      <a:pt x="19" y="18"/>
                      <a:pt x="20" y="18"/>
                      <a:pt x="19" y="18"/>
                    </a:cubicBezTo>
                    <a:close/>
                    <a:moveTo>
                      <a:pt x="20" y="18"/>
                    </a:moveTo>
                    <a:cubicBezTo>
                      <a:pt x="20" y="18"/>
                      <a:pt x="20" y="19"/>
                      <a:pt x="20" y="19"/>
                    </a:cubicBezTo>
                    <a:cubicBezTo>
                      <a:pt x="20" y="19"/>
                      <a:pt x="20" y="19"/>
                      <a:pt x="20" y="19"/>
                    </a:cubicBezTo>
                    <a:cubicBezTo>
                      <a:pt x="20" y="18"/>
                      <a:pt x="20" y="18"/>
                      <a:pt x="20" y="18"/>
                    </a:cubicBezTo>
                    <a:cubicBezTo>
                      <a:pt x="20" y="18"/>
                      <a:pt x="20" y="18"/>
                      <a:pt x="20" y="18"/>
                    </a:cubicBezTo>
                    <a:close/>
                    <a:moveTo>
                      <a:pt x="20" y="18"/>
                    </a:moveTo>
                    <a:cubicBezTo>
                      <a:pt x="20" y="18"/>
                      <a:pt x="20" y="18"/>
                      <a:pt x="20" y="18"/>
                    </a:cubicBezTo>
                    <a:cubicBezTo>
                      <a:pt x="20" y="18"/>
                      <a:pt x="20" y="18"/>
                      <a:pt x="20" y="18"/>
                    </a:cubicBezTo>
                    <a:cubicBezTo>
                      <a:pt x="20" y="18"/>
                      <a:pt x="20" y="18"/>
                      <a:pt x="20" y="18"/>
                    </a:cubicBezTo>
                    <a:close/>
                    <a:moveTo>
                      <a:pt x="21" y="19"/>
                    </a:moveTo>
                    <a:cubicBezTo>
                      <a:pt x="21" y="19"/>
                      <a:pt x="21" y="19"/>
                      <a:pt x="21" y="19"/>
                    </a:cubicBezTo>
                    <a:cubicBezTo>
                      <a:pt x="20" y="19"/>
                      <a:pt x="20" y="19"/>
                      <a:pt x="20" y="19"/>
                    </a:cubicBezTo>
                    <a:cubicBezTo>
                      <a:pt x="20" y="19"/>
                      <a:pt x="20" y="19"/>
                      <a:pt x="20" y="18"/>
                    </a:cubicBezTo>
                    <a:cubicBezTo>
                      <a:pt x="20" y="19"/>
                      <a:pt x="20" y="19"/>
                      <a:pt x="21" y="19"/>
                    </a:cubicBezTo>
                    <a:close/>
                    <a:moveTo>
                      <a:pt x="20" y="18"/>
                    </a:moveTo>
                    <a:cubicBezTo>
                      <a:pt x="20" y="19"/>
                      <a:pt x="20" y="19"/>
                      <a:pt x="21" y="19"/>
                    </a:cubicBezTo>
                    <a:cubicBezTo>
                      <a:pt x="21" y="19"/>
                      <a:pt x="21" y="19"/>
                      <a:pt x="21" y="19"/>
                    </a:cubicBezTo>
                    <a:cubicBezTo>
                      <a:pt x="20" y="19"/>
                      <a:pt x="20" y="18"/>
                      <a:pt x="20" y="18"/>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0" y="18"/>
                    </a:moveTo>
                    <a:cubicBezTo>
                      <a:pt x="20" y="18"/>
                      <a:pt x="20" y="18"/>
                      <a:pt x="20" y="18"/>
                    </a:cubicBezTo>
                    <a:cubicBezTo>
                      <a:pt x="20" y="18"/>
                      <a:pt x="20" y="18"/>
                      <a:pt x="21" y="19"/>
                    </a:cubicBezTo>
                    <a:lnTo>
                      <a:pt x="20" y="18"/>
                    </a:lnTo>
                    <a:close/>
                    <a:moveTo>
                      <a:pt x="19" y="18"/>
                    </a:moveTo>
                    <a:cubicBezTo>
                      <a:pt x="20" y="17"/>
                      <a:pt x="20" y="17"/>
                      <a:pt x="20" y="17"/>
                    </a:cubicBezTo>
                    <a:cubicBezTo>
                      <a:pt x="19" y="18"/>
                      <a:pt x="19" y="18"/>
                      <a:pt x="19" y="18"/>
                    </a:cubicBezTo>
                    <a:cubicBezTo>
                      <a:pt x="19" y="18"/>
                      <a:pt x="19" y="18"/>
                      <a:pt x="19" y="18"/>
                    </a:cubicBezTo>
                    <a:close/>
                    <a:moveTo>
                      <a:pt x="19" y="18"/>
                    </a:moveTo>
                    <a:cubicBezTo>
                      <a:pt x="20" y="18"/>
                      <a:pt x="20" y="18"/>
                      <a:pt x="20" y="18"/>
                    </a:cubicBezTo>
                    <a:cubicBezTo>
                      <a:pt x="20" y="18"/>
                      <a:pt x="19" y="18"/>
                      <a:pt x="19" y="18"/>
                    </a:cubicBezTo>
                    <a:cubicBezTo>
                      <a:pt x="19" y="18"/>
                      <a:pt x="19" y="18"/>
                      <a:pt x="19" y="18"/>
                    </a:cubicBezTo>
                    <a:close/>
                    <a:moveTo>
                      <a:pt x="18" y="18"/>
                    </a:moveTo>
                    <a:cubicBezTo>
                      <a:pt x="19" y="18"/>
                      <a:pt x="19" y="18"/>
                      <a:pt x="19" y="18"/>
                    </a:cubicBezTo>
                    <a:cubicBezTo>
                      <a:pt x="19" y="18"/>
                      <a:pt x="19" y="18"/>
                      <a:pt x="19" y="18"/>
                    </a:cubicBezTo>
                    <a:cubicBezTo>
                      <a:pt x="18" y="18"/>
                      <a:pt x="18" y="18"/>
                      <a:pt x="18" y="18"/>
                    </a:cubicBezTo>
                    <a:close/>
                    <a:moveTo>
                      <a:pt x="18" y="18"/>
                    </a:moveTo>
                    <a:cubicBezTo>
                      <a:pt x="18" y="18"/>
                      <a:pt x="18" y="18"/>
                      <a:pt x="18" y="18"/>
                    </a:cubicBezTo>
                    <a:cubicBezTo>
                      <a:pt x="19" y="18"/>
                      <a:pt x="19" y="18"/>
                      <a:pt x="19" y="18"/>
                    </a:cubicBezTo>
                    <a:cubicBezTo>
                      <a:pt x="19" y="18"/>
                      <a:pt x="19" y="18"/>
                      <a:pt x="19" y="18"/>
                    </a:cubicBezTo>
                    <a:cubicBezTo>
                      <a:pt x="19"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7" y="18"/>
                      <a:pt x="17" y="18"/>
                      <a:pt x="17" y="18"/>
                    </a:cubicBezTo>
                    <a:cubicBezTo>
                      <a:pt x="17" y="18"/>
                      <a:pt x="18" y="18"/>
                      <a:pt x="18" y="18"/>
                    </a:cubicBezTo>
                    <a:cubicBezTo>
                      <a:pt x="18" y="18"/>
                      <a:pt x="18" y="18"/>
                      <a:pt x="18" y="18"/>
                    </a:cubicBezTo>
                    <a:cubicBezTo>
                      <a:pt x="16" y="19"/>
                      <a:pt x="18" y="18"/>
                      <a:pt x="16" y="18"/>
                    </a:cubicBezTo>
                    <a:cubicBezTo>
                      <a:pt x="18" y="18"/>
                      <a:pt x="16" y="18"/>
                      <a:pt x="18" y="18"/>
                    </a:cubicBezTo>
                    <a:cubicBezTo>
                      <a:pt x="18" y="18"/>
                      <a:pt x="18" y="18"/>
                      <a:pt x="18" y="18"/>
                    </a:cubicBezTo>
                    <a:cubicBezTo>
                      <a:pt x="18" y="18"/>
                      <a:pt x="18" y="18"/>
                      <a:pt x="18" y="18"/>
                    </a:cubicBezTo>
                    <a:cubicBezTo>
                      <a:pt x="18" y="18"/>
                      <a:pt x="18" y="18"/>
                      <a:pt x="18" y="18"/>
                    </a:cubicBezTo>
                    <a:cubicBezTo>
                      <a:pt x="16" y="18"/>
                      <a:pt x="17" y="18"/>
                      <a:pt x="18" y="18"/>
                    </a:cubicBezTo>
                    <a:cubicBezTo>
                      <a:pt x="18" y="18"/>
                      <a:pt x="18" y="18"/>
                      <a:pt x="18" y="18"/>
                    </a:cubicBezTo>
                    <a:cubicBezTo>
                      <a:pt x="17" y="18"/>
                      <a:pt x="18" y="18"/>
                      <a:pt x="17" y="18"/>
                    </a:cubicBezTo>
                    <a:cubicBezTo>
                      <a:pt x="17" y="18"/>
                      <a:pt x="17" y="18"/>
                      <a:pt x="17" y="18"/>
                    </a:cubicBezTo>
                    <a:cubicBezTo>
                      <a:pt x="15" y="18"/>
                      <a:pt x="15" y="18"/>
                      <a:pt x="15" y="18"/>
                    </a:cubicBezTo>
                    <a:cubicBezTo>
                      <a:pt x="15" y="18"/>
                      <a:pt x="17" y="18"/>
                      <a:pt x="18" y="18"/>
                    </a:cubicBezTo>
                    <a:cubicBezTo>
                      <a:pt x="17" y="18"/>
                      <a:pt x="17"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7" y="18"/>
                      <a:pt x="17" y="18"/>
                      <a:pt x="17" y="19"/>
                    </a:cubicBezTo>
                    <a:cubicBezTo>
                      <a:pt x="16" y="19"/>
                      <a:pt x="17" y="18"/>
                      <a:pt x="18" y="18"/>
                    </a:cubicBezTo>
                    <a:cubicBezTo>
                      <a:pt x="16" y="19"/>
                      <a:pt x="17" y="18"/>
                      <a:pt x="16" y="19"/>
                    </a:cubicBezTo>
                    <a:cubicBezTo>
                      <a:pt x="16" y="19"/>
                      <a:pt x="17" y="19"/>
                      <a:pt x="17" y="19"/>
                    </a:cubicBezTo>
                    <a:cubicBezTo>
                      <a:pt x="17" y="19"/>
                      <a:pt x="19" y="18"/>
                      <a:pt x="17" y="19"/>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9" y="18"/>
                    </a:cubicBezTo>
                    <a:cubicBezTo>
                      <a:pt x="18" y="18"/>
                      <a:pt x="18" y="19"/>
                      <a:pt x="18"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6" y="19"/>
                      <a:pt x="16" y="19"/>
                    </a:cubicBezTo>
                    <a:cubicBezTo>
                      <a:pt x="16" y="19"/>
                      <a:pt x="16" y="19"/>
                      <a:pt x="16" y="19"/>
                    </a:cubicBezTo>
                    <a:cubicBezTo>
                      <a:pt x="16" y="19"/>
                      <a:pt x="16" y="19"/>
                      <a:pt x="16" y="19"/>
                    </a:cubicBezTo>
                    <a:cubicBezTo>
                      <a:pt x="16" y="19"/>
                      <a:pt x="15" y="18"/>
                      <a:pt x="15" y="18"/>
                    </a:cubicBezTo>
                    <a:cubicBezTo>
                      <a:pt x="16" y="18"/>
                      <a:pt x="16" y="18"/>
                      <a:pt x="16" y="19"/>
                    </a:cubicBezTo>
                    <a:cubicBezTo>
                      <a:pt x="18" y="18"/>
                      <a:pt x="15" y="19"/>
                      <a:pt x="18" y="18"/>
                    </a:cubicBezTo>
                    <a:close/>
                    <a:moveTo>
                      <a:pt x="17" y="24"/>
                    </a:moveTo>
                    <a:cubicBezTo>
                      <a:pt x="17" y="24"/>
                      <a:pt x="17" y="24"/>
                      <a:pt x="17" y="24"/>
                    </a:cubicBezTo>
                    <a:cubicBezTo>
                      <a:pt x="17" y="24"/>
                      <a:pt x="16" y="24"/>
                      <a:pt x="16" y="24"/>
                    </a:cubicBezTo>
                    <a:cubicBezTo>
                      <a:pt x="16" y="24"/>
                      <a:pt x="15" y="24"/>
                      <a:pt x="15" y="23"/>
                    </a:cubicBezTo>
                    <a:cubicBezTo>
                      <a:pt x="16" y="23"/>
                      <a:pt x="16" y="24"/>
                      <a:pt x="17" y="24"/>
                    </a:cubicBezTo>
                    <a:close/>
                    <a:moveTo>
                      <a:pt x="15" y="26"/>
                    </a:moveTo>
                    <a:cubicBezTo>
                      <a:pt x="15" y="26"/>
                      <a:pt x="15" y="26"/>
                      <a:pt x="15" y="26"/>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5" y="26"/>
                      <a:pt x="15" y="26"/>
                      <a:pt x="15" y="27"/>
                    </a:cubicBezTo>
                    <a:cubicBezTo>
                      <a:pt x="15" y="26"/>
                      <a:pt x="15" y="26"/>
                      <a:pt x="15" y="26"/>
                    </a:cubicBezTo>
                    <a:cubicBezTo>
                      <a:pt x="15" y="26"/>
                      <a:pt x="15" y="26"/>
                      <a:pt x="15" y="26"/>
                    </a:cubicBezTo>
                    <a:close/>
                    <a:moveTo>
                      <a:pt x="15" y="26"/>
                    </a:moveTo>
                    <a:cubicBezTo>
                      <a:pt x="14" y="27"/>
                      <a:pt x="15" y="26"/>
                      <a:pt x="14" y="27"/>
                    </a:cubicBezTo>
                    <a:cubicBezTo>
                      <a:pt x="14" y="27"/>
                      <a:pt x="14" y="27"/>
                      <a:pt x="14" y="26"/>
                    </a:cubicBezTo>
                    <a:cubicBezTo>
                      <a:pt x="14" y="26"/>
                      <a:pt x="15" y="26"/>
                      <a:pt x="15" y="26"/>
                    </a:cubicBezTo>
                    <a:close/>
                    <a:moveTo>
                      <a:pt x="15" y="29"/>
                    </a:moveTo>
                    <a:cubicBezTo>
                      <a:pt x="14" y="30"/>
                      <a:pt x="14" y="30"/>
                      <a:pt x="14" y="29"/>
                    </a:cubicBezTo>
                    <a:cubicBezTo>
                      <a:pt x="14" y="29"/>
                      <a:pt x="14" y="29"/>
                      <a:pt x="15" y="29"/>
                    </a:cubicBezTo>
                    <a:close/>
                    <a:moveTo>
                      <a:pt x="13" y="28"/>
                    </a:moveTo>
                    <a:cubicBezTo>
                      <a:pt x="13" y="28"/>
                      <a:pt x="13" y="27"/>
                      <a:pt x="13" y="27"/>
                    </a:cubicBezTo>
                    <a:cubicBezTo>
                      <a:pt x="13" y="27"/>
                      <a:pt x="13" y="28"/>
                      <a:pt x="13" y="28"/>
                    </a:cubicBezTo>
                    <a:cubicBezTo>
                      <a:pt x="13" y="28"/>
                      <a:pt x="13" y="28"/>
                      <a:pt x="13" y="28"/>
                    </a:cubicBezTo>
                    <a:cubicBezTo>
                      <a:pt x="13" y="28"/>
                      <a:pt x="12" y="28"/>
                      <a:pt x="12" y="29"/>
                    </a:cubicBezTo>
                    <a:lnTo>
                      <a:pt x="13" y="28"/>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3" name="Freeform 287"/>
              <p:cNvSpPr/>
              <p:nvPr/>
            </p:nvSpPr>
            <p:spPr bwMode="auto">
              <a:xfrm>
                <a:off x="3608" y="1908"/>
                <a:ext cx="4" cy="6"/>
              </a:xfrm>
              <a:custGeom>
                <a:avLst/>
                <a:gdLst>
                  <a:gd name="T0" fmla="*/ 1 w 2"/>
                  <a:gd name="T1" fmla="*/ 0 h 3"/>
                  <a:gd name="T2" fmla="*/ 0 w 2"/>
                  <a:gd name="T3" fmla="*/ 2 h 3"/>
                  <a:gd name="T4" fmla="*/ 1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0" y="1"/>
                      <a:pt x="0" y="2"/>
                    </a:cubicBezTo>
                    <a:cubicBezTo>
                      <a:pt x="1" y="2"/>
                      <a:pt x="1" y="2"/>
                      <a:pt x="1" y="3"/>
                    </a:cubicBezTo>
                    <a:cubicBezTo>
                      <a:pt x="2"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4" name="Freeform 288"/>
              <p:cNvSpPr/>
              <p:nvPr/>
            </p:nvSpPr>
            <p:spPr bwMode="auto">
              <a:xfrm>
                <a:off x="4113" y="1587"/>
                <a:ext cx="4" cy="5"/>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1" y="2"/>
                      <a:pt x="1" y="2"/>
                      <a:pt x="2" y="2"/>
                    </a:cubicBezTo>
                    <a:cubicBezTo>
                      <a:pt x="0" y="0"/>
                      <a:pt x="1"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5" name="Freeform 289"/>
              <p:cNvSpPr/>
              <p:nvPr/>
            </p:nvSpPr>
            <p:spPr bwMode="auto">
              <a:xfrm>
                <a:off x="3593" y="182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6" name="Freeform 290"/>
              <p:cNvSpPr/>
              <p:nvPr/>
            </p:nvSpPr>
            <p:spPr bwMode="auto">
              <a:xfrm>
                <a:off x="4251" y="1730"/>
                <a:ext cx="4" cy="4"/>
              </a:xfrm>
              <a:custGeom>
                <a:avLst/>
                <a:gdLst>
                  <a:gd name="T0" fmla="*/ 0 w 4"/>
                  <a:gd name="T1" fmla="*/ 2 h 4"/>
                  <a:gd name="T2" fmla="*/ 2 w 4"/>
                  <a:gd name="T3" fmla="*/ 4 h 4"/>
                  <a:gd name="T4" fmla="*/ 4 w 4"/>
                  <a:gd name="T5" fmla="*/ 0 h 4"/>
                  <a:gd name="T6" fmla="*/ 0 w 4"/>
                  <a:gd name="T7" fmla="*/ 2 h 4"/>
                </a:gdLst>
                <a:ahLst/>
                <a:cxnLst>
                  <a:cxn ang="0">
                    <a:pos x="T0" y="T1"/>
                  </a:cxn>
                  <a:cxn ang="0">
                    <a:pos x="T2" y="T3"/>
                  </a:cxn>
                  <a:cxn ang="0">
                    <a:pos x="T4" y="T5"/>
                  </a:cxn>
                  <a:cxn ang="0">
                    <a:pos x="T6" y="T7"/>
                  </a:cxn>
                </a:cxnLst>
                <a:rect l="0" t="0" r="r" b="b"/>
                <a:pathLst>
                  <a:path w="4" h="4">
                    <a:moveTo>
                      <a:pt x="0" y="2"/>
                    </a:moveTo>
                    <a:lnTo>
                      <a:pt x="2" y="4"/>
                    </a:lnTo>
                    <a:lnTo>
                      <a:pt x="4"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7" name="Freeform 291"/>
              <p:cNvSpPr/>
              <p:nvPr/>
            </p:nvSpPr>
            <p:spPr bwMode="auto">
              <a:xfrm>
                <a:off x="3980" y="243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8" name="Freeform 292"/>
              <p:cNvSpPr/>
              <p:nvPr/>
            </p:nvSpPr>
            <p:spPr bwMode="auto">
              <a:xfrm>
                <a:off x="3980" y="2446"/>
                <a:ext cx="4" cy="5"/>
              </a:xfrm>
              <a:custGeom>
                <a:avLst/>
                <a:gdLst>
                  <a:gd name="T0" fmla="*/ 1 w 2"/>
                  <a:gd name="T1" fmla="*/ 1 h 2"/>
                  <a:gd name="T2" fmla="*/ 1 w 2"/>
                  <a:gd name="T3" fmla="*/ 0 h 2"/>
                  <a:gd name="T4" fmla="*/ 1 w 2"/>
                  <a:gd name="T5" fmla="*/ 1 h 2"/>
                </a:gdLst>
                <a:ahLst/>
                <a:cxnLst>
                  <a:cxn ang="0">
                    <a:pos x="T0" y="T1"/>
                  </a:cxn>
                  <a:cxn ang="0">
                    <a:pos x="T2" y="T3"/>
                  </a:cxn>
                  <a:cxn ang="0">
                    <a:pos x="T4" y="T5"/>
                  </a:cxn>
                </a:cxnLst>
                <a:rect l="0" t="0" r="r" b="b"/>
                <a:pathLst>
                  <a:path w="2" h="2">
                    <a:moveTo>
                      <a:pt x="1" y="1"/>
                    </a:moveTo>
                    <a:cubicBezTo>
                      <a:pt x="2" y="2"/>
                      <a:pt x="0" y="0"/>
                      <a:pt x="1" y="0"/>
                    </a:cubicBezTo>
                    <a:cubicBezTo>
                      <a:pt x="0" y="0"/>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9" name="Freeform 293"/>
              <p:cNvSpPr/>
              <p:nvPr/>
            </p:nvSpPr>
            <p:spPr bwMode="auto">
              <a:xfrm>
                <a:off x="4062" y="225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0" name="Freeform 294"/>
              <p:cNvSpPr/>
              <p:nvPr/>
            </p:nvSpPr>
            <p:spPr bwMode="auto">
              <a:xfrm>
                <a:off x="4162" y="2200"/>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1" y="2"/>
                      <a:pt x="1" y="1"/>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1" name="Freeform 295"/>
              <p:cNvSpPr/>
              <p:nvPr/>
            </p:nvSpPr>
            <p:spPr bwMode="auto">
              <a:xfrm>
                <a:off x="4164" y="2139"/>
                <a:ext cx="4" cy="2"/>
              </a:xfrm>
              <a:custGeom>
                <a:avLst/>
                <a:gdLst>
                  <a:gd name="T0" fmla="*/ 4 w 4"/>
                  <a:gd name="T1" fmla="*/ 2 h 2"/>
                  <a:gd name="T2" fmla="*/ 4 w 4"/>
                  <a:gd name="T3" fmla="*/ 0 h 2"/>
                  <a:gd name="T4" fmla="*/ 0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4" y="0"/>
                    </a:lnTo>
                    <a:lnTo>
                      <a:pt x="0" y="2"/>
                    </a:lnTo>
                    <a:lnTo>
                      <a:pt x="4"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2" name="Freeform 296"/>
              <p:cNvSpPr/>
              <p:nvPr/>
            </p:nvSpPr>
            <p:spPr bwMode="auto">
              <a:xfrm>
                <a:off x="3606" y="1819"/>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3" name="Oval 297"/>
              <p:cNvSpPr>
                <a:spLocks noChangeArrowheads="1"/>
              </p:cNvSpPr>
              <p:nvPr/>
            </p:nvSpPr>
            <p:spPr bwMode="auto">
              <a:xfrm>
                <a:off x="3598" y="1817"/>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4" name="Oval 298"/>
              <p:cNvSpPr>
                <a:spLocks noChangeArrowheads="1"/>
              </p:cNvSpPr>
              <p:nvPr/>
            </p:nvSpPr>
            <p:spPr bwMode="auto">
              <a:xfrm>
                <a:off x="3600" y="1817"/>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5" name="Freeform 299"/>
              <p:cNvSpPr/>
              <p:nvPr/>
            </p:nvSpPr>
            <p:spPr bwMode="auto">
              <a:xfrm>
                <a:off x="3598" y="1817"/>
                <a:ext cx="2" cy="0"/>
              </a:xfrm>
              <a:custGeom>
                <a:avLst/>
                <a:gdLst>
                  <a:gd name="T0" fmla="*/ 0 w 1"/>
                  <a:gd name="T1" fmla="*/ 0 w 1"/>
                  <a:gd name="T2" fmla="*/ 0 w 1"/>
                  <a:gd name="T3" fmla="*/ 0 w 1"/>
                  <a:gd name="T4" fmla="*/ 0 w 1"/>
                  <a:gd name="T5" fmla="*/ 1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6" name="Oval 300"/>
              <p:cNvSpPr>
                <a:spLocks noChangeArrowheads="1"/>
              </p:cNvSpPr>
              <p:nvPr/>
            </p:nvSpPr>
            <p:spPr bwMode="auto">
              <a:xfrm>
                <a:off x="3602" y="1819"/>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7" name="Freeform 301"/>
              <p:cNvSpPr/>
              <p:nvPr/>
            </p:nvSpPr>
            <p:spPr bwMode="auto">
              <a:xfrm>
                <a:off x="3602" y="1817"/>
                <a:ext cx="0" cy="2"/>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8" name="Freeform 302"/>
              <p:cNvSpPr/>
              <p:nvPr/>
            </p:nvSpPr>
            <p:spPr bwMode="auto">
              <a:xfrm>
                <a:off x="3602" y="1817"/>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9" name="Oval 303"/>
              <p:cNvSpPr>
                <a:spLocks noChangeArrowheads="1"/>
              </p:cNvSpPr>
              <p:nvPr/>
            </p:nvSpPr>
            <p:spPr bwMode="auto">
              <a:xfrm>
                <a:off x="3593" y="1814"/>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0" name="Freeform 304"/>
              <p:cNvSpPr/>
              <p:nvPr/>
            </p:nvSpPr>
            <p:spPr bwMode="auto">
              <a:xfrm>
                <a:off x="3598" y="1814"/>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1" name="Freeform 305"/>
              <p:cNvSpPr/>
              <p:nvPr/>
            </p:nvSpPr>
            <p:spPr bwMode="auto">
              <a:xfrm>
                <a:off x="3598" y="181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2" name="Oval 306"/>
              <p:cNvSpPr>
                <a:spLocks noChangeArrowheads="1"/>
              </p:cNvSpPr>
              <p:nvPr/>
            </p:nvSpPr>
            <p:spPr bwMode="auto">
              <a:xfrm>
                <a:off x="3612" y="1821"/>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3" name="Freeform 307"/>
              <p:cNvSpPr/>
              <p:nvPr/>
            </p:nvSpPr>
            <p:spPr bwMode="auto">
              <a:xfrm>
                <a:off x="3977" y="2478"/>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4" name="Freeform 308"/>
              <p:cNvSpPr/>
              <p:nvPr/>
            </p:nvSpPr>
            <p:spPr bwMode="auto">
              <a:xfrm>
                <a:off x="3595" y="1812"/>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1" y="0"/>
                      <a:pt x="1"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5" name="Freeform 309"/>
              <p:cNvSpPr/>
              <p:nvPr/>
            </p:nvSpPr>
            <p:spPr bwMode="auto">
              <a:xfrm>
                <a:off x="3598" y="181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6" name="Freeform 310"/>
              <p:cNvSpPr/>
              <p:nvPr/>
            </p:nvSpPr>
            <p:spPr bwMode="auto">
              <a:xfrm>
                <a:off x="3967" y="2491"/>
                <a:ext cx="4" cy="4"/>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7" name="Freeform 311"/>
              <p:cNvSpPr/>
              <p:nvPr/>
            </p:nvSpPr>
            <p:spPr bwMode="auto">
              <a:xfrm>
                <a:off x="3825" y="2268"/>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1"/>
                      <a:pt x="1" y="1"/>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8" name="Freeform 312"/>
              <p:cNvSpPr/>
              <p:nvPr/>
            </p:nvSpPr>
            <p:spPr bwMode="auto">
              <a:xfrm>
                <a:off x="3810" y="2268"/>
                <a:ext cx="8" cy="2"/>
              </a:xfrm>
              <a:custGeom>
                <a:avLst/>
                <a:gdLst>
                  <a:gd name="T0" fmla="*/ 4 w 4"/>
                  <a:gd name="T1" fmla="*/ 0 h 1"/>
                  <a:gd name="T2" fmla="*/ 0 w 4"/>
                  <a:gd name="T3" fmla="*/ 0 h 1"/>
                  <a:gd name="T4" fmla="*/ 4 w 4"/>
                  <a:gd name="T5" fmla="*/ 0 h 1"/>
                </a:gdLst>
                <a:ahLst/>
                <a:cxnLst>
                  <a:cxn ang="0">
                    <a:pos x="T0" y="T1"/>
                  </a:cxn>
                  <a:cxn ang="0">
                    <a:pos x="T2" y="T3"/>
                  </a:cxn>
                  <a:cxn ang="0">
                    <a:pos x="T4" y="T5"/>
                  </a:cxn>
                </a:cxnLst>
                <a:rect l="0" t="0" r="r" b="b"/>
                <a:pathLst>
                  <a:path w="4" h="1">
                    <a:moveTo>
                      <a:pt x="4" y="0"/>
                    </a:moveTo>
                    <a:cubicBezTo>
                      <a:pt x="0" y="0"/>
                      <a:pt x="0" y="0"/>
                      <a:pt x="0" y="0"/>
                    </a:cubicBezTo>
                    <a:cubicBezTo>
                      <a:pt x="2" y="1"/>
                      <a:pt x="2" y="0"/>
                      <a:pt x="4"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9" name="Freeform 313"/>
              <p:cNvSpPr/>
              <p:nvPr/>
            </p:nvSpPr>
            <p:spPr bwMode="auto">
              <a:xfrm>
                <a:off x="3835" y="2275"/>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0" name="Freeform 314"/>
              <p:cNvSpPr/>
              <p:nvPr/>
            </p:nvSpPr>
            <p:spPr bwMode="auto">
              <a:xfrm>
                <a:off x="3833" y="2268"/>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0"/>
                      <a:pt x="0" y="1"/>
                    </a:cubicBezTo>
                    <a:cubicBezTo>
                      <a:pt x="1" y="2"/>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1" name="Freeform 315"/>
              <p:cNvSpPr/>
              <p:nvPr/>
            </p:nvSpPr>
            <p:spPr bwMode="auto">
              <a:xfrm>
                <a:off x="3833" y="2328"/>
                <a:ext cx="9" cy="2"/>
              </a:xfrm>
              <a:custGeom>
                <a:avLst/>
                <a:gdLst>
                  <a:gd name="T0" fmla="*/ 0 w 4"/>
                  <a:gd name="T1" fmla="*/ 1 h 1"/>
                  <a:gd name="T2" fmla="*/ 4 w 4"/>
                  <a:gd name="T3" fmla="*/ 0 h 1"/>
                  <a:gd name="T4" fmla="*/ 4 w 4"/>
                  <a:gd name="T5" fmla="*/ 0 h 1"/>
                  <a:gd name="T6" fmla="*/ 3 w 4"/>
                  <a:gd name="T7" fmla="*/ 0 h 1"/>
                  <a:gd name="T8" fmla="*/ 2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1" y="1"/>
                      <a:pt x="3" y="0"/>
                      <a:pt x="4" y="0"/>
                    </a:cubicBezTo>
                    <a:cubicBezTo>
                      <a:pt x="4" y="0"/>
                      <a:pt x="4" y="0"/>
                      <a:pt x="4" y="0"/>
                    </a:cubicBezTo>
                    <a:cubicBezTo>
                      <a:pt x="4" y="0"/>
                      <a:pt x="3" y="0"/>
                      <a:pt x="3" y="0"/>
                    </a:cubicBezTo>
                    <a:cubicBezTo>
                      <a:pt x="2" y="0"/>
                      <a:pt x="1" y="0"/>
                      <a:pt x="2" y="0"/>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2" name="Freeform 316"/>
              <p:cNvSpPr/>
              <p:nvPr/>
            </p:nvSpPr>
            <p:spPr bwMode="auto">
              <a:xfrm>
                <a:off x="3837" y="2330"/>
                <a:ext cx="5" cy="2"/>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1"/>
                      <a:pt x="2"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3" name="Freeform 317"/>
              <p:cNvSpPr/>
              <p:nvPr/>
            </p:nvSpPr>
            <p:spPr bwMode="auto">
              <a:xfrm>
                <a:off x="3839" y="2328"/>
                <a:ext cx="5" cy="0"/>
              </a:xfrm>
              <a:custGeom>
                <a:avLst/>
                <a:gdLst>
                  <a:gd name="T0" fmla="*/ 1 w 2"/>
                  <a:gd name="T1" fmla="*/ 0 w 2"/>
                  <a:gd name="T2" fmla="*/ 1 w 2"/>
                  <a:gd name="T3" fmla="*/ 1 w 2"/>
                </a:gdLst>
                <a:ahLst/>
                <a:cxnLst>
                  <a:cxn ang="0">
                    <a:pos x="T0" y="0"/>
                  </a:cxn>
                  <a:cxn ang="0">
                    <a:pos x="T1" y="0"/>
                  </a:cxn>
                  <a:cxn ang="0">
                    <a:pos x="T2" y="0"/>
                  </a:cxn>
                  <a:cxn ang="0">
                    <a:pos x="T3" y="0"/>
                  </a:cxn>
                </a:cxnLst>
                <a:rect l="0" t="0" r="r" b="b"/>
                <a:pathLst>
                  <a:path w="2">
                    <a:moveTo>
                      <a:pt x="1" y="0"/>
                    </a:moveTo>
                    <a:cubicBezTo>
                      <a:pt x="1" y="0"/>
                      <a:pt x="0" y="0"/>
                      <a:pt x="0" y="0"/>
                    </a:cubicBezTo>
                    <a:cubicBezTo>
                      <a:pt x="0" y="0"/>
                      <a:pt x="1" y="0"/>
                      <a:pt x="1" y="0"/>
                    </a:cubicBezTo>
                    <a:cubicBezTo>
                      <a:pt x="1"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4" name="Freeform 318"/>
              <p:cNvSpPr/>
              <p:nvPr/>
            </p:nvSpPr>
            <p:spPr bwMode="auto">
              <a:xfrm>
                <a:off x="3827" y="2268"/>
                <a:ext cx="2"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0" y="0"/>
                    </a:cubicBezTo>
                    <a:lnTo>
                      <a:pt x="1"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5" name="Freeform 319"/>
              <p:cNvSpPr/>
              <p:nvPr/>
            </p:nvSpPr>
            <p:spPr bwMode="auto">
              <a:xfrm>
                <a:off x="3729" y="2856"/>
                <a:ext cx="6" cy="4"/>
              </a:xfrm>
              <a:custGeom>
                <a:avLst/>
                <a:gdLst>
                  <a:gd name="T0" fmla="*/ 3 w 3"/>
                  <a:gd name="T1" fmla="*/ 0 h 2"/>
                  <a:gd name="T2" fmla="*/ 0 w 3"/>
                  <a:gd name="T3" fmla="*/ 2 h 2"/>
                  <a:gd name="T4" fmla="*/ 3 w 3"/>
                  <a:gd name="T5" fmla="*/ 0 h 2"/>
                </a:gdLst>
                <a:ahLst/>
                <a:cxnLst>
                  <a:cxn ang="0">
                    <a:pos x="T0" y="T1"/>
                  </a:cxn>
                  <a:cxn ang="0">
                    <a:pos x="T2" y="T3"/>
                  </a:cxn>
                  <a:cxn ang="0">
                    <a:pos x="T4" y="T5"/>
                  </a:cxn>
                </a:cxnLst>
                <a:rect l="0" t="0" r="r" b="b"/>
                <a:pathLst>
                  <a:path w="3" h="2">
                    <a:moveTo>
                      <a:pt x="3" y="0"/>
                    </a:moveTo>
                    <a:cubicBezTo>
                      <a:pt x="0" y="2"/>
                      <a:pt x="0" y="2"/>
                      <a:pt x="0" y="2"/>
                    </a:cubicBezTo>
                    <a:cubicBezTo>
                      <a:pt x="2" y="1"/>
                      <a:pt x="2" y="1"/>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6" name="Freeform 320"/>
              <p:cNvSpPr/>
              <p:nvPr/>
            </p:nvSpPr>
            <p:spPr bwMode="auto">
              <a:xfrm>
                <a:off x="3731" y="2854"/>
                <a:ext cx="2" cy="4"/>
              </a:xfrm>
              <a:custGeom>
                <a:avLst/>
                <a:gdLst>
                  <a:gd name="T0" fmla="*/ 0 w 1"/>
                  <a:gd name="T1" fmla="*/ 0 h 2"/>
                  <a:gd name="T2" fmla="*/ 1 w 1"/>
                  <a:gd name="T3" fmla="*/ 0 h 2"/>
                  <a:gd name="T4" fmla="*/ 0 w 1"/>
                  <a:gd name="T5" fmla="*/ 0 h 2"/>
                </a:gdLst>
                <a:ahLst/>
                <a:cxnLst>
                  <a:cxn ang="0">
                    <a:pos x="T0" y="T1"/>
                  </a:cxn>
                  <a:cxn ang="0">
                    <a:pos x="T2" y="T3"/>
                  </a:cxn>
                  <a:cxn ang="0">
                    <a:pos x="T4" y="T5"/>
                  </a:cxn>
                </a:cxnLst>
                <a:rect l="0" t="0" r="r" b="b"/>
                <a:pathLst>
                  <a:path w="1" h="2">
                    <a:moveTo>
                      <a:pt x="0" y="0"/>
                    </a:moveTo>
                    <a:cubicBezTo>
                      <a:pt x="0" y="2"/>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7" name="Freeform 321"/>
              <p:cNvSpPr/>
              <p:nvPr/>
            </p:nvSpPr>
            <p:spPr bwMode="auto">
              <a:xfrm>
                <a:off x="3897" y="2822"/>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8" name="Freeform 322"/>
              <p:cNvSpPr/>
              <p:nvPr/>
            </p:nvSpPr>
            <p:spPr bwMode="auto">
              <a:xfrm>
                <a:off x="4007" y="2790"/>
                <a:ext cx="2" cy="4"/>
              </a:xfrm>
              <a:custGeom>
                <a:avLst/>
                <a:gdLst>
                  <a:gd name="T0" fmla="*/ 2 w 2"/>
                  <a:gd name="T1" fmla="*/ 4 h 4"/>
                  <a:gd name="T2" fmla="*/ 2 w 2"/>
                  <a:gd name="T3" fmla="*/ 4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2" y="4"/>
                    </a:lnTo>
                    <a:lnTo>
                      <a:pt x="0" y="0"/>
                    </a:lnTo>
                    <a:lnTo>
                      <a:pt x="2"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9" name="Freeform 323"/>
              <p:cNvSpPr/>
              <p:nvPr/>
            </p:nvSpPr>
            <p:spPr bwMode="auto">
              <a:xfrm>
                <a:off x="3971" y="2813"/>
                <a:ext cx="2" cy="4"/>
              </a:xfrm>
              <a:custGeom>
                <a:avLst/>
                <a:gdLst>
                  <a:gd name="T0" fmla="*/ 0 w 1"/>
                  <a:gd name="T1" fmla="*/ 0 h 2"/>
                  <a:gd name="T2" fmla="*/ 1 w 1"/>
                  <a:gd name="T3" fmla="*/ 1 h 2"/>
                  <a:gd name="T4" fmla="*/ 0 w 1"/>
                  <a:gd name="T5" fmla="*/ 0 h 2"/>
                </a:gdLst>
                <a:ahLst/>
                <a:cxnLst>
                  <a:cxn ang="0">
                    <a:pos x="T0" y="T1"/>
                  </a:cxn>
                  <a:cxn ang="0">
                    <a:pos x="T2" y="T3"/>
                  </a:cxn>
                  <a:cxn ang="0">
                    <a:pos x="T4" y="T5"/>
                  </a:cxn>
                </a:cxnLst>
                <a:rect l="0" t="0" r="r" b="b"/>
                <a:pathLst>
                  <a:path w="1" h="2">
                    <a:moveTo>
                      <a:pt x="0" y="0"/>
                    </a:moveTo>
                    <a:cubicBezTo>
                      <a:pt x="1" y="0"/>
                      <a:pt x="0" y="2"/>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0" name="Freeform 324"/>
              <p:cNvSpPr/>
              <p:nvPr/>
            </p:nvSpPr>
            <p:spPr bwMode="auto">
              <a:xfrm>
                <a:off x="3969" y="250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1" name="Freeform 325"/>
              <p:cNvSpPr/>
              <p:nvPr/>
            </p:nvSpPr>
            <p:spPr bwMode="auto">
              <a:xfrm>
                <a:off x="3850" y="28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2" name="Freeform 326"/>
              <p:cNvSpPr/>
              <p:nvPr/>
            </p:nvSpPr>
            <p:spPr bwMode="auto">
              <a:xfrm>
                <a:off x="3668" y="2060"/>
                <a:ext cx="8" cy="17"/>
              </a:xfrm>
              <a:custGeom>
                <a:avLst/>
                <a:gdLst>
                  <a:gd name="T0" fmla="*/ 4 w 4"/>
                  <a:gd name="T1" fmla="*/ 0 h 8"/>
                  <a:gd name="T2" fmla="*/ 0 w 4"/>
                  <a:gd name="T3" fmla="*/ 6 h 8"/>
                  <a:gd name="T4" fmla="*/ 4 w 4"/>
                  <a:gd name="T5" fmla="*/ 0 h 8"/>
                </a:gdLst>
                <a:ahLst/>
                <a:cxnLst>
                  <a:cxn ang="0">
                    <a:pos x="T0" y="T1"/>
                  </a:cxn>
                  <a:cxn ang="0">
                    <a:pos x="T2" y="T3"/>
                  </a:cxn>
                  <a:cxn ang="0">
                    <a:pos x="T4" y="T5"/>
                  </a:cxn>
                </a:cxnLst>
                <a:rect l="0" t="0" r="r" b="b"/>
                <a:pathLst>
                  <a:path w="4" h="8">
                    <a:moveTo>
                      <a:pt x="4" y="0"/>
                    </a:moveTo>
                    <a:cubicBezTo>
                      <a:pt x="2" y="1"/>
                      <a:pt x="1" y="5"/>
                      <a:pt x="0" y="6"/>
                    </a:cubicBezTo>
                    <a:cubicBezTo>
                      <a:pt x="1" y="8"/>
                      <a:pt x="3" y="1"/>
                      <a:pt x="4"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3" name="Freeform 327"/>
              <p:cNvSpPr/>
              <p:nvPr/>
            </p:nvSpPr>
            <p:spPr bwMode="auto">
              <a:xfrm>
                <a:off x="3837" y="232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4" name="Freeform 328"/>
              <p:cNvSpPr/>
              <p:nvPr/>
            </p:nvSpPr>
            <p:spPr bwMode="auto">
              <a:xfrm>
                <a:off x="3965" y="2504"/>
                <a:ext cx="4" cy="2"/>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1" y="0"/>
                      <a:pt x="1" y="0"/>
                      <a:pt x="1"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5" name="Freeform 329"/>
              <p:cNvSpPr/>
              <p:nvPr/>
            </p:nvSpPr>
            <p:spPr bwMode="auto">
              <a:xfrm>
                <a:off x="3973" y="2476"/>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0"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6" name="Freeform 330"/>
              <p:cNvSpPr/>
              <p:nvPr/>
            </p:nvSpPr>
            <p:spPr bwMode="auto">
              <a:xfrm>
                <a:off x="3965" y="2497"/>
                <a:ext cx="10" cy="4"/>
              </a:xfrm>
              <a:custGeom>
                <a:avLst/>
                <a:gdLst>
                  <a:gd name="T0" fmla="*/ 5 w 5"/>
                  <a:gd name="T1" fmla="*/ 1 h 2"/>
                  <a:gd name="T2" fmla="*/ 1 w 5"/>
                  <a:gd name="T3" fmla="*/ 2 h 2"/>
                  <a:gd name="T4" fmla="*/ 0 w 5"/>
                  <a:gd name="T5" fmla="*/ 2 h 2"/>
                  <a:gd name="T6" fmla="*/ 2 w 5"/>
                  <a:gd name="T7" fmla="*/ 2 h 2"/>
                  <a:gd name="T8" fmla="*/ 3 w 5"/>
                  <a:gd name="T9" fmla="*/ 1 h 2"/>
                  <a:gd name="T10" fmla="*/ 5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5" y="1"/>
                    </a:moveTo>
                    <a:cubicBezTo>
                      <a:pt x="4" y="0"/>
                      <a:pt x="2" y="1"/>
                      <a:pt x="1" y="2"/>
                    </a:cubicBezTo>
                    <a:cubicBezTo>
                      <a:pt x="1" y="2"/>
                      <a:pt x="1" y="2"/>
                      <a:pt x="0" y="2"/>
                    </a:cubicBezTo>
                    <a:cubicBezTo>
                      <a:pt x="1" y="2"/>
                      <a:pt x="2" y="2"/>
                      <a:pt x="2" y="2"/>
                    </a:cubicBezTo>
                    <a:cubicBezTo>
                      <a:pt x="2" y="2"/>
                      <a:pt x="4" y="2"/>
                      <a:pt x="3" y="1"/>
                    </a:cubicBezTo>
                    <a:cubicBezTo>
                      <a:pt x="4" y="1"/>
                      <a:pt x="5" y="1"/>
                      <a:pt x="5"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7" name="Freeform 331"/>
              <p:cNvSpPr/>
              <p:nvPr/>
            </p:nvSpPr>
            <p:spPr bwMode="auto">
              <a:xfrm>
                <a:off x="3835" y="2474"/>
                <a:ext cx="4" cy="0"/>
              </a:xfrm>
              <a:custGeom>
                <a:avLst/>
                <a:gdLst>
                  <a:gd name="T0" fmla="*/ 0 w 2"/>
                  <a:gd name="T1" fmla="*/ 1 w 2"/>
                  <a:gd name="T2" fmla="*/ 0 w 2"/>
                </a:gdLst>
                <a:ahLst/>
                <a:cxnLst>
                  <a:cxn ang="0">
                    <a:pos x="T0" y="0"/>
                  </a:cxn>
                  <a:cxn ang="0">
                    <a:pos x="T1" y="0"/>
                  </a:cxn>
                  <a:cxn ang="0">
                    <a:pos x="T2" y="0"/>
                  </a:cxn>
                </a:cxnLst>
                <a:rect l="0" t="0" r="r" b="b"/>
                <a:pathLst>
                  <a:path w="2">
                    <a:moveTo>
                      <a:pt x="0" y="0"/>
                    </a:moveTo>
                    <a:cubicBezTo>
                      <a:pt x="0" y="0"/>
                      <a:pt x="2"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8" name="Freeform 332"/>
              <p:cNvSpPr/>
              <p:nvPr/>
            </p:nvSpPr>
            <p:spPr bwMode="auto">
              <a:xfrm>
                <a:off x="3829" y="2345"/>
                <a:ext cx="4"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2" y="0"/>
                      <a:pt x="1" y="0"/>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9" name="Freeform 333"/>
              <p:cNvSpPr/>
              <p:nvPr/>
            </p:nvSpPr>
            <p:spPr bwMode="auto">
              <a:xfrm>
                <a:off x="3831" y="233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0" name="Freeform 334"/>
              <p:cNvSpPr/>
              <p:nvPr/>
            </p:nvSpPr>
            <p:spPr bwMode="auto">
              <a:xfrm>
                <a:off x="3850" y="2491"/>
                <a:ext cx="4" cy="2"/>
              </a:xfrm>
              <a:custGeom>
                <a:avLst/>
                <a:gdLst>
                  <a:gd name="T0" fmla="*/ 0 w 4"/>
                  <a:gd name="T1" fmla="*/ 2 h 2"/>
                  <a:gd name="T2" fmla="*/ 0 w 4"/>
                  <a:gd name="T3" fmla="*/ 2 h 2"/>
                  <a:gd name="T4" fmla="*/ 4 w 4"/>
                  <a:gd name="T5" fmla="*/ 0 h 2"/>
                  <a:gd name="T6" fmla="*/ 0 w 4"/>
                  <a:gd name="T7" fmla="*/ 2 h 2"/>
                </a:gdLst>
                <a:ahLst/>
                <a:cxnLst>
                  <a:cxn ang="0">
                    <a:pos x="T0" y="T1"/>
                  </a:cxn>
                  <a:cxn ang="0">
                    <a:pos x="T2" y="T3"/>
                  </a:cxn>
                  <a:cxn ang="0">
                    <a:pos x="T4" y="T5"/>
                  </a:cxn>
                  <a:cxn ang="0">
                    <a:pos x="T6" y="T7"/>
                  </a:cxn>
                </a:cxnLst>
                <a:rect l="0" t="0" r="r" b="b"/>
                <a:pathLst>
                  <a:path w="4" h="2">
                    <a:moveTo>
                      <a:pt x="0" y="2"/>
                    </a:moveTo>
                    <a:lnTo>
                      <a:pt x="0" y="2"/>
                    </a:lnTo>
                    <a:lnTo>
                      <a:pt x="4"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1" name="Freeform 335"/>
              <p:cNvSpPr/>
              <p:nvPr/>
            </p:nvSpPr>
            <p:spPr bwMode="auto">
              <a:xfrm>
                <a:off x="3835" y="233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2" name="Rectangle 336"/>
              <p:cNvSpPr>
                <a:spLocks noChangeArrowheads="1"/>
              </p:cNvSpPr>
              <p:nvPr/>
            </p:nvSpPr>
            <p:spPr bwMode="auto">
              <a:xfrm>
                <a:off x="3835" y="2434"/>
                <a:ext cx="2"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3" name="Freeform 337"/>
              <p:cNvSpPr/>
              <p:nvPr/>
            </p:nvSpPr>
            <p:spPr bwMode="auto">
              <a:xfrm>
                <a:off x="3831" y="2349"/>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2" y="0"/>
                      <a:pt x="2"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4" name="Freeform 338"/>
              <p:cNvSpPr/>
              <p:nvPr/>
            </p:nvSpPr>
            <p:spPr bwMode="auto">
              <a:xfrm>
                <a:off x="3602" y="1823"/>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5" name="Freeform 339"/>
              <p:cNvSpPr/>
              <p:nvPr/>
            </p:nvSpPr>
            <p:spPr bwMode="auto">
              <a:xfrm>
                <a:off x="3905" y="227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6" name="Freeform 340"/>
              <p:cNvSpPr/>
              <p:nvPr/>
            </p:nvSpPr>
            <p:spPr bwMode="auto">
              <a:xfrm>
                <a:off x="3778" y="297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7" name="Freeform 341"/>
              <p:cNvSpPr/>
              <p:nvPr/>
            </p:nvSpPr>
            <p:spPr bwMode="auto">
              <a:xfrm>
                <a:off x="3746" y="2826"/>
                <a:ext cx="399" cy="167"/>
              </a:xfrm>
              <a:custGeom>
                <a:avLst/>
                <a:gdLst>
                  <a:gd name="T0" fmla="*/ 154 w 188"/>
                  <a:gd name="T1" fmla="*/ 20 h 79"/>
                  <a:gd name="T2" fmla="*/ 145 w 188"/>
                  <a:gd name="T3" fmla="*/ 25 h 79"/>
                  <a:gd name="T4" fmla="*/ 108 w 188"/>
                  <a:gd name="T5" fmla="*/ 47 h 79"/>
                  <a:gd name="T6" fmla="*/ 94 w 188"/>
                  <a:gd name="T7" fmla="*/ 49 h 79"/>
                  <a:gd name="T8" fmla="*/ 84 w 188"/>
                  <a:gd name="T9" fmla="*/ 48 h 79"/>
                  <a:gd name="T10" fmla="*/ 64 w 188"/>
                  <a:gd name="T11" fmla="*/ 52 h 79"/>
                  <a:gd name="T12" fmla="*/ 52 w 188"/>
                  <a:gd name="T13" fmla="*/ 54 h 79"/>
                  <a:gd name="T14" fmla="*/ 33 w 188"/>
                  <a:gd name="T15" fmla="*/ 56 h 79"/>
                  <a:gd name="T16" fmla="*/ 23 w 188"/>
                  <a:gd name="T17" fmla="*/ 60 h 79"/>
                  <a:gd name="T18" fmla="*/ 12 w 188"/>
                  <a:gd name="T19" fmla="*/ 55 h 79"/>
                  <a:gd name="T20" fmla="*/ 5 w 188"/>
                  <a:gd name="T21" fmla="*/ 55 h 79"/>
                  <a:gd name="T22" fmla="*/ 5 w 188"/>
                  <a:gd name="T23" fmla="*/ 53 h 79"/>
                  <a:gd name="T24" fmla="*/ 4 w 188"/>
                  <a:gd name="T25" fmla="*/ 51 h 79"/>
                  <a:gd name="T26" fmla="*/ 3 w 188"/>
                  <a:gd name="T27" fmla="*/ 53 h 79"/>
                  <a:gd name="T28" fmla="*/ 3 w 188"/>
                  <a:gd name="T29" fmla="*/ 56 h 79"/>
                  <a:gd name="T30" fmla="*/ 0 w 188"/>
                  <a:gd name="T31" fmla="*/ 58 h 79"/>
                  <a:gd name="T32" fmla="*/ 2 w 188"/>
                  <a:gd name="T33" fmla="*/ 61 h 79"/>
                  <a:gd name="T34" fmla="*/ 13 w 188"/>
                  <a:gd name="T35" fmla="*/ 66 h 79"/>
                  <a:gd name="T36" fmla="*/ 15 w 188"/>
                  <a:gd name="T37" fmla="*/ 70 h 79"/>
                  <a:gd name="T38" fmla="*/ 16 w 188"/>
                  <a:gd name="T39" fmla="*/ 72 h 79"/>
                  <a:gd name="T40" fmla="*/ 18 w 188"/>
                  <a:gd name="T41" fmla="*/ 76 h 79"/>
                  <a:gd name="T42" fmla="*/ 21 w 188"/>
                  <a:gd name="T43" fmla="*/ 71 h 79"/>
                  <a:gd name="T44" fmla="*/ 26 w 188"/>
                  <a:gd name="T45" fmla="*/ 67 h 79"/>
                  <a:gd name="T46" fmla="*/ 27 w 188"/>
                  <a:gd name="T47" fmla="*/ 76 h 79"/>
                  <a:gd name="T48" fmla="*/ 30 w 188"/>
                  <a:gd name="T49" fmla="*/ 74 h 79"/>
                  <a:gd name="T50" fmla="*/ 31 w 188"/>
                  <a:gd name="T51" fmla="*/ 78 h 79"/>
                  <a:gd name="T52" fmla="*/ 35 w 188"/>
                  <a:gd name="T53" fmla="*/ 74 h 79"/>
                  <a:gd name="T54" fmla="*/ 38 w 188"/>
                  <a:gd name="T55" fmla="*/ 73 h 79"/>
                  <a:gd name="T56" fmla="*/ 42 w 188"/>
                  <a:gd name="T57" fmla="*/ 64 h 79"/>
                  <a:gd name="T58" fmla="*/ 43 w 188"/>
                  <a:gd name="T59" fmla="*/ 76 h 79"/>
                  <a:gd name="T60" fmla="*/ 51 w 188"/>
                  <a:gd name="T61" fmla="*/ 72 h 79"/>
                  <a:gd name="T62" fmla="*/ 57 w 188"/>
                  <a:gd name="T63" fmla="*/ 72 h 79"/>
                  <a:gd name="T64" fmla="*/ 61 w 188"/>
                  <a:gd name="T65" fmla="*/ 70 h 79"/>
                  <a:gd name="T66" fmla="*/ 70 w 188"/>
                  <a:gd name="T67" fmla="*/ 68 h 79"/>
                  <a:gd name="T68" fmla="*/ 75 w 188"/>
                  <a:gd name="T69" fmla="*/ 71 h 79"/>
                  <a:gd name="T70" fmla="*/ 77 w 188"/>
                  <a:gd name="T71" fmla="*/ 68 h 79"/>
                  <a:gd name="T72" fmla="*/ 80 w 188"/>
                  <a:gd name="T73" fmla="*/ 68 h 79"/>
                  <a:gd name="T74" fmla="*/ 81 w 188"/>
                  <a:gd name="T75" fmla="*/ 66 h 79"/>
                  <a:gd name="T76" fmla="*/ 86 w 188"/>
                  <a:gd name="T77" fmla="*/ 67 h 79"/>
                  <a:gd name="T78" fmla="*/ 92 w 188"/>
                  <a:gd name="T79" fmla="*/ 65 h 79"/>
                  <a:gd name="T80" fmla="*/ 98 w 188"/>
                  <a:gd name="T81" fmla="*/ 64 h 79"/>
                  <a:gd name="T82" fmla="*/ 104 w 188"/>
                  <a:gd name="T83" fmla="*/ 60 h 79"/>
                  <a:gd name="T84" fmla="*/ 107 w 188"/>
                  <a:gd name="T85" fmla="*/ 62 h 79"/>
                  <a:gd name="T86" fmla="*/ 108 w 188"/>
                  <a:gd name="T87" fmla="*/ 62 h 79"/>
                  <a:gd name="T88" fmla="*/ 114 w 188"/>
                  <a:gd name="T89" fmla="*/ 59 h 79"/>
                  <a:gd name="T90" fmla="*/ 119 w 188"/>
                  <a:gd name="T91" fmla="*/ 59 h 79"/>
                  <a:gd name="T92" fmla="*/ 122 w 188"/>
                  <a:gd name="T93" fmla="*/ 52 h 79"/>
                  <a:gd name="T94" fmla="*/ 126 w 188"/>
                  <a:gd name="T95" fmla="*/ 52 h 79"/>
                  <a:gd name="T96" fmla="*/ 132 w 188"/>
                  <a:gd name="T97" fmla="*/ 50 h 79"/>
                  <a:gd name="T98" fmla="*/ 139 w 188"/>
                  <a:gd name="T99" fmla="*/ 45 h 79"/>
                  <a:gd name="T100" fmla="*/ 143 w 188"/>
                  <a:gd name="T101" fmla="*/ 43 h 79"/>
                  <a:gd name="T102" fmla="*/ 156 w 188"/>
                  <a:gd name="T103" fmla="*/ 39 h 79"/>
                  <a:gd name="T104" fmla="*/ 160 w 188"/>
                  <a:gd name="T105" fmla="*/ 37 h 79"/>
                  <a:gd name="T106" fmla="*/ 167 w 188"/>
                  <a:gd name="T107" fmla="*/ 26 h 79"/>
                  <a:gd name="T108" fmla="*/ 172 w 188"/>
                  <a:gd name="T109" fmla="*/ 21 h 79"/>
                  <a:gd name="T110" fmla="*/ 180 w 188"/>
                  <a:gd name="T11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79">
                    <a:moveTo>
                      <a:pt x="180" y="0"/>
                    </a:moveTo>
                    <a:cubicBezTo>
                      <a:pt x="179" y="5"/>
                      <a:pt x="175" y="6"/>
                      <a:pt x="171" y="7"/>
                    </a:cubicBezTo>
                    <a:cubicBezTo>
                      <a:pt x="170" y="8"/>
                      <a:pt x="169" y="10"/>
                      <a:pt x="168" y="10"/>
                    </a:cubicBezTo>
                    <a:cubicBezTo>
                      <a:pt x="164" y="15"/>
                      <a:pt x="157" y="14"/>
                      <a:pt x="154" y="19"/>
                    </a:cubicBezTo>
                    <a:cubicBezTo>
                      <a:pt x="155" y="19"/>
                      <a:pt x="155" y="20"/>
                      <a:pt x="155" y="21"/>
                    </a:cubicBezTo>
                    <a:cubicBezTo>
                      <a:pt x="154" y="20"/>
                      <a:pt x="154" y="20"/>
                      <a:pt x="154" y="20"/>
                    </a:cubicBezTo>
                    <a:cubicBezTo>
                      <a:pt x="155" y="22"/>
                      <a:pt x="155" y="22"/>
                      <a:pt x="155" y="22"/>
                    </a:cubicBezTo>
                    <a:cubicBezTo>
                      <a:pt x="155" y="22"/>
                      <a:pt x="154" y="20"/>
                      <a:pt x="154" y="20"/>
                    </a:cubicBezTo>
                    <a:cubicBezTo>
                      <a:pt x="152" y="21"/>
                      <a:pt x="151" y="23"/>
                      <a:pt x="149" y="23"/>
                    </a:cubicBezTo>
                    <a:cubicBezTo>
                      <a:pt x="149" y="25"/>
                      <a:pt x="148" y="24"/>
                      <a:pt x="149" y="26"/>
                    </a:cubicBezTo>
                    <a:cubicBezTo>
                      <a:pt x="148" y="25"/>
                      <a:pt x="148" y="25"/>
                      <a:pt x="148" y="25"/>
                    </a:cubicBezTo>
                    <a:cubicBezTo>
                      <a:pt x="147" y="27"/>
                      <a:pt x="147" y="27"/>
                      <a:pt x="145" y="25"/>
                    </a:cubicBezTo>
                    <a:cubicBezTo>
                      <a:pt x="139" y="27"/>
                      <a:pt x="134" y="30"/>
                      <a:pt x="128" y="32"/>
                    </a:cubicBezTo>
                    <a:cubicBezTo>
                      <a:pt x="123" y="34"/>
                      <a:pt x="118" y="39"/>
                      <a:pt x="112" y="41"/>
                    </a:cubicBezTo>
                    <a:cubicBezTo>
                      <a:pt x="112" y="45"/>
                      <a:pt x="111" y="43"/>
                      <a:pt x="110" y="47"/>
                    </a:cubicBezTo>
                    <a:cubicBezTo>
                      <a:pt x="110" y="46"/>
                      <a:pt x="110" y="46"/>
                      <a:pt x="110" y="46"/>
                    </a:cubicBezTo>
                    <a:cubicBezTo>
                      <a:pt x="110" y="47"/>
                      <a:pt x="109" y="46"/>
                      <a:pt x="107" y="45"/>
                    </a:cubicBezTo>
                    <a:cubicBezTo>
                      <a:pt x="108" y="46"/>
                      <a:pt x="107" y="45"/>
                      <a:pt x="108" y="47"/>
                    </a:cubicBezTo>
                    <a:cubicBezTo>
                      <a:pt x="108" y="49"/>
                      <a:pt x="106" y="45"/>
                      <a:pt x="106" y="46"/>
                    </a:cubicBezTo>
                    <a:cubicBezTo>
                      <a:pt x="105" y="45"/>
                      <a:pt x="106" y="47"/>
                      <a:pt x="106" y="46"/>
                    </a:cubicBezTo>
                    <a:cubicBezTo>
                      <a:pt x="105" y="49"/>
                      <a:pt x="106" y="45"/>
                      <a:pt x="103" y="44"/>
                    </a:cubicBezTo>
                    <a:cubicBezTo>
                      <a:pt x="101" y="45"/>
                      <a:pt x="98" y="48"/>
                      <a:pt x="95" y="47"/>
                    </a:cubicBezTo>
                    <a:cubicBezTo>
                      <a:pt x="95" y="47"/>
                      <a:pt x="96" y="49"/>
                      <a:pt x="96" y="49"/>
                    </a:cubicBezTo>
                    <a:cubicBezTo>
                      <a:pt x="95" y="46"/>
                      <a:pt x="95" y="50"/>
                      <a:pt x="94" y="49"/>
                    </a:cubicBezTo>
                    <a:cubicBezTo>
                      <a:pt x="94" y="48"/>
                      <a:pt x="94" y="48"/>
                      <a:pt x="94" y="48"/>
                    </a:cubicBezTo>
                    <a:cubicBezTo>
                      <a:pt x="93" y="47"/>
                      <a:pt x="92" y="49"/>
                      <a:pt x="91" y="48"/>
                    </a:cubicBezTo>
                    <a:cubicBezTo>
                      <a:pt x="90" y="49"/>
                      <a:pt x="88" y="47"/>
                      <a:pt x="88" y="49"/>
                    </a:cubicBezTo>
                    <a:cubicBezTo>
                      <a:pt x="88" y="47"/>
                      <a:pt x="87" y="48"/>
                      <a:pt x="87" y="47"/>
                    </a:cubicBezTo>
                    <a:cubicBezTo>
                      <a:pt x="87" y="51"/>
                      <a:pt x="84" y="46"/>
                      <a:pt x="84" y="49"/>
                    </a:cubicBezTo>
                    <a:cubicBezTo>
                      <a:pt x="84" y="48"/>
                      <a:pt x="84" y="48"/>
                      <a:pt x="84" y="48"/>
                    </a:cubicBezTo>
                    <a:cubicBezTo>
                      <a:pt x="81" y="49"/>
                      <a:pt x="77" y="49"/>
                      <a:pt x="74" y="51"/>
                    </a:cubicBezTo>
                    <a:cubicBezTo>
                      <a:pt x="73" y="52"/>
                      <a:pt x="70" y="48"/>
                      <a:pt x="69" y="50"/>
                    </a:cubicBezTo>
                    <a:cubicBezTo>
                      <a:pt x="68" y="52"/>
                      <a:pt x="68" y="52"/>
                      <a:pt x="68" y="52"/>
                    </a:cubicBezTo>
                    <a:cubicBezTo>
                      <a:pt x="68" y="52"/>
                      <a:pt x="68" y="51"/>
                      <a:pt x="68" y="51"/>
                    </a:cubicBezTo>
                    <a:cubicBezTo>
                      <a:pt x="67" y="52"/>
                      <a:pt x="66" y="51"/>
                      <a:pt x="65" y="51"/>
                    </a:cubicBezTo>
                    <a:cubicBezTo>
                      <a:pt x="65" y="51"/>
                      <a:pt x="64" y="52"/>
                      <a:pt x="64" y="52"/>
                    </a:cubicBezTo>
                    <a:cubicBezTo>
                      <a:pt x="63" y="50"/>
                      <a:pt x="61" y="54"/>
                      <a:pt x="60" y="52"/>
                    </a:cubicBezTo>
                    <a:cubicBezTo>
                      <a:pt x="61" y="55"/>
                      <a:pt x="59" y="54"/>
                      <a:pt x="59" y="55"/>
                    </a:cubicBezTo>
                    <a:cubicBezTo>
                      <a:pt x="58" y="55"/>
                      <a:pt x="58" y="54"/>
                      <a:pt x="58" y="53"/>
                    </a:cubicBezTo>
                    <a:cubicBezTo>
                      <a:pt x="57" y="53"/>
                      <a:pt x="57" y="54"/>
                      <a:pt x="56" y="53"/>
                    </a:cubicBezTo>
                    <a:cubicBezTo>
                      <a:pt x="55" y="53"/>
                      <a:pt x="55" y="55"/>
                      <a:pt x="54" y="55"/>
                    </a:cubicBezTo>
                    <a:cubicBezTo>
                      <a:pt x="54" y="52"/>
                      <a:pt x="53" y="54"/>
                      <a:pt x="52" y="54"/>
                    </a:cubicBezTo>
                    <a:cubicBezTo>
                      <a:pt x="52" y="56"/>
                      <a:pt x="52" y="57"/>
                      <a:pt x="51" y="56"/>
                    </a:cubicBezTo>
                    <a:cubicBezTo>
                      <a:pt x="51" y="54"/>
                      <a:pt x="51" y="54"/>
                      <a:pt x="51" y="54"/>
                    </a:cubicBezTo>
                    <a:cubicBezTo>
                      <a:pt x="49" y="56"/>
                      <a:pt x="46" y="53"/>
                      <a:pt x="43" y="56"/>
                    </a:cubicBezTo>
                    <a:cubicBezTo>
                      <a:pt x="43" y="54"/>
                      <a:pt x="43" y="54"/>
                      <a:pt x="43" y="54"/>
                    </a:cubicBezTo>
                    <a:cubicBezTo>
                      <a:pt x="41" y="56"/>
                      <a:pt x="38" y="54"/>
                      <a:pt x="36" y="57"/>
                    </a:cubicBezTo>
                    <a:cubicBezTo>
                      <a:pt x="35" y="56"/>
                      <a:pt x="34" y="56"/>
                      <a:pt x="33" y="56"/>
                    </a:cubicBezTo>
                    <a:cubicBezTo>
                      <a:pt x="32" y="57"/>
                      <a:pt x="32" y="57"/>
                      <a:pt x="31" y="59"/>
                    </a:cubicBezTo>
                    <a:cubicBezTo>
                      <a:pt x="31" y="59"/>
                      <a:pt x="31" y="58"/>
                      <a:pt x="31" y="57"/>
                    </a:cubicBezTo>
                    <a:cubicBezTo>
                      <a:pt x="30" y="57"/>
                      <a:pt x="29" y="54"/>
                      <a:pt x="28" y="57"/>
                    </a:cubicBezTo>
                    <a:cubicBezTo>
                      <a:pt x="28" y="55"/>
                      <a:pt x="28" y="55"/>
                      <a:pt x="28" y="55"/>
                    </a:cubicBezTo>
                    <a:cubicBezTo>
                      <a:pt x="27" y="57"/>
                      <a:pt x="25" y="58"/>
                      <a:pt x="25" y="57"/>
                    </a:cubicBezTo>
                    <a:cubicBezTo>
                      <a:pt x="24" y="58"/>
                      <a:pt x="23" y="58"/>
                      <a:pt x="23" y="60"/>
                    </a:cubicBezTo>
                    <a:cubicBezTo>
                      <a:pt x="23" y="60"/>
                      <a:pt x="23" y="57"/>
                      <a:pt x="23" y="59"/>
                    </a:cubicBezTo>
                    <a:cubicBezTo>
                      <a:pt x="23" y="57"/>
                      <a:pt x="23" y="57"/>
                      <a:pt x="23" y="57"/>
                    </a:cubicBezTo>
                    <a:cubicBezTo>
                      <a:pt x="21" y="56"/>
                      <a:pt x="19" y="56"/>
                      <a:pt x="17" y="57"/>
                    </a:cubicBezTo>
                    <a:cubicBezTo>
                      <a:pt x="17" y="55"/>
                      <a:pt x="15" y="57"/>
                      <a:pt x="14" y="55"/>
                    </a:cubicBezTo>
                    <a:cubicBezTo>
                      <a:pt x="13" y="56"/>
                      <a:pt x="13" y="54"/>
                      <a:pt x="11" y="56"/>
                    </a:cubicBezTo>
                    <a:cubicBezTo>
                      <a:pt x="12" y="55"/>
                      <a:pt x="12" y="55"/>
                      <a:pt x="12" y="55"/>
                    </a:cubicBezTo>
                    <a:cubicBezTo>
                      <a:pt x="11" y="54"/>
                      <a:pt x="10" y="54"/>
                      <a:pt x="9" y="53"/>
                    </a:cubicBezTo>
                    <a:cubicBezTo>
                      <a:pt x="9" y="52"/>
                      <a:pt x="8" y="54"/>
                      <a:pt x="7" y="54"/>
                    </a:cubicBezTo>
                    <a:cubicBezTo>
                      <a:pt x="8" y="53"/>
                      <a:pt x="8" y="53"/>
                      <a:pt x="8" y="53"/>
                    </a:cubicBezTo>
                    <a:cubicBezTo>
                      <a:pt x="8" y="53"/>
                      <a:pt x="7" y="54"/>
                      <a:pt x="6" y="55"/>
                    </a:cubicBezTo>
                    <a:cubicBezTo>
                      <a:pt x="6" y="54"/>
                      <a:pt x="6" y="54"/>
                      <a:pt x="6" y="54"/>
                    </a:cubicBezTo>
                    <a:cubicBezTo>
                      <a:pt x="5" y="55"/>
                      <a:pt x="5" y="55"/>
                      <a:pt x="5" y="55"/>
                    </a:cubicBezTo>
                    <a:cubicBezTo>
                      <a:pt x="5" y="55"/>
                      <a:pt x="5" y="56"/>
                      <a:pt x="5" y="56"/>
                    </a:cubicBezTo>
                    <a:cubicBezTo>
                      <a:pt x="5" y="55"/>
                      <a:pt x="4" y="56"/>
                      <a:pt x="4" y="54"/>
                    </a:cubicBezTo>
                    <a:cubicBezTo>
                      <a:pt x="5" y="54"/>
                      <a:pt x="7" y="53"/>
                      <a:pt x="8" y="52"/>
                    </a:cubicBezTo>
                    <a:cubicBezTo>
                      <a:pt x="8" y="51"/>
                      <a:pt x="5" y="53"/>
                      <a:pt x="6" y="52"/>
                    </a:cubicBezTo>
                    <a:cubicBezTo>
                      <a:pt x="6" y="51"/>
                      <a:pt x="6" y="51"/>
                      <a:pt x="5" y="51"/>
                    </a:cubicBezTo>
                    <a:cubicBezTo>
                      <a:pt x="5" y="52"/>
                      <a:pt x="5" y="52"/>
                      <a:pt x="5" y="53"/>
                    </a:cubicBezTo>
                    <a:cubicBezTo>
                      <a:pt x="5" y="53"/>
                      <a:pt x="5" y="52"/>
                      <a:pt x="5" y="52"/>
                    </a:cubicBezTo>
                    <a:cubicBezTo>
                      <a:pt x="4" y="52"/>
                      <a:pt x="4" y="52"/>
                      <a:pt x="4" y="52"/>
                    </a:cubicBezTo>
                    <a:cubicBezTo>
                      <a:pt x="4" y="52"/>
                      <a:pt x="4" y="52"/>
                      <a:pt x="5" y="52"/>
                    </a:cubicBezTo>
                    <a:cubicBezTo>
                      <a:pt x="5" y="51"/>
                      <a:pt x="5" y="51"/>
                      <a:pt x="5" y="51"/>
                    </a:cubicBezTo>
                    <a:cubicBezTo>
                      <a:pt x="4" y="52"/>
                      <a:pt x="4" y="52"/>
                      <a:pt x="4" y="52"/>
                    </a:cubicBezTo>
                    <a:cubicBezTo>
                      <a:pt x="4" y="51"/>
                      <a:pt x="4" y="51"/>
                      <a:pt x="4" y="51"/>
                    </a:cubicBezTo>
                    <a:cubicBezTo>
                      <a:pt x="3" y="51"/>
                      <a:pt x="3" y="51"/>
                      <a:pt x="2" y="50"/>
                    </a:cubicBezTo>
                    <a:cubicBezTo>
                      <a:pt x="1" y="52"/>
                      <a:pt x="4" y="46"/>
                      <a:pt x="0" y="55"/>
                    </a:cubicBezTo>
                    <a:cubicBezTo>
                      <a:pt x="1" y="55"/>
                      <a:pt x="1" y="55"/>
                      <a:pt x="1" y="55"/>
                    </a:cubicBezTo>
                    <a:cubicBezTo>
                      <a:pt x="2" y="54"/>
                      <a:pt x="2" y="54"/>
                      <a:pt x="2" y="54"/>
                    </a:cubicBezTo>
                    <a:cubicBezTo>
                      <a:pt x="2" y="54"/>
                      <a:pt x="3" y="54"/>
                      <a:pt x="3" y="54"/>
                    </a:cubicBezTo>
                    <a:cubicBezTo>
                      <a:pt x="3" y="54"/>
                      <a:pt x="3" y="53"/>
                      <a:pt x="3" y="53"/>
                    </a:cubicBezTo>
                    <a:cubicBezTo>
                      <a:pt x="3" y="53"/>
                      <a:pt x="3" y="54"/>
                      <a:pt x="3" y="53"/>
                    </a:cubicBezTo>
                    <a:cubicBezTo>
                      <a:pt x="3" y="52"/>
                      <a:pt x="4" y="51"/>
                      <a:pt x="4" y="53"/>
                    </a:cubicBezTo>
                    <a:cubicBezTo>
                      <a:pt x="4" y="54"/>
                      <a:pt x="4" y="54"/>
                      <a:pt x="4" y="55"/>
                    </a:cubicBezTo>
                    <a:cubicBezTo>
                      <a:pt x="4" y="55"/>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5"/>
                      <a:pt x="3" y="55"/>
                    </a:cubicBezTo>
                    <a:cubicBezTo>
                      <a:pt x="2" y="55"/>
                      <a:pt x="2" y="56"/>
                      <a:pt x="1" y="56"/>
                    </a:cubicBezTo>
                    <a:cubicBezTo>
                      <a:pt x="2" y="56"/>
                      <a:pt x="2" y="56"/>
                      <a:pt x="2" y="56"/>
                    </a:cubicBezTo>
                    <a:cubicBezTo>
                      <a:pt x="0" y="58"/>
                      <a:pt x="0" y="58"/>
                      <a:pt x="0" y="58"/>
                    </a:cubicBezTo>
                    <a:cubicBezTo>
                      <a:pt x="2" y="57"/>
                      <a:pt x="2" y="57"/>
                      <a:pt x="3" y="58"/>
                    </a:cubicBezTo>
                    <a:cubicBezTo>
                      <a:pt x="3" y="58"/>
                      <a:pt x="3" y="58"/>
                      <a:pt x="3" y="58"/>
                    </a:cubicBezTo>
                    <a:cubicBezTo>
                      <a:pt x="3" y="58"/>
                      <a:pt x="3" y="58"/>
                      <a:pt x="3" y="58"/>
                    </a:cubicBezTo>
                    <a:cubicBezTo>
                      <a:pt x="3" y="58"/>
                      <a:pt x="3" y="58"/>
                      <a:pt x="3" y="58"/>
                    </a:cubicBezTo>
                    <a:cubicBezTo>
                      <a:pt x="3" y="60"/>
                      <a:pt x="4" y="57"/>
                      <a:pt x="4" y="58"/>
                    </a:cubicBezTo>
                    <a:cubicBezTo>
                      <a:pt x="4" y="58"/>
                      <a:pt x="2" y="60"/>
                      <a:pt x="2" y="61"/>
                    </a:cubicBezTo>
                    <a:cubicBezTo>
                      <a:pt x="3" y="62"/>
                      <a:pt x="6" y="61"/>
                      <a:pt x="6" y="63"/>
                    </a:cubicBezTo>
                    <a:cubicBezTo>
                      <a:pt x="7" y="63"/>
                      <a:pt x="8" y="63"/>
                      <a:pt x="9" y="62"/>
                    </a:cubicBezTo>
                    <a:cubicBezTo>
                      <a:pt x="10" y="62"/>
                      <a:pt x="8" y="65"/>
                      <a:pt x="9" y="64"/>
                    </a:cubicBezTo>
                    <a:cubicBezTo>
                      <a:pt x="9" y="65"/>
                      <a:pt x="9" y="66"/>
                      <a:pt x="8" y="66"/>
                    </a:cubicBezTo>
                    <a:cubicBezTo>
                      <a:pt x="9" y="66"/>
                      <a:pt x="10" y="67"/>
                      <a:pt x="10" y="65"/>
                    </a:cubicBezTo>
                    <a:cubicBezTo>
                      <a:pt x="11" y="66"/>
                      <a:pt x="12" y="67"/>
                      <a:pt x="13" y="66"/>
                    </a:cubicBezTo>
                    <a:cubicBezTo>
                      <a:pt x="13" y="66"/>
                      <a:pt x="12" y="68"/>
                      <a:pt x="12" y="69"/>
                    </a:cubicBezTo>
                    <a:cubicBezTo>
                      <a:pt x="13" y="67"/>
                      <a:pt x="15" y="67"/>
                      <a:pt x="15" y="67"/>
                    </a:cubicBezTo>
                    <a:cubicBezTo>
                      <a:pt x="16" y="66"/>
                      <a:pt x="16" y="66"/>
                      <a:pt x="16" y="64"/>
                    </a:cubicBezTo>
                    <a:cubicBezTo>
                      <a:pt x="16" y="64"/>
                      <a:pt x="17" y="63"/>
                      <a:pt x="17" y="63"/>
                    </a:cubicBezTo>
                    <a:cubicBezTo>
                      <a:pt x="17" y="65"/>
                      <a:pt x="16" y="68"/>
                      <a:pt x="17" y="68"/>
                    </a:cubicBezTo>
                    <a:cubicBezTo>
                      <a:pt x="16" y="71"/>
                      <a:pt x="15" y="67"/>
                      <a:pt x="15" y="70"/>
                    </a:cubicBezTo>
                    <a:cubicBezTo>
                      <a:pt x="14" y="72"/>
                      <a:pt x="12" y="72"/>
                      <a:pt x="12" y="70"/>
                    </a:cubicBezTo>
                    <a:cubicBezTo>
                      <a:pt x="11" y="73"/>
                      <a:pt x="13" y="71"/>
                      <a:pt x="12" y="73"/>
                    </a:cubicBezTo>
                    <a:cubicBezTo>
                      <a:pt x="13" y="73"/>
                      <a:pt x="14" y="72"/>
                      <a:pt x="15" y="72"/>
                    </a:cubicBezTo>
                    <a:cubicBezTo>
                      <a:pt x="15" y="71"/>
                      <a:pt x="15" y="70"/>
                      <a:pt x="16" y="70"/>
                    </a:cubicBezTo>
                    <a:cubicBezTo>
                      <a:pt x="17" y="67"/>
                      <a:pt x="16" y="72"/>
                      <a:pt x="17" y="72"/>
                    </a:cubicBezTo>
                    <a:cubicBezTo>
                      <a:pt x="16" y="72"/>
                      <a:pt x="16" y="72"/>
                      <a:pt x="16" y="72"/>
                    </a:cubicBezTo>
                    <a:cubicBezTo>
                      <a:pt x="16" y="73"/>
                      <a:pt x="17" y="72"/>
                      <a:pt x="18" y="72"/>
                    </a:cubicBezTo>
                    <a:cubicBezTo>
                      <a:pt x="17" y="75"/>
                      <a:pt x="17" y="72"/>
                      <a:pt x="16" y="74"/>
                    </a:cubicBezTo>
                    <a:cubicBezTo>
                      <a:pt x="16" y="76"/>
                      <a:pt x="16" y="76"/>
                      <a:pt x="16" y="76"/>
                    </a:cubicBezTo>
                    <a:cubicBezTo>
                      <a:pt x="17" y="77"/>
                      <a:pt x="17" y="74"/>
                      <a:pt x="18" y="75"/>
                    </a:cubicBezTo>
                    <a:cubicBezTo>
                      <a:pt x="17" y="76"/>
                      <a:pt x="17" y="76"/>
                      <a:pt x="17" y="76"/>
                    </a:cubicBezTo>
                    <a:cubicBezTo>
                      <a:pt x="18" y="76"/>
                      <a:pt x="18" y="76"/>
                      <a:pt x="18" y="76"/>
                    </a:cubicBezTo>
                    <a:cubicBezTo>
                      <a:pt x="18" y="74"/>
                      <a:pt x="19" y="73"/>
                      <a:pt x="18" y="73"/>
                    </a:cubicBezTo>
                    <a:cubicBezTo>
                      <a:pt x="19" y="70"/>
                      <a:pt x="19" y="72"/>
                      <a:pt x="20" y="72"/>
                    </a:cubicBezTo>
                    <a:cubicBezTo>
                      <a:pt x="20" y="70"/>
                      <a:pt x="19" y="72"/>
                      <a:pt x="20" y="70"/>
                    </a:cubicBezTo>
                    <a:cubicBezTo>
                      <a:pt x="20" y="69"/>
                      <a:pt x="20" y="69"/>
                      <a:pt x="21" y="69"/>
                    </a:cubicBezTo>
                    <a:cubicBezTo>
                      <a:pt x="22" y="69"/>
                      <a:pt x="21" y="71"/>
                      <a:pt x="21" y="72"/>
                    </a:cubicBezTo>
                    <a:cubicBezTo>
                      <a:pt x="21" y="72"/>
                      <a:pt x="20" y="72"/>
                      <a:pt x="21" y="71"/>
                    </a:cubicBezTo>
                    <a:cubicBezTo>
                      <a:pt x="19" y="73"/>
                      <a:pt x="20" y="75"/>
                      <a:pt x="19" y="76"/>
                    </a:cubicBezTo>
                    <a:cubicBezTo>
                      <a:pt x="20" y="77"/>
                      <a:pt x="20" y="75"/>
                      <a:pt x="21" y="75"/>
                    </a:cubicBezTo>
                    <a:cubicBezTo>
                      <a:pt x="21" y="74"/>
                      <a:pt x="21" y="73"/>
                      <a:pt x="21" y="72"/>
                    </a:cubicBezTo>
                    <a:cubicBezTo>
                      <a:pt x="23" y="68"/>
                      <a:pt x="21" y="76"/>
                      <a:pt x="23" y="75"/>
                    </a:cubicBezTo>
                    <a:cubicBezTo>
                      <a:pt x="23" y="72"/>
                      <a:pt x="25" y="71"/>
                      <a:pt x="25" y="68"/>
                    </a:cubicBezTo>
                    <a:cubicBezTo>
                      <a:pt x="25" y="67"/>
                      <a:pt x="25" y="66"/>
                      <a:pt x="26" y="67"/>
                    </a:cubicBezTo>
                    <a:cubicBezTo>
                      <a:pt x="25" y="69"/>
                      <a:pt x="26" y="68"/>
                      <a:pt x="25" y="70"/>
                    </a:cubicBezTo>
                    <a:cubicBezTo>
                      <a:pt x="25" y="70"/>
                      <a:pt x="25" y="70"/>
                      <a:pt x="25" y="70"/>
                    </a:cubicBezTo>
                    <a:cubicBezTo>
                      <a:pt x="24" y="73"/>
                      <a:pt x="24" y="73"/>
                      <a:pt x="24" y="73"/>
                    </a:cubicBezTo>
                    <a:cubicBezTo>
                      <a:pt x="25" y="74"/>
                      <a:pt x="25" y="76"/>
                      <a:pt x="26" y="77"/>
                    </a:cubicBezTo>
                    <a:cubicBezTo>
                      <a:pt x="26" y="76"/>
                      <a:pt x="26" y="75"/>
                      <a:pt x="26" y="74"/>
                    </a:cubicBezTo>
                    <a:cubicBezTo>
                      <a:pt x="26" y="75"/>
                      <a:pt x="26" y="76"/>
                      <a:pt x="27" y="76"/>
                    </a:cubicBezTo>
                    <a:cubicBezTo>
                      <a:pt x="26" y="76"/>
                      <a:pt x="27" y="74"/>
                      <a:pt x="27" y="73"/>
                    </a:cubicBezTo>
                    <a:cubicBezTo>
                      <a:pt x="28" y="73"/>
                      <a:pt x="28" y="75"/>
                      <a:pt x="28" y="76"/>
                    </a:cubicBezTo>
                    <a:cubicBezTo>
                      <a:pt x="27" y="77"/>
                      <a:pt x="27" y="77"/>
                      <a:pt x="27" y="77"/>
                    </a:cubicBezTo>
                    <a:cubicBezTo>
                      <a:pt x="28" y="76"/>
                      <a:pt x="28" y="78"/>
                      <a:pt x="28" y="78"/>
                    </a:cubicBezTo>
                    <a:cubicBezTo>
                      <a:pt x="28" y="76"/>
                      <a:pt x="29" y="75"/>
                      <a:pt x="29" y="73"/>
                    </a:cubicBezTo>
                    <a:cubicBezTo>
                      <a:pt x="30" y="73"/>
                      <a:pt x="30" y="74"/>
                      <a:pt x="30" y="74"/>
                    </a:cubicBezTo>
                    <a:cubicBezTo>
                      <a:pt x="29" y="75"/>
                      <a:pt x="29" y="75"/>
                      <a:pt x="29" y="75"/>
                    </a:cubicBezTo>
                    <a:cubicBezTo>
                      <a:pt x="30" y="75"/>
                      <a:pt x="29" y="78"/>
                      <a:pt x="30" y="78"/>
                    </a:cubicBezTo>
                    <a:cubicBezTo>
                      <a:pt x="30" y="76"/>
                      <a:pt x="30" y="76"/>
                      <a:pt x="30" y="76"/>
                    </a:cubicBezTo>
                    <a:cubicBezTo>
                      <a:pt x="30" y="78"/>
                      <a:pt x="30" y="78"/>
                      <a:pt x="30" y="78"/>
                    </a:cubicBezTo>
                    <a:cubicBezTo>
                      <a:pt x="31" y="77"/>
                      <a:pt x="31" y="77"/>
                      <a:pt x="31" y="76"/>
                    </a:cubicBezTo>
                    <a:cubicBezTo>
                      <a:pt x="31" y="78"/>
                      <a:pt x="31" y="78"/>
                      <a:pt x="31" y="78"/>
                    </a:cubicBezTo>
                    <a:cubicBezTo>
                      <a:pt x="32" y="77"/>
                      <a:pt x="32" y="75"/>
                      <a:pt x="33" y="77"/>
                    </a:cubicBezTo>
                    <a:cubicBezTo>
                      <a:pt x="32" y="74"/>
                      <a:pt x="32" y="77"/>
                      <a:pt x="32" y="75"/>
                    </a:cubicBezTo>
                    <a:cubicBezTo>
                      <a:pt x="31" y="73"/>
                      <a:pt x="32" y="74"/>
                      <a:pt x="33" y="73"/>
                    </a:cubicBezTo>
                    <a:cubicBezTo>
                      <a:pt x="32" y="76"/>
                      <a:pt x="33" y="74"/>
                      <a:pt x="34" y="74"/>
                    </a:cubicBezTo>
                    <a:cubicBezTo>
                      <a:pt x="34" y="75"/>
                      <a:pt x="34" y="75"/>
                      <a:pt x="34" y="76"/>
                    </a:cubicBezTo>
                    <a:cubicBezTo>
                      <a:pt x="35" y="74"/>
                      <a:pt x="35" y="74"/>
                      <a:pt x="35" y="74"/>
                    </a:cubicBezTo>
                    <a:cubicBezTo>
                      <a:pt x="35" y="78"/>
                      <a:pt x="36" y="73"/>
                      <a:pt x="36" y="74"/>
                    </a:cubicBezTo>
                    <a:cubicBezTo>
                      <a:pt x="36" y="75"/>
                      <a:pt x="36" y="77"/>
                      <a:pt x="36" y="77"/>
                    </a:cubicBezTo>
                    <a:cubicBezTo>
                      <a:pt x="36" y="75"/>
                      <a:pt x="37" y="74"/>
                      <a:pt x="37" y="72"/>
                    </a:cubicBezTo>
                    <a:cubicBezTo>
                      <a:pt x="38" y="73"/>
                      <a:pt x="36" y="76"/>
                      <a:pt x="37" y="78"/>
                    </a:cubicBezTo>
                    <a:cubicBezTo>
                      <a:pt x="37" y="75"/>
                      <a:pt x="38" y="79"/>
                      <a:pt x="38" y="76"/>
                    </a:cubicBezTo>
                    <a:cubicBezTo>
                      <a:pt x="37" y="75"/>
                      <a:pt x="38" y="75"/>
                      <a:pt x="38" y="73"/>
                    </a:cubicBezTo>
                    <a:cubicBezTo>
                      <a:pt x="39" y="74"/>
                      <a:pt x="38" y="75"/>
                      <a:pt x="39" y="75"/>
                    </a:cubicBezTo>
                    <a:cubicBezTo>
                      <a:pt x="39" y="75"/>
                      <a:pt x="39" y="73"/>
                      <a:pt x="39" y="72"/>
                    </a:cubicBezTo>
                    <a:cubicBezTo>
                      <a:pt x="39" y="73"/>
                      <a:pt x="40" y="70"/>
                      <a:pt x="40" y="72"/>
                    </a:cubicBezTo>
                    <a:cubicBezTo>
                      <a:pt x="41" y="74"/>
                      <a:pt x="39" y="73"/>
                      <a:pt x="40" y="74"/>
                    </a:cubicBezTo>
                    <a:cubicBezTo>
                      <a:pt x="41" y="74"/>
                      <a:pt x="40" y="70"/>
                      <a:pt x="41" y="69"/>
                    </a:cubicBezTo>
                    <a:cubicBezTo>
                      <a:pt x="41" y="68"/>
                      <a:pt x="41" y="65"/>
                      <a:pt x="42" y="64"/>
                    </a:cubicBezTo>
                    <a:cubicBezTo>
                      <a:pt x="43" y="65"/>
                      <a:pt x="41" y="65"/>
                      <a:pt x="42" y="68"/>
                    </a:cubicBezTo>
                    <a:cubicBezTo>
                      <a:pt x="42" y="67"/>
                      <a:pt x="42" y="67"/>
                      <a:pt x="42" y="67"/>
                    </a:cubicBezTo>
                    <a:cubicBezTo>
                      <a:pt x="43" y="70"/>
                      <a:pt x="41" y="72"/>
                      <a:pt x="41" y="74"/>
                    </a:cubicBezTo>
                    <a:cubicBezTo>
                      <a:pt x="42" y="73"/>
                      <a:pt x="42" y="73"/>
                      <a:pt x="42" y="73"/>
                    </a:cubicBezTo>
                    <a:cubicBezTo>
                      <a:pt x="42" y="77"/>
                      <a:pt x="42" y="77"/>
                      <a:pt x="42" y="77"/>
                    </a:cubicBezTo>
                    <a:cubicBezTo>
                      <a:pt x="42" y="75"/>
                      <a:pt x="43" y="76"/>
                      <a:pt x="43" y="76"/>
                    </a:cubicBezTo>
                    <a:cubicBezTo>
                      <a:pt x="43" y="74"/>
                      <a:pt x="43" y="76"/>
                      <a:pt x="43" y="75"/>
                    </a:cubicBezTo>
                    <a:cubicBezTo>
                      <a:pt x="43" y="74"/>
                      <a:pt x="43" y="71"/>
                      <a:pt x="44" y="73"/>
                    </a:cubicBezTo>
                    <a:cubicBezTo>
                      <a:pt x="44" y="74"/>
                      <a:pt x="44" y="75"/>
                      <a:pt x="44" y="76"/>
                    </a:cubicBezTo>
                    <a:cubicBezTo>
                      <a:pt x="45" y="77"/>
                      <a:pt x="44" y="74"/>
                      <a:pt x="45" y="75"/>
                    </a:cubicBezTo>
                    <a:cubicBezTo>
                      <a:pt x="45" y="76"/>
                      <a:pt x="45" y="76"/>
                      <a:pt x="45" y="76"/>
                    </a:cubicBezTo>
                    <a:cubicBezTo>
                      <a:pt x="47" y="76"/>
                      <a:pt x="50" y="76"/>
                      <a:pt x="51" y="72"/>
                    </a:cubicBezTo>
                    <a:cubicBezTo>
                      <a:pt x="52" y="73"/>
                      <a:pt x="52" y="73"/>
                      <a:pt x="53" y="74"/>
                    </a:cubicBezTo>
                    <a:cubicBezTo>
                      <a:pt x="53" y="74"/>
                      <a:pt x="53" y="73"/>
                      <a:pt x="53" y="72"/>
                    </a:cubicBezTo>
                    <a:cubicBezTo>
                      <a:pt x="54" y="74"/>
                      <a:pt x="54" y="74"/>
                      <a:pt x="54" y="74"/>
                    </a:cubicBezTo>
                    <a:cubicBezTo>
                      <a:pt x="55" y="76"/>
                      <a:pt x="55" y="74"/>
                      <a:pt x="56" y="72"/>
                    </a:cubicBezTo>
                    <a:cubicBezTo>
                      <a:pt x="56" y="74"/>
                      <a:pt x="56" y="74"/>
                      <a:pt x="56" y="74"/>
                    </a:cubicBezTo>
                    <a:cubicBezTo>
                      <a:pt x="57" y="75"/>
                      <a:pt x="56" y="73"/>
                      <a:pt x="57" y="72"/>
                    </a:cubicBezTo>
                    <a:cubicBezTo>
                      <a:pt x="57" y="74"/>
                      <a:pt x="57" y="74"/>
                      <a:pt x="57" y="74"/>
                    </a:cubicBezTo>
                    <a:cubicBezTo>
                      <a:pt x="57" y="72"/>
                      <a:pt x="57" y="72"/>
                      <a:pt x="57" y="72"/>
                    </a:cubicBezTo>
                    <a:cubicBezTo>
                      <a:pt x="58" y="72"/>
                      <a:pt x="58" y="72"/>
                      <a:pt x="58" y="74"/>
                    </a:cubicBezTo>
                    <a:cubicBezTo>
                      <a:pt x="59" y="74"/>
                      <a:pt x="59" y="73"/>
                      <a:pt x="58" y="73"/>
                    </a:cubicBezTo>
                    <a:cubicBezTo>
                      <a:pt x="59" y="74"/>
                      <a:pt x="60" y="74"/>
                      <a:pt x="61" y="73"/>
                    </a:cubicBezTo>
                    <a:cubicBezTo>
                      <a:pt x="61" y="72"/>
                      <a:pt x="61" y="72"/>
                      <a:pt x="61" y="70"/>
                    </a:cubicBezTo>
                    <a:cubicBezTo>
                      <a:pt x="61" y="68"/>
                      <a:pt x="61" y="71"/>
                      <a:pt x="61" y="69"/>
                    </a:cubicBezTo>
                    <a:cubicBezTo>
                      <a:pt x="61" y="70"/>
                      <a:pt x="62" y="71"/>
                      <a:pt x="61" y="72"/>
                    </a:cubicBezTo>
                    <a:cubicBezTo>
                      <a:pt x="63" y="75"/>
                      <a:pt x="64" y="72"/>
                      <a:pt x="66" y="72"/>
                    </a:cubicBezTo>
                    <a:cubicBezTo>
                      <a:pt x="66" y="71"/>
                      <a:pt x="66" y="71"/>
                      <a:pt x="66" y="71"/>
                    </a:cubicBezTo>
                    <a:cubicBezTo>
                      <a:pt x="68" y="73"/>
                      <a:pt x="68" y="71"/>
                      <a:pt x="70" y="72"/>
                    </a:cubicBezTo>
                    <a:cubicBezTo>
                      <a:pt x="69" y="71"/>
                      <a:pt x="69" y="68"/>
                      <a:pt x="70" y="68"/>
                    </a:cubicBezTo>
                    <a:cubicBezTo>
                      <a:pt x="70" y="66"/>
                      <a:pt x="70" y="70"/>
                      <a:pt x="71" y="71"/>
                    </a:cubicBezTo>
                    <a:cubicBezTo>
                      <a:pt x="71" y="71"/>
                      <a:pt x="72" y="70"/>
                      <a:pt x="72" y="70"/>
                    </a:cubicBezTo>
                    <a:cubicBezTo>
                      <a:pt x="72" y="71"/>
                      <a:pt x="72" y="71"/>
                      <a:pt x="72" y="71"/>
                    </a:cubicBezTo>
                    <a:cubicBezTo>
                      <a:pt x="72" y="70"/>
                      <a:pt x="73" y="69"/>
                      <a:pt x="73" y="70"/>
                    </a:cubicBezTo>
                    <a:cubicBezTo>
                      <a:pt x="73" y="70"/>
                      <a:pt x="73" y="70"/>
                      <a:pt x="73" y="70"/>
                    </a:cubicBezTo>
                    <a:cubicBezTo>
                      <a:pt x="74" y="70"/>
                      <a:pt x="74" y="71"/>
                      <a:pt x="75" y="71"/>
                    </a:cubicBezTo>
                    <a:cubicBezTo>
                      <a:pt x="75" y="69"/>
                      <a:pt x="76" y="70"/>
                      <a:pt x="76" y="69"/>
                    </a:cubicBezTo>
                    <a:cubicBezTo>
                      <a:pt x="76" y="69"/>
                      <a:pt x="76" y="69"/>
                      <a:pt x="76" y="69"/>
                    </a:cubicBezTo>
                    <a:cubicBezTo>
                      <a:pt x="76" y="68"/>
                      <a:pt x="76" y="68"/>
                      <a:pt x="76" y="68"/>
                    </a:cubicBezTo>
                    <a:cubicBezTo>
                      <a:pt x="76" y="68"/>
                      <a:pt x="76" y="68"/>
                      <a:pt x="76" y="68"/>
                    </a:cubicBezTo>
                    <a:cubicBezTo>
                      <a:pt x="76" y="70"/>
                      <a:pt x="76" y="70"/>
                      <a:pt x="76" y="70"/>
                    </a:cubicBezTo>
                    <a:cubicBezTo>
                      <a:pt x="77" y="71"/>
                      <a:pt x="76" y="69"/>
                      <a:pt x="77" y="68"/>
                    </a:cubicBezTo>
                    <a:cubicBezTo>
                      <a:pt x="77" y="67"/>
                      <a:pt x="77" y="68"/>
                      <a:pt x="77" y="69"/>
                    </a:cubicBezTo>
                    <a:cubicBezTo>
                      <a:pt x="77" y="70"/>
                      <a:pt x="77" y="68"/>
                      <a:pt x="77" y="69"/>
                    </a:cubicBezTo>
                    <a:cubicBezTo>
                      <a:pt x="77" y="70"/>
                      <a:pt x="77" y="69"/>
                      <a:pt x="77" y="70"/>
                    </a:cubicBezTo>
                    <a:cubicBezTo>
                      <a:pt x="78" y="70"/>
                      <a:pt x="77" y="68"/>
                      <a:pt x="78" y="69"/>
                    </a:cubicBezTo>
                    <a:cubicBezTo>
                      <a:pt x="78" y="69"/>
                      <a:pt x="79" y="68"/>
                      <a:pt x="79" y="70"/>
                    </a:cubicBezTo>
                    <a:cubicBezTo>
                      <a:pt x="79" y="69"/>
                      <a:pt x="80" y="69"/>
                      <a:pt x="80" y="68"/>
                    </a:cubicBezTo>
                    <a:cubicBezTo>
                      <a:pt x="79" y="68"/>
                      <a:pt x="79" y="68"/>
                      <a:pt x="79" y="66"/>
                    </a:cubicBezTo>
                    <a:cubicBezTo>
                      <a:pt x="79" y="66"/>
                      <a:pt x="79" y="66"/>
                      <a:pt x="79" y="66"/>
                    </a:cubicBezTo>
                    <a:cubicBezTo>
                      <a:pt x="79" y="67"/>
                      <a:pt x="79" y="67"/>
                      <a:pt x="79" y="67"/>
                    </a:cubicBezTo>
                    <a:cubicBezTo>
                      <a:pt x="79" y="66"/>
                      <a:pt x="80" y="67"/>
                      <a:pt x="80" y="65"/>
                    </a:cubicBezTo>
                    <a:cubicBezTo>
                      <a:pt x="80" y="67"/>
                      <a:pt x="80" y="67"/>
                      <a:pt x="80" y="67"/>
                    </a:cubicBezTo>
                    <a:cubicBezTo>
                      <a:pt x="80" y="66"/>
                      <a:pt x="81" y="66"/>
                      <a:pt x="81" y="66"/>
                    </a:cubicBezTo>
                    <a:cubicBezTo>
                      <a:pt x="82" y="67"/>
                      <a:pt x="82" y="69"/>
                      <a:pt x="82" y="70"/>
                    </a:cubicBezTo>
                    <a:cubicBezTo>
                      <a:pt x="83" y="68"/>
                      <a:pt x="83" y="68"/>
                      <a:pt x="83" y="68"/>
                    </a:cubicBezTo>
                    <a:cubicBezTo>
                      <a:pt x="83" y="68"/>
                      <a:pt x="83" y="68"/>
                      <a:pt x="83" y="69"/>
                    </a:cubicBezTo>
                    <a:cubicBezTo>
                      <a:pt x="85" y="70"/>
                      <a:pt x="84" y="64"/>
                      <a:pt x="85" y="65"/>
                    </a:cubicBezTo>
                    <a:cubicBezTo>
                      <a:pt x="85" y="67"/>
                      <a:pt x="85" y="68"/>
                      <a:pt x="86" y="68"/>
                    </a:cubicBezTo>
                    <a:cubicBezTo>
                      <a:pt x="86" y="68"/>
                      <a:pt x="86" y="67"/>
                      <a:pt x="86" y="67"/>
                    </a:cubicBezTo>
                    <a:cubicBezTo>
                      <a:pt x="86" y="66"/>
                      <a:pt x="86" y="68"/>
                      <a:pt x="85" y="67"/>
                    </a:cubicBezTo>
                    <a:cubicBezTo>
                      <a:pt x="85" y="66"/>
                      <a:pt x="86" y="66"/>
                      <a:pt x="86" y="66"/>
                    </a:cubicBezTo>
                    <a:cubicBezTo>
                      <a:pt x="87" y="70"/>
                      <a:pt x="89" y="66"/>
                      <a:pt x="91" y="68"/>
                    </a:cubicBezTo>
                    <a:cubicBezTo>
                      <a:pt x="90" y="66"/>
                      <a:pt x="91" y="67"/>
                      <a:pt x="91" y="66"/>
                    </a:cubicBezTo>
                    <a:cubicBezTo>
                      <a:pt x="92" y="69"/>
                      <a:pt x="92" y="66"/>
                      <a:pt x="93" y="67"/>
                    </a:cubicBezTo>
                    <a:cubicBezTo>
                      <a:pt x="92" y="65"/>
                      <a:pt x="92" y="65"/>
                      <a:pt x="92" y="65"/>
                    </a:cubicBezTo>
                    <a:cubicBezTo>
                      <a:pt x="93" y="66"/>
                      <a:pt x="92" y="61"/>
                      <a:pt x="94" y="63"/>
                    </a:cubicBezTo>
                    <a:cubicBezTo>
                      <a:pt x="94" y="64"/>
                      <a:pt x="94" y="65"/>
                      <a:pt x="94" y="66"/>
                    </a:cubicBezTo>
                    <a:cubicBezTo>
                      <a:pt x="95" y="68"/>
                      <a:pt x="95" y="63"/>
                      <a:pt x="96" y="66"/>
                    </a:cubicBezTo>
                    <a:cubicBezTo>
                      <a:pt x="96" y="65"/>
                      <a:pt x="95" y="63"/>
                      <a:pt x="96" y="62"/>
                    </a:cubicBezTo>
                    <a:cubicBezTo>
                      <a:pt x="96" y="63"/>
                      <a:pt x="98" y="64"/>
                      <a:pt x="98" y="65"/>
                    </a:cubicBezTo>
                    <a:cubicBezTo>
                      <a:pt x="98" y="64"/>
                      <a:pt x="98" y="64"/>
                      <a:pt x="98" y="64"/>
                    </a:cubicBezTo>
                    <a:cubicBezTo>
                      <a:pt x="99" y="65"/>
                      <a:pt x="98" y="65"/>
                      <a:pt x="98" y="65"/>
                    </a:cubicBezTo>
                    <a:cubicBezTo>
                      <a:pt x="99" y="66"/>
                      <a:pt x="99" y="65"/>
                      <a:pt x="100" y="64"/>
                    </a:cubicBezTo>
                    <a:cubicBezTo>
                      <a:pt x="101" y="65"/>
                      <a:pt x="101" y="64"/>
                      <a:pt x="102" y="65"/>
                    </a:cubicBezTo>
                    <a:cubicBezTo>
                      <a:pt x="102" y="63"/>
                      <a:pt x="104" y="66"/>
                      <a:pt x="103" y="63"/>
                    </a:cubicBezTo>
                    <a:cubicBezTo>
                      <a:pt x="104" y="64"/>
                      <a:pt x="104" y="64"/>
                      <a:pt x="104" y="64"/>
                    </a:cubicBezTo>
                    <a:cubicBezTo>
                      <a:pt x="104" y="63"/>
                      <a:pt x="103" y="61"/>
                      <a:pt x="104" y="60"/>
                    </a:cubicBezTo>
                    <a:cubicBezTo>
                      <a:pt x="104" y="62"/>
                      <a:pt x="104" y="62"/>
                      <a:pt x="104" y="62"/>
                    </a:cubicBezTo>
                    <a:cubicBezTo>
                      <a:pt x="105" y="65"/>
                      <a:pt x="105" y="63"/>
                      <a:pt x="106" y="64"/>
                    </a:cubicBezTo>
                    <a:cubicBezTo>
                      <a:pt x="105" y="62"/>
                      <a:pt x="106" y="64"/>
                      <a:pt x="106" y="62"/>
                    </a:cubicBezTo>
                    <a:cubicBezTo>
                      <a:pt x="106" y="62"/>
                      <a:pt x="106" y="62"/>
                      <a:pt x="106" y="62"/>
                    </a:cubicBezTo>
                    <a:cubicBezTo>
                      <a:pt x="106" y="61"/>
                      <a:pt x="106" y="61"/>
                      <a:pt x="106" y="60"/>
                    </a:cubicBezTo>
                    <a:cubicBezTo>
                      <a:pt x="107" y="60"/>
                      <a:pt x="107" y="62"/>
                      <a:pt x="107" y="62"/>
                    </a:cubicBezTo>
                    <a:cubicBezTo>
                      <a:pt x="108" y="63"/>
                      <a:pt x="108" y="62"/>
                      <a:pt x="108" y="62"/>
                    </a:cubicBezTo>
                    <a:cubicBezTo>
                      <a:pt x="108" y="62"/>
                      <a:pt x="108" y="62"/>
                      <a:pt x="108" y="61"/>
                    </a:cubicBezTo>
                    <a:cubicBezTo>
                      <a:pt x="108" y="62"/>
                      <a:pt x="108" y="62"/>
                      <a:pt x="108" y="62"/>
                    </a:cubicBezTo>
                    <a:cubicBezTo>
                      <a:pt x="108" y="62"/>
                      <a:pt x="108" y="61"/>
                      <a:pt x="109" y="61"/>
                    </a:cubicBezTo>
                    <a:cubicBezTo>
                      <a:pt x="109" y="61"/>
                      <a:pt x="109" y="61"/>
                      <a:pt x="109" y="61"/>
                    </a:cubicBezTo>
                    <a:cubicBezTo>
                      <a:pt x="108" y="62"/>
                      <a:pt x="108" y="62"/>
                      <a:pt x="108" y="62"/>
                    </a:cubicBezTo>
                    <a:cubicBezTo>
                      <a:pt x="108" y="62"/>
                      <a:pt x="109" y="62"/>
                      <a:pt x="109" y="62"/>
                    </a:cubicBezTo>
                    <a:cubicBezTo>
                      <a:pt x="109" y="62"/>
                      <a:pt x="109" y="62"/>
                      <a:pt x="109" y="62"/>
                    </a:cubicBezTo>
                    <a:cubicBezTo>
                      <a:pt x="109" y="62"/>
                      <a:pt x="109" y="62"/>
                      <a:pt x="109" y="62"/>
                    </a:cubicBezTo>
                    <a:cubicBezTo>
                      <a:pt x="110" y="64"/>
                      <a:pt x="110" y="64"/>
                      <a:pt x="110" y="64"/>
                    </a:cubicBezTo>
                    <a:cubicBezTo>
                      <a:pt x="110" y="64"/>
                      <a:pt x="110" y="62"/>
                      <a:pt x="110" y="61"/>
                    </a:cubicBezTo>
                    <a:cubicBezTo>
                      <a:pt x="112" y="62"/>
                      <a:pt x="113" y="60"/>
                      <a:pt x="114" y="59"/>
                    </a:cubicBezTo>
                    <a:cubicBezTo>
                      <a:pt x="113" y="59"/>
                      <a:pt x="114" y="60"/>
                      <a:pt x="114" y="60"/>
                    </a:cubicBezTo>
                    <a:cubicBezTo>
                      <a:pt x="114" y="59"/>
                      <a:pt x="114" y="58"/>
                      <a:pt x="114" y="59"/>
                    </a:cubicBezTo>
                    <a:cubicBezTo>
                      <a:pt x="114" y="58"/>
                      <a:pt x="115" y="60"/>
                      <a:pt x="116" y="60"/>
                    </a:cubicBezTo>
                    <a:cubicBezTo>
                      <a:pt x="116" y="60"/>
                      <a:pt x="115" y="58"/>
                      <a:pt x="115" y="58"/>
                    </a:cubicBezTo>
                    <a:cubicBezTo>
                      <a:pt x="117" y="60"/>
                      <a:pt x="117" y="56"/>
                      <a:pt x="118" y="57"/>
                    </a:cubicBezTo>
                    <a:cubicBezTo>
                      <a:pt x="118" y="58"/>
                      <a:pt x="118" y="58"/>
                      <a:pt x="119" y="59"/>
                    </a:cubicBezTo>
                    <a:cubicBezTo>
                      <a:pt x="119" y="58"/>
                      <a:pt x="120" y="57"/>
                      <a:pt x="120" y="55"/>
                    </a:cubicBezTo>
                    <a:cubicBezTo>
                      <a:pt x="120" y="57"/>
                      <a:pt x="120" y="57"/>
                      <a:pt x="120" y="57"/>
                    </a:cubicBezTo>
                    <a:cubicBezTo>
                      <a:pt x="121" y="57"/>
                      <a:pt x="121" y="56"/>
                      <a:pt x="121" y="55"/>
                    </a:cubicBezTo>
                    <a:cubicBezTo>
                      <a:pt x="120" y="54"/>
                      <a:pt x="121" y="52"/>
                      <a:pt x="121" y="53"/>
                    </a:cubicBezTo>
                    <a:cubicBezTo>
                      <a:pt x="121" y="53"/>
                      <a:pt x="121" y="53"/>
                      <a:pt x="121" y="53"/>
                    </a:cubicBezTo>
                    <a:cubicBezTo>
                      <a:pt x="122" y="52"/>
                      <a:pt x="122" y="52"/>
                      <a:pt x="122" y="52"/>
                    </a:cubicBezTo>
                    <a:cubicBezTo>
                      <a:pt x="123" y="52"/>
                      <a:pt x="122" y="52"/>
                      <a:pt x="122" y="53"/>
                    </a:cubicBezTo>
                    <a:cubicBezTo>
                      <a:pt x="123" y="55"/>
                      <a:pt x="124" y="54"/>
                      <a:pt x="125" y="54"/>
                    </a:cubicBezTo>
                    <a:cubicBezTo>
                      <a:pt x="124" y="53"/>
                      <a:pt x="124" y="53"/>
                      <a:pt x="124" y="53"/>
                    </a:cubicBezTo>
                    <a:cubicBezTo>
                      <a:pt x="125" y="52"/>
                      <a:pt x="125" y="54"/>
                      <a:pt x="125" y="54"/>
                    </a:cubicBezTo>
                    <a:cubicBezTo>
                      <a:pt x="125" y="49"/>
                      <a:pt x="125" y="49"/>
                      <a:pt x="125" y="49"/>
                    </a:cubicBezTo>
                    <a:cubicBezTo>
                      <a:pt x="125" y="49"/>
                      <a:pt x="126" y="51"/>
                      <a:pt x="126" y="52"/>
                    </a:cubicBezTo>
                    <a:cubicBezTo>
                      <a:pt x="127" y="51"/>
                      <a:pt x="126" y="48"/>
                      <a:pt x="126" y="46"/>
                    </a:cubicBezTo>
                    <a:cubicBezTo>
                      <a:pt x="127" y="47"/>
                      <a:pt x="127" y="45"/>
                      <a:pt x="128" y="45"/>
                    </a:cubicBezTo>
                    <a:cubicBezTo>
                      <a:pt x="128" y="46"/>
                      <a:pt x="127" y="45"/>
                      <a:pt x="128" y="46"/>
                    </a:cubicBezTo>
                    <a:cubicBezTo>
                      <a:pt x="129" y="47"/>
                      <a:pt x="129" y="47"/>
                      <a:pt x="129" y="47"/>
                    </a:cubicBezTo>
                    <a:cubicBezTo>
                      <a:pt x="128" y="48"/>
                      <a:pt x="130" y="50"/>
                      <a:pt x="130" y="51"/>
                    </a:cubicBezTo>
                    <a:cubicBezTo>
                      <a:pt x="130" y="50"/>
                      <a:pt x="132" y="50"/>
                      <a:pt x="132" y="50"/>
                    </a:cubicBezTo>
                    <a:cubicBezTo>
                      <a:pt x="131" y="48"/>
                      <a:pt x="133" y="49"/>
                      <a:pt x="132" y="46"/>
                    </a:cubicBezTo>
                    <a:cubicBezTo>
                      <a:pt x="133" y="45"/>
                      <a:pt x="133" y="48"/>
                      <a:pt x="134" y="48"/>
                    </a:cubicBezTo>
                    <a:cubicBezTo>
                      <a:pt x="134" y="47"/>
                      <a:pt x="135" y="47"/>
                      <a:pt x="136" y="47"/>
                    </a:cubicBezTo>
                    <a:cubicBezTo>
                      <a:pt x="136" y="47"/>
                      <a:pt x="136" y="47"/>
                      <a:pt x="136" y="47"/>
                    </a:cubicBezTo>
                    <a:cubicBezTo>
                      <a:pt x="137" y="46"/>
                      <a:pt x="138" y="46"/>
                      <a:pt x="138" y="44"/>
                    </a:cubicBezTo>
                    <a:cubicBezTo>
                      <a:pt x="139" y="45"/>
                      <a:pt x="139" y="45"/>
                      <a:pt x="139" y="45"/>
                    </a:cubicBezTo>
                    <a:cubicBezTo>
                      <a:pt x="140" y="46"/>
                      <a:pt x="137" y="42"/>
                      <a:pt x="139" y="43"/>
                    </a:cubicBezTo>
                    <a:cubicBezTo>
                      <a:pt x="139" y="44"/>
                      <a:pt x="139" y="44"/>
                      <a:pt x="139" y="44"/>
                    </a:cubicBezTo>
                    <a:cubicBezTo>
                      <a:pt x="139" y="43"/>
                      <a:pt x="141" y="45"/>
                      <a:pt x="141" y="43"/>
                    </a:cubicBezTo>
                    <a:cubicBezTo>
                      <a:pt x="141" y="44"/>
                      <a:pt x="141" y="44"/>
                      <a:pt x="141" y="44"/>
                    </a:cubicBezTo>
                    <a:cubicBezTo>
                      <a:pt x="141" y="43"/>
                      <a:pt x="142" y="43"/>
                      <a:pt x="142" y="41"/>
                    </a:cubicBezTo>
                    <a:cubicBezTo>
                      <a:pt x="143" y="43"/>
                      <a:pt x="143" y="43"/>
                      <a:pt x="143" y="43"/>
                    </a:cubicBezTo>
                    <a:cubicBezTo>
                      <a:pt x="144" y="44"/>
                      <a:pt x="142" y="41"/>
                      <a:pt x="143" y="42"/>
                    </a:cubicBezTo>
                    <a:cubicBezTo>
                      <a:pt x="143" y="42"/>
                      <a:pt x="144" y="42"/>
                      <a:pt x="144" y="43"/>
                    </a:cubicBezTo>
                    <a:cubicBezTo>
                      <a:pt x="144" y="41"/>
                      <a:pt x="145" y="41"/>
                      <a:pt x="145" y="40"/>
                    </a:cubicBezTo>
                    <a:cubicBezTo>
                      <a:pt x="146" y="42"/>
                      <a:pt x="146" y="42"/>
                      <a:pt x="146" y="42"/>
                    </a:cubicBezTo>
                    <a:cubicBezTo>
                      <a:pt x="149" y="41"/>
                      <a:pt x="153" y="39"/>
                      <a:pt x="154" y="36"/>
                    </a:cubicBezTo>
                    <a:cubicBezTo>
                      <a:pt x="156" y="38"/>
                      <a:pt x="154" y="37"/>
                      <a:pt x="156" y="39"/>
                    </a:cubicBezTo>
                    <a:cubicBezTo>
                      <a:pt x="154" y="37"/>
                      <a:pt x="156" y="38"/>
                      <a:pt x="156" y="37"/>
                    </a:cubicBezTo>
                    <a:cubicBezTo>
                      <a:pt x="156" y="37"/>
                      <a:pt x="156" y="37"/>
                      <a:pt x="156" y="37"/>
                    </a:cubicBezTo>
                    <a:cubicBezTo>
                      <a:pt x="157" y="36"/>
                      <a:pt x="158" y="38"/>
                      <a:pt x="158" y="37"/>
                    </a:cubicBezTo>
                    <a:cubicBezTo>
                      <a:pt x="157" y="36"/>
                      <a:pt x="157" y="36"/>
                      <a:pt x="157" y="36"/>
                    </a:cubicBezTo>
                    <a:cubicBezTo>
                      <a:pt x="157" y="35"/>
                      <a:pt x="160" y="38"/>
                      <a:pt x="158" y="36"/>
                    </a:cubicBezTo>
                    <a:cubicBezTo>
                      <a:pt x="160" y="37"/>
                      <a:pt x="160" y="37"/>
                      <a:pt x="160" y="37"/>
                    </a:cubicBezTo>
                    <a:cubicBezTo>
                      <a:pt x="159" y="34"/>
                      <a:pt x="161" y="37"/>
                      <a:pt x="160" y="35"/>
                    </a:cubicBezTo>
                    <a:cubicBezTo>
                      <a:pt x="160" y="35"/>
                      <a:pt x="160" y="35"/>
                      <a:pt x="160" y="35"/>
                    </a:cubicBezTo>
                    <a:cubicBezTo>
                      <a:pt x="162" y="36"/>
                      <a:pt x="160" y="32"/>
                      <a:pt x="162" y="34"/>
                    </a:cubicBezTo>
                    <a:cubicBezTo>
                      <a:pt x="162" y="33"/>
                      <a:pt x="162" y="32"/>
                      <a:pt x="161" y="30"/>
                    </a:cubicBezTo>
                    <a:cubicBezTo>
                      <a:pt x="163" y="33"/>
                      <a:pt x="163" y="33"/>
                      <a:pt x="163" y="33"/>
                    </a:cubicBezTo>
                    <a:cubicBezTo>
                      <a:pt x="164" y="30"/>
                      <a:pt x="167" y="29"/>
                      <a:pt x="167" y="26"/>
                    </a:cubicBezTo>
                    <a:cubicBezTo>
                      <a:pt x="168" y="27"/>
                      <a:pt x="168" y="27"/>
                      <a:pt x="168" y="27"/>
                    </a:cubicBezTo>
                    <a:cubicBezTo>
                      <a:pt x="168" y="24"/>
                      <a:pt x="172" y="27"/>
                      <a:pt x="170" y="23"/>
                    </a:cubicBezTo>
                    <a:cubicBezTo>
                      <a:pt x="169" y="21"/>
                      <a:pt x="169" y="21"/>
                      <a:pt x="169" y="21"/>
                    </a:cubicBezTo>
                    <a:cubicBezTo>
                      <a:pt x="171" y="23"/>
                      <a:pt x="171" y="23"/>
                      <a:pt x="171" y="23"/>
                    </a:cubicBezTo>
                    <a:cubicBezTo>
                      <a:pt x="170" y="22"/>
                      <a:pt x="172" y="22"/>
                      <a:pt x="171" y="20"/>
                    </a:cubicBezTo>
                    <a:cubicBezTo>
                      <a:pt x="171" y="21"/>
                      <a:pt x="171" y="21"/>
                      <a:pt x="172" y="21"/>
                    </a:cubicBezTo>
                    <a:cubicBezTo>
                      <a:pt x="172" y="21"/>
                      <a:pt x="171" y="19"/>
                      <a:pt x="172" y="19"/>
                    </a:cubicBezTo>
                    <a:cubicBezTo>
                      <a:pt x="172" y="20"/>
                      <a:pt x="172" y="20"/>
                      <a:pt x="172" y="20"/>
                    </a:cubicBezTo>
                    <a:cubicBezTo>
                      <a:pt x="177" y="20"/>
                      <a:pt x="182" y="19"/>
                      <a:pt x="180" y="14"/>
                    </a:cubicBezTo>
                    <a:cubicBezTo>
                      <a:pt x="180" y="13"/>
                      <a:pt x="182" y="15"/>
                      <a:pt x="182" y="15"/>
                    </a:cubicBezTo>
                    <a:cubicBezTo>
                      <a:pt x="181" y="11"/>
                      <a:pt x="188" y="11"/>
                      <a:pt x="185" y="6"/>
                    </a:cubicBezTo>
                    <a:cubicBezTo>
                      <a:pt x="185" y="4"/>
                      <a:pt x="180" y="0"/>
                      <a:pt x="18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8" name="Freeform 342"/>
              <p:cNvSpPr/>
              <p:nvPr/>
            </p:nvSpPr>
            <p:spPr bwMode="auto">
              <a:xfrm>
                <a:off x="3757" y="2934"/>
                <a:ext cx="2" cy="2"/>
              </a:xfrm>
              <a:custGeom>
                <a:avLst/>
                <a:gdLst>
                  <a:gd name="T0" fmla="*/ 0 w 1"/>
                  <a:gd name="T1" fmla="*/ 0 h 1"/>
                  <a:gd name="T2" fmla="*/ 1 w 1"/>
                  <a:gd name="T3" fmla="*/ 0 h 1"/>
                  <a:gd name="T4" fmla="*/ 0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0" y="0"/>
                      <a:pt x="0" y="0"/>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9" name="Freeform 343"/>
              <p:cNvSpPr/>
              <p:nvPr/>
            </p:nvSpPr>
            <p:spPr bwMode="auto">
              <a:xfrm>
                <a:off x="4226" y="2525"/>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0" name="Freeform 344"/>
              <p:cNvSpPr/>
              <p:nvPr/>
            </p:nvSpPr>
            <p:spPr bwMode="auto">
              <a:xfrm>
                <a:off x="3752" y="2940"/>
                <a:ext cx="3" cy="3"/>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1"/>
                      <a:pt x="0" y="1"/>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1" name="Freeform 345"/>
              <p:cNvSpPr/>
              <p:nvPr/>
            </p:nvSpPr>
            <p:spPr bwMode="auto">
              <a:xfrm>
                <a:off x="3975" y="29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2" name="Freeform 346"/>
              <p:cNvSpPr/>
              <p:nvPr/>
            </p:nvSpPr>
            <p:spPr bwMode="auto">
              <a:xfrm>
                <a:off x="3905" y="22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3" name="Freeform 347"/>
              <p:cNvSpPr/>
              <p:nvPr/>
            </p:nvSpPr>
            <p:spPr bwMode="auto">
              <a:xfrm>
                <a:off x="4289" y="255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0"/>
                      <a:pt x="0" y="1"/>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4" name="Freeform 348"/>
              <p:cNvSpPr/>
              <p:nvPr/>
            </p:nvSpPr>
            <p:spPr bwMode="auto">
              <a:xfrm>
                <a:off x="3899" y="2262"/>
                <a:ext cx="2" cy="2"/>
              </a:xfrm>
              <a:custGeom>
                <a:avLst/>
                <a:gdLst>
                  <a:gd name="T0" fmla="*/ 2 w 2"/>
                  <a:gd name="T1" fmla="*/ 0 h 2"/>
                  <a:gd name="T2" fmla="*/ 0 w 2"/>
                  <a:gd name="T3" fmla="*/ 2 h 2"/>
                  <a:gd name="T4" fmla="*/ 0 w 2"/>
                  <a:gd name="T5" fmla="*/ 0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0" y="0"/>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5" name="Freeform 349"/>
              <p:cNvSpPr/>
              <p:nvPr/>
            </p:nvSpPr>
            <p:spPr bwMode="auto">
              <a:xfrm>
                <a:off x="3939" y="2926"/>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6" name="Freeform 350"/>
              <p:cNvSpPr/>
              <p:nvPr/>
            </p:nvSpPr>
            <p:spPr bwMode="auto">
              <a:xfrm>
                <a:off x="3888" y="2281"/>
                <a:ext cx="2" cy="4"/>
              </a:xfrm>
              <a:custGeom>
                <a:avLst/>
                <a:gdLst>
                  <a:gd name="T0" fmla="*/ 2 w 2"/>
                  <a:gd name="T1" fmla="*/ 0 h 4"/>
                  <a:gd name="T2" fmla="*/ 2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2" y="0"/>
                    </a:lnTo>
                    <a:lnTo>
                      <a:pt x="0" y="4"/>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7" name="Freeform 351"/>
              <p:cNvSpPr/>
              <p:nvPr/>
            </p:nvSpPr>
            <p:spPr bwMode="auto">
              <a:xfrm>
                <a:off x="3842" y="2270"/>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2"/>
                      <a:pt x="0" y="0"/>
                      <a:pt x="1"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8" name="Freeform 352"/>
              <p:cNvSpPr/>
              <p:nvPr/>
            </p:nvSpPr>
            <p:spPr bwMode="auto">
              <a:xfrm>
                <a:off x="3844" y="2268"/>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9" name="Freeform 353"/>
              <p:cNvSpPr/>
              <p:nvPr/>
            </p:nvSpPr>
            <p:spPr bwMode="auto">
              <a:xfrm>
                <a:off x="3899" y="2272"/>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0" name="Freeform 354"/>
              <p:cNvSpPr/>
              <p:nvPr/>
            </p:nvSpPr>
            <p:spPr bwMode="auto">
              <a:xfrm>
                <a:off x="3776" y="298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1" name="Freeform 355"/>
              <p:cNvSpPr/>
              <p:nvPr/>
            </p:nvSpPr>
            <p:spPr bwMode="auto">
              <a:xfrm>
                <a:off x="3795" y="2985"/>
                <a:ext cx="2" cy="6"/>
              </a:xfrm>
              <a:custGeom>
                <a:avLst/>
                <a:gdLst>
                  <a:gd name="T0" fmla="*/ 1 w 1"/>
                  <a:gd name="T1" fmla="*/ 2 h 3"/>
                  <a:gd name="T2" fmla="*/ 0 w 1"/>
                  <a:gd name="T3" fmla="*/ 1 h 3"/>
                  <a:gd name="T4" fmla="*/ 1 w 1"/>
                  <a:gd name="T5" fmla="*/ 2 h 3"/>
                </a:gdLst>
                <a:ahLst/>
                <a:cxnLst>
                  <a:cxn ang="0">
                    <a:pos x="T0" y="T1"/>
                  </a:cxn>
                  <a:cxn ang="0">
                    <a:pos x="T2" y="T3"/>
                  </a:cxn>
                  <a:cxn ang="0">
                    <a:pos x="T4" y="T5"/>
                  </a:cxn>
                </a:cxnLst>
                <a:rect l="0" t="0" r="r" b="b"/>
                <a:pathLst>
                  <a:path w="1" h="3">
                    <a:moveTo>
                      <a:pt x="1" y="2"/>
                    </a:moveTo>
                    <a:cubicBezTo>
                      <a:pt x="1" y="0"/>
                      <a:pt x="0" y="1"/>
                      <a:pt x="0" y="1"/>
                    </a:cubicBezTo>
                    <a:cubicBezTo>
                      <a:pt x="0" y="3"/>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2" name="Freeform 356"/>
              <p:cNvSpPr/>
              <p:nvPr/>
            </p:nvSpPr>
            <p:spPr bwMode="auto">
              <a:xfrm>
                <a:off x="3765" y="2972"/>
                <a:ext cx="7" cy="2"/>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1" y="1"/>
                      <a:pt x="2" y="1"/>
                      <a:pt x="3"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3" name="Freeform 357"/>
              <p:cNvSpPr/>
              <p:nvPr/>
            </p:nvSpPr>
            <p:spPr bwMode="auto">
              <a:xfrm>
                <a:off x="3803" y="2985"/>
                <a:ext cx="3"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4" name="Freeform 358"/>
              <p:cNvSpPr/>
              <p:nvPr/>
            </p:nvSpPr>
            <p:spPr bwMode="auto">
              <a:xfrm>
                <a:off x="3479"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5" name="Freeform 359"/>
              <p:cNvSpPr/>
              <p:nvPr/>
            </p:nvSpPr>
            <p:spPr bwMode="auto">
              <a:xfrm>
                <a:off x="3761" y="2966"/>
                <a:ext cx="2" cy="4"/>
              </a:xfrm>
              <a:custGeom>
                <a:avLst/>
                <a:gdLst>
                  <a:gd name="T0" fmla="*/ 1 w 1"/>
                  <a:gd name="T1" fmla="*/ 0 h 2"/>
                  <a:gd name="T2" fmla="*/ 0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1"/>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6" name="Freeform 360"/>
              <p:cNvSpPr/>
              <p:nvPr/>
            </p:nvSpPr>
            <p:spPr bwMode="auto">
              <a:xfrm>
                <a:off x="3943" y="2966"/>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7" name="Freeform 361"/>
              <p:cNvSpPr/>
              <p:nvPr/>
            </p:nvSpPr>
            <p:spPr bwMode="auto">
              <a:xfrm>
                <a:off x="4003" y="294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8" name="Freeform 362"/>
              <p:cNvSpPr/>
              <p:nvPr/>
            </p:nvSpPr>
            <p:spPr bwMode="auto">
              <a:xfrm>
                <a:off x="4003" y="29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9" name="Freeform 363"/>
              <p:cNvSpPr/>
              <p:nvPr/>
            </p:nvSpPr>
            <p:spPr bwMode="auto">
              <a:xfrm>
                <a:off x="3996" y="2951"/>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0" name="Freeform 364"/>
              <p:cNvSpPr/>
              <p:nvPr/>
            </p:nvSpPr>
            <p:spPr bwMode="auto">
              <a:xfrm>
                <a:off x="3757" y="3023"/>
                <a:ext cx="4" cy="4"/>
              </a:xfrm>
              <a:custGeom>
                <a:avLst/>
                <a:gdLst>
                  <a:gd name="T0" fmla="*/ 1 w 2"/>
                  <a:gd name="T1" fmla="*/ 0 h 2"/>
                  <a:gd name="T2" fmla="*/ 1 w 2"/>
                  <a:gd name="T3" fmla="*/ 2 h 2"/>
                  <a:gd name="T4" fmla="*/ 1 w 2"/>
                  <a:gd name="T5" fmla="*/ 0 h 2"/>
                </a:gdLst>
                <a:ahLst/>
                <a:cxnLst>
                  <a:cxn ang="0">
                    <a:pos x="T0" y="T1"/>
                  </a:cxn>
                  <a:cxn ang="0">
                    <a:pos x="T2" y="T3"/>
                  </a:cxn>
                  <a:cxn ang="0">
                    <a:pos x="T4" y="T5"/>
                  </a:cxn>
                </a:cxnLst>
                <a:rect l="0" t="0" r="r" b="b"/>
                <a:pathLst>
                  <a:path w="2" h="2">
                    <a:moveTo>
                      <a:pt x="1" y="0"/>
                    </a:moveTo>
                    <a:cubicBezTo>
                      <a:pt x="0" y="2"/>
                      <a:pt x="2" y="1"/>
                      <a:pt x="1" y="2"/>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1" name="Freeform 365"/>
              <p:cNvSpPr/>
              <p:nvPr/>
            </p:nvSpPr>
            <p:spPr bwMode="auto">
              <a:xfrm>
                <a:off x="4003" y="2949"/>
                <a:ext cx="0" cy="4"/>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2"/>
                      <a:pt x="0" y="0"/>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2" name="Freeform 366"/>
              <p:cNvSpPr/>
              <p:nvPr/>
            </p:nvSpPr>
            <p:spPr bwMode="auto">
              <a:xfrm>
                <a:off x="3869" y="293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3" name="Freeform 367"/>
              <p:cNvSpPr/>
              <p:nvPr/>
            </p:nvSpPr>
            <p:spPr bwMode="auto">
              <a:xfrm>
                <a:off x="4026" y="2926"/>
                <a:ext cx="2" cy="4"/>
              </a:xfrm>
              <a:custGeom>
                <a:avLst/>
                <a:gdLst>
                  <a:gd name="T0" fmla="*/ 0 w 2"/>
                  <a:gd name="T1" fmla="*/ 0 h 4"/>
                  <a:gd name="T2" fmla="*/ 2 w 2"/>
                  <a:gd name="T3" fmla="*/ 4 h 4"/>
                  <a:gd name="T4" fmla="*/ 2 w 2"/>
                  <a:gd name="T5" fmla="*/ 4 h 4"/>
                  <a:gd name="T6" fmla="*/ 0 w 2"/>
                  <a:gd name="T7" fmla="*/ 0 h 4"/>
                </a:gdLst>
                <a:ahLst/>
                <a:cxnLst>
                  <a:cxn ang="0">
                    <a:pos x="T0" y="T1"/>
                  </a:cxn>
                  <a:cxn ang="0">
                    <a:pos x="T2" y="T3"/>
                  </a:cxn>
                  <a:cxn ang="0">
                    <a:pos x="T4" y="T5"/>
                  </a:cxn>
                  <a:cxn ang="0">
                    <a:pos x="T6" y="T7"/>
                  </a:cxn>
                </a:cxnLst>
                <a:rect l="0" t="0" r="r" b="b"/>
                <a:pathLst>
                  <a:path w="2" h="4">
                    <a:moveTo>
                      <a:pt x="0" y="0"/>
                    </a:moveTo>
                    <a:lnTo>
                      <a:pt x="2" y="4"/>
                    </a:lnTo>
                    <a:lnTo>
                      <a:pt x="2"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4" name="Rectangle 368"/>
              <p:cNvSpPr>
                <a:spLocks noChangeArrowheads="1"/>
              </p:cNvSpPr>
              <p:nvPr/>
            </p:nvSpPr>
            <p:spPr bwMode="auto">
              <a:xfrm>
                <a:off x="4275" y="2542"/>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5" name="Oval 369"/>
              <p:cNvSpPr>
                <a:spLocks noChangeArrowheads="1"/>
              </p:cNvSpPr>
              <p:nvPr/>
            </p:nvSpPr>
            <p:spPr bwMode="auto">
              <a:xfrm>
                <a:off x="3472" y="207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6" name="Freeform 370"/>
              <p:cNvSpPr/>
              <p:nvPr/>
            </p:nvSpPr>
            <p:spPr bwMode="auto">
              <a:xfrm>
                <a:off x="4219" y="2518"/>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7" name="Freeform 371"/>
              <p:cNvSpPr/>
              <p:nvPr/>
            </p:nvSpPr>
            <p:spPr bwMode="auto">
              <a:xfrm>
                <a:off x="4230" y="2525"/>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8" name="Freeform 372"/>
              <p:cNvSpPr/>
              <p:nvPr/>
            </p:nvSpPr>
            <p:spPr bwMode="auto">
              <a:xfrm>
                <a:off x="3472"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9" name="Freeform 373"/>
              <p:cNvSpPr/>
              <p:nvPr/>
            </p:nvSpPr>
            <p:spPr bwMode="auto">
              <a:xfrm>
                <a:off x="4217" y="2482"/>
                <a:ext cx="145" cy="117"/>
              </a:xfrm>
              <a:custGeom>
                <a:avLst/>
                <a:gdLst>
                  <a:gd name="T0" fmla="*/ 63 w 68"/>
                  <a:gd name="T1" fmla="*/ 35 h 55"/>
                  <a:gd name="T2" fmla="*/ 47 w 68"/>
                  <a:gd name="T3" fmla="*/ 21 h 55"/>
                  <a:gd name="T4" fmla="*/ 43 w 68"/>
                  <a:gd name="T5" fmla="*/ 21 h 55"/>
                  <a:gd name="T6" fmla="*/ 40 w 68"/>
                  <a:gd name="T7" fmla="*/ 15 h 55"/>
                  <a:gd name="T8" fmla="*/ 35 w 68"/>
                  <a:gd name="T9" fmla="*/ 11 h 55"/>
                  <a:gd name="T10" fmla="*/ 29 w 68"/>
                  <a:gd name="T11" fmla="*/ 6 h 55"/>
                  <a:gd name="T12" fmla="*/ 24 w 68"/>
                  <a:gd name="T13" fmla="*/ 7 h 55"/>
                  <a:gd name="T14" fmla="*/ 16 w 68"/>
                  <a:gd name="T15" fmla="*/ 6 h 55"/>
                  <a:gd name="T16" fmla="*/ 13 w 68"/>
                  <a:gd name="T17" fmla="*/ 5 h 55"/>
                  <a:gd name="T18" fmla="*/ 10 w 68"/>
                  <a:gd name="T19" fmla="*/ 1 h 55"/>
                  <a:gd name="T20" fmla="*/ 9 w 68"/>
                  <a:gd name="T21" fmla="*/ 1 h 55"/>
                  <a:gd name="T22" fmla="*/ 5 w 68"/>
                  <a:gd name="T23" fmla="*/ 2 h 55"/>
                  <a:gd name="T24" fmla="*/ 2 w 68"/>
                  <a:gd name="T25" fmla="*/ 3 h 55"/>
                  <a:gd name="T26" fmla="*/ 2 w 68"/>
                  <a:gd name="T27" fmla="*/ 6 h 55"/>
                  <a:gd name="T28" fmla="*/ 5 w 68"/>
                  <a:gd name="T29" fmla="*/ 8 h 55"/>
                  <a:gd name="T30" fmla="*/ 4 w 68"/>
                  <a:gd name="T31" fmla="*/ 10 h 55"/>
                  <a:gd name="T32" fmla="*/ 6 w 68"/>
                  <a:gd name="T33" fmla="*/ 13 h 55"/>
                  <a:gd name="T34" fmla="*/ 4 w 68"/>
                  <a:gd name="T35" fmla="*/ 16 h 55"/>
                  <a:gd name="T36" fmla="*/ 2 w 68"/>
                  <a:gd name="T37" fmla="*/ 19 h 55"/>
                  <a:gd name="T38" fmla="*/ 6 w 68"/>
                  <a:gd name="T39" fmla="*/ 16 h 55"/>
                  <a:gd name="T40" fmla="*/ 9 w 68"/>
                  <a:gd name="T41" fmla="*/ 13 h 55"/>
                  <a:gd name="T42" fmla="*/ 7 w 68"/>
                  <a:gd name="T43" fmla="*/ 19 h 55"/>
                  <a:gd name="T44" fmla="*/ 8 w 68"/>
                  <a:gd name="T45" fmla="*/ 18 h 55"/>
                  <a:gd name="T46" fmla="*/ 8 w 68"/>
                  <a:gd name="T47" fmla="*/ 21 h 55"/>
                  <a:gd name="T48" fmla="*/ 9 w 68"/>
                  <a:gd name="T49" fmla="*/ 21 h 55"/>
                  <a:gd name="T50" fmla="*/ 10 w 68"/>
                  <a:gd name="T51" fmla="*/ 22 h 55"/>
                  <a:gd name="T52" fmla="*/ 15 w 68"/>
                  <a:gd name="T53" fmla="*/ 17 h 55"/>
                  <a:gd name="T54" fmla="*/ 11 w 68"/>
                  <a:gd name="T55" fmla="*/ 23 h 55"/>
                  <a:gd name="T56" fmla="*/ 13 w 68"/>
                  <a:gd name="T57" fmla="*/ 23 h 55"/>
                  <a:gd name="T58" fmla="*/ 16 w 68"/>
                  <a:gd name="T59" fmla="*/ 23 h 55"/>
                  <a:gd name="T60" fmla="*/ 18 w 68"/>
                  <a:gd name="T61" fmla="*/ 24 h 55"/>
                  <a:gd name="T62" fmla="*/ 18 w 68"/>
                  <a:gd name="T63" fmla="*/ 24 h 55"/>
                  <a:gd name="T64" fmla="*/ 21 w 68"/>
                  <a:gd name="T65" fmla="*/ 24 h 55"/>
                  <a:gd name="T66" fmla="*/ 23 w 68"/>
                  <a:gd name="T67" fmla="*/ 23 h 55"/>
                  <a:gd name="T68" fmla="*/ 22 w 68"/>
                  <a:gd name="T69" fmla="*/ 26 h 55"/>
                  <a:gd name="T70" fmla="*/ 25 w 68"/>
                  <a:gd name="T71" fmla="*/ 24 h 55"/>
                  <a:gd name="T72" fmla="*/ 24 w 68"/>
                  <a:gd name="T73" fmla="*/ 27 h 55"/>
                  <a:gd name="T74" fmla="*/ 26 w 68"/>
                  <a:gd name="T75" fmla="*/ 29 h 55"/>
                  <a:gd name="T76" fmla="*/ 28 w 68"/>
                  <a:gd name="T77" fmla="*/ 30 h 55"/>
                  <a:gd name="T78" fmla="*/ 29 w 68"/>
                  <a:gd name="T79" fmla="*/ 32 h 55"/>
                  <a:gd name="T80" fmla="*/ 31 w 68"/>
                  <a:gd name="T81" fmla="*/ 31 h 55"/>
                  <a:gd name="T82" fmla="*/ 32 w 68"/>
                  <a:gd name="T83" fmla="*/ 32 h 55"/>
                  <a:gd name="T84" fmla="*/ 31 w 68"/>
                  <a:gd name="T85" fmla="*/ 33 h 55"/>
                  <a:gd name="T86" fmla="*/ 34 w 68"/>
                  <a:gd name="T87" fmla="*/ 34 h 55"/>
                  <a:gd name="T88" fmla="*/ 37 w 68"/>
                  <a:gd name="T89" fmla="*/ 34 h 55"/>
                  <a:gd name="T90" fmla="*/ 39 w 68"/>
                  <a:gd name="T91" fmla="*/ 34 h 55"/>
                  <a:gd name="T92" fmla="*/ 44 w 68"/>
                  <a:gd name="T93" fmla="*/ 32 h 55"/>
                  <a:gd name="T94" fmla="*/ 43 w 68"/>
                  <a:gd name="T95" fmla="*/ 36 h 55"/>
                  <a:gd name="T96" fmla="*/ 46 w 68"/>
                  <a:gd name="T97" fmla="*/ 36 h 55"/>
                  <a:gd name="T98" fmla="*/ 47 w 68"/>
                  <a:gd name="T99" fmla="*/ 38 h 55"/>
                  <a:gd name="T100" fmla="*/ 48 w 68"/>
                  <a:gd name="T101" fmla="*/ 43 h 55"/>
                  <a:gd name="T102" fmla="*/ 50 w 68"/>
                  <a:gd name="T103" fmla="*/ 44 h 55"/>
                  <a:gd name="T104" fmla="*/ 58 w 68"/>
                  <a:gd name="T105" fmla="*/ 45 h 55"/>
                  <a:gd name="T106" fmla="*/ 58 w 68"/>
                  <a:gd name="T107" fmla="*/ 5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55">
                    <a:moveTo>
                      <a:pt x="66" y="42"/>
                    </a:moveTo>
                    <a:cubicBezTo>
                      <a:pt x="65" y="40"/>
                      <a:pt x="67" y="35"/>
                      <a:pt x="64" y="34"/>
                    </a:cubicBezTo>
                    <a:cubicBezTo>
                      <a:pt x="63" y="35"/>
                      <a:pt x="62" y="35"/>
                      <a:pt x="62" y="36"/>
                    </a:cubicBezTo>
                    <a:cubicBezTo>
                      <a:pt x="62" y="35"/>
                      <a:pt x="62" y="35"/>
                      <a:pt x="62" y="35"/>
                    </a:cubicBezTo>
                    <a:cubicBezTo>
                      <a:pt x="61" y="36"/>
                      <a:pt x="61" y="36"/>
                      <a:pt x="61" y="36"/>
                    </a:cubicBezTo>
                    <a:cubicBezTo>
                      <a:pt x="61" y="36"/>
                      <a:pt x="62" y="35"/>
                      <a:pt x="63" y="35"/>
                    </a:cubicBezTo>
                    <a:cubicBezTo>
                      <a:pt x="62" y="34"/>
                      <a:pt x="61" y="34"/>
                      <a:pt x="61" y="33"/>
                    </a:cubicBezTo>
                    <a:cubicBezTo>
                      <a:pt x="59" y="34"/>
                      <a:pt x="60" y="32"/>
                      <a:pt x="58" y="34"/>
                    </a:cubicBezTo>
                    <a:cubicBezTo>
                      <a:pt x="59" y="33"/>
                      <a:pt x="59" y="33"/>
                      <a:pt x="59" y="33"/>
                    </a:cubicBezTo>
                    <a:cubicBezTo>
                      <a:pt x="58" y="33"/>
                      <a:pt x="58" y="33"/>
                      <a:pt x="59" y="31"/>
                    </a:cubicBezTo>
                    <a:cubicBezTo>
                      <a:pt x="59" y="28"/>
                      <a:pt x="56" y="27"/>
                      <a:pt x="55" y="24"/>
                    </a:cubicBezTo>
                    <a:cubicBezTo>
                      <a:pt x="53" y="22"/>
                      <a:pt x="50" y="22"/>
                      <a:pt x="47" y="21"/>
                    </a:cubicBezTo>
                    <a:cubicBezTo>
                      <a:pt x="45" y="23"/>
                      <a:pt x="45" y="22"/>
                      <a:pt x="43" y="23"/>
                    </a:cubicBezTo>
                    <a:cubicBezTo>
                      <a:pt x="44" y="23"/>
                      <a:pt x="44" y="23"/>
                      <a:pt x="44" y="23"/>
                    </a:cubicBezTo>
                    <a:cubicBezTo>
                      <a:pt x="42" y="23"/>
                      <a:pt x="43" y="22"/>
                      <a:pt x="44" y="21"/>
                    </a:cubicBezTo>
                    <a:cubicBezTo>
                      <a:pt x="43" y="22"/>
                      <a:pt x="44" y="21"/>
                      <a:pt x="42" y="22"/>
                    </a:cubicBezTo>
                    <a:cubicBezTo>
                      <a:pt x="41" y="24"/>
                      <a:pt x="44" y="20"/>
                      <a:pt x="43" y="21"/>
                    </a:cubicBezTo>
                    <a:cubicBezTo>
                      <a:pt x="44" y="20"/>
                      <a:pt x="42" y="22"/>
                      <a:pt x="43" y="21"/>
                    </a:cubicBezTo>
                    <a:cubicBezTo>
                      <a:pt x="41" y="22"/>
                      <a:pt x="44" y="20"/>
                      <a:pt x="44" y="18"/>
                    </a:cubicBezTo>
                    <a:cubicBezTo>
                      <a:pt x="43" y="18"/>
                      <a:pt x="41" y="19"/>
                      <a:pt x="41" y="17"/>
                    </a:cubicBezTo>
                    <a:cubicBezTo>
                      <a:pt x="41" y="17"/>
                      <a:pt x="40" y="18"/>
                      <a:pt x="40" y="18"/>
                    </a:cubicBezTo>
                    <a:cubicBezTo>
                      <a:pt x="42" y="16"/>
                      <a:pt x="39" y="19"/>
                      <a:pt x="40" y="17"/>
                    </a:cubicBezTo>
                    <a:cubicBezTo>
                      <a:pt x="40" y="17"/>
                      <a:pt x="40" y="17"/>
                      <a:pt x="40" y="17"/>
                    </a:cubicBezTo>
                    <a:cubicBezTo>
                      <a:pt x="41" y="15"/>
                      <a:pt x="39" y="17"/>
                      <a:pt x="40" y="15"/>
                    </a:cubicBezTo>
                    <a:cubicBezTo>
                      <a:pt x="40" y="15"/>
                      <a:pt x="40" y="15"/>
                      <a:pt x="40" y="15"/>
                    </a:cubicBezTo>
                    <a:cubicBezTo>
                      <a:pt x="38" y="16"/>
                      <a:pt x="40" y="13"/>
                      <a:pt x="39" y="15"/>
                    </a:cubicBezTo>
                    <a:cubicBezTo>
                      <a:pt x="40" y="14"/>
                      <a:pt x="39" y="14"/>
                      <a:pt x="40" y="13"/>
                    </a:cubicBezTo>
                    <a:cubicBezTo>
                      <a:pt x="37" y="16"/>
                      <a:pt x="40" y="12"/>
                      <a:pt x="38" y="13"/>
                    </a:cubicBezTo>
                    <a:cubicBezTo>
                      <a:pt x="38" y="13"/>
                      <a:pt x="38" y="13"/>
                      <a:pt x="38" y="13"/>
                    </a:cubicBezTo>
                    <a:cubicBezTo>
                      <a:pt x="37" y="12"/>
                      <a:pt x="37" y="11"/>
                      <a:pt x="35" y="11"/>
                    </a:cubicBezTo>
                    <a:cubicBezTo>
                      <a:pt x="34" y="11"/>
                      <a:pt x="36" y="8"/>
                      <a:pt x="34" y="9"/>
                    </a:cubicBezTo>
                    <a:cubicBezTo>
                      <a:pt x="33" y="10"/>
                      <a:pt x="33" y="10"/>
                      <a:pt x="33" y="10"/>
                    </a:cubicBezTo>
                    <a:cubicBezTo>
                      <a:pt x="32" y="10"/>
                      <a:pt x="33" y="9"/>
                      <a:pt x="34" y="9"/>
                    </a:cubicBezTo>
                    <a:cubicBezTo>
                      <a:pt x="32" y="10"/>
                      <a:pt x="33" y="8"/>
                      <a:pt x="33" y="7"/>
                    </a:cubicBezTo>
                    <a:cubicBezTo>
                      <a:pt x="32" y="8"/>
                      <a:pt x="32" y="8"/>
                      <a:pt x="32" y="8"/>
                    </a:cubicBezTo>
                    <a:cubicBezTo>
                      <a:pt x="32" y="7"/>
                      <a:pt x="29" y="7"/>
                      <a:pt x="29" y="6"/>
                    </a:cubicBezTo>
                    <a:cubicBezTo>
                      <a:pt x="28" y="9"/>
                      <a:pt x="28" y="7"/>
                      <a:pt x="28" y="8"/>
                    </a:cubicBezTo>
                    <a:cubicBezTo>
                      <a:pt x="28" y="8"/>
                      <a:pt x="28" y="7"/>
                      <a:pt x="28" y="6"/>
                    </a:cubicBezTo>
                    <a:cubicBezTo>
                      <a:pt x="28" y="6"/>
                      <a:pt x="28" y="6"/>
                      <a:pt x="28" y="5"/>
                    </a:cubicBezTo>
                    <a:cubicBezTo>
                      <a:pt x="27" y="6"/>
                      <a:pt x="26" y="7"/>
                      <a:pt x="26" y="7"/>
                    </a:cubicBezTo>
                    <a:cubicBezTo>
                      <a:pt x="27" y="4"/>
                      <a:pt x="26" y="6"/>
                      <a:pt x="26" y="5"/>
                    </a:cubicBezTo>
                    <a:cubicBezTo>
                      <a:pt x="25" y="7"/>
                      <a:pt x="24" y="8"/>
                      <a:pt x="24" y="7"/>
                    </a:cubicBezTo>
                    <a:cubicBezTo>
                      <a:pt x="26" y="5"/>
                      <a:pt x="26" y="5"/>
                      <a:pt x="26" y="5"/>
                    </a:cubicBezTo>
                    <a:cubicBezTo>
                      <a:pt x="24" y="6"/>
                      <a:pt x="24" y="3"/>
                      <a:pt x="22" y="5"/>
                    </a:cubicBezTo>
                    <a:cubicBezTo>
                      <a:pt x="22" y="4"/>
                      <a:pt x="22" y="4"/>
                      <a:pt x="22" y="4"/>
                    </a:cubicBezTo>
                    <a:cubicBezTo>
                      <a:pt x="21" y="5"/>
                      <a:pt x="21" y="3"/>
                      <a:pt x="19" y="5"/>
                    </a:cubicBezTo>
                    <a:cubicBezTo>
                      <a:pt x="19" y="4"/>
                      <a:pt x="19" y="4"/>
                      <a:pt x="19" y="3"/>
                    </a:cubicBezTo>
                    <a:cubicBezTo>
                      <a:pt x="18" y="4"/>
                      <a:pt x="18" y="4"/>
                      <a:pt x="16" y="6"/>
                    </a:cubicBezTo>
                    <a:cubicBezTo>
                      <a:pt x="16" y="6"/>
                      <a:pt x="17" y="5"/>
                      <a:pt x="17" y="4"/>
                    </a:cubicBezTo>
                    <a:cubicBezTo>
                      <a:pt x="17" y="4"/>
                      <a:pt x="18" y="2"/>
                      <a:pt x="16" y="4"/>
                    </a:cubicBezTo>
                    <a:cubicBezTo>
                      <a:pt x="17" y="3"/>
                      <a:pt x="17" y="3"/>
                      <a:pt x="17" y="3"/>
                    </a:cubicBezTo>
                    <a:cubicBezTo>
                      <a:pt x="16" y="4"/>
                      <a:pt x="14" y="5"/>
                      <a:pt x="15" y="3"/>
                    </a:cubicBezTo>
                    <a:cubicBezTo>
                      <a:pt x="14" y="4"/>
                      <a:pt x="14" y="5"/>
                      <a:pt x="13" y="6"/>
                    </a:cubicBezTo>
                    <a:cubicBezTo>
                      <a:pt x="13" y="6"/>
                      <a:pt x="14" y="4"/>
                      <a:pt x="13" y="5"/>
                    </a:cubicBezTo>
                    <a:cubicBezTo>
                      <a:pt x="14" y="4"/>
                      <a:pt x="14" y="4"/>
                      <a:pt x="14" y="4"/>
                    </a:cubicBezTo>
                    <a:cubicBezTo>
                      <a:pt x="14" y="3"/>
                      <a:pt x="13" y="3"/>
                      <a:pt x="12" y="4"/>
                    </a:cubicBezTo>
                    <a:cubicBezTo>
                      <a:pt x="13" y="2"/>
                      <a:pt x="11" y="3"/>
                      <a:pt x="12" y="2"/>
                    </a:cubicBezTo>
                    <a:cubicBezTo>
                      <a:pt x="11" y="3"/>
                      <a:pt x="12" y="1"/>
                      <a:pt x="9" y="3"/>
                    </a:cubicBezTo>
                    <a:cubicBezTo>
                      <a:pt x="10" y="2"/>
                      <a:pt x="10" y="2"/>
                      <a:pt x="10" y="2"/>
                    </a:cubicBezTo>
                    <a:cubicBezTo>
                      <a:pt x="10" y="2"/>
                      <a:pt x="10" y="2"/>
                      <a:pt x="10" y="1"/>
                    </a:cubicBezTo>
                    <a:cubicBezTo>
                      <a:pt x="11" y="1"/>
                      <a:pt x="9" y="2"/>
                      <a:pt x="8" y="2"/>
                    </a:cubicBezTo>
                    <a:cubicBezTo>
                      <a:pt x="9" y="1"/>
                      <a:pt x="9" y="1"/>
                      <a:pt x="9" y="1"/>
                    </a:cubicBezTo>
                    <a:cubicBezTo>
                      <a:pt x="9" y="2"/>
                      <a:pt x="7" y="3"/>
                      <a:pt x="6" y="4"/>
                    </a:cubicBezTo>
                    <a:cubicBezTo>
                      <a:pt x="6" y="3"/>
                      <a:pt x="5" y="4"/>
                      <a:pt x="6" y="3"/>
                    </a:cubicBezTo>
                    <a:cubicBezTo>
                      <a:pt x="7" y="3"/>
                      <a:pt x="8" y="2"/>
                      <a:pt x="10" y="1"/>
                    </a:cubicBezTo>
                    <a:cubicBezTo>
                      <a:pt x="10" y="0"/>
                      <a:pt x="7" y="2"/>
                      <a:pt x="9" y="1"/>
                    </a:cubicBezTo>
                    <a:cubicBezTo>
                      <a:pt x="9" y="0"/>
                      <a:pt x="9" y="1"/>
                      <a:pt x="7" y="2"/>
                    </a:cubicBezTo>
                    <a:cubicBezTo>
                      <a:pt x="9" y="1"/>
                      <a:pt x="9" y="1"/>
                      <a:pt x="9" y="1"/>
                    </a:cubicBezTo>
                    <a:cubicBezTo>
                      <a:pt x="9" y="1"/>
                      <a:pt x="8" y="1"/>
                      <a:pt x="8" y="1"/>
                    </a:cubicBezTo>
                    <a:cubicBezTo>
                      <a:pt x="8" y="1"/>
                      <a:pt x="8" y="1"/>
                      <a:pt x="8" y="1"/>
                    </a:cubicBezTo>
                    <a:cubicBezTo>
                      <a:pt x="6" y="2"/>
                      <a:pt x="6" y="1"/>
                      <a:pt x="4" y="2"/>
                    </a:cubicBezTo>
                    <a:cubicBezTo>
                      <a:pt x="5" y="2"/>
                      <a:pt x="5" y="2"/>
                      <a:pt x="5" y="2"/>
                    </a:cubicBezTo>
                    <a:cubicBezTo>
                      <a:pt x="4" y="3"/>
                      <a:pt x="3" y="3"/>
                      <a:pt x="4" y="2"/>
                    </a:cubicBezTo>
                    <a:cubicBezTo>
                      <a:pt x="6" y="1"/>
                      <a:pt x="7" y="1"/>
                      <a:pt x="7" y="1"/>
                    </a:cubicBezTo>
                    <a:cubicBezTo>
                      <a:pt x="4" y="2"/>
                      <a:pt x="4" y="2"/>
                      <a:pt x="4" y="2"/>
                    </a:cubicBezTo>
                    <a:cubicBezTo>
                      <a:pt x="5" y="1"/>
                      <a:pt x="4" y="2"/>
                      <a:pt x="3" y="3"/>
                    </a:cubicBezTo>
                    <a:cubicBezTo>
                      <a:pt x="4" y="2"/>
                      <a:pt x="4" y="2"/>
                      <a:pt x="4" y="2"/>
                    </a:cubicBezTo>
                    <a:cubicBezTo>
                      <a:pt x="2" y="3"/>
                      <a:pt x="2" y="3"/>
                      <a:pt x="2" y="3"/>
                    </a:cubicBezTo>
                    <a:cubicBezTo>
                      <a:pt x="3" y="3"/>
                      <a:pt x="2" y="4"/>
                      <a:pt x="3" y="4"/>
                    </a:cubicBezTo>
                    <a:cubicBezTo>
                      <a:pt x="4" y="3"/>
                      <a:pt x="4" y="3"/>
                      <a:pt x="4" y="3"/>
                    </a:cubicBezTo>
                    <a:cubicBezTo>
                      <a:pt x="5" y="3"/>
                      <a:pt x="7" y="2"/>
                      <a:pt x="5" y="3"/>
                    </a:cubicBezTo>
                    <a:cubicBezTo>
                      <a:pt x="3" y="5"/>
                      <a:pt x="3" y="5"/>
                      <a:pt x="3" y="5"/>
                    </a:cubicBezTo>
                    <a:cubicBezTo>
                      <a:pt x="3" y="4"/>
                      <a:pt x="4" y="4"/>
                      <a:pt x="4" y="4"/>
                    </a:cubicBezTo>
                    <a:cubicBezTo>
                      <a:pt x="2" y="6"/>
                      <a:pt x="2" y="6"/>
                      <a:pt x="2" y="6"/>
                    </a:cubicBezTo>
                    <a:cubicBezTo>
                      <a:pt x="5" y="4"/>
                      <a:pt x="3" y="6"/>
                      <a:pt x="4" y="5"/>
                    </a:cubicBezTo>
                    <a:cubicBezTo>
                      <a:pt x="3" y="6"/>
                      <a:pt x="3" y="6"/>
                      <a:pt x="3" y="6"/>
                    </a:cubicBezTo>
                    <a:cubicBezTo>
                      <a:pt x="2" y="7"/>
                      <a:pt x="4" y="5"/>
                      <a:pt x="5" y="5"/>
                    </a:cubicBezTo>
                    <a:cubicBezTo>
                      <a:pt x="4" y="5"/>
                      <a:pt x="2" y="7"/>
                      <a:pt x="2" y="8"/>
                    </a:cubicBezTo>
                    <a:cubicBezTo>
                      <a:pt x="2" y="8"/>
                      <a:pt x="4" y="7"/>
                      <a:pt x="3" y="9"/>
                    </a:cubicBezTo>
                    <a:cubicBezTo>
                      <a:pt x="3" y="9"/>
                      <a:pt x="4" y="9"/>
                      <a:pt x="5" y="8"/>
                    </a:cubicBezTo>
                    <a:cubicBezTo>
                      <a:pt x="5" y="8"/>
                      <a:pt x="3" y="10"/>
                      <a:pt x="4" y="9"/>
                    </a:cubicBezTo>
                    <a:cubicBezTo>
                      <a:pt x="3" y="10"/>
                      <a:pt x="2" y="12"/>
                      <a:pt x="1" y="13"/>
                    </a:cubicBezTo>
                    <a:cubicBezTo>
                      <a:pt x="1" y="13"/>
                      <a:pt x="0" y="14"/>
                      <a:pt x="1" y="14"/>
                    </a:cubicBezTo>
                    <a:cubicBezTo>
                      <a:pt x="0" y="14"/>
                      <a:pt x="0" y="15"/>
                      <a:pt x="0" y="15"/>
                    </a:cubicBezTo>
                    <a:cubicBezTo>
                      <a:pt x="1" y="14"/>
                      <a:pt x="2" y="13"/>
                      <a:pt x="2" y="12"/>
                    </a:cubicBezTo>
                    <a:cubicBezTo>
                      <a:pt x="3" y="10"/>
                      <a:pt x="3" y="12"/>
                      <a:pt x="4" y="10"/>
                    </a:cubicBezTo>
                    <a:cubicBezTo>
                      <a:pt x="4" y="11"/>
                      <a:pt x="5" y="11"/>
                      <a:pt x="5" y="11"/>
                    </a:cubicBezTo>
                    <a:cubicBezTo>
                      <a:pt x="5" y="11"/>
                      <a:pt x="4" y="12"/>
                      <a:pt x="3" y="13"/>
                    </a:cubicBezTo>
                    <a:cubicBezTo>
                      <a:pt x="5" y="12"/>
                      <a:pt x="6" y="11"/>
                      <a:pt x="6" y="12"/>
                    </a:cubicBezTo>
                    <a:cubicBezTo>
                      <a:pt x="7" y="11"/>
                      <a:pt x="7" y="11"/>
                      <a:pt x="8" y="9"/>
                    </a:cubicBezTo>
                    <a:cubicBezTo>
                      <a:pt x="8" y="9"/>
                      <a:pt x="8" y="8"/>
                      <a:pt x="8" y="9"/>
                    </a:cubicBezTo>
                    <a:cubicBezTo>
                      <a:pt x="7" y="10"/>
                      <a:pt x="6" y="12"/>
                      <a:pt x="6" y="13"/>
                    </a:cubicBezTo>
                    <a:cubicBezTo>
                      <a:pt x="4" y="15"/>
                      <a:pt x="6" y="12"/>
                      <a:pt x="4" y="14"/>
                    </a:cubicBezTo>
                    <a:cubicBezTo>
                      <a:pt x="2" y="16"/>
                      <a:pt x="2" y="15"/>
                      <a:pt x="3" y="14"/>
                    </a:cubicBezTo>
                    <a:cubicBezTo>
                      <a:pt x="1" y="16"/>
                      <a:pt x="3" y="15"/>
                      <a:pt x="1" y="16"/>
                    </a:cubicBezTo>
                    <a:cubicBezTo>
                      <a:pt x="1" y="17"/>
                      <a:pt x="2" y="16"/>
                      <a:pt x="3" y="16"/>
                    </a:cubicBezTo>
                    <a:cubicBezTo>
                      <a:pt x="4" y="15"/>
                      <a:pt x="4" y="15"/>
                      <a:pt x="4" y="14"/>
                    </a:cubicBezTo>
                    <a:cubicBezTo>
                      <a:pt x="6" y="12"/>
                      <a:pt x="4" y="16"/>
                      <a:pt x="4" y="16"/>
                    </a:cubicBezTo>
                    <a:cubicBezTo>
                      <a:pt x="3" y="16"/>
                      <a:pt x="3" y="16"/>
                      <a:pt x="3" y="16"/>
                    </a:cubicBezTo>
                    <a:cubicBezTo>
                      <a:pt x="3" y="17"/>
                      <a:pt x="4" y="16"/>
                      <a:pt x="4" y="16"/>
                    </a:cubicBezTo>
                    <a:cubicBezTo>
                      <a:pt x="2" y="19"/>
                      <a:pt x="4" y="16"/>
                      <a:pt x="2" y="18"/>
                    </a:cubicBezTo>
                    <a:cubicBezTo>
                      <a:pt x="1" y="20"/>
                      <a:pt x="1" y="20"/>
                      <a:pt x="1" y="20"/>
                    </a:cubicBezTo>
                    <a:cubicBezTo>
                      <a:pt x="1" y="20"/>
                      <a:pt x="3" y="18"/>
                      <a:pt x="3" y="18"/>
                    </a:cubicBezTo>
                    <a:cubicBezTo>
                      <a:pt x="2" y="19"/>
                      <a:pt x="2" y="19"/>
                      <a:pt x="2" y="19"/>
                    </a:cubicBezTo>
                    <a:cubicBezTo>
                      <a:pt x="3" y="19"/>
                      <a:pt x="3" y="19"/>
                      <a:pt x="3" y="19"/>
                    </a:cubicBezTo>
                    <a:cubicBezTo>
                      <a:pt x="3" y="18"/>
                      <a:pt x="4" y="17"/>
                      <a:pt x="4" y="17"/>
                    </a:cubicBezTo>
                    <a:cubicBezTo>
                      <a:pt x="6" y="14"/>
                      <a:pt x="4" y="16"/>
                      <a:pt x="5" y="16"/>
                    </a:cubicBezTo>
                    <a:cubicBezTo>
                      <a:pt x="6" y="15"/>
                      <a:pt x="5" y="16"/>
                      <a:pt x="6" y="15"/>
                    </a:cubicBezTo>
                    <a:cubicBezTo>
                      <a:pt x="7" y="13"/>
                      <a:pt x="7" y="13"/>
                      <a:pt x="7" y="13"/>
                    </a:cubicBezTo>
                    <a:cubicBezTo>
                      <a:pt x="8" y="14"/>
                      <a:pt x="6" y="15"/>
                      <a:pt x="6" y="16"/>
                    </a:cubicBezTo>
                    <a:cubicBezTo>
                      <a:pt x="6" y="16"/>
                      <a:pt x="5" y="16"/>
                      <a:pt x="6" y="15"/>
                    </a:cubicBezTo>
                    <a:cubicBezTo>
                      <a:pt x="5" y="17"/>
                      <a:pt x="4" y="19"/>
                      <a:pt x="3" y="19"/>
                    </a:cubicBezTo>
                    <a:cubicBezTo>
                      <a:pt x="3" y="21"/>
                      <a:pt x="4" y="18"/>
                      <a:pt x="5" y="18"/>
                    </a:cubicBezTo>
                    <a:cubicBezTo>
                      <a:pt x="4" y="19"/>
                      <a:pt x="5" y="17"/>
                      <a:pt x="6" y="16"/>
                    </a:cubicBezTo>
                    <a:cubicBezTo>
                      <a:pt x="9" y="13"/>
                      <a:pt x="4" y="20"/>
                      <a:pt x="5" y="19"/>
                    </a:cubicBezTo>
                    <a:cubicBezTo>
                      <a:pt x="7" y="17"/>
                      <a:pt x="8" y="16"/>
                      <a:pt x="9" y="13"/>
                    </a:cubicBezTo>
                    <a:cubicBezTo>
                      <a:pt x="10" y="13"/>
                      <a:pt x="10" y="12"/>
                      <a:pt x="10" y="12"/>
                    </a:cubicBezTo>
                    <a:cubicBezTo>
                      <a:pt x="9" y="14"/>
                      <a:pt x="9" y="14"/>
                      <a:pt x="8" y="15"/>
                    </a:cubicBezTo>
                    <a:cubicBezTo>
                      <a:pt x="8" y="16"/>
                      <a:pt x="8" y="16"/>
                      <a:pt x="8" y="16"/>
                    </a:cubicBezTo>
                    <a:cubicBezTo>
                      <a:pt x="7" y="17"/>
                      <a:pt x="7" y="17"/>
                      <a:pt x="7" y="17"/>
                    </a:cubicBezTo>
                    <a:cubicBezTo>
                      <a:pt x="6" y="19"/>
                      <a:pt x="6" y="20"/>
                      <a:pt x="5" y="21"/>
                    </a:cubicBezTo>
                    <a:cubicBezTo>
                      <a:pt x="6" y="20"/>
                      <a:pt x="6" y="19"/>
                      <a:pt x="7" y="19"/>
                    </a:cubicBezTo>
                    <a:cubicBezTo>
                      <a:pt x="6" y="20"/>
                      <a:pt x="6" y="21"/>
                      <a:pt x="6" y="21"/>
                    </a:cubicBezTo>
                    <a:cubicBezTo>
                      <a:pt x="6" y="20"/>
                      <a:pt x="7" y="18"/>
                      <a:pt x="8" y="18"/>
                    </a:cubicBezTo>
                    <a:cubicBezTo>
                      <a:pt x="8" y="18"/>
                      <a:pt x="7" y="20"/>
                      <a:pt x="7" y="20"/>
                    </a:cubicBezTo>
                    <a:cubicBezTo>
                      <a:pt x="6" y="22"/>
                      <a:pt x="6" y="22"/>
                      <a:pt x="6" y="22"/>
                    </a:cubicBezTo>
                    <a:cubicBezTo>
                      <a:pt x="7" y="20"/>
                      <a:pt x="5" y="22"/>
                      <a:pt x="6" y="22"/>
                    </a:cubicBezTo>
                    <a:cubicBezTo>
                      <a:pt x="8" y="18"/>
                      <a:pt x="8" y="18"/>
                      <a:pt x="8" y="18"/>
                    </a:cubicBezTo>
                    <a:cubicBezTo>
                      <a:pt x="9" y="18"/>
                      <a:pt x="8" y="19"/>
                      <a:pt x="8" y="19"/>
                    </a:cubicBezTo>
                    <a:cubicBezTo>
                      <a:pt x="7" y="20"/>
                      <a:pt x="7" y="20"/>
                      <a:pt x="7" y="20"/>
                    </a:cubicBezTo>
                    <a:cubicBezTo>
                      <a:pt x="8" y="20"/>
                      <a:pt x="6" y="23"/>
                      <a:pt x="7" y="22"/>
                    </a:cubicBezTo>
                    <a:cubicBezTo>
                      <a:pt x="7" y="21"/>
                      <a:pt x="7" y="21"/>
                      <a:pt x="7" y="21"/>
                    </a:cubicBezTo>
                    <a:cubicBezTo>
                      <a:pt x="7" y="22"/>
                      <a:pt x="7" y="22"/>
                      <a:pt x="7" y="22"/>
                    </a:cubicBezTo>
                    <a:cubicBezTo>
                      <a:pt x="7" y="21"/>
                      <a:pt x="7" y="22"/>
                      <a:pt x="8" y="21"/>
                    </a:cubicBezTo>
                    <a:cubicBezTo>
                      <a:pt x="7" y="22"/>
                      <a:pt x="7" y="22"/>
                      <a:pt x="7" y="22"/>
                    </a:cubicBezTo>
                    <a:cubicBezTo>
                      <a:pt x="8" y="22"/>
                      <a:pt x="9" y="20"/>
                      <a:pt x="8" y="22"/>
                    </a:cubicBezTo>
                    <a:cubicBezTo>
                      <a:pt x="9" y="19"/>
                      <a:pt x="8" y="21"/>
                      <a:pt x="8" y="20"/>
                    </a:cubicBezTo>
                    <a:cubicBezTo>
                      <a:pt x="9" y="19"/>
                      <a:pt x="9" y="19"/>
                      <a:pt x="10" y="19"/>
                    </a:cubicBezTo>
                    <a:cubicBezTo>
                      <a:pt x="8" y="21"/>
                      <a:pt x="10" y="19"/>
                      <a:pt x="10" y="19"/>
                    </a:cubicBezTo>
                    <a:cubicBezTo>
                      <a:pt x="9" y="21"/>
                      <a:pt x="9" y="21"/>
                      <a:pt x="9" y="21"/>
                    </a:cubicBezTo>
                    <a:cubicBezTo>
                      <a:pt x="10" y="19"/>
                      <a:pt x="10" y="19"/>
                      <a:pt x="10" y="19"/>
                    </a:cubicBezTo>
                    <a:cubicBezTo>
                      <a:pt x="8" y="23"/>
                      <a:pt x="11" y="19"/>
                      <a:pt x="10" y="20"/>
                    </a:cubicBezTo>
                    <a:cubicBezTo>
                      <a:pt x="10" y="21"/>
                      <a:pt x="9" y="22"/>
                      <a:pt x="9" y="23"/>
                    </a:cubicBezTo>
                    <a:cubicBezTo>
                      <a:pt x="10" y="20"/>
                      <a:pt x="11" y="20"/>
                      <a:pt x="12" y="18"/>
                    </a:cubicBezTo>
                    <a:cubicBezTo>
                      <a:pt x="11" y="19"/>
                      <a:pt x="10" y="21"/>
                      <a:pt x="9" y="23"/>
                    </a:cubicBezTo>
                    <a:cubicBezTo>
                      <a:pt x="10" y="21"/>
                      <a:pt x="9" y="24"/>
                      <a:pt x="10" y="22"/>
                    </a:cubicBezTo>
                    <a:cubicBezTo>
                      <a:pt x="10" y="21"/>
                      <a:pt x="11" y="21"/>
                      <a:pt x="12" y="20"/>
                    </a:cubicBezTo>
                    <a:cubicBezTo>
                      <a:pt x="12" y="20"/>
                      <a:pt x="11" y="21"/>
                      <a:pt x="11" y="21"/>
                    </a:cubicBezTo>
                    <a:cubicBezTo>
                      <a:pt x="11" y="21"/>
                      <a:pt x="12" y="19"/>
                      <a:pt x="12" y="19"/>
                    </a:cubicBezTo>
                    <a:cubicBezTo>
                      <a:pt x="12" y="19"/>
                      <a:pt x="14" y="17"/>
                      <a:pt x="13" y="19"/>
                    </a:cubicBezTo>
                    <a:cubicBezTo>
                      <a:pt x="12" y="20"/>
                      <a:pt x="12" y="19"/>
                      <a:pt x="12" y="20"/>
                    </a:cubicBezTo>
                    <a:cubicBezTo>
                      <a:pt x="12" y="21"/>
                      <a:pt x="14" y="17"/>
                      <a:pt x="15" y="17"/>
                    </a:cubicBezTo>
                    <a:cubicBezTo>
                      <a:pt x="15" y="16"/>
                      <a:pt x="16" y="13"/>
                      <a:pt x="17" y="12"/>
                    </a:cubicBezTo>
                    <a:cubicBezTo>
                      <a:pt x="17" y="13"/>
                      <a:pt x="16" y="13"/>
                      <a:pt x="16" y="15"/>
                    </a:cubicBezTo>
                    <a:cubicBezTo>
                      <a:pt x="16" y="15"/>
                      <a:pt x="16" y="15"/>
                      <a:pt x="16" y="15"/>
                    </a:cubicBezTo>
                    <a:cubicBezTo>
                      <a:pt x="15" y="18"/>
                      <a:pt x="13" y="19"/>
                      <a:pt x="12" y="21"/>
                    </a:cubicBezTo>
                    <a:cubicBezTo>
                      <a:pt x="13" y="20"/>
                      <a:pt x="13" y="20"/>
                      <a:pt x="13" y="20"/>
                    </a:cubicBezTo>
                    <a:cubicBezTo>
                      <a:pt x="11" y="23"/>
                      <a:pt x="11" y="23"/>
                      <a:pt x="11" y="23"/>
                    </a:cubicBezTo>
                    <a:cubicBezTo>
                      <a:pt x="12" y="21"/>
                      <a:pt x="12" y="23"/>
                      <a:pt x="12" y="22"/>
                    </a:cubicBezTo>
                    <a:cubicBezTo>
                      <a:pt x="13" y="21"/>
                      <a:pt x="12" y="23"/>
                      <a:pt x="12" y="22"/>
                    </a:cubicBezTo>
                    <a:cubicBezTo>
                      <a:pt x="13" y="21"/>
                      <a:pt x="14" y="19"/>
                      <a:pt x="14" y="20"/>
                    </a:cubicBezTo>
                    <a:cubicBezTo>
                      <a:pt x="12" y="23"/>
                      <a:pt x="12" y="23"/>
                      <a:pt x="12" y="23"/>
                    </a:cubicBezTo>
                    <a:cubicBezTo>
                      <a:pt x="12" y="23"/>
                      <a:pt x="13" y="21"/>
                      <a:pt x="13" y="22"/>
                    </a:cubicBezTo>
                    <a:cubicBezTo>
                      <a:pt x="13" y="23"/>
                      <a:pt x="13" y="23"/>
                      <a:pt x="13" y="23"/>
                    </a:cubicBezTo>
                    <a:cubicBezTo>
                      <a:pt x="13" y="23"/>
                      <a:pt x="14" y="24"/>
                      <a:pt x="16" y="20"/>
                    </a:cubicBezTo>
                    <a:cubicBezTo>
                      <a:pt x="16" y="22"/>
                      <a:pt x="16" y="22"/>
                      <a:pt x="15" y="23"/>
                    </a:cubicBezTo>
                    <a:cubicBezTo>
                      <a:pt x="16" y="23"/>
                      <a:pt x="16" y="22"/>
                      <a:pt x="16" y="22"/>
                    </a:cubicBezTo>
                    <a:cubicBezTo>
                      <a:pt x="16" y="23"/>
                      <a:pt x="16" y="23"/>
                      <a:pt x="16" y="23"/>
                    </a:cubicBezTo>
                    <a:cubicBezTo>
                      <a:pt x="15" y="25"/>
                      <a:pt x="16" y="23"/>
                      <a:pt x="17" y="22"/>
                    </a:cubicBezTo>
                    <a:cubicBezTo>
                      <a:pt x="16" y="23"/>
                      <a:pt x="16" y="23"/>
                      <a:pt x="16" y="23"/>
                    </a:cubicBezTo>
                    <a:cubicBezTo>
                      <a:pt x="16" y="25"/>
                      <a:pt x="17" y="23"/>
                      <a:pt x="17" y="22"/>
                    </a:cubicBezTo>
                    <a:cubicBezTo>
                      <a:pt x="17" y="23"/>
                      <a:pt x="17" y="23"/>
                      <a:pt x="17" y="23"/>
                    </a:cubicBezTo>
                    <a:cubicBezTo>
                      <a:pt x="18" y="22"/>
                      <a:pt x="18" y="22"/>
                      <a:pt x="18" y="22"/>
                    </a:cubicBezTo>
                    <a:cubicBezTo>
                      <a:pt x="18" y="22"/>
                      <a:pt x="18" y="22"/>
                      <a:pt x="17" y="24"/>
                    </a:cubicBezTo>
                    <a:cubicBezTo>
                      <a:pt x="18" y="23"/>
                      <a:pt x="18" y="23"/>
                      <a:pt x="18" y="23"/>
                    </a:cubicBezTo>
                    <a:cubicBezTo>
                      <a:pt x="17" y="24"/>
                      <a:pt x="18" y="24"/>
                      <a:pt x="18" y="24"/>
                    </a:cubicBezTo>
                    <a:cubicBezTo>
                      <a:pt x="18" y="24"/>
                      <a:pt x="18" y="23"/>
                      <a:pt x="18" y="24"/>
                    </a:cubicBezTo>
                    <a:cubicBezTo>
                      <a:pt x="18" y="23"/>
                      <a:pt x="19" y="23"/>
                      <a:pt x="20" y="21"/>
                    </a:cubicBezTo>
                    <a:cubicBezTo>
                      <a:pt x="21" y="19"/>
                      <a:pt x="19" y="22"/>
                      <a:pt x="20" y="21"/>
                    </a:cubicBezTo>
                    <a:cubicBezTo>
                      <a:pt x="19" y="23"/>
                      <a:pt x="19" y="23"/>
                      <a:pt x="19" y="23"/>
                    </a:cubicBezTo>
                    <a:cubicBezTo>
                      <a:pt x="19" y="23"/>
                      <a:pt x="19" y="24"/>
                      <a:pt x="18" y="24"/>
                    </a:cubicBezTo>
                    <a:cubicBezTo>
                      <a:pt x="18" y="24"/>
                      <a:pt x="18" y="24"/>
                      <a:pt x="18" y="24"/>
                    </a:cubicBezTo>
                    <a:cubicBezTo>
                      <a:pt x="19" y="23"/>
                      <a:pt x="19" y="23"/>
                      <a:pt x="19" y="23"/>
                    </a:cubicBezTo>
                    <a:cubicBezTo>
                      <a:pt x="18" y="25"/>
                      <a:pt x="20" y="23"/>
                      <a:pt x="20" y="24"/>
                    </a:cubicBezTo>
                    <a:cubicBezTo>
                      <a:pt x="20" y="24"/>
                      <a:pt x="22" y="22"/>
                      <a:pt x="22" y="22"/>
                    </a:cubicBezTo>
                    <a:cubicBezTo>
                      <a:pt x="24" y="20"/>
                      <a:pt x="21" y="24"/>
                      <a:pt x="20" y="25"/>
                    </a:cubicBezTo>
                    <a:cubicBezTo>
                      <a:pt x="21" y="24"/>
                      <a:pt x="21" y="24"/>
                      <a:pt x="21" y="24"/>
                    </a:cubicBezTo>
                    <a:cubicBezTo>
                      <a:pt x="21" y="24"/>
                      <a:pt x="21" y="24"/>
                      <a:pt x="21" y="24"/>
                    </a:cubicBezTo>
                    <a:cubicBezTo>
                      <a:pt x="22" y="24"/>
                      <a:pt x="22" y="23"/>
                      <a:pt x="22" y="24"/>
                    </a:cubicBezTo>
                    <a:cubicBezTo>
                      <a:pt x="22" y="24"/>
                      <a:pt x="22" y="24"/>
                      <a:pt x="22" y="24"/>
                    </a:cubicBezTo>
                    <a:cubicBezTo>
                      <a:pt x="22" y="25"/>
                      <a:pt x="21" y="26"/>
                      <a:pt x="21" y="26"/>
                    </a:cubicBezTo>
                    <a:cubicBezTo>
                      <a:pt x="22" y="24"/>
                      <a:pt x="22" y="25"/>
                      <a:pt x="23" y="24"/>
                    </a:cubicBezTo>
                    <a:cubicBezTo>
                      <a:pt x="22" y="25"/>
                      <a:pt x="22" y="25"/>
                      <a:pt x="22" y="25"/>
                    </a:cubicBezTo>
                    <a:cubicBezTo>
                      <a:pt x="23" y="23"/>
                      <a:pt x="23" y="23"/>
                      <a:pt x="23" y="23"/>
                    </a:cubicBezTo>
                    <a:cubicBezTo>
                      <a:pt x="23" y="24"/>
                      <a:pt x="23" y="24"/>
                      <a:pt x="23" y="24"/>
                    </a:cubicBezTo>
                    <a:cubicBezTo>
                      <a:pt x="22" y="26"/>
                      <a:pt x="22" y="26"/>
                      <a:pt x="22" y="26"/>
                    </a:cubicBezTo>
                    <a:cubicBezTo>
                      <a:pt x="21" y="26"/>
                      <a:pt x="23" y="24"/>
                      <a:pt x="24" y="24"/>
                    </a:cubicBezTo>
                    <a:cubicBezTo>
                      <a:pt x="24" y="23"/>
                      <a:pt x="23" y="24"/>
                      <a:pt x="23" y="25"/>
                    </a:cubicBezTo>
                    <a:cubicBezTo>
                      <a:pt x="22" y="25"/>
                      <a:pt x="23" y="25"/>
                      <a:pt x="23" y="25"/>
                    </a:cubicBezTo>
                    <a:cubicBezTo>
                      <a:pt x="22" y="26"/>
                      <a:pt x="23" y="25"/>
                      <a:pt x="22" y="26"/>
                    </a:cubicBezTo>
                    <a:cubicBezTo>
                      <a:pt x="22" y="26"/>
                      <a:pt x="23" y="25"/>
                      <a:pt x="23" y="25"/>
                    </a:cubicBezTo>
                    <a:cubicBezTo>
                      <a:pt x="23" y="25"/>
                      <a:pt x="24" y="25"/>
                      <a:pt x="23" y="26"/>
                    </a:cubicBezTo>
                    <a:cubicBezTo>
                      <a:pt x="23" y="26"/>
                      <a:pt x="23" y="26"/>
                      <a:pt x="24" y="25"/>
                    </a:cubicBezTo>
                    <a:cubicBezTo>
                      <a:pt x="24" y="25"/>
                      <a:pt x="24" y="24"/>
                      <a:pt x="25" y="24"/>
                    </a:cubicBezTo>
                    <a:cubicBezTo>
                      <a:pt x="25" y="24"/>
                      <a:pt x="25" y="23"/>
                      <a:pt x="25" y="24"/>
                    </a:cubicBezTo>
                    <a:cubicBezTo>
                      <a:pt x="25" y="24"/>
                      <a:pt x="25" y="24"/>
                      <a:pt x="25" y="24"/>
                    </a:cubicBezTo>
                    <a:cubicBezTo>
                      <a:pt x="25" y="24"/>
                      <a:pt x="25" y="24"/>
                      <a:pt x="26" y="23"/>
                    </a:cubicBezTo>
                    <a:cubicBezTo>
                      <a:pt x="24" y="25"/>
                      <a:pt x="24" y="25"/>
                      <a:pt x="24" y="25"/>
                    </a:cubicBezTo>
                    <a:cubicBezTo>
                      <a:pt x="25" y="24"/>
                      <a:pt x="25" y="24"/>
                      <a:pt x="26" y="24"/>
                    </a:cubicBezTo>
                    <a:cubicBezTo>
                      <a:pt x="25" y="25"/>
                      <a:pt x="23" y="27"/>
                      <a:pt x="23" y="27"/>
                    </a:cubicBezTo>
                    <a:cubicBezTo>
                      <a:pt x="25" y="26"/>
                      <a:pt x="25" y="26"/>
                      <a:pt x="25" y="26"/>
                    </a:cubicBezTo>
                    <a:cubicBezTo>
                      <a:pt x="25" y="26"/>
                      <a:pt x="25" y="26"/>
                      <a:pt x="24" y="27"/>
                    </a:cubicBezTo>
                    <a:cubicBezTo>
                      <a:pt x="24" y="28"/>
                      <a:pt x="27" y="24"/>
                      <a:pt x="27" y="25"/>
                    </a:cubicBezTo>
                    <a:cubicBezTo>
                      <a:pt x="25" y="27"/>
                      <a:pt x="25" y="27"/>
                      <a:pt x="25" y="27"/>
                    </a:cubicBezTo>
                    <a:cubicBezTo>
                      <a:pt x="26" y="27"/>
                      <a:pt x="26" y="27"/>
                      <a:pt x="26" y="27"/>
                    </a:cubicBezTo>
                    <a:cubicBezTo>
                      <a:pt x="26" y="26"/>
                      <a:pt x="25" y="28"/>
                      <a:pt x="25" y="27"/>
                    </a:cubicBezTo>
                    <a:cubicBezTo>
                      <a:pt x="26" y="26"/>
                      <a:pt x="26" y="26"/>
                      <a:pt x="26" y="26"/>
                    </a:cubicBezTo>
                    <a:cubicBezTo>
                      <a:pt x="24" y="29"/>
                      <a:pt x="27" y="27"/>
                      <a:pt x="26" y="29"/>
                    </a:cubicBezTo>
                    <a:cubicBezTo>
                      <a:pt x="27" y="27"/>
                      <a:pt x="26" y="29"/>
                      <a:pt x="27" y="28"/>
                    </a:cubicBezTo>
                    <a:cubicBezTo>
                      <a:pt x="25" y="30"/>
                      <a:pt x="27" y="28"/>
                      <a:pt x="26" y="29"/>
                    </a:cubicBezTo>
                    <a:cubicBezTo>
                      <a:pt x="28" y="27"/>
                      <a:pt x="28" y="27"/>
                      <a:pt x="28" y="27"/>
                    </a:cubicBezTo>
                    <a:cubicBezTo>
                      <a:pt x="27" y="29"/>
                      <a:pt x="31" y="25"/>
                      <a:pt x="29" y="27"/>
                    </a:cubicBezTo>
                    <a:cubicBezTo>
                      <a:pt x="27" y="29"/>
                      <a:pt x="27" y="29"/>
                      <a:pt x="27" y="29"/>
                    </a:cubicBezTo>
                    <a:cubicBezTo>
                      <a:pt x="26" y="31"/>
                      <a:pt x="29" y="27"/>
                      <a:pt x="28" y="30"/>
                    </a:cubicBezTo>
                    <a:cubicBezTo>
                      <a:pt x="28" y="29"/>
                      <a:pt x="29" y="28"/>
                      <a:pt x="30" y="27"/>
                    </a:cubicBezTo>
                    <a:cubicBezTo>
                      <a:pt x="30" y="28"/>
                      <a:pt x="29" y="29"/>
                      <a:pt x="29" y="30"/>
                    </a:cubicBezTo>
                    <a:cubicBezTo>
                      <a:pt x="29" y="29"/>
                      <a:pt x="30" y="29"/>
                      <a:pt x="29" y="30"/>
                    </a:cubicBezTo>
                    <a:cubicBezTo>
                      <a:pt x="28" y="30"/>
                      <a:pt x="28" y="30"/>
                      <a:pt x="28" y="30"/>
                    </a:cubicBezTo>
                    <a:cubicBezTo>
                      <a:pt x="28" y="31"/>
                      <a:pt x="29" y="30"/>
                      <a:pt x="30" y="30"/>
                    </a:cubicBezTo>
                    <a:cubicBezTo>
                      <a:pt x="28" y="31"/>
                      <a:pt x="29" y="31"/>
                      <a:pt x="29" y="32"/>
                    </a:cubicBezTo>
                    <a:cubicBezTo>
                      <a:pt x="31" y="30"/>
                      <a:pt x="29" y="33"/>
                      <a:pt x="31" y="31"/>
                    </a:cubicBezTo>
                    <a:cubicBezTo>
                      <a:pt x="30" y="31"/>
                      <a:pt x="30" y="31"/>
                      <a:pt x="30" y="31"/>
                    </a:cubicBezTo>
                    <a:cubicBezTo>
                      <a:pt x="31" y="31"/>
                      <a:pt x="32" y="29"/>
                      <a:pt x="32" y="29"/>
                    </a:cubicBezTo>
                    <a:cubicBezTo>
                      <a:pt x="31" y="31"/>
                      <a:pt x="31" y="31"/>
                      <a:pt x="31" y="31"/>
                    </a:cubicBezTo>
                    <a:cubicBezTo>
                      <a:pt x="29" y="33"/>
                      <a:pt x="31" y="31"/>
                      <a:pt x="30" y="32"/>
                    </a:cubicBezTo>
                    <a:cubicBezTo>
                      <a:pt x="31" y="31"/>
                      <a:pt x="30" y="32"/>
                      <a:pt x="31" y="31"/>
                    </a:cubicBezTo>
                    <a:cubicBezTo>
                      <a:pt x="32" y="31"/>
                      <a:pt x="32" y="31"/>
                      <a:pt x="32" y="31"/>
                    </a:cubicBezTo>
                    <a:cubicBezTo>
                      <a:pt x="33" y="30"/>
                      <a:pt x="33" y="30"/>
                      <a:pt x="33" y="30"/>
                    </a:cubicBezTo>
                    <a:cubicBezTo>
                      <a:pt x="33" y="30"/>
                      <a:pt x="31" y="32"/>
                      <a:pt x="31" y="32"/>
                    </a:cubicBezTo>
                    <a:cubicBezTo>
                      <a:pt x="31" y="33"/>
                      <a:pt x="31"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1" y="33"/>
                    </a:cubicBezTo>
                    <a:cubicBezTo>
                      <a:pt x="30" y="34"/>
                      <a:pt x="30" y="34"/>
                      <a:pt x="30" y="34"/>
                    </a:cubicBezTo>
                    <a:cubicBezTo>
                      <a:pt x="30" y="34"/>
                      <a:pt x="32" y="33"/>
                      <a:pt x="32" y="32"/>
                    </a:cubicBezTo>
                    <a:cubicBezTo>
                      <a:pt x="32" y="34"/>
                      <a:pt x="33" y="33"/>
                      <a:pt x="34" y="33"/>
                    </a:cubicBezTo>
                    <a:cubicBezTo>
                      <a:pt x="34" y="33"/>
                      <a:pt x="33" y="33"/>
                      <a:pt x="33" y="33"/>
                    </a:cubicBezTo>
                    <a:cubicBezTo>
                      <a:pt x="34" y="33"/>
                      <a:pt x="35" y="32"/>
                      <a:pt x="34" y="33"/>
                    </a:cubicBezTo>
                    <a:cubicBezTo>
                      <a:pt x="35" y="32"/>
                      <a:pt x="33" y="34"/>
                      <a:pt x="34" y="34"/>
                    </a:cubicBezTo>
                    <a:cubicBezTo>
                      <a:pt x="33" y="34"/>
                      <a:pt x="35" y="33"/>
                      <a:pt x="34" y="33"/>
                    </a:cubicBezTo>
                    <a:cubicBezTo>
                      <a:pt x="33" y="35"/>
                      <a:pt x="36" y="32"/>
                      <a:pt x="35" y="34"/>
                    </a:cubicBezTo>
                    <a:cubicBezTo>
                      <a:pt x="36" y="33"/>
                      <a:pt x="35" y="34"/>
                      <a:pt x="34" y="35"/>
                    </a:cubicBezTo>
                    <a:cubicBezTo>
                      <a:pt x="35" y="34"/>
                      <a:pt x="36" y="34"/>
                      <a:pt x="37" y="33"/>
                    </a:cubicBezTo>
                    <a:cubicBezTo>
                      <a:pt x="36" y="34"/>
                      <a:pt x="36" y="34"/>
                      <a:pt x="36" y="34"/>
                    </a:cubicBezTo>
                    <a:cubicBezTo>
                      <a:pt x="36" y="34"/>
                      <a:pt x="36" y="34"/>
                      <a:pt x="37" y="34"/>
                    </a:cubicBezTo>
                    <a:cubicBezTo>
                      <a:pt x="38" y="33"/>
                      <a:pt x="39" y="32"/>
                      <a:pt x="39" y="32"/>
                    </a:cubicBezTo>
                    <a:cubicBezTo>
                      <a:pt x="39" y="32"/>
                      <a:pt x="39" y="32"/>
                      <a:pt x="39" y="32"/>
                    </a:cubicBezTo>
                    <a:cubicBezTo>
                      <a:pt x="40" y="32"/>
                      <a:pt x="40" y="32"/>
                      <a:pt x="40" y="32"/>
                    </a:cubicBezTo>
                    <a:cubicBezTo>
                      <a:pt x="39" y="33"/>
                      <a:pt x="39" y="32"/>
                      <a:pt x="39" y="33"/>
                    </a:cubicBezTo>
                    <a:cubicBezTo>
                      <a:pt x="37" y="35"/>
                      <a:pt x="38" y="34"/>
                      <a:pt x="38" y="35"/>
                    </a:cubicBezTo>
                    <a:cubicBezTo>
                      <a:pt x="39" y="34"/>
                      <a:pt x="39" y="34"/>
                      <a:pt x="39" y="34"/>
                    </a:cubicBezTo>
                    <a:cubicBezTo>
                      <a:pt x="40" y="33"/>
                      <a:pt x="38" y="35"/>
                      <a:pt x="38" y="35"/>
                    </a:cubicBezTo>
                    <a:cubicBezTo>
                      <a:pt x="42" y="32"/>
                      <a:pt x="42" y="32"/>
                      <a:pt x="42" y="32"/>
                    </a:cubicBezTo>
                    <a:cubicBezTo>
                      <a:pt x="42" y="32"/>
                      <a:pt x="41" y="33"/>
                      <a:pt x="40" y="34"/>
                    </a:cubicBezTo>
                    <a:cubicBezTo>
                      <a:pt x="40" y="34"/>
                      <a:pt x="42" y="32"/>
                      <a:pt x="44" y="31"/>
                    </a:cubicBezTo>
                    <a:cubicBezTo>
                      <a:pt x="44" y="31"/>
                      <a:pt x="45" y="31"/>
                      <a:pt x="45" y="31"/>
                    </a:cubicBezTo>
                    <a:cubicBezTo>
                      <a:pt x="44" y="32"/>
                      <a:pt x="45" y="31"/>
                      <a:pt x="44" y="32"/>
                    </a:cubicBezTo>
                    <a:cubicBezTo>
                      <a:pt x="43" y="33"/>
                      <a:pt x="43" y="33"/>
                      <a:pt x="43" y="33"/>
                    </a:cubicBezTo>
                    <a:cubicBezTo>
                      <a:pt x="43" y="33"/>
                      <a:pt x="41" y="34"/>
                      <a:pt x="40" y="35"/>
                    </a:cubicBezTo>
                    <a:cubicBezTo>
                      <a:pt x="41" y="35"/>
                      <a:pt x="41" y="36"/>
                      <a:pt x="41" y="36"/>
                    </a:cubicBezTo>
                    <a:cubicBezTo>
                      <a:pt x="43" y="34"/>
                      <a:pt x="42" y="35"/>
                      <a:pt x="44" y="34"/>
                    </a:cubicBezTo>
                    <a:cubicBezTo>
                      <a:pt x="44" y="34"/>
                      <a:pt x="43" y="35"/>
                      <a:pt x="42" y="36"/>
                    </a:cubicBezTo>
                    <a:cubicBezTo>
                      <a:pt x="43" y="35"/>
                      <a:pt x="43" y="36"/>
                      <a:pt x="43" y="36"/>
                    </a:cubicBezTo>
                    <a:cubicBezTo>
                      <a:pt x="43" y="36"/>
                      <a:pt x="43" y="36"/>
                      <a:pt x="43" y="36"/>
                    </a:cubicBezTo>
                    <a:cubicBezTo>
                      <a:pt x="44" y="36"/>
                      <a:pt x="43" y="37"/>
                      <a:pt x="45" y="36"/>
                    </a:cubicBezTo>
                    <a:cubicBezTo>
                      <a:pt x="44" y="37"/>
                      <a:pt x="44" y="37"/>
                      <a:pt x="44" y="37"/>
                    </a:cubicBezTo>
                    <a:cubicBezTo>
                      <a:pt x="44" y="37"/>
                      <a:pt x="47" y="34"/>
                      <a:pt x="46" y="36"/>
                    </a:cubicBezTo>
                    <a:cubicBezTo>
                      <a:pt x="45" y="36"/>
                      <a:pt x="45" y="36"/>
                      <a:pt x="45" y="36"/>
                    </a:cubicBezTo>
                    <a:cubicBezTo>
                      <a:pt x="46" y="36"/>
                      <a:pt x="44" y="38"/>
                      <a:pt x="46" y="36"/>
                    </a:cubicBezTo>
                    <a:cubicBezTo>
                      <a:pt x="45" y="37"/>
                      <a:pt x="45" y="37"/>
                      <a:pt x="45" y="37"/>
                    </a:cubicBezTo>
                    <a:cubicBezTo>
                      <a:pt x="45" y="37"/>
                      <a:pt x="45" y="37"/>
                      <a:pt x="47" y="36"/>
                    </a:cubicBezTo>
                    <a:cubicBezTo>
                      <a:pt x="45" y="38"/>
                      <a:pt x="45" y="38"/>
                      <a:pt x="45" y="38"/>
                    </a:cubicBezTo>
                    <a:cubicBezTo>
                      <a:pt x="45" y="39"/>
                      <a:pt x="47" y="36"/>
                      <a:pt x="47" y="37"/>
                    </a:cubicBezTo>
                    <a:cubicBezTo>
                      <a:pt x="47" y="37"/>
                      <a:pt x="46" y="38"/>
                      <a:pt x="46" y="38"/>
                    </a:cubicBezTo>
                    <a:cubicBezTo>
                      <a:pt x="47" y="37"/>
                      <a:pt x="47" y="38"/>
                      <a:pt x="47" y="38"/>
                    </a:cubicBezTo>
                    <a:cubicBezTo>
                      <a:pt x="46" y="39"/>
                      <a:pt x="46" y="39"/>
                      <a:pt x="46" y="39"/>
                    </a:cubicBezTo>
                    <a:cubicBezTo>
                      <a:pt x="47" y="40"/>
                      <a:pt x="47" y="41"/>
                      <a:pt x="50" y="41"/>
                    </a:cubicBezTo>
                    <a:cubicBezTo>
                      <a:pt x="48" y="42"/>
                      <a:pt x="48" y="41"/>
                      <a:pt x="47" y="43"/>
                    </a:cubicBezTo>
                    <a:cubicBezTo>
                      <a:pt x="49" y="41"/>
                      <a:pt x="48" y="42"/>
                      <a:pt x="49" y="42"/>
                    </a:cubicBezTo>
                    <a:cubicBezTo>
                      <a:pt x="48" y="42"/>
                      <a:pt x="48" y="42"/>
                      <a:pt x="48" y="42"/>
                    </a:cubicBezTo>
                    <a:cubicBezTo>
                      <a:pt x="49" y="42"/>
                      <a:pt x="48" y="43"/>
                      <a:pt x="48" y="43"/>
                    </a:cubicBezTo>
                    <a:cubicBezTo>
                      <a:pt x="49" y="43"/>
                      <a:pt x="49" y="43"/>
                      <a:pt x="49" y="43"/>
                    </a:cubicBezTo>
                    <a:cubicBezTo>
                      <a:pt x="50" y="42"/>
                      <a:pt x="47" y="45"/>
                      <a:pt x="49" y="43"/>
                    </a:cubicBezTo>
                    <a:cubicBezTo>
                      <a:pt x="48" y="44"/>
                      <a:pt x="48" y="44"/>
                      <a:pt x="48" y="44"/>
                    </a:cubicBezTo>
                    <a:cubicBezTo>
                      <a:pt x="50" y="43"/>
                      <a:pt x="47" y="45"/>
                      <a:pt x="49" y="44"/>
                    </a:cubicBezTo>
                    <a:cubicBezTo>
                      <a:pt x="49" y="44"/>
                      <a:pt x="49" y="44"/>
                      <a:pt x="49" y="44"/>
                    </a:cubicBezTo>
                    <a:cubicBezTo>
                      <a:pt x="48" y="45"/>
                      <a:pt x="51" y="43"/>
                      <a:pt x="50" y="44"/>
                    </a:cubicBezTo>
                    <a:cubicBezTo>
                      <a:pt x="50" y="44"/>
                      <a:pt x="51" y="44"/>
                      <a:pt x="53" y="43"/>
                    </a:cubicBezTo>
                    <a:cubicBezTo>
                      <a:pt x="51" y="44"/>
                      <a:pt x="51" y="44"/>
                      <a:pt x="51" y="44"/>
                    </a:cubicBezTo>
                    <a:cubicBezTo>
                      <a:pt x="52" y="44"/>
                      <a:pt x="52" y="46"/>
                      <a:pt x="55" y="45"/>
                    </a:cubicBezTo>
                    <a:cubicBezTo>
                      <a:pt x="54" y="45"/>
                      <a:pt x="54" y="45"/>
                      <a:pt x="54" y="45"/>
                    </a:cubicBezTo>
                    <a:cubicBezTo>
                      <a:pt x="56" y="44"/>
                      <a:pt x="52" y="48"/>
                      <a:pt x="56" y="45"/>
                    </a:cubicBezTo>
                    <a:cubicBezTo>
                      <a:pt x="58" y="45"/>
                      <a:pt x="58" y="45"/>
                      <a:pt x="58" y="45"/>
                    </a:cubicBezTo>
                    <a:cubicBezTo>
                      <a:pt x="56" y="46"/>
                      <a:pt x="56" y="46"/>
                      <a:pt x="56" y="46"/>
                    </a:cubicBezTo>
                    <a:cubicBezTo>
                      <a:pt x="57" y="46"/>
                      <a:pt x="56" y="46"/>
                      <a:pt x="58" y="46"/>
                    </a:cubicBezTo>
                    <a:cubicBezTo>
                      <a:pt x="56" y="46"/>
                      <a:pt x="56" y="46"/>
                      <a:pt x="56" y="46"/>
                    </a:cubicBezTo>
                    <a:cubicBezTo>
                      <a:pt x="56" y="47"/>
                      <a:pt x="59" y="46"/>
                      <a:pt x="58" y="46"/>
                    </a:cubicBezTo>
                    <a:cubicBezTo>
                      <a:pt x="57" y="46"/>
                      <a:pt x="57" y="46"/>
                      <a:pt x="57" y="46"/>
                    </a:cubicBezTo>
                    <a:cubicBezTo>
                      <a:pt x="55" y="49"/>
                      <a:pt x="54" y="52"/>
                      <a:pt x="58" y="51"/>
                    </a:cubicBezTo>
                    <a:cubicBezTo>
                      <a:pt x="59" y="50"/>
                      <a:pt x="56" y="52"/>
                      <a:pt x="56" y="52"/>
                    </a:cubicBezTo>
                    <a:cubicBezTo>
                      <a:pt x="60" y="51"/>
                      <a:pt x="56" y="55"/>
                      <a:pt x="61" y="53"/>
                    </a:cubicBezTo>
                    <a:cubicBezTo>
                      <a:pt x="63" y="53"/>
                      <a:pt x="68" y="50"/>
                      <a:pt x="68" y="50"/>
                    </a:cubicBezTo>
                    <a:cubicBezTo>
                      <a:pt x="65" y="50"/>
                      <a:pt x="66" y="47"/>
                      <a:pt x="68" y="44"/>
                    </a:cubicBezTo>
                    <a:cubicBezTo>
                      <a:pt x="67" y="44"/>
                      <a:pt x="66" y="43"/>
                      <a:pt x="66" y="4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0" name="Freeform 374"/>
              <p:cNvSpPr/>
              <p:nvPr/>
            </p:nvSpPr>
            <p:spPr bwMode="auto">
              <a:xfrm>
                <a:off x="3472" y="2077"/>
                <a:ext cx="0" cy="2"/>
              </a:xfrm>
              <a:custGeom>
                <a:avLst/>
                <a:gdLst>
                  <a:gd name="T0" fmla="*/ 0 h 1"/>
                  <a:gd name="T1" fmla="*/ 1 h 1"/>
                  <a:gd name="T2" fmla="*/ 0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1" name="Freeform 375"/>
              <p:cNvSpPr/>
              <p:nvPr/>
            </p:nvSpPr>
            <p:spPr bwMode="auto">
              <a:xfrm>
                <a:off x="4219" y="2506"/>
                <a:ext cx="2" cy="4"/>
              </a:xfrm>
              <a:custGeom>
                <a:avLst/>
                <a:gdLst>
                  <a:gd name="T0" fmla="*/ 0 w 1"/>
                  <a:gd name="T1" fmla="*/ 1 h 2"/>
                  <a:gd name="T2" fmla="*/ 1 w 1"/>
                  <a:gd name="T3" fmla="*/ 1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1"/>
                    </a:cubicBezTo>
                    <a:cubicBezTo>
                      <a:pt x="1" y="1"/>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2" name="Freeform 376"/>
              <p:cNvSpPr/>
              <p:nvPr/>
            </p:nvSpPr>
            <p:spPr bwMode="auto">
              <a:xfrm>
                <a:off x="4228" y="2482"/>
                <a:ext cx="6" cy="3"/>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3" name="Freeform 377"/>
              <p:cNvSpPr/>
              <p:nvPr/>
            </p:nvSpPr>
            <p:spPr bwMode="auto">
              <a:xfrm>
                <a:off x="3472" y="2073"/>
                <a:ext cx="0" cy="2"/>
              </a:xfrm>
              <a:custGeom>
                <a:avLst/>
                <a:gdLst>
                  <a:gd name="T0" fmla="*/ 0 h 1"/>
                  <a:gd name="T1" fmla="*/ 0 h 1"/>
                  <a:gd name="T2" fmla="*/ 0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0"/>
                      <a:pt x="0" y="1"/>
                    </a:cubicBezTo>
                    <a:cubicBezTo>
                      <a:pt x="0" y="1"/>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4" name="Freeform 378"/>
              <p:cNvSpPr/>
              <p:nvPr/>
            </p:nvSpPr>
            <p:spPr bwMode="auto">
              <a:xfrm>
                <a:off x="3472" y="20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5" name="Freeform 379"/>
              <p:cNvSpPr/>
              <p:nvPr/>
            </p:nvSpPr>
            <p:spPr bwMode="auto">
              <a:xfrm>
                <a:off x="4219" y="2510"/>
                <a:ext cx="5" cy="2"/>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6" name="Freeform 380"/>
              <p:cNvSpPr/>
              <p:nvPr/>
            </p:nvSpPr>
            <p:spPr bwMode="auto">
              <a:xfrm>
                <a:off x="4221" y="2514"/>
                <a:ext cx="3" cy="4"/>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2"/>
                      <a:pt x="1" y="1"/>
                      <a:pt x="1" y="2"/>
                    </a:cubicBezTo>
                    <a:cubicBezTo>
                      <a:pt x="1" y="1"/>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7" name="Oval 381"/>
              <p:cNvSpPr>
                <a:spLocks noChangeArrowheads="1"/>
              </p:cNvSpPr>
              <p:nvPr/>
            </p:nvSpPr>
            <p:spPr bwMode="auto">
              <a:xfrm>
                <a:off x="3905" y="227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8" name="Freeform 382"/>
              <p:cNvSpPr/>
              <p:nvPr/>
            </p:nvSpPr>
            <p:spPr bwMode="auto">
              <a:xfrm>
                <a:off x="4217" y="2510"/>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9" name="Freeform 383"/>
              <p:cNvSpPr/>
              <p:nvPr/>
            </p:nvSpPr>
            <p:spPr bwMode="auto">
              <a:xfrm>
                <a:off x="4296" y="2552"/>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0" name="Freeform 384"/>
              <p:cNvSpPr/>
              <p:nvPr/>
            </p:nvSpPr>
            <p:spPr bwMode="auto">
              <a:xfrm>
                <a:off x="4289" y="25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1" name="Freeform 385"/>
              <p:cNvSpPr/>
              <p:nvPr/>
            </p:nvSpPr>
            <p:spPr bwMode="auto">
              <a:xfrm>
                <a:off x="4296" y="2552"/>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2" name="Freeform 386"/>
              <p:cNvSpPr/>
              <p:nvPr/>
            </p:nvSpPr>
            <p:spPr bwMode="auto">
              <a:xfrm>
                <a:off x="4306" y="2555"/>
                <a:ext cx="2" cy="4"/>
              </a:xfrm>
              <a:custGeom>
                <a:avLst/>
                <a:gdLst>
                  <a:gd name="T0" fmla="*/ 0 w 2"/>
                  <a:gd name="T1" fmla="*/ 4 h 4"/>
                  <a:gd name="T2" fmla="*/ 0 w 2"/>
                  <a:gd name="T3" fmla="*/ 4 h 4"/>
                  <a:gd name="T4" fmla="*/ 2 w 2"/>
                  <a:gd name="T5" fmla="*/ 0 h 4"/>
                  <a:gd name="T6" fmla="*/ 0 w 2"/>
                  <a:gd name="T7" fmla="*/ 4 h 4"/>
                </a:gdLst>
                <a:ahLst/>
                <a:cxnLst>
                  <a:cxn ang="0">
                    <a:pos x="T0" y="T1"/>
                  </a:cxn>
                  <a:cxn ang="0">
                    <a:pos x="T2" y="T3"/>
                  </a:cxn>
                  <a:cxn ang="0">
                    <a:pos x="T4" y="T5"/>
                  </a:cxn>
                  <a:cxn ang="0">
                    <a:pos x="T6" y="T7"/>
                  </a:cxn>
                </a:cxnLst>
                <a:rect l="0" t="0" r="r" b="b"/>
                <a:pathLst>
                  <a:path w="2" h="4">
                    <a:moveTo>
                      <a:pt x="0" y="4"/>
                    </a:moveTo>
                    <a:lnTo>
                      <a:pt x="0" y="4"/>
                    </a:lnTo>
                    <a:lnTo>
                      <a:pt x="2" y="0"/>
                    </a:lnTo>
                    <a:lnTo>
                      <a:pt x="0"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3" name="Freeform 387"/>
              <p:cNvSpPr/>
              <p:nvPr/>
            </p:nvSpPr>
            <p:spPr bwMode="auto">
              <a:xfrm>
                <a:off x="3903" y="2275"/>
                <a:ext cx="2"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4" name="Freeform 388"/>
              <p:cNvSpPr/>
              <p:nvPr/>
            </p:nvSpPr>
            <p:spPr bwMode="auto">
              <a:xfrm>
                <a:off x="3901" y="257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5" name="Freeform 389"/>
              <p:cNvSpPr/>
              <p:nvPr/>
            </p:nvSpPr>
            <p:spPr bwMode="auto">
              <a:xfrm>
                <a:off x="4285" y="25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6" name="Freeform 390"/>
              <p:cNvSpPr/>
              <p:nvPr/>
            </p:nvSpPr>
            <p:spPr bwMode="auto">
              <a:xfrm>
                <a:off x="3472" y="207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7" name="Rectangle 391"/>
              <p:cNvSpPr>
                <a:spLocks noChangeArrowheads="1"/>
              </p:cNvSpPr>
              <p:nvPr/>
            </p:nvSpPr>
            <p:spPr bwMode="auto">
              <a:xfrm>
                <a:off x="3472" y="2079"/>
                <a:ext cx="1"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8" name="Freeform 392"/>
              <p:cNvSpPr/>
              <p:nvPr/>
            </p:nvSpPr>
            <p:spPr bwMode="auto">
              <a:xfrm>
                <a:off x="4277" y="2495"/>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9" name="Freeform 393"/>
              <p:cNvSpPr/>
              <p:nvPr/>
            </p:nvSpPr>
            <p:spPr bwMode="auto">
              <a:xfrm>
                <a:off x="3472"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0" name="Freeform 394"/>
              <p:cNvSpPr/>
              <p:nvPr/>
            </p:nvSpPr>
            <p:spPr bwMode="auto">
              <a:xfrm>
                <a:off x="4255" y="25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1" name="Freeform 395"/>
              <p:cNvSpPr/>
              <p:nvPr/>
            </p:nvSpPr>
            <p:spPr bwMode="auto">
              <a:xfrm>
                <a:off x="3678" y="2461"/>
                <a:ext cx="19" cy="13"/>
              </a:xfrm>
              <a:custGeom>
                <a:avLst/>
                <a:gdLst>
                  <a:gd name="T0" fmla="*/ 0 w 9"/>
                  <a:gd name="T1" fmla="*/ 0 h 6"/>
                  <a:gd name="T2" fmla="*/ 9 w 9"/>
                  <a:gd name="T3" fmla="*/ 6 h 6"/>
                  <a:gd name="T4" fmla="*/ 0 w 9"/>
                  <a:gd name="T5" fmla="*/ 0 h 6"/>
                </a:gdLst>
                <a:ahLst/>
                <a:cxnLst>
                  <a:cxn ang="0">
                    <a:pos x="T0" y="T1"/>
                  </a:cxn>
                  <a:cxn ang="0">
                    <a:pos x="T2" y="T3"/>
                  </a:cxn>
                  <a:cxn ang="0">
                    <a:pos x="T4" y="T5"/>
                  </a:cxn>
                </a:cxnLst>
                <a:rect l="0" t="0" r="r" b="b"/>
                <a:pathLst>
                  <a:path w="9" h="6">
                    <a:moveTo>
                      <a:pt x="0" y="0"/>
                    </a:moveTo>
                    <a:cubicBezTo>
                      <a:pt x="9" y="6"/>
                      <a:pt x="9" y="6"/>
                      <a:pt x="9" y="6"/>
                    </a:cubicBezTo>
                    <a:cubicBezTo>
                      <a:pt x="6" y="3"/>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2" name="Freeform 396"/>
              <p:cNvSpPr/>
              <p:nvPr/>
            </p:nvSpPr>
            <p:spPr bwMode="auto">
              <a:xfrm>
                <a:off x="3496" y="2319"/>
                <a:ext cx="4" cy="6"/>
              </a:xfrm>
              <a:custGeom>
                <a:avLst/>
                <a:gdLst>
                  <a:gd name="T0" fmla="*/ 1 w 2"/>
                  <a:gd name="T1" fmla="*/ 1 h 3"/>
                  <a:gd name="T2" fmla="*/ 2 w 2"/>
                  <a:gd name="T3" fmla="*/ 3 h 3"/>
                  <a:gd name="T4" fmla="*/ 2 w 2"/>
                  <a:gd name="T5" fmla="*/ 1 h 3"/>
                  <a:gd name="T6" fmla="*/ 1 w 2"/>
                  <a:gd name="T7" fmla="*/ 1 h 3"/>
                </a:gdLst>
                <a:ahLst/>
                <a:cxnLst>
                  <a:cxn ang="0">
                    <a:pos x="T0" y="T1"/>
                  </a:cxn>
                  <a:cxn ang="0">
                    <a:pos x="T2" y="T3"/>
                  </a:cxn>
                  <a:cxn ang="0">
                    <a:pos x="T4" y="T5"/>
                  </a:cxn>
                  <a:cxn ang="0">
                    <a:pos x="T6" y="T7"/>
                  </a:cxn>
                </a:cxnLst>
                <a:rect l="0" t="0" r="r" b="b"/>
                <a:pathLst>
                  <a:path w="2" h="3">
                    <a:moveTo>
                      <a:pt x="1" y="1"/>
                    </a:moveTo>
                    <a:cubicBezTo>
                      <a:pt x="2" y="2"/>
                      <a:pt x="2" y="2"/>
                      <a:pt x="2" y="3"/>
                    </a:cubicBezTo>
                    <a:cubicBezTo>
                      <a:pt x="2" y="1"/>
                      <a:pt x="2" y="1"/>
                      <a:pt x="2" y="1"/>
                    </a:cubicBezTo>
                    <a:cubicBezTo>
                      <a:pt x="2" y="0"/>
                      <a:pt x="0"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3" name="Freeform 397"/>
              <p:cNvSpPr/>
              <p:nvPr/>
            </p:nvSpPr>
            <p:spPr bwMode="auto">
              <a:xfrm>
                <a:off x="3483" y="2156"/>
                <a:ext cx="6" cy="4"/>
              </a:xfrm>
              <a:custGeom>
                <a:avLst/>
                <a:gdLst>
                  <a:gd name="T0" fmla="*/ 2 w 3"/>
                  <a:gd name="T1" fmla="*/ 1 h 2"/>
                  <a:gd name="T2" fmla="*/ 1 w 3"/>
                  <a:gd name="T3" fmla="*/ 2 h 2"/>
                  <a:gd name="T4" fmla="*/ 2 w 3"/>
                  <a:gd name="T5" fmla="*/ 1 h 2"/>
                </a:gdLst>
                <a:ahLst/>
                <a:cxnLst>
                  <a:cxn ang="0">
                    <a:pos x="T0" y="T1"/>
                  </a:cxn>
                  <a:cxn ang="0">
                    <a:pos x="T2" y="T3"/>
                  </a:cxn>
                  <a:cxn ang="0">
                    <a:pos x="T4" y="T5"/>
                  </a:cxn>
                </a:cxnLst>
                <a:rect l="0" t="0" r="r" b="b"/>
                <a:pathLst>
                  <a:path w="3" h="2">
                    <a:moveTo>
                      <a:pt x="2" y="1"/>
                    </a:moveTo>
                    <a:cubicBezTo>
                      <a:pt x="0" y="0"/>
                      <a:pt x="3" y="1"/>
                      <a:pt x="1" y="2"/>
                    </a:cubicBezTo>
                    <a:cubicBezTo>
                      <a:pt x="2" y="2"/>
                      <a:pt x="2" y="2"/>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4" name="Freeform 398"/>
              <p:cNvSpPr/>
              <p:nvPr/>
            </p:nvSpPr>
            <p:spPr bwMode="auto">
              <a:xfrm>
                <a:off x="3534" y="2347"/>
                <a:ext cx="13" cy="6"/>
              </a:xfrm>
              <a:custGeom>
                <a:avLst/>
                <a:gdLst>
                  <a:gd name="T0" fmla="*/ 0 w 6"/>
                  <a:gd name="T1" fmla="*/ 0 h 3"/>
                  <a:gd name="T2" fmla="*/ 4 w 6"/>
                  <a:gd name="T3" fmla="*/ 3 h 3"/>
                  <a:gd name="T4" fmla="*/ 0 w 6"/>
                  <a:gd name="T5" fmla="*/ 0 h 3"/>
                </a:gdLst>
                <a:ahLst/>
                <a:cxnLst>
                  <a:cxn ang="0">
                    <a:pos x="T0" y="T1"/>
                  </a:cxn>
                  <a:cxn ang="0">
                    <a:pos x="T2" y="T3"/>
                  </a:cxn>
                  <a:cxn ang="0">
                    <a:pos x="T4" y="T5"/>
                  </a:cxn>
                </a:cxnLst>
                <a:rect l="0" t="0" r="r" b="b"/>
                <a:pathLst>
                  <a:path w="6" h="3">
                    <a:moveTo>
                      <a:pt x="0" y="0"/>
                    </a:moveTo>
                    <a:cubicBezTo>
                      <a:pt x="0" y="2"/>
                      <a:pt x="3" y="3"/>
                      <a:pt x="4" y="3"/>
                    </a:cubicBezTo>
                    <a:cubicBezTo>
                      <a:pt x="6" y="3"/>
                      <a:pt x="1" y="2"/>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5" name="Freeform 399"/>
              <p:cNvSpPr/>
              <p:nvPr/>
            </p:nvSpPr>
            <p:spPr bwMode="auto">
              <a:xfrm>
                <a:off x="3466" y="2090"/>
                <a:ext cx="4" cy="4"/>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6" name="Freeform 400"/>
              <p:cNvSpPr/>
              <p:nvPr/>
            </p:nvSpPr>
            <p:spPr bwMode="auto">
              <a:xfrm>
                <a:off x="3466" y="2103"/>
                <a:ext cx="4" cy="0"/>
              </a:xfrm>
              <a:custGeom>
                <a:avLst/>
                <a:gdLst>
                  <a:gd name="T0" fmla="*/ 0 w 2"/>
                  <a:gd name="T1" fmla="*/ 1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1" y="0"/>
                    </a:cubicBezTo>
                    <a:cubicBezTo>
                      <a:pt x="2"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7" name="Freeform 401"/>
              <p:cNvSpPr/>
              <p:nvPr/>
            </p:nvSpPr>
            <p:spPr bwMode="auto">
              <a:xfrm>
                <a:off x="3477" y="2152"/>
                <a:ext cx="4" cy="8"/>
              </a:xfrm>
              <a:custGeom>
                <a:avLst/>
                <a:gdLst>
                  <a:gd name="T0" fmla="*/ 2 w 2"/>
                  <a:gd name="T1" fmla="*/ 4 h 4"/>
                  <a:gd name="T2" fmla="*/ 1 w 2"/>
                  <a:gd name="T3" fmla="*/ 0 h 4"/>
                  <a:gd name="T4" fmla="*/ 2 w 2"/>
                  <a:gd name="T5" fmla="*/ 4 h 4"/>
                </a:gdLst>
                <a:ahLst/>
                <a:cxnLst>
                  <a:cxn ang="0">
                    <a:pos x="T0" y="T1"/>
                  </a:cxn>
                  <a:cxn ang="0">
                    <a:pos x="T2" y="T3"/>
                  </a:cxn>
                  <a:cxn ang="0">
                    <a:pos x="T4" y="T5"/>
                  </a:cxn>
                </a:cxnLst>
                <a:rect l="0" t="0" r="r" b="b"/>
                <a:pathLst>
                  <a:path w="2" h="4">
                    <a:moveTo>
                      <a:pt x="2" y="4"/>
                    </a:moveTo>
                    <a:cubicBezTo>
                      <a:pt x="2" y="3"/>
                      <a:pt x="1" y="1"/>
                      <a:pt x="1" y="0"/>
                    </a:cubicBezTo>
                    <a:cubicBezTo>
                      <a:pt x="0" y="2"/>
                      <a:pt x="1" y="2"/>
                      <a:pt x="2" y="4"/>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8" name="Freeform 402"/>
              <p:cNvSpPr/>
              <p:nvPr/>
            </p:nvSpPr>
            <p:spPr bwMode="auto">
              <a:xfrm>
                <a:off x="3466" y="2096"/>
                <a:ext cx="8" cy="5"/>
              </a:xfrm>
              <a:custGeom>
                <a:avLst/>
                <a:gdLst>
                  <a:gd name="T0" fmla="*/ 0 w 4"/>
                  <a:gd name="T1" fmla="*/ 2 h 2"/>
                  <a:gd name="T2" fmla="*/ 0 w 4"/>
                  <a:gd name="T3" fmla="*/ 2 h 2"/>
                  <a:gd name="T4" fmla="*/ 2 w 4"/>
                  <a:gd name="T5" fmla="*/ 2 h 2"/>
                  <a:gd name="T6" fmla="*/ 2 w 4"/>
                  <a:gd name="T7" fmla="*/ 1 h 2"/>
                  <a:gd name="T8" fmla="*/ 4 w 4"/>
                  <a:gd name="T9" fmla="*/ 0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0" y="2"/>
                      <a:pt x="0" y="2"/>
                    </a:cubicBezTo>
                    <a:cubicBezTo>
                      <a:pt x="1" y="2"/>
                      <a:pt x="1" y="2"/>
                      <a:pt x="2" y="2"/>
                    </a:cubicBezTo>
                    <a:cubicBezTo>
                      <a:pt x="2" y="2"/>
                      <a:pt x="3" y="1"/>
                      <a:pt x="2" y="1"/>
                    </a:cubicBezTo>
                    <a:cubicBezTo>
                      <a:pt x="3" y="0"/>
                      <a:pt x="4" y="1"/>
                      <a:pt x="4" y="0"/>
                    </a:cubicBezTo>
                    <a:cubicBezTo>
                      <a:pt x="3" y="0"/>
                      <a:pt x="1"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9" name="Freeform 403"/>
              <p:cNvSpPr/>
              <p:nvPr/>
            </p:nvSpPr>
            <p:spPr bwMode="auto">
              <a:xfrm>
                <a:off x="3470" y="210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0" name="Freeform 404"/>
              <p:cNvSpPr/>
              <p:nvPr/>
            </p:nvSpPr>
            <p:spPr bwMode="auto">
              <a:xfrm>
                <a:off x="3718" y="2501"/>
                <a:ext cx="5" cy="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2" y="1"/>
                      <a:pt x="2" y="2"/>
                    </a:cubicBezTo>
                    <a:cubicBezTo>
                      <a:pt x="2" y="1"/>
                      <a:pt x="1" y="1"/>
                      <a:pt x="0" y="0"/>
                    </a:cubicBezTo>
                    <a:cubicBezTo>
                      <a:pt x="0" y="0"/>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1" name="Freeform 405"/>
              <p:cNvSpPr/>
              <p:nvPr/>
            </p:nvSpPr>
            <p:spPr bwMode="auto">
              <a:xfrm>
                <a:off x="3629" y="2417"/>
                <a:ext cx="7" cy="6"/>
              </a:xfrm>
              <a:custGeom>
                <a:avLst/>
                <a:gdLst>
                  <a:gd name="T0" fmla="*/ 2 w 3"/>
                  <a:gd name="T1" fmla="*/ 3 h 3"/>
                  <a:gd name="T2" fmla="*/ 0 w 3"/>
                  <a:gd name="T3" fmla="*/ 0 h 3"/>
                  <a:gd name="T4" fmla="*/ 2 w 3"/>
                  <a:gd name="T5" fmla="*/ 3 h 3"/>
                </a:gdLst>
                <a:ahLst/>
                <a:cxnLst>
                  <a:cxn ang="0">
                    <a:pos x="T0" y="T1"/>
                  </a:cxn>
                  <a:cxn ang="0">
                    <a:pos x="T2" y="T3"/>
                  </a:cxn>
                  <a:cxn ang="0">
                    <a:pos x="T4" y="T5"/>
                  </a:cxn>
                </a:cxnLst>
                <a:rect l="0" t="0" r="r" b="b"/>
                <a:pathLst>
                  <a:path w="3" h="3">
                    <a:moveTo>
                      <a:pt x="2" y="3"/>
                    </a:moveTo>
                    <a:cubicBezTo>
                      <a:pt x="3" y="2"/>
                      <a:pt x="1" y="1"/>
                      <a:pt x="0" y="0"/>
                    </a:cubicBezTo>
                    <a:cubicBezTo>
                      <a:pt x="0" y="1"/>
                      <a:pt x="1" y="2"/>
                      <a:pt x="2"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sp>
          <p:nvSpPr>
            <p:cNvPr id="6" name="Freeform 407"/>
            <p:cNvSpPr/>
            <p:nvPr/>
          </p:nvSpPr>
          <p:spPr bwMode="auto">
            <a:xfrm>
              <a:off x="3716" y="2495"/>
              <a:ext cx="5" cy="4"/>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1"/>
                    <a:pt x="1" y="0"/>
                    <a:pt x="0" y="0"/>
                  </a:cubicBezTo>
                  <a:cubicBezTo>
                    <a:pt x="1" y="1"/>
                    <a:pt x="1"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 name="Freeform 408"/>
            <p:cNvSpPr/>
            <p:nvPr/>
          </p:nvSpPr>
          <p:spPr bwMode="auto">
            <a:xfrm>
              <a:off x="3706" y="2480"/>
              <a:ext cx="10" cy="15"/>
            </a:xfrm>
            <a:custGeom>
              <a:avLst/>
              <a:gdLst>
                <a:gd name="T0" fmla="*/ 5 w 5"/>
                <a:gd name="T1" fmla="*/ 7 h 7"/>
                <a:gd name="T2" fmla="*/ 2 w 5"/>
                <a:gd name="T3" fmla="*/ 3 h 7"/>
                <a:gd name="T4" fmla="*/ 2 w 5"/>
                <a:gd name="T5" fmla="*/ 1 h 7"/>
                <a:gd name="T6" fmla="*/ 3 w 5"/>
                <a:gd name="T7" fmla="*/ 7 h 7"/>
                <a:gd name="T8" fmla="*/ 3 w 5"/>
                <a:gd name="T9" fmla="*/ 7 h 7"/>
                <a:gd name="T10" fmla="*/ 5 w 5"/>
                <a:gd name="T11" fmla="*/ 7 h 7"/>
              </a:gdLst>
              <a:ahLst/>
              <a:cxnLst>
                <a:cxn ang="0">
                  <a:pos x="T0" y="T1"/>
                </a:cxn>
                <a:cxn ang="0">
                  <a:pos x="T2" y="T3"/>
                </a:cxn>
                <a:cxn ang="0">
                  <a:pos x="T4" y="T5"/>
                </a:cxn>
                <a:cxn ang="0">
                  <a:pos x="T6" y="T7"/>
                </a:cxn>
                <a:cxn ang="0">
                  <a:pos x="T8" y="T9"/>
                </a:cxn>
                <a:cxn ang="0">
                  <a:pos x="T10" y="T11"/>
                </a:cxn>
              </a:cxnLst>
              <a:rect l="0" t="0" r="r" b="b"/>
              <a:pathLst>
                <a:path w="5" h="7">
                  <a:moveTo>
                    <a:pt x="5" y="7"/>
                  </a:moveTo>
                  <a:cubicBezTo>
                    <a:pt x="4" y="5"/>
                    <a:pt x="4" y="3"/>
                    <a:pt x="2" y="3"/>
                  </a:cubicBezTo>
                  <a:cubicBezTo>
                    <a:pt x="1" y="1"/>
                    <a:pt x="4" y="3"/>
                    <a:pt x="2" y="1"/>
                  </a:cubicBezTo>
                  <a:cubicBezTo>
                    <a:pt x="0" y="0"/>
                    <a:pt x="1" y="4"/>
                    <a:pt x="3" y="7"/>
                  </a:cubicBezTo>
                  <a:cubicBezTo>
                    <a:pt x="3" y="7"/>
                    <a:pt x="3" y="7"/>
                    <a:pt x="3" y="7"/>
                  </a:cubicBezTo>
                  <a:cubicBezTo>
                    <a:pt x="4" y="7"/>
                    <a:pt x="4" y="7"/>
                    <a:pt x="5"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 name="Freeform 409"/>
            <p:cNvSpPr/>
            <p:nvPr/>
          </p:nvSpPr>
          <p:spPr bwMode="auto">
            <a:xfrm>
              <a:off x="3782" y="3038"/>
              <a:ext cx="2" cy="4"/>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0" y="2"/>
                    <a:pt x="1" y="1"/>
                    <a:pt x="1"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 name="Freeform 410"/>
            <p:cNvSpPr/>
            <p:nvPr/>
          </p:nvSpPr>
          <p:spPr bwMode="auto">
            <a:xfrm>
              <a:off x="3631" y="2249"/>
              <a:ext cx="3" cy="2"/>
            </a:xfrm>
            <a:custGeom>
              <a:avLst/>
              <a:gdLst>
                <a:gd name="T0" fmla="*/ 3 w 3"/>
                <a:gd name="T1" fmla="*/ 0 h 2"/>
                <a:gd name="T2" fmla="*/ 0 w 3"/>
                <a:gd name="T3" fmla="*/ 0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0" y="2"/>
                  </a:lnTo>
                  <a:lnTo>
                    <a:pt x="3"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 name="Freeform 411"/>
            <p:cNvSpPr/>
            <p:nvPr/>
          </p:nvSpPr>
          <p:spPr bwMode="auto">
            <a:xfrm>
              <a:off x="3988" y="3019"/>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 name="Freeform 412"/>
            <p:cNvSpPr/>
            <p:nvPr/>
          </p:nvSpPr>
          <p:spPr bwMode="auto">
            <a:xfrm>
              <a:off x="3856" y="3002"/>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 name="Freeform 413"/>
            <p:cNvSpPr/>
            <p:nvPr/>
          </p:nvSpPr>
          <p:spPr bwMode="auto">
            <a:xfrm>
              <a:off x="3924" y="2998"/>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0"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 name="Freeform 414"/>
            <p:cNvSpPr/>
            <p:nvPr/>
          </p:nvSpPr>
          <p:spPr bwMode="auto">
            <a:xfrm>
              <a:off x="3561" y="1990"/>
              <a:ext cx="3" cy="9"/>
            </a:xfrm>
            <a:custGeom>
              <a:avLst/>
              <a:gdLst>
                <a:gd name="T0" fmla="*/ 1 w 1"/>
                <a:gd name="T1" fmla="*/ 1 h 4"/>
                <a:gd name="T2" fmla="*/ 0 w 1"/>
                <a:gd name="T3" fmla="*/ 0 h 4"/>
                <a:gd name="T4" fmla="*/ 1 w 1"/>
                <a:gd name="T5" fmla="*/ 1 h 4"/>
              </a:gdLst>
              <a:ahLst/>
              <a:cxnLst>
                <a:cxn ang="0">
                  <a:pos x="T0" y="T1"/>
                </a:cxn>
                <a:cxn ang="0">
                  <a:pos x="T2" y="T3"/>
                </a:cxn>
                <a:cxn ang="0">
                  <a:pos x="T4" y="T5"/>
                </a:cxn>
              </a:cxnLst>
              <a:rect l="0" t="0" r="r" b="b"/>
              <a:pathLst>
                <a:path w="1" h="4">
                  <a:moveTo>
                    <a:pt x="1" y="1"/>
                  </a:moveTo>
                  <a:cubicBezTo>
                    <a:pt x="1" y="1"/>
                    <a:pt x="0" y="0"/>
                    <a:pt x="0" y="0"/>
                  </a:cubicBezTo>
                  <a:cubicBezTo>
                    <a:pt x="0" y="3"/>
                    <a:pt x="0" y="4"/>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 name="Freeform 415"/>
            <p:cNvSpPr/>
            <p:nvPr/>
          </p:nvSpPr>
          <p:spPr bwMode="auto">
            <a:xfrm>
              <a:off x="3795" y="3040"/>
              <a:ext cx="2" cy="2"/>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0"/>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 name="Freeform 416"/>
            <p:cNvSpPr/>
            <p:nvPr/>
          </p:nvSpPr>
          <p:spPr bwMode="auto">
            <a:xfrm>
              <a:off x="3958" y="30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 name="Freeform 417"/>
            <p:cNvSpPr/>
            <p:nvPr/>
          </p:nvSpPr>
          <p:spPr bwMode="auto">
            <a:xfrm>
              <a:off x="3982" y="3027"/>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 name="Freeform 418"/>
            <p:cNvSpPr/>
            <p:nvPr/>
          </p:nvSpPr>
          <p:spPr bwMode="auto">
            <a:xfrm>
              <a:off x="3595" y="18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 name="Freeform 419"/>
            <p:cNvSpPr/>
            <p:nvPr/>
          </p:nvSpPr>
          <p:spPr bwMode="auto">
            <a:xfrm>
              <a:off x="3757" y="2981"/>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 name="Freeform 420"/>
            <p:cNvSpPr/>
            <p:nvPr/>
          </p:nvSpPr>
          <p:spPr bwMode="auto">
            <a:xfrm>
              <a:off x="3627" y="1789"/>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 name="Freeform 421"/>
            <p:cNvSpPr/>
            <p:nvPr/>
          </p:nvSpPr>
          <p:spPr bwMode="auto">
            <a:xfrm>
              <a:off x="3578" y="17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 name="Rectangle 422"/>
            <p:cNvSpPr>
              <a:spLocks noChangeArrowheads="1"/>
            </p:cNvSpPr>
            <p:nvPr/>
          </p:nvSpPr>
          <p:spPr bwMode="auto">
            <a:xfrm>
              <a:off x="3593" y="1825"/>
              <a:ext cx="1"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 name="Freeform 423"/>
            <p:cNvSpPr/>
            <p:nvPr/>
          </p:nvSpPr>
          <p:spPr bwMode="auto">
            <a:xfrm>
              <a:off x="3593" y="1825"/>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 name="Freeform 424"/>
            <p:cNvSpPr/>
            <p:nvPr/>
          </p:nvSpPr>
          <p:spPr bwMode="auto">
            <a:xfrm>
              <a:off x="3593" y="1825"/>
              <a:ext cx="0" cy="2"/>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 name="Freeform 425"/>
            <p:cNvSpPr/>
            <p:nvPr/>
          </p:nvSpPr>
          <p:spPr bwMode="auto">
            <a:xfrm>
              <a:off x="3638" y="2417"/>
              <a:ext cx="6" cy="6"/>
            </a:xfrm>
            <a:custGeom>
              <a:avLst/>
              <a:gdLst>
                <a:gd name="T0" fmla="*/ 1 w 3"/>
                <a:gd name="T1" fmla="*/ 2 h 3"/>
                <a:gd name="T2" fmla="*/ 3 w 3"/>
                <a:gd name="T3" fmla="*/ 2 h 3"/>
                <a:gd name="T4" fmla="*/ 1 w 3"/>
                <a:gd name="T5" fmla="*/ 2 h 3"/>
              </a:gdLst>
              <a:ahLst/>
              <a:cxnLst>
                <a:cxn ang="0">
                  <a:pos x="T0" y="T1"/>
                </a:cxn>
                <a:cxn ang="0">
                  <a:pos x="T2" y="T3"/>
                </a:cxn>
                <a:cxn ang="0">
                  <a:pos x="T4" y="T5"/>
                </a:cxn>
              </a:cxnLst>
              <a:rect l="0" t="0" r="r" b="b"/>
              <a:pathLst>
                <a:path w="3" h="3">
                  <a:moveTo>
                    <a:pt x="1" y="2"/>
                  </a:moveTo>
                  <a:cubicBezTo>
                    <a:pt x="2" y="2"/>
                    <a:pt x="3" y="3"/>
                    <a:pt x="3" y="2"/>
                  </a:cubicBezTo>
                  <a:cubicBezTo>
                    <a:pt x="0" y="0"/>
                    <a:pt x="0" y="0"/>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 name="Freeform 426"/>
            <p:cNvSpPr/>
            <p:nvPr/>
          </p:nvSpPr>
          <p:spPr bwMode="auto">
            <a:xfrm>
              <a:off x="3708" y="2743"/>
              <a:ext cx="2" cy="7"/>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1" y="3"/>
                    <a:pt x="1" y="0"/>
                    <a:pt x="0" y="0"/>
                  </a:cubicBezTo>
                  <a:cubicBezTo>
                    <a:pt x="0" y="0"/>
                    <a:pt x="0" y="3"/>
                    <a:pt x="1"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 name="Freeform 427"/>
            <p:cNvSpPr/>
            <p:nvPr/>
          </p:nvSpPr>
          <p:spPr bwMode="auto">
            <a:xfrm>
              <a:off x="3714" y="2737"/>
              <a:ext cx="4" cy="2"/>
            </a:xfrm>
            <a:custGeom>
              <a:avLst/>
              <a:gdLst>
                <a:gd name="T0" fmla="*/ 1 w 2"/>
                <a:gd name="T1" fmla="*/ 1 h 1"/>
                <a:gd name="T2" fmla="*/ 0 w 2"/>
                <a:gd name="T3" fmla="*/ 0 h 1"/>
                <a:gd name="T4" fmla="*/ 1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0" y="0"/>
                    <a:pt x="0" y="0"/>
                  </a:cubicBezTo>
                  <a:cubicBezTo>
                    <a:pt x="0" y="0"/>
                    <a:pt x="1" y="1"/>
                    <a:pt x="1" y="1"/>
                  </a:cubicBezTo>
                  <a:cubicBezTo>
                    <a:pt x="1" y="1"/>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 name="Freeform 428"/>
            <p:cNvSpPr/>
            <p:nvPr/>
          </p:nvSpPr>
          <p:spPr bwMode="auto">
            <a:xfrm>
              <a:off x="3706" y="2737"/>
              <a:ext cx="10" cy="4"/>
            </a:xfrm>
            <a:custGeom>
              <a:avLst/>
              <a:gdLst>
                <a:gd name="T0" fmla="*/ 0 w 5"/>
                <a:gd name="T1" fmla="*/ 1 h 2"/>
                <a:gd name="T2" fmla="*/ 4 w 5"/>
                <a:gd name="T3" fmla="*/ 1 h 2"/>
                <a:gd name="T4" fmla="*/ 5 w 5"/>
                <a:gd name="T5" fmla="*/ 2 h 2"/>
                <a:gd name="T6" fmla="*/ 3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2"/>
                    <a:pt x="3" y="2"/>
                    <a:pt x="4" y="1"/>
                  </a:cubicBezTo>
                  <a:cubicBezTo>
                    <a:pt x="4" y="1"/>
                    <a:pt x="5" y="2"/>
                    <a:pt x="5" y="2"/>
                  </a:cubicBezTo>
                  <a:cubicBezTo>
                    <a:pt x="4" y="1"/>
                    <a:pt x="4" y="1"/>
                    <a:pt x="3" y="1"/>
                  </a:cubicBezTo>
                  <a:cubicBezTo>
                    <a:pt x="3" y="1"/>
                    <a:pt x="1" y="0"/>
                    <a:pt x="2" y="1"/>
                  </a:cubicBezTo>
                  <a:cubicBezTo>
                    <a:pt x="2" y="1"/>
                    <a:pt x="1"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 name="Freeform 429"/>
            <p:cNvSpPr/>
            <p:nvPr/>
          </p:nvSpPr>
          <p:spPr bwMode="auto">
            <a:xfrm>
              <a:off x="3755" y="2718"/>
              <a:ext cx="4" cy="6"/>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cubicBezTo>
                    <a:pt x="0" y="0"/>
                    <a:pt x="0" y="0"/>
                    <a:pt x="0" y="0"/>
                  </a:cubicBezTo>
                  <a:cubicBezTo>
                    <a:pt x="1" y="2"/>
                    <a:pt x="1" y="2"/>
                    <a:pt x="2"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 name="Freeform 430"/>
            <p:cNvSpPr/>
            <p:nvPr/>
          </p:nvSpPr>
          <p:spPr bwMode="auto">
            <a:xfrm>
              <a:off x="3761" y="2733"/>
              <a:ext cx="4" cy="17"/>
            </a:xfrm>
            <a:custGeom>
              <a:avLst/>
              <a:gdLst>
                <a:gd name="T0" fmla="*/ 1 w 2"/>
                <a:gd name="T1" fmla="*/ 7 h 8"/>
                <a:gd name="T2" fmla="*/ 0 w 2"/>
                <a:gd name="T3" fmla="*/ 3 h 8"/>
                <a:gd name="T4" fmla="*/ 1 w 2"/>
                <a:gd name="T5" fmla="*/ 7 h 8"/>
              </a:gdLst>
              <a:ahLst/>
              <a:cxnLst>
                <a:cxn ang="0">
                  <a:pos x="T0" y="T1"/>
                </a:cxn>
                <a:cxn ang="0">
                  <a:pos x="T2" y="T3"/>
                </a:cxn>
                <a:cxn ang="0">
                  <a:pos x="T4" y="T5"/>
                </a:cxn>
              </a:cxnLst>
              <a:rect l="0" t="0" r="r" b="b"/>
              <a:pathLst>
                <a:path w="2" h="8">
                  <a:moveTo>
                    <a:pt x="1" y="7"/>
                  </a:moveTo>
                  <a:cubicBezTo>
                    <a:pt x="2" y="0"/>
                    <a:pt x="1" y="8"/>
                    <a:pt x="0" y="3"/>
                  </a:cubicBezTo>
                  <a:cubicBezTo>
                    <a:pt x="0" y="5"/>
                    <a:pt x="0" y="6"/>
                    <a:pt x="1"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 name="Freeform 431"/>
            <p:cNvSpPr/>
            <p:nvPr/>
          </p:nvSpPr>
          <p:spPr bwMode="auto">
            <a:xfrm>
              <a:off x="3759" y="2720"/>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 name="Freeform 432"/>
            <p:cNvSpPr/>
            <p:nvPr/>
          </p:nvSpPr>
          <p:spPr bwMode="auto">
            <a:xfrm>
              <a:off x="3761" y="2714"/>
              <a:ext cx="6" cy="12"/>
            </a:xfrm>
            <a:custGeom>
              <a:avLst/>
              <a:gdLst>
                <a:gd name="T0" fmla="*/ 0 w 3"/>
                <a:gd name="T1" fmla="*/ 5 h 6"/>
                <a:gd name="T2" fmla="*/ 3 w 3"/>
                <a:gd name="T3" fmla="*/ 3 h 6"/>
                <a:gd name="T4" fmla="*/ 0 w 3"/>
                <a:gd name="T5" fmla="*/ 5 h 6"/>
              </a:gdLst>
              <a:ahLst/>
              <a:cxnLst>
                <a:cxn ang="0">
                  <a:pos x="T0" y="T1"/>
                </a:cxn>
                <a:cxn ang="0">
                  <a:pos x="T2" y="T3"/>
                </a:cxn>
                <a:cxn ang="0">
                  <a:pos x="T4" y="T5"/>
                </a:cxn>
              </a:cxnLst>
              <a:rect l="0" t="0" r="r" b="b"/>
              <a:pathLst>
                <a:path w="3" h="6">
                  <a:moveTo>
                    <a:pt x="0" y="5"/>
                  </a:moveTo>
                  <a:cubicBezTo>
                    <a:pt x="1" y="6"/>
                    <a:pt x="2" y="3"/>
                    <a:pt x="3" y="3"/>
                  </a:cubicBezTo>
                  <a:cubicBezTo>
                    <a:pt x="2" y="0"/>
                    <a:pt x="1" y="4"/>
                    <a:pt x="0" y="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 name="Freeform 433"/>
            <p:cNvSpPr/>
            <p:nvPr/>
          </p:nvSpPr>
          <p:spPr bwMode="auto">
            <a:xfrm>
              <a:off x="3712" y="273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 name="Freeform 434"/>
            <p:cNvSpPr>
              <a:spLocks noEditPoints="1"/>
            </p:cNvSpPr>
            <p:nvPr/>
          </p:nvSpPr>
          <p:spPr bwMode="auto">
            <a:xfrm>
              <a:off x="3742" y="2907"/>
              <a:ext cx="384" cy="146"/>
            </a:xfrm>
            <a:custGeom>
              <a:avLst/>
              <a:gdLst>
                <a:gd name="T0" fmla="*/ 150 w 181"/>
                <a:gd name="T1" fmla="*/ 21 h 69"/>
                <a:gd name="T2" fmla="*/ 144 w 181"/>
                <a:gd name="T3" fmla="*/ 25 h 69"/>
                <a:gd name="T4" fmla="*/ 103 w 181"/>
                <a:gd name="T5" fmla="*/ 42 h 69"/>
                <a:gd name="T6" fmla="*/ 91 w 181"/>
                <a:gd name="T7" fmla="*/ 45 h 69"/>
                <a:gd name="T8" fmla="*/ 79 w 181"/>
                <a:gd name="T9" fmla="*/ 44 h 69"/>
                <a:gd name="T10" fmla="*/ 60 w 181"/>
                <a:gd name="T11" fmla="*/ 44 h 69"/>
                <a:gd name="T12" fmla="*/ 50 w 181"/>
                <a:gd name="T13" fmla="*/ 47 h 69"/>
                <a:gd name="T14" fmla="*/ 32 w 181"/>
                <a:gd name="T15" fmla="*/ 47 h 69"/>
                <a:gd name="T16" fmla="*/ 22 w 181"/>
                <a:gd name="T17" fmla="*/ 44 h 69"/>
                <a:gd name="T18" fmla="*/ 10 w 181"/>
                <a:gd name="T19" fmla="*/ 39 h 69"/>
                <a:gd name="T20" fmla="*/ 10 w 181"/>
                <a:gd name="T21" fmla="*/ 37 h 69"/>
                <a:gd name="T22" fmla="*/ 10 w 181"/>
                <a:gd name="T23" fmla="*/ 35 h 69"/>
                <a:gd name="T24" fmla="*/ 10 w 181"/>
                <a:gd name="T25" fmla="*/ 34 h 69"/>
                <a:gd name="T26" fmla="*/ 10 w 181"/>
                <a:gd name="T27" fmla="*/ 30 h 69"/>
                <a:gd name="T28" fmla="*/ 2 w 181"/>
                <a:gd name="T29" fmla="*/ 32 h 69"/>
                <a:gd name="T30" fmla="*/ 6 w 181"/>
                <a:gd name="T31" fmla="*/ 44 h 69"/>
                <a:gd name="T32" fmla="*/ 10 w 181"/>
                <a:gd name="T33" fmla="*/ 51 h 69"/>
                <a:gd name="T34" fmla="*/ 4 w 181"/>
                <a:gd name="T35" fmla="*/ 55 h 69"/>
                <a:gd name="T36" fmla="*/ 8 w 181"/>
                <a:gd name="T37" fmla="*/ 58 h 69"/>
                <a:gd name="T38" fmla="*/ 13 w 181"/>
                <a:gd name="T39" fmla="*/ 57 h 69"/>
                <a:gd name="T40" fmla="*/ 13 w 181"/>
                <a:gd name="T41" fmla="*/ 60 h 69"/>
                <a:gd name="T42" fmla="*/ 19 w 181"/>
                <a:gd name="T43" fmla="*/ 57 h 69"/>
                <a:gd name="T44" fmla="*/ 20 w 181"/>
                <a:gd name="T45" fmla="*/ 63 h 69"/>
                <a:gd name="T46" fmla="*/ 22 w 181"/>
                <a:gd name="T47" fmla="*/ 66 h 69"/>
                <a:gd name="T48" fmla="*/ 24 w 181"/>
                <a:gd name="T49" fmla="*/ 64 h 69"/>
                <a:gd name="T50" fmla="*/ 28 w 181"/>
                <a:gd name="T51" fmla="*/ 64 h 69"/>
                <a:gd name="T52" fmla="*/ 31 w 181"/>
                <a:gd name="T53" fmla="*/ 66 h 69"/>
                <a:gd name="T54" fmla="*/ 36 w 181"/>
                <a:gd name="T55" fmla="*/ 58 h 69"/>
                <a:gd name="T56" fmla="*/ 36 w 181"/>
                <a:gd name="T57" fmla="*/ 65 h 69"/>
                <a:gd name="T58" fmla="*/ 46 w 181"/>
                <a:gd name="T59" fmla="*/ 67 h 69"/>
                <a:gd name="T60" fmla="*/ 50 w 181"/>
                <a:gd name="T61" fmla="*/ 66 h 69"/>
                <a:gd name="T62" fmla="*/ 55 w 181"/>
                <a:gd name="T63" fmla="*/ 62 h 69"/>
                <a:gd name="T64" fmla="*/ 65 w 181"/>
                <a:gd name="T65" fmla="*/ 66 h 69"/>
                <a:gd name="T66" fmla="*/ 69 w 181"/>
                <a:gd name="T67" fmla="*/ 63 h 69"/>
                <a:gd name="T68" fmla="*/ 71 w 181"/>
                <a:gd name="T69" fmla="*/ 63 h 69"/>
                <a:gd name="T70" fmla="*/ 72 w 181"/>
                <a:gd name="T71" fmla="*/ 61 h 69"/>
                <a:gd name="T72" fmla="*/ 76 w 181"/>
                <a:gd name="T73" fmla="*/ 65 h 69"/>
                <a:gd name="T74" fmla="*/ 79 w 181"/>
                <a:gd name="T75" fmla="*/ 63 h 69"/>
                <a:gd name="T76" fmla="*/ 88 w 181"/>
                <a:gd name="T77" fmla="*/ 60 h 69"/>
                <a:gd name="T78" fmla="*/ 92 w 181"/>
                <a:gd name="T79" fmla="*/ 62 h 69"/>
                <a:gd name="T80" fmla="*/ 98 w 181"/>
                <a:gd name="T81" fmla="*/ 60 h 69"/>
                <a:gd name="T82" fmla="*/ 102 w 181"/>
                <a:gd name="T83" fmla="*/ 59 h 69"/>
                <a:gd name="T84" fmla="*/ 103 w 181"/>
                <a:gd name="T85" fmla="*/ 59 h 69"/>
                <a:gd name="T86" fmla="*/ 108 w 181"/>
                <a:gd name="T87" fmla="*/ 58 h 69"/>
                <a:gd name="T88" fmla="*/ 115 w 181"/>
                <a:gd name="T89" fmla="*/ 53 h 69"/>
                <a:gd name="T90" fmla="*/ 117 w 181"/>
                <a:gd name="T91" fmla="*/ 52 h 69"/>
                <a:gd name="T92" fmla="*/ 122 w 181"/>
                <a:gd name="T93" fmla="*/ 45 h 69"/>
                <a:gd name="T94" fmla="*/ 127 w 181"/>
                <a:gd name="T95" fmla="*/ 45 h 69"/>
                <a:gd name="T96" fmla="*/ 134 w 181"/>
                <a:gd name="T97" fmla="*/ 43 h 69"/>
                <a:gd name="T98" fmla="*/ 139 w 181"/>
                <a:gd name="T99" fmla="*/ 41 h 69"/>
                <a:gd name="T100" fmla="*/ 152 w 181"/>
                <a:gd name="T101" fmla="*/ 37 h 69"/>
                <a:gd name="T102" fmla="*/ 156 w 181"/>
                <a:gd name="T103" fmla="*/ 35 h 69"/>
                <a:gd name="T104" fmla="*/ 163 w 181"/>
                <a:gd name="T105" fmla="*/ 27 h 69"/>
                <a:gd name="T106" fmla="*/ 167 w 181"/>
                <a:gd name="T107" fmla="*/ 19 h 69"/>
                <a:gd name="T108" fmla="*/ 10 w 181"/>
                <a:gd name="T109" fmla="*/ 31 h 69"/>
                <a:gd name="T110" fmla="*/ 10 w 181"/>
                <a:gd name="T111" fmla="*/ 35 h 69"/>
                <a:gd name="T112" fmla="*/ 9 w 181"/>
                <a:gd name="T113" fmla="*/ 34 h 69"/>
                <a:gd name="T114" fmla="*/ 7 w 181"/>
                <a:gd name="T115" fmla="*/ 35 h 69"/>
                <a:gd name="T116" fmla="*/ 8 w 181"/>
                <a:gd name="T117" fmla="*/ 36 h 69"/>
                <a:gd name="T118" fmla="*/ 10 w 181"/>
                <a:gd name="T119"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1" h="69">
                  <a:moveTo>
                    <a:pt x="177" y="5"/>
                  </a:moveTo>
                  <a:cubicBezTo>
                    <a:pt x="177" y="2"/>
                    <a:pt x="172" y="0"/>
                    <a:pt x="172" y="0"/>
                  </a:cubicBezTo>
                  <a:cubicBezTo>
                    <a:pt x="172" y="4"/>
                    <a:pt x="169" y="7"/>
                    <a:pt x="164" y="8"/>
                  </a:cubicBezTo>
                  <a:cubicBezTo>
                    <a:pt x="163" y="9"/>
                    <a:pt x="163" y="11"/>
                    <a:pt x="162" y="11"/>
                  </a:cubicBezTo>
                  <a:cubicBezTo>
                    <a:pt x="159" y="15"/>
                    <a:pt x="152" y="15"/>
                    <a:pt x="149" y="19"/>
                  </a:cubicBezTo>
                  <a:cubicBezTo>
                    <a:pt x="150" y="19"/>
                    <a:pt x="150" y="20"/>
                    <a:pt x="150" y="21"/>
                  </a:cubicBezTo>
                  <a:cubicBezTo>
                    <a:pt x="150" y="20"/>
                    <a:pt x="150" y="20"/>
                    <a:pt x="150" y="20"/>
                  </a:cubicBezTo>
                  <a:cubicBezTo>
                    <a:pt x="150" y="22"/>
                    <a:pt x="150" y="22"/>
                    <a:pt x="150" y="22"/>
                  </a:cubicBezTo>
                  <a:cubicBezTo>
                    <a:pt x="150" y="22"/>
                    <a:pt x="149" y="21"/>
                    <a:pt x="149" y="20"/>
                  </a:cubicBezTo>
                  <a:cubicBezTo>
                    <a:pt x="147" y="21"/>
                    <a:pt x="146" y="23"/>
                    <a:pt x="144" y="24"/>
                  </a:cubicBezTo>
                  <a:cubicBezTo>
                    <a:pt x="145" y="26"/>
                    <a:pt x="143" y="24"/>
                    <a:pt x="144" y="26"/>
                  </a:cubicBezTo>
                  <a:cubicBezTo>
                    <a:pt x="144" y="25"/>
                    <a:pt x="144" y="25"/>
                    <a:pt x="144" y="25"/>
                  </a:cubicBezTo>
                  <a:cubicBezTo>
                    <a:pt x="143" y="27"/>
                    <a:pt x="143" y="27"/>
                    <a:pt x="141" y="25"/>
                  </a:cubicBezTo>
                  <a:cubicBezTo>
                    <a:pt x="135" y="26"/>
                    <a:pt x="130" y="30"/>
                    <a:pt x="125" y="31"/>
                  </a:cubicBezTo>
                  <a:cubicBezTo>
                    <a:pt x="119" y="33"/>
                    <a:pt x="114" y="37"/>
                    <a:pt x="108" y="39"/>
                  </a:cubicBezTo>
                  <a:cubicBezTo>
                    <a:pt x="108" y="42"/>
                    <a:pt x="106" y="41"/>
                    <a:pt x="106" y="44"/>
                  </a:cubicBezTo>
                  <a:cubicBezTo>
                    <a:pt x="106" y="43"/>
                    <a:pt x="106" y="43"/>
                    <a:pt x="106" y="43"/>
                  </a:cubicBezTo>
                  <a:cubicBezTo>
                    <a:pt x="105" y="45"/>
                    <a:pt x="104" y="43"/>
                    <a:pt x="103" y="42"/>
                  </a:cubicBezTo>
                  <a:cubicBezTo>
                    <a:pt x="103" y="44"/>
                    <a:pt x="102" y="43"/>
                    <a:pt x="103" y="45"/>
                  </a:cubicBezTo>
                  <a:cubicBezTo>
                    <a:pt x="103" y="46"/>
                    <a:pt x="102" y="42"/>
                    <a:pt x="101" y="43"/>
                  </a:cubicBezTo>
                  <a:cubicBezTo>
                    <a:pt x="101" y="42"/>
                    <a:pt x="101" y="44"/>
                    <a:pt x="101" y="44"/>
                  </a:cubicBezTo>
                  <a:cubicBezTo>
                    <a:pt x="100" y="46"/>
                    <a:pt x="101" y="42"/>
                    <a:pt x="99" y="41"/>
                  </a:cubicBezTo>
                  <a:cubicBezTo>
                    <a:pt x="96" y="42"/>
                    <a:pt x="94" y="45"/>
                    <a:pt x="91" y="44"/>
                  </a:cubicBezTo>
                  <a:cubicBezTo>
                    <a:pt x="91" y="44"/>
                    <a:pt x="91" y="45"/>
                    <a:pt x="91" y="45"/>
                  </a:cubicBezTo>
                  <a:cubicBezTo>
                    <a:pt x="90" y="42"/>
                    <a:pt x="90" y="46"/>
                    <a:pt x="90" y="45"/>
                  </a:cubicBezTo>
                  <a:cubicBezTo>
                    <a:pt x="90" y="44"/>
                    <a:pt x="90" y="44"/>
                    <a:pt x="90" y="44"/>
                  </a:cubicBezTo>
                  <a:cubicBezTo>
                    <a:pt x="88" y="43"/>
                    <a:pt x="88" y="45"/>
                    <a:pt x="86" y="44"/>
                  </a:cubicBezTo>
                  <a:cubicBezTo>
                    <a:pt x="85" y="45"/>
                    <a:pt x="84" y="42"/>
                    <a:pt x="83" y="44"/>
                  </a:cubicBezTo>
                  <a:cubicBezTo>
                    <a:pt x="83" y="43"/>
                    <a:pt x="83" y="43"/>
                    <a:pt x="82" y="43"/>
                  </a:cubicBezTo>
                  <a:cubicBezTo>
                    <a:pt x="82" y="47"/>
                    <a:pt x="80" y="42"/>
                    <a:pt x="79" y="44"/>
                  </a:cubicBezTo>
                  <a:cubicBezTo>
                    <a:pt x="79" y="44"/>
                    <a:pt x="79" y="44"/>
                    <a:pt x="79" y="44"/>
                  </a:cubicBezTo>
                  <a:cubicBezTo>
                    <a:pt x="76" y="44"/>
                    <a:pt x="73" y="43"/>
                    <a:pt x="70" y="46"/>
                  </a:cubicBezTo>
                  <a:cubicBezTo>
                    <a:pt x="68" y="46"/>
                    <a:pt x="66" y="43"/>
                    <a:pt x="64" y="44"/>
                  </a:cubicBezTo>
                  <a:cubicBezTo>
                    <a:pt x="64" y="46"/>
                    <a:pt x="64" y="46"/>
                    <a:pt x="64" y="46"/>
                  </a:cubicBezTo>
                  <a:cubicBezTo>
                    <a:pt x="63" y="46"/>
                    <a:pt x="64" y="45"/>
                    <a:pt x="64" y="44"/>
                  </a:cubicBezTo>
                  <a:cubicBezTo>
                    <a:pt x="63" y="46"/>
                    <a:pt x="61" y="44"/>
                    <a:pt x="60" y="44"/>
                  </a:cubicBezTo>
                  <a:cubicBezTo>
                    <a:pt x="60" y="45"/>
                    <a:pt x="60" y="45"/>
                    <a:pt x="60" y="46"/>
                  </a:cubicBezTo>
                  <a:cubicBezTo>
                    <a:pt x="59" y="43"/>
                    <a:pt x="57" y="47"/>
                    <a:pt x="55" y="45"/>
                  </a:cubicBezTo>
                  <a:cubicBezTo>
                    <a:pt x="56" y="48"/>
                    <a:pt x="55" y="47"/>
                    <a:pt x="54" y="48"/>
                  </a:cubicBezTo>
                  <a:cubicBezTo>
                    <a:pt x="54" y="47"/>
                    <a:pt x="54" y="46"/>
                    <a:pt x="54" y="46"/>
                  </a:cubicBezTo>
                  <a:cubicBezTo>
                    <a:pt x="53" y="46"/>
                    <a:pt x="52" y="46"/>
                    <a:pt x="51" y="45"/>
                  </a:cubicBezTo>
                  <a:cubicBezTo>
                    <a:pt x="51" y="46"/>
                    <a:pt x="50" y="48"/>
                    <a:pt x="50" y="47"/>
                  </a:cubicBezTo>
                  <a:cubicBezTo>
                    <a:pt x="49" y="45"/>
                    <a:pt x="48" y="47"/>
                    <a:pt x="48" y="46"/>
                  </a:cubicBezTo>
                  <a:cubicBezTo>
                    <a:pt x="48" y="48"/>
                    <a:pt x="47" y="49"/>
                    <a:pt x="46" y="49"/>
                  </a:cubicBezTo>
                  <a:cubicBezTo>
                    <a:pt x="47" y="46"/>
                    <a:pt x="47" y="46"/>
                    <a:pt x="47" y="46"/>
                  </a:cubicBezTo>
                  <a:cubicBezTo>
                    <a:pt x="44" y="47"/>
                    <a:pt x="42" y="44"/>
                    <a:pt x="39" y="47"/>
                  </a:cubicBezTo>
                  <a:cubicBezTo>
                    <a:pt x="39" y="45"/>
                    <a:pt x="39" y="45"/>
                    <a:pt x="39" y="45"/>
                  </a:cubicBezTo>
                  <a:cubicBezTo>
                    <a:pt x="36" y="47"/>
                    <a:pt x="35" y="45"/>
                    <a:pt x="32" y="47"/>
                  </a:cubicBezTo>
                  <a:cubicBezTo>
                    <a:pt x="33" y="46"/>
                    <a:pt x="30" y="45"/>
                    <a:pt x="30" y="45"/>
                  </a:cubicBezTo>
                  <a:cubicBezTo>
                    <a:pt x="29" y="46"/>
                    <a:pt x="28" y="46"/>
                    <a:pt x="27" y="48"/>
                  </a:cubicBezTo>
                  <a:cubicBezTo>
                    <a:pt x="27" y="48"/>
                    <a:pt x="27" y="46"/>
                    <a:pt x="27" y="46"/>
                  </a:cubicBezTo>
                  <a:cubicBezTo>
                    <a:pt x="26" y="45"/>
                    <a:pt x="26" y="43"/>
                    <a:pt x="25" y="45"/>
                  </a:cubicBezTo>
                  <a:cubicBezTo>
                    <a:pt x="25" y="43"/>
                    <a:pt x="25" y="43"/>
                    <a:pt x="25" y="43"/>
                  </a:cubicBezTo>
                  <a:cubicBezTo>
                    <a:pt x="24" y="44"/>
                    <a:pt x="22" y="46"/>
                    <a:pt x="22" y="44"/>
                  </a:cubicBezTo>
                  <a:cubicBezTo>
                    <a:pt x="21" y="45"/>
                    <a:pt x="20" y="45"/>
                    <a:pt x="20" y="46"/>
                  </a:cubicBezTo>
                  <a:cubicBezTo>
                    <a:pt x="19" y="46"/>
                    <a:pt x="20" y="44"/>
                    <a:pt x="19" y="45"/>
                  </a:cubicBezTo>
                  <a:cubicBezTo>
                    <a:pt x="21" y="44"/>
                    <a:pt x="21" y="44"/>
                    <a:pt x="21" y="44"/>
                  </a:cubicBezTo>
                  <a:cubicBezTo>
                    <a:pt x="19" y="42"/>
                    <a:pt x="17" y="42"/>
                    <a:pt x="15" y="42"/>
                  </a:cubicBezTo>
                  <a:cubicBezTo>
                    <a:pt x="16" y="40"/>
                    <a:pt x="13" y="41"/>
                    <a:pt x="13" y="39"/>
                  </a:cubicBezTo>
                  <a:cubicBezTo>
                    <a:pt x="12" y="40"/>
                    <a:pt x="13" y="38"/>
                    <a:pt x="10" y="39"/>
                  </a:cubicBezTo>
                  <a:cubicBezTo>
                    <a:pt x="11" y="39"/>
                    <a:pt x="11" y="39"/>
                    <a:pt x="11" y="39"/>
                  </a:cubicBezTo>
                  <a:cubicBezTo>
                    <a:pt x="11" y="38"/>
                    <a:pt x="11" y="37"/>
                    <a:pt x="12" y="37"/>
                  </a:cubicBezTo>
                  <a:cubicBezTo>
                    <a:pt x="12" y="37"/>
                    <a:pt x="11" y="37"/>
                    <a:pt x="11" y="37"/>
                  </a:cubicBezTo>
                  <a:cubicBezTo>
                    <a:pt x="11" y="36"/>
                    <a:pt x="11" y="36"/>
                    <a:pt x="11" y="36"/>
                  </a:cubicBezTo>
                  <a:cubicBezTo>
                    <a:pt x="11" y="36"/>
                    <a:pt x="11" y="36"/>
                    <a:pt x="11" y="37"/>
                  </a:cubicBezTo>
                  <a:cubicBezTo>
                    <a:pt x="10" y="37"/>
                    <a:pt x="10" y="37"/>
                    <a:pt x="10" y="37"/>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1" y="36"/>
                    <a:pt x="11" y="36"/>
                  </a:cubicBezTo>
                  <a:cubicBezTo>
                    <a:pt x="11" y="36"/>
                    <a:pt x="11" y="36"/>
                    <a:pt x="10" y="35"/>
                  </a:cubicBezTo>
                  <a:cubicBezTo>
                    <a:pt x="10" y="35"/>
                    <a:pt x="10" y="35"/>
                    <a:pt x="10" y="35"/>
                  </a:cubicBezTo>
                  <a:cubicBezTo>
                    <a:pt x="11" y="35"/>
                    <a:pt x="11" y="35"/>
                    <a:pt x="11" y="35"/>
                  </a:cubicBezTo>
                  <a:cubicBezTo>
                    <a:pt x="11" y="35"/>
                    <a:pt x="11" y="35"/>
                    <a:pt x="11" y="34"/>
                  </a:cubicBezTo>
                  <a:cubicBezTo>
                    <a:pt x="11" y="34"/>
                    <a:pt x="11" y="34"/>
                    <a:pt x="11" y="34"/>
                  </a:cubicBezTo>
                  <a:cubicBezTo>
                    <a:pt x="11" y="34"/>
                    <a:pt x="11" y="34"/>
                    <a:pt x="11" y="34"/>
                  </a:cubicBezTo>
                  <a:cubicBezTo>
                    <a:pt x="9" y="35"/>
                    <a:pt x="12" y="34"/>
                    <a:pt x="10" y="34"/>
                  </a:cubicBezTo>
                  <a:cubicBezTo>
                    <a:pt x="10" y="34"/>
                    <a:pt x="10" y="33"/>
                    <a:pt x="11" y="32"/>
                  </a:cubicBezTo>
                  <a:cubicBezTo>
                    <a:pt x="10" y="34"/>
                    <a:pt x="10" y="32"/>
                    <a:pt x="10" y="31"/>
                  </a:cubicBezTo>
                  <a:cubicBezTo>
                    <a:pt x="10" y="31"/>
                    <a:pt x="10" y="31"/>
                    <a:pt x="10" y="31"/>
                  </a:cubicBezTo>
                  <a:cubicBezTo>
                    <a:pt x="10" y="30"/>
                    <a:pt x="10" y="30"/>
                    <a:pt x="10" y="29"/>
                  </a:cubicBezTo>
                  <a:cubicBezTo>
                    <a:pt x="10" y="29"/>
                    <a:pt x="10" y="29"/>
                    <a:pt x="10" y="29"/>
                  </a:cubicBezTo>
                  <a:cubicBezTo>
                    <a:pt x="10" y="29"/>
                    <a:pt x="10" y="30"/>
                    <a:pt x="10" y="30"/>
                  </a:cubicBezTo>
                  <a:cubicBezTo>
                    <a:pt x="10" y="30"/>
                    <a:pt x="9" y="30"/>
                    <a:pt x="5" y="31"/>
                  </a:cubicBezTo>
                  <a:cubicBezTo>
                    <a:pt x="4" y="32"/>
                    <a:pt x="9" y="31"/>
                    <a:pt x="8" y="32"/>
                  </a:cubicBezTo>
                  <a:cubicBezTo>
                    <a:pt x="5" y="32"/>
                    <a:pt x="9" y="34"/>
                    <a:pt x="6" y="34"/>
                  </a:cubicBezTo>
                  <a:cubicBezTo>
                    <a:pt x="4" y="33"/>
                    <a:pt x="4" y="33"/>
                    <a:pt x="4" y="33"/>
                  </a:cubicBezTo>
                  <a:cubicBezTo>
                    <a:pt x="4" y="33"/>
                    <a:pt x="5" y="33"/>
                    <a:pt x="5" y="33"/>
                  </a:cubicBezTo>
                  <a:cubicBezTo>
                    <a:pt x="2" y="32"/>
                    <a:pt x="2" y="32"/>
                    <a:pt x="2" y="32"/>
                  </a:cubicBezTo>
                  <a:cubicBezTo>
                    <a:pt x="5" y="34"/>
                    <a:pt x="3" y="35"/>
                    <a:pt x="3" y="35"/>
                  </a:cubicBezTo>
                  <a:cubicBezTo>
                    <a:pt x="3" y="35"/>
                    <a:pt x="3" y="35"/>
                    <a:pt x="3" y="35"/>
                  </a:cubicBezTo>
                  <a:cubicBezTo>
                    <a:pt x="1" y="36"/>
                    <a:pt x="4" y="35"/>
                    <a:pt x="4" y="36"/>
                  </a:cubicBezTo>
                  <a:cubicBezTo>
                    <a:pt x="4" y="36"/>
                    <a:pt x="1" y="36"/>
                    <a:pt x="0" y="37"/>
                  </a:cubicBezTo>
                  <a:cubicBezTo>
                    <a:pt x="1" y="38"/>
                    <a:pt x="3" y="40"/>
                    <a:pt x="2" y="42"/>
                  </a:cubicBezTo>
                  <a:cubicBezTo>
                    <a:pt x="3" y="43"/>
                    <a:pt x="4" y="44"/>
                    <a:pt x="6" y="44"/>
                  </a:cubicBezTo>
                  <a:cubicBezTo>
                    <a:pt x="6" y="44"/>
                    <a:pt x="3" y="45"/>
                    <a:pt x="5" y="45"/>
                  </a:cubicBezTo>
                  <a:cubicBezTo>
                    <a:pt x="4" y="46"/>
                    <a:pt x="3" y="47"/>
                    <a:pt x="3" y="47"/>
                  </a:cubicBezTo>
                  <a:cubicBezTo>
                    <a:pt x="4" y="47"/>
                    <a:pt x="4" y="49"/>
                    <a:pt x="5" y="46"/>
                  </a:cubicBezTo>
                  <a:cubicBezTo>
                    <a:pt x="6" y="48"/>
                    <a:pt x="7" y="49"/>
                    <a:pt x="8" y="49"/>
                  </a:cubicBezTo>
                  <a:cubicBezTo>
                    <a:pt x="8" y="49"/>
                    <a:pt x="6" y="50"/>
                    <a:pt x="6" y="51"/>
                  </a:cubicBezTo>
                  <a:cubicBezTo>
                    <a:pt x="8" y="50"/>
                    <a:pt x="9" y="50"/>
                    <a:pt x="10" y="51"/>
                  </a:cubicBezTo>
                  <a:cubicBezTo>
                    <a:pt x="11" y="50"/>
                    <a:pt x="10" y="50"/>
                    <a:pt x="11" y="48"/>
                  </a:cubicBezTo>
                  <a:cubicBezTo>
                    <a:pt x="12" y="48"/>
                    <a:pt x="12" y="48"/>
                    <a:pt x="13" y="48"/>
                  </a:cubicBezTo>
                  <a:cubicBezTo>
                    <a:pt x="12" y="49"/>
                    <a:pt x="10" y="52"/>
                    <a:pt x="11" y="52"/>
                  </a:cubicBezTo>
                  <a:cubicBezTo>
                    <a:pt x="9" y="55"/>
                    <a:pt x="10" y="51"/>
                    <a:pt x="8" y="54"/>
                  </a:cubicBezTo>
                  <a:cubicBezTo>
                    <a:pt x="7" y="55"/>
                    <a:pt x="5" y="54"/>
                    <a:pt x="6" y="53"/>
                  </a:cubicBezTo>
                  <a:cubicBezTo>
                    <a:pt x="3" y="54"/>
                    <a:pt x="6" y="54"/>
                    <a:pt x="4" y="55"/>
                  </a:cubicBezTo>
                  <a:cubicBezTo>
                    <a:pt x="5" y="56"/>
                    <a:pt x="6" y="55"/>
                    <a:pt x="8" y="55"/>
                  </a:cubicBezTo>
                  <a:cubicBezTo>
                    <a:pt x="8" y="54"/>
                    <a:pt x="8" y="54"/>
                    <a:pt x="9" y="53"/>
                  </a:cubicBezTo>
                  <a:cubicBezTo>
                    <a:pt x="11" y="52"/>
                    <a:pt x="9" y="56"/>
                    <a:pt x="9" y="56"/>
                  </a:cubicBezTo>
                  <a:cubicBezTo>
                    <a:pt x="9" y="56"/>
                    <a:pt x="9" y="56"/>
                    <a:pt x="9" y="56"/>
                  </a:cubicBezTo>
                  <a:cubicBezTo>
                    <a:pt x="9" y="57"/>
                    <a:pt x="10" y="56"/>
                    <a:pt x="11" y="57"/>
                  </a:cubicBezTo>
                  <a:cubicBezTo>
                    <a:pt x="9" y="60"/>
                    <a:pt x="9" y="56"/>
                    <a:pt x="8" y="58"/>
                  </a:cubicBezTo>
                  <a:cubicBezTo>
                    <a:pt x="7" y="60"/>
                    <a:pt x="7" y="60"/>
                    <a:pt x="7" y="60"/>
                  </a:cubicBezTo>
                  <a:cubicBezTo>
                    <a:pt x="8" y="61"/>
                    <a:pt x="9" y="58"/>
                    <a:pt x="10" y="59"/>
                  </a:cubicBezTo>
                  <a:cubicBezTo>
                    <a:pt x="9" y="60"/>
                    <a:pt x="9" y="60"/>
                    <a:pt x="9" y="60"/>
                  </a:cubicBezTo>
                  <a:cubicBezTo>
                    <a:pt x="10" y="60"/>
                    <a:pt x="10" y="60"/>
                    <a:pt x="10" y="60"/>
                  </a:cubicBezTo>
                  <a:cubicBezTo>
                    <a:pt x="11" y="59"/>
                    <a:pt x="11" y="57"/>
                    <a:pt x="11" y="57"/>
                  </a:cubicBezTo>
                  <a:cubicBezTo>
                    <a:pt x="13" y="55"/>
                    <a:pt x="11" y="57"/>
                    <a:pt x="13" y="57"/>
                  </a:cubicBezTo>
                  <a:cubicBezTo>
                    <a:pt x="14" y="56"/>
                    <a:pt x="12" y="57"/>
                    <a:pt x="13" y="56"/>
                  </a:cubicBezTo>
                  <a:cubicBezTo>
                    <a:pt x="14" y="54"/>
                    <a:pt x="14" y="54"/>
                    <a:pt x="15" y="54"/>
                  </a:cubicBezTo>
                  <a:cubicBezTo>
                    <a:pt x="15" y="55"/>
                    <a:pt x="14" y="56"/>
                    <a:pt x="14" y="57"/>
                  </a:cubicBezTo>
                  <a:cubicBezTo>
                    <a:pt x="14" y="58"/>
                    <a:pt x="13" y="57"/>
                    <a:pt x="14" y="57"/>
                  </a:cubicBezTo>
                  <a:cubicBezTo>
                    <a:pt x="12" y="58"/>
                    <a:pt x="12" y="60"/>
                    <a:pt x="11" y="61"/>
                  </a:cubicBezTo>
                  <a:cubicBezTo>
                    <a:pt x="11" y="62"/>
                    <a:pt x="12" y="60"/>
                    <a:pt x="13" y="60"/>
                  </a:cubicBezTo>
                  <a:cubicBezTo>
                    <a:pt x="13" y="60"/>
                    <a:pt x="14" y="58"/>
                    <a:pt x="14" y="58"/>
                  </a:cubicBezTo>
                  <a:cubicBezTo>
                    <a:pt x="17" y="54"/>
                    <a:pt x="13" y="61"/>
                    <a:pt x="15" y="61"/>
                  </a:cubicBezTo>
                  <a:cubicBezTo>
                    <a:pt x="16" y="58"/>
                    <a:pt x="18" y="58"/>
                    <a:pt x="19" y="54"/>
                  </a:cubicBezTo>
                  <a:cubicBezTo>
                    <a:pt x="19" y="54"/>
                    <a:pt x="20" y="53"/>
                    <a:pt x="20" y="54"/>
                  </a:cubicBezTo>
                  <a:cubicBezTo>
                    <a:pt x="19" y="56"/>
                    <a:pt x="20" y="56"/>
                    <a:pt x="18" y="57"/>
                  </a:cubicBezTo>
                  <a:cubicBezTo>
                    <a:pt x="19" y="57"/>
                    <a:pt x="19" y="57"/>
                    <a:pt x="19" y="57"/>
                  </a:cubicBezTo>
                  <a:cubicBezTo>
                    <a:pt x="17" y="59"/>
                    <a:pt x="17" y="59"/>
                    <a:pt x="17" y="59"/>
                  </a:cubicBezTo>
                  <a:cubicBezTo>
                    <a:pt x="17" y="61"/>
                    <a:pt x="17" y="63"/>
                    <a:pt x="17" y="64"/>
                  </a:cubicBezTo>
                  <a:cubicBezTo>
                    <a:pt x="18" y="63"/>
                    <a:pt x="18" y="62"/>
                    <a:pt x="19" y="62"/>
                  </a:cubicBezTo>
                  <a:cubicBezTo>
                    <a:pt x="18" y="62"/>
                    <a:pt x="18" y="63"/>
                    <a:pt x="19" y="64"/>
                  </a:cubicBezTo>
                  <a:cubicBezTo>
                    <a:pt x="18" y="63"/>
                    <a:pt x="20" y="61"/>
                    <a:pt x="20" y="60"/>
                  </a:cubicBezTo>
                  <a:cubicBezTo>
                    <a:pt x="21" y="61"/>
                    <a:pt x="21" y="63"/>
                    <a:pt x="20" y="63"/>
                  </a:cubicBezTo>
                  <a:cubicBezTo>
                    <a:pt x="19" y="65"/>
                    <a:pt x="19" y="65"/>
                    <a:pt x="19" y="65"/>
                  </a:cubicBezTo>
                  <a:cubicBezTo>
                    <a:pt x="20" y="63"/>
                    <a:pt x="19" y="65"/>
                    <a:pt x="20" y="65"/>
                  </a:cubicBezTo>
                  <a:cubicBezTo>
                    <a:pt x="20" y="64"/>
                    <a:pt x="21" y="62"/>
                    <a:pt x="22" y="61"/>
                  </a:cubicBezTo>
                  <a:cubicBezTo>
                    <a:pt x="22" y="61"/>
                    <a:pt x="22" y="62"/>
                    <a:pt x="23" y="62"/>
                  </a:cubicBezTo>
                  <a:cubicBezTo>
                    <a:pt x="21" y="63"/>
                    <a:pt x="21" y="63"/>
                    <a:pt x="21" y="63"/>
                  </a:cubicBezTo>
                  <a:cubicBezTo>
                    <a:pt x="22" y="63"/>
                    <a:pt x="21" y="66"/>
                    <a:pt x="22" y="66"/>
                  </a:cubicBezTo>
                  <a:cubicBezTo>
                    <a:pt x="23" y="64"/>
                    <a:pt x="23" y="64"/>
                    <a:pt x="23" y="64"/>
                  </a:cubicBezTo>
                  <a:cubicBezTo>
                    <a:pt x="22" y="66"/>
                    <a:pt x="22" y="66"/>
                    <a:pt x="22" y="66"/>
                  </a:cubicBezTo>
                  <a:cubicBezTo>
                    <a:pt x="23" y="65"/>
                    <a:pt x="23" y="65"/>
                    <a:pt x="24" y="65"/>
                  </a:cubicBezTo>
                  <a:cubicBezTo>
                    <a:pt x="23" y="66"/>
                    <a:pt x="23" y="66"/>
                    <a:pt x="23" y="66"/>
                  </a:cubicBezTo>
                  <a:cubicBezTo>
                    <a:pt x="24" y="65"/>
                    <a:pt x="25" y="63"/>
                    <a:pt x="25" y="65"/>
                  </a:cubicBezTo>
                  <a:cubicBezTo>
                    <a:pt x="25" y="63"/>
                    <a:pt x="24" y="65"/>
                    <a:pt x="24" y="64"/>
                  </a:cubicBezTo>
                  <a:cubicBezTo>
                    <a:pt x="24" y="62"/>
                    <a:pt x="25" y="62"/>
                    <a:pt x="25" y="62"/>
                  </a:cubicBezTo>
                  <a:cubicBezTo>
                    <a:pt x="25" y="62"/>
                    <a:pt x="25" y="62"/>
                    <a:pt x="25" y="63"/>
                  </a:cubicBezTo>
                  <a:cubicBezTo>
                    <a:pt x="26" y="62"/>
                    <a:pt x="26" y="62"/>
                    <a:pt x="26" y="62"/>
                  </a:cubicBezTo>
                  <a:cubicBezTo>
                    <a:pt x="26" y="63"/>
                    <a:pt x="26" y="64"/>
                    <a:pt x="26" y="65"/>
                  </a:cubicBezTo>
                  <a:cubicBezTo>
                    <a:pt x="27" y="63"/>
                    <a:pt x="27" y="63"/>
                    <a:pt x="27" y="63"/>
                  </a:cubicBezTo>
                  <a:cubicBezTo>
                    <a:pt x="26" y="66"/>
                    <a:pt x="28" y="62"/>
                    <a:pt x="28" y="64"/>
                  </a:cubicBezTo>
                  <a:cubicBezTo>
                    <a:pt x="28" y="65"/>
                    <a:pt x="27" y="66"/>
                    <a:pt x="27" y="67"/>
                  </a:cubicBezTo>
                  <a:cubicBezTo>
                    <a:pt x="28" y="64"/>
                    <a:pt x="29" y="64"/>
                    <a:pt x="30" y="62"/>
                  </a:cubicBezTo>
                  <a:cubicBezTo>
                    <a:pt x="30" y="63"/>
                    <a:pt x="28" y="65"/>
                    <a:pt x="28" y="67"/>
                  </a:cubicBezTo>
                  <a:cubicBezTo>
                    <a:pt x="29" y="65"/>
                    <a:pt x="29" y="69"/>
                    <a:pt x="30" y="66"/>
                  </a:cubicBezTo>
                  <a:cubicBezTo>
                    <a:pt x="30" y="65"/>
                    <a:pt x="31" y="64"/>
                    <a:pt x="31" y="63"/>
                  </a:cubicBezTo>
                  <a:cubicBezTo>
                    <a:pt x="32" y="64"/>
                    <a:pt x="31" y="64"/>
                    <a:pt x="31" y="66"/>
                  </a:cubicBezTo>
                  <a:cubicBezTo>
                    <a:pt x="32" y="65"/>
                    <a:pt x="32" y="63"/>
                    <a:pt x="32" y="62"/>
                  </a:cubicBezTo>
                  <a:cubicBezTo>
                    <a:pt x="32" y="63"/>
                    <a:pt x="33" y="61"/>
                    <a:pt x="34" y="62"/>
                  </a:cubicBezTo>
                  <a:cubicBezTo>
                    <a:pt x="33" y="64"/>
                    <a:pt x="32" y="63"/>
                    <a:pt x="33" y="64"/>
                  </a:cubicBezTo>
                  <a:cubicBezTo>
                    <a:pt x="34" y="65"/>
                    <a:pt x="34" y="60"/>
                    <a:pt x="35" y="60"/>
                  </a:cubicBezTo>
                  <a:cubicBezTo>
                    <a:pt x="35" y="59"/>
                    <a:pt x="36" y="56"/>
                    <a:pt x="36" y="55"/>
                  </a:cubicBezTo>
                  <a:cubicBezTo>
                    <a:pt x="37" y="56"/>
                    <a:pt x="36" y="56"/>
                    <a:pt x="36" y="58"/>
                  </a:cubicBezTo>
                  <a:cubicBezTo>
                    <a:pt x="36" y="58"/>
                    <a:pt x="36" y="58"/>
                    <a:pt x="36" y="58"/>
                  </a:cubicBezTo>
                  <a:cubicBezTo>
                    <a:pt x="36" y="61"/>
                    <a:pt x="34" y="63"/>
                    <a:pt x="34" y="65"/>
                  </a:cubicBezTo>
                  <a:cubicBezTo>
                    <a:pt x="35" y="64"/>
                    <a:pt x="35" y="64"/>
                    <a:pt x="35" y="64"/>
                  </a:cubicBezTo>
                  <a:cubicBezTo>
                    <a:pt x="35" y="65"/>
                    <a:pt x="34" y="66"/>
                    <a:pt x="34" y="67"/>
                  </a:cubicBezTo>
                  <a:cubicBezTo>
                    <a:pt x="35" y="65"/>
                    <a:pt x="36" y="67"/>
                    <a:pt x="36" y="66"/>
                  </a:cubicBezTo>
                  <a:cubicBezTo>
                    <a:pt x="36" y="65"/>
                    <a:pt x="35" y="67"/>
                    <a:pt x="36" y="65"/>
                  </a:cubicBezTo>
                  <a:cubicBezTo>
                    <a:pt x="36" y="65"/>
                    <a:pt x="37" y="62"/>
                    <a:pt x="37" y="63"/>
                  </a:cubicBezTo>
                  <a:cubicBezTo>
                    <a:pt x="37" y="65"/>
                    <a:pt x="37" y="66"/>
                    <a:pt x="37" y="67"/>
                  </a:cubicBezTo>
                  <a:cubicBezTo>
                    <a:pt x="37" y="68"/>
                    <a:pt x="37" y="65"/>
                    <a:pt x="38" y="66"/>
                  </a:cubicBezTo>
                  <a:cubicBezTo>
                    <a:pt x="38" y="67"/>
                    <a:pt x="38" y="67"/>
                    <a:pt x="38" y="67"/>
                  </a:cubicBezTo>
                  <a:cubicBezTo>
                    <a:pt x="40" y="68"/>
                    <a:pt x="42" y="67"/>
                    <a:pt x="45" y="63"/>
                  </a:cubicBezTo>
                  <a:cubicBezTo>
                    <a:pt x="45" y="65"/>
                    <a:pt x="45" y="65"/>
                    <a:pt x="46" y="67"/>
                  </a:cubicBezTo>
                  <a:cubicBezTo>
                    <a:pt x="46" y="66"/>
                    <a:pt x="46" y="65"/>
                    <a:pt x="47" y="65"/>
                  </a:cubicBezTo>
                  <a:cubicBezTo>
                    <a:pt x="47" y="67"/>
                    <a:pt x="47" y="67"/>
                    <a:pt x="47" y="67"/>
                  </a:cubicBezTo>
                  <a:cubicBezTo>
                    <a:pt x="48" y="68"/>
                    <a:pt x="49" y="66"/>
                    <a:pt x="49" y="65"/>
                  </a:cubicBezTo>
                  <a:cubicBezTo>
                    <a:pt x="49" y="66"/>
                    <a:pt x="49" y="66"/>
                    <a:pt x="49" y="66"/>
                  </a:cubicBezTo>
                  <a:cubicBezTo>
                    <a:pt x="50" y="68"/>
                    <a:pt x="50" y="65"/>
                    <a:pt x="50" y="65"/>
                  </a:cubicBezTo>
                  <a:cubicBezTo>
                    <a:pt x="50" y="66"/>
                    <a:pt x="50" y="66"/>
                    <a:pt x="50" y="66"/>
                  </a:cubicBezTo>
                  <a:cubicBezTo>
                    <a:pt x="51" y="65"/>
                    <a:pt x="51" y="65"/>
                    <a:pt x="51" y="65"/>
                  </a:cubicBezTo>
                  <a:cubicBezTo>
                    <a:pt x="51" y="64"/>
                    <a:pt x="52" y="65"/>
                    <a:pt x="52" y="67"/>
                  </a:cubicBezTo>
                  <a:cubicBezTo>
                    <a:pt x="52" y="66"/>
                    <a:pt x="52" y="66"/>
                    <a:pt x="52" y="65"/>
                  </a:cubicBezTo>
                  <a:cubicBezTo>
                    <a:pt x="52" y="67"/>
                    <a:pt x="54" y="67"/>
                    <a:pt x="55" y="66"/>
                  </a:cubicBezTo>
                  <a:cubicBezTo>
                    <a:pt x="54" y="65"/>
                    <a:pt x="54" y="65"/>
                    <a:pt x="54" y="63"/>
                  </a:cubicBezTo>
                  <a:cubicBezTo>
                    <a:pt x="54" y="61"/>
                    <a:pt x="55" y="64"/>
                    <a:pt x="55" y="62"/>
                  </a:cubicBezTo>
                  <a:cubicBezTo>
                    <a:pt x="55" y="63"/>
                    <a:pt x="55" y="64"/>
                    <a:pt x="55" y="65"/>
                  </a:cubicBezTo>
                  <a:cubicBezTo>
                    <a:pt x="56" y="68"/>
                    <a:pt x="58" y="65"/>
                    <a:pt x="59" y="66"/>
                  </a:cubicBezTo>
                  <a:cubicBezTo>
                    <a:pt x="60" y="65"/>
                    <a:pt x="60" y="65"/>
                    <a:pt x="60" y="65"/>
                  </a:cubicBezTo>
                  <a:cubicBezTo>
                    <a:pt x="61" y="67"/>
                    <a:pt x="62" y="64"/>
                    <a:pt x="63" y="65"/>
                  </a:cubicBezTo>
                  <a:cubicBezTo>
                    <a:pt x="63" y="65"/>
                    <a:pt x="63" y="62"/>
                    <a:pt x="64" y="62"/>
                  </a:cubicBezTo>
                  <a:cubicBezTo>
                    <a:pt x="64" y="60"/>
                    <a:pt x="64" y="64"/>
                    <a:pt x="65" y="66"/>
                  </a:cubicBezTo>
                  <a:cubicBezTo>
                    <a:pt x="65" y="65"/>
                    <a:pt x="65" y="64"/>
                    <a:pt x="66" y="64"/>
                  </a:cubicBezTo>
                  <a:cubicBezTo>
                    <a:pt x="66" y="65"/>
                    <a:pt x="66" y="65"/>
                    <a:pt x="66" y="65"/>
                  </a:cubicBezTo>
                  <a:cubicBezTo>
                    <a:pt x="66" y="64"/>
                    <a:pt x="67" y="63"/>
                    <a:pt x="67" y="64"/>
                  </a:cubicBezTo>
                  <a:cubicBezTo>
                    <a:pt x="67" y="64"/>
                    <a:pt x="67" y="64"/>
                    <a:pt x="67" y="64"/>
                  </a:cubicBezTo>
                  <a:cubicBezTo>
                    <a:pt x="67" y="64"/>
                    <a:pt x="68" y="66"/>
                    <a:pt x="68" y="65"/>
                  </a:cubicBezTo>
                  <a:cubicBezTo>
                    <a:pt x="68" y="64"/>
                    <a:pt x="69" y="65"/>
                    <a:pt x="69" y="63"/>
                  </a:cubicBezTo>
                  <a:cubicBezTo>
                    <a:pt x="69" y="64"/>
                    <a:pt x="69" y="64"/>
                    <a:pt x="69" y="64"/>
                  </a:cubicBezTo>
                  <a:cubicBezTo>
                    <a:pt x="69" y="62"/>
                    <a:pt x="69" y="62"/>
                    <a:pt x="69" y="62"/>
                  </a:cubicBezTo>
                  <a:cubicBezTo>
                    <a:pt x="70" y="63"/>
                    <a:pt x="70" y="63"/>
                    <a:pt x="70" y="63"/>
                  </a:cubicBezTo>
                  <a:cubicBezTo>
                    <a:pt x="70" y="65"/>
                    <a:pt x="70" y="65"/>
                    <a:pt x="70" y="65"/>
                  </a:cubicBezTo>
                  <a:cubicBezTo>
                    <a:pt x="71" y="66"/>
                    <a:pt x="70" y="63"/>
                    <a:pt x="70" y="62"/>
                  </a:cubicBezTo>
                  <a:cubicBezTo>
                    <a:pt x="71" y="61"/>
                    <a:pt x="71" y="63"/>
                    <a:pt x="71" y="63"/>
                  </a:cubicBezTo>
                  <a:cubicBezTo>
                    <a:pt x="71" y="64"/>
                    <a:pt x="71" y="63"/>
                    <a:pt x="71" y="63"/>
                  </a:cubicBezTo>
                  <a:cubicBezTo>
                    <a:pt x="70" y="65"/>
                    <a:pt x="71" y="64"/>
                    <a:pt x="71" y="65"/>
                  </a:cubicBezTo>
                  <a:cubicBezTo>
                    <a:pt x="71" y="65"/>
                    <a:pt x="71" y="63"/>
                    <a:pt x="72" y="63"/>
                  </a:cubicBezTo>
                  <a:cubicBezTo>
                    <a:pt x="72" y="63"/>
                    <a:pt x="73" y="63"/>
                    <a:pt x="73" y="65"/>
                  </a:cubicBezTo>
                  <a:cubicBezTo>
                    <a:pt x="73" y="64"/>
                    <a:pt x="73" y="64"/>
                    <a:pt x="73" y="63"/>
                  </a:cubicBezTo>
                  <a:cubicBezTo>
                    <a:pt x="73" y="63"/>
                    <a:pt x="73" y="62"/>
                    <a:pt x="72" y="61"/>
                  </a:cubicBezTo>
                  <a:cubicBezTo>
                    <a:pt x="73" y="61"/>
                    <a:pt x="73" y="61"/>
                    <a:pt x="73" y="61"/>
                  </a:cubicBezTo>
                  <a:cubicBezTo>
                    <a:pt x="73" y="62"/>
                    <a:pt x="73" y="62"/>
                    <a:pt x="73" y="62"/>
                  </a:cubicBezTo>
                  <a:cubicBezTo>
                    <a:pt x="73" y="61"/>
                    <a:pt x="74" y="62"/>
                    <a:pt x="74" y="60"/>
                  </a:cubicBezTo>
                  <a:cubicBezTo>
                    <a:pt x="74" y="62"/>
                    <a:pt x="74" y="62"/>
                    <a:pt x="74" y="62"/>
                  </a:cubicBezTo>
                  <a:cubicBezTo>
                    <a:pt x="74" y="61"/>
                    <a:pt x="75" y="61"/>
                    <a:pt x="75" y="61"/>
                  </a:cubicBezTo>
                  <a:cubicBezTo>
                    <a:pt x="75" y="62"/>
                    <a:pt x="75" y="64"/>
                    <a:pt x="76" y="65"/>
                  </a:cubicBezTo>
                  <a:cubicBezTo>
                    <a:pt x="77" y="63"/>
                    <a:pt x="77" y="63"/>
                    <a:pt x="77" y="63"/>
                  </a:cubicBezTo>
                  <a:cubicBezTo>
                    <a:pt x="77" y="63"/>
                    <a:pt x="77" y="63"/>
                    <a:pt x="77" y="64"/>
                  </a:cubicBezTo>
                  <a:cubicBezTo>
                    <a:pt x="78" y="65"/>
                    <a:pt x="78" y="59"/>
                    <a:pt x="79" y="61"/>
                  </a:cubicBezTo>
                  <a:cubicBezTo>
                    <a:pt x="79" y="63"/>
                    <a:pt x="79" y="63"/>
                    <a:pt x="80" y="64"/>
                  </a:cubicBezTo>
                  <a:cubicBezTo>
                    <a:pt x="80" y="63"/>
                    <a:pt x="80" y="63"/>
                    <a:pt x="80" y="62"/>
                  </a:cubicBezTo>
                  <a:cubicBezTo>
                    <a:pt x="80" y="61"/>
                    <a:pt x="80" y="64"/>
                    <a:pt x="79" y="63"/>
                  </a:cubicBezTo>
                  <a:cubicBezTo>
                    <a:pt x="79" y="61"/>
                    <a:pt x="80" y="62"/>
                    <a:pt x="80" y="61"/>
                  </a:cubicBezTo>
                  <a:cubicBezTo>
                    <a:pt x="81" y="66"/>
                    <a:pt x="83" y="62"/>
                    <a:pt x="84" y="64"/>
                  </a:cubicBezTo>
                  <a:cubicBezTo>
                    <a:pt x="84" y="61"/>
                    <a:pt x="85" y="63"/>
                    <a:pt x="85" y="62"/>
                  </a:cubicBezTo>
                  <a:cubicBezTo>
                    <a:pt x="85" y="65"/>
                    <a:pt x="86" y="62"/>
                    <a:pt x="86" y="63"/>
                  </a:cubicBezTo>
                  <a:cubicBezTo>
                    <a:pt x="86" y="61"/>
                    <a:pt x="86" y="61"/>
                    <a:pt x="86" y="61"/>
                  </a:cubicBezTo>
                  <a:cubicBezTo>
                    <a:pt x="87" y="62"/>
                    <a:pt x="87" y="57"/>
                    <a:pt x="88" y="60"/>
                  </a:cubicBezTo>
                  <a:cubicBezTo>
                    <a:pt x="88" y="60"/>
                    <a:pt x="88" y="61"/>
                    <a:pt x="88" y="62"/>
                  </a:cubicBezTo>
                  <a:cubicBezTo>
                    <a:pt x="89" y="65"/>
                    <a:pt x="89" y="59"/>
                    <a:pt x="90" y="62"/>
                  </a:cubicBezTo>
                  <a:cubicBezTo>
                    <a:pt x="90" y="61"/>
                    <a:pt x="89" y="60"/>
                    <a:pt x="90" y="59"/>
                  </a:cubicBezTo>
                  <a:cubicBezTo>
                    <a:pt x="91" y="60"/>
                    <a:pt x="92" y="61"/>
                    <a:pt x="92" y="62"/>
                  </a:cubicBezTo>
                  <a:cubicBezTo>
                    <a:pt x="92" y="61"/>
                    <a:pt x="92" y="60"/>
                    <a:pt x="92" y="61"/>
                  </a:cubicBezTo>
                  <a:cubicBezTo>
                    <a:pt x="93" y="62"/>
                    <a:pt x="92" y="62"/>
                    <a:pt x="92" y="62"/>
                  </a:cubicBezTo>
                  <a:cubicBezTo>
                    <a:pt x="93" y="63"/>
                    <a:pt x="93" y="61"/>
                    <a:pt x="94" y="60"/>
                  </a:cubicBezTo>
                  <a:cubicBezTo>
                    <a:pt x="94" y="62"/>
                    <a:pt x="95" y="61"/>
                    <a:pt x="96" y="62"/>
                  </a:cubicBezTo>
                  <a:cubicBezTo>
                    <a:pt x="96" y="60"/>
                    <a:pt x="98" y="63"/>
                    <a:pt x="97" y="60"/>
                  </a:cubicBezTo>
                  <a:cubicBezTo>
                    <a:pt x="98" y="61"/>
                    <a:pt x="98" y="61"/>
                    <a:pt x="98" y="61"/>
                  </a:cubicBezTo>
                  <a:cubicBezTo>
                    <a:pt x="98" y="60"/>
                    <a:pt x="98" y="58"/>
                    <a:pt x="98" y="58"/>
                  </a:cubicBezTo>
                  <a:cubicBezTo>
                    <a:pt x="98" y="60"/>
                    <a:pt x="98" y="60"/>
                    <a:pt x="98" y="60"/>
                  </a:cubicBezTo>
                  <a:cubicBezTo>
                    <a:pt x="99" y="62"/>
                    <a:pt x="99" y="60"/>
                    <a:pt x="100" y="61"/>
                  </a:cubicBezTo>
                  <a:cubicBezTo>
                    <a:pt x="99" y="59"/>
                    <a:pt x="100" y="61"/>
                    <a:pt x="100" y="60"/>
                  </a:cubicBezTo>
                  <a:cubicBezTo>
                    <a:pt x="100" y="59"/>
                    <a:pt x="100" y="59"/>
                    <a:pt x="100" y="59"/>
                  </a:cubicBezTo>
                  <a:cubicBezTo>
                    <a:pt x="101" y="58"/>
                    <a:pt x="100" y="58"/>
                    <a:pt x="101" y="57"/>
                  </a:cubicBezTo>
                  <a:cubicBezTo>
                    <a:pt x="101" y="57"/>
                    <a:pt x="101" y="60"/>
                    <a:pt x="101" y="59"/>
                  </a:cubicBezTo>
                  <a:cubicBezTo>
                    <a:pt x="102" y="60"/>
                    <a:pt x="102" y="60"/>
                    <a:pt x="102" y="59"/>
                  </a:cubicBezTo>
                  <a:cubicBezTo>
                    <a:pt x="102" y="59"/>
                    <a:pt x="102" y="59"/>
                    <a:pt x="102" y="59"/>
                  </a:cubicBezTo>
                  <a:cubicBezTo>
                    <a:pt x="102" y="59"/>
                    <a:pt x="102" y="59"/>
                    <a:pt x="102" y="59"/>
                  </a:cubicBezTo>
                  <a:cubicBezTo>
                    <a:pt x="103" y="59"/>
                    <a:pt x="103" y="59"/>
                    <a:pt x="103" y="59"/>
                  </a:cubicBezTo>
                  <a:cubicBezTo>
                    <a:pt x="103" y="59"/>
                    <a:pt x="103" y="59"/>
                    <a:pt x="103" y="59"/>
                  </a:cubicBezTo>
                  <a:cubicBezTo>
                    <a:pt x="103" y="59"/>
                    <a:pt x="103" y="59"/>
                    <a:pt x="102" y="59"/>
                  </a:cubicBezTo>
                  <a:cubicBezTo>
                    <a:pt x="103" y="59"/>
                    <a:pt x="103" y="59"/>
                    <a:pt x="103" y="59"/>
                  </a:cubicBezTo>
                  <a:cubicBezTo>
                    <a:pt x="103" y="59"/>
                    <a:pt x="103" y="59"/>
                    <a:pt x="103" y="59"/>
                  </a:cubicBezTo>
                  <a:cubicBezTo>
                    <a:pt x="103" y="59"/>
                    <a:pt x="103" y="59"/>
                    <a:pt x="103" y="60"/>
                  </a:cubicBezTo>
                  <a:cubicBezTo>
                    <a:pt x="104" y="61"/>
                    <a:pt x="104" y="61"/>
                    <a:pt x="104" y="61"/>
                  </a:cubicBezTo>
                  <a:cubicBezTo>
                    <a:pt x="104" y="61"/>
                    <a:pt x="104" y="59"/>
                    <a:pt x="104" y="59"/>
                  </a:cubicBezTo>
                  <a:cubicBezTo>
                    <a:pt x="106" y="60"/>
                    <a:pt x="108" y="58"/>
                    <a:pt x="108" y="57"/>
                  </a:cubicBezTo>
                  <a:cubicBezTo>
                    <a:pt x="108" y="57"/>
                    <a:pt x="108" y="58"/>
                    <a:pt x="108" y="58"/>
                  </a:cubicBezTo>
                  <a:cubicBezTo>
                    <a:pt x="108" y="57"/>
                    <a:pt x="108" y="56"/>
                    <a:pt x="109" y="57"/>
                  </a:cubicBezTo>
                  <a:cubicBezTo>
                    <a:pt x="109" y="56"/>
                    <a:pt x="109" y="58"/>
                    <a:pt x="110" y="58"/>
                  </a:cubicBezTo>
                  <a:cubicBezTo>
                    <a:pt x="110" y="58"/>
                    <a:pt x="110" y="56"/>
                    <a:pt x="109" y="56"/>
                  </a:cubicBezTo>
                  <a:cubicBezTo>
                    <a:pt x="111" y="59"/>
                    <a:pt x="111" y="55"/>
                    <a:pt x="113" y="56"/>
                  </a:cubicBezTo>
                  <a:cubicBezTo>
                    <a:pt x="113" y="56"/>
                    <a:pt x="113" y="57"/>
                    <a:pt x="113" y="57"/>
                  </a:cubicBezTo>
                  <a:cubicBezTo>
                    <a:pt x="114" y="56"/>
                    <a:pt x="114" y="55"/>
                    <a:pt x="115" y="53"/>
                  </a:cubicBezTo>
                  <a:cubicBezTo>
                    <a:pt x="115" y="55"/>
                    <a:pt x="115" y="55"/>
                    <a:pt x="115" y="55"/>
                  </a:cubicBezTo>
                  <a:cubicBezTo>
                    <a:pt x="115" y="55"/>
                    <a:pt x="116" y="55"/>
                    <a:pt x="116" y="54"/>
                  </a:cubicBezTo>
                  <a:cubicBezTo>
                    <a:pt x="115" y="52"/>
                    <a:pt x="116" y="51"/>
                    <a:pt x="116" y="51"/>
                  </a:cubicBezTo>
                  <a:cubicBezTo>
                    <a:pt x="116" y="51"/>
                    <a:pt x="116" y="51"/>
                    <a:pt x="116" y="51"/>
                  </a:cubicBezTo>
                  <a:cubicBezTo>
                    <a:pt x="117" y="50"/>
                    <a:pt x="117" y="50"/>
                    <a:pt x="117" y="50"/>
                  </a:cubicBezTo>
                  <a:cubicBezTo>
                    <a:pt x="118" y="51"/>
                    <a:pt x="117" y="51"/>
                    <a:pt x="117" y="52"/>
                  </a:cubicBezTo>
                  <a:cubicBezTo>
                    <a:pt x="118" y="54"/>
                    <a:pt x="119" y="53"/>
                    <a:pt x="119" y="53"/>
                  </a:cubicBezTo>
                  <a:cubicBezTo>
                    <a:pt x="119" y="51"/>
                    <a:pt x="119" y="51"/>
                    <a:pt x="119" y="51"/>
                  </a:cubicBezTo>
                  <a:cubicBezTo>
                    <a:pt x="120" y="51"/>
                    <a:pt x="120" y="53"/>
                    <a:pt x="120" y="53"/>
                  </a:cubicBezTo>
                  <a:cubicBezTo>
                    <a:pt x="120" y="47"/>
                    <a:pt x="120" y="47"/>
                    <a:pt x="120" y="47"/>
                  </a:cubicBezTo>
                  <a:cubicBezTo>
                    <a:pt x="120" y="48"/>
                    <a:pt x="121" y="50"/>
                    <a:pt x="121" y="51"/>
                  </a:cubicBezTo>
                  <a:cubicBezTo>
                    <a:pt x="122" y="50"/>
                    <a:pt x="122" y="47"/>
                    <a:pt x="122" y="45"/>
                  </a:cubicBezTo>
                  <a:cubicBezTo>
                    <a:pt x="122" y="46"/>
                    <a:pt x="123" y="44"/>
                    <a:pt x="123" y="44"/>
                  </a:cubicBezTo>
                  <a:cubicBezTo>
                    <a:pt x="124" y="45"/>
                    <a:pt x="123" y="44"/>
                    <a:pt x="123" y="45"/>
                  </a:cubicBezTo>
                  <a:cubicBezTo>
                    <a:pt x="124" y="47"/>
                    <a:pt x="124" y="47"/>
                    <a:pt x="124" y="47"/>
                  </a:cubicBezTo>
                  <a:cubicBezTo>
                    <a:pt x="123" y="47"/>
                    <a:pt x="125" y="49"/>
                    <a:pt x="125" y="50"/>
                  </a:cubicBezTo>
                  <a:cubicBezTo>
                    <a:pt x="125" y="49"/>
                    <a:pt x="126" y="49"/>
                    <a:pt x="127" y="50"/>
                  </a:cubicBezTo>
                  <a:cubicBezTo>
                    <a:pt x="126" y="47"/>
                    <a:pt x="128" y="48"/>
                    <a:pt x="127" y="45"/>
                  </a:cubicBezTo>
                  <a:cubicBezTo>
                    <a:pt x="128" y="45"/>
                    <a:pt x="128" y="47"/>
                    <a:pt x="129" y="48"/>
                  </a:cubicBezTo>
                  <a:cubicBezTo>
                    <a:pt x="129" y="46"/>
                    <a:pt x="131" y="47"/>
                    <a:pt x="131" y="46"/>
                  </a:cubicBezTo>
                  <a:cubicBezTo>
                    <a:pt x="131" y="47"/>
                    <a:pt x="131" y="47"/>
                    <a:pt x="131" y="47"/>
                  </a:cubicBezTo>
                  <a:cubicBezTo>
                    <a:pt x="132" y="46"/>
                    <a:pt x="134" y="46"/>
                    <a:pt x="133" y="43"/>
                  </a:cubicBezTo>
                  <a:cubicBezTo>
                    <a:pt x="134" y="45"/>
                    <a:pt x="134" y="45"/>
                    <a:pt x="134" y="45"/>
                  </a:cubicBezTo>
                  <a:cubicBezTo>
                    <a:pt x="135" y="45"/>
                    <a:pt x="133" y="42"/>
                    <a:pt x="134" y="43"/>
                  </a:cubicBezTo>
                  <a:cubicBezTo>
                    <a:pt x="135" y="44"/>
                    <a:pt x="135" y="44"/>
                    <a:pt x="135" y="44"/>
                  </a:cubicBezTo>
                  <a:cubicBezTo>
                    <a:pt x="135" y="43"/>
                    <a:pt x="136" y="45"/>
                    <a:pt x="136" y="43"/>
                  </a:cubicBezTo>
                  <a:cubicBezTo>
                    <a:pt x="136" y="44"/>
                    <a:pt x="136" y="44"/>
                    <a:pt x="136" y="44"/>
                  </a:cubicBezTo>
                  <a:cubicBezTo>
                    <a:pt x="137" y="43"/>
                    <a:pt x="138" y="43"/>
                    <a:pt x="137" y="41"/>
                  </a:cubicBezTo>
                  <a:cubicBezTo>
                    <a:pt x="138" y="43"/>
                    <a:pt x="138" y="43"/>
                    <a:pt x="138" y="43"/>
                  </a:cubicBezTo>
                  <a:cubicBezTo>
                    <a:pt x="139" y="44"/>
                    <a:pt x="138" y="41"/>
                    <a:pt x="139" y="41"/>
                  </a:cubicBezTo>
                  <a:cubicBezTo>
                    <a:pt x="139" y="42"/>
                    <a:pt x="140" y="42"/>
                    <a:pt x="139" y="42"/>
                  </a:cubicBezTo>
                  <a:cubicBezTo>
                    <a:pt x="139" y="41"/>
                    <a:pt x="140" y="41"/>
                    <a:pt x="140" y="40"/>
                  </a:cubicBezTo>
                  <a:cubicBezTo>
                    <a:pt x="142" y="42"/>
                    <a:pt x="142" y="42"/>
                    <a:pt x="142" y="42"/>
                  </a:cubicBezTo>
                  <a:cubicBezTo>
                    <a:pt x="145" y="41"/>
                    <a:pt x="148" y="39"/>
                    <a:pt x="150" y="36"/>
                  </a:cubicBezTo>
                  <a:cubicBezTo>
                    <a:pt x="152" y="38"/>
                    <a:pt x="150" y="38"/>
                    <a:pt x="151" y="39"/>
                  </a:cubicBezTo>
                  <a:cubicBezTo>
                    <a:pt x="150" y="37"/>
                    <a:pt x="151" y="38"/>
                    <a:pt x="152" y="37"/>
                  </a:cubicBezTo>
                  <a:cubicBezTo>
                    <a:pt x="152" y="37"/>
                    <a:pt x="152" y="37"/>
                    <a:pt x="152" y="37"/>
                  </a:cubicBezTo>
                  <a:cubicBezTo>
                    <a:pt x="152" y="37"/>
                    <a:pt x="153" y="38"/>
                    <a:pt x="153" y="37"/>
                  </a:cubicBezTo>
                  <a:cubicBezTo>
                    <a:pt x="153" y="37"/>
                    <a:pt x="153" y="37"/>
                    <a:pt x="153" y="37"/>
                  </a:cubicBezTo>
                  <a:cubicBezTo>
                    <a:pt x="153" y="35"/>
                    <a:pt x="155" y="38"/>
                    <a:pt x="154" y="36"/>
                  </a:cubicBezTo>
                  <a:cubicBezTo>
                    <a:pt x="155" y="37"/>
                    <a:pt x="155" y="37"/>
                    <a:pt x="155" y="37"/>
                  </a:cubicBezTo>
                  <a:cubicBezTo>
                    <a:pt x="154" y="35"/>
                    <a:pt x="156" y="37"/>
                    <a:pt x="156" y="35"/>
                  </a:cubicBezTo>
                  <a:cubicBezTo>
                    <a:pt x="156" y="36"/>
                    <a:pt x="156" y="36"/>
                    <a:pt x="156" y="36"/>
                  </a:cubicBezTo>
                  <a:cubicBezTo>
                    <a:pt x="157" y="36"/>
                    <a:pt x="156" y="32"/>
                    <a:pt x="157" y="34"/>
                  </a:cubicBezTo>
                  <a:cubicBezTo>
                    <a:pt x="157" y="33"/>
                    <a:pt x="158" y="32"/>
                    <a:pt x="157" y="31"/>
                  </a:cubicBezTo>
                  <a:cubicBezTo>
                    <a:pt x="158" y="33"/>
                    <a:pt x="158" y="33"/>
                    <a:pt x="158" y="33"/>
                  </a:cubicBezTo>
                  <a:cubicBezTo>
                    <a:pt x="160" y="30"/>
                    <a:pt x="163" y="29"/>
                    <a:pt x="162" y="26"/>
                  </a:cubicBezTo>
                  <a:cubicBezTo>
                    <a:pt x="163" y="27"/>
                    <a:pt x="163" y="27"/>
                    <a:pt x="163" y="27"/>
                  </a:cubicBezTo>
                  <a:cubicBezTo>
                    <a:pt x="163" y="24"/>
                    <a:pt x="167" y="27"/>
                    <a:pt x="165" y="23"/>
                  </a:cubicBezTo>
                  <a:cubicBezTo>
                    <a:pt x="164" y="21"/>
                    <a:pt x="164" y="21"/>
                    <a:pt x="164" y="21"/>
                  </a:cubicBezTo>
                  <a:cubicBezTo>
                    <a:pt x="166" y="23"/>
                    <a:pt x="166" y="23"/>
                    <a:pt x="166" y="23"/>
                  </a:cubicBezTo>
                  <a:cubicBezTo>
                    <a:pt x="165" y="21"/>
                    <a:pt x="167" y="21"/>
                    <a:pt x="166" y="20"/>
                  </a:cubicBezTo>
                  <a:cubicBezTo>
                    <a:pt x="166" y="21"/>
                    <a:pt x="166" y="21"/>
                    <a:pt x="167" y="21"/>
                  </a:cubicBezTo>
                  <a:cubicBezTo>
                    <a:pt x="167" y="21"/>
                    <a:pt x="166" y="19"/>
                    <a:pt x="167" y="19"/>
                  </a:cubicBezTo>
                  <a:cubicBezTo>
                    <a:pt x="167" y="20"/>
                    <a:pt x="167" y="20"/>
                    <a:pt x="167" y="20"/>
                  </a:cubicBezTo>
                  <a:cubicBezTo>
                    <a:pt x="171" y="20"/>
                    <a:pt x="176" y="17"/>
                    <a:pt x="174" y="13"/>
                  </a:cubicBezTo>
                  <a:cubicBezTo>
                    <a:pt x="174" y="12"/>
                    <a:pt x="177" y="14"/>
                    <a:pt x="177" y="14"/>
                  </a:cubicBezTo>
                  <a:cubicBezTo>
                    <a:pt x="175" y="10"/>
                    <a:pt x="181" y="9"/>
                    <a:pt x="177" y="5"/>
                  </a:cubicBezTo>
                  <a:close/>
                  <a:moveTo>
                    <a:pt x="10" y="32"/>
                  </a:moveTo>
                  <a:cubicBezTo>
                    <a:pt x="10" y="32"/>
                    <a:pt x="10" y="32"/>
                    <a:pt x="10" y="31"/>
                  </a:cubicBezTo>
                  <a:cubicBezTo>
                    <a:pt x="10" y="32"/>
                    <a:pt x="10" y="32"/>
                    <a:pt x="10" y="32"/>
                  </a:cubicBezTo>
                  <a:close/>
                  <a:moveTo>
                    <a:pt x="6" y="35"/>
                  </a:moveTo>
                  <a:cubicBezTo>
                    <a:pt x="6" y="35"/>
                    <a:pt x="6" y="35"/>
                    <a:pt x="5" y="35"/>
                  </a:cubicBezTo>
                  <a:cubicBezTo>
                    <a:pt x="6" y="34"/>
                    <a:pt x="6" y="34"/>
                    <a:pt x="6" y="34"/>
                  </a:cubicBezTo>
                  <a:cubicBezTo>
                    <a:pt x="6" y="34"/>
                    <a:pt x="6" y="35"/>
                    <a:pt x="6" y="35"/>
                  </a:cubicBezTo>
                  <a:close/>
                  <a:moveTo>
                    <a:pt x="10" y="35"/>
                  </a:moveTo>
                  <a:cubicBezTo>
                    <a:pt x="10" y="35"/>
                    <a:pt x="10" y="35"/>
                    <a:pt x="10" y="35"/>
                  </a:cubicBezTo>
                  <a:cubicBezTo>
                    <a:pt x="10" y="35"/>
                    <a:pt x="10" y="35"/>
                    <a:pt x="10" y="35"/>
                  </a:cubicBezTo>
                  <a:close/>
                  <a:moveTo>
                    <a:pt x="9" y="32"/>
                  </a:moveTo>
                  <a:cubicBezTo>
                    <a:pt x="9" y="33"/>
                    <a:pt x="8" y="33"/>
                    <a:pt x="8" y="33"/>
                  </a:cubicBezTo>
                  <a:cubicBezTo>
                    <a:pt x="9" y="31"/>
                    <a:pt x="10" y="31"/>
                    <a:pt x="10" y="32"/>
                  </a:cubicBezTo>
                  <a:cubicBezTo>
                    <a:pt x="9" y="33"/>
                    <a:pt x="9" y="34"/>
                    <a:pt x="9" y="34"/>
                  </a:cubicBezTo>
                  <a:cubicBezTo>
                    <a:pt x="8" y="34"/>
                    <a:pt x="8" y="34"/>
                    <a:pt x="8" y="34"/>
                  </a:cubicBezTo>
                  <a:cubicBezTo>
                    <a:pt x="8" y="34"/>
                    <a:pt x="9" y="34"/>
                    <a:pt x="9" y="32"/>
                  </a:cubicBezTo>
                  <a:close/>
                  <a:moveTo>
                    <a:pt x="7" y="35"/>
                  </a:moveTo>
                  <a:cubicBezTo>
                    <a:pt x="7" y="35"/>
                    <a:pt x="7" y="34"/>
                    <a:pt x="7" y="34"/>
                  </a:cubicBezTo>
                  <a:cubicBezTo>
                    <a:pt x="7" y="34"/>
                    <a:pt x="7" y="34"/>
                    <a:pt x="7" y="35"/>
                  </a:cubicBezTo>
                  <a:cubicBezTo>
                    <a:pt x="7" y="35"/>
                    <a:pt x="7" y="35"/>
                    <a:pt x="7" y="35"/>
                  </a:cubicBezTo>
                  <a:close/>
                  <a:moveTo>
                    <a:pt x="7" y="35"/>
                  </a:moveTo>
                  <a:cubicBezTo>
                    <a:pt x="7" y="35"/>
                    <a:pt x="7" y="35"/>
                    <a:pt x="7" y="35"/>
                  </a:cubicBezTo>
                  <a:cubicBezTo>
                    <a:pt x="7" y="35"/>
                    <a:pt x="7" y="35"/>
                    <a:pt x="7" y="35"/>
                  </a:cubicBezTo>
                  <a:cubicBezTo>
                    <a:pt x="7" y="35"/>
                    <a:pt x="7" y="35"/>
                    <a:pt x="7" y="35"/>
                  </a:cubicBezTo>
                  <a:cubicBezTo>
                    <a:pt x="8" y="35"/>
                    <a:pt x="8" y="35"/>
                    <a:pt x="8" y="35"/>
                  </a:cubicBezTo>
                  <a:cubicBezTo>
                    <a:pt x="8" y="35"/>
                    <a:pt x="8" y="35"/>
                    <a:pt x="8" y="36"/>
                  </a:cubicBezTo>
                  <a:cubicBezTo>
                    <a:pt x="8" y="36"/>
                    <a:pt x="9" y="35"/>
                    <a:pt x="9" y="35"/>
                  </a:cubicBezTo>
                  <a:cubicBezTo>
                    <a:pt x="9" y="35"/>
                    <a:pt x="10" y="36"/>
                    <a:pt x="10" y="36"/>
                  </a:cubicBezTo>
                  <a:cubicBezTo>
                    <a:pt x="10" y="36"/>
                    <a:pt x="10" y="36"/>
                    <a:pt x="10" y="36"/>
                  </a:cubicBezTo>
                  <a:cubicBezTo>
                    <a:pt x="9" y="36"/>
                    <a:pt x="8" y="36"/>
                    <a:pt x="7" y="35"/>
                  </a:cubicBezTo>
                  <a:close/>
                  <a:moveTo>
                    <a:pt x="9" y="36"/>
                  </a:moveTo>
                  <a:cubicBezTo>
                    <a:pt x="10" y="36"/>
                    <a:pt x="10" y="36"/>
                    <a:pt x="10" y="36"/>
                  </a:cubicBezTo>
                  <a:cubicBezTo>
                    <a:pt x="10" y="36"/>
                    <a:pt x="10" y="36"/>
                    <a:pt x="10" y="37"/>
                  </a:cubicBezTo>
                  <a:cubicBezTo>
                    <a:pt x="10" y="36"/>
                    <a:pt x="9" y="36"/>
                    <a:pt x="9" y="36"/>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 name="Freeform 435"/>
            <p:cNvSpPr/>
            <p:nvPr/>
          </p:nvSpPr>
          <p:spPr bwMode="auto">
            <a:xfrm>
              <a:off x="3712" y="2809"/>
              <a:ext cx="4" cy="2"/>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1" y="1"/>
                    <a:pt x="2" y="1"/>
                    <a:pt x="2"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 name="Freeform 436"/>
            <p:cNvSpPr>
              <a:spLocks noEditPoints="1"/>
            </p:cNvSpPr>
            <p:nvPr/>
          </p:nvSpPr>
          <p:spPr bwMode="auto">
            <a:xfrm>
              <a:off x="3434" y="1624"/>
              <a:ext cx="862" cy="1213"/>
            </a:xfrm>
            <a:custGeom>
              <a:avLst/>
              <a:gdLst>
                <a:gd name="T0" fmla="*/ 172 w 406"/>
                <a:gd name="T1" fmla="*/ 570 h 572"/>
                <a:gd name="T2" fmla="*/ 205 w 406"/>
                <a:gd name="T3" fmla="*/ 568 h 572"/>
                <a:gd name="T4" fmla="*/ 239 w 406"/>
                <a:gd name="T5" fmla="*/ 564 h 572"/>
                <a:gd name="T6" fmla="*/ 281 w 406"/>
                <a:gd name="T7" fmla="*/ 547 h 572"/>
                <a:gd name="T8" fmla="*/ 300 w 406"/>
                <a:gd name="T9" fmla="*/ 522 h 572"/>
                <a:gd name="T10" fmla="*/ 204 w 406"/>
                <a:gd name="T11" fmla="*/ 395 h 572"/>
                <a:gd name="T12" fmla="*/ 207 w 406"/>
                <a:gd name="T13" fmla="*/ 339 h 572"/>
                <a:gd name="T14" fmla="*/ 214 w 406"/>
                <a:gd name="T15" fmla="*/ 279 h 572"/>
                <a:gd name="T16" fmla="*/ 177 w 406"/>
                <a:gd name="T17" fmla="*/ 304 h 572"/>
                <a:gd name="T18" fmla="*/ 184 w 406"/>
                <a:gd name="T19" fmla="*/ 298 h 572"/>
                <a:gd name="T20" fmla="*/ 197 w 406"/>
                <a:gd name="T21" fmla="*/ 321 h 572"/>
                <a:gd name="T22" fmla="*/ 186 w 406"/>
                <a:gd name="T23" fmla="*/ 337 h 572"/>
                <a:gd name="T24" fmla="*/ 190 w 406"/>
                <a:gd name="T25" fmla="*/ 347 h 572"/>
                <a:gd name="T26" fmla="*/ 189 w 406"/>
                <a:gd name="T27" fmla="*/ 365 h 572"/>
                <a:gd name="T28" fmla="*/ 189 w 406"/>
                <a:gd name="T29" fmla="*/ 382 h 572"/>
                <a:gd name="T30" fmla="*/ 194 w 406"/>
                <a:gd name="T31" fmla="*/ 401 h 572"/>
                <a:gd name="T32" fmla="*/ 198 w 406"/>
                <a:gd name="T33" fmla="*/ 426 h 572"/>
                <a:gd name="T34" fmla="*/ 92 w 406"/>
                <a:gd name="T35" fmla="*/ 277 h 572"/>
                <a:gd name="T36" fmla="*/ 68 w 406"/>
                <a:gd name="T37" fmla="*/ 218 h 572"/>
                <a:gd name="T38" fmla="*/ 189 w 406"/>
                <a:gd name="T39" fmla="*/ 198 h 572"/>
                <a:gd name="T40" fmla="*/ 299 w 406"/>
                <a:gd name="T41" fmla="*/ 279 h 572"/>
                <a:gd name="T42" fmla="*/ 240 w 406"/>
                <a:gd name="T43" fmla="*/ 425 h 572"/>
                <a:gd name="T44" fmla="*/ 250 w 406"/>
                <a:gd name="T45" fmla="*/ 401 h 572"/>
                <a:gd name="T46" fmla="*/ 257 w 406"/>
                <a:gd name="T47" fmla="*/ 380 h 572"/>
                <a:gd name="T48" fmla="*/ 262 w 406"/>
                <a:gd name="T49" fmla="*/ 342 h 572"/>
                <a:gd name="T50" fmla="*/ 279 w 406"/>
                <a:gd name="T51" fmla="*/ 305 h 572"/>
                <a:gd name="T52" fmla="*/ 323 w 406"/>
                <a:gd name="T53" fmla="*/ 287 h 572"/>
                <a:gd name="T54" fmla="*/ 345 w 406"/>
                <a:gd name="T55" fmla="*/ 231 h 572"/>
                <a:gd name="T56" fmla="*/ 313 w 406"/>
                <a:gd name="T57" fmla="*/ 163 h 572"/>
                <a:gd name="T58" fmla="*/ 199 w 406"/>
                <a:gd name="T59" fmla="*/ 120 h 572"/>
                <a:gd name="T60" fmla="*/ 99 w 406"/>
                <a:gd name="T61" fmla="*/ 189 h 572"/>
                <a:gd name="T62" fmla="*/ 67 w 406"/>
                <a:gd name="T63" fmla="*/ 156 h 572"/>
                <a:gd name="T64" fmla="*/ 18 w 406"/>
                <a:gd name="T65" fmla="*/ 247 h 572"/>
                <a:gd name="T66" fmla="*/ 17 w 406"/>
                <a:gd name="T67" fmla="*/ 216 h 572"/>
                <a:gd name="T68" fmla="*/ 18 w 406"/>
                <a:gd name="T69" fmla="*/ 212 h 572"/>
                <a:gd name="T70" fmla="*/ 18 w 406"/>
                <a:gd name="T71" fmla="*/ 213 h 572"/>
                <a:gd name="T72" fmla="*/ 20 w 406"/>
                <a:gd name="T73" fmla="*/ 216 h 572"/>
                <a:gd name="T74" fmla="*/ 36 w 406"/>
                <a:gd name="T75" fmla="*/ 256 h 572"/>
                <a:gd name="T76" fmla="*/ 80 w 406"/>
                <a:gd name="T77" fmla="*/ 293 h 572"/>
                <a:gd name="T78" fmla="*/ 143 w 406"/>
                <a:gd name="T79" fmla="*/ 304 h 572"/>
                <a:gd name="T80" fmla="*/ 162 w 406"/>
                <a:gd name="T81" fmla="*/ 375 h 572"/>
                <a:gd name="T82" fmla="*/ 177 w 406"/>
                <a:gd name="T83" fmla="*/ 504 h 572"/>
                <a:gd name="T84" fmla="*/ 192 w 406"/>
                <a:gd name="T85" fmla="*/ 530 h 572"/>
                <a:gd name="T86" fmla="*/ 191 w 406"/>
                <a:gd name="T87" fmla="*/ 504 h 572"/>
                <a:gd name="T88" fmla="*/ 192 w 406"/>
                <a:gd name="T89" fmla="*/ 486 h 572"/>
                <a:gd name="T90" fmla="*/ 194 w 406"/>
                <a:gd name="T91" fmla="*/ 451 h 572"/>
                <a:gd name="T92" fmla="*/ 220 w 406"/>
                <a:gd name="T93" fmla="*/ 447 h 572"/>
                <a:gd name="T94" fmla="*/ 240 w 406"/>
                <a:gd name="T95" fmla="*/ 469 h 572"/>
                <a:gd name="T96" fmla="*/ 247 w 406"/>
                <a:gd name="T97" fmla="*/ 543 h 572"/>
                <a:gd name="T98" fmla="*/ 146 w 406"/>
                <a:gd name="T99" fmla="*/ 545 h 572"/>
                <a:gd name="T100" fmla="*/ 137 w 406"/>
                <a:gd name="T101" fmla="*/ 524 h 572"/>
                <a:gd name="T102" fmla="*/ 130 w 406"/>
                <a:gd name="T103" fmla="*/ 553 h 572"/>
                <a:gd name="T104" fmla="*/ 193 w 406"/>
                <a:gd name="T105" fmla="*/ 309 h 572"/>
                <a:gd name="T106" fmla="*/ 196 w 406"/>
                <a:gd name="T107" fmla="*/ 303 h 572"/>
                <a:gd name="T108" fmla="*/ 209 w 406"/>
                <a:gd name="T109" fmla="*/ 295 h 572"/>
                <a:gd name="T110" fmla="*/ 218 w 406"/>
                <a:gd name="T111" fmla="*/ 301 h 572"/>
                <a:gd name="T112" fmla="*/ 221 w 406"/>
                <a:gd name="T113" fmla="*/ 307 h 572"/>
                <a:gd name="T114" fmla="*/ 211 w 406"/>
                <a:gd name="T115" fmla="*/ 310 h 572"/>
                <a:gd name="T116" fmla="*/ 222 w 406"/>
                <a:gd name="T117" fmla="*/ 307 h 572"/>
                <a:gd name="T118" fmla="*/ 191 w 406"/>
                <a:gd name="T119" fmla="*/ 185 h 572"/>
                <a:gd name="T120" fmla="*/ 63 w 406"/>
                <a:gd name="T121" fmla="*/ 186 h 572"/>
                <a:gd name="T122" fmla="*/ 22 w 406"/>
                <a:gd name="T123" fmla="*/ 214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6" h="572">
                  <a:moveTo>
                    <a:pt x="135" y="564"/>
                  </a:moveTo>
                  <a:cubicBezTo>
                    <a:pt x="136" y="564"/>
                    <a:pt x="137" y="565"/>
                    <a:pt x="137" y="564"/>
                  </a:cubicBezTo>
                  <a:cubicBezTo>
                    <a:pt x="137" y="565"/>
                    <a:pt x="137" y="565"/>
                    <a:pt x="137" y="565"/>
                  </a:cubicBezTo>
                  <a:cubicBezTo>
                    <a:pt x="138" y="565"/>
                    <a:pt x="140" y="563"/>
                    <a:pt x="139" y="566"/>
                  </a:cubicBezTo>
                  <a:cubicBezTo>
                    <a:pt x="140" y="563"/>
                    <a:pt x="139" y="565"/>
                    <a:pt x="138" y="564"/>
                  </a:cubicBezTo>
                  <a:cubicBezTo>
                    <a:pt x="139" y="562"/>
                    <a:pt x="140" y="563"/>
                    <a:pt x="141" y="562"/>
                  </a:cubicBezTo>
                  <a:cubicBezTo>
                    <a:pt x="139" y="565"/>
                    <a:pt x="142" y="563"/>
                    <a:pt x="142" y="564"/>
                  </a:cubicBezTo>
                  <a:cubicBezTo>
                    <a:pt x="142" y="565"/>
                    <a:pt x="142" y="565"/>
                    <a:pt x="142" y="566"/>
                  </a:cubicBezTo>
                  <a:cubicBezTo>
                    <a:pt x="143" y="564"/>
                    <a:pt x="143" y="564"/>
                    <a:pt x="143" y="564"/>
                  </a:cubicBezTo>
                  <a:cubicBezTo>
                    <a:pt x="142" y="568"/>
                    <a:pt x="145" y="564"/>
                    <a:pt x="145" y="566"/>
                  </a:cubicBezTo>
                  <a:cubicBezTo>
                    <a:pt x="144" y="566"/>
                    <a:pt x="144" y="568"/>
                    <a:pt x="144" y="569"/>
                  </a:cubicBezTo>
                  <a:cubicBezTo>
                    <a:pt x="144" y="566"/>
                    <a:pt x="146" y="566"/>
                    <a:pt x="147" y="564"/>
                  </a:cubicBezTo>
                  <a:cubicBezTo>
                    <a:pt x="148" y="565"/>
                    <a:pt x="145" y="567"/>
                    <a:pt x="145" y="569"/>
                  </a:cubicBezTo>
                  <a:cubicBezTo>
                    <a:pt x="146" y="567"/>
                    <a:pt x="146" y="571"/>
                    <a:pt x="147" y="568"/>
                  </a:cubicBezTo>
                  <a:cubicBezTo>
                    <a:pt x="147" y="567"/>
                    <a:pt x="148" y="567"/>
                    <a:pt x="149" y="566"/>
                  </a:cubicBezTo>
                  <a:cubicBezTo>
                    <a:pt x="150" y="566"/>
                    <a:pt x="148" y="567"/>
                    <a:pt x="148" y="568"/>
                  </a:cubicBezTo>
                  <a:cubicBezTo>
                    <a:pt x="149" y="568"/>
                    <a:pt x="150" y="566"/>
                    <a:pt x="150" y="565"/>
                  </a:cubicBezTo>
                  <a:cubicBezTo>
                    <a:pt x="150" y="566"/>
                    <a:pt x="152" y="564"/>
                    <a:pt x="152" y="565"/>
                  </a:cubicBezTo>
                  <a:cubicBezTo>
                    <a:pt x="152" y="567"/>
                    <a:pt x="150" y="566"/>
                    <a:pt x="150" y="567"/>
                  </a:cubicBezTo>
                  <a:cubicBezTo>
                    <a:pt x="152" y="568"/>
                    <a:pt x="152" y="563"/>
                    <a:pt x="154" y="563"/>
                  </a:cubicBezTo>
                  <a:cubicBezTo>
                    <a:pt x="153" y="562"/>
                    <a:pt x="155" y="559"/>
                    <a:pt x="155" y="558"/>
                  </a:cubicBezTo>
                  <a:cubicBezTo>
                    <a:pt x="157" y="560"/>
                    <a:pt x="155" y="559"/>
                    <a:pt x="155" y="561"/>
                  </a:cubicBezTo>
                  <a:cubicBezTo>
                    <a:pt x="155" y="561"/>
                    <a:pt x="155" y="561"/>
                    <a:pt x="155" y="561"/>
                  </a:cubicBezTo>
                  <a:cubicBezTo>
                    <a:pt x="155" y="564"/>
                    <a:pt x="152" y="566"/>
                    <a:pt x="153" y="568"/>
                  </a:cubicBezTo>
                  <a:cubicBezTo>
                    <a:pt x="154" y="567"/>
                    <a:pt x="154" y="567"/>
                    <a:pt x="154" y="567"/>
                  </a:cubicBezTo>
                  <a:cubicBezTo>
                    <a:pt x="153" y="568"/>
                    <a:pt x="153" y="569"/>
                    <a:pt x="153" y="570"/>
                  </a:cubicBezTo>
                  <a:cubicBezTo>
                    <a:pt x="153" y="568"/>
                    <a:pt x="154" y="570"/>
                    <a:pt x="155" y="570"/>
                  </a:cubicBezTo>
                  <a:cubicBezTo>
                    <a:pt x="155" y="568"/>
                    <a:pt x="154" y="570"/>
                    <a:pt x="154" y="569"/>
                  </a:cubicBezTo>
                  <a:cubicBezTo>
                    <a:pt x="155" y="568"/>
                    <a:pt x="156" y="566"/>
                    <a:pt x="157" y="567"/>
                  </a:cubicBezTo>
                  <a:cubicBezTo>
                    <a:pt x="156" y="568"/>
                    <a:pt x="157" y="569"/>
                    <a:pt x="156" y="570"/>
                  </a:cubicBezTo>
                  <a:cubicBezTo>
                    <a:pt x="157" y="571"/>
                    <a:pt x="157" y="568"/>
                    <a:pt x="157" y="569"/>
                  </a:cubicBezTo>
                  <a:cubicBezTo>
                    <a:pt x="157" y="570"/>
                    <a:pt x="157" y="570"/>
                    <a:pt x="157" y="570"/>
                  </a:cubicBezTo>
                  <a:cubicBezTo>
                    <a:pt x="160" y="571"/>
                    <a:pt x="164" y="571"/>
                    <a:pt x="166" y="567"/>
                  </a:cubicBezTo>
                  <a:cubicBezTo>
                    <a:pt x="166" y="569"/>
                    <a:pt x="167" y="569"/>
                    <a:pt x="169" y="570"/>
                  </a:cubicBezTo>
                  <a:cubicBezTo>
                    <a:pt x="168" y="570"/>
                    <a:pt x="169" y="569"/>
                    <a:pt x="169" y="568"/>
                  </a:cubicBezTo>
                  <a:cubicBezTo>
                    <a:pt x="170" y="570"/>
                    <a:pt x="170" y="570"/>
                    <a:pt x="170" y="570"/>
                  </a:cubicBezTo>
                  <a:cubicBezTo>
                    <a:pt x="170" y="572"/>
                    <a:pt x="172" y="570"/>
                    <a:pt x="172" y="569"/>
                  </a:cubicBezTo>
                  <a:cubicBezTo>
                    <a:pt x="172" y="570"/>
                    <a:pt x="172" y="570"/>
                    <a:pt x="172" y="570"/>
                  </a:cubicBezTo>
                  <a:cubicBezTo>
                    <a:pt x="173" y="571"/>
                    <a:pt x="173" y="569"/>
                    <a:pt x="173" y="568"/>
                  </a:cubicBezTo>
                  <a:cubicBezTo>
                    <a:pt x="174" y="570"/>
                    <a:pt x="174" y="570"/>
                    <a:pt x="174" y="570"/>
                  </a:cubicBezTo>
                  <a:cubicBezTo>
                    <a:pt x="174" y="569"/>
                    <a:pt x="174" y="569"/>
                    <a:pt x="174" y="569"/>
                  </a:cubicBezTo>
                  <a:cubicBezTo>
                    <a:pt x="174" y="568"/>
                    <a:pt x="175" y="568"/>
                    <a:pt x="175" y="570"/>
                  </a:cubicBezTo>
                  <a:cubicBezTo>
                    <a:pt x="175" y="570"/>
                    <a:pt x="176" y="569"/>
                    <a:pt x="175" y="569"/>
                  </a:cubicBezTo>
                  <a:cubicBezTo>
                    <a:pt x="176" y="570"/>
                    <a:pt x="178" y="570"/>
                    <a:pt x="179" y="569"/>
                  </a:cubicBezTo>
                  <a:cubicBezTo>
                    <a:pt x="178" y="569"/>
                    <a:pt x="178" y="568"/>
                    <a:pt x="178" y="567"/>
                  </a:cubicBezTo>
                  <a:cubicBezTo>
                    <a:pt x="178" y="564"/>
                    <a:pt x="179" y="567"/>
                    <a:pt x="179" y="566"/>
                  </a:cubicBezTo>
                  <a:cubicBezTo>
                    <a:pt x="179" y="567"/>
                    <a:pt x="180" y="567"/>
                    <a:pt x="179" y="568"/>
                  </a:cubicBezTo>
                  <a:cubicBezTo>
                    <a:pt x="181" y="571"/>
                    <a:pt x="183" y="569"/>
                    <a:pt x="184" y="569"/>
                  </a:cubicBezTo>
                  <a:cubicBezTo>
                    <a:pt x="185" y="568"/>
                    <a:pt x="185" y="568"/>
                    <a:pt x="185" y="568"/>
                  </a:cubicBezTo>
                  <a:cubicBezTo>
                    <a:pt x="186" y="570"/>
                    <a:pt x="188" y="568"/>
                    <a:pt x="189" y="569"/>
                  </a:cubicBezTo>
                  <a:cubicBezTo>
                    <a:pt x="189" y="568"/>
                    <a:pt x="189" y="565"/>
                    <a:pt x="190" y="565"/>
                  </a:cubicBezTo>
                  <a:cubicBezTo>
                    <a:pt x="190" y="563"/>
                    <a:pt x="190" y="567"/>
                    <a:pt x="191" y="569"/>
                  </a:cubicBezTo>
                  <a:cubicBezTo>
                    <a:pt x="191" y="568"/>
                    <a:pt x="192" y="567"/>
                    <a:pt x="192" y="567"/>
                  </a:cubicBezTo>
                  <a:cubicBezTo>
                    <a:pt x="192" y="568"/>
                    <a:pt x="192" y="568"/>
                    <a:pt x="192" y="568"/>
                  </a:cubicBezTo>
                  <a:cubicBezTo>
                    <a:pt x="192" y="567"/>
                    <a:pt x="193" y="566"/>
                    <a:pt x="194" y="567"/>
                  </a:cubicBezTo>
                  <a:cubicBezTo>
                    <a:pt x="194" y="567"/>
                    <a:pt x="194" y="567"/>
                    <a:pt x="194" y="567"/>
                  </a:cubicBezTo>
                  <a:cubicBezTo>
                    <a:pt x="194" y="567"/>
                    <a:pt x="195" y="569"/>
                    <a:pt x="195" y="568"/>
                  </a:cubicBezTo>
                  <a:cubicBezTo>
                    <a:pt x="195" y="567"/>
                    <a:pt x="196" y="568"/>
                    <a:pt x="196" y="566"/>
                  </a:cubicBezTo>
                  <a:cubicBezTo>
                    <a:pt x="197" y="567"/>
                    <a:pt x="197" y="567"/>
                    <a:pt x="197" y="567"/>
                  </a:cubicBezTo>
                  <a:cubicBezTo>
                    <a:pt x="197" y="565"/>
                    <a:pt x="197" y="565"/>
                    <a:pt x="197" y="565"/>
                  </a:cubicBezTo>
                  <a:cubicBezTo>
                    <a:pt x="197" y="566"/>
                    <a:pt x="197" y="566"/>
                    <a:pt x="197" y="566"/>
                  </a:cubicBezTo>
                  <a:cubicBezTo>
                    <a:pt x="197" y="568"/>
                    <a:pt x="197" y="568"/>
                    <a:pt x="197" y="568"/>
                  </a:cubicBezTo>
                  <a:cubicBezTo>
                    <a:pt x="198" y="569"/>
                    <a:pt x="197" y="566"/>
                    <a:pt x="198" y="565"/>
                  </a:cubicBezTo>
                  <a:cubicBezTo>
                    <a:pt x="198" y="564"/>
                    <a:pt x="198" y="566"/>
                    <a:pt x="199" y="566"/>
                  </a:cubicBezTo>
                  <a:cubicBezTo>
                    <a:pt x="198" y="567"/>
                    <a:pt x="198" y="566"/>
                    <a:pt x="198" y="566"/>
                  </a:cubicBezTo>
                  <a:cubicBezTo>
                    <a:pt x="198" y="568"/>
                    <a:pt x="198" y="567"/>
                    <a:pt x="199" y="568"/>
                  </a:cubicBezTo>
                  <a:cubicBezTo>
                    <a:pt x="199" y="568"/>
                    <a:pt x="199" y="566"/>
                    <a:pt x="199" y="566"/>
                  </a:cubicBezTo>
                  <a:cubicBezTo>
                    <a:pt x="200" y="566"/>
                    <a:pt x="201" y="566"/>
                    <a:pt x="200" y="568"/>
                  </a:cubicBezTo>
                  <a:cubicBezTo>
                    <a:pt x="201" y="567"/>
                    <a:pt x="201" y="567"/>
                    <a:pt x="201" y="566"/>
                  </a:cubicBezTo>
                  <a:cubicBezTo>
                    <a:pt x="201" y="566"/>
                    <a:pt x="200" y="565"/>
                    <a:pt x="200" y="564"/>
                  </a:cubicBezTo>
                  <a:cubicBezTo>
                    <a:pt x="201" y="564"/>
                    <a:pt x="201" y="564"/>
                    <a:pt x="201" y="564"/>
                  </a:cubicBezTo>
                  <a:cubicBezTo>
                    <a:pt x="201" y="565"/>
                    <a:pt x="201" y="565"/>
                    <a:pt x="201" y="565"/>
                  </a:cubicBezTo>
                  <a:cubicBezTo>
                    <a:pt x="201" y="564"/>
                    <a:pt x="202" y="565"/>
                    <a:pt x="202" y="563"/>
                  </a:cubicBezTo>
                  <a:cubicBezTo>
                    <a:pt x="202" y="565"/>
                    <a:pt x="202" y="565"/>
                    <a:pt x="202" y="565"/>
                  </a:cubicBezTo>
                  <a:cubicBezTo>
                    <a:pt x="203" y="564"/>
                    <a:pt x="203" y="564"/>
                    <a:pt x="204" y="564"/>
                  </a:cubicBezTo>
                  <a:cubicBezTo>
                    <a:pt x="204" y="566"/>
                    <a:pt x="204" y="568"/>
                    <a:pt x="205" y="568"/>
                  </a:cubicBezTo>
                  <a:cubicBezTo>
                    <a:pt x="205" y="566"/>
                    <a:pt x="205" y="566"/>
                    <a:pt x="205" y="566"/>
                  </a:cubicBezTo>
                  <a:cubicBezTo>
                    <a:pt x="206" y="566"/>
                    <a:pt x="206" y="566"/>
                    <a:pt x="206" y="567"/>
                  </a:cubicBezTo>
                  <a:cubicBezTo>
                    <a:pt x="207" y="568"/>
                    <a:pt x="207" y="562"/>
                    <a:pt x="209" y="564"/>
                  </a:cubicBezTo>
                  <a:cubicBezTo>
                    <a:pt x="208" y="566"/>
                    <a:pt x="209" y="566"/>
                    <a:pt x="209" y="567"/>
                  </a:cubicBezTo>
                  <a:cubicBezTo>
                    <a:pt x="209" y="566"/>
                    <a:pt x="209" y="566"/>
                    <a:pt x="209" y="566"/>
                  </a:cubicBezTo>
                  <a:cubicBezTo>
                    <a:pt x="209" y="565"/>
                    <a:pt x="209" y="567"/>
                    <a:pt x="209" y="566"/>
                  </a:cubicBezTo>
                  <a:cubicBezTo>
                    <a:pt x="208" y="564"/>
                    <a:pt x="209" y="565"/>
                    <a:pt x="209" y="564"/>
                  </a:cubicBezTo>
                  <a:cubicBezTo>
                    <a:pt x="211" y="569"/>
                    <a:pt x="213" y="565"/>
                    <a:pt x="215" y="567"/>
                  </a:cubicBezTo>
                  <a:cubicBezTo>
                    <a:pt x="215" y="565"/>
                    <a:pt x="216" y="567"/>
                    <a:pt x="216" y="566"/>
                  </a:cubicBezTo>
                  <a:cubicBezTo>
                    <a:pt x="216" y="568"/>
                    <a:pt x="217" y="565"/>
                    <a:pt x="217" y="567"/>
                  </a:cubicBezTo>
                  <a:cubicBezTo>
                    <a:pt x="217" y="564"/>
                    <a:pt x="217" y="564"/>
                    <a:pt x="217" y="564"/>
                  </a:cubicBezTo>
                  <a:cubicBezTo>
                    <a:pt x="218" y="566"/>
                    <a:pt x="218" y="560"/>
                    <a:pt x="219" y="563"/>
                  </a:cubicBezTo>
                  <a:cubicBezTo>
                    <a:pt x="220" y="564"/>
                    <a:pt x="219" y="565"/>
                    <a:pt x="219" y="565"/>
                  </a:cubicBezTo>
                  <a:cubicBezTo>
                    <a:pt x="220" y="568"/>
                    <a:pt x="221" y="563"/>
                    <a:pt x="222" y="566"/>
                  </a:cubicBezTo>
                  <a:cubicBezTo>
                    <a:pt x="222" y="565"/>
                    <a:pt x="221" y="563"/>
                    <a:pt x="222" y="562"/>
                  </a:cubicBezTo>
                  <a:cubicBezTo>
                    <a:pt x="223" y="563"/>
                    <a:pt x="224" y="565"/>
                    <a:pt x="224" y="565"/>
                  </a:cubicBezTo>
                  <a:cubicBezTo>
                    <a:pt x="224" y="565"/>
                    <a:pt x="224" y="564"/>
                    <a:pt x="225" y="565"/>
                  </a:cubicBezTo>
                  <a:cubicBezTo>
                    <a:pt x="225" y="565"/>
                    <a:pt x="225" y="565"/>
                    <a:pt x="225" y="566"/>
                  </a:cubicBezTo>
                  <a:cubicBezTo>
                    <a:pt x="226" y="566"/>
                    <a:pt x="226" y="565"/>
                    <a:pt x="227" y="564"/>
                  </a:cubicBezTo>
                  <a:cubicBezTo>
                    <a:pt x="227" y="566"/>
                    <a:pt x="229" y="565"/>
                    <a:pt x="230" y="566"/>
                  </a:cubicBezTo>
                  <a:cubicBezTo>
                    <a:pt x="230" y="563"/>
                    <a:pt x="231" y="567"/>
                    <a:pt x="231" y="564"/>
                  </a:cubicBezTo>
                  <a:cubicBezTo>
                    <a:pt x="231" y="564"/>
                    <a:pt x="231" y="564"/>
                    <a:pt x="231" y="564"/>
                  </a:cubicBezTo>
                  <a:cubicBezTo>
                    <a:pt x="232" y="564"/>
                    <a:pt x="232" y="562"/>
                    <a:pt x="232" y="561"/>
                  </a:cubicBezTo>
                  <a:cubicBezTo>
                    <a:pt x="232" y="563"/>
                    <a:pt x="232" y="563"/>
                    <a:pt x="232" y="563"/>
                  </a:cubicBezTo>
                  <a:cubicBezTo>
                    <a:pt x="232" y="566"/>
                    <a:pt x="234" y="564"/>
                    <a:pt x="234" y="565"/>
                  </a:cubicBezTo>
                  <a:cubicBezTo>
                    <a:pt x="233" y="563"/>
                    <a:pt x="234" y="565"/>
                    <a:pt x="234" y="563"/>
                  </a:cubicBezTo>
                  <a:cubicBezTo>
                    <a:pt x="235" y="563"/>
                    <a:pt x="235" y="563"/>
                    <a:pt x="235" y="563"/>
                  </a:cubicBezTo>
                  <a:cubicBezTo>
                    <a:pt x="235" y="562"/>
                    <a:pt x="235" y="562"/>
                    <a:pt x="236" y="561"/>
                  </a:cubicBezTo>
                  <a:cubicBezTo>
                    <a:pt x="236" y="561"/>
                    <a:pt x="236" y="564"/>
                    <a:pt x="236" y="563"/>
                  </a:cubicBezTo>
                  <a:cubicBezTo>
                    <a:pt x="237" y="564"/>
                    <a:pt x="237" y="564"/>
                    <a:pt x="237" y="563"/>
                  </a:cubicBezTo>
                  <a:cubicBezTo>
                    <a:pt x="237" y="563"/>
                    <a:pt x="237" y="563"/>
                    <a:pt x="237" y="563"/>
                  </a:cubicBezTo>
                  <a:cubicBezTo>
                    <a:pt x="237" y="563"/>
                    <a:pt x="237" y="563"/>
                    <a:pt x="238" y="563"/>
                  </a:cubicBezTo>
                  <a:cubicBezTo>
                    <a:pt x="238" y="563"/>
                    <a:pt x="238" y="563"/>
                    <a:pt x="238" y="563"/>
                  </a:cubicBezTo>
                  <a:cubicBezTo>
                    <a:pt x="238" y="563"/>
                    <a:pt x="238" y="563"/>
                    <a:pt x="238" y="563"/>
                  </a:cubicBezTo>
                  <a:cubicBezTo>
                    <a:pt x="238" y="563"/>
                    <a:pt x="238" y="563"/>
                    <a:pt x="238" y="563"/>
                  </a:cubicBezTo>
                  <a:cubicBezTo>
                    <a:pt x="238" y="563"/>
                    <a:pt x="238" y="563"/>
                    <a:pt x="238" y="563"/>
                  </a:cubicBezTo>
                  <a:cubicBezTo>
                    <a:pt x="238" y="564"/>
                    <a:pt x="238" y="563"/>
                    <a:pt x="238" y="563"/>
                  </a:cubicBezTo>
                  <a:cubicBezTo>
                    <a:pt x="238" y="563"/>
                    <a:pt x="239" y="563"/>
                    <a:pt x="239" y="564"/>
                  </a:cubicBezTo>
                  <a:cubicBezTo>
                    <a:pt x="239" y="565"/>
                    <a:pt x="239" y="565"/>
                    <a:pt x="239" y="565"/>
                  </a:cubicBezTo>
                  <a:cubicBezTo>
                    <a:pt x="239" y="565"/>
                    <a:pt x="240" y="563"/>
                    <a:pt x="240" y="563"/>
                  </a:cubicBezTo>
                  <a:cubicBezTo>
                    <a:pt x="242" y="564"/>
                    <a:pt x="244" y="562"/>
                    <a:pt x="245" y="561"/>
                  </a:cubicBezTo>
                  <a:cubicBezTo>
                    <a:pt x="244" y="561"/>
                    <a:pt x="244" y="562"/>
                    <a:pt x="244" y="562"/>
                  </a:cubicBezTo>
                  <a:cubicBezTo>
                    <a:pt x="245" y="561"/>
                    <a:pt x="245" y="560"/>
                    <a:pt x="245" y="561"/>
                  </a:cubicBezTo>
                  <a:cubicBezTo>
                    <a:pt x="246" y="560"/>
                    <a:pt x="246" y="562"/>
                    <a:pt x="247" y="562"/>
                  </a:cubicBezTo>
                  <a:cubicBezTo>
                    <a:pt x="247" y="562"/>
                    <a:pt x="247" y="560"/>
                    <a:pt x="247" y="561"/>
                  </a:cubicBezTo>
                  <a:cubicBezTo>
                    <a:pt x="248" y="563"/>
                    <a:pt x="249" y="559"/>
                    <a:pt x="251" y="560"/>
                  </a:cubicBezTo>
                  <a:cubicBezTo>
                    <a:pt x="251" y="560"/>
                    <a:pt x="251" y="561"/>
                    <a:pt x="251" y="561"/>
                  </a:cubicBezTo>
                  <a:cubicBezTo>
                    <a:pt x="252" y="560"/>
                    <a:pt x="253" y="560"/>
                    <a:pt x="253" y="558"/>
                  </a:cubicBezTo>
                  <a:cubicBezTo>
                    <a:pt x="253" y="559"/>
                    <a:pt x="253" y="559"/>
                    <a:pt x="253" y="559"/>
                  </a:cubicBezTo>
                  <a:cubicBezTo>
                    <a:pt x="254" y="559"/>
                    <a:pt x="255" y="559"/>
                    <a:pt x="255" y="557"/>
                  </a:cubicBezTo>
                  <a:cubicBezTo>
                    <a:pt x="254" y="557"/>
                    <a:pt x="255" y="558"/>
                    <a:pt x="255" y="558"/>
                  </a:cubicBezTo>
                  <a:cubicBezTo>
                    <a:pt x="254" y="557"/>
                    <a:pt x="255" y="555"/>
                    <a:pt x="255" y="555"/>
                  </a:cubicBezTo>
                  <a:cubicBezTo>
                    <a:pt x="255" y="556"/>
                    <a:pt x="255" y="556"/>
                    <a:pt x="255" y="556"/>
                  </a:cubicBezTo>
                  <a:cubicBezTo>
                    <a:pt x="256" y="555"/>
                    <a:pt x="256" y="555"/>
                    <a:pt x="257" y="554"/>
                  </a:cubicBezTo>
                  <a:cubicBezTo>
                    <a:pt x="257" y="555"/>
                    <a:pt x="256" y="555"/>
                    <a:pt x="257" y="556"/>
                  </a:cubicBezTo>
                  <a:cubicBezTo>
                    <a:pt x="257" y="558"/>
                    <a:pt x="259" y="557"/>
                    <a:pt x="259" y="557"/>
                  </a:cubicBezTo>
                  <a:cubicBezTo>
                    <a:pt x="259" y="555"/>
                    <a:pt x="259" y="555"/>
                    <a:pt x="259" y="555"/>
                  </a:cubicBezTo>
                  <a:cubicBezTo>
                    <a:pt x="260" y="555"/>
                    <a:pt x="260" y="557"/>
                    <a:pt x="260" y="557"/>
                  </a:cubicBezTo>
                  <a:cubicBezTo>
                    <a:pt x="261" y="551"/>
                    <a:pt x="261" y="551"/>
                    <a:pt x="261" y="551"/>
                  </a:cubicBezTo>
                  <a:cubicBezTo>
                    <a:pt x="260" y="552"/>
                    <a:pt x="262" y="553"/>
                    <a:pt x="261" y="555"/>
                  </a:cubicBezTo>
                  <a:cubicBezTo>
                    <a:pt x="263" y="554"/>
                    <a:pt x="263" y="551"/>
                    <a:pt x="263" y="549"/>
                  </a:cubicBezTo>
                  <a:cubicBezTo>
                    <a:pt x="263" y="550"/>
                    <a:pt x="264" y="548"/>
                    <a:pt x="265" y="548"/>
                  </a:cubicBezTo>
                  <a:cubicBezTo>
                    <a:pt x="265" y="549"/>
                    <a:pt x="264" y="548"/>
                    <a:pt x="264" y="549"/>
                  </a:cubicBezTo>
                  <a:cubicBezTo>
                    <a:pt x="266" y="550"/>
                    <a:pt x="266" y="550"/>
                    <a:pt x="266" y="550"/>
                  </a:cubicBezTo>
                  <a:cubicBezTo>
                    <a:pt x="265" y="551"/>
                    <a:pt x="266" y="553"/>
                    <a:pt x="266" y="554"/>
                  </a:cubicBezTo>
                  <a:cubicBezTo>
                    <a:pt x="266" y="553"/>
                    <a:pt x="268" y="553"/>
                    <a:pt x="269" y="553"/>
                  </a:cubicBezTo>
                  <a:cubicBezTo>
                    <a:pt x="268" y="551"/>
                    <a:pt x="270" y="552"/>
                    <a:pt x="270" y="549"/>
                  </a:cubicBezTo>
                  <a:cubicBezTo>
                    <a:pt x="271" y="549"/>
                    <a:pt x="271" y="551"/>
                    <a:pt x="271" y="552"/>
                  </a:cubicBezTo>
                  <a:cubicBezTo>
                    <a:pt x="272" y="550"/>
                    <a:pt x="274" y="550"/>
                    <a:pt x="275" y="550"/>
                  </a:cubicBezTo>
                  <a:cubicBezTo>
                    <a:pt x="275" y="550"/>
                    <a:pt x="275" y="550"/>
                    <a:pt x="275" y="550"/>
                  </a:cubicBezTo>
                  <a:cubicBezTo>
                    <a:pt x="275" y="549"/>
                    <a:pt x="277" y="549"/>
                    <a:pt x="277" y="547"/>
                  </a:cubicBezTo>
                  <a:cubicBezTo>
                    <a:pt x="278" y="548"/>
                    <a:pt x="278" y="548"/>
                    <a:pt x="278" y="548"/>
                  </a:cubicBezTo>
                  <a:cubicBezTo>
                    <a:pt x="279" y="549"/>
                    <a:pt x="277" y="545"/>
                    <a:pt x="278" y="546"/>
                  </a:cubicBezTo>
                  <a:cubicBezTo>
                    <a:pt x="279" y="547"/>
                    <a:pt x="279" y="547"/>
                    <a:pt x="279" y="547"/>
                  </a:cubicBezTo>
                  <a:cubicBezTo>
                    <a:pt x="279" y="546"/>
                    <a:pt x="281" y="548"/>
                    <a:pt x="281" y="546"/>
                  </a:cubicBezTo>
                  <a:cubicBezTo>
                    <a:pt x="281" y="547"/>
                    <a:pt x="281" y="547"/>
                    <a:pt x="281" y="547"/>
                  </a:cubicBezTo>
                  <a:cubicBezTo>
                    <a:pt x="281" y="546"/>
                    <a:pt x="282" y="546"/>
                    <a:pt x="282" y="544"/>
                  </a:cubicBezTo>
                  <a:cubicBezTo>
                    <a:pt x="283" y="546"/>
                    <a:pt x="283" y="546"/>
                    <a:pt x="283" y="546"/>
                  </a:cubicBezTo>
                  <a:cubicBezTo>
                    <a:pt x="284" y="547"/>
                    <a:pt x="283" y="544"/>
                    <a:pt x="284" y="544"/>
                  </a:cubicBezTo>
                  <a:cubicBezTo>
                    <a:pt x="284" y="544"/>
                    <a:pt x="285" y="545"/>
                    <a:pt x="285" y="545"/>
                  </a:cubicBezTo>
                  <a:cubicBezTo>
                    <a:pt x="285" y="544"/>
                    <a:pt x="286" y="544"/>
                    <a:pt x="286" y="543"/>
                  </a:cubicBezTo>
                  <a:cubicBezTo>
                    <a:pt x="288" y="545"/>
                    <a:pt x="288" y="545"/>
                    <a:pt x="288" y="545"/>
                  </a:cubicBezTo>
                  <a:cubicBezTo>
                    <a:pt x="291" y="543"/>
                    <a:pt x="295" y="541"/>
                    <a:pt x="298" y="537"/>
                  </a:cubicBezTo>
                  <a:cubicBezTo>
                    <a:pt x="300" y="539"/>
                    <a:pt x="298" y="539"/>
                    <a:pt x="299" y="540"/>
                  </a:cubicBezTo>
                  <a:cubicBezTo>
                    <a:pt x="298" y="538"/>
                    <a:pt x="299" y="539"/>
                    <a:pt x="300" y="538"/>
                  </a:cubicBezTo>
                  <a:cubicBezTo>
                    <a:pt x="300" y="538"/>
                    <a:pt x="300" y="538"/>
                    <a:pt x="300" y="538"/>
                  </a:cubicBezTo>
                  <a:cubicBezTo>
                    <a:pt x="300" y="538"/>
                    <a:pt x="301" y="539"/>
                    <a:pt x="302" y="538"/>
                  </a:cubicBezTo>
                  <a:cubicBezTo>
                    <a:pt x="301" y="537"/>
                    <a:pt x="301" y="537"/>
                    <a:pt x="301" y="537"/>
                  </a:cubicBezTo>
                  <a:cubicBezTo>
                    <a:pt x="301" y="536"/>
                    <a:pt x="304" y="539"/>
                    <a:pt x="303" y="536"/>
                  </a:cubicBezTo>
                  <a:cubicBezTo>
                    <a:pt x="304" y="537"/>
                    <a:pt x="304" y="537"/>
                    <a:pt x="304" y="537"/>
                  </a:cubicBezTo>
                  <a:cubicBezTo>
                    <a:pt x="303" y="535"/>
                    <a:pt x="305" y="538"/>
                    <a:pt x="305" y="535"/>
                  </a:cubicBezTo>
                  <a:cubicBezTo>
                    <a:pt x="305" y="536"/>
                    <a:pt x="305" y="536"/>
                    <a:pt x="305" y="536"/>
                  </a:cubicBezTo>
                  <a:cubicBezTo>
                    <a:pt x="306" y="536"/>
                    <a:pt x="305" y="532"/>
                    <a:pt x="306" y="534"/>
                  </a:cubicBezTo>
                  <a:cubicBezTo>
                    <a:pt x="307" y="533"/>
                    <a:pt x="307" y="532"/>
                    <a:pt x="306" y="530"/>
                  </a:cubicBezTo>
                  <a:cubicBezTo>
                    <a:pt x="308" y="533"/>
                    <a:pt x="308" y="533"/>
                    <a:pt x="308" y="533"/>
                  </a:cubicBezTo>
                  <a:cubicBezTo>
                    <a:pt x="310" y="530"/>
                    <a:pt x="313" y="528"/>
                    <a:pt x="314" y="524"/>
                  </a:cubicBezTo>
                  <a:cubicBezTo>
                    <a:pt x="314" y="525"/>
                    <a:pt x="314" y="525"/>
                    <a:pt x="314" y="525"/>
                  </a:cubicBezTo>
                  <a:cubicBezTo>
                    <a:pt x="314" y="522"/>
                    <a:pt x="319" y="525"/>
                    <a:pt x="317" y="521"/>
                  </a:cubicBezTo>
                  <a:cubicBezTo>
                    <a:pt x="316" y="519"/>
                    <a:pt x="316" y="519"/>
                    <a:pt x="316" y="519"/>
                  </a:cubicBezTo>
                  <a:cubicBezTo>
                    <a:pt x="318" y="520"/>
                    <a:pt x="318" y="520"/>
                    <a:pt x="318" y="520"/>
                  </a:cubicBezTo>
                  <a:cubicBezTo>
                    <a:pt x="317" y="519"/>
                    <a:pt x="319" y="519"/>
                    <a:pt x="318" y="518"/>
                  </a:cubicBezTo>
                  <a:cubicBezTo>
                    <a:pt x="318" y="518"/>
                    <a:pt x="318" y="519"/>
                    <a:pt x="319" y="519"/>
                  </a:cubicBezTo>
                  <a:cubicBezTo>
                    <a:pt x="320" y="519"/>
                    <a:pt x="318" y="516"/>
                    <a:pt x="319" y="516"/>
                  </a:cubicBezTo>
                  <a:cubicBezTo>
                    <a:pt x="320" y="517"/>
                    <a:pt x="320" y="517"/>
                    <a:pt x="320" y="517"/>
                  </a:cubicBezTo>
                  <a:cubicBezTo>
                    <a:pt x="324" y="517"/>
                    <a:pt x="329" y="511"/>
                    <a:pt x="325" y="508"/>
                  </a:cubicBezTo>
                  <a:cubicBezTo>
                    <a:pt x="324" y="507"/>
                    <a:pt x="327" y="507"/>
                    <a:pt x="327" y="507"/>
                  </a:cubicBezTo>
                  <a:cubicBezTo>
                    <a:pt x="323" y="505"/>
                    <a:pt x="324" y="499"/>
                    <a:pt x="317" y="501"/>
                  </a:cubicBezTo>
                  <a:cubicBezTo>
                    <a:pt x="315" y="501"/>
                    <a:pt x="312" y="506"/>
                    <a:pt x="312" y="506"/>
                  </a:cubicBezTo>
                  <a:cubicBezTo>
                    <a:pt x="318" y="506"/>
                    <a:pt x="315" y="512"/>
                    <a:pt x="315" y="509"/>
                  </a:cubicBezTo>
                  <a:cubicBezTo>
                    <a:pt x="313" y="508"/>
                    <a:pt x="315" y="509"/>
                    <a:pt x="313" y="509"/>
                  </a:cubicBezTo>
                  <a:cubicBezTo>
                    <a:pt x="312" y="512"/>
                    <a:pt x="303" y="513"/>
                    <a:pt x="299" y="519"/>
                  </a:cubicBezTo>
                  <a:cubicBezTo>
                    <a:pt x="300" y="519"/>
                    <a:pt x="300" y="520"/>
                    <a:pt x="300" y="521"/>
                  </a:cubicBezTo>
                  <a:cubicBezTo>
                    <a:pt x="299" y="520"/>
                    <a:pt x="299" y="520"/>
                    <a:pt x="299" y="520"/>
                  </a:cubicBezTo>
                  <a:cubicBezTo>
                    <a:pt x="300" y="522"/>
                    <a:pt x="300" y="522"/>
                    <a:pt x="300" y="522"/>
                  </a:cubicBezTo>
                  <a:cubicBezTo>
                    <a:pt x="299" y="522"/>
                    <a:pt x="298" y="521"/>
                    <a:pt x="299" y="520"/>
                  </a:cubicBezTo>
                  <a:cubicBezTo>
                    <a:pt x="296" y="522"/>
                    <a:pt x="294" y="524"/>
                    <a:pt x="292" y="525"/>
                  </a:cubicBezTo>
                  <a:cubicBezTo>
                    <a:pt x="293" y="527"/>
                    <a:pt x="291" y="526"/>
                    <a:pt x="292" y="528"/>
                  </a:cubicBezTo>
                  <a:cubicBezTo>
                    <a:pt x="291" y="527"/>
                    <a:pt x="291" y="527"/>
                    <a:pt x="291" y="527"/>
                  </a:cubicBezTo>
                  <a:cubicBezTo>
                    <a:pt x="290" y="529"/>
                    <a:pt x="290" y="529"/>
                    <a:pt x="287" y="527"/>
                  </a:cubicBezTo>
                  <a:cubicBezTo>
                    <a:pt x="280" y="529"/>
                    <a:pt x="275" y="533"/>
                    <a:pt x="268" y="535"/>
                  </a:cubicBezTo>
                  <a:cubicBezTo>
                    <a:pt x="263" y="536"/>
                    <a:pt x="259" y="538"/>
                    <a:pt x="255" y="540"/>
                  </a:cubicBezTo>
                  <a:cubicBezTo>
                    <a:pt x="255" y="537"/>
                    <a:pt x="256" y="534"/>
                    <a:pt x="257" y="531"/>
                  </a:cubicBezTo>
                  <a:cubicBezTo>
                    <a:pt x="257" y="529"/>
                    <a:pt x="255" y="527"/>
                    <a:pt x="256" y="525"/>
                  </a:cubicBezTo>
                  <a:cubicBezTo>
                    <a:pt x="255" y="519"/>
                    <a:pt x="260" y="512"/>
                    <a:pt x="257" y="505"/>
                  </a:cubicBezTo>
                  <a:cubicBezTo>
                    <a:pt x="257" y="505"/>
                    <a:pt x="256" y="505"/>
                    <a:pt x="255" y="504"/>
                  </a:cubicBezTo>
                  <a:cubicBezTo>
                    <a:pt x="256" y="504"/>
                    <a:pt x="256" y="504"/>
                    <a:pt x="256" y="504"/>
                  </a:cubicBezTo>
                  <a:cubicBezTo>
                    <a:pt x="254" y="504"/>
                    <a:pt x="254" y="504"/>
                    <a:pt x="254" y="504"/>
                  </a:cubicBezTo>
                  <a:cubicBezTo>
                    <a:pt x="254" y="503"/>
                    <a:pt x="256" y="504"/>
                    <a:pt x="256" y="504"/>
                  </a:cubicBezTo>
                  <a:cubicBezTo>
                    <a:pt x="256" y="501"/>
                    <a:pt x="256" y="499"/>
                    <a:pt x="256" y="496"/>
                  </a:cubicBezTo>
                  <a:cubicBezTo>
                    <a:pt x="254" y="496"/>
                    <a:pt x="256" y="494"/>
                    <a:pt x="254" y="494"/>
                  </a:cubicBezTo>
                  <a:cubicBezTo>
                    <a:pt x="255" y="494"/>
                    <a:pt x="255" y="494"/>
                    <a:pt x="255" y="494"/>
                  </a:cubicBezTo>
                  <a:cubicBezTo>
                    <a:pt x="254" y="492"/>
                    <a:pt x="254" y="492"/>
                    <a:pt x="257" y="491"/>
                  </a:cubicBezTo>
                  <a:cubicBezTo>
                    <a:pt x="259" y="481"/>
                    <a:pt x="257" y="475"/>
                    <a:pt x="256" y="465"/>
                  </a:cubicBezTo>
                  <a:cubicBezTo>
                    <a:pt x="254" y="457"/>
                    <a:pt x="250" y="447"/>
                    <a:pt x="242" y="440"/>
                  </a:cubicBezTo>
                  <a:cubicBezTo>
                    <a:pt x="242" y="440"/>
                    <a:pt x="242" y="440"/>
                    <a:pt x="242" y="440"/>
                  </a:cubicBezTo>
                  <a:cubicBezTo>
                    <a:pt x="242" y="440"/>
                    <a:pt x="242" y="440"/>
                    <a:pt x="242" y="440"/>
                  </a:cubicBezTo>
                  <a:cubicBezTo>
                    <a:pt x="241" y="439"/>
                    <a:pt x="241" y="439"/>
                    <a:pt x="240" y="438"/>
                  </a:cubicBezTo>
                  <a:cubicBezTo>
                    <a:pt x="237" y="440"/>
                    <a:pt x="236" y="437"/>
                    <a:pt x="233" y="438"/>
                  </a:cubicBezTo>
                  <a:cubicBezTo>
                    <a:pt x="234" y="437"/>
                    <a:pt x="234" y="437"/>
                    <a:pt x="234" y="437"/>
                  </a:cubicBezTo>
                  <a:cubicBezTo>
                    <a:pt x="232" y="438"/>
                    <a:pt x="232" y="436"/>
                    <a:pt x="232" y="434"/>
                  </a:cubicBezTo>
                  <a:cubicBezTo>
                    <a:pt x="231" y="435"/>
                    <a:pt x="231" y="434"/>
                    <a:pt x="230" y="436"/>
                  </a:cubicBezTo>
                  <a:cubicBezTo>
                    <a:pt x="228" y="437"/>
                    <a:pt x="230" y="433"/>
                    <a:pt x="229" y="433"/>
                  </a:cubicBezTo>
                  <a:cubicBezTo>
                    <a:pt x="229" y="432"/>
                    <a:pt x="228" y="434"/>
                    <a:pt x="228" y="433"/>
                  </a:cubicBezTo>
                  <a:cubicBezTo>
                    <a:pt x="225" y="435"/>
                    <a:pt x="229" y="433"/>
                    <a:pt x="227" y="429"/>
                  </a:cubicBezTo>
                  <a:cubicBezTo>
                    <a:pt x="223" y="428"/>
                    <a:pt x="219" y="429"/>
                    <a:pt x="215" y="428"/>
                  </a:cubicBezTo>
                  <a:cubicBezTo>
                    <a:pt x="214" y="427"/>
                    <a:pt x="214" y="425"/>
                    <a:pt x="214" y="424"/>
                  </a:cubicBezTo>
                  <a:cubicBezTo>
                    <a:pt x="212" y="424"/>
                    <a:pt x="214" y="423"/>
                    <a:pt x="212" y="424"/>
                  </a:cubicBezTo>
                  <a:cubicBezTo>
                    <a:pt x="213" y="424"/>
                    <a:pt x="213" y="424"/>
                    <a:pt x="213" y="424"/>
                  </a:cubicBezTo>
                  <a:cubicBezTo>
                    <a:pt x="212" y="423"/>
                    <a:pt x="211" y="423"/>
                    <a:pt x="214" y="421"/>
                  </a:cubicBezTo>
                  <a:cubicBezTo>
                    <a:pt x="216" y="417"/>
                    <a:pt x="214" y="413"/>
                    <a:pt x="214" y="409"/>
                  </a:cubicBezTo>
                  <a:cubicBezTo>
                    <a:pt x="213" y="405"/>
                    <a:pt x="211" y="401"/>
                    <a:pt x="210" y="397"/>
                  </a:cubicBezTo>
                  <a:cubicBezTo>
                    <a:pt x="206" y="397"/>
                    <a:pt x="207" y="396"/>
                    <a:pt x="204" y="395"/>
                  </a:cubicBezTo>
                  <a:cubicBezTo>
                    <a:pt x="206" y="395"/>
                    <a:pt x="206" y="395"/>
                    <a:pt x="206" y="395"/>
                  </a:cubicBezTo>
                  <a:cubicBezTo>
                    <a:pt x="204" y="395"/>
                    <a:pt x="206" y="394"/>
                    <a:pt x="207" y="394"/>
                  </a:cubicBezTo>
                  <a:cubicBezTo>
                    <a:pt x="206" y="394"/>
                    <a:pt x="207" y="393"/>
                    <a:pt x="205" y="394"/>
                  </a:cubicBezTo>
                  <a:cubicBezTo>
                    <a:pt x="203" y="393"/>
                    <a:pt x="207" y="393"/>
                    <a:pt x="206" y="393"/>
                  </a:cubicBezTo>
                  <a:cubicBezTo>
                    <a:pt x="207" y="392"/>
                    <a:pt x="205" y="393"/>
                    <a:pt x="206" y="393"/>
                  </a:cubicBezTo>
                  <a:cubicBezTo>
                    <a:pt x="203" y="392"/>
                    <a:pt x="207" y="393"/>
                    <a:pt x="209" y="391"/>
                  </a:cubicBezTo>
                  <a:cubicBezTo>
                    <a:pt x="208" y="390"/>
                    <a:pt x="206" y="388"/>
                    <a:pt x="207" y="387"/>
                  </a:cubicBezTo>
                  <a:cubicBezTo>
                    <a:pt x="207" y="387"/>
                    <a:pt x="206" y="387"/>
                    <a:pt x="206" y="387"/>
                  </a:cubicBezTo>
                  <a:cubicBezTo>
                    <a:pt x="209" y="386"/>
                    <a:pt x="205" y="386"/>
                    <a:pt x="206" y="386"/>
                  </a:cubicBezTo>
                  <a:cubicBezTo>
                    <a:pt x="207" y="386"/>
                    <a:pt x="207" y="386"/>
                    <a:pt x="207" y="386"/>
                  </a:cubicBezTo>
                  <a:cubicBezTo>
                    <a:pt x="209" y="385"/>
                    <a:pt x="207" y="385"/>
                    <a:pt x="208" y="384"/>
                  </a:cubicBezTo>
                  <a:cubicBezTo>
                    <a:pt x="207" y="383"/>
                    <a:pt x="210" y="382"/>
                    <a:pt x="208" y="382"/>
                  </a:cubicBezTo>
                  <a:cubicBezTo>
                    <a:pt x="209" y="382"/>
                    <a:pt x="209" y="382"/>
                    <a:pt x="210" y="382"/>
                  </a:cubicBezTo>
                  <a:cubicBezTo>
                    <a:pt x="206" y="381"/>
                    <a:pt x="211" y="380"/>
                    <a:pt x="209" y="379"/>
                  </a:cubicBezTo>
                  <a:cubicBezTo>
                    <a:pt x="209" y="380"/>
                    <a:pt x="209" y="380"/>
                    <a:pt x="209" y="380"/>
                  </a:cubicBezTo>
                  <a:cubicBezTo>
                    <a:pt x="209" y="378"/>
                    <a:pt x="210" y="376"/>
                    <a:pt x="208" y="374"/>
                  </a:cubicBezTo>
                  <a:cubicBezTo>
                    <a:pt x="208" y="372"/>
                    <a:pt x="212" y="371"/>
                    <a:pt x="210" y="370"/>
                  </a:cubicBezTo>
                  <a:cubicBezTo>
                    <a:pt x="208" y="370"/>
                    <a:pt x="208" y="370"/>
                    <a:pt x="208" y="370"/>
                  </a:cubicBezTo>
                  <a:cubicBezTo>
                    <a:pt x="209" y="369"/>
                    <a:pt x="210" y="370"/>
                    <a:pt x="210" y="370"/>
                  </a:cubicBezTo>
                  <a:cubicBezTo>
                    <a:pt x="209" y="369"/>
                    <a:pt x="211" y="368"/>
                    <a:pt x="211" y="367"/>
                  </a:cubicBezTo>
                  <a:cubicBezTo>
                    <a:pt x="210" y="367"/>
                    <a:pt x="210" y="367"/>
                    <a:pt x="209" y="367"/>
                  </a:cubicBezTo>
                  <a:cubicBezTo>
                    <a:pt x="212" y="366"/>
                    <a:pt x="208" y="365"/>
                    <a:pt x="210" y="364"/>
                  </a:cubicBezTo>
                  <a:cubicBezTo>
                    <a:pt x="207" y="364"/>
                    <a:pt x="209" y="363"/>
                    <a:pt x="208" y="363"/>
                  </a:cubicBezTo>
                  <a:cubicBezTo>
                    <a:pt x="208" y="363"/>
                    <a:pt x="209" y="363"/>
                    <a:pt x="209" y="363"/>
                  </a:cubicBezTo>
                  <a:cubicBezTo>
                    <a:pt x="209" y="362"/>
                    <a:pt x="209" y="362"/>
                    <a:pt x="210" y="361"/>
                  </a:cubicBezTo>
                  <a:cubicBezTo>
                    <a:pt x="210" y="361"/>
                    <a:pt x="208" y="360"/>
                    <a:pt x="209" y="360"/>
                  </a:cubicBezTo>
                  <a:cubicBezTo>
                    <a:pt x="211" y="360"/>
                    <a:pt x="209" y="359"/>
                    <a:pt x="210" y="359"/>
                  </a:cubicBezTo>
                  <a:cubicBezTo>
                    <a:pt x="208" y="359"/>
                    <a:pt x="206" y="358"/>
                    <a:pt x="207" y="358"/>
                  </a:cubicBezTo>
                  <a:cubicBezTo>
                    <a:pt x="210" y="358"/>
                    <a:pt x="210" y="358"/>
                    <a:pt x="210" y="358"/>
                  </a:cubicBezTo>
                  <a:cubicBezTo>
                    <a:pt x="208" y="357"/>
                    <a:pt x="212" y="355"/>
                    <a:pt x="208" y="353"/>
                  </a:cubicBezTo>
                  <a:cubicBezTo>
                    <a:pt x="210" y="353"/>
                    <a:pt x="210" y="353"/>
                    <a:pt x="210" y="353"/>
                  </a:cubicBezTo>
                  <a:cubicBezTo>
                    <a:pt x="208" y="351"/>
                    <a:pt x="210" y="349"/>
                    <a:pt x="207" y="347"/>
                  </a:cubicBezTo>
                  <a:cubicBezTo>
                    <a:pt x="208" y="347"/>
                    <a:pt x="209" y="346"/>
                    <a:pt x="209" y="346"/>
                  </a:cubicBezTo>
                  <a:cubicBezTo>
                    <a:pt x="207" y="345"/>
                    <a:pt x="207" y="345"/>
                    <a:pt x="205" y="344"/>
                  </a:cubicBezTo>
                  <a:cubicBezTo>
                    <a:pt x="205" y="344"/>
                    <a:pt x="206" y="344"/>
                    <a:pt x="207" y="344"/>
                  </a:cubicBezTo>
                  <a:cubicBezTo>
                    <a:pt x="207" y="343"/>
                    <a:pt x="210" y="342"/>
                    <a:pt x="207" y="342"/>
                  </a:cubicBezTo>
                  <a:cubicBezTo>
                    <a:pt x="209" y="342"/>
                    <a:pt x="209" y="342"/>
                    <a:pt x="209" y="342"/>
                  </a:cubicBezTo>
                  <a:cubicBezTo>
                    <a:pt x="207" y="341"/>
                    <a:pt x="205" y="340"/>
                    <a:pt x="207" y="339"/>
                  </a:cubicBezTo>
                  <a:cubicBezTo>
                    <a:pt x="206" y="339"/>
                    <a:pt x="205" y="339"/>
                    <a:pt x="204" y="339"/>
                  </a:cubicBezTo>
                  <a:cubicBezTo>
                    <a:pt x="203" y="339"/>
                    <a:pt x="206" y="339"/>
                    <a:pt x="205" y="338"/>
                  </a:cubicBezTo>
                  <a:cubicBezTo>
                    <a:pt x="207" y="339"/>
                    <a:pt x="207" y="339"/>
                    <a:pt x="207" y="339"/>
                  </a:cubicBezTo>
                  <a:cubicBezTo>
                    <a:pt x="207" y="337"/>
                    <a:pt x="206" y="336"/>
                    <a:pt x="205" y="334"/>
                  </a:cubicBezTo>
                  <a:cubicBezTo>
                    <a:pt x="207" y="334"/>
                    <a:pt x="204" y="333"/>
                    <a:pt x="206" y="332"/>
                  </a:cubicBezTo>
                  <a:cubicBezTo>
                    <a:pt x="204" y="331"/>
                    <a:pt x="206" y="330"/>
                    <a:pt x="203" y="330"/>
                  </a:cubicBezTo>
                  <a:cubicBezTo>
                    <a:pt x="204" y="330"/>
                    <a:pt x="204" y="330"/>
                    <a:pt x="204" y="330"/>
                  </a:cubicBezTo>
                  <a:cubicBezTo>
                    <a:pt x="205" y="329"/>
                    <a:pt x="205" y="329"/>
                    <a:pt x="205" y="328"/>
                  </a:cubicBezTo>
                  <a:cubicBezTo>
                    <a:pt x="205" y="327"/>
                    <a:pt x="203" y="327"/>
                    <a:pt x="203" y="327"/>
                  </a:cubicBezTo>
                  <a:cubicBezTo>
                    <a:pt x="204" y="327"/>
                    <a:pt x="204" y="327"/>
                    <a:pt x="204" y="327"/>
                  </a:cubicBezTo>
                  <a:cubicBezTo>
                    <a:pt x="203" y="326"/>
                    <a:pt x="201" y="327"/>
                    <a:pt x="200" y="327"/>
                  </a:cubicBezTo>
                  <a:cubicBezTo>
                    <a:pt x="200" y="326"/>
                    <a:pt x="199" y="326"/>
                    <a:pt x="200" y="326"/>
                  </a:cubicBezTo>
                  <a:cubicBezTo>
                    <a:pt x="201" y="326"/>
                    <a:pt x="203" y="326"/>
                    <a:pt x="205" y="326"/>
                  </a:cubicBezTo>
                  <a:cubicBezTo>
                    <a:pt x="205" y="325"/>
                    <a:pt x="202" y="325"/>
                    <a:pt x="203" y="325"/>
                  </a:cubicBezTo>
                  <a:cubicBezTo>
                    <a:pt x="206" y="325"/>
                    <a:pt x="208" y="326"/>
                    <a:pt x="209" y="326"/>
                  </a:cubicBezTo>
                  <a:cubicBezTo>
                    <a:pt x="214" y="327"/>
                    <a:pt x="220" y="328"/>
                    <a:pt x="231" y="322"/>
                  </a:cubicBezTo>
                  <a:cubicBezTo>
                    <a:pt x="231" y="319"/>
                    <a:pt x="234" y="318"/>
                    <a:pt x="233" y="315"/>
                  </a:cubicBezTo>
                  <a:cubicBezTo>
                    <a:pt x="233" y="316"/>
                    <a:pt x="233" y="316"/>
                    <a:pt x="233" y="316"/>
                  </a:cubicBezTo>
                  <a:cubicBezTo>
                    <a:pt x="233" y="314"/>
                    <a:pt x="234" y="314"/>
                    <a:pt x="236" y="313"/>
                  </a:cubicBezTo>
                  <a:cubicBezTo>
                    <a:pt x="235" y="313"/>
                    <a:pt x="236" y="312"/>
                    <a:pt x="234" y="312"/>
                  </a:cubicBezTo>
                  <a:cubicBezTo>
                    <a:pt x="233" y="311"/>
                    <a:pt x="238" y="312"/>
                    <a:pt x="237" y="310"/>
                  </a:cubicBezTo>
                  <a:cubicBezTo>
                    <a:pt x="238" y="311"/>
                    <a:pt x="236" y="310"/>
                    <a:pt x="236" y="310"/>
                  </a:cubicBezTo>
                  <a:cubicBezTo>
                    <a:pt x="235" y="308"/>
                    <a:pt x="238" y="311"/>
                    <a:pt x="240" y="308"/>
                  </a:cubicBezTo>
                  <a:cubicBezTo>
                    <a:pt x="239" y="305"/>
                    <a:pt x="237" y="302"/>
                    <a:pt x="238" y="299"/>
                  </a:cubicBezTo>
                  <a:cubicBezTo>
                    <a:pt x="238" y="299"/>
                    <a:pt x="236" y="300"/>
                    <a:pt x="236" y="299"/>
                  </a:cubicBezTo>
                  <a:cubicBezTo>
                    <a:pt x="239" y="298"/>
                    <a:pt x="235" y="299"/>
                    <a:pt x="236" y="298"/>
                  </a:cubicBezTo>
                  <a:cubicBezTo>
                    <a:pt x="237" y="298"/>
                    <a:pt x="237" y="298"/>
                    <a:pt x="237" y="298"/>
                  </a:cubicBezTo>
                  <a:cubicBezTo>
                    <a:pt x="238" y="296"/>
                    <a:pt x="236" y="296"/>
                    <a:pt x="236" y="294"/>
                  </a:cubicBezTo>
                  <a:cubicBezTo>
                    <a:pt x="235" y="293"/>
                    <a:pt x="236" y="291"/>
                    <a:pt x="234" y="291"/>
                  </a:cubicBezTo>
                  <a:cubicBezTo>
                    <a:pt x="236" y="290"/>
                    <a:pt x="235" y="290"/>
                    <a:pt x="235" y="289"/>
                  </a:cubicBezTo>
                  <a:cubicBezTo>
                    <a:pt x="232" y="291"/>
                    <a:pt x="235" y="286"/>
                    <a:pt x="232" y="287"/>
                  </a:cubicBezTo>
                  <a:cubicBezTo>
                    <a:pt x="233" y="286"/>
                    <a:pt x="233" y="286"/>
                    <a:pt x="233" y="286"/>
                  </a:cubicBezTo>
                  <a:cubicBezTo>
                    <a:pt x="230" y="284"/>
                    <a:pt x="227" y="281"/>
                    <a:pt x="223" y="281"/>
                  </a:cubicBezTo>
                  <a:cubicBezTo>
                    <a:pt x="221" y="281"/>
                    <a:pt x="220" y="277"/>
                    <a:pt x="218" y="278"/>
                  </a:cubicBezTo>
                  <a:cubicBezTo>
                    <a:pt x="217" y="280"/>
                    <a:pt x="217" y="280"/>
                    <a:pt x="217" y="280"/>
                  </a:cubicBezTo>
                  <a:cubicBezTo>
                    <a:pt x="217" y="280"/>
                    <a:pt x="218" y="279"/>
                    <a:pt x="218" y="278"/>
                  </a:cubicBezTo>
                  <a:cubicBezTo>
                    <a:pt x="216" y="280"/>
                    <a:pt x="216" y="277"/>
                    <a:pt x="214" y="277"/>
                  </a:cubicBezTo>
                  <a:cubicBezTo>
                    <a:pt x="214" y="278"/>
                    <a:pt x="214" y="278"/>
                    <a:pt x="214" y="279"/>
                  </a:cubicBezTo>
                  <a:cubicBezTo>
                    <a:pt x="213" y="276"/>
                    <a:pt x="211" y="280"/>
                    <a:pt x="210" y="277"/>
                  </a:cubicBezTo>
                  <a:cubicBezTo>
                    <a:pt x="210" y="281"/>
                    <a:pt x="209" y="279"/>
                    <a:pt x="209" y="280"/>
                  </a:cubicBezTo>
                  <a:cubicBezTo>
                    <a:pt x="208" y="280"/>
                    <a:pt x="208" y="279"/>
                    <a:pt x="208" y="278"/>
                  </a:cubicBezTo>
                  <a:cubicBezTo>
                    <a:pt x="208" y="279"/>
                    <a:pt x="207" y="279"/>
                    <a:pt x="206" y="278"/>
                  </a:cubicBezTo>
                  <a:cubicBezTo>
                    <a:pt x="206" y="278"/>
                    <a:pt x="206" y="280"/>
                    <a:pt x="205" y="280"/>
                  </a:cubicBezTo>
                  <a:cubicBezTo>
                    <a:pt x="205" y="277"/>
                    <a:pt x="204" y="280"/>
                    <a:pt x="203" y="279"/>
                  </a:cubicBezTo>
                  <a:cubicBezTo>
                    <a:pt x="204" y="281"/>
                    <a:pt x="203" y="283"/>
                    <a:pt x="202" y="282"/>
                  </a:cubicBezTo>
                  <a:cubicBezTo>
                    <a:pt x="202" y="279"/>
                    <a:pt x="202" y="279"/>
                    <a:pt x="202" y="279"/>
                  </a:cubicBezTo>
                  <a:cubicBezTo>
                    <a:pt x="201" y="281"/>
                    <a:pt x="198" y="278"/>
                    <a:pt x="197" y="282"/>
                  </a:cubicBezTo>
                  <a:cubicBezTo>
                    <a:pt x="196" y="280"/>
                    <a:pt x="196" y="280"/>
                    <a:pt x="196" y="280"/>
                  </a:cubicBezTo>
                  <a:cubicBezTo>
                    <a:pt x="195" y="283"/>
                    <a:pt x="192" y="281"/>
                    <a:pt x="191" y="285"/>
                  </a:cubicBezTo>
                  <a:cubicBezTo>
                    <a:pt x="191" y="284"/>
                    <a:pt x="190" y="284"/>
                    <a:pt x="189" y="284"/>
                  </a:cubicBezTo>
                  <a:cubicBezTo>
                    <a:pt x="189" y="286"/>
                    <a:pt x="189" y="285"/>
                    <a:pt x="189" y="288"/>
                  </a:cubicBezTo>
                  <a:cubicBezTo>
                    <a:pt x="189" y="288"/>
                    <a:pt x="188" y="287"/>
                    <a:pt x="188" y="286"/>
                  </a:cubicBezTo>
                  <a:cubicBezTo>
                    <a:pt x="187" y="286"/>
                    <a:pt x="185" y="284"/>
                    <a:pt x="186" y="287"/>
                  </a:cubicBezTo>
                  <a:cubicBezTo>
                    <a:pt x="185" y="286"/>
                    <a:pt x="185" y="286"/>
                    <a:pt x="185" y="286"/>
                  </a:cubicBezTo>
                  <a:cubicBezTo>
                    <a:pt x="185" y="287"/>
                    <a:pt x="185" y="289"/>
                    <a:pt x="183" y="288"/>
                  </a:cubicBezTo>
                  <a:cubicBezTo>
                    <a:pt x="184" y="289"/>
                    <a:pt x="183" y="290"/>
                    <a:pt x="184" y="291"/>
                  </a:cubicBezTo>
                  <a:cubicBezTo>
                    <a:pt x="184" y="292"/>
                    <a:pt x="183" y="289"/>
                    <a:pt x="183" y="291"/>
                  </a:cubicBezTo>
                  <a:cubicBezTo>
                    <a:pt x="183" y="289"/>
                    <a:pt x="183" y="289"/>
                    <a:pt x="183" y="289"/>
                  </a:cubicBezTo>
                  <a:cubicBezTo>
                    <a:pt x="181" y="289"/>
                    <a:pt x="180" y="291"/>
                    <a:pt x="179" y="293"/>
                  </a:cubicBezTo>
                  <a:cubicBezTo>
                    <a:pt x="178" y="291"/>
                    <a:pt x="178" y="294"/>
                    <a:pt x="176" y="293"/>
                  </a:cubicBezTo>
                  <a:cubicBezTo>
                    <a:pt x="177" y="295"/>
                    <a:pt x="175" y="294"/>
                    <a:pt x="176" y="297"/>
                  </a:cubicBezTo>
                  <a:cubicBezTo>
                    <a:pt x="175" y="296"/>
                    <a:pt x="175" y="296"/>
                    <a:pt x="175" y="296"/>
                  </a:cubicBezTo>
                  <a:cubicBezTo>
                    <a:pt x="175" y="296"/>
                    <a:pt x="174" y="297"/>
                    <a:pt x="172" y="297"/>
                  </a:cubicBezTo>
                  <a:cubicBezTo>
                    <a:pt x="172" y="298"/>
                    <a:pt x="173" y="299"/>
                    <a:pt x="174" y="300"/>
                  </a:cubicBezTo>
                  <a:cubicBezTo>
                    <a:pt x="172" y="299"/>
                    <a:pt x="172" y="299"/>
                    <a:pt x="172" y="299"/>
                  </a:cubicBezTo>
                  <a:cubicBezTo>
                    <a:pt x="173" y="300"/>
                    <a:pt x="175" y="301"/>
                    <a:pt x="176" y="302"/>
                  </a:cubicBezTo>
                  <a:cubicBezTo>
                    <a:pt x="175" y="302"/>
                    <a:pt x="176" y="302"/>
                    <a:pt x="175" y="302"/>
                  </a:cubicBezTo>
                  <a:cubicBezTo>
                    <a:pt x="175" y="302"/>
                    <a:pt x="173" y="301"/>
                    <a:pt x="172" y="300"/>
                  </a:cubicBezTo>
                  <a:cubicBezTo>
                    <a:pt x="171" y="301"/>
                    <a:pt x="174" y="303"/>
                    <a:pt x="172" y="303"/>
                  </a:cubicBezTo>
                  <a:cubicBezTo>
                    <a:pt x="172" y="304"/>
                    <a:pt x="172" y="305"/>
                    <a:pt x="174" y="305"/>
                  </a:cubicBezTo>
                  <a:cubicBezTo>
                    <a:pt x="173" y="305"/>
                    <a:pt x="173" y="305"/>
                    <a:pt x="172" y="305"/>
                  </a:cubicBezTo>
                  <a:cubicBezTo>
                    <a:pt x="172" y="306"/>
                    <a:pt x="173" y="306"/>
                    <a:pt x="173" y="306"/>
                  </a:cubicBezTo>
                  <a:cubicBezTo>
                    <a:pt x="173" y="306"/>
                    <a:pt x="174" y="306"/>
                    <a:pt x="174" y="306"/>
                  </a:cubicBezTo>
                  <a:cubicBezTo>
                    <a:pt x="175" y="305"/>
                    <a:pt x="175" y="306"/>
                    <a:pt x="176" y="305"/>
                  </a:cubicBezTo>
                  <a:cubicBezTo>
                    <a:pt x="177" y="305"/>
                    <a:pt x="178" y="306"/>
                    <a:pt x="179" y="306"/>
                  </a:cubicBezTo>
                  <a:cubicBezTo>
                    <a:pt x="178" y="306"/>
                    <a:pt x="177" y="305"/>
                    <a:pt x="177" y="304"/>
                  </a:cubicBezTo>
                  <a:cubicBezTo>
                    <a:pt x="178" y="304"/>
                    <a:pt x="177" y="304"/>
                    <a:pt x="176" y="304"/>
                  </a:cubicBezTo>
                  <a:cubicBezTo>
                    <a:pt x="176" y="304"/>
                    <a:pt x="176" y="304"/>
                    <a:pt x="176" y="304"/>
                  </a:cubicBezTo>
                  <a:cubicBezTo>
                    <a:pt x="176" y="304"/>
                    <a:pt x="175" y="304"/>
                    <a:pt x="174" y="303"/>
                  </a:cubicBezTo>
                  <a:cubicBezTo>
                    <a:pt x="175" y="304"/>
                    <a:pt x="175" y="304"/>
                    <a:pt x="175" y="304"/>
                  </a:cubicBezTo>
                  <a:cubicBezTo>
                    <a:pt x="174" y="303"/>
                    <a:pt x="174" y="303"/>
                    <a:pt x="174" y="303"/>
                  </a:cubicBezTo>
                  <a:cubicBezTo>
                    <a:pt x="175" y="303"/>
                    <a:pt x="176" y="303"/>
                    <a:pt x="176" y="303"/>
                  </a:cubicBezTo>
                  <a:cubicBezTo>
                    <a:pt x="176" y="303"/>
                    <a:pt x="175" y="303"/>
                    <a:pt x="177" y="303"/>
                  </a:cubicBezTo>
                  <a:cubicBezTo>
                    <a:pt x="179" y="303"/>
                    <a:pt x="179" y="303"/>
                    <a:pt x="179" y="303"/>
                  </a:cubicBezTo>
                  <a:cubicBezTo>
                    <a:pt x="179" y="303"/>
                    <a:pt x="178" y="303"/>
                    <a:pt x="178"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8" y="302"/>
                    <a:pt x="178" y="302"/>
                    <a:pt x="178" y="302"/>
                  </a:cubicBezTo>
                  <a:cubicBezTo>
                    <a:pt x="178" y="302"/>
                    <a:pt x="179" y="302"/>
                    <a:pt x="179" y="303"/>
                  </a:cubicBezTo>
                  <a:cubicBezTo>
                    <a:pt x="180" y="303"/>
                    <a:pt x="180" y="303"/>
                    <a:pt x="180" y="303"/>
                  </a:cubicBezTo>
                  <a:cubicBezTo>
                    <a:pt x="180" y="303"/>
                    <a:pt x="180" y="303"/>
                    <a:pt x="180" y="303"/>
                  </a:cubicBezTo>
                  <a:cubicBezTo>
                    <a:pt x="180" y="303"/>
                    <a:pt x="180"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80" y="303"/>
                    <a:pt x="181" y="304"/>
                    <a:pt x="181" y="304"/>
                  </a:cubicBezTo>
                  <a:cubicBezTo>
                    <a:pt x="181" y="304"/>
                    <a:pt x="180" y="302"/>
                    <a:pt x="182" y="303"/>
                  </a:cubicBezTo>
                  <a:cubicBezTo>
                    <a:pt x="182" y="303"/>
                    <a:pt x="182" y="302"/>
                    <a:pt x="181" y="301"/>
                  </a:cubicBezTo>
                  <a:cubicBezTo>
                    <a:pt x="181" y="300"/>
                    <a:pt x="183" y="303"/>
                    <a:pt x="182" y="302"/>
                  </a:cubicBezTo>
                  <a:cubicBezTo>
                    <a:pt x="183" y="303"/>
                    <a:pt x="185" y="304"/>
                    <a:pt x="186" y="305"/>
                  </a:cubicBezTo>
                  <a:cubicBezTo>
                    <a:pt x="186" y="305"/>
                    <a:pt x="187" y="306"/>
                    <a:pt x="186" y="306"/>
                  </a:cubicBezTo>
                  <a:cubicBezTo>
                    <a:pt x="187" y="306"/>
                    <a:pt x="187" y="307"/>
                    <a:pt x="187" y="307"/>
                  </a:cubicBezTo>
                  <a:cubicBezTo>
                    <a:pt x="187" y="306"/>
                    <a:pt x="185" y="305"/>
                    <a:pt x="185" y="304"/>
                  </a:cubicBezTo>
                  <a:cubicBezTo>
                    <a:pt x="183" y="303"/>
                    <a:pt x="185" y="304"/>
                    <a:pt x="183" y="302"/>
                  </a:cubicBezTo>
                  <a:cubicBezTo>
                    <a:pt x="184" y="302"/>
                    <a:pt x="184" y="302"/>
                    <a:pt x="184" y="301"/>
                  </a:cubicBezTo>
                  <a:cubicBezTo>
                    <a:pt x="184" y="301"/>
                    <a:pt x="185" y="303"/>
                    <a:pt x="186" y="303"/>
                  </a:cubicBezTo>
                  <a:cubicBezTo>
                    <a:pt x="185" y="302"/>
                    <a:pt x="185" y="301"/>
                    <a:pt x="185" y="301"/>
                  </a:cubicBezTo>
                  <a:cubicBezTo>
                    <a:pt x="185" y="300"/>
                    <a:pt x="184" y="300"/>
                    <a:pt x="184" y="298"/>
                  </a:cubicBezTo>
                  <a:cubicBezTo>
                    <a:pt x="183" y="298"/>
                    <a:pt x="183" y="297"/>
                    <a:pt x="183" y="297"/>
                  </a:cubicBezTo>
                  <a:cubicBezTo>
                    <a:pt x="184" y="299"/>
                    <a:pt x="186" y="301"/>
                    <a:pt x="186" y="301"/>
                  </a:cubicBezTo>
                  <a:cubicBezTo>
                    <a:pt x="188" y="304"/>
                    <a:pt x="185" y="301"/>
                    <a:pt x="187" y="303"/>
                  </a:cubicBezTo>
                  <a:cubicBezTo>
                    <a:pt x="188" y="305"/>
                    <a:pt x="187" y="306"/>
                    <a:pt x="187" y="305"/>
                  </a:cubicBezTo>
                  <a:cubicBezTo>
                    <a:pt x="188" y="307"/>
                    <a:pt x="187" y="305"/>
                    <a:pt x="188" y="307"/>
                  </a:cubicBezTo>
                  <a:cubicBezTo>
                    <a:pt x="188" y="307"/>
                    <a:pt x="188" y="305"/>
                    <a:pt x="188" y="305"/>
                  </a:cubicBezTo>
                  <a:cubicBezTo>
                    <a:pt x="187" y="304"/>
                    <a:pt x="187" y="304"/>
                    <a:pt x="187" y="303"/>
                  </a:cubicBezTo>
                  <a:cubicBezTo>
                    <a:pt x="186" y="300"/>
                    <a:pt x="188" y="304"/>
                    <a:pt x="188" y="304"/>
                  </a:cubicBezTo>
                  <a:cubicBezTo>
                    <a:pt x="189" y="305"/>
                    <a:pt x="189" y="305"/>
                    <a:pt x="189" y="305"/>
                  </a:cubicBezTo>
                  <a:cubicBezTo>
                    <a:pt x="189" y="306"/>
                    <a:pt x="188" y="304"/>
                    <a:pt x="189" y="304"/>
                  </a:cubicBezTo>
                  <a:cubicBezTo>
                    <a:pt x="190" y="307"/>
                    <a:pt x="189" y="305"/>
                    <a:pt x="189" y="306"/>
                  </a:cubicBezTo>
                  <a:cubicBezTo>
                    <a:pt x="190" y="308"/>
                    <a:pt x="190" y="308"/>
                    <a:pt x="190" y="308"/>
                  </a:cubicBezTo>
                  <a:cubicBezTo>
                    <a:pt x="190" y="308"/>
                    <a:pt x="189" y="309"/>
                    <a:pt x="188" y="310"/>
                  </a:cubicBezTo>
                  <a:cubicBezTo>
                    <a:pt x="188" y="309"/>
                    <a:pt x="188" y="309"/>
                    <a:pt x="188" y="309"/>
                  </a:cubicBezTo>
                  <a:cubicBezTo>
                    <a:pt x="187" y="311"/>
                    <a:pt x="186" y="306"/>
                    <a:pt x="186" y="311"/>
                  </a:cubicBezTo>
                  <a:cubicBezTo>
                    <a:pt x="186" y="312"/>
                    <a:pt x="186" y="312"/>
                    <a:pt x="186" y="312"/>
                  </a:cubicBezTo>
                  <a:cubicBezTo>
                    <a:pt x="185" y="310"/>
                    <a:pt x="185" y="310"/>
                    <a:pt x="185" y="310"/>
                  </a:cubicBezTo>
                  <a:cubicBezTo>
                    <a:pt x="185" y="311"/>
                    <a:pt x="184" y="310"/>
                    <a:pt x="184" y="312"/>
                  </a:cubicBezTo>
                  <a:cubicBezTo>
                    <a:pt x="184" y="310"/>
                    <a:pt x="184" y="310"/>
                    <a:pt x="184" y="310"/>
                  </a:cubicBezTo>
                  <a:cubicBezTo>
                    <a:pt x="184" y="310"/>
                    <a:pt x="184" y="313"/>
                    <a:pt x="183" y="312"/>
                  </a:cubicBezTo>
                  <a:cubicBezTo>
                    <a:pt x="183" y="311"/>
                    <a:pt x="183" y="311"/>
                    <a:pt x="183" y="311"/>
                  </a:cubicBezTo>
                  <a:cubicBezTo>
                    <a:pt x="183" y="311"/>
                    <a:pt x="183" y="311"/>
                    <a:pt x="183" y="311"/>
                  </a:cubicBezTo>
                  <a:cubicBezTo>
                    <a:pt x="182" y="311"/>
                    <a:pt x="182" y="312"/>
                    <a:pt x="181" y="312"/>
                  </a:cubicBezTo>
                  <a:cubicBezTo>
                    <a:pt x="182" y="311"/>
                    <a:pt x="182" y="311"/>
                    <a:pt x="183" y="310"/>
                  </a:cubicBezTo>
                  <a:cubicBezTo>
                    <a:pt x="181" y="308"/>
                    <a:pt x="177" y="307"/>
                    <a:pt x="178" y="311"/>
                  </a:cubicBezTo>
                  <a:cubicBezTo>
                    <a:pt x="178" y="312"/>
                    <a:pt x="176" y="309"/>
                    <a:pt x="176" y="309"/>
                  </a:cubicBezTo>
                  <a:cubicBezTo>
                    <a:pt x="177" y="312"/>
                    <a:pt x="172" y="313"/>
                    <a:pt x="178" y="313"/>
                  </a:cubicBezTo>
                  <a:cubicBezTo>
                    <a:pt x="178" y="313"/>
                    <a:pt x="179" y="313"/>
                    <a:pt x="179" y="313"/>
                  </a:cubicBezTo>
                  <a:cubicBezTo>
                    <a:pt x="179" y="314"/>
                    <a:pt x="180" y="316"/>
                    <a:pt x="183" y="321"/>
                  </a:cubicBezTo>
                  <a:cubicBezTo>
                    <a:pt x="183" y="321"/>
                    <a:pt x="183" y="321"/>
                    <a:pt x="183" y="321"/>
                  </a:cubicBezTo>
                  <a:cubicBezTo>
                    <a:pt x="185" y="320"/>
                    <a:pt x="189" y="325"/>
                    <a:pt x="192" y="323"/>
                  </a:cubicBezTo>
                  <a:cubicBezTo>
                    <a:pt x="192" y="322"/>
                    <a:pt x="192" y="321"/>
                    <a:pt x="192" y="321"/>
                  </a:cubicBezTo>
                  <a:cubicBezTo>
                    <a:pt x="192" y="322"/>
                    <a:pt x="192" y="322"/>
                    <a:pt x="192" y="322"/>
                  </a:cubicBezTo>
                  <a:cubicBezTo>
                    <a:pt x="193" y="320"/>
                    <a:pt x="193" y="320"/>
                    <a:pt x="193" y="320"/>
                  </a:cubicBezTo>
                  <a:cubicBezTo>
                    <a:pt x="193" y="320"/>
                    <a:pt x="193" y="322"/>
                    <a:pt x="192" y="322"/>
                  </a:cubicBezTo>
                  <a:cubicBezTo>
                    <a:pt x="194" y="322"/>
                    <a:pt x="195" y="322"/>
                    <a:pt x="196" y="322"/>
                  </a:cubicBezTo>
                  <a:cubicBezTo>
                    <a:pt x="197" y="320"/>
                    <a:pt x="197" y="322"/>
                    <a:pt x="197" y="320"/>
                  </a:cubicBezTo>
                  <a:cubicBezTo>
                    <a:pt x="197" y="321"/>
                    <a:pt x="197" y="321"/>
                    <a:pt x="197" y="321"/>
                  </a:cubicBezTo>
                  <a:cubicBezTo>
                    <a:pt x="198" y="320"/>
                    <a:pt x="198" y="320"/>
                    <a:pt x="199" y="322"/>
                  </a:cubicBezTo>
                  <a:cubicBezTo>
                    <a:pt x="199" y="323"/>
                    <a:pt x="199" y="323"/>
                    <a:pt x="199" y="323"/>
                  </a:cubicBezTo>
                  <a:cubicBezTo>
                    <a:pt x="198" y="323"/>
                    <a:pt x="198" y="323"/>
                    <a:pt x="197" y="323"/>
                  </a:cubicBezTo>
                  <a:cubicBezTo>
                    <a:pt x="198" y="323"/>
                    <a:pt x="198" y="323"/>
                    <a:pt x="198" y="323"/>
                  </a:cubicBezTo>
                  <a:cubicBezTo>
                    <a:pt x="197" y="324"/>
                    <a:pt x="197" y="324"/>
                    <a:pt x="197" y="324"/>
                  </a:cubicBezTo>
                  <a:cubicBezTo>
                    <a:pt x="197" y="324"/>
                    <a:pt x="196" y="325"/>
                    <a:pt x="197" y="325"/>
                  </a:cubicBezTo>
                  <a:cubicBezTo>
                    <a:pt x="199" y="325"/>
                    <a:pt x="199" y="325"/>
                    <a:pt x="199" y="325"/>
                  </a:cubicBezTo>
                  <a:cubicBezTo>
                    <a:pt x="199" y="325"/>
                    <a:pt x="201" y="325"/>
                    <a:pt x="199" y="326"/>
                  </a:cubicBezTo>
                  <a:cubicBezTo>
                    <a:pt x="197" y="326"/>
                    <a:pt x="197" y="326"/>
                    <a:pt x="197" y="326"/>
                  </a:cubicBezTo>
                  <a:cubicBezTo>
                    <a:pt x="197" y="326"/>
                    <a:pt x="198" y="326"/>
                    <a:pt x="198" y="326"/>
                  </a:cubicBezTo>
                  <a:cubicBezTo>
                    <a:pt x="195" y="326"/>
                    <a:pt x="195" y="326"/>
                    <a:pt x="195" y="326"/>
                  </a:cubicBezTo>
                  <a:cubicBezTo>
                    <a:pt x="199" y="326"/>
                    <a:pt x="196" y="327"/>
                    <a:pt x="197" y="327"/>
                  </a:cubicBezTo>
                  <a:cubicBezTo>
                    <a:pt x="196" y="327"/>
                    <a:pt x="196" y="327"/>
                    <a:pt x="196" y="327"/>
                  </a:cubicBezTo>
                  <a:cubicBezTo>
                    <a:pt x="195" y="328"/>
                    <a:pt x="198" y="327"/>
                    <a:pt x="198" y="327"/>
                  </a:cubicBezTo>
                  <a:cubicBezTo>
                    <a:pt x="198" y="328"/>
                    <a:pt x="195" y="328"/>
                    <a:pt x="194" y="328"/>
                  </a:cubicBezTo>
                  <a:cubicBezTo>
                    <a:pt x="194" y="329"/>
                    <a:pt x="196" y="329"/>
                    <a:pt x="194" y="330"/>
                  </a:cubicBezTo>
                  <a:cubicBezTo>
                    <a:pt x="195" y="330"/>
                    <a:pt x="196" y="331"/>
                    <a:pt x="197" y="331"/>
                  </a:cubicBezTo>
                  <a:cubicBezTo>
                    <a:pt x="197" y="332"/>
                    <a:pt x="194" y="331"/>
                    <a:pt x="195" y="332"/>
                  </a:cubicBezTo>
                  <a:cubicBezTo>
                    <a:pt x="195" y="332"/>
                    <a:pt x="194" y="332"/>
                    <a:pt x="193" y="332"/>
                  </a:cubicBezTo>
                  <a:cubicBezTo>
                    <a:pt x="194" y="332"/>
                    <a:pt x="193" y="333"/>
                    <a:pt x="195" y="332"/>
                  </a:cubicBezTo>
                  <a:cubicBezTo>
                    <a:pt x="194" y="333"/>
                    <a:pt x="194" y="334"/>
                    <a:pt x="195" y="334"/>
                  </a:cubicBezTo>
                  <a:cubicBezTo>
                    <a:pt x="195" y="334"/>
                    <a:pt x="193" y="334"/>
                    <a:pt x="192" y="334"/>
                  </a:cubicBezTo>
                  <a:cubicBezTo>
                    <a:pt x="194" y="334"/>
                    <a:pt x="195" y="335"/>
                    <a:pt x="194" y="335"/>
                  </a:cubicBezTo>
                  <a:cubicBezTo>
                    <a:pt x="196" y="335"/>
                    <a:pt x="196" y="335"/>
                    <a:pt x="198" y="335"/>
                  </a:cubicBezTo>
                  <a:cubicBezTo>
                    <a:pt x="198" y="335"/>
                    <a:pt x="199" y="335"/>
                    <a:pt x="199" y="335"/>
                  </a:cubicBezTo>
                  <a:cubicBezTo>
                    <a:pt x="197" y="336"/>
                    <a:pt x="194" y="336"/>
                    <a:pt x="194" y="336"/>
                  </a:cubicBezTo>
                  <a:cubicBezTo>
                    <a:pt x="191" y="336"/>
                    <a:pt x="194" y="335"/>
                    <a:pt x="192" y="336"/>
                  </a:cubicBezTo>
                  <a:cubicBezTo>
                    <a:pt x="189" y="335"/>
                    <a:pt x="189" y="335"/>
                    <a:pt x="191" y="334"/>
                  </a:cubicBezTo>
                  <a:cubicBezTo>
                    <a:pt x="188" y="334"/>
                    <a:pt x="190" y="335"/>
                    <a:pt x="188" y="335"/>
                  </a:cubicBezTo>
                  <a:cubicBezTo>
                    <a:pt x="188" y="335"/>
                    <a:pt x="189" y="335"/>
                    <a:pt x="190" y="336"/>
                  </a:cubicBezTo>
                  <a:cubicBezTo>
                    <a:pt x="191" y="336"/>
                    <a:pt x="191" y="336"/>
                    <a:pt x="192" y="336"/>
                  </a:cubicBezTo>
                  <a:cubicBezTo>
                    <a:pt x="195" y="336"/>
                    <a:pt x="190" y="336"/>
                    <a:pt x="190" y="337"/>
                  </a:cubicBezTo>
                  <a:cubicBezTo>
                    <a:pt x="190" y="336"/>
                    <a:pt x="190" y="336"/>
                    <a:pt x="190" y="336"/>
                  </a:cubicBezTo>
                  <a:cubicBezTo>
                    <a:pt x="189" y="337"/>
                    <a:pt x="191" y="337"/>
                    <a:pt x="190" y="337"/>
                  </a:cubicBezTo>
                  <a:cubicBezTo>
                    <a:pt x="187" y="337"/>
                    <a:pt x="190" y="337"/>
                    <a:pt x="188" y="336"/>
                  </a:cubicBezTo>
                  <a:cubicBezTo>
                    <a:pt x="186" y="337"/>
                    <a:pt x="186" y="337"/>
                    <a:pt x="186" y="337"/>
                  </a:cubicBezTo>
                  <a:cubicBezTo>
                    <a:pt x="185" y="337"/>
                    <a:pt x="188" y="337"/>
                    <a:pt x="188" y="337"/>
                  </a:cubicBezTo>
                  <a:cubicBezTo>
                    <a:pt x="186" y="337"/>
                    <a:pt x="186" y="337"/>
                    <a:pt x="186" y="337"/>
                  </a:cubicBezTo>
                  <a:cubicBezTo>
                    <a:pt x="187" y="338"/>
                    <a:pt x="187" y="338"/>
                    <a:pt x="187" y="338"/>
                  </a:cubicBezTo>
                  <a:cubicBezTo>
                    <a:pt x="188" y="338"/>
                    <a:pt x="190" y="338"/>
                    <a:pt x="190" y="337"/>
                  </a:cubicBezTo>
                  <a:cubicBezTo>
                    <a:pt x="193" y="337"/>
                    <a:pt x="190" y="338"/>
                    <a:pt x="191" y="338"/>
                  </a:cubicBezTo>
                  <a:cubicBezTo>
                    <a:pt x="193" y="338"/>
                    <a:pt x="191" y="338"/>
                    <a:pt x="193" y="338"/>
                  </a:cubicBezTo>
                  <a:cubicBezTo>
                    <a:pt x="194" y="338"/>
                    <a:pt x="194" y="338"/>
                    <a:pt x="195" y="338"/>
                  </a:cubicBezTo>
                  <a:cubicBezTo>
                    <a:pt x="195" y="339"/>
                    <a:pt x="193" y="339"/>
                    <a:pt x="191" y="339"/>
                  </a:cubicBezTo>
                  <a:cubicBezTo>
                    <a:pt x="191" y="339"/>
                    <a:pt x="191" y="338"/>
                    <a:pt x="192" y="338"/>
                  </a:cubicBezTo>
                  <a:cubicBezTo>
                    <a:pt x="190" y="338"/>
                    <a:pt x="188" y="339"/>
                    <a:pt x="187" y="338"/>
                  </a:cubicBezTo>
                  <a:cubicBezTo>
                    <a:pt x="186" y="339"/>
                    <a:pt x="188" y="339"/>
                    <a:pt x="189" y="339"/>
                  </a:cubicBezTo>
                  <a:cubicBezTo>
                    <a:pt x="189" y="339"/>
                    <a:pt x="190" y="339"/>
                    <a:pt x="191" y="339"/>
                  </a:cubicBezTo>
                  <a:cubicBezTo>
                    <a:pt x="196" y="340"/>
                    <a:pt x="187" y="339"/>
                    <a:pt x="188" y="340"/>
                  </a:cubicBezTo>
                  <a:cubicBezTo>
                    <a:pt x="191" y="340"/>
                    <a:pt x="193" y="341"/>
                    <a:pt x="196" y="340"/>
                  </a:cubicBezTo>
                  <a:cubicBezTo>
                    <a:pt x="197" y="341"/>
                    <a:pt x="197" y="341"/>
                    <a:pt x="197" y="341"/>
                  </a:cubicBezTo>
                  <a:cubicBezTo>
                    <a:pt x="195" y="341"/>
                    <a:pt x="195" y="341"/>
                    <a:pt x="193" y="341"/>
                  </a:cubicBezTo>
                  <a:cubicBezTo>
                    <a:pt x="193" y="341"/>
                    <a:pt x="193" y="341"/>
                    <a:pt x="193" y="341"/>
                  </a:cubicBezTo>
                  <a:cubicBezTo>
                    <a:pt x="191" y="341"/>
                    <a:pt x="191" y="341"/>
                    <a:pt x="191" y="341"/>
                  </a:cubicBezTo>
                  <a:cubicBezTo>
                    <a:pt x="189" y="341"/>
                    <a:pt x="188" y="341"/>
                    <a:pt x="187" y="341"/>
                  </a:cubicBezTo>
                  <a:cubicBezTo>
                    <a:pt x="188" y="342"/>
                    <a:pt x="189" y="341"/>
                    <a:pt x="189" y="342"/>
                  </a:cubicBezTo>
                  <a:cubicBezTo>
                    <a:pt x="188" y="342"/>
                    <a:pt x="187" y="342"/>
                    <a:pt x="187" y="342"/>
                  </a:cubicBezTo>
                  <a:cubicBezTo>
                    <a:pt x="188" y="342"/>
                    <a:pt x="190" y="342"/>
                    <a:pt x="191" y="342"/>
                  </a:cubicBezTo>
                  <a:cubicBezTo>
                    <a:pt x="191" y="343"/>
                    <a:pt x="189" y="343"/>
                    <a:pt x="188" y="343"/>
                  </a:cubicBezTo>
                  <a:cubicBezTo>
                    <a:pt x="187" y="342"/>
                    <a:pt x="187" y="342"/>
                    <a:pt x="187" y="342"/>
                  </a:cubicBezTo>
                  <a:cubicBezTo>
                    <a:pt x="188" y="343"/>
                    <a:pt x="186" y="342"/>
                    <a:pt x="186" y="343"/>
                  </a:cubicBezTo>
                  <a:cubicBezTo>
                    <a:pt x="188" y="343"/>
                    <a:pt x="189" y="343"/>
                    <a:pt x="191" y="343"/>
                  </a:cubicBezTo>
                  <a:cubicBezTo>
                    <a:pt x="191" y="343"/>
                    <a:pt x="190" y="344"/>
                    <a:pt x="190" y="344"/>
                  </a:cubicBezTo>
                  <a:cubicBezTo>
                    <a:pt x="189" y="343"/>
                    <a:pt x="189" y="343"/>
                    <a:pt x="189" y="343"/>
                  </a:cubicBezTo>
                  <a:cubicBezTo>
                    <a:pt x="189" y="344"/>
                    <a:pt x="186" y="343"/>
                    <a:pt x="186" y="344"/>
                  </a:cubicBezTo>
                  <a:cubicBezTo>
                    <a:pt x="188" y="344"/>
                    <a:pt x="188" y="344"/>
                    <a:pt x="188" y="344"/>
                  </a:cubicBezTo>
                  <a:cubicBezTo>
                    <a:pt x="186" y="344"/>
                    <a:pt x="186" y="344"/>
                    <a:pt x="186" y="344"/>
                  </a:cubicBezTo>
                  <a:cubicBezTo>
                    <a:pt x="188" y="344"/>
                    <a:pt x="187" y="344"/>
                    <a:pt x="188" y="344"/>
                  </a:cubicBezTo>
                  <a:cubicBezTo>
                    <a:pt x="187" y="344"/>
                    <a:pt x="187" y="344"/>
                    <a:pt x="187" y="344"/>
                  </a:cubicBezTo>
                  <a:cubicBezTo>
                    <a:pt x="187" y="345"/>
                    <a:pt x="190" y="345"/>
                    <a:pt x="188" y="345"/>
                  </a:cubicBezTo>
                  <a:cubicBezTo>
                    <a:pt x="190" y="345"/>
                    <a:pt x="188" y="345"/>
                    <a:pt x="189" y="345"/>
                  </a:cubicBezTo>
                  <a:cubicBezTo>
                    <a:pt x="191" y="344"/>
                    <a:pt x="191" y="345"/>
                    <a:pt x="191" y="345"/>
                  </a:cubicBezTo>
                  <a:cubicBezTo>
                    <a:pt x="188" y="345"/>
                    <a:pt x="191" y="346"/>
                    <a:pt x="191" y="346"/>
                  </a:cubicBezTo>
                  <a:cubicBezTo>
                    <a:pt x="190" y="346"/>
                    <a:pt x="189" y="346"/>
                    <a:pt x="188" y="346"/>
                  </a:cubicBezTo>
                  <a:cubicBezTo>
                    <a:pt x="190" y="346"/>
                    <a:pt x="190" y="346"/>
                    <a:pt x="190" y="346"/>
                  </a:cubicBezTo>
                  <a:cubicBezTo>
                    <a:pt x="187" y="346"/>
                    <a:pt x="191" y="347"/>
                    <a:pt x="190" y="347"/>
                  </a:cubicBezTo>
                  <a:cubicBezTo>
                    <a:pt x="189" y="347"/>
                    <a:pt x="187" y="347"/>
                    <a:pt x="187" y="347"/>
                  </a:cubicBezTo>
                  <a:cubicBezTo>
                    <a:pt x="190" y="347"/>
                    <a:pt x="190" y="347"/>
                    <a:pt x="192" y="347"/>
                  </a:cubicBezTo>
                  <a:cubicBezTo>
                    <a:pt x="191" y="348"/>
                    <a:pt x="189" y="347"/>
                    <a:pt x="187" y="347"/>
                  </a:cubicBezTo>
                  <a:cubicBezTo>
                    <a:pt x="189" y="348"/>
                    <a:pt x="185" y="348"/>
                    <a:pt x="188" y="348"/>
                  </a:cubicBezTo>
                  <a:cubicBezTo>
                    <a:pt x="189" y="348"/>
                    <a:pt x="190" y="348"/>
                    <a:pt x="191" y="348"/>
                  </a:cubicBezTo>
                  <a:cubicBezTo>
                    <a:pt x="191" y="349"/>
                    <a:pt x="190" y="348"/>
                    <a:pt x="189" y="348"/>
                  </a:cubicBezTo>
                  <a:cubicBezTo>
                    <a:pt x="189" y="349"/>
                    <a:pt x="191" y="349"/>
                    <a:pt x="192" y="349"/>
                  </a:cubicBezTo>
                  <a:cubicBezTo>
                    <a:pt x="191" y="349"/>
                    <a:pt x="194" y="349"/>
                    <a:pt x="192" y="350"/>
                  </a:cubicBezTo>
                  <a:cubicBezTo>
                    <a:pt x="191" y="350"/>
                    <a:pt x="191" y="349"/>
                    <a:pt x="190" y="349"/>
                  </a:cubicBezTo>
                  <a:cubicBezTo>
                    <a:pt x="190" y="350"/>
                    <a:pt x="194" y="350"/>
                    <a:pt x="195" y="350"/>
                  </a:cubicBezTo>
                  <a:cubicBezTo>
                    <a:pt x="196" y="350"/>
                    <a:pt x="199" y="351"/>
                    <a:pt x="200" y="351"/>
                  </a:cubicBezTo>
                  <a:cubicBezTo>
                    <a:pt x="199" y="352"/>
                    <a:pt x="199" y="351"/>
                    <a:pt x="197" y="351"/>
                  </a:cubicBezTo>
                  <a:cubicBezTo>
                    <a:pt x="197" y="351"/>
                    <a:pt x="197" y="351"/>
                    <a:pt x="197" y="351"/>
                  </a:cubicBezTo>
                  <a:cubicBezTo>
                    <a:pt x="194" y="351"/>
                    <a:pt x="192" y="350"/>
                    <a:pt x="190" y="350"/>
                  </a:cubicBezTo>
                  <a:cubicBezTo>
                    <a:pt x="191" y="350"/>
                    <a:pt x="191" y="350"/>
                    <a:pt x="191" y="350"/>
                  </a:cubicBezTo>
                  <a:cubicBezTo>
                    <a:pt x="188" y="350"/>
                    <a:pt x="188" y="350"/>
                    <a:pt x="188" y="350"/>
                  </a:cubicBezTo>
                  <a:cubicBezTo>
                    <a:pt x="190" y="350"/>
                    <a:pt x="188" y="351"/>
                    <a:pt x="189" y="351"/>
                  </a:cubicBezTo>
                  <a:cubicBezTo>
                    <a:pt x="190" y="351"/>
                    <a:pt x="188" y="351"/>
                    <a:pt x="189" y="351"/>
                  </a:cubicBezTo>
                  <a:cubicBezTo>
                    <a:pt x="190" y="351"/>
                    <a:pt x="193" y="351"/>
                    <a:pt x="192" y="352"/>
                  </a:cubicBezTo>
                  <a:cubicBezTo>
                    <a:pt x="188" y="351"/>
                    <a:pt x="188" y="351"/>
                    <a:pt x="188" y="351"/>
                  </a:cubicBezTo>
                  <a:cubicBezTo>
                    <a:pt x="188" y="352"/>
                    <a:pt x="190" y="352"/>
                    <a:pt x="189" y="352"/>
                  </a:cubicBezTo>
                  <a:cubicBezTo>
                    <a:pt x="188" y="352"/>
                    <a:pt x="188" y="352"/>
                    <a:pt x="188" y="352"/>
                  </a:cubicBezTo>
                  <a:cubicBezTo>
                    <a:pt x="188" y="353"/>
                    <a:pt x="188" y="354"/>
                    <a:pt x="192" y="356"/>
                  </a:cubicBezTo>
                  <a:cubicBezTo>
                    <a:pt x="190" y="356"/>
                    <a:pt x="190" y="356"/>
                    <a:pt x="189" y="357"/>
                  </a:cubicBezTo>
                  <a:cubicBezTo>
                    <a:pt x="189" y="357"/>
                    <a:pt x="191" y="357"/>
                    <a:pt x="191" y="357"/>
                  </a:cubicBezTo>
                  <a:cubicBezTo>
                    <a:pt x="189" y="357"/>
                    <a:pt x="189" y="357"/>
                    <a:pt x="189" y="357"/>
                  </a:cubicBezTo>
                  <a:cubicBezTo>
                    <a:pt x="188" y="357"/>
                    <a:pt x="189" y="358"/>
                    <a:pt x="191" y="359"/>
                  </a:cubicBezTo>
                  <a:cubicBezTo>
                    <a:pt x="189" y="358"/>
                    <a:pt x="189" y="358"/>
                    <a:pt x="189" y="358"/>
                  </a:cubicBezTo>
                  <a:cubicBezTo>
                    <a:pt x="188" y="359"/>
                    <a:pt x="190" y="359"/>
                    <a:pt x="191" y="359"/>
                  </a:cubicBezTo>
                  <a:cubicBezTo>
                    <a:pt x="189" y="359"/>
                    <a:pt x="189" y="359"/>
                    <a:pt x="189" y="359"/>
                  </a:cubicBezTo>
                  <a:cubicBezTo>
                    <a:pt x="191" y="359"/>
                    <a:pt x="191" y="359"/>
                    <a:pt x="191" y="359"/>
                  </a:cubicBezTo>
                  <a:cubicBezTo>
                    <a:pt x="191" y="360"/>
                    <a:pt x="191" y="360"/>
                    <a:pt x="189" y="360"/>
                  </a:cubicBezTo>
                  <a:cubicBezTo>
                    <a:pt x="190" y="360"/>
                    <a:pt x="190" y="360"/>
                    <a:pt x="190" y="360"/>
                  </a:cubicBezTo>
                  <a:cubicBezTo>
                    <a:pt x="189" y="360"/>
                    <a:pt x="189" y="361"/>
                    <a:pt x="189" y="362"/>
                  </a:cubicBezTo>
                  <a:cubicBezTo>
                    <a:pt x="190" y="362"/>
                    <a:pt x="191" y="362"/>
                    <a:pt x="192" y="362"/>
                  </a:cubicBezTo>
                  <a:cubicBezTo>
                    <a:pt x="194" y="362"/>
                    <a:pt x="192" y="362"/>
                    <a:pt x="193" y="362"/>
                  </a:cubicBezTo>
                  <a:cubicBezTo>
                    <a:pt x="191" y="362"/>
                    <a:pt x="191" y="362"/>
                    <a:pt x="191" y="362"/>
                  </a:cubicBezTo>
                  <a:cubicBezTo>
                    <a:pt x="187" y="362"/>
                    <a:pt x="190" y="364"/>
                    <a:pt x="189" y="365"/>
                  </a:cubicBezTo>
                  <a:cubicBezTo>
                    <a:pt x="190" y="365"/>
                    <a:pt x="190" y="365"/>
                    <a:pt x="190" y="365"/>
                  </a:cubicBezTo>
                  <a:cubicBezTo>
                    <a:pt x="188" y="365"/>
                    <a:pt x="190" y="366"/>
                    <a:pt x="189" y="367"/>
                  </a:cubicBezTo>
                  <a:cubicBezTo>
                    <a:pt x="190" y="367"/>
                    <a:pt x="193" y="367"/>
                    <a:pt x="193" y="368"/>
                  </a:cubicBezTo>
                  <a:cubicBezTo>
                    <a:pt x="195" y="368"/>
                    <a:pt x="190" y="368"/>
                    <a:pt x="189" y="368"/>
                  </a:cubicBezTo>
                  <a:cubicBezTo>
                    <a:pt x="190" y="368"/>
                    <a:pt x="190" y="368"/>
                    <a:pt x="190" y="369"/>
                  </a:cubicBezTo>
                  <a:cubicBezTo>
                    <a:pt x="190" y="369"/>
                    <a:pt x="190" y="369"/>
                    <a:pt x="190" y="369"/>
                  </a:cubicBezTo>
                  <a:cubicBezTo>
                    <a:pt x="191" y="369"/>
                    <a:pt x="191" y="369"/>
                    <a:pt x="190" y="369"/>
                  </a:cubicBezTo>
                  <a:cubicBezTo>
                    <a:pt x="190" y="369"/>
                    <a:pt x="190" y="369"/>
                    <a:pt x="190" y="369"/>
                  </a:cubicBezTo>
                  <a:cubicBezTo>
                    <a:pt x="190" y="370"/>
                    <a:pt x="189" y="370"/>
                    <a:pt x="189" y="370"/>
                  </a:cubicBezTo>
                  <a:cubicBezTo>
                    <a:pt x="191" y="370"/>
                    <a:pt x="190" y="371"/>
                    <a:pt x="191" y="371"/>
                  </a:cubicBezTo>
                  <a:cubicBezTo>
                    <a:pt x="190" y="371"/>
                    <a:pt x="190" y="371"/>
                    <a:pt x="190" y="371"/>
                  </a:cubicBezTo>
                  <a:cubicBezTo>
                    <a:pt x="192" y="371"/>
                    <a:pt x="192" y="371"/>
                    <a:pt x="192" y="371"/>
                  </a:cubicBezTo>
                  <a:cubicBezTo>
                    <a:pt x="191" y="371"/>
                    <a:pt x="191" y="371"/>
                    <a:pt x="191" y="371"/>
                  </a:cubicBezTo>
                  <a:cubicBezTo>
                    <a:pt x="189" y="371"/>
                    <a:pt x="189" y="371"/>
                    <a:pt x="189" y="371"/>
                  </a:cubicBezTo>
                  <a:cubicBezTo>
                    <a:pt x="188" y="371"/>
                    <a:pt x="191" y="371"/>
                    <a:pt x="192" y="372"/>
                  </a:cubicBezTo>
                  <a:cubicBezTo>
                    <a:pt x="193" y="372"/>
                    <a:pt x="191" y="372"/>
                    <a:pt x="191" y="372"/>
                  </a:cubicBezTo>
                  <a:cubicBezTo>
                    <a:pt x="190" y="372"/>
                    <a:pt x="191" y="372"/>
                    <a:pt x="191" y="372"/>
                  </a:cubicBezTo>
                  <a:cubicBezTo>
                    <a:pt x="189" y="371"/>
                    <a:pt x="190" y="372"/>
                    <a:pt x="189" y="372"/>
                  </a:cubicBezTo>
                  <a:cubicBezTo>
                    <a:pt x="189" y="372"/>
                    <a:pt x="191" y="372"/>
                    <a:pt x="191" y="372"/>
                  </a:cubicBezTo>
                  <a:cubicBezTo>
                    <a:pt x="190" y="373"/>
                    <a:pt x="191" y="373"/>
                    <a:pt x="189" y="373"/>
                  </a:cubicBezTo>
                  <a:cubicBezTo>
                    <a:pt x="190" y="373"/>
                    <a:pt x="190" y="373"/>
                    <a:pt x="191" y="374"/>
                  </a:cubicBezTo>
                  <a:cubicBezTo>
                    <a:pt x="191" y="373"/>
                    <a:pt x="191" y="373"/>
                    <a:pt x="193" y="373"/>
                  </a:cubicBezTo>
                  <a:cubicBezTo>
                    <a:pt x="193" y="373"/>
                    <a:pt x="193" y="374"/>
                    <a:pt x="192" y="374"/>
                  </a:cubicBezTo>
                  <a:cubicBezTo>
                    <a:pt x="192" y="374"/>
                    <a:pt x="192" y="374"/>
                    <a:pt x="192" y="374"/>
                  </a:cubicBezTo>
                  <a:cubicBezTo>
                    <a:pt x="192" y="374"/>
                    <a:pt x="192" y="374"/>
                    <a:pt x="193" y="374"/>
                  </a:cubicBezTo>
                  <a:cubicBezTo>
                    <a:pt x="191" y="374"/>
                    <a:pt x="191" y="374"/>
                    <a:pt x="191" y="374"/>
                  </a:cubicBezTo>
                  <a:cubicBezTo>
                    <a:pt x="193" y="374"/>
                    <a:pt x="192" y="375"/>
                    <a:pt x="193" y="375"/>
                  </a:cubicBezTo>
                  <a:cubicBezTo>
                    <a:pt x="191" y="375"/>
                    <a:pt x="189" y="375"/>
                    <a:pt x="189" y="375"/>
                  </a:cubicBezTo>
                  <a:cubicBezTo>
                    <a:pt x="190" y="376"/>
                    <a:pt x="190" y="376"/>
                    <a:pt x="190" y="376"/>
                  </a:cubicBezTo>
                  <a:cubicBezTo>
                    <a:pt x="191" y="376"/>
                    <a:pt x="190" y="376"/>
                    <a:pt x="189" y="376"/>
                  </a:cubicBezTo>
                  <a:cubicBezTo>
                    <a:pt x="188" y="376"/>
                    <a:pt x="194" y="377"/>
                    <a:pt x="192" y="377"/>
                  </a:cubicBezTo>
                  <a:cubicBezTo>
                    <a:pt x="190" y="377"/>
                    <a:pt x="190" y="377"/>
                    <a:pt x="189" y="377"/>
                  </a:cubicBezTo>
                  <a:cubicBezTo>
                    <a:pt x="190" y="378"/>
                    <a:pt x="191" y="378"/>
                    <a:pt x="191" y="378"/>
                  </a:cubicBezTo>
                  <a:cubicBezTo>
                    <a:pt x="192" y="378"/>
                    <a:pt x="189" y="377"/>
                    <a:pt x="191" y="377"/>
                  </a:cubicBezTo>
                  <a:cubicBezTo>
                    <a:pt x="192" y="377"/>
                    <a:pt x="191" y="378"/>
                    <a:pt x="192" y="378"/>
                  </a:cubicBezTo>
                  <a:cubicBezTo>
                    <a:pt x="187" y="378"/>
                    <a:pt x="191" y="380"/>
                    <a:pt x="188" y="380"/>
                  </a:cubicBezTo>
                  <a:cubicBezTo>
                    <a:pt x="191" y="380"/>
                    <a:pt x="189" y="381"/>
                    <a:pt x="190" y="381"/>
                  </a:cubicBezTo>
                  <a:cubicBezTo>
                    <a:pt x="187" y="381"/>
                    <a:pt x="190" y="382"/>
                    <a:pt x="189" y="382"/>
                  </a:cubicBezTo>
                  <a:cubicBezTo>
                    <a:pt x="191" y="382"/>
                    <a:pt x="191" y="382"/>
                    <a:pt x="191" y="382"/>
                  </a:cubicBezTo>
                  <a:cubicBezTo>
                    <a:pt x="190" y="382"/>
                    <a:pt x="195" y="383"/>
                    <a:pt x="192" y="383"/>
                  </a:cubicBezTo>
                  <a:cubicBezTo>
                    <a:pt x="191" y="383"/>
                    <a:pt x="190" y="383"/>
                    <a:pt x="190" y="383"/>
                  </a:cubicBezTo>
                  <a:cubicBezTo>
                    <a:pt x="187" y="383"/>
                    <a:pt x="192" y="384"/>
                    <a:pt x="189" y="384"/>
                  </a:cubicBezTo>
                  <a:cubicBezTo>
                    <a:pt x="190" y="384"/>
                    <a:pt x="192" y="384"/>
                    <a:pt x="193" y="385"/>
                  </a:cubicBezTo>
                  <a:cubicBezTo>
                    <a:pt x="192" y="385"/>
                    <a:pt x="190" y="385"/>
                    <a:pt x="190" y="385"/>
                  </a:cubicBezTo>
                  <a:cubicBezTo>
                    <a:pt x="190" y="386"/>
                    <a:pt x="191" y="386"/>
                    <a:pt x="190" y="386"/>
                  </a:cubicBezTo>
                  <a:cubicBezTo>
                    <a:pt x="189" y="386"/>
                    <a:pt x="189" y="386"/>
                    <a:pt x="189" y="386"/>
                  </a:cubicBezTo>
                  <a:cubicBezTo>
                    <a:pt x="188" y="386"/>
                    <a:pt x="189" y="386"/>
                    <a:pt x="190" y="387"/>
                  </a:cubicBezTo>
                  <a:cubicBezTo>
                    <a:pt x="188" y="387"/>
                    <a:pt x="189" y="388"/>
                    <a:pt x="188" y="388"/>
                  </a:cubicBezTo>
                  <a:cubicBezTo>
                    <a:pt x="191" y="389"/>
                    <a:pt x="187" y="389"/>
                    <a:pt x="190" y="389"/>
                  </a:cubicBezTo>
                  <a:cubicBezTo>
                    <a:pt x="189" y="389"/>
                    <a:pt x="189" y="389"/>
                    <a:pt x="189" y="389"/>
                  </a:cubicBezTo>
                  <a:cubicBezTo>
                    <a:pt x="190" y="389"/>
                    <a:pt x="192" y="390"/>
                    <a:pt x="192" y="390"/>
                  </a:cubicBezTo>
                  <a:cubicBezTo>
                    <a:pt x="190" y="390"/>
                    <a:pt x="190" y="390"/>
                    <a:pt x="190" y="390"/>
                  </a:cubicBezTo>
                  <a:cubicBezTo>
                    <a:pt x="188" y="390"/>
                    <a:pt x="190" y="390"/>
                    <a:pt x="189" y="391"/>
                  </a:cubicBezTo>
                  <a:cubicBezTo>
                    <a:pt x="190" y="390"/>
                    <a:pt x="189" y="391"/>
                    <a:pt x="190" y="391"/>
                  </a:cubicBezTo>
                  <a:cubicBezTo>
                    <a:pt x="191" y="391"/>
                    <a:pt x="191" y="391"/>
                    <a:pt x="191" y="391"/>
                  </a:cubicBezTo>
                  <a:cubicBezTo>
                    <a:pt x="192" y="392"/>
                    <a:pt x="192" y="391"/>
                    <a:pt x="192" y="392"/>
                  </a:cubicBezTo>
                  <a:cubicBezTo>
                    <a:pt x="192" y="392"/>
                    <a:pt x="190" y="392"/>
                    <a:pt x="190" y="392"/>
                  </a:cubicBezTo>
                  <a:cubicBezTo>
                    <a:pt x="189" y="392"/>
                    <a:pt x="190" y="392"/>
                    <a:pt x="190" y="393"/>
                  </a:cubicBezTo>
                  <a:cubicBezTo>
                    <a:pt x="190" y="393"/>
                    <a:pt x="190" y="392"/>
                    <a:pt x="191" y="393"/>
                  </a:cubicBezTo>
                  <a:cubicBezTo>
                    <a:pt x="191" y="393"/>
                    <a:pt x="190" y="393"/>
                    <a:pt x="190" y="393"/>
                  </a:cubicBezTo>
                  <a:cubicBezTo>
                    <a:pt x="190" y="393"/>
                    <a:pt x="191" y="393"/>
                    <a:pt x="191" y="393"/>
                  </a:cubicBezTo>
                  <a:cubicBezTo>
                    <a:pt x="191" y="393"/>
                    <a:pt x="191" y="393"/>
                    <a:pt x="191" y="393"/>
                  </a:cubicBezTo>
                  <a:cubicBezTo>
                    <a:pt x="190" y="393"/>
                    <a:pt x="190" y="393"/>
                    <a:pt x="190" y="393"/>
                  </a:cubicBezTo>
                  <a:cubicBezTo>
                    <a:pt x="190" y="393"/>
                    <a:pt x="190" y="393"/>
                    <a:pt x="190" y="393"/>
                  </a:cubicBezTo>
                  <a:cubicBezTo>
                    <a:pt x="190" y="393"/>
                    <a:pt x="190" y="393"/>
                    <a:pt x="190" y="393"/>
                  </a:cubicBezTo>
                  <a:cubicBezTo>
                    <a:pt x="190" y="393"/>
                    <a:pt x="190" y="393"/>
                    <a:pt x="190" y="393"/>
                  </a:cubicBezTo>
                  <a:cubicBezTo>
                    <a:pt x="188" y="393"/>
                    <a:pt x="188" y="393"/>
                    <a:pt x="188" y="393"/>
                  </a:cubicBezTo>
                  <a:cubicBezTo>
                    <a:pt x="188" y="394"/>
                    <a:pt x="190" y="394"/>
                    <a:pt x="191" y="394"/>
                  </a:cubicBezTo>
                  <a:cubicBezTo>
                    <a:pt x="189" y="395"/>
                    <a:pt x="191" y="396"/>
                    <a:pt x="192" y="396"/>
                  </a:cubicBezTo>
                  <a:cubicBezTo>
                    <a:pt x="192" y="396"/>
                    <a:pt x="190" y="396"/>
                    <a:pt x="191" y="396"/>
                  </a:cubicBezTo>
                  <a:cubicBezTo>
                    <a:pt x="191" y="397"/>
                    <a:pt x="193" y="397"/>
                    <a:pt x="192" y="397"/>
                  </a:cubicBezTo>
                  <a:cubicBezTo>
                    <a:pt x="192" y="397"/>
                    <a:pt x="191" y="397"/>
                    <a:pt x="191" y="398"/>
                  </a:cubicBezTo>
                  <a:cubicBezTo>
                    <a:pt x="190" y="398"/>
                    <a:pt x="192" y="397"/>
                    <a:pt x="192" y="397"/>
                  </a:cubicBezTo>
                  <a:cubicBezTo>
                    <a:pt x="190" y="398"/>
                    <a:pt x="194" y="399"/>
                    <a:pt x="192" y="400"/>
                  </a:cubicBezTo>
                  <a:cubicBezTo>
                    <a:pt x="192" y="399"/>
                    <a:pt x="191" y="399"/>
                    <a:pt x="191" y="399"/>
                  </a:cubicBezTo>
                  <a:cubicBezTo>
                    <a:pt x="191" y="400"/>
                    <a:pt x="192" y="400"/>
                    <a:pt x="194" y="401"/>
                  </a:cubicBezTo>
                  <a:cubicBezTo>
                    <a:pt x="192" y="401"/>
                    <a:pt x="192" y="401"/>
                    <a:pt x="192" y="401"/>
                  </a:cubicBezTo>
                  <a:cubicBezTo>
                    <a:pt x="192" y="401"/>
                    <a:pt x="193" y="401"/>
                    <a:pt x="194" y="401"/>
                  </a:cubicBezTo>
                  <a:cubicBezTo>
                    <a:pt x="195" y="401"/>
                    <a:pt x="196" y="401"/>
                    <a:pt x="196" y="402"/>
                  </a:cubicBezTo>
                  <a:cubicBezTo>
                    <a:pt x="196" y="402"/>
                    <a:pt x="196" y="402"/>
                    <a:pt x="196" y="402"/>
                  </a:cubicBezTo>
                  <a:cubicBezTo>
                    <a:pt x="196" y="402"/>
                    <a:pt x="197" y="402"/>
                    <a:pt x="197" y="402"/>
                  </a:cubicBezTo>
                  <a:cubicBezTo>
                    <a:pt x="196" y="403"/>
                    <a:pt x="196" y="402"/>
                    <a:pt x="195" y="402"/>
                  </a:cubicBezTo>
                  <a:cubicBezTo>
                    <a:pt x="193" y="403"/>
                    <a:pt x="194" y="404"/>
                    <a:pt x="194" y="404"/>
                  </a:cubicBezTo>
                  <a:cubicBezTo>
                    <a:pt x="195" y="404"/>
                    <a:pt x="195" y="404"/>
                    <a:pt x="195" y="404"/>
                  </a:cubicBezTo>
                  <a:cubicBezTo>
                    <a:pt x="196" y="404"/>
                    <a:pt x="194" y="404"/>
                    <a:pt x="194" y="404"/>
                  </a:cubicBezTo>
                  <a:cubicBezTo>
                    <a:pt x="199" y="405"/>
                    <a:pt x="199" y="405"/>
                    <a:pt x="199" y="405"/>
                  </a:cubicBezTo>
                  <a:cubicBezTo>
                    <a:pt x="198" y="404"/>
                    <a:pt x="197" y="405"/>
                    <a:pt x="196" y="405"/>
                  </a:cubicBezTo>
                  <a:cubicBezTo>
                    <a:pt x="196" y="405"/>
                    <a:pt x="199" y="406"/>
                    <a:pt x="201" y="406"/>
                  </a:cubicBezTo>
                  <a:cubicBezTo>
                    <a:pt x="200" y="406"/>
                    <a:pt x="201" y="406"/>
                    <a:pt x="201" y="407"/>
                  </a:cubicBezTo>
                  <a:cubicBezTo>
                    <a:pt x="200" y="407"/>
                    <a:pt x="202" y="407"/>
                    <a:pt x="200" y="407"/>
                  </a:cubicBezTo>
                  <a:cubicBezTo>
                    <a:pt x="199" y="407"/>
                    <a:pt x="199" y="407"/>
                    <a:pt x="199" y="407"/>
                  </a:cubicBezTo>
                  <a:cubicBezTo>
                    <a:pt x="199" y="407"/>
                    <a:pt x="197" y="407"/>
                    <a:pt x="196" y="407"/>
                  </a:cubicBezTo>
                  <a:cubicBezTo>
                    <a:pt x="196" y="407"/>
                    <a:pt x="196" y="408"/>
                    <a:pt x="195" y="409"/>
                  </a:cubicBezTo>
                  <a:cubicBezTo>
                    <a:pt x="198" y="408"/>
                    <a:pt x="197" y="410"/>
                    <a:pt x="199" y="409"/>
                  </a:cubicBezTo>
                  <a:cubicBezTo>
                    <a:pt x="200" y="410"/>
                    <a:pt x="197" y="410"/>
                    <a:pt x="197" y="410"/>
                  </a:cubicBezTo>
                  <a:cubicBezTo>
                    <a:pt x="198" y="411"/>
                    <a:pt x="197" y="411"/>
                    <a:pt x="197" y="412"/>
                  </a:cubicBezTo>
                  <a:cubicBezTo>
                    <a:pt x="197" y="412"/>
                    <a:pt x="197" y="412"/>
                    <a:pt x="197" y="412"/>
                  </a:cubicBezTo>
                  <a:cubicBezTo>
                    <a:pt x="198" y="412"/>
                    <a:pt x="197" y="413"/>
                    <a:pt x="199" y="413"/>
                  </a:cubicBezTo>
                  <a:cubicBezTo>
                    <a:pt x="198" y="413"/>
                    <a:pt x="198" y="413"/>
                    <a:pt x="198" y="413"/>
                  </a:cubicBezTo>
                  <a:cubicBezTo>
                    <a:pt x="197" y="414"/>
                    <a:pt x="201" y="413"/>
                    <a:pt x="200" y="414"/>
                  </a:cubicBezTo>
                  <a:cubicBezTo>
                    <a:pt x="199" y="414"/>
                    <a:pt x="199" y="414"/>
                    <a:pt x="199" y="414"/>
                  </a:cubicBezTo>
                  <a:cubicBezTo>
                    <a:pt x="200" y="414"/>
                    <a:pt x="198" y="415"/>
                    <a:pt x="200" y="415"/>
                  </a:cubicBezTo>
                  <a:cubicBezTo>
                    <a:pt x="199" y="415"/>
                    <a:pt x="199" y="415"/>
                    <a:pt x="198" y="415"/>
                  </a:cubicBezTo>
                  <a:cubicBezTo>
                    <a:pt x="199" y="415"/>
                    <a:pt x="199" y="416"/>
                    <a:pt x="200" y="416"/>
                  </a:cubicBezTo>
                  <a:cubicBezTo>
                    <a:pt x="198" y="416"/>
                    <a:pt x="198" y="416"/>
                    <a:pt x="198" y="416"/>
                  </a:cubicBezTo>
                  <a:cubicBezTo>
                    <a:pt x="197" y="417"/>
                    <a:pt x="201" y="416"/>
                    <a:pt x="200" y="417"/>
                  </a:cubicBezTo>
                  <a:cubicBezTo>
                    <a:pt x="200" y="417"/>
                    <a:pt x="199" y="417"/>
                    <a:pt x="199" y="417"/>
                  </a:cubicBezTo>
                  <a:cubicBezTo>
                    <a:pt x="200" y="417"/>
                    <a:pt x="200" y="418"/>
                    <a:pt x="200" y="418"/>
                  </a:cubicBezTo>
                  <a:cubicBezTo>
                    <a:pt x="198" y="419"/>
                    <a:pt x="198" y="419"/>
                    <a:pt x="198" y="419"/>
                  </a:cubicBezTo>
                  <a:cubicBezTo>
                    <a:pt x="198" y="421"/>
                    <a:pt x="198" y="423"/>
                    <a:pt x="201" y="425"/>
                  </a:cubicBezTo>
                  <a:cubicBezTo>
                    <a:pt x="198" y="425"/>
                    <a:pt x="199" y="424"/>
                    <a:pt x="197" y="425"/>
                  </a:cubicBezTo>
                  <a:cubicBezTo>
                    <a:pt x="200" y="425"/>
                    <a:pt x="198" y="425"/>
                    <a:pt x="199" y="426"/>
                  </a:cubicBezTo>
                  <a:cubicBezTo>
                    <a:pt x="198" y="426"/>
                    <a:pt x="198" y="426"/>
                    <a:pt x="198" y="426"/>
                  </a:cubicBezTo>
                  <a:cubicBezTo>
                    <a:pt x="199" y="426"/>
                    <a:pt x="198" y="426"/>
                    <a:pt x="198" y="426"/>
                  </a:cubicBezTo>
                  <a:cubicBezTo>
                    <a:pt x="199" y="426"/>
                    <a:pt x="199" y="426"/>
                    <a:pt x="199" y="426"/>
                  </a:cubicBezTo>
                  <a:cubicBezTo>
                    <a:pt x="199" y="426"/>
                    <a:pt x="199" y="427"/>
                    <a:pt x="199" y="427"/>
                  </a:cubicBezTo>
                  <a:cubicBezTo>
                    <a:pt x="199" y="427"/>
                    <a:pt x="199" y="427"/>
                    <a:pt x="199" y="427"/>
                  </a:cubicBezTo>
                  <a:cubicBezTo>
                    <a:pt x="199" y="427"/>
                    <a:pt x="199" y="427"/>
                    <a:pt x="199" y="427"/>
                  </a:cubicBezTo>
                  <a:cubicBezTo>
                    <a:pt x="198" y="427"/>
                    <a:pt x="197" y="427"/>
                    <a:pt x="199" y="427"/>
                  </a:cubicBezTo>
                  <a:cubicBezTo>
                    <a:pt x="199" y="427"/>
                    <a:pt x="199" y="427"/>
                    <a:pt x="199" y="427"/>
                  </a:cubicBezTo>
                  <a:cubicBezTo>
                    <a:pt x="197" y="428"/>
                    <a:pt x="197" y="428"/>
                    <a:pt x="197" y="428"/>
                  </a:cubicBezTo>
                  <a:cubicBezTo>
                    <a:pt x="200" y="428"/>
                    <a:pt x="198" y="428"/>
                    <a:pt x="198" y="428"/>
                  </a:cubicBezTo>
                  <a:cubicBezTo>
                    <a:pt x="197" y="429"/>
                    <a:pt x="194" y="427"/>
                    <a:pt x="194" y="429"/>
                  </a:cubicBezTo>
                  <a:cubicBezTo>
                    <a:pt x="194" y="429"/>
                    <a:pt x="194" y="429"/>
                    <a:pt x="194" y="429"/>
                  </a:cubicBezTo>
                  <a:cubicBezTo>
                    <a:pt x="189" y="432"/>
                    <a:pt x="183" y="435"/>
                    <a:pt x="180" y="441"/>
                  </a:cubicBezTo>
                  <a:cubicBezTo>
                    <a:pt x="180" y="442"/>
                    <a:pt x="179" y="443"/>
                    <a:pt x="178" y="444"/>
                  </a:cubicBezTo>
                  <a:cubicBezTo>
                    <a:pt x="178" y="441"/>
                    <a:pt x="178" y="437"/>
                    <a:pt x="180" y="434"/>
                  </a:cubicBezTo>
                  <a:cubicBezTo>
                    <a:pt x="179" y="431"/>
                    <a:pt x="178" y="427"/>
                    <a:pt x="179" y="425"/>
                  </a:cubicBezTo>
                  <a:cubicBezTo>
                    <a:pt x="178" y="412"/>
                    <a:pt x="182" y="402"/>
                    <a:pt x="179" y="389"/>
                  </a:cubicBezTo>
                  <a:cubicBezTo>
                    <a:pt x="179" y="390"/>
                    <a:pt x="178" y="389"/>
                    <a:pt x="177" y="389"/>
                  </a:cubicBezTo>
                  <a:cubicBezTo>
                    <a:pt x="178" y="389"/>
                    <a:pt x="178" y="389"/>
                    <a:pt x="178" y="389"/>
                  </a:cubicBezTo>
                  <a:cubicBezTo>
                    <a:pt x="176" y="388"/>
                    <a:pt x="176" y="388"/>
                    <a:pt x="176" y="388"/>
                  </a:cubicBezTo>
                  <a:cubicBezTo>
                    <a:pt x="176" y="387"/>
                    <a:pt x="178" y="387"/>
                    <a:pt x="178" y="388"/>
                  </a:cubicBezTo>
                  <a:cubicBezTo>
                    <a:pt x="178" y="383"/>
                    <a:pt x="177" y="379"/>
                    <a:pt x="178" y="374"/>
                  </a:cubicBezTo>
                  <a:cubicBezTo>
                    <a:pt x="175" y="374"/>
                    <a:pt x="177" y="371"/>
                    <a:pt x="175" y="371"/>
                  </a:cubicBezTo>
                  <a:cubicBezTo>
                    <a:pt x="176" y="371"/>
                    <a:pt x="176" y="371"/>
                    <a:pt x="176" y="371"/>
                  </a:cubicBezTo>
                  <a:cubicBezTo>
                    <a:pt x="175" y="368"/>
                    <a:pt x="175" y="368"/>
                    <a:pt x="177" y="365"/>
                  </a:cubicBezTo>
                  <a:cubicBezTo>
                    <a:pt x="178" y="353"/>
                    <a:pt x="176" y="340"/>
                    <a:pt x="174" y="326"/>
                  </a:cubicBezTo>
                  <a:cubicBezTo>
                    <a:pt x="170" y="313"/>
                    <a:pt x="162" y="297"/>
                    <a:pt x="148" y="288"/>
                  </a:cubicBezTo>
                  <a:cubicBezTo>
                    <a:pt x="143" y="290"/>
                    <a:pt x="142" y="286"/>
                    <a:pt x="138" y="288"/>
                  </a:cubicBezTo>
                  <a:cubicBezTo>
                    <a:pt x="138" y="287"/>
                    <a:pt x="138" y="287"/>
                    <a:pt x="138" y="287"/>
                  </a:cubicBezTo>
                  <a:cubicBezTo>
                    <a:pt x="136" y="288"/>
                    <a:pt x="136" y="286"/>
                    <a:pt x="133" y="284"/>
                  </a:cubicBezTo>
                  <a:cubicBezTo>
                    <a:pt x="133" y="285"/>
                    <a:pt x="132" y="284"/>
                    <a:pt x="132" y="286"/>
                  </a:cubicBezTo>
                  <a:cubicBezTo>
                    <a:pt x="131" y="287"/>
                    <a:pt x="131" y="282"/>
                    <a:pt x="129" y="283"/>
                  </a:cubicBezTo>
                  <a:cubicBezTo>
                    <a:pt x="129" y="282"/>
                    <a:pt x="129" y="284"/>
                    <a:pt x="129" y="283"/>
                  </a:cubicBezTo>
                  <a:cubicBezTo>
                    <a:pt x="125" y="285"/>
                    <a:pt x="129" y="282"/>
                    <a:pt x="127" y="279"/>
                  </a:cubicBezTo>
                  <a:cubicBezTo>
                    <a:pt x="120" y="278"/>
                    <a:pt x="113" y="280"/>
                    <a:pt x="107" y="278"/>
                  </a:cubicBezTo>
                  <a:cubicBezTo>
                    <a:pt x="108" y="278"/>
                    <a:pt x="108" y="280"/>
                    <a:pt x="107" y="280"/>
                  </a:cubicBezTo>
                  <a:cubicBezTo>
                    <a:pt x="107" y="276"/>
                    <a:pt x="105" y="280"/>
                    <a:pt x="104" y="279"/>
                  </a:cubicBezTo>
                  <a:cubicBezTo>
                    <a:pt x="104" y="278"/>
                    <a:pt x="105" y="278"/>
                    <a:pt x="105" y="278"/>
                  </a:cubicBezTo>
                  <a:cubicBezTo>
                    <a:pt x="103" y="276"/>
                    <a:pt x="101" y="278"/>
                    <a:pt x="98" y="277"/>
                  </a:cubicBezTo>
                  <a:cubicBezTo>
                    <a:pt x="96" y="278"/>
                    <a:pt x="94" y="275"/>
                    <a:pt x="92" y="277"/>
                  </a:cubicBezTo>
                  <a:cubicBezTo>
                    <a:pt x="93" y="275"/>
                    <a:pt x="91" y="276"/>
                    <a:pt x="91" y="275"/>
                  </a:cubicBezTo>
                  <a:cubicBezTo>
                    <a:pt x="89" y="279"/>
                    <a:pt x="88" y="273"/>
                    <a:pt x="85" y="275"/>
                  </a:cubicBezTo>
                  <a:cubicBezTo>
                    <a:pt x="86" y="275"/>
                    <a:pt x="86" y="275"/>
                    <a:pt x="86" y="275"/>
                  </a:cubicBezTo>
                  <a:cubicBezTo>
                    <a:pt x="80" y="274"/>
                    <a:pt x="77" y="272"/>
                    <a:pt x="72" y="271"/>
                  </a:cubicBezTo>
                  <a:cubicBezTo>
                    <a:pt x="69" y="270"/>
                    <a:pt x="69" y="264"/>
                    <a:pt x="66" y="264"/>
                  </a:cubicBezTo>
                  <a:cubicBezTo>
                    <a:pt x="65" y="265"/>
                    <a:pt x="65" y="265"/>
                    <a:pt x="64" y="265"/>
                  </a:cubicBezTo>
                  <a:cubicBezTo>
                    <a:pt x="64" y="264"/>
                    <a:pt x="65" y="264"/>
                    <a:pt x="65" y="264"/>
                  </a:cubicBezTo>
                  <a:cubicBezTo>
                    <a:pt x="63" y="263"/>
                    <a:pt x="63" y="260"/>
                    <a:pt x="62" y="259"/>
                  </a:cubicBezTo>
                  <a:cubicBezTo>
                    <a:pt x="62" y="259"/>
                    <a:pt x="61" y="258"/>
                    <a:pt x="60" y="259"/>
                  </a:cubicBezTo>
                  <a:cubicBezTo>
                    <a:pt x="61" y="256"/>
                    <a:pt x="56" y="255"/>
                    <a:pt x="57" y="252"/>
                  </a:cubicBezTo>
                  <a:cubicBezTo>
                    <a:pt x="54" y="254"/>
                    <a:pt x="54" y="252"/>
                    <a:pt x="53" y="251"/>
                  </a:cubicBezTo>
                  <a:cubicBezTo>
                    <a:pt x="53" y="251"/>
                    <a:pt x="54" y="250"/>
                    <a:pt x="54" y="250"/>
                  </a:cubicBezTo>
                  <a:cubicBezTo>
                    <a:pt x="53" y="249"/>
                    <a:pt x="53" y="248"/>
                    <a:pt x="53" y="245"/>
                  </a:cubicBezTo>
                  <a:cubicBezTo>
                    <a:pt x="52" y="245"/>
                    <a:pt x="50" y="245"/>
                    <a:pt x="50" y="244"/>
                  </a:cubicBezTo>
                  <a:cubicBezTo>
                    <a:pt x="52" y="242"/>
                    <a:pt x="50" y="241"/>
                    <a:pt x="50" y="240"/>
                  </a:cubicBezTo>
                  <a:cubicBezTo>
                    <a:pt x="48" y="241"/>
                    <a:pt x="46" y="240"/>
                    <a:pt x="47" y="239"/>
                  </a:cubicBezTo>
                  <a:cubicBezTo>
                    <a:pt x="49" y="238"/>
                    <a:pt x="49" y="238"/>
                    <a:pt x="49" y="238"/>
                  </a:cubicBezTo>
                  <a:cubicBezTo>
                    <a:pt x="46" y="235"/>
                    <a:pt x="48" y="230"/>
                    <a:pt x="44" y="225"/>
                  </a:cubicBezTo>
                  <a:cubicBezTo>
                    <a:pt x="45" y="224"/>
                    <a:pt x="45" y="224"/>
                    <a:pt x="45" y="224"/>
                  </a:cubicBezTo>
                  <a:cubicBezTo>
                    <a:pt x="42" y="219"/>
                    <a:pt x="42" y="213"/>
                    <a:pt x="37" y="209"/>
                  </a:cubicBezTo>
                  <a:cubicBezTo>
                    <a:pt x="37" y="208"/>
                    <a:pt x="37" y="207"/>
                    <a:pt x="36" y="205"/>
                  </a:cubicBezTo>
                  <a:cubicBezTo>
                    <a:pt x="37" y="205"/>
                    <a:pt x="39" y="204"/>
                    <a:pt x="40" y="203"/>
                  </a:cubicBezTo>
                  <a:cubicBezTo>
                    <a:pt x="36" y="203"/>
                    <a:pt x="36" y="203"/>
                    <a:pt x="36" y="203"/>
                  </a:cubicBezTo>
                  <a:cubicBezTo>
                    <a:pt x="41" y="201"/>
                    <a:pt x="44" y="197"/>
                    <a:pt x="48" y="196"/>
                  </a:cubicBezTo>
                  <a:cubicBezTo>
                    <a:pt x="47" y="198"/>
                    <a:pt x="49" y="198"/>
                    <a:pt x="49" y="199"/>
                  </a:cubicBezTo>
                  <a:cubicBezTo>
                    <a:pt x="50" y="198"/>
                    <a:pt x="50" y="196"/>
                    <a:pt x="52" y="196"/>
                  </a:cubicBezTo>
                  <a:cubicBezTo>
                    <a:pt x="51" y="199"/>
                    <a:pt x="51" y="199"/>
                    <a:pt x="51" y="199"/>
                  </a:cubicBezTo>
                  <a:cubicBezTo>
                    <a:pt x="52" y="197"/>
                    <a:pt x="56" y="193"/>
                    <a:pt x="59" y="190"/>
                  </a:cubicBezTo>
                  <a:cubicBezTo>
                    <a:pt x="59" y="197"/>
                    <a:pt x="61" y="192"/>
                    <a:pt x="62" y="201"/>
                  </a:cubicBezTo>
                  <a:cubicBezTo>
                    <a:pt x="60" y="200"/>
                    <a:pt x="60" y="200"/>
                    <a:pt x="60" y="200"/>
                  </a:cubicBezTo>
                  <a:cubicBezTo>
                    <a:pt x="61" y="202"/>
                    <a:pt x="61" y="203"/>
                    <a:pt x="62" y="206"/>
                  </a:cubicBezTo>
                  <a:cubicBezTo>
                    <a:pt x="64" y="206"/>
                    <a:pt x="65" y="204"/>
                    <a:pt x="64" y="199"/>
                  </a:cubicBezTo>
                  <a:cubicBezTo>
                    <a:pt x="68" y="202"/>
                    <a:pt x="65" y="203"/>
                    <a:pt x="68" y="212"/>
                  </a:cubicBezTo>
                  <a:cubicBezTo>
                    <a:pt x="71" y="214"/>
                    <a:pt x="66" y="208"/>
                    <a:pt x="69" y="207"/>
                  </a:cubicBezTo>
                  <a:cubicBezTo>
                    <a:pt x="70" y="206"/>
                    <a:pt x="71" y="211"/>
                    <a:pt x="75" y="215"/>
                  </a:cubicBezTo>
                  <a:cubicBezTo>
                    <a:pt x="82" y="221"/>
                    <a:pt x="78" y="220"/>
                    <a:pt x="81" y="223"/>
                  </a:cubicBezTo>
                  <a:cubicBezTo>
                    <a:pt x="79" y="223"/>
                    <a:pt x="71" y="217"/>
                    <a:pt x="73" y="217"/>
                  </a:cubicBezTo>
                  <a:cubicBezTo>
                    <a:pt x="65" y="209"/>
                    <a:pt x="73" y="224"/>
                    <a:pt x="68" y="218"/>
                  </a:cubicBezTo>
                  <a:cubicBezTo>
                    <a:pt x="75" y="226"/>
                    <a:pt x="76" y="226"/>
                    <a:pt x="82" y="226"/>
                  </a:cubicBezTo>
                  <a:cubicBezTo>
                    <a:pt x="79" y="225"/>
                    <a:pt x="85" y="224"/>
                    <a:pt x="82" y="223"/>
                  </a:cubicBezTo>
                  <a:cubicBezTo>
                    <a:pt x="98" y="219"/>
                    <a:pt x="96" y="225"/>
                    <a:pt x="106" y="216"/>
                  </a:cubicBezTo>
                  <a:cubicBezTo>
                    <a:pt x="103" y="216"/>
                    <a:pt x="111" y="202"/>
                    <a:pt x="104" y="206"/>
                  </a:cubicBezTo>
                  <a:cubicBezTo>
                    <a:pt x="104" y="204"/>
                    <a:pt x="105" y="201"/>
                    <a:pt x="107" y="200"/>
                  </a:cubicBezTo>
                  <a:cubicBezTo>
                    <a:pt x="107" y="203"/>
                    <a:pt x="110" y="197"/>
                    <a:pt x="110" y="201"/>
                  </a:cubicBezTo>
                  <a:cubicBezTo>
                    <a:pt x="111" y="198"/>
                    <a:pt x="111" y="198"/>
                    <a:pt x="111" y="198"/>
                  </a:cubicBezTo>
                  <a:cubicBezTo>
                    <a:pt x="111" y="204"/>
                    <a:pt x="111" y="204"/>
                    <a:pt x="111" y="204"/>
                  </a:cubicBezTo>
                  <a:cubicBezTo>
                    <a:pt x="114" y="201"/>
                    <a:pt x="118" y="196"/>
                    <a:pt x="120" y="194"/>
                  </a:cubicBezTo>
                  <a:cubicBezTo>
                    <a:pt x="121" y="189"/>
                    <a:pt x="117" y="195"/>
                    <a:pt x="119" y="190"/>
                  </a:cubicBezTo>
                  <a:cubicBezTo>
                    <a:pt x="119" y="192"/>
                    <a:pt x="121" y="189"/>
                    <a:pt x="122" y="186"/>
                  </a:cubicBezTo>
                  <a:cubicBezTo>
                    <a:pt x="120" y="191"/>
                    <a:pt x="119" y="186"/>
                    <a:pt x="120" y="182"/>
                  </a:cubicBezTo>
                  <a:cubicBezTo>
                    <a:pt x="120" y="181"/>
                    <a:pt x="121" y="180"/>
                    <a:pt x="121" y="179"/>
                  </a:cubicBezTo>
                  <a:cubicBezTo>
                    <a:pt x="122" y="180"/>
                    <a:pt x="122" y="180"/>
                    <a:pt x="122" y="181"/>
                  </a:cubicBezTo>
                  <a:cubicBezTo>
                    <a:pt x="122" y="182"/>
                    <a:pt x="122" y="182"/>
                    <a:pt x="122" y="183"/>
                  </a:cubicBezTo>
                  <a:cubicBezTo>
                    <a:pt x="123" y="183"/>
                    <a:pt x="123" y="183"/>
                    <a:pt x="123" y="183"/>
                  </a:cubicBezTo>
                  <a:cubicBezTo>
                    <a:pt x="123" y="183"/>
                    <a:pt x="122" y="183"/>
                    <a:pt x="122" y="183"/>
                  </a:cubicBezTo>
                  <a:cubicBezTo>
                    <a:pt x="122" y="188"/>
                    <a:pt x="125" y="188"/>
                    <a:pt x="126" y="189"/>
                  </a:cubicBezTo>
                  <a:cubicBezTo>
                    <a:pt x="126" y="193"/>
                    <a:pt x="126" y="193"/>
                    <a:pt x="126" y="193"/>
                  </a:cubicBezTo>
                  <a:cubicBezTo>
                    <a:pt x="127" y="193"/>
                    <a:pt x="127" y="193"/>
                    <a:pt x="127" y="193"/>
                  </a:cubicBezTo>
                  <a:cubicBezTo>
                    <a:pt x="130" y="197"/>
                    <a:pt x="134" y="202"/>
                    <a:pt x="132" y="203"/>
                  </a:cubicBezTo>
                  <a:cubicBezTo>
                    <a:pt x="134" y="205"/>
                    <a:pt x="136" y="206"/>
                    <a:pt x="135" y="203"/>
                  </a:cubicBezTo>
                  <a:cubicBezTo>
                    <a:pt x="136" y="205"/>
                    <a:pt x="140" y="212"/>
                    <a:pt x="151" y="211"/>
                  </a:cubicBezTo>
                  <a:cubicBezTo>
                    <a:pt x="161" y="208"/>
                    <a:pt x="165" y="201"/>
                    <a:pt x="167" y="197"/>
                  </a:cubicBezTo>
                  <a:cubicBezTo>
                    <a:pt x="164" y="201"/>
                    <a:pt x="163" y="200"/>
                    <a:pt x="162" y="200"/>
                  </a:cubicBezTo>
                  <a:cubicBezTo>
                    <a:pt x="161" y="197"/>
                    <a:pt x="164" y="198"/>
                    <a:pt x="164" y="194"/>
                  </a:cubicBezTo>
                  <a:cubicBezTo>
                    <a:pt x="165" y="195"/>
                    <a:pt x="167" y="192"/>
                    <a:pt x="166" y="196"/>
                  </a:cubicBezTo>
                  <a:cubicBezTo>
                    <a:pt x="170" y="191"/>
                    <a:pt x="171" y="185"/>
                    <a:pt x="173" y="179"/>
                  </a:cubicBezTo>
                  <a:cubicBezTo>
                    <a:pt x="173" y="180"/>
                    <a:pt x="173" y="180"/>
                    <a:pt x="174" y="181"/>
                  </a:cubicBezTo>
                  <a:cubicBezTo>
                    <a:pt x="174" y="181"/>
                    <a:pt x="174" y="181"/>
                    <a:pt x="174" y="182"/>
                  </a:cubicBezTo>
                  <a:cubicBezTo>
                    <a:pt x="174" y="182"/>
                    <a:pt x="174" y="182"/>
                    <a:pt x="174" y="183"/>
                  </a:cubicBezTo>
                  <a:cubicBezTo>
                    <a:pt x="175" y="184"/>
                    <a:pt x="175" y="185"/>
                    <a:pt x="176" y="186"/>
                  </a:cubicBezTo>
                  <a:cubicBezTo>
                    <a:pt x="175" y="185"/>
                    <a:pt x="175" y="185"/>
                    <a:pt x="175" y="184"/>
                  </a:cubicBezTo>
                  <a:cubicBezTo>
                    <a:pt x="175" y="185"/>
                    <a:pt x="175" y="186"/>
                    <a:pt x="176" y="187"/>
                  </a:cubicBezTo>
                  <a:cubicBezTo>
                    <a:pt x="176" y="187"/>
                    <a:pt x="176" y="187"/>
                    <a:pt x="176" y="187"/>
                  </a:cubicBezTo>
                  <a:cubicBezTo>
                    <a:pt x="177" y="189"/>
                    <a:pt x="177" y="190"/>
                    <a:pt x="178" y="191"/>
                  </a:cubicBezTo>
                  <a:cubicBezTo>
                    <a:pt x="176" y="191"/>
                    <a:pt x="176" y="191"/>
                    <a:pt x="176" y="191"/>
                  </a:cubicBezTo>
                  <a:cubicBezTo>
                    <a:pt x="176" y="194"/>
                    <a:pt x="188" y="201"/>
                    <a:pt x="189" y="198"/>
                  </a:cubicBezTo>
                  <a:cubicBezTo>
                    <a:pt x="205" y="196"/>
                    <a:pt x="210" y="186"/>
                    <a:pt x="213" y="179"/>
                  </a:cubicBezTo>
                  <a:cubicBezTo>
                    <a:pt x="214" y="178"/>
                    <a:pt x="214" y="178"/>
                    <a:pt x="214" y="178"/>
                  </a:cubicBezTo>
                  <a:cubicBezTo>
                    <a:pt x="214" y="178"/>
                    <a:pt x="214" y="178"/>
                    <a:pt x="214" y="178"/>
                  </a:cubicBezTo>
                  <a:cubicBezTo>
                    <a:pt x="214" y="178"/>
                    <a:pt x="214" y="177"/>
                    <a:pt x="214" y="177"/>
                  </a:cubicBezTo>
                  <a:cubicBezTo>
                    <a:pt x="214" y="177"/>
                    <a:pt x="215" y="177"/>
                    <a:pt x="215" y="177"/>
                  </a:cubicBezTo>
                  <a:cubicBezTo>
                    <a:pt x="219" y="183"/>
                    <a:pt x="215" y="181"/>
                    <a:pt x="216" y="184"/>
                  </a:cubicBezTo>
                  <a:cubicBezTo>
                    <a:pt x="224" y="191"/>
                    <a:pt x="234" y="187"/>
                    <a:pt x="239" y="182"/>
                  </a:cubicBezTo>
                  <a:cubicBezTo>
                    <a:pt x="239" y="182"/>
                    <a:pt x="240" y="183"/>
                    <a:pt x="239" y="183"/>
                  </a:cubicBezTo>
                  <a:cubicBezTo>
                    <a:pt x="244" y="179"/>
                    <a:pt x="250" y="173"/>
                    <a:pt x="253" y="167"/>
                  </a:cubicBezTo>
                  <a:cubicBezTo>
                    <a:pt x="255" y="173"/>
                    <a:pt x="258" y="178"/>
                    <a:pt x="262" y="183"/>
                  </a:cubicBezTo>
                  <a:cubicBezTo>
                    <a:pt x="272" y="194"/>
                    <a:pt x="282" y="179"/>
                    <a:pt x="282" y="172"/>
                  </a:cubicBezTo>
                  <a:cubicBezTo>
                    <a:pt x="282" y="171"/>
                    <a:pt x="283" y="172"/>
                    <a:pt x="283" y="173"/>
                  </a:cubicBezTo>
                  <a:cubicBezTo>
                    <a:pt x="283" y="162"/>
                    <a:pt x="288" y="150"/>
                    <a:pt x="283" y="141"/>
                  </a:cubicBezTo>
                  <a:cubicBezTo>
                    <a:pt x="281" y="138"/>
                    <a:pt x="281" y="138"/>
                    <a:pt x="281" y="138"/>
                  </a:cubicBezTo>
                  <a:cubicBezTo>
                    <a:pt x="282" y="136"/>
                    <a:pt x="283" y="136"/>
                    <a:pt x="284" y="134"/>
                  </a:cubicBezTo>
                  <a:cubicBezTo>
                    <a:pt x="283" y="132"/>
                    <a:pt x="283" y="124"/>
                    <a:pt x="282" y="122"/>
                  </a:cubicBezTo>
                  <a:cubicBezTo>
                    <a:pt x="283" y="121"/>
                    <a:pt x="283" y="123"/>
                    <a:pt x="283" y="123"/>
                  </a:cubicBezTo>
                  <a:cubicBezTo>
                    <a:pt x="284" y="122"/>
                    <a:pt x="284" y="121"/>
                    <a:pt x="284" y="120"/>
                  </a:cubicBezTo>
                  <a:cubicBezTo>
                    <a:pt x="285" y="120"/>
                    <a:pt x="286" y="120"/>
                    <a:pt x="287" y="120"/>
                  </a:cubicBezTo>
                  <a:cubicBezTo>
                    <a:pt x="293" y="141"/>
                    <a:pt x="294" y="171"/>
                    <a:pt x="312" y="180"/>
                  </a:cubicBezTo>
                  <a:cubicBezTo>
                    <a:pt x="316" y="182"/>
                    <a:pt x="313" y="183"/>
                    <a:pt x="315" y="184"/>
                  </a:cubicBezTo>
                  <a:cubicBezTo>
                    <a:pt x="325" y="187"/>
                    <a:pt x="336" y="188"/>
                    <a:pt x="347" y="188"/>
                  </a:cubicBezTo>
                  <a:cubicBezTo>
                    <a:pt x="346" y="189"/>
                    <a:pt x="345" y="190"/>
                    <a:pt x="344" y="191"/>
                  </a:cubicBezTo>
                  <a:cubicBezTo>
                    <a:pt x="346" y="193"/>
                    <a:pt x="342" y="195"/>
                    <a:pt x="343" y="196"/>
                  </a:cubicBezTo>
                  <a:cubicBezTo>
                    <a:pt x="343" y="196"/>
                    <a:pt x="343" y="196"/>
                    <a:pt x="343" y="195"/>
                  </a:cubicBezTo>
                  <a:cubicBezTo>
                    <a:pt x="340" y="201"/>
                    <a:pt x="343" y="196"/>
                    <a:pt x="338" y="200"/>
                  </a:cubicBezTo>
                  <a:cubicBezTo>
                    <a:pt x="327" y="213"/>
                    <a:pt x="329" y="230"/>
                    <a:pt x="329" y="240"/>
                  </a:cubicBezTo>
                  <a:cubicBezTo>
                    <a:pt x="330" y="251"/>
                    <a:pt x="331" y="257"/>
                    <a:pt x="326" y="263"/>
                  </a:cubicBezTo>
                  <a:cubicBezTo>
                    <a:pt x="327" y="267"/>
                    <a:pt x="324" y="267"/>
                    <a:pt x="325" y="270"/>
                  </a:cubicBezTo>
                  <a:cubicBezTo>
                    <a:pt x="324" y="269"/>
                    <a:pt x="324" y="269"/>
                    <a:pt x="324" y="269"/>
                  </a:cubicBezTo>
                  <a:cubicBezTo>
                    <a:pt x="324" y="271"/>
                    <a:pt x="323" y="270"/>
                    <a:pt x="321" y="270"/>
                  </a:cubicBezTo>
                  <a:cubicBezTo>
                    <a:pt x="321" y="271"/>
                    <a:pt x="320" y="271"/>
                    <a:pt x="321" y="272"/>
                  </a:cubicBezTo>
                  <a:cubicBezTo>
                    <a:pt x="322" y="274"/>
                    <a:pt x="319" y="270"/>
                    <a:pt x="318" y="271"/>
                  </a:cubicBezTo>
                  <a:cubicBezTo>
                    <a:pt x="318" y="271"/>
                    <a:pt x="319" y="272"/>
                    <a:pt x="318" y="272"/>
                  </a:cubicBezTo>
                  <a:cubicBezTo>
                    <a:pt x="317" y="275"/>
                    <a:pt x="318" y="271"/>
                    <a:pt x="315" y="270"/>
                  </a:cubicBezTo>
                  <a:cubicBezTo>
                    <a:pt x="311" y="273"/>
                    <a:pt x="306" y="276"/>
                    <a:pt x="302" y="277"/>
                  </a:cubicBezTo>
                  <a:cubicBezTo>
                    <a:pt x="302" y="277"/>
                    <a:pt x="303" y="278"/>
                    <a:pt x="302" y="278"/>
                  </a:cubicBezTo>
                  <a:cubicBezTo>
                    <a:pt x="301" y="275"/>
                    <a:pt x="301" y="280"/>
                    <a:pt x="299" y="279"/>
                  </a:cubicBezTo>
                  <a:cubicBezTo>
                    <a:pt x="300" y="277"/>
                    <a:pt x="300" y="277"/>
                    <a:pt x="300" y="277"/>
                  </a:cubicBezTo>
                  <a:cubicBezTo>
                    <a:pt x="297" y="277"/>
                    <a:pt x="296" y="279"/>
                    <a:pt x="293" y="279"/>
                  </a:cubicBezTo>
                  <a:cubicBezTo>
                    <a:pt x="292" y="280"/>
                    <a:pt x="288" y="279"/>
                    <a:pt x="287" y="281"/>
                  </a:cubicBezTo>
                  <a:cubicBezTo>
                    <a:pt x="287" y="280"/>
                    <a:pt x="286" y="280"/>
                    <a:pt x="285" y="280"/>
                  </a:cubicBezTo>
                  <a:cubicBezTo>
                    <a:pt x="285" y="284"/>
                    <a:pt x="281" y="280"/>
                    <a:pt x="280" y="284"/>
                  </a:cubicBezTo>
                  <a:cubicBezTo>
                    <a:pt x="280" y="283"/>
                    <a:pt x="280" y="283"/>
                    <a:pt x="280" y="283"/>
                  </a:cubicBezTo>
                  <a:cubicBezTo>
                    <a:pt x="274" y="287"/>
                    <a:pt x="267" y="290"/>
                    <a:pt x="263" y="297"/>
                  </a:cubicBezTo>
                  <a:cubicBezTo>
                    <a:pt x="260" y="300"/>
                    <a:pt x="256" y="300"/>
                    <a:pt x="254" y="305"/>
                  </a:cubicBezTo>
                  <a:cubicBezTo>
                    <a:pt x="254" y="306"/>
                    <a:pt x="255" y="306"/>
                    <a:pt x="255" y="307"/>
                  </a:cubicBezTo>
                  <a:cubicBezTo>
                    <a:pt x="255" y="308"/>
                    <a:pt x="254" y="306"/>
                    <a:pt x="254" y="306"/>
                  </a:cubicBezTo>
                  <a:cubicBezTo>
                    <a:pt x="254" y="309"/>
                    <a:pt x="251" y="310"/>
                    <a:pt x="250" y="312"/>
                  </a:cubicBezTo>
                  <a:cubicBezTo>
                    <a:pt x="250" y="313"/>
                    <a:pt x="250" y="314"/>
                    <a:pt x="251" y="314"/>
                  </a:cubicBezTo>
                  <a:cubicBezTo>
                    <a:pt x="247" y="315"/>
                    <a:pt x="248" y="320"/>
                    <a:pt x="245" y="322"/>
                  </a:cubicBezTo>
                  <a:cubicBezTo>
                    <a:pt x="248" y="322"/>
                    <a:pt x="246" y="324"/>
                    <a:pt x="247" y="325"/>
                  </a:cubicBezTo>
                  <a:cubicBezTo>
                    <a:pt x="246" y="326"/>
                    <a:pt x="245" y="326"/>
                    <a:pt x="245" y="325"/>
                  </a:cubicBezTo>
                  <a:cubicBezTo>
                    <a:pt x="245" y="327"/>
                    <a:pt x="244" y="328"/>
                    <a:pt x="243" y="330"/>
                  </a:cubicBezTo>
                  <a:cubicBezTo>
                    <a:pt x="243" y="332"/>
                    <a:pt x="244" y="333"/>
                    <a:pt x="243" y="334"/>
                  </a:cubicBezTo>
                  <a:cubicBezTo>
                    <a:pt x="241" y="334"/>
                    <a:pt x="242" y="336"/>
                    <a:pt x="241" y="338"/>
                  </a:cubicBezTo>
                  <a:cubicBezTo>
                    <a:pt x="243" y="338"/>
                    <a:pt x="244" y="340"/>
                    <a:pt x="243" y="341"/>
                  </a:cubicBezTo>
                  <a:cubicBezTo>
                    <a:pt x="240" y="340"/>
                    <a:pt x="240" y="340"/>
                    <a:pt x="240" y="340"/>
                  </a:cubicBezTo>
                  <a:cubicBezTo>
                    <a:pt x="241" y="344"/>
                    <a:pt x="237" y="350"/>
                    <a:pt x="240" y="355"/>
                  </a:cubicBezTo>
                  <a:cubicBezTo>
                    <a:pt x="238" y="355"/>
                    <a:pt x="238" y="355"/>
                    <a:pt x="238" y="355"/>
                  </a:cubicBezTo>
                  <a:cubicBezTo>
                    <a:pt x="239" y="360"/>
                    <a:pt x="236" y="365"/>
                    <a:pt x="239" y="370"/>
                  </a:cubicBezTo>
                  <a:cubicBezTo>
                    <a:pt x="238" y="371"/>
                    <a:pt x="237" y="373"/>
                    <a:pt x="237" y="374"/>
                  </a:cubicBezTo>
                  <a:cubicBezTo>
                    <a:pt x="239" y="376"/>
                    <a:pt x="238" y="376"/>
                    <a:pt x="241" y="378"/>
                  </a:cubicBezTo>
                  <a:cubicBezTo>
                    <a:pt x="241" y="378"/>
                    <a:pt x="239" y="379"/>
                    <a:pt x="239" y="379"/>
                  </a:cubicBezTo>
                  <a:cubicBezTo>
                    <a:pt x="238" y="381"/>
                    <a:pt x="236" y="383"/>
                    <a:pt x="238" y="385"/>
                  </a:cubicBezTo>
                  <a:cubicBezTo>
                    <a:pt x="237" y="385"/>
                    <a:pt x="237" y="385"/>
                    <a:pt x="237" y="385"/>
                  </a:cubicBezTo>
                  <a:cubicBezTo>
                    <a:pt x="238" y="387"/>
                    <a:pt x="240" y="389"/>
                    <a:pt x="238" y="391"/>
                  </a:cubicBezTo>
                  <a:cubicBezTo>
                    <a:pt x="239" y="391"/>
                    <a:pt x="239" y="393"/>
                    <a:pt x="241" y="393"/>
                  </a:cubicBezTo>
                  <a:cubicBezTo>
                    <a:pt x="241" y="393"/>
                    <a:pt x="239" y="393"/>
                    <a:pt x="240" y="394"/>
                  </a:cubicBezTo>
                  <a:cubicBezTo>
                    <a:pt x="238" y="393"/>
                    <a:pt x="238" y="393"/>
                    <a:pt x="238" y="393"/>
                  </a:cubicBezTo>
                  <a:cubicBezTo>
                    <a:pt x="237" y="397"/>
                    <a:pt x="238" y="401"/>
                    <a:pt x="239" y="405"/>
                  </a:cubicBezTo>
                  <a:cubicBezTo>
                    <a:pt x="236" y="406"/>
                    <a:pt x="239" y="409"/>
                    <a:pt x="237" y="411"/>
                  </a:cubicBezTo>
                  <a:cubicBezTo>
                    <a:pt x="239" y="412"/>
                    <a:pt x="237" y="415"/>
                    <a:pt x="240" y="416"/>
                  </a:cubicBezTo>
                  <a:cubicBezTo>
                    <a:pt x="238" y="416"/>
                    <a:pt x="238" y="416"/>
                    <a:pt x="238" y="416"/>
                  </a:cubicBezTo>
                  <a:cubicBezTo>
                    <a:pt x="238" y="418"/>
                    <a:pt x="238" y="420"/>
                    <a:pt x="237" y="423"/>
                  </a:cubicBezTo>
                  <a:cubicBezTo>
                    <a:pt x="237" y="424"/>
                    <a:pt x="239" y="424"/>
                    <a:pt x="240" y="425"/>
                  </a:cubicBezTo>
                  <a:cubicBezTo>
                    <a:pt x="238" y="425"/>
                    <a:pt x="238" y="425"/>
                    <a:pt x="238" y="425"/>
                  </a:cubicBezTo>
                  <a:cubicBezTo>
                    <a:pt x="239" y="426"/>
                    <a:pt x="241" y="427"/>
                    <a:pt x="243" y="427"/>
                  </a:cubicBezTo>
                  <a:cubicBezTo>
                    <a:pt x="242" y="428"/>
                    <a:pt x="243" y="428"/>
                    <a:pt x="242" y="429"/>
                  </a:cubicBezTo>
                  <a:cubicBezTo>
                    <a:pt x="241" y="428"/>
                    <a:pt x="239" y="428"/>
                    <a:pt x="237" y="427"/>
                  </a:cubicBezTo>
                  <a:cubicBezTo>
                    <a:pt x="237" y="428"/>
                    <a:pt x="240" y="430"/>
                    <a:pt x="238" y="431"/>
                  </a:cubicBezTo>
                  <a:cubicBezTo>
                    <a:pt x="238" y="432"/>
                    <a:pt x="239" y="433"/>
                    <a:pt x="241" y="433"/>
                  </a:cubicBezTo>
                  <a:cubicBezTo>
                    <a:pt x="240" y="433"/>
                    <a:pt x="239" y="434"/>
                    <a:pt x="239" y="433"/>
                  </a:cubicBezTo>
                  <a:cubicBezTo>
                    <a:pt x="239" y="434"/>
                    <a:pt x="239" y="435"/>
                    <a:pt x="240" y="435"/>
                  </a:cubicBezTo>
                  <a:cubicBezTo>
                    <a:pt x="240" y="435"/>
                    <a:pt x="240" y="435"/>
                    <a:pt x="240" y="435"/>
                  </a:cubicBezTo>
                  <a:cubicBezTo>
                    <a:pt x="241" y="435"/>
                    <a:pt x="241" y="436"/>
                    <a:pt x="243" y="436"/>
                  </a:cubicBezTo>
                  <a:cubicBezTo>
                    <a:pt x="243" y="435"/>
                    <a:pt x="243" y="435"/>
                    <a:pt x="243" y="435"/>
                  </a:cubicBezTo>
                  <a:cubicBezTo>
                    <a:pt x="244" y="435"/>
                    <a:pt x="245" y="436"/>
                    <a:pt x="243" y="437"/>
                  </a:cubicBezTo>
                  <a:cubicBezTo>
                    <a:pt x="242" y="437"/>
                    <a:pt x="241" y="436"/>
                    <a:pt x="240" y="437"/>
                  </a:cubicBezTo>
                  <a:cubicBezTo>
                    <a:pt x="244" y="439"/>
                    <a:pt x="244" y="439"/>
                    <a:pt x="244" y="439"/>
                  </a:cubicBezTo>
                  <a:cubicBezTo>
                    <a:pt x="243" y="439"/>
                    <a:pt x="244" y="438"/>
                    <a:pt x="245" y="438"/>
                  </a:cubicBezTo>
                  <a:cubicBezTo>
                    <a:pt x="244" y="437"/>
                    <a:pt x="244" y="437"/>
                    <a:pt x="244" y="437"/>
                  </a:cubicBezTo>
                  <a:cubicBezTo>
                    <a:pt x="246" y="437"/>
                    <a:pt x="246" y="437"/>
                    <a:pt x="246" y="437"/>
                  </a:cubicBezTo>
                  <a:cubicBezTo>
                    <a:pt x="245" y="435"/>
                    <a:pt x="246" y="434"/>
                    <a:pt x="245" y="432"/>
                  </a:cubicBezTo>
                  <a:cubicBezTo>
                    <a:pt x="244" y="433"/>
                    <a:pt x="244" y="433"/>
                    <a:pt x="244" y="433"/>
                  </a:cubicBezTo>
                  <a:cubicBezTo>
                    <a:pt x="243" y="432"/>
                    <a:pt x="241" y="431"/>
                    <a:pt x="243" y="430"/>
                  </a:cubicBezTo>
                  <a:cubicBezTo>
                    <a:pt x="244" y="430"/>
                    <a:pt x="244" y="430"/>
                    <a:pt x="245" y="430"/>
                  </a:cubicBezTo>
                  <a:cubicBezTo>
                    <a:pt x="245" y="430"/>
                    <a:pt x="244" y="430"/>
                    <a:pt x="244" y="429"/>
                  </a:cubicBezTo>
                  <a:cubicBezTo>
                    <a:pt x="247" y="430"/>
                    <a:pt x="247" y="430"/>
                    <a:pt x="247" y="430"/>
                  </a:cubicBezTo>
                  <a:cubicBezTo>
                    <a:pt x="243" y="429"/>
                    <a:pt x="246" y="427"/>
                    <a:pt x="245" y="427"/>
                  </a:cubicBezTo>
                  <a:cubicBezTo>
                    <a:pt x="246" y="427"/>
                    <a:pt x="246" y="427"/>
                    <a:pt x="246" y="427"/>
                  </a:cubicBezTo>
                  <a:cubicBezTo>
                    <a:pt x="247" y="425"/>
                    <a:pt x="244" y="427"/>
                    <a:pt x="244" y="426"/>
                  </a:cubicBezTo>
                  <a:cubicBezTo>
                    <a:pt x="245" y="425"/>
                    <a:pt x="247" y="426"/>
                    <a:pt x="248" y="425"/>
                  </a:cubicBezTo>
                  <a:cubicBezTo>
                    <a:pt x="248" y="423"/>
                    <a:pt x="246" y="421"/>
                    <a:pt x="248" y="419"/>
                  </a:cubicBezTo>
                  <a:cubicBezTo>
                    <a:pt x="248" y="418"/>
                    <a:pt x="247" y="416"/>
                    <a:pt x="246" y="415"/>
                  </a:cubicBezTo>
                  <a:cubicBezTo>
                    <a:pt x="246" y="414"/>
                    <a:pt x="248" y="415"/>
                    <a:pt x="247" y="414"/>
                  </a:cubicBezTo>
                  <a:cubicBezTo>
                    <a:pt x="248" y="414"/>
                    <a:pt x="249" y="414"/>
                    <a:pt x="250" y="414"/>
                  </a:cubicBezTo>
                  <a:cubicBezTo>
                    <a:pt x="249" y="414"/>
                    <a:pt x="250" y="412"/>
                    <a:pt x="248" y="413"/>
                  </a:cubicBezTo>
                  <a:cubicBezTo>
                    <a:pt x="249" y="411"/>
                    <a:pt x="249" y="409"/>
                    <a:pt x="249" y="407"/>
                  </a:cubicBezTo>
                  <a:cubicBezTo>
                    <a:pt x="249" y="408"/>
                    <a:pt x="250" y="408"/>
                    <a:pt x="251" y="407"/>
                  </a:cubicBezTo>
                  <a:cubicBezTo>
                    <a:pt x="250" y="406"/>
                    <a:pt x="249" y="405"/>
                    <a:pt x="249" y="403"/>
                  </a:cubicBezTo>
                  <a:cubicBezTo>
                    <a:pt x="248" y="403"/>
                    <a:pt x="248" y="404"/>
                    <a:pt x="246" y="403"/>
                  </a:cubicBezTo>
                  <a:cubicBezTo>
                    <a:pt x="246" y="403"/>
                    <a:pt x="245" y="403"/>
                    <a:pt x="245" y="402"/>
                  </a:cubicBezTo>
                  <a:cubicBezTo>
                    <a:pt x="247" y="402"/>
                    <a:pt x="250" y="403"/>
                    <a:pt x="250" y="401"/>
                  </a:cubicBezTo>
                  <a:cubicBezTo>
                    <a:pt x="253" y="402"/>
                    <a:pt x="249" y="404"/>
                    <a:pt x="252" y="403"/>
                  </a:cubicBezTo>
                  <a:cubicBezTo>
                    <a:pt x="254" y="404"/>
                    <a:pt x="254" y="406"/>
                    <a:pt x="253" y="407"/>
                  </a:cubicBezTo>
                  <a:cubicBezTo>
                    <a:pt x="255" y="408"/>
                    <a:pt x="253" y="406"/>
                    <a:pt x="256" y="406"/>
                  </a:cubicBezTo>
                  <a:cubicBezTo>
                    <a:pt x="256" y="405"/>
                    <a:pt x="254" y="405"/>
                    <a:pt x="254" y="403"/>
                  </a:cubicBezTo>
                  <a:cubicBezTo>
                    <a:pt x="253" y="403"/>
                    <a:pt x="253" y="403"/>
                    <a:pt x="252" y="402"/>
                  </a:cubicBezTo>
                  <a:cubicBezTo>
                    <a:pt x="249" y="401"/>
                    <a:pt x="254" y="401"/>
                    <a:pt x="254" y="400"/>
                  </a:cubicBezTo>
                  <a:cubicBezTo>
                    <a:pt x="254" y="401"/>
                    <a:pt x="254" y="401"/>
                    <a:pt x="254" y="401"/>
                  </a:cubicBezTo>
                  <a:cubicBezTo>
                    <a:pt x="255" y="400"/>
                    <a:pt x="254" y="400"/>
                    <a:pt x="254" y="399"/>
                  </a:cubicBezTo>
                  <a:cubicBezTo>
                    <a:pt x="257" y="398"/>
                    <a:pt x="254" y="400"/>
                    <a:pt x="256" y="401"/>
                  </a:cubicBezTo>
                  <a:cubicBezTo>
                    <a:pt x="258" y="400"/>
                    <a:pt x="258" y="400"/>
                    <a:pt x="258" y="400"/>
                  </a:cubicBezTo>
                  <a:cubicBezTo>
                    <a:pt x="259" y="399"/>
                    <a:pt x="256" y="400"/>
                    <a:pt x="257" y="398"/>
                  </a:cubicBezTo>
                  <a:cubicBezTo>
                    <a:pt x="258" y="398"/>
                    <a:pt x="258" y="398"/>
                    <a:pt x="258" y="398"/>
                  </a:cubicBezTo>
                  <a:cubicBezTo>
                    <a:pt x="257" y="397"/>
                    <a:pt x="257" y="397"/>
                    <a:pt x="257" y="397"/>
                  </a:cubicBezTo>
                  <a:cubicBezTo>
                    <a:pt x="256" y="397"/>
                    <a:pt x="254" y="397"/>
                    <a:pt x="254" y="398"/>
                  </a:cubicBezTo>
                  <a:cubicBezTo>
                    <a:pt x="251" y="397"/>
                    <a:pt x="254" y="397"/>
                    <a:pt x="254" y="396"/>
                  </a:cubicBezTo>
                  <a:cubicBezTo>
                    <a:pt x="252" y="395"/>
                    <a:pt x="254" y="396"/>
                    <a:pt x="252" y="396"/>
                  </a:cubicBezTo>
                  <a:cubicBezTo>
                    <a:pt x="250" y="396"/>
                    <a:pt x="250" y="395"/>
                    <a:pt x="250" y="394"/>
                  </a:cubicBezTo>
                  <a:cubicBezTo>
                    <a:pt x="250" y="393"/>
                    <a:pt x="252" y="394"/>
                    <a:pt x="253" y="393"/>
                  </a:cubicBezTo>
                  <a:cubicBezTo>
                    <a:pt x="254" y="394"/>
                    <a:pt x="254" y="395"/>
                    <a:pt x="253" y="394"/>
                  </a:cubicBezTo>
                  <a:cubicBezTo>
                    <a:pt x="254" y="396"/>
                    <a:pt x="256" y="394"/>
                    <a:pt x="258" y="395"/>
                  </a:cubicBezTo>
                  <a:cubicBezTo>
                    <a:pt x="259" y="394"/>
                    <a:pt x="257" y="394"/>
                    <a:pt x="256" y="393"/>
                  </a:cubicBezTo>
                  <a:cubicBezTo>
                    <a:pt x="256" y="394"/>
                    <a:pt x="254" y="393"/>
                    <a:pt x="254" y="393"/>
                  </a:cubicBezTo>
                  <a:cubicBezTo>
                    <a:pt x="249" y="391"/>
                    <a:pt x="257" y="392"/>
                    <a:pt x="257" y="390"/>
                  </a:cubicBezTo>
                  <a:cubicBezTo>
                    <a:pt x="253" y="390"/>
                    <a:pt x="252" y="387"/>
                    <a:pt x="249" y="389"/>
                  </a:cubicBezTo>
                  <a:cubicBezTo>
                    <a:pt x="248" y="388"/>
                    <a:pt x="248" y="387"/>
                    <a:pt x="248" y="387"/>
                  </a:cubicBezTo>
                  <a:cubicBezTo>
                    <a:pt x="250" y="388"/>
                    <a:pt x="250" y="386"/>
                    <a:pt x="252" y="387"/>
                  </a:cubicBezTo>
                  <a:cubicBezTo>
                    <a:pt x="252" y="386"/>
                    <a:pt x="252" y="386"/>
                    <a:pt x="252" y="386"/>
                  </a:cubicBezTo>
                  <a:cubicBezTo>
                    <a:pt x="254" y="388"/>
                    <a:pt x="254" y="388"/>
                    <a:pt x="254" y="388"/>
                  </a:cubicBezTo>
                  <a:cubicBezTo>
                    <a:pt x="256" y="387"/>
                    <a:pt x="257" y="385"/>
                    <a:pt x="258" y="386"/>
                  </a:cubicBezTo>
                  <a:cubicBezTo>
                    <a:pt x="257" y="385"/>
                    <a:pt x="256" y="386"/>
                    <a:pt x="256" y="385"/>
                  </a:cubicBezTo>
                  <a:cubicBezTo>
                    <a:pt x="257" y="385"/>
                    <a:pt x="258" y="385"/>
                    <a:pt x="258" y="384"/>
                  </a:cubicBezTo>
                  <a:cubicBezTo>
                    <a:pt x="257" y="385"/>
                    <a:pt x="255" y="384"/>
                    <a:pt x="254" y="383"/>
                  </a:cubicBezTo>
                  <a:cubicBezTo>
                    <a:pt x="255" y="382"/>
                    <a:pt x="257" y="382"/>
                    <a:pt x="257" y="382"/>
                  </a:cubicBezTo>
                  <a:cubicBezTo>
                    <a:pt x="259" y="383"/>
                    <a:pt x="259" y="383"/>
                    <a:pt x="259" y="383"/>
                  </a:cubicBezTo>
                  <a:cubicBezTo>
                    <a:pt x="257" y="382"/>
                    <a:pt x="260" y="383"/>
                    <a:pt x="259" y="382"/>
                  </a:cubicBezTo>
                  <a:cubicBezTo>
                    <a:pt x="258" y="381"/>
                    <a:pt x="256" y="381"/>
                    <a:pt x="255" y="380"/>
                  </a:cubicBezTo>
                  <a:cubicBezTo>
                    <a:pt x="254" y="380"/>
                    <a:pt x="256" y="379"/>
                    <a:pt x="256" y="379"/>
                  </a:cubicBezTo>
                  <a:cubicBezTo>
                    <a:pt x="257" y="380"/>
                    <a:pt x="257" y="380"/>
                    <a:pt x="257" y="380"/>
                  </a:cubicBezTo>
                  <a:cubicBezTo>
                    <a:pt x="256" y="379"/>
                    <a:pt x="260" y="380"/>
                    <a:pt x="259" y="379"/>
                  </a:cubicBezTo>
                  <a:cubicBezTo>
                    <a:pt x="258" y="378"/>
                    <a:pt x="258" y="378"/>
                    <a:pt x="258" y="378"/>
                  </a:cubicBezTo>
                  <a:cubicBezTo>
                    <a:pt x="258" y="378"/>
                    <a:pt x="259" y="378"/>
                    <a:pt x="259" y="378"/>
                  </a:cubicBezTo>
                  <a:cubicBezTo>
                    <a:pt x="258" y="378"/>
                    <a:pt x="258" y="377"/>
                    <a:pt x="258" y="377"/>
                  </a:cubicBezTo>
                  <a:cubicBezTo>
                    <a:pt x="259" y="377"/>
                    <a:pt x="259" y="377"/>
                    <a:pt x="259" y="377"/>
                  </a:cubicBezTo>
                  <a:cubicBezTo>
                    <a:pt x="258" y="376"/>
                    <a:pt x="256" y="375"/>
                    <a:pt x="258" y="375"/>
                  </a:cubicBezTo>
                  <a:cubicBezTo>
                    <a:pt x="256" y="375"/>
                    <a:pt x="258" y="376"/>
                    <a:pt x="257" y="376"/>
                  </a:cubicBezTo>
                  <a:cubicBezTo>
                    <a:pt x="255" y="377"/>
                    <a:pt x="255" y="375"/>
                    <a:pt x="255" y="375"/>
                  </a:cubicBezTo>
                  <a:cubicBezTo>
                    <a:pt x="258" y="375"/>
                    <a:pt x="255" y="374"/>
                    <a:pt x="255" y="373"/>
                  </a:cubicBezTo>
                  <a:cubicBezTo>
                    <a:pt x="256" y="373"/>
                    <a:pt x="257" y="372"/>
                    <a:pt x="258" y="372"/>
                  </a:cubicBezTo>
                  <a:cubicBezTo>
                    <a:pt x="256" y="372"/>
                    <a:pt x="256" y="372"/>
                    <a:pt x="256" y="372"/>
                  </a:cubicBezTo>
                  <a:cubicBezTo>
                    <a:pt x="259" y="372"/>
                    <a:pt x="255" y="370"/>
                    <a:pt x="256" y="370"/>
                  </a:cubicBezTo>
                  <a:cubicBezTo>
                    <a:pt x="257" y="370"/>
                    <a:pt x="259" y="370"/>
                    <a:pt x="259" y="370"/>
                  </a:cubicBezTo>
                  <a:cubicBezTo>
                    <a:pt x="257" y="370"/>
                    <a:pt x="256" y="368"/>
                    <a:pt x="254" y="368"/>
                  </a:cubicBezTo>
                  <a:cubicBezTo>
                    <a:pt x="255" y="367"/>
                    <a:pt x="258" y="369"/>
                    <a:pt x="260" y="369"/>
                  </a:cubicBezTo>
                  <a:cubicBezTo>
                    <a:pt x="258" y="368"/>
                    <a:pt x="261" y="367"/>
                    <a:pt x="258" y="366"/>
                  </a:cubicBezTo>
                  <a:cubicBezTo>
                    <a:pt x="257" y="367"/>
                    <a:pt x="257" y="366"/>
                    <a:pt x="256" y="366"/>
                  </a:cubicBezTo>
                  <a:cubicBezTo>
                    <a:pt x="256" y="365"/>
                    <a:pt x="257" y="366"/>
                    <a:pt x="258" y="365"/>
                  </a:cubicBezTo>
                  <a:cubicBezTo>
                    <a:pt x="258" y="365"/>
                    <a:pt x="256" y="364"/>
                    <a:pt x="255" y="365"/>
                  </a:cubicBezTo>
                  <a:cubicBezTo>
                    <a:pt x="255" y="364"/>
                    <a:pt x="253" y="363"/>
                    <a:pt x="255" y="362"/>
                  </a:cubicBezTo>
                  <a:cubicBezTo>
                    <a:pt x="256" y="362"/>
                    <a:pt x="255" y="364"/>
                    <a:pt x="257" y="363"/>
                  </a:cubicBezTo>
                  <a:cubicBezTo>
                    <a:pt x="257" y="362"/>
                    <a:pt x="253" y="362"/>
                    <a:pt x="252" y="360"/>
                  </a:cubicBezTo>
                  <a:cubicBezTo>
                    <a:pt x="251" y="361"/>
                    <a:pt x="248" y="360"/>
                    <a:pt x="248" y="359"/>
                  </a:cubicBezTo>
                  <a:cubicBezTo>
                    <a:pt x="249" y="357"/>
                    <a:pt x="248" y="360"/>
                    <a:pt x="251" y="360"/>
                  </a:cubicBezTo>
                  <a:cubicBezTo>
                    <a:pt x="250" y="359"/>
                    <a:pt x="250" y="359"/>
                    <a:pt x="250" y="359"/>
                  </a:cubicBezTo>
                  <a:cubicBezTo>
                    <a:pt x="254" y="358"/>
                    <a:pt x="255" y="362"/>
                    <a:pt x="257" y="361"/>
                  </a:cubicBezTo>
                  <a:cubicBezTo>
                    <a:pt x="257" y="360"/>
                    <a:pt x="257" y="360"/>
                    <a:pt x="257" y="360"/>
                  </a:cubicBezTo>
                  <a:cubicBezTo>
                    <a:pt x="257" y="360"/>
                    <a:pt x="259" y="361"/>
                    <a:pt x="260" y="361"/>
                  </a:cubicBezTo>
                  <a:cubicBezTo>
                    <a:pt x="258" y="360"/>
                    <a:pt x="259" y="359"/>
                    <a:pt x="259" y="359"/>
                  </a:cubicBezTo>
                  <a:cubicBezTo>
                    <a:pt x="257" y="358"/>
                    <a:pt x="259" y="359"/>
                    <a:pt x="258" y="359"/>
                  </a:cubicBezTo>
                  <a:cubicBezTo>
                    <a:pt x="258" y="358"/>
                    <a:pt x="255" y="357"/>
                    <a:pt x="256" y="356"/>
                  </a:cubicBezTo>
                  <a:cubicBezTo>
                    <a:pt x="257" y="357"/>
                    <a:pt x="259" y="356"/>
                    <a:pt x="259" y="357"/>
                  </a:cubicBezTo>
                  <a:cubicBezTo>
                    <a:pt x="260" y="356"/>
                    <a:pt x="257" y="356"/>
                    <a:pt x="259" y="356"/>
                  </a:cubicBezTo>
                  <a:cubicBezTo>
                    <a:pt x="260" y="356"/>
                    <a:pt x="260" y="356"/>
                    <a:pt x="260" y="356"/>
                  </a:cubicBezTo>
                  <a:cubicBezTo>
                    <a:pt x="260" y="353"/>
                    <a:pt x="261" y="349"/>
                    <a:pt x="257" y="345"/>
                  </a:cubicBezTo>
                  <a:cubicBezTo>
                    <a:pt x="259" y="345"/>
                    <a:pt x="260" y="344"/>
                    <a:pt x="261" y="343"/>
                  </a:cubicBezTo>
                  <a:cubicBezTo>
                    <a:pt x="261" y="343"/>
                    <a:pt x="260" y="343"/>
                    <a:pt x="260" y="342"/>
                  </a:cubicBezTo>
                  <a:cubicBezTo>
                    <a:pt x="262" y="342"/>
                    <a:pt x="262" y="342"/>
                    <a:pt x="262" y="342"/>
                  </a:cubicBezTo>
                  <a:cubicBezTo>
                    <a:pt x="263" y="341"/>
                    <a:pt x="262" y="340"/>
                    <a:pt x="261" y="339"/>
                  </a:cubicBezTo>
                  <a:cubicBezTo>
                    <a:pt x="262" y="339"/>
                    <a:pt x="262" y="339"/>
                    <a:pt x="262" y="339"/>
                  </a:cubicBezTo>
                  <a:cubicBezTo>
                    <a:pt x="264" y="338"/>
                    <a:pt x="261" y="338"/>
                    <a:pt x="261" y="337"/>
                  </a:cubicBezTo>
                  <a:cubicBezTo>
                    <a:pt x="263" y="337"/>
                    <a:pt x="263" y="337"/>
                    <a:pt x="263" y="337"/>
                  </a:cubicBezTo>
                  <a:cubicBezTo>
                    <a:pt x="261" y="337"/>
                    <a:pt x="261" y="337"/>
                    <a:pt x="261" y="337"/>
                  </a:cubicBezTo>
                  <a:cubicBezTo>
                    <a:pt x="261" y="336"/>
                    <a:pt x="262" y="335"/>
                    <a:pt x="264" y="336"/>
                  </a:cubicBezTo>
                  <a:cubicBezTo>
                    <a:pt x="263" y="335"/>
                    <a:pt x="263" y="335"/>
                    <a:pt x="262" y="335"/>
                  </a:cubicBezTo>
                  <a:cubicBezTo>
                    <a:pt x="264" y="335"/>
                    <a:pt x="264" y="332"/>
                    <a:pt x="264" y="331"/>
                  </a:cubicBezTo>
                  <a:cubicBezTo>
                    <a:pt x="263" y="331"/>
                    <a:pt x="263" y="331"/>
                    <a:pt x="261" y="330"/>
                  </a:cubicBezTo>
                  <a:cubicBezTo>
                    <a:pt x="259" y="329"/>
                    <a:pt x="262" y="330"/>
                    <a:pt x="261" y="329"/>
                  </a:cubicBezTo>
                  <a:cubicBezTo>
                    <a:pt x="262" y="329"/>
                    <a:pt x="263" y="329"/>
                    <a:pt x="263" y="330"/>
                  </a:cubicBezTo>
                  <a:cubicBezTo>
                    <a:pt x="266" y="329"/>
                    <a:pt x="266" y="326"/>
                    <a:pt x="268" y="325"/>
                  </a:cubicBezTo>
                  <a:cubicBezTo>
                    <a:pt x="267" y="324"/>
                    <a:pt x="267" y="324"/>
                    <a:pt x="267" y="324"/>
                  </a:cubicBezTo>
                  <a:cubicBezTo>
                    <a:pt x="270" y="323"/>
                    <a:pt x="268" y="321"/>
                    <a:pt x="270" y="320"/>
                  </a:cubicBezTo>
                  <a:cubicBezTo>
                    <a:pt x="269" y="320"/>
                    <a:pt x="267" y="318"/>
                    <a:pt x="268" y="317"/>
                  </a:cubicBezTo>
                  <a:cubicBezTo>
                    <a:pt x="266" y="315"/>
                    <a:pt x="270" y="318"/>
                    <a:pt x="271" y="318"/>
                  </a:cubicBezTo>
                  <a:cubicBezTo>
                    <a:pt x="271" y="317"/>
                    <a:pt x="271" y="316"/>
                    <a:pt x="271" y="316"/>
                  </a:cubicBezTo>
                  <a:cubicBezTo>
                    <a:pt x="272" y="316"/>
                    <a:pt x="272" y="316"/>
                    <a:pt x="272" y="316"/>
                  </a:cubicBezTo>
                  <a:cubicBezTo>
                    <a:pt x="271" y="315"/>
                    <a:pt x="271" y="314"/>
                    <a:pt x="272" y="314"/>
                  </a:cubicBezTo>
                  <a:cubicBezTo>
                    <a:pt x="272" y="314"/>
                    <a:pt x="272" y="314"/>
                    <a:pt x="272" y="314"/>
                  </a:cubicBezTo>
                  <a:cubicBezTo>
                    <a:pt x="273" y="314"/>
                    <a:pt x="274" y="314"/>
                    <a:pt x="274" y="313"/>
                  </a:cubicBezTo>
                  <a:cubicBezTo>
                    <a:pt x="274" y="311"/>
                    <a:pt x="275" y="312"/>
                    <a:pt x="274" y="310"/>
                  </a:cubicBezTo>
                  <a:cubicBezTo>
                    <a:pt x="275" y="311"/>
                    <a:pt x="275" y="311"/>
                    <a:pt x="275" y="311"/>
                  </a:cubicBezTo>
                  <a:cubicBezTo>
                    <a:pt x="273" y="310"/>
                    <a:pt x="273" y="310"/>
                    <a:pt x="273" y="310"/>
                  </a:cubicBezTo>
                  <a:cubicBezTo>
                    <a:pt x="275" y="309"/>
                    <a:pt x="275" y="309"/>
                    <a:pt x="275" y="309"/>
                  </a:cubicBezTo>
                  <a:cubicBezTo>
                    <a:pt x="276" y="311"/>
                    <a:pt x="276" y="311"/>
                    <a:pt x="276" y="311"/>
                  </a:cubicBezTo>
                  <a:cubicBezTo>
                    <a:pt x="277" y="311"/>
                    <a:pt x="275" y="310"/>
                    <a:pt x="275" y="309"/>
                  </a:cubicBezTo>
                  <a:cubicBezTo>
                    <a:pt x="274" y="308"/>
                    <a:pt x="275" y="309"/>
                    <a:pt x="276" y="309"/>
                  </a:cubicBezTo>
                  <a:cubicBezTo>
                    <a:pt x="277" y="310"/>
                    <a:pt x="276" y="309"/>
                    <a:pt x="276" y="309"/>
                  </a:cubicBezTo>
                  <a:cubicBezTo>
                    <a:pt x="276" y="310"/>
                    <a:pt x="276" y="309"/>
                    <a:pt x="277" y="310"/>
                  </a:cubicBezTo>
                  <a:cubicBezTo>
                    <a:pt x="277" y="310"/>
                    <a:pt x="276" y="308"/>
                    <a:pt x="276" y="308"/>
                  </a:cubicBezTo>
                  <a:cubicBezTo>
                    <a:pt x="277" y="308"/>
                    <a:pt x="277" y="307"/>
                    <a:pt x="278" y="308"/>
                  </a:cubicBezTo>
                  <a:cubicBezTo>
                    <a:pt x="278" y="307"/>
                    <a:pt x="279" y="307"/>
                    <a:pt x="278" y="306"/>
                  </a:cubicBezTo>
                  <a:cubicBezTo>
                    <a:pt x="278" y="306"/>
                    <a:pt x="277" y="307"/>
                    <a:pt x="276" y="306"/>
                  </a:cubicBezTo>
                  <a:cubicBezTo>
                    <a:pt x="276" y="305"/>
                    <a:pt x="277" y="305"/>
                    <a:pt x="277" y="305"/>
                  </a:cubicBezTo>
                  <a:cubicBezTo>
                    <a:pt x="277" y="306"/>
                    <a:pt x="277" y="306"/>
                    <a:pt x="277" y="306"/>
                  </a:cubicBezTo>
                  <a:cubicBezTo>
                    <a:pt x="277" y="305"/>
                    <a:pt x="278" y="305"/>
                    <a:pt x="277" y="304"/>
                  </a:cubicBezTo>
                  <a:cubicBezTo>
                    <a:pt x="279" y="305"/>
                    <a:pt x="279" y="305"/>
                    <a:pt x="279" y="305"/>
                  </a:cubicBezTo>
                  <a:cubicBezTo>
                    <a:pt x="278" y="304"/>
                    <a:pt x="279" y="303"/>
                    <a:pt x="279" y="303"/>
                  </a:cubicBezTo>
                  <a:cubicBezTo>
                    <a:pt x="280" y="304"/>
                    <a:pt x="281" y="306"/>
                    <a:pt x="282" y="306"/>
                  </a:cubicBezTo>
                  <a:cubicBezTo>
                    <a:pt x="282" y="304"/>
                    <a:pt x="282" y="304"/>
                    <a:pt x="282" y="304"/>
                  </a:cubicBezTo>
                  <a:cubicBezTo>
                    <a:pt x="282" y="303"/>
                    <a:pt x="283" y="304"/>
                    <a:pt x="283" y="304"/>
                  </a:cubicBezTo>
                  <a:cubicBezTo>
                    <a:pt x="285" y="304"/>
                    <a:pt x="282" y="299"/>
                    <a:pt x="284" y="300"/>
                  </a:cubicBezTo>
                  <a:cubicBezTo>
                    <a:pt x="285" y="302"/>
                    <a:pt x="285" y="302"/>
                    <a:pt x="286" y="302"/>
                  </a:cubicBezTo>
                  <a:cubicBezTo>
                    <a:pt x="286" y="301"/>
                    <a:pt x="286" y="301"/>
                    <a:pt x="286" y="301"/>
                  </a:cubicBezTo>
                  <a:cubicBezTo>
                    <a:pt x="285" y="300"/>
                    <a:pt x="286" y="302"/>
                    <a:pt x="285" y="301"/>
                  </a:cubicBezTo>
                  <a:cubicBezTo>
                    <a:pt x="285" y="300"/>
                    <a:pt x="285" y="300"/>
                    <a:pt x="285" y="300"/>
                  </a:cubicBezTo>
                  <a:cubicBezTo>
                    <a:pt x="288" y="303"/>
                    <a:pt x="290" y="299"/>
                    <a:pt x="293" y="300"/>
                  </a:cubicBezTo>
                  <a:cubicBezTo>
                    <a:pt x="292" y="298"/>
                    <a:pt x="294" y="299"/>
                    <a:pt x="294" y="298"/>
                  </a:cubicBezTo>
                  <a:cubicBezTo>
                    <a:pt x="294" y="300"/>
                    <a:pt x="295" y="297"/>
                    <a:pt x="296" y="298"/>
                  </a:cubicBezTo>
                  <a:cubicBezTo>
                    <a:pt x="295" y="296"/>
                    <a:pt x="295" y="296"/>
                    <a:pt x="295" y="296"/>
                  </a:cubicBezTo>
                  <a:cubicBezTo>
                    <a:pt x="296" y="297"/>
                    <a:pt x="295" y="291"/>
                    <a:pt x="297" y="294"/>
                  </a:cubicBezTo>
                  <a:cubicBezTo>
                    <a:pt x="298" y="295"/>
                    <a:pt x="298" y="296"/>
                    <a:pt x="297" y="296"/>
                  </a:cubicBezTo>
                  <a:cubicBezTo>
                    <a:pt x="299" y="299"/>
                    <a:pt x="300" y="293"/>
                    <a:pt x="301" y="296"/>
                  </a:cubicBezTo>
                  <a:cubicBezTo>
                    <a:pt x="301" y="295"/>
                    <a:pt x="300" y="294"/>
                    <a:pt x="301" y="292"/>
                  </a:cubicBezTo>
                  <a:cubicBezTo>
                    <a:pt x="302" y="293"/>
                    <a:pt x="304" y="294"/>
                    <a:pt x="304" y="294"/>
                  </a:cubicBezTo>
                  <a:cubicBezTo>
                    <a:pt x="304" y="294"/>
                    <a:pt x="304" y="293"/>
                    <a:pt x="305" y="294"/>
                  </a:cubicBezTo>
                  <a:cubicBezTo>
                    <a:pt x="305" y="294"/>
                    <a:pt x="305" y="294"/>
                    <a:pt x="305" y="295"/>
                  </a:cubicBezTo>
                  <a:cubicBezTo>
                    <a:pt x="306" y="295"/>
                    <a:pt x="307" y="294"/>
                    <a:pt x="308" y="293"/>
                  </a:cubicBezTo>
                  <a:cubicBezTo>
                    <a:pt x="309" y="294"/>
                    <a:pt x="310" y="293"/>
                    <a:pt x="312" y="293"/>
                  </a:cubicBezTo>
                  <a:cubicBezTo>
                    <a:pt x="312" y="291"/>
                    <a:pt x="315" y="293"/>
                    <a:pt x="314" y="290"/>
                  </a:cubicBezTo>
                  <a:cubicBezTo>
                    <a:pt x="314" y="291"/>
                    <a:pt x="314" y="291"/>
                    <a:pt x="314" y="291"/>
                  </a:cubicBezTo>
                  <a:cubicBezTo>
                    <a:pt x="314" y="290"/>
                    <a:pt x="314" y="288"/>
                    <a:pt x="315" y="288"/>
                  </a:cubicBezTo>
                  <a:cubicBezTo>
                    <a:pt x="315" y="290"/>
                    <a:pt x="315" y="290"/>
                    <a:pt x="315" y="290"/>
                  </a:cubicBezTo>
                  <a:cubicBezTo>
                    <a:pt x="316" y="292"/>
                    <a:pt x="317" y="290"/>
                    <a:pt x="318" y="291"/>
                  </a:cubicBezTo>
                  <a:cubicBezTo>
                    <a:pt x="316" y="289"/>
                    <a:pt x="318" y="291"/>
                    <a:pt x="318" y="289"/>
                  </a:cubicBezTo>
                  <a:cubicBezTo>
                    <a:pt x="318" y="288"/>
                    <a:pt x="318" y="288"/>
                    <a:pt x="318" y="288"/>
                  </a:cubicBezTo>
                  <a:cubicBezTo>
                    <a:pt x="319" y="287"/>
                    <a:pt x="318" y="287"/>
                    <a:pt x="319" y="286"/>
                  </a:cubicBezTo>
                  <a:cubicBezTo>
                    <a:pt x="320" y="286"/>
                    <a:pt x="321" y="288"/>
                    <a:pt x="320" y="288"/>
                  </a:cubicBezTo>
                  <a:cubicBezTo>
                    <a:pt x="321" y="289"/>
                    <a:pt x="322" y="288"/>
                    <a:pt x="322" y="287"/>
                  </a:cubicBezTo>
                  <a:cubicBezTo>
                    <a:pt x="322" y="287"/>
                    <a:pt x="322" y="287"/>
                    <a:pt x="322" y="287"/>
                  </a:cubicBezTo>
                  <a:cubicBezTo>
                    <a:pt x="322" y="287"/>
                    <a:pt x="322" y="287"/>
                    <a:pt x="322" y="287"/>
                  </a:cubicBezTo>
                  <a:cubicBezTo>
                    <a:pt x="323" y="287"/>
                    <a:pt x="323" y="287"/>
                    <a:pt x="323" y="287"/>
                  </a:cubicBezTo>
                  <a:cubicBezTo>
                    <a:pt x="323" y="287"/>
                    <a:pt x="323" y="287"/>
                    <a:pt x="323" y="287"/>
                  </a:cubicBezTo>
                  <a:cubicBezTo>
                    <a:pt x="323" y="287"/>
                    <a:pt x="323" y="287"/>
                    <a:pt x="322" y="287"/>
                  </a:cubicBezTo>
                  <a:cubicBezTo>
                    <a:pt x="323" y="287"/>
                    <a:pt x="323" y="287"/>
                    <a:pt x="323" y="287"/>
                  </a:cubicBezTo>
                  <a:cubicBezTo>
                    <a:pt x="323" y="287"/>
                    <a:pt x="323" y="287"/>
                    <a:pt x="323" y="287"/>
                  </a:cubicBezTo>
                  <a:cubicBezTo>
                    <a:pt x="324" y="287"/>
                    <a:pt x="324" y="287"/>
                    <a:pt x="324" y="287"/>
                  </a:cubicBezTo>
                  <a:cubicBezTo>
                    <a:pt x="325" y="289"/>
                    <a:pt x="325" y="289"/>
                    <a:pt x="325" y="289"/>
                  </a:cubicBezTo>
                  <a:cubicBezTo>
                    <a:pt x="325" y="289"/>
                    <a:pt x="326" y="286"/>
                    <a:pt x="326" y="286"/>
                  </a:cubicBezTo>
                  <a:cubicBezTo>
                    <a:pt x="328" y="286"/>
                    <a:pt x="331" y="283"/>
                    <a:pt x="332" y="281"/>
                  </a:cubicBezTo>
                  <a:cubicBezTo>
                    <a:pt x="332" y="282"/>
                    <a:pt x="332" y="282"/>
                    <a:pt x="332" y="282"/>
                  </a:cubicBezTo>
                  <a:cubicBezTo>
                    <a:pt x="332" y="281"/>
                    <a:pt x="332" y="279"/>
                    <a:pt x="333" y="280"/>
                  </a:cubicBezTo>
                  <a:cubicBezTo>
                    <a:pt x="333" y="279"/>
                    <a:pt x="334" y="280"/>
                    <a:pt x="335" y="280"/>
                  </a:cubicBezTo>
                  <a:cubicBezTo>
                    <a:pt x="335" y="280"/>
                    <a:pt x="334" y="279"/>
                    <a:pt x="334" y="279"/>
                  </a:cubicBezTo>
                  <a:cubicBezTo>
                    <a:pt x="337" y="279"/>
                    <a:pt x="337" y="275"/>
                    <a:pt x="339" y="274"/>
                  </a:cubicBezTo>
                  <a:cubicBezTo>
                    <a:pt x="339" y="274"/>
                    <a:pt x="340" y="275"/>
                    <a:pt x="340" y="276"/>
                  </a:cubicBezTo>
                  <a:cubicBezTo>
                    <a:pt x="341" y="274"/>
                    <a:pt x="341" y="272"/>
                    <a:pt x="341" y="270"/>
                  </a:cubicBezTo>
                  <a:cubicBezTo>
                    <a:pt x="341" y="270"/>
                    <a:pt x="342" y="270"/>
                    <a:pt x="342" y="271"/>
                  </a:cubicBezTo>
                  <a:cubicBezTo>
                    <a:pt x="342" y="270"/>
                    <a:pt x="343" y="269"/>
                    <a:pt x="342" y="267"/>
                  </a:cubicBezTo>
                  <a:cubicBezTo>
                    <a:pt x="341" y="268"/>
                    <a:pt x="343" y="268"/>
                    <a:pt x="342" y="268"/>
                  </a:cubicBezTo>
                  <a:cubicBezTo>
                    <a:pt x="341" y="268"/>
                    <a:pt x="340" y="266"/>
                    <a:pt x="341" y="266"/>
                  </a:cubicBezTo>
                  <a:cubicBezTo>
                    <a:pt x="341" y="266"/>
                    <a:pt x="341" y="266"/>
                    <a:pt x="341" y="266"/>
                  </a:cubicBezTo>
                  <a:cubicBezTo>
                    <a:pt x="342" y="265"/>
                    <a:pt x="341" y="265"/>
                    <a:pt x="342" y="263"/>
                  </a:cubicBezTo>
                  <a:cubicBezTo>
                    <a:pt x="343" y="263"/>
                    <a:pt x="342" y="264"/>
                    <a:pt x="343" y="264"/>
                  </a:cubicBezTo>
                  <a:cubicBezTo>
                    <a:pt x="345" y="265"/>
                    <a:pt x="345" y="262"/>
                    <a:pt x="346" y="262"/>
                  </a:cubicBezTo>
                  <a:cubicBezTo>
                    <a:pt x="344" y="261"/>
                    <a:pt x="344" y="261"/>
                    <a:pt x="344" y="261"/>
                  </a:cubicBezTo>
                  <a:cubicBezTo>
                    <a:pt x="344" y="260"/>
                    <a:pt x="346" y="261"/>
                    <a:pt x="346" y="260"/>
                  </a:cubicBezTo>
                  <a:cubicBezTo>
                    <a:pt x="342" y="256"/>
                    <a:pt x="342" y="256"/>
                    <a:pt x="342" y="256"/>
                  </a:cubicBezTo>
                  <a:cubicBezTo>
                    <a:pt x="342" y="257"/>
                    <a:pt x="344" y="256"/>
                    <a:pt x="345" y="257"/>
                  </a:cubicBezTo>
                  <a:cubicBezTo>
                    <a:pt x="346" y="255"/>
                    <a:pt x="342" y="254"/>
                    <a:pt x="341" y="253"/>
                  </a:cubicBezTo>
                  <a:cubicBezTo>
                    <a:pt x="342" y="252"/>
                    <a:pt x="341" y="250"/>
                    <a:pt x="341" y="250"/>
                  </a:cubicBezTo>
                  <a:cubicBezTo>
                    <a:pt x="342" y="250"/>
                    <a:pt x="341" y="250"/>
                    <a:pt x="342" y="250"/>
                  </a:cubicBezTo>
                  <a:cubicBezTo>
                    <a:pt x="343" y="250"/>
                    <a:pt x="343" y="250"/>
                    <a:pt x="343" y="250"/>
                  </a:cubicBezTo>
                  <a:cubicBezTo>
                    <a:pt x="343" y="251"/>
                    <a:pt x="346" y="250"/>
                    <a:pt x="347" y="251"/>
                  </a:cubicBezTo>
                  <a:cubicBezTo>
                    <a:pt x="346" y="249"/>
                    <a:pt x="347" y="247"/>
                    <a:pt x="347" y="246"/>
                  </a:cubicBezTo>
                  <a:cubicBezTo>
                    <a:pt x="345" y="247"/>
                    <a:pt x="346" y="244"/>
                    <a:pt x="343" y="244"/>
                  </a:cubicBezTo>
                  <a:cubicBezTo>
                    <a:pt x="343" y="242"/>
                    <a:pt x="346" y="243"/>
                    <a:pt x="346" y="242"/>
                  </a:cubicBezTo>
                  <a:cubicBezTo>
                    <a:pt x="345" y="240"/>
                    <a:pt x="346" y="239"/>
                    <a:pt x="345" y="237"/>
                  </a:cubicBezTo>
                  <a:cubicBezTo>
                    <a:pt x="346" y="237"/>
                    <a:pt x="346" y="237"/>
                    <a:pt x="346" y="237"/>
                  </a:cubicBezTo>
                  <a:cubicBezTo>
                    <a:pt x="345" y="236"/>
                    <a:pt x="346" y="233"/>
                    <a:pt x="344" y="232"/>
                  </a:cubicBezTo>
                  <a:cubicBezTo>
                    <a:pt x="345" y="232"/>
                    <a:pt x="345" y="232"/>
                    <a:pt x="345" y="232"/>
                  </a:cubicBezTo>
                  <a:cubicBezTo>
                    <a:pt x="346" y="231"/>
                    <a:pt x="342" y="232"/>
                    <a:pt x="343" y="230"/>
                  </a:cubicBezTo>
                  <a:cubicBezTo>
                    <a:pt x="345" y="231"/>
                    <a:pt x="345" y="231"/>
                    <a:pt x="345" y="231"/>
                  </a:cubicBezTo>
                  <a:cubicBezTo>
                    <a:pt x="343" y="230"/>
                    <a:pt x="346" y="229"/>
                    <a:pt x="344" y="227"/>
                  </a:cubicBezTo>
                  <a:cubicBezTo>
                    <a:pt x="344" y="227"/>
                    <a:pt x="345" y="227"/>
                    <a:pt x="345" y="228"/>
                  </a:cubicBezTo>
                  <a:cubicBezTo>
                    <a:pt x="344" y="226"/>
                    <a:pt x="345" y="225"/>
                    <a:pt x="343" y="224"/>
                  </a:cubicBezTo>
                  <a:cubicBezTo>
                    <a:pt x="344" y="224"/>
                    <a:pt x="345" y="224"/>
                    <a:pt x="345" y="225"/>
                  </a:cubicBezTo>
                  <a:cubicBezTo>
                    <a:pt x="346" y="224"/>
                    <a:pt x="343" y="223"/>
                    <a:pt x="344" y="222"/>
                  </a:cubicBezTo>
                  <a:cubicBezTo>
                    <a:pt x="344" y="222"/>
                    <a:pt x="345" y="222"/>
                    <a:pt x="346" y="222"/>
                  </a:cubicBezTo>
                  <a:cubicBezTo>
                    <a:pt x="344" y="221"/>
                    <a:pt x="345" y="219"/>
                    <a:pt x="344" y="219"/>
                  </a:cubicBezTo>
                  <a:cubicBezTo>
                    <a:pt x="345" y="219"/>
                    <a:pt x="346" y="218"/>
                    <a:pt x="347" y="218"/>
                  </a:cubicBezTo>
                  <a:cubicBezTo>
                    <a:pt x="348" y="213"/>
                    <a:pt x="351" y="208"/>
                    <a:pt x="353" y="202"/>
                  </a:cubicBezTo>
                  <a:cubicBezTo>
                    <a:pt x="355" y="203"/>
                    <a:pt x="353" y="204"/>
                    <a:pt x="355" y="204"/>
                  </a:cubicBezTo>
                  <a:cubicBezTo>
                    <a:pt x="353" y="203"/>
                    <a:pt x="355" y="203"/>
                    <a:pt x="355" y="202"/>
                  </a:cubicBezTo>
                  <a:cubicBezTo>
                    <a:pt x="356" y="202"/>
                    <a:pt x="356" y="202"/>
                    <a:pt x="356" y="202"/>
                  </a:cubicBezTo>
                  <a:cubicBezTo>
                    <a:pt x="356" y="201"/>
                    <a:pt x="357" y="202"/>
                    <a:pt x="357" y="201"/>
                  </a:cubicBezTo>
                  <a:cubicBezTo>
                    <a:pt x="357" y="200"/>
                    <a:pt x="357" y="200"/>
                    <a:pt x="357" y="200"/>
                  </a:cubicBezTo>
                  <a:cubicBezTo>
                    <a:pt x="356" y="199"/>
                    <a:pt x="360" y="201"/>
                    <a:pt x="358" y="199"/>
                  </a:cubicBezTo>
                  <a:cubicBezTo>
                    <a:pt x="360" y="200"/>
                    <a:pt x="360" y="200"/>
                    <a:pt x="360" y="200"/>
                  </a:cubicBezTo>
                  <a:cubicBezTo>
                    <a:pt x="359" y="197"/>
                    <a:pt x="361" y="199"/>
                    <a:pt x="361" y="197"/>
                  </a:cubicBezTo>
                  <a:cubicBezTo>
                    <a:pt x="361" y="197"/>
                    <a:pt x="361" y="197"/>
                    <a:pt x="361" y="197"/>
                  </a:cubicBezTo>
                  <a:cubicBezTo>
                    <a:pt x="363" y="198"/>
                    <a:pt x="362" y="194"/>
                    <a:pt x="363" y="195"/>
                  </a:cubicBezTo>
                  <a:cubicBezTo>
                    <a:pt x="364" y="194"/>
                    <a:pt x="365" y="193"/>
                    <a:pt x="364" y="191"/>
                  </a:cubicBezTo>
                  <a:cubicBezTo>
                    <a:pt x="365" y="193"/>
                    <a:pt x="365" y="193"/>
                    <a:pt x="365" y="193"/>
                  </a:cubicBezTo>
                  <a:cubicBezTo>
                    <a:pt x="366" y="192"/>
                    <a:pt x="368" y="191"/>
                    <a:pt x="369" y="190"/>
                  </a:cubicBezTo>
                  <a:cubicBezTo>
                    <a:pt x="374" y="190"/>
                    <a:pt x="379" y="190"/>
                    <a:pt x="383" y="191"/>
                  </a:cubicBezTo>
                  <a:cubicBezTo>
                    <a:pt x="386" y="192"/>
                    <a:pt x="388" y="193"/>
                    <a:pt x="390" y="194"/>
                  </a:cubicBezTo>
                  <a:cubicBezTo>
                    <a:pt x="389" y="196"/>
                    <a:pt x="388" y="198"/>
                    <a:pt x="388" y="200"/>
                  </a:cubicBezTo>
                  <a:cubicBezTo>
                    <a:pt x="387" y="201"/>
                    <a:pt x="386" y="199"/>
                    <a:pt x="386" y="199"/>
                  </a:cubicBezTo>
                  <a:cubicBezTo>
                    <a:pt x="384" y="205"/>
                    <a:pt x="377" y="203"/>
                    <a:pt x="373" y="209"/>
                  </a:cubicBezTo>
                  <a:cubicBezTo>
                    <a:pt x="369" y="210"/>
                    <a:pt x="365" y="215"/>
                    <a:pt x="365" y="215"/>
                  </a:cubicBezTo>
                  <a:cubicBezTo>
                    <a:pt x="382" y="216"/>
                    <a:pt x="389" y="211"/>
                    <a:pt x="399" y="205"/>
                  </a:cubicBezTo>
                  <a:cubicBezTo>
                    <a:pt x="401" y="203"/>
                    <a:pt x="402" y="201"/>
                    <a:pt x="403" y="198"/>
                  </a:cubicBezTo>
                  <a:cubicBezTo>
                    <a:pt x="405" y="199"/>
                    <a:pt x="406" y="199"/>
                    <a:pt x="406" y="198"/>
                  </a:cubicBezTo>
                  <a:cubicBezTo>
                    <a:pt x="405" y="197"/>
                    <a:pt x="404" y="197"/>
                    <a:pt x="404" y="196"/>
                  </a:cubicBezTo>
                  <a:cubicBezTo>
                    <a:pt x="404" y="194"/>
                    <a:pt x="405" y="191"/>
                    <a:pt x="406" y="188"/>
                  </a:cubicBezTo>
                  <a:cubicBezTo>
                    <a:pt x="398" y="164"/>
                    <a:pt x="382" y="170"/>
                    <a:pt x="375" y="170"/>
                  </a:cubicBezTo>
                  <a:cubicBezTo>
                    <a:pt x="367" y="172"/>
                    <a:pt x="361" y="175"/>
                    <a:pt x="356" y="179"/>
                  </a:cubicBezTo>
                  <a:cubicBezTo>
                    <a:pt x="356" y="179"/>
                    <a:pt x="356" y="179"/>
                    <a:pt x="357" y="180"/>
                  </a:cubicBezTo>
                  <a:cubicBezTo>
                    <a:pt x="354" y="179"/>
                    <a:pt x="351" y="179"/>
                    <a:pt x="349" y="179"/>
                  </a:cubicBezTo>
                  <a:cubicBezTo>
                    <a:pt x="332" y="177"/>
                    <a:pt x="315" y="175"/>
                    <a:pt x="313" y="163"/>
                  </a:cubicBezTo>
                  <a:cubicBezTo>
                    <a:pt x="308" y="154"/>
                    <a:pt x="303" y="139"/>
                    <a:pt x="301" y="128"/>
                  </a:cubicBezTo>
                  <a:cubicBezTo>
                    <a:pt x="300" y="124"/>
                    <a:pt x="300" y="121"/>
                    <a:pt x="299" y="117"/>
                  </a:cubicBezTo>
                  <a:cubicBezTo>
                    <a:pt x="323" y="112"/>
                    <a:pt x="296" y="118"/>
                    <a:pt x="307" y="115"/>
                  </a:cubicBezTo>
                  <a:cubicBezTo>
                    <a:pt x="307" y="115"/>
                    <a:pt x="307" y="115"/>
                    <a:pt x="307" y="115"/>
                  </a:cubicBezTo>
                  <a:cubicBezTo>
                    <a:pt x="307" y="114"/>
                    <a:pt x="307" y="114"/>
                    <a:pt x="307" y="114"/>
                  </a:cubicBezTo>
                  <a:cubicBezTo>
                    <a:pt x="306" y="113"/>
                    <a:pt x="306" y="113"/>
                    <a:pt x="306" y="113"/>
                  </a:cubicBezTo>
                  <a:cubicBezTo>
                    <a:pt x="306" y="110"/>
                    <a:pt x="306" y="110"/>
                    <a:pt x="306" y="110"/>
                  </a:cubicBezTo>
                  <a:cubicBezTo>
                    <a:pt x="303" y="103"/>
                    <a:pt x="304" y="96"/>
                    <a:pt x="292" y="85"/>
                  </a:cubicBezTo>
                  <a:cubicBezTo>
                    <a:pt x="277" y="75"/>
                    <a:pt x="266" y="83"/>
                    <a:pt x="261" y="92"/>
                  </a:cubicBezTo>
                  <a:cubicBezTo>
                    <a:pt x="260" y="93"/>
                    <a:pt x="259" y="94"/>
                    <a:pt x="258" y="95"/>
                  </a:cubicBezTo>
                  <a:cubicBezTo>
                    <a:pt x="257" y="95"/>
                    <a:pt x="257" y="95"/>
                    <a:pt x="257" y="95"/>
                  </a:cubicBezTo>
                  <a:cubicBezTo>
                    <a:pt x="255" y="97"/>
                    <a:pt x="253" y="98"/>
                    <a:pt x="251" y="102"/>
                  </a:cubicBezTo>
                  <a:cubicBezTo>
                    <a:pt x="251" y="102"/>
                    <a:pt x="251" y="102"/>
                    <a:pt x="251" y="102"/>
                  </a:cubicBezTo>
                  <a:cubicBezTo>
                    <a:pt x="251" y="106"/>
                    <a:pt x="245" y="110"/>
                    <a:pt x="247" y="113"/>
                  </a:cubicBezTo>
                  <a:cubicBezTo>
                    <a:pt x="245" y="115"/>
                    <a:pt x="245" y="115"/>
                    <a:pt x="245" y="115"/>
                  </a:cubicBezTo>
                  <a:cubicBezTo>
                    <a:pt x="246" y="120"/>
                    <a:pt x="243" y="122"/>
                    <a:pt x="245" y="127"/>
                  </a:cubicBezTo>
                  <a:cubicBezTo>
                    <a:pt x="244" y="126"/>
                    <a:pt x="244" y="126"/>
                    <a:pt x="244" y="126"/>
                  </a:cubicBezTo>
                  <a:cubicBezTo>
                    <a:pt x="243" y="133"/>
                    <a:pt x="248" y="140"/>
                    <a:pt x="246" y="142"/>
                  </a:cubicBezTo>
                  <a:cubicBezTo>
                    <a:pt x="246" y="144"/>
                    <a:pt x="246" y="145"/>
                    <a:pt x="247" y="147"/>
                  </a:cubicBezTo>
                  <a:cubicBezTo>
                    <a:pt x="241" y="158"/>
                    <a:pt x="234" y="167"/>
                    <a:pt x="228" y="171"/>
                  </a:cubicBezTo>
                  <a:cubicBezTo>
                    <a:pt x="228" y="169"/>
                    <a:pt x="226" y="166"/>
                    <a:pt x="223" y="162"/>
                  </a:cubicBezTo>
                  <a:cubicBezTo>
                    <a:pt x="223" y="162"/>
                    <a:pt x="223" y="162"/>
                    <a:pt x="224" y="162"/>
                  </a:cubicBezTo>
                  <a:cubicBezTo>
                    <a:pt x="224" y="162"/>
                    <a:pt x="223" y="161"/>
                    <a:pt x="223" y="161"/>
                  </a:cubicBezTo>
                  <a:cubicBezTo>
                    <a:pt x="223" y="161"/>
                    <a:pt x="223" y="161"/>
                    <a:pt x="223" y="160"/>
                  </a:cubicBezTo>
                  <a:cubicBezTo>
                    <a:pt x="228" y="153"/>
                    <a:pt x="228" y="143"/>
                    <a:pt x="231" y="134"/>
                  </a:cubicBezTo>
                  <a:cubicBezTo>
                    <a:pt x="231" y="134"/>
                    <a:pt x="232" y="136"/>
                    <a:pt x="232" y="137"/>
                  </a:cubicBezTo>
                  <a:cubicBezTo>
                    <a:pt x="233" y="129"/>
                    <a:pt x="233" y="121"/>
                    <a:pt x="230" y="115"/>
                  </a:cubicBezTo>
                  <a:cubicBezTo>
                    <a:pt x="231" y="115"/>
                    <a:pt x="231" y="115"/>
                    <a:pt x="232" y="117"/>
                  </a:cubicBezTo>
                  <a:cubicBezTo>
                    <a:pt x="231" y="111"/>
                    <a:pt x="229" y="105"/>
                    <a:pt x="227" y="103"/>
                  </a:cubicBezTo>
                  <a:cubicBezTo>
                    <a:pt x="227" y="107"/>
                    <a:pt x="228" y="103"/>
                    <a:pt x="228" y="106"/>
                  </a:cubicBezTo>
                  <a:cubicBezTo>
                    <a:pt x="228" y="110"/>
                    <a:pt x="225" y="104"/>
                    <a:pt x="223" y="100"/>
                  </a:cubicBezTo>
                  <a:cubicBezTo>
                    <a:pt x="223" y="100"/>
                    <a:pt x="223" y="100"/>
                    <a:pt x="223" y="100"/>
                  </a:cubicBezTo>
                  <a:cubicBezTo>
                    <a:pt x="220" y="96"/>
                    <a:pt x="218" y="95"/>
                    <a:pt x="213" y="96"/>
                  </a:cubicBezTo>
                  <a:cubicBezTo>
                    <a:pt x="209" y="95"/>
                    <a:pt x="216" y="95"/>
                    <a:pt x="214" y="94"/>
                  </a:cubicBezTo>
                  <a:cubicBezTo>
                    <a:pt x="211" y="90"/>
                    <a:pt x="201" y="99"/>
                    <a:pt x="201" y="100"/>
                  </a:cubicBezTo>
                  <a:cubicBezTo>
                    <a:pt x="200" y="102"/>
                    <a:pt x="199" y="104"/>
                    <a:pt x="200" y="104"/>
                  </a:cubicBezTo>
                  <a:cubicBezTo>
                    <a:pt x="198" y="108"/>
                    <a:pt x="198" y="105"/>
                    <a:pt x="197" y="108"/>
                  </a:cubicBezTo>
                  <a:cubicBezTo>
                    <a:pt x="196" y="112"/>
                    <a:pt x="197" y="116"/>
                    <a:pt x="199" y="120"/>
                  </a:cubicBezTo>
                  <a:cubicBezTo>
                    <a:pt x="198" y="119"/>
                    <a:pt x="196" y="123"/>
                    <a:pt x="195" y="120"/>
                  </a:cubicBezTo>
                  <a:cubicBezTo>
                    <a:pt x="196" y="129"/>
                    <a:pt x="200" y="133"/>
                    <a:pt x="202" y="137"/>
                  </a:cubicBezTo>
                  <a:cubicBezTo>
                    <a:pt x="202" y="140"/>
                    <a:pt x="205" y="147"/>
                    <a:pt x="207" y="149"/>
                  </a:cubicBezTo>
                  <a:cubicBezTo>
                    <a:pt x="206" y="151"/>
                    <a:pt x="206" y="147"/>
                    <a:pt x="205" y="147"/>
                  </a:cubicBezTo>
                  <a:cubicBezTo>
                    <a:pt x="205" y="151"/>
                    <a:pt x="205" y="151"/>
                    <a:pt x="205" y="151"/>
                  </a:cubicBezTo>
                  <a:cubicBezTo>
                    <a:pt x="202" y="146"/>
                    <a:pt x="203" y="153"/>
                    <a:pt x="201" y="150"/>
                  </a:cubicBezTo>
                  <a:cubicBezTo>
                    <a:pt x="202" y="153"/>
                    <a:pt x="204" y="158"/>
                    <a:pt x="206" y="163"/>
                  </a:cubicBezTo>
                  <a:cubicBezTo>
                    <a:pt x="203" y="170"/>
                    <a:pt x="201" y="172"/>
                    <a:pt x="194" y="178"/>
                  </a:cubicBezTo>
                  <a:cubicBezTo>
                    <a:pt x="195" y="178"/>
                    <a:pt x="192" y="180"/>
                    <a:pt x="194" y="181"/>
                  </a:cubicBezTo>
                  <a:cubicBezTo>
                    <a:pt x="194" y="183"/>
                    <a:pt x="192" y="183"/>
                    <a:pt x="191" y="183"/>
                  </a:cubicBezTo>
                  <a:cubicBezTo>
                    <a:pt x="192" y="182"/>
                    <a:pt x="193" y="182"/>
                    <a:pt x="192" y="176"/>
                  </a:cubicBezTo>
                  <a:cubicBezTo>
                    <a:pt x="186" y="156"/>
                    <a:pt x="180" y="130"/>
                    <a:pt x="179" y="108"/>
                  </a:cubicBezTo>
                  <a:cubicBezTo>
                    <a:pt x="179" y="110"/>
                    <a:pt x="178" y="110"/>
                    <a:pt x="178" y="108"/>
                  </a:cubicBezTo>
                  <a:cubicBezTo>
                    <a:pt x="181" y="106"/>
                    <a:pt x="176" y="101"/>
                    <a:pt x="177" y="97"/>
                  </a:cubicBezTo>
                  <a:cubicBezTo>
                    <a:pt x="178" y="97"/>
                    <a:pt x="178" y="99"/>
                    <a:pt x="178" y="100"/>
                  </a:cubicBezTo>
                  <a:cubicBezTo>
                    <a:pt x="179" y="89"/>
                    <a:pt x="176" y="81"/>
                    <a:pt x="177" y="71"/>
                  </a:cubicBezTo>
                  <a:cubicBezTo>
                    <a:pt x="175" y="62"/>
                    <a:pt x="178" y="51"/>
                    <a:pt x="176" y="45"/>
                  </a:cubicBezTo>
                  <a:cubicBezTo>
                    <a:pt x="177" y="46"/>
                    <a:pt x="176" y="41"/>
                    <a:pt x="177" y="39"/>
                  </a:cubicBezTo>
                  <a:cubicBezTo>
                    <a:pt x="176" y="36"/>
                    <a:pt x="176" y="34"/>
                    <a:pt x="176" y="31"/>
                  </a:cubicBezTo>
                  <a:cubicBezTo>
                    <a:pt x="176" y="30"/>
                    <a:pt x="176" y="29"/>
                    <a:pt x="176" y="28"/>
                  </a:cubicBezTo>
                  <a:cubicBezTo>
                    <a:pt x="176" y="27"/>
                    <a:pt x="176" y="27"/>
                    <a:pt x="176" y="27"/>
                  </a:cubicBezTo>
                  <a:cubicBezTo>
                    <a:pt x="176" y="23"/>
                    <a:pt x="177" y="18"/>
                    <a:pt x="176" y="14"/>
                  </a:cubicBezTo>
                  <a:cubicBezTo>
                    <a:pt x="176" y="13"/>
                    <a:pt x="175" y="2"/>
                    <a:pt x="174" y="1"/>
                  </a:cubicBezTo>
                  <a:cubicBezTo>
                    <a:pt x="173" y="0"/>
                    <a:pt x="172" y="6"/>
                    <a:pt x="170" y="6"/>
                  </a:cubicBezTo>
                  <a:cubicBezTo>
                    <a:pt x="162" y="5"/>
                    <a:pt x="168" y="10"/>
                    <a:pt x="161" y="11"/>
                  </a:cubicBezTo>
                  <a:cubicBezTo>
                    <a:pt x="157" y="12"/>
                    <a:pt x="156" y="13"/>
                    <a:pt x="154" y="16"/>
                  </a:cubicBezTo>
                  <a:cubicBezTo>
                    <a:pt x="155" y="20"/>
                    <a:pt x="155" y="24"/>
                    <a:pt x="155" y="28"/>
                  </a:cubicBezTo>
                  <a:cubicBezTo>
                    <a:pt x="156" y="67"/>
                    <a:pt x="156" y="67"/>
                    <a:pt x="156" y="67"/>
                  </a:cubicBezTo>
                  <a:cubicBezTo>
                    <a:pt x="156" y="75"/>
                    <a:pt x="154" y="84"/>
                    <a:pt x="153" y="92"/>
                  </a:cubicBezTo>
                  <a:cubicBezTo>
                    <a:pt x="148" y="91"/>
                    <a:pt x="142" y="91"/>
                    <a:pt x="139" y="94"/>
                  </a:cubicBezTo>
                  <a:cubicBezTo>
                    <a:pt x="137" y="95"/>
                    <a:pt x="135" y="96"/>
                    <a:pt x="134" y="98"/>
                  </a:cubicBezTo>
                  <a:cubicBezTo>
                    <a:pt x="125" y="103"/>
                    <a:pt x="119" y="113"/>
                    <a:pt x="119" y="118"/>
                  </a:cubicBezTo>
                  <a:cubicBezTo>
                    <a:pt x="118" y="121"/>
                    <a:pt x="118" y="124"/>
                    <a:pt x="118" y="127"/>
                  </a:cubicBezTo>
                  <a:cubicBezTo>
                    <a:pt x="115" y="132"/>
                    <a:pt x="113" y="140"/>
                    <a:pt x="112" y="144"/>
                  </a:cubicBezTo>
                  <a:cubicBezTo>
                    <a:pt x="111" y="152"/>
                    <a:pt x="111" y="155"/>
                    <a:pt x="111" y="160"/>
                  </a:cubicBezTo>
                  <a:cubicBezTo>
                    <a:pt x="111" y="163"/>
                    <a:pt x="109" y="164"/>
                    <a:pt x="108" y="165"/>
                  </a:cubicBezTo>
                  <a:cubicBezTo>
                    <a:pt x="105" y="174"/>
                    <a:pt x="100" y="181"/>
                    <a:pt x="100" y="189"/>
                  </a:cubicBezTo>
                  <a:cubicBezTo>
                    <a:pt x="99" y="189"/>
                    <a:pt x="99" y="189"/>
                    <a:pt x="99" y="189"/>
                  </a:cubicBezTo>
                  <a:cubicBezTo>
                    <a:pt x="98" y="195"/>
                    <a:pt x="93" y="208"/>
                    <a:pt x="88" y="208"/>
                  </a:cubicBezTo>
                  <a:cubicBezTo>
                    <a:pt x="88" y="210"/>
                    <a:pt x="83" y="208"/>
                    <a:pt x="85" y="211"/>
                  </a:cubicBezTo>
                  <a:cubicBezTo>
                    <a:pt x="82" y="210"/>
                    <a:pt x="85" y="209"/>
                    <a:pt x="82" y="208"/>
                  </a:cubicBezTo>
                  <a:cubicBezTo>
                    <a:pt x="83" y="209"/>
                    <a:pt x="84" y="208"/>
                    <a:pt x="85" y="208"/>
                  </a:cubicBezTo>
                  <a:cubicBezTo>
                    <a:pt x="78" y="200"/>
                    <a:pt x="79" y="178"/>
                    <a:pt x="79" y="161"/>
                  </a:cubicBezTo>
                  <a:cubicBezTo>
                    <a:pt x="81" y="156"/>
                    <a:pt x="80" y="144"/>
                    <a:pt x="81" y="133"/>
                  </a:cubicBezTo>
                  <a:cubicBezTo>
                    <a:pt x="81" y="131"/>
                    <a:pt x="81" y="131"/>
                    <a:pt x="81" y="131"/>
                  </a:cubicBezTo>
                  <a:cubicBezTo>
                    <a:pt x="82" y="131"/>
                    <a:pt x="82" y="131"/>
                    <a:pt x="83" y="131"/>
                  </a:cubicBezTo>
                  <a:cubicBezTo>
                    <a:pt x="83" y="131"/>
                    <a:pt x="83" y="130"/>
                    <a:pt x="83" y="130"/>
                  </a:cubicBezTo>
                  <a:cubicBezTo>
                    <a:pt x="83" y="129"/>
                    <a:pt x="83" y="129"/>
                    <a:pt x="83" y="129"/>
                  </a:cubicBezTo>
                  <a:cubicBezTo>
                    <a:pt x="83" y="128"/>
                    <a:pt x="83" y="128"/>
                    <a:pt x="83" y="128"/>
                  </a:cubicBezTo>
                  <a:cubicBezTo>
                    <a:pt x="82" y="128"/>
                    <a:pt x="82" y="128"/>
                    <a:pt x="81" y="128"/>
                  </a:cubicBezTo>
                  <a:cubicBezTo>
                    <a:pt x="81" y="127"/>
                    <a:pt x="81" y="127"/>
                    <a:pt x="81" y="127"/>
                  </a:cubicBezTo>
                  <a:cubicBezTo>
                    <a:pt x="82" y="128"/>
                    <a:pt x="82" y="128"/>
                    <a:pt x="83" y="128"/>
                  </a:cubicBezTo>
                  <a:cubicBezTo>
                    <a:pt x="83" y="128"/>
                    <a:pt x="83" y="128"/>
                    <a:pt x="83" y="128"/>
                  </a:cubicBezTo>
                  <a:cubicBezTo>
                    <a:pt x="83" y="127"/>
                    <a:pt x="83" y="127"/>
                    <a:pt x="83" y="127"/>
                  </a:cubicBezTo>
                  <a:cubicBezTo>
                    <a:pt x="83" y="127"/>
                    <a:pt x="83" y="127"/>
                    <a:pt x="83" y="127"/>
                  </a:cubicBezTo>
                  <a:cubicBezTo>
                    <a:pt x="83" y="127"/>
                    <a:pt x="83" y="127"/>
                    <a:pt x="83" y="127"/>
                  </a:cubicBezTo>
                  <a:cubicBezTo>
                    <a:pt x="83" y="127"/>
                    <a:pt x="83" y="127"/>
                    <a:pt x="83" y="127"/>
                  </a:cubicBezTo>
                  <a:cubicBezTo>
                    <a:pt x="83" y="127"/>
                    <a:pt x="82" y="127"/>
                    <a:pt x="81" y="127"/>
                  </a:cubicBezTo>
                  <a:cubicBezTo>
                    <a:pt x="81" y="126"/>
                    <a:pt x="81" y="126"/>
                    <a:pt x="81" y="126"/>
                  </a:cubicBezTo>
                  <a:cubicBezTo>
                    <a:pt x="62" y="125"/>
                    <a:pt x="75" y="126"/>
                    <a:pt x="71" y="127"/>
                  </a:cubicBezTo>
                  <a:cubicBezTo>
                    <a:pt x="71" y="127"/>
                    <a:pt x="71" y="127"/>
                    <a:pt x="71" y="127"/>
                  </a:cubicBezTo>
                  <a:cubicBezTo>
                    <a:pt x="66" y="126"/>
                    <a:pt x="63" y="126"/>
                    <a:pt x="69" y="126"/>
                  </a:cubicBezTo>
                  <a:cubicBezTo>
                    <a:pt x="69" y="127"/>
                    <a:pt x="69" y="127"/>
                    <a:pt x="69" y="127"/>
                  </a:cubicBezTo>
                  <a:cubicBezTo>
                    <a:pt x="69" y="127"/>
                    <a:pt x="69" y="127"/>
                    <a:pt x="69" y="127"/>
                  </a:cubicBezTo>
                  <a:cubicBezTo>
                    <a:pt x="70" y="127"/>
                    <a:pt x="70" y="127"/>
                    <a:pt x="71" y="127"/>
                  </a:cubicBezTo>
                  <a:cubicBezTo>
                    <a:pt x="71" y="127"/>
                    <a:pt x="71" y="127"/>
                    <a:pt x="71" y="127"/>
                  </a:cubicBezTo>
                  <a:cubicBezTo>
                    <a:pt x="70" y="127"/>
                    <a:pt x="70" y="127"/>
                    <a:pt x="69" y="127"/>
                  </a:cubicBezTo>
                  <a:cubicBezTo>
                    <a:pt x="69" y="129"/>
                    <a:pt x="69" y="131"/>
                    <a:pt x="71" y="129"/>
                  </a:cubicBezTo>
                  <a:cubicBezTo>
                    <a:pt x="71" y="129"/>
                    <a:pt x="71" y="129"/>
                    <a:pt x="71" y="130"/>
                  </a:cubicBezTo>
                  <a:cubicBezTo>
                    <a:pt x="71" y="130"/>
                    <a:pt x="71" y="130"/>
                    <a:pt x="71" y="130"/>
                  </a:cubicBezTo>
                  <a:cubicBezTo>
                    <a:pt x="70" y="132"/>
                    <a:pt x="70" y="134"/>
                    <a:pt x="70" y="136"/>
                  </a:cubicBezTo>
                  <a:cubicBezTo>
                    <a:pt x="70" y="138"/>
                    <a:pt x="70" y="139"/>
                    <a:pt x="70" y="140"/>
                  </a:cubicBezTo>
                  <a:cubicBezTo>
                    <a:pt x="70" y="140"/>
                    <a:pt x="70" y="140"/>
                    <a:pt x="70" y="140"/>
                  </a:cubicBezTo>
                  <a:cubicBezTo>
                    <a:pt x="69" y="144"/>
                    <a:pt x="69" y="147"/>
                    <a:pt x="68" y="151"/>
                  </a:cubicBezTo>
                  <a:cubicBezTo>
                    <a:pt x="68" y="151"/>
                    <a:pt x="67" y="151"/>
                    <a:pt x="67" y="152"/>
                  </a:cubicBezTo>
                  <a:cubicBezTo>
                    <a:pt x="67" y="153"/>
                    <a:pt x="67" y="155"/>
                    <a:pt x="67" y="156"/>
                  </a:cubicBezTo>
                  <a:cubicBezTo>
                    <a:pt x="67" y="160"/>
                    <a:pt x="66" y="164"/>
                    <a:pt x="64" y="168"/>
                  </a:cubicBezTo>
                  <a:cubicBezTo>
                    <a:pt x="64" y="168"/>
                    <a:pt x="64" y="169"/>
                    <a:pt x="64" y="169"/>
                  </a:cubicBezTo>
                  <a:cubicBezTo>
                    <a:pt x="63" y="164"/>
                    <a:pt x="64" y="157"/>
                    <a:pt x="65" y="155"/>
                  </a:cubicBezTo>
                  <a:cubicBezTo>
                    <a:pt x="63" y="149"/>
                    <a:pt x="64" y="160"/>
                    <a:pt x="62" y="159"/>
                  </a:cubicBezTo>
                  <a:cubicBezTo>
                    <a:pt x="62" y="163"/>
                    <a:pt x="62" y="166"/>
                    <a:pt x="63" y="171"/>
                  </a:cubicBezTo>
                  <a:cubicBezTo>
                    <a:pt x="62" y="174"/>
                    <a:pt x="63" y="175"/>
                    <a:pt x="61" y="179"/>
                  </a:cubicBezTo>
                  <a:cubicBezTo>
                    <a:pt x="60" y="178"/>
                    <a:pt x="60" y="178"/>
                    <a:pt x="60" y="178"/>
                  </a:cubicBezTo>
                  <a:cubicBezTo>
                    <a:pt x="58" y="183"/>
                    <a:pt x="58" y="185"/>
                    <a:pt x="58" y="188"/>
                  </a:cubicBezTo>
                  <a:cubicBezTo>
                    <a:pt x="54" y="190"/>
                    <a:pt x="55" y="191"/>
                    <a:pt x="51" y="193"/>
                  </a:cubicBezTo>
                  <a:cubicBezTo>
                    <a:pt x="54" y="190"/>
                    <a:pt x="55" y="186"/>
                    <a:pt x="55" y="183"/>
                  </a:cubicBezTo>
                  <a:cubicBezTo>
                    <a:pt x="51" y="187"/>
                    <a:pt x="48" y="194"/>
                    <a:pt x="43" y="194"/>
                  </a:cubicBezTo>
                  <a:cubicBezTo>
                    <a:pt x="38" y="196"/>
                    <a:pt x="35" y="199"/>
                    <a:pt x="35" y="201"/>
                  </a:cubicBezTo>
                  <a:cubicBezTo>
                    <a:pt x="36" y="200"/>
                    <a:pt x="31" y="201"/>
                    <a:pt x="34" y="199"/>
                  </a:cubicBezTo>
                  <a:cubicBezTo>
                    <a:pt x="32" y="200"/>
                    <a:pt x="30" y="201"/>
                    <a:pt x="29" y="201"/>
                  </a:cubicBezTo>
                  <a:cubicBezTo>
                    <a:pt x="29" y="201"/>
                    <a:pt x="29" y="201"/>
                    <a:pt x="29" y="201"/>
                  </a:cubicBezTo>
                  <a:cubicBezTo>
                    <a:pt x="28" y="201"/>
                    <a:pt x="28" y="200"/>
                    <a:pt x="28" y="199"/>
                  </a:cubicBezTo>
                  <a:cubicBezTo>
                    <a:pt x="26" y="197"/>
                    <a:pt x="23" y="193"/>
                    <a:pt x="19" y="196"/>
                  </a:cubicBezTo>
                  <a:cubicBezTo>
                    <a:pt x="19" y="194"/>
                    <a:pt x="19" y="194"/>
                    <a:pt x="19" y="194"/>
                  </a:cubicBezTo>
                  <a:cubicBezTo>
                    <a:pt x="16" y="196"/>
                    <a:pt x="12" y="198"/>
                    <a:pt x="9" y="198"/>
                  </a:cubicBezTo>
                  <a:cubicBezTo>
                    <a:pt x="9" y="200"/>
                    <a:pt x="8" y="202"/>
                    <a:pt x="10" y="203"/>
                  </a:cubicBezTo>
                  <a:cubicBezTo>
                    <a:pt x="9" y="204"/>
                    <a:pt x="7" y="201"/>
                    <a:pt x="8" y="203"/>
                  </a:cubicBezTo>
                  <a:cubicBezTo>
                    <a:pt x="7" y="201"/>
                    <a:pt x="7" y="201"/>
                    <a:pt x="7" y="201"/>
                  </a:cubicBezTo>
                  <a:cubicBezTo>
                    <a:pt x="1" y="206"/>
                    <a:pt x="3" y="212"/>
                    <a:pt x="3" y="217"/>
                  </a:cubicBezTo>
                  <a:cubicBezTo>
                    <a:pt x="0" y="218"/>
                    <a:pt x="3" y="221"/>
                    <a:pt x="2" y="224"/>
                  </a:cubicBezTo>
                  <a:cubicBezTo>
                    <a:pt x="3" y="226"/>
                    <a:pt x="2" y="229"/>
                    <a:pt x="5" y="229"/>
                  </a:cubicBezTo>
                  <a:cubicBezTo>
                    <a:pt x="4" y="230"/>
                    <a:pt x="4" y="230"/>
                    <a:pt x="4" y="230"/>
                  </a:cubicBezTo>
                  <a:cubicBezTo>
                    <a:pt x="4" y="232"/>
                    <a:pt x="4" y="235"/>
                    <a:pt x="5" y="237"/>
                  </a:cubicBezTo>
                  <a:cubicBezTo>
                    <a:pt x="5" y="239"/>
                    <a:pt x="7" y="238"/>
                    <a:pt x="8" y="239"/>
                  </a:cubicBezTo>
                  <a:cubicBezTo>
                    <a:pt x="7" y="240"/>
                    <a:pt x="7" y="240"/>
                    <a:pt x="7" y="240"/>
                  </a:cubicBezTo>
                  <a:cubicBezTo>
                    <a:pt x="8" y="241"/>
                    <a:pt x="10" y="240"/>
                    <a:pt x="12" y="240"/>
                  </a:cubicBezTo>
                  <a:cubicBezTo>
                    <a:pt x="12" y="241"/>
                    <a:pt x="12" y="241"/>
                    <a:pt x="12" y="242"/>
                  </a:cubicBezTo>
                  <a:cubicBezTo>
                    <a:pt x="11" y="242"/>
                    <a:pt x="9" y="242"/>
                    <a:pt x="7" y="242"/>
                  </a:cubicBezTo>
                  <a:cubicBezTo>
                    <a:pt x="8" y="244"/>
                    <a:pt x="11" y="244"/>
                    <a:pt x="10" y="246"/>
                  </a:cubicBezTo>
                  <a:cubicBezTo>
                    <a:pt x="11" y="247"/>
                    <a:pt x="12" y="248"/>
                    <a:pt x="14" y="247"/>
                  </a:cubicBezTo>
                  <a:cubicBezTo>
                    <a:pt x="13" y="247"/>
                    <a:pt x="14" y="248"/>
                    <a:pt x="13" y="248"/>
                  </a:cubicBezTo>
                  <a:cubicBezTo>
                    <a:pt x="13" y="249"/>
                    <a:pt x="14" y="249"/>
                    <a:pt x="15" y="249"/>
                  </a:cubicBezTo>
                  <a:cubicBezTo>
                    <a:pt x="15" y="249"/>
                    <a:pt x="15" y="249"/>
                    <a:pt x="15" y="249"/>
                  </a:cubicBezTo>
                  <a:cubicBezTo>
                    <a:pt x="16" y="248"/>
                    <a:pt x="17" y="249"/>
                    <a:pt x="18" y="247"/>
                  </a:cubicBezTo>
                  <a:cubicBezTo>
                    <a:pt x="17" y="247"/>
                    <a:pt x="17" y="247"/>
                    <a:pt x="17" y="246"/>
                  </a:cubicBezTo>
                  <a:cubicBezTo>
                    <a:pt x="18" y="246"/>
                    <a:pt x="19" y="246"/>
                    <a:pt x="19" y="248"/>
                  </a:cubicBezTo>
                  <a:cubicBezTo>
                    <a:pt x="18" y="249"/>
                    <a:pt x="16" y="249"/>
                    <a:pt x="17" y="250"/>
                  </a:cubicBezTo>
                  <a:cubicBezTo>
                    <a:pt x="18" y="250"/>
                    <a:pt x="20" y="249"/>
                    <a:pt x="21" y="248"/>
                  </a:cubicBezTo>
                  <a:cubicBezTo>
                    <a:pt x="20" y="249"/>
                    <a:pt x="19" y="248"/>
                    <a:pt x="20" y="246"/>
                  </a:cubicBezTo>
                  <a:cubicBezTo>
                    <a:pt x="19" y="247"/>
                    <a:pt x="19" y="247"/>
                    <a:pt x="19" y="247"/>
                  </a:cubicBezTo>
                  <a:cubicBezTo>
                    <a:pt x="20" y="246"/>
                    <a:pt x="20" y="246"/>
                    <a:pt x="20" y="246"/>
                  </a:cubicBezTo>
                  <a:cubicBezTo>
                    <a:pt x="18" y="245"/>
                    <a:pt x="19" y="243"/>
                    <a:pt x="17" y="243"/>
                  </a:cubicBezTo>
                  <a:cubicBezTo>
                    <a:pt x="16" y="245"/>
                    <a:pt x="16" y="245"/>
                    <a:pt x="16" y="245"/>
                  </a:cubicBezTo>
                  <a:cubicBezTo>
                    <a:pt x="15" y="244"/>
                    <a:pt x="13" y="244"/>
                    <a:pt x="13" y="243"/>
                  </a:cubicBezTo>
                  <a:cubicBezTo>
                    <a:pt x="14" y="243"/>
                    <a:pt x="15" y="242"/>
                    <a:pt x="15" y="241"/>
                  </a:cubicBezTo>
                  <a:cubicBezTo>
                    <a:pt x="15" y="241"/>
                    <a:pt x="14" y="241"/>
                    <a:pt x="15" y="241"/>
                  </a:cubicBezTo>
                  <a:cubicBezTo>
                    <a:pt x="17" y="240"/>
                    <a:pt x="17" y="240"/>
                    <a:pt x="17" y="240"/>
                  </a:cubicBezTo>
                  <a:cubicBezTo>
                    <a:pt x="14" y="242"/>
                    <a:pt x="15" y="238"/>
                    <a:pt x="14" y="238"/>
                  </a:cubicBezTo>
                  <a:cubicBezTo>
                    <a:pt x="15" y="238"/>
                    <a:pt x="15" y="238"/>
                    <a:pt x="15" y="238"/>
                  </a:cubicBezTo>
                  <a:cubicBezTo>
                    <a:pt x="15" y="236"/>
                    <a:pt x="13" y="239"/>
                    <a:pt x="13" y="238"/>
                  </a:cubicBezTo>
                  <a:cubicBezTo>
                    <a:pt x="13" y="237"/>
                    <a:pt x="15" y="237"/>
                    <a:pt x="16" y="235"/>
                  </a:cubicBezTo>
                  <a:cubicBezTo>
                    <a:pt x="15" y="234"/>
                    <a:pt x="12" y="233"/>
                    <a:pt x="14" y="230"/>
                  </a:cubicBezTo>
                  <a:cubicBezTo>
                    <a:pt x="13" y="229"/>
                    <a:pt x="12" y="228"/>
                    <a:pt x="11" y="227"/>
                  </a:cubicBezTo>
                  <a:cubicBezTo>
                    <a:pt x="10" y="226"/>
                    <a:pt x="13" y="227"/>
                    <a:pt x="12" y="226"/>
                  </a:cubicBezTo>
                  <a:cubicBezTo>
                    <a:pt x="13" y="226"/>
                    <a:pt x="14" y="225"/>
                    <a:pt x="15" y="225"/>
                  </a:cubicBezTo>
                  <a:cubicBezTo>
                    <a:pt x="14" y="225"/>
                    <a:pt x="15" y="223"/>
                    <a:pt x="12" y="224"/>
                  </a:cubicBezTo>
                  <a:cubicBezTo>
                    <a:pt x="13" y="222"/>
                    <a:pt x="13" y="221"/>
                    <a:pt x="13" y="219"/>
                  </a:cubicBezTo>
                  <a:cubicBezTo>
                    <a:pt x="13" y="219"/>
                    <a:pt x="14" y="219"/>
                    <a:pt x="15" y="219"/>
                  </a:cubicBezTo>
                  <a:cubicBezTo>
                    <a:pt x="14" y="218"/>
                    <a:pt x="12" y="217"/>
                    <a:pt x="13" y="216"/>
                  </a:cubicBezTo>
                  <a:cubicBezTo>
                    <a:pt x="12" y="215"/>
                    <a:pt x="12" y="216"/>
                    <a:pt x="10" y="215"/>
                  </a:cubicBezTo>
                  <a:cubicBezTo>
                    <a:pt x="10" y="215"/>
                    <a:pt x="9" y="215"/>
                    <a:pt x="9" y="214"/>
                  </a:cubicBezTo>
                  <a:cubicBezTo>
                    <a:pt x="11" y="214"/>
                    <a:pt x="14" y="215"/>
                    <a:pt x="14" y="214"/>
                  </a:cubicBezTo>
                  <a:cubicBezTo>
                    <a:pt x="17" y="215"/>
                    <a:pt x="13" y="216"/>
                    <a:pt x="16" y="216"/>
                  </a:cubicBezTo>
                  <a:cubicBezTo>
                    <a:pt x="18" y="216"/>
                    <a:pt x="18" y="218"/>
                    <a:pt x="17" y="219"/>
                  </a:cubicBezTo>
                  <a:cubicBezTo>
                    <a:pt x="19" y="220"/>
                    <a:pt x="17" y="218"/>
                    <a:pt x="19" y="218"/>
                  </a:cubicBezTo>
                  <a:cubicBezTo>
                    <a:pt x="19" y="217"/>
                    <a:pt x="18" y="217"/>
                    <a:pt x="18" y="216"/>
                  </a:cubicBezTo>
                  <a:cubicBezTo>
                    <a:pt x="18" y="216"/>
                    <a:pt x="17" y="216"/>
                    <a:pt x="17" y="216"/>
                  </a:cubicBezTo>
                  <a:cubicBezTo>
                    <a:pt x="17" y="215"/>
                    <a:pt x="18" y="215"/>
                    <a:pt x="18" y="215"/>
                  </a:cubicBezTo>
                  <a:cubicBezTo>
                    <a:pt x="18" y="215"/>
                    <a:pt x="18" y="215"/>
                    <a:pt x="18" y="215"/>
                  </a:cubicBezTo>
                  <a:cubicBezTo>
                    <a:pt x="17" y="216"/>
                    <a:pt x="17" y="216"/>
                    <a:pt x="17" y="216"/>
                  </a:cubicBezTo>
                  <a:cubicBezTo>
                    <a:pt x="17" y="216"/>
                    <a:pt x="17" y="216"/>
                    <a:pt x="17" y="216"/>
                  </a:cubicBezTo>
                  <a:cubicBezTo>
                    <a:pt x="17" y="216"/>
                    <a:pt x="17" y="216"/>
                    <a:pt x="17" y="216"/>
                  </a:cubicBezTo>
                  <a:cubicBezTo>
                    <a:pt x="17" y="215"/>
                    <a:pt x="17" y="215"/>
                    <a:pt x="17" y="215"/>
                  </a:cubicBezTo>
                  <a:cubicBezTo>
                    <a:pt x="17" y="215"/>
                    <a:pt x="17" y="216"/>
                    <a:pt x="17" y="216"/>
                  </a:cubicBezTo>
                  <a:cubicBezTo>
                    <a:pt x="17" y="216"/>
                    <a:pt x="17" y="216"/>
                    <a:pt x="17" y="216"/>
                  </a:cubicBezTo>
                  <a:cubicBezTo>
                    <a:pt x="17" y="215"/>
                    <a:pt x="17" y="215"/>
                    <a:pt x="17" y="215"/>
                  </a:cubicBezTo>
                  <a:cubicBezTo>
                    <a:pt x="17" y="215"/>
                    <a:pt x="17" y="215"/>
                    <a:pt x="17" y="215"/>
                  </a:cubicBezTo>
                  <a:cubicBezTo>
                    <a:pt x="18" y="214"/>
                    <a:pt x="18" y="214"/>
                    <a:pt x="18" y="214"/>
                  </a:cubicBezTo>
                  <a:cubicBezTo>
                    <a:pt x="18" y="214"/>
                    <a:pt x="18" y="214"/>
                    <a:pt x="18" y="214"/>
                  </a:cubicBezTo>
                  <a:cubicBezTo>
                    <a:pt x="17" y="215"/>
                    <a:pt x="17" y="215"/>
                    <a:pt x="17" y="216"/>
                  </a:cubicBezTo>
                  <a:cubicBezTo>
                    <a:pt x="17" y="216"/>
                    <a:pt x="17" y="216"/>
                    <a:pt x="17" y="216"/>
                  </a:cubicBezTo>
                  <a:cubicBezTo>
                    <a:pt x="16" y="216"/>
                    <a:pt x="16" y="215"/>
                    <a:pt x="16" y="215"/>
                  </a:cubicBezTo>
                  <a:cubicBezTo>
                    <a:pt x="14" y="214"/>
                    <a:pt x="17" y="214"/>
                    <a:pt x="18" y="214"/>
                  </a:cubicBezTo>
                  <a:cubicBezTo>
                    <a:pt x="18" y="214"/>
                    <a:pt x="18" y="214"/>
                    <a:pt x="18" y="214"/>
                  </a:cubicBezTo>
                  <a:cubicBezTo>
                    <a:pt x="18" y="214"/>
                    <a:pt x="18" y="214"/>
                    <a:pt x="18" y="214"/>
                  </a:cubicBezTo>
                  <a:cubicBezTo>
                    <a:pt x="18" y="214"/>
                    <a:pt x="18" y="214"/>
                    <a:pt x="18" y="214"/>
                  </a:cubicBezTo>
                  <a:cubicBezTo>
                    <a:pt x="17" y="214"/>
                    <a:pt x="17" y="215"/>
                    <a:pt x="17" y="215"/>
                  </a:cubicBezTo>
                  <a:cubicBezTo>
                    <a:pt x="17" y="215"/>
                    <a:pt x="17" y="215"/>
                    <a:pt x="17" y="215"/>
                  </a:cubicBezTo>
                  <a:cubicBezTo>
                    <a:pt x="17" y="216"/>
                    <a:pt x="17" y="216"/>
                    <a:pt x="17" y="216"/>
                  </a:cubicBezTo>
                  <a:cubicBezTo>
                    <a:pt x="18" y="215"/>
                    <a:pt x="18" y="215"/>
                    <a:pt x="18" y="215"/>
                  </a:cubicBezTo>
                  <a:cubicBezTo>
                    <a:pt x="18" y="215"/>
                    <a:pt x="18" y="214"/>
                    <a:pt x="18" y="214"/>
                  </a:cubicBezTo>
                  <a:cubicBezTo>
                    <a:pt x="18" y="214"/>
                    <a:pt x="18" y="214"/>
                    <a:pt x="18" y="214"/>
                  </a:cubicBezTo>
                  <a:cubicBezTo>
                    <a:pt x="18" y="215"/>
                    <a:pt x="17" y="215"/>
                    <a:pt x="17" y="215"/>
                  </a:cubicBezTo>
                  <a:cubicBezTo>
                    <a:pt x="17" y="215"/>
                    <a:pt x="17" y="215"/>
                    <a:pt x="18" y="215"/>
                  </a:cubicBezTo>
                  <a:cubicBezTo>
                    <a:pt x="17" y="215"/>
                    <a:pt x="17" y="215"/>
                    <a:pt x="17" y="215"/>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9" y="212"/>
                  </a:cubicBezTo>
                  <a:cubicBezTo>
                    <a:pt x="19" y="212"/>
                    <a:pt x="19" y="212"/>
                    <a:pt x="19" y="212"/>
                  </a:cubicBezTo>
                  <a:cubicBezTo>
                    <a:pt x="19" y="212"/>
                    <a:pt x="19" y="212"/>
                    <a:pt x="19" y="212"/>
                  </a:cubicBezTo>
                  <a:cubicBezTo>
                    <a:pt x="19" y="212"/>
                    <a:pt x="19" y="212"/>
                    <a:pt x="19" y="212"/>
                  </a:cubicBezTo>
                  <a:cubicBezTo>
                    <a:pt x="20" y="212"/>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8" y="213"/>
                  </a:cubicBezTo>
                  <a:cubicBezTo>
                    <a:pt x="19" y="213"/>
                    <a:pt x="19" y="213"/>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9" y="213"/>
                    <a:pt x="19" y="213"/>
                  </a:cubicBezTo>
                  <a:cubicBezTo>
                    <a:pt x="18" y="213"/>
                    <a:pt x="18" y="213"/>
                    <a:pt x="18" y="213"/>
                  </a:cubicBezTo>
                  <a:cubicBezTo>
                    <a:pt x="18" y="213"/>
                    <a:pt x="18" y="214"/>
                    <a:pt x="18" y="214"/>
                  </a:cubicBezTo>
                  <a:cubicBezTo>
                    <a:pt x="18" y="214"/>
                    <a:pt x="18" y="214"/>
                    <a:pt x="18" y="213"/>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6"/>
                    <a:pt x="18" y="216"/>
                    <a:pt x="18" y="216"/>
                  </a:cubicBezTo>
                  <a:cubicBezTo>
                    <a:pt x="18" y="216"/>
                    <a:pt x="18" y="216"/>
                    <a:pt x="18" y="216"/>
                  </a:cubicBezTo>
                  <a:cubicBezTo>
                    <a:pt x="19" y="216"/>
                    <a:pt x="18" y="215"/>
                    <a:pt x="19" y="215"/>
                  </a:cubicBezTo>
                  <a:cubicBezTo>
                    <a:pt x="19" y="215"/>
                    <a:pt x="19" y="215"/>
                    <a:pt x="19" y="215"/>
                  </a:cubicBezTo>
                  <a:cubicBezTo>
                    <a:pt x="19" y="215"/>
                    <a:pt x="19" y="215"/>
                    <a:pt x="19" y="215"/>
                  </a:cubicBezTo>
                  <a:cubicBezTo>
                    <a:pt x="19" y="215"/>
                    <a:pt x="19" y="216"/>
                    <a:pt x="19" y="216"/>
                  </a:cubicBezTo>
                  <a:cubicBezTo>
                    <a:pt x="19" y="216"/>
                    <a:pt x="19" y="216"/>
                    <a:pt x="19" y="215"/>
                  </a:cubicBezTo>
                  <a:cubicBezTo>
                    <a:pt x="19" y="216"/>
                    <a:pt x="19" y="216"/>
                    <a:pt x="19" y="216"/>
                  </a:cubicBezTo>
                  <a:cubicBezTo>
                    <a:pt x="19" y="215"/>
                    <a:pt x="20" y="217"/>
                    <a:pt x="20" y="215"/>
                  </a:cubicBezTo>
                  <a:cubicBezTo>
                    <a:pt x="19" y="215"/>
                    <a:pt x="19" y="215"/>
                    <a:pt x="19" y="215"/>
                  </a:cubicBezTo>
                  <a:cubicBezTo>
                    <a:pt x="20" y="215"/>
                    <a:pt x="18" y="215"/>
                    <a:pt x="19" y="214"/>
                  </a:cubicBezTo>
                  <a:cubicBezTo>
                    <a:pt x="19" y="214"/>
                    <a:pt x="19" y="214"/>
                    <a:pt x="19" y="214"/>
                  </a:cubicBezTo>
                  <a:cubicBezTo>
                    <a:pt x="19" y="214"/>
                    <a:pt x="19" y="214"/>
                    <a:pt x="19" y="213"/>
                  </a:cubicBezTo>
                  <a:cubicBezTo>
                    <a:pt x="19" y="213"/>
                    <a:pt x="19" y="214"/>
                    <a:pt x="19" y="214"/>
                  </a:cubicBezTo>
                  <a:cubicBezTo>
                    <a:pt x="19" y="214"/>
                    <a:pt x="19" y="214"/>
                    <a:pt x="19" y="214"/>
                  </a:cubicBezTo>
                  <a:cubicBezTo>
                    <a:pt x="19" y="214"/>
                    <a:pt x="20" y="214"/>
                    <a:pt x="20" y="214"/>
                  </a:cubicBezTo>
                  <a:cubicBezTo>
                    <a:pt x="20" y="214"/>
                    <a:pt x="19" y="214"/>
                    <a:pt x="20" y="215"/>
                  </a:cubicBezTo>
                  <a:cubicBezTo>
                    <a:pt x="22" y="215"/>
                    <a:pt x="22" y="215"/>
                    <a:pt x="22" y="215"/>
                  </a:cubicBezTo>
                  <a:cubicBezTo>
                    <a:pt x="21" y="216"/>
                    <a:pt x="21" y="216"/>
                    <a:pt x="21" y="216"/>
                  </a:cubicBezTo>
                  <a:cubicBezTo>
                    <a:pt x="20" y="216"/>
                    <a:pt x="20" y="216"/>
                    <a:pt x="20" y="216"/>
                  </a:cubicBezTo>
                  <a:cubicBezTo>
                    <a:pt x="21" y="216"/>
                    <a:pt x="21" y="216"/>
                    <a:pt x="21" y="216"/>
                  </a:cubicBezTo>
                  <a:cubicBezTo>
                    <a:pt x="20" y="217"/>
                    <a:pt x="20" y="217"/>
                    <a:pt x="20" y="217"/>
                  </a:cubicBezTo>
                  <a:cubicBezTo>
                    <a:pt x="21" y="216"/>
                    <a:pt x="21" y="216"/>
                    <a:pt x="21" y="216"/>
                  </a:cubicBezTo>
                  <a:cubicBezTo>
                    <a:pt x="21" y="217"/>
                    <a:pt x="21" y="217"/>
                    <a:pt x="21" y="217"/>
                  </a:cubicBezTo>
                  <a:cubicBezTo>
                    <a:pt x="20" y="218"/>
                    <a:pt x="23" y="217"/>
                    <a:pt x="22" y="218"/>
                  </a:cubicBezTo>
                  <a:cubicBezTo>
                    <a:pt x="21" y="218"/>
                    <a:pt x="20" y="219"/>
                    <a:pt x="20" y="219"/>
                  </a:cubicBezTo>
                  <a:cubicBezTo>
                    <a:pt x="22" y="218"/>
                    <a:pt x="23" y="219"/>
                    <a:pt x="25" y="218"/>
                  </a:cubicBezTo>
                  <a:cubicBezTo>
                    <a:pt x="24" y="219"/>
                    <a:pt x="21" y="219"/>
                    <a:pt x="20" y="220"/>
                  </a:cubicBezTo>
                  <a:cubicBezTo>
                    <a:pt x="22" y="220"/>
                    <a:pt x="19" y="222"/>
                    <a:pt x="22" y="221"/>
                  </a:cubicBezTo>
                  <a:cubicBezTo>
                    <a:pt x="22" y="220"/>
                    <a:pt x="23" y="221"/>
                    <a:pt x="25" y="220"/>
                  </a:cubicBezTo>
                  <a:cubicBezTo>
                    <a:pt x="25" y="222"/>
                    <a:pt x="23" y="221"/>
                    <a:pt x="23" y="222"/>
                  </a:cubicBezTo>
                  <a:cubicBezTo>
                    <a:pt x="23" y="222"/>
                    <a:pt x="25" y="222"/>
                    <a:pt x="26" y="221"/>
                  </a:cubicBezTo>
                  <a:cubicBezTo>
                    <a:pt x="26" y="222"/>
                    <a:pt x="28" y="222"/>
                    <a:pt x="27" y="223"/>
                  </a:cubicBezTo>
                  <a:cubicBezTo>
                    <a:pt x="25" y="224"/>
                    <a:pt x="26" y="222"/>
                    <a:pt x="25" y="223"/>
                  </a:cubicBezTo>
                  <a:cubicBezTo>
                    <a:pt x="25" y="224"/>
                    <a:pt x="29" y="222"/>
                    <a:pt x="30" y="224"/>
                  </a:cubicBezTo>
                  <a:cubicBezTo>
                    <a:pt x="31" y="223"/>
                    <a:pt x="34" y="223"/>
                    <a:pt x="35" y="224"/>
                  </a:cubicBezTo>
                  <a:cubicBezTo>
                    <a:pt x="35" y="226"/>
                    <a:pt x="34" y="223"/>
                    <a:pt x="32" y="224"/>
                  </a:cubicBezTo>
                  <a:cubicBezTo>
                    <a:pt x="32" y="225"/>
                    <a:pt x="32" y="225"/>
                    <a:pt x="32" y="225"/>
                  </a:cubicBezTo>
                  <a:cubicBezTo>
                    <a:pt x="30" y="227"/>
                    <a:pt x="27" y="224"/>
                    <a:pt x="25" y="225"/>
                  </a:cubicBezTo>
                  <a:cubicBezTo>
                    <a:pt x="26" y="226"/>
                    <a:pt x="26" y="226"/>
                    <a:pt x="26" y="226"/>
                  </a:cubicBezTo>
                  <a:cubicBezTo>
                    <a:pt x="25" y="226"/>
                    <a:pt x="24" y="226"/>
                    <a:pt x="23" y="227"/>
                  </a:cubicBezTo>
                  <a:cubicBezTo>
                    <a:pt x="25" y="226"/>
                    <a:pt x="24" y="228"/>
                    <a:pt x="25" y="228"/>
                  </a:cubicBezTo>
                  <a:cubicBezTo>
                    <a:pt x="26" y="228"/>
                    <a:pt x="24" y="228"/>
                    <a:pt x="25" y="228"/>
                  </a:cubicBezTo>
                  <a:cubicBezTo>
                    <a:pt x="26" y="228"/>
                    <a:pt x="29" y="228"/>
                    <a:pt x="28" y="230"/>
                  </a:cubicBezTo>
                  <a:cubicBezTo>
                    <a:pt x="27" y="229"/>
                    <a:pt x="26" y="230"/>
                    <a:pt x="25" y="230"/>
                  </a:cubicBezTo>
                  <a:cubicBezTo>
                    <a:pt x="24" y="231"/>
                    <a:pt x="27" y="230"/>
                    <a:pt x="26" y="231"/>
                  </a:cubicBezTo>
                  <a:cubicBezTo>
                    <a:pt x="25" y="231"/>
                    <a:pt x="25" y="231"/>
                    <a:pt x="25" y="231"/>
                  </a:cubicBezTo>
                  <a:cubicBezTo>
                    <a:pt x="25" y="233"/>
                    <a:pt x="26" y="241"/>
                    <a:pt x="32" y="242"/>
                  </a:cubicBezTo>
                  <a:cubicBezTo>
                    <a:pt x="31" y="243"/>
                    <a:pt x="31" y="245"/>
                    <a:pt x="30" y="247"/>
                  </a:cubicBezTo>
                  <a:cubicBezTo>
                    <a:pt x="31" y="246"/>
                    <a:pt x="32" y="246"/>
                    <a:pt x="33" y="247"/>
                  </a:cubicBezTo>
                  <a:cubicBezTo>
                    <a:pt x="31" y="248"/>
                    <a:pt x="31" y="248"/>
                    <a:pt x="31" y="248"/>
                  </a:cubicBezTo>
                  <a:cubicBezTo>
                    <a:pt x="30" y="250"/>
                    <a:pt x="33" y="251"/>
                    <a:pt x="34" y="251"/>
                  </a:cubicBezTo>
                  <a:cubicBezTo>
                    <a:pt x="33" y="252"/>
                    <a:pt x="33" y="252"/>
                    <a:pt x="33" y="252"/>
                  </a:cubicBezTo>
                  <a:cubicBezTo>
                    <a:pt x="32" y="254"/>
                    <a:pt x="34" y="253"/>
                    <a:pt x="35" y="253"/>
                  </a:cubicBezTo>
                  <a:cubicBezTo>
                    <a:pt x="34" y="254"/>
                    <a:pt x="34" y="254"/>
                    <a:pt x="34" y="254"/>
                  </a:cubicBezTo>
                  <a:cubicBezTo>
                    <a:pt x="35" y="254"/>
                    <a:pt x="35" y="254"/>
                    <a:pt x="35" y="254"/>
                  </a:cubicBezTo>
                  <a:cubicBezTo>
                    <a:pt x="36" y="255"/>
                    <a:pt x="36" y="256"/>
                    <a:pt x="34" y="257"/>
                  </a:cubicBezTo>
                  <a:cubicBezTo>
                    <a:pt x="35" y="257"/>
                    <a:pt x="35" y="257"/>
                    <a:pt x="36" y="256"/>
                  </a:cubicBezTo>
                  <a:cubicBezTo>
                    <a:pt x="35" y="258"/>
                    <a:pt x="36" y="261"/>
                    <a:pt x="38" y="262"/>
                  </a:cubicBezTo>
                  <a:cubicBezTo>
                    <a:pt x="38" y="261"/>
                    <a:pt x="39" y="261"/>
                    <a:pt x="40" y="260"/>
                  </a:cubicBezTo>
                  <a:cubicBezTo>
                    <a:pt x="42" y="259"/>
                    <a:pt x="40" y="260"/>
                    <a:pt x="41" y="260"/>
                  </a:cubicBezTo>
                  <a:cubicBezTo>
                    <a:pt x="41" y="261"/>
                    <a:pt x="40" y="262"/>
                    <a:pt x="39" y="262"/>
                  </a:cubicBezTo>
                  <a:cubicBezTo>
                    <a:pt x="38" y="265"/>
                    <a:pt x="42" y="267"/>
                    <a:pt x="44" y="270"/>
                  </a:cubicBezTo>
                  <a:cubicBezTo>
                    <a:pt x="44" y="270"/>
                    <a:pt x="44" y="270"/>
                    <a:pt x="45" y="270"/>
                  </a:cubicBezTo>
                  <a:cubicBezTo>
                    <a:pt x="44" y="273"/>
                    <a:pt x="48" y="273"/>
                    <a:pt x="48" y="276"/>
                  </a:cubicBezTo>
                  <a:cubicBezTo>
                    <a:pt x="49" y="275"/>
                    <a:pt x="51" y="273"/>
                    <a:pt x="52" y="274"/>
                  </a:cubicBezTo>
                  <a:cubicBezTo>
                    <a:pt x="54" y="274"/>
                    <a:pt x="50" y="276"/>
                    <a:pt x="50" y="279"/>
                  </a:cubicBezTo>
                  <a:cubicBezTo>
                    <a:pt x="51" y="278"/>
                    <a:pt x="52" y="279"/>
                    <a:pt x="53" y="279"/>
                  </a:cubicBezTo>
                  <a:cubicBezTo>
                    <a:pt x="52" y="280"/>
                    <a:pt x="52" y="280"/>
                    <a:pt x="52" y="280"/>
                  </a:cubicBezTo>
                  <a:cubicBezTo>
                    <a:pt x="54" y="279"/>
                    <a:pt x="55" y="280"/>
                    <a:pt x="55" y="281"/>
                  </a:cubicBezTo>
                  <a:cubicBezTo>
                    <a:pt x="55" y="281"/>
                    <a:pt x="55" y="281"/>
                    <a:pt x="55" y="281"/>
                  </a:cubicBezTo>
                  <a:cubicBezTo>
                    <a:pt x="55" y="282"/>
                    <a:pt x="55" y="283"/>
                    <a:pt x="56" y="284"/>
                  </a:cubicBezTo>
                  <a:cubicBezTo>
                    <a:pt x="57" y="282"/>
                    <a:pt x="58" y="284"/>
                    <a:pt x="59" y="283"/>
                  </a:cubicBezTo>
                  <a:cubicBezTo>
                    <a:pt x="59" y="284"/>
                    <a:pt x="59" y="284"/>
                    <a:pt x="59" y="284"/>
                  </a:cubicBezTo>
                  <a:cubicBezTo>
                    <a:pt x="60" y="283"/>
                    <a:pt x="60" y="283"/>
                    <a:pt x="60" y="283"/>
                  </a:cubicBezTo>
                  <a:cubicBezTo>
                    <a:pt x="61" y="285"/>
                    <a:pt x="61" y="285"/>
                    <a:pt x="61" y="285"/>
                  </a:cubicBezTo>
                  <a:cubicBezTo>
                    <a:pt x="59" y="285"/>
                    <a:pt x="59" y="285"/>
                    <a:pt x="59" y="285"/>
                  </a:cubicBezTo>
                  <a:cubicBezTo>
                    <a:pt x="60" y="287"/>
                    <a:pt x="60" y="285"/>
                    <a:pt x="62" y="284"/>
                  </a:cubicBezTo>
                  <a:cubicBezTo>
                    <a:pt x="63" y="284"/>
                    <a:pt x="62" y="285"/>
                    <a:pt x="62" y="286"/>
                  </a:cubicBezTo>
                  <a:cubicBezTo>
                    <a:pt x="62" y="287"/>
                    <a:pt x="62" y="285"/>
                    <a:pt x="61" y="285"/>
                  </a:cubicBezTo>
                  <a:cubicBezTo>
                    <a:pt x="60" y="286"/>
                    <a:pt x="62" y="286"/>
                    <a:pt x="61" y="287"/>
                  </a:cubicBezTo>
                  <a:cubicBezTo>
                    <a:pt x="62" y="287"/>
                    <a:pt x="63" y="286"/>
                    <a:pt x="63" y="286"/>
                  </a:cubicBezTo>
                  <a:cubicBezTo>
                    <a:pt x="64" y="287"/>
                    <a:pt x="65" y="287"/>
                    <a:pt x="65" y="289"/>
                  </a:cubicBezTo>
                  <a:cubicBezTo>
                    <a:pt x="65" y="288"/>
                    <a:pt x="66" y="289"/>
                    <a:pt x="67" y="288"/>
                  </a:cubicBezTo>
                  <a:cubicBezTo>
                    <a:pt x="66" y="288"/>
                    <a:pt x="66" y="287"/>
                    <a:pt x="66" y="286"/>
                  </a:cubicBezTo>
                  <a:cubicBezTo>
                    <a:pt x="67" y="286"/>
                    <a:pt x="68" y="286"/>
                    <a:pt x="68" y="287"/>
                  </a:cubicBezTo>
                  <a:cubicBezTo>
                    <a:pt x="67" y="287"/>
                    <a:pt x="67" y="287"/>
                    <a:pt x="67" y="287"/>
                  </a:cubicBezTo>
                  <a:cubicBezTo>
                    <a:pt x="68" y="287"/>
                    <a:pt x="69" y="288"/>
                    <a:pt x="69" y="286"/>
                  </a:cubicBezTo>
                  <a:cubicBezTo>
                    <a:pt x="69" y="289"/>
                    <a:pt x="69" y="289"/>
                    <a:pt x="69" y="289"/>
                  </a:cubicBezTo>
                  <a:cubicBezTo>
                    <a:pt x="70" y="288"/>
                    <a:pt x="71" y="288"/>
                    <a:pt x="72" y="288"/>
                  </a:cubicBezTo>
                  <a:cubicBezTo>
                    <a:pt x="71" y="290"/>
                    <a:pt x="69" y="291"/>
                    <a:pt x="71" y="292"/>
                  </a:cubicBezTo>
                  <a:cubicBezTo>
                    <a:pt x="73" y="291"/>
                    <a:pt x="73" y="291"/>
                    <a:pt x="73" y="291"/>
                  </a:cubicBezTo>
                  <a:cubicBezTo>
                    <a:pt x="74" y="291"/>
                    <a:pt x="74" y="292"/>
                    <a:pt x="74" y="293"/>
                  </a:cubicBezTo>
                  <a:cubicBezTo>
                    <a:pt x="76" y="294"/>
                    <a:pt x="77" y="289"/>
                    <a:pt x="79" y="291"/>
                  </a:cubicBezTo>
                  <a:cubicBezTo>
                    <a:pt x="78" y="293"/>
                    <a:pt x="78" y="293"/>
                    <a:pt x="79" y="294"/>
                  </a:cubicBezTo>
                  <a:cubicBezTo>
                    <a:pt x="79" y="293"/>
                    <a:pt x="79" y="293"/>
                    <a:pt x="80" y="293"/>
                  </a:cubicBezTo>
                  <a:cubicBezTo>
                    <a:pt x="80" y="292"/>
                    <a:pt x="79" y="294"/>
                    <a:pt x="79" y="293"/>
                  </a:cubicBezTo>
                  <a:cubicBezTo>
                    <a:pt x="79" y="291"/>
                    <a:pt x="80" y="292"/>
                    <a:pt x="80" y="292"/>
                  </a:cubicBezTo>
                  <a:cubicBezTo>
                    <a:pt x="81" y="296"/>
                    <a:pt x="86" y="294"/>
                    <a:pt x="88" y="296"/>
                  </a:cubicBezTo>
                  <a:cubicBezTo>
                    <a:pt x="88" y="294"/>
                    <a:pt x="90" y="295"/>
                    <a:pt x="90" y="295"/>
                  </a:cubicBezTo>
                  <a:cubicBezTo>
                    <a:pt x="90" y="297"/>
                    <a:pt x="92" y="294"/>
                    <a:pt x="93" y="296"/>
                  </a:cubicBezTo>
                  <a:cubicBezTo>
                    <a:pt x="92" y="293"/>
                    <a:pt x="92" y="293"/>
                    <a:pt x="92" y="293"/>
                  </a:cubicBezTo>
                  <a:cubicBezTo>
                    <a:pt x="94" y="295"/>
                    <a:pt x="95" y="290"/>
                    <a:pt x="96" y="293"/>
                  </a:cubicBezTo>
                  <a:cubicBezTo>
                    <a:pt x="97" y="293"/>
                    <a:pt x="96" y="294"/>
                    <a:pt x="95" y="295"/>
                  </a:cubicBezTo>
                  <a:cubicBezTo>
                    <a:pt x="96" y="298"/>
                    <a:pt x="99" y="293"/>
                    <a:pt x="100" y="296"/>
                  </a:cubicBezTo>
                  <a:cubicBezTo>
                    <a:pt x="100" y="295"/>
                    <a:pt x="99" y="293"/>
                    <a:pt x="101" y="292"/>
                  </a:cubicBezTo>
                  <a:cubicBezTo>
                    <a:pt x="101" y="294"/>
                    <a:pt x="103" y="295"/>
                    <a:pt x="103" y="295"/>
                  </a:cubicBezTo>
                  <a:cubicBezTo>
                    <a:pt x="104" y="295"/>
                    <a:pt x="104" y="294"/>
                    <a:pt x="105" y="295"/>
                  </a:cubicBezTo>
                  <a:cubicBezTo>
                    <a:pt x="104" y="296"/>
                    <a:pt x="104" y="296"/>
                    <a:pt x="104" y="296"/>
                  </a:cubicBezTo>
                  <a:cubicBezTo>
                    <a:pt x="105" y="297"/>
                    <a:pt x="106" y="296"/>
                    <a:pt x="107" y="295"/>
                  </a:cubicBezTo>
                  <a:cubicBezTo>
                    <a:pt x="108" y="297"/>
                    <a:pt x="110" y="296"/>
                    <a:pt x="111" y="297"/>
                  </a:cubicBezTo>
                  <a:cubicBezTo>
                    <a:pt x="112" y="295"/>
                    <a:pt x="113" y="299"/>
                    <a:pt x="113" y="295"/>
                  </a:cubicBezTo>
                  <a:cubicBezTo>
                    <a:pt x="114" y="296"/>
                    <a:pt x="114" y="296"/>
                    <a:pt x="114" y="296"/>
                  </a:cubicBezTo>
                  <a:cubicBezTo>
                    <a:pt x="114" y="296"/>
                    <a:pt x="115" y="294"/>
                    <a:pt x="115" y="294"/>
                  </a:cubicBezTo>
                  <a:cubicBezTo>
                    <a:pt x="115" y="296"/>
                    <a:pt x="115" y="296"/>
                    <a:pt x="115" y="296"/>
                  </a:cubicBezTo>
                  <a:cubicBezTo>
                    <a:pt x="114" y="298"/>
                    <a:pt x="117" y="296"/>
                    <a:pt x="117" y="298"/>
                  </a:cubicBezTo>
                  <a:cubicBezTo>
                    <a:pt x="116" y="296"/>
                    <a:pt x="117" y="298"/>
                    <a:pt x="118" y="296"/>
                  </a:cubicBezTo>
                  <a:cubicBezTo>
                    <a:pt x="118" y="296"/>
                    <a:pt x="118" y="296"/>
                    <a:pt x="118" y="296"/>
                  </a:cubicBezTo>
                  <a:cubicBezTo>
                    <a:pt x="120" y="296"/>
                    <a:pt x="119" y="295"/>
                    <a:pt x="120" y="295"/>
                  </a:cubicBezTo>
                  <a:cubicBezTo>
                    <a:pt x="121" y="295"/>
                    <a:pt x="120" y="297"/>
                    <a:pt x="120" y="297"/>
                  </a:cubicBezTo>
                  <a:cubicBezTo>
                    <a:pt x="120" y="298"/>
                    <a:pt x="121" y="298"/>
                    <a:pt x="122" y="297"/>
                  </a:cubicBezTo>
                  <a:cubicBezTo>
                    <a:pt x="122" y="298"/>
                    <a:pt x="122" y="298"/>
                    <a:pt x="123" y="298"/>
                  </a:cubicBezTo>
                  <a:cubicBezTo>
                    <a:pt x="123" y="298"/>
                    <a:pt x="123" y="298"/>
                    <a:pt x="123" y="298"/>
                  </a:cubicBezTo>
                  <a:cubicBezTo>
                    <a:pt x="123" y="298"/>
                    <a:pt x="124" y="298"/>
                    <a:pt x="124" y="299"/>
                  </a:cubicBezTo>
                  <a:cubicBezTo>
                    <a:pt x="123" y="300"/>
                    <a:pt x="123" y="300"/>
                    <a:pt x="123" y="300"/>
                  </a:cubicBezTo>
                  <a:cubicBezTo>
                    <a:pt x="124" y="300"/>
                    <a:pt x="125" y="299"/>
                    <a:pt x="125" y="298"/>
                  </a:cubicBezTo>
                  <a:cubicBezTo>
                    <a:pt x="127" y="300"/>
                    <a:pt x="131" y="300"/>
                    <a:pt x="132" y="300"/>
                  </a:cubicBezTo>
                  <a:cubicBezTo>
                    <a:pt x="131" y="299"/>
                    <a:pt x="131" y="301"/>
                    <a:pt x="131" y="300"/>
                  </a:cubicBezTo>
                  <a:cubicBezTo>
                    <a:pt x="132" y="300"/>
                    <a:pt x="133" y="299"/>
                    <a:pt x="133" y="300"/>
                  </a:cubicBezTo>
                  <a:cubicBezTo>
                    <a:pt x="134" y="300"/>
                    <a:pt x="133" y="301"/>
                    <a:pt x="134" y="302"/>
                  </a:cubicBezTo>
                  <a:cubicBezTo>
                    <a:pt x="133" y="302"/>
                    <a:pt x="135" y="300"/>
                    <a:pt x="134" y="300"/>
                  </a:cubicBezTo>
                  <a:cubicBezTo>
                    <a:pt x="134" y="303"/>
                    <a:pt x="138" y="301"/>
                    <a:pt x="139" y="304"/>
                  </a:cubicBezTo>
                  <a:cubicBezTo>
                    <a:pt x="139" y="303"/>
                    <a:pt x="138" y="304"/>
                    <a:pt x="137" y="305"/>
                  </a:cubicBezTo>
                  <a:cubicBezTo>
                    <a:pt x="139" y="305"/>
                    <a:pt x="141" y="305"/>
                    <a:pt x="143" y="304"/>
                  </a:cubicBezTo>
                  <a:cubicBezTo>
                    <a:pt x="142" y="305"/>
                    <a:pt x="142" y="305"/>
                    <a:pt x="141" y="305"/>
                  </a:cubicBezTo>
                  <a:cubicBezTo>
                    <a:pt x="142" y="306"/>
                    <a:pt x="143" y="307"/>
                    <a:pt x="144" y="306"/>
                  </a:cubicBezTo>
                  <a:cubicBezTo>
                    <a:pt x="145" y="305"/>
                    <a:pt x="144" y="307"/>
                    <a:pt x="144" y="306"/>
                  </a:cubicBezTo>
                  <a:cubicBezTo>
                    <a:pt x="144" y="305"/>
                    <a:pt x="146" y="305"/>
                    <a:pt x="146" y="306"/>
                  </a:cubicBezTo>
                  <a:cubicBezTo>
                    <a:pt x="146" y="306"/>
                    <a:pt x="146" y="306"/>
                    <a:pt x="146" y="306"/>
                  </a:cubicBezTo>
                  <a:cubicBezTo>
                    <a:pt x="147" y="307"/>
                    <a:pt x="147" y="306"/>
                    <a:pt x="148" y="307"/>
                  </a:cubicBezTo>
                  <a:cubicBezTo>
                    <a:pt x="148" y="308"/>
                    <a:pt x="147" y="307"/>
                    <a:pt x="147" y="308"/>
                  </a:cubicBezTo>
                  <a:cubicBezTo>
                    <a:pt x="145" y="310"/>
                    <a:pt x="147" y="311"/>
                    <a:pt x="147" y="311"/>
                  </a:cubicBezTo>
                  <a:cubicBezTo>
                    <a:pt x="149" y="311"/>
                    <a:pt x="149" y="311"/>
                    <a:pt x="149" y="311"/>
                  </a:cubicBezTo>
                  <a:cubicBezTo>
                    <a:pt x="150" y="311"/>
                    <a:pt x="148" y="312"/>
                    <a:pt x="148" y="312"/>
                  </a:cubicBezTo>
                  <a:cubicBezTo>
                    <a:pt x="154" y="312"/>
                    <a:pt x="154" y="312"/>
                    <a:pt x="154" y="312"/>
                  </a:cubicBezTo>
                  <a:cubicBezTo>
                    <a:pt x="153" y="312"/>
                    <a:pt x="152" y="314"/>
                    <a:pt x="151" y="314"/>
                  </a:cubicBezTo>
                  <a:cubicBezTo>
                    <a:pt x="152" y="315"/>
                    <a:pt x="155" y="315"/>
                    <a:pt x="157" y="315"/>
                  </a:cubicBezTo>
                  <a:cubicBezTo>
                    <a:pt x="157" y="316"/>
                    <a:pt x="158" y="317"/>
                    <a:pt x="159" y="318"/>
                  </a:cubicBezTo>
                  <a:cubicBezTo>
                    <a:pt x="158" y="319"/>
                    <a:pt x="159" y="317"/>
                    <a:pt x="158" y="318"/>
                  </a:cubicBezTo>
                  <a:cubicBezTo>
                    <a:pt x="157" y="319"/>
                    <a:pt x="157" y="319"/>
                    <a:pt x="157" y="319"/>
                  </a:cubicBezTo>
                  <a:cubicBezTo>
                    <a:pt x="156" y="318"/>
                    <a:pt x="154" y="320"/>
                    <a:pt x="153" y="320"/>
                  </a:cubicBezTo>
                  <a:cubicBezTo>
                    <a:pt x="155" y="320"/>
                    <a:pt x="154" y="323"/>
                    <a:pt x="154" y="325"/>
                  </a:cubicBezTo>
                  <a:cubicBezTo>
                    <a:pt x="157" y="323"/>
                    <a:pt x="156" y="326"/>
                    <a:pt x="159" y="325"/>
                  </a:cubicBezTo>
                  <a:cubicBezTo>
                    <a:pt x="160" y="327"/>
                    <a:pt x="157" y="327"/>
                    <a:pt x="156" y="328"/>
                  </a:cubicBezTo>
                  <a:cubicBezTo>
                    <a:pt x="158" y="329"/>
                    <a:pt x="158" y="331"/>
                    <a:pt x="158" y="333"/>
                  </a:cubicBezTo>
                  <a:cubicBezTo>
                    <a:pt x="158" y="333"/>
                    <a:pt x="158" y="333"/>
                    <a:pt x="158" y="333"/>
                  </a:cubicBezTo>
                  <a:cubicBezTo>
                    <a:pt x="159" y="334"/>
                    <a:pt x="158" y="337"/>
                    <a:pt x="161" y="338"/>
                  </a:cubicBezTo>
                  <a:cubicBezTo>
                    <a:pt x="160" y="338"/>
                    <a:pt x="160" y="338"/>
                    <a:pt x="159" y="338"/>
                  </a:cubicBezTo>
                  <a:cubicBezTo>
                    <a:pt x="159" y="340"/>
                    <a:pt x="163" y="338"/>
                    <a:pt x="162" y="340"/>
                  </a:cubicBezTo>
                  <a:cubicBezTo>
                    <a:pt x="160" y="339"/>
                    <a:pt x="160" y="339"/>
                    <a:pt x="160" y="339"/>
                  </a:cubicBezTo>
                  <a:cubicBezTo>
                    <a:pt x="162" y="340"/>
                    <a:pt x="160" y="342"/>
                    <a:pt x="162" y="343"/>
                  </a:cubicBezTo>
                  <a:cubicBezTo>
                    <a:pt x="161" y="343"/>
                    <a:pt x="161" y="343"/>
                    <a:pt x="160" y="343"/>
                  </a:cubicBezTo>
                  <a:cubicBezTo>
                    <a:pt x="161" y="344"/>
                    <a:pt x="161" y="345"/>
                    <a:pt x="163" y="346"/>
                  </a:cubicBezTo>
                  <a:cubicBezTo>
                    <a:pt x="162" y="347"/>
                    <a:pt x="161" y="346"/>
                    <a:pt x="160" y="346"/>
                  </a:cubicBezTo>
                  <a:cubicBezTo>
                    <a:pt x="160" y="347"/>
                    <a:pt x="163" y="347"/>
                    <a:pt x="162" y="348"/>
                  </a:cubicBezTo>
                  <a:cubicBezTo>
                    <a:pt x="162" y="349"/>
                    <a:pt x="161" y="349"/>
                    <a:pt x="161" y="349"/>
                  </a:cubicBezTo>
                  <a:cubicBezTo>
                    <a:pt x="162" y="350"/>
                    <a:pt x="162" y="351"/>
                    <a:pt x="163" y="352"/>
                  </a:cubicBezTo>
                  <a:cubicBezTo>
                    <a:pt x="162" y="352"/>
                    <a:pt x="162" y="353"/>
                    <a:pt x="161" y="353"/>
                  </a:cubicBezTo>
                  <a:cubicBezTo>
                    <a:pt x="161" y="360"/>
                    <a:pt x="162" y="366"/>
                    <a:pt x="164" y="372"/>
                  </a:cubicBezTo>
                  <a:cubicBezTo>
                    <a:pt x="161" y="374"/>
                    <a:pt x="162" y="371"/>
                    <a:pt x="161" y="372"/>
                  </a:cubicBezTo>
                  <a:cubicBezTo>
                    <a:pt x="163" y="372"/>
                    <a:pt x="161" y="373"/>
                    <a:pt x="162" y="375"/>
                  </a:cubicBezTo>
                  <a:cubicBezTo>
                    <a:pt x="162" y="375"/>
                    <a:pt x="162" y="375"/>
                    <a:pt x="162" y="375"/>
                  </a:cubicBezTo>
                  <a:cubicBezTo>
                    <a:pt x="162" y="376"/>
                    <a:pt x="161" y="376"/>
                    <a:pt x="162" y="377"/>
                  </a:cubicBezTo>
                  <a:cubicBezTo>
                    <a:pt x="162" y="377"/>
                    <a:pt x="162" y="377"/>
                    <a:pt x="162" y="377"/>
                  </a:cubicBezTo>
                  <a:cubicBezTo>
                    <a:pt x="164" y="378"/>
                    <a:pt x="159" y="379"/>
                    <a:pt x="162" y="379"/>
                  </a:cubicBezTo>
                  <a:cubicBezTo>
                    <a:pt x="161" y="380"/>
                    <a:pt x="161" y="380"/>
                    <a:pt x="161" y="380"/>
                  </a:cubicBezTo>
                  <a:cubicBezTo>
                    <a:pt x="163" y="381"/>
                    <a:pt x="160" y="382"/>
                    <a:pt x="162" y="383"/>
                  </a:cubicBezTo>
                  <a:cubicBezTo>
                    <a:pt x="162" y="383"/>
                    <a:pt x="162" y="383"/>
                    <a:pt x="162" y="383"/>
                  </a:cubicBezTo>
                  <a:cubicBezTo>
                    <a:pt x="161" y="384"/>
                    <a:pt x="165" y="386"/>
                    <a:pt x="163" y="386"/>
                  </a:cubicBezTo>
                  <a:cubicBezTo>
                    <a:pt x="163" y="388"/>
                    <a:pt x="164" y="389"/>
                    <a:pt x="166" y="389"/>
                  </a:cubicBezTo>
                  <a:cubicBezTo>
                    <a:pt x="165" y="390"/>
                    <a:pt x="164" y="389"/>
                    <a:pt x="163" y="389"/>
                  </a:cubicBezTo>
                  <a:cubicBezTo>
                    <a:pt x="164" y="394"/>
                    <a:pt x="164" y="400"/>
                    <a:pt x="167" y="404"/>
                  </a:cubicBezTo>
                  <a:cubicBezTo>
                    <a:pt x="166" y="404"/>
                    <a:pt x="166" y="404"/>
                    <a:pt x="165" y="404"/>
                  </a:cubicBezTo>
                  <a:cubicBezTo>
                    <a:pt x="168" y="406"/>
                    <a:pt x="163" y="409"/>
                    <a:pt x="168" y="411"/>
                  </a:cubicBezTo>
                  <a:cubicBezTo>
                    <a:pt x="170" y="412"/>
                    <a:pt x="170" y="412"/>
                    <a:pt x="170" y="412"/>
                  </a:cubicBezTo>
                  <a:cubicBezTo>
                    <a:pt x="169" y="412"/>
                    <a:pt x="168" y="412"/>
                    <a:pt x="167" y="413"/>
                  </a:cubicBezTo>
                  <a:cubicBezTo>
                    <a:pt x="168" y="413"/>
                    <a:pt x="167" y="415"/>
                    <a:pt x="169" y="416"/>
                  </a:cubicBezTo>
                  <a:cubicBezTo>
                    <a:pt x="168" y="416"/>
                    <a:pt x="168" y="416"/>
                    <a:pt x="168" y="416"/>
                  </a:cubicBezTo>
                  <a:cubicBezTo>
                    <a:pt x="167" y="417"/>
                    <a:pt x="170" y="418"/>
                    <a:pt x="169" y="419"/>
                  </a:cubicBezTo>
                  <a:cubicBezTo>
                    <a:pt x="169" y="419"/>
                    <a:pt x="169" y="419"/>
                    <a:pt x="169" y="419"/>
                  </a:cubicBezTo>
                  <a:cubicBezTo>
                    <a:pt x="166" y="425"/>
                    <a:pt x="163" y="434"/>
                    <a:pt x="168" y="438"/>
                  </a:cubicBezTo>
                  <a:cubicBezTo>
                    <a:pt x="169" y="440"/>
                    <a:pt x="166" y="439"/>
                    <a:pt x="166" y="440"/>
                  </a:cubicBezTo>
                  <a:cubicBezTo>
                    <a:pt x="170" y="444"/>
                    <a:pt x="167" y="452"/>
                    <a:pt x="173" y="453"/>
                  </a:cubicBezTo>
                  <a:cubicBezTo>
                    <a:pt x="173" y="454"/>
                    <a:pt x="173" y="454"/>
                    <a:pt x="173" y="455"/>
                  </a:cubicBezTo>
                  <a:cubicBezTo>
                    <a:pt x="173" y="455"/>
                    <a:pt x="173" y="456"/>
                    <a:pt x="174" y="456"/>
                  </a:cubicBezTo>
                  <a:cubicBezTo>
                    <a:pt x="171" y="457"/>
                    <a:pt x="174" y="460"/>
                    <a:pt x="172" y="462"/>
                  </a:cubicBezTo>
                  <a:cubicBezTo>
                    <a:pt x="175" y="462"/>
                    <a:pt x="174" y="463"/>
                    <a:pt x="174" y="464"/>
                  </a:cubicBezTo>
                  <a:cubicBezTo>
                    <a:pt x="174" y="464"/>
                    <a:pt x="173" y="464"/>
                    <a:pt x="173" y="464"/>
                  </a:cubicBezTo>
                  <a:cubicBezTo>
                    <a:pt x="173" y="466"/>
                    <a:pt x="173" y="466"/>
                    <a:pt x="172" y="468"/>
                  </a:cubicBezTo>
                  <a:cubicBezTo>
                    <a:pt x="172" y="469"/>
                    <a:pt x="174" y="469"/>
                    <a:pt x="173" y="470"/>
                  </a:cubicBezTo>
                  <a:cubicBezTo>
                    <a:pt x="171" y="471"/>
                    <a:pt x="173" y="472"/>
                    <a:pt x="172" y="473"/>
                  </a:cubicBezTo>
                  <a:cubicBezTo>
                    <a:pt x="174" y="473"/>
                    <a:pt x="175" y="474"/>
                    <a:pt x="175" y="475"/>
                  </a:cubicBezTo>
                  <a:cubicBezTo>
                    <a:pt x="172" y="475"/>
                    <a:pt x="172" y="475"/>
                    <a:pt x="172" y="475"/>
                  </a:cubicBezTo>
                  <a:cubicBezTo>
                    <a:pt x="174" y="477"/>
                    <a:pt x="170" y="481"/>
                    <a:pt x="174" y="485"/>
                  </a:cubicBezTo>
                  <a:cubicBezTo>
                    <a:pt x="172" y="485"/>
                    <a:pt x="172" y="485"/>
                    <a:pt x="172" y="485"/>
                  </a:cubicBezTo>
                  <a:cubicBezTo>
                    <a:pt x="174" y="488"/>
                    <a:pt x="173" y="491"/>
                    <a:pt x="176" y="494"/>
                  </a:cubicBezTo>
                  <a:cubicBezTo>
                    <a:pt x="175" y="495"/>
                    <a:pt x="175" y="496"/>
                    <a:pt x="175" y="497"/>
                  </a:cubicBezTo>
                  <a:cubicBezTo>
                    <a:pt x="176" y="498"/>
                    <a:pt x="176" y="499"/>
                    <a:pt x="178" y="499"/>
                  </a:cubicBezTo>
                  <a:cubicBezTo>
                    <a:pt x="178" y="500"/>
                    <a:pt x="177" y="500"/>
                    <a:pt x="177" y="500"/>
                  </a:cubicBezTo>
                  <a:cubicBezTo>
                    <a:pt x="176" y="501"/>
                    <a:pt x="174" y="504"/>
                    <a:pt x="177" y="504"/>
                  </a:cubicBezTo>
                  <a:cubicBezTo>
                    <a:pt x="175" y="505"/>
                    <a:pt x="175" y="505"/>
                    <a:pt x="175" y="505"/>
                  </a:cubicBezTo>
                  <a:cubicBezTo>
                    <a:pt x="177" y="506"/>
                    <a:pt x="179" y="507"/>
                    <a:pt x="177" y="508"/>
                  </a:cubicBezTo>
                  <a:cubicBezTo>
                    <a:pt x="178" y="509"/>
                    <a:pt x="179" y="510"/>
                    <a:pt x="181" y="509"/>
                  </a:cubicBezTo>
                  <a:cubicBezTo>
                    <a:pt x="181" y="510"/>
                    <a:pt x="178" y="510"/>
                    <a:pt x="180" y="510"/>
                  </a:cubicBezTo>
                  <a:cubicBezTo>
                    <a:pt x="178" y="510"/>
                    <a:pt x="178" y="510"/>
                    <a:pt x="178" y="510"/>
                  </a:cubicBezTo>
                  <a:cubicBezTo>
                    <a:pt x="177" y="513"/>
                    <a:pt x="179" y="515"/>
                    <a:pt x="180" y="518"/>
                  </a:cubicBezTo>
                  <a:cubicBezTo>
                    <a:pt x="178" y="519"/>
                    <a:pt x="181" y="520"/>
                    <a:pt x="179" y="522"/>
                  </a:cubicBezTo>
                  <a:cubicBezTo>
                    <a:pt x="181" y="523"/>
                    <a:pt x="179" y="525"/>
                    <a:pt x="182" y="525"/>
                  </a:cubicBezTo>
                  <a:cubicBezTo>
                    <a:pt x="181" y="525"/>
                    <a:pt x="181" y="525"/>
                    <a:pt x="181" y="525"/>
                  </a:cubicBezTo>
                  <a:cubicBezTo>
                    <a:pt x="181" y="526"/>
                    <a:pt x="181" y="528"/>
                    <a:pt x="180" y="530"/>
                  </a:cubicBezTo>
                  <a:cubicBezTo>
                    <a:pt x="180" y="531"/>
                    <a:pt x="182" y="530"/>
                    <a:pt x="183" y="531"/>
                  </a:cubicBezTo>
                  <a:cubicBezTo>
                    <a:pt x="182" y="531"/>
                    <a:pt x="182" y="531"/>
                    <a:pt x="182" y="531"/>
                  </a:cubicBezTo>
                  <a:cubicBezTo>
                    <a:pt x="183" y="532"/>
                    <a:pt x="185" y="532"/>
                    <a:pt x="186" y="532"/>
                  </a:cubicBezTo>
                  <a:cubicBezTo>
                    <a:pt x="185" y="533"/>
                    <a:pt x="186" y="533"/>
                    <a:pt x="185" y="533"/>
                  </a:cubicBezTo>
                  <a:cubicBezTo>
                    <a:pt x="185" y="533"/>
                    <a:pt x="183" y="533"/>
                    <a:pt x="181" y="532"/>
                  </a:cubicBezTo>
                  <a:cubicBezTo>
                    <a:pt x="181" y="534"/>
                    <a:pt x="184" y="534"/>
                    <a:pt x="182" y="535"/>
                  </a:cubicBezTo>
                  <a:cubicBezTo>
                    <a:pt x="182" y="536"/>
                    <a:pt x="182" y="536"/>
                    <a:pt x="184" y="536"/>
                  </a:cubicBezTo>
                  <a:cubicBezTo>
                    <a:pt x="184" y="536"/>
                    <a:pt x="183" y="537"/>
                    <a:pt x="182" y="537"/>
                  </a:cubicBezTo>
                  <a:cubicBezTo>
                    <a:pt x="183" y="537"/>
                    <a:pt x="183" y="538"/>
                    <a:pt x="184" y="538"/>
                  </a:cubicBezTo>
                  <a:cubicBezTo>
                    <a:pt x="184" y="538"/>
                    <a:pt x="184" y="537"/>
                    <a:pt x="184" y="537"/>
                  </a:cubicBezTo>
                  <a:cubicBezTo>
                    <a:pt x="185" y="537"/>
                    <a:pt x="185" y="538"/>
                    <a:pt x="187" y="538"/>
                  </a:cubicBezTo>
                  <a:cubicBezTo>
                    <a:pt x="187" y="537"/>
                    <a:pt x="186" y="537"/>
                    <a:pt x="186" y="537"/>
                  </a:cubicBezTo>
                  <a:cubicBezTo>
                    <a:pt x="188" y="537"/>
                    <a:pt x="188" y="538"/>
                    <a:pt x="187" y="538"/>
                  </a:cubicBezTo>
                  <a:cubicBezTo>
                    <a:pt x="186" y="539"/>
                    <a:pt x="185" y="538"/>
                    <a:pt x="184" y="539"/>
                  </a:cubicBezTo>
                  <a:cubicBezTo>
                    <a:pt x="188" y="540"/>
                    <a:pt x="188" y="540"/>
                    <a:pt x="188" y="540"/>
                  </a:cubicBezTo>
                  <a:cubicBezTo>
                    <a:pt x="186" y="540"/>
                    <a:pt x="187" y="539"/>
                    <a:pt x="189" y="539"/>
                  </a:cubicBezTo>
                  <a:cubicBezTo>
                    <a:pt x="188" y="538"/>
                    <a:pt x="188" y="538"/>
                    <a:pt x="188" y="538"/>
                  </a:cubicBezTo>
                  <a:cubicBezTo>
                    <a:pt x="189" y="538"/>
                    <a:pt x="189" y="538"/>
                    <a:pt x="189" y="538"/>
                  </a:cubicBezTo>
                  <a:cubicBezTo>
                    <a:pt x="189" y="537"/>
                    <a:pt x="190" y="536"/>
                    <a:pt x="189" y="535"/>
                  </a:cubicBezTo>
                  <a:cubicBezTo>
                    <a:pt x="187" y="536"/>
                    <a:pt x="187" y="536"/>
                    <a:pt x="187" y="536"/>
                  </a:cubicBezTo>
                  <a:cubicBezTo>
                    <a:pt x="187" y="535"/>
                    <a:pt x="185" y="535"/>
                    <a:pt x="187" y="534"/>
                  </a:cubicBezTo>
                  <a:cubicBezTo>
                    <a:pt x="187" y="534"/>
                    <a:pt x="188" y="534"/>
                    <a:pt x="189" y="534"/>
                  </a:cubicBezTo>
                  <a:cubicBezTo>
                    <a:pt x="189" y="534"/>
                    <a:pt x="188" y="533"/>
                    <a:pt x="188" y="533"/>
                  </a:cubicBezTo>
                  <a:cubicBezTo>
                    <a:pt x="191" y="533"/>
                    <a:pt x="191" y="533"/>
                    <a:pt x="191" y="533"/>
                  </a:cubicBezTo>
                  <a:cubicBezTo>
                    <a:pt x="187" y="533"/>
                    <a:pt x="189" y="532"/>
                    <a:pt x="189" y="531"/>
                  </a:cubicBezTo>
                  <a:cubicBezTo>
                    <a:pt x="189" y="531"/>
                    <a:pt x="189" y="531"/>
                    <a:pt x="189" y="531"/>
                  </a:cubicBezTo>
                  <a:cubicBezTo>
                    <a:pt x="190" y="530"/>
                    <a:pt x="188" y="532"/>
                    <a:pt x="188" y="531"/>
                  </a:cubicBezTo>
                  <a:cubicBezTo>
                    <a:pt x="188" y="530"/>
                    <a:pt x="191" y="530"/>
                    <a:pt x="192" y="530"/>
                  </a:cubicBezTo>
                  <a:cubicBezTo>
                    <a:pt x="191" y="529"/>
                    <a:pt x="189" y="527"/>
                    <a:pt x="191" y="526"/>
                  </a:cubicBezTo>
                  <a:cubicBezTo>
                    <a:pt x="190" y="525"/>
                    <a:pt x="189" y="524"/>
                    <a:pt x="188" y="524"/>
                  </a:cubicBezTo>
                  <a:cubicBezTo>
                    <a:pt x="188" y="523"/>
                    <a:pt x="191" y="523"/>
                    <a:pt x="190" y="523"/>
                  </a:cubicBezTo>
                  <a:cubicBezTo>
                    <a:pt x="190" y="523"/>
                    <a:pt x="191" y="522"/>
                    <a:pt x="192" y="522"/>
                  </a:cubicBezTo>
                  <a:cubicBezTo>
                    <a:pt x="191" y="522"/>
                    <a:pt x="192" y="521"/>
                    <a:pt x="190" y="522"/>
                  </a:cubicBezTo>
                  <a:cubicBezTo>
                    <a:pt x="190" y="520"/>
                    <a:pt x="191" y="519"/>
                    <a:pt x="190" y="518"/>
                  </a:cubicBezTo>
                  <a:cubicBezTo>
                    <a:pt x="190" y="518"/>
                    <a:pt x="192" y="518"/>
                    <a:pt x="193" y="518"/>
                  </a:cubicBezTo>
                  <a:cubicBezTo>
                    <a:pt x="191" y="517"/>
                    <a:pt x="190" y="516"/>
                    <a:pt x="190" y="515"/>
                  </a:cubicBezTo>
                  <a:cubicBezTo>
                    <a:pt x="189" y="515"/>
                    <a:pt x="189" y="516"/>
                    <a:pt x="187" y="516"/>
                  </a:cubicBezTo>
                  <a:cubicBezTo>
                    <a:pt x="187" y="516"/>
                    <a:pt x="186" y="516"/>
                    <a:pt x="186" y="515"/>
                  </a:cubicBezTo>
                  <a:cubicBezTo>
                    <a:pt x="188" y="515"/>
                    <a:pt x="191" y="515"/>
                    <a:pt x="191" y="514"/>
                  </a:cubicBezTo>
                  <a:cubicBezTo>
                    <a:pt x="193" y="514"/>
                    <a:pt x="190" y="515"/>
                    <a:pt x="193" y="515"/>
                  </a:cubicBezTo>
                  <a:cubicBezTo>
                    <a:pt x="195" y="515"/>
                    <a:pt x="196" y="517"/>
                    <a:pt x="194" y="517"/>
                  </a:cubicBezTo>
                  <a:cubicBezTo>
                    <a:pt x="197" y="518"/>
                    <a:pt x="195" y="516"/>
                    <a:pt x="197" y="516"/>
                  </a:cubicBezTo>
                  <a:cubicBezTo>
                    <a:pt x="197" y="516"/>
                    <a:pt x="195" y="515"/>
                    <a:pt x="195" y="514"/>
                  </a:cubicBezTo>
                  <a:cubicBezTo>
                    <a:pt x="194" y="514"/>
                    <a:pt x="194" y="515"/>
                    <a:pt x="193" y="514"/>
                  </a:cubicBezTo>
                  <a:cubicBezTo>
                    <a:pt x="190" y="514"/>
                    <a:pt x="194" y="513"/>
                    <a:pt x="194" y="513"/>
                  </a:cubicBezTo>
                  <a:cubicBezTo>
                    <a:pt x="195" y="513"/>
                    <a:pt x="195" y="513"/>
                    <a:pt x="195" y="513"/>
                  </a:cubicBezTo>
                  <a:cubicBezTo>
                    <a:pt x="196" y="512"/>
                    <a:pt x="194" y="512"/>
                    <a:pt x="194" y="511"/>
                  </a:cubicBezTo>
                  <a:cubicBezTo>
                    <a:pt x="197" y="511"/>
                    <a:pt x="195" y="513"/>
                    <a:pt x="197" y="513"/>
                  </a:cubicBezTo>
                  <a:cubicBezTo>
                    <a:pt x="199" y="512"/>
                    <a:pt x="199" y="512"/>
                    <a:pt x="199" y="512"/>
                  </a:cubicBezTo>
                  <a:cubicBezTo>
                    <a:pt x="199" y="511"/>
                    <a:pt x="196" y="512"/>
                    <a:pt x="197" y="511"/>
                  </a:cubicBezTo>
                  <a:cubicBezTo>
                    <a:pt x="198" y="511"/>
                    <a:pt x="198" y="511"/>
                    <a:pt x="198" y="511"/>
                  </a:cubicBezTo>
                  <a:cubicBezTo>
                    <a:pt x="197" y="510"/>
                    <a:pt x="197" y="510"/>
                    <a:pt x="197" y="510"/>
                  </a:cubicBezTo>
                  <a:cubicBezTo>
                    <a:pt x="196" y="510"/>
                    <a:pt x="194" y="510"/>
                    <a:pt x="195" y="511"/>
                  </a:cubicBezTo>
                  <a:cubicBezTo>
                    <a:pt x="191" y="511"/>
                    <a:pt x="194" y="511"/>
                    <a:pt x="193" y="510"/>
                  </a:cubicBezTo>
                  <a:cubicBezTo>
                    <a:pt x="192" y="509"/>
                    <a:pt x="194" y="510"/>
                    <a:pt x="192" y="510"/>
                  </a:cubicBezTo>
                  <a:cubicBezTo>
                    <a:pt x="190" y="510"/>
                    <a:pt x="190" y="510"/>
                    <a:pt x="190" y="509"/>
                  </a:cubicBezTo>
                  <a:cubicBezTo>
                    <a:pt x="190" y="508"/>
                    <a:pt x="192" y="509"/>
                    <a:pt x="193" y="508"/>
                  </a:cubicBezTo>
                  <a:cubicBezTo>
                    <a:pt x="193" y="508"/>
                    <a:pt x="193" y="509"/>
                    <a:pt x="192" y="509"/>
                  </a:cubicBezTo>
                  <a:cubicBezTo>
                    <a:pt x="194" y="510"/>
                    <a:pt x="196" y="508"/>
                    <a:pt x="197" y="509"/>
                  </a:cubicBezTo>
                  <a:cubicBezTo>
                    <a:pt x="198" y="508"/>
                    <a:pt x="196" y="508"/>
                    <a:pt x="196" y="508"/>
                  </a:cubicBezTo>
                  <a:cubicBezTo>
                    <a:pt x="195" y="508"/>
                    <a:pt x="194" y="508"/>
                    <a:pt x="193" y="508"/>
                  </a:cubicBezTo>
                  <a:cubicBezTo>
                    <a:pt x="188" y="507"/>
                    <a:pt x="197" y="507"/>
                    <a:pt x="196" y="506"/>
                  </a:cubicBezTo>
                  <a:cubicBezTo>
                    <a:pt x="193" y="506"/>
                    <a:pt x="191" y="504"/>
                    <a:pt x="188" y="506"/>
                  </a:cubicBezTo>
                  <a:cubicBezTo>
                    <a:pt x="187" y="505"/>
                    <a:pt x="187" y="505"/>
                    <a:pt x="187" y="505"/>
                  </a:cubicBezTo>
                  <a:cubicBezTo>
                    <a:pt x="189" y="505"/>
                    <a:pt x="189" y="504"/>
                    <a:pt x="191" y="504"/>
                  </a:cubicBezTo>
                  <a:cubicBezTo>
                    <a:pt x="191" y="504"/>
                    <a:pt x="191" y="504"/>
                    <a:pt x="191" y="504"/>
                  </a:cubicBezTo>
                  <a:cubicBezTo>
                    <a:pt x="193" y="504"/>
                    <a:pt x="193" y="504"/>
                    <a:pt x="193" y="504"/>
                  </a:cubicBezTo>
                  <a:cubicBezTo>
                    <a:pt x="195" y="504"/>
                    <a:pt x="196" y="503"/>
                    <a:pt x="197" y="503"/>
                  </a:cubicBezTo>
                  <a:cubicBezTo>
                    <a:pt x="196" y="502"/>
                    <a:pt x="195" y="503"/>
                    <a:pt x="194" y="502"/>
                  </a:cubicBezTo>
                  <a:cubicBezTo>
                    <a:pt x="195" y="502"/>
                    <a:pt x="195" y="502"/>
                    <a:pt x="196" y="502"/>
                  </a:cubicBezTo>
                  <a:cubicBezTo>
                    <a:pt x="195" y="502"/>
                    <a:pt x="193" y="503"/>
                    <a:pt x="193" y="502"/>
                  </a:cubicBezTo>
                  <a:cubicBezTo>
                    <a:pt x="193" y="501"/>
                    <a:pt x="195" y="500"/>
                    <a:pt x="195" y="501"/>
                  </a:cubicBezTo>
                  <a:cubicBezTo>
                    <a:pt x="197" y="501"/>
                    <a:pt x="197" y="501"/>
                    <a:pt x="197" y="501"/>
                  </a:cubicBezTo>
                  <a:cubicBezTo>
                    <a:pt x="195" y="501"/>
                    <a:pt x="198" y="501"/>
                    <a:pt x="197" y="500"/>
                  </a:cubicBezTo>
                  <a:cubicBezTo>
                    <a:pt x="196" y="500"/>
                    <a:pt x="194" y="500"/>
                    <a:pt x="193" y="500"/>
                  </a:cubicBezTo>
                  <a:cubicBezTo>
                    <a:pt x="192" y="499"/>
                    <a:pt x="194" y="499"/>
                    <a:pt x="193" y="499"/>
                  </a:cubicBezTo>
                  <a:cubicBezTo>
                    <a:pt x="195" y="500"/>
                    <a:pt x="195" y="500"/>
                    <a:pt x="195" y="500"/>
                  </a:cubicBezTo>
                  <a:cubicBezTo>
                    <a:pt x="194" y="499"/>
                    <a:pt x="198" y="499"/>
                    <a:pt x="197" y="498"/>
                  </a:cubicBezTo>
                  <a:cubicBezTo>
                    <a:pt x="195" y="498"/>
                    <a:pt x="195" y="498"/>
                    <a:pt x="195" y="498"/>
                  </a:cubicBezTo>
                  <a:cubicBezTo>
                    <a:pt x="196" y="498"/>
                    <a:pt x="196" y="498"/>
                    <a:pt x="197" y="498"/>
                  </a:cubicBezTo>
                  <a:cubicBezTo>
                    <a:pt x="196" y="498"/>
                    <a:pt x="196" y="497"/>
                    <a:pt x="196" y="497"/>
                  </a:cubicBezTo>
                  <a:cubicBezTo>
                    <a:pt x="197" y="497"/>
                    <a:pt x="197" y="497"/>
                    <a:pt x="197" y="497"/>
                  </a:cubicBezTo>
                  <a:cubicBezTo>
                    <a:pt x="196" y="497"/>
                    <a:pt x="193" y="496"/>
                    <a:pt x="196" y="496"/>
                  </a:cubicBezTo>
                  <a:cubicBezTo>
                    <a:pt x="193" y="496"/>
                    <a:pt x="196" y="496"/>
                    <a:pt x="194" y="497"/>
                  </a:cubicBezTo>
                  <a:cubicBezTo>
                    <a:pt x="192" y="497"/>
                    <a:pt x="193" y="496"/>
                    <a:pt x="192" y="496"/>
                  </a:cubicBezTo>
                  <a:cubicBezTo>
                    <a:pt x="195" y="496"/>
                    <a:pt x="192" y="495"/>
                    <a:pt x="192" y="495"/>
                  </a:cubicBezTo>
                  <a:cubicBezTo>
                    <a:pt x="193" y="494"/>
                    <a:pt x="194" y="494"/>
                    <a:pt x="194" y="494"/>
                  </a:cubicBezTo>
                  <a:cubicBezTo>
                    <a:pt x="193" y="494"/>
                    <a:pt x="193" y="494"/>
                    <a:pt x="193" y="494"/>
                  </a:cubicBezTo>
                  <a:cubicBezTo>
                    <a:pt x="196" y="493"/>
                    <a:pt x="192" y="493"/>
                    <a:pt x="193" y="492"/>
                  </a:cubicBezTo>
                  <a:cubicBezTo>
                    <a:pt x="194" y="492"/>
                    <a:pt x="195" y="492"/>
                    <a:pt x="196" y="492"/>
                  </a:cubicBezTo>
                  <a:cubicBezTo>
                    <a:pt x="193" y="493"/>
                    <a:pt x="193" y="491"/>
                    <a:pt x="191" y="491"/>
                  </a:cubicBezTo>
                  <a:cubicBezTo>
                    <a:pt x="192" y="490"/>
                    <a:pt x="194" y="492"/>
                    <a:pt x="196" y="491"/>
                  </a:cubicBezTo>
                  <a:cubicBezTo>
                    <a:pt x="194" y="491"/>
                    <a:pt x="197" y="490"/>
                    <a:pt x="195" y="490"/>
                  </a:cubicBezTo>
                  <a:cubicBezTo>
                    <a:pt x="194" y="491"/>
                    <a:pt x="193" y="490"/>
                    <a:pt x="192" y="490"/>
                  </a:cubicBezTo>
                  <a:cubicBezTo>
                    <a:pt x="192" y="489"/>
                    <a:pt x="193" y="490"/>
                    <a:pt x="194" y="489"/>
                  </a:cubicBezTo>
                  <a:cubicBezTo>
                    <a:pt x="193" y="489"/>
                    <a:pt x="191" y="488"/>
                    <a:pt x="191" y="489"/>
                  </a:cubicBezTo>
                  <a:cubicBezTo>
                    <a:pt x="191" y="488"/>
                    <a:pt x="189" y="488"/>
                    <a:pt x="190" y="487"/>
                  </a:cubicBezTo>
                  <a:cubicBezTo>
                    <a:pt x="192" y="487"/>
                    <a:pt x="191" y="488"/>
                    <a:pt x="192" y="488"/>
                  </a:cubicBezTo>
                  <a:cubicBezTo>
                    <a:pt x="192" y="487"/>
                    <a:pt x="188" y="488"/>
                    <a:pt x="187" y="487"/>
                  </a:cubicBezTo>
                  <a:cubicBezTo>
                    <a:pt x="187" y="487"/>
                    <a:pt x="184" y="487"/>
                    <a:pt x="183" y="486"/>
                  </a:cubicBezTo>
                  <a:cubicBezTo>
                    <a:pt x="183" y="485"/>
                    <a:pt x="184" y="487"/>
                    <a:pt x="186" y="486"/>
                  </a:cubicBezTo>
                  <a:cubicBezTo>
                    <a:pt x="185" y="486"/>
                    <a:pt x="185" y="486"/>
                    <a:pt x="185" y="486"/>
                  </a:cubicBezTo>
                  <a:cubicBezTo>
                    <a:pt x="188" y="485"/>
                    <a:pt x="190" y="487"/>
                    <a:pt x="193" y="486"/>
                  </a:cubicBezTo>
                  <a:cubicBezTo>
                    <a:pt x="192" y="486"/>
                    <a:pt x="192" y="486"/>
                    <a:pt x="192" y="486"/>
                  </a:cubicBezTo>
                  <a:cubicBezTo>
                    <a:pt x="195" y="486"/>
                    <a:pt x="195" y="486"/>
                    <a:pt x="195" y="486"/>
                  </a:cubicBezTo>
                  <a:cubicBezTo>
                    <a:pt x="193" y="486"/>
                    <a:pt x="194" y="485"/>
                    <a:pt x="194" y="484"/>
                  </a:cubicBezTo>
                  <a:cubicBezTo>
                    <a:pt x="192" y="484"/>
                    <a:pt x="194" y="485"/>
                    <a:pt x="193" y="485"/>
                  </a:cubicBezTo>
                  <a:cubicBezTo>
                    <a:pt x="192" y="484"/>
                    <a:pt x="190" y="484"/>
                    <a:pt x="191" y="483"/>
                  </a:cubicBezTo>
                  <a:cubicBezTo>
                    <a:pt x="192" y="484"/>
                    <a:pt x="193" y="483"/>
                    <a:pt x="194" y="483"/>
                  </a:cubicBezTo>
                  <a:cubicBezTo>
                    <a:pt x="195" y="483"/>
                    <a:pt x="192" y="483"/>
                    <a:pt x="193" y="482"/>
                  </a:cubicBezTo>
                  <a:cubicBezTo>
                    <a:pt x="194" y="483"/>
                    <a:pt x="194" y="483"/>
                    <a:pt x="194" y="483"/>
                  </a:cubicBezTo>
                  <a:cubicBezTo>
                    <a:pt x="194" y="480"/>
                    <a:pt x="194" y="478"/>
                    <a:pt x="190" y="476"/>
                  </a:cubicBezTo>
                  <a:cubicBezTo>
                    <a:pt x="191" y="475"/>
                    <a:pt x="191" y="475"/>
                    <a:pt x="193" y="474"/>
                  </a:cubicBezTo>
                  <a:cubicBezTo>
                    <a:pt x="192" y="474"/>
                    <a:pt x="191" y="474"/>
                    <a:pt x="191" y="473"/>
                  </a:cubicBezTo>
                  <a:cubicBezTo>
                    <a:pt x="193" y="473"/>
                    <a:pt x="193" y="473"/>
                    <a:pt x="193" y="473"/>
                  </a:cubicBezTo>
                  <a:cubicBezTo>
                    <a:pt x="194" y="472"/>
                    <a:pt x="192" y="472"/>
                    <a:pt x="191" y="471"/>
                  </a:cubicBezTo>
                  <a:cubicBezTo>
                    <a:pt x="193" y="471"/>
                    <a:pt x="193" y="471"/>
                    <a:pt x="193" y="471"/>
                  </a:cubicBezTo>
                  <a:cubicBezTo>
                    <a:pt x="194" y="471"/>
                    <a:pt x="192" y="470"/>
                    <a:pt x="191" y="470"/>
                  </a:cubicBezTo>
                  <a:cubicBezTo>
                    <a:pt x="193" y="470"/>
                    <a:pt x="193" y="470"/>
                    <a:pt x="193" y="470"/>
                  </a:cubicBezTo>
                  <a:cubicBezTo>
                    <a:pt x="191" y="470"/>
                    <a:pt x="191" y="470"/>
                    <a:pt x="191" y="470"/>
                  </a:cubicBezTo>
                  <a:cubicBezTo>
                    <a:pt x="191" y="469"/>
                    <a:pt x="191" y="468"/>
                    <a:pt x="193" y="469"/>
                  </a:cubicBezTo>
                  <a:cubicBezTo>
                    <a:pt x="193" y="469"/>
                    <a:pt x="192" y="468"/>
                    <a:pt x="192" y="468"/>
                  </a:cubicBezTo>
                  <a:cubicBezTo>
                    <a:pt x="193" y="468"/>
                    <a:pt x="193" y="467"/>
                    <a:pt x="193" y="466"/>
                  </a:cubicBezTo>
                  <a:cubicBezTo>
                    <a:pt x="192" y="466"/>
                    <a:pt x="191" y="466"/>
                    <a:pt x="190" y="466"/>
                  </a:cubicBezTo>
                  <a:cubicBezTo>
                    <a:pt x="188" y="465"/>
                    <a:pt x="190" y="466"/>
                    <a:pt x="189" y="465"/>
                  </a:cubicBezTo>
                  <a:cubicBezTo>
                    <a:pt x="190" y="465"/>
                    <a:pt x="191" y="465"/>
                    <a:pt x="192" y="465"/>
                  </a:cubicBezTo>
                  <a:cubicBezTo>
                    <a:pt x="195" y="465"/>
                    <a:pt x="192" y="462"/>
                    <a:pt x="193" y="461"/>
                  </a:cubicBezTo>
                  <a:cubicBezTo>
                    <a:pt x="192" y="460"/>
                    <a:pt x="192" y="460"/>
                    <a:pt x="192" y="460"/>
                  </a:cubicBezTo>
                  <a:cubicBezTo>
                    <a:pt x="195" y="460"/>
                    <a:pt x="193" y="459"/>
                    <a:pt x="194" y="458"/>
                  </a:cubicBezTo>
                  <a:cubicBezTo>
                    <a:pt x="193" y="458"/>
                    <a:pt x="191" y="457"/>
                    <a:pt x="191" y="456"/>
                  </a:cubicBezTo>
                  <a:cubicBezTo>
                    <a:pt x="189" y="455"/>
                    <a:pt x="193" y="457"/>
                    <a:pt x="195" y="457"/>
                  </a:cubicBezTo>
                  <a:cubicBezTo>
                    <a:pt x="194" y="456"/>
                    <a:pt x="194" y="456"/>
                    <a:pt x="194" y="456"/>
                  </a:cubicBezTo>
                  <a:cubicBezTo>
                    <a:pt x="194" y="456"/>
                    <a:pt x="194" y="456"/>
                    <a:pt x="194" y="456"/>
                  </a:cubicBezTo>
                  <a:cubicBezTo>
                    <a:pt x="194" y="455"/>
                    <a:pt x="193" y="454"/>
                    <a:pt x="194" y="454"/>
                  </a:cubicBezTo>
                  <a:cubicBezTo>
                    <a:pt x="194" y="454"/>
                    <a:pt x="194" y="454"/>
                    <a:pt x="194" y="454"/>
                  </a:cubicBezTo>
                  <a:cubicBezTo>
                    <a:pt x="195" y="454"/>
                    <a:pt x="196" y="455"/>
                    <a:pt x="196" y="454"/>
                  </a:cubicBezTo>
                  <a:cubicBezTo>
                    <a:pt x="194" y="453"/>
                    <a:pt x="196" y="453"/>
                    <a:pt x="194" y="452"/>
                  </a:cubicBezTo>
                  <a:cubicBezTo>
                    <a:pt x="195" y="452"/>
                    <a:pt x="195" y="452"/>
                    <a:pt x="195" y="452"/>
                  </a:cubicBezTo>
                  <a:cubicBezTo>
                    <a:pt x="194" y="451"/>
                    <a:pt x="194" y="451"/>
                    <a:pt x="194" y="451"/>
                  </a:cubicBezTo>
                  <a:cubicBezTo>
                    <a:pt x="195" y="451"/>
                    <a:pt x="195" y="451"/>
                    <a:pt x="195" y="451"/>
                  </a:cubicBezTo>
                  <a:cubicBezTo>
                    <a:pt x="196" y="453"/>
                    <a:pt x="196" y="453"/>
                    <a:pt x="196" y="453"/>
                  </a:cubicBezTo>
                  <a:cubicBezTo>
                    <a:pt x="197" y="452"/>
                    <a:pt x="195" y="452"/>
                    <a:pt x="194" y="451"/>
                  </a:cubicBezTo>
                  <a:cubicBezTo>
                    <a:pt x="193" y="450"/>
                    <a:pt x="195" y="450"/>
                    <a:pt x="195" y="451"/>
                  </a:cubicBezTo>
                  <a:cubicBezTo>
                    <a:pt x="196" y="451"/>
                    <a:pt x="195" y="451"/>
                    <a:pt x="195" y="451"/>
                  </a:cubicBezTo>
                  <a:cubicBezTo>
                    <a:pt x="196" y="452"/>
                    <a:pt x="196" y="451"/>
                    <a:pt x="196" y="452"/>
                  </a:cubicBezTo>
                  <a:cubicBezTo>
                    <a:pt x="196" y="451"/>
                    <a:pt x="195" y="450"/>
                    <a:pt x="195" y="450"/>
                  </a:cubicBezTo>
                  <a:cubicBezTo>
                    <a:pt x="195" y="451"/>
                    <a:pt x="196" y="450"/>
                    <a:pt x="197" y="451"/>
                  </a:cubicBezTo>
                  <a:cubicBezTo>
                    <a:pt x="196" y="450"/>
                    <a:pt x="197" y="450"/>
                    <a:pt x="196" y="450"/>
                  </a:cubicBezTo>
                  <a:cubicBezTo>
                    <a:pt x="196" y="450"/>
                    <a:pt x="195" y="449"/>
                    <a:pt x="194" y="449"/>
                  </a:cubicBezTo>
                  <a:cubicBezTo>
                    <a:pt x="194" y="448"/>
                    <a:pt x="194" y="448"/>
                    <a:pt x="195" y="448"/>
                  </a:cubicBezTo>
                  <a:cubicBezTo>
                    <a:pt x="195" y="449"/>
                    <a:pt x="195" y="449"/>
                    <a:pt x="195" y="449"/>
                  </a:cubicBezTo>
                  <a:cubicBezTo>
                    <a:pt x="195" y="448"/>
                    <a:pt x="196" y="448"/>
                    <a:pt x="194" y="447"/>
                  </a:cubicBezTo>
                  <a:cubicBezTo>
                    <a:pt x="196" y="449"/>
                    <a:pt x="196" y="449"/>
                    <a:pt x="196" y="449"/>
                  </a:cubicBezTo>
                  <a:cubicBezTo>
                    <a:pt x="196" y="448"/>
                    <a:pt x="196" y="448"/>
                    <a:pt x="196" y="447"/>
                  </a:cubicBezTo>
                  <a:cubicBezTo>
                    <a:pt x="197" y="448"/>
                    <a:pt x="198" y="450"/>
                    <a:pt x="199" y="450"/>
                  </a:cubicBezTo>
                  <a:cubicBezTo>
                    <a:pt x="198" y="448"/>
                    <a:pt x="198" y="448"/>
                    <a:pt x="198" y="448"/>
                  </a:cubicBezTo>
                  <a:cubicBezTo>
                    <a:pt x="199" y="448"/>
                    <a:pt x="199" y="448"/>
                    <a:pt x="199" y="449"/>
                  </a:cubicBezTo>
                  <a:cubicBezTo>
                    <a:pt x="200" y="449"/>
                    <a:pt x="198" y="444"/>
                    <a:pt x="199" y="445"/>
                  </a:cubicBezTo>
                  <a:cubicBezTo>
                    <a:pt x="200" y="447"/>
                    <a:pt x="200" y="447"/>
                    <a:pt x="201" y="447"/>
                  </a:cubicBezTo>
                  <a:cubicBezTo>
                    <a:pt x="200" y="446"/>
                    <a:pt x="200" y="446"/>
                    <a:pt x="200" y="446"/>
                  </a:cubicBezTo>
                  <a:cubicBezTo>
                    <a:pt x="200" y="446"/>
                    <a:pt x="201" y="448"/>
                    <a:pt x="200" y="447"/>
                  </a:cubicBezTo>
                  <a:cubicBezTo>
                    <a:pt x="199" y="446"/>
                    <a:pt x="200" y="446"/>
                    <a:pt x="200" y="445"/>
                  </a:cubicBezTo>
                  <a:cubicBezTo>
                    <a:pt x="200" y="446"/>
                    <a:pt x="201" y="447"/>
                    <a:pt x="202" y="447"/>
                  </a:cubicBezTo>
                  <a:cubicBezTo>
                    <a:pt x="202" y="447"/>
                    <a:pt x="202" y="447"/>
                    <a:pt x="202" y="447"/>
                  </a:cubicBezTo>
                  <a:cubicBezTo>
                    <a:pt x="205" y="449"/>
                    <a:pt x="200" y="450"/>
                    <a:pt x="204" y="454"/>
                  </a:cubicBezTo>
                  <a:cubicBezTo>
                    <a:pt x="205" y="456"/>
                    <a:pt x="206" y="463"/>
                    <a:pt x="206" y="463"/>
                  </a:cubicBezTo>
                  <a:cubicBezTo>
                    <a:pt x="214" y="451"/>
                    <a:pt x="212" y="449"/>
                    <a:pt x="214" y="446"/>
                  </a:cubicBezTo>
                  <a:cubicBezTo>
                    <a:pt x="214" y="447"/>
                    <a:pt x="214" y="447"/>
                    <a:pt x="214" y="447"/>
                  </a:cubicBezTo>
                  <a:cubicBezTo>
                    <a:pt x="214" y="446"/>
                    <a:pt x="214" y="446"/>
                    <a:pt x="214" y="446"/>
                  </a:cubicBezTo>
                  <a:cubicBezTo>
                    <a:pt x="214" y="446"/>
                    <a:pt x="215" y="446"/>
                    <a:pt x="215" y="446"/>
                  </a:cubicBezTo>
                  <a:cubicBezTo>
                    <a:pt x="215" y="446"/>
                    <a:pt x="215" y="447"/>
                    <a:pt x="216" y="445"/>
                  </a:cubicBezTo>
                  <a:cubicBezTo>
                    <a:pt x="216" y="445"/>
                    <a:pt x="216" y="445"/>
                    <a:pt x="216" y="445"/>
                  </a:cubicBezTo>
                  <a:cubicBezTo>
                    <a:pt x="216" y="445"/>
                    <a:pt x="217" y="443"/>
                    <a:pt x="217" y="443"/>
                  </a:cubicBezTo>
                  <a:cubicBezTo>
                    <a:pt x="216" y="445"/>
                    <a:pt x="216" y="445"/>
                    <a:pt x="216" y="445"/>
                  </a:cubicBezTo>
                  <a:cubicBezTo>
                    <a:pt x="216" y="447"/>
                    <a:pt x="217" y="446"/>
                    <a:pt x="217" y="447"/>
                  </a:cubicBezTo>
                  <a:cubicBezTo>
                    <a:pt x="217" y="445"/>
                    <a:pt x="217" y="447"/>
                    <a:pt x="218" y="445"/>
                  </a:cubicBezTo>
                  <a:cubicBezTo>
                    <a:pt x="218" y="445"/>
                    <a:pt x="218" y="445"/>
                    <a:pt x="218" y="445"/>
                  </a:cubicBezTo>
                  <a:cubicBezTo>
                    <a:pt x="219" y="445"/>
                    <a:pt x="219" y="444"/>
                    <a:pt x="220" y="444"/>
                  </a:cubicBezTo>
                  <a:cubicBezTo>
                    <a:pt x="220" y="444"/>
                    <a:pt x="219" y="446"/>
                    <a:pt x="219" y="446"/>
                  </a:cubicBezTo>
                  <a:cubicBezTo>
                    <a:pt x="219" y="447"/>
                    <a:pt x="219" y="447"/>
                    <a:pt x="220" y="447"/>
                  </a:cubicBezTo>
                  <a:cubicBezTo>
                    <a:pt x="220" y="447"/>
                    <a:pt x="220" y="446"/>
                    <a:pt x="220" y="446"/>
                  </a:cubicBezTo>
                  <a:cubicBezTo>
                    <a:pt x="220" y="446"/>
                    <a:pt x="220" y="446"/>
                    <a:pt x="220" y="447"/>
                  </a:cubicBezTo>
                  <a:cubicBezTo>
                    <a:pt x="220" y="446"/>
                    <a:pt x="220" y="446"/>
                    <a:pt x="220" y="446"/>
                  </a:cubicBezTo>
                  <a:cubicBezTo>
                    <a:pt x="220" y="446"/>
                    <a:pt x="220" y="446"/>
                    <a:pt x="220" y="447"/>
                  </a:cubicBezTo>
                  <a:cubicBezTo>
                    <a:pt x="220" y="447"/>
                    <a:pt x="220" y="447"/>
                    <a:pt x="220" y="447"/>
                  </a:cubicBezTo>
                  <a:cubicBezTo>
                    <a:pt x="220" y="447"/>
                    <a:pt x="220" y="447"/>
                    <a:pt x="220" y="447"/>
                  </a:cubicBezTo>
                  <a:cubicBezTo>
                    <a:pt x="220" y="447"/>
                    <a:pt x="220" y="447"/>
                    <a:pt x="220" y="447"/>
                  </a:cubicBezTo>
                  <a:cubicBezTo>
                    <a:pt x="220" y="447"/>
                    <a:pt x="220" y="447"/>
                    <a:pt x="220" y="448"/>
                  </a:cubicBezTo>
                  <a:cubicBezTo>
                    <a:pt x="220" y="449"/>
                    <a:pt x="220" y="449"/>
                    <a:pt x="220" y="449"/>
                  </a:cubicBezTo>
                  <a:cubicBezTo>
                    <a:pt x="220" y="449"/>
                    <a:pt x="221" y="448"/>
                    <a:pt x="221" y="447"/>
                  </a:cubicBezTo>
                  <a:cubicBezTo>
                    <a:pt x="222" y="449"/>
                    <a:pt x="224" y="448"/>
                    <a:pt x="225" y="448"/>
                  </a:cubicBezTo>
                  <a:cubicBezTo>
                    <a:pt x="225" y="448"/>
                    <a:pt x="224" y="449"/>
                    <a:pt x="225" y="449"/>
                  </a:cubicBezTo>
                  <a:cubicBezTo>
                    <a:pt x="225" y="449"/>
                    <a:pt x="226" y="448"/>
                    <a:pt x="226" y="449"/>
                  </a:cubicBezTo>
                  <a:cubicBezTo>
                    <a:pt x="226" y="448"/>
                    <a:pt x="225" y="450"/>
                    <a:pt x="225" y="450"/>
                  </a:cubicBezTo>
                  <a:cubicBezTo>
                    <a:pt x="225" y="451"/>
                    <a:pt x="226" y="449"/>
                    <a:pt x="226" y="449"/>
                  </a:cubicBezTo>
                  <a:cubicBezTo>
                    <a:pt x="225" y="452"/>
                    <a:pt x="229" y="450"/>
                    <a:pt x="229" y="452"/>
                  </a:cubicBezTo>
                  <a:cubicBezTo>
                    <a:pt x="229" y="451"/>
                    <a:pt x="228" y="452"/>
                    <a:pt x="227" y="452"/>
                  </a:cubicBezTo>
                  <a:cubicBezTo>
                    <a:pt x="228" y="452"/>
                    <a:pt x="229" y="452"/>
                    <a:pt x="232" y="452"/>
                  </a:cubicBezTo>
                  <a:cubicBezTo>
                    <a:pt x="230" y="453"/>
                    <a:pt x="230" y="453"/>
                    <a:pt x="230" y="453"/>
                  </a:cubicBezTo>
                  <a:cubicBezTo>
                    <a:pt x="230" y="453"/>
                    <a:pt x="231" y="453"/>
                    <a:pt x="232" y="453"/>
                  </a:cubicBezTo>
                  <a:cubicBezTo>
                    <a:pt x="233" y="452"/>
                    <a:pt x="234" y="452"/>
                    <a:pt x="234" y="452"/>
                  </a:cubicBezTo>
                  <a:cubicBezTo>
                    <a:pt x="234" y="452"/>
                    <a:pt x="234" y="452"/>
                    <a:pt x="234" y="452"/>
                  </a:cubicBezTo>
                  <a:cubicBezTo>
                    <a:pt x="235" y="453"/>
                    <a:pt x="235" y="452"/>
                    <a:pt x="236" y="453"/>
                  </a:cubicBezTo>
                  <a:cubicBezTo>
                    <a:pt x="235" y="454"/>
                    <a:pt x="235" y="453"/>
                    <a:pt x="234" y="454"/>
                  </a:cubicBezTo>
                  <a:cubicBezTo>
                    <a:pt x="232" y="455"/>
                    <a:pt x="233" y="456"/>
                    <a:pt x="233" y="456"/>
                  </a:cubicBezTo>
                  <a:cubicBezTo>
                    <a:pt x="235" y="456"/>
                    <a:pt x="235" y="456"/>
                    <a:pt x="235" y="456"/>
                  </a:cubicBezTo>
                  <a:cubicBezTo>
                    <a:pt x="236" y="456"/>
                    <a:pt x="234" y="457"/>
                    <a:pt x="234" y="457"/>
                  </a:cubicBezTo>
                  <a:cubicBezTo>
                    <a:pt x="239" y="456"/>
                    <a:pt x="239" y="456"/>
                    <a:pt x="239" y="456"/>
                  </a:cubicBezTo>
                  <a:cubicBezTo>
                    <a:pt x="238" y="456"/>
                    <a:pt x="237" y="458"/>
                    <a:pt x="236" y="457"/>
                  </a:cubicBezTo>
                  <a:cubicBezTo>
                    <a:pt x="237" y="458"/>
                    <a:pt x="240" y="458"/>
                    <a:pt x="241" y="458"/>
                  </a:cubicBezTo>
                  <a:cubicBezTo>
                    <a:pt x="241" y="459"/>
                    <a:pt x="243" y="459"/>
                    <a:pt x="243" y="460"/>
                  </a:cubicBezTo>
                  <a:cubicBezTo>
                    <a:pt x="242" y="460"/>
                    <a:pt x="243" y="459"/>
                    <a:pt x="242" y="460"/>
                  </a:cubicBezTo>
                  <a:cubicBezTo>
                    <a:pt x="240" y="461"/>
                    <a:pt x="240" y="461"/>
                    <a:pt x="240" y="461"/>
                  </a:cubicBezTo>
                  <a:cubicBezTo>
                    <a:pt x="240" y="460"/>
                    <a:pt x="238" y="461"/>
                    <a:pt x="237" y="461"/>
                  </a:cubicBezTo>
                  <a:cubicBezTo>
                    <a:pt x="238" y="462"/>
                    <a:pt x="238" y="463"/>
                    <a:pt x="237" y="464"/>
                  </a:cubicBezTo>
                  <a:cubicBezTo>
                    <a:pt x="240" y="463"/>
                    <a:pt x="239" y="465"/>
                    <a:pt x="242" y="465"/>
                  </a:cubicBezTo>
                  <a:cubicBezTo>
                    <a:pt x="242" y="466"/>
                    <a:pt x="240" y="466"/>
                    <a:pt x="239" y="466"/>
                  </a:cubicBezTo>
                  <a:cubicBezTo>
                    <a:pt x="240" y="467"/>
                    <a:pt x="240" y="468"/>
                    <a:pt x="240" y="469"/>
                  </a:cubicBezTo>
                  <a:cubicBezTo>
                    <a:pt x="240" y="469"/>
                    <a:pt x="240" y="469"/>
                    <a:pt x="240" y="469"/>
                  </a:cubicBezTo>
                  <a:cubicBezTo>
                    <a:pt x="240" y="470"/>
                    <a:pt x="240" y="472"/>
                    <a:pt x="242" y="472"/>
                  </a:cubicBezTo>
                  <a:cubicBezTo>
                    <a:pt x="241" y="472"/>
                    <a:pt x="241" y="472"/>
                    <a:pt x="241" y="472"/>
                  </a:cubicBezTo>
                  <a:cubicBezTo>
                    <a:pt x="240" y="473"/>
                    <a:pt x="244" y="472"/>
                    <a:pt x="243" y="474"/>
                  </a:cubicBezTo>
                  <a:cubicBezTo>
                    <a:pt x="242" y="473"/>
                    <a:pt x="242" y="473"/>
                    <a:pt x="242" y="473"/>
                  </a:cubicBezTo>
                  <a:cubicBezTo>
                    <a:pt x="243" y="474"/>
                    <a:pt x="241" y="475"/>
                    <a:pt x="243" y="476"/>
                  </a:cubicBezTo>
                  <a:cubicBezTo>
                    <a:pt x="242" y="476"/>
                    <a:pt x="242" y="476"/>
                    <a:pt x="241" y="475"/>
                  </a:cubicBezTo>
                  <a:cubicBezTo>
                    <a:pt x="242" y="476"/>
                    <a:pt x="242" y="477"/>
                    <a:pt x="243" y="478"/>
                  </a:cubicBezTo>
                  <a:cubicBezTo>
                    <a:pt x="241" y="478"/>
                    <a:pt x="241" y="478"/>
                    <a:pt x="241" y="478"/>
                  </a:cubicBezTo>
                  <a:cubicBezTo>
                    <a:pt x="240" y="478"/>
                    <a:pt x="244" y="478"/>
                    <a:pt x="243" y="479"/>
                  </a:cubicBezTo>
                  <a:cubicBezTo>
                    <a:pt x="243" y="479"/>
                    <a:pt x="242" y="480"/>
                    <a:pt x="242" y="480"/>
                  </a:cubicBezTo>
                  <a:cubicBezTo>
                    <a:pt x="243" y="480"/>
                    <a:pt x="243" y="481"/>
                    <a:pt x="243" y="481"/>
                  </a:cubicBezTo>
                  <a:cubicBezTo>
                    <a:pt x="241" y="482"/>
                    <a:pt x="241" y="482"/>
                    <a:pt x="241" y="482"/>
                  </a:cubicBezTo>
                  <a:cubicBezTo>
                    <a:pt x="241" y="486"/>
                    <a:pt x="241" y="490"/>
                    <a:pt x="243" y="494"/>
                  </a:cubicBezTo>
                  <a:cubicBezTo>
                    <a:pt x="240" y="494"/>
                    <a:pt x="241" y="493"/>
                    <a:pt x="240" y="493"/>
                  </a:cubicBezTo>
                  <a:cubicBezTo>
                    <a:pt x="242" y="493"/>
                    <a:pt x="240" y="494"/>
                    <a:pt x="241" y="495"/>
                  </a:cubicBezTo>
                  <a:cubicBezTo>
                    <a:pt x="241" y="495"/>
                    <a:pt x="241" y="495"/>
                    <a:pt x="241" y="495"/>
                  </a:cubicBezTo>
                  <a:cubicBezTo>
                    <a:pt x="241" y="496"/>
                    <a:pt x="240" y="496"/>
                    <a:pt x="240" y="497"/>
                  </a:cubicBezTo>
                  <a:cubicBezTo>
                    <a:pt x="241" y="497"/>
                    <a:pt x="241" y="497"/>
                    <a:pt x="241" y="497"/>
                  </a:cubicBezTo>
                  <a:cubicBezTo>
                    <a:pt x="242" y="497"/>
                    <a:pt x="238" y="498"/>
                    <a:pt x="241" y="498"/>
                  </a:cubicBezTo>
                  <a:cubicBezTo>
                    <a:pt x="239" y="499"/>
                    <a:pt x="239" y="499"/>
                    <a:pt x="239" y="499"/>
                  </a:cubicBezTo>
                  <a:cubicBezTo>
                    <a:pt x="242" y="499"/>
                    <a:pt x="238" y="499"/>
                    <a:pt x="240" y="500"/>
                  </a:cubicBezTo>
                  <a:cubicBezTo>
                    <a:pt x="240" y="500"/>
                    <a:pt x="240" y="500"/>
                    <a:pt x="240" y="500"/>
                  </a:cubicBezTo>
                  <a:cubicBezTo>
                    <a:pt x="239" y="501"/>
                    <a:pt x="243" y="502"/>
                    <a:pt x="241" y="502"/>
                  </a:cubicBezTo>
                  <a:cubicBezTo>
                    <a:pt x="241" y="503"/>
                    <a:pt x="242" y="504"/>
                    <a:pt x="244" y="504"/>
                  </a:cubicBezTo>
                  <a:cubicBezTo>
                    <a:pt x="241" y="504"/>
                    <a:pt x="241" y="504"/>
                    <a:pt x="241" y="504"/>
                  </a:cubicBezTo>
                  <a:cubicBezTo>
                    <a:pt x="242" y="507"/>
                    <a:pt x="241" y="511"/>
                    <a:pt x="244" y="513"/>
                  </a:cubicBezTo>
                  <a:cubicBezTo>
                    <a:pt x="243" y="513"/>
                    <a:pt x="243" y="513"/>
                    <a:pt x="243" y="513"/>
                  </a:cubicBezTo>
                  <a:cubicBezTo>
                    <a:pt x="245" y="515"/>
                    <a:pt x="241" y="517"/>
                    <a:pt x="245" y="518"/>
                  </a:cubicBezTo>
                  <a:cubicBezTo>
                    <a:pt x="247" y="518"/>
                    <a:pt x="247" y="518"/>
                    <a:pt x="247" y="518"/>
                  </a:cubicBezTo>
                  <a:cubicBezTo>
                    <a:pt x="244" y="519"/>
                    <a:pt x="244" y="519"/>
                    <a:pt x="244" y="519"/>
                  </a:cubicBezTo>
                  <a:cubicBezTo>
                    <a:pt x="246" y="519"/>
                    <a:pt x="245" y="520"/>
                    <a:pt x="247" y="521"/>
                  </a:cubicBezTo>
                  <a:cubicBezTo>
                    <a:pt x="245" y="521"/>
                    <a:pt x="245" y="521"/>
                    <a:pt x="245" y="521"/>
                  </a:cubicBezTo>
                  <a:cubicBezTo>
                    <a:pt x="245" y="521"/>
                    <a:pt x="247" y="522"/>
                    <a:pt x="247" y="523"/>
                  </a:cubicBezTo>
                  <a:cubicBezTo>
                    <a:pt x="246" y="523"/>
                    <a:pt x="246" y="523"/>
                    <a:pt x="246" y="523"/>
                  </a:cubicBezTo>
                  <a:cubicBezTo>
                    <a:pt x="243" y="527"/>
                    <a:pt x="241" y="532"/>
                    <a:pt x="246" y="534"/>
                  </a:cubicBezTo>
                  <a:cubicBezTo>
                    <a:pt x="247" y="535"/>
                    <a:pt x="243" y="535"/>
                    <a:pt x="244" y="536"/>
                  </a:cubicBezTo>
                  <a:cubicBezTo>
                    <a:pt x="247" y="538"/>
                    <a:pt x="245" y="541"/>
                    <a:pt x="247" y="543"/>
                  </a:cubicBezTo>
                  <a:cubicBezTo>
                    <a:pt x="246" y="546"/>
                    <a:pt x="244" y="545"/>
                    <a:pt x="243" y="548"/>
                  </a:cubicBezTo>
                  <a:cubicBezTo>
                    <a:pt x="243" y="547"/>
                    <a:pt x="243" y="547"/>
                    <a:pt x="243" y="547"/>
                  </a:cubicBezTo>
                  <a:cubicBezTo>
                    <a:pt x="242" y="549"/>
                    <a:pt x="241" y="547"/>
                    <a:pt x="240" y="546"/>
                  </a:cubicBezTo>
                  <a:cubicBezTo>
                    <a:pt x="240" y="547"/>
                    <a:pt x="239" y="547"/>
                    <a:pt x="240" y="549"/>
                  </a:cubicBezTo>
                  <a:cubicBezTo>
                    <a:pt x="239" y="550"/>
                    <a:pt x="238" y="546"/>
                    <a:pt x="238" y="547"/>
                  </a:cubicBezTo>
                  <a:cubicBezTo>
                    <a:pt x="238" y="546"/>
                    <a:pt x="238" y="548"/>
                    <a:pt x="238" y="548"/>
                  </a:cubicBezTo>
                  <a:cubicBezTo>
                    <a:pt x="236" y="550"/>
                    <a:pt x="238" y="546"/>
                    <a:pt x="235" y="545"/>
                  </a:cubicBezTo>
                  <a:cubicBezTo>
                    <a:pt x="232" y="546"/>
                    <a:pt x="228" y="548"/>
                    <a:pt x="225" y="547"/>
                  </a:cubicBezTo>
                  <a:cubicBezTo>
                    <a:pt x="225" y="547"/>
                    <a:pt x="225" y="549"/>
                    <a:pt x="225" y="549"/>
                  </a:cubicBezTo>
                  <a:cubicBezTo>
                    <a:pt x="224" y="546"/>
                    <a:pt x="224" y="550"/>
                    <a:pt x="223" y="549"/>
                  </a:cubicBezTo>
                  <a:cubicBezTo>
                    <a:pt x="223" y="548"/>
                    <a:pt x="223" y="548"/>
                    <a:pt x="223" y="547"/>
                  </a:cubicBezTo>
                  <a:cubicBezTo>
                    <a:pt x="222" y="546"/>
                    <a:pt x="220" y="548"/>
                    <a:pt x="219" y="547"/>
                  </a:cubicBezTo>
                  <a:cubicBezTo>
                    <a:pt x="218" y="549"/>
                    <a:pt x="216" y="546"/>
                    <a:pt x="215" y="548"/>
                  </a:cubicBezTo>
                  <a:cubicBezTo>
                    <a:pt x="215" y="546"/>
                    <a:pt x="214" y="547"/>
                    <a:pt x="214" y="546"/>
                  </a:cubicBezTo>
                  <a:cubicBezTo>
                    <a:pt x="213" y="550"/>
                    <a:pt x="211" y="545"/>
                    <a:pt x="210" y="547"/>
                  </a:cubicBezTo>
                  <a:cubicBezTo>
                    <a:pt x="210" y="547"/>
                    <a:pt x="210" y="547"/>
                    <a:pt x="210" y="547"/>
                  </a:cubicBezTo>
                  <a:cubicBezTo>
                    <a:pt x="206" y="547"/>
                    <a:pt x="202" y="547"/>
                    <a:pt x="198" y="549"/>
                  </a:cubicBezTo>
                  <a:cubicBezTo>
                    <a:pt x="195" y="549"/>
                    <a:pt x="193" y="546"/>
                    <a:pt x="190" y="547"/>
                  </a:cubicBezTo>
                  <a:cubicBezTo>
                    <a:pt x="190" y="548"/>
                    <a:pt x="190" y="549"/>
                    <a:pt x="190" y="549"/>
                  </a:cubicBezTo>
                  <a:cubicBezTo>
                    <a:pt x="189" y="549"/>
                    <a:pt x="190" y="548"/>
                    <a:pt x="190" y="547"/>
                  </a:cubicBezTo>
                  <a:cubicBezTo>
                    <a:pt x="188" y="549"/>
                    <a:pt x="187" y="547"/>
                    <a:pt x="185" y="547"/>
                  </a:cubicBezTo>
                  <a:cubicBezTo>
                    <a:pt x="185" y="548"/>
                    <a:pt x="184" y="548"/>
                    <a:pt x="185" y="549"/>
                  </a:cubicBezTo>
                  <a:cubicBezTo>
                    <a:pt x="183" y="546"/>
                    <a:pt x="181" y="550"/>
                    <a:pt x="179" y="548"/>
                  </a:cubicBezTo>
                  <a:cubicBezTo>
                    <a:pt x="179" y="552"/>
                    <a:pt x="178" y="550"/>
                    <a:pt x="177" y="551"/>
                  </a:cubicBezTo>
                  <a:cubicBezTo>
                    <a:pt x="177" y="551"/>
                    <a:pt x="177" y="550"/>
                    <a:pt x="177" y="549"/>
                  </a:cubicBezTo>
                  <a:cubicBezTo>
                    <a:pt x="175" y="550"/>
                    <a:pt x="175" y="550"/>
                    <a:pt x="173" y="549"/>
                  </a:cubicBezTo>
                  <a:cubicBezTo>
                    <a:pt x="172" y="549"/>
                    <a:pt x="172" y="551"/>
                    <a:pt x="171" y="551"/>
                  </a:cubicBezTo>
                  <a:cubicBezTo>
                    <a:pt x="171" y="548"/>
                    <a:pt x="170" y="550"/>
                    <a:pt x="169" y="550"/>
                  </a:cubicBezTo>
                  <a:cubicBezTo>
                    <a:pt x="169" y="552"/>
                    <a:pt x="168" y="553"/>
                    <a:pt x="167" y="552"/>
                  </a:cubicBezTo>
                  <a:cubicBezTo>
                    <a:pt x="168" y="549"/>
                    <a:pt x="168" y="549"/>
                    <a:pt x="168" y="549"/>
                  </a:cubicBezTo>
                  <a:cubicBezTo>
                    <a:pt x="165" y="551"/>
                    <a:pt x="162" y="548"/>
                    <a:pt x="159" y="551"/>
                  </a:cubicBezTo>
                  <a:cubicBezTo>
                    <a:pt x="159" y="549"/>
                    <a:pt x="159" y="549"/>
                    <a:pt x="159" y="549"/>
                  </a:cubicBezTo>
                  <a:cubicBezTo>
                    <a:pt x="156" y="550"/>
                    <a:pt x="154" y="548"/>
                    <a:pt x="151" y="549"/>
                  </a:cubicBezTo>
                  <a:cubicBezTo>
                    <a:pt x="150" y="548"/>
                    <a:pt x="150" y="547"/>
                    <a:pt x="149" y="547"/>
                  </a:cubicBezTo>
                  <a:cubicBezTo>
                    <a:pt x="148" y="548"/>
                    <a:pt x="148" y="548"/>
                    <a:pt x="146" y="549"/>
                  </a:cubicBezTo>
                  <a:cubicBezTo>
                    <a:pt x="146" y="549"/>
                    <a:pt x="146" y="548"/>
                    <a:pt x="147" y="547"/>
                  </a:cubicBezTo>
                  <a:cubicBezTo>
                    <a:pt x="146" y="546"/>
                    <a:pt x="147" y="544"/>
                    <a:pt x="145" y="545"/>
                  </a:cubicBezTo>
                  <a:cubicBezTo>
                    <a:pt x="146" y="545"/>
                    <a:pt x="146" y="545"/>
                    <a:pt x="146" y="545"/>
                  </a:cubicBezTo>
                  <a:cubicBezTo>
                    <a:pt x="145" y="545"/>
                    <a:pt x="143" y="545"/>
                    <a:pt x="144" y="544"/>
                  </a:cubicBezTo>
                  <a:cubicBezTo>
                    <a:pt x="143" y="544"/>
                    <a:pt x="142" y="543"/>
                    <a:pt x="140" y="544"/>
                  </a:cubicBezTo>
                  <a:cubicBezTo>
                    <a:pt x="140" y="543"/>
                    <a:pt x="143" y="543"/>
                    <a:pt x="141" y="543"/>
                  </a:cubicBezTo>
                  <a:cubicBezTo>
                    <a:pt x="143" y="543"/>
                    <a:pt x="143" y="543"/>
                    <a:pt x="143" y="543"/>
                  </a:cubicBezTo>
                  <a:cubicBezTo>
                    <a:pt x="143" y="541"/>
                    <a:pt x="142" y="539"/>
                    <a:pt x="142" y="537"/>
                  </a:cubicBezTo>
                  <a:cubicBezTo>
                    <a:pt x="145" y="537"/>
                    <a:pt x="142" y="534"/>
                    <a:pt x="144" y="534"/>
                  </a:cubicBezTo>
                  <a:cubicBezTo>
                    <a:pt x="143" y="533"/>
                    <a:pt x="146" y="532"/>
                    <a:pt x="143" y="530"/>
                  </a:cubicBezTo>
                  <a:cubicBezTo>
                    <a:pt x="144" y="531"/>
                    <a:pt x="144" y="531"/>
                    <a:pt x="144" y="531"/>
                  </a:cubicBezTo>
                  <a:cubicBezTo>
                    <a:pt x="145" y="530"/>
                    <a:pt x="146" y="528"/>
                    <a:pt x="147" y="527"/>
                  </a:cubicBezTo>
                  <a:cubicBezTo>
                    <a:pt x="148" y="527"/>
                    <a:pt x="146" y="526"/>
                    <a:pt x="146" y="525"/>
                  </a:cubicBezTo>
                  <a:cubicBezTo>
                    <a:pt x="147" y="525"/>
                    <a:pt x="147" y="525"/>
                    <a:pt x="147" y="525"/>
                  </a:cubicBezTo>
                  <a:cubicBezTo>
                    <a:pt x="147" y="524"/>
                    <a:pt x="145" y="523"/>
                    <a:pt x="145" y="522"/>
                  </a:cubicBezTo>
                  <a:cubicBezTo>
                    <a:pt x="146" y="522"/>
                    <a:pt x="145" y="521"/>
                    <a:pt x="146" y="521"/>
                  </a:cubicBezTo>
                  <a:cubicBezTo>
                    <a:pt x="146" y="522"/>
                    <a:pt x="147" y="523"/>
                    <a:pt x="149" y="525"/>
                  </a:cubicBezTo>
                  <a:cubicBezTo>
                    <a:pt x="150" y="525"/>
                    <a:pt x="147" y="522"/>
                    <a:pt x="149" y="523"/>
                  </a:cubicBezTo>
                  <a:cubicBezTo>
                    <a:pt x="150" y="522"/>
                    <a:pt x="150" y="521"/>
                    <a:pt x="149" y="520"/>
                  </a:cubicBezTo>
                  <a:cubicBezTo>
                    <a:pt x="149" y="521"/>
                    <a:pt x="150" y="520"/>
                    <a:pt x="150" y="521"/>
                  </a:cubicBezTo>
                  <a:cubicBezTo>
                    <a:pt x="151" y="521"/>
                    <a:pt x="151" y="520"/>
                    <a:pt x="151" y="520"/>
                  </a:cubicBezTo>
                  <a:cubicBezTo>
                    <a:pt x="150" y="520"/>
                    <a:pt x="150" y="520"/>
                    <a:pt x="150" y="520"/>
                  </a:cubicBezTo>
                  <a:cubicBezTo>
                    <a:pt x="149" y="519"/>
                    <a:pt x="150" y="518"/>
                    <a:pt x="148" y="517"/>
                  </a:cubicBezTo>
                  <a:cubicBezTo>
                    <a:pt x="148" y="517"/>
                    <a:pt x="149" y="518"/>
                    <a:pt x="148" y="518"/>
                  </a:cubicBezTo>
                  <a:cubicBezTo>
                    <a:pt x="147" y="517"/>
                    <a:pt x="148" y="516"/>
                    <a:pt x="149" y="516"/>
                  </a:cubicBezTo>
                  <a:cubicBezTo>
                    <a:pt x="150" y="517"/>
                    <a:pt x="150" y="519"/>
                    <a:pt x="151" y="519"/>
                  </a:cubicBezTo>
                  <a:cubicBezTo>
                    <a:pt x="150" y="515"/>
                    <a:pt x="150" y="515"/>
                    <a:pt x="150" y="515"/>
                  </a:cubicBezTo>
                  <a:cubicBezTo>
                    <a:pt x="150" y="516"/>
                    <a:pt x="149" y="516"/>
                    <a:pt x="148" y="515"/>
                  </a:cubicBezTo>
                  <a:cubicBezTo>
                    <a:pt x="148" y="516"/>
                    <a:pt x="148" y="516"/>
                    <a:pt x="148" y="516"/>
                  </a:cubicBezTo>
                  <a:cubicBezTo>
                    <a:pt x="147" y="515"/>
                    <a:pt x="147" y="515"/>
                    <a:pt x="147" y="515"/>
                  </a:cubicBezTo>
                  <a:cubicBezTo>
                    <a:pt x="147" y="516"/>
                    <a:pt x="145" y="516"/>
                    <a:pt x="145" y="517"/>
                  </a:cubicBezTo>
                  <a:cubicBezTo>
                    <a:pt x="147" y="518"/>
                    <a:pt x="147" y="518"/>
                    <a:pt x="147" y="518"/>
                  </a:cubicBezTo>
                  <a:cubicBezTo>
                    <a:pt x="146" y="519"/>
                    <a:pt x="147" y="521"/>
                    <a:pt x="146" y="520"/>
                  </a:cubicBezTo>
                  <a:cubicBezTo>
                    <a:pt x="145" y="519"/>
                    <a:pt x="145" y="519"/>
                    <a:pt x="144" y="519"/>
                  </a:cubicBezTo>
                  <a:cubicBezTo>
                    <a:pt x="144" y="519"/>
                    <a:pt x="144" y="519"/>
                    <a:pt x="144" y="519"/>
                  </a:cubicBezTo>
                  <a:cubicBezTo>
                    <a:pt x="142" y="518"/>
                    <a:pt x="142" y="518"/>
                    <a:pt x="142" y="518"/>
                  </a:cubicBezTo>
                  <a:cubicBezTo>
                    <a:pt x="145" y="520"/>
                    <a:pt x="142" y="520"/>
                    <a:pt x="142" y="521"/>
                  </a:cubicBezTo>
                  <a:cubicBezTo>
                    <a:pt x="142" y="520"/>
                    <a:pt x="142" y="520"/>
                    <a:pt x="142" y="520"/>
                  </a:cubicBezTo>
                  <a:cubicBezTo>
                    <a:pt x="140" y="521"/>
                    <a:pt x="143" y="521"/>
                    <a:pt x="143" y="522"/>
                  </a:cubicBezTo>
                  <a:cubicBezTo>
                    <a:pt x="142" y="522"/>
                    <a:pt x="140" y="520"/>
                    <a:pt x="139" y="520"/>
                  </a:cubicBezTo>
                  <a:cubicBezTo>
                    <a:pt x="138" y="521"/>
                    <a:pt x="139" y="524"/>
                    <a:pt x="137" y="524"/>
                  </a:cubicBezTo>
                  <a:cubicBezTo>
                    <a:pt x="136" y="525"/>
                    <a:pt x="137" y="526"/>
                    <a:pt x="137" y="528"/>
                  </a:cubicBezTo>
                  <a:cubicBezTo>
                    <a:pt x="137" y="529"/>
                    <a:pt x="135" y="527"/>
                    <a:pt x="136" y="528"/>
                  </a:cubicBezTo>
                  <a:cubicBezTo>
                    <a:pt x="135" y="527"/>
                    <a:pt x="134" y="527"/>
                    <a:pt x="133" y="527"/>
                  </a:cubicBezTo>
                  <a:cubicBezTo>
                    <a:pt x="134" y="527"/>
                    <a:pt x="132" y="528"/>
                    <a:pt x="135" y="529"/>
                  </a:cubicBezTo>
                  <a:cubicBezTo>
                    <a:pt x="133" y="529"/>
                    <a:pt x="132" y="532"/>
                    <a:pt x="133" y="533"/>
                  </a:cubicBezTo>
                  <a:cubicBezTo>
                    <a:pt x="133" y="533"/>
                    <a:pt x="131" y="532"/>
                    <a:pt x="130" y="532"/>
                  </a:cubicBezTo>
                  <a:cubicBezTo>
                    <a:pt x="131" y="534"/>
                    <a:pt x="132" y="535"/>
                    <a:pt x="131" y="536"/>
                  </a:cubicBezTo>
                  <a:cubicBezTo>
                    <a:pt x="133" y="537"/>
                    <a:pt x="133" y="536"/>
                    <a:pt x="135" y="537"/>
                  </a:cubicBezTo>
                  <a:cubicBezTo>
                    <a:pt x="135" y="537"/>
                    <a:pt x="136" y="537"/>
                    <a:pt x="136" y="537"/>
                  </a:cubicBezTo>
                  <a:cubicBezTo>
                    <a:pt x="134" y="537"/>
                    <a:pt x="131" y="537"/>
                    <a:pt x="131" y="538"/>
                  </a:cubicBezTo>
                  <a:cubicBezTo>
                    <a:pt x="128" y="538"/>
                    <a:pt x="132" y="536"/>
                    <a:pt x="129" y="536"/>
                  </a:cubicBezTo>
                  <a:cubicBezTo>
                    <a:pt x="126" y="535"/>
                    <a:pt x="127" y="533"/>
                    <a:pt x="128" y="533"/>
                  </a:cubicBezTo>
                  <a:cubicBezTo>
                    <a:pt x="126" y="531"/>
                    <a:pt x="128" y="533"/>
                    <a:pt x="126" y="533"/>
                  </a:cubicBezTo>
                  <a:cubicBezTo>
                    <a:pt x="126" y="534"/>
                    <a:pt x="127" y="535"/>
                    <a:pt x="127" y="536"/>
                  </a:cubicBezTo>
                  <a:cubicBezTo>
                    <a:pt x="128" y="537"/>
                    <a:pt x="128" y="536"/>
                    <a:pt x="129" y="537"/>
                  </a:cubicBezTo>
                  <a:cubicBezTo>
                    <a:pt x="131" y="539"/>
                    <a:pt x="127" y="539"/>
                    <a:pt x="127" y="539"/>
                  </a:cubicBezTo>
                  <a:cubicBezTo>
                    <a:pt x="126" y="538"/>
                    <a:pt x="126" y="538"/>
                    <a:pt x="126" y="538"/>
                  </a:cubicBezTo>
                  <a:cubicBezTo>
                    <a:pt x="125" y="539"/>
                    <a:pt x="127" y="540"/>
                    <a:pt x="127" y="541"/>
                  </a:cubicBezTo>
                  <a:cubicBezTo>
                    <a:pt x="124" y="541"/>
                    <a:pt x="126" y="539"/>
                    <a:pt x="124" y="538"/>
                  </a:cubicBezTo>
                  <a:cubicBezTo>
                    <a:pt x="122" y="539"/>
                    <a:pt x="122" y="539"/>
                    <a:pt x="122" y="539"/>
                  </a:cubicBezTo>
                  <a:cubicBezTo>
                    <a:pt x="122" y="542"/>
                    <a:pt x="125" y="540"/>
                    <a:pt x="124" y="542"/>
                  </a:cubicBezTo>
                  <a:cubicBezTo>
                    <a:pt x="123" y="542"/>
                    <a:pt x="123" y="542"/>
                    <a:pt x="123" y="542"/>
                  </a:cubicBezTo>
                  <a:cubicBezTo>
                    <a:pt x="124" y="543"/>
                    <a:pt x="124" y="543"/>
                    <a:pt x="124" y="543"/>
                  </a:cubicBezTo>
                  <a:cubicBezTo>
                    <a:pt x="125" y="543"/>
                    <a:pt x="127" y="543"/>
                    <a:pt x="126" y="542"/>
                  </a:cubicBezTo>
                  <a:cubicBezTo>
                    <a:pt x="130" y="542"/>
                    <a:pt x="127" y="543"/>
                    <a:pt x="128" y="544"/>
                  </a:cubicBezTo>
                  <a:cubicBezTo>
                    <a:pt x="130" y="545"/>
                    <a:pt x="127" y="544"/>
                    <a:pt x="129" y="543"/>
                  </a:cubicBezTo>
                  <a:cubicBezTo>
                    <a:pt x="131" y="543"/>
                    <a:pt x="131" y="544"/>
                    <a:pt x="131" y="545"/>
                  </a:cubicBezTo>
                  <a:cubicBezTo>
                    <a:pt x="132" y="546"/>
                    <a:pt x="130" y="546"/>
                    <a:pt x="129" y="547"/>
                  </a:cubicBezTo>
                  <a:cubicBezTo>
                    <a:pt x="128" y="546"/>
                    <a:pt x="128" y="545"/>
                    <a:pt x="129" y="545"/>
                  </a:cubicBezTo>
                  <a:cubicBezTo>
                    <a:pt x="127" y="544"/>
                    <a:pt x="125" y="547"/>
                    <a:pt x="124" y="546"/>
                  </a:cubicBezTo>
                  <a:cubicBezTo>
                    <a:pt x="123" y="548"/>
                    <a:pt x="125" y="547"/>
                    <a:pt x="126" y="548"/>
                  </a:cubicBezTo>
                  <a:cubicBezTo>
                    <a:pt x="126" y="547"/>
                    <a:pt x="128" y="547"/>
                    <a:pt x="128" y="547"/>
                  </a:cubicBezTo>
                  <a:cubicBezTo>
                    <a:pt x="133" y="548"/>
                    <a:pt x="125" y="549"/>
                    <a:pt x="127" y="551"/>
                  </a:cubicBezTo>
                  <a:cubicBezTo>
                    <a:pt x="130" y="550"/>
                    <a:pt x="132" y="552"/>
                    <a:pt x="134" y="549"/>
                  </a:cubicBezTo>
                  <a:cubicBezTo>
                    <a:pt x="135" y="549"/>
                    <a:pt x="136" y="550"/>
                    <a:pt x="136" y="550"/>
                  </a:cubicBezTo>
                  <a:cubicBezTo>
                    <a:pt x="134" y="551"/>
                    <a:pt x="135" y="552"/>
                    <a:pt x="133" y="552"/>
                  </a:cubicBezTo>
                  <a:cubicBezTo>
                    <a:pt x="133" y="553"/>
                    <a:pt x="133" y="553"/>
                    <a:pt x="133" y="553"/>
                  </a:cubicBezTo>
                  <a:cubicBezTo>
                    <a:pt x="130" y="553"/>
                    <a:pt x="130" y="553"/>
                    <a:pt x="130" y="553"/>
                  </a:cubicBezTo>
                  <a:cubicBezTo>
                    <a:pt x="130" y="554"/>
                    <a:pt x="129" y="557"/>
                    <a:pt x="129" y="558"/>
                  </a:cubicBezTo>
                  <a:cubicBezTo>
                    <a:pt x="130" y="558"/>
                    <a:pt x="130" y="556"/>
                    <a:pt x="131" y="557"/>
                  </a:cubicBezTo>
                  <a:cubicBezTo>
                    <a:pt x="130" y="557"/>
                    <a:pt x="130" y="559"/>
                    <a:pt x="131" y="559"/>
                  </a:cubicBezTo>
                  <a:cubicBezTo>
                    <a:pt x="130" y="558"/>
                    <a:pt x="133" y="557"/>
                    <a:pt x="134" y="557"/>
                  </a:cubicBezTo>
                  <a:cubicBezTo>
                    <a:pt x="134" y="558"/>
                    <a:pt x="134" y="560"/>
                    <a:pt x="133" y="560"/>
                  </a:cubicBezTo>
                  <a:cubicBezTo>
                    <a:pt x="131" y="561"/>
                    <a:pt x="131" y="561"/>
                    <a:pt x="131" y="561"/>
                  </a:cubicBezTo>
                  <a:cubicBezTo>
                    <a:pt x="133" y="560"/>
                    <a:pt x="131" y="562"/>
                    <a:pt x="132" y="562"/>
                  </a:cubicBezTo>
                  <a:cubicBezTo>
                    <a:pt x="133" y="561"/>
                    <a:pt x="135" y="560"/>
                    <a:pt x="136" y="559"/>
                  </a:cubicBezTo>
                  <a:cubicBezTo>
                    <a:pt x="137" y="559"/>
                    <a:pt x="136" y="561"/>
                    <a:pt x="137" y="561"/>
                  </a:cubicBezTo>
                  <a:cubicBezTo>
                    <a:pt x="135" y="561"/>
                    <a:pt x="135" y="561"/>
                    <a:pt x="135" y="561"/>
                  </a:cubicBezTo>
                  <a:cubicBezTo>
                    <a:pt x="136" y="562"/>
                    <a:pt x="133" y="564"/>
                    <a:pt x="135" y="564"/>
                  </a:cubicBezTo>
                  <a:cubicBezTo>
                    <a:pt x="136" y="563"/>
                    <a:pt x="136" y="563"/>
                    <a:pt x="136" y="563"/>
                  </a:cubicBezTo>
                  <a:cubicBezTo>
                    <a:pt x="136" y="564"/>
                    <a:pt x="136" y="564"/>
                    <a:pt x="135" y="564"/>
                  </a:cubicBezTo>
                  <a:close/>
                  <a:moveTo>
                    <a:pt x="181" y="303"/>
                  </a:moveTo>
                  <a:cubicBezTo>
                    <a:pt x="181" y="303"/>
                    <a:pt x="181" y="303"/>
                    <a:pt x="181" y="303"/>
                  </a:cubicBezTo>
                  <a:cubicBezTo>
                    <a:pt x="181" y="303"/>
                    <a:pt x="181" y="303"/>
                    <a:pt x="181" y="303"/>
                  </a:cubicBezTo>
                  <a:cubicBezTo>
                    <a:pt x="181" y="303"/>
                    <a:pt x="181" y="303"/>
                    <a:pt x="181" y="303"/>
                  </a:cubicBezTo>
                  <a:close/>
                  <a:moveTo>
                    <a:pt x="191" y="308"/>
                  </a:moveTo>
                  <a:cubicBezTo>
                    <a:pt x="190" y="307"/>
                    <a:pt x="190" y="306"/>
                    <a:pt x="190" y="306"/>
                  </a:cubicBezTo>
                  <a:cubicBezTo>
                    <a:pt x="191" y="308"/>
                    <a:pt x="191" y="308"/>
                    <a:pt x="191" y="308"/>
                  </a:cubicBezTo>
                  <a:cubicBezTo>
                    <a:pt x="191" y="308"/>
                    <a:pt x="191" y="308"/>
                    <a:pt x="191" y="308"/>
                  </a:cubicBezTo>
                  <a:close/>
                  <a:moveTo>
                    <a:pt x="199" y="323"/>
                  </a:moveTo>
                  <a:cubicBezTo>
                    <a:pt x="199" y="323"/>
                    <a:pt x="199" y="323"/>
                    <a:pt x="199" y="324"/>
                  </a:cubicBezTo>
                  <a:cubicBezTo>
                    <a:pt x="199" y="324"/>
                    <a:pt x="199" y="324"/>
                    <a:pt x="199" y="324"/>
                  </a:cubicBezTo>
                  <a:cubicBezTo>
                    <a:pt x="199" y="324"/>
                    <a:pt x="199" y="324"/>
                    <a:pt x="199" y="324"/>
                  </a:cubicBezTo>
                  <a:cubicBezTo>
                    <a:pt x="199" y="324"/>
                    <a:pt x="200" y="324"/>
                    <a:pt x="200" y="324"/>
                  </a:cubicBezTo>
                  <a:cubicBezTo>
                    <a:pt x="200" y="324"/>
                    <a:pt x="200" y="324"/>
                    <a:pt x="200" y="324"/>
                  </a:cubicBezTo>
                  <a:cubicBezTo>
                    <a:pt x="198" y="324"/>
                    <a:pt x="198" y="324"/>
                    <a:pt x="199" y="323"/>
                  </a:cubicBezTo>
                  <a:close/>
                  <a:moveTo>
                    <a:pt x="198" y="307"/>
                  </a:moveTo>
                  <a:cubicBezTo>
                    <a:pt x="198" y="307"/>
                    <a:pt x="198" y="307"/>
                    <a:pt x="198" y="307"/>
                  </a:cubicBezTo>
                  <a:cubicBezTo>
                    <a:pt x="198" y="307"/>
                    <a:pt x="198" y="306"/>
                    <a:pt x="198" y="306"/>
                  </a:cubicBezTo>
                  <a:cubicBezTo>
                    <a:pt x="198" y="307"/>
                    <a:pt x="198" y="307"/>
                    <a:pt x="198" y="307"/>
                  </a:cubicBezTo>
                  <a:cubicBezTo>
                    <a:pt x="197" y="308"/>
                    <a:pt x="197" y="304"/>
                    <a:pt x="197" y="307"/>
                  </a:cubicBezTo>
                  <a:cubicBezTo>
                    <a:pt x="197" y="305"/>
                    <a:pt x="197" y="305"/>
                    <a:pt x="197" y="305"/>
                  </a:cubicBezTo>
                  <a:cubicBezTo>
                    <a:pt x="196" y="308"/>
                    <a:pt x="196" y="304"/>
                    <a:pt x="196" y="306"/>
                  </a:cubicBezTo>
                  <a:cubicBezTo>
                    <a:pt x="196" y="306"/>
                    <a:pt x="196" y="306"/>
                    <a:pt x="196" y="306"/>
                  </a:cubicBezTo>
                  <a:cubicBezTo>
                    <a:pt x="195" y="305"/>
                    <a:pt x="194" y="309"/>
                    <a:pt x="194" y="307"/>
                  </a:cubicBezTo>
                  <a:cubicBezTo>
                    <a:pt x="194" y="307"/>
                    <a:pt x="193" y="307"/>
                    <a:pt x="193" y="309"/>
                  </a:cubicBezTo>
                  <a:cubicBezTo>
                    <a:pt x="193" y="307"/>
                    <a:pt x="193" y="307"/>
                    <a:pt x="193" y="307"/>
                  </a:cubicBezTo>
                  <a:cubicBezTo>
                    <a:pt x="192" y="307"/>
                    <a:pt x="192" y="307"/>
                    <a:pt x="191" y="308"/>
                  </a:cubicBezTo>
                  <a:cubicBezTo>
                    <a:pt x="191" y="307"/>
                    <a:pt x="191" y="307"/>
                    <a:pt x="191" y="307"/>
                  </a:cubicBezTo>
                  <a:cubicBezTo>
                    <a:pt x="190" y="306"/>
                    <a:pt x="189" y="304"/>
                    <a:pt x="189" y="304"/>
                  </a:cubicBezTo>
                  <a:cubicBezTo>
                    <a:pt x="188" y="302"/>
                    <a:pt x="189" y="304"/>
                    <a:pt x="189" y="303"/>
                  </a:cubicBezTo>
                  <a:cubicBezTo>
                    <a:pt x="189" y="302"/>
                    <a:pt x="189" y="303"/>
                    <a:pt x="188" y="302"/>
                  </a:cubicBezTo>
                  <a:cubicBezTo>
                    <a:pt x="188" y="300"/>
                    <a:pt x="188" y="300"/>
                    <a:pt x="188" y="300"/>
                  </a:cubicBezTo>
                  <a:cubicBezTo>
                    <a:pt x="188" y="300"/>
                    <a:pt x="189" y="302"/>
                    <a:pt x="190" y="303"/>
                  </a:cubicBezTo>
                  <a:cubicBezTo>
                    <a:pt x="190" y="303"/>
                    <a:pt x="190" y="303"/>
                    <a:pt x="189" y="302"/>
                  </a:cubicBezTo>
                  <a:cubicBezTo>
                    <a:pt x="190" y="304"/>
                    <a:pt x="191" y="305"/>
                    <a:pt x="191" y="307"/>
                  </a:cubicBezTo>
                  <a:cubicBezTo>
                    <a:pt x="192" y="308"/>
                    <a:pt x="190" y="305"/>
                    <a:pt x="191" y="305"/>
                  </a:cubicBezTo>
                  <a:cubicBezTo>
                    <a:pt x="191" y="306"/>
                    <a:pt x="190" y="304"/>
                    <a:pt x="190" y="303"/>
                  </a:cubicBezTo>
                  <a:cubicBezTo>
                    <a:pt x="188" y="298"/>
                    <a:pt x="192" y="306"/>
                    <a:pt x="192" y="305"/>
                  </a:cubicBezTo>
                  <a:cubicBezTo>
                    <a:pt x="190" y="302"/>
                    <a:pt x="191" y="301"/>
                    <a:pt x="189" y="298"/>
                  </a:cubicBezTo>
                  <a:cubicBezTo>
                    <a:pt x="189" y="297"/>
                    <a:pt x="189" y="296"/>
                    <a:pt x="189" y="297"/>
                  </a:cubicBezTo>
                  <a:cubicBezTo>
                    <a:pt x="190" y="299"/>
                    <a:pt x="190" y="298"/>
                    <a:pt x="190" y="300"/>
                  </a:cubicBezTo>
                  <a:cubicBezTo>
                    <a:pt x="191" y="300"/>
                    <a:pt x="191" y="300"/>
                    <a:pt x="191" y="300"/>
                  </a:cubicBezTo>
                  <a:cubicBezTo>
                    <a:pt x="191" y="302"/>
                    <a:pt x="191" y="302"/>
                    <a:pt x="191" y="302"/>
                  </a:cubicBezTo>
                  <a:cubicBezTo>
                    <a:pt x="193" y="306"/>
                    <a:pt x="193" y="306"/>
                    <a:pt x="193" y="306"/>
                  </a:cubicBezTo>
                  <a:cubicBezTo>
                    <a:pt x="193" y="305"/>
                    <a:pt x="192" y="304"/>
                    <a:pt x="193" y="303"/>
                  </a:cubicBezTo>
                  <a:cubicBezTo>
                    <a:pt x="193" y="304"/>
                    <a:pt x="193" y="305"/>
                    <a:pt x="193" y="305"/>
                  </a:cubicBezTo>
                  <a:cubicBezTo>
                    <a:pt x="193" y="304"/>
                    <a:pt x="192" y="302"/>
                    <a:pt x="192" y="302"/>
                  </a:cubicBezTo>
                  <a:cubicBezTo>
                    <a:pt x="193" y="301"/>
                    <a:pt x="194" y="303"/>
                    <a:pt x="194" y="304"/>
                  </a:cubicBezTo>
                  <a:cubicBezTo>
                    <a:pt x="194" y="306"/>
                    <a:pt x="194" y="306"/>
                    <a:pt x="194" y="306"/>
                  </a:cubicBezTo>
                  <a:cubicBezTo>
                    <a:pt x="194" y="304"/>
                    <a:pt x="194" y="306"/>
                    <a:pt x="194" y="306"/>
                  </a:cubicBezTo>
                  <a:cubicBezTo>
                    <a:pt x="194" y="304"/>
                    <a:pt x="194" y="303"/>
                    <a:pt x="193" y="301"/>
                  </a:cubicBezTo>
                  <a:cubicBezTo>
                    <a:pt x="193" y="301"/>
                    <a:pt x="194" y="302"/>
                    <a:pt x="194" y="302"/>
                  </a:cubicBezTo>
                  <a:cubicBezTo>
                    <a:pt x="194" y="303"/>
                    <a:pt x="194" y="303"/>
                    <a:pt x="194" y="303"/>
                  </a:cubicBezTo>
                  <a:cubicBezTo>
                    <a:pt x="194" y="303"/>
                    <a:pt x="195" y="306"/>
                    <a:pt x="195" y="305"/>
                  </a:cubicBezTo>
                  <a:cubicBezTo>
                    <a:pt x="195" y="304"/>
                    <a:pt x="195" y="304"/>
                    <a:pt x="195" y="304"/>
                  </a:cubicBezTo>
                  <a:cubicBezTo>
                    <a:pt x="195" y="304"/>
                    <a:pt x="195" y="305"/>
                    <a:pt x="195" y="305"/>
                  </a:cubicBezTo>
                  <a:cubicBezTo>
                    <a:pt x="195" y="304"/>
                    <a:pt x="195" y="304"/>
                    <a:pt x="195" y="304"/>
                  </a:cubicBezTo>
                  <a:cubicBezTo>
                    <a:pt x="196" y="305"/>
                    <a:pt x="196" y="305"/>
                    <a:pt x="196" y="305"/>
                  </a:cubicBezTo>
                  <a:cubicBezTo>
                    <a:pt x="196" y="304"/>
                    <a:pt x="195" y="302"/>
                    <a:pt x="196" y="304"/>
                  </a:cubicBezTo>
                  <a:cubicBezTo>
                    <a:pt x="195" y="301"/>
                    <a:pt x="196" y="304"/>
                    <a:pt x="195" y="303"/>
                  </a:cubicBezTo>
                  <a:cubicBezTo>
                    <a:pt x="194" y="301"/>
                    <a:pt x="195" y="301"/>
                    <a:pt x="195" y="301"/>
                  </a:cubicBezTo>
                  <a:cubicBezTo>
                    <a:pt x="196" y="303"/>
                    <a:pt x="195" y="301"/>
                    <a:pt x="196" y="301"/>
                  </a:cubicBezTo>
                  <a:cubicBezTo>
                    <a:pt x="196" y="302"/>
                    <a:pt x="196" y="302"/>
                    <a:pt x="196" y="303"/>
                  </a:cubicBezTo>
                  <a:cubicBezTo>
                    <a:pt x="196" y="301"/>
                    <a:pt x="196" y="301"/>
                    <a:pt x="196" y="301"/>
                  </a:cubicBezTo>
                  <a:cubicBezTo>
                    <a:pt x="197" y="304"/>
                    <a:pt x="196" y="300"/>
                    <a:pt x="197" y="301"/>
                  </a:cubicBezTo>
                  <a:cubicBezTo>
                    <a:pt x="197" y="302"/>
                    <a:pt x="197" y="303"/>
                    <a:pt x="198" y="304"/>
                  </a:cubicBezTo>
                  <a:cubicBezTo>
                    <a:pt x="197" y="301"/>
                    <a:pt x="197" y="301"/>
                    <a:pt x="196" y="299"/>
                  </a:cubicBezTo>
                  <a:cubicBezTo>
                    <a:pt x="197" y="300"/>
                    <a:pt x="197" y="302"/>
                    <a:pt x="198" y="304"/>
                  </a:cubicBezTo>
                  <a:cubicBezTo>
                    <a:pt x="198" y="302"/>
                    <a:pt x="199" y="305"/>
                    <a:pt x="198" y="302"/>
                  </a:cubicBezTo>
                  <a:cubicBezTo>
                    <a:pt x="198" y="302"/>
                    <a:pt x="198" y="301"/>
                    <a:pt x="197" y="300"/>
                  </a:cubicBezTo>
                  <a:cubicBezTo>
                    <a:pt x="198" y="300"/>
                    <a:pt x="198" y="301"/>
                    <a:pt x="198" y="302"/>
                  </a:cubicBezTo>
                  <a:cubicBezTo>
                    <a:pt x="198" y="301"/>
                    <a:pt x="198" y="299"/>
                    <a:pt x="198" y="299"/>
                  </a:cubicBezTo>
                  <a:cubicBezTo>
                    <a:pt x="198" y="299"/>
                    <a:pt x="198" y="296"/>
                    <a:pt x="198" y="298"/>
                  </a:cubicBezTo>
                  <a:cubicBezTo>
                    <a:pt x="199" y="300"/>
                    <a:pt x="198" y="299"/>
                    <a:pt x="198" y="300"/>
                  </a:cubicBezTo>
                  <a:cubicBezTo>
                    <a:pt x="199" y="300"/>
                    <a:pt x="198" y="296"/>
                    <a:pt x="198" y="295"/>
                  </a:cubicBezTo>
                  <a:cubicBezTo>
                    <a:pt x="198" y="294"/>
                    <a:pt x="197" y="291"/>
                    <a:pt x="197" y="290"/>
                  </a:cubicBezTo>
                  <a:cubicBezTo>
                    <a:pt x="198" y="291"/>
                    <a:pt x="197" y="291"/>
                    <a:pt x="198" y="293"/>
                  </a:cubicBezTo>
                  <a:cubicBezTo>
                    <a:pt x="198" y="293"/>
                    <a:pt x="198" y="293"/>
                    <a:pt x="198" y="293"/>
                  </a:cubicBezTo>
                  <a:cubicBezTo>
                    <a:pt x="199" y="296"/>
                    <a:pt x="198" y="298"/>
                    <a:pt x="199" y="300"/>
                  </a:cubicBezTo>
                  <a:cubicBezTo>
                    <a:pt x="199" y="299"/>
                    <a:pt x="199" y="299"/>
                    <a:pt x="199" y="299"/>
                  </a:cubicBezTo>
                  <a:cubicBezTo>
                    <a:pt x="200" y="302"/>
                    <a:pt x="200" y="302"/>
                    <a:pt x="200" y="302"/>
                  </a:cubicBezTo>
                  <a:cubicBezTo>
                    <a:pt x="200" y="300"/>
                    <a:pt x="200" y="301"/>
                    <a:pt x="200" y="301"/>
                  </a:cubicBezTo>
                  <a:cubicBezTo>
                    <a:pt x="200" y="299"/>
                    <a:pt x="200" y="302"/>
                    <a:pt x="200" y="300"/>
                  </a:cubicBezTo>
                  <a:cubicBezTo>
                    <a:pt x="200" y="300"/>
                    <a:pt x="200" y="297"/>
                    <a:pt x="200" y="298"/>
                  </a:cubicBezTo>
                  <a:cubicBezTo>
                    <a:pt x="201" y="301"/>
                    <a:pt x="201" y="301"/>
                    <a:pt x="201" y="301"/>
                  </a:cubicBezTo>
                  <a:cubicBezTo>
                    <a:pt x="201" y="302"/>
                    <a:pt x="201" y="299"/>
                    <a:pt x="201" y="300"/>
                  </a:cubicBezTo>
                  <a:cubicBezTo>
                    <a:pt x="201" y="301"/>
                    <a:pt x="201" y="301"/>
                    <a:pt x="201" y="301"/>
                  </a:cubicBezTo>
                  <a:cubicBezTo>
                    <a:pt x="202" y="301"/>
                    <a:pt x="203" y="301"/>
                    <a:pt x="204" y="297"/>
                  </a:cubicBezTo>
                  <a:cubicBezTo>
                    <a:pt x="204" y="298"/>
                    <a:pt x="204" y="299"/>
                    <a:pt x="205" y="300"/>
                  </a:cubicBezTo>
                  <a:cubicBezTo>
                    <a:pt x="205" y="299"/>
                    <a:pt x="205" y="298"/>
                    <a:pt x="205" y="298"/>
                  </a:cubicBezTo>
                  <a:cubicBezTo>
                    <a:pt x="205" y="300"/>
                    <a:pt x="205" y="300"/>
                    <a:pt x="205" y="300"/>
                  </a:cubicBezTo>
                  <a:cubicBezTo>
                    <a:pt x="206" y="301"/>
                    <a:pt x="206" y="299"/>
                    <a:pt x="206" y="298"/>
                  </a:cubicBezTo>
                  <a:cubicBezTo>
                    <a:pt x="206" y="299"/>
                    <a:pt x="206" y="299"/>
                    <a:pt x="206" y="299"/>
                  </a:cubicBezTo>
                  <a:cubicBezTo>
                    <a:pt x="207" y="300"/>
                    <a:pt x="207" y="298"/>
                    <a:pt x="207" y="298"/>
                  </a:cubicBezTo>
                  <a:cubicBezTo>
                    <a:pt x="207" y="299"/>
                    <a:pt x="207" y="299"/>
                    <a:pt x="207" y="299"/>
                  </a:cubicBezTo>
                  <a:cubicBezTo>
                    <a:pt x="207" y="298"/>
                    <a:pt x="207" y="298"/>
                    <a:pt x="207" y="298"/>
                  </a:cubicBezTo>
                  <a:cubicBezTo>
                    <a:pt x="207" y="297"/>
                    <a:pt x="207" y="297"/>
                    <a:pt x="207" y="299"/>
                  </a:cubicBezTo>
                  <a:cubicBezTo>
                    <a:pt x="208" y="298"/>
                    <a:pt x="208" y="298"/>
                    <a:pt x="208" y="298"/>
                  </a:cubicBezTo>
                  <a:cubicBezTo>
                    <a:pt x="208" y="299"/>
                    <a:pt x="208" y="299"/>
                    <a:pt x="209" y="298"/>
                  </a:cubicBezTo>
                  <a:cubicBezTo>
                    <a:pt x="209" y="298"/>
                    <a:pt x="209" y="297"/>
                    <a:pt x="209" y="296"/>
                  </a:cubicBezTo>
                  <a:cubicBezTo>
                    <a:pt x="209" y="293"/>
                    <a:pt x="209" y="296"/>
                    <a:pt x="209" y="295"/>
                  </a:cubicBezTo>
                  <a:cubicBezTo>
                    <a:pt x="209" y="297"/>
                    <a:pt x="209" y="297"/>
                    <a:pt x="209" y="297"/>
                  </a:cubicBezTo>
                  <a:cubicBezTo>
                    <a:pt x="209" y="300"/>
                    <a:pt x="210" y="298"/>
                    <a:pt x="211" y="299"/>
                  </a:cubicBezTo>
                  <a:cubicBezTo>
                    <a:pt x="211" y="297"/>
                    <a:pt x="211" y="297"/>
                    <a:pt x="211" y="297"/>
                  </a:cubicBezTo>
                  <a:cubicBezTo>
                    <a:pt x="211" y="300"/>
                    <a:pt x="212" y="297"/>
                    <a:pt x="212" y="299"/>
                  </a:cubicBezTo>
                  <a:cubicBezTo>
                    <a:pt x="213" y="298"/>
                    <a:pt x="213" y="295"/>
                    <a:pt x="214" y="295"/>
                  </a:cubicBezTo>
                  <a:cubicBezTo>
                    <a:pt x="214" y="293"/>
                    <a:pt x="213" y="298"/>
                    <a:pt x="213" y="299"/>
                  </a:cubicBezTo>
                  <a:cubicBezTo>
                    <a:pt x="213" y="298"/>
                    <a:pt x="214" y="298"/>
                    <a:pt x="214" y="298"/>
                  </a:cubicBezTo>
                  <a:cubicBezTo>
                    <a:pt x="214" y="298"/>
                    <a:pt x="214" y="298"/>
                    <a:pt x="214" y="298"/>
                  </a:cubicBezTo>
                  <a:cubicBezTo>
                    <a:pt x="214" y="297"/>
                    <a:pt x="215" y="296"/>
                    <a:pt x="215" y="297"/>
                  </a:cubicBezTo>
                  <a:cubicBezTo>
                    <a:pt x="214" y="298"/>
                    <a:pt x="214" y="298"/>
                    <a:pt x="214" y="298"/>
                  </a:cubicBezTo>
                  <a:cubicBezTo>
                    <a:pt x="215" y="298"/>
                    <a:pt x="214" y="299"/>
                    <a:pt x="215" y="299"/>
                  </a:cubicBezTo>
                  <a:cubicBezTo>
                    <a:pt x="215" y="297"/>
                    <a:pt x="215" y="298"/>
                    <a:pt x="216" y="297"/>
                  </a:cubicBezTo>
                  <a:cubicBezTo>
                    <a:pt x="215" y="298"/>
                    <a:pt x="215" y="298"/>
                    <a:pt x="215" y="298"/>
                  </a:cubicBezTo>
                  <a:cubicBezTo>
                    <a:pt x="216" y="296"/>
                    <a:pt x="216" y="296"/>
                    <a:pt x="216" y="296"/>
                  </a:cubicBezTo>
                  <a:cubicBezTo>
                    <a:pt x="216" y="297"/>
                    <a:pt x="216" y="297"/>
                    <a:pt x="216" y="297"/>
                  </a:cubicBezTo>
                  <a:cubicBezTo>
                    <a:pt x="215" y="299"/>
                    <a:pt x="215" y="299"/>
                    <a:pt x="215" y="299"/>
                  </a:cubicBezTo>
                  <a:cubicBezTo>
                    <a:pt x="215" y="300"/>
                    <a:pt x="216" y="297"/>
                    <a:pt x="216" y="297"/>
                  </a:cubicBezTo>
                  <a:cubicBezTo>
                    <a:pt x="217" y="296"/>
                    <a:pt x="216" y="297"/>
                    <a:pt x="216" y="298"/>
                  </a:cubicBezTo>
                  <a:cubicBezTo>
                    <a:pt x="216" y="298"/>
                    <a:pt x="216" y="297"/>
                    <a:pt x="216" y="298"/>
                  </a:cubicBezTo>
                  <a:cubicBezTo>
                    <a:pt x="215" y="299"/>
                    <a:pt x="216" y="298"/>
                    <a:pt x="215" y="299"/>
                  </a:cubicBezTo>
                  <a:cubicBezTo>
                    <a:pt x="215" y="299"/>
                    <a:pt x="216" y="297"/>
                    <a:pt x="216" y="298"/>
                  </a:cubicBezTo>
                  <a:cubicBezTo>
                    <a:pt x="216" y="298"/>
                    <a:pt x="217" y="298"/>
                    <a:pt x="216" y="299"/>
                  </a:cubicBezTo>
                  <a:cubicBezTo>
                    <a:pt x="216" y="298"/>
                    <a:pt x="216" y="299"/>
                    <a:pt x="217" y="298"/>
                  </a:cubicBezTo>
                  <a:cubicBezTo>
                    <a:pt x="217" y="298"/>
                    <a:pt x="217" y="297"/>
                    <a:pt x="217" y="296"/>
                  </a:cubicBezTo>
                  <a:cubicBezTo>
                    <a:pt x="218" y="296"/>
                    <a:pt x="218" y="296"/>
                    <a:pt x="218" y="296"/>
                  </a:cubicBezTo>
                  <a:cubicBezTo>
                    <a:pt x="217" y="297"/>
                    <a:pt x="217" y="297"/>
                    <a:pt x="217" y="297"/>
                  </a:cubicBezTo>
                  <a:cubicBezTo>
                    <a:pt x="218" y="296"/>
                    <a:pt x="218" y="297"/>
                    <a:pt x="218" y="296"/>
                  </a:cubicBezTo>
                  <a:cubicBezTo>
                    <a:pt x="217" y="298"/>
                    <a:pt x="217" y="298"/>
                    <a:pt x="217" y="298"/>
                  </a:cubicBezTo>
                  <a:cubicBezTo>
                    <a:pt x="218" y="297"/>
                    <a:pt x="218" y="297"/>
                    <a:pt x="219" y="297"/>
                  </a:cubicBezTo>
                  <a:cubicBezTo>
                    <a:pt x="218" y="298"/>
                    <a:pt x="216" y="300"/>
                    <a:pt x="216" y="300"/>
                  </a:cubicBezTo>
                  <a:cubicBezTo>
                    <a:pt x="218" y="299"/>
                    <a:pt x="218" y="299"/>
                    <a:pt x="218" y="299"/>
                  </a:cubicBezTo>
                  <a:cubicBezTo>
                    <a:pt x="218" y="299"/>
                    <a:pt x="218" y="299"/>
                    <a:pt x="217" y="300"/>
                  </a:cubicBezTo>
                  <a:cubicBezTo>
                    <a:pt x="217" y="301"/>
                    <a:pt x="220" y="296"/>
                    <a:pt x="220" y="298"/>
                  </a:cubicBezTo>
                  <a:cubicBezTo>
                    <a:pt x="218" y="299"/>
                    <a:pt x="218" y="299"/>
                    <a:pt x="218" y="300"/>
                  </a:cubicBezTo>
                  <a:cubicBezTo>
                    <a:pt x="219" y="299"/>
                    <a:pt x="219" y="299"/>
                    <a:pt x="219" y="299"/>
                  </a:cubicBezTo>
                  <a:cubicBezTo>
                    <a:pt x="219" y="298"/>
                    <a:pt x="218" y="300"/>
                    <a:pt x="219" y="299"/>
                  </a:cubicBezTo>
                  <a:cubicBezTo>
                    <a:pt x="219" y="298"/>
                    <a:pt x="219" y="298"/>
                    <a:pt x="220" y="298"/>
                  </a:cubicBezTo>
                  <a:cubicBezTo>
                    <a:pt x="217" y="301"/>
                    <a:pt x="219" y="300"/>
                    <a:pt x="218" y="301"/>
                  </a:cubicBezTo>
                  <a:cubicBezTo>
                    <a:pt x="220" y="300"/>
                    <a:pt x="219" y="301"/>
                    <a:pt x="219" y="301"/>
                  </a:cubicBezTo>
                  <a:cubicBezTo>
                    <a:pt x="217" y="302"/>
                    <a:pt x="220" y="301"/>
                    <a:pt x="218" y="302"/>
                  </a:cubicBezTo>
                  <a:cubicBezTo>
                    <a:pt x="221" y="300"/>
                    <a:pt x="221" y="300"/>
                    <a:pt x="221" y="300"/>
                  </a:cubicBezTo>
                  <a:cubicBezTo>
                    <a:pt x="219" y="301"/>
                    <a:pt x="224" y="299"/>
                    <a:pt x="222" y="300"/>
                  </a:cubicBezTo>
                  <a:cubicBezTo>
                    <a:pt x="221" y="301"/>
                    <a:pt x="220" y="301"/>
                    <a:pt x="220" y="301"/>
                  </a:cubicBezTo>
                  <a:cubicBezTo>
                    <a:pt x="217" y="303"/>
                    <a:pt x="222" y="301"/>
                    <a:pt x="219" y="302"/>
                  </a:cubicBezTo>
                  <a:cubicBezTo>
                    <a:pt x="223" y="301"/>
                    <a:pt x="223" y="301"/>
                    <a:pt x="223" y="301"/>
                  </a:cubicBezTo>
                  <a:cubicBezTo>
                    <a:pt x="222" y="302"/>
                    <a:pt x="221" y="302"/>
                    <a:pt x="220" y="303"/>
                  </a:cubicBezTo>
                  <a:cubicBezTo>
                    <a:pt x="221" y="302"/>
                    <a:pt x="221" y="302"/>
                    <a:pt x="221" y="303"/>
                  </a:cubicBezTo>
                  <a:cubicBezTo>
                    <a:pt x="220" y="303"/>
                    <a:pt x="220" y="303"/>
                    <a:pt x="220" y="303"/>
                  </a:cubicBezTo>
                  <a:cubicBezTo>
                    <a:pt x="219" y="303"/>
                    <a:pt x="220" y="303"/>
                    <a:pt x="221" y="303"/>
                  </a:cubicBezTo>
                  <a:cubicBezTo>
                    <a:pt x="219" y="303"/>
                    <a:pt x="221" y="304"/>
                    <a:pt x="219" y="304"/>
                  </a:cubicBezTo>
                  <a:cubicBezTo>
                    <a:pt x="222" y="304"/>
                    <a:pt x="218" y="304"/>
                    <a:pt x="222" y="304"/>
                  </a:cubicBezTo>
                  <a:cubicBezTo>
                    <a:pt x="221" y="304"/>
                    <a:pt x="221" y="304"/>
                    <a:pt x="221" y="304"/>
                  </a:cubicBezTo>
                  <a:cubicBezTo>
                    <a:pt x="222" y="304"/>
                    <a:pt x="223" y="304"/>
                    <a:pt x="224" y="305"/>
                  </a:cubicBezTo>
                  <a:cubicBezTo>
                    <a:pt x="222" y="305"/>
                    <a:pt x="222" y="305"/>
                    <a:pt x="222" y="305"/>
                  </a:cubicBezTo>
                  <a:cubicBezTo>
                    <a:pt x="221" y="305"/>
                    <a:pt x="221" y="305"/>
                    <a:pt x="221" y="305"/>
                  </a:cubicBezTo>
                  <a:cubicBezTo>
                    <a:pt x="221" y="305"/>
                    <a:pt x="221" y="304"/>
                    <a:pt x="221" y="304"/>
                  </a:cubicBezTo>
                  <a:cubicBezTo>
                    <a:pt x="221" y="304"/>
                    <a:pt x="221" y="305"/>
                    <a:pt x="221" y="305"/>
                  </a:cubicBezTo>
                  <a:cubicBezTo>
                    <a:pt x="219" y="305"/>
                    <a:pt x="221" y="305"/>
                    <a:pt x="220" y="305"/>
                  </a:cubicBezTo>
                  <a:cubicBezTo>
                    <a:pt x="222" y="305"/>
                    <a:pt x="220" y="305"/>
                    <a:pt x="221" y="305"/>
                  </a:cubicBezTo>
                  <a:cubicBezTo>
                    <a:pt x="221" y="305"/>
                    <a:pt x="221" y="305"/>
                    <a:pt x="221" y="305"/>
                  </a:cubicBezTo>
                  <a:cubicBezTo>
                    <a:pt x="221" y="306"/>
                    <a:pt x="222" y="306"/>
                    <a:pt x="222" y="306"/>
                  </a:cubicBezTo>
                  <a:cubicBezTo>
                    <a:pt x="222" y="306"/>
                    <a:pt x="221" y="305"/>
                    <a:pt x="221" y="305"/>
                  </a:cubicBezTo>
                  <a:cubicBezTo>
                    <a:pt x="222" y="305"/>
                    <a:pt x="222" y="305"/>
                    <a:pt x="222" y="305"/>
                  </a:cubicBezTo>
                  <a:cubicBezTo>
                    <a:pt x="223" y="306"/>
                    <a:pt x="223" y="306"/>
                    <a:pt x="223" y="306"/>
                  </a:cubicBezTo>
                  <a:cubicBezTo>
                    <a:pt x="223" y="306"/>
                    <a:pt x="222" y="306"/>
                    <a:pt x="222" y="306"/>
                  </a:cubicBezTo>
                  <a:cubicBezTo>
                    <a:pt x="222" y="306"/>
                    <a:pt x="221" y="306"/>
                    <a:pt x="222" y="306"/>
                  </a:cubicBezTo>
                  <a:cubicBezTo>
                    <a:pt x="221" y="306"/>
                    <a:pt x="221" y="306"/>
                    <a:pt x="221" y="306"/>
                  </a:cubicBezTo>
                  <a:cubicBezTo>
                    <a:pt x="220"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7"/>
                    <a:pt x="221" y="307"/>
                    <a:pt x="222" y="307"/>
                  </a:cubicBezTo>
                  <a:cubicBezTo>
                    <a:pt x="222" y="307"/>
                    <a:pt x="221" y="307"/>
                    <a:pt x="221" y="307"/>
                  </a:cubicBezTo>
                  <a:cubicBezTo>
                    <a:pt x="221" y="307"/>
                    <a:pt x="221" y="307"/>
                    <a:pt x="221"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8"/>
                    <a:pt x="222" y="308"/>
                    <a:pt x="222" y="309"/>
                  </a:cubicBezTo>
                  <a:cubicBezTo>
                    <a:pt x="222" y="307"/>
                    <a:pt x="222" y="307"/>
                    <a:pt x="222" y="307"/>
                  </a:cubicBezTo>
                  <a:cubicBezTo>
                    <a:pt x="222" y="308"/>
                    <a:pt x="222" y="308"/>
                    <a:pt x="222" y="309"/>
                  </a:cubicBezTo>
                  <a:cubicBezTo>
                    <a:pt x="222" y="310"/>
                    <a:pt x="222" y="309"/>
                    <a:pt x="222" y="309"/>
                  </a:cubicBezTo>
                  <a:cubicBezTo>
                    <a:pt x="222" y="310"/>
                    <a:pt x="222" y="312"/>
                    <a:pt x="222" y="311"/>
                  </a:cubicBezTo>
                  <a:cubicBezTo>
                    <a:pt x="222" y="311"/>
                    <a:pt x="222" y="311"/>
                    <a:pt x="222" y="311"/>
                  </a:cubicBezTo>
                  <a:cubicBezTo>
                    <a:pt x="222" y="311"/>
                    <a:pt x="222" y="312"/>
                    <a:pt x="221" y="312"/>
                  </a:cubicBezTo>
                  <a:cubicBezTo>
                    <a:pt x="221" y="311"/>
                    <a:pt x="221" y="311"/>
                    <a:pt x="221" y="310"/>
                  </a:cubicBezTo>
                  <a:cubicBezTo>
                    <a:pt x="221" y="308"/>
                    <a:pt x="221" y="309"/>
                    <a:pt x="220" y="309"/>
                  </a:cubicBezTo>
                  <a:cubicBezTo>
                    <a:pt x="220" y="310"/>
                    <a:pt x="220" y="310"/>
                    <a:pt x="220" y="310"/>
                  </a:cubicBezTo>
                  <a:cubicBezTo>
                    <a:pt x="220" y="311"/>
                    <a:pt x="220" y="309"/>
                    <a:pt x="220" y="309"/>
                  </a:cubicBezTo>
                  <a:cubicBezTo>
                    <a:pt x="219" y="314"/>
                    <a:pt x="219" y="314"/>
                    <a:pt x="219" y="314"/>
                  </a:cubicBezTo>
                  <a:cubicBezTo>
                    <a:pt x="219" y="313"/>
                    <a:pt x="219" y="311"/>
                    <a:pt x="219" y="310"/>
                  </a:cubicBezTo>
                  <a:cubicBezTo>
                    <a:pt x="219" y="311"/>
                    <a:pt x="218" y="314"/>
                    <a:pt x="217" y="315"/>
                  </a:cubicBezTo>
                  <a:cubicBezTo>
                    <a:pt x="217" y="315"/>
                    <a:pt x="216" y="316"/>
                    <a:pt x="216" y="316"/>
                  </a:cubicBezTo>
                  <a:cubicBezTo>
                    <a:pt x="216" y="314"/>
                    <a:pt x="216" y="316"/>
                    <a:pt x="216" y="315"/>
                  </a:cubicBezTo>
                  <a:cubicBezTo>
                    <a:pt x="216" y="313"/>
                    <a:pt x="216" y="313"/>
                    <a:pt x="216" y="313"/>
                  </a:cubicBezTo>
                  <a:cubicBezTo>
                    <a:pt x="217" y="313"/>
                    <a:pt x="217" y="311"/>
                    <a:pt x="217" y="310"/>
                  </a:cubicBezTo>
                  <a:cubicBezTo>
                    <a:pt x="217" y="311"/>
                    <a:pt x="216" y="309"/>
                    <a:pt x="216" y="309"/>
                  </a:cubicBezTo>
                  <a:cubicBezTo>
                    <a:pt x="215" y="312"/>
                    <a:pt x="215" y="310"/>
                    <a:pt x="214" y="313"/>
                  </a:cubicBezTo>
                  <a:cubicBezTo>
                    <a:pt x="214" y="313"/>
                    <a:pt x="214" y="311"/>
                    <a:pt x="214" y="310"/>
                  </a:cubicBezTo>
                  <a:cubicBezTo>
                    <a:pt x="213" y="311"/>
                    <a:pt x="213" y="310"/>
                    <a:pt x="212" y="310"/>
                  </a:cubicBezTo>
                  <a:cubicBezTo>
                    <a:pt x="213" y="310"/>
                    <a:pt x="213" y="310"/>
                    <a:pt x="213" y="310"/>
                  </a:cubicBezTo>
                  <a:cubicBezTo>
                    <a:pt x="212" y="310"/>
                    <a:pt x="211" y="309"/>
                    <a:pt x="210" y="312"/>
                  </a:cubicBezTo>
                  <a:cubicBezTo>
                    <a:pt x="211" y="310"/>
                    <a:pt x="211" y="310"/>
                    <a:pt x="211" y="310"/>
                  </a:cubicBezTo>
                  <a:cubicBezTo>
                    <a:pt x="210" y="309"/>
                    <a:pt x="210" y="313"/>
                    <a:pt x="209" y="312"/>
                  </a:cubicBezTo>
                  <a:cubicBezTo>
                    <a:pt x="210" y="310"/>
                    <a:pt x="210" y="310"/>
                    <a:pt x="210" y="310"/>
                  </a:cubicBezTo>
                  <a:cubicBezTo>
                    <a:pt x="209" y="312"/>
                    <a:pt x="209" y="309"/>
                    <a:pt x="208" y="311"/>
                  </a:cubicBezTo>
                  <a:cubicBezTo>
                    <a:pt x="209" y="310"/>
                    <a:pt x="209" y="310"/>
                    <a:pt x="209" y="310"/>
                  </a:cubicBezTo>
                  <a:cubicBezTo>
                    <a:pt x="208" y="310"/>
                    <a:pt x="208" y="310"/>
                    <a:pt x="207" y="311"/>
                  </a:cubicBezTo>
                  <a:cubicBezTo>
                    <a:pt x="208" y="309"/>
                    <a:pt x="208" y="309"/>
                    <a:pt x="208" y="309"/>
                  </a:cubicBezTo>
                  <a:cubicBezTo>
                    <a:pt x="208" y="308"/>
                    <a:pt x="207" y="311"/>
                    <a:pt x="207" y="311"/>
                  </a:cubicBezTo>
                  <a:cubicBezTo>
                    <a:pt x="207" y="310"/>
                    <a:pt x="207" y="309"/>
                    <a:pt x="207" y="309"/>
                  </a:cubicBezTo>
                  <a:cubicBezTo>
                    <a:pt x="206" y="310"/>
                    <a:pt x="206" y="310"/>
                    <a:pt x="205" y="311"/>
                  </a:cubicBezTo>
                  <a:cubicBezTo>
                    <a:pt x="206" y="309"/>
                    <a:pt x="206" y="309"/>
                    <a:pt x="206" y="309"/>
                  </a:cubicBezTo>
                  <a:cubicBezTo>
                    <a:pt x="203" y="308"/>
                    <a:pt x="201" y="307"/>
                    <a:pt x="199" y="309"/>
                  </a:cubicBezTo>
                  <a:cubicBezTo>
                    <a:pt x="199" y="306"/>
                    <a:pt x="199" y="308"/>
                    <a:pt x="199" y="306"/>
                  </a:cubicBezTo>
                  <a:cubicBezTo>
                    <a:pt x="199" y="308"/>
                    <a:pt x="199" y="306"/>
                    <a:pt x="198" y="307"/>
                  </a:cubicBezTo>
                  <a:close/>
                  <a:moveTo>
                    <a:pt x="221" y="306"/>
                  </a:moveTo>
                  <a:cubicBezTo>
                    <a:pt x="221" y="306"/>
                    <a:pt x="222" y="306"/>
                    <a:pt x="222" y="306"/>
                  </a:cubicBezTo>
                  <a:cubicBezTo>
                    <a:pt x="222" y="306"/>
                    <a:pt x="222" y="306"/>
                    <a:pt x="222" y="306"/>
                  </a:cubicBezTo>
                  <a:cubicBezTo>
                    <a:pt x="222" y="306"/>
                    <a:pt x="222" y="306"/>
                    <a:pt x="222" y="306"/>
                  </a:cubicBezTo>
                  <a:cubicBezTo>
                    <a:pt x="222" y="306"/>
                    <a:pt x="222" y="306"/>
                    <a:pt x="222" y="306"/>
                  </a:cubicBezTo>
                  <a:cubicBezTo>
                    <a:pt x="222" y="306"/>
                    <a:pt x="222" y="307"/>
                    <a:pt x="222" y="307"/>
                  </a:cubicBezTo>
                  <a:cubicBezTo>
                    <a:pt x="222" y="307"/>
                    <a:pt x="222" y="307"/>
                    <a:pt x="222" y="307"/>
                  </a:cubicBezTo>
                  <a:cubicBezTo>
                    <a:pt x="222" y="307"/>
                    <a:pt x="222" y="306"/>
                    <a:pt x="222" y="306"/>
                  </a:cubicBezTo>
                  <a:cubicBezTo>
                    <a:pt x="222" y="306"/>
                    <a:pt x="221" y="306"/>
                    <a:pt x="221" y="306"/>
                  </a:cubicBezTo>
                  <a:close/>
                  <a:moveTo>
                    <a:pt x="222" y="306"/>
                  </a:moveTo>
                  <a:cubicBezTo>
                    <a:pt x="222" y="306"/>
                    <a:pt x="222" y="306"/>
                    <a:pt x="222" y="306"/>
                  </a:cubicBezTo>
                  <a:cubicBezTo>
                    <a:pt x="221" y="306"/>
                    <a:pt x="221" y="306"/>
                    <a:pt x="221" y="306"/>
                  </a:cubicBezTo>
                  <a:cubicBezTo>
                    <a:pt x="222" y="306"/>
                    <a:pt x="222" y="306"/>
                    <a:pt x="222" y="306"/>
                  </a:cubicBezTo>
                  <a:close/>
                  <a:moveTo>
                    <a:pt x="222" y="307"/>
                  </a:moveTo>
                  <a:cubicBezTo>
                    <a:pt x="222" y="307"/>
                    <a:pt x="222" y="307"/>
                    <a:pt x="222" y="307"/>
                  </a:cubicBez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6"/>
                    <a:pt x="222" y="307"/>
                    <a:pt x="222" y="307"/>
                  </a:cubicBezTo>
                  <a:close/>
                  <a:moveTo>
                    <a:pt x="382" y="181"/>
                  </a:moveTo>
                  <a:cubicBezTo>
                    <a:pt x="383" y="179"/>
                    <a:pt x="383" y="179"/>
                    <a:pt x="383" y="179"/>
                  </a:cubicBezTo>
                  <a:cubicBezTo>
                    <a:pt x="384" y="180"/>
                    <a:pt x="384" y="181"/>
                    <a:pt x="384" y="182"/>
                  </a:cubicBezTo>
                  <a:cubicBezTo>
                    <a:pt x="385" y="180"/>
                    <a:pt x="387" y="181"/>
                    <a:pt x="387" y="180"/>
                  </a:cubicBezTo>
                  <a:cubicBezTo>
                    <a:pt x="388" y="180"/>
                    <a:pt x="387" y="181"/>
                    <a:pt x="387" y="181"/>
                  </a:cubicBezTo>
                  <a:cubicBezTo>
                    <a:pt x="388" y="181"/>
                    <a:pt x="391" y="180"/>
                    <a:pt x="392" y="181"/>
                  </a:cubicBezTo>
                  <a:cubicBezTo>
                    <a:pt x="391" y="182"/>
                    <a:pt x="391" y="182"/>
                    <a:pt x="391" y="182"/>
                  </a:cubicBezTo>
                  <a:cubicBezTo>
                    <a:pt x="393" y="184"/>
                    <a:pt x="393" y="186"/>
                    <a:pt x="393" y="188"/>
                  </a:cubicBezTo>
                  <a:cubicBezTo>
                    <a:pt x="389" y="186"/>
                    <a:pt x="384" y="185"/>
                    <a:pt x="380" y="183"/>
                  </a:cubicBezTo>
                  <a:cubicBezTo>
                    <a:pt x="381" y="183"/>
                    <a:pt x="382" y="183"/>
                    <a:pt x="382" y="181"/>
                  </a:cubicBezTo>
                  <a:close/>
                  <a:moveTo>
                    <a:pt x="262" y="151"/>
                  </a:moveTo>
                  <a:cubicBezTo>
                    <a:pt x="262" y="150"/>
                    <a:pt x="262" y="150"/>
                    <a:pt x="262" y="150"/>
                  </a:cubicBezTo>
                  <a:cubicBezTo>
                    <a:pt x="262" y="150"/>
                    <a:pt x="262" y="150"/>
                    <a:pt x="262" y="150"/>
                  </a:cubicBezTo>
                  <a:cubicBezTo>
                    <a:pt x="263" y="148"/>
                    <a:pt x="264" y="146"/>
                    <a:pt x="264" y="144"/>
                  </a:cubicBezTo>
                  <a:cubicBezTo>
                    <a:pt x="265" y="144"/>
                    <a:pt x="265" y="145"/>
                    <a:pt x="265" y="146"/>
                  </a:cubicBezTo>
                  <a:cubicBezTo>
                    <a:pt x="267" y="141"/>
                    <a:pt x="267" y="135"/>
                    <a:pt x="267" y="130"/>
                  </a:cubicBezTo>
                  <a:cubicBezTo>
                    <a:pt x="268" y="130"/>
                    <a:pt x="268" y="131"/>
                    <a:pt x="269" y="133"/>
                  </a:cubicBezTo>
                  <a:cubicBezTo>
                    <a:pt x="271" y="128"/>
                    <a:pt x="267" y="127"/>
                    <a:pt x="269" y="122"/>
                  </a:cubicBezTo>
                  <a:cubicBezTo>
                    <a:pt x="270" y="121"/>
                    <a:pt x="271" y="118"/>
                    <a:pt x="271" y="119"/>
                  </a:cubicBezTo>
                  <a:cubicBezTo>
                    <a:pt x="271" y="117"/>
                    <a:pt x="272" y="109"/>
                    <a:pt x="271" y="107"/>
                  </a:cubicBezTo>
                  <a:cubicBezTo>
                    <a:pt x="272" y="106"/>
                    <a:pt x="272" y="105"/>
                    <a:pt x="273" y="103"/>
                  </a:cubicBezTo>
                  <a:cubicBezTo>
                    <a:pt x="274" y="104"/>
                    <a:pt x="274" y="105"/>
                    <a:pt x="275" y="107"/>
                  </a:cubicBezTo>
                  <a:cubicBezTo>
                    <a:pt x="274" y="107"/>
                    <a:pt x="273" y="107"/>
                    <a:pt x="272" y="107"/>
                  </a:cubicBezTo>
                  <a:cubicBezTo>
                    <a:pt x="272" y="107"/>
                    <a:pt x="272" y="107"/>
                    <a:pt x="272" y="107"/>
                  </a:cubicBezTo>
                  <a:cubicBezTo>
                    <a:pt x="272" y="107"/>
                    <a:pt x="272" y="107"/>
                    <a:pt x="272" y="107"/>
                  </a:cubicBezTo>
                  <a:cubicBezTo>
                    <a:pt x="272" y="108"/>
                    <a:pt x="272" y="108"/>
                    <a:pt x="272" y="108"/>
                  </a:cubicBezTo>
                  <a:cubicBezTo>
                    <a:pt x="272" y="111"/>
                    <a:pt x="272" y="111"/>
                    <a:pt x="272" y="111"/>
                  </a:cubicBezTo>
                  <a:cubicBezTo>
                    <a:pt x="272" y="120"/>
                    <a:pt x="272" y="120"/>
                    <a:pt x="272" y="120"/>
                  </a:cubicBezTo>
                  <a:cubicBezTo>
                    <a:pt x="272" y="133"/>
                    <a:pt x="272" y="145"/>
                    <a:pt x="271" y="156"/>
                  </a:cubicBezTo>
                  <a:cubicBezTo>
                    <a:pt x="271" y="160"/>
                    <a:pt x="271" y="162"/>
                    <a:pt x="270" y="164"/>
                  </a:cubicBezTo>
                  <a:cubicBezTo>
                    <a:pt x="268" y="161"/>
                    <a:pt x="265" y="157"/>
                    <a:pt x="265" y="152"/>
                  </a:cubicBezTo>
                  <a:cubicBezTo>
                    <a:pt x="265" y="155"/>
                    <a:pt x="263" y="153"/>
                    <a:pt x="262" y="151"/>
                  </a:cubicBezTo>
                  <a:cubicBezTo>
                    <a:pt x="262" y="151"/>
                    <a:pt x="262" y="151"/>
                    <a:pt x="262" y="151"/>
                  </a:cubicBezTo>
                  <a:close/>
                  <a:moveTo>
                    <a:pt x="212" y="121"/>
                  </a:moveTo>
                  <a:cubicBezTo>
                    <a:pt x="212" y="118"/>
                    <a:pt x="212" y="116"/>
                    <a:pt x="213" y="114"/>
                  </a:cubicBezTo>
                  <a:cubicBezTo>
                    <a:pt x="215" y="119"/>
                    <a:pt x="215" y="127"/>
                    <a:pt x="213" y="134"/>
                  </a:cubicBezTo>
                  <a:cubicBezTo>
                    <a:pt x="212" y="129"/>
                    <a:pt x="211" y="125"/>
                    <a:pt x="212" y="121"/>
                  </a:cubicBezTo>
                  <a:close/>
                  <a:moveTo>
                    <a:pt x="191" y="185"/>
                  </a:moveTo>
                  <a:cubicBezTo>
                    <a:pt x="191" y="185"/>
                    <a:pt x="191" y="184"/>
                    <a:pt x="191" y="185"/>
                  </a:cubicBezTo>
                  <a:cubicBezTo>
                    <a:pt x="190" y="185"/>
                    <a:pt x="190" y="184"/>
                    <a:pt x="190" y="184"/>
                  </a:cubicBezTo>
                  <a:cubicBezTo>
                    <a:pt x="190" y="184"/>
                    <a:pt x="191" y="184"/>
                    <a:pt x="191" y="185"/>
                  </a:cubicBezTo>
                  <a:close/>
                  <a:moveTo>
                    <a:pt x="148" y="192"/>
                  </a:moveTo>
                  <a:cubicBezTo>
                    <a:pt x="148" y="191"/>
                    <a:pt x="148" y="192"/>
                    <a:pt x="148" y="192"/>
                  </a:cubicBezTo>
                  <a:cubicBezTo>
                    <a:pt x="148" y="192"/>
                    <a:pt x="148" y="192"/>
                    <a:pt x="148" y="191"/>
                  </a:cubicBezTo>
                  <a:cubicBezTo>
                    <a:pt x="148" y="191"/>
                    <a:pt x="148" y="192"/>
                    <a:pt x="148" y="192"/>
                  </a:cubicBezTo>
                  <a:close/>
                  <a:moveTo>
                    <a:pt x="134" y="148"/>
                  </a:moveTo>
                  <a:cubicBezTo>
                    <a:pt x="136" y="149"/>
                    <a:pt x="136" y="149"/>
                    <a:pt x="136" y="149"/>
                  </a:cubicBezTo>
                  <a:cubicBezTo>
                    <a:pt x="135" y="142"/>
                    <a:pt x="136" y="133"/>
                    <a:pt x="139" y="125"/>
                  </a:cubicBezTo>
                  <a:cubicBezTo>
                    <a:pt x="140" y="124"/>
                    <a:pt x="140" y="124"/>
                    <a:pt x="140" y="124"/>
                  </a:cubicBezTo>
                  <a:cubicBezTo>
                    <a:pt x="140" y="124"/>
                    <a:pt x="140" y="124"/>
                    <a:pt x="139" y="124"/>
                  </a:cubicBezTo>
                  <a:cubicBezTo>
                    <a:pt x="140" y="123"/>
                    <a:pt x="140" y="123"/>
                    <a:pt x="140" y="122"/>
                  </a:cubicBezTo>
                  <a:cubicBezTo>
                    <a:pt x="140" y="121"/>
                    <a:pt x="141" y="120"/>
                    <a:pt x="141" y="120"/>
                  </a:cubicBezTo>
                  <a:cubicBezTo>
                    <a:pt x="142" y="120"/>
                    <a:pt x="142" y="121"/>
                    <a:pt x="142" y="120"/>
                  </a:cubicBezTo>
                  <a:cubicBezTo>
                    <a:pt x="142" y="119"/>
                    <a:pt x="144" y="118"/>
                    <a:pt x="145" y="117"/>
                  </a:cubicBezTo>
                  <a:cubicBezTo>
                    <a:pt x="146" y="117"/>
                    <a:pt x="147" y="118"/>
                    <a:pt x="149" y="118"/>
                  </a:cubicBezTo>
                  <a:cubicBezTo>
                    <a:pt x="142" y="122"/>
                    <a:pt x="144" y="121"/>
                    <a:pt x="149" y="118"/>
                  </a:cubicBezTo>
                  <a:cubicBezTo>
                    <a:pt x="149" y="118"/>
                    <a:pt x="150" y="119"/>
                    <a:pt x="151" y="119"/>
                  </a:cubicBezTo>
                  <a:cubicBezTo>
                    <a:pt x="151" y="121"/>
                    <a:pt x="151" y="121"/>
                    <a:pt x="151" y="121"/>
                  </a:cubicBezTo>
                  <a:cubicBezTo>
                    <a:pt x="152" y="121"/>
                    <a:pt x="154" y="120"/>
                    <a:pt x="155" y="120"/>
                  </a:cubicBezTo>
                  <a:cubicBezTo>
                    <a:pt x="155" y="123"/>
                    <a:pt x="154" y="119"/>
                    <a:pt x="153" y="121"/>
                  </a:cubicBezTo>
                  <a:cubicBezTo>
                    <a:pt x="155" y="129"/>
                    <a:pt x="153" y="139"/>
                    <a:pt x="153" y="149"/>
                  </a:cubicBezTo>
                  <a:cubicBezTo>
                    <a:pt x="154" y="151"/>
                    <a:pt x="154" y="153"/>
                    <a:pt x="155" y="153"/>
                  </a:cubicBezTo>
                  <a:cubicBezTo>
                    <a:pt x="152" y="164"/>
                    <a:pt x="154" y="178"/>
                    <a:pt x="149" y="185"/>
                  </a:cubicBezTo>
                  <a:cubicBezTo>
                    <a:pt x="153" y="184"/>
                    <a:pt x="150" y="189"/>
                    <a:pt x="149" y="191"/>
                  </a:cubicBezTo>
                  <a:cubicBezTo>
                    <a:pt x="148" y="189"/>
                    <a:pt x="146" y="186"/>
                    <a:pt x="144" y="183"/>
                  </a:cubicBezTo>
                  <a:cubicBezTo>
                    <a:pt x="143" y="180"/>
                    <a:pt x="140" y="179"/>
                    <a:pt x="140" y="174"/>
                  </a:cubicBezTo>
                  <a:cubicBezTo>
                    <a:pt x="141" y="170"/>
                    <a:pt x="137" y="163"/>
                    <a:pt x="137" y="158"/>
                  </a:cubicBezTo>
                  <a:cubicBezTo>
                    <a:pt x="136" y="160"/>
                    <a:pt x="133" y="153"/>
                    <a:pt x="134" y="148"/>
                  </a:cubicBezTo>
                  <a:close/>
                  <a:moveTo>
                    <a:pt x="65" y="183"/>
                  </a:moveTo>
                  <a:cubicBezTo>
                    <a:pt x="65" y="185"/>
                    <a:pt x="63" y="186"/>
                    <a:pt x="63" y="187"/>
                  </a:cubicBezTo>
                  <a:cubicBezTo>
                    <a:pt x="63" y="187"/>
                    <a:pt x="63" y="187"/>
                    <a:pt x="63" y="187"/>
                  </a:cubicBezTo>
                  <a:cubicBezTo>
                    <a:pt x="64" y="186"/>
                    <a:pt x="64" y="186"/>
                    <a:pt x="63" y="186"/>
                  </a:cubicBezTo>
                  <a:cubicBezTo>
                    <a:pt x="63" y="184"/>
                    <a:pt x="63" y="184"/>
                    <a:pt x="63" y="184"/>
                  </a:cubicBezTo>
                  <a:cubicBezTo>
                    <a:pt x="64" y="183"/>
                    <a:pt x="65" y="183"/>
                    <a:pt x="65" y="183"/>
                  </a:cubicBezTo>
                  <a:close/>
                  <a:moveTo>
                    <a:pt x="63" y="185"/>
                  </a:moveTo>
                  <a:cubicBezTo>
                    <a:pt x="63" y="185"/>
                    <a:pt x="63" y="186"/>
                    <a:pt x="63" y="186"/>
                  </a:cubicBezTo>
                  <a:cubicBezTo>
                    <a:pt x="62" y="186"/>
                    <a:pt x="62" y="186"/>
                    <a:pt x="63" y="185"/>
                  </a:cubicBezTo>
                  <a:close/>
                  <a:moveTo>
                    <a:pt x="62" y="188"/>
                  </a:moveTo>
                  <a:cubicBezTo>
                    <a:pt x="62" y="188"/>
                    <a:pt x="62" y="188"/>
                    <a:pt x="63" y="187"/>
                  </a:cubicBezTo>
                  <a:cubicBezTo>
                    <a:pt x="63" y="190"/>
                    <a:pt x="64" y="192"/>
                    <a:pt x="64" y="196"/>
                  </a:cubicBezTo>
                  <a:cubicBezTo>
                    <a:pt x="62" y="197"/>
                    <a:pt x="62" y="192"/>
                    <a:pt x="62" y="188"/>
                  </a:cubicBezTo>
                  <a:close/>
                  <a:moveTo>
                    <a:pt x="16" y="210"/>
                  </a:moveTo>
                  <a:cubicBezTo>
                    <a:pt x="16" y="210"/>
                    <a:pt x="16" y="210"/>
                    <a:pt x="16" y="210"/>
                  </a:cubicBezTo>
                  <a:cubicBezTo>
                    <a:pt x="16" y="210"/>
                    <a:pt x="16" y="210"/>
                    <a:pt x="16" y="210"/>
                  </a:cubicBezTo>
                  <a:cubicBezTo>
                    <a:pt x="16" y="210"/>
                    <a:pt x="16" y="210"/>
                    <a:pt x="16" y="210"/>
                  </a:cubicBezTo>
                  <a:close/>
                  <a:moveTo>
                    <a:pt x="17" y="208"/>
                  </a:moveTo>
                  <a:cubicBezTo>
                    <a:pt x="17" y="208"/>
                    <a:pt x="17" y="208"/>
                    <a:pt x="17" y="207"/>
                  </a:cubicBezTo>
                  <a:cubicBezTo>
                    <a:pt x="17" y="207"/>
                    <a:pt x="17" y="206"/>
                    <a:pt x="18" y="206"/>
                  </a:cubicBezTo>
                  <a:cubicBezTo>
                    <a:pt x="18" y="207"/>
                    <a:pt x="18" y="207"/>
                    <a:pt x="18" y="208"/>
                  </a:cubicBezTo>
                  <a:cubicBezTo>
                    <a:pt x="18" y="208"/>
                    <a:pt x="18" y="208"/>
                    <a:pt x="17" y="208"/>
                  </a:cubicBezTo>
                  <a:close/>
                  <a:moveTo>
                    <a:pt x="18" y="212"/>
                  </a:moveTo>
                  <a:cubicBezTo>
                    <a:pt x="18" y="212"/>
                    <a:pt x="18" y="212"/>
                    <a:pt x="18" y="212"/>
                  </a:cubicBezTo>
                  <a:cubicBezTo>
                    <a:pt x="18" y="212"/>
                    <a:pt x="18" y="212"/>
                    <a:pt x="18" y="212"/>
                  </a:cubicBezTo>
                  <a:close/>
                  <a:moveTo>
                    <a:pt x="19" y="213"/>
                  </a:moveTo>
                  <a:cubicBezTo>
                    <a:pt x="19" y="213"/>
                    <a:pt x="19" y="213"/>
                    <a:pt x="19" y="213"/>
                  </a:cubicBezTo>
                  <a:cubicBezTo>
                    <a:pt x="19" y="213"/>
                    <a:pt x="19" y="213"/>
                    <a:pt x="19" y="213"/>
                  </a:cubicBezTo>
                  <a:cubicBezTo>
                    <a:pt x="19" y="213"/>
                    <a:pt x="19" y="213"/>
                    <a:pt x="19" y="213"/>
                  </a:cubicBezTo>
                  <a:close/>
                  <a:moveTo>
                    <a:pt x="20" y="214"/>
                  </a:moveTo>
                  <a:cubicBezTo>
                    <a:pt x="20" y="214"/>
                    <a:pt x="20" y="214"/>
                    <a:pt x="20" y="214"/>
                  </a:cubicBezTo>
                  <a:cubicBezTo>
                    <a:pt x="20" y="214"/>
                    <a:pt x="20" y="214"/>
                    <a:pt x="20" y="214"/>
                  </a:cubicBezTo>
                  <a:cubicBezTo>
                    <a:pt x="20" y="214"/>
                    <a:pt x="20" y="214"/>
                    <a:pt x="21" y="214"/>
                  </a:cubicBezTo>
                  <a:cubicBezTo>
                    <a:pt x="21" y="214"/>
                    <a:pt x="20" y="214"/>
                    <a:pt x="20" y="214"/>
                  </a:cubicBezTo>
                  <a:close/>
                  <a:moveTo>
                    <a:pt x="21" y="217"/>
                  </a:moveTo>
                  <a:cubicBezTo>
                    <a:pt x="21" y="216"/>
                    <a:pt x="21" y="216"/>
                    <a:pt x="21" y="216"/>
                  </a:cubicBezTo>
                  <a:cubicBezTo>
                    <a:pt x="22" y="216"/>
                    <a:pt x="22" y="216"/>
                    <a:pt x="22" y="216"/>
                  </a:cubicBezTo>
                  <a:cubicBezTo>
                    <a:pt x="22" y="216"/>
                    <a:pt x="21" y="216"/>
                    <a:pt x="21" y="217"/>
                  </a:cubicBezTo>
                  <a:close/>
                  <a:moveTo>
                    <a:pt x="21" y="214"/>
                  </a:moveTo>
                  <a:cubicBezTo>
                    <a:pt x="21" y="214"/>
                    <a:pt x="21" y="214"/>
                    <a:pt x="21" y="214"/>
                  </a:cubicBezTo>
                  <a:cubicBezTo>
                    <a:pt x="21" y="214"/>
                    <a:pt x="21" y="214"/>
                    <a:pt x="21" y="214"/>
                  </a:cubicBezTo>
                  <a:cubicBezTo>
                    <a:pt x="21" y="214"/>
                    <a:pt x="21" y="214"/>
                    <a:pt x="21" y="214"/>
                  </a:cubicBezTo>
                  <a:cubicBezTo>
                    <a:pt x="21" y="214"/>
                    <a:pt x="20" y="214"/>
                    <a:pt x="20" y="214"/>
                  </a:cubicBezTo>
                  <a:cubicBezTo>
                    <a:pt x="21" y="214"/>
                    <a:pt x="21" y="214"/>
                    <a:pt x="21" y="214"/>
                  </a:cubicBezTo>
                  <a:cubicBezTo>
                    <a:pt x="21" y="214"/>
                    <a:pt x="21" y="214"/>
                    <a:pt x="21" y="214"/>
                  </a:cubicBezTo>
                  <a:cubicBezTo>
                    <a:pt x="22" y="214"/>
                    <a:pt x="22" y="214"/>
                    <a:pt x="22" y="214"/>
                  </a:cubicBezTo>
                  <a:lnTo>
                    <a:pt x="21" y="214"/>
                  </a:lnTo>
                  <a:close/>
                  <a:moveTo>
                    <a:pt x="122" y="297"/>
                  </a:moveTo>
                  <a:cubicBezTo>
                    <a:pt x="122" y="297"/>
                    <a:pt x="122" y="297"/>
                    <a:pt x="122" y="297"/>
                  </a:cubicBezTo>
                  <a:cubicBezTo>
                    <a:pt x="122" y="297"/>
                    <a:pt x="122" y="297"/>
                    <a:pt x="122" y="297"/>
                  </a:cubicBezTo>
                  <a:close/>
                  <a:moveTo>
                    <a:pt x="123" y="297"/>
                  </a:moveTo>
                  <a:cubicBezTo>
                    <a:pt x="122" y="298"/>
                    <a:pt x="122" y="297"/>
                    <a:pt x="122" y="297"/>
                  </a:cubicBezTo>
                  <a:cubicBezTo>
                    <a:pt x="122" y="297"/>
                    <a:pt x="122" y="297"/>
                    <a:pt x="123" y="297"/>
                  </a:cubicBezTo>
                  <a:cubicBezTo>
                    <a:pt x="123" y="297"/>
                    <a:pt x="123" y="297"/>
                    <a:pt x="123" y="297"/>
                  </a:cubicBezTo>
                  <a:close/>
                  <a:moveTo>
                    <a:pt x="213" y="429"/>
                  </a:moveTo>
                  <a:cubicBezTo>
                    <a:pt x="213" y="429"/>
                    <a:pt x="213" y="429"/>
                    <a:pt x="213" y="429"/>
                  </a:cubicBezTo>
                  <a:cubicBezTo>
                    <a:pt x="213" y="429"/>
                    <a:pt x="213" y="429"/>
                    <a:pt x="213" y="429"/>
                  </a:cubicBezTo>
                  <a:cubicBezTo>
                    <a:pt x="213" y="429"/>
                    <a:pt x="213" y="429"/>
                    <a:pt x="213" y="429"/>
                  </a:cubicBezTo>
                  <a:cubicBezTo>
                    <a:pt x="213" y="429"/>
                    <a:pt x="213" y="429"/>
                    <a:pt x="213" y="429"/>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 name="Freeform 437"/>
            <p:cNvSpPr/>
            <p:nvPr/>
          </p:nvSpPr>
          <p:spPr bwMode="auto">
            <a:xfrm>
              <a:off x="3695" y="2760"/>
              <a:ext cx="4" cy="2"/>
            </a:xfrm>
            <a:custGeom>
              <a:avLst/>
              <a:gdLst>
                <a:gd name="T0" fmla="*/ 1 w 2"/>
                <a:gd name="T1" fmla="*/ 0 h 1"/>
                <a:gd name="T2" fmla="*/ 2 w 2"/>
                <a:gd name="T3" fmla="*/ 0 h 1"/>
                <a:gd name="T4" fmla="*/ 1 w 2"/>
                <a:gd name="T5" fmla="*/ 0 h 1"/>
              </a:gdLst>
              <a:ahLst/>
              <a:cxnLst>
                <a:cxn ang="0">
                  <a:pos x="T0" y="T1"/>
                </a:cxn>
                <a:cxn ang="0">
                  <a:pos x="T2" y="T3"/>
                </a:cxn>
                <a:cxn ang="0">
                  <a:pos x="T4" y="T5"/>
                </a:cxn>
              </a:cxnLst>
              <a:rect l="0" t="0" r="r" b="b"/>
              <a:pathLst>
                <a:path w="2" h="1">
                  <a:moveTo>
                    <a:pt x="1" y="0"/>
                  </a:moveTo>
                  <a:cubicBezTo>
                    <a:pt x="0" y="0"/>
                    <a:pt x="1" y="1"/>
                    <a:pt x="2"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 name="Freeform 438"/>
            <p:cNvSpPr/>
            <p:nvPr/>
          </p:nvSpPr>
          <p:spPr bwMode="auto">
            <a:xfrm>
              <a:off x="3699" y="2760"/>
              <a:ext cx="5" cy="4"/>
            </a:xfrm>
            <a:custGeom>
              <a:avLst/>
              <a:gdLst>
                <a:gd name="T0" fmla="*/ 1 w 2"/>
                <a:gd name="T1" fmla="*/ 2 h 2"/>
                <a:gd name="T2" fmla="*/ 2 w 2"/>
                <a:gd name="T3" fmla="*/ 1 h 2"/>
                <a:gd name="T4" fmla="*/ 1 w 2"/>
                <a:gd name="T5" fmla="*/ 2 h 2"/>
              </a:gdLst>
              <a:ahLst/>
              <a:cxnLst>
                <a:cxn ang="0">
                  <a:pos x="T0" y="T1"/>
                </a:cxn>
                <a:cxn ang="0">
                  <a:pos x="T2" y="T3"/>
                </a:cxn>
                <a:cxn ang="0">
                  <a:pos x="T4" y="T5"/>
                </a:cxn>
              </a:cxnLst>
              <a:rect l="0" t="0" r="r" b="b"/>
              <a:pathLst>
                <a:path w="2" h="2">
                  <a:moveTo>
                    <a:pt x="1" y="2"/>
                  </a:moveTo>
                  <a:cubicBezTo>
                    <a:pt x="1" y="2"/>
                    <a:pt x="2" y="1"/>
                    <a:pt x="2" y="1"/>
                  </a:cubicBezTo>
                  <a:cubicBezTo>
                    <a:pt x="0" y="0"/>
                    <a:pt x="2"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 name="Freeform 439"/>
            <p:cNvSpPr/>
            <p:nvPr/>
          </p:nvSpPr>
          <p:spPr bwMode="auto">
            <a:xfrm>
              <a:off x="3916" y="2586"/>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0" y="0"/>
                    <a:pt x="2" y="0"/>
                    <a:pt x="1" y="0"/>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 name="Freeform 440"/>
            <p:cNvSpPr/>
            <p:nvPr/>
          </p:nvSpPr>
          <p:spPr bwMode="auto">
            <a:xfrm>
              <a:off x="3941" y="2610"/>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 name="Freeform 441"/>
            <p:cNvSpPr/>
            <p:nvPr/>
          </p:nvSpPr>
          <p:spPr bwMode="auto">
            <a:xfrm>
              <a:off x="3729" y="2272"/>
              <a:ext cx="2" cy="5"/>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0" y="1"/>
                    <a:pt x="1" y="0"/>
                    <a:pt x="1" y="1"/>
                  </a:cubicBezTo>
                  <a:cubicBezTo>
                    <a:pt x="1" y="1"/>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 name="Freeform 442"/>
            <p:cNvSpPr/>
            <p:nvPr/>
          </p:nvSpPr>
          <p:spPr bwMode="auto">
            <a:xfrm>
              <a:off x="3852" y="271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 name="Freeform 443"/>
            <p:cNvSpPr/>
            <p:nvPr/>
          </p:nvSpPr>
          <p:spPr bwMode="auto">
            <a:xfrm>
              <a:off x="3850" y="2692"/>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1"/>
                    <a:pt x="1"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 name="Freeform 444"/>
            <p:cNvSpPr/>
            <p:nvPr/>
          </p:nvSpPr>
          <p:spPr bwMode="auto">
            <a:xfrm>
              <a:off x="3848" y="2686"/>
              <a:ext cx="2"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1"/>
                    <a:pt x="0" y="1"/>
                    <a:pt x="0" y="1"/>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 name="Freeform 445"/>
            <p:cNvSpPr/>
            <p:nvPr/>
          </p:nvSpPr>
          <p:spPr bwMode="auto">
            <a:xfrm>
              <a:off x="3846" y="2711"/>
              <a:ext cx="4" cy="3"/>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1"/>
                    <a:pt x="1" y="0"/>
                    <a:pt x="2" y="0"/>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 name="Freeform 446"/>
            <p:cNvSpPr/>
            <p:nvPr/>
          </p:nvSpPr>
          <p:spPr bwMode="auto">
            <a:xfrm>
              <a:off x="3822" y="2773"/>
              <a:ext cx="5"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6" name="Freeform 447"/>
            <p:cNvSpPr/>
            <p:nvPr/>
          </p:nvSpPr>
          <p:spPr bwMode="auto">
            <a:xfrm>
              <a:off x="3765" y="2315"/>
              <a:ext cx="4" cy="0"/>
            </a:xfrm>
            <a:custGeom>
              <a:avLst/>
              <a:gdLst>
                <a:gd name="T0" fmla="*/ 0 w 4"/>
                <a:gd name="T1" fmla="*/ 0 w 4"/>
                <a:gd name="T2" fmla="*/ 4 w 4"/>
                <a:gd name="T3" fmla="*/ 0 w 4"/>
              </a:gdLst>
              <a:ahLst/>
              <a:cxnLst>
                <a:cxn ang="0">
                  <a:pos x="T0" y="0"/>
                </a:cxn>
                <a:cxn ang="0">
                  <a:pos x="T1" y="0"/>
                </a:cxn>
                <a:cxn ang="0">
                  <a:pos x="T2" y="0"/>
                </a:cxn>
                <a:cxn ang="0">
                  <a:pos x="T3" y="0"/>
                </a:cxn>
              </a:cxnLst>
              <a:rect l="0" t="0" r="r" b="b"/>
              <a:pathLst>
                <a:path w="4">
                  <a:moveTo>
                    <a:pt x="0" y="0"/>
                  </a:moveTo>
                  <a:lnTo>
                    <a:pt x="0" y="0"/>
                  </a:lnTo>
                  <a:lnTo>
                    <a:pt x="4"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7" name="Freeform 448"/>
            <p:cNvSpPr/>
            <p:nvPr/>
          </p:nvSpPr>
          <p:spPr bwMode="auto">
            <a:xfrm>
              <a:off x="3842" y="2733"/>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8" name="Freeform 449"/>
            <p:cNvSpPr/>
            <p:nvPr/>
          </p:nvSpPr>
          <p:spPr bwMode="auto">
            <a:xfrm>
              <a:off x="3822" y="2769"/>
              <a:ext cx="7" cy="2"/>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9" name="Freeform 450"/>
            <p:cNvSpPr/>
            <p:nvPr/>
          </p:nvSpPr>
          <p:spPr bwMode="auto">
            <a:xfrm>
              <a:off x="3846" y="273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0" name="Freeform 451"/>
            <p:cNvSpPr/>
            <p:nvPr/>
          </p:nvSpPr>
          <p:spPr bwMode="auto">
            <a:xfrm>
              <a:off x="3844" y="2724"/>
              <a:ext cx="4" cy="2"/>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2" y="1"/>
                    <a:pt x="2" y="1"/>
                    <a:pt x="2" y="1"/>
                  </a:cubicBezTo>
                  <a:cubicBezTo>
                    <a:pt x="2"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1" name="Freeform 452"/>
            <p:cNvSpPr/>
            <p:nvPr/>
          </p:nvSpPr>
          <p:spPr bwMode="auto">
            <a:xfrm>
              <a:off x="3844" y="2728"/>
              <a:ext cx="8" cy="3"/>
            </a:xfrm>
            <a:custGeom>
              <a:avLst/>
              <a:gdLst>
                <a:gd name="T0" fmla="*/ 0 w 4"/>
                <a:gd name="T1" fmla="*/ 1 h 1"/>
                <a:gd name="T2" fmla="*/ 1 w 4"/>
                <a:gd name="T3" fmla="*/ 1 h 1"/>
                <a:gd name="T4" fmla="*/ 2 w 4"/>
                <a:gd name="T5" fmla="*/ 0 h 1"/>
                <a:gd name="T6" fmla="*/ 4 w 4"/>
                <a:gd name="T7" fmla="*/ 0 h 1"/>
                <a:gd name="T8" fmla="*/ 0 w 4"/>
                <a:gd name="T9" fmla="*/ 1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1" y="1"/>
                    <a:pt x="1" y="1"/>
                  </a:cubicBezTo>
                  <a:cubicBezTo>
                    <a:pt x="2" y="1"/>
                    <a:pt x="3" y="0"/>
                    <a:pt x="2" y="0"/>
                  </a:cubicBezTo>
                  <a:cubicBezTo>
                    <a:pt x="3" y="0"/>
                    <a:pt x="4" y="0"/>
                    <a:pt x="4" y="0"/>
                  </a:cubicBezTo>
                  <a:cubicBezTo>
                    <a:pt x="3" y="0"/>
                    <a:pt x="1" y="0"/>
                    <a:pt x="0" y="1"/>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sp>
        <p:nvSpPr>
          <p:cNvPr id="453" name="Freeform 5"/>
          <p:cNvSpPr>
            <a:spLocks noEditPoints="1"/>
          </p:cNvSpPr>
          <p:nvPr/>
        </p:nvSpPr>
        <p:spPr bwMode="auto">
          <a:xfrm rot="169628">
            <a:off x="1169385" y="1940185"/>
            <a:ext cx="1390623" cy="1440045"/>
          </a:xfrm>
          <a:custGeom>
            <a:avLst/>
            <a:gdLst>
              <a:gd name="T0" fmla="*/ 215 w 218"/>
              <a:gd name="T1" fmla="*/ 61 h 226"/>
              <a:gd name="T2" fmla="*/ 205 w 218"/>
              <a:gd name="T3" fmla="*/ 44 h 226"/>
              <a:gd name="T4" fmla="*/ 202 w 218"/>
              <a:gd name="T5" fmla="*/ 40 h 226"/>
              <a:gd name="T6" fmla="*/ 158 w 218"/>
              <a:gd name="T7" fmla="*/ 13 h 226"/>
              <a:gd name="T8" fmla="*/ 156 w 218"/>
              <a:gd name="T9" fmla="*/ 8 h 226"/>
              <a:gd name="T10" fmla="*/ 116 w 218"/>
              <a:gd name="T11" fmla="*/ 2 h 226"/>
              <a:gd name="T12" fmla="*/ 51 w 218"/>
              <a:gd name="T13" fmla="*/ 26 h 226"/>
              <a:gd name="T14" fmla="*/ 46 w 218"/>
              <a:gd name="T15" fmla="*/ 28 h 226"/>
              <a:gd name="T16" fmla="*/ 0 w 218"/>
              <a:gd name="T17" fmla="*/ 186 h 226"/>
              <a:gd name="T18" fmla="*/ 16 w 218"/>
              <a:gd name="T19" fmla="*/ 187 h 226"/>
              <a:gd name="T20" fmla="*/ 38 w 218"/>
              <a:gd name="T21" fmla="*/ 222 h 226"/>
              <a:gd name="T22" fmla="*/ 42 w 218"/>
              <a:gd name="T23" fmla="*/ 226 h 226"/>
              <a:gd name="T24" fmla="*/ 211 w 218"/>
              <a:gd name="T25" fmla="*/ 226 h 226"/>
              <a:gd name="T26" fmla="*/ 214 w 218"/>
              <a:gd name="T27" fmla="*/ 223 h 226"/>
              <a:gd name="T28" fmla="*/ 218 w 218"/>
              <a:gd name="T29" fmla="*/ 65 h 226"/>
              <a:gd name="T30" fmla="*/ 122 w 218"/>
              <a:gd name="T31" fmla="*/ 7 h 226"/>
              <a:gd name="T32" fmla="*/ 129 w 218"/>
              <a:gd name="T33" fmla="*/ 61 h 226"/>
              <a:gd name="T34" fmla="*/ 127 w 218"/>
              <a:gd name="T35" fmla="*/ 64 h 226"/>
              <a:gd name="T36" fmla="*/ 123 w 218"/>
              <a:gd name="T37" fmla="*/ 64 h 226"/>
              <a:gd name="T38" fmla="*/ 122 w 218"/>
              <a:gd name="T39" fmla="*/ 7 h 226"/>
              <a:gd name="T40" fmla="*/ 52 w 218"/>
              <a:gd name="T41" fmla="*/ 34 h 226"/>
              <a:gd name="T42" fmla="*/ 89 w 218"/>
              <a:gd name="T43" fmla="*/ 61 h 226"/>
              <a:gd name="T44" fmla="*/ 91 w 218"/>
              <a:gd name="T45" fmla="*/ 66 h 226"/>
              <a:gd name="T46" fmla="*/ 126 w 218"/>
              <a:gd name="T47" fmla="*/ 71 h 226"/>
              <a:gd name="T48" fmla="*/ 128 w 218"/>
              <a:gd name="T49" fmla="*/ 67 h 226"/>
              <a:gd name="T50" fmla="*/ 133 w 218"/>
              <a:gd name="T51" fmla="*/ 67 h 226"/>
              <a:gd name="T52" fmla="*/ 145 w 218"/>
              <a:gd name="T53" fmla="*/ 43 h 226"/>
              <a:gd name="T54" fmla="*/ 186 w 218"/>
              <a:gd name="T55" fmla="*/ 117 h 226"/>
              <a:gd name="T56" fmla="*/ 159 w 218"/>
              <a:gd name="T57" fmla="*/ 196 h 226"/>
              <a:gd name="T58" fmla="*/ 158 w 218"/>
              <a:gd name="T59" fmla="*/ 198 h 226"/>
              <a:gd name="T60" fmla="*/ 154 w 218"/>
              <a:gd name="T61" fmla="*/ 198 h 226"/>
              <a:gd name="T62" fmla="*/ 16 w 218"/>
              <a:gd name="T63" fmla="*/ 181 h 226"/>
              <a:gd name="T64" fmla="*/ 45 w 218"/>
              <a:gd name="T65" fmla="*/ 219 h 226"/>
              <a:gd name="T66" fmla="*/ 60 w 218"/>
              <a:gd name="T67" fmla="*/ 192 h 226"/>
              <a:gd name="T68" fmla="*/ 156 w 218"/>
              <a:gd name="T69" fmla="*/ 205 h 226"/>
              <a:gd name="T70" fmla="*/ 164 w 218"/>
              <a:gd name="T71" fmla="*/ 202 h 226"/>
              <a:gd name="T72" fmla="*/ 167 w 218"/>
              <a:gd name="T73" fmla="*/ 195 h 226"/>
              <a:gd name="T74" fmla="*/ 200 w 218"/>
              <a:gd name="T75" fmla="*/ 68 h 226"/>
              <a:gd name="T76" fmla="*/ 208 w 218"/>
              <a:gd name="T77" fmla="*/ 202 h 226"/>
              <a:gd name="T78" fmla="*/ 135 w 218"/>
              <a:gd name="T79" fmla="*/ 218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8" h="226">
                <a:moveTo>
                  <a:pt x="217" y="62"/>
                </a:moveTo>
                <a:cubicBezTo>
                  <a:pt x="216" y="61"/>
                  <a:pt x="215" y="61"/>
                  <a:pt x="215" y="61"/>
                </a:cubicBezTo>
                <a:cubicBezTo>
                  <a:pt x="210" y="61"/>
                  <a:pt x="206" y="61"/>
                  <a:pt x="201" y="61"/>
                </a:cubicBezTo>
                <a:cubicBezTo>
                  <a:pt x="202" y="55"/>
                  <a:pt x="203" y="49"/>
                  <a:pt x="205" y="44"/>
                </a:cubicBezTo>
                <a:cubicBezTo>
                  <a:pt x="205" y="43"/>
                  <a:pt x="205" y="42"/>
                  <a:pt x="204" y="42"/>
                </a:cubicBezTo>
                <a:cubicBezTo>
                  <a:pt x="204" y="41"/>
                  <a:pt x="203" y="40"/>
                  <a:pt x="202" y="40"/>
                </a:cubicBezTo>
                <a:cubicBezTo>
                  <a:pt x="183" y="37"/>
                  <a:pt x="166" y="36"/>
                  <a:pt x="148" y="36"/>
                </a:cubicBezTo>
                <a:cubicBezTo>
                  <a:pt x="151" y="28"/>
                  <a:pt x="154" y="21"/>
                  <a:pt x="158" y="13"/>
                </a:cubicBezTo>
                <a:cubicBezTo>
                  <a:pt x="158" y="12"/>
                  <a:pt x="158" y="11"/>
                  <a:pt x="158" y="10"/>
                </a:cubicBezTo>
                <a:cubicBezTo>
                  <a:pt x="158" y="9"/>
                  <a:pt x="157" y="8"/>
                  <a:pt x="156" y="8"/>
                </a:cubicBezTo>
                <a:cubicBezTo>
                  <a:pt x="144" y="4"/>
                  <a:pt x="132" y="1"/>
                  <a:pt x="120" y="0"/>
                </a:cubicBezTo>
                <a:cubicBezTo>
                  <a:pt x="118" y="0"/>
                  <a:pt x="117" y="1"/>
                  <a:pt x="116" y="2"/>
                </a:cubicBezTo>
                <a:cubicBezTo>
                  <a:pt x="113" y="14"/>
                  <a:pt x="108" y="25"/>
                  <a:pt x="103" y="36"/>
                </a:cubicBezTo>
                <a:cubicBezTo>
                  <a:pt x="84" y="36"/>
                  <a:pt x="66" y="35"/>
                  <a:pt x="51" y="26"/>
                </a:cubicBezTo>
                <a:cubicBezTo>
                  <a:pt x="50" y="26"/>
                  <a:pt x="49" y="25"/>
                  <a:pt x="48" y="26"/>
                </a:cubicBezTo>
                <a:cubicBezTo>
                  <a:pt x="47" y="26"/>
                  <a:pt x="46" y="27"/>
                  <a:pt x="46" y="28"/>
                </a:cubicBezTo>
                <a:cubicBezTo>
                  <a:pt x="38" y="73"/>
                  <a:pt x="31" y="139"/>
                  <a:pt x="1" y="183"/>
                </a:cubicBezTo>
                <a:cubicBezTo>
                  <a:pt x="0" y="184"/>
                  <a:pt x="0" y="185"/>
                  <a:pt x="0" y="186"/>
                </a:cubicBezTo>
                <a:cubicBezTo>
                  <a:pt x="1" y="187"/>
                  <a:pt x="2" y="188"/>
                  <a:pt x="4" y="188"/>
                </a:cubicBezTo>
                <a:cubicBezTo>
                  <a:pt x="8" y="188"/>
                  <a:pt x="12" y="187"/>
                  <a:pt x="16" y="187"/>
                </a:cubicBezTo>
                <a:cubicBezTo>
                  <a:pt x="24" y="187"/>
                  <a:pt x="32" y="188"/>
                  <a:pt x="41" y="189"/>
                </a:cubicBezTo>
                <a:cubicBezTo>
                  <a:pt x="39" y="201"/>
                  <a:pt x="39" y="211"/>
                  <a:pt x="38" y="222"/>
                </a:cubicBezTo>
                <a:cubicBezTo>
                  <a:pt x="38" y="223"/>
                  <a:pt x="38" y="224"/>
                  <a:pt x="39" y="225"/>
                </a:cubicBezTo>
                <a:cubicBezTo>
                  <a:pt x="40" y="225"/>
                  <a:pt x="41" y="226"/>
                  <a:pt x="42" y="226"/>
                </a:cubicBezTo>
                <a:cubicBezTo>
                  <a:pt x="70" y="225"/>
                  <a:pt x="103" y="224"/>
                  <a:pt x="135" y="224"/>
                </a:cubicBezTo>
                <a:cubicBezTo>
                  <a:pt x="161" y="224"/>
                  <a:pt x="187" y="225"/>
                  <a:pt x="211" y="226"/>
                </a:cubicBezTo>
                <a:cubicBezTo>
                  <a:pt x="212" y="226"/>
                  <a:pt x="213" y="226"/>
                  <a:pt x="213" y="225"/>
                </a:cubicBezTo>
                <a:cubicBezTo>
                  <a:pt x="214" y="225"/>
                  <a:pt x="214" y="224"/>
                  <a:pt x="214" y="223"/>
                </a:cubicBezTo>
                <a:cubicBezTo>
                  <a:pt x="214" y="216"/>
                  <a:pt x="214" y="209"/>
                  <a:pt x="214" y="202"/>
                </a:cubicBezTo>
                <a:cubicBezTo>
                  <a:pt x="214" y="156"/>
                  <a:pt x="215" y="111"/>
                  <a:pt x="218" y="65"/>
                </a:cubicBezTo>
                <a:cubicBezTo>
                  <a:pt x="218" y="64"/>
                  <a:pt x="218" y="63"/>
                  <a:pt x="217" y="62"/>
                </a:cubicBezTo>
                <a:close/>
                <a:moveTo>
                  <a:pt x="122" y="7"/>
                </a:moveTo>
                <a:cubicBezTo>
                  <a:pt x="131" y="8"/>
                  <a:pt x="141" y="10"/>
                  <a:pt x="150" y="13"/>
                </a:cubicBezTo>
                <a:cubicBezTo>
                  <a:pt x="143" y="29"/>
                  <a:pt x="136" y="45"/>
                  <a:pt x="129" y="61"/>
                </a:cubicBezTo>
                <a:cubicBezTo>
                  <a:pt x="129" y="62"/>
                  <a:pt x="128" y="63"/>
                  <a:pt x="128" y="63"/>
                </a:cubicBezTo>
                <a:cubicBezTo>
                  <a:pt x="127" y="64"/>
                  <a:pt x="127" y="64"/>
                  <a:pt x="127" y="64"/>
                </a:cubicBezTo>
                <a:cubicBezTo>
                  <a:pt x="126" y="65"/>
                  <a:pt x="126" y="65"/>
                  <a:pt x="126" y="65"/>
                </a:cubicBezTo>
                <a:cubicBezTo>
                  <a:pt x="125" y="65"/>
                  <a:pt x="124" y="65"/>
                  <a:pt x="123" y="64"/>
                </a:cubicBezTo>
                <a:cubicBezTo>
                  <a:pt x="115" y="63"/>
                  <a:pt x="106" y="61"/>
                  <a:pt x="97" y="60"/>
                </a:cubicBezTo>
                <a:cubicBezTo>
                  <a:pt x="108" y="44"/>
                  <a:pt x="116" y="26"/>
                  <a:pt x="122" y="7"/>
                </a:cubicBezTo>
                <a:close/>
                <a:moveTo>
                  <a:pt x="10" y="181"/>
                </a:moveTo>
                <a:cubicBezTo>
                  <a:pt x="38" y="137"/>
                  <a:pt x="44" y="77"/>
                  <a:pt x="52" y="34"/>
                </a:cubicBezTo>
                <a:cubicBezTo>
                  <a:pt x="66" y="41"/>
                  <a:pt x="83" y="43"/>
                  <a:pt x="100" y="43"/>
                </a:cubicBezTo>
                <a:cubicBezTo>
                  <a:pt x="96" y="49"/>
                  <a:pt x="93" y="55"/>
                  <a:pt x="89" y="61"/>
                </a:cubicBezTo>
                <a:cubicBezTo>
                  <a:pt x="88" y="62"/>
                  <a:pt x="88" y="63"/>
                  <a:pt x="89" y="64"/>
                </a:cubicBezTo>
                <a:cubicBezTo>
                  <a:pt x="89" y="65"/>
                  <a:pt x="90" y="66"/>
                  <a:pt x="91" y="66"/>
                </a:cubicBezTo>
                <a:cubicBezTo>
                  <a:pt x="101" y="68"/>
                  <a:pt x="112" y="69"/>
                  <a:pt x="122" y="71"/>
                </a:cubicBezTo>
                <a:cubicBezTo>
                  <a:pt x="123" y="71"/>
                  <a:pt x="124" y="71"/>
                  <a:pt x="126" y="71"/>
                </a:cubicBezTo>
                <a:cubicBezTo>
                  <a:pt x="127" y="71"/>
                  <a:pt x="128" y="71"/>
                  <a:pt x="130" y="70"/>
                </a:cubicBezTo>
                <a:cubicBezTo>
                  <a:pt x="128" y="67"/>
                  <a:pt x="128" y="67"/>
                  <a:pt x="128" y="67"/>
                </a:cubicBezTo>
                <a:cubicBezTo>
                  <a:pt x="130" y="70"/>
                  <a:pt x="130" y="70"/>
                  <a:pt x="130" y="70"/>
                </a:cubicBezTo>
                <a:cubicBezTo>
                  <a:pt x="131" y="70"/>
                  <a:pt x="133" y="68"/>
                  <a:pt x="133" y="67"/>
                </a:cubicBezTo>
                <a:cubicBezTo>
                  <a:pt x="134" y="66"/>
                  <a:pt x="135" y="65"/>
                  <a:pt x="135" y="64"/>
                </a:cubicBezTo>
                <a:cubicBezTo>
                  <a:pt x="138" y="57"/>
                  <a:pt x="141" y="50"/>
                  <a:pt x="145" y="43"/>
                </a:cubicBezTo>
                <a:cubicBezTo>
                  <a:pt x="162" y="43"/>
                  <a:pt x="179" y="43"/>
                  <a:pt x="197" y="46"/>
                </a:cubicBezTo>
                <a:cubicBezTo>
                  <a:pt x="193" y="67"/>
                  <a:pt x="191" y="92"/>
                  <a:pt x="186" y="117"/>
                </a:cubicBezTo>
                <a:cubicBezTo>
                  <a:pt x="182" y="143"/>
                  <a:pt x="175" y="170"/>
                  <a:pt x="161" y="191"/>
                </a:cubicBezTo>
                <a:cubicBezTo>
                  <a:pt x="160" y="193"/>
                  <a:pt x="160" y="195"/>
                  <a:pt x="159" y="196"/>
                </a:cubicBezTo>
                <a:cubicBezTo>
                  <a:pt x="159" y="197"/>
                  <a:pt x="158" y="198"/>
                  <a:pt x="158" y="198"/>
                </a:cubicBezTo>
                <a:cubicBezTo>
                  <a:pt x="158" y="198"/>
                  <a:pt x="158" y="198"/>
                  <a:pt x="158" y="198"/>
                </a:cubicBezTo>
                <a:cubicBezTo>
                  <a:pt x="157" y="198"/>
                  <a:pt x="157" y="199"/>
                  <a:pt x="156" y="199"/>
                </a:cubicBezTo>
                <a:cubicBezTo>
                  <a:pt x="156" y="199"/>
                  <a:pt x="155" y="198"/>
                  <a:pt x="154" y="198"/>
                </a:cubicBezTo>
                <a:cubicBezTo>
                  <a:pt x="123" y="194"/>
                  <a:pt x="92" y="189"/>
                  <a:pt x="61" y="185"/>
                </a:cubicBezTo>
                <a:cubicBezTo>
                  <a:pt x="47" y="183"/>
                  <a:pt x="31" y="181"/>
                  <a:pt x="16" y="181"/>
                </a:cubicBezTo>
                <a:cubicBezTo>
                  <a:pt x="14" y="181"/>
                  <a:pt x="12" y="181"/>
                  <a:pt x="10" y="181"/>
                </a:cubicBezTo>
                <a:close/>
                <a:moveTo>
                  <a:pt x="45" y="219"/>
                </a:moveTo>
                <a:cubicBezTo>
                  <a:pt x="46" y="209"/>
                  <a:pt x="46" y="200"/>
                  <a:pt x="47" y="190"/>
                </a:cubicBezTo>
                <a:cubicBezTo>
                  <a:pt x="52" y="190"/>
                  <a:pt x="56" y="191"/>
                  <a:pt x="60" y="192"/>
                </a:cubicBezTo>
                <a:cubicBezTo>
                  <a:pt x="91" y="196"/>
                  <a:pt x="122" y="201"/>
                  <a:pt x="153" y="205"/>
                </a:cubicBezTo>
                <a:cubicBezTo>
                  <a:pt x="154" y="205"/>
                  <a:pt x="155" y="205"/>
                  <a:pt x="156" y="205"/>
                </a:cubicBezTo>
                <a:cubicBezTo>
                  <a:pt x="158" y="205"/>
                  <a:pt x="159" y="205"/>
                  <a:pt x="160" y="205"/>
                </a:cubicBezTo>
                <a:cubicBezTo>
                  <a:pt x="162" y="204"/>
                  <a:pt x="163" y="203"/>
                  <a:pt x="164" y="202"/>
                </a:cubicBezTo>
                <a:cubicBezTo>
                  <a:pt x="165" y="201"/>
                  <a:pt x="165" y="199"/>
                  <a:pt x="166" y="198"/>
                </a:cubicBezTo>
                <a:cubicBezTo>
                  <a:pt x="166" y="196"/>
                  <a:pt x="167" y="195"/>
                  <a:pt x="167" y="195"/>
                </a:cubicBezTo>
                <a:cubicBezTo>
                  <a:pt x="182" y="172"/>
                  <a:pt x="189" y="145"/>
                  <a:pt x="193" y="118"/>
                </a:cubicBezTo>
                <a:cubicBezTo>
                  <a:pt x="196" y="100"/>
                  <a:pt x="198" y="83"/>
                  <a:pt x="200" y="68"/>
                </a:cubicBezTo>
                <a:cubicBezTo>
                  <a:pt x="204" y="68"/>
                  <a:pt x="207" y="68"/>
                  <a:pt x="211" y="68"/>
                </a:cubicBezTo>
                <a:cubicBezTo>
                  <a:pt x="208" y="113"/>
                  <a:pt x="208" y="157"/>
                  <a:pt x="208" y="202"/>
                </a:cubicBezTo>
                <a:cubicBezTo>
                  <a:pt x="208" y="208"/>
                  <a:pt x="208" y="214"/>
                  <a:pt x="208" y="219"/>
                </a:cubicBezTo>
                <a:cubicBezTo>
                  <a:pt x="185" y="218"/>
                  <a:pt x="160" y="218"/>
                  <a:pt x="135" y="218"/>
                </a:cubicBezTo>
                <a:cubicBezTo>
                  <a:pt x="104" y="218"/>
                  <a:pt x="73" y="218"/>
                  <a:pt x="45" y="219"/>
                </a:cubicBezTo>
                <a:close/>
              </a:path>
            </a:pathLst>
          </a:custGeom>
          <a:solidFill>
            <a:schemeClr val="tx1"/>
          </a:solidFill>
          <a:ln>
            <a:solidFill>
              <a:schemeClr val="tx1"/>
            </a:solidFill>
          </a:ln>
        </p:spPr>
        <p:txBody>
          <a:bodyPr vert="horz" wrap="square" lIns="121920" tIns="60960" rIns="121920" bIns="60960" numCol="1" anchor="t" anchorCtr="0" compatLnSpc="1"/>
          <a:lstStyle/>
          <a:p>
            <a:pPr defTabSz="1219200"/>
            <a:endParaRPr lang="zh-CN" altLang="en-US" sz="2135">
              <a:latin typeface="Senty小丸子" panose="03000600000000000000" pitchFamily="66" charset="-122"/>
              <a:ea typeface="Senty小丸子" panose="03000600000000000000" pitchFamily="66" charset="-122"/>
            </a:endParaRPr>
          </a:p>
        </p:txBody>
      </p:sp>
      <p:sp>
        <p:nvSpPr>
          <p:cNvPr id="454" name="Freeform 5"/>
          <p:cNvSpPr>
            <a:spLocks noEditPoints="1"/>
          </p:cNvSpPr>
          <p:nvPr/>
        </p:nvSpPr>
        <p:spPr bwMode="auto">
          <a:xfrm rot="169628">
            <a:off x="3936020" y="2693626"/>
            <a:ext cx="1390623" cy="1440045"/>
          </a:xfrm>
          <a:custGeom>
            <a:avLst/>
            <a:gdLst>
              <a:gd name="T0" fmla="*/ 215 w 218"/>
              <a:gd name="T1" fmla="*/ 61 h 226"/>
              <a:gd name="T2" fmla="*/ 205 w 218"/>
              <a:gd name="T3" fmla="*/ 44 h 226"/>
              <a:gd name="T4" fmla="*/ 202 w 218"/>
              <a:gd name="T5" fmla="*/ 40 h 226"/>
              <a:gd name="T6" fmla="*/ 158 w 218"/>
              <a:gd name="T7" fmla="*/ 13 h 226"/>
              <a:gd name="T8" fmla="*/ 156 w 218"/>
              <a:gd name="T9" fmla="*/ 8 h 226"/>
              <a:gd name="T10" fmla="*/ 116 w 218"/>
              <a:gd name="T11" fmla="*/ 2 h 226"/>
              <a:gd name="T12" fmla="*/ 51 w 218"/>
              <a:gd name="T13" fmla="*/ 26 h 226"/>
              <a:gd name="T14" fmla="*/ 46 w 218"/>
              <a:gd name="T15" fmla="*/ 28 h 226"/>
              <a:gd name="T16" fmla="*/ 0 w 218"/>
              <a:gd name="T17" fmla="*/ 186 h 226"/>
              <a:gd name="T18" fmla="*/ 16 w 218"/>
              <a:gd name="T19" fmla="*/ 187 h 226"/>
              <a:gd name="T20" fmla="*/ 38 w 218"/>
              <a:gd name="T21" fmla="*/ 222 h 226"/>
              <a:gd name="T22" fmla="*/ 42 w 218"/>
              <a:gd name="T23" fmla="*/ 226 h 226"/>
              <a:gd name="T24" fmla="*/ 211 w 218"/>
              <a:gd name="T25" fmla="*/ 226 h 226"/>
              <a:gd name="T26" fmla="*/ 214 w 218"/>
              <a:gd name="T27" fmla="*/ 223 h 226"/>
              <a:gd name="T28" fmla="*/ 218 w 218"/>
              <a:gd name="T29" fmla="*/ 65 h 226"/>
              <a:gd name="T30" fmla="*/ 122 w 218"/>
              <a:gd name="T31" fmla="*/ 7 h 226"/>
              <a:gd name="T32" fmla="*/ 129 w 218"/>
              <a:gd name="T33" fmla="*/ 61 h 226"/>
              <a:gd name="T34" fmla="*/ 127 w 218"/>
              <a:gd name="T35" fmla="*/ 64 h 226"/>
              <a:gd name="T36" fmla="*/ 123 w 218"/>
              <a:gd name="T37" fmla="*/ 64 h 226"/>
              <a:gd name="T38" fmla="*/ 122 w 218"/>
              <a:gd name="T39" fmla="*/ 7 h 226"/>
              <a:gd name="T40" fmla="*/ 52 w 218"/>
              <a:gd name="T41" fmla="*/ 34 h 226"/>
              <a:gd name="T42" fmla="*/ 89 w 218"/>
              <a:gd name="T43" fmla="*/ 61 h 226"/>
              <a:gd name="T44" fmla="*/ 91 w 218"/>
              <a:gd name="T45" fmla="*/ 66 h 226"/>
              <a:gd name="T46" fmla="*/ 126 w 218"/>
              <a:gd name="T47" fmla="*/ 71 h 226"/>
              <a:gd name="T48" fmla="*/ 128 w 218"/>
              <a:gd name="T49" fmla="*/ 67 h 226"/>
              <a:gd name="T50" fmla="*/ 133 w 218"/>
              <a:gd name="T51" fmla="*/ 67 h 226"/>
              <a:gd name="T52" fmla="*/ 145 w 218"/>
              <a:gd name="T53" fmla="*/ 43 h 226"/>
              <a:gd name="T54" fmla="*/ 186 w 218"/>
              <a:gd name="T55" fmla="*/ 117 h 226"/>
              <a:gd name="T56" fmla="*/ 159 w 218"/>
              <a:gd name="T57" fmla="*/ 196 h 226"/>
              <a:gd name="T58" fmla="*/ 158 w 218"/>
              <a:gd name="T59" fmla="*/ 198 h 226"/>
              <a:gd name="T60" fmla="*/ 154 w 218"/>
              <a:gd name="T61" fmla="*/ 198 h 226"/>
              <a:gd name="T62" fmla="*/ 16 w 218"/>
              <a:gd name="T63" fmla="*/ 181 h 226"/>
              <a:gd name="T64" fmla="*/ 45 w 218"/>
              <a:gd name="T65" fmla="*/ 219 h 226"/>
              <a:gd name="T66" fmla="*/ 60 w 218"/>
              <a:gd name="T67" fmla="*/ 192 h 226"/>
              <a:gd name="T68" fmla="*/ 156 w 218"/>
              <a:gd name="T69" fmla="*/ 205 h 226"/>
              <a:gd name="T70" fmla="*/ 164 w 218"/>
              <a:gd name="T71" fmla="*/ 202 h 226"/>
              <a:gd name="T72" fmla="*/ 167 w 218"/>
              <a:gd name="T73" fmla="*/ 195 h 226"/>
              <a:gd name="T74" fmla="*/ 200 w 218"/>
              <a:gd name="T75" fmla="*/ 68 h 226"/>
              <a:gd name="T76" fmla="*/ 208 w 218"/>
              <a:gd name="T77" fmla="*/ 202 h 226"/>
              <a:gd name="T78" fmla="*/ 135 w 218"/>
              <a:gd name="T79" fmla="*/ 218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8" h="226">
                <a:moveTo>
                  <a:pt x="217" y="62"/>
                </a:moveTo>
                <a:cubicBezTo>
                  <a:pt x="216" y="61"/>
                  <a:pt x="215" y="61"/>
                  <a:pt x="215" y="61"/>
                </a:cubicBezTo>
                <a:cubicBezTo>
                  <a:pt x="210" y="61"/>
                  <a:pt x="206" y="61"/>
                  <a:pt x="201" y="61"/>
                </a:cubicBezTo>
                <a:cubicBezTo>
                  <a:pt x="202" y="55"/>
                  <a:pt x="203" y="49"/>
                  <a:pt x="205" y="44"/>
                </a:cubicBezTo>
                <a:cubicBezTo>
                  <a:pt x="205" y="43"/>
                  <a:pt x="205" y="42"/>
                  <a:pt x="204" y="42"/>
                </a:cubicBezTo>
                <a:cubicBezTo>
                  <a:pt x="204" y="41"/>
                  <a:pt x="203" y="40"/>
                  <a:pt x="202" y="40"/>
                </a:cubicBezTo>
                <a:cubicBezTo>
                  <a:pt x="183" y="37"/>
                  <a:pt x="166" y="36"/>
                  <a:pt x="148" y="36"/>
                </a:cubicBezTo>
                <a:cubicBezTo>
                  <a:pt x="151" y="28"/>
                  <a:pt x="154" y="21"/>
                  <a:pt x="158" y="13"/>
                </a:cubicBezTo>
                <a:cubicBezTo>
                  <a:pt x="158" y="12"/>
                  <a:pt x="158" y="11"/>
                  <a:pt x="158" y="10"/>
                </a:cubicBezTo>
                <a:cubicBezTo>
                  <a:pt x="158" y="9"/>
                  <a:pt x="157" y="8"/>
                  <a:pt x="156" y="8"/>
                </a:cubicBezTo>
                <a:cubicBezTo>
                  <a:pt x="144" y="4"/>
                  <a:pt x="132" y="1"/>
                  <a:pt x="120" y="0"/>
                </a:cubicBezTo>
                <a:cubicBezTo>
                  <a:pt x="118" y="0"/>
                  <a:pt x="117" y="1"/>
                  <a:pt x="116" y="2"/>
                </a:cubicBezTo>
                <a:cubicBezTo>
                  <a:pt x="113" y="14"/>
                  <a:pt x="108" y="25"/>
                  <a:pt x="103" y="36"/>
                </a:cubicBezTo>
                <a:cubicBezTo>
                  <a:pt x="84" y="36"/>
                  <a:pt x="66" y="35"/>
                  <a:pt x="51" y="26"/>
                </a:cubicBezTo>
                <a:cubicBezTo>
                  <a:pt x="50" y="26"/>
                  <a:pt x="49" y="25"/>
                  <a:pt x="48" y="26"/>
                </a:cubicBezTo>
                <a:cubicBezTo>
                  <a:pt x="47" y="26"/>
                  <a:pt x="46" y="27"/>
                  <a:pt x="46" y="28"/>
                </a:cubicBezTo>
                <a:cubicBezTo>
                  <a:pt x="38" y="73"/>
                  <a:pt x="31" y="139"/>
                  <a:pt x="1" y="183"/>
                </a:cubicBezTo>
                <a:cubicBezTo>
                  <a:pt x="0" y="184"/>
                  <a:pt x="0" y="185"/>
                  <a:pt x="0" y="186"/>
                </a:cubicBezTo>
                <a:cubicBezTo>
                  <a:pt x="1" y="187"/>
                  <a:pt x="2" y="188"/>
                  <a:pt x="4" y="188"/>
                </a:cubicBezTo>
                <a:cubicBezTo>
                  <a:pt x="8" y="188"/>
                  <a:pt x="12" y="187"/>
                  <a:pt x="16" y="187"/>
                </a:cubicBezTo>
                <a:cubicBezTo>
                  <a:pt x="24" y="187"/>
                  <a:pt x="32" y="188"/>
                  <a:pt x="41" y="189"/>
                </a:cubicBezTo>
                <a:cubicBezTo>
                  <a:pt x="39" y="201"/>
                  <a:pt x="39" y="211"/>
                  <a:pt x="38" y="222"/>
                </a:cubicBezTo>
                <a:cubicBezTo>
                  <a:pt x="38" y="223"/>
                  <a:pt x="38" y="224"/>
                  <a:pt x="39" y="225"/>
                </a:cubicBezTo>
                <a:cubicBezTo>
                  <a:pt x="40" y="225"/>
                  <a:pt x="41" y="226"/>
                  <a:pt x="42" y="226"/>
                </a:cubicBezTo>
                <a:cubicBezTo>
                  <a:pt x="70" y="225"/>
                  <a:pt x="103" y="224"/>
                  <a:pt x="135" y="224"/>
                </a:cubicBezTo>
                <a:cubicBezTo>
                  <a:pt x="161" y="224"/>
                  <a:pt x="187" y="225"/>
                  <a:pt x="211" y="226"/>
                </a:cubicBezTo>
                <a:cubicBezTo>
                  <a:pt x="212" y="226"/>
                  <a:pt x="213" y="226"/>
                  <a:pt x="213" y="225"/>
                </a:cubicBezTo>
                <a:cubicBezTo>
                  <a:pt x="214" y="225"/>
                  <a:pt x="214" y="224"/>
                  <a:pt x="214" y="223"/>
                </a:cubicBezTo>
                <a:cubicBezTo>
                  <a:pt x="214" y="216"/>
                  <a:pt x="214" y="209"/>
                  <a:pt x="214" y="202"/>
                </a:cubicBezTo>
                <a:cubicBezTo>
                  <a:pt x="214" y="156"/>
                  <a:pt x="215" y="111"/>
                  <a:pt x="218" y="65"/>
                </a:cubicBezTo>
                <a:cubicBezTo>
                  <a:pt x="218" y="64"/>
                  <a:pt x="218" y="63"/>
                  <a:pt x="217" y="62"/>
                </a:cubicBezTo>
                <a:close/>
                <a:moveTo>
                  <a:pt x="122" y="7"/>
                </a:moveTo>
                <a:cubicBezTo>
                  <a:pt x="131" y="8"/>
                  <a:pt x="141" y="10"/>
                  <a:pt x="150" y="13"/>
                </a:cubicBezTo>
                <a:cubicBezTo>
                  <a:pt x="143" y="29"/>
                  <a:pt x="136" y="45"/>
                  <a:pt x="129" y="61"/>
                </a:cubicBezTo>
                <a:cubicBezTo>
                  <a:pt x="129" y="62"/>
                  <a:pt x="128" y="63"/>
                  <a:pt x="128" y="63"/>
                </a:cubicBezTo>
                <a:cubicBezTo>
                  <a:pt x="127" y="64"/>
                  <a:pt x="127" y="64"/>
                  <a:pt x="127" y="64"/>
                </a:cubicBezTo>
                <a:cubicBezTo>
                  <a:pt x="126" y="65"/>
                  <a:pt x="126" y="65"/>
                  <a:pt x="126" y="65"/>
                </a:cubicBezTo>
                <a:cubicBezTo>
                  <a:pt x="125" y="65"/>
                  <a:pt x="124" y="65"/>
                  <a:pt x="123" y="64"/>
                </a:cubicBezTo>
                <a:cubicBezTo>
                  <a:pt x="115" y="63"/>
                  <a:pt x="106" y="61"/>
                  <a:pt x="97" y="60"/>
                </a:cubicBezTo>
                <a:cubicBezTo>
                  <a:pt x="108" y="44"/>
                  <a:pt x="116" y="26"/>
                  <a:pt x="122" y="7"/>
                </a:cubicBezTo>
                <a:close/>
                <a:moveTo>
                  <a:pt x="10" y="181"/>
                </a:moveTo>
                <a:cubicBezTo>
                  <a:pt x="38" y="137"/>
                  <a:pt x="44" y="77"/>
                  <a:pt x="52" y="34"/>
                </a:cubicBezTo>
                <a:cubicBezTo>
                  <a:pt x="66" y="41"/>
                  <a:pt x="83" y="43"/>
                  <a:pt x="100" y="43"/>
                </a:cubicBezTo>
                <a:cubicBezTo>
                  <a:pt x="96" y="49"/>
                  <a:pt x="93" y="55"/>
                  <a:pt x="89" y="61"/>
                </a:cubicBezTo>
                <a:cubicBezTo>
                  <a:pt x="88" y="62"/>
                  <a:pt x="88" y="63"/>
                  <a:pt x="89" y="64"/>
                </a:cubicBezTo>
                <a:cubicBezTo>
                  <a:pt x="89" y="65"/>
                  <a:pt x="90" y="66"/>
                  <a:pt x="91" y="66"/>
                </a:cubicBezTo>
                <a:cubicBezTo>
                  <a:pt x="101" y="68"/>
                  <a:pt x="112" y="69"/>
                  <a:pt x="122" y="71"/>
                </a:cubicBezTo>
                <a:cubicBezTo>
                  <a:pt x="123" y="71"/>
                  <a:pt x="124" y="71"/>
                  <a:pt x="126" y="71"/>
                </a:cubicBezTo>
                <a:cubicBezTo>
                  <a:pt x="127" y="71"/>
                  <a:pt x="128" y="71"/>
                  <a:pt x="130" y="70"/>
                </a:cubicBezTo>
                <a:cubicBezTo>
                  <a:pt x="128" y="67"/>
                  <a:pt x="128" y="67"/>
                  <a:pt x="128" y="67"/>
                </a:cubicBezTo>
                <a:cubicBezTo>
                  <a:pt x="130" y="70"/>
                  <a:pt x="130" y="70"/>
                  <a:pt x="130" y="70"/>
                </a:cubicBezTo>
                <a:cubicBezTo>
                  <a:pt x="131" y="70"/>
                  <a:pt x="133" y="68"/>
                  <a:pt x="133" y="67"/>
                </a:cubicBezTo>
                <a:cubicBezTo>
                  <a:pt x="134" y="66"/>
                  <a:pt x="135" y="65"/>
                  <a:pt x="135" y="64"/>
                </a:cubicBezTo>
                <a:cubicBezTo>
                  <a:pt x="138" y="57"/>
                  <a:pt x="141" y="50"/>
                  <a:pt x="145" y="43"/>
                </a:cubicBezTo>
                <a:cubicBezTo>
                  <a:pt x="162" y="43"/>
                  <a:pt x="179" y="43"/>
                  <a:pt x="197" y="46"/>
                </a:cubicBezTo>
                <a:cubicBezTo>
                  <a:pt x="193" y="67"/>
                  <a:pt x="191" y="92"/>
                  <a:pt x="186" y="117"/>
                </a:cubicBezTo>
                <a:cubicBezTo>
                  <a:pt x="182" y="143"/>
                  <a:pt x="175" y="170"/>
                  <a:pt x="161" y="191"/>
                </a:cubicBezTo>
                <a:cubicBezTo>
                  <a:pt x="160" y="193"/>
                  <a:pt x="160" y="195"/>
                  <a:pt x="159" y="196"/>
                </a:cubicBezTo>
                <a:cubicBezTo>
                  <a:pt x="159" y="197"/>
                  <a:pt x="158" y="198"/>
                  <a:pt x="158" y="198"/>
                </a:cubicBezTo>
                <a:cubicBezTo>
                  <a:pt x="158" y="198"/>
                  <a:pt x="158" y="198"/>
                  <a:pt x="158" y="198"/>
                </a:cubicBezTo>
                <a:cubicBezTo>
                  <a:pt x="157" y="198"/>
                  <a:pt x="157" y="199"/>
                  <a:pt x="156" y="199"/>
                </a:cubicBezTo>
                <a:cubicBezTo>
                  <a:pt x="156" y="199"/>
                  <a:pt x="155" y="198"/>
                  <a:pt x="154" y="198"/>
                </a:cubicBezTo>
                <a:cubicBezTo>
                  <a:pt x="123" y="194"/>
                  <a:pt x="92" y="189"/>
                  <a:pt x="61" y="185"/>
                </a:cubicBezTo>
                <a:cubicBezTo>
                  <a:pt x="47" y="183"/>
                  <a:pt x="31" y="181"/>
                  <a:pt x="16" y="181"/>
                </a:cubicBezTo>
                <a:cubicBezTo>
                  <a:pt x="14" y="181"/>
                  <a:pt x="12" y="181"/>
                  <a:pt x="10" y="181"/>
                </a:cubicBezTo>
                <a:close/>
                <a:moveTo>
                  <a:pt x="45" y="219"/>
                </a:moveTo>
                <a:cubicBezTo>
                  <a:pt x="46" y="209"/>
                  <a:pt x="46" y="200"/>
                  <a:pt x="47" y="190"/>
                </a:cubicBezTo>
                <a:cubicBezTo>
                  <a:pt x="52" y="190"/>
                  <a:pt x="56" y="191"/>
                  <a:pt x="60" y="192"/>
                </a:cubicBezTo>
                <a:cubicBezTo>
                  <a:pt x="91" y="196"/>
                  <a:pt x="122" y="201"/>
                  <a:pt x="153" y="205"/>
                </a:cubicBezTo>
                <a:cubicBezTo>
                  <a:pt x="154" y="205"/>
                  <a:pt x="155" y="205"/>
                  <a:pt x="156" y="205"/>
                </a:cubicBezTo>
                <a:cubicBezTo>
                  <a:pt x="158" y="205"/>
                  <a:pt x="159" y="205"/>
                  <a:pt x="160" y="205"/>
                </a:cubicBezTo>
                <a:cubicBezTo>
                  <a:pt x="162" y="204"/>
                  <a:pt x="163" y="203"/>
                  <a:pt x="164" y="202"/>
                </a:cubicBezTo>
                <a:cubicBezTo>
                  <a:pt x="165" y="201"/>
                  <a:pt x="165" y="199"/>
                  <a:pt x="166" y="198"/>
                </a:cubicBezTo>
                <a:cubicBezTo>
                  <a:pt x="166" y="196"/>
                  <a:pt x="167" y="195"/>
                  <a:pt x="167" y="195"/>
                </a:cubicBezTo>
                <a:cubicBezTo>
                  <a:pt x="182" y="172"/>
                  <a:pt x="189" y="145"/>
                  <a:pt x="193" y="118"/>
                </a:cubicBezTo>
                <a:cubicBezTo>
                  <a:pt x="196" y="100"/>
                  <a:pt x="198" y="83"/>
                  <a:pt x="200" y="68"/>
                </a:cubicBezTo>
                <a:cubicBezTo>
                  <a:pt x="204" y="68"/>
                  <a:pt x="207" y="68"/>
                  <a:pt x="211" y="68"/>
                </a:cubicBezTo>
                <a:cubicBezTo>
                  <a:pt x="208" y="113"/>
                  <a:pt x="208" y="157"/>
                  <a:pt x="208" y="202"/>
                </a:cubicBezTo>
                <a:cubicBezTo>
                  <a:pt x="208" y="208"/>
                  <a:pt x="208" y="214"/>
                  <a:pt x="208" y="219"/>
                </a:cubicBezTo>
                <a:cubicBezTo>
                  <a:pt x="185" y="218"/>
                  <a:pt x="160" y="218"/>
                  <a:pt x="135" y="218"/>
                </a:cubicBezTo>
                <a:cubicBezTo>
                  <a:pt x="104" y="218"/>
                  <a:pt x="73" y="218"/>
                  <a:pt x="45" y="219"/>
                </a:cubicBezTo>
                <a:close/>
              </a:path>
            </a:pathLst>
          </a:custGeom>
          <a:solidFill>
            <a:schemeClr val="tx1"/>
          </a:solidFill>
          <a:ln>
            <a:solidFill>
              <a:schemeClr val="tx1"/>
            </a:solidFill>
          </a:ln>
        </p:spPr>
        <p:txBody>
          <a:bodyPr vert="horz" wrap="square" lIns="121920" tIns="60960" rIns="121920" bIns="60960" numCol="1" anchor="t" anchorCtr="0" compatLnSpc="1"/>
          <a:lstStyle/>
          <a:p>
            <a:pPr defTabSz="1219200"/>
            <a:endParaRPr lang="zh-CN" altLang="en-US" sz="2135">
              <a:latin typeface="Senty小丸子" panose="03000600000000000000" pitchFamily="66" charset="-122"/>
              <a:ea typeface="Senty小丸子" panose="03000600000000000000" pitchFamily="66" charset="-122"/>
            </a:endParaRPr>
          </a:p>
        </p:txBody>
      </p:sp>
      <p:sp>
        <p:nvSpPr>
          <p:cNvPr id="455" name="Freeform 5"/>
          <p:cNvSpPr>
            <a:spLocks noEditPoints="1"/>
          </p:cNvSpPr>
          <p:nvPr/>
        </p:nvSpPr>
        <p:spPr bwMode="auto">
          <a:xfrm rot="169628">
            <a:off x="6641460" y="2201112"/>
            <a:ext cx="1390623" cy="1440045"/>
          </a:xfrm>
          <a:custGeom>
            <a:avLst/>
            <a:gdLst>
              <a:gd name="T0" fmla="*/ 215 w 218"/>
              <a:gd name="T1" fmla="*/ 61 h 226"/>
              <a:gd name="T2" fmla="*/ 205 w 218"/>
              <a:gd name="T3" fmla="*/ 44 h 226"/>
              <a:gd name="T4" fmla="*/ 202 w 218"/>
              <a:gd name="T5" fmla="*/ 40 h 226"/>
              <a:gd name="T6" fmla="*/ 158 w 218"/>
              <a:gd name="T7" fmla="*/ 13 h 226"/>
              <a:gd name="T8" fmla="*/ 156 w 218"/>
              <a:gd name="T9" fmla="*/ 8 h 226"/>
              <a:gd name="T10" fmla="*/ 116 w 218"/>
              <a:gd name="T11" fmla="*/ 2 h 226"/>
              <a:gd name="T12" fmla="*/ 51 w 218"/>
              <a:gd name="T13" fmla="*/ 26 h 226"/>
              <a:gd name="T14" fmla="*/ 46 w 218"/>
              <a:gd name="T15" fmla="*/ 28 h 226"/>
              <a:gd name="T16" fmla="*/ 0 w 218"/>
              <a:gd name="T17" fmla="*/ 186 h 226"/>
              <a:gd name="T18" fmla="*/ 16 w 218"/>
              <a:gd name="T19" fmla="*/ 187 h 226"/>
              <a:gd name="T20" fmla="*/ 38 w 218"/>
              <a:gd name="T21" fmla="*/ 222 h 226"/>
              <a:gd name="T22" fmla="*/ 42 w 218"/>
              <a:gd name="T23" fmla="*/ 226 h 226"/>
              <a:gd name="T24" fmla="*/ 211 w 218"/>
              <a:gd name="T25" fmla="*/ 226 h 226"/>
              <a:gd name="T26" fmla="*/ 214 w 218"/>
              <a:gd name="T27" fmla="*/ 223 h 226"/>
              <a:gd name="T28" fmla="*/ 218 w 218"/>
              <a:gd name="T29" fmla="*/ 65 h 226"/>
              <a:gd name="T30" fmla="*/ 122 w 218"/>
              <a:gd name="T31" fmla="*/ 7 h 226"/>
              <a:gd name="T32" fmla="*/ 129 w 218"/>
              <a:gd name="T33" fmla="*/ 61 h 226"/>
              <a:gd name="T34" fmla="*/ 127 w 218"/>
              <a:gd name="T35" fmla="*/ 64 h 226"/>
              <a:gd name="T36" fmla="*/ 123 w 218"/>
              <a:gd name="T37" fmla="*/ 64 h 226"/>
              <a:gd name="T38" fmla="*/ 122 w 218"/>
              <a:gd name="T39" fmla="*/ 7 h 226"/>
              <a:gd name="T40" fmla="*/ 52 w 218"/>
              <a:gd name="T41" fmla="*/ 34 h 226"/>
              <a:gd name="T42" fmla="*/ 89 w 218"/>
              <a:gd name="T43" fmla="*/ 61 h 226"/>
              <a:gd name="T44" fmla="*/ 91 w 218"/>
              <a:gd name="T45" fmla="*/ 66 h 226"/>
              <a:gd name="T46" fmla="*/ 126 w 218"/>
              <a:gd name="T47" fmla="*/ 71 h 226"/>
              <a:gd name="T48" fmla="*/ 128 w 218"/>
              <a:gd name="T49" fmla="*/ 67 h 226"/>
              <a:gd name="T50" fmla="*/ 133 w 218"/>
              <a:gd name="T51" fmla="*/ 67 h 226"/>
              <a:gd name="T52" fmla="*/ 145 w 218"/>
              <a:gd name="T53" fmla="*/ 43 h 226"/>
              <a:gd name="T54" fmla="*/ 186 w 218"/>
              <a:gd name="T55" fmla="*/ 117 h 226"/>
              <a:gd name="T56" fmla="*/ 159 w 218"/>
              <a:gd name="T57" fmla="*/ 196 h 226"/>
              <a:gd name="T58" fmla="*/ 158 w 218"/>
              <a:gd name="T59" fmla="*/ 198 h 226"/>
              <a:gd name="T60" fmla="*/ 154 w 218"/>
              <a:gd name="T61" fmla="*/ 198 h 226"/>
              <a:gd name="T62" fmla="*/ 16 w 218"/>
              <a:gd name="T63" fmla="*/ 181 h 226"/>
              <a:gd name="T64" fmla="*/ 45 w 218"/>
              <a:gd name="T65" fmla="*/ 219 h 226"/>
              <a:gd name="T66" fmla="*/ 60 w 218"/>
              <a:gd name="T67" fmla="*/ 192 h 226"/>
              <a:gd name="T68" fmla="*/ 156 w 218"/>
              <a:gd name="T69" fmla="*/ 205 h 226"/>
              <a:gd name="T70" fmla="*/ 164 w 218"/>
              <a:gd name="T71" fmla="*/ 202 h 226"/>
              <a:gd name="T72" fmla="*/ 167 w 218"/>
              <a:gd name="T73" fmla="*/ 195 h 226"/>
              <a:gd name="T74" fmla="*/ 200 w 218"/>
              <a:gd name="T75" fmla="*/ 68 h 226"/>
              <a:gd name="T76" fmla="*/ 208 w 218"/>
              <a:gd name="T77" fmla="*/ 202 h 226"/>
              <a:gd name="T78" fmla="*/ 135 w 218"/>
              <a:gd name="T79" fmla="*/ 218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8" h="226">
                <a:moveTo>
                  <a:pt x="217" y="62"/>
                </a:moveTo>
                <a:cubicBezTo>
                  <a:pt x="216" y="61"/>
                  <a:pt x="215" y="61"/>
                  <a:pt x="215" y="61"/>
                </a:cubicBezTo>
                <a:cubicBezTo>
                  <a:pt x="210" y="61"/>
                  <a:pt x="206" y="61"/>
                  <a:pt x="201" y="61"/>
                </a:cubicBezTo>
                <a:cubicBezTo>
                  <a:pt x="202" y="55"/>
                  <a:pt x="203" y="49"/>
                  <a:pt x="205" y="44"/>
                </a:cubicBezTo>
                <a:cubicBezTo>
                  <a:pt x="205" y="43"/>
                  <a:pt x="205" y="42"/>
                  <a:pt x="204" y="42"/>
                </a:cubicBezTo>
                <a:cubicBezTo>
                  <a:pt x="204" y="41"/>
                  <a:pt x="203" y="40"/>
                  <a:pt x="202" y="40"/>
                </a:cubicBezTo>
                <a:cubicBezTo>
                  <a:pt x="183" y="37"/>
                  <a:pt x="166" y="36"/>
                  <a:pt x="148" y="36"/>
                </a:cubicBezTo>
                <a:cubicBezTo>
                  <a:pt x="151" y="28"/>
                  <a:pt x="154" y="21"/>
                  <a:pt x="158" y="13"/>
                </a:cubicBezTo>
                <a:cubicBezTo>
                  <a:pt x="158" y="12"/>
                  <a:pt x="158" y="11"/>
                  <a:pt x="158" y="10"/>
                </a:cubicBezTo>
                <a:cubicBezTo>
                  <a:pt x="158" y="9"/>
                  <a:pt x="157" y="8"/>
                  <a:pt x="156" y="8"/>
                </a:cubicBezTo>
                <a:cubicBezTo>
                  <a:pt x="144" y="4"/>
                  <a:pt x="132" y="1"/>
                  <a:pt x="120" y="0"/>
                </a:cubicBezTo>
                <a:cubicBezTo>
                  <a:pt x="118" y="0"/>
                  <a:pt x="117" y="1"/>
                  <a:pt x="116" y="2"/>
                </a:cubicBezTo>
                <a:cubicBezTo>
                  <a:pt x="113" y="14"/>
                  <a:pt x="108" y="25"/>
                  <a:pt x="103" y="36"/>
                </a:cubicBezTo>
                <a:cubicBezTo>
                  <a:pt x="84" y="36"/>
                  <a:pt x="66" y="35"/>
                  <a:pt x="51" y="26"/>
                </a:cubicBezTo>
                <a:cubicBezTo>
                  <a:pt x="50" y="26"/>
                  <a:pt x="49" y="25"/>
                  <a:pt x="48" y="26"/>
                </a:cubicBezTo>
                <a:cubicBezTo>
                  <a:pt x="47" y="26"/>
                  <a:pt x="46" y="27"/>
                  <a:pt x="46" y="28"/>
                </a:cubicBezTo>
                <a:cubicBezTo>
                  <a:pt x="38" y="73"/>
                  <a:pt x="31" y="139"/>
                  <a:pt x="1" y="183"/>
                </a:cubicBezTo>
                <a:cubicBezTo>
                  <a:pt x="0" y="184"/>
                  <a:pt x="0" y="185"/>
                  <a:pt x="0" y="186"/>
                </a:cubicBezTo>
                <a:cubicBezTo>
                  <a:pt x="1" y="187"/>
                  <a:pt x="2" y="188"/>
                  <a:pt x="4" y="188"/>
                </a:cubicBezTo>
                <a:cubicBezTo>
                  <a:pt x="8" y="188"/>
                  <a:pt x="12" y="187"/>
                  <a:pt x="16" y="187"/>
                </a:cubicBezTo>
                <a:cubicBezTo>
                  <a:pt x="24" y="187"/>
                  <a:pt x="32" y="188"/>
                  <a:pt x="41" y="189"/>
                </a:cubicBezTo>
                <a:cubicBezTo>
                  <a:pt x="39" y="201"/>
                  <a:pt x="39" y="211"/>
                  <a:pt x="38" y="222"/>
                </a:cubicBezTo>
                <a:cubicBezTo>
                  <a:pt x="38" y="223"/>
                  <a:pt x="38" y="224"/>
                  <a:pt x="39" y="225"/>
                </a:cubicBezTo>
                <a:cubicBezTo>
                  <a:pt x="40" y="225"/>
                  <a:pt x="41" y="226"/>
                  <a:pt x="42" y="226"/>
                </a:cubicBezTo>
                <a:cubicBezTo>
                  <a:pt x="70" y="225"/>
                  <a:pt x="103" y="224"/>
                  <a:pt x="135" y="224"/>
                </a:cubicBezTo>
                <a:cubicBezTo>
                  <a:pt x="161" y="224"/>
                  <a:pt x="187" y="225"/>
                  <a:pt x="211" y="226"/>
                </a:cubicBezTo>
                <a:cubicBezTo>
                  <a:pt x="212" y="226"/>
                  <a:pt x="213" y="226"/>
                  <a:pt x="213" y="225"/>
                </a:cubicBezTo>
                <a:cubicBezTo>
                  <a:pt x="214" y="225"/>
                  <a:pt x="214" y="224"/>
                  <a:pt x="214" y="223"/>
                </a:cubicBezTo>
                <a:cubicBezTo>
                  <a:pt x="214" y="216"/>
                  <a:pt x="214" y="209"/>
                  <a:pt x="214" y="202"/>
                </a:cubicBezTo>
                <a:cubicBezTo>
                  <a:pt x="214" y="156"/>
                  <a:pt x="215" y="111"/>
                  <a:pt x="218" y="65"/>
                </a:cubicBezTo>
                <a:cubicBezTo>
                  <a:pt x="218" y="64"/>
                  <a:pt x="218" y="63"/>
                  <a:pt x="217" y="62"/>
                </a:cubicBezTo>
                <a:close/>
                <a:moveTo>
                  <a:pt x="122" y="7"/>
                </a:moveTo>
                <a:cubicBezTo>
                  <a:pt x="131" y="8"/>
                  <a:pt x="141" y="10"/>
                  <a:pt x="150" y="13"/>
                </a:cubicBezTo>
                <a:cubicBezTo>
                  <a:pt x="143" y="29"/>
                  <a:pt x="136" y="45"/>
                  <a:pt x="129" y="61"/>
                </a:cubicBezTo>
                <a:cubicBezTo>
                  <a:pt x="129" y="62"/>
                  <a:pt x="128" y="63"/>
                  <a:pt x="128" y="63"/>
                </a:cubicBezTo>
                <a:cubicBezTo>
                  <a:pt x="127" y="64"/>
                  <a:pt x="127" y="64"/>
                  <a:pt x="127" y="64"/>
                </a:cubicBezTo>
                <a:cubicBezTo>
                  <a:pt x="126" y="65"/>
                  <a:pt x="126" y="65"/>
                  <a:pt x="126" y="65"/>
                </a:cubicBezTo>
                <a:cubicBezTo>
                  <a:pt x="125" y="65"/>
                  <a:pt x="124" y="65"/>
                  <a:pt x="123" y="64"/>
                </a:cubicBezTo>
                <a:cubicBezTo>
                  <a:pt x="115" y="63"/>
                  <a:pt x="106" y="61"/>
                  <a:pt x="97" y="60"/>
                </a:cubicBezTo>
                <a:cubicBezTo>
                  <a:pt x="108" y="44"/>
                  <a:pt x="116" y="26"/>
                  <a:pt x="122" y="7"/>
                </a:cubicBezTo>
                <a:close/>
                <a:moveTo>
                  <a:pt x="10" y="181"/>
                </a:moveTo>
                <a:cubicBezTo>
                  <a:pt x="38" y="137"/>
                  <a:pt x="44" y="77"/>
                  <a:pt x="52" y="34"/>
                </a:cubicBezTo>
                <a:cubicBezTo>
                  <a:pt x="66" y="41"/>
                  <a:pt x="83" y="43"/>
                  <a:pt x="100" y="43"/>
                </a:cubicBezTo>
                <a:cubicBezTo>
                  <a:pt x="96" y="49"/>
                  <a:pt x="93" y="55"/>
                  <a:pt x="89" y="61"/>
                </a:cubicBezTo>
                <a:cubicBezTo>
                  <a:pt x="88" y="62"/>
                  <a:pt x="88" y="63"/>
                  <a:pt x="89" y="64"/>
                </a:cubicBezTo>
                <a:cubicBezTo>
                  <a:pt x="89" y="65"/>
                  <a:pt x="90" y="66"/>
                  <a:pt x="91" y="66"/>
                </a:cubicBezTo>
                <a:cubicBezTo>
                  <a:pt x="101" y="68"/>
                  <a:pt x="112" y="69"/>
                  <a:pt x="122" y="71"/>
                </a:cubicBezTo>
                <a:cubicBezTo>
                  <a:pt x="123" y="71"/>
                  <a:pt x="124" y="71"/>
                  <a:pt x="126" y="71"/>
                </a:cubicBezTo>
                <a:cubicBezTo>
                  <a:pt x="127" y="71"/>
                  <a:pt x="128" y="71"/>
                  <a:pt x="130" y="70"/>
                </a:cubicBezTo>
                <a:cubicBezTo>
                  <a:pt x="128" y="67"/>
                  <a:pt x="128" y="67"/>
                  <a:pt x="128" y="67"/>
                </a:cubicBezTo>
                <a:cubicBezTo>
                  <a:pt x="130" y="70"/>
                  <a:pt x="130" y="70"/>
                  <a:pt x="130" y="70"/>
                </a:cubicBezTo>
                <a:cubicBezTo>
                  <a:pt x="131" y="70"/>
                  <a:pt x="133" y="68"/>
                  <a:pt x="133" y="67"/>
                </a:cubicBezTo>
                <a:cubicBezTo>
                  <a:pt x="134" y="66"/>
                  <a:pt x="135" y="65"/>
                  <a:pt x="135" y="64"/>
                </a:cubicBezTo>
                <a:cubicBezTo>
                  <a:pt x="138" y="57"/>
                  <a:pt x="141" y="50"/>
                  <a:pt x="145" y="43"/>
                </a:cubicBezTo>
                <a:cubicBezTo>
                  <a:pt x="162" y="43"/>
                  <a:pt x="179" y="43"/>
                  <a:pt x="197" y="46"/>
                </a:cubicBezTo>
                <a:cubicBezTo>
                  <a:pt x="193" y="67"/>
                  <a:pt x="191" y="92"/>
                  <a:pt x="186" y="117"/>
                </a:cubicBezTo>
                <a:cubicBezTo>
                  <a:pt x="182" y="143"/>
                  <a:pt x="175" y="170"/>
                  <a:pt x="161" y="191"/>
                </a:cubicBezTo>
                <a:cubicBezTo>
                  <a:pt x="160" y="193"/>
                  <a:pt x="160" y="195"/>
                  <a:pt x="159" y="196"/>
                </a:cubicBezTo>
                <a:cubicBezTo>
                  <a:pt x="159" y="197"/>
                  <a:pt x="158" y="198"/>
                  <a:pt x="158" y="198"/>
                </a:cubicBezTo>
                <a:cubicBezTo>
                  <a:pt x="158" y="198"/>
                  <a:pt x="158" y="198"/>
                  <a:pt x="158" y="198"/>
                </a:cubicBezTo>
                <a:cubicBezTo>
                  <a:pt x="157" y="198"/>
                  <a:pt x="157" y="199"/>
                  <a:pt x="156" y="199"/>
                </a:cubicBezTo>
                <a:cubicBezTo>
                  <a:pt x="156" y="199"/>
                  <a:pt x="155" y="198"/>
                  <a:pt x="154" y="198"/>
                </a:cubicBezTo>
                <a:cubicBezTo>
                  <a:pt x="123" y="194"/>
                  <a:pt x="92" y="189"/>
                  <a:pt x="61" y="185"/>
                </a:cubicBezTo>
                <a:cubicBezTo>
                  <a:pt x="47" y="183"/>
                  <a:pt x="31" y="181"/>
                  <a:pt x="16" y="181"/>
                </a:cubicBezTo>
                <a:cubicBezTo>
                  <a:pt x="14" y="181"/>
                  <a:pt x="12" y="181"/>
                  <a:pt x="10" y="181"/>
                </a:cubicBezTo>
                <a:close/>
                <a:moveTo>
                  <a:pt x="45" y="219"/>
                </a:moveTo>
                <a:cubicBezTo>
                  <a:pt x="46" y="209"/>
                  <a:pt x="46" y="200"/>
                  <a:pt x="47" y="190"/>
                </a:cubicBezTo>
                <a:cubicBezTo>
                  <a:pt x="52" y="190"/>
                  <a:pt x="56" y="191"/>
                  <a:pt x="60" y="192"/>
                </a:cubicBezTo>
                <a:cubicBezTo>
                  <a:pt x="91" y="196"/>
                  <a:pt x="122" y="201"/>
                  <a:pt x="153" y="205"/>
                </a:cubicBezTo>
                <a:cubicBezTo>
                  <a:pt x="154" y="205"/>
                  <a:pt x="155" y="205"/>
                  <a:pt x="156" y="205"/>
                </a:cubicBezTo>
                <a:cubicBezTo>
                  <a:pt x="158" y="205"/>
                  <a:pt x="159" y="205"/>
                  <a:pt x="160" y="205"/>
                </a:cubicBezTo>
                <a:cubicBezTo>
                  <a:pt x="162" y="204"/>
                  <a:pt x="163" y="203"/>
                  <a:pt x="164" y="202"/>
                </a:cubicBezTo>
                <a:cubicBezTo>
                  <a:pt x="165" y="201"/>
                  <a:pt x="165" y="199"/>
                  <a:pt x="166" y="198"/>
                </a:cubicBezTo>
                <a:cubicBezTo>
                  <a:pt x="166" y="196"/>
                  <a:pt x="167" y="195"/>
                  <a:pt x="167" y="195"/>
                </a:cubicBezTo>
                <a:cubicBezTo>
                  <a:pt x="182" y="172"/>
                  <a:pt x="189" y="145"/>
                  <a:pt x="193" y="118"/>
                </a:cubicBezTo>
                <a:cubicBezTo>
                  <a:pt x="196" y="100"/>
                  <a:pt x="198" y="83"/>
                  <a:pt x="200" y="68"/>
                </a:cubicBezTo>
                <a:cubicBezTo>
                  <a:pt x="204" y="68"/>
                  <a:pt x="207" y="68"/>
                  <a:pt x="211" y="68"/>
                </a:cubicBezTo>
                <a:cubicBezTo>
                  <a:pt x="208" y="113"/>
                  <a:pt x="208" y="157"/>
                  <a:pt x="208" y="202"/>
                </a:cubicBezTo>
                <a:cubicBezTo>
                  <a:pt x="208" y="208"/>
                  <a:pt x="208" y="214"/>
                  <a:pt x="208" y="219"/>
                </a:cubicBezTo>
                <a:cubicBezTo>
                  <a:pt x="185" y="218"/>
                  <a:pt x="160" y="218"/>
                  <a:pt x="135" y="218"/>
                </a:cubicBezTo>
                <a:cubicBezTo>
                  <a:pt x="104" y="218"/>
                  <a:pt x="73" y="218"/>
                  <a:pt x="45" y="219"/>
                </a:cubicBezTo>
                <a:close/>
              </a:path>
            </a:pathLst>
          </a:custGeom>
          <a:solidFill>
            <a:schemeClr val="tx1"/>
          </a:solidFill>
          <a:ln>
            <a:solidFill>
              <a:schemeClr val="tx1"/>
            </a:solidFill>
          </a:ln>
        </p:spPr>
        <p:txBody>
          <a:bodyPr vert="horz" wrap="square" lIns="121920" tIns="60960" rIns="121920" bIns="60960" numCol="1" anchor="t" anchorCtr="0" compatLnSpc="1"/>
          <a:lstStyle/>
          <a:p>
            <a:pPr defTabSz="1219200"/>
            <a:endParaRPr lang="zh-CN" altLang="en-US" sz="2135">
              <a:latin typeface="Senty小丸子" panose="03000600000000000000" pitchFamily="66" charset="-122"/>
              <a:ea typeface="Senty小丸子" panose="03000600000000000000" pitchFamily="66" charset="-122"/>
            </a:endParaRPr>
          </a:p>
        </p:txBody>
      </p:sp>
      <p:sp>
        <p:nvSpPr>
          <p:cNvPr id="456" name="Freeform 5"/>
          <p:cNvSpPr>
            <a:spLocks noEditPoints="1"/>
          </p:cNvSpPr>
          <p:nvPr/>
        </p:nvSpPr>
        <p:spPr bwMode="auto">
          <a:xfrm rot="169628">
            <a:off x="9408096" y="1761001"/>
            <a:ext cx="1390623" cy="1440045"/>
          </a:xfrm>
          <a:custGeom>
            <a:avLst/>
            <a:gdLst>
              <a:gd name="T0" fmla="*/ 215 w 218"/>
              <a:gd name="T1" fmla="*/ 61 h 226"/>
              <a:gd name="T2" fmla="*/ 205 w 218"/>
              <a:gd name="T3" fmla="*/ 44 h 226"/>
              <a:gd name="T4" fmla="*/ 202 w 218"/>
              <a:gd name="T5" fmla="*/ 40 h 226"/>
              <a:gd name="T6" fmla="*/ 158 w 218"/>
              <a:gd name="T7" fmla="*/ 13 h 226"/>
              <a:gd name="T8" fmla="*/ 156 w 218"/>
              <a:gd name="T9" fmla="*/ 8 h 226"/>
              <a:gd name="T10" fmla="*/ 116 w 218"/>
              <a:gd name="T11" fmla="*/ 2 h 226"/>
              <a:gd name="T12" fmla="*/ 51 w 218"/>
              <a:gd name="T13" fmla="*/ 26 h 226"/>
              <a:gd name="T14" fmla="*/ 46 w 218"/>
              <a:gd name="T15" fmla="*/ 28 h 226"/>
              <a:gd name="T16" fmla="*/ 0 w 218"/>
              <a:gd name="T17" fmla="*/ 186 h 226"/>
              <a:gd name="T18" fmla="*/ 16 w 218"/>
              <a:gd name="T19" fmla="*/ 187 h 226"/>
              <a:gd name="T20" fmla="*/ 38 w 218"/>
              <a:gd name="T21" fmla="*/ 222 h 226"/>
              <a:gd name="T22" fmla="*/ 42 w 218"/>
              <a:gd name="T23" fmla="*/ 226 h 226"/>
              <a:gd name="T24" fmla="*/ 211 w 218"/>
              <a:gd name="T25" fmla="*/ 226 h 226"/>
              <a:gd name="T26" fmla="*/ 214 w 218"/>
              <a:gd name="T27" fmla="*/ 223 h 226"/>
              <a:gd name="T28" fmla="*/ 218 w 218"/>
              <a:gd name="T29" fmla="*/ 65 h 226"/>
              <a:gd name="T30" fmla="*/ 122 w 218"/>
              <a:gd name="T31" fmla="*/ 7 h 226"/>
              <a:gd name="T32" fmla="*/ 129 w 218"/>
              <a:gd name="T33" fmla="*/ 61 h 226"/>
              <a:gd name="T34" fmla="*/ 127 w 218"/>
              <a:gd name="T35" fmla="*/ 64 h 226"/>
              <a:gd name="T36" fmla="*/ 123 w 218"/>
              <a:gd name="T37" fmla="*/ 64 h 226"/>
              <a:gd name="T38" fmla="*/ 122 w 218"/>
              <a:gd name="T39" fmla="*/ 7 h 226"/>
              <a:gd name="T40" fmla="*/ 52 w 218"/>
              <a:gd name="T41" fmla="*/ 34 h 226"/>
              <a:gd name="T42" fmla="*/ 89 w 218"/>
              <a:gd name="T43" fmla="*/ 61 h 226"/>
              <a:gd name="T44" fmla="*/ 91 w 218"/>
              <a:gd name="T45" fmla="*/ 66 h 226"/>
              <a:gd name="T46" fmla="*/ 126 w 218"/>
              <a:gd name="T47" fmla="*/ 71 h 226"/>
              <a:gd name="T48" fmla="*/ 128 w 218"/>
              <a:gd name="T49" fmla="*/ 67 h 226"/>
              <a:gd name="T50" fmla="*/ 133 w 218"/>
              <a:gd name="T51" fmla="*/ 67 h 226"/>
              <a:gd name="T52" fmla="*/ 145 w 218"/>
              <a:gd name="T53" fmla="*/ 43 h 226"/>
              <a:gd name="T54" fmla="*/ 186 w 218"/>
              <a:gd name="T55" fmla="*/ 117 h 226"/>
              <a:gd name="T56" fmla="*/ 159 w 218"/>
              <a:gd name="T57" fmla="*/ 196 h 226"/>
              <a:gd name="T58" fmla="*/ 158 w 218"/>
              <a:gd name="T59" fmla="*/ 198 h 226"/>
              <a:gd name="T60" fmla="*/ 154 w 218"/>
              <a:gd name="T61" fmla="*/ 198 h 226"/>
              <a:gd name="T62" fmla="*/ 16 w 218"/>
              <a:gd name="T63" fmla="*/ 181 h 226"/>
              <a:gd name="T64" fmla="*/ 45 w 218"/>
              <a:gd name="T65" fmla="*/ 219 h 226"/>
              <a:gd name="T66" fmla="*/ 60 w 218"/>
              <a:gd name="T67" fmla="*/ 192 h 226"/>
              <a:gd name="T68" fmla="*/ 156 w 218"/>
              <a:gd name="T69" fmla="*/ 205 h 226"/>
              <a:gd name="T70" fmla="*/ 164 w 218"/>
              <a:gd name="T71" fmla="*/ 202 h 226"/>
              <a:gd name="T72" fmla="*/ 167 w 218"/>
              <a:gd name="T73" fmla="*/ 195 h 226"/>
              <a:gd name="T74" fmla="*/ 200 w 218"/>
              <a:gd name="T75" fmla="*/ 68 h 226"/>
              <a:gd name="T76" fmla="*/ 208 w 218"/>
              <a:gd name="T77" fmla="*/ 202 h 226"/>
              <a:gd name="T78" fmla="*/ 135 w 218"/>
              <a:gd name="T79" fmla="*/ 218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8" h="226">
                <a:moveTo>
                  <a:pt x="217" y="62"/>
                </a:moveTo>
                <a:cubicBezTo>
                  <a:pt x="216" y="61"/>
                  <a:pt x="215" y="61"/>
                  <a:pt x="215" y="61"/>
                </a:cubicBezTo>
                <a:cubicBezTo>
                  <a:pt x="210" y="61"/>
                  <a:pt x="206" y="61"/>
                  <a:pt x="201" y="61"/>
                </a:cubicBezTo>
                <a:cubicBezTo>
                  <a:pt x="202" y="55"/>
                  <a:pt x="203" y="49"/>
                  <a:pt x="205" y="44"/>
                </a:cubicBezTo>
                <a:cubicBezTo>
                  <a:pt x="205" y="43"/>
                  <a:pt x="205" y="42"/>
                  <a:pt x="204" y="42"/>
                </a:cubicBezTo>
                <a:cubicBezTo>
                  <a:pt x="204" y="41"/>
                  <a:pt x="203" y="40"/>
                  <a:pt x="202" y="40"/>
                </a:cubicBezTo>
                <a:cubicBezTo>
                  <a:pt x="183" y="37"/>
                  <a:pt x="166" y="36"/>
                  <a:pt x="148" y="36"/>
                </a:cubicBezTo>
                <a:cubicBezTo>
                  <a:pt x="151" y="28"/>
                  <a:pt x="154" y="21"/>
                  <a:pt x="158" y="13"/>
                </a:cubicBezTo>
                <a:cubicBezTo>
                  <a:pt x="158" y="12"/>
                  <a:pt x="158" y="11"/>
                  <a:pt x="158" y="10"/>
                </a:cubicBezTo>
                <a:cubicBezTo>
                  <a:pt x="158" y="9"/>
                  <a:pt x="157" y="8"/>
                  <a:pt x="156" y="8"/>
                </a:cubicBezTo>
                <a:cubicBezTo>
                  <a:pt x="144" y="4"/>
                  <a:pt x="132" y="1"/>
                  <a:pt x="120" y="0"/>
                </a:cubicBezTo>
                <a:cubicBezTo>
                  <a:pt x="118" y="0"/>
                  <a:pt x="117" y="1"/>
                  <a:pt x="116" y="2"/>
                </a:cubicBezTo>
                <a:cubicBezTo>
                  <a:pt x="113" y="14"/>
                  <a:pt x="108" y="25"/>
                  <a:pt x="103" y="36"/>
                </a:cubicBezTo>
                <a:cubicBezTo>
                  <a:pt x="84" y="36"/>
                  <a:pt x="66" y="35"/>
                  <a:pt x="51" y="26"/>
                </a:cubicBezTo>
                <a:cubicBezTo>
                  <a:pt x="50" y="26"/>
                  <a:pt x="49" y="25"/>
                  <a:pt x="48" y="26"/>
                </a:cubicBezTo>
                <a:cubicBezTo>
                  <a:pt x="47" y="26"/>
                  <a:pt x="46" y="27"/>
                  <a:pt x="46" y="28"/>
                </a:cubicBezTo>
                <a:cubicBezTo>
                  <a:pt x="38" y="73"/>
                  <a:pt x="31" y="139"/>
                  <a:pt x="1" y="183"/>
                </a:cubicBezTo>
                <a:cubicBezTo>
                  <a:pt x="0" y="184"/>
                  <a:pt x="0" y="185"/>
                  <a:pt x="0" y="186"/>
                </a:cubicBezTo>
                <a:cubicBezTo>
                  <a:pt x="1" y="187"/>
                  <a:pt x="2" y="188"/>
                  <a:pt x="4" y="188"/>
                </a:cubicBezTo>
                <a:cubicBezTo>
                  <a:pt x="8" y="188"/>
                  <a:pt x="12" y="187"/>
                  <a:pt x="16" y="187"/>
                </a:cubicBezTo>
                <a:cubicBezTo>
                  <a:pt x="24" y="187"/>
                  <a:pt x="32" y="188"/>
                  <a:pt x="41" y="189"/>
                </a:cubicBezTo>
                <a:cubicBezTo>
                  <a:pt x="39" y="201"/>
                  <a:pt x="39" y="211"/>
                  <a:pt x="38" y="222"/>
                </a:cubicBezTo>
                <a:cubicBezTo>
                  <a:pt x="38" y="223"/>
                  <a:pt x="38" y="224"/>
                  <a:pt x="39" y="225"/>
                </a:cubicBezTo>
                <a:cubicBezTo>
                  <a:pt x="40" y="225"/>
                  <a:pt x="41" y="226"/>
                  <a:pt x="42" y="226"/>
                </a:cubicBezTo>
                <a:cubicBezTo>
                  <a:pt x="70" y="225"/>
                  <a:pt x="103" y="224"/>
                  <a:pt x="135" y="224"/>
                </a:cubicBezTo>
                <a:cubicBezTo>
                  <a:pt x="161" y="224"/>
                  <a:pt x="187" y="225"/>
                  <a:pt x="211" y="226"/>
                </a:cubicBezTo>
                <a:cubicBezTo>
                  <a:pt x="212" y="226"/>
                  <a:pt x="213" y="226"/>
                  <a:pt x="213" y="225"/>
                </a:cubicBezTo>
                <a:cubicBezTo>
                  <a:pt x="214" y="225"/>
                  <a:pt x="214" y="224"/>
                  <a:pt x="214" y="223"/>
                </a:cubicBezTo>
                <a:cubicBezTo>
                  <a:pt x="214" y="216"/>
                  <a:pt x="214" y="209"/>
                  <a:pt x="214" y="202"/>
                </a:cubicBezTo>
                <a:cubicBezTo>
                  <a:pt x="214" y="156"/>
                  <a:pt x="215" y="111"/>
                  <a:pt x="218" y="65"/>
                </a:cubicBezTo>
                <a:cubicBezTo>
                  <a:pt x="218" y="64"/>
                  <a:pt x="218" y="63"/>
                  <a:pt x="217" y="62"/>
                </a:cubicBezTo>
                <a:close/>
                <a:moveTo>
                  <a:pt x="122" y="7"/>
                </a:moveTo>
                <a:cubicBezTo>
                  <a:pt x="131" y="8"/>
                  <a:pt x="141" y="10"/>
                  <a:pt x="150" y="13"/>
                </a:cubicBezTo>
                <a:cubicBezTo>
                  <a:pt x="143" y="29"/>
                  <a:pt x="136" y="45"/>
                  <a:pt x="129" y="61"/>
                </a:cubicBezTo>
                <a:cubicBezTo>
                  <a:pt x="129" y="62"/>
                  <a:pt x="128" y="63"/>
                  <a:pt x="128" y="63"/>
                </a:cubicBezTo>
                <a:cubicBezTo>
                  <a:pt x="127" y="64"/>
                  <a:pt x="127" y="64"/>
                  <a:pt x="127" y="64"/>
                </a:cubicBezTo>
                <a:cubicBezTo>
                  <a:pt x="126" y="65"/>
                  <a:pt x="126" y="65"/>
                  <a:pt x="126" y="65"/>
                </a:cubicBezTo>
                <a:cubicBezTo>
                  <a:pt x="125" y="65"/>
                  <a:pt x="124" y="65"/>
                  <a:pt x="123" y="64"/>
                </a:cubicBezTo>
                <a:cubicBezTo>
                  <a:pt x="115" y="63"/>
                  <a:pt x="106" y="61"/>
                  <a:pt x="97" y="60"/>
                </a:cubicBezTo>
                <a:cubicBezTo>
                  <a:pt x="108" y="44"/>
                  <a:pt x="116" y="26"/>
                  <a:pt x="122" y="7"/>
                </a:cubicBezTo>
                <a:close/>
                <a:moveTo>
                  <a:pt x="10" y="181"/>
                </a:moveTo>
                <a:cubicBezTo>
                  <a:pt x="38" y="137"/>
                  <a:pt x="44" y="77"/>
                  <a:pt x="52" y="34"/>
                </a:cubicBezTo>
                <a:cubicBezTo>
                  <a:pt x="66" y="41"/>
                  <a:pt x="83" y="43"/>
                  <a:pt x="100" y="43"/>
                </a:cubicBezTo>
                <a:cubicBezTo>
                  <a:pt x="96" y="49"/>
                  <a:pt x="93" y="55"/>
                  <a:pt x="89" y="61"/>
                </a:cubicBezTo>
                <a:cubicBezTo>
                  <a:pt x="88" y="62"/>
                  <a:pt x="88" y="63"/>
                  <a:pt x="89" y="64"/>
                </a:cubicBezTo>
                <a:cubicBezTo>
                  <a:pt x="89" y="65"/>
                  <a:pt x="90" y="66"/>
                  <a:pt x="91" y="66"/>
                </a:cubicBezTo>
                <a:cubicBezTo>
                  <a:pt x="101" y="68"/>
                  <a:pt x="112" y="69"/>
                  <a:pt x="122" y="71"/>
                </a:cubicBezTo>
                <a:cubicBezTo>
                  <a:pt x="123" y="71"/>
                  <a:pt x="124" y="71"/>
                  <a:pt x="126" y="71"/>
                </a:cubicBezTo>
                <a:cubicBezTo>
                  <a:pt x="127" y="71"/>
                  <a:pt x="128" y="71"/>
                  <a:pt x="130" y="70"/>
                </a:cubicBezTo>
                <a:cubicBezTo>
                  <a:pt x="128" y="67"/>
                  <a:pt x="128" y="67"/>
                  <a:pt x="128" y="67"/>
                </a:cubicBezTo>
                <a:cubicBezTo>
                  <a:pt x="130" y="70"/>
                  <a:pt x="130" y="70"/>
                  <a:pt x="130" y="70"/>
                </a:cubicBezTo>
                <a:cubicBezTo>
                  <a:pt x="131" y="70"/>
                  <a:pt x="133" y="68"/>
                  <a:pt x="133" y="67"/>
                </a:cubicBezTo>
                <a:cubicBezTo>
                  <a:pt x="134" y="66"/>
                  <a:pt x="135" y="65"/>
                  <a:pt x="135" y="64"/>
                </a:cubicBezTo>
                <a:cubicBezTo>
                  <a:pt x="138" y="57"/>
                  <a:pt x="141" y="50"/>
                  <a:pt x="145" y="43"/>
                </a:cubicBezTo>
                <a:cubicBezTo>
                  <a:pt x="162" y="43"/>
                  <a:pt x="179" y="43"/>
                  <a:pt x="197" y="46"/>
                </a:cubicBezTo>
                <a:cubicBezTo>
                  <a:pt x="193" y="67"/>
                  <a:pt x="191" y="92"/>
                  <a:pt x="186" y="117"/>
                </a:cubicBezTo>
                <a:cubicBezTo>
                  <a:pt x="182" y="143"/>
                  <a:pt x="175" y="170"/>
                  <a:pt x="161" y="191"/>
                </a:cubicBezTo>
                <a:cubicBezTo>
                  <a:pt x="160" y="193"/>
                  <a:pt x="160" y="195"/>
                  <a:pt x="159" y="196"/>
                </a:cubicBezTo>
                <a:cubicBezTo>
                  <a:pt x="159" y="197"/>
                  <a:pt x="158" y="198"/>
                  <a:pt x="158" y="198"/>
                </a:cubicBezTo>
                <a:cubicBezTo>
                  <a:pt x="158" y="198"/>
                  <a:pt x="158" y="198"/>
                  <a:pt x="158" y="198"/>
                </a:cubicBezTo>
                <a:cubicBezTo>
                  <a:pt x="157" y="198"/>
                  <a:pt x="157" y="199"/>
                  <a:pt x="156" y="199"/>
                </a:cubicBezTo>
                <a:cubicBezTo>
                  <a:pt x="156" y="199"/>
                  <a:pt x="155" y="198"/>
                  <a:pt x="154" y="198"/>
                </a:cubicBezTo>
                <a:cubicBezTo>
                  <a:pt x="123" y="194"/>
                  <a:pt x="92" y="189"/>
                  <a:pt x="61" y="185"/>
                </a:cubicBezTo>
                <a:cubicBezTo>
                  <a:pt x="47" y="183"/>
                  <a:pt x="31" y="181"/>
                  <a:pt x="16" y="181"/>
                </a:cubicBezTo>
                <a:cubicBezTo>
                  <a:pt x="14" y="181"/>
                  <a:pt x="12" y="181"/>
                  <a:pt x="10" y="181"/>
                </a:cubicBezTo>
                <a:close/>
                <a:moveTo>
                  <a:pt x="45" y="219"/>
                </a:moveTo>
                <a:cubicBezTo>
                  <a:pt x="46" y="209"/>
                  <a:pt x="46" y="200"/>
                  <a:pt x="47" y="190"/>
                </a:cubicBezTo>
                <a:cubicBezTo>
                  <a:pt x="52" y="190"/>
                  <a:pt x="56" y="191"/>
                  <a:pt x="60" y="192"/>
                </a:cubicBezTo>
                <a:cubicBezTo>
                  <a:pt x="91" y="196"/>
                  <a:pt x="122" y="201"/>
                  <a:pt x="153" y="205"/>
                </a:cubicBezTo>
                <a:cubicBezTo>
                  <a:pt x="154" y="205"/>
                  <a:pt x="155" y="205"/>
                  <a:pt x="156" y="205"/>
                </a:cubicBezTo>
                <a:cubicBezTo>
                  <a:pt x="158" y="205"/>
                  <a:pt x="159" y="205"/>
                  <a:pt x="160" y="205"/>
                </a:cubicBezTo>
                <a:cubicBezTo>
                  <a:pt x="162" y="204"/>
                  <a:pt x="163" y="203"/>
                  <a:pt x="164" y="202"/>
                </a:cubicBezTo>
                <a:cubicBezTo>
                  <a:pt x="165" y="201"/>
                  <a:pt x="165" y="199"/>
                  <a:pt x="166" y="198"/>
                </a:cubicBezTo>
                <a:cubicBezTo>
                  <a:pt x="166" y="196"/>
                  <a:pt x="167" y="195"/>
                  <a:pt x="167" y="195"/>
                </a:cubicBezTo>
                <a:cubicBezTo>
                  <a:pt x="182" y="172"/>
                  <a:pt x="189" y="145"/>
                  <a:pt x="193" y="118"/>
                </a:cubicBezTo>
                <a:cubicBezTo>
                  <a:pt x="196" y="100"/>
                  <a:pt x="198" y="83"/>
                  <a:pt x="200" y="68"/>
                </a:cubicBezTo>
                <a:cubicBezTo>
                  <a:pt x="204" y="68"/>
                  <a:pt x="207" y="68"/>
                  <a:pt x="211" y="68"/>
                </a:cubicBezTo>
                <a:cubicBezTo>
                  <a:pt x="208" y="113"/>
                  <a:pt x="208" y="157"/>
                  <a:pt x="208" y="202"/>
                </a:cubicBezTo>
                <a:cubicBezTo>
                  <a:pt x="208" y="208"/>
                  <a:pt x="208" y="214"/>
                  <a:pt x="208" y="219"/>
                </a:cubicBezTo>
                <a:cubicBezTo>
                  <a:pt x="185" y="218"/>
                  <a:pt x="160" y="218"/>
                  <a:pt x="135" y="218"/>
                </a:cubicBezTo>
                <a:cubicBezTo>
                  <a:pt x="104" y="218"/>
                  <a:pt x="73" y="218"/>
                  <a:pt x="45" y="219"/>
                </a:cubicBezTo>
                <a:close/>
              </a:path>
            </a:pathLst>
          </a:custGeom>
          <a:solidFill>
            <a:schemeClr val="tx1"/>
          </a:solidFill>
          <a:ln>
            <a:solidFill>
              <a:schemeClr val="tx1"/>
            </a:solidFill>
          </a:ln>
        </p:spPr>
        <p:txBody>
          <a:bodyPr vert="horz" wrap="square" lIns="121920" tIns="60960" rIns="121920" bIns="60960" numCol="1" anchor="t" anchorCtr="0" compatLnSpc="1"/>
          <a:lstStyle/>
          <a:p>
            <a:pPr defTabSz="1219200"/>
            <a:endParaRPr lang="zh-CN" altLang="en-US" sz="2135">
              <a:latin typeface="Senty小丸子" panose="03000600000000000000" pitchFamily="66" charset="-122"/>
              <a:ea typeface="Senty小丸子" panose="03000600000000000000" pitchFamily="66" charset="-122"/>
            </a:endParaRPr>
          </a:p>
        </p:txBody>
      </p:sp>
      <p:sp>
        <p:nvSpPr>
          <p:cNvPr id="457" name="任意多边形 456"/>
          <p:cNvSpPr/>
          <p:nvPr/>
        </p:nvSpPr>
        <p:spPr>
          <a:xfrm>
            <a:off x="2054432" y="1766093"/>
            <a:ext cx="8320369" cy="968177"/>
          </a:xfrm>
          <a:custGeom>
            <a:avLst/>
            <a:gdLst>
              <a:gd name="connsiteX0" fmla="*/ 0 w 7750629"/>
              <a:gd name="connsiteY0" fmla="*/ 174172 h 901881"/>
              <a:gd name="connsiteX1" fmla="*/ 2627086 w 7750629"/>
              <a:gd name="connsiteY1" fmla="*/ 899886 h 901881"/>
              <a:gd name="connsiteX2" fmla="*/ 5341257 w 7750629"/>
              <a:gd name="connsiteY2" fmla="*/ 377372 h 901881"/>
              <a:gd name="connsiteX3" fmla="*/ 7750629 w 7750629"/>
              <a:gd name="connsiteY3" fmla="*/ 0 h 901881"/>
            </a:gdLst>
            <a:ahLst/>
            <a:cxnLst>
              <a:cxn ang="0">
                <a:pos x="connsiteX0" y="connsiteY0"/>
              </a:cxn>
              <a:cxn ang="0">
                <a:pos x="connsiteX1" y="connsiteY1"/>
              </a:cxn>
              <a:cxn ang="0">
                <a:pos x="connsiteX2" y="connsiteY2"/>
              </a:cxn>
              <a:cxn ang="0">
                <a:pos x="connsiteX3" y="connsiteY3"/>
              </a:cxn>
            </a:cxnLst>
            <a:rect l="l" t="t" r="r" b="b"/>
            <a:pathLst>
              <a:path w="7750629" h="901881">
                <a:moveTo>
                  <a:pt x="0" y="174172"/>
                </a:moveTo>
                <a:cubicBezTo>
                  <a:pt x="868438" y="520095"/>
                  <a:pt x="1736877" y="866019"/>
                  <a:pt x="2627086" y="899886"/>
                </a:cubicBezTo>
                <a:cubicBezTo>
                  <a:pt x="3517295" y="933753"/>
                  <a:pt x="4487333" y="527353"/>
                  <a:pt x="5341257" y="377372"/>
                </a:cubicBezTo>
                <a:cubicBezTo>
                  <a:pt x="6195181" y="227391"/>
                  <a:pt x="7049105" y="152400"/>
                  <a:pt x="7750629"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200"/>
            <a:endParaRPr lang="zh-CN" altLang="en-US" sz="2135">
              <a:solidFill>
                <a:schemeClr val="tx1"/>
              </a:solidFill>
              <a:latin typeface="Senty小丸子" panose="03000600000000000000" pitchFamily="66" charset="-122"/>
              <a:ea typeface="Senty小丸子" panose="03000600000000000000" pitchFamily="66" charset="-122"/>
            </a:endParaRPr>
          </a:p>
        </p:txBody>
      </p:sp>
      <p:sp>
        <p:nvSpPr>
          <p:cNvPr id="458" name="文本框 457"/>
          <p:cNvSpPr txBox="1"/>
          <p:nvPr/>
        </p:nvSpPr>
        <p:spPr>
          <a:xfrm>
            <a:off x="1323744" y="2420389"/>
            <a:ext cx="891591" cy="502766"/>
          </a:xfrm>
          <a:prstGeom prst="rect">
            <a:avLst/>
          </a:prstGeom>
          <a:noFill/>
        </p:spPr>
        <p:txBody>
          <a:bodyPr wrap="none" rtlCol="0">
            <a:spAutoFit/>
          </a:bodyPr>
          <a:lstStyle/>
          <a:p>
            <a:pPr defTabSz="1219200"/>
            <a:r>
              <a:rPr lang="zh-CN" altLang="en-US" sz="2665" spc="-400" dirty="0">
                <a:latin typeface="Senty小丸子" panose="03000600000000000000" pitchFamily="66" charset="-122"/>
                <a:ea typeface="Senty小丸子" panose="03000600000000000000" pitchFamily="66" charset="-122"/>
              </a:rPr>
              <a:t>标题</a:t>
            </a:r>
            <a:endParaRPr lang="zh-CN" altLang="en-US" sz="2665" spc="-400" dirty="0">
              <a:latin typeface="Senty小丸子" panose="03000600000000000000" pitchFamily="66" charset="-122"/>
              <a:ea typeface="Senty小丸子" panose="03000600000000000000" pitchFamily="66" charset="-122"/>
            </a:endParaRPr>
          </a:p>
        </p:txBody>
      </p:sp>
      <p:sp>
        <p:nvSpPr>
          <p:cNvPr id="459" name="文本框 458"/>
          <p:cNvSpPr txBox="1"/>
          <p:nvPr/>
        </p:nvSpPr>
        <p:spPr>
          <a:xfrm>
            <a:off x="4131257" y="3234466"/>
            <a:ext cx="891591" cy="502766"/>
          </a:xfrm>
          <a:prstGeom prst="rect">
            <a:avLst/>
          </a:prstGeom>
          <a:noFill/>
        </p:spPr>
        <p:txBody>
          <a:bodyPr wrap="none" rtlCol="0">
            <a:spAutoFit/>
          </a:bodyPr>
          <a:lstStyle/>
          <a:p>
            <a:pPr defTabSz="1219200"/>
            <a:r>
              <a:rPr lang="zh-CN" altLang="en-US" sz="2665" spc="-400" dirty="0">
                <a:latin typeface="Senty小丸子" panose="03000600000000000000" pitchFamily="66" charset="-122"/>
                <a:ea typeface="Senty小丸子" panose="03000600000000000000" pitchFamily="66" charset="-122"/>
              </a:rPr>
              <a:t>标题</a:t>
            </a:r>
            <a:endParaRPr lang="zh-CN" altLang="en-US" sz="2665" spc="-400" dirty="0">
              <a:latin typeface="Senty小丸子" panose="03000600000000000000" pitchFamily="66" charset="-122"/>
              <a:ea typeface="Senty小丸子" panose="03000600000000000000" pitchFamily="66" charset="-122"/>
            </a:endParaRPr>
          </a:p>
        </p:txBody>
      </p:sp>
      <p:sp>
        <p:nvSpPr>
          <p:cNvPr id="460" name="文本框 459"/>
          <p:cNvSpPr txBox="1"/>
          <p:nvPr/>
        </p:nvSpPr>
        <p:spPr>
          <a:xfrm>
            <a:off x="6836696" y="2713277"/>
            <a:ext cx="891591" cy="502766"/>
          </a:xfrm>
          <a:prstGeom prst="rect">
            <a:avLst/>
          </a:prstGeom>
          <a:noFill/>
        </p:spPr>
        <p:txBody>
          <a:bodyPr wrap="none" rtlCol="0">
            <a:spAutoFit/>
          </a:bodyPr>
          <a:lstStyle/>
          <a:p>
            <a:pPr defTabSz="1219200"/>
            <a:r>
              <a:rPr lang="zh-CN" altLang="en-US" sz="2665" spc="-400" dirty="0">
                <a:latin typeface="Senty小丸子" panose="03000600000000000000" pitchFamily="66" charset="-122"/>
                <a:ea typeface="Senty小丸子" panose="03000600000000000000" pitchFamily="66" charset="-122"/>
              </a:rPr>
              <a:t>标题</a:t>
            </a:r>
            <a:endParaRPr lang="zh-CN" altLang="en-US" sz="2665" spc="-400" dirty="0">
              <a:latin typeface="Senty小丸子" panose="03000600000000000000" pitchFamily="66" charset="-122"/>
              <a:ea typeface="Senty小丸子" panose="03000600000000000000" pitchFamily="66" charset="-122"/>
            </a:endParaRPr>
          </a:p>
        </p:txBody>
      </p:sp>
      <p:sp>
        <p:nvSpPr>
          <p:cNvPr id="461" name="文本框 460"/>
          <p:cNvSpPr txBox="1"/>
          <p:nvPr/>
        </p:nvSpPr>
        <p:spPr>
          <a:xfrm>
            <a:off x="9551475" y="2263447"/>
            <a:ext cx="891591" cy="502766"/>
          </a:xfrm>
          <a:prstGeom prst="rect">
            <a:avLst/>
          </a:prstGeom>
          <a:noFill/>
        </p:spPr>
        <p:txBody>
          <a:bodyPr wrap="none" rtlCol="0">
            <a:spAutoFit/>
          </a:bodyPr>
          <a:lstStyle/>
          <a:p>
            <a:pPr defTabSz="1219200"/>
            <a:r>
              <a:rPr lang="zh-CN" altLang="en-US" sz="2665" spc="-400" dirty="0">
                <a:latin typeface="Senty小丸子" panose="03000600000000000000" pitchFamily="66" charset="-122"/>
                <a:ea typeface="Senty小丸子" panose="03000600000000000000" pitchFamily="66" charset="-122"/>
              </a:rPr>
              <a:t>标题</a:t>
            </a:r>
            <a:endParaRPr lang="zh-CN" altLang="en-US" sz="2665" spc="-400" dirty="0">
              <a:latin typeface="Senty小丸子" panose="03000600000000000000" pitchFamily="66" charset="-122"/>
              <a:ea typeface="Senty小丸子" panose="03000600000000000000" pitchFamily="66" charset="-122"/>
            </a:endParaRPr>
          </a:p>
        </p:txBody>
      </p:sp>
      <p:sp>
        <p:nvSpPr>
          <p:cNvPr id="462" name="文本框 461"/>
          <p:cNvSpPr txBox="1"/>
          <p:nvPr/>
        </p:nvSpPr>
        <p:spPr>
          <a:xfrm>
            <a:off x="718098" y="3862228"/>
            <a:ext cx="2262887" cy="1241622"/>
          </a:xfrm>
          <a:prstGeom prst="rect">
            <a:avLst/>
          </a:prstGeom>
          <a:noFill/>
        </p:spPr>
        <p:txBody>
          <a:bodyPr wrap="square" rtlCol="0">
            <a:spAutoFit/>
          </a:bodyPr>
          <a:lstStyle/>
          <a:p>
            <a:pPr algn="ctr" defTabSz="1219200"/>
            <a:r>
              <a:rPr lang="zh-CN" altLang="en-US" sz="1865" dirty="0">
                <a:latin typeface="Senty小丸子" panose="03000600000000000000" pitchFamily="66" charset="-122"/>
                <a:ea typeface="Senty小丸子" panose="03000600000000000000" pitchFamily="66" charset="-122"/>
              </a:rPr>
              <a:t>请在这里输入文字请在这里输入文字请在这里输入文字请在这里输入文字</a:t>
            </a:r>
            <a:endParaRPr lang="zh-CN" altLang="en-US" sz="1865" dirty="0">
              <a:latin typeface="Senty小丸子" panose="03000600000000000000" pitchFamily="66" charset="-122"/>
              <a:ea typeface="Senty小丸子" panose="03000600000000000000" pitchFamily="66" charset="-122"/>
            </a:endParaRPr>
          </a:p>
        </p:txBody>
      </p:sp>
      <p:sp>
        <p:nvSpPr>
          <p:cNvPr id="463" name="文本框 462"/>
          <p:cNvSpPr txBox="1"/>
          <p:nvPr/>
        </p:nvSpPr>
        <p:spPr>
          <a:xfrm>
            <a:off x="3499887" y="4489958"/>
            <a:ext cx="2262887" cy="1241622"/>
          </a:xfrm>
          <a:prstGeom prst="rect">
            <a:avLst/>
          </a:prstGeom>
          <a:noFill/>
        </p:spPr>
        <p:txBody>
          <a:bodyPr wrap="square" rtlCol="0">
            <a:spAutoFit/>
          </a:bodyPr>
          <a:lstStyle/>
          <a:p>
            <a:pPr algn="ctr" defTabSz="1219200"/>
            <a:r>
              <a:rPr lang="zh-CN" altLang="en-US" sz="1865" dirty="0">
                <a:latin typeface="Senty小丸子" panose="03000600000000000000" pitchFamily="66" charset="-122"/>
                <a:ea typeface="Senty小丸子" panose="03000600000000000000" pitchFamily="66" charset="-122"/>
              </a:rPr>
              <a:t>请在这里输入文字请在这里输入文字请在这里输入文字请在这里输入文字</a:t>
            </a:r>
            <a:endParaRPr lang="zh-CN" altLang="en-US" sz="1865" dirty="0">
              <a:latin typeface="Senty小丸子" panose="03000600000000000000" pitchFamily="66" charset="-122"/>
              <a:ea typeface="Senty小丸子" panose="03000600000000000000" pitchFamily="66" charset="-122"/>
            </a:endParaRPr>
          </a:p>
        </p:txBody>
      </p:sp>
      <p:sp>
        <p:nvSpPr>
          <p:cNvPr id="464" name="文本框 463"/>
          <p:cNvSpPr txBox="1"/>
          <p:nvPr/>
        </p:nvSpPr>
        <p:spPr>
          <a:xfrm>
            <a:off x="6301022" y="3932861"/>
            <a:ext cx="2262887" cy="1241622"/>
          </a:xfrm>
          <a:prstGeom prst="rect">
            <a:avLst/>
          </a:prstGeom>
          <a:noFill/>
        </p:spPr>
        <p:txBody>
          <a:bodyPr wrap="square" rtlCol="0">
            <a:spAutoFit/>
          </a:bodyPr>
          <a:lstStyle/>
          <a:p>
            <a:pPr algn="ctr" defTabSz="1219200"/>
            <a:r>
              <a:rPr lang="zh-CN" altLang="en-US" sz="1865" dirty="0">
                <a:latin typeface="Senty小丸子" panose="03000600000000000000" pitchFamily="66" charset="-122"/>
                <a:ea typeface="Senty小丸子" panose="03000600000000000000" pitchFamily="66" charset="-122"/>
              </a:rPr>
              <a:t>请在这里输入文字请在这里输入文字请在这里输入文字请在这里输入文字</a:t>
            </a:r>
            <a:endParaRPr lang="zh-CN" altLang="en-US" sz="1865" dirty="0">
              <a:latin typeface="Senty小丸子" panose="03000600000000000000" pitchFamily="66" charset="-122"/>
              <a:ea typeface="Senty小丸子" panose="03000600000000000000" pitchFamily="66" charset="-122"/>
            </a:endParaRPr>
          </a:p>
        </p:txBody>
      </p:sp>
      <p:sp>
        <p:nvSpPr>
          <p:cNvPr id="465" name="文本框 464"/>
          <p:cNvSpPr txBox="1"/>
          <p:nvPr/>
        </p:nvSpPr>
        <p:spPr>
          <a:xfrm>
            <a:off x="9061068" y="3614870"/>
            <a:ext cx="2262887" cy="1241622"/>
          </a:xfrm>
          <a:prstGeom prst="rect">
            <a:avLst/>
          </a:prstGeom>
          <a:noFill/>
        </p:spPr>
        <p:txBody>
          <a:bodyPr wrap="square" rtlCol="0">
            <a:spAutoFit/>
          </a:bodyPr>
          <a:lstStyle/>
          <a:p>
            <a:pPr algn="ctr" defTabSz="1219200"/>
            <a:r>
              <a:rPr lang="zh-CN" altLang="en-US" sz="1865" dirty="0">
                <a:latin typeface="Senty小丸子" panose="03000600000000000000" pitchFamily="66" charset="-122"/>
                <a:ea typeface="Senty小丸子" panose="03000600000000000000" pitchFamily="66" charset="-122"/>
              </a:rPr>
              <a:t>请在这里输入文字请在这里输入文字请在这里输入文字请在这里输入文字</a:t>
            </a:r>
            <a:endParaRPr lang="zh-CN" altLang="en-US" sz="1865" dirty="0">
              <a:latin typeface="Senty小丸子" panose="03000600000000000000" pitchFamily="66" charset="-122"/>
              <a:ea typeface="Senty小丸子" panose="03000600000000000000" pitchFamily="66"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mc:AlternateContent xmlns:mc="http://schemas.openxmlformats.org/markup-compatibility/2006">
    <mc:Choice xmlns:p14="http://schemas.microsoft.com/office/powerpoint/2010/main"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 presetClass="entr" presetSubtype="4" accel="56000" fill="hold" nodeType="afterEffect" p14:presetBounceEnd="56000">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14:bounceEnd="56000">
                                          <p:cBhvr additive="base">
                                            <p:cTn id="11" dur="1000" fill="hold"/>
                                            <p:tgtEl>
                                              <p:spTgt spid="3"/>
                                            </p:tgtEl>
                                            <p:attrNameLst>
                                              <p:attrName>ppt_x</p:attrName>
                                            </p:attrNameLst>
                                          </p:cBhvr>
                                          <p:tavLst>
                                            <p:tav tm="0">
                                              <p:val>
                                                <p:strVal val="#ppt_x"/>
                                              </p:val>
                                            </p:tav>
                                            <p:tav tm="100000">
                                              <p:val>
                                                <p:strVal val="#ppt_x"/>
                                              </p:val>
                                            </p:tav>
                                          </p:tavLst>
                                        </p:anim>
                                        <p:anim calcmode="lin" valueType="num" p14:bounceEnd="56000">
                                          <p:cBhvr additive="base">
                                            <p:cTn id="12" dur="10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mc:Choice>
    <mc:Fallback>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 presetClass="entr" presetSubtype="4" accel="5600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000" fill="hold"/>
                                            <p:tgtEl>
                                              <p:spTgt spid="3"/>
                                            </p:tgtEl>
                                            <p:attrNameLst>
                                              <p:attrName>ppt_x</p:attrName>
                                            </p:attrNameLst>
                                          </p:cBhvr>
                                          <p:tavLst>
                                            <p:tav tm="0">
                                              <p:val>
                                                <p:strVal val="#ppt_x"/>
                                              </p:val>
                                            </p:tav>
                                            <p:tav tm="100000">
                                              <p:val>
                                                <p:strVal val="#ppt_x"/>
                                              </p:val>
                                            </p:tav>
                                          </p:tavLst>
                                        </p:anim>
                                        <p:anim calcmode="lin" valueType="num">
                                          <p:cBhvr additive="base">
                                            <p:cTn id="12" dur="10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7019648" y="2099255"/>
            <a:ext cx="3838208" cy="2759151"/>
            <a:chOff x="1352943" y="1828799"/>
            <a:chExt cx="3838208" cy="2759151"/>
          </a:xfrm>
        </p:grpSpPr>
        <p:grpSp>
          <p:nvGrpSpPr>
            <p:cNvPr id="3" name="组合 2"/>
            <p:cNvGrpSpPr/>
            <p:nvPr/>
          </p:nvGrpSpPr>
          <p:grpSpPr>
            <a:xfrm>
              <a:off x="3361196" y="1828799"/>
              <a:ext cx="1829955" cy="2759151"/>
              <a:chOff x="6985001" y="7477126"/>
              <a:chExt cx="306388" cy="461963"/>
            </a:xfrm>
            <a:solidFill>
              <a:schemeClr val="tx1"/>
            </a:solidFill>
          </p:grpSpPr>
          <p:sp>
            <p:nvSpPr>
              <p:cNvPr id="39" name="Freeform 1344"/>
              <p:cNvSpPr>
                <a:spLocks noEditPoints="1"/>
              </p:cNvSpPr>
              <p:nvPr/>
            </p:nvSpPr>
            <p:spPr bwMode="auto">
              <a:xfrm>
                <a:off x="7011989" y="7486651"/>
                <a:ext cx="230188" cy="225425"/>
              </a:xfrm>
              <a:custGeom>
                <a:avLst/>
                <a:gdLst>
                  <a:gd name="T0" fmla="*/ 42 w 132"/>
                  <a:gd name="T1" fmla="*/ 14 h 129"/>
                  <a:gd name="T2" fmla="*/ 118 w 132"/>
                  <a:gd name="T3" fmla="*/ 39 h 129"/>
                  <a:gd name="T4" fmla="*/ 118 w 132"/>
                  <a:gd name="T5" fmla="*/ 39 h 129"/>
                  <a:gd name="T6" fmla="*/ 91 w 132"/>
                  <a:gd name="T7" fmla="*/ 115 h 129"/>
                  <a:gd name="T8" fmla="*/ 91 w 132"/>
                  <a:gd name="T9" fmla="*/ 115 h 129"/>
                  <a:gd name="T10" fmla="*/ 14 w 132"/>
                  <a:gd name="T11" fmla="*/ 90 h 129"/>
                  <a:gd name="T12" fmla="*/ 14 w 132"/>
                  <a:gd name="T13" fmla="*/ 90 h 129"/>
                  <a:gd name="T14" fmla="*/ 42 w 132"/>
                  <a:gd name="T15" fmla="*/ 14 h 129"/>
                  <a:gd name="T16" fmla="*/ 43 w 132"/>
                  <a:gd name="T17" fmla="*/ 16 h 129"/>
                  <a:gd name="T18" fmla="*/ 17 w 132"/>
                  <a:gd name="T19" fmla="*/ 89 h 129"/>
                  <a:gd name="T20" fmla="*/ 17 w 132"/>
                  <a:gd name="T21" fmla="*/ 89 h 129"/>
                  <a:gd name="T22" fmla="*/ 90 w 132"/>
                  <a:gd name="T23" fmla="*/ 112 h 129"/>
                  <a:gd name="T24" fmla="*/ 90 w 132"/>
                  <a:gd name="T25" fmla="*/ 112 h 129"/>
                  <a:gd name="T26" fmla="*/ 116 w 132"/>
                  <a:gd name="T27" fmla="*/ 40 h 129"/>
                  <a:gd name="T28" fmla="*/ 116 w 132"/>
                  <a:gd name="T29" fmla="*/ 40 h 129"/>
                  <a:gd name="T30" fmla="*/ 43 w 132"/>
                  <a:gd name="T31" fmla="*/ 1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29">
                    <a:moveTo>
                      <a:pt x="42" y="14"/>
                    </a:moveTo>
                    <a:cubicBezTo>
                      <a:pt x="70" y="0"/>
                      <a:pt x="105" y="11"/>
                      <a:pt x="118" y="39"/>
                    </a:cubicBezTo>
                    <a:cubicBezTo>
                      <a:pt x="118" y="39"/>
                      <a:pt x="118" y="39"/>
                      <a:pt x="118" y="39"/>
                    </a:cubicBezTo>
                    <a:cubicBezTo>
                      <a:pt x="132" y="67"/>
                      <a:pt x="120" y="101"/>
                      <a:pt x="91" y="115"/>
                    </a:cubicBezTo>
                    <a:cubicBezTo>
                      <a:pt x="91" y="115"/>
                      <a:pt x="91" y="115"/>
                      <a:pt x="91" y="115"/>
                    </a:cubicBezTo>
                    <a:cubicBezTo>
                      <a:pt x="62" y="129"/>
                      <a:pt x="28" y="118"/>
                      <a:pt x="14" y="90"/>
                    </a:cubicBezTo>
                    <a:cubicBezTo>
                      <a:pt x="14" y="90"/>
                      <a:pt x="14" y="90"/>
                      <a:pt x="14" y="90"/>
                    </a:cubicBezTo>
                    <a:cubicBezTo>
                      <a:pt x="0" y="62"/>
                      <a:pt x="13" y="28"/>
                      <a:pt x="42" y="14"/>
                    </a:cubicBezTo>
                    <a:close/>
                    <a:moveTo>
                      <a:pt x="43" y="16"/>
                    </a:moveTo>
                    <a:cubicBezTo>
                      <a:pt x="16" y="30"/>
                      <a:pt x="4" y="62"/>
                      <a:pt x="17" y="89"/>
                    </a:cubicBezTo>
                    <a:cubicBezTo>
                      <a:pt x="17" y="89"/>
                      <a:pt x="17" y="89"/>
                      <a:pt x="17" y="89"/>
                    </a:cubicBezTo>
                    <a:cubicBezTo>
                      <a:pt x="30" y="115"/>
                      <a:pt x="62" y="126"/>
                      <a:pt x="90" y="112"/>
                    </a:cubicBezTo>
                    <a:cubicBezTo>
                      <a:pt x="90" y="112"/>
                      <a:pt x="90" y="112"/>
                      <a:pt x="90" y="112"/>
                    </a:cubicBezTo>
                    <a:cubicBezTo>
                      <a:pt x="117" y="99"/>
                      <a:pt x="129" y="67"/>
                      <a:pt x="116" y="40"/>
                    </a:cubicBezTo>
                    <a:cubicBezTo>
                      <a:pt x="116" y="40"/>
                      <a:pt x="116" y="40"/>
                      <a:pt x="116" y="40"/>
                    </a:cubicBezTo>
                    <a:cubicBezTo>
                      <a:pt x="103" y="14"/>
                      <a:pt x="70" y="3"/>
                      <a:pt x="43"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0" name="Freeform 1345"/>
              <p:cNvSpPr>
                <a:spLocks noEditPoints="1"/>
              </p:cNvSpPr>
              <p:nvPr/>
            </p:nvSpPr>
            <p:spPr bwMode="auto">
              <a:xfrm>
                <a:off x="7023101" y="7497763"/>
                <a:ext cx="207963" cy="203200"/>
              </a:xfrm>
              <a:custGeom>
                <a:avLst/>
                <a:gdLst>
                  <a:gd name="T0" fmla="*/ 5 w 119"/>
                  <a:gd name="T1" fmla="*/ 85 h 117"/>
                  <a:gd name="T2" fmla="*/ 0 w 119"/>
                  <a:gd name="T3" fmla="*/ 60 h 117"/>
                  <a:gd name="T4" fmla="*/ 0 w 119"/>
                  <a:gd name="T5" fmla="*/ 60 h 117"/>
                  <a:gd name="T6" fmla="*/ 34 w 119"/>
                  <a:gd name="T7" fmla="*/ 6 h 117"/>
                  <a:gd name="T8" fmla="*/ 34 w 119"/>
                  <a:gd name="T9" fmla="*/ 6 h 117"/>
                  <a:gd name="T10" fmla="*/ 35 w 119"/>
                  <a:gd name="T11" fmla="*/ 8 h 117"/>
                  <a:gd name="T12" fmla="*/ 34 w 119"/>
                  <a:gd name="T13" fmla="*/ 6 h 117"/>
                  <a:gd name="T14" fmla="*/ 61 w 119"/>
                  <a:gd name="T15" fmla="*/ 0 h 117"/>
                  <a:gd name="T16" fmla="*/ 61 w 119"/>
                  <a:gd name="T17" fmla="*/ 0 h 117"/>
                  <a:gd name="T18" fmla="*/ 113 w 119"/>
                  <a:gd name="T19" fmla="*/ 32 h 117"/>
                  <a:gd name="T20" fmla="*/ 113 w 119"/>
                  <a:gd name="T21" fmla="*/ 32 h 117"/>
                  <a:gd name="T22" fmla="*/ 119 w 119"/>
                  <a:gd name="T23" fmla="*/ 57 h 117"/>
                  <a:gd name="T24" fmla="*/ 119 w 119"/>
                  <a:gd name="T25" fmla="*/ 57 h 117"/>
                  <a:gd name="T26" fmla="*/ 85 w 119"/>
                  <a:gd name="T27" fmla="*/ 111 h 117"/>
                  <a:gd name="T28" fmla="*/ 85 w 119"/>
                  <a:gd name="T29" fmla="*/ 111 h 117"/>
                  <a:gd name="T30" fmla="*/ 58 w 119"/>
                  <a:gd name="T31" fmla="*/ 117 h 117"/>
                  <a:gd name="T32" fmla="*/ 58 w 119"/>
                  <a:gd name="T33" fmla="*/ 117 h 117"/>
                  <a:gd name="T34" fmla="*/ 5 w 119"/>
                  <a:gd name="T35" fmla="*/ 85 h 117"/>
                  <a:gd name="T36" fmla="*/ 7 w 119"/>
                  <a:gd name="T37" fmla="*/ 60 h 117"/>
                  <a:gd name="T38" fmla="*/ 12 w 119"/>
                  <a:gd name="T39" fmla="*/ 82 h 117"/>
                  <a:gd name="T40" fmla="*/ 12 w 119"/>
                  <a:gd name="T41" fmla="*/ 82 h 117"/>
                  <a:gd name="T42" fmla="*/ 58 w 119"/>
                  <a:gd name="T43" fmla="*/ 110 h 117"/>
                  <a:gd name="T44" fmla="*/ 58 w 119"/>
                  <a:gd name="T45" fmla="*/ 110 h 117"/>
                  <a:gd name="T46" fmla="*/ 82 w 119"/>
                  <a:gd name="T47" fmla="*/ 104 h 117"/>
                  <a:gd name="T48" fmla="*/ 82 w 119"/>
                  <a:gd name="T49" fmla="*/ 104 h 117"/>
                  <a:gd name="T50" fmla="*/ 112 w 119"/>
                  <a:gd name="T51" fmla="*/ 57 h 117"/>
                  <a:gd name="T52" fmla="*/ 112 w 119"/>
                  <a:gd name="T53" fmla="*/ 57 h 117"/>
                  <a:gd name="T54" fmla="*/ 107 w 119"/>
                  <a:gd name="T55" fmla="*/ 35 h 117"/>
                  <a:gd name="T56" fmla="*/ 107 w 119"/>
                  <a:gd name="T57" fmla="*/ 35 h 117"/>
                  <a:gd name="T58" fmla="*/ 60 w 119"/>
                  <a:gd name="T59" fmla="*/ 7 h 117"/>
                  <a:gd name="T60" fmla="*/ 60 w 119"/>
                  <a:gd name="T61" fmla="*/ 7 h 117"/>
                  <a:gd name="T62" fmla="*/ 37 w 119"/>
                  <a:gd name="T63" fmla="*/ 12 h 117"/>
                  <a:gd name="T64" fmla="*/ 37 w 119"/>
                  <a:gd name="T65" fmla="*/ 12 h 117"/>
                  <a:gd name="T66" fmla="*/ 7 w 119"/>
                  <a:gd name="T67" fmla="*/ 6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9" h="117">
                    <a:moveTo>
                      <a:pt x="5" y="85"/>
                    </a:moveTo>
                    <a:cubicBezTo>
                      <a:pt x="1" y="77"/>
                      <a:pt x="0" y="68"/>
                      <a:pt x="0" y="60"/>
                    </a:cubicBezTo>
                    <a:cubicBezTo>
                      <a:pt x="0" y="60"/>
                      <a:pt x="0" y="60"/>
                      <a:pt x="0" y="60"/>
                    </a:cubicBezTo>
                    <a:cubicBezTo>
                      <a:pt x="0" y="38"/>
                      <a:pt x="12" y="16"/>
                      <a:pt x="34" y="6"/>
                    </a:cubicBezTo>
                    <a:cubicBezTo>
                      <a:pt x="34" y="6"/>
                      <a:pt x="34" y="6"/>
                      <a:pt x="34" y="6"/>
                    </a:cubicBezTo>
                    <a:cubicBezTo>
                      <a:pt x="35" y="8"/>
                      <a:pt x="35" y="8"/>
                      <a:pt x="35" y="8"/>
                    </a:cubicBezTo>
                    <a:cubicBezTo>
                      <a:pt x="34" y="6"/>
                      <a:pt x="34" y="6"/>
                      <a:pt x="34" y="6"/>
                    </a:cubicBezTo>
                    <a:cubicBezTo>
                      <a:pt x="42" y="2"/>
                      <a:pt x="51" y="0"/>
                      <a:pt x="61" y="0"/>
                    </a:cubicBezTo>
                    <a:cubicBezTo>
                      <a:pt x="61" y="0"/>
                      <a:pt x="61" y="0"/>
                      <a:pt x="61" y="0"/>
                    </a:cubicBezTo>
                    <a:cubicBezTo>
                      <a:pt x="82" y="0"/>
                      <a:pt x="103" y="11"/>
                      <a:pt x="113" y="32"/>
                    </a:cubicBezTo>
                    <a:cubicBezTo>
                      <a:pt x="113" y="32"/>
                      <a:pt x="113" y="32"/>
                      <a:pt x="113" y="32"/>
                    </a:cubicBezTo>
                    <a:cubicBezTo>
                      <a:pt x="117" y="40"/>
                      <a:pt x="119" y="49"/>
                      <a:pt x="119" y="57"/>
                    </a:cubicBezTo>
                    <a:cubicBezTo>
                      <a:pt x="119" y="57"/>
                      <a:pt x="119" y="57"/>
                      <a:pt x="119" y="57"/>
                    </a:cubicBezTo>
                    <a:cubicBezTo>
                      <a:pt x="119" y="79"/>
                      <a:pt x="106" y="100"/>
                      <a:pt x="85" y="111"/>
                    </a:cubicBezTo>
                    <a:cubicBezTo>
                      <a:pt x="85" y="111"/>
                      <a:pt x="85" y="111"/>
                      <a:pt x="85" y="111"/>
                    </a:cubicBezTo>
                    <a:cubicBezTo>
                      <a:pt x="76" y="115"/>
                      <a:pt x="67" y="117"/>
                      <a:pt x="58" y="117"/>
                    </a:cubicBezTo>
                    <a:cubicBezTo>
                      <a:pt x="58" y="117"/>
                      <a:pt x="58" y="117"/>
                      <a:pt x="58" y="117"/>
                    </a:cubicBezTo>
                    <a:cubicBezTo>
                      <a:pt x="36" y="117"/>
                      <a:pt x="15" y="105"/>
                      <a:pt x="5" y="85"/>
                    </a:cubicBezTo>
                    <a:close/>
                    <a:moveTo>
                      <a:pt x="7" y="60"/>
                    </a:moveTo>
                    <a:cubicBezTo>
                      <a:pt x="7" y="67"/>
                      <a:pt x="8" y="75"/>
                      <a:pt x="12" y="82"/>
                    </a:cubicBezTo>
                    <a:cubicBezTo>
                      <a:pt x="12" y="82"/>
                      <a:pt x="12" y="82"/>
                      <a:pt x="12" y="82"/>
                    </a:cubicBezTo>
                    <a:cubicBezTo>
                      <a:pt x="20" y="100"/>
                      <a:pt x="39" y="110"/>
                      <a:pt x="58" y="110"/>
                    </a:cubicBezTo>
                    <a:cubicBezTo>
                      <a:pt x="58" y="110"/>
                      <a:pt x="58" y="110"/>
                      <a:pt x="58" y="110"/>
                    </a:cubicBezTo>
                    <a:cubicBezTo>
                      <a:pt x="66" y="110"/>
                      <a:pt x="74" y="108"/>
                      <a:pt x="82" y="104"/>
                    </a:cubicBezTo>
                    <a:cubicBezTo>
                      <a:pt x="82" y="104"/>
                      <a:pt x="82" y="104"/>
                      <a:pt x="82" y="104"/>
                    </a:cubicBezTo>
                    <a:cubicBezTo>
                      <a:pt x="101" y="95"/>
                      <a:pt x="112" y="76"/>
                      <a:pt x="112" y="57"/>
                    </a:cubicBezTo>
                    <a:cubicBezTo>
                      <a:pt x="112" y="57"/>
                      <a:pt x="112" y="57"/>
                      <a:pt x="112" y="57"/>
                    </a:cubicBezTo>
                    <a:cubicBezTo>
                      <a:pt x="112" y="50"/>
                      <a:pt x="110" y="42"/>
                      <a:pt x="107" y="35"/>
                    </a:cubicBezTo>
                    <a:cubicBezTo>
                      <a:pt x="107" y="35"/>
                      <a:pt x="107" y="35"/>
                      <a:pt x="107" y="35"/>
                    </a:cubicBezTo>
                    <a:cubicBezTo>
                      <a:pt x="98" y="17"/>
                      <a:pt x="80" y="7"/>
                      <a:pt x="60" y="7"/>
                    </a:cubicBezTo>
                    <a:cubicBezTo>
                      <a:pt x="60" y="7"/>
                      <a:pt x="60" y="7"/>
                      <a:pt x="60" y="7"/>
                    </a:cubicBezTo>
                    <a:cubicBezTo>
                      <a:pt x="53" y="7"/>
                      <a:pt x="44" y="8"/>
                      <a:pt x="37" y="12"/>
                    </a:cubicBezTo>
                    <a:cubicBezTo>
                      <a:pt x="37" y="12"/>
                      <a:pt x="37" y="12"/>
                      <a:pt x="37" y="12"/>
                    </a:cubicBezTo>
                    <a:cubicBezTo>
                      <a:pt x="18" y="22"/>
                      <a:pt x="7" y="40"/>
                      <a:pt x="7"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1" name="Freeform 1346"/>
              <p:cNvSpPr/>
              <p:nvPr/>
            </p:nvSpPr>
            <p:spPr bwMode="auto">
              <a:xfrm>
                <a:off x="7119939" y="7485063"/>
                <a:ext cx="23813" cy="47625"/>
              </a:xfrm>
              <a:custGeom>
                <a:avLst/>
                <a:gdLst>
                  <a:gd name="T0" fmla="*/ 2 w 15"/>
                  <a:gd name="T1" fmla="*/ 0 h 30"/>
                  <a:gd name="T2" fmla="*/ 15 w 15"/>
                  <a:gd name="T3" fmla="*/ 19 h 30"/>
                  <a:gd name="T4" fmla="*/ 15 w 15"/>
                  <a:gd name="T5" fmla="*/ 19 h 30"/>
                  <a:gd name="T6" fmla="*/ 13 w 15"/>
                  <a:gd name="T7" fmla="*/ 21 h 30"/>
                  <a:gd name="T8" fmla="*/ 5 w 15"/>
                  <a:gd name="T9" fmla="*/ 10 h 30"/>
                  <a:gd name="T10" fmla="*/ 3 w 15"/>
                  <a:gd name="T11" fmla="*/ 30 h 30"/>
                  <a:gd name="T12" fmla="*/ 0 w 15"/>
                  <a:gd name="T13" fmla="*/ 30 h 30"/>
                  <a:gd name="T14" fmla="*/ 2 w 15"/>
                  <a:gd name="T15" fmla="*/ 0 h 30"/>
                  <a:gd name="T16" fmla="*/ 2 w 15"/>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30">
                    <a:moveTo>
                      <a:pt x="2" y="0"/>
                    </a:moveTo>
                    <a:lnTo>
                      <a:pt x="15" y="19"/>
                    </a:lnTo>
                    <a:lnTo>
                      <a:pt x="15" y="19"/>
                    </a:lnTo>
                    <a:lnTo>
                      <a:pt x="13" y="21"/>
                    </a:lnTo>
                    <a:lnTo>
                      <a:pt x="5" y="10"/>
                    </a:lnTo>
                    <a:lnTo>
                      <a:pt x="3" y="30"/>
                    </a:lnTo>
                    <a:lnTo>
                      <a:pt x="0" y="30"/>
                    </a:lnTo>
                    <a:lnTo>
                      <a:pt x="2" y="0"/>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2" name="Freeform 1347"/>
              <p:cNvSpPr/>
              <p:nvPr/>
            </p:nvSpPr>
            <p:spPr bwMode="auto">
              <a:xfrm>
                <a:off x="7116764" y="7477126"/>
                <a:ext cx="30163" cy="60325"/>
              </a:xfrm>
              <a:custGeom>
                <a:avLst/>
                <a:gdLst>
                  <a:gd name="T0" fmla="*/ 0 w 19"/>
                  <a:gd name="T1" fmla="*/ 37 h 38"/>
                  <a:gd name="T2" fmla="*/ 2 w 19"/>
                  <a:gd name="T3" fmla="*/ 5 h 38"/>
                  <a:gd name="T4" fmla="*/ 3 w 19"/>
                  <a:gd name="T5" fmla="*/ 0 h 38"/>
                  <a:gd name="T6" fmla="*/ 19 w 19"/>
                  <a:gd name="T7" fmla="*/ 23 h 38"/>
                  <a:gd name="T8" fmla="*/ 19 w 19"/>
                  <a:gd name="T9" fmla="*/ 24 h 38"/>
                  <a:gd name="T10" fmla="*/ 19 w 19"/>
                  <a:gd name="T11" fmla="*/ 25 h 38"/>
                  <a:gd name="T12" fmla="*/ 14 w 19"/>
                  <a:gd name="T13" fmla="*/ 28 h 38"/>
                  <a:gd name="T14" fmla="*/ 8 w 19"/>
                  <a:gd name="T15" fmla="*/ 22 h 38"/>
                  <a:gd name="T16" fmla="*/ 7 w 19"/>
                  <a:gd name="T17" fmla="*/ 38 h 38"/>
                  <a:gd name="T18" fmla="*/ 0 w 19"/>
                  <a:gd name="T19" fmla="*/ 37 h 38"/>
                  <a:gd name="T20" fmla="*/ 0 w 19"/>
                  <a:gd name="T21" fmla="*/ 3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38">
                    <a:moveTo>
                      <a:pt x="0" y="37"/>
                    </a:moveTo>
                    <a:lnTo>
                      <a:pt x="2" y="5"/>
                    </a:lnTo>
                    <a:lnTo>
                      <a:pt x="3" y="0"/>
                    </a:lnTo>
                    <a:lnTo>
                      <a:pt x="19" y="23"/>
                    </a:lnTo>
                    <a:lnTo>
                      <a:pt x="19" y="24"/>
                    </a:lnTo>
                    <a:lnTo>
                      <a:pt x="19" y="25"/>
                    </a:lnTo>
                    <a:lnTo>
                      <a:pt x="14" y="28"/>
                    </a:lnTo>
                    <a:lnTo>
                      <a:pt x="8" y="22"/>
                    </a:lnTo>
                    <a:lnTo>
                      <a:pt x="7" y="38"/>
                    </a:lnTo>
                    <a:lnTo>
                      <a:pt x="0" y="37"/>
                    </a:lnTo>
                    <a:lnTo>
                      <a:pt x="0" y="3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3" name="Freeform 1348"/>
              <p:cNvSpPr/>
              <p:nvPr/>
            </p:nvSpPr>
            <p:spPr bwMode="auto">
              <a:xfrm>
                <a:off x="7091364" y="7491413"/>
                <a:ext cx="34925" cy="44450"/>
              </a:xfrm>
              <a:custGeom>
                <a:avLst/>
                <a:gdLst>
                  <a:gd name="T0" fmla="*/ 19 w 22"/>
                  <a:gd name="T1" fmla="*/ 0 h 28"/>
                  <a:gd name="T2" fmla="*/ 22 w 22"/>
                  <a:gd name="T3" fmla="*/ 28 h 28"/>
                  <a:gd name="T4" fmla="*/ 22 w 22"/>
                  <a:gd name="T5" fmla="*/ 28 h 28"/>
                  <a:gd name="T6" fmla="*/ 19 w 22"/>
                  <a:gd name="T7" fmla="*/ 28 h 28"/>
                  <a:gd name="T8" fmla="*/ 17 w 22"/>
                  <a:gd name="T9" fmla="*/ 9 h 28"/>
                  <a:gd name="T10" fmla="*/ 2 w 22"/>
                  <a:gd name="T11" fmla="*/ 27 h 28"/>
                  <a:gd name="T12" fmla="*/ 0 w 22"/>
                  <a:gd name="T13" fmla="*/ 25 h 28"/>
                  <a:gd name="T14" fmla="*/ 19 w 22"/>
                  <a:gd name="T15" fmla="*/ 0 h 28"/>
                  <a:gd name="T16" fmla="*/ 19 w 22"/>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8">
                    <a:moveTo>
                      <a:pt x="19" y="0"/>
                    </a:moveTo>
                    <a:lnTo>
                      <a:pt x="22" y="28"/>
                    </a:lnTo>
                    <a:lnTo>
                      <a:pt x="22" y="28"/>
                    </a:lnTo>
                    <a:lnTo>
                      <a:pt x="19" y="28"/>
                    </a:lnTo>
                    <a:lnTo>
                      <a:pt x="17" y="9"/>
                    </a:lnTo>
                    <a:lnTo>
                      <a:pt x="2" y="27"/>
                    </a:lnTo>
                    <a:lnTo>
                      <a:pt x="0" y="25"/>
                    </a:lnTo>
                    <a:lnTo>
                      <a:pt x="19" y="0"/>
                    </a:lnTo>
                    <a:lnTo>
                      <a:pt x="19"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4" name="Freeform 1349"/>
              <p:cNvSpPr/>
              <p:nvPr/>
            </p:nvSpPr>
            <p:spPr bwMode="auto">
              <a:xfrm>
                <a:off x="7086601" y="7483476"/>
                <a:ext cx="42863" cy="57150"/>
              </a:xfrm>
              <a:custGeom>
                <a:avLst/>
                <a:gdLst>
                  <a:gd name="T0" fmla="*/ 19 w 27"/>
                  <a:gd name="T1" fmla="*/ 20 h 36"/>
                  <a:gd name="T2" fmla="*/ 7 w 27"/>
                  <a:gd name="T3" fmla="*/ 34 h 36"/>
                  <a:gd name="T4" fmla="*/ 0 w 27"/>
                  <a:gd name="T5" fmla="*/ 30 h 36"/>
                  <a:gd name="T6" fmla="*/ 21 w 27"/>
                  <a:gd name="T7" fmla="*/ 4 h 36"/>
                  <a:gd name="T8" fmla="*/ 24 w 27"/>
                  <a:gd name="T9" fmla="*/ 0 h 36"/>
                  <a:gd name="T10" fmla="*/ 27 w 27"/>
                  <a:gd name="T11" fmla="*/ 34 h 36"/>
                  <a:gd name="T12" fmla="*/ 27 w 27"/>
                  <a:gd name="T13" fmla="*/ 35 h 36"/>
                  <a:gd name="T14" fmla="*/ 26 w 27"/>
                  <a:gd name="T15" fmla="*/ 35 h 36"/>
                  <a:gd name="T16" fmla="*/ 20 w 27"/>
                  <a:gd name="T17" fmla="*/ 36 h 36"/>
                  <a:gd name="T18" fmla="*/ 19 w 27"/>
                  <a:gd name="T19" fmla="*/ 20 h 36"/>
                  <a:gd name="T20" fmla="*/ 19 w 27"/>
                  <a:gd name="T21" fmla="*/ 2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36">
                    <a:moveTo>
                      <a:pt x="19" y="20"/>
                    </a:moveTo>
                    <a:lnTo>
                      <a:pt x="7" y="34"/>
                    </a:lnTo>
                    <a:lnTo>
                      <a:pt x="0" y="30"/>
                    </a:lnTo>
                    <a:lnTo>
                      <a:pt x="21" y="4"/>
                    </a:lnTo>
                    <a:lnTo>
                      <a:pt x="24" y="0"/>
                    </a:lnTo>
                    <a:lnTo>
                      <a:pt x="27" y="34"/>
                    </a:lnTo>
                    <a:lnTo>
                      <a:pt x="27" y="35"/>
                    </a:lnTo>
                    <a:lnTo>
                      <a:pt x="26" y="35"/>
                    </a:lnTo>
                    <a:lnTo>
                      <a:pt x="20" y="36"/>
                    </a:lnTo>
                    <a:lnTo>
                      <a:pt x="19" y="20"/>
                    </a:lnTo>
                    <a:lnTo>
                      <a:pt x="19" y="2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5" name="Freeform 1350"/>
              <p:cNvSpPr/>
              <p:nvPr/>
            </p:nvSpPr>
            <p:spPr bwMode="auto">
              <a:xfrm>
                <a:off x="7105651" y="7497763"/>
                <a:ext cx="17463" cy="33338"/>
              </a:xfrm>
              <a:custGeom>
                <a:avLst/>
                <a:gdLst>
                  <a:gd name="T0" fmla="*/ 8 w 11"/>
                  <a:gd name="T1" fmla="*/ 0 h 21"/>
                  <a:gd name="T2" fmla="*/ 11 w 11"/>
                  <a:gd name="T3" fmla="*/ 2 h 21"/>
                  <a:gd name="T4" fmla="*/ 3 w 11"/>
                  <a:gd name="T5" fmla="*/ 21 h 21"/>
                  <a:gd name="T6" fmla="*/ 0 w 11"/>
                  <a:gd name="T7" fmla="*/ 19 h 21"/>
                  <a:gd name="T8" fmla="*/ 8 w 11"/>
                  <a:gd name="T9" fmla="*/ 0 h 21"/>
                  <a:gd name="T10" fmla="*/ 8 w 11"/>
                  <a:gd name="T11" fmla="*/ 0 h 21"/>
                </a:gdLst>
                <a:ahLst/>
                <a:cxnLst>
                  <a:cxn ang="0">
                    <a:pos x="T0" y="T1"/>
                  </a:cxn>
                  <a:cxn ang="0">
                    <a:pos x="T2" y="T3"/>
                  </a:cxn>
                  <a:cxn ang="0">
                    <a:pos x="T4" y="T5"/>
                  </a:cxn>
                  <a:cxn ang="0">
                    <a:pos x="T6" y="T7"/>
                  </a:cxn>
                  <a:cxn ang="0">
                    <a:pos x="T8" y="T9"/>
                  </a:cxn>
                  <a:cxn ang="0">
                    <a:pos x="T10" y="T11"/>
                  </a:cxn>
                </a:cxnLst>
                <a:rect l="0" t="0" r="r" b="b"/>
                <a:pathLst>
                  <a:path w="11" h="21">
                    <a:moveTo>
                      <a:pt x="8" y="0"/>
                    </a:moveTo>
                    <a:lnTo>
                      <a:pt x="11" y="2"/>
                    </a:lnTo>
                    <a:lnTo>
                      <a:pt x="3" y="21"/>
                    </a:lnTo>
                    <a:lnTo>
                      <a:pt x="0" y="19"/>
                    </a:lnTo>
                    <a:lnTo>
                      <a:pt x="8" y="0"/>
                    </a:lnTo>
                    <a:lnTo>
                      <a:pt x="8"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6" name="Freeform 1351"/>
              <p:cNvSpPr/>
              <p:nvPr/>
            </p:nvSpPr>
            <p:spPr bwMode="auto">
              <a:xfrm>
                <a:off x="7102476" y="7494588"/>
                <a:ext cx="23813" cy="39688"/>
              </a:xfrm>
              <a:custGeom>
                <a:avLst/>
                <a:gdLst>
                  <a:gd name="T0" fmla="*/ 0 w 15"/>
                  <a:gd name="T1" fmla="*/ 23 h 25"/>
                  <a:gd name="T2" fmla="*/ 8 w 15"/>
                  <a:gd name="T3" fmla="*/ 2 h 25"/>
                  <a:gd name="T4" fmla="*/ 9 w 15"/>
                  <a:gd name="T5" fmla="*/ 0 h 25"/>
                  <a:gd name="T6" fmla="*/ 15 w 15"/>
                  <a:gd name="T7" fmla="*/ 2 h 25"/>
                  <a:gd name="T8" fmla="*/ 8 w 15"/>
                  <a:gd name="T9" fmla="*/ 25 h 25"/>
                  <a:gd name="T10" fmla="*/ 0 w 15"/>
                  <a:gd name="T11" fmla="*/ 23 h 25"/>
                  <a:gd name="T12" fmla="*/ 0 w 15"/>
                  <a:gd name="T13" fmla="*/ 23 h 25"/>
                </a:gdLst>
                <a:ahLst/>
                <a:cxnLst>
                  <a:cxn ang="0">
                    <a:pos x="T0" y="T1"/>
                  </a:cxn>
                  <a:cxn ang="0">
                    <a:pos x="T2" y="T3"/>
                  </a:cxn>
                  <a:cxn ang="0">
                    <a:pos x="T4" y="T5"/>
                  </a:cxn>
                  <a:cxn ang="0">
                    <a:pos x="T6" y="T7"/>
                  </a:cxn>
                  <a:cxn ang="0">
                    <a:pos x="T8" y="T9"/>
                  </a:cxn>
                  <a:cxn ang="0">
                    <a:pos x="T10" y="T11"/>
                  </a:cxn>
                  <a:cxn ang="0">
                    <a:pos x="T12" y="T13"/>
                  </a:cxn>
                </a:cxnLst>
                <a:rect l="0" t="0" r="r" b="b"/>
                <a:pathLst>
                  <a:path w="15" h="25">
                    <a:moveTo>
                      <a:pt x="0" y="23"/>
                    </a:moveTo>
                    <a:lnTo>
                      <a:pt x="8" y="2"/>
                    </a:lnTo>
                    <a:lnTo>
                      <a:pt x="9" y="0"/>
                    </a:lnTo>
                    <a:lnTo>
                      <a:pt x="15" y="2"/>
                    </a:lnTo>
                    <a:lnTo>
                      <a:pt x="8" y="25"/>
                    </a:lnTo>
                    <a:lnTo>
                      <a:pt x="0" y="23"/>
                    </a:lnTo>
                    <a:lnTo>
                      <a:pt x="0" y="2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7" name="Freeform 1352"/>
              <p:cNvSpPr/>
              <p:nvPr/>
            </p:nvSpPr>
            <p:spPr bwMode="auto">
              <a:xfrm>
                <a:off x="7078664" y="7573963"/>
                <a:ext cx="9525" cy="7938"/>
              </a:xfrm>
              <a:custGeom>
                <a:avLst/>
                <a:gdLst>
                  <a:gd name="T0" fmla="*/ 0 w 6"/>
                  <a:gd name="T1" fmla="*/ 2 h 5"/>
                  <a:gd name="T2" fmla="*/ 5 w 6"/>
                  <a:gd name="T3" fmla="*/ 0 h 5"/>
                  <a:gd name="T4" fmla="*/ 6 w 6"/>
                  <a:gd name="T5" fmla="*/ 3 h 5"/>
                  <a:gd name="T6" fmla="*/ 1 w 6"/>
                  <a:gd name="T7" fmla="*/ 5 h 5"/>
                  <a:gd name="T8" fmla="*/ 0 w 6"/>
                  <a:gd name="T9" fmla="*/ 2 h 5"/>
                  <a:gd name="T10" fmla="*/ 0 w 6"/>
                  <a:gd name="T11" fmla="*/ 2 h 5"/>
                </a:gdLst>
                <a:ahLst/>
                <a:cxnLst>
                  <a:cxn ang="0">
                    <a:pos x="T0" y="T1"/>
                  </a:cxn>
                  <a:cxn ang="0">
                    <a:pos x="T2" y="T3"/>
                  </a:cxn>
                  <a:cxn ang="0">
                    <a:pos x="T4" y="T5"/>
                  </a:cxn>
                  <a:cxn ang="0">
                    <a:pos x="T6" y="T7"/>
                  </a:cxn>
                  <a:cxn ang="0">
                    <a:pos x="T8" y="T9"/>
                  </a:cxn>
                  <a:cxn ang="0">
                    <a:pos x="T10" y="T11"/>
                  </a:cxn>
                </a:cxnLst>
                <a:rect l="0" t="0" r="r" b="b"/>
                <a:pathLst>
                  <a:path w="6" h="5">
                    <a:moveTo>
                      <a:pt x="0" y="2"/>
                    </a:moveTo>
                    <a:lnTo>
                      <a:pt x="5" y="0"/>
                    </a:lnTo>
                    <a:lnTo>
                      <a:pt x="6" y="3"/>
                    </a:lnTo>
                    <a:lnTo>
                      <a:pt x="1" y="5"/>
                    </a:lnTo>
                    <a:lnTo>
                      <a:pt x="0" y="2"/>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8" name="Freeform 1353"/>
              <p:cNvSpPr/>
              <p:nvPr/>
            </p:nvSpPr>
            <p:spPr bwMode="auto">
              <a:xfrm>
                <a:off x="7072314" y="7569201"/>
                <a:ext cx="20638" cy="19050"/>
              </a:xfrm>
              <a:custGeom>
                <a:avLst/>
                <a:gdLst>
                  <a:gd name="T0" fmla="*/ 2 w 13"/>
                  <a:gd name="T1" fmla="*/ 10 h 12"/>
                  <a:gd name="T2" fmla="*/ 1 w 13"/>
                  <a:gd name="T3" fmla="*/ 6 h 12"/>
                  <a:gd name="T4" fmla="*/ 4 w 13"/>
                  <a:gd name="T5" fmla="*/ 5 h 12"/>
                  <a:gd name="T6" fmla="*/ 4 w 13"/>
                  <a:gd name="T7" fmla="*/ 7 h 12"/>
                  <a:gd name="T8" fmla="*/ 4 w 13"/>
                  <a:gd name="T9" fmla="*/ 5 h 12"/>
                  <a:gd name="T10" fmla="*/ 1 w 13"/>
                  <a:gd name="T11" fmla="*/ 6 h 12"/>
                  <a:gd name="T12" fmla="*/ 0 w 13"/>
                  <a:gd name="T13" fmla="*/ 4 h 12"/>
                  <a:gd name="T14" fmla="*/ 9 w 13"/>
                  <a:gd name="T15" fmla="*/ 0 h 12"/>
                  <a:gd name="T16" fmla="*/ 13 w 13"/>
                  <a:gd name="T17" fmla="*/ 7 h 12"/>
                  <a:gd name="T18" fmla="*/ 4 w 13"/>
                  <a:gd name="T19" fmla="*/ 12 h 12"/>
                  <a:gd name="T20" fmla="*/ 2 w 13"/>
                  <a:gd name="T21" fmla="*/ 10 h 12"/>
                  <a:gd name="T22" fmla="*/ 2 w 13"/>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2">
                    <a:moveTo>
                      <a:pt x="2" y="10"/>
                    </a:moveTo>
                    <a:lnTo>
                      <a:pt x="1" y="6"/>
                    </a:lnTo>
                    <a:lnTo>
                      <a:pt x="4" y="5"/>
                    </a:lnTo>
                    <a:lnTo>
                      <a:pt x="4" y="7"/>
                    </a:lnTo>
                    <a:lnTo>
                      <a:pt x="4" y="5"/>
                    </a:lnTo>
                    <a:lnTo>
                      <a:pt x="1" y="6"/>
                    </a:lnTo>
                    <a:lnTo>
                      <a:pt x="0" y="4"/>
                    </a:lnTo>
                    <a:lnTo>
                      <a:pt x="9" y="0"/>
                    </a:lnTo>
                    <a:lnTo>
                      <a:pt x="13" y="7"/>
                    </a:lnTo>
                    <a:lnTo>
                      <a:pt x="4" y="12"/>
                    </a:lnTo>
                    <a:lnTo>
                      <a:pt x="2" y="10"/>
                    </a:lnTo>
                    <a:lnTo>
                      <a:pt x="2" y="1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9" name="Freeform 1354"/>
              <p:cNvSpPr/>
              <p:nvPr/>
            </p:nvSpPr>
            <p:spPr bwMode="auto">
              <a:xfrm>
                <a:off x="7159626" y="7567613"/>
                <a:ext cx="9525" cy="7938"/>
              </a:xfrm>
              <a:custGeom>
                <a:avLst/>
                <a:gdLst>
                  <a:gd name="T0" fmla="*/ 0 w 6"/>
                  <a:gd name="T1" fmla="*/ 2 h 5"/>
                  <a:gd name="T2" fmla="*/ 4 w 6"/>
                  <a:gd name="T3" fmla="*/ 0 h 5"/>
                  <a:gd name="T4" fmla="*/ 6 w 6"/>
                  <a:gd name="T5" fmla="*/ 3 h 5"/>
                  <a:gd name="T6" fmla="*/ 1 w 6"/>
                  <a:gd name="T7" fmla="*/ 5 h 5"/>
                  <a:gd name="T8" fmla="*/ 0 w 6"/>
                  <a:gd name="T9" fmla="*/ 2 h 5"/>
                  <a:gd name="T10" fmla="*/ 0 w 6"/>
                  <a:gd name="T11" fmla="*/ 2 h 5"/>
                </a:gdLst>
                <a:ahLst/>
                <a:cxnLst>
                  <a:cxn ang="0">
                    <a:pos x="T0" y="T1"/>
                  </a:cxn>
                  <a:cxn ang="0">
                    <a:pos x="T2" y="T3"/>
                  </a:cxn>
                  <a:cxn ang="0">
                    <a:pos x="T4" y="T5"/>
                  </a:cxn>
                  <a:cxn ang="0">
                    <a:pos x="T6" y="T7"/>
                  </a:cxn>
                  <a:cxn ang="0">
                    <a:pos x="T8" y="T9"/>
                  </a:cxn>
                  <a:cxn ang="0">
                    <a:pos x="T10" y="T11"/>
                  </a:cxn>
                </a:cxnLst>
                <a:rect l="0" t="0" r="r" b="b"/>
                <a:pathLst>
                  <a:path w="6" h="5">
                    <a:moveTo>
                      <a:pt x="0" y="2"/>
                    </a:moveTo>
                    <a:lnTo>
                      <a:pt x="4" y="0"/>
                    </a:lnTo>
                    <a:lnTo>
                      <a:pt x="6" y="3"/>
                    </a:lnTo>
                    <a:lnTo>
                      <a:pt x="1" y="5"/>
                    </a:lnTo>
                    <a:lnTo>
                      <a:pt x="0" y="2"/>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0" name="Freeform 1355"/>
              <p:cNvSpPr/>
              <p:nvPr/>
            </p:nvSpPr>
            <p:spPr bwMode="auto">
              <a:xfrm>
                <a:off x="7154864" y="7561263"/>
                <a:ext cx="19050" cy="17463"/>
              </a:xfrm>
              <a:custGeom>
                <a:avLst/>
                <a:gdLst>
                  <a:gd name="T0" fmla="*/ 3 w 12"/>
                  <a:gd name="T1" fmla="*/ 10 h 11"/>
                  <a:gd name="T2" fmla="*/ 1 w 12"/>
                  <a:gd name="T3" fmla="*/ 7 h 11"/>
                  <a:gd name="T4" fmla="*/ 3 w 12"/>
                  <a:gd name="T5" fmla="*/ 6 h 11"/>
                  <a:gd name="T6" fmla="*/ 4 w 12"/>
                  <a:gd name="T7" fmla="*/ 8 h 11"/>
                  <a:gd name="T8" fmla="*/ 3 w 12"/>
                  <a:gd name="T9" fmla="*/ 6 h 11"/>
                  <a:gd name="T10" fmla="*/ 1 w 12"/>
                  <a:gd name="T11" fmla="*/ 7 h 11"/>
                  <a:gd name="T12" fmla="*/ 0 w 12"/>
                  <a:gd name="T13" fmla="*/ 5 h 11"/>
                  <a:gd name="T14" fmla="*/ 9 w 12"/>
                  <a:gd name="T15" fmla="*/ 0 h 11"/>
                  <a:gd name="T16" fmla="*/ 12 w 12"/>
                  <a:gd name="T17" fmla="*/ 8 h 11"/>
                  <a:gd name="T18" fmla="*/ 3 w 12"/>
                  <a:gd name="T19" fmla="*/ 11 h 11"/>
                  <a:gd name="T20" fmla="*/ 3 w 12"/>
                  <a:gd name="T21" fmla="*/ 10 h 11"/>
                  <a:gd name="T22" fmla="*/ 3 w 12"/>
                  <a:gd name="T23"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1">
                    <a:moveTo>
                      <a:pt x="3" y="10"/>
                    </a:moveTo>
                    <a:lnTo>
                      <a:pt x="1" y="7"/>
                    </a:lnTo>
                    <a:lnTo>
                      <a:pt x="3" y="6"/>
                    </a:lnTo>
                    <a:lnTo>
                      <a:pt x="4" y="8"/>
                    </a:lnTo>
                    <a:lnTo>
                      <a:pt x="3" y="6"/>
                    </a:lnTo>
                    <a:lnTo>
                      <a:pt x="1" y="7"/>
                    </a:lnTo>
                    <a:lnTo>
                      <a:pt x="0" y="5"/>
                    </a:lnTo>
                    <a:lnTo>
                      <a:pt x="9" y="0"/>
                    </a:lnTo>
                    <a:lnTo>
                      <a:pt x="12" y="8"/>
                    </a:lnTo>
                    <a:lnTo>
                      <a:pt x="3" y="11"/>
                    </a:lnTo>
                    <a:lnTo>
                      <a:pt x="3" y="10"/>
                    </a:lnTo>
                    <a:lnTo>
                      <a:pt x="3" y="1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1" name="Freeform 1356"/>
              <p:cNvSpPr/>
              <p:nvPr/>
            </p:nvSpPr>
            <p:spPr bwMode="auto">
              <a:xfrm>
                <a:off x="7072314" y="7613651"/>
                <a:ext cx="96838" cy="44450"/>
              </a:xfrm>
              <a:custGeom>
                <a:avLst/>
                <a:gdLst>
                  <a:gd name="T0" fmla="*/ 3 w 55"/>
                  <a:gd name="T1" fmla="*/ 9 h 25"/>
                  <a:gd name="T2" fmla="*/ 0 w 55"/>
                  <a:gd name="T3" fmla="*/ 1 h 25"/>
                  <a:gd name="T4" fmla="*/ 0 w 55"/>
                  <a:gd name="T5" fmla="*/ 1 h 25"/>
                  <a:gd name="T6" fmla="*/ 3 w 55"/>
                  <a:gd name="T7" fmla="*/ 0 h 25"/>
                  <a:gd name="T8" fmla="*/ 6 w 55"/>
                  <a:gd name="T9" fmla="*/ 8 h 25"/>
                  <a:gd name="T10" fmla="*/ 6 w 55"/>
                  <a:gd name="T11" fmla="*/ 8 h 25"/>
                  <a:gd name="T12" fmla="*/ 23 w 55"/>
                  <a:gd name="T13" fmla="*/ 21 h 25"/>
                  <a:gd name="T14" fmla="*/ 23 w 55"/>
                  <a:gd name="T15" fmla="*/ 21 h 25"/>
                  <a:gd name="T16" fmla="*/ 36 w 55"/>
                  <a:gd name="T17" fmla="*/ 17 h 25"/>
                  <a:gd name="T18" fmla="*/ 36 w 55"/>
                  <a:gd name="T19" fmla="*/ 17 h 25"/>
                  <a:gd name="T20" fmla="*/ 47 w 55"/>
                  <a:gd name="T21" fmla="*/ 9 h 25"/>
                  <a:gd name="T22" fmla="*/ 47 w 55"/>
                  <a:gd name="T23" fmla="*/ 9 h 25"/>
                  <a:gd name="T24" fmla="*/ 52 w 55"/>
                  <a:gd name="T25" fmla="*/ 3 h 25"/>
                  <a:gd name="T26" fmla="*/ 52 w 55"/>
                  <a:gd name="T27" fmla="*/ 3 h 25"/>
                  <a:gd name="T28" fmla="*/ 52 w 55"/>
                  <a:gd name="T29" fmla="*/ 3 h 25"/>
                  <a:gd name="T30" fmla="*/ 52 w 55"/>
                  <a:gd name="T31" fmla="*/ 3 h 25"/>
                  <a:gd name="T32" fmla="*/ 52 w 55"/>
                  <a:gd name="T33" fmla="*/ 3 h 25"/>
                  <a:gd name="T34" fmla="*/ 52 w 55"/>
                  <a:gd name="T35" fmla="*/ 3 h 25"/>
                  <a:gd name="T36" fmla="*/ 52 w 55"/>
                  <a:gd name="T37" fmla="*/ 3 h 25"/>
                  <a:gd name="T38" fmla="*/ 54 w 55"/>
                  <a:gd name="T39" fmla="*/ 2 h 25"/>
                  <a:gd name="T40" fmla="*/ 54 w 55"/>
                  <a:gd name="T41" fmla="*/ 6 h 25"/>
                  <a:gd name="T42" fmla="*/ 54 w 55"/>
                  <a:gd name="T43" fmla="*/ 6 h 25"/>
                  <a:gd name="T44" fmla="*/ 50 w 55"/>
                  <a:gd name="T45" fmla="*/ 11 h 25"/>
                  <a:gd name="T46" fmla="*/ 50 w 55"/>
                  <a:gd name="T47" fmla="*/ 11 h 25"/>
                  <a:gd name="T48" fmla="*/ 37 w 55"/>
                  <a:gd name="T49" fmla="*/ 20 h 25"/>
                  <a:gd name="T50" fmla="*/ 37 w 55"/>
                  <a:gd name="T51" fmla="*/ 20 h 25"/>
                  <a:gd name="T52" fmla="*/ 24 w 55"/>
                  <a:gd name="T53" fmla="*/ 24 h 25"/>
                  <a:gd name="T54" fmla="*/ 24 w 55"/>
                  <a:gd name="T55" fmla="*/ 24 h 25"/>
                  <a:gd name="T56" fmla="*/ 3 w 55"/>
                  <a:gd name="T57" fmla="*/ 9 h 25"/>
                  <a:gd name="T58" fmla="*/ 3 w 55"/>
                  <a:gd name="T59" fmla="*/ 9 h 25"/>
                  <a:gd name="T60" fmla="*/ 3 w 55"/>
                  <a:gd name="T6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25">
                    <a:moveTo>
                      <a:pt x="3" y="9"/>
                    </a:moveTo>
                    <a:cubicBezTo>
                      <a:pt x="1" y="5"/>
                      <a:pt x="0" y="1"/>
                      <a:pt x="0" y="1"/>
                    </a:cubicBezTo>
                    <a:cubicBezTo>
                      <a:pt x="0" y="1"/>
                      <a:pt x="0" y="1"/>
                      <a:pt x="0" y="1"/>
                    </a:cubicBezTo>
                    <a:cubicBezTo>
                      <a:pt x="3" y="0"/>
                      <a:pt x="3" y="0"/>
                      <a:pt x="3" y="0"/>
                    </a:cubicBezTo>
                    <a:cubicBezTo>
                      <a:pt x="3" y="0"/>
                      <a:pt x="4" y="4"/>
                      <a:pt x="6" y="8"/>
                    </a:cubicBezTo>
                    <a:cubicBezTo>
                      <a:pt x="6" y="8"/>
                      <a:pt x="6" y="8"/>
                      <a:pt x="6" y="8"/>
                    </a:cubicBezTo>
                    <a:cubicBezTo>
                      <a:pt x="9" y="14"/>
                      <a:pt x="15" y="22"/>
                      <a:pt x="23" y="21"/>
                    </a:cubicBezTo>
                    <a:cubicBezTo>
                      <a:pt x="23" y="21"/>
                      <a:pt x="23" y="21"/>
                      <a:pt x="23" y="21"/>
                    </a:cubicBezTo>
                    <a:cubicBezTo>
                      <a:pt x="28" y="20"/>
                      <a:pt x="32" y="19"/>
                      <a:pt x="36" y="17"/>
                    </a:cubicBezTo>
                    <a:cubicBezTo>
                      <a:pt x="36" y="17"/>
                      <a:pt x="36" y="17"/>
                      <a:pt x="36" y="17"/>
                    </a:cubicBezTo>
                    <a:cubicBezTo>
                      <a:pt x="40" y="15"/>
                      <a:pt x="45" y="12"/>
                      <a:pt x="47" y="9"/>
                    </a:cubicBezTo>
                    <a:cubicBezTo>
                      <a:pt x="47" y="9"/>
                      <a:pt x="47" y="9"/>
                      <a:pt x="47" y="9"/>
                    </a:cubicBezTo>
                    <a:cubicBezTo>
                      <a:pt x="50" y="6"/>
                      <a:pt x="52" y="4"/>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4" y="2"/>
                      <a:pt x="54" y="2"/>
                      <a:pt x="54" y="2"/>
                    </a:cubicBezTo>
                    <a:cubicBezTo>
                      <a:pt x="55" y="4"/>
                      <a:pt x="54" y="5"/>
                      <a:pt x="54" y="6"/>
                    </a:cubicBezTo>
                    <a:cubicBezTo>
                      <a:pt x="54" y="6"/>
                      <a:pt x="54" y="6"/>
                      <a:pt x="54" y="6"/>
                    </a:cubicBezTo>
                    <a:cubicBezTo>
                      <a:pt x="53" y="8"/>
                      <a:pt x="52" y="9"/>
                      <a:pt x="50" y="11"/>
                    </a:cubicBezTo>
                    <a:cubicBezTo>
                      <a:pt x="50" y="11"/>
                      <a:pt x="50" y="11"/>
                      <a:pt x="50" y="11"/>
                    </a:cubicBezTo>
                    <a:cubicBezTo>
                      <a:pt x="47" y="14"/>
                      <a:pt x="42" y="17"/>
                      <a:pt x="37" y="20"/>
                    </a:cubicBezTo>
                    <a:cubicBezTo>
                      <a:pt x="37" y="20"/>
                      <a:pt x="37" y="20"/>
                      <a:pt x="37" y="20"/>
                    </a:cubicBezTo>
                    <a:cubicBezTo>
                      <a:pt x="33" y="22"/>
                      <a:pt x="28" y="23"/>
                      <a:pt x="24" y="24"/>
                    </a:cubicBezTo>
                    <a:cubicBezTo>
                      <a:pt x="24" y="24"/>
                      <a:pt x="24" y="24"/>
                      <a:pt x="24" y="24"/>
                    </a:cubicBezTo>
                    <a:cubicBezTo>
                      <a:pt x="13" y="25"/>
                      <a:pt x="7" y="16"/>
                      <a:pt x="3" y="9"/>
                    </a:cubicBezTo>
                    <a:cubicBezTo>
                      <a:pt x="3" y="9"/>
                      <a:pt x="3" y="9"/>
                      <a:pt x="3" y="9"/>
                    </a:cubicBezTo>
                    <a:cubicBezTo>
                      <a:pt x="3" y="9"/>
                      <a:pt x="3" y="9"/>
                      <a:pt x="3"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2" name="Freeform 1357"/>
              <p:cNvSpPr>
                <a:spLocks noEditPoints="1"/>
              </p:cNvSpPr>
              <p:nvPr/>
            </p:nvSpPr>
            <p:spPr bwMode="auto">
              <a:xfrm>
                <a:off x="7069139" y="7610476"/>
                <a:ext cx="103188" cy="49213"/>
              </a:xfrm>
              <a:custGeom>
                <a:avLst/>
                <a:gdLst>
                  <a:gd name="T0" fmla="*/ 24 w 59"/>
                  <a:gd name="T1" fmla="*/ 28 h 28"/>
                  <a:gd name="T2" fmla="*/ 3 w 59"/>
                  <a:gd name="T3" fmla="*/ 12 h 28"/>
                  <a:gd name="T4" fmla="*/ 3 w 59"/>
                  <a:gd name="T5" fmla="*/ 12 h 28"/>
                  <a:gd name="T6" fmla="*/ 3 w 59"/>
                  <a:gd name="T7" fmla="*/ 12 h 28"/>
                  <a:gd name="T8" fmla="*/ 3 w 59"/>
                  <a:gd name="T9" fmla="*/ 12 h 28"/>
                  <a:gd name="T10" fmla="*/ 0 w 59"/>
                  <a:gd name="T11" fmla="*/ 3 h 28"/>
                  <a:gd name="T12" fmla="*/ 0 w 59"/>
                  <a:gd name="T13" fmla="*/ 3 h 28"/>
                  <a:gd name="T14" fmla="*/ 0 w 59"/>
                  <a:gd name="T15" fmla="*/ 1 h 28"/>
                  <a:gd name="T16" fmla="*/ 2 w 59"/>
                  <a:gd name="T17" fmla="*/ 1 h 28"/>
                  <a:gd name="T18" fmla="*/ 5 w 59"/>
                  <a:gd name="T19" fmla="*/ 0 h 28"/>
                  <a:gd name="T20" fmla="*/ 5 w 59"/>
                  <a:gd name="T21" fmla="*/ 0 h 28"/>
                  <a:gd name="T22" fmla="*/ 7 w 59"/>
                  <a:gd name="T23" fmla="*/ 1 h 28"/>
                  <a:gd name="T24" fmla="*/ 7 w 59"/>
                  <a:gd name="T25" fmla="*/ 1 h 28"/>
                  <a:gd name="T26" fmla="*/ 7 w 59"/>
                  <a:gd name="T27" fmla="*/ 1 h 28"/>
                  <a:gd name="T28" fmla="*/ 7 w 59"/>
                  <a:gd name="T29" fmla="*/ 1 h 28"/>
                  <a:gd name="T30" fmla="*/ 7 w 59"/>
                  <a:gd name="T31" fmla="*/ 1 h 28"/>
                  <a:gd name="T32" fmla="*/ 7 w 59"/>
                  <a:gd name="T33" fmla="*/ 1 h 28"/>
                  <a:gd name="T34" fmla="*/ 7 w 59"/>
                  <a:gd name="T35" fmla="*/ 2 h 28"/>
                  <a:gd name="T36" fmla="*/ 7 w 59"/>
                  <a:gd name="T37" fmla="*/ 2 h 28"/>
                  <a:gd name="T38" fmla="*/ 7 w 59"/>
                  <a:gd name="T39" fmla="*/ 2 h 28"/>
                  <a:gd name="T40" fmla="*/ 7 w 59"/>
                  <a:gd name="T41" fmla="*/ 2 h 28"/>
                  <a:gd name="T42" fmla="*/ 7 w 59"/>
                  <a:gd name="T43" fmla="*/ 2 h 28"/>
                  <a:gd name="T44" fmla="*/ 7 w 59"/>
                  <a:gd name="T45" fmla="*/ 2 h 28"/>
                  <a:gd name="T46" fmla="*/ 8 w 59"/>
                  <a:gd name="T47" fmla="*/ 4 h 28"/>
                  <a:gd name="T48" fmla="*/ 8 w 59"/>
                  <a:gd name="T49" fmla="*/ 4 h 28"/>
                  <a:gd name="T50" fmla="*/ 10 w 59"/>
                  <a:gd name="T51" fmla="*/ 9 h 28"/>
                  <a:gd name="T52" fmla="*/ 10 w 59"/>
                  <a:gd name="T53" fmla="*/ 9 h 28"/>
                  <a:gd name="T54" fmla="*/ 24 w 59"/>
                  <a:gd name="T55" fmla="*/ 21 h 28"/>
                  <a:gd name="T56" fmla="*/ 24 w 59"/>
                  <a:gd name="T57" fmla="*/ 21 h 28"/>
                  <a:gd name="T58" fmla="*/ 25 w 59"/>
                  <a:gd name="T59" fmla="*/ 21 h 28"/>
                  <a:gd name="T60" fmla="*/ 25 w 59"/>
                  <a:gd name="T61" fmla="*/ 21 h 28"/>
                  <a:gd name="T62" fmla="*/ 37 w 59"/>
                  <a:gd name="T63" fmla="*/ 17 h 28"/>
                  <a:gd name="T64" fmla="*/ 37 w 59"/>
                  <a:gd name="T65" fmla="*/ 17 h 28"/>
                  <a:gd name="T66" fmla="*/ 48 w 59"/>
                  <a:gd name="T67" fmla="*/ 9 h 28"/>
                  <a:gd name="T68" fmla="*/ 48 w 59"/>
                  <a:gd name="T69" fmla="*/ 9 h 28"/>
                  <a:gd name="T70" fmla="*/ 51 w 59"/>
                  <a:gd name="T71" fmla="*/ 5 h 28"/>
                  <a:gd name="T72" fmla="*/ 51 w 59"/>
                  <a:gd name="T73" fmla="*/ 5 h 28"/>
                  <a:gd name="T74" fmla="*/ 51 w 59"/>
                  <a:gd name="T75" fmla="*/ 3 h 28"/>
                  <a:gd name="T76" fmla="*/ 53 w 59"/>
                  <a:gd name="T77" fmla="*/ 3 h 28"/>
                  <a:gd name="T78" fmla="*/ 57 w 59"/>
                  <a:gd name="T79" fmla="*/ 1 h 28"/>
                  <a:gd name="T80" fmla="*/ 58 w 59"/>
                  <a:gd name="T81" fmla="*/ 3 h 28"/>
                  <a:gd name="T82" fmla="*/ 59 w 59"/>
                  <a:gd name="T83" fmla="*/ 5 h 28"/>
                  <a:gd name="T84" fmla="*/ 59 w 59"/>
                  <a:gd name="T85" fmla="*/ 5 h 28"/>
                  <a:gd name="T86" fmla="*/ 57 w 59"/>
                  <a:gd name="T87" fmla="*/ 9 h 28"/>
                  <a:gd name="T88" fmla="*/ 57 w 59"/>
                  <a:gd name="T89" fmla="*/ 9 h 28"/>
                  <a:gd name="T90" fmla="*/ 53 w 59"/>
                  <a:gd name="T91" fmla="*/ 14 h 28"/>
                  <a:gd name="T92" fmla="*/ 53 w 59"/>
                  <a:gd name="T93" fmla="*/ 14 h 28"/>
                  <a:gd name="T94" fmla="*/ 40 w 59"/>
                  <a:gd name="T95" fmla="*/ 23 h 28"/>
                  <a:gd name="T96" fmla="*/ 40 w 59"/>
                  <a:gd name="T97" fmla="*/ 23 h 28"/>
                  <a:gd name="T98" fmla="*/ 26 w 59"/>
                  <a:gd name="T99" fmla="*/ 28 h 28"/>
                  <a:gd name="T100" fmla="*/ 26 w 59"/>
                  <a:gd name="T101" fmla="*/ 28 h 28"/>
                  <a:gd name="T102" fmla="*/ 24 w 59"/>
                  <a:gd name="T103" fmla="*/ 28 h 28"/>
                  <a:gd name="T104" fmla="*/ 24 w 59"/>
                  <a:gd name="T105" fmla="*/ 28 h 28"/>
                  <a:gd name="T106" fmla="*/ 24 w 59"/>
                  <a:gd name="T107" fmla="*/ 28 h 28"/>
                  <a:gd name="T108" fmla="*/ 5 w 59"/>
                  <a:gd name="T109" fmla="*/ 11 h 28"/>
                  <a:gd name="T110" fmla="*/ 6 w 59"/>
                  <a:gd name="T111" fmla="*/ 11 h 28"/>
                  <a:gd name="T112" fmla="*/ 6 w 59"/>
                  <a:gd name="T113" fmla="*/ 11 h 28"/>
                  <a:gd name="T114" fmla="*/ 6 w 59"/>
                  <a:gd name="T115" fmla="*/ 11 h 28"/>
                  <a:gd name="T116" fmla="*/ 5 w 59"/>
                  <a:gd name="T117" fmla="*/ 1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9" h="28">
                    <a:moveTo>
                      <a:pt x="24" y="28"/>
                    </a:moveTo>
                    <a:cubicBezTo>
                      <a:pt x="13" y="28"/>
                      <a:pt x="7" y="19"/>
                      <a:pt x="3" y="12"/>
                    </a:cubicBezTo>
                    <a:cubicBezTo>
                      <a:pt x="3" y="12"/>
                      <a:pt x="3" y="12"/>
                      <a:pt x="3" y="12"/>
                    </a:cubicBezTo>
                    <a:cubicBezTo>
                      <a:pt x="3" y="12"/>
                      <a:pt x="3" y="12"/>
                      <a:pt x="3" y="12"/>
                    </a:cubicBezTo>
                    <a:cubicBezTo>
                      <a:pt x="3" y="12"/>
                      <a:pt x="3" y="12"/>
                      <a:pt x="3" y="12"/>
                    </a:cubicBezTo>
                    <a:cubicBezTo>
                      <a:pt x="1" y="7"/>
                      <a:pt x="0" y="3"/>
                      <a:pt x="0" y="3"/>
                    </a:cubicBezTo>
                    <a:cubicBezTo>
                      <a:pt x="0" y="3"/>
                      <a:pt x="0" y="3"/>
                      <a:pt x="0" y="3"/>
                    </a:cubicBezTo>
                    <a:cubicBezTo>
                      <a:pt x="0" y="1"/>
                      <a:pt x="0" y="1"/>
                      <a:pt x="0" y="1"/>
                    </a:cubicBezTo>
                    <a:cubicBezTo>
                      <a:pt x="2" y="1"/>
                      <a:pt x="2" y="1"/>
                      <a:pt x="2" y="1"/>
                    </a:cubicBezTo>
                    <a:cubicBezTo>
                      <a:pt x="5" y="0"/>
                      <a:pt x="5" y="0"/>
                      <a:pt x="5" y="0"/>
                    </a:cubicBezTo>
                    <a:cubicBezTo>
                      <a:pt x="5" y="0"/>
                      <a:pt x="5" y="0"/>
                      <a:pt x="5"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3"/>
                      <a:pt x="8" y="4"/>
                    </a:cubicBezTo>
                    <a:cubicBezTo>
                      <a:pt x="8" y="4"/>
                      <a:pt x="8" y="4"/>
                      <a:pt x="8" y="4"/>
                    </a:cubicBezTo>
                    <a:cubicBezTo>
                      <a:pt x="8" y="5"/>
                      <a:pt x="9" y="7"/>
                      <a:pt x="10" y="9"/>
                    </a:cubicBezTo>
                    <a:cubicBezTo>
                      <a:pt x="10" y="9"/>
                      <a:pt x="10" y="9"/>
                      <a:pt x="10" y="9"/>
                    </a:cubicBezTo>
                    <a:cubicBezTo>
                      <a:pt x="13" y="15"/>
                      <a:pt x="17" y="21"/>
                      <a:pt x="24" y="21"/>
                    </a:cubicBezTo>
                    <a:cubicBezTo>
                      <a:pt x="24" y="21"/>
                      <a:pt x="24" y="21"/>
                      <a:pt x="24" y="21"/>
                    </a:cubicBezTo>
                    <a:cubicBezTo>
                      <a:pt x="24" y="21"/>
                      <a:pt x="25" y="21"/>
                      <a:pt x="25" y="21"/>
                    </a:cubicBezTo>
                    <a:cubicBezTo>
                      <a:pt x="25" y="21"/>
                      <a:pt x="25" y="21"/>
                      <a:pt x="25" y="21"/>
                    </a:cubicBezTo>
                    <a:cubicBezTo>
                      <a:pt x="29" y="20"/>
                      <a:pt x="33" y="19"/>
                      <a:pt x="37" y="17"/>
                    </a:cubicBezTo>
                    <a:cubicBezTo>
                      <a:pt x="37" y="17"/>
                      <a:pt x="37" y="17"/>
                      <a:pt x="37" y="17"/>
                    </a:cubicBezTo>
                    <a:cubicBezTo>
                      <a:pt x="41" y="15"/>
                      <a:pt x="45" y="12"/>
                      <a:pt x="48" y="9"/>
                    </a:cubicBezTo>
                    <a:cubicBezTo>
                      <a:pt x="48" y="9"/>
                      <a:pt x="48" y="9"/>
                      <a:pt x="48" y="9"/>
                    </a:cubicBezTo>
                    <a:cubicBezTo>
                      <a:pt x="50" y="8"/>
                      <a:pt x="51" y="6"/>
                      <a:pt x="51" y="5"/>
                    </a:cubicBezTo>
                    <a:cubicBezTo>
                      <a:pt x="51" y="5"/>
                      <a:pt x="51" y="5"/>
                      <a:pt x="51" y="5"/>
                    </a:cubicBezTo>
                    <a:cubicBezTo>
                      <a:pt x="51" y="3"/>
                      <a:pt x="51" y="3"/>
                      <a:pt x="51" y="3"/>
                    </a:cubicBezTo>
                    <a:cubicBezTo>
                      <a:pt x="53" y="3"/>
                      <a:pt x="53" y="3"/>
                      <a:pt x="53" y="3"/>
                    </a:cubicBezTo>
                    <a:cubicBezTo>
                      <a:pt x="57" y="1"/>
                      <a:pt x="57" y="1"/>
                      <a:pt x="57" y="1"/>
                    </a:cubicBezTo>
                    <a:cubicBezTo>
                      <a:pt x="58" y="3"/>
                      <a:pt x="58" y="3"/>
                      <a:pt x="58" y="3"/>
                    </a:cubicBezTo>
                    <a:cubicBezTo>
                      <a:pt x="58" y="4"/>
                      <a:pt x="59" y="5"/>
                      <a:pt x="59" y="5"/>
                    </a:cubicBezTo>
                    <a:cubicBezTo>
                      <a:pt x="59" y="5"/>
                      <a:pt x="59" y="5"/>
                      <a:pt x="59" y="5"/>
                    </a:cubicBezTo>
                    <a:cubicBezTo>
                      <a:pt x="59" y="7"/>
                      <a:pt x="58" y="8"/>
                      <a:pt x="57" y="9"/>
                    </a:cubicBezTo>
                    <a:cubicBezTo>
                      <a:pt x="57" y="9"/>
                      <a:pt x="57" y="9"/>
                      <a:pt x="57" y="9"/>
                    </a:cubicBezTo>
                    <a:cubicBezTo>
                      <a:pt x="56" y="11"/>
                      <a:pt x="55" y="12"/>
                      <a:pt x="53" y="14"/>
                    </a:cubicBezTo>
                    <a:cubicBezTo>
                      <a:pt x="53" y="14"/>
                      <a:pt x="53" y="14"/>
                      <a:pt x="53" y="14"/>
                    </a:cubicBezTo>
                    <a:cubicBezTo>
                      <a:pt x="50" y="17"/>
                      <a:pt x="46" y="21"/>
                      <a:pt x="40" y="23"/>
                    </a:cubicBezTo>
                    <a:cubicBezTo>
                      <a:pt x="40" y="23"/>
                      <a:pt x="40" y="23"/>
                      <a:pt x="40" y="23"/>
                    </a:cubicBezTo>
                    <a:cubicBezTo>
                      <a:pt x="36" y="25"/>
                      <a:pt x="31" y="27"/>
                      <a:pt x="26" y="28"/>
                    </a:cubicBezTo>
                    <a:cubicBezTo>
                      <a:pt x="26" y="28"/>
                      <a:pt x="26" y="28"/>
                      <a:pt x="26" y="28"/>
                    </a:cubicBezTo>
                    <a:cubicBezTo>
                      <a:pt x="25" y="28"/>
                      <a:pt x="25" y="28"/>
                      <a:pt x="24" y="28"/>
                    </a:cubicBezTo>
                    <a:cubicBezTo>
                      <a:pt x="24" y="28"/>
                      <a:pt x="24" y="28"/>
                      <a:pt x="24" y="28"/>
                    </a:cubicBezTo>
                    <a:cubicBezTo>
                      <a:pt x="24" y="28"/>
                      <a:pt x="24" y="28"/>
                      <a:pt x="24" y="28"/>
                    </a:cubicBezTo>
                    <a:close/>
                    <a:moveTo>
                      <a:pt x="5" y="11"/>
                    </a:moveTo>
                    <a:cubicBezTo>
                      <a:pt x="6" y="11"/>
                      <a:pt x="6" y="11"/>
                      <a:pt x="6" y="11"/>
                    </a:cubicBezTo>
                    <a:cubicBezTo>
                      <a:pt x="6" y="11"/>
                      <a:pt x="6" y="11"/>
                      <a:pt x="6" y="11"/>
                    </a:cubicBezTo>
                    <a:cubicBezTo>
                      <a:pt x="6" y="11"/>
                      <a:pt x="6" y="11"/>
                      <a:pt x="6" y="11"/>
                    </a:cubicBezTo>
                    <a:cubicBezTo>
                      <a:pt x="5" y="11"/>
                      <a:pt x="5" y="11"/>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3" name="Freeform 1358"/>
              <p:cNvSpPr/>
              <p:nvPr/>
            </p:nvSpPr>
            <p:spPr bwMode="auto">
              <a:xfrm>
                <a:off x="7161214" y="7610476"/>
                <a:ext cx="14288" cy="11113"/>
              </a:xfrm>
              <a:custGeom>
                <a:avLst/>
                <a:gdLst>
                  <a:gd name="T0" fmla="*/ 1 w 9"/>
                  <a:gd name="T1" fmla="*/ 0 h 7"/>
                  <a:gd name="T2" fmla="*/ 9 w 9"/>
                  <a:gd name="T3" fmla="*/ 3 h 7"/>
                  <a:gd name="T4" fmla="*/ 8 w 9"/>
                  <a:gd name="T5" fmla="*/ 7 h 7"/>
                  <a:gd name="T6" fmla="*/ 0 w 9"/>
                  <a:gd name="T7" fmla="*/ 3 h 7"/>
                  <a:gd name="T8" fmla="*/ 1 w 9"/>
                  <a:gd name="T9" fmla="*/ 0 h 7"/>
                  <a:gd name="T10" fmla="*/ 1 w 9"/>
                  <a:gd name="T11" fmla="*/ 0 h 7"/>
                </a:gdLst>
                <a:ahLst/>
                <a:cxnLst>
                  <a:cxn ang="0">
                    <a:pos x="T0" y="T1"/>
                  </a:cxn>
                  <a:cxn ang="0">
                    <a:pos x="T2" y="T3"/>
                  </a:cxn>
                  <a:cxn ang="0">
                    <a:pos x="T4" y="T5"/>
                  </a:cxn>
                  <a:cxn ang="0">
                    <a:pos x="T6" y="T7"/>
                  </a:cxn>
                  <a:cxn ang="0">
                    <a:pos x="T8" y="T9"/>
                  </a:cxn>
                  <a:cxn ang="0">
                    <a:pos x="T10" y="T11"/>
                  </a:cxn>
                </a:cxnLst>
                <a:rect l="0" t="0" r="r" b="b"/>
                <a:pathLst>
                  <a:path w="9" h="7">
                    <a:moveTo>
                      <a:pt x="1" y="0"/>
                    </a:moveTo>
                    <a:lnTo>
                      <a:pt x="9" y="3"/>
                    </a:lnTo>
                    <a:lnTo>
                      <a:pt x="8" y="7"/>
                    </a:lnTo>
                    <a:lnTo>
                      <a:pt x="0" y="3"/>
                    </a:lnTo>
                    <a:lnTo>
                      <a:pt x="1"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4" name="Freeform 1359"/>
              <p:cNvSpPr/>
              <p:nvPr/>
            </p:nvSpPr>
            <p:spPr bwMode="auto">
              <a:xfrm>
                <a:off x="7156451" y="7605713"/>
                <a:ext cx="23813" cy="20638"/>
              </a:xfrm>
              <a:custGeom>
                <a:avLst/>
                <a:gdLst>
                  <a:gd name="T0" fmla="*/ 0 w 15"/>
                  <a:gd name="T1" fmla="*/ 7 h 13"/>
                  <a:gd name="T2" fmla="*/ 1 w 15"/>
                  <a:gd name="T3" fmla="*/ 5 h 13"/>
                  <a:gd name="T4" fmla="*/ 2 w 15"/>
                  <a:gd name="T5" fmla="*/ 2 h 13"/>
                  <a:gd name="T6" fmla="*/ 3 w 15"/>
                  <a:gd name="T7" fmla="*/ 0 h 13"/>
                  <a:gd name="T8" fmla="*/ 15 w 15"/>
                  <a:gd name="T9" fmla="*/ 5 h 13"/>
                  <a:gd name="T10" fmla="*/ 12 w 15"/>
                  <a:gd name="T11" fmla="*/ 13 h 13"/>
                  <a:gd name="T12" fmla="*/ 0 w 15"/>
                  <a:gd name="T13" fmla="*/ 7 h 13"/>
                  <a:gd name="T14" fmla="*/ 0 w 15"/>
                  <a:gd name="T15" fmla="*/ 7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0" y="7"/>
                    </a:moveTo>
                    <a:lnTo>
                      <a:pt x="1" y="5"/>
                    </a:lnTo>
                    <a:lnTo>
                      <a:pt x="2" y="2"/>
                    </a:lnTo>
                    <a:lnTo>
                      <a:pt x="3" y="0"/>
                    </a:lnTo>
                    <a:lnTo>
                      <a:pt x="15" y="5"/>
                    </a:lnTo>
                    <a:lnTo>
                      <a:pt x="12" y="13"/>
                    </a:lnTo>
                    <a:lnTo>
                      <a:pt x="0" y="7"/>
                    </a:lnTo>
                    <a:lnTo>
                      <a:pt x="0" y="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5" name="Freeform 1360"/>
              <p:cNvSpPr/>
              <p:nvPr/>
            </p:nvSpPr>
            <p:spPr bwMode="auto">
              <a:xfrm>
                <a:off x="7069139" y="7612063"/>
                <a:ext cx="12700" cy="12700"/>
              </a:xfrm>
              <a:custGeom>
                <a:avLst/>
                <a:gdLst>
                  <a:gd name="T0" fmla="*/ 4 w 8"/>
                  <a:gd name="T1" fmla="*/ 0 h 8"/>
                  <a:gd name="T2" fmla="*/ 8 w 8"/>
                  <a:gd name="T3" fmla="*/ 1 h 8"/>
                  <a:gd name="T4" fmla="*/ 3 w 8"/>
                  <a:gd name="T5" fmla="*/ 8 h 8"/>
                  <a:gd name="T6" fmla="*/ 0 w 8"/>
                  <a:gd name="T7" fmla="*/ 6 h 8"/>
                  <a:gd name="T8" fmla="*/ 4 w 8"/>
                  <a:gd name="T9" fmla="*/ 0 h 8"/>
                  <a:gd name="T10" fmla="*/ 4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4" y="0"/>
                    </a:moveTo>
                    <a:lnTo>
                      <a:pt x="8" y="1"/>
                    </a:lnTo>
                    <a:lnTo>
                      <a:pt x="3" y="8"/>
                    </a:lnTo>
                    <a:lnTo>
                      <a:pt x="0" y="6"/>
                    </a:lnTo>
                    <a:lnTo>
                      <a:pt x="4" y="0"/>
                    </a:lnTo>
                    <a:lnTo>
                      <a:pt x="4"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6" name="Freeform 1361"/>
              <p:cNvSpPr/>
              <p:nvPr/>
            </p:nvSpPr>
            <p:spPr bwMode="auto">
              <a:xfrm>
                <a:off x="7064376" y="7607301"/>
                <a:ext cx="20638" cy="22225"/>
              </a:xfrm>
              <a:custGeom>
                <a:avLst/>
                <a:gdLst>
                  <a:gd name="T0" fmla="*/ 0 w 13"/>
                  <a:gd name="T1" fmla="*/ 10 h 14"/>
                  <a:gd name="T2" fmla="*/ 6 w 13"/>
                  <a:gd name="T3" fmla="*/ 1 h 14"/>
                  <a:gd name="T4" fmla="*/ 7 w 13"/>
                  <a:gd name="T5" fmla="*/ 0 h 14"/>
                  <a:gd name="T6" fmla="*/ 13 w 13"/>
                  <a:gd name="T7" fmla="*/ 4 h 14"/>
                  <a:gd name="T8" fmla="*/ 6 w 13"/>
                  <a:gd name="T9" fmla="*/ 14 h 14"/>
                  <a:gd name="T10" fmla="*/ 0 w 13"/>
                  <a:gd name="T11" fmla="*/ 10 h 14"/>
                  <a:gd name="T12" fmla="*/ 0 w 13"/>
                  <a:gd name="T13" fmla="*/ 10 h 14"/>
                </a:gdLst>
                <a:ahLst/>
                <a:cxnLst>
                  <a:cxn ang="0">
                    <a:pos x="T0" y="T1"/>
                  </a:cxn>
                  <a:cxn ang="0">
                    <a:pos x="T2" y="T3"/>
                  </a:cxn>
                  <a:cxn ang="0">
                    <a:pos x="T4" y="T5"/>
                  </a:cxn>
                  <a:cxn ang="0">
                    <a:pos x="T6" y="T7"/>
                  </a:cxn>
                  <a:cxn ang="0">
                    <a:pos x="T8" y="T9"/>
                  </a:cxn>
                  <a:cxn ang="0">
                    <a:pos x="T10" y="T11"/>
                  </a:cxn>
                  <a:cxn ang="0">
                    <a:pos x="T12" y="T13"/>
                  </a:cxn>
                </a:cxnLst>
                <a:rect l="0" t="0" r="r" b="b"/>
                <a:pathLst>
                  <a:path w="13" h="14">
                    <a:moveTo>
                      <a:pt x="0" y="10"/>
                    </a:moveTo>
                    <a:lnTo>
                      <a:pt x="6" y="1"/>
                    </a:lnTo>
                    <a:lnTo>
                      <a:pt x="7" y="0"/>
                    </a:lnTo>
                    <a:lnTo>
                      <a:pt x="13" y="4"/>
                    </a:lnTo>
                    <a:lnTo>
                      <a:pt x="6" y="14"/>
                    </a:lnTo>
                    <a:lnTo>
                      <a:pt x="0" y="10"/>
                    </a:lnTo>
                    <a:lnTo>
                      <a:pt x="0" y="1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7" name="Freeform 1362"/>
              <p:cNvSpPr/>
              <p:nvPr/>
            </p:nvSpPr>
            <p:spPr bwMode="auto">
              <a:xfrm>
                <a:off x="7007226" y="7656513"/>
                <a:ext cx="87313" cy="68263"/>
              </a:xfrm>
              <a:custGeom>
                <a:avLst/>
                <a:gdLst>
                  <a:gd name="T0" fmla="*/ 0 w 51"/>
                  <a:gd name="T1" fmla="*/ 1 h 40"/>
                  <a:gd name="T2" fmla="*/ 3 w 51"/>
                  <a:gd name="T3" fmla="*/ 0 h 40"/>
                  <a:gd name="T4" fmla="*/ 9 w 51"/>
                  <a:gd name="T5" fmla="*/ 12 h 40"/>
                  <a:gd name="T6" fmla="*/ 9 w 51"/>
                  <a:gd name="T7" fmla="*/ 12 h 40"/>
                  <a:gd name="T8" fmla="*/ 23 w 51"/>
                  <a:gd name="T9" fmla="*/ 33 h 40"/>
                  <a:gd name="T10" fmla="*/ 23 w 51"/>
                  <a:gd name="T11" fmla="*/ 33 h 40"/>
                  <a:gd name="T12" fmla="*/ 40 w 51"/>
                  <a:gd name="T13" fmla="*/ 36 h 40"/>
                  <a:gd name="T14" fmla="*/ 40 w 51"/>
                  <a:gd name="T15" fmla="*/ 36 h 40"/>
                  <a:gd name="T16" fmla="*/ 51 w 51"/>
                  <a:gd name="T17" fmla="*/ 36 h 40"/>
                  <a:gd name="T18" fmla="*/ 51 w 51"/>
                  <a:gd name="T19" fmla="*/ 36 h 40"/>
                  <a:gd name="T20" fmla="*/ 51 w 51"/>
                  <a:gd name="T21" fmla="*/ 39 h 40"/>
                  <a:gd name="T22" fmla="*/ 22 w 51"/>
                  <a:gd name="T23" fmla="*/ 35 h 40"/>
                  <a:gd name="T24" fmla="*/ 22 w 51"/>
                  <a:gd name="T25" fmla="*/ 35 h 40"/>
                  <a:gd name="T26" fmla="*/ 6 w 51"/>
                  <a:gd name="T27" fmla="*/ 13 h 40"/>
                  <a:gd name="T28" fmla="*/ 6 w 51"/>
                  <a:gd name="T29" fmla="*/ 13 h 40"/>
                  <a:gd name="T30" fmla="*/ 0 w 51"/>
                  <a:gd name="T31"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 h="40">
                    <a:moveTo>
                      <a:pt x="0" y="1"/>
                    </a:moveTo>
                    <a:cubicBezTo>
                      <a:pt x="3" y="0"/>
                      <a:pt x="3" y="0"/>
                      <a:pt x="3" y="0"/>
                    </a:cubicBezTo>
                    <a:cubicBezTo>
                      <a:pt x="3" y="0"/>
                      <a:pt x="5" y="5"/>
                      <a:pt x="9" y="12"/>
                    </a:cubicBezTo>
                    <a:cubicBezTo>
                      <a:pt x="9" y="12"/>
                      <a:pt x="9" y="12"/>
                      <a:pt x="9" y="12"/>
                    </a:cubicBezTo>
                    <a:cubicBezTo>
                      <a:pt x="13" y="21"/>
                      <a:pt x="19" y="31"/>
                      <a:pt x="23" y="33"/>
                    </a:cubicBezTo>
                    <a:cubicBezTo>
                      <a:pt x="23" y="33"/>
                      <a:pt x="23" y="33"/>
                      <a:pt x="23" y="33"/>
                    </a:cubicBezTo>
                    <a:cubicBezTo>
                      <a:pt x="27" y="34"/>
                      <a:pt x="34" y="35"/>
                      <a:pt x="40" y="36"/>
                    </a:cubicBezTo>
                    <a:cubicBezTo>
                      <a:pt x="40" y="36"/>
                      <a:pt x="40" y="36"/>
                      <a:pt x="40" y="36"/>
                    </a:cubicBezTo>
                    <a:cubicBezTo>
                      <a:pt x="46" y="36"/>
                      <a:pt x="51" y="36"/>
                      <a:pt x="51" y="36"/>
                    </a:cubicBezTo>
                    <a:cubicBezTo>
                      <a:pt x="51" y="36"/>
                      <a:pt x="51" y="36"/>
                      <a:pt x="51" y="36"/>
                    </a:cubicBezTo>
                    <a:cubicBezTo>
                      <a:pt x="51" y="39"/>
                      <a:pt x="51" y="39"/>
                      <a:pt x="51" y="39"/>
                    </a:cubicBezTo>
                    <a:cubicBezTo>
                      <a:pt x="51" y="39"/>
                      <a:pt x="32" y="40"/>
                      <a:pt x="22" y="35"/>
                    </a:cubicBezTo>
                    <a:cubicBezTo>
                      <a:pt x="22" y="35"/>
                      <a:pt x="22" y="35"/>
                      <a:pt x="22" y="35"/>
                    </a:cubicBezTo>
                    <a:cubicBezTo>
                      <a:pt x="16" y="33"/>
                      <a:pt x="10" y="22"/>
                      <a:pt x="6" y="13"/>
                    </a:cubicBezTo>
                    <a:cubicBezTo>
                      <a:pt x="6" y="13"/>
                      <a:pt x="6" y="13"/>
                      <a:pt x="6" y="13"/>
                    </a:cubicBezTo>
                    <a:cubicBezTo>
                      <a:pt x="2" y="7"/>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8" name="Freeform 1363"/>
              <p:cNvSpPr>
                <a:spLocks noEditPoints="1"/>
              </p:cNvSpPr>
              <p:nvPr/>
            </p:nvSpPr>
            <p:spPr bwMode="auto">
              <a:xfrm>
                <a:off x="7000876" y="7650163"/>
                <a:ext cx="98425" cy="82550"/>
              </a:xfrm>
              <a:custGeom>
                <a:avLst/>
                <a:gdLst>
                  <a:gd name="T0" fmla="*/ 53 w 56"/>
                  <a:gd name="T1" fmla="*/ 44 h 47"/>
                  <a:gd name="T2" fmla="*/ 52 w 56"/>
                  <a:gd name="T3" fmla="*/ 44 h 47"/>
                  <a:gd name="T4" fmla="*/ 52 w 56"/>
                  <a:gd name="T5" fmla="*/ 44 h 47"/>
                  <a:gd name="T6" fmla="*/ 24 w 56"/>
                  <a:gd name="T7" fmla="*/ 40 h 47"/>
                  <a:gd name="T8" fmla="*/ 24 w 56"/>
                  <a:gd name="T9" fmla="*/ 40 h 47"/>
                  <a:gd name="T10" fmla="*/ 7 w 56"/>
                  <a:gd name="T11" fmla="*/ 17 h 47"/>
                  <a:gd name="T12" fmla="*/ 7 w 56"/>
                  <a:gd name="T13" fmla="*/ 17 h 47"/>
                  <a:gd name="T14" fmla="*/ 1 w 56"/>
                  <a:gd name="T15" fmla="*/ 5 h 47"/>
                  <a:gd name="T16" fmla="*/ 1 w 56"/>
                  <a:gd name="T17" fmla="*/ 5 h 47"/>
                  <a:gd name="T18" fmla="*/ 0 w 56"/>
                  <a:gd name="T19" fmla="*/ 3 h 47"/>
                  <a:gd name="T20" fmla="*/ 7 w 56"/>
                  <a:gd name="T21" fmla="*/ 0 h 47"/>
                  <a:gd name="T22" fmla="*/ 8 w 56"/>
                  <a:gd name="T23" fmla="*/ 2 h 47"/>
                  <a:gd name="T24" fmla="*/ 13 w 56"/>
                  <a:gd name="T25" fmla="*/ 14 h 47"/>
                  <a:gd name="T26" fmla="*/ 13 w 56"/>
                  <a:gd name="T27" fmla="*/ 14 h 47"/>
                  <a:gd name="T28" fmla="*/ 27 w 56"/>
                  <a:gd name="T29" fmla="*/ 34 h 47"/>
                  <a:gd name="T30" fmla="*/ 27 w 56"/>
                  <a:gd name="T31" fmla="*/ 34 h 47"/>
                  <a:gd name="T32" fmla="*/ 43 w 56"/>
                  <a:gd name="T33" fmla="*/ 37 h 47"/>
                  <a:gd name="T34" fmla="*/ 43 w 56"/>
                  <a:gd name="T35" fmla="*/ 37 h 47"/>
                  <a:gd name="T36" fmla="*/ 52 w 56"/>
                  <a:gd name="T37" fmla="*/ 37 h 47"/>
                  <a:gd name="T38" fmla="*/ 52 w 56"/>
                  <a:gd name="T39" fmla="*/ 37 h 47"/>
                  <a:gd name="T40" fmla="*/ 54 w 56"/>
                  <a:gd name="T41" fmla="*/ 37 h 47"/>
                  <a:gd name="T42" fmla="*/ 54 w 56"/>
                  <a:gd name="T43" fmla="*/ 37 h 47"/>
                  <a:gd name="T44" fmla="*/ 56 w 56"/>
                  <a:gd name="T45" fmla="*/ 37 h 47"/>
                  <a:gd name="T46" fmla="*/ 56 w 56"/>
                  <a:gd name="T47" fmla="*/ 47 h 47"/>
                  <a:gd name="T48" fmla="*/ 53 w 56"/>
                  <a:gd name="T49" fmla="*/ 44 h 47"/>
                  <a:gd name="T50" fmla="*/ 4 w 56"/>
                  <a:gd name="T51" fmla="*/ 6 h 47"/>
                  <a:gd name="T52" fmla="*/ 3 w 56"/>
                  <a:gd name="T53" fmla="*/ 4 h 47"/>
                  <a:gd name="T54" fmla="*/ 3 w 56"/>
                  <a:gd name="T55" fmla="*/ 4 h 47"/>
                  <a:gd name="T56" fmla="*/ 3 w 56"/>
                  <a:gd name="T57" fmla="*/ 4 h 47"/>
                  <a:gd name="T58" fmla="*/ 4 w 56"/>
                  <a:gd name="T59" fmla="*/ 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6" h="47">
                    <a:moveTo>
                      <a:pt x="53" y="44"/>
                    </a:moveTo>
                    <a:cubicBezTo>
                      <a:pt x="53" y="44"/>
                      <a:pt x="52" y="44"/>
                      <a:pt x="52" y="44"/>
                    </a:cubicBezTo>
                    <a:cubicBezTo>
                      <a:pt x="52" y="44"/>
                      <a:pt x="52" y="44"/>
                      <a:pt x="52" y="44"/>
                    </a:cubicBezTo>
                    <a:cubicBezTo>
                      <a:pt x="46" y="44"/>
                      <a:pt x="33" y="44"/>
                      <a:pt x="24" y="40"/>
                    </a:cubicBezTo>
                    <a:cubicBezTo>
                      <a:pt x="24" y="40"/>
                      <a:pt x="24" y="40"/>
                      <a:pt x="24" y="40"/>
                    </a:cubicBezTo>
                    <a:cubicBezTo>
                      <a:pt x="17" y="37"/>
                      <a:pt x="11" y="26"/>
                      <a:pt x="7" y="17"/>
                    </a:cubicBezTo>
                    <a:cubicBezTo>
                      <a:pt x="7" y="17"/>
                      <a:pt x="7" y="17"/>
                      <a:pt x="7" y="17"/>
                    </a:cubicBezTo>
                    <a:cubicBezTo>
                      <a:pt x="4" y="11"/>
                      <a:pt x="2" y="5"/>
                      <a:pt x="1" y="5"/>
                    </a:cubicBezTo>
                    <a:cubicBezTo>
                      <a:pt x="1" y="5"/>
                      <a:pt x="1" y="5"/>
                      <a:pt x="1" y="5"/>
                    </a:cubicBezTo>
                    <a:cubicBezTo>
                      <a:pt x="0" y="3"/>
                      <a:pt x="0" y="3"/>
                      <a:pt x="0" y="3"/>
                    </a:cubicBezTo>
                    <a:cubicBezTo>
                      <a:pt x="7" y="0"/>
                      <a:pt x="7" y="0"/>
                      <a:pt x="7" y="0"/>
                    </a:cubicBezTo>
                    <a:cubicBezTo>
                      <a:pt x="8" y="2"/>
                      <a:pt x="8" y="2"/>
                      <a:pt x="8" y="2"/>
                    </a:cubicBezTo>
                    <a:cubicBezTo>
                      <a:pt x="8" y="2"/>
                      <a:pt x="10" y="8"/>
                      <a:pt x="13" y="14"/>
                    </a:cubicBezTo>
                    <a:cubicBezTo>
                      <a:pt x="13" y="14"/>
                      <a:pt x="13" y="14"/>
                      <a:pt x="13" y="14"/>
                    </a:cubicBezTo>
                    <a:cubicBezTo>
                      <a:pt x="17" y="23"/>
                      <a:pt x="24" y="33"/>
                      <a:pt x="27" y="34"/>
                    </a:cubicBezTo>
                    <a:cubicBezTo>
                      <a:pt x="27" y="34"/>
                      <a:pt x="27" y="34"/>
                      <a:pt x="27" y="34"/>
                    </a:cubicBezTo>
                    <a:cubicBezTo>
                      <a:pt x="31" y="35"/>
                      <a:pt x="38" y="36"/>
                      <a:pt x="43" y="37"/>
                    </a:cubicBezTo>
                    <a:cubicBezTo>
                      <a:pt x="43" y="37"/>
                      <a:pt x="43" y="37"/>
                      <a:pt x="43" y="37"/>
                    </a:cubicBezTo>
                    <a:cubicBezTo>
                      <a:pt x="47" y="37"/>
                      <a:pt x="50" y="37"/>
                      <a:pt x="52" y="37"/>
                    </a:cubicBezTo>
                    <a:cubicBezTo>
                      <a:pt x="52" y="37"/>
                      <a:pt x="52" y="37"/>
                      <a:pt x="52" y="37"/>
                    </a:cubicBezTo>
                    <a:cubicBezTo>
                      <a:pt x="53" y="37"/>
                      <a:pt x="54" y="37"/>
                      <a:pt x="54" y="37"/>
                    </a:cubicBezTo>
                    <a:cubicBezTo>
                      <a:pt x="54" y="37"/>
                      <a:pt x="54" y="37"/>
                      <a:pt x="54" y="37"/>
                    </a:cubicBezTo>
                    <a:cubicBezTo>
                      <a:pt x="56" y="37"/>
                      <a:pt x="56" y="37"/>
                      <a:pt x="56" y="37"/>
                    </a:cubicBezTo>
                    <a:cubicBezTo>
                      <a:pt x="56" y="47"/>
                      <a:pt x="56" y="47"/>
                      <a:pt x="56" y="47"/>
                    </a:cubicBezTo>
                    <a:cubicBezTo>
                      <a:pt x="53" y="44"/>
                      <a:pt x="53" y="44"/>
                      <a:pt x="53" y="44"/>
                    </a:cubicBezTo>
                    <a:close/>
                    <a:moveTo>
                      <a:pt x="4" y="6"/>
                    </a:moveTo>
                    <a:cubicBezTo>
                      <a:pt x="3" y="4"/>
                      <a:pt x="3" y="4"/>
                      <a:pt x="3" y="4"/>
                    </a:cubicBezTo>
                    <a:cubicBezTo>
                      <a:pt x="3" y="4"/>
                      <a:pt x="3" y="4"/>
                      <a:pt x="3" y="4"/>
                    </a:cubicBezTo>
                    <a:cubicBezTo>
                      <a:pt x="3" y="4"/>
                      <a:pt x="3" y="4"/>
                      <a:pt x="3" y="4"/>
                    </a:cubicBezTo>
                    <a:cubicBezTo>
                      <a:pt x="4" y="6"/>
                      <a:pt x="4" y="6"/>
                      <a:pt x="4"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9" name="Freeform 1364"/>
              <p:cNvSpPr>
                <a:spLocks noEditPoints="1"/>
              </p:cNvSpPr>
              <p:nvPr/>
            </p:nvSpPr>
            <p:spPr bwMode="auto">
              <a:xfrm>
                <a:off x="7165976" y="7651751"/>
                <a:ext cx="100013" cy="65088"/>
              </a:xfrm>
              <a:custGeom>
                <a:avLst/>
                <a:gdLst>
                  <a:gd name="T0" fmla="*/ 0 w 57"/>
                  <a:gd name="T1" fmla="*/ 34 h 37"/>
                  <a:gd name="T2" fmla="*/ 36 w 57"/>
                  <a:gd name="T3" fmla="*/ 24 h 37"/>
                  <a:gd name="T4" fmla="*/ 36 w 57"/>
                  <a:gd name="T5" fmla="*/ 24 h 37"/>
                  <a:gd name="T6" fmla="*/ 37 w 57"/>
                  <a:gd name="T7" fmla="*/ 24 h 37"/>
                  <a:gd name="T8" fmla="*/ 37 w 57"/>
                  <a:gd name="T9" fmla="*/ 24 h 37"/>
                  <a:gd name="T10" fmla="*/ 50 w 57"/>
                  <a:gd name="T11" fmla="*/ 9 h 37"/>
                  <a:gd name="T12" fmla="*/ 50 w 57"/>
                  <a:gd name="T13" fmla="*/ 9 h 37"/>
                  <a:gd name="T14" fmla="*/ 54 w 57"/>
                  <a:gd name="T15" fmla="*/ 0 h 37"/>
                  <a:gd name="T16" fmla="*/ 54 w 57"/>
                  <a:gd name="T17" fmla="*/ 0 h 37"/>
                  <a:gd name="T18" fmla="*/ 57 w 57"/>
                  <a:gd name="T19" fmla="*/ 0 h 37"/>
                  <a:gd name="T20" fmla="*/ 38 w 57"/>
                  <a:gd name="T21" fmla="*/ 26 h 37"/>
                  <a:gd name="T22" fmla="*/ 38 w 57"/>
                  <a:gd name="T23" fmla="*/ 26 h 37"/>
                  <a:gd name="T24" fmla="*/ 37 w 57"/>
                  <a:gd name="T25" fmla="*/ 27 h 37"/>
                  <a:gd name="T26" fmla="*/ 37 w 57"/>
                  <a:gd name="T27" fmla="*/ 27 h 37"/>
                  <a:gd name="T28" fmla="*/ 0 w 57"/>
                  <a:gd name="T29" fmla="*/ 37 h 37"/>
                  <a:gd name="T30" fmla="*/ 0 w 57"/>
                  <a:gd name="T31" fmla="*/ 37 h 37"/>
                  <a:gd name="T32" fmla="*/ 0 w 57"/>
                  <a:gd name="T33" fmla="*/ 34 h 37"/>
                  <a:gd name="T34" fmla="*/ 54 w 57"/>
                  <a:gd name="T35" fmla="*/ 0 h 37"/>
                  <a:gd name="T36" fmla="*/ 54 w 57"/>
                  <a:gd name="T37" fmla="*/ 0 h 37"/>
                  <a:gd name="T38" fmla="*/ 54 w 57"/>
                  <a:gd name="T39" fmla="*/ 0 h 37"/>
                  <a:gd name="T40" fmla="*/ 54 w 57"/>
                  <a:gd name="T41" fmla="*/ 0 h 37"/>
                  <a:gd name="T42" fmla="*/ 54 w 57"/>
                  <a:gd name="T4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37">
                    <a:moveTo>
                      <a:pt x="0" y="34"/>
                    </a:moveTo>
                    <a:cubicBezTo>
                      <a:pt x="0" y="34"/>
                      <a:pt x="21" y="31"/>
                      <a:pt x="36" y="24"/>
                    </a:cubicBezTo>
                    <a:cubicBezTo>
                      <a:pt x="36" y="24"/>
                      <a:pt x="36" y="24"/>
                      <a:pt x="36" y="24"/>
                    </a:cubicBezTo>
                    <a:cubicBezTo>
                      <a:pt x="36" y="24"/>
                      <a:pt x="36" y="24"/>
                      <a:pt x="37" y="24"/>
                    </a:cubicBezTo>
                    <a:cubicBezTo>
                      <a:pt x="37" y="24"/>
                      <a:pt x="37" y="24"/>
                      <a:pt x="37" y="24"/>
                    </a:cubicBezTo>
                    <a:cubicBezTo>
                      <a:pt x="43" y="20"/>
                      <a:pt x="48" y="14"/>
                      <a:pt x="50" y="9"/>
                    </a:cubicBezTo>
                    <a:cubicBezTo>
                      <a:pt x="50" y="9"/>
                      <a:pt x="50" y="9"/>
                      <a:pt x="50" y="9"/>
                    </a:cubicBezTo>
                    <a:cubicBezTo>
                      <a:pt x="53" y="4"/>
                      <a:pt x="54" y="0"/>
                      <a:pt x="54" y="0"/>
                    </a:cubicBezTo>
                    <a:cubicBezTo>
                      <a:pt x="54" y="0"/>
                      <a:pt x="54" y="0"/>
                      <a:pt x="54" y="0"/>
                    </a:cubicBezTo>
                    <a:cubicBezTo>
                      <a:pt x="57" y="0"/>
                      <a:pt x="57" y="0"/>
                      <a:pt x="57" y="0"/>
                    </a:cubicBezTo>
                    <a:cubicBezTo>
                      <a:pt x="56" y="0"/>
                      <a:pt x="53" y="19"/>
                      <a:pt x="38" y="26"/>
                    </a:cubicBezTo>
                    <a:cubicBezTo>
                      <a:pt x="38" y="26"/>
                      <a:pt x="38" y="26"/>
                      <a:pt x="38" y="26"/>
                    </a:cubicBezTo>
                    <a:cubicBezTo>
                      <a:pt x="38" y="27"/>
                      <a:pt x="37" y="27"/>
                      <a:pt x="37" y="27"/>
                    </a:cubicBezTo>
                    <a:cubicBezTo>
                      <a:pt x="37" y="27"/>
                      <a:pt x="37" y="27"/>
                      <a:pt x="37" y="27"/>
                    </a:cubicBezTo>
                    <a:cubicBezTo>
                      <a:pt x="22" y="34"/>
                      <a:pt x="0" y="37"/>
                      <a:pt x="0" y="37"/>
                    </a:cubicBezTo>
                    <a:cubicBezTo>
                      <a:pt x="0" y="37"/>
                      <a:pt x="0" y="37"/>
                      <a:pt x="0" y="37"/>
                    </a:cubicBezTo>
                    <a:cubicBezTo>
                      <a:pt x="0" y="34"/>
                      <a:pt x="0" y="34"/>
                      <a:pt x="0" y="34"/>
                    </a:cubicBezTo>
                    <a:close/>
                    <a:moveTo>
                      <a:pt x="54" y="0"/>
                    </a:moveTo>
                    <a:cubicBezTo>
                      <a:pt x="54" y="0"/>
                      <a:pt x="54" y="0"/>
                      <a:pt x="54" y="0"/>
                    </a:cubicBezTo>
                    <a:cubicBezTo>
                      <a:pt x="54" y="0"/>
                      <a:pt x="54" y="0"/>
                      <a:pt x="54" y="0"/>
                    </a:cubicBezTo>
                    <a:cubicBezTo>
                      <a:pt x="54" y="0"/>
                      <a:pt x="54" y="0"/>
                      <a:pt x="54" y="0"/>
                    </a:cubicBezTo>
                    <a:cubicBezTo>
                      <a:pt x="54" y="0"/>
                      <a:pt x="54" y="0"/>
                      <a:pt x="5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0" name="Freeform 1365"/>
              <p:cNvSpPr/>
              <p:nvPr/>
            </p:nvSpPr>
            <p:spPr bwMode="auto">
              <a:xfrm>
                <a:off x="7162801" y="7646988"/>
                <a:ext cx="107950" cy="73025"/>
              </a:xfrm>
              <a:custGeom>
                <a:avLst/>
                <a:gdLst>
                  <a:gd name="T0" fmla="*/ 0 w 62"/>
                  <a:gd name="T1" fmla="*/ 40 h 42"/>
                  <a:gd name="T2" fmla="*/ 0 w 62"/>
                  <a:gd name="T3" fmla="*/ 37 h 42"/>
                  <a:gd name="T4" fmla="*/ 2 w 62"/>
                  <a:gd name="T5" fmla="*/ 37 h 42"/>
                  <a:gd name="T6" fmla="*/ 0 w 62"/>
                  <a:gd name="T7" fmla="*/ 37 h 42"/>
                  <a:gd name="T8" fmla="*/ 0 w 62"/>
                  <a:gd name="T9" fmla="*/ 36 h 42"/>
                  <a:gd name="T10" fmla="*/ 0 w 62"/>
                  <a:gd name="T11" fmla="*/ 35 h 42"/>
                  <a:gd name="T12" fmla="*/ 1 w 62"/>
                  <a:gd name="T13" fmla="*/ 35 h 42"/>
                  <a:gd name="T14" fmla="*/ 1 w 62"/>
                  <a:gd name="T15" fmla="*/ 35 h 42"/>
                  <a:gd name="T16" fmla="*/ 1 w 62"/>
                  <a:gd name="T17" fmla="*/ 35 h 42"/>
                  <a:gd name="T18" fmla="*/ 1 w 62"/>
                  <a:gd name="T19" fmla="*/ 35 h 42"/>
                  <a:gd name="T20" fmla="*/ 1 w 62"/>
                  <a:gd name="T21" fmla="*/ 35 h 42"/>
                  <a:gd name="T22" fmla="*/ 1 w 62"/>
                  <a:gd name="T23" fmla="*/ 35 h 42"/>
                  <a:gd name="T24" fmla="*/ 1 w 62"/>
                  <a:gd name="T25" fmla="*/ 35 h 42"/>
                  <a:gd name="T26" fmla="*/ 1 w 62"/>
                  <a:gd name="T27" fmla="*/ 35 h 42"/>
                  <a:gd name="T28" fmla="*/ 2 w 62"/>
                  <a:gd name="T29" fmla="*/ 35 h 42"/>
                  <a:gd name="T30" fmla="*/ 2 w 62"/>
                  <a:gd name="T31" fmla="*/ 35 h 42"/>
                  <a:gd name="T32" fmla="*/ 2 w 62"/>
                  <a:gd name="T33" fmla="*/ 34 h 42"/>
                  <a:gd name="T34" fmla="*/ 2 w 62"/>
                  <a:gd name="T35" fmla="*/ 34 h 42"/>
                  <a:gd name="T36" fmla="*/ 5 w 62"/>
                  <a:gd name="T37" fmla="*/ 34 h 42"/>
                  <a:gd name="T38" fmla="*/ 5 w 62"/>
                  <a:gd name="T39" fmla="*/ 34 h 42"/>
                  <a:gd name="T40" fmla="*/ 14 w 62"/>
                  <a:gd name="T41" fmla="*/ 32 h 42"/>
                  <a:gd name="T42" fmla="*/ 14 w 62"/>
                  <a:gd name="T43" fmla="*/ 32 h 42"/>
                  <a:gd name="T44" fmla="*/ 37 w 62"/>
                  <a:gd name="T45" fmla="*/ 25 h 42"/>
                  <a:gd name="T46" fmla="*/ 37 w 62"/>
                  <a:gd name="T47" fmla="*/ 25 h 42"/>
                  <a:gd name="T48" fmla="*/ 38 w 62"/>
                  <a:gd name="T49" fmla="*/ 25 h 42"/>
                  <a:gd name="T50" fmla="*/ 38 w 62"/>
                  <a:gd name="T51" fmla="*/ 25 h 42"/>
                  <a:gd name="T52" fmla="*/ 50 w 62"/>
                  <a:gd name="T53" fmla="*/ 11 h 42"/>
                  <a:gd name="T54" fmla="*/ 50 w 62"/>
                  <a:gd name="T55" fmla="*/ 11 h 42"/>
                  <a:gd name="T56" fmla="*/ 54 w 62"/>
                  <a:gd name="T57" fmla="*/ 2 h 42"/>
                  <a:gd name="T58" fmla="*/ 54 w 62"/>
                  <a:gd name="T59" fmla="*/ 2 h 42"/>
                  <a:gd name="T60" fmla="*/ 54 w 62"/>
                  <a:gd name="T61" fmla="*/ 0 h 42"/>
                  <a:gd name="T62" fmla="*/ 62 w 62"/>
                  <a:gd name="T63" fmla="*/ 2 h 42"/>
                  <a:gd name="T64" fmla="*/ 60 w 62"/>
                  <a:gd name="T65" fmla="*/ 4 h 42"/>
                  <a:gd name="T66" fmla="*/ 60 w 62"/>
                  <a:gd name="T67" fmla="*/ 5 h 42"/>
                  <a:gd name="T68" fmla="*/ 60 w 62"/>
                  <a:gd name="T69" fmla="*/ 5 h 42"/>
                  <a:gd name="T70" fmla="*/ 60 w 62"/>
                  <a:gd name="T71" fmla="*/ 7 h 42"/>
                  <a:gd name="T72" fmla="*/ 60 w 62"/>
                  <a:gd name="T73" fmla="*/ 7 h 42"/>
                  <a:gd name="T74" fmla="*/ 57 w 62"/>
                  <a:gd name="T75" fmla="*/ 14 h 42"/>
                  <a:gd name="T76" fmla="*/ 57 w 62"/>
                  <a:gd name="T77" fmla="*/ 14 h 42"/>
                  <a:gd name="T78" fmla="*/ 41 w 62"/>
                  <a:gd name="T79" fmla="*/ 31 h 42"/>
                  <a:gd name="T80" fmla="*/ 41 w 62"/>
                  <a:gd name="T81" fmla="*/ 31 h 42"/>
                  <a:gd name="T82" fmla="*/ 40 w 62"/>
                  <a:gd name="T83" fmla="*/ 32 h 42"/>
                  <a:gd name="T84" fmla="*/ 40 w 62"/>
                  <a:gd name="T85" fmla="*/ 32 h 42"/>
                  <a:gd name="T86" fmla="*/ 3 w 62"/>
                  <a:gd name="T87" fmla="*/ 42 h 42"/>
                  <a:gd name="T88" fmla="*/ 3 w 62"/>
                  <a:gd name="T89" fmla="*/ 42 h 42"/>
                  <a:gd name="T90" fmla="*/ 0 w 62"/>
                  <a:gd name="T91" fmla="*/ 42 h 42"/>
                  <a:gd name="T92" fmla="*/ 0 w 62"/>
                  <a:gd name="T93"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2" h="42">
                    <a:moveTo>
                      <a:pt x="0" y="40"/>
                    </a:moveTo>
                    <a:cubicBezTo>
                      <a:pt x="0" y="37"/>
                      <a:pt x="0" y="37"/>
                      <a:pt x="0" y="37"/>
                    </a:cubicBezTo>
                    <a:cubicBezTo>
                      <a:pt x="2" y="37"/>
                      <a:pt x="2" y="37"/>
                      <a:pt x="2" y="37"/>
                    </a:cubicBezTo>
                    <a:cubicBezTo>
                      <a:pt x="0" y="37"/>
                      <a:pt x="0" y="37"/>
                      <a:pt x="0" y="37"/>
                    </a:cubicBezTo>
                    <a:cubicBezTo>
                      <a:pt x="0" y="36"/>
                      <a:pt x="0" y="36"/>
                      <a:pt x="0" y="36"/>
                    </a:cubicBezTo>
                    <a:cubicBezTo>
                      <a:pt x="0" y="35"/>
                      <a:pt x="0" y="35"/>
                      <a:pt x="0"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2" y="35"/>
                      <a:pt x="2" y="35"/>
                      <a:pt x="2" y="35"/>
                    </a:cubicBezTo>
                    <a:cubicBezTo>
                      <a:pt x="2" y="35"/>
                      <a:pt x="2" y="35"/>
                      <a:pt x="2" y="35"/>
                    </a:cubicBezTo>
                    <a:cubicBezTo>
                      <a:pt x="2" y="35"/>
                      <a:pt x="2" y="35"/>
                      <a:pt x="2" y="34"/>
                    </a:cubicBezTo>
                    <a:cubicBezTo>
                      <a:pt x="2" y="34"/>
                      <a:pt x="2" y="34"/>
                      <a:pt x="2" y="34"/>
                    </a:cubicBezTo>
                    <a:cubicBezTo>
                      <a:pt x="3" y="34"/>
                      <a:pt x="4" y="34"/>
                      <a:pt x="5" y="34"/>
                    </a:cubicBezTo>
                    <a:cubicBezTo>
                      <a:pt x="5" y="34"/>
                      <a:pt x="5" y="34"/>
                      <a:pt x="5" y="34"/>
                    </a:cubicBezTo>
                    <a:cubicBezTo>
                      <a:pt x="7" y="34"/>
                      <a:pt x="10" y="33"/>
                      <a:pt x="14" y="32"/>
                    </a:cubicBezTo>
                    <a:cubicBezTo>
                      <a:pt x="14" y="32"/>
                      <a:pt x="14" y="32"/>
                      <a:pt x="14" y="32"/>
                    </a:cubicBezTo>
                    <a:cubicBezTo>
                      <a:pt x="21" y="31"/>
                      <a:pt x="30" y="28"/>
                      <a:pt x="37" y="25"/>
                    </a:cubicBezTo>
                    <a:cubicBezTo>
                      <a:pt x="37" y="25"/>
                      <a:pt x="37" y="25"/>
                      <a:pt x="37" y="25"/>
                    </a:cubicBezTo>
                    <a:cubicBezTo>
                      <a:pt x="37" y="25"/>
                      <a:pt x="37" y="25"/>
                      <a:pt x="38" y="25"/>
                    </a:cubicBezTo>
                    <a:cubicBezTo>
                      <a:pt x="38" y="25"/>
                      <a:pt x="38" y="25"/>
                      <a:pt x="38" y="25"/>
                    </a:cubicBezTo>
                    <a:cubicBezTo>
                      <a:pt x="44" y="22"/>
                      <a:pt x="48" y="16"/>
                      <a:pt x="50" y="11"/>
                    </a:cubicBezTo>
                    <a:cubicBezTo>
                      <a:pt x="50" y="11"/>
                      <a:pt x="50" y="11"/>
                      <a:pt x="50" y="11"/>
                    </a:cubicBezTo>
                    <a:cubicBezTo>
                      <a:pt x="53" y="6"/>
                      <a:pt x="54" y="2"/>
                      <a:pt x="54" y="2"/>
                    </a:cubicBezTo>
                    <a:cubicBezTo>
                      <a:pt x="54" y="2"/>
                      <a:pt x="54" y="2"/>
                      <a:pt x="54" y="2"/>
                    </a:cubicBezTo>
                    <a:cubicBezTo>
                      <a:pt x="54" y="0"/>
                      <a:pt x="54" y="0"/>
                      <a:pt x="54" y="0"/>
                    </a:cubicBezTo>
                    <a:cubicBezTo>
                      <a:pt x="62" y="2"/>
                      <a:pt x="62" y="2"/>
                      <a:pt x="62" y="2"/>
                    </a:cubicBezTo>
                    <a:cubicBezTo>
                      <a:pt x="60" y="4"/>
                      <a:pt x="60" y="4"/>
                      <a:pt x="60" y="4"/>
                    </a:cubicBezTo>
                    <a:cubicBezTo>
                      <a:pt x="60" y="4"/>
                      <a:pt x="60" y="4"/>
                      <a:pt x="60" y="5"/>
                    </a:cubicBezTo>
                    <a:cubicBezTo>
                      <a:pt x="60" y="5"/>
                      <a:pt x="60" y="5"/>
                      <a:pt x="60" y="5"/>
                    </a:cubicBezTo>
                    <a:cubicBezTo>
                      <a:pt x="60" y="5"/>
                      <a:pt x="60" y="6"/>
                      <a:pt x="60" y="7"/>
                    </a:cubicBezTo>
                    <a:cubicBezTo>
                      <a:pt x="60" y="7"/>
                      <a:pt x="60" y="7"/>
                      <a:pt x="60" y="7"/>
                    </a:cubicBezTo>
                    <a:cubicBezTo>
                      <a:pt x="59" y="9"/>
                      <a:pt x="58" y="12"/>
                      <a:pt x="57" y="14"/>
                    </a:cubicBezTo>
                    <a:cubicBezTo>
                      <a:pt x="57" y="14"/>
                      <a:pt x="57" y="14"/>
                      <a:pt x="57" y="14"/>
                    </a:cubicBezTo>
                    <a:cubicBezTo>
                      <a:pt x="54" y="20"/>
                      <a:pt x="49" y="27"/>
                      <a:pt x="41" y="31"/>
                    </a:cubicBezTo>
                    <a:cubicBezTo>
                      <a:pt x="41" y="31"/>
                      <a:pt x="41" y="31"/>
                      <a:pt x="41" y="31"/>
                    </a:cubicBezTo>
                    <a:cubicBezTo>
                      <a:pt x="40" y="31"/>
                      <a:pt x="40" y="31"/>
                      <a:pt x="40" y="32"/>
                    </a:cubicBezTo>
                    <a:cubicBezTo>
                      <a:pt x="40" y="32"/>
                      <a:pt x="40" y="32"/>
                      <a:pt x="40" y="32"/>
                    </a:cubicBezTo>
                    <a:cubicBezTo>
                      <a:pt x="25" y="38"/>
                      <a:pt x="5" y="41"/>
                      <a:pt x="3" y="42"/>
                    </a:cubicBezTo>
                    <a:cubicBezTo>
                      <a:pt x="3" y="42"/>
                      <a:pt x="3" y="42"/>
                      <a:pt x="3" y="42"/>
                    </a:cubicBezTo>
                    <a:cubicBezTo>
                      <a:pt x="0" y="42"/>
                      <a:pt x="0" y="42"/>
                      <a:pt x="0" y="42"/>
                    </a:cubicBezTo>
                    <a:cubicBezTo>
                      <a:pt x="0" y="40"/>
                      <a:pt x="0" y="40"/>
                      <a:pt x="0"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1" name="Freeform 1366"/>
              <p:cNvSpPr/>
              <p:nvPr/>
            </p:nvSpPr>
            <p:spPr bwMode="auto">
              <a:xfrm>
                <a:off x="7065964" y="7685088"/>
                <a:ext cx="128588" cy="176213"/>
              </a:xfrm>
              <a:custGeom>
                <a:avLst/>
                <a:gdLst>
                  <a:gd name="T0" fmla="*/ 7 w 74"/>
                  <a:gd name="T1" fmla="*/ 69 h 101"/>
                  <a:gd name="T2" fmla="*/ 31 w 74"/>
                  <a:gd name="T3" fmla="*/ 6 h 101"/>
                  <a:gd name="T4" fmla="*/ 31 w 74"/>
                  <a:gd name="T5" fmla="*/ 6 h 101"/>
                  <a:gd name="T6" fmla="*/ 66 w 74"/>
                  <a:gd name="T7" fmla="*/ 24 h 101"/>
                  <a:gd name="T8" fmla="*/ 66 w 74"/>
                  <a:gd name="T9" fmla="*/ 24 h 101"/>
                  <a:gd name="T10" fmla="*/ 70 w 74"/>
                  <a:gd name="T11" fmla="*/ 38 h 101"/>
                  <a:gd name="T12" fmla="*/ 70 w 74"/>
                  <a:gd name="T13" fmla="*/ 38 h 101"/>
                  <a:gd name="T14" fmla="*/ 44 w 74"/>
                  <a:gd name="T15" fmla="*/ 95 h 101"/>
                  <a:gd name="T16" fmla="*/ 44 w 74"/>
                  <a:gd name="T17" fmla="*/ 95 h 101"/>
                  <a:gd name="T18" fmla="*/ 43 w 74"/>
                  <a:gd name="T19" fmla="*/ 94 h 101"/>
                  <a:gd name="T20" fmla="*/ 41 w 74"/>
                  <a:gd name="T21" fmla="*/ 93 h 101"/>
                  <a:gd name="T22" fmla="*/ 67 w 74"/>
                  <a:gd name="T23" fmla="*/ 39 h 101"/>
                  <a:gd name="T24" fmla="*/ 67 w 74"/>
                  <a:gd name="T25" fmla="*/ 39 h 101"/>
                  <a:gd name="T26" fmla="*/ 63 w 74"/>
                  <a:gd name="T27" fmla="*/ 25 h 101"/>
                  <a:gd name="T28" fmla="*/ 63 w 74"/>
                  <a:gd name="T29" fmla="*/ 25 h 101"/>
                  <a:gd name="T30" fmla="*/ 32 w 74"/>
                  <a:gd name="T31" fmla="*/ 9 h 101"/>
                  <a:gd name="T32" fmla="*/ 32 w 74"/>
                  <a:gd name="T33" fmla="*/ 9 h 101"/>
                  <a:gd name="T34" fmla="*/ 10 w 74"/>
                  <a:gd name="T35" fmla="*/ 68 h 101"/>
                  <a:gd name="T36" fmla="*/ 10 w 74"/>
                  <a:gd name="T37" fmla="*/ 68 h 101"/>
                  <a:gd name="T38" fmla="*/ 14 w 74"/>
                  <a:gd name="T39" fmla="*/ 79 h 101"/>
                  <a:gd name="T40" fmla="*/ 14 w 74"/>
                  <a:gd name="T41" fmla="*/ 79 h 101"/>
                  <a:gd name="T42" fmla="*/ 25 w 74"/>
                  <a:gd name="T43" fmla="*/ 94 h 101"/>
                  <a:gd name="T44" fmla="*/ 25 w 74"/>
                  <a:gd name="T45" fmla="*/ 94 h 101"/>
                  <a:gd name="T46" fmla="*/ 38 w 74"/>
                  <a:gd name="T47" fmla="*/ 95 h 101"/>
                  <a:gd name="T48" fmla="*/ 38 w 74"/>
                  <a:gd name="T49" fmla="*/ 95 h 101"/>
                  <a:gd name="T50" fmla="*/ 41 w 74"/>
                  <a:gd name="T51" fmla="*/ 93 h 101"/>
                  <a:gd name="T52" fmla="*/ 41 w 74"/>
                  <a:gd name="T53" fmla="*/ 93 h 101"/>
                  <a:gd name="T54" fmla="*/ 43 w 74"/>
                  <a:gd name="T55" fmla="*/ 94 h 101"/>
                  <a:gd name="T56" fmla="*/ 44 w 74"/>
                  <a:gd name="T57" fmla="*/ 95 h 101"/>
                  <a:gd name="T58" fmla="*/ 39 w 74"/>
                  <a:gd name="T59" fmla="*/ 98 h 101"/>
                  <a:gd name="T60" fmla="*/ 39 w 74"/>
                  <a:gd name="T61" fmla="*/ 98 h 101"/>
                  <a:gd name="T62" fmla="*/ 24 w 74"/>
                  <a:gd name="T63" fmla="*/ 96 h 101"/>
                  <a:gd name="T64" fmla="*/ 24 w 74"/>
                  <a:gd name="T65" fmla="*/ 96 h 101"/>
                  <a:gd name="T66" fmla="*/ 12 w 74"/>
                  <a:gd name="T67" fmla="*/ 80 h 101"/>
                  <a:gd name="T68" fmla="*/ 12 w 74"/>
                  <a:gd name="T69" fmla="*/ 80 h 101"/>
                  <a:gd name="T70" fmla="*/ 7 w 74"/>
                  <a:gd name="T71" fmla="*/ 6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 h="101">
                    <a:moveTo>
                      <a:pt x="7" y="69"/>
                    </a:moveTo>
                    <a:cubicBezTo>
                      <a:pt x="0" y="47"/>
                      <a:pt x="13" y="15"/>
                      <a:pt x="31" y="6"/>
                    </a:cubicBezTo>
                    <a:cubicBezTo>
                      <a:pt x="31" y="6"/>
                      <a:pt x="31" y="6"/>
                      <a:pt x="31" y="6"/>
                    </a:cubicBezTo>
                    <a:cubicBezTo>
                      <a:pt x="45" y="0"/>
                      <a:pt x="59" y="9"/>
                      <a:pt x="66" y="24"/>
                    </a:cubicBezTo>
                    <a:cubicBezTo>
                      <a:pt x="66" y="24"/>
                      <a:pt x="66" y="24"/>
                      <a:pt x="66" y="24"/>
                    </a:cubicBezTo>
                    <a:cubicBezTo>
                      <a:pt x="68" y="28"/>
                      <a:pt x="70" y="33"/>
                      <a:pt x="70" y="38"/>
                    </a:cubicBezTo>
                    <a:cubicBezTo>
                      <a:pt x="70" y="38"/>
                      <a:pt x="70" y="38"/>
                      <a:pt x="70" y="38"/>
                    </a:cubicBezTo>
                    <a:cubicBezTo>
                      <a:pt x="74" y="61"/>
                      <a:pt x="63" y="78"/>
                      <a:pt x="44" y="95"/>
                    </a:cubicBezTo>
                    <a:cubicBezTo>
                      <a:pt x="44" y="95"/>
                      <a:pt x="44" y="95"/>
                      <a:pt x="44" y="95"/>
                    </a:cubicBezTo>
                    <a:cubicBezTo>
                      <a:pt x="43" y="94"/>
                      <a:pt x="43" y="94"/>
                      <a:pt x="43" y="94"/>
                    </a:cubicBezTo>
                    <a:cubicBezTo>
                      <a:pt x="41" y="93"/>
                      <a:pt x="41" y="93"/>
                      <a:pt x="41" y="93"/>
                    </a:cubicBezTo>
                    <a:cubicBezTo>
                      <a:pt x="61" y="75"/>
                      <a:pt x="71" y="60"/>
                      <a:pt x="67" y="39"/>
                    </a:cubicBezTo>
                    <a:cubicBezTo>
                      <a:pt x="67" y="39"/>
                      <a:pt x="67" y="39"/>
                      <a:pt x="67" y="39"/>
                    </a:cubicBezTo>
                    <a:cubicBezTo>
                      <a:pt x="67" y="34"/>
                      <a:pt x="65" y="29"/>
                      <a:pt x="63" y="25"/>
                    </a:cubicBezTo>
                    <a:cubicBezTo>
                      <a:pt x="63" y="25"/>
                      <a:pt x="63" y="25"/>
                      <a:pt x="63" y="25"/>
                    </a:cubicBezTo>
                    <a:cubicBezTo>
                      <a:pt x="56" y="11"/>
                      <a:pt x="44" y="3"/>
                      <a:pt x="32" y="9"/>
                    </a:cubicBezTo>
                    <a:cubicBezTo>
                      <a:pt x="32" y="9"/>
                      <a:pt x="32" y="9"/>
                      <a:pt x="32" y="9"/>
                    </a:cubicBezTo>
                    <a:cubicBezTo>
                      <a:pt x="16" y="16"/>
                      <a:pt x="3" y="48"/>
                      <a:pt x="10" y="68"/>
                    </a:cubicBezTo>
                    <a:cubicBezTo>
                      <a:pt x="10" y="68"/>
                      <a:pt x="10" y="68"/>
                      <a:pt x="10" y="68"/>
                    </a:cubicBezTo>
                    <a:cubicBezTo>
                      <a:pt x="11" y="72"/>
                      <a:pt x="13" y="75"/>
                      <a:pt x="14" y="79"/>
                    </a:cubicBezTo>
                    <a:cubicBezTo>
                      <a:pt x="14" y="79"/>
                      <a:pt x="14" y="79"/>
                      <a:pt x="14" y="79"/>
                    </a:cubicBezTo>
                    <a:cubicBezTo>
                      <a:pt x="18" y="85"/>
                      <a:pt x="21" y="91"/>
                      <a:pt x="25" y="94"/>
                    </a:cubicBezTo>
                    <a:cubicBezTo>
                      <a:pt x="25" y="94"/>
                      <a:pt x="25" y="94"/>
                      <a:pt x="25" y="94"/>
                    </a:cubicBezTo>
                    <a:cubicBezTo>
                      <a:pt x="29" y="97"/>
                      <a:pt x="33" y="97"/>
                      <a:pt x="38" y="95"/>
                    </a:cubicBezTo>
                    <a:cubicBezTo>
                      <a:pt x="38" y="95"/>
                      <a:pt x="38" y="95"/>
                      <a:pt x="38" y="95"/>
                    </a:cubicBezTo>
                    <a:cubicBezTo>
                      <a:pt x="39" y="95"/>
                      <a:pt x="40" y="94"/>
                      <a:pt x="41" y="93"/>
                    </a:cubicBezTo>
                    <a:cubicBezTo>
                      <a:pt x="41" y="93"/>
                      <a:pt x="41" y="93"/>
                      <a:pt x="41" y="93"/>
                    </a:cubicBezTo>
                    <a:cubicBezTo>
                      <a:pt x="43" y="94"/>
                      <a:pt x="43" y="94"/>
                      <a:pt x="43" y="94"/>
                    </a:cubicBezTo>
                    <a:cubicBezTo>
                      <a:pt x="44" y="95"/>
                      <a:pt x="44" y="95"/>
                      <a:pt x="44" y="95"/>
                    </a:cubicBezTo>
                    <a:cubicBezTo>
                      <a:pt x="42" y="96"/>
                      <a:pt x="41" y="97"/>
                      <a:pt x="39" y="98"/>
                    </a:cubicBezTo>
                    <a:cubicBezTo>
                      <a:pt x="39" y="98"/>
                      <a:pt x="39" y="98"/>
                      <a:pt x="39" y="98"/>
                    </a:cubicBezTo>
                    <a:cubicBezTo>
                      <a:pt x="34" y="101"/>
                      <a:pt x="28" y="100"/>
                      <a:pt x="24" y="96"/>
                    </a:cubicBezTo>
                    <a:cubicBezTo>
                      <a:pt x="24" y="96"/>
                      <a:pt x="24" y="96"/>
                      <a:pt x="24" y="96"/>
                    </a:cubicBezTo>
                    <a:cubicBezTo>
                      <a:pt x="19" y="93"/>
                      <a:pt x="15" y="87"/>
                      <a:pt x="12" y="80"/>
                    </a:cubicBezTo>
                    <a:cubicBezTo>
                      <a:pt x="12" y="80"/>
                      <a:pt x="12" y="80"/>
                      <a:pt x="12" y="80"/>
                    </a:cubicBezTo>
                    <a:cubicBezTo>
                      <a:pt x="10" y="77"/>
                      <a:pt x="8" y="73"/>
                      <a:pt x="7"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2" name="Freeform 1367"/>
              <p:cNvSpPr>
                <a:spLocks noEditPoints="1"/>
              </p:cNvSpPr>
              <p:nvPr/>
            </p:nvSpPr>
            <p:spPr bwMode="auto">
              <a:xfrm>
                <a:off x="7070726" y="7688263"/>
                <a:ext cx="122238" cy="174625"/>
              </a:xfrm>
              <a:custGeom>
                <a:avLst/>
                <a:gdLst>
                  <a:gd name="T0" fmla="*/ 30 w 70"/>
                  <a:gd name="T1" fmla="*/ 100 h 100"/>
                  <a:gd name="T2" fmla="*/ 19 w 70"/>
                  <a:gd name="T3" fmla="*/ 96 h 100"/>
                  <a:gd name="T4" fmla="*/ 19 w 70"/>
                  <a:gd name="T5" fmla="*/ 96 h 100"/>
                  <a:gd name="T6" fmla="*/ 7 w 70"/>
                  <a:gd name="T7" fmla="*/ 79 h 100"/>
                  <a:gd name="T8" fmla="*/ 7 w 70"/>
                  <a:gd name="T9" fmla="*/ 79 h 100"/>
                  <a:gd name="T10" fmla="*/ 2 w 70"/>
                  <a:gd name="T11" fmla="*/ 67 h 100"/>
                  <a:gd name="T12" fmla="*/ 2 w 70"/>
                  <a:gd name="T13" fmla="*/ 67 h 100"/>
                  <a:gd name="T14" fmla="*/ 4 w 70"/>
                  <a:gd name="T15" fmla="*/ 67 h 100"/>
                  <a:gd name="T16" fmla="*/ 2 w 70"/>
                  <a:gd name="T17" fmla="*/ 67 h 100"/>
                  <a:gd name="T18" fmla="*/ 0 w 70"/>
                  <a:gd name="T19" fmla="*/ 53 h 100"/>
                  <a:gd name="T20" fmla="*/ 0 w 70"/>
                  <a:gd name="T21" fmla="*/ 53 h 100"/>
                  <a:gd name="T22" fmla="*/ 27 w 70"/>
                  <a:gd name="T23" fmla="*/ 2 h 100"/>
                  <a:gd name="T24" fmla="*/ 27 w 70"/>
                  <a:gd name="T25" fmla="*/ 2 h 100"/>
                  <a:gd name="T26" fmla="*/ 37 w 70"/>
                  <a:gd name="T27" fmla="*/ 0 h 100"/>
                  <a:gd name="T28" fmla="*/ 37 w 70"/>
                  <a:gd name="T29" fmla="*/ 0 h 100"/>
                  <a:gd name="T30" fmla="*/ 65 w 70"/>
                  <a:gd name="T31" fmla="*/ 21 h 100"/>
                  <a:gd name="T32" fmla="*/ 65 w 70"/>
                  <a:gd name="T33" fmla="*/ 21 h 100"/>
                  <a:gd name="T34" fmla="*/ 69 w 70"/>
                  <a:gd name="T35" fmla="*/ 36 h 100"/>
                  <a:gd name="T36" fmla="*/ 69 w 70"/>
                  <a:gd name="T37" fmla="*/ 36 h 100"/>
                  <a:gd name="T38" fmla="*/ 70 w 70"/>
                  <a:gd name="T39" fmla="*/ 44 h 100"/>
                  <a:gd name="T40" fmla="*/ 70 w 70"/>
                  <a:gd name="T41" fmla="*/ 44 h 100"/>
                  <a:gd name="T42" fmla="*/ 43 w 70"/>
                  <a:gd name="T43" fmla="*/ 93 h 100"/>
                  <a:gd name="T44" fmla="*/ 43 w 70"/>
                  <a:gd name="T45" fmla="*/ 93 h 100"/>
                  <a:gd name="T46" fmla="*/ 43 w 70"/>
                  <a:gd name="T47" fmla="*/ 93 h 100"/>
                  <a:gd name="T48" fmla="*/ 42 w 70"/>
                  <a:gd name="T49" fmla="*/ 94 h 100"/>
                  <a:gd name="T50" fmla="*/ 41 w 70"/>
                  <a:gd name="T51" fmla="*/ 95 h 100"/>
                  <a:gd name="T52" fmla="*/ 41 w 70"/>
                  <a:gd name="T53" fmla="*/ 95 h 100"/>
                  <a:gd name="T54" fmla="*/ 40 w 70"/>
                  <a:gd name="T55" fmla="*/ 96 h 100"/>
                  <a:gd name="T56" fmla="*/ 40 w 70"/>
                  <a:gd name="T57" fmla="*/ 96 h 100"/>
                  <a:gd name="T58" fmla="*/ 37 w 70"/>
                  <a:gd name="T59" fmla="*/ 98 h 100"/>
                  <a:gd name="T60" fmla="*/ 37 w 70"/>
                  <a:gd name="T61" fmla="*/ 98 h 100"/>
                  <a:gd name="T62" fmla="*/ 30 w 70"/>
                  <a:gd name="T63" fmla="*/ 100 h 100"/>
                  <a:gd name="T64" fmla="*/ 30 w 70"/>
                  <a:gd name="T65" fmla="*/ 100 h 100"/>
                  <a:gd name="T66" fmla="*/ 30 w 70"/>
                  <a:gd name="T67" fmla="*/ 100 h 100"/>
                  <a:gd name="T68" fmla="*/ 37 w 70"/>
                  <a:gd name="T69" fmla="*/ 7 h 100"/>
                  <a:gd name="T70" fmla="*/ 30 w 70"/>
                  <a:gd name="T71" fmla="*/ 9 h 100"/>
                  <a:gd name="T72" fmla="*/ 30 w 70"/>
                  <a:gd name="T73" fmla="*/ 9 h 100"/>
                  <a:gd name="T74" fmla="*/ 7 w 70"/>
                  <a:gd name="T75" fmla="*/ 54 h 100"/>
                  <a:gd name="T76" fmla="*/ 7 w 70"/>
                  <a:gd name="T77" fmla="*/ 54 h 100"/>
                  <a:gd name="T78" fmla="*/ 9 w 70"/>
                  <a:gd name="T79" fmla="*/ 65 h 100"/>
                  <a:gd name="T80" fmla="*/ 9 w 70"/>
                  <a:gd name="T81" fmla="*/ 65 h 100"/>
                  <a:gd name="T82" fmla="*/ 13 w 70"/>
                  <a:gd name="T83" fmla="*/ 76 h 100"/>
                  <a:gd name="T84" fmla="*/ 13 w 70"/>
                  <a:gd name="T85" fmla="*/ 76 h 100"/>
                  <a:gd name="T86" fmla="*/ 24 w 70"/>
                  <a:gd name="T87" fmla="*/ 90 h 100"/>
                  <a:gd name="T88" fmla="*/ 24 w 70"/>
                  <a:gd name="T89" fmla="*/ 90 h 100"/>
                  <a:gd name="T90" fmla="*/ 30 w 70"/>
                  <a:gd name="T91" fmla="*/ 92 h 100"/>
                  <a:gd name="T92" fmla="*/ 30 w 70"/>
                  <a:gd name="T93" fmla="*/ 92 h 100"/>
                  <a:gd name="T94" fmla="*/ 34 w 70"/>
                  <a:gd name="T95" fmla="*/ 92 h 100"/>
                  <a:gd name="T96" fmla="*/ 34 w 70"/>
                  <a:gd name="T97" fmla="*/ 92 h 100"/>
                  <a:gd name="T98" fmla="*/ 37 w 70"/>
                  <a:gd name="T99" fmla="*/ 89 h 100"/>
                  <a:gd name="T100" fmla="*/ 37 w 70"/>
                  <a:gd name="T101" fmla="*/ 89 h 100"/>
                  <a:gd name="T102" fmla="*/ 63 w 70"/>
                  <a:gd name="T103" fmla="*/ 44 h 100"/>
                  <a:gd name="T104" fmla="*/ 63 w 70"/>
                  <a:gd name="T105" fmla="*/ 44 h 100"/>
                  <a:gd name="T106" fmla="*/ 62 w 70"/>
                  <a:gd name="T107" fmla="*/ 37 h 100"/>
                  <a:gd name="T108" fmla="*/ 62 w 70"/>
                  <a:gd name="T109" fmla="*/ 37 h 100"/>
                  <a:gd name="T110" fmla="*/ 58 w 70"/>
                  <a:gd name="T111" fmla="*/ 24 h 100"/>
                  <a:gd name="T112" fmla="*/ 58 w 70"/>
                  <a:gd name="T113" fmla="*/ 24 h 100"/>
                  <a:gd name="T114" fmla="*/ 37 w 70"/>
                  <a:gd name="T115" fmla="*/ 7 h 100"/>
                  <a:gd name="T116" fmla="*/ 37 w 70"/>
                  <a:gd name="T117" fmla="*/ 7 h 100"/>
                  <a:gd name="T118" fmla="*/ 37 w 70"/>
                  <a:gd name="T119"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0" h="100">
                    <a:moveTo>
                      <a:pt x="30" y="100"/>
                    </a:moveTo>
                    <a:cubicBezTo>
                      <a:pt x="26" y="100"/>
                      <a:pt x="22" y="98"/>
                      <a:pt x="19" y="96"/>
                    </a:cubicBezTo>
                    <a:cubicBezTo>
                      <a:pt x="19" y="96"/>
                      <a:pt x="19" y="96"/>
                      <a:pt x="19" y="96"/>
                    </a:cubicBezTo>
                    <a:cubicBezTo>
                      <a:pt x="14" y="92"/>
                      <a:pt x="10" y="86"/>
                      <a:pt x="7" y="79"/>
                    </a:cubicBezTo>
                    <a:cubicBezTo>
                      <a:pt x="7" y="79"/>
                      <a:pt x="7" y="79"/>
                      <a:pt x="7" y="79"/>
                    </a:cubicBezTo>
                    <a:cubicBezTo>
                      <a:pt x="5" y="75"/>
                      <a:pt x="4" y="71"/>
                      <a:pt x="2" y="67"/>
                    </a:cubicBezTo>
                    <a:cubicBezTo>
                      <a:pt x="2" y="67"/>
                      <a:pt x="2" y="67"/>
                      <a:pt x="2" y="67"/>
                    </a:cubicBezTo>
                    <a:cubicBezTo>
                      <a:pt x="4" y="67"/>
                      <a:pt x="4" y="67"/>
                      <a:pt x="4" y="67"/>
                    </a:cubicBezTo>
                    <a:cubicBezTo>
                      <a:pt x="2" y="67"/>
                      <a:pt x="2" y="67"/>
                      <a:pt x="2" y="67"/>
                    </a:cubicBezTo>
                    <a:cubicBezTo>
                      <a:pt x="1" y="63"/>
                      <a:pt x="0" y="58"/>
                      <a:pt x="0" y="53"/>
                    </a:cubicBezTo>
                    <a:cubicBezTo>
                      <a:pt x="0" y="53"/>
                      <a:pt x="0" y="53"/>
                      <a:pt x="0" y="53"/>
                    </a:cubicBezTo>
                    <a:cubicBezTo>
                      <a:pt x="0" y="33"/>
                      <a:pt x="12" y="10"/>
                      <a:pt x="27" y="2"/>
                    </a:cubicBezTo>
                    <a:cubicBezTo>
                      <a:pt x="27" y="2"/>
                      <a:pt x="27" y="2"/>
                      <a:pt x="27" y="2"/>
                    </a:cubicBezTo>
                    <a:cubicBezTo>
                      <a:pt x="30" y="1"/>
                      <a:pt x="34" y="0"/>
                      <a:pt x="37" y="0"/>
                    </a:cubicBezTo>
                    <a:cubicBezTo>
                      <a:pt x="37" y="0"/>
                      <a:pt x="37" y="0"/>
                      <a:pt x="37" y="0"/>
                    </a:cubicBezTo>
                    <a:cubicBezTo>
                      <a:pt x="49" y="0"/>
                      <a:pt x="59" y="9"/>
                      <a:pt x="65" y="21"/>
                    </a:cubicBezTo>
                    <a:cubicBezTo>
                      <a:pt x="65" y="21"/>
                      <a:pt x="65" y="21"/>
                      <a:pt x="65" y="21"/>
                    </a:cubicBezTo>
                    <a:cubicBezTo>
                      <a:pt x="67" y="26"/>
                      <a:pt x="69" y="31"/>
                      <a:pt x="69" y="36"/>
                    </a:cubicBezTo>
                    <a:cubicBezTo>
                      <a:pt x="69" y="36"/>
                      <a:pt x="69" y="36"/>
                      <a:pt x="69" y="36"/>
                    </a:cubicBezTo>
                    <a:cubicBezTo>
                      <a:pt x="70" y="39"/>
                      <a:pt x="70" y="42"/>
                      <a:pt x="70" y="44"/>
                    </a:cubicBezTo>
                    <a:cubicBezTo>
                      <a:pt x="70" y="44"/>
                      <a:pt x="70" y="44"/>
                      <a:pt x="70" y="44"/>
                    </a:cubicBezTo>
                    <a:cubicBezTo>
                      <a:pt x="70" y="63"/>
                      <a:pt x="60" y="78"/>
                      <a:pt x="43" y="93"/>
                    </a:cubicBezTo>
                    <a:cubicBezTo>
                      <a:pt x="43" y="93"/>
                      <a:pt x="43" y="93"/>
                      <a:pt x="43" y="93"/>
                    </a:cubicBezTo>
                    <a:cubicBezTo>
                      <a:pt x="43" y="93"/>
                      <a:pt x="43" y="93"/>
                      <a:pt x="43" y="93"/>
                    </a:cubicBezTo>
                    <a:cubicBezTo>
                      <a:pt x="42" y="94"/>
                      <a:pt x="42" y="94"/>
                      <a:pt x="42" y="94"/>
                    </a:cubicBezTo>
                    <a:cubicBezTo>
                      <a:pt x="42" y="95"/>
                      <a:pt x="42" y="95"/>
                      <a:pt x="41" y="95"/>
                    </a:cubicBezTo>
                    <a:cubicBezTo>
                      <a:pt x="41" y="95"/>
                      <a:pt x="41" y="95"/>
                      <a:pt x="41" y="95"/>
                    </a:cubicBezTo>
                    <a:cubicBezTo>
                      <a:pt x="40" y="96"/>
                      <a:pt x="40" y="96"/>
                      <a:pt x="40" y="96"/>
                    </a:cubicBezTo>
                    <a:cubicBezTo>
                      <a:pt x="40" y="96"/>
                      <a:pt x="40" y="96"/>
                      <a:pt x="40" y="96"/>
                    </a:cubicBezTo>
                    <a:cubicBezTo>
                      <a:pt x="39" y="97"/>
                      <a:pt x="38" y="97"/>
                      <a:pt x="37" y="98"/>
                    </a:cubicBezTo>
                    <a:cubicBezTo>
                      <a:pt x="37" y="98"/>
                      <a:pt x="37" y="98"/>
                      <a:pt x="37" y="98"/>
                    </a:cubicBezTo>
                    <a:cubicBezTo>
                      <a:pt x="35" y="99"/>
                      <a:pt x="32" y="100"/>
                      <a:pt x="30" y="100"/>
                    </a:cubicBezTo>
                    <a:cubicBezTo>
                      <a:pt x="30" y="100"/>
                      <a:pt x="30" y="100"/>
                      <a:pt x="30" y="100"/>
                    </a:cubicBezTo>
                    <a:cubicBezTo>
                      <a:pt x="30" y="100"/>
                      <a:pt x="30" y="100"/>
                      <a:pt x="30" y="100"/>
                    </a:cubicBezTo>
                    <a:close/>
                    <a:moveTo>
                      <a:pt x="37" y="7"/>
                    </a:moveTo>
                    <a:cubicBezTo>
                      <a:pt x="35" y="7"/>
                      <a:pt x="32" y="8"/>
                      <a:pt x="30" y="9"/>
                    </a:cubicBezTo>
                    <a:cubicBezTo>
                      <a:pt x="30" y="9"/>
                      <a:pt x="30" y="9"/>
                      <a:pt x="30" y="9"/>
                    </a:cubicBezTo>
                    <a:cubicBezTo>
                      <a:pt x="18" y="14"/>
                      <a:pt x="7" y="36"/>
                      <a:pt x="7" y="54"/>
                    </a:cubicBezTo>
                    <a:cubicBezTo>
                      <a:pt x="7" y="54"/>
                      <a:pt x="7" y="54"/>
                      <a:pt x="7" y="54"/>
                    </a:cubicBezTo>
                    <a:cubicBezTo>
                      <a:pt x="7" y="58"/>
                      <a:pt x="8" y="62"/>
                      <a:pt x="9" y="65"/>
                    </a:cubicBezTo>
                    <a:cubicBezTo>
                      <a:pt x="9" y="65"/>
                      <a:pt x="9" y="65"/>
                      <a:pt x="9" y="65"/>
                    </a:cubicBezTo>
                    <a:cubicBezTo>
                      <a:pt x="10" y="69"/>
                      <a:pt x="12" y="73"/>
                      <a:pt x="13" y="76"/>
                    </a:cubicBezTo>
                    <a:cubicBezTo>
                      <a:pt x="13" y="76"/>
                      <a:pt x="13" y="76"/>
                      <a:pt x="13" y="76"/>
                    </a:cubicBezTo>
                    <a:cubicBezTo>
                      <a:pt x="16" y="82"/>
                      <a:pt x="20" y="87"/>
                      <a:pt x="24" y="90"/>
                    </a:cubicBezTo>
                    <a:cubicBezTo>
                      <a:pt x="24" y="90"/>
                      <a:pt x="24" y="90"/>
                      <a:pt x="24" y="90"/>
                    </a:cubicBezTo>
                    <a:cubicBezTo>
                      <a:pt x="26" y="92"/>
                      <a:pt x="28" y="92"/>
                      <a:pt x="30" y="92"/>
                    </a:cubicBezTo>
                    <a:cubicBezTo>
                      <a:pt x="30" y="92"/>
                      <a:pt x="30" y="92"/>
                      <a:pt x="30" y="92"/>
                    </a:cubicBezTo>
                    <a:cubicBezTo>
                      <a:pt x="31" y="92"/>
                      <a:pt x="32" y="92"/>
                      <a:pt x="34" y="92"/>
                    </a:cubicBezTo>
                    <a:cubicBezTo>
                      <a:pt x="34" y="92"/>
                      <a:pt x="34" y="92"/>
                      <a:pt x="34" y="92"/>
                    </a:cubicBezTo>
                    <a:cubicBezTo>
                      <a:pt x="35" y="91"/>
                      <a:pt x="36" y="90"/>
                      <a:pt x="37" y="89"/>
                    </a:cubicBezTo>
                    <a:cubicBezTo>
                      <a:pt x="37" y="89"/>
                      <a:pt x="37" y="89"/>
                      <a:pt x="37" y="89"/>
                    </a:cubicBezTo>
                    <a:cubicBezTo>
                      <a:pt x="54" y="74"/>
                      <a:pt x="63" y="61"/>
                      <a:pt x="63" y="44"/>
                    </a:cubicBezTo>
                    <a:cubicBezTo>
                      <a:pt x="63" y="44"/>
                      <a:pt x="63" y="44"/>
                      <a:pt x="63" y="44"/>
                    </a:cubicBezTo>
                    <a:cubicBezTo>
                      <a:pt x="63" y="42"/>
                      <a:pt x="63" y="40"/>
                      <a:pt x="62" y="37"/>
                    </a:cubicBezTo>
                    <a:cubicBezTo>
                      <a:pt x="62" y="37"/>
                      <a:pt x="62" y="37"/>
                      <a:pt x="62" y="37"/>
                    </a:cubicBezTo>
                    <a:cubicBezTo>
                      <a:pt x="62" y="33"/>
                      <a:pt x="60" y="28"/>
                      <a:pt x="58" y="24"/>
                    </a:cubicBezTo>
                    <a:cubicBezTo>
                      <a:pt x="58" y="24"/>
                      <a:pt x="58" y="24"/>
                      <a:pt x="58" y="24"/>
                    </a:cubicBezTo>
                    <a:cubicBezTo>
                      <a:pt x="53" y="14"/>
                      <a:pt x="45" y="7"/>
                      <a:pt x="37" y="7"/>
                    </a:cubicBezTo>
                    <a:cubicBezTo>
                      <a:pt x="37" y="7"/>
                      <a:pt x="37" y="7"/>
                      <a:pt x="37" y="7"/>
                    </a:cubicBezTo>
                    <a:cubicBezTo>
                      <a:pt x="37" y="7"/>
                      <a:pt x="37" y="7"/>
                      <a:pt x="37"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3" name="Freeform 1368"/>
              <p:cNvSpPr>
                <a:spLocks noEditPoints="1"/>
              </p:cNvSpPr>
              <p:nvPr/>
            </p:nvSpPr>
            <p:spPr bwMode="auto">
              <a:xfrm>
                <a:off x="7104064" y="7858126"/>
                <a:ext cx="28575" cy="77788"/>
              </a:xfrm>
              <a:custGeom>
                <a:avLst/>
                <a:gdLst>
                  <a:gd name="T0" fmla="*/ 0 w 18"/>
                  <a:gd name="T1" fmla="*/ 46 h 49"/>
                  <a:gd name="T2" fmla="*/ 14 w 18"/>
                  <a:gd name="T3" fmla="*/ 43 h 49"/>
                  <a:gd name="T4" fmla="*/ 10 w 18"/>
                  <a:gd name="T5" fmla="*/ 0 h 49"/>
                  <a:gd name="T6" fmla="*/ 14 w 18"/>
                  <a:gd name="T7" fmla="*/ 0 h 49"/>
                  <a:gd name="T8" fmla="*/ 18 w 18"/>
                  <a:gd name="T9" fmla="*/ 46 h 49"/>
                  <a:gd name="T10" fmla="*/ 1 w 18"/>
                  <a:gd name="T11" fmla="*/ 49 h 49"/>
                  <a:gd name="T12" fmla="*/ 0 w 18"/>
                  <a:gd name="T13" fmla="*/ 46 h 49"/>
                  <a:gd name="T14" fmla="*/ 0 w 18"/>
                  <a:gd name="T15" fmla="*/ 46 h 49"/>
                  <a:gd name="T16" fmla="*/ 10 w 18"/>
                  <a:gd name="T17" fmla="*/ 0 h 49"/>
                  <a:gd name="T18" fmla="*/ 10 w 18"/>
                  <a:gd name="T19" fmla="*/ 0 h 49"/>
                  <a:gd name="T20" fmla="*/ 10 w 18"/>
                  <a:gd name="T21" fmla="*/ 0 h 49"/>
                  <a:gd name="T22" fmla="*/ 10 w 18"/>
                  <a:gd name="T23" fmla="*/ 0 h 49"/>
                  <a:gd name="T24" fmla="*/ 10 w 18"/>
                  <a:gd name="T25"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49">
                    <a:moveTo>
                      <a:pt x="0" y="46"/>
                    </a:moveTo>
                    <a:lnTo>
                      <a:pt x="14" y="43"/>
                    </a:lnTo>
                    <a:lnTo>
                      <a:pt x="10" y="0"/>
                    </a:lnTo>
                    <a:lnTo>
                      <a:pt x="14" y="0"/>
                    </a:lnTo>
                    <a:lnTo>
                      <a:pt x="18" y="46"/>
                    </a:lnTo>
                    <a:lnTo>
                      <a:pt x="1" y="49"/>
                    </a:lnTo>
                    <a:lnTo>
                      <a:pt x="0" y="46"/>
                    </a:lnTo>
                    <a:lnTo>
                      <a:pt x="0" y="46"/>
                    </a:lnTo>
                    <a:close/>
                    <a:moveTo>
                      <a:pt x="10" y="0"/>
                    </a:moveTo>
                    <a:lnTo>
                      <a:pt x="10" y="0"/>
                    </a:lnTo>
                    <a:lnTo>
                      <a:pt x="10" y="0"/>
                    </a:lnTo>
                    <a:lnTo>
                      <a:pt x="10" y="0"/>
                    </a:lnTo>
                    <a:lnTo>
                      <a:pt x="1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4" name="Freeform 1369"/>
              <p:cNvSpPr>
                <a:spLocks noEditPoints="1"/>
              </p:cNvSpPr>
              <p:nvPr/>
            </p:nvSpPr>
            <p:spPr bwMode="auto">
              <a:xfrm>
                <a:off x="7100889" y="7854951"/>
                <a:ext cx="34925" cy="84138"/>
              </a:xfrm>
              <a:custGeom>
                <a:avLst/>
                <a:gdLst>
                  <a:gd name="T0" fmla="*/ 1 w 22"/>
                  <a:gd name="T1" fmla="*/ 51 h 53"/>
                  <a:gd name="T2" fmla="*/ 0 w 22"/>
                  <a:gd name="T3" fmla="*/ 48 h 53"/>
                  <a:gd name="T4" fmla="*/ 2 w 22"/>
                  <a:gd name="T5" fmla="*/ 48 h 53"/>
                  <a:gd name="T6" fmla="*/ 2 w 22"/>
                  <a:gd name="T7" fmla="*/ 50 h 53"/>
                  <a:gd name="T8" fmla="*/ 2 w 22"/>
                  <a:gd name="T9" fmla="*/ 48 h 53"/>
                  <a:gd name="T10" fmla="*/ 0 w 22"/>
                  <a:gd name="T11" fmla="*/ 48 h 53"/>
                  <a:gd name="T12" fmla="*/ 0 w 22"/>
                  <a:gd name="T13" fmla="*/ 47 h 53"/>
                  <a:gd name="T14" fmla="*/ 14 w 22"/>
                  <a:gd name="T15" fmla="*/ 44 h 53"/>
                  <a:gd name="T16" fmla="*/ 10 w 22"/>
                  <a:gd name="T17" fmla="*/ 1 h 53"/>
                  <a:gd name="T18" fmla="*/ 17 w 22"/>
                  <a:gd name="T19" fmla="*/ 0 h 53"/>
                  <a:gd name="T20" fmla="*/ 22 w 22"/>
                  <a:gd name="T21" fmla="*/ 49 h 53"/>
                  <a:gd name="T22" fmla="*/ 1 w 22"/>
                  <a:gd name="T23" fmla="*/ 53 h 53"/>
                  <a:gd name="T24" fmla="*/ 1 w 22"/>
                  <a:gd name="T25" fmla="*/ 51 h 53"/>
                  <a:gd name="T26" fmla="*/ 1 w 22"/>
                  <a:gd name="T27" fmla="*/ 51 h 53"/>
                  <a:gd name="T28" fmla="*/ 12 w 22"/>
                  <a:gd name="T29" fmla="*/ 2 h 53"/>
                  <a:gd name="T30" fmla="*/ 12 w 22"/>
                  <a:gd name="T31" fmla="*/ 0 h 53"/>
                  <a:gd name="T32" fmla="*/ 12 w 22"/>
                  <a:gd name="T33" fmla="*/ 2 h 53"/>
                  <a:gd name="T34" fmla="*/ 12 w 22"/>
                  <a:gd name="T35" fmla="*/ 2 h 53"/>
                  <a:gd name="T36" fmla="*/ 12 w 22"/>
                  <a:gd name="T37" fmla="*/ 2 h 53"/>
                  <a:gd name="T38" fmla="*/ 12 w 22"/>
                  <a:gd name="T39" fmla="*/ 0 h 53"/>
                  <a:gd name="T40" fmla="*/ 12 w 22"/>
                  <a:gd name="T41" fmla="*/ 2 h 53"/>
                  <a:gd name="T42" fmla="*/ 12 w 22"/>
                  <a:gd name="T43" fmla="*/ 0 h 53"/>
                  <a:gd name="T44" fmla="*/ 12 w 22"/>
                  <a:gd name="T45" fmla="*/ 2 h 53"/>
                  <a:gd name="T46" fmla="*/ 12 w 22"/>
                  <a:gd name="T47" fmla="*/ 2 h 53"/>
                  <a:gd name="T48" fmla="*/ 12 w 22"/>
                  <a:gd name="T49" fmla="*/ 2 h 53"/>
                  <a:gd name="T50" fmla="*/ 12 w 22"/>
                  <a:gd name="T51" fmla="*/ 0 h 53"/>
                  <a:gd name="T52" fmla="*/ 12 w 22"/>
                  <a:gd name="T53" fmla="*/ 2 h 53"/>
                  <a:gd name="T54" fmla="*/ 12 w 22"/>
                  <a:gd name="T55"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53">
                    <a:moveTo>
                      <a:pt x="1" y="51"/>
                    </a:moveTo>
                    <a:lnTo>
                      <a:pt x="0" y="48"/>
                    </a:lnTo>
                    <a:lnTo>
                      <a:pt x="2" y="48"/>
                    </a:lnTo>
                    <a:lnTo>
                      <a:pt x="2" y="50"/>
                    </a:lnTo>
                    <a:lnTo>
                      <a:pt x="2" y="48"/>
                    </a:lnTo>
                    <a:lnTo>
                      <a:pt x="0" y="48"/>
                    </a:lnTo>
                    <a:lnTo>
                      <a:pt x="0" y="47"/>
                    </a:lnTo>
                    <a:lnTo>
                      <a:pt x="14" y="44"/>
                    </a:lnTo>
                    <a:lnTo>
                      <a:pt x="10" y="1"/>
                    </a:lnTo>
                    <a:lnTo>
                      <a:pt x="17" y="0"/>
                    </a:lnTo>
                    <a:lnTo>
                      <a:pt x="22" y="49"/>
                    </a:lnTo>
                    <a:lnTo>
                      <a:pt x="1" y="53"/>
                    </a:lnTo>
                    <a:lnTo>
                      <a:pt x="1" y="51"/>
                    </a:lnTo>
                    <a:lnTo>
                      <a:pt x="1" y="51"/>
                    </a:lnTo>
                    <a:close/>
                    <a:moveTo>
                      <a:pt x="12" y="2"/>
                    </a:moveTo>
                    <a:lnTo>
                      <a:pt x="12" y="0"/>
                    </a:lnTo>
                    <a:lnTo>
                      <a:pt x="12" y="2"/>
                    </a:lnTo>
                    <a:lnTo>
                      <a:pt x="12" y="2"/>
                    </a:lnTo>
                    <a:close/>
                    <a:moveTo>
                      <a:pt x="12" y="2"/>
                    </a:moveTo>
                    <a:lnTo>
                      <a:pt x="12" y="0"/>
                    </a:lnTo>
                    <a:lnTo>
                      <a:pt x="12" y="2"/>
                    </a:lnTo>
                    <a:lnTo>
                      <a:pt x="12" y="0"/>
                    </a:lnTo>
                    <a:lnTo>
                      <a:pt x="12" y="2"/>
                    </a:lnTo>
                    <a:lnTo>
                      <a:pt x="12" y="2"/>
                    </a:lnTo>
                    <a:close/>
                    <a:moveTo>
                      <a:pt x="12" y="2"/>
                    </a:moveTo>
                    <a:lnTo>
                      <a:pt x="12" y="0"/>
                    </a:lnTo>
                    <a:lnTo>
                      <a:pt x="12" y="2"/>
                    </a:lnTo>
                    <a:lnTo>
                      <a:pt x="1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5" name="Freeform 1370"/>
              <p:cNvSpPr/>
              <p:nvPr/>
            </p:nvSpPr>
            <p:spPr bwMode="auto">
              <a:xfrm>
                <a:off x="7137401" y="7848601"/>
                <a:ext cx="22225" cy="77788"/>
              </a:xfrm>
              <a:custGeom>
                <a:avLst/>
                <a:gdLst>
                  <a:gd name="T0" fmla="*/ 0 w 14"/>
                  <a:gd name="T1" fmla="*/ 0 h 49"/>
                  <a:gd name="T2" fmla="*/ 0 w 14"/>
                  <a:gd name="T3" fmla="*/ 0 h 49"/>
                  <a:gd name="T4" fmla="*/ 3 w 14"/>
                  <a:gd name="T5" fmla="*/ 0 h 49"/>
                  <a:gd name="T6" fmla="*/ 9 w 14"/>
                  <a:gd name="T7" fmla="*/ 43 h 49"/>
                  <a:gd name="T8" fmla="*/ 14 w 14"/>
                  <a:gd name="T9" fmla="*/ 45 h 49"/>
                  <a:gd name="T10" fmla="*/ 13 w 14"/>
                  <a:gd name="T11" fmla="*/ 49 h 49"/>
                  <a:gd name="T12" fmla="*/ 5 w 14"/>
                  <a:gd name="T13" fmla="*/ 46 h 49"/>
                  <a:gd name="T14" fmla="*/ 0 w 14"/>
                  <a:gd name="T15" fmla="*/ 0 h 49"/>
                  <a:gd name="T16" fmla="*/ 0 w 14"/>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9">
                    <a:moveTo>
                      <a:pt x="0" y="0"/>
                    </a:moveTo>
                    <a:lnTo>
                      <a:pt x="0" y="0"/>
                    </a:lnTo>
                    <a:lnTo>
                      <a:pt x="3" y="0"/>
                    </a:lnTo>
                    <a:lnTo>
                      <a:pt x="9" y="43"/>
                    </a:lnTo>
                    <a:lnTo>
                      <a:pt x="14" y="45"/>
                    </a:lnTo>
                    <a:lnTo>
                      <a:pt x="13" y="49"/>
                    </a:lnTo>
                    <a:lnTo>
                      <a:pt x="5" y="46"/>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6" name="Freeform 1371"/>
              <p:cNvSpPr/>
              <p:nvPr/>
            </p:nvSpPr>
            <p:spPr bwMode="auto">
              <a:xfrm>
                <a:off x="7134226" y="7843838"/>
                <a:ext cx="30163" cy="85725"/>
              </a:xfrm>
              <a:custGeom>
                <a:avLst/>
                <a:gdLst>
                  <a:gd name="T0" fmla="*/ 5 w 19"/>
                  <a:gd name="T1" fmla="*/ 51 h 54"/>
                  <a:gd name="T2" fmla="*/ 0 w 19"/>
                  <a:gd name="T3" fmla="*/ 3 h 54"/>
                  <a:gd name="T4" fmla="*/ 2 w 19"/>
                  <a:gd name="T5" fmla="*/ 3 h 54"/>
                  <a:gd name="T6" fmla="*/ 0 w 19"/>
                  <a:gd name="T7" fmla="*/ 3 h 54"/>
                  <a:gd name="T8" fmla="*/ 2 w 19"/>
                  <a:gd name="T9" fmla="*/ 3 h 54"/>
                  <a:gd name="T10" fmla="*/ 2 w 19"/>
                  <a:gd name="T11" fmla="*/ 1 h 54"/>
                  <a:gd name="T12" fmla="*/ 7 w 19"/>
                  <a:gd name="T13" fmla="*/ 0 h 54"/>
                  <a:gd name="T14" fmla="*/ 12 w 19"/>
                  <a:gd name="T15" fmla="*/ 45 h 54"/>
                  <a:gd name="T16" fmla="*/ 19 w 19"/>
                  <a:gd name="T17" fmla="*/ 46 h 54"/>
                  <a:gd name="T18" fmla="*/ 17 w 19"/>
                  <a:gd name="T19" fmla="*/ 54 h 54"/>
                  <a:gd name="T20" fmla="*/ 5 w 19"/>
                  <a:gd name="T21" fmla="*/ 51 h 54"/>
                  <a:gd name="T22" fmla="*/ 5 w 19"/>
                  <a:gd name="T23" fmla="*/ 5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54">
                    <a:moveTo>
                      <a:pt x="5" y="51"/>
                    </a:moveTo>
                    <a:lnTo>
                      <a:pt x="0" y="3"/>
                    </a:lnTo>
                    <a:lnTo>
                      <a:pt x="2" y="3"/>
                    </a:lnTo>
                    <a:lnTo>
                      <a:pt x="0" y="3"/>
                    </a:lnTo>
                    <a:lnTo>
                      <a:pt x="2" y="3"/>
                    </a:lnTo>
                    <a:lnTo>
                      <a:pt x="2" y="1"/>
                    </a:lnTo>
                    <a:lnTo>
                      <a:pt x="7" y="0"/>
                    </a:lnTo>
                    <a:lnTo>
                      <a:pt x="12" y="45"/>
                    </a:lnTo>
                    <a:lnTo>
                      <a:pt x="19" y="46"/>
                    </a:lnTo>
                    <a:lnTo>
                      <a:pt x="17" y="54"/>
                    </a:lnTo>
                    <a:lnTo>
                      <a:pt x="5" y="51"/>
                    </a:lnTo>
                    <a:lnTo>
                      <a:pt x="5" y="5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7" name="Freeform 1372"/>
              <p:cNvSpPr/>
              <p:nvPr/>
            </p:nvSpPr>
            <p:spPr bwMode="auto">
              <a:xfrm>
                <a:off x="7008814" y="7643813"/>
                <a:ext cx="12700" cy="17463"/>
              </a:xfrm>
              <a:custGeom>
                <a:avLst/>
                <a:gdLst>
                  <a:gd name="T0" fmla="*/ 5 w 8"/>
                  <a:gd name="T1" fmla="*/ 0 h 11"/>
                  <a:gd name="T2" fmla="*/ 8 w 8"/>
                  <a:gd name="T3" fmla="*/ 2 h 11"/>
                  <a:gd name="T4" fmla="*/ 3 w 8"/>
                  <a:gd name="T5" fmla="*/ 11 h 11"/>
                  <a:gd name="T6" fmla="*/ 0 w 8"/>
                  <a:gd name="T7" fmla="*/ 10 h 11"/>
                  <a:gd name="T8" fmla="*/ 5 w 8"/>
                  <a:gd name="T9" fmla="*/ 0 h 11"/>
                  <a:gd name="T10" fmla="*/ 5 w 8"/>
                  <a:gd name="T11" fmla="*/ 0 h 11"/>
                </a:gdLst>
                <a:ahLst/>
                <a:cxnLst>
                  <a:cxn ang="0">
                    <a:pos x="T0" y="T1"/>
                  </a:cxn>
                  <a:cxn ang="0">
                    <a:pos x="T2" y="T3"/>
                  </a:cxn>
                  <a:cxn ang="0">
                    <a:pos x="T4" y="T5"/>
                  </a:cxn>
                  <a:cxn ang="0">
                    <a:pos x="T6" y="T7"/>
                  </a:cxn>
                  <a:cxn ang="0">
                    <a:pos x="T8" y="T9"/>
                  </a:cxn>
                  <a:cxn ang="0">
                    <a:pos x="T10" y="T11"/>
                  </a:cxn>
                </a:cxnLst>
                <a:rect l="0" t="0" r="r" b="b"/>
                <a:pathLst>
                  <a:path w="8" h="11">
                    <a:moveTo>
                      <a:pt x="5" y="0"/>
                    </a:moveTo>
                    <a:lnTo>
                      <a:pt x="8" y="2"/>
                    </a:lnTo>
                    <a:lnTo>
                      <a:pt x="3" y="11"/>
                    </a:lnTo>
                    <a:lnTo>
                      <a:pt x="0" y="10"/>
                    </a:lnTo>
                    <a:lnTo>
                      <a:pt x="5" y="0"/>
                    </a:lnTo>
                    <a:lnTo>
                      <a:pt x="5"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8" name="Freeform 1373"/>
              <p:cNvSpPr/>
              <p:nvPr/>
            </p:nvSpPr>
            <p:spPr bwMode="auto">
              <a:xfrm>
                <a:off x="7002464" y="7640638"/>
                <a:ext cx="23813" cy="25400"/>
              </a:xfrm>
              <a:custGeom>
                <a:avLst/>
                <a:gdLst>
                  <a:gd name="T0" fmla="*/ 0 w 15"/>
                  <a:gd name="T1" fmla="*/ 12 h 16"/>
                  <a:gd name="T2" fmla="*/ 7 w 15"/>
                  <a:gd name="T3" fmla="*/ 1 h 16"/>
                  <a:gd name="T4" fmla="*/ 8 w 15"/>
                  <a:gd name="T5" fmla="*/ 0 h 16"/>
                  <a:gd name="T6" fmla="*/ 15 w 15"/>
                  <a:gd name="T7" fmla="*/ 3 h 16"/>
                  <a:gd name="T8" fmla="*/ 8 w 15"/>
                  <a:gd name="T9" fmla="*/ 16 h 16"/>
                  <a:gd name="T10" fmla="*/ 0 w 15"/>
                  <a:gd name="T11" fmla="*/ 12 h 16"/>
                  <a:gd name="T12" fmla="*/ 0 w 15"/>
                  <a:gd name="T13" fmla="*/ 12 h 16"/>
                </a:gdLst>
                <a:ahLst/>
                <a:cxnLst>
                  <a:cxn ang="0">
                    <a:pos x="T0" y="T1"/>
                  </a:cxn>
                  <a:cxn ang="0">
                    <a:pos x="T2" y="T3"/>
                  </a:cxn>
                  <a:cxn ang="0">
                    <a:pos x="T4" y="T5"/>
                  </a:cxn>
                  <a:cxn ang="0">
                    <a:pos x="T6" y="T7"/>
                  </a:cxn>
                  <a:cxn ang="0">
                    <a:pos x="T8" y="T9"/>
                  </a:cxn>
                  <a:cxn ang="0">
                    <a:pos x="T10" y="T11"/>
                  </a:cxn>
                  <a:cxn ang="0">
                    <a:pos x="T12" y="T13"/>
                  </a:cxn>
                </a:cxnLst>
                <a:rect l="0" t="0" r="r" b="b"/>
                <a:pathLst>
                  <a:path w="15" h="16">
                    <a:moveTo>
                      <a:pt x="0" y="12"/>
                    </a:moveTo>
                    <a:lnTo>
                      <a:pt x="7" y="1"/>
                    </a:lnTo>
                    <a:lnTo>
                      <a:pt x="8" y="0"/>
                    </a:lnTo>
                    <a:lnTo>
                      <a:pt x="15" y="3"/>
                    </a:lnTo>
                    <a:lnTo>
                      <a:pt x="8" y="16"/>
                    </a:lnTo>
                    <a:lnTo>
                      <a:pt x="0" y="12"/>
                    </a:lnTo>
                    <a:lnTo>
                      <a:pt x="0" y="1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9" name="Freeform 1374"/>
              <p:cNvSpPr/>
              <p:nvPr/>
            </p:nvSpPr>
            <p:spPr bwMode="auto">
              <a:xfrm>
                <a:off x="6991351" y="7640638"/>
                <a:ext cx="25400" cy="30163"/>
              </a:xfrm>
              <a:custGeom>
                <a:avLst/>
                <a:gdLst>
                  <a:gd name="T0" fmla="*/ 2 w 16"/>
                  <a:gd name="T1" fmla="*/ 4 h 19"/>
                  <a:gd name="T2" fmla="*/ 12 w 16"/>
                  <a:gd name="T3" fmla="*/ 11 h 19"/>
                  <a:gd name="T4" fmla="*/ 10 w 16"/>
                  <a:gd name="T5" fmla="*/ 1 h 19"/>
                  <a:gd name="T6" fmla="*/ 13 w 16"/>
                  <a:gd name="T7" fmla="*/ 0 h 19"/>
                  <a:gd name="T8" fmla="*/ 16 w 16"/>
                  <a:gd name="T9" fmla="*/ 19 h 19"/>
                  <a:gd name="T10" fmla="*/ 0 w 16"/>
                  <a:gd name="T11" fmla="*/ 6 h 19"/>
                  <a:gd name="T12" fmla="*/ 2 w 16"/>
                  <a:gd name="T13" fmla="*/ 4 h 19"/>
                  <a:gd name="T14" fmla="*/ 2 w 16"/>
                  <a:gd name="T15" fmla="*/ 4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9">
                    <a:moveTo>
                      <a:pt x="2" y="4"/>
                    </a:moveTo>
                    <a:lnTo>
                      <a:pt x="12" y="11"/>
                    </a:lnTo>
                    <a:lnTo>
                      <a:pt x="10" y="1"/>
                    </a:lnTo>
                    <a:lnTo>
                      <a:pt x="13" y="0"/>
                    </a:lnTo>
                    <a:lnTo>
                      <a:pt x="16" y="19"/>
                    </a:lnTo>
                    <a:lnTo>
                      <a:pt x="0" y="6"/>
                    </a:lnTo>
                    <a:lnTo>
                      <a:pt x="2" y="4"/>
                    </a:lnTo>
                    <a:lnTo>
                      <a:pt x="2" y="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0" name="Freeform 1375"/>
              <p:cNvSpPr/>
              <p:nvPr/>
            </p:nvSpPr>
            <p:spPr bwMode="auto">
              <a:xfrm>
                <a:off x="6985001" y="7635876"/>
                <a:ext cx="36513" cy="42863"/>
              </a:xfrm>
              <a:custGeom>
                <a:avLst/>
                <a:gdLst>
                  <a:gd name="T0" fmla="*/ 0 w 23"/>
                  <a:gd name="T1" fmla="*/ 9 h 27"/>
                  <a:gd name="T2" fmla="*/ 3 w 23"/>
                  <a:gd name="T3" fmla="*/ 8 h 27"/>
                  <a:gd name="T4" fmla="*/ 5 w 23"/>
                  <a:gd name="T5" fmla="*/ 5 h 27"/>
                  <a:gd name="T6" fmla="*/ 6 w 23"/>
                  <a:gd name="T7" fmla="*/ 4 h 27"/>
                  <a:gd name="T8" fmla="*/ 12 w 23"/>
                  <a:gd name="T9" fmla="*/ 9 h 27"/>
                  <a:gd name="T10" fmla="*/ 11 w 23"/>
                  <a:gd name="T11" fmla="*/ 2 h 27"/>
                  <a:gd name="T12" fmla="*/ 19 w 23"/>
                  <a:gd name="T13" fmla="*/ 0 h 27"/>
                  <a:gd name="T14" fmla="*/ 23 w 23"/>
                  <a:gd name="T15" fmla="*/ 27 h 27"/>
                  <a:gd name="T16" fmla="*/ 0 w 23"/>
                  <a:gd name="T17" fmla="*/ 9 h 27"/>
                  <a:gd name="T18" fmla="*/ 0 w 23"/>
                  <a:gd name="T19"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27">
                    <a:moveTo>
                      <a:pt x="0" y="9"/>
                    </a:moveTo>
                    <a:lnTo>
                      <a:pt x="3" y="8"/>
                    </a:lnTo>
                    <a:lnTo>
                      <a:pt x="5" y="5"/>
                    </a:lnTo>
                    <a:lnTo>
                      <a:pt x="6" y="4"/>
                    </a:lnTo>
                    <a:lnTo>
                      <a:pt x="12" y="9"/>
                    </a:lnTo>
                    <a:lnTo>
                      <a:pt x="11" y="2"/>
                    </a:lnTo>
                    <a:lnTo>
                      <a:pt x="19" y="0"/>
                    </a:lnTo>
                    <a:lnTo>
                      <a:pt x="23" y="27"/>
                    </a:lnTo>
                    <a:lnTo>
                      <a:pt x="0" y="9"/>
                    </a:lnTo>
                    <a:lnTo>
                      <a:pt x="0" y="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1" name="Freeform 1410"/>
              <p:cNvSpPr/>
              <p:nvPr/>
            </p:nvSpPr>
            <p:spPr bwMode="auto">
              <a:xfrm>
                <a:off x="7261226" y="7643813"/>
                <a:ext cx="26988" cy="14288"/>
              </a:xfrm>
              <a:custGeom>
                <a:avLst/>
                <a:gdLst>
                  <a:gd name="T0" fmla="*/ 0 w 17"/>
                  <a:gd name="T1" fmla="*/ 6 h 9"/>
                  <a:gd name="T2" fmla="*/ 16 w 17"/>
                  <a:gd name="T3" fmla="*/ 0 h 9"/>
                  <a:gd name="T4" fmla="*/ 17 w 17"/>
                  <a:gd name="T5" fmla="*/ 3 h 9"/>
                  <a:gd name="T6" fmla="*/ 1 w 17"/>
                  <a:gd name="T7" fmla="*/ 9 h 9"/>
                  <a:gd name="T8" fmla="*/ 0 w 17"/>
                  <a:gd name="T9" fmla="*/ 6 h 9"/>
                  <a:gd name="T10" fmla="*/ 0 w 17"/>
                  <a:gd name="T11" fmla="*/ 6 h 9"/>
                </a:gdLst>
                <a:ahLst/>
                <a:cxnLst>
                  <a:cxn ang="0">
                    <a:pos x="T0" y="T1"/>
                  </a:cxn>
                  <a:cxn ang="0">
                    <a:pos x="T2" y="T3"/>
                  </a:cxn>
                  <a:cxn ang="0">
                    <a:pos x="T4" y="T5"/>
                  </a:cxn>
                  <a:cxn ang="0">
                    <a:pos x="T6" y="T7"/>
                  </a:cxn>
                  <a:cxn ang="0">
                    <a:pos x="T8" y="T9"/>
                  </a:cxn>
                  <a:cxn ang="0">
                    <a:pos x="T10" y="T11"/>
                  </a:cxn>
                </a:cxnLst>
                <a:rect l="0" t="0" r="r" b="b"/>
                <a:pathLst>
                  <a:path w="17" h="9">
                    <a:moveTo>
                      <a:pt x="0" y="6"/>
                    </a:moveTo>
                    <a:lnTo>
                      <a:pt x="16" y="0"/>
                    </a:lnTo>
                    <a:lnTo>
                      <a:pt x="17" y="3"/>
                    </a:lnTo>
                    <a:lnTo>
                      <a:pt x="1" y="9"/>
                    </a:lnTo>
                    <a:lnTo>
                      <a:pt x="0" y="6"/>
                    </a:lnTo>
                    <a:lnTo>
                      <a:pt x="0" y="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2" name="Freeform 1412"/>
              <p:cNvSpPr/>
              <p:nvPr/>
            </p:nvSpPr>
            <p:spPr bwMode="auto">
              <a:xfrm>
                <a:off x="7254876" y="7639051"/>
                <a:ext cx="36513" cy="23813"/>
              </a:xfrm>
              <a:custGeom>
                <a:avLst/>
                <a:gdLst>
                  <a:gd name="T0" fmla="*/ 3 w 23"/>
                  <a:gd name="T1" fmla="*/ 13 h 15"/>
                  <a:gd name="T2" fmla="*/ 2 w 23"/>
                  <a:gd name="T3" fmla="*/ 9 h 15"/>
                  <a:gd name="T4" fmla="*/ 4 w 23"/>
                  <a:gd name="T5" fmla="*/ 9 h 15"/>
                  <a:gd name="T6" fmla="*/ 5 w 23"/>
                  <a:gd name="T7" fmla="*/ 11 h 15"/>
                  <a:gd name="T8" fmla="*/ 4 w 23"/>
                  <a:gd name="T9" fmla="*/ 9 h 15"/>
                  <a:gd name="T10" fmla="*/ 2 w 23"/>
                  <a:gd name="T11" fmla="*/ 9 h 15"/>
                  <a:gd name="T12" fmla="*/ 0 w 23"/>
                  <a:gd name="T13" fmla="*/ 7 h 15"/>
                  <a:gd name="T14" fmla="*/ 21 w 23"/>
                  <a:gd name="T15" fmla="*/ 0 h 15"/>
                  <a:gd name="T16" fmla="*/ 23 w 23"/>
                  <a:gd name="T17" fmla="*/ 7 h 15"/>
                  <a:gd name="T18" fmla="*/ 4 w 23"/>
                  <a:gd name="T19" fmla="*/ 15 h 15"/>
                  <a:gd name="T20" fmla="*/ 3 w 23"/>
                  <a:gd name="T21" fmla="*/ 13 h 15"/>
                  <a:gd name="T22" fmla="*/ 3 w 23"/>
                  <a:gd name="T23"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5">
                    <a:moveTo>
                      <a:pt x="3" y="13"/>
                    </a:moveTo>
                    <a:lnTo>
                      <a:pt x="2" y="9"/>
                    </a:lnTo>
                    <a:lnTo>
                      <a:pt x="4" y="9"/>
                    </a:lnTo>
                    <a:lnTo>
                      <a:pt x="5" y="11"/>
                    </a:lnTo>
                    <a:lnTo>
                      <a:pt x="4" y="9"/>
                    </a:lnTo>
                    <a:lnTo>
                      <a:pt x="2" y="9"/>
                    </a:lnTo>
                    <a:lnTo>
                      <a:pt x="0" y="7"/>
                    </a:lnTo>
                    <a:lnTo>
                      <a:pt x="21" y="0"/>
                    </a:lnTo>
                    <a:lnTo>
                      <a:pt x="23" y="7"/>
                    </a:lnTo>
                    <a:lnTo>
                      <a:pt x="4" y="15"/>
                    </a:lnTo>
                    <a:lnTo>
                      <a:pt x="3" y="13"/>
                    </a:lnTo>
                    <a:lnTo>
                      <a:pt x="3" y="1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3" name="Freeform 1413"/>
              <p:cNvSpPr>
                <a:spLocks noEditPoints="1"/>
              </p:cNvSpPr>
              <p:nvPr/>
            </p:nvSpPr>
            <p:spPr bwMode="auto">
              <a:xfrm>
                <a:off x="7259639" y="7629526"/>
                <a:ext cx="22225" cy="34925"/>
              </a:xfrm>
              <a:custGeom>
                <a:avLst/>
                <a:gdLst>
                  <a:gd name="T0" fmla="*/ 0 w 14"/>
                  <a:gd name="T1" fmla="*/ 0 h 22"/>
                  <a:gd name="T2" fmla="*/ 3 w 14"/>
                  <a:gd name="T3" fmla="*/ 0 h 22"/>
                  <a:gd name="T4" fmla="*/ 4 w 14"/>
                  <a:gd name="T5" fmla="*/ 12 h 22"/>
                  <a:gd name="T6" fmla="*/ 12 w 14"/>
                  <a:gd name="T7" fmla="*/ 0 h 22"/>
                  <a:gd name="T8" fmla="*/ 14 w 14"/>
                  <a:gd name="T9" fmla="*/ 1 h 22"/>
                  <a:gd name="T10" fmla="*/ 2 w 14"/>
                  <a:gd name="T11" fmla="*/ 22 h 22"/>
                  <a:gd name="T12" fmla="*/ 0 w 14"/>
                  <a:gd name="T13" fmla="*/ 0 h 22"/>
                  <a:gd name="T14" fmla="*/ 0 w 14"/>
                  <a:gd name="T15" fmla="*/ 0 h 22"/>
                  <a:gd name="T16" fmla="*/ 12 w 14"/>
                  <a:gd name="T17" fmla="*/ 0 h 22"/>
                  <a:gd name="T18" fmla="*/ 12 w 14"/>
                  <a:gd name="T19" fmla="*/ 0 h 22"/>
                  <a:gd name="T20" fmla="*/ 12 w 14"/>
                  <a:gd name="T21" fmla="*/ 0 h 22"/>
                  <a:gd name="T22" fmla="*/ 12 w 14"/>
                  <a:gd name="T23" fmla="*/ 0 h 22"/>
                  <a:gd name="T24" fmla="*/ 12 w 14"/>
                  <a:gd name="T2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22">
                    <a:moveTo>
                      <a:pt x="0" y="0"/>
                    </a:moveTo>
                    <a:lnTo>
                      <a:pt x="3" y="0"/>
                    </a:lnTo>
                    <a:lnTo>
                      <a:pt x="4" y="12"/>
                    </a:lnTo>
                    <a:lnTo>
                      <a:pt x="12" y="0"/>
                    </a:lnTo>
                    <a:lnTo>
                      <a:pt x="14" y="1"/>
                    </a:lnTo>
                    <a:lnTo>
                      <a:pt x="2" y="22"/>
                    </a:lnTo>
                    <a:lnTo>
                      <a:pt x="0" y="0"/>
                    </a:lnTo>
                    <a:lnTo>
                      <a:pt x="0" y="0"/>
                    </a:lnTo>
                    <a:close/>
                    <a:moveTo>
                      <a:pt x="12" y="0"/>
                    </a:moveTo>
                    <a:lnTo>
                      <a:pt x="12" y="0"/>
                    </a:lnTo>
                    <a:lnTo>
                      <a:pt x="12" y="0"/>
                    </a:lnTo>
                    <a:lnTo>
                      <a:pt x="12" y="0"/>
                    </a:lnTo>
                    <a:lnTo>
                      <a:pt x="1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4" name="Freeform 1414"/>
              <p:cNvSpPr/>
              <p:nvPr/>
            </p:nvSpPr>
            <p:spPr bwMode="auto">
              <a:xfrm>
                <a:off x="7254876" y="7624764"/>
                <a:ext cx="31750" cy="52388"/>
              </a:xfrm>
              <a:custGeom>
                <a:avLst/>
                <a:gdLst>
                  <a:gd name="T0" fmla="*/ 0 w 20"/>
                  <a:gd name="T1" fmla="*/ 3 h 33"/>
                  <a:gd name="T2" fmla="*/ 3 w 20"/>
                  <a:gd name="T3" fmla="*/ 3 h 33"/>
                  <a:gd name="T4" fmla="*/ 3 w 20"/>
                  <a:gd name="T5" fmla="*/ 5 h 33"/>
                  <a:gd name="T6" fmla="*/ 3 w 20"/>
                  <a:gd name="T7" fmla="*/ 3 h 33"/>
                  <a:gd name="T8" fmla="*/ 0 w 20"/>
                  <a:gd name="T9" fmla="*/ 3 h 33"/>
                  <a:gd name="T10" fmla="*/ 0 w 20"/>
                  <a:gd name="T11" fmla="*/ 2 h 33"/>
                  <a:gd name="T12" fmla="*/ 8 w 20"/>
                  <a:gd name="T13" fmla="*/ 1 h 33"/>
                  <a:gd name="T14" fmla="*/ 9 w 20"/>
                  <a:gd name="T15" fmla="*/ 9 h 33"/>
                  <a:gd name="T16" fmla="*/ 11 w 20"/>
                  <a:gd name="T17" fmla="*/ 3 h 33"/>
                  <a:gd name="T18" fmla="*/ 9 w 20"/>
                  <a:gd name="T19" fmla="*/ 1 h 33"/>
                  <a:gd name="T20" fmla="*/ 12 w 20"/>
                  <a:gd name="T21" fmla="*/ 1 h 33"/>
                  <a:gd name="T22" fmla="*/ 14 w 20"/>
                  <a:gd name="T23" fmla="*/ 0 h 33"/>
                  <a:gd name="T24" fmla="*/ 15 w 20"/>
                  <a:gd name="T25" fmla="*/ 1 h 33"/>
                  <a:gd name="T26" fmla="*/ 17 w 20"/>
                  <a:gd name="T27" fmla="*/ 1 h 33"/>
                  <a:gd name="T28" fmla="*/ 17 w 20"/>
                  <a:gd name="T29" fmla="*/ 2 h 33"/>
                  <a:gd name="T30" fmla="*/ 20 w 20"/>
                  <a:gd name="T31" fmla="*/ 4 h 33"/>
                  <a:gd name="T32" fmla="*/ 4 w 20"/>
                  <a:gd name="T33" fmla="*/ 33 h 33"/>
                  <a:gd name="T34" fmla="*/ 0 w 20"/>
                  <a:gd name="T35" fmla="*/ 3 h 33"/>
                  <a:gd name="T36" fmla="*/ 0 w 20"/>
                  <a:gd name="T37"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33">
                    <a:moveTo>
                      <a:pt x="0" y="3"/>
                    </a:moveTo>
                    <a:lnTo>
                      <a:pt x="3" y="3"/>
                    </a:lnTo>
                    <a:lnTo>
                      <a:pt x="3" y="5"/>
                    </a:lnTo>
                    <a:lnTo>
                      <a:pt x="3" y="3"/>
                    </a:lnTo>
                    <a:lnTo>
                      <a:pt x="0" y="3"/>
                    </a:lnTo>
                    <a:lnTo>
                      <a:pt x="0" y="2"/>
                    </a:lnTo>
                    <a:lnTo>
                      <a:pt x="8" y="1"/>
                    </a:lnTo>
                    <a:lnTo>
                      <a:pt x="9" y="9"/>
                    </a:lnTo>
                    <a:lnTo>
                      <a:pt x="11" y="3"/>
                    </a:lnTo>
                    <a:lnTo>
                      <a:pt x="9" y="1"/>
                    </a:lnTo>
                    <a:lnTo>
                      <a:pt x="12" y="1"/>
                    </a:lnTo>
                    <a:lnTo>
                      <a:pt x="14" y="0"/>
                    </a:lnTo>
                    <a:lnTo>
                      <a:pt x="15" y="1"/>
                    </a:lnTo>
                    <a:lnTo>
                      <a:pt x="17" y="1"/>
                    </a:lnTo>
                    <a:lnTo>
                      <a:pt x="17" y="2"/>
                    </a:lnTo>
                    <a:lnTo>
                      <a:pt x="20" y="4"/>
                    </a:lnTo>
                    <a:lnTo>
                      <a:pt x="4" y="33"/>
                    </a:lnTo>
                    <a:lnTo>
                      <a:pt x="0" y="3"/>
                    </a:ln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grpSp>
        <p:grpSp>
          <p:nvGrpSpPr>
            <p:cNvPr id="4" name="组合 3"/>
            <p:cNvGrpSpPr/>
            <p:nvPr/>
          </p:nvGrpSpPr>
          <p:grpSpPr>
            <a:xfrm>
              <a:off x="1352943" y="1828799"/>
              <a:ext cx="1894475" cy="2677671"/>
              <a:chOff x="7443789" y="7534276"/>
              <a:chExt cx="284162" cy="401638"/>
            </a:xfrm>
            <a:solidFill>
              <a:schemeClr val="tx1"/>
            </a:solidFill>
          </p:grpSpPr>
          <p:sp>
            <p:nvSpPr>
              <p:cNvPr id="5" name="Freeform 1310"/>
              <p:cNvSpPr/>
              <p:nvPr/>
            </p:nvSpPr>
            <p:spPr bwMode="auto">
              <a:xfrm>
                <a:off x="7556501" y="7875588"/>
                <a:ext cx="28575" cy="52388"/>
              </a:xfrm>
              <a:custGeom>
                <a:avLst/>
                <a:gdLst>
                  <a:gd name="T0" fmla="*/ 3 w 18"/>
                  <a:gd name="T1" fmla="*/ 0 h 33"/>
                  <a:gd name="T2" fmla="*/ 7 w 18"/>
                  <a:gd name="T3" fmla="*/ 29 h 33"/>
                  <a:gd name="T4" fmla="*/ 18 w 18"/>
                  <a:gd name="T5" fmla="*/ 29 h 33"/>
                  <a:gd name="T6" fmla="*/ 18 w 18"/>
                  <a:gd name="T7" fmla="*/ 33 h 33"/>
                  <a:gd name="T8" fmla="*/ 3 w 18"/>
                  <a:gd name="T9" fmla="*/ 33 h 33"/>
                  <a:gd name="T10" fmla="*/ 0 w 18"/>
                  <a:gd name="T11" fmla="*/ 1 h 33"/>
                  <a:gd name="T12" fmla="*/ 3 w 18"/>
                  <a:gd name="T13" fmla="*/ 0 h 33"/>
                  <a:gd name="T14" fmla="*/ 3 w 18"/>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33">
                    <a:moveTo>
                      <a:pt x="3" y="0"/>
                    </a:moveTo>
                    <a:lnTo>
                      <a:pt x="7" y="29"/>
                    </a:lnTo>
                    <a:lnTo>
                      <a:pt x="18" y="29"/>
                    </a:lnTo>
                    <a:lnTo>
                      <a:pt x="18" y="33"/>
                    </a:lnTo>
                    <a:lnTo>
                      <a:pt x="3" y="33"/>
                    </a:lnTo>
                    <a:lnTo>
                      <a:pt x="0" y="1"/>
                    </a:lnTo>
                    <a:lnTo>
                      <a:pt x="3" y="0"/>
                    </a:lnTo>
                    <a:lnTo>
                      <a:pt x="3"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 name="Freeform 1311"/>
              <p:cNvSpPr/>
              <p:nvPr/>
            </p:nvSpPr>
            <p:spPr bwMode="auto">
              <a:xfrm>
                <a:off x="7553326" y="7872413"/>
                <a:ext cx="34925" cy="58738"/>
              </a:xfrm>
              <a:custGeom>
                <a:avLst/>
                <a:gdLst>
                  <a:gd name="T0" fmla="*/ 3 w 22"/>
                  <a:gd name="T1" fmla="*/ 37 h 37"/>
                  <a:gd name="T2" fmla="*/ 0 w 22"/>
                  <a:gd name="T3" fmla="*/ 1 h 37"/>
                  <a:gd name="T4" fmla="*/ 2 w 22"/>
                  <a:gd name="T5" fmla="*/ 1 h 37"/>
                  <a:gd name="T6" fmla="*/ 4 w 22"/>
                  <a:gd name="T7" fmla="*/ 0 h 37"/>
                  <a:gd name="T8" fmla="*/ 7 w 22"/>
                  <a:gd name="T9" fmla="*/ 0 h 37"/>
                  <a:gd name="T10" fmla="*/ 10 w 22"/>
                  <a:gd name="T11" fmla="*/ 29 h 37"/>
                  <a:gd name="T12" fmla="*/ 22 w 22"/>
                  <a:gd name="T13" fmla="*/ 29 h 37"/>
                  <a:gd name="T14" fmla="*/ 22 w 22"/>
                  <a:gd name="T15" fmla="*/ 31 h 37"/>
                  <a:gd name="T16" fmla="*/ 22 w 22"/>
                  <a:gd name="T17" fmla="*/ 37 h 37"/>
                  <a:gd name="T18" fmla="*/ 3 w 22"/>
                  <a:gd name="T19" fmla="*/ 37 h 37"/>
                  <a:gd name="T20" fmla="*/ 3 w 22"/>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37">
                    <a:moveTo>
                      <a:pt x="3" y="37"/>
                    </a:moveTo>
                    <a:lnTo>
                      <a:pt x="0" y="1"/>
                    </a:lnTo>
                    <a:lnTo>
                      <a:pt x="2" y="1"/>
                    </a:lnTo>
                    <a:lnTo>
                      <a:pt x="4" y="0"/>
                    </a:lnTo>
                    <a:lnTo>
                      <a:pt x="7" y="0"/>
                    </a:lnTo>
                    <a:lnTo>
                      <a:pt x="10" y="29"/>
                    </a:lnTo>
                    <a:lnTo>
                      <a:pt x="22" y="29"/>
                    </a:lnTo>
                    <a:lnTo>
                      <a:pt x="22" y="31"/>
                    </a:lnTo>
                    <a:lnTo>
                      <a:pt x="22" y="37"/>
                    </a:lnTo>
                    <a:lnTo>
                      <a:pt x="3" y="37"/>
                    </a:lnTo>
                    <a:lnTo>
                      <a:pt x="3" y="3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 name="Freeform 1312"/>
              <p:cNvSpPr/>
              <p:nvPr/>
            </p:nvSpPr>
            <p:spPr bwMode="auto">
              <a:xfrm>
                <a:off x="7524751" y="7881938"/>
                <a:ext cx="22225" cy="50800"/>
              </a:xfrm>
              <a:custGeom>
                <a:avLst/>
                <a:gdLst>
                  <a:gd name="T0" fmla="*/ 8 w 14"/>
                  <a:gd name="T1" fmla="*/ 0 h 32"/>
                  <a:gd name="T2" fmla="*/ 14 w 14"/>
                  <a:gd name="T3" fmla="*/ 32 h 32"/>
                  <a:gd name="T4" fmla="*/ 0 w 14"/>
                  <a:gd name="T5" fmla="*/ 31 h 32"/>
                  <a:gd name="T6" fmla="*/ 0 w 14"/>
                  <a:gd name="T7" fmla="*/ 28 h 32"/>
                  <a:gd name="T8" fmla="*/ 10 w 14"/>
                  <a:gd name="T9" fmla="*/ 29 h 32"/>
                  <a:gd name="T10" fmla="*/ 5 w 14"/>
                  <a:gd name="T11" fmla="*/ 0 h 32"/>
                  <a:gd name="T12" fmla="*/ 8 w 14"/>
                  <a:gd name="T13" fmla="*/ 0 h 32"/>
                  <a:gd name="T14" fmla="*/ 8 w 14"/>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2">
                    <a:moveTo>
                      <a:pt x="8" y="0"/>
                    </a:moveTo>
                    <a:lnTo>
                      <a:pt x="14" y="32"/>
                    </a:lnTo>
                    <a:lnTo>
                      <a:pt x="0" y="31"/>
                    </a:lnTo>
                    <a:lnTo>
                      <a:pt x="0" y="28"/>
                    </a:lnTo>
                    <a:lnTo>
                      <a:pt x="10" y="29"/>
                    </a:lnTo>
                    <a:lnTo>
                      <a:pt x="5" y="0"/>
                    </a:lnTo>
                    <a:lnTo>
                      <a:pt x="8" y="0"/>
                    </a:lnTo>
                    <a:lnTo>
                      <a:pt x="8"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8" name="Freeform 1313"/>
              <p:cNvSpPr/>
              <p:nvPr/>
            </p:nvSpPr>
            <p:spPr bwMode="auto">
              <a:xfrm>
                <a:off x="7521576" y="7877176"/>
                <a:ext cx="28575" cy="58738"/>
              </a:xfrm>
              <a:custGeom>
                <a:avLst/>
                <a:gdLst>
                  <a:gd name="T0" fmla="*/ 0 w 18"/>
                  <a:gd name="T1" fmla="*/ 36 h 37"/>
                  <a:gd name="T2" fmla="*/ 0 w 18"/>
                  <a:gd name="T3" fmla="*/ 34 h 37"/>
                  <a:gd name="T4" fmla="*/ 0 w 18"/>
                  <a:gd name="T5" fmla="*/ 28 h 37"/>
                  <a:gd name="T6" fmla="*/ 9 w 18"/>
                  <a:gd name="T7" fmla="*/ 30 h 37"/>
                  <a:gd name="T8" fmla="*/ 5 w 18"/>
                  <a:gd name="T9" fmla="*/ 1 h 37"/>
                  <a:gd name="T10" fmla="*/ 7 w 18"/>
                  <a:gd name="T11" fmla="*/ 1 h 37"/>
                  <a:gd name="T12" fmla="*/ 10 w 18"/>
                  <a:gd name="T13" fmla="*/ 1 h 37"/>
                  <a:gd name="T14" fmla="*/ 12 w 18"/>
                  <a:gd name="T15" fmla="*/ 0 h 37"/>
                  <a:gd name="T16" fmla="*/ 18 w 18"/>
                  <a:gd name="T17" fmla="*/ 37 h 37"/>
                  <a:gd name="T18" fmla="*/ 0 w 18"/>
                  <a:gd name="T19" fmla="*/ 36 h 37"/>
                  <a:gd name="T20" fmla="*/ 0 w 18"/>
                  <a:gd name="T21"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37">
                    <a:moveTo>
                      <a:pt x="0" y="36"/>
                    </a:moveTo>
                    <a:lnTo>
                      <a:pt x="0" y="34"/>
                    </a:lnTo>
                    <a:lnTo>
                      <a:pt x="0" y="28"/>
                    </a:lnTo>
                    <a:lnTo>
                      <a:pt x="9" y="30"/>
                    </a:lnTo>
                    <a:lnTo>
                      <a:pt x="5" y="1"/>
                    </a:lnTo>
                    <a:lnTo>
                      <a:pt x="7" y="1"/>
                    </a:lnTo>
                    <a:lnTo>
                      <a:pt x="10" y="1"/>
                    </a:lnTo>
                    <a:lnTo>
                      <a:pt x="12" y="0"/>
                    </a:lnTo>
                    <a:lnTo>
                      <a:pt x="18" y="37"/>
                    </a:lnTo>
                    <a:lnTo>
                      <a:pt x="0" y="36"/>
                    </a:lnTo>
                    <a:lnTo>
                      <a:pt x="0" y="3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9" name="Freeform 1314"/>
              <p:cNvSpPr>
                <a:spLocks noEditPoints="1"/>
              </p:cNvSpPr>
              <p:nvPr/>
            </p:nvSpPr>
            <p:spPr bwMode="auto">
              <a:xfrm>
                <a:off x="7497764" y="7729538"/>
                <a:ext cx="104775" cy="155575"/>
              </a:xfrm>
              <a:custGeom>
                <a:avLst/>
                <a:gdLst>
                  <a:gd name="T0" fmla="*/ 13 w 60"/>
                  <a:gd name="T1" fmla="*/ 12 h 90"/>
                  <a:gd name="T2" fmla="*/ 36 w 60"/>
                  <a:gd name="T3" fmla="*/ 2 h 90"/>
                  <a:gd name="T4" fmla="*/ 36 w 60"/>
                  <a:gd name="T5" fmla="*/ 2 h 90"/>
                  <a:gd name="T6" fmla="*/ 52 w 60"/>
                  <a:gd name="T7" fmla="*/ 20 h 90"/>
                  <a:gd name="T8" fmla="*/ 52 w 60"/>
                  <a:gd name="T9" fmla="*/ 20 h 90"/>
                  <a:gd name="T10" fmla="*/ 58 w 60"/>
                  <a:gd name="T11" fmla="*/ 53 h 90"/>
                  <a:gd name="T12" fmla="*/ 58 w 60"/>
                  <a:gd name="T13" fmla="*/ 53 h 90"/>
                  <a:gd name="T14" fmla="*/ 42 w 60"/>
                  <a:gd name="T15" fmla="*/ 80 h 90"/>
                  <a:gd name="T16" fmla="*/ 42 w 60"/>
                  <a:gd name="T17" fmla="*/ 80 h 90"/>
                  <a:gd name="T18" fmla="*/ 22 w 60"/>
                  <a:gd name="T19" fmla="*/ 89 h 90"/>
                  <a:gd name="T20" fmla="*/ 22 w 60"/>
                  <a:gd name="T21" fmla="*/ 89 h 90"/>
                  <a:gd name="T22" fmla="*/ 6 w 60"/>
                  <a:gd name="T23" fmla="*/ 72 h 90"/>
                  <a:gd name="T24" fmla="*/ 6 w 60"/>
                  <a:gd name="T25" fmla="*/ 72 h 90"/>
                  <a:gd name="T26" fmla="*/ 2 w 60"/>
                  <a:gd name="T27" fmla="*/ 40 h 90"/>
                  <a:gd name="T28" fmla="*/ 2 w 60"/>
                  <a:gd name="T29" fmla="*/ 40 h 90"/>
                  <a:gd name="T30" fmla="*/ 13 w 60"/>
                  <a:gd name="T31" fmla="*/ 12 h 90"/>
                  <a:gd name="T32" fmla="*/ 50 w 60"/>
                  <a:gd name="T33" fmla="*/ 21 h 90"/>
                  <a:gd name="T34" fmla="*/ 35 w 60"/>
                  <a:gd name="T35" fmla="*/ 5 h 90"/>
                  <a:gd name="T36" fmla="*/ 35 w 60"/>
                  <a:gd name="T37" fmla="*/ 5 h 90"/>
                  <a:gd name="T38" fmla="*/ 15 w 60"/>
                  <a:gd name="T39" fmla="*/ 13 h 90"/>
                  <a:gd name="T40" fmla="*/ 15 w 60"/>
                  <a:gd name="T41" fmla="*/ 13 h 90"/>
                  <a:gd name="T42" fmla="*/ 5 w 60"/>
                  <a:gd name="T43" fmla="*/ 41 h 90"/>
                  <a:gd name="T44" fmla="*/ 5 w 60"/>
                  <a:gd name="T45" fmla="*/ 41 h 90"/>
                  <a:gd name="T46" fmla="*/ 9 w 60"/>
                  <a:gd name="T47" fmla="*/ 71 h 90"/>
                  <a:gd name="T48" fmla="*/ 9 w 60"/>
                  <a:gd name="T49" fmla="*/ 71 h 90"/>
                  <a:gd name="T50" fmla="*/ 22 w 60"/>
                  <a:gd name="T51" fmla="*/ 86 h 90"/>
                  <a:gd name="T52" fmla="*/ 22 w 60"/>
                  <a:gd name="T53" fmla="*/ 86 h 90"/>
                  <a:gd name="T54" fmla="*/ 40 w 60"/>
                  <a:gd name="T55" fmla="*/ 78 h 90"/>
                  <a:gd name="T56" fmla="*/ 40 w 60"/>
                  <a:gd name="T57" fmla="*/ 78 h 90"/>
                  <a:gd name="T58" fmla="*/ 55 w 60"/>
                  <a:gd name="T59" fmla="*/ 52 h 90"/>
                  <a:gd name="T60" fmla="*/ 55 w 60"/>
                  <a:gd name="T61" fmla="*/ 52 h 90"/>
                  <a:gd name="T62" fmla="*/ 55 w 60"/>
                  <a:gd name="T63" fmla="*/ 52 h 90"/>
                  <a:gd name="T64" fmla="*/ 55 w 60"/>
                  <a:gd name="T65" fmla="*/ 52 h 90"/>
                  <a:gd name="T66" fmla="*/ 50 w 60"/>
                  <a:gd name="T67" fmla="*/ 2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0" h="90">
                    <a:moveTo>
                      <a:pt x="13" y="12"/>
                    </a:moveTo>
                    <a:cubicBezTo>
                      <a:pt x="19" y="4"/>
                      <a:pt x="26" y="0"/>
                      <a:pt x="36" y="2"/>
                    </a:cubicBezTo>
                    <a:cubicBezTo>
                      <a:pt x="36" y="2"/>
                      <a:pt x="36" y="2"/>
                      <a:pt x="36" y="2"/>
                    </a:cubicBezTo>
                    <a:cubicBezTo>
                      <a:pt x="41" y="3"/>
                      <a:pt x="48" y="11"/>
                      <a:pt x="52" y="20"/>
                    </a:cubicBezTo>
                    <a:cubicBezTo>
                      <a:pt x="52" y="20"/>
                      <a:pt x="52" y="20"/>
                      <a:pt x="52" y="20"/>
                    </a:cubicBezTo>
                    <a:cubicBezTo>
                      <a:pt x="57" y="29"/>
                      <a:pt x="60" y="41"/>
                      <a:pt x="58" y="53"/>
                    </a:cubicBezTo>
                    <a:cubicBezTo>
                      <a:pt x="58" y="53"/>
                      <a:pt x="58" y="53"/>
                      <a:pt x="58" y="53"/>
                    </a:cubicBezTo>
                    <a:cubicBezTo>
                      <a:pt x="55" y="64"/>
                      <a:pt x="49" y="73"/>
                      <a:pt x="42" y="80"/>
                    </a:cubicBezTo>
                    <a:cubicBezTo>
                      <a:pt x="42" y="80"/>
                      <a:pt x="42" y="80"/>
                      <a:pt x="42" y="80"/>
                    </a:cubicBezTo>
                    <a:cubicBezTo>
                      <a:pt x="35" y="86"/>
                      <a:pt x="27" y="90"/>
                      <a:pt x="22" y="89"/>
                    </a:cubicBezTo>
                    <a:cubicBezTo>
                      <a:pt x="22" y="89"/>
                      <a:pt x="22" y="89"/>
                      <a:pt x="22" y="89"/>
                    </a:cubicBezTo>
                    <a:cubicBezTo>
                      <a:pt x="16" y="88"/>
                      <a:pt x="10" y="81"/>
                      <a:pt x="6" y="72"/>
                    </a:cubicBezTo>
                    <a:cubicBezTo>
                      <a:pt x="6" y="72"/>
                      <a:pt x="6" y="72"/>
                      <a:pt x="6" y="72"/>
                    </a:cubicBezTo>
                    <a:cubicBezTo>
                      <a:pt x="2" y="63"/>
                      <a:pt x="0" y="51"/>
                      <a:pt x="2" y="40"/>
                    </a:cubicBezTo>
                    <a:cubicBezTo>
                      <a:pt x="2" y="40"/>
                      <a:pt x="2" y="40"/>
                      <a:pt x="2" y="40"/>
                    </a:cubicBezTo>
                    <a:cubicBezTo>
                      <a:pt x="4" y="29"/>
                      <a:pt x="8" y="19"/>
                      <a:pt x="13" y="12"/>
                    </a:cubicBezTo>
                    <a:close/>
                    <a:moveTo>
                      <a:pt x="50" y="21"/>
                    </a:moveTo>
                    <a:cubicBezTo>
                      <a:pt x="46" y="12"/>
                      <a:pt x="39" y="5"/>
                      <a:pt x="35" y="5"/>
                    </a:cubicBezTo>
                    <a:cubicBezTo>
                      <a:pt x="35" y="5"/>
                      <a:pt x="35" y="5"/>
                      <a:pt x="35" y="5"/>
                    </a:cubicBezTo>
                    <a:cubicBezTo>
                      <a:pt x="27" y="3"/>
                      <a:pt x="21" y="6"/>
                      <a:pt x="15" y="13"/>
                    </a:cubicBezTo>
                    <a:cubicBezTo>
                      <a:pt x="15" y="13"/>
                      <a:pt x="15" y="13"/>
                      <a:pt x="15" y="13"/>
                    </a:cubicBezTo>
                    <a:cubicBezTo>
                      <a:pt x="10" y="20"/>
                      <a:pt x="7" y="30"/>
                      <a:pt x="5" y="41"/>
                    </a:cubicBezTo>
                    <a:cubicBezTo>
                      <a:pt x="5" y="41"/>
                      <a:pt x="5" y="41"/>
                      <a:pt x="5" y="41"/>
                    </a:cubicBezTo>
                    <a:cubicBezTo>
                      <a:pt x="2" y="51"/>
                      <a:pt x="5" y="62"/>
                      <a:pt x="9" y="71"/>
                    </a:cubicBezTo>
                    <a:cubicBezTo>
                      <a:pt x="9" y="71"/>
                      <a:pt x="9" y="71"/>
                      <a:pt x="9" y="71"/>
                    </a:cubicBezTo>
                    <a:cubicBezTo>
                      <a:pt x="12" y="80"/>
                      <a:pt x="18" y="86"/>
                      <a:pt x="22" y="86"/>
                    </a:cubicBezTo>
                    <a:cubicBezTo>
                      <a:pt x="22" y="86"/>
                      <a:pt x="22" y="86"/>
                      <a:pt x="22" y="86"/>
                    </a:cubicBezTo>
                    <a:cubicBezTo>
                      <a:pt x="26" y="87"/>
                      <a:pt x="33" y="84"/>
                      <a:pt x="40" y="78"/>
                    </a:cubicBezTo>
                    <a:cubicBezTo>
                      <a:pt x="40" y="78"/>
                      <a:pt x="40" y="78"/>
                      <a:pt x="40" y="78"/>
                    </a:cubicBezTo>
                    <a:cubicBezTo>
                      <a:pt x="47" y="72"/>
                      <a:pt x="53" y="63"/>
                      <a:pt x="55" y="52"/>
                    </a:cubicBezTo>
                    <a:cubicBezTo>
                      <a:pt x="55" y="52"/>
                      <a:pt x="55" y="52"/>
                      <a:pt x="55" y="52"/>
                    </a:cubicBezTo>
                    <a:cubicBezTo>
                      <a:pt x="55" y="52"/>
                      <a:pt x="55" y="52"/>
                      <a:pt x="55" y="52"/>
                    </a:cubicBezTo>
                    <a:cubicBezTo>
                      <a:pt x="55" y="52"/>
                      <a:pt x="55" y="52"/>
                      <a:pt x="55" y="52"/>
                    </a:cubicBezTo>
                    <a:cubicBezTo>
                      <a:pt x="57" y="42"/>
                      <a:pt x="55" y="30"/>
                      <a:pt x="50"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0" name="Freeform 1315"/>
              <p:cNvSpPr>
                <a:spLocks noEditPoints="1"/>
              </p:cNvSpPr>
              <p:nvPr/>
            </p:nvSpPr>
            <p:spPr bwMode="auto">
              <a:xfrm>
                <a:off x="7496176" y="7727951"/>
                <a:ext cx="107950" cy="158750"/>
              </a:xfrm>
              <a:custGeom>
                <a:avLst/>
                <a:gdLst>
                  <a:gd name="T0" fmla="*/ 22 w 62"/>
                  <a:gd name="T1" fmla="*/ 92 h 92"/>
                  <a:gd name="T2" fmla="*/ 5 w 62"/>
                  <a:gd name="T3" fmla="*/ 74 h 92"/>
                  <a:gd name="T4" fmla="*/ 5 w 62"/>
                  <a:gd name="T5" fmla="*/ 74 h 92"/>
                  <a:gd name="T6" fmla="*/ 0 w 62"/>
                  <a:gd name="T7" fmla="*/ 51 h 92"/>
                  <a:gd name="T8" fmla="*/ 0 w 62"/>
                  <a:gd name="T9" fmla="*/ 51 h 92"/>
                  <a:gd name="T10" fmla="*/ 1 w 62"/>
                  <a:gd name="T11" fmla="*/ 41 h 92"/>
                  <a:gd name="T12" fmla="*/ 1 w 62"/>
                  <a:gd name="T13" fmla="*/ 41 h 92"/>
                  <a:gd name="T14" fmla="*/ 13 w 62"/>
                  <a:gd name="T15" fmla="*/ 11 h 92"/>
                  <a:gd name="T16" fmla="*/ 13 w 62"/>
                  <a:gd name="T17" fmla="*/ 11 h 92"/>
                  <a:gd name="T18" fmla="*/ 13 w 62"/>
                  <a:gd name="T19" fmla="*/ 11 h 92"/>
                  <a:gd name="T20" fmla="*/ 32 w 62"/>
                  <a:gd name="T21" fmla="*/ 0 h 92"/>
                  <a:gd name="T22" fmla="*/ 32 w 62"/>
                  <a:gd name="T23" fmla="*/ 0 h 92"/>
                  <a:gd name="T24" fmla="*/ 37 w 62"/>
                  <a:gd name="T25" fmla="*/ 1 h 92"/>
                  <a:gd name="T26" fmla="*/ 37 w 62"/>
                  <a:gd name="T27" fmla="*/ 1 h 92"/>
                  <a:gd name="T28" fmla="*/ 55 w 62"/>
                  <a:gd name="T29" fmla="*/ 20 h 92"/>
                  <a:gd name="T30" fmla="*/ 55 w 62"/>
                  <a:gd name="T31" fmla="*/ 20 h 92"/>
                  <a:gd name="T32" fmla="*/ 62 w 62"/>
                  <a:gd name="T33" fmla="*/ 45 h 92"/>
                  <a:gd name="T34" fmla="*/ 62 w 62"/>
                  <a:gd name="T35" fmla="*/ 45 h 92"/>
                  <a:gd name="T36" fmla="*/ 61 w 62"/>
                  <a:gd name="T37" fmla="*/ 54 h 92"/>
                  <a:gd name="T38" fmla="*/ 61 w 62"/>
                  <a:gd name="T39" fmla="*/ 54 h 92"/>
                  <a:gd name="T40" fmla="*/ 44 w 62"/>
                  <a:gd name="T41" fmla="*/ 82 h 92"/>
                  <a:gd name="T42" fmla="*/ 44 w 62"/>
                  <a:gd name="T43" fmla="*/ 82 h 92"/>
                  <a:gd name="T44" fmla="*/ 25 w 62"/>
                  <a:gd name="T45" fmla="*/ 92 h 92"/>
                  <a:gd name="T46" fmla="*/ 25 w 62"/>
                  <a:gd name="T47" fmla="*/ 92 h 92"/>
                  <a:gd name="T48" fmla="*/ 22 w 62"/>
                  <a:gd name="T49" fmla="*/ 92 h 92"/>
                  <a:gd name="T50" fmla="*/ 18 w 62"/>
                  <a:gd name="T51" fmla="*/ 15 h 92"/>
                  <a:gd name="T52" fmla="*/ 8 w 62"/>
                  <a:gd name="T53" fmla="*/ 42 h 92"/>
                  <a:gd name="T54" fmla="*/ 8 w 62"/>
                  <a:gd name="T55" fmla="*/ 42 h 92"/>
                  <a:gd name="T56" fmla="*/ 7 w 62"/>
                  <a:gd name="T57" fmla="*/ 51 h 92"/>
                  <a:gd name="T58" fmla="*/ 7 w 62"/>
                  <a:gd name="T59" fmla="*/ 51 h 92"/>
                  <a:gd name="T60" fmla="*/ 11 w 62"/>
                  <a:gd name="T61" fmla="*/ 71 h 92"/>
                  <a:gd name="T62" fmla="*/ 11 w 62"/>
                  <a:gd name="T63" fmla="*/ 71 h 92"/>
                  <a:gd name="T64" fmla="*/ 24 w 62"/>
                  <a:gd name="T65" fmla="*/ 85 h 92"/>
                  <a:gd name="T66" fmla="*/ 24 w 62"/>
                  <a:gd name="T67" fmla="*/ 85 h 92"/>
                  <a:gd name="T68" fmla="*/ 25 w 62"/>
                  <a:gd name="T69" fmla="*/ 86 h 92"/>
                  <a:gd name="T70" fmla="*/ 25 w 62"/>
                  <a:gd name="T71" fmla="*/ 86 h 92"/>
                  <a:gd name="T72" fmla="*/ 39 w 62"/>
                  <a:gd name="T73" fmla="*/ 77 h 92"/>
                  <a:gd name="T74" fmla="*/ 39 w 62"/>
                  <a:gd name="T75" fmla="*/ 77 h 92"/>
                  <a:gd name="T76" fmla="*/ 54 w 62"/>
                  <a:gd name="T77" fmla="*/ 52 h 92"/>
                  <a:gd name="T78" fmla="*/ 54 w 62"/>
                  <a:gd name="T79" fmla="*/ 52 h 92"/>
                  <a:gd name="T80" fmla="*/ 54 w 62"/>
                  <a:gd name="T81" fmla="*/ 53 h 92"/>
                  <a:gd name="T82" fmla="*/ 55 w 62"/>
                  <a:gd name="T83" fmla="*/ 45 h 92"/>
                  <a:gd name="T84" fmla="*/ 55 w 62"/>
                  <a:gd name="T85" fmla="*/ 45 h 92"/>
                  <a:gd name="T86" fmla="*/ 49 w 62"/>
                  <a:gd name="T87" fmla="*/ 23 h 92"/>
                  <a:gd name="T88" fmla="*/ 49 w 62"/>
                  <a:gd name="T89" fmla="*/ 23 h 92"/>
                  <a:gd name="T90" fmla="*/ 51 w 62"/>
                  <a:gd name="T91" fmla="*/ 22 h 92"/>
                  <a:gd name="T92" fmla="*/ 49 w 62"/>
                  <a:gd name="T93" fmla="*/ 23 h 92"/>
                  <a:gd name="T94" fmla="*/ 36 w 62"/>
                  <a:gd name="T95" fmla="*/ 8 h 92"/>
                  <a:gd name="T96" fmla="*/ 36 w 62"/>
                  <a:gd name="T97" fmla="*/ 8 h 92"/>
                  <a:gd name="T98" fmla="*/ 32 w 62"/>
                  <a:gd name="T99" fmla="*/ 7 h 92"/>
                  <a:gd name="T100" fmla="*/ 32 w 62"/>
                  <a:gd name="T101" fmla="*/ 7 h 92"/>
                  <a:gd name="T102" fmla="*/ 18 w 62"/>
                  <a:gd name="T103" fmla="*/ 15 h 92"/>
                  <a:gd name="T104" fmla="*/ 15 w 62"/>
                  <a:gd name="T105" fmla="*/ 13 h 92"/>
                  <a:gd name="T106" fmla="*/ 15 w 62"/>
                  <a:gd name="T107" fmla="*/ 13 h 92"/>
                  <a:gd name="T108" fmla="*/ 15 w 62"/>
                  <a:gd name="T109" fmla="*/ 13 h 92"/>
                  <a:gd name="T110" fmla="*/ 14 w 62"/>
                  <a:gd name="T111" fmla="*/ 13 h 92"/>
                  <a:gd name="T112" fmla="*/ 15 w 62"/>
                  <a:gd name="T113" fmla="*/ 1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2" h="92">
                    <a:moveTo>
                      <a:pt x="22" y="92"/>
                    </a:moveTo>
                    <a:cubicBezTo>
                      <a:pt x="15" y="90"/>
                      <a:pt x="10" y="83"/>
                      <a:pt x="5" y="74"/>
                    </a:cubicBezTo>
                    <a:cubicBezTo>
                      <a:pt x="5" y="74"/>
                      <a:pt x="5" y="74"/>
                      <a:pt x="5" y="74"/>
                    </a:cubicBezTo>
                    <a:cubicBezTo>
                      <a:pt x="2" y="67"/>
                      <a:pt x="0" y="59"/>
                      <a:pt x="0" y="51"/>
                    </a:cubicBezTo>
                    <a:cubicBezTo>
                      <a:pt x="0" y="51"/>
                      <a:pt x="0" y="51"/>
                      <a:pt x="0" y="51"/>
                    </a:cubicBezTo>
                    <a:cubicBezTo>
                      <a:pt x="0" y="47"/>
                      <a:pt x="0" y="44"/>
                      <a:pt x="1" y="41"/>
                    </a:cubicBezTo>
                    <a:cubicBezTo>
                      <a:pt x="1" y="41"/>
                      <a:pt x="1" y="41"/>
                      <a:pt x="1" y="41"/>
                    </a:cubicBezTo>
                    <a:cubicBezTo>
                      <a:pt x="3" y="30"/>
                      <a:pt x="7" y="19"/>
                      <a:pt x="13" y="11"/>
                    </a:cubicBezTo>
                    <a:cubicBezTo>
                      <a:pt x="13" y="11"/>
                      <a:pt x="13" y="11"/>
                      <a:pt x="13" y="11"/>
                    </a:cubicBezTo>
                    <a:cubicBezTo>
                      <a:pt x="13" y="11"/>
                      <a:pt x="13" y="11"/>
                      <a:pt x="13" y="11"/>
                    </a:cubicBezTo>
                    <a:cubicBezTo>
                      <a:pt x="17" y="5"/>
                      <a:pt x="24" y="0"/>
                      <a:pt x="32" y="0"/>
                    </a:cubicBezTo>
                    <a:cubicBezTo>
                      <a:pt x="32" y="0"/>
                      <a:pt x="32" y="0"/>
                      <a:pt x="32" y="0"/>
                    </a:cubicBezTo>
                    <a:cubicBezTo>
                      <a:pt x="34" y="0"/>
                      <a:pt x="36" y="1"/>
                      <a:pt x="37" y="1"/>
                    </a:cubicBezTo>
                    <a:cubicBezTo>
                      <a:pt x="37" y="1"/>
                      <a:pt x="37" y="1"/>
                      <a:pt x="37" y="1"/>
                    </a:cubicBezTo>
                    <a:cubicBezTo>
                      <a:pt x="44" y="3"/>
                      <a:pt x="50" y="10"/>
                      <a:pt x="55" y="20"/>
                    </a:cubicBezTo>
                    <a:cubicBezTo>
                      <a:pt x="55" y="20"/>
                      <a:pt x="55" y="20"/>
                      <a:pt x="55" y="20"/>
                    </a:cubicBezTo>
                    <a:cubicBezTo>
                      <a:pt x="59" y="27"/>
                      <a:pt x="62" y="36"/>
                      <a:pt x="62" y="45"/>
                    </a:cubicBezTo>
                    <a:cubicBezTo>
                      <a:pt x="62" y="45"/>
                      <a:pt x="62" y="45"/>
                      <a:pt x="62" y="45"/>
                    </a:cubicBezTo>
                    <a:cubicBezTo>
                      <a:pt x="62" y="48"/>
                      <a:pt x="61" y="51"/>
                      <a:pt x="61" y="54"/>
                    </a:cubicBezTo>
                    <a:cubicBezTo>
                      <a:pt x="61" y="54"/>
                      <a:pt x="61" y="54"/>
                      <a:pt x="61" y="54"/>
                    </a:cubicBezTo>
                    <a:cubicBezTo>
                      <a:pt x="58" y="66"/>
                      <a:pt x="51" y="76"/>
                      <a:pt x="44" y="82"/>
                    </a:cubicBezTo>
                    <a:cubicBezTo>
                      <a:pt x="44" y="82"/>
                      <a:pt x="44" y="82"/>
                      <a:pt x="44" y="82"/>
                    </a:cubicBezTo>
                    <a:cubicBezTo>
                      <a:pt x="38" y="88"/>
                      <a:pt x="31" y="92"/>
                      <a:pt x="25" y="92"/>
                    </a:cubicBezTo>
                    <a:cubicBezTo>
                      <a:pt x="25" y="92"/>
                      <a:pt x="25" y="92"/>
                      <a:pt x="25" y="92"/>
                    </a:cubicBezTo>
                    <a:cubicBezTo>
                      <a:pt x="24" y="92"/>
                      <a:pt x="23" y="92"/>
                      <a:pt x="22" y="92"/>
                    </a:cubicBezTo>
                    <a:close/>
                    <a:moveTo>
                      <a:pt x="18" y="15"/>
                    </a:moveTo>
                    <a:cubicBezTo>
                      <a:pt x="13" y="22"/>
                      <a:pt x="10" y="32"/>
                      <a:pt x="8" y="42"/>
                    </a:cubicBezTo>
                    <a:cubicBezTo>
                      <a:pt x="8" y="42"/>
                      <a:pt x="8" y="42"/>
                      <a:pt x="8" y="42"/>
                    </a:cubicBezTo>
                    <a:cubicBezTo>
                      <a:pt x="7" y="45"/>
                      <a:pt x="7" y="48"/>
                      <a:pt x="7" y="51"/>
                    </a:cubicBezTo>
                    <a:cubicBezTo>
                      <a:pt x="7" y="51"/>
                      <a:pt x="7" y="51"/>
                      <a:pt x="7" y="51"/>
                    </a:cubicBezTo>
                    <a:cubicBezTo>
                      <a:pt x="7" y="58"/>
                      <a:pt x="9" y="65"/>
                      <a:pt x="11" y="71"/>
                    </a:cubicBezTo>
                    <a:cubicBezTo>
                      <a:pt x="11" y="71"/>
                      <a:pt x="11" y="71"/>
                      <a:pt x="11" y="71"/>
                    </a:cubicBezTo>
                    <a:cubicBezTo>
                      <a:pt x="15" y="79"/>
                      <a:pt x="21" y="85"/>
                      <a:pt x="24" y="85"/>
                    </a:cubicBezTo>
                    <a:cubicBezTo>
                      <a:pt x="24" y="85"/>
                      <a:pt x="24" y="85"/>
                      <a:pt x="24" y="85"/>
                    </a:cubicBezTo>
                    <a:cubicBezTo>
                      <a:pt x="24" y="86"/>
                      <a:pt x="24" y="86"/>
                      <a:pt x="25" y="86"/>
                    </a:cubicBezTo>
                    <a:cubicBezTo>
                      <a:pt x="25" y="86"/>
                      <a:pt x="25" y="86"/>
                      <a:pt x="25" y="86"/>
                    </a:cubicBezTo>
                    <a:cubicBezTo>
                      <a:pt x="28" y="86"/>
                      <a:pt x="34" y="83"/>
                      <a:pt x="39" y="77"/>
                    </a:cubicBezTo>
                    <a:cubicBezTo>
                      <a:pt x="39" y="77"/>
                      <a:pt x="39" y="77"/>
                      <a:pt x="39" y="77"/>
                    </a:cubicBezTo>
                    <a:cubicBezTo>
                      <a:pt x="46" y="71"/>
                      <a:pt x="52" y="63"/>
                      <a:pt x="54" y="52"/>
                    </a:cubicBezTo>
                    <a:cubicBezTo>
                      <a:pt x="54" y="52"/>
                      <a:pt x="54" y="52"/>
                      <a:pt x="54" y="52"/>
                    </a:cubicBezTo>
                    <a:cubicBezTo>
                      <a:pt x="54" y="53"/>
                      <a:pt x="54" y="53"/>
                      <a:pt x="54" y="53"/>
                    </a:cubicBezTo>
                    <a:cubicBezTo>
                      <a:pt x="55" y="50"/>
                      <a:pt x="55" y="48"/>
                      <a:pt x="55" y="45"/>
                    </a:cubicBezTo>
                    <a:cubicBezTo>
                      <a:pt x="55" y="45"/>
                      <a:pt x="55" y="45"/>
                      <a:pt x="55" y="45"/>
                    </a:cubicBezTo>
                    <a:cubicBezTo>
                      <a:pt x="55" y="38"/>
                      <a:pt x="53" y="30"/>
                      <a:pt x="49" y="23"/>
                    </a:cubicBezTo>
                    <a:cubicBezTo>
                      <a:pt x="49" y="23"/>
                      <a:pt x="49" y="23"/>
                      <a:pt x="49" y="23"/>
                    </a:cubicBezTo>
                    <a:cubicBezTo>
                      <a:pt x="51" y="22"/>
                      <a:pt x="51" y="22"/>
                      <a:pt x="51" y="22"/>
                    </a:cubicBezTo>
                    <a:cubicBezTo>
                      <a:pt x="49" y="23"/>
                      <a:pt x="49" y="23"/>
                      <a:pt x="49" y="23"/>
                    </a:cubicBezTo>
                    <a:cubicBezTo>
                      <a:pt x="45" y="14"/>
                      <a:pt x="38" y="8"/>
                      <a:pt x="36" y="8"/>
                    </a:cubicBezTo>
                    <a:cubicBezTo>
                      <a:pt x="36" y="8"/>
                      <a:pt x="36" y="8"/>
                      <a:pt x="36" y="8"/>
                    </a:cubicBezTo>
                    <a:cubicBezTo>
                      <a:pt x="34" y="7"/>
                      <a:pt x="33" y="7"/>
                      <a:pt x="32" y="7"/>
                    </a:cubicBezTo>
                    <a:cubicBezTo>
                      <a:pt x="32" y="7"/>
                      <a:pt x="32" y="7"/>
                      <a:pt x="32" y="7"/>
                    </a:cubicBezTo>
                    <a:cubicBezTo>
                      <a:pt x="26" y="7"/>
                      <a:pt x="22" y="10"/>
                      <a:pt x="18" y="15"/>
                    </a:cubicBezTo>
                    <a:close/>
                    <a:moveTo>
                      <a:pt x="15" y="13"/>
                    </a:moveTo>
                    <a:cubicBezTo>
                      <a:pt x="15" y="13"/>
                      <a:pt x="15" y="13"/>
                      <a:pt x="15" y="13"/>
                    </a:cubicBezTo>
                    <a:cubicBezTo>
                      <a:pt x="15" y="13"/>
                      <a:pt x="15" y="13"/>
                      <a:pt x="15" y="13"/>
                    </a:cubicBezTo>
                    <a:cubicBezTo>
                      <a:pt x="14" y="13"/>
                      <a:pt x="14" y="13"/>
                      <a:pt x="14" y="13"/>
                    </a:cubicBezTo>
                    <a:cubicBezTo>
                      <a:pt x="15" y="13"/>
                      <a:pt x="15" y="13"/>
                      <a:pt x="1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1" name="Freeform 1316"/>
              <p:cNvSpPr/>
              <p:nvPr/>
            </p:nvSpPr>
            <p:spPr bwMode="auto">
              <a:xfrm>
                <a:off x="7502526" y="7791451"/>
                <a:ext cx="92075" cy="11113"/>
              </a:xfrm>
              <a:custGeom>
                <a:avLst/>
                <a:gdLst>
                  <a:gd name="T0" fmla="*/ 58 w 58"/>
                  <a:gd name="T1" fmla="*/ 0 h 7"/>
                  <a:gd name="T2" fmla="*/ 58 w 58"/>
                  <a:gd name="T3" fmla="*/ 3 h 7"/>
                  <a:gd name="T4" fmla="*/ 0 w 58"/>
                  <a:gd name="T5" fmla="*/ 7 h 7"/>
                  <a:gd name="T6" fmla="*/ 0 w 58"/>
                  <a:gd name="T7" fmla="*/ 3 h 7"/>
                  <a:gd name="T8" fmla="*/ 58 w 58"/>
                  <a:gd name="T9" fmla="*/ 0 h 7"/>
                  <a:gd name="T10" fmla="*/ 58 w 58"/>
                  <a:gd name="T11" fmla="*/ 0 h 7"/>
                </a:gdLst>
                <a:ahLst/>
                <a:cxnLst>
                  <a:cxn ang="0">
                    <a:pos x="T0" y="T1"/>
                  </a:cxn>
                  <a:cxn ang="0">
                    <a:pos x="T2" y="T3"/>
                  </a:cxn>
                  <a:cxn ang="0">
                    <a:pos x="T4" y="T5"/>
                  </a:cxn>
                  <a:cxn ang="0">
                    <a:pos x="T6" y="T7"/>
                  </a:cxn>
                  <a:cxn ang="0">
                    <a:pos x="T8" y="T9"/>
                  </a:cxn>
                  <a:cxn ang="0">
                    <a:pos x="T10" y="T11"/>
                  </a:cxn>
                </a:cxnLst>
                <a:rect l="0" t="0" r="r" b="b"/>
                <a:pathLst>
                  <a:path w="58" h="7">
                    <a:moveTo>
                      <a:pt x="58" y="0"/>
                    </a:moveTo>
                    <a:lnTo>
                      <a:pt x="58" y="3"/>
                    </a:lnTo>
                    <a:lnTo>
                      <a:pt x="0" y="7"/>
                    </a:lnTo>
                    <a:lnTo>
                      <a:pt x="0" y="3"/>
                    </a:lnTo>
                    <a:lnTo>
                      <a:pt x="58" y="0"/>
                    </a:lnTo>
                    <a:lnTo>
                      <a:pt x="58"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2" name="Freeform 1317"/>
              <p:cNvSpPr/>
              <p:nvPr/>
            </p:nvSpPr>
            <p:spPr bwMode="auto">
              <a:xfrm>
                <a:off x="7499351" y="7788276"/>
                <a:ext cx="100013" cy="17463"/>
              </a:xfrm>
              <a:custGeom>
                <a:avLst/>
                <a:gdLst>
                  <a:gd name="T0" fmla="*/ 0 w 63"/>
                  <a:gd name="T1" fmla="*/ 9 h 11"/>
                  <a:gd name="T2" fmla="*/ 0 w 63"/>
                  <a:gd name="T3" fmla="*/ 3 h 11"/>
                  <a:gd name="T4" fmla="*/ 60 w 63"/>
                  <a:gd name="T5" fmla="*/ 0 h 11"/>
                  <a:gd name="T6" fmla="*/ 63 w 63"/>
                  <a:gd name="T7" fmla="*/ 0 h 11"/>
                  <a:gd name="T8" fmla="*/ 63 w 63"/>
                  <a:gd name="T9" fmla="*/ 2 h 11"/>
                  <a:gd name="T10" fmla="*/ 63 w 63"/>
                  <a:gd name="T11" fmla="*/ 8 h 11"/>
                  <a:gd name="T12" fmla="*/ 1 w 63"/>
                  <a:gd name="T13" fmla="*/ 11 h 11"/>
                  <a:gd name="T14" fmla="*/ 0 w 63"/>
                  <a:gd name="T15" fmla="*/ 9 h 11"/>
                  <a:gd name="T16" fmla="*/ 0 w 63"/>
                  <a:gd name="T1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11">
                    <a:moveTo>
                      <a:pt x="0" y="9"/>
                    </a:moveTo>
                    <a:lnTo>
                      <a:pt x="0" y="3"/>
                    </a:lnTo>
                    <a:lnTo>
                      <a:pt x="60" y="0"/>
                    </a:lnTo>
                    <a:lnTo>
                      <a:pt x="63" y="0"/>
                    </a:lnTo>
                    <a:lnTo>
                      <a:pt x="63" y="2"/>
                    </a:lnTo>
                    <a:lnTo>
                      <a:pt x="63" y="8"/>
                    </a:lnTo>
                    <a:lnTo>
                      <a:pt x="1" y="11"/>
                    </a:lnTo>
                    <a:lnTo>
                      <a:pt x="0" y="9"/>
                    </a:lnTo>
                    <a:lnTo>
                      <a:pt x="0" y="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3" name="Freeform 1318"/>
              <p:cNvSpPr>
                <a:spLocks noEditPoints="1"/>
              </p:cNvSpPr>
              <p:nvPr/>
            </p:nvSpPr>
            <p:spPr bwMode="auto">
              <a:xfrm>
                <a:off x="7573964" y="7661276"/>
                <a:ext cx="128588" cy="90488"/>
              </a:xfrm>
              <a:custGeom>
                <a:avLst/>
                <a:gdLst>
                  <a:gd name="T0" fmla="*/ 1 w 74"/>
                  <a:gd name="T1" fmla="*/ 48 h 52"/>
                  <a:gd name="T2" fmla="*/ 42 w 74"/>
                  <a:gd name="T3" fmla="*/ 31 h 52"/>
                  <a:gd name="T4" fmla="*/ 42 w 74"/>
                  <a:gd name="T5" fmla="*/ 31 h 52"/>
                  <a:gd name="T6" fmla="*/ 70 w 74"/>
                  <a:gd name="T7" fmla="*/ 11 h 52"/>
                  <a:gd name="T8" fmla="*/ 70 w 74"/>
                  <a:gd name="T9" fmla="*/ 11 h 52"/>
                  <a:gd name="T10" fmla="*/ 71 w 74"/>
                  <a:gd name="T11" fmla="*/ 0 h 52"/>
                  <a:gd name="T12" fmla="*/ 74 w 74"/>
                  <a:gd name="T13" fmla="*/ 0 h 52"/>
                  <a:gd name="T14" fmla="*/ 73 w 74"/>
                  <a:gd name="T15" fmla="*/ 12 h 52"/>
                  <a:gd name="T16" fmla="*/ 73 w 74"/>
                  <a:gd name="T17" fmla="*/ 12 h 52"/>
                  <a:gd name="T18" fmla="*/ 44 w 74"/>
                  <a:gd name="T19" fmla="*/ 33 h 52"/>
                  <a:gd name="T20" fmla="*/ 44 w 74"/>
                  <a:gd name="T21" fmla="*/ 33 h 52"/>
                  <a:gd name="T22" fmla="*/ 0 w 74"/>
                  <a:gd name="T23" fmla="*/ 50 h 52"/>
                  <a:gd name="T24" fmla="*/ 0 w 74"/>
                  <a:gd name="T25" fmla="*/ 50 h 52"/>
                  <a:gd name="T26" fmla="*/ 0 w 74"/>
                  <a:gd name="T27" fmla="*/ 50 h 52"/>
                  <a:gd name="T28" fmla="*/ 1 w 74"/>
                  <a:gd name="T29" fmla="*/ 48 h 52"/>
                  <a:gd name="T30" fmla="*/ 1 w 74"/>
                  <a:gd name="T31" fmla="*/ 48 h 52"/>
                  <a:gd name="T32" fmla="*/ 71 w 74"/>
                  <a:gd name="T33" fmla="*/ 0 h 52"/>
                  <a:gd name="T34" fmla="*/ 71 w 74"/>
                  <a:gd name="T35" fmla="*/ 0 h 52"/>
                  <a:gd name="T36" fmla="*/ 71 w 74"/>
                  <a:gd name="T37" fmla="*/ 0 h 52"/>
                  <a:gd name="T38" fmla="*/ 71 w 74"/>
                  <a:gd name="T3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4" h="52">
                    <a:moveTo>
                      <a:pt x="1" y="48"/>
                    </a:moveTo>
                    <a:cubicBezTo>
                      <a:pt x="9" y="50"/>
                      <a:pt x="27" y="40"/>
                      <a:pt x="42" y="31"/>
                    </a:cubicBezTo>
                    <a:cubicBezTo>
                      <a:pt x="42" y="31"/>
                      <a:pt x="42" y="31"/>
                      <a:pt x="42" y="31"/>
                    </a:cubicBezTo>
                    <a:cubicBezTo>
                      <a:pt x="56" y="22"/>
                      <a:pt x="68" y="13"/>
                      <a:pt x="70" y="11"/>
                    </a:cubicBezTo>
                    <a:cubicBezTo>
                      <a:pt x="70" y="11"/>
                      <a:pt x="70" y="11"/>
                      <a:pt x="70" y="11"/>
                    </a:cubicBezTo>
                    <a:cubicBezTo>
                      <a:pt x="71" y="0"/>
                      <a:pt x="71" y="0"/>
                      <a:pt x="71" y="0"/>
                    </a:cubicBezTo>
                    <a:cubicBezTo>
                      <a:pt x="74" y="0"/>
                      <a:pt x="74" y="0"/>
                      <a:pt x="74" y="0"/>
                    </a:cubicBezTo>
                    <a:cubicBezTo>
                      <a:pt x="73" y="12"/>
                      <a:pt x="73" y="12"/>
                      <a:pt x="73" y="12"/>
                    </a:cubicBezTo>
                    <a:cubicBezTo>
                      <a:pt x="73" y="12"/>
                      <a:pt x="73" y="12"/>
                      <a:pt x="73" y="12"/>
                    </a:cubicBezTo>
                    <a:cubicBezTo>
                      <a:pt x="73" y="12"/>
                      <a:pt x="59" y="23"/>
                      <a:pt x="44" y="33"/>
                    </a:cubicBezTo>
                    <a:cubicBezTo>
                      <a:pt x="44" y="33"/>
                      <a:pt x="44" y="33"/>
                      <a:pt x="44" y="33"/>
                    </a:cubicBezTo>
                    <a:cubicBezTo>
                      <a:pt x="28" y="43"/>
                      <a:pt x="10" y="52"/>
                      <a:pt x="0" y="50"/>
                    </a:cubicBezTo>
                    <a:cubicBezTo>
                      <a:pt x="0" y="50"/>
                      <a:pt x="0" y="50"/>
                      <a:pt x="0" y="50"/>
                    </a:cubicBezTo>
                    <a:cubicBezTo>
                      <a:pt x="0" y="50"/>
                      <a:pt x="0" y="50"/>
                      <a:pt x="0" y="50"/>
                    </a:cubicBezTo>
                    <a:cubicBezTo>
                      <a:pt x="1" y="48"/>
                      <a:pt x="1" y="48"/>
                      <a:pt x="1" y="48"/>
                    </a:cubicBezTo>
                    <a:cubicBezTo>
                      <a:pt x="1" y="48"/>
                      <a:pt x="1" y="48"/>
                      <a:pt x="1" y="48"/>
                    </a:cubicBezTo>
                    <a:close/>
                    <a:moveTo>
                      <a:pt x="71" y="0"/>
                    </a:moveTo>
                    <a:cubicBezTo>
                      <a:pt x="71" y="0"/>
                      <a:pt x="71" y="0"/>
                      <a:pt x="71" y="0"/>
                    </a:cubicBezTo>
                    <a:cubicBezTo>
                      <a:pt x="71" y="0"/>
                      <a:pt x="71" y="0"/>
                      <a:pt x="71" y="0"/>
                    </a:cubicBezTo>
                    <a:cubicBezTo>
                      <a:pt x="71" y="0"/>
                      <a:pt x="71" y="0"/>
                      <a:pt x="7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4" name="Freeform 1319"/>
              <p:cNvSpPr>
                <a:spLocks noEditPoints="1"/>
              </p:cNvSpPr>
              <p:nvPr/>
            </p:nvSpPr>
            <p:spPr bwMode="auto">
              <a:xfrm>
                <a:off x="7570789" y="7656513"/>
                <a:ext cx="136525" cy="96838"/>
              </a:xfrm>
              <a:custGeom>
                <a:avLst/>
                <a:gdLst>
                  <a:gd name="T0" fmla="*/ 2 w 78"/>
                  <a:gd name="T1" fmla="*/ 55 h 56"/>
                  <a:gd name="T2" fmla="*/ 0 w 78"/>
                  <a:gd name="T3" fmla="*/ 55 h 56"/>
                  <a:gd name="T4" fmla="*/ 1 w 78"/>
                  <a:gd name="T5" fmla="*/ 48 h 56"/>
                  <a:gd name="T6" fmla="*/ 3 w 78"/>
                  <a:gd name="T7" fmla="*/ 49 h 56"/>
                  <a:gd name="T8" fmla="*/ 3 w 78"/>
                  <a:gd name="T9" fmla="*/ 49 h 56"/>
                  <a:gd name="T10" fmla="*/ 3 w 78"/>
                  <a:gd name="T11" fmla="*/ 49 h 56"/>
                  <a:gd name="T12" fmla="*/ 3 w 78"/>
                  <a:gd name="T13" fmla="*/ 49 h 56"/>
                  <a:gd name="T14" fmla="*/ 3 w 78"/>
                  <a:gd name="T15" fmla="*/ 49 h 56"/>
                  <a:gd name="T16" fmla="*/ 3 w 78"/>
                  <a:gd name="T17" fmla="*/ 49 h 56"/>
                  <a:gd name="T18" fmla="*/ 3 w 78"/>
                  <a:gd name="T19" fmla="*/ 49 h 56"/>
                  <a:gd name="T20" fmla="*/ 3 w 78"/>
                  <a:gd name="T21" fmla="*/ 49 h 56"/>
                  <a:gd name="T22" fmla="*/ 3 w 78"/>
                  <a:gd name="T23" fmla="*/ 49 h 56"/>
                  <a:gd name="T24" fmla="*/ 3 w 78"/>
                  <a:gd name="T25" fmla="*/ 49 h 56"/>
                  <a:gd name="T26" fmla="*/ 3 w 78"/>
                  <a:gd name="T27" fmla="*/ 49 h 56"/>
                  <a:gd name="T28" fmla="*/ 5 w 78"/>
                  <a:gd name="T29" fmla="*/ 49 h 56"/>
                  <a:gd name="T30" fmla="*/ 5 w 78"/>
                  <a:gd name="T31" fmla="*/ 49 h 56"/>
                  <a:gd name="T32" fmla="*/ 43 w 78"/>
                  <a:gd name="T33" fmla="*/ 32 h 56"/>
                  <a:gd name="T34" fmla="*/ 43 w 78"/>
                  <a:gd name="T35" fmla="*/ 32 h 56"/>
                  <a:gd name="T36" fmla="*/ 70 w 78"/>
                  <a:gd name="T37" fmla="*/ 13 h 56"/>
                  <a:gd name="T38" fmla="*/ 70 w 78"/>
                  <a:gd name="T39" fmla="*/ 13 h 56"/>
                  <a:gd name="T40" fmla="*/ 71 w 78"/>
                  <a:gd name="T41" fmla="*/ 4 h 56"/>
                  <a:gd name="T42" fmla="*/ 68 w 78"/>
                  <a:gd name="T43" fmla="*/ 3 h 56"/>
                  <a:gd name="T44" fmla="*/ 71 w 78"/>
                  <a:gd name="T45" fmla="*/ 2 h 56"/>
                  <a:gd name="T46" fmla="*/ 71 w 78"/>
                  <a:gd name="T47" fmla="*/ 1 h 56"/>
                  <a:gd name="T48" fmla="*/ 73 w 78"/>
                  <a:gd name="T49" fmla="*/ 1 h 56"/>
                  <a:gd name="T50" fmla="*/ 75 w 78"/>
                  <a:gd name="T51" fmla="*/ 0 h 56"/>
                  <a:gd name="T52" fmla="*/ 75 w 78"/>
                  <a:gd name="T53" fmla="*/ 1 h 56"/>
                  <a:gd name="T54" fmla="*/ 78 w 78"/>
                  <a:gd name="T55" fmla="*/ 1 h 56"/>
                  <a:gd name="T56" fmla="*/ 77 w 78"/>
                  <a:gd name="T57" fmla="*/ 16 h 56"/>
                  <a:gd name="T58" fmla="*/ 76 w 78"/>
                  <a:gd name="T59" fmla="*/ 17 h 56"/>
                  <a:gd name="T60" fmla="*/ 76 w 78"/>
                  <a:gd name="T61" fmla="*/ 17 h 56"/>
                  <a:gd name="T62" fmla="*/ 47 w 78"/>
                  <a:gd name="T63" fmla="*/ 38 h 56"/>
                  <a:gd name="T64" fmla="*/ 47 w 78"/>
                  <a:gd name="T65" fmla="*/ 38 h 56"/>
                  <a:gd name="T66" fmla="*/ 5 w 78"/>
                  <a:gd name="T67" fmla="*/ 56 h 56"/>
                  <a:gd name="T68" fmla="*/ 5 w 78"/>
                  <a:gd name="T69" fmla="*/ 56 h 56"/>
                  <a:gd name="T70" fmla="*/ 2 w 78"/>
                  <a:gd name="T71" fmla="*/ 55 h 56"/>
                  <a:gd name="T72" fmla="*/ 3 w 78"/>
                  <a:gd name="T73" fmla="*/ 53 h 56"/>
                  <a:gd name="T74" fmla="*/ 3 w 78"/>
                  <a:gd name="T75" fmla="*/ 53 h 56"/>
                  <a:gd name="T76" fmla="*/ 3 w 78"/>
                  <a:gd name="T77" fmla="*/ 53 h 56"/>
                  <a:gd name="T78" fmla="*/ 2 w 78"/>
                  <a:gd name="T79" fmla="*/ 53 h 56"/>
                  <a:gd name="T80" fmla="*/ 2 w 78"/>
                  <a:gd name="T81" fmla="*/ 53 h 56"/>
                  <a:gd name="T82" fmla="*/ 2 w 78"/>
                  <a:gd name="T83" fmla="*/ 53 h 56"/>
                  <a:gd name="T84" fmla="*/ 2 w 78"/>
                  <a:gd name="T85" fmla="*/ 53 h 56"/>
                  <a:gd name="T86" fmla="*/ 2 w 78"/>
                  <a:gd name="T87" fmla="*/ 53 h 56"/>
                  <a:gd name="T88" fmla="*/ 2 w 78"/>
                  <a:gd name="T89" fmla="*/ 53 h 56"/>
                  <a:gd name="T90" fmla="*/ 3 w 78"/>
                  <a:gd name="T91" fmla="*/ 53 h 56"/>
                  <a:gd name="T92" fmla="*/ 3 w 78"/>
                  <a:gd name="T93" fmla="*/ 49 h 56"/>
                  <a:gd name="T94" fmla="*/ 3 w 78"/>
                  <a:gd name="T95" fmla="*/ 49 h 56"/>
                  <a:gd name="T96" fmla="*/ 3 w 78"/>
                  <a:gd name="T97" fmla="*/ 49 h 56"/>
                  <a:gd name="T98" fmla="*/ 3 w 78"/>
                  <a:gd name="T99"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8" h="56">
                    <a:moveTo>
                      <a:pt x="2" y="55"/>
                    </a:moveTo>
                    <a:cubicBezTo>
                      <a:pt x="0" y="55"/>
                      <a:pt x="0" y="55"/>
                      <a:pt x="0" y="55"/>
                    </a:cubicBezTo>
                    <a:cubicBezTo>
                      <a:pt x="1" y="48"/>
                      <a:pt x="1" y="48"/>
                      <a:pt x="1" y="48"/>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4" y="49"/>
                      <a:pt x="5" y="49"/>
                      <a:pt x="5" y="49"/>
                    </a:cubicBezTo>
                    <a:cubicBezTo>
                      <a:pt x="5" y="49"/>
                      <a:pt x="5" y="49"/>
                      <a:pt x="5" y="49"/>
                    </a:cubicBezTo>
                    <a:cubicBezTo>
                      <a:pt x="13" y="49"/>
                      <a:pt x="29" y="41"/>
                      <a:pt x="43" y="32"/>
                    </a:cubicBezTo>
                    <a:cubicBezTo>
                      <a:pt x="43" y="32"/>
                      <a:pt x="43" y="32"/>
                      <a:pt x="43" y="32"/>
                    </a:cubicBezTo>
                    <a:cubicBezTo>
                      <a:pt x="56" y="24"/>
                      <a:pt x="67" y="15"/>
                      <a:pt x="70" y="13"/>
                    </a:cubicBezTo>
                    <a:cubicBezTo>
                      <a:pt x="70" y="13"/>
                      <a:pt x="70" y="13"/>
                      <a:pt x="70" y="13"/>
                    </a:cubicBezTo>
                    <a:cubicBezTo>
                      <a:pt x="71" y="4"/>
                      <a:pt x="71" y="4"/>
                      <a:pt x="71" y="4"/>
                    </a:cubicBezTo>
                    <a:cubicBezTo>
                      <a:pt x="68" y="3"/>
                      <a:pt x="68" y="3"/>
                      <a:pt x="68" y="3"/>
                    </a:cubicBezTo>
                    <a:cubicBezTo>
                      <a:pt x="71" y="2"/>
                      <a:pt x="71" y="2"/>
                      <a:pt x="71" y="2"/>
                    </a:cubicBezTo>
                    <a:cubicBezTo>
                      <a:pt x="71" y="1"/>
                      <a:pt x="71" y="1"/>
                      <a:pt x="71" y="1"/>
                    </a:cubicBezTo>
                    <a:cubicBezTo>
                      <a:pt x="73" y="1"/>
                      <a:pt x="73" y="1"/>
                      <a:pt x="73" y="1"/>
                    </a:cubicBezTo>
                    <a:cubicBezTo>
                      <a:pt x="75" y="0"/>
                      <a:pt x="75" y="0"/>
                      <a:pt x="75" y="0"/>
                    </a:cubicBezTo>
                    <a:cubicBezTo>
                      <a:pt x="75" y="1"/>
                      <a:pt x="75" y="1"/>
                      <a:pt x="75" y="1"/>
                    </a:cubicBezTo>
                    <a:cubicBezTo>
                      <a:pt x="78" y="1"/>
                      <a:pt x="78" y="1"/>
                      <a:pt x="78" y="1"/>
                    </a:cubicBezTo>
                    <a:cubicBezTo>
                      <a:pt x="77" y="16"/>
                      <a:pt x="77" y="16"/>
                      <a:pt x="77" y="16"/>
                    </a:cubicBezTo>
                    <a:cubicBezTo>
                      <a:pt x="76" y="17"/>
                      <a:pt x="76" y="17"/>
                      <a:pt x="76" y="17"/>
                    </a:cubicBezTo>
                    <a:cubicBezTo>
                      <a:pt x="76" y="17"/>
                      <a:pt x="76" y="17"/>
                      <a:pt x="76" y="17"/>
                    </a:cubicBezTo>
                    <a:cubicBezTo>
                      <a:pt x="76" y="17"/>
                      <a:pt x="62" y="28"/>
                      <a:pt x="47" y="38"/>
                    </a:cubicBezTo>
                    <a:cubicBezTo>
                      <a:pt x="47" y="38"/>
                      <a:pt x="47" y="38"/>
                      <a:pt x="47" y="38"/>
                    </a:cubicBezTo>
                    <a:cubicBezTo>
                      <a:pt x="32" y="47"/>
                      <a:pt x="16" y="56"/>
                      <a:pt x="5" y="56"/>
                    </a:cubicBezTo>
                    <a:cubicBezTo>
                      <a:pt x="5" y="56"/>
                      <a:pt x="5" y="56"/>
                      <a:pt x="5" y="56"/>
                    </a:cubicBezTo>
                    <a:cubicBezTo>
                      <a:pt x="4" y="56"/>
                      <a:pt x="3" y="56"/>
                      <a:pt x="2" y="55"/>
                    </a:cubicBezTo>
                    <a:close/>
                    <a:moveTo>
                      <a:pt x="3" y="53"/>
                    </a:moveTo>
                    <a:cubicBezTo>
                      <a:pt x="3" y="53"/>
                      <a:pt x="3" y="53"/>
                      <a:pt x="3" y="53"/>
                    </a:cubicBezTo>
                    <a:cubicBezTo>
                      <a:pt x="3" y="53"/>
                      <a:pt x="3" y="53"/>
                      <a:pt x="3" y="53"/>
                    </a:cubicBezTo>
                    <a:cubicBezTo>
                      <a:pt x="2" y="53"/>
                      <a:pt x="2" y="53"/>
                      <a:pt x="2" y="53"/>
                    </a:cubicBezTo>
                    <a:cubicBezTo>
                      <a:pt x="2" y="53"/>
                      <a:pt x="2" y="53"/>
                      <a:pt x="2" y="53"/>
                    </a:cubicBezTo>
                    <a:cubicBezTo>
                      <a:pt x="2" y="53"/>
                      <a:pt x="2" y="53"/>
                      <a:pt x="2" y="53"/>
                    </a:cubicBezTo>
                    <a:cubicBezTo>
                      <a:pt x="2" y="53"/>
                      <a:pt x="2" y="53"/>
                      <a:pt x="2" y="53"/>
                    </a:cubicBezTo>
                    <a:cubicBezTo>
                      <a:pt x="2" y="53"/>
                      <a:pt x="2" y="53"/>
                      <a:pt x="2" y="53"/>
                    </a:cubicBezTo>
                    <a:cubicBezTo>
                      <a:pt x="2" y="53"/>
                      <a:pt x="2" y="53"/>
                      <a:pt x="2" y="53"/>
                    </a:cubicBezTo>
                    <a:cubicBezTo>
                      <a:pt x="2" y="53"/>
                      <a:pt x="2" y="53"/>
                      <a:pt x="3" y="53"/>
                    </a:cubicBezTo>
                    <a:close/>
                    <a:moveTo>
                      <a:pt x="3" y="49"/>
                    </a:moveTo>
                    <a:cubicBezTo>
                      <a:pt x="3" y="49"/>
                      <a:pt x="3" y="49"/>
                      <a:pt x="3" y="49"/>
                    </a:cubicBezTo>
                    <a:cubicBezTo>
                      <a:pt x="3" y="49"/>
                      <a:pt x="3" y="49"/>
                      <a:pt x="3" y="49"/>
                    </a:cubicBezTo>
                    <a:cubicBezTo>
                      <a:pt x="3" y="49"/>
                      <a:pt x="3" y="49"/>
                      <a:pt x="3" y="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5" name="Freeform 1320"/>
              <p:cNvSpPr/>
              <p:nvPr/>
            </p:nvSpPr>
            <p:spPr bwMode="auto">
              <a:xfrm>
                <a:off x="7696201" y="7675563"/>
                <a:ext cx="25400" cy="9525"/>
              </a:xfrm>
              <a:custGeom>
                <a:avLst/>
                <a:gdLst>
                  <a:gd name="T0" fmla="*/ 16 w 16"/>
                  <a:gd name="T1" fmla="*/ 0 h 6"/>
                  <a:gd name="T2" fmla="*/ 16 w 16"/>
                  <a:gd name="T3" fmla="*/ 3 h 6"/>
                  <a:gd name="T4" fmla="*/ 1 w 16"/>
                  <a:gd name="T5" fmla="*/ 6 h 6"/>
                  <a:gd name="T6" fmla="*/ 0 w 16"/>
                  <a:gd name="T7" fmla="*/ 3 h 6"/>
                  <a:gd name="T8" fmla="*/ 16 w 16"/>
                  <a:gd name="T9" fmla="*/ 0 h 6"/>
                  <a:gd name="T10" fmla="*/ 16 w 16"/>
                  <a:gd name="T11" fmla="*/ 0 h 6"/>
                </a:gdLst>
                <a:ahLst/>
                <a:cxnLst>
                  <a:cxn ang="0">
                    <a:pos x="T0" y="T1"/>
                  </a:cxn>
                  <a:cxn ang="0">
                    <a:pos x="T2" y="T3"/>
                  </a:cxn>
                  <a:cxn ang="0">
                    <a:pos x="T4" y="T5"/>
                  </a:cxn>
                  <a:cxn ang="0">
                    <a:pos x="T6" y="T7"/>
                  </a:cxn>
                  <a:cxn ang="0">
                    <a:pos x="T8" y="T9"/>
                  </a:cxn>
                  <a:cxn ang="0">
                    <a:pos x="T10" y="T11"/>
                  </a:cxn>
                </a:cxnLst>
                <a:rect l="0" t="0" r="r" b="b"/>
                <a:pathLst>
                  <a:path w="16" h="6">
                    <a:moveTo>
                      <a:pt x="16" y="0"/>
                    </a:moveTo>
                    <a:lnTo>
                      <a:pt x="16" y="3"/>
                    </a:lnTo>
                    <a:lnTo>
                      <a:pt x="1" y="6"/>
                    </a:lnTo>
                    <a:lnTo>
                      <a:pt x="0" y="3"/>
                    </a:lnTo>
                    <a:lnTo>
                      <a:pt x="16" y="0"/>
                    </a:lnTo>
                    <a:lnTo>
                      <a:pt x="16"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6" name="Freeform 1321"/>
              <p:cNvSpPr/>
              <p:nvPr/>
            </p:nvSpPr>
            <p:spPr bwMode="auto">
              <a:xfrm>
                <a:off x="7693026" y="7670801"/>
                <a:ext cx="34925" cy="17463"/>
              </a:xfrm>
              <a:custGeom>
                <a:avLst/>
                <a:gdLst>
                  <a:gd name="T0" fmla="*/ 0 w 22"/>
                  <a:gd name="T1" fmla="*/ 5 h 11"/>
                  <a:gd name="T2" fmla="*/ 18 w 22"/>
                  <a:gd name="T3" fmla="*/ 0 h 11"/>
                  <a:gd name="T4" fmla="*/ 21 w 22"/>
                  <a:gd name="T5" fmla="*/ 0 h 11"/>
                  <a:gd name="T6" fmla="*/ 22 w 22"/>
                  <a:gd name="T7" fmla="*/ 8 h 11"/>
                  <a:gd name="T8" fmla="*/ 1 w 22"/>
                  <a:gd name="T9" fmla="*/ 11 h 11"/>
                  <a:gd name="T10" fmla="*/ 0 w 22"/>
                  <a:gd name="T11" fmla="*/ 5 h 11"/>
                  <a:gd name="T12" fmla="*/ 0 w 22"/>
                  <a:gd name="T13" fmla="*/ 5 h 11"/>
                </a:gdLst>
                <a:ahLst/>
                <a:cxnLst>
                  <a:cxn ang="0">
                    <a:pos x="T0" y="T1"/>
                  </a:cxn>
                  <a:cxn ang="0">
                    <a:pos x="T2" y="T3"/>
                  </a:cxn>
                  <a:cxn ang="0">
                    <a:pos x="T4" y="T5"/>
                  </a:cxn>
                  <a:cxn ang="0">
                    <a:pos x="T6" y="T7"/>
                  </a:cxn>
                  <a:cxn ang="0">
                    <a:pos x="T8" y="T9"/>
                  </a:cxn>
                  <a:cxn ang="0">
                    <a:pos x="T10" y="T11"/>
                  </a:cxn>
                  <a:cxn ang="0">
                    <a:pos x="T12" y="T13"/>
                  </a:cxn>
                </a:cxnLst>
                <a:rect l="0" t="0" r="r" b="b"/>
                <a:pathLst>
                  <a:path w="22" h="11">
                    <a:moveTo>
                      <a:pt x="0" y="5"/>
                    </a:moveTo>
                    <a:lnTo>
                      <a:pt x="18" y="0"/>
                    </a:lnTo>
                    <a:lnTo>
                      <a:pt x="21" y="0"/>
                    </a:lnTo>
                    <a:lnTo>
                      <a:pt x="22" y="8"/>
                    </a:lnTo>
                    <a:lnTo>
                      <a:pt x="1" y="11"/>
                    </a:lnTo>
                    <a:lnTo>
                      <a:pt x="0" y="5"/>
                    </a:lnTo>
                    <a:lnTo>
                      <a:pt x="0"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7" name="Freeform 1322"/>
              <p:cNvSpPr/>
              <p:nvPr/>
            </p:nvSpPr>
            <p:spPr bwMode="auto">
              <a:xfrm>
                <a:off x="7697789" y="7662863"/>
                <a:ext cx="17463" cy="19050"/>
              </a:xfrm>
              <a:custGeom>
                <a:avLst/>
                <a:gdLst>
                  <a:gd name="T0" fmla="*/ 9 w 11"/>
                  <a:gd name="T1" fmla="*/ 0 h 12"/>
                  <a:gd name="T2" fmla="*/ 11 w 11"/>
                  <a:gd name="T3" fmla="*/ 2 h 12"/>
                  <a:gd name="T4" fmla="*/ 2 w 11"/>
                  <a:gd name="T5" fmla="*/ 12 h 12"/>
                  <a:gd name="T6" fmla="*/ 0 w 11"/>
                  <a:gd name="T7" fmla="*/ 10 h 12"/>
                  <a:gd name="T8" fmla="*/ 9 w 11"/>
                  <a:gd name="T9" fmla="*/ 0 h 12"/>
                  <a:gd name="T10" fmla="*/ 9 w 11"/>
                  <a:gd name="T11" fmla="*/ 0 h 12"/>
                </a:gdLst>
                <a:ahLst/>
                <a:cxnLst>
                  <a:cxn ang="0">
                    <a:pos x="T0" y="T1"/>
                  </a:cxn>
                  <a:cxn ang="0">
                    <a:pos x="T2" y="T3"/>
                  </a:cxn>
                  <a:cxn ang="0">
                    <a:pos x="T4" y="T5"/>
                  </a:cxn>
                  <a:cxn ang="0">
                    <a:pos x="T6" y="T7"/>
                  </a:cxn>
                  <a:cxn ang="0">
                    <a:pos x="T8" y="T9"/>
                  </a:cxn>
                  <a:cxn ang="0">
                    <a:pos x="T10" y="T11"/>
                  </a:cxn>
                </a:cxnLst>
                <a:rect l="0" t="0" r="r" b="b"/>
                <a:pathLst>
                  <a:path w="11" h="12">
                    <a:moveTo>
                      <a:pt x="9" y="0"/>
                    </a:moveTo>
                    <a:lnTo>
                      <a:pt x="11" y="2"/>
                    </a:lnTo>
                    <a:lnTo>
                      <a:pt x="2" y="12"/>
                    </a:lnTo>
                    <a:lnTo>
                      <a:pt x="0" y="10"/>
                    </a:lnTo>
                    <a:lnTo>
                      <a:pt x="9" y="0"/>
                    </a:lnTo>
                    <a:lnTo>
                      <a:pt x="9"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8" name="Freeform 1323"/>
              <p:cNvSpPr/>
              <p:nvPr/>
            </p:nvSpPr>
            <p:spPr bwMode="auto">
              <a:xfrm>
                <a:off x="7693026" y="7658101"/>
                <a:ext cx="26988" cy="28575"/>
              </a:xfrm>
              <a:custGeom>
                <a:avLst/>
                <a:gdLst>
                  <a:gd name="T0" fmla="*/ 0 w 17"/>
                  <a:gd name="T1" fmla="*/ 14 h 18"/>
                  <a:gd name="T2" fmla="*/ 10 w 17"/>
                  <a:gd name="T3" fmla="*/ 2 h 18"/>
                  <a:gd name="T4" fmla="*/ 11 w 17"/>
                  <a:gd name="T5" fmla="*/ 0 h 18"/>
                  <a:gd name="T6" fmla="*/ 17 w 17"/>
                  <a:gd name="T7" fmla="*/ 5 h 18"/>
                  <a:gd name="T8" fmla="*/ 5 w 17"/>
                  <a:gd name="T9" fmla="*/ 18 h 18"/>
                  <a:gd name="T10" fmla="*/ 0 w 17"/>
                  <a:gd name="T11" fmla="*/ 14 h 18"/>
                  <a:gd name="T12" fmla="*/ 0 w 17"/>
                  <a:gd name="T13" fmla="*/ 14 h 18"/>
                </a:gdLst>
                <a:ahLst/>
                <a:cxnLst>
                  <a:cxn ang="0">
                    <a:pos x="T0" y="T1"/>
                  </a:cxn>
                  <a:cxn ang="0">
                    <a:pos x="T2" y="T3"/>
                  </a:cxn>
                  <a:cxn ang="0">
                    <a:pos x="T4" y="T5"/>
                  </a:cxn>
                  <a:cxn ang="0">
                    <a:pos x="T6" y="T7"/>
                  </a:cxn>
                  <a:cxn ang="0">
                    <a:pos x="T8" y="T9"/>
                  </a:cxn>
                  <a:cxn ang="0">
                    <a:pos x="T10" y="T11"/>
                  </a:cxn>
                  <a:cxn ang="0">
                    <a:pos x="T12" y="T13"/>
                  </a:cxn>
                </a:cxnLst>
                <a:rect l="0" t="0" r="r" b="b"/>
                <a:pathLst>
                  <a:path w="17" h="18">
                    <a:moveTo>
                      <a:pt x="0" y="14"/>
                    </a:moveTo>
                    <a:lnTo>
                      <a:pt x="10" y="2"/>
                    </a:lnTo>
                    <a:lnTo>
                      <a:pt x="11" y="0"/>
                    </a:lnTo>
                    <a:lnTo>
                      <a:pt x="17" y="5"/>
                    </a:lnTo>
                    <a:lnTo>
                      <a:pt x="5" y="18"/>
                    </a:lnTo>
                    <a:lnTo>
                      <a:pt x="0" y="14"/>
                    </a:lnTo>
                    <a:lnTo>
                      <a:pt x="0" y="1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9" name="Freeform 1324"/>
              <p:cNvSpPr/>
              <p:nvPr/>
            </p:nvSpPr>
            <p:spPr bwMode="auto">
              <a:xfrm>
                <a:off x="7459664" y="7753351"/>
                <a:ext cx="60325" cy="88900"/>
              </a:xfrm>
              <a:custGeom>
                <a:avLst/>
                <a:gdLst>
                  <a:gd name="T0" fmla="*/ 0 w 35"/>
                  <a:gd name="T1" fmla="*/ 39 h 51"/>
                  <a:gd name="T2" fmla="*/ 33 w 35"/>
                  <a:gd name="T3" fmla="*/ 0 h 51"/>
                  <a:gd name="T4" fmla="*/ 33 w 35"/>
                  <a:gd name="T5" fmla="*/ 0 h 51"/>
                  <a:gd name="T6" fmla="*/ 35 w 35"/>
                  <a:gd name="T7" fmla="*/ 3 h 51"/>
                  <a:gd name="T8" fmla="*/ 20 w 35"/>
                  <a:gd name="T9" fmla="*/ 16 h 51"/>
                  <a:gd name="T10" fmla="*/ 20 w 35"/>
                  <a:gd name="T11" fmla="*/ 16 h 51"/>
                  <a:gd name="T12" fmla="*/ 3 w 35"/>
                  <a:gd name="T13" fmla="*/ 39 h 51"/>
                  <a:gd name="T14" fmla="*/ 3 w 35"/>
                  <a:gd name="T15" fmla="*/ 39 h 51"/>
                  <a:gd name="T16" fmla="*/ 6 w 35"/>
                  <a:gd name="T17" fmla="*/ 51 h 51"/>
                  <a:gd name="T18" fmla="*/ 6 w 35"/>
                  <a:gd name="T19" fmla="*/ 51 h 51"/>
                  <a:gd name="T20" fmla="*/ 4 w 35"/>
                  <a:gd name="T21" fmla="*/ 51 h 51"/>
                  <a:gd name="T22" fmla="*/ 0 w 35"/>
                  <a:gd name="T23" fmla="*/ 39 h 51"/>
                  <a:gd name="T24" fmla="*/ 0 w 35"/>
                  <a:gd name="T25" fmla="*/ 39 h 51"/>
                  <a:gd name="T26" fmla="*/ 0 w 35"/>
                  <a:gd name="T27" fmla="*/ 39 h 51"/>
                  <a:gd name="T28" fmla="*/ 0 w 35"/>
                  <a:gd name="T29" fmla="*/ 3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51">
                    <a:moveTo>
                      <a:pt x="0" y="39"/>
                    </a:moveTo>
                    <a:cubicBezTo>
                      <a:pt x="4" y="25"/>
                      <a:pt x="33" y="1"/>
                      <a:pt x="33" y="0"/>
                    </a:cubicBezTo>
                    <a:cubicBezTo>
                      <a:pt x="33" y="0"/>
                      <a:pt x="33" y="0"/>
                      <a:pt x="33" y="0"/>
                    </a:cubicBezTo>
                    <a:cubicBezTo>
                      <a:pt x="35" y="3"/>
                      <a:pt x="35" y="3"/>
                      <a:pt x="35" y="3"/>
                    </a:cubicBezTo>
                    <a:cubicBezTo>
                      <a:pt x="35" y="3"/>
                      <a:pt x="28" y="9"/>
                      <a:pt x="20" y="16"/>
                    </a:cubicBezTo>
                    <a:cubicBezTo>
                      <a:pt x="20" y="16"/>
                      <a:pt x="20" y="16"/>
                      <a:pt x="20" y="16"/>
                    </a:cubicBezTo>
                    <a:cubicBezTo>
                      <a:pt x="12" y="24"/>
                      <a:pt x="4" y="33"/>
                      <a:pt x="3" y="39"/>
                    </a:cubicBezTo>
                    <a:cubicBezTo>
                      <a:pt x="3" y="39"/>
                      <a:pt x="3" y="39"/>
                      <a:pt x="3" y="39"/>
                    </a:cubicBezTo>
                    <a:cubicBezTo>
                      <a:pt x="4" y="41"/>
                      <a:pt x="6" y="48"/>
                      <a:pt x="6" y="51"/>
                    </a:cubicBezTo>
                    <a:cubicBezTo>
                      <a:pt x="6" y="51"/>
                      <a:pt x="6" y="51"/>
                      <a:pt x="6" y="51"/>
                    </a:cubicBezTo>
                    <a:cubicBezTo>
                      <a:pt x="4" y="51"/>
                      <a:pt x="4" y="51"/>
                      <a:pt x="4" y="51"/>
                    </a:cubicBezTo>
                    <a:cubicBezTo>
                      <a:pt x="3" y="49"/>
                      <a:pt x="0" y="39"/>
                      <a:pt x="0" y="39"/>
                    </a:cubicBezTo>
                    <a:cubicBezTo>
                      <a:pt x="0" y="39"/>
                      <a:pt x="0" y="39"/>
                      <a:pt x="0" y="39"/>
                    </a:cubicBezTo>
                    <a:cubicBezTo>
                      <a:pt x="0" y="39"/>
                      <a:pt x="0" y="39"/>
                      <a:pt x="0" y="39"/>
                    </a:cubicBezTo>
                    <a:cubicBezTo>
                      <a:pt x="0" y="39"/>
                      <a:pt x="0" y="39"/>
                      <a:pt x="0" y="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0" name="Freeform 1325"/>
              <p:cNvSpPr/>
              <p:nvPr/>
            </p:nvSpPr>
            <p:spPr bwMode="auto">
              <a:xfrm>
                <a:off x="7456489" y="7747001"/>
                <a:ext cx="68263" cy="98425"/>
              </a:xfrm>
              <a:custGeom>
                <a:avLst/>
                <a:gdLst>
                  <a:gd name="T0" fmla="*/ 4 w 40"/>
                  <a:gd name="T1" fmla="*/ 55 h 57"/>
                  <a:gd name="T2" fmla="*/ 1 w 40"/>
                  <a:gd name="T3" fmla="*/ 45 h 57"/>
                  <a:gd name="T4" fmla="*/ 1 w 40"/>
                  <a:gd name="T5" fmla="*/ 45 h 57"/>
                  <a:gd name="T6" fmla="*/ 1 w 40"/>
                  <a:gd name="T7" fmla="*/ 45 h 57"/>
                  <a:gd name="T8" fmla="*/ 0 w 40"/>
                  <a:gd name="T9" fmla="*/ 44 h 57"/>
                  <a:gd name="T10" fmla="*/ 0 w 40"/>
                  <a:gd name="T11" fmla="*/ 44 h 57"/>
                  <a:gd name="T12" fmla="*/ 0 w 40"/>
                  <a:gd name="T13" fmla="*/ 44 h 57"/>
                  <a:gd name="T14" fmla="*/ 0 w 40"/>
                  <a:gd name="T15" fmla="*/ 44 h 57"/>
                  <a:gd name="T16" fmla="*/ 0 w 40"/>
                  <a:gd name="T17" fmla="*/ 44 h 57"/>
                  <a:gd name="T18" fmla="*/ 0 w 40"/>
                  <a:gd name="T19" fmla="*/ 43 h 57"/>
                  <a:gd name="T20" fmla="*/ 0 w 40"/>
                  <a:gd name="T21" fmla="*/ 42 h 57"/>
                  <a:gd name="T22" fmla="*/ 0 w 40"/>
                  <a:gd name="T23" fmla="*/ 42 h 57"/>
                  <a:gd name="T24" fmla="*/ 2 w 40"/>
                  <a:gd name="T25" fmla="*/ 43 h 57"/>
                  <a:gd name="T26" fmla="*/ 0 w 40"/>
                  <a:gd name="T27" fmla="*/ 42 h 57"/>
                  <a:gd name="T28" fmla="*/ 34 w 40"/>
                  <a:gd name="T29" fmla="*/ 3 h 57"/>
                  <a:gd name="T30" fmla="*/ 34 w 40"/>
                  <a:gd name="T31" fmla="*/ 3 h 57"/>
                  <a:gd name="T32" fmla="*/ 35 w 40"/>
                  <a:gd name="T33" fmla="*/ 0 h 57"/>
                  <a:gd name="T34" fmla="*/ 40 w 40"/>
                  <a:gd name="T35" fmla="*/ 7 h 57"/>
                  <a:gd name="T36" fmla="*/ 39 w 40"/>
                  <a:gd name="T37" fmla="*/ 8 h 57"/>
                  <a:gd name="T38" fmla="*/ 23 w 40"/>
                  <a:gd name="T39" fmla="*/ 22 h 57"/>
                  <a:gd name="T40" fmla="*/ 23 w 40"/>
                  <a:gd name="T41" fmla="*/ 22 h 57"/>
                  <a:gd name="T42" fmla="*/ 7 w 40"/>
                  <a:gd name="T43" fmla="*/ 43 h 57"/>
                  <a:gd name="T44" fmla="*/ 7 w 40"/>
                  <a:gd name="T45" fmla="*/ 43 h 57"/>
                  <a:gd name="T46" fmla="*/ 10 w 40"/>
                  <a:gd name="T47" fmla="*/ 54 h 57"/>
                  <a:gd name="T48" fmla="*/ 10 w 40"/>
                  <a:gd name="T49" fmla="*/ 54 h 57"/>
                  <a:gd name="T50" fmla="*/ 11 w 40"/>
                  <a:gd name="T51" fmla="*/ 56 h 57"/>
                  <a:gd name="T52" fmla="*/ 9 w 40"/>
                  <a:gd name="T53" fmla="*/ 57 h 57"/>
                  <a:gd name="T54" fmla="*/ 4 w 40"/>
                  <a:gd name="T55" fmla="*/ 57 h 57"/>
                  <a:gd name="T56" fmla="*/ 4 w 40"/>
                  <a:gd name="T57"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 h="57">
                    <a:moveTo>
                      <a:pt x="4" y="55"/>
                    </a:moveTo>
                    <a:cubicBezTo>
                      <a:pt x="4" y="54"/>
                      <a:pt x="2" y="47"/>
                      <a:pt x="1" y="45"/>
                    </a:cubicBezTo>
                    <a:cubicBezTo>
                      <a:pt x="1" y="45"/>
                      <a:pt x="1" y="45"/>
                      <a:pt x="1" y="45"/>
                    </a:cubicBezTo>
                    <a:cubicBezTo>
                      <a:pt x="1" y="45"/>
                      <a:pt x="1" y="45"/>
                      <a:pt x="1" y="45"/>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3"/>
                      <a:pt x="0" y="43"/>
                      <a:pt x="0" y="43"/>
                    </a:cubicBezTo>
                    <a:cubicBezTo>
                      <a:pt x="0" y="42"/>
                      <a:pt x="0" y="42"/>
                      <a:pt x="0" y="42"/>
                    </a:cubicBezTo>
                    <a:cubicBezTo>
                      <a:pt x="0" y="42"/>
                      <a:pt x="0" y="42"/>
                      <a:pt x="0" y="42"/>
                    </a:cubicBezTo>
                    <a:cubicBezTo>
                      <a:pt x="2" y="43"/>
                      <a:pt x="2" y="43"/>
                      <a:pt x="2" y="43"/>
                    </a:cubicBezTo>
                    <a:cubicBezTo>
                      <a:pt x="0" y="42"/>
                      <a:pt x="0" y="42"/>
                      <a:pt x="0" y="42"/>
                    </a:cubicBezTo>
                    <a:cubicBezTo>
                      <a:pt x="4" y="28"/>
                      <a:pt x="30" y="6"/>
                      <a:pt x="34" y="3"/>
                    </a:cubicBezTo>
                    <a:cubicBezTo>
                      <a:pt x="34" y="3"/>
                      <a:pt x="34" y="3"/>
                      <a:pt x="34" y="3"/>
                    </a:cubicBezTo>
                    <a:cubicBezTo>
                      <a:pt x="35" y="0"/>
                      <a:pt x="35" y="0"/>
                      <a:pt x="35" y="0"/>
                    </a:cubicBezTo>
                    <a:cubicBezTo>
                      <a:pt x="40" y="7"/>
                      <a:pt x="40" y="7"/>
                      <a:pt x="40" y="7"/>
                    </a:cubicBezTo>
                    <a:cubicBezTo>
                      <a:pt x="39" y="8"/>
                      <a:pt x="39" y="8"/>
                      <a:pt x="39" y="8"/>
                    </a:cubicBezTo>
                    <a:cubicBezTo>
                      <a:pt x="38" y="8"/>
                      <a:pt x="31" y="14"/>
                      <a:pt x="23" y="22"/>
                    </a:cubicBezTo>
                    <a:cubicBezTo>
                      <a:pt x="23" y="22"/>
                      <a:pt x="23" y="22"/>
                      <a:pt x="23" y="22"/>
                    </a:cubicBezTo>
                    <a:cubicBezTo>
                      <a:pt x="16" y="29"/>
                      <a:pt x="9" y="38"/>
                      <a:pt x="7" y="43"/>
                    </a:cubicBezTo>
                    <a:cubicBezTo>
                      <a:pt x="7" y="43"/>
                      <a:pt x="7" y="43"/>
                      <a:pt x="7" y="43"/>
                    </a:cubicBezTo>
                    <a:cubicBezTo>
                      <a:pt x="8" y="45"/>
                      <a:pt x="10" y="51"/>
                      <a:pt x="10" y="54"/>
                    </a:cubicBezTo>
                    <a:cubicBezTo>
                      <a:pt x="10" y="54"/>
                      <a:pt x="10" y="54"/>
                      <a:pt x="10" y="54"/>
                    </a:cubicBezTo>
                    <a:cubicBezTo>
                      <a:pt x="11" y="56"/>
                      <a:pt x="11" y="56"/>
                      <a:pt x="11" y="56"/>
                    </a:cubicBezTo>
                    <a:cubicBezTo>
                      <a:pt x="9" y="57"/>
                      <a:pt x="9" y="57"/>
                      <a:pt x="9" y="57"/>
                    </a:cubicBezTo>
                    <a:cubicBezTo>
                      <a:pt x="4" y="57"/>
                      <a:pt x="4" y="57"/>
                      <a:pt x="4" y="57"/>
                    </a:cubicBezTo>
                    <a:cubicBezTo>
                      <a:pt x="4" y="55"/>
                      <a:pt x="4" y="55"/>
                      <a:pt x="4" y="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1" name="Freeform 1326"/>
              <p:cNvSpPr/>
              <p:nvPr/>
            </p:nvSpPr>
            <p:spPr bwMode="auto">
              <a:xfrm>
                <a:off x="7448551" y="7813676"/>
                <a:ext cx="17463" cy="26988"/>
              </a:xfrm>
              <a:custGeom>
                <a:avLst/>
                <a:gdLst>
                  <a:gd name="T0" fmla="*/ 11 w 11"/>
                  <a:gd name="T1" fmla="*/ 0 h 17"/>
                  <a:gd name="T2" fmla="*/ 8 w 11"/>
                  <a:gd name="T3" fmla="*/ 17 h 17"/>
                  <a:gd name="T4" fmla="*/ 5 w 11"/>
                  <a:gd name="T5" fmla="*/ 16 h 17"/>
                  <a:gd name="T6" fmla="*/ 6 w 11"/>
                  <a:gd name="T7" fmla="*/ 8 h 17"/>
                  <a:gd name="T8" fmla="*/ 2 w 11"/>
                  <a:gd name="T9" fmla="*/ 11 h 17"/>
                  <a:gd name="T10" fmla="*/ 0 w 11"/>
                  <a:gd name="T11" fmla="*/ 9 h 17"/>
                  <a:gd name="T12" fmla="*/ 11 w 11"/>
                  <a:gd name="T13" fmla="*/ 0 h 17"/>
                  <a:gd name="T14" fmla="*/ 11 w 11"/>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7">
                    <a:moveTo>
                      <a:pt x="11" y="0"/>
                    </a:moveTo>
                    <a:lnTo>
                      <a:pt x="8" y="17"/>
                    </a:lnTo>
                    <a:lnTo>
                      <a:pt x="5" y="16"/>
                    </a:lnTo>
                    <a:lnTo>
                      <a:pt x="6" y="8"/>
                    </a:lnTo>
                    <a:lnTo>
                      <a:pt x="2" y="11"/>
                    </a:lnTo>
                    <a:lnTo>
                      <a:pt x="0" y="9"/>
                    </a:lnTo>
                    <a:lnTo>
                      <a:pt x="11" y="0"/>
                    </a:lnTo>
                    <a:lnTo>
                      <a:pt x="1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2" name="Freeform 1327"/>
              <p:cNvSpPr/>
              <p:nvPr/>
            </p:nvSpPr>
            <p:spPr bwMode="auto">
              <a:xfrm>
                <a:off x="7443789" y="7805738"/>
                <a:ext cx="26988" cy="38100"/>
              </a:xfrm>
              <a:custGeom>
                <a:avLst/>
                <a:gdLst>
                  <a:gd name="T0" fmla="*/ 4 w 17"/>
                  <a:gd name="T1" fmla="*/ 23 h 24"/>
                  <a:gd name="T2" fmla="*/ 5 w 17"/>
                  <a:gd name="T3" fmla="*/ 21 h 24"/>
                  <a:gd name="T4" fmla="*/ 5 w 17"/>
                  <a:gd name="T5" fmla="*/ 19 h 24"/>
                  <a:gd name="T6" fmla="*/ 4 w 17"/>
                  <a:gd name="T7" fmla="*/ 20 h 24"/>
                  <a:gd name="T8" fmla="*/ 0 w 17"/>
                  <a:gd name="T9" fmla="*/ 14 h 24"/>
                  <a:gd name="T10" fmla="*/ 12 w 17"/>
                  <a:gd name="T11" fmla="*/ 4 h 24"/>
                  <a:gd name="T12" fmla="*/ 17 w 17"/>
                  <a:gd name="T13" fmla="*/ 0 h 24"/>
                  <a:gd name="T14" fmla="*/ 12 w 17"/>
                  <a:gd name="T15" fmla="*/ 24 h 24"/>
                  <a:gd name="T16" fmla="*/ 4 w 17"/>
                  <a:gd name="T17" fmla="*/ 23 h 24"/>
                  <a:gd name="T18" fmla="*/ 4 w 17"/>
                  <a:gd name="T19"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24">
                    <a:moveTo>
                      <a:pt x="4" y="23"/>
                    </a:moveTo>
                    <a:lnTo>
                      <a:pt x="5" y="21"/>
                    </a:lnTo>
                    <a:lnTo>
                      <a:pt x="5" y="19"/>
                    </a:lnTo>
                    <a:lnTo>
                      <a:pt x="4" y="20"/>
                    </a:lnTo>
                    <a:lnTo>
                      <a:pt x="0" y="14"/>
                    </a:lnTo>
                    <a:lnTo>
                      <a:pt x="12" y="4"/>
                    </a:lnTo>
                    <a:lnTo>
                      <a:pt x="17" y="0"/>
                    </a:lnTo>
                    <a:lnTo>
                      <a:pt x="12" y="24"/>
                    </a:lnTo>
                    <a:lnTo>
                      <a:pt x="4" y="23"/>
                    </a:lnTo>
                    <a:lnTo>
                      <a:pt x="4" y="2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3" name="Freeform 1328"/>
              <p:cNvSpPr>
                <a:spLocks noEditPoints="1"/>
              </p:cNvSpPr>
              <p:nvPr/>
            </p:nvSpPr>
            <p:spPr bwMode="auto">
              <a:xfrm>
                <a:off x="7448551" y="7534276"/>
                <a:ext cx="209550" cy="207963"/>
              </a:xfrm>
              <a:custGeom>
                <a:avLst/>
                <a:gdLst>
                  <a:gd name="T0" fmla="*/ 72 w 120"/>
                  <a:gd name="T1" fmla="*/ 6 h 120"/>
                  <a:gd name="T2" fmla="*/ 113 w 120"/>
                  <a:gd name="T3" fmla="*/ 72 h 120"/>
                  <a:gd name="T4" fmla="*/ 113 w 120"/>
                  <a:gd name="T5" fmla="*/ 72 h 120"/>
                  <a:gd name="T6" fmla="*/ 48 w 120"/>
                  <a:gd name="T7" fmla="*/ 113 h 120"/>
                  <a:gd name="T8" fmla="*/ 48 w 120"/>
                  <a:gd name="T9" fmla="*/ 113 h 120"/>
                  <a:gd name="T10" fmla="*/ 6 w 120"/>
                  <a:gd name="T11" fmla="*/ 48 h 120"/>
                  <a:gd name="T12" fmla="*/ 6 w 120"/>
                  <a:gd name="T13" fmla="*/ 48 h 120"/>
                  <a:gd name="T14" fmla="*/ 72 w 120"/>
                  <a:gd name="T15" fmla="*/ 6 h 120"/>
                  <a:gd name="T16" fmla="*/ 71 w 120"/>
                  <a:gd name="T17" fmla="*/ 9 h 120"/>
                  <a:gd name="T18" fmla="*/ 9 w 120"/>
                  <a:gd name="T19" fmla="*/ 48 h 120"/>
                  <a:gd name="T20" fmla="*/ 9 w 120"/>
                  <a:gd name="T21" fmla="*/ 48 h 120"/>
                  <a:gd name="T22" fmla="*/ 49 w 120"/>
                  <a:gd name="T23" fmla="*/ 111 h 120"/>
                  <a:gd name="T24" fmla="*/ 49 w 120"/>
                  <a:gd name="T25" fmla="*/ 111 h 120"/>
                  <a:gd name="T26" fmla="*/ 111 w 120"/>
                  <a:gd name="T27" fmla="*/ 71 h 120"/>
                  <a:gd name="T28" fmla="*/ 111 w 120"/>
                  <a:gd name="T29" fmla="*/ 71 h 120"/>
                  <a:gd name="T30" fmla="*/ 71 w 120"/>
                  <a:gd name="T31" fmla="*/ 9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20">
                    <a:moveTo>
                      <a:pt x="72" y="6"/>
                    </a:moveTo>
                    <a:cubicBezTo>
                      <a:pt x="101" y="13"/>
                      <a:pt x="120" y="42"/>
                      <a:pt x="113" y="72"/>
                    </a:cubicBezTo>
                    <a:cubicBezTo>
                      <a:pt x="113" y="72"/>
                      <a:pt x="113" y="72"/>
                      <a:pt x="113" y="72"/>
                    </a:cubicBezTo>
                    <a:cubicBezTo>
                      <a:pt x="107" y="101"/>
                      <a:pt x="77" y="120"/>
                      <a:pt x="48" y="113"/>
                    </a:cubicBezTo>
                    <a:cubicBezTo>
                      <a:pt x="48" y="113"/>
                      <a:pt x="48" y="113"/>
                      <a:pt x="48" y="113"/>
                    </a:cubicBezTo>
                    <a:cubicBezTo>
                      <a:pt x="18" y="107"/>
                      <a:pt x="0" y="77"/>
                      <a:pt x="6" y="48"/>
                    </a:cubicBezTo>
                    <a:cubicBezTo>
                      <a:pt x="6" y="48"/>
                      <a:pt x="6" y="48"/>
                      <a:pt x="6" y="48"/>
                    </a:cubicBezTo>
                    <a:cubicBezTo>
                      <a:pt x="13" y="18"/>
                      <a:pt x="42" y="0"/>
                      <a:pt x="72" y="6"/>
                    </a:cubicBezTo>
                    <a:close/>
                    <a:moveTo>
                      <a:pt x="71" y="9"/>
                    </a:moveTo>
                    <a:cubicBezTo>
                      <a:pt x="43" y="3"/>
                      <a:pt x="15" y="20"/>
                      <a:pt x="9" y="48"/>
                    </a:cubicBezTo>
                    <a:cubicBezTo>
                      <a:pt x="9" y="48"/>
                      <a:pt x="9" y="48"/>
                      <a:pt x="9" y="48"/>
                    </a:cubicBezTo>
                    <a:cubicBezTo>
                      <a:pt x="3" y="77"/>
                      <a:pt x="20" y="104"/>
                      <a:pt x="49" y="111"/>
                    </a:cubicBezTo>
                    <a:cubicBezTo>
                      <a:pt x="49" y="111"/>
                      <a:pt x="49" y="111"/>
                      <a:pt x="49" y="111"/>
                    </a:cubicBezTo>
                    <a:cubicBezTo>
                      <a:pt x="77" y="117"/>
                      <a:pt x="104" y="99"/>
                      <a:pt x="111" y="71"/>
                    </a:cubicBezTo>
                    <a:cubicBezTo>
                      <a:pt x="111" y="71"/>
                      <a:pt x="111" y="71"/>
                      <a:pt x="111" y="71"/>
                    </a:cubicBezTo>
                    <a:cubicBezTo>
                      <a:pt x="117" y="43"/>
                      <a:pt x="99" y="15"/>
                      <a:pt x="7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4" name="Freeform 1329"/>
              <p:cNvSpPr>
                <a:spLocks noEditPoints="1"/>
              </p:cNvSpPr>
              <p:nvPr/>
            </p:nvSpPr>
            <p:spPr bwMode="auto">
              <a:xfrm>
                <a:off x="7453314" y="7539038"/>
                <a:ext cx="200025" cy="198438"/>
              </a:xfrm>
              <a:custGeom>
                <a:avLst/>
                <a:gdLst>
                  <a:gd name="T0" fmla="*/ 44 w 114"/>
                  <a:gd name="T1" fmla="*/ 112 h 114"/>
                  <a:gd name="T2" fmla="*/ 0 w 114"/>
                  <a:gd name="T3" fmla="*/ 57 h 114"/>
                  <a:gd name="T4" fmla="*/ 0 w 114"/>
                  <a:gd name="T5" fmla="*/ 57 h 114"/>
                  <a:gd name="T6" fmla="*/ 1 w 114"/>
                  <a:gd name="T7" fmla="*/ 44 h 114"/>
                  <a:gd name="T8" fmla="*/ 1 w 114"/>
                  <a:gd name="T9" fmla="*/ 44 h 114"/>
                  <a:gd name="T10" fmla="*/ 57 w 114"/>
                  <a:gd name="T11" fmla="*/ 0 h 114"/>
                  <a:gd name="T12" fmla="*/ 57 w 114"/>
                  <a:gd name="T13" fmla="*/ 0 h 114"/>
                  <a:gd name="T14" fmla="*/ 69 w 114"/>
                  <a:gd name="T15" fmla="*/ 1 h 114"/>
                  <a:gd name="T16" fmla="*/ 69 w 114"/>
                  <a:gd name="T17" fmla="*/ 1 h 114"/>
                  <a:gd name="T18" fmla="*/ 69 w 114"/>
                  <a:gd name="T19" fmla="*/ 3 h 114"/>
                  <a:gd name="T20" fmla="*/ 69 w 114"/>
                  <a:gd name="T21" fmla="*/ 4 h 114"/>
                  <a:gd name="T22" fmla="*/ 69 w 114"/>
                  <a:gd name="T23" fmla="*/ 3 h 114"/>
                  <a:gd name="T24" fmla="*/ 69 w 114"/>
                  <a:gd name="T25" fmla="*/ 1 h 114"/>
                  <a:gd name="T26" fmla="*/ 114 w 114"/>
                  <a:gd name="T27" fmla="*/ 57 h 114"/>
                  <a:gd name="T28" fmla="*/ 114 w 114"/>
                  <a:gd name="T29" fmla="*/ 57 h 114"/>
                  <a:gd name="T30" fmla="*/ 112 w 114"/>
                  <a:gd name="T31" fmla="*/ 69 h 114"/>
                  <a:gd name="T32" fmla="*/ 112 w 114"/>
                  <a:gd name="T33" fmla="*/ 69 h 114"/>
                  <a:gd name="T34" fmla="*/ 57 w 114"/>
                  <a:gd name="T35" fmla="*/ 114 h 114"/>
                  <a:gd name="T36" fmla="*/ 57 w 114"/>
                  <a:gd name="T37" fmla="*/ 114 h 114"/>
                  <a:gd name="T38" fmla="*/ 44 w 114"/>
                  <a:gd name="T39" fmla="*/ 112 h 114"/>
                  <a:gd name="T40" fmla="*/ 8 w 114"/>
                  <a:gd name="T41" fmla="*/ 46 h 114"/>
                  <a:gd name="T42" fmla="*/ 7 w 114"/>
                  <a:gd name="T43" fmla="*/ 57 h 114"/>
                  <a:gd name="T44" fmla="*/ 7 w 114"/>
                  <a:gd name="T45" fmla="*/ 57 h 114"/>
                  <a:gd name="T46" fmla="*/ 46 w 114"/>
                  <a:gd name="T47" fmla="*/ 106 h 114"/>
                  <a:gd name="T48" fmla="*/ 46 w 114"/>
                  <a:gd name="T49" fmla="*/ 106 h 114"/>
                  <a:gd name="T50" fmla="*/ 57 w 114"/>
                  <a:gd name="T51" fmla="*/ 107 h 114"/>
                  <a:gd name="T52" fmla="*/ 57 w 114"/>
                  <a:gd name="T53" fmla="*/ 107 h 114"/>
                  <a:gd name="T54" fmla="*/ 106 w 114"/>
                  <a:gd name="T55" fmla="*/ 68 h 114"/>
                  <a:gd name="T56" fmla="*/ 106 w 114"/>
                  <a:gd name="T57" fmla="*/ 68 h 114"/>
                  <a:gd name="T58" fmla="*/ 107 w 114"/>
                  <a:gd name="T59" fmla="*/ 57 h 114"/>
                  <a:gd name="T60" fmla="*/ 107 w 114"/>
                  <a:gd name="T61" fmla="*/ 57 h 114"/>
                  <a:gd name="T62" fmla="*/ 68 w 114"/>
                  <a:gd name="T63" fmla="*/ 8 h 114"/>
                  <a:gd name="T64" fmla="*/ 68 w 114"/>
                  <a:gd name="T65" fmla="*/ 8 h 114"/>
                  <a:gd name="T66" fmla="*/ 68 w 114"/>
                  <a:gd name="T67" fmla="*/ 8 h 114"/>
                  <a:gd name="T68" fmla="*/ 57 w 114"/>
                  <a:gd name="T69" fmla="*/ 7 h 114"/>
                  <a:gd name="T70" fmla="*/ 57 w 114"/>
                  <a:gd name="T71" fmla="*/ 7 h 114"/>
                  <a:gd name="T72" fmla="*/ 8 w 114"/>
                  <a:gd name="T73" fmla="*/ 46 h 114"/>
                  <a:gd name="T74" fmla="*/ 68 w 114"/>
                  <a:gd name="T75" fmla="*/ 6 h 114"/>
                  <a:gd name="T76" fmla="*/ 68 w 114"/>
                  <a:gd name="T77" fmla="*/ 5 h 114"/>
                  <a:gd name="T78" fmla="*/ 68 w 114"/>
                  <a:gd name="T79" fmla="*/ 5 h 114"/>
                  <a:gd name="T80" fmla="*/ 68 w 114"/>
                  <a:gd name="T81" fmla="*/ 5 h 114"/>
                  <a:gd name="T82" fmla="*/ 68 w 114"/>
                  <a:gd name="T83" fmla="*/ 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4" h="114">
                    <a:moveTo>
                      <a:pt x="44" y="112"/>
                    </a:moveTo>
                    <a:cubicBezTo>
                      <a:pt x="18" y="106"/>
                      <a:pt x="0" y="83"/>
                      <a:pt x="0" y="57"/>
                    </a:cubicBezTo>
                    <a:cubicBezTo>
                      <a:pt x="0" y="57"/>
                      <a:pt x="0" y="57"/>
                      <a:pt x="0" y="57"/>
                    </a:cubicBezTo>
                    <a:cubicBezTo>
                      <a:pt x="0" y="53"/>
                      <a:pt x="0" y="49"/>
                      <a:pt x="1" y="44"/>
                    </a:cubicBezTo>
                    <a:cubicBezTo>
                      <a:pt x="1" y="44"/>
                      <a:pt x="1" y="44"/>
                      <a:pt x="1" y="44"/>
                    </a:cubicBezTo>
                    <a:cubicBezTo>
                      <a:pt x="7" y="18"/>
                      <a:pt x="31" y="0"/>
                      <a:pt x="57" y="0"/>
                    </a:cubicBezTo>
                    <a:cubicBezTo>
                      <a:pt x="57" y="0"/>
                      <a:pt x="57" y="0"/>
                      <a:pt x="57" y="0"/>
                    </a:cubicBezTo>
                    <a:cubicBezTo>
                      <a:pt x="61" y="0"/>
                      <a:pt x="65" y="0"/>
                      <a:pt x="69" y="1"/>
                    </a:cubicBezTo>
                    <a:cubicBezTo>
                      <a:pt x="69" y="1"/>
                      <a:pt x="69" y="1"/>
                      <a:pt x="69" y="1"/>
                    </a:cubicBezTo>
                    <a:cubicBezTo>
                      <a:pt x="69" y="3"/>
                      <a:pt x="69" y="3"/>
                      <a:pt x="69" y="3"/>
                    </a:cubicBezTo>
                    <a:cubicBezTo>
                      <a:pt x="69" y="4"/>
                      <a:pt x="69" y="4"/>
                      <a:pt x="69" y="4"/>
                    </a:cubicBezTo>
                    <a:cubicBezTo>
                      <a:pt x="69" y="3"/>
                      <a:pt x="69" y="3"/>
                      <a:pt x="69" y="3"/>
                    </a:cubicBezTo>
                    <a:cubicBezTo>
                      <a:pt x="69" y="1"/>
                      <a:pt x="69" y="1"/>
                      <a:pt x="69" y="1"/>
                    </a:cubicBezTo>
                    <a:cubicBezTo>
                      <a:pt x="96" y="7"/>
                      <a:pt x="114" y="31"/>
                      <a:pt x="114" y="57"/>
                    </a:cubicBezTo>
                    <a:cubicBezTo>
                      <a:pt x="114" y="57"/>
                      <a:pt x="114" y="57"/>
                      <a:pt x="114" y="57"/>
                    </a:cubicBezTo>
                    <a:cubicBezTo>
                      <a:pt x="114" y="61"/>
                      <a:pt x="113" y="65"/>
                      <a:pt x="112" y="69"/>
                    </a:cubicBezTo>
                    <a:cubicBezTo>
                      <a:pt x="112" y="69"/>
                      <a:pt x="112" y="69"/>
                      <a:pt x="112" y="69"/>
                    </a:cubicBezTo>
                    <a:cubicBezTo>
                      <a:pt x="106" y="96"/>
                      <a:pt x="83" y="114"/>
                      <a:pt x="57" y="114"/>
                    </a:cubicBezTo>
                    <a:cubicBezTo>
                      <a:pt x="57" y="114"/>
                      <a:pt x="57" y="114"/>
                      <a:pt x="57" y="114"/>
                    </a:cubicBezTo>
                    <a:cubicBezTo>
                      <a:pt x="53" y="114"/>
                      <a:pt x="49" y="113"/>
                      <a:pt x="44" y="112"/>
                    </a:cubicBezTo>
                    <a:close/>
                    <a:moveTo>
                      <a:pt x="8" y="46"/>
                    </a:moveTo>
                    <a:cubicBezTo>
                      <a:pt x="7" y="49"/>
                      <a:pt x="7" y="53"/>
                      <a:pt x="7" y="57"/>
                    </a:cubicBezTo>
                    <a:cubicBezTo>
                      <a:pt x="7" y="57"/>
                      <a:pt x="7" y="57"/>
                      <a:pt x="7" y="57"/>
                    </a:cubicBezTo>
                    <a:cubicBezTo>
                      <a:pt x="7" y="80"/>
                      <a:pt x="23" y="100"/>
                      <a:pt x="46" y="106"/>
                    </a:cubicBezTo>
                    <a:cubicBezTo>
                      <a:pt x="46" y="106"/>
                      <a:pt x="46" y="106"/>
                      <a:pt x="46" y="106"/>
                    </a:cubicBezTo>
                    <a:cubicBezTo>
                      <a:pt x="50" y="106"/>
                      <a:pt x="53" y="107"/>
                      <a:pt x="57" y="107"/>
                    </a:cubicBezTo>
                    <a:cubicBezTo>
                      <a:pt x="57" y="107"/>
                      <a:pt x="57" y="107"/>
                      <a:pt x="57" y="107"/>
                    </a:cubicBezTo>
                    <a:cubicBezTo>
                      <a:pt x="80" y="107"/>
                      <a:pt x="101" y="91"/>
                      <a:pt x="106" y="68"/>
                    </a:cubicBezTo>
                    <a:cubicBezTo>
                      <a:pt x="106" y="68"/>
                      <a:pt x="106" y="68"/>
                      <a:pt x="106" y="68"/>
                    </a:cubicBezTo>
                    <a:cubicBezTo>
                      <a:pt x="107" y="64"/>
                      <a:pt x="107" y="60"/>
                      <a:pt x="107" y="57"/>
                    </a:cubicBezTo>
                    <a:cubicBezTo>
                      <a:pt x="107" y="57"/>
                      <a:pt x="107" y="57"/>
                      <a:pt x="107" y="57"/>
                    </a:cubicBezTo>
                    <a:cubicBezTo>
                      <a:pt x="107" y="34"/>
                      <a:pt x="91" y="13"/>
                      <a:pt x="68" y="8"/>
                    </a:cubicBezTo>
                    <a:cubicBezTo>
                      <a:pt x="68" y="8"/>
                      <a:pt x="68" y="8"/>
                      <a:pt x="68" y="8"/>
                    </a:cubicBezTo>
                    <a:cubicBezTo>
                      <a:pt x="68" y="8"/>
                      <a:pt x="68" y="8"/>
                      <a:pt x="68" y="8"/>
                    </a:cubicBezTo>
                    <a:cubicBezTo>
                      <a:pt x="64" y="7"/>
                      <a:pt x="60" y="7"/>
                      <a:pt x="57" y="7"/>
                    </a:cubicBezTo>
                    <a:cubicBezTo>
                      <a:pt x="57" y="7"/>
                      <a:pt x="57" y="7"/>
                      <a:pt x="57" y="7"/>
                    </a:cubicBezTo>
                    <a:cubicBezTo>
                      <a:pt x="34" y="7"/>
                      <a:pt x="13" y="22"/>
                      <a:pt x="8" y="46"/>
                    </a:cubicBezTo>
                    <a:close/>
                    <a:moveTo>
                      <a:pt x="68" y="6"/>
                    </a:moveTo>
                    <a:cubicBezTo>
                      <a:pt x="68" y="5"/>
                      <a:pt x="68" y="5"/>
                      <a:pt x="68" y="5"/>
                    </a:cubicBezTo>
                    <a:cubicBezTo>
                      <a:pt x="68" y="5"/>
                      <a:pt x="68" y="5"/>
                      <a:pt x="68" y="5"/>
                    </a:cubicBezTo>
                    <a:cubicBezTo>
                      <a:pt x="68" y="5"/>
                      <a:pt x="68" y="5"/>
                      <a:pt x="68" y="5"/>
                    </a:cubicBezTo>
                    <a:cubicBezTo>
                      <a:pt x="68" y="6"/>
                      <a:pt x="68" y="6"/>
                      <a:pt x="6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5" name="Freeform 1330"/>
              <p:cNvSpPr/>
              <p:nvPr/>
            </p:nvSpPr>
            <p:spPr bwMode="auto">
              <a:xfrm>
                <a:off x="7461251" y="7540626"/>
                <a:ext cx="158750" cy="90488"/>
              </a:xfrm>
              <a:custGeom>
                <a:avLst/>
                <a:gdLst>
                  <a:gd name="T0" fmla="*/ 1 w 91"/>
                  <a:gd name="T1" fmla="*/ 52 h 52"/>
                  <a:gd name="T2" fmla="*/ 14 w 91"/>
                  <a:gd name="T3" fmla="*/ 34 h 52"/>
                  <a:gd name="T4" fmla="*/ 19 w 91"/>
                  <a:gd name="T5" fmla="*/ 15 h 52"/>
                  <a:gd name="T6" fmla="*/ 56 w 91"/>
                  <a:gd name="T7" fmla="*/ 23 h 52"/>
                  <a:gd name="T8" fmla="*/ 91 w 91"/>
                  <a:gd name="T9" fmla="*/ 19 h 52"/>
                  <a:gd name="T10" fmla="*/ 54 w 91"/>
                  <a:gd name="T11" fmla="*/ 2 h 52"/>
                  <a:gd name="T12" fmla="*/ 21 w 91"/>
                  <a:gd name="T13" fmla="*/ 13 h 52"/>
                  <a:gd name="T14" fmla="*/ 2 w 91"/>
                  <a:gd name="T15" fmla="*/ 39 h 52"/>
                  <a:gd name="T16" fmla="*/ 1 w 91"/>
                  <a:gd name="T17"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52">
                    <a:moveTo>
                      <a:pt x="1" y="52"/>
                    </a:moveTo>
                    <a:cubicBezTo>
                      <a:pt x="1" y="52"/>
                      <a:pt x="10" y="44"/>
                      <a:pt x="14" y="34"/>
                    </a:cubicBezTo>
                    <a:cubicBezTo>
                      <a:pt x="18" y="24"/>
                      <a:pt x="19" y="15"/>
                      <a:pt x="19" y="15"/>
                    </a:cubicBezTo>
                    <a:cubicBezTo>
                      <a:pt x="19" y="15"/>
                      <a:pt x="46" y="21"/>
                      <a:pt x="56" y="23"/>
                    </a:cubicBezTo>
                    <a:cubicBezTo>
                      <a:pt x="65" y="25"/>
                      <a:pt x="91" y="19"/>
                      <a:pt x="91" y="19"/>
                    </a:cubicBezTo>
                    <a:cubicBezTo>
                      <a:pt x="91" y="19"/>
                      <a:pt x="69" y="0"/>
                      <a:pt x="54" y="2"/>
                    </a:cubicBezTo>
                    <a:cubicBezTo>
                      <a:pt x="38" y="4"/>
                      <a:pt x="21" y="13"/>
                      <a:pt x="21" y="13"/>
                    </a:cubicBezTo>
                    <a:cubicBezTo>
                      <a:pt x="21" y="13"/>
                      <a:pt x="4" y="30"/>
                      <a:pt x="2" y="39"/>
                    </a:cubicBezTo>
                    <a:cubicBezTo>
                      <a:pt x="0" y="49"/>
                      <a:pt x="1" y="52"/>
                      <a:pt x="1" y="52"/>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6" name="Freeform 1331"/>
              <p:cNvSpPr>
                <a:spLocks noEditPoints="1"/>
              </p:cNvSpPr>
              <p:nvPr/>
            </p:nvSpPr>
            <p:spPr bwMode="auto">
              <a:xfrm>
                <a:off x="7459664" y="7540626"/>
                <a:ext cx="168275" cy="92075"/>
              </a:xfrm>
              <a:custGeom>
                <a:avLst/>
                <a:gdLst>
                  <a:gd name="T0" fmla="*/ 2 w 97"/>
                  <a:gd name="T1" fmla="*/ 52 h 53"/>
                  <a:gd name="T2" fmla="*/ 1 w 97"/>
                  <a:gd name="T3" fmla="*/ 53 h 53"/>
                  <a:gd name="T4" fmla="*/ 0 w 97"/>
                  <a:gd name="T5" fmla="*/ 48 h 53"/>
                  <a:gd name="T6" fmla="*/ 0 w 97"/>
                  <a:gd name="T7" fmla="*/ 48 h 53"/>
                  <a:gd name="T8" fmla="*/ 1 w 97"/>
                  <a:gd name="T9" fmla="*/ 39 h 53"/>
                  <a:gd name="T10" fmla="*/ 1 w 97"/>
                  <a:gd name="T11" fmla="*/ 39 h 53"/>
                  <a:gd name="T12" fmla="*/ 18 w 97"/>
                  <a:gd name="T13" fmla="*/ 14 h 53"/>
                  <a:gd name="T14" fmla="*/ 18 w 97"/>
                  <a:gd name="T15" fmla="*/ 14 h 53"/>
                  <a:gd name="T16" fmla="*/ 18 w 97"/>
                  <a:gd name="T17" fmla="*/ 12 h 53"/>
                  <a:gd name="T18" fmla="*/ 19 w 97"/>
                  <a:gd name="T19" fmla="*/ 13 h 53"/>
                  <a:gd name="T20" fmla="*/ 20 w 97"/>
                  <a:gd name="T21" fmla="*/ 12 h 53"/>
                  <a:gd name="T22" fmla="*/ 20 w 97"/>
                  <a:gd name="T23" fmla="*/ 12 h 53"/>
                  <a:gd name="T24" fmla="*/ 21 w 97"/>
                  <a:gd name="T25" fmla="*/ 11 h 53"/>
                  <a:gd name="T26" fmla="*/ 21 w 97"/>
                  <a:gd name="T27" fmla="*/ 11 h 53"/>
                  <a:gd name="T28" fmla="*/ 54 w 97"/>
                  <a:gd name="T29" fmla="*/ 0 h 53"/>
                  <a:gd name="T30" fmla="*/ 54 w 97"/>
                  <a:gd name="T31" fmla="*/ 0 h 53"/>
                  <a:gd name="T32" fmla="*/ 57 w 97"/>
                  <a:gd name="T33" fmla="*/ 0 h 53"/>
                  <a:gd name="T34" fmla="*/ 57 w 97"/>
                  <a:gd name="T35" fmla="*/ 0 h 53"/>
                  <a:gd name="T36" fmla="*/ 94 w 97"/>
                  <a:gd name="T37" fmla="*/ 17 h 53"/>
                  <a:gd name="T38" fmla="*/ 94 w 97"/>
                  <a:gd name="T39" fmla="*/ 17 h 53"/>
                  <a:gd name="T40" fmla="*/ 97 w 97"/>
                  <a:gd name="T41" fmla="*/ 20 h 53"/>
                  <a:gd name="T42" fmla="*/ 93 w 97"/>
                  <a:gd name="T43" fmla="*/ 21 h 53"/>
                  <a:gd name="T44" fmla="*/ 62 w 97"/>
                  <a:gd name="T45" fmla="*/ 25 h 53"/>
                  <a:gd name="T46" fmla="*/ 62 w 97"/>
                  <a:gd name="T47" fmla="*/ 25 h 53"/>
                  <a:gd name="T48" fmla="*/ 56 w 97"/>
                  <a:gd name="T49" fmla="*/ 25 h 53"/>
                  <a:gd name="T50" fmla="*/ 56 w 97"/>
                  <a:gd name="T51" fmla="*/ 25 h 53"/>
                  <a:gd name="T52" fmla="*/ 21 w 97"/>
                  <a:gd name="T53" fmla="*/ 17 h 53"/>
                  <a:gd name="T54" fmla="*/ 21 w 97"/>
                  <a:gd name="T55" fmla="*/ 17 h 53"/>
                  <a:gd name="T56" fmla="*/ 17 w 97"/>
                  <a:gd name="T57" fmla="*/ 35 h 53"/>
                  <a:gd name="T58" fmla="*/ 17 w 97"/>
                  <a:gd name="T59" fmla="*/ 35 h 53"/>
                  <a:gd name="T60" fmla="*/ 4 w 97"/>
                  <a:gd name="T61" fmla="*/ 53 h 53"/>
                  <a:gd name="T62" fmla="*/ 4 w 97"/>
                  <a:gd name="T63" fmla="*/ 53 h 53"/>
                  <a:gd name="T64" fmla="*/ 4 w 97"/>
                  <a:gd name="T65" fmla="*/ 53 h 53"/>
                  <a:gd name="T66" fmla="*/ 2 w 97"/>
                  <a:gd name="T67" fmla="*/ 52 h 53"/>
                  <a:gd name="T68" fmla="*/ 15 w 97"/>
                  <a:gd name="T69" fmla="*/ 24 h 53"/>
                  <a:gd name="T70" fmla="*/ 5 w 97"/>
                  <a:gd name="T71" fmla="*/ 40 h 53"/>
                  <a:gd name="T72" fmla="*/ 5 w 97"/>
                  <a:gd name="T73" fmla="*/ 40 h 53"/>
                  <a:gd name="T74" fmla="*/ 4 w 97"/>
                  <a:gd name="T75" fmla="*/ 47 h 53"/>
                  <a:gd name="T76" fmla="*/ 4 w 97"/>
                  <a:gd name="T77" fmla="*/ 47 h 53"/>
                  <a:gd name="T78" fmla="*/ 6 w 97"/>
                  <a:gd name="T79" fmla="*/ 45 h 53"/>
                  <a:gd name="T80" fmla="*/ 6 w 97"/>
                  <a:gd name="T81" fmla="*/ 45 h 53"/>
                  <a:gd name="T82" fmla="*/ 13 w 97"/>
                  <a:gd name="T83" fmla="*/ 33 h 53"/>
                  <a:gd name="T84" fmla="*/ 13 w 97"/>
                  <a:gd name="T85" fmla="*/ 33 h 53"/>
                  <a:gd name="T86" fmla="*/ 17 w 97"/>
                  <a:gd name="T87" fmla="*/ 21 h 53"/>
                  <a:gd name="T88" fmla="*/ 17 w 97"/>
                  <a:gd name="T89" fmla="*/ 21 h 53"/>
                  <a:gd name="T90" fmla="*/ 15 w 97"/>
                  <a:gd name="T91" fmla="*/ 24 h 53"/>
                  <a:gd name="T92" fmla="*/ 57 w 97"/>
                  <a:gd name="T93" fmla="*/ 21 h 53"/>
                  <a:gd name="T94" fmla="*/ 62 w 97"/>
                  <a:gd name="T95" fmla="*/ 21 h 53"/>
                  <a:gd name="T96" fmla="*/ 62 w 97"/>
                  <a:gd name="T97" fmla="*/ 21 h 53"/>
                  <a:gd name="T98" fmla="*/ 88 w 97"/>
                  <a:gd name="T99" fmla="*/ 18 h 53"/>
                  <a:gd name="T100" fmla="*/ 88 w 97"/>
                  <a:gd name="T101" fmla="*/ 18 h 53"/>
                  <a:gd name="T102" fmla="*/ 79 w 97"/>
                  <a:gd name="T103" fmla="*/ 12 h 53"/>
                  <a:gd name="T104" fmla="*/ 79 w 97"/>
                  <a:gd name="T105" fmla="*/ 12 h 53"/>
                  <a:gd name="T106" fmla="*/ 57 w 97"/>
                  <a:gd name="T107" fmla="*/ 4 h 53"/>
                  <a:gd name="T108" fmla="*/ 57 w 97"/>
                  <a:gd name="T109" fmla="*/ 4 h 53"/>
                  <a:gd name="T110" fmla="*/ 55 w 97"/>
                  <a:gd name="T111" fmla="*/ 4 h 53"/>
                  <a:gd name="T112" fmla="*/ 55 w 97"/>
                  <a:gd name="T113" fmla="*/ 4 h 53"/>
                  <a:gd name="T114" fmla="*/ 25 w 97"/>
                  <a:gd name="T115" fmla="*/ 14 h 53"/>
                  <a:gd name="T116" fmla="*/ 25 w 97"/>
                  <a:gd name="T117" fmla="*/ 14 h 53"/>
                  <a:gd name="T118" fmla="*/ 57 w 97"/>
                  <a:gd name="T119" fmla="*/ 2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7" h="53">
                    <a:moveTo>
                      <a:pt x="2" y="52"/>
                    </a:moveTo>
                    <a:cubicBezTo>
                      <a:pt x="1" y="53"/>
                      <a:pt x="1" y="53"/>
                      <a:pt x="1" y="53"/>
                    </a:cubicBezTo>
                    <a:cubicBezTo>
                      <a:pt x="0" y="52"/>
                      <a:pt x="0" y="51"/>
                      <a:pt x="0" y="48"/>
                    </a:cubicBezTo>
                    <a:cubicBezTo>
                      <a:pt x="0" y="48"/>
                      <a:pt x="0" y="48"/>
                      <a:pt x="0" y="48"/>
                    </a:cubicBezTo>
                    <a:cubicBezTo>
                      <a:pt x="0" y="46"/>
                      <a:pt x="0" y="43"/>
                      <a:pt x="1" y="39"/>
                    </a:cubicBezTo>
                    <a:cubicBezTo>
                      <a:pt x="1" y="39"/>
                      <a:pt x="1" y="39"/>
                      <a:pt x="1" y="39"/>
                    </a:cubicBezTo>
                    <a:cubicBezTo>
                      <a:pt x="3" y="31"/>
                      <a:pt x="13" y="20"/>
                      <a:pt x="18" y="14"/>
                    </a:cubicBezTo>
                    <a:cubicBezTo>
                      <a:pt x="18" y="14"/>
                      <a:pt x="18" y="14"/>
                      <a:pt x="18" y="14"/>
                    </a:cubicBezTo>
                    <a:cubicBezTo>
                      <a:pt x="18" y="12"/>
                      <a:pt x="18" y="12"/>
                      <a:pt x="18" y="12"/>
                    </a:cubicBezTo>
                    <a:cubicBezTo>
                      <a:pt x="19" y="13"/>
                      <a:pt x="19" y="13"/>
                      <a:pt x="19" y="13"/>
                    </a:cubicBezTo>
                    <a:cubicBezTo>
                      <a:pt x="20" y="12"/>
                      <a:pt x="20" y="12"/>
                      <a:pt x="20" y="12"/>
                    </a:cubicBezTo>
                    <a:cubicBezTo>
                      <a:pt x="20" y="12"/>
                      <a:pt x="20" y="12"/>
                      <a:pt x="20" y="12"/>
                    </a:cubicBezTo>
                    <a:cubicBezTo>
                      <a:pt x="21" y="11"/>
                      <a:pt x="21" y="11"/>
                      <a:pt x="21" y="11"/>
                    </a:cubicBezTo>
                    <a:cubicBezTo>
                      <a:pt x="21" y="11"/>
                      <a:pt x="21" y="11"/>
                      <a:pt x="21" y="11"/>
                    </a:cubicBezTo>
                    <a:cubicBezTo>
                      <a:pt x="21" y="11"/>
                      <a:pt x="38" y="2"/>
                      <a:pt x="54" y="0"/>
                    </a:cubicBezTo>
                    <a:cubicBezTo>
                      <a:pt x="54" y="0"/>
                      <a:pt x="54" y="0"/>
                      <a:pt x="54" y="0"/>
                    </a:cubicBezTo>
                    <a:cubicBezTo>
                      <a:pt x="55" y="0"/>
                      <a:pt x="56" y="0"/>
                      <a:pt x="57" y="0"/>
                    </a:cubicBezTo>
                    <a:cubicBezTo>
                      <a:pt x="57" y="0"/>
                      <a:pt x="57" y="0"/>
                      <a:pt x="57" y="0"/>
                    </a:cubicBezTo>
                    <a:cubicBezTo>
                      <a:pt x="74" y="0"/>
                      <a:pt x="93" y="17"/>
                      <a:pt x="94" y="17"/>
                    </a:cubicBezTo>
                    <a:cubicBezTo>
                      <a:pt x="94" y="17"/>
                      <a:pt x="94" y="17"/>
                      <a:pt x="94" y="17"/>
                    </a:cubicBezTo>
                    <a:cubicBezTo>
                      <a:pt x="97" y="20"/>
                      <a:pt x="97" y="20"/>
                      <a:pt x="97" y="20"/>
                    </a:cubicBezTo>
                    <a:cubicBezTo>
                      <a:pt x="93" y="21"/>
                      <a:pt x="93" y="21"/>
                      <a:pt x="93" y="21"/>
                    </a:cubicBezTo>
                    <a:cubicBezTo>
                      <a:pt x="93" y="21"/>
                      <a:pt x="74" y="25"/>
                      <a:pt x="62" y="25"/>
                    </a:cubicBezTo>
                    <a:cubicBezTo>
                      <a:pt x="62" y="25"/>
                      <a:pt x="62" y="25"/>
                      <a:pt x="62" y="25"/>
                    </a:cubicBezTo>
                    <a:cubicBezTo>
                      <a:pt x="60" y="25"/>
                      <a:pt x="58" y="25"/>
                      <a:pt x="56" y="25"/>
                    </a:cubicBezTo>
                    <a:cubicBezTo>
                      <a:pt x="56" y="25"/>
                      <a:pt x="56" y="25"/>
                      <a:pt x="56" y="25"/>
                    </a:cubicBezTo>
                    <a:cubicBezTo>
                      <a:pt x="49" y="23"/>
                      <a:pt x="28" y="18"/>
                      <a:pt x="21" y="17"/>
                    </a:cubicBezTo>
                    <a:cubicBezTo>
                      <a:pt x="21" y="17"/>
                      <a:pt x="21" y="17"/>
                      <a:pt x="21" y="17"/>
                    </a:cubicBezTo>
                    <a:cubicBezTo>
                      <a:pt x="21" y="21"/>
                      <a:pt x="20" y="28"/>
                      <a:pt x="17" y="35"/>
                    </a:cubicBezTo>
                    <a:cubicBezTo>
                      <a:pt x="17" y="35"/>
                      <a:pt x="17" y="35"/>
                      <a:pt x="17" y="35"/>
                    </a:cubicBezTo>
                    <a:cubicBezTo>
                      <a:pt x="13" y="45"/>
                      <a:pt x="4" y="53"/>
                      <a:pt x="4" y="53"/>
                    </a:cubicBezTo>
                    <a:cubicBezTo>
                      <a:pt x="4" y="53"/>
                      <a:pt x="4" y="53"/>
                      <a:pt x="4" y="53"/>
                    </a:cubicBezTo>
                    <a:cubicBezTo>
                      <a:pt x="4" y="53"/>
                      <a:pt x="4" y="53"/>
                      <a:pt x="4" y="53"/>
                    </a:cubicBezTo>
                    <a:cubicBezTo>
                      <a:pt x="2" y="52"/>
                      <a:pt x="2" y="52"/>
                      <a:pt x="2" y="52"/>
                    </a:cubicBezTo>
                    <a:close/>
                    <a:moveTo>
                      <a:pt x="15" y="24"/>
                    </a:moveTo>
                    <a:cubicBezTo>
                      <a:pt x="10" y="29"/>
                      <a:pt x="6" y="36"/>
                      <a:pt x="5" y="40"/>
                    </a:cubicBezTo>
                    <a:cubicBezTo>
                      <a:pt x="5" y="40"/>
                      <a:pt x="5" y="40"/>
                      <a:pt x="5" y="40"/>
                    </a:cubicBezTo>
                    <a:cubicBezTo>
                      <a:pt x="4" y="43"/>
                      <a:pt x="4" y="46"/>
                      <a:pt x="4" y="47"/>
                    </a:cubicBezTo>
                    <a:cubicBezTo>
                      <a:pt x="4" y="47"/>
                      <a:pt x="4" y="47"/>
                      <a:pt x="4" y="47"/>
                    </a:cubicBezTo>
                    <a:cubicBezTo>
                      <a:pt x="4" y="47"/>
                      <a:pt x="5" y="46"/>
                      <a:pt x="6" y="45"/>
                    </a:cubicBezTo>
                    <a:cubicBezTo>
                      <a:pt x="6" y="45"/>
                      <a:pt x="6" y="45"/>
                      <a:pt x="6" y="45"/>
                    </a:cubicBezTo>
                    <a:cubicBezTo>
                      <a:pt x="8" y="42"/>
                      <a:pt x="12" y="38"/>
                      <a:pt x="13" y="33"/>
                    </a:cubicBezTo>
                    <a:cubicBezTo>
                      <a:pt x="13" y="33"/>
                      <a:pt x="13" y="33"/>
                      <a:pt x="13" y="33"/>
                    </a:cubicBezTo>
                    <a:cubicBezTo>
                      <a:pt x="15" y="29"/>
                      <a:pt x="16" y="25"/>
                      <a:pt x="17" y="21"/>
                    </a:cubicBezTo>
                    <a:cubicBezTo>
                      <a:pt x="17" y="21"/>
                      <a:pt x="17" y="21"/>
                      <a:pt x="17" y="21"/>
                    </a:cubicBezTo>
                    <a:cubicBezTo>
                      <a:pt x="16" y="22"/>
                      <a:pt x="15" y="23"/>
                      <a:pt x="15" y="24"/>
                    </a:cubicBezTo>
                    <a:close/>
                    <a:moveTo>
                      <a:pt x="57" y="21"/>
                    </a:moveTo>
                    <a:cubicBezTo>
                      <a:pt x="58" y="21"/>
                      <a:pt x="60" y="21"/>
                      <a:pt x="62" y="21"/>
                    </a:cubicBezTo>
                    <a:cubicBezTo>
                      <a:pt x="62" y="21"/>
                      <a:pt x="62" y="21"/>
                      <a:pt x="62" y="21"/>
                    </a:cubicBezTo>
                    <a:cubicBezTo>
                      <a:pt x="70" y="21"/>
                      <a:pt x="81" y="19"/>
                      <a:pt x="88" y="18"/>
                    </a:cubicBezTo>
                    <a:cubicBezTo>
                      <a:pt x="88" y="18"/>
                      <a:pt x="88" y="18"/>
                      <a:pt x="88" y="18"/>
                    </a:cubicBezTo>
                    <a:cubicBezTo>
                      <a:pt x="86" y="16"/>
                      <a:pt x="83" y="14"/>
                      <a:pt x="79" y="12"/>
                    </a:cubicBezTo>
                    <a:cubicBezTo>
                      <a:pt x="79" y="12"/>
                      <a:pt x="79" y="12"/>
                      <a:pt x="79" y="12"/>
                    </a:cubicBezTo>
                    <a:cubicBezTo>
                      <a:pt x="73" y="8"/>
                      <a:pt x="64" y="4"/>
                      <a:pt x="57" y="4"/>
                    </a:cubicBezTo>
                    <a:cubicBezTo>
                      <a:pt x="57" y="4"/>
                      <a:pt x="57" y="4"/>
                      <a:pt x="57" y="4"/>
                    </a:cubicBezTo>
                    <a:cubicBezTo>
                      <a:pt x="56" y="4"/>
                      <a:pt x="56" y="4"/>
                      <a:pt x="55" y="4"/>
                    </a:cubicBezTo>
                    <a:cubicBezTo>
                      <a:pt x="55" y="4"/>
                      <a:pt x="55" y="4"/>
                      <a:pt x="55" y="4"/>
                    </a:cubicBezTo>
                    <a:cubicBezTo>
                      <a:pt x="43" y="6"/>
                      <a:pt x="30" y="11"/>
                      <a:pt x="25" y="14"/>
                    </a:cubicBezTo>
                    <a:cubicBezTo>
                      <a:pt x="25" y="14"/>
                      <a:pt x="25" y="14"/>
                      <a:pt x="25" y="14"/>
                    </a:cubicBezTo>
                    <a:cubicBezTo>
                      <a:pt x="33" y="15"/>
                      <a:pt x="50" y="19"/>
                      <a:pt x="57"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7" name="Freeform 1332"/>
              <p:cNvSpPr>
                <a:spLocks noEditPoints="1"/>
              </p:cNvSpPr>
              <p:nvPr/>
            </p:nvSpPr>
            <p:spPr bwMode="auto">
              <a:xfrm>
                <a:off x="7458076" y="7542213"/>
                <a:ext cx="166688" cy="92075"/>
              </a:xfrm>
              <a:custGeom>
                <a:avLst/>
                <a:gdLst>
                  <a:gd name="T0" fmla="*/ 19 w 96"/>
                  <a:gd name="T1" fmla="*/ 14 h 53"/>
                  <a:gd name="T2" fmla="*/ 19 w 96"/>
                  <a:gd name="T3" fmla="*/ 14 h 53"/>
                  <a:gd name="T4" fmla="*/ 19 w 96"/>
                  <a:gd name="T5" fmla="*/ 14 h 53"/>
                  <a:gd name="T6" fmla="*/ 19 w 96"/>
                  <a:gd name="T7" fmla="*/ 12 h 53"/>
                  <a:gd name="T8" fmla="*/ 21 w 96"/>
                  <a:gd name="T9" fmla="*/ 12 h 53"/>
                  <a:gd name="T10" fmla="*/ 22 w 96"/>
                  <a:gd name="T11" fmla="*/ 11 h 53"/>
                  <a:gd name="T12" fmla="*/ 22 w 96"/>
                  <a:gd name="T13" fmla="*/ 11 h 53"/>
                  <a:gd name="T14" fmla="*/ 22 w 96"/>
                  <a:gd name="T15" fmla="*/ 11 h 53"/>
                  <a:gd name="T16" fmla="*/ 22 w 96"/>
                  <a:gd name="T17" fmla="*/ 11 h 53"/>
                  <a:gd name="T18" fmla="*/ 55 w 96"/>
                  <a:gd name="T19" fmla="*/ 0 h 53"/>
                  <a:gd name="T20" fmla="*/ 55 w 96"/>
                  <a:gd name="T21" fmla="*/ 0 h 53"/>
                  <a:gd name="T22" fmla="*/ 64 w 96"/>
                  <a:gd name="T23" fmla="*/ 0 h 53"/>
                  <a:gd name="T24" fmla="*/ 64 w 96"/>
                  <a:gd name="T25" fmla="*/ 0 h 53"/>
                  <a:gd name="T26" fmla="*/ 94 w 96"/>
                  <a:gd name="T27" fmla="*/ 17 h 53"/>
                  <a:gd name="T28" fmla="*/ 94 w 96"/>
                  <a:gd name="T29" fmla="*/ 17 h 53"/>
                  <a:gd name="T30" fmla="*/ 96 w 96"/>
                  <a:gd name="T31" fmla="*/ 18 h 53"/>
                  <a:gd name="T32" fmla="*/ 94 w 96"/>
                  <a:gd name="T33" fmla="*/ 19 h 53"/>
                  <a:gd name="T34" fmla="*/ 58 w 96"/>
                  <a:gd name="T35" fmla="*/ 23 h 53"/>
                  <a:gd name="T36" fmla="*/ 58 w 96"/>
                  <a:gd name="T37" fmla="*/ 23 h 53"/>
                  <a:gd name="T38" fmla="*/ 22 w 96"/>
                  <a:gd name="T39" fmla="*/ 15 h 53"/>
                  <a:gd name="T40" fmla="*/ 22 w 96"/>
                  <a:gd name="T41" fmla="*/ 15 h 53"/>
                  <a:gd name="T42" fmla="*/ 21 w 96"/>
                  <a:gd name="T43" fmla="*/ 24 h 53"/>
                  <a:gd name="T44" fmla="*/ 21 w 96"/>
                  <a:gd name="T45" fmla="*/ 24 h 53"/>
                  <a:gd name="T46" fmla="*/ 18 w 96"/>
                  <a:gd name="T47" fmla="*/ 33 h 53"/>
                  <a:gd name="T48" fmla="*/ 18 w 96"/>
                  <a:gd name="T49" fmla="*/ 33 h 53"/>
                  <a:gd name="T50" fmla="*/ 4 w 96"/>
                  <a:gd name="T51" fmla="*/ 52 h 53"/>
                  <a:gd name="T52" fmla="*/ 4 w 96"/>
                  <a:gd name="T53" fmla="*/ 52 h 53"/>
                  <a:gd name="T54" fmla="*/ 3 w 96"/>
                  <a:gd name="T55" fmla="*/ 51 h 53"/>
                  <a:gd name="T56" fmla="*/ 4 w 96"/>
                  <a:gd name="T57" fmla="*/ 52 h 53"/>
                  <a:gd name="T58" fmla="*/ 3 w 96"/>
                  <a:gd name="T59" fmla="*/ 53 h 53"/>
                  <a:gd name="T60" fmla="*/ 2 w 96"/>
                  <a:gd name="T61" fmla="*/ 51 h 53"/>
                  <a:gd name="T62" fmla="*/ 3 w 96"/>
                  <a:gd name="T63" fmla="*/ 38 h 53"/>
                  <a:gd name="T64" fmla="*/ 3 w 96"/>
                  <a:gd name="T65" fmla="*/ 38 h 53"/>
                  <a:gd name="T66" fmla="*/ 3 w 96"/>
                  <a:gd name="T67" fmla="*/ 38 h 53"/>
                  <a:gd name="T68" fmla="*/ 3 w 96"/>
                  <a:gd name="T69" fmla="*/ 38 h 53"/>
                  <a:gd name="T70" fmla="*/ 19 w 96"/>
                  <a:gd name="T71" fmla="*/ 14 h 53"/>
                  <a:gd name="T72" fmla="*/ 15 w 96"/>
                  <a:gd name="T73" fmla="*/ 22 h 53"/>
                  <a:gd name="T74" fmla="*/ 5 w 96"/>
                  <a:gd name="T75" fmla="*/ 38 h 53"/>
                  <a:gd name="T76" fmla="*/ 5 w 96"/>
                  <a:gd name="T77" fmla="*/ 38 h 53"/>
                  <a:gd name="T78" fmla="*/ 5 w 96"/>
                  <a:gd name="T79" fmla="*/ 39 h 53"/>
                  <a:gd name="T80" fmla="*/ 5 w 96"/>
                  <a:gd name="T81" fmla="*/ 39 h 53"/>
                  <a:gd name="T82" fmla="*/ 4 w 96"/>
                  <a:gd name="T83" fmla="*/ 48 h 53"/>
                  <a:gd name="T84" fmla="*/ 4 w 96"/>
                  <a:gd name="T85" fmla="*/ 48 h 53"/>
                  <a:gd name="T86" fmla="*/ 15 w 96"/>
                  <a:gd name="T87" fmla="*/ 32 h 53"/>
                  <a:gd name="T88" fmla="*/ 15 w 96"/>
                  <a:gd name="T89" fmla="*/ 32 h 53"/>
                  <a:gd name="T90" fmla="*/ 18 w 96"/>
                  <a:gd name="T91" fmla="*/ 23 h 53"/>
                  <a:gd name="T92" fmla="*/ 18 w 96"/>
                  <a:gd name="T93" fmla="*/ 23 h 53"/>
                  <a:gd name="T94" fmla="*/ 19 w 96"/>
                  <a:gd name="T95" fmla="*/ 18 h 53"/>
                  <a:gd name="T96" fmla="*/ 19 w 96"/>
                  <a:gd name="T97" fmla="*/ 18 h 53"/>
                  <a:gd name="T98" fmla="*/ 15 w 96"/>
                  <a:gd name="T99" fmla="*/ 22 h 53"/>
                  <a:gd name="T100" fmla="*/ 64 w 96"/>
                  <a:gd name="T101" fmla="*/ 3 h 53"/>
                  <a:gd name="T102" fmla="*/ 56 w 96"/>
                  <a:gd name="T103" fmla="*/ 3 h 53"/>
                  <a:gd name="T104" fmla="*/ 56 w 96"/>
                  <a:gd name="T105" fmla="*/ 3 h 53"/>
                  <a:gd name="T106" fmla="*/ 24 w 96"/>
                  <a:gd name="T107" fmla="*/ 13 h 53"/>
                  <a:gd name="T108" fmla="*/ 24 w 96"/>
                  <a:gd name="T109" fmla="*/ 13 h 53"/>
                  <a:gd name="T110" fmla="*/ 58 w 96"/>
                  <a:gd name="T111" fmla="*/ 20 h 53"/>
                  <a:gd name="T112" fmla="*/ 58 w 96"/>
                  <a:gd name="T113" fmla="*/ 20 h 53"/>
                  <a:gd name="T114" fmla="*/ 79 w 96"/>
                  <a:gd name="T115" fmla="*/ 19 h 53"/>
                  <a:gd name="T116" fmla="*/ 79 w 96"/>
                  <a:gd name="T117" fmla="*/ 19 h 53"/>
                  <a:gd name="T118" fmla="*/ 90 w 96"/>
                  <a:gd name="T119" fmla="*/ 17 h 53"/>
                  <a:gd name="T120" fmla="*/ 90 w 96"/>
                  <a:gd name="T121" fmla="*/ 17 h 53"/>
                  <a:gd name="T122" fmla="*/ 64 w 96"/>
                  <a:gd name="T123" fmla="*/ 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 h="53">
                    <a:moveTo>
                      <a:pt x="19" y="14"/>
                    </a:moveTo>
                    <a:cubicBezTo>
                      <a:pt x="19" y="14"/>
                      <a:pt x="19" y="14"/>
                      <a:pt x="19" y="14"/>
                    </a:cubicBezTo>
                    <a:cubicBezTo>
                      <a:pt x="19" y="14"/>
                      <a:pt x="19" y="14"/>
                      <a:pt x="19" y="14"/>
                    </a:cubicBezTo>
                    <a:cubicBezTo>
                      <a:pt x="19" y="12"/>
                      <a:pt x="19" y="12"/>
                      <a:pt x="19" y="12"/>
                    </a:cubicBezTo>
                    <a:cubicBezTo>
                      <a:pt x="21" y="12"/>
                      <a:pt x="21" y="12"/>
                      <a:pt x="21" y="12"/>
                    </a:cubicBezTo>
                    <a:cubicBezTo>
                      <a:pt x="21" y="11"/>
                      <a:pt x="22" y="11"/>
                      <a:pt x="22" y="11"/>
                    </a:cubicBezTo>
                    <a:cubicBezTo>
                      <a:pt x="22" y="11"/>
                      <a:pt x="22" y="11"/>
                      <a:pt x="22" y="11"/>
                    </a:cubicBezTo>
                    <a:cubicBezTo>
                      <a:pt x="22" y="11"/>
                      <a:pt x="22" y="11"/>
                      <a:pt x="22" y="11"/>
                    </a:cubicBezTo>
                    <a:cubicBezTo>
                      <a:pt x="22" y="11"/>
                      <a:pt x="22" y="11"/>
                      <a:pt x="22" y="11"/>
                    </a:cubicBezTo>
                    <a:cubicBezTo>
                      <a:pt x="22" y="11"/>
                      <a:pt x="40" y="2"/>
                      <a:pt x="55" y="0"/>
                    </a:cubicBezTo>
                    <a:cubicBezTo>
                      <a:pt x="55" y="0"/>
                      <a:pt x="55" y="0"/>
                      <a:pt x="55" y="0"/>
                    </a:cubicBezTo>
                    <a:cubicBezTo>
                      <a:pt x="58" y="0"/>
                      <a:pt x="61" y="0"/>
                      <a:pt x="64" y="0"/>
                    </a:cubicBezTo>
                    <a:cubicBezTo>
                      <a:pt x="64" y="0"/>
                      <a:pt x="64" y="0"/>
                      <a:pt x="64" y="0"/>
                    </a:cubicBezTo>
                    <a:cubicBezTo>
                      <a:pt x="79" y="4"/>
                      <a:pt x="94" y="16"/>
                      <a:pt x="94" y="17"/>
                    </a:cubicBezTo>
                    <a:cubicBezTo>
                      <a:pt x="94" y="17"/>
                      <a:pt x="94" y="17"/>
                      <a:pt x="94" y="17"/>
                    </a:cubicBezTo>
                    <a:cubicBezTo>
                      <a:pt x="96" y="18"/>
                      <a:pt x="96" y="18"/>
                      <a:pt x="96" y="18"/>
                    </a:cubicBezTo>
                    <a:cubicBezTo>
                      <a:pt x="94" y="19"/>
                      <a:pt x="94" y="19"/>
                      <a:pt x="94" y="19"/>
                    </a:cubicBezTo>
                    <a:cubicBezTo>
                      <a:pt x="93" y="19"/>
                      <a:pt x="68" y="25"/>
                      <a:pt x="58" y="23"/>
                    </a:cubicBezTo>
                    <a:cubicBezTo>
                      <a:pt x="58" y="23"/>
                      <a:pt x="58" y="23"/>
                      <a:pt x="58" y="23"/>
                    </a:cubicBezTo>
                    <a:cubicBezTo>
                      <a:pt x="49" y="21"/>
                      <a:pt x="28" y="17"/>
                      <a:pt x="22" y="15"/>
                    </a:cubicBezTo>
                    <a:cubicBezTo>
                      <a:pt x="22" y="15"/>
                      <a:pt x="22" y="15"/>
                      <a:pt x="22" y="15"/>
                    </a:cubicBezTo>
                    <a:cubicBezTo>
                      <a:pt x="22" y="17"/>
                      <a:pt x="21" y="20"/>
                      <a:pt x="21" y="24"/>
                    </a:cubicBezTo>
                    <a:cubicBezTo>
                      <a:pt x="21" y="24"/>
                      <a:pt x="21" y="24"/>
                      <a:pt x="21" y="24"/>
                    </a:cubicBezTo>
                    <a:cubicBezTo>
                      <a:pt x="20" y="27"/>
                      <a:pt x="19" y="30"/>
                      <a:pt x="18" y="33"/>
                    </a:cubicBezTo>
                    <a:cubicBezTo>
                      <a:pt x="18" y="33"/>
                      <a:pt x="18" y="33"/>
                      <a:pt x="18" y="33"/>
                    </a:cubicBezTo>
                    <a:cubicBezTo>
                      <a:pt x="13" y="44"/>
                      <a:pt x="4" y="52"/>
                      <a:pt x="4" y="52"/>
                    </a:cubicBezTo>
                    <a:cubicBezTo>
                      <a:pt x="4" y="52"/>
                      <a:pt x="4" y="52"/>
                      <a:pt x="4" y="52"/>
                    </a:cubicBezTo>
                    <a:cubicBezTo>
                      <a:pt x="3" y="51"/>
                      <a:pt x="3" y="51"/>
                      <a:pt x="3" y="51"/>
                    </a:cubicBezTo>
                    <a:cubicBezTo>
                      <a:pt x="4" y="52"/>
                      <a:pt x="4" y="52"/>
                      <a:pt x="4" y="52"/>
                    </a:cubicBezTo>
                    <a:cubicBezTo>
                      <a:pt x="3" y="53"/>
                      <a:pt x="3" y="53"/>
                      <a:pt x="3" y="53"/>
                    </a:cubicBezTo>
                    <a:cubicBezTo>
                      <a:pt x="2" y="51"/>
                      <a:pt x="2" y="51"/>
                      <a:pt x="2" y="51"/>
                    </a:cubicBezTo>
                    <a:cubicBezTo>
                      <a:pt x="2" y="51"/>
                      <a:pt x="0" y="48"/>
                      <a:pt x="3" y="38"/>
                    </a:cubicBezTo>
                    <a:cubicBezTo>
                      <a:pt x="3" y="38"/>
                      <a:pt x="3" y="38"/>
                      <a:pt x="3" y="38"/>
                    </a:cubicBezTo>
                    <a:cubicBezTo>
                      <a:pt x="3" y="38"/>
                      <a:pt x="3" y="38"/>
                      <a:pt x="3" y="38"/>
                    </a:cubicBezTo>
                    <a:cubicBezTo>
                      <a:pt x="3" y="38"/>
                      <a:pt x="3" y="38"/>
                      <a:pt x="3" y="38"/>
                    </a:cubicBezTo>
                    <a:cubicBezTo>
                      <a:pt x="4" y="30"/>
                      <a:pt x="14" y="19"/>
                      <a:pt x="19" y="14"/>
                    </a:cubicBezTo>
                    <a:close/>
                    <a:moveTo>
                      <a:pt x="15" y="22"/>
                    </a:moveTo>
                    <a:cubicBezTo>
                      <a:pt x="11" y="28"/>
                      <a:pt x="6" y="34"/>
                      <a:pt x="5" y="38"/>
                    </a:cubicBezTo>
                    <a:cubicBezTo>
                      <a:pt x="5" y="38"/>
                      <a:pt x="5" y="38"/>
                      <a:pt x="5" y="38"/>
                    </a:cubicBezTo>
                    <a:cubicBezTo>
                      <a:pt x="5" y="39"/>
                      <a:pt x="5" y="39"/>
                      <a:pt x="5" y="39"/>
                    </a:cubicBezTo>
                    <a:cubicBezTo>
                      <a:pt x="5" y="39"/>
                      <a:pt x="5" y="39"/>
                      <a:pt x="5" y="39"/>
                    </a:cubicBezTo>
                    <a:cubicBezTo>
                      <a:pt x="4" y="43"/>
                      <a:pt x="4" y="46"/>
                      <a:pt x="4" y="48"/>
                    </a:cubicBezTo>
                    <a:cubicBezTo>
                      <a:pt x="4" y="48"/>
                      <a:pt x="4" y="48"/>
                      <a:pt x="4" y="48"/>
                    </a:cubicBezTo>
                    <a:cubicBezTo>
                      <a:pt x="7" y="45"/>
                      <a:pt x="12" y="39"/>
                      <a:pt x="15" y="32"/>
                    </a:cubicBezTo>
                    <a:cubicBezTo>
                      <a:pt x="15" y="32"/>
                      <a:pt x="15" y="32"/>
                      <a:pt x="15" y="32"/>
                    </a:cubicBezTo>
                    <a:cubicBezTo>
                      <a:pt x="16" y="29"/>
                      <a:pt x="17" y="26"/>
                      <a:pt x="18" y="23"/>
                    </a:cubicBezTo>
                    <a:cubicBezTo>
                      <a:pt x="18" y="23"/>
                      <a:pt x="18" y="23"/>
                      <a:pt x="18" y="23"/>
                    </a:cubicBezTo>
                    <a:cubicBezTo>
                      <a:pt x="18" y="21"/>
                      <a:pt x="19" y="20"/>
                      <a:pt x="19" y="18"/>
                    </a:cubicBezTo>
                    <a:cubicBezTo>
                      <a:pt x="19" y="18"/>
                      <a:pt x="19" y="18"/>
                      <a:pt x="19" y="18"/>
                    </a:cubicBezTo>
                    <a:cubicBezTo>
                      <a:pt x="18" y="19"/>
                      <a:pt x="16" y="21"/>
                      <a:pt x="15" y="22"/>
                    </a:cubicBezTo>
                    <a:close/>
                    <a:moveTo>
                      <a:pt x="64" y="3"/>
                    </a:moveTo>
                    <a:cubicBezTo>
                      <a:pt x="61" y="2"/>
                      <a:pt x="58" y="2"/>
                      <a:pt x="56" y="3"/>
                    </a:cubicBezTo>
                    <a:cubicBezTo>
                      <a:pt x="56" y="3"/>
                      <a:pt x="56" y="3"/>
                      <a:pt x="56" y="3"/>
                    </a:cubicBezTo>
                    <a:cubicBezTo>
                      <a:pt x="42" y="4"/>
                      <a:pt x="27" y="12"/>
                      <a:pt x="24" y="13"/>
                    </a:cubicBezTo>
                    <a:cubicBezTo>
                      <a:pt x="24" y="13"/>
                      <a:pt x="24" y="13"/>
                      <a:pt x="24" y="13"/>
                    </a:cubicBezTo>
                    <a:cubicBezTo>
                      <a:pt x="31" y="14"/>
                      <a:pt x="50" y="19"/>
                      <a:pt x="58" y="20"/>
                    </a:cubicBezTo>
                    <a:cubicBezTo>
                      <a:pt x="58" y="20"/>
                      <a:pt x="58" y="20"/>
                      <a:pt x="58" y="20"/>
                    </a:cubicBezTo>
                    <a:cubicBezTo>
                      <a:pt x="62" y="21"/>
                      <a:pt x="71" y="20"/>
                      <a:pt x="79" y="19"/>
                    </a:cubicBezTo>
                    <a:cubicBezTo>
                      <a:pt x="79" y="19"/>
                      <a:pt x="79" y="19"/>
                      <a:pt x="79" y="19"/>
                    </a:cubicBezTo>
                    <a:cubicBezTo>
                      <a:pt x="83" y="18"/>
                      <a:pt x="88" y="17"/>
                      <a:pt x="90" y="17"/>
                    </a:cubicBezTo>
                    <a:cubicBezTo>
                      <a:pt x="90" y="17"/>
                      <a:pt x="90" y="17"/>
                      <a:pt x="90" y="17"/>
                    </a:cubicBezTo>
                    <a:cubicBezTo>
                      <a:pt x="85" y="13"/>
                      <a:pt x="74" y="5"/>
                      <a:pt x="6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8" name="Freeform 1333"/>
              <p:cNvSpPr>
                <a:spLocks noEditPoints="1"/>
              </p:cNvSpPr>
              <p:nvPr/>
            </p:nvSpPr>
            <p:spPr bwMode="auto">
              <a:xfrm>
                <a:off x="7456489" y="7539038"/>
                <a:ext cx="176213" cy="101600"/>
              </a:xfrm>
              <a:custGeom>
                <a:avLst/>
                <a:gdLst>
                  <a:gd name="T0" fmla="*/ 1 w 102"/>
                  <a:gd name="T1" fmla="*/ 54 h 58"/>
                  <a:gd name="T2" fmla="*/ 0 w 102"/>
                  <a:gd name="T3" fmla="*/ 49 h 58"/>
                  <a:gd name="T4" fmla="*/ 2 w 102"/>
                  <a:gd name="T5" fmla="*/ 40 h 58"/>
                  <a:gd name="T6" fmla="*/ 2 w 102"/>
                  <a:gd name="T7" fmla="*/ 39 h 58"/>
                  <a:gd name="T8" fmla="*/ 18 w 102"/>
                  <a:gd name="T9" fmla="*/ 15 h 58"/>
                  <a:gd name="T10" fmla="*/ 21 w 102"/>
                  <a:gd name="T11" fmla="*/ 12 h 58"/>
                  <a:gd name="T12" fmla="*/ 21 w 102"/>
                  <a:gd name="T13" fmla="*/ 12 h 58"/>
                  <a:gd name="T14" fmla="*/ 21 w 102"/>
                  <a:gd name="T15" fmla="*/ 12 h 58"/>
                  <a:gd name="T16" fmla="*/ 22 w 102"/>
                  <a:gd name="T17" fmla="*/ 11 h 58"/>
                  <a:gd name="T18" fmla="*/ 22 w 102"/>
                  <a:gd name="T19" fmla="*/ 11 h 58"/>
                  <a:gd name="T20" fmla="*/ 23 w 102"/>
                  <a:gd name="T21" fmla="*/ 10 h 58"/>
                  <a:gd name="T22" fmla="*/ 25 w 102"/>
                  <a:gd name="T23" fmla="*/ 9 h 58"/>
                  <a:gd name="T24" fmla="*/ 33 w 102"/>
                  <a:gd name="T25" fmla="*/ 6 h 58"/>
                  <a:gd name="T26" fmla="*/ 56 w 102"/>
                  <a:gd name="T27" fmla="*/ 0 h 58"/>
                  <a:gd name="T28" fmla="*/ 59 w 102"/>
                  <a:gd name="T29" fmla="*/ 0 h 58"/>
                  <a:gd name="T30" fmla="*/ 66 w 102"/>
                  <a:gd name="T31" fmla="*/ 0 h 58"/>
                  <a:gd name="T32" fmla="*/ 96 w 102"/>
                  <a:gd name="T33" fmla="*/ 17 h 58"/>
                  <a:gd name="T34" fmla="*/ 96 w 102"/>
                  <a:gd name="T35" fmla="*/ 17 h 58"/>
                  <a:gd name="T36" fmla="*/ 98 w 102"/>
                  <a:gd name="T37" fmla="*/ 22 h 58"/>
                  <a:gd name="T38" fmla="*/ 94 w 102"/>
                  <a:gd name="T39" fmla="*/ 23 h 58"/>
                  <a:gd name="T40" fmla="*/ 92 w 102"/>
                  <a:gd name="T41" fmla="*/ 24 h 58"/>
                  <a:gd name="T42" fmla="*/ 84 w 102"/>
                  <a:gd name="T43" fmla="*/ 25 h 58"/>
                  <a:gd name="T44" fmla="*/ 64 w 102"/>
                  <a:gd name="T45" fmla="*/ 27 h 58"/>
                  <a:gd name="T46" fmla="*/ 58 w 102"/>
                  <a:gd name="T47" fmla="*/ 27 h 58"/>
                  <a:gd name="T48" fmla="*/ 25 w 102"/>
                  <a:gd name="T49" fmla="*/ 20 h 58"/>
                  <a:gd name="T50" fmla="*/ 24 w 102"/>
                  <a:gd name="T51" fmla="*/ 26 h 58"/>
                  <a:gd name="T52" fmla="*/ 20 w 102"/>
                  <a:gd name="T53" fmla="*/ 36 h 58"/>
                  <a:gd name="T54" fmla="*/ 8 w 102"/>
                  <a:gd name="T55" fmla="*/ 54 h 58"/>
                  <a:gd name="T56" fmla="*/ 7 w 102"/>
                  <a:gd name="T57" fmla="*/ 55 h 58"/>
                  <a:gd name="T58" fmla="*/ 7 w 102"/>
                  <a:gd name="T59" fmla="*/ 55 h 58"/>
                  <a:gd name="T60" fmla="*/ 5 w 102"/>
                  <a:gd name="T61" fmla="*/ 57 h 58"/>
                  <a:gd name="T62" fmla="*/ 2 w 102"/>
                  <a:gd name="T63" fmla="*/ 56 h 58"/>
                  <a:gd name="T64" fmla="*/ 8 w 102"/>
                  <a:gd name="T65" fmla="*/ 41 h 58"/>
                  <a:gd name="T66" fmla="*/ 8 w 102"/>
                  <a:gd name="T67" fmla="*/ 44 h 58"/>
                  <a:gd name="T68" fmla="*/ 14 w 102"/>
                  <a:gd name="T69" fmla="*/ 34 h 58"/>
                  <a:gd name="T70" fmla="*/ 16 w 102"/>
                  <a:gd name="T71" fmla="*/ 27 h 58"/>
                  <a:gd name="T72" fmla="*/ 8 w 102"/>
                  <a:gd name="T73" fmla="*/ 41 h 58"/>
                  <a:gd name="T74" fmla="*/ 64 w 102"/>
                  <a:gd name="T75" fmla="*/ 21 h 58"/>
                  <a:gd name="T76" fmla="*/ 80 w 102"/>
                  <a:gd name="T77" fmla="*/ 19 h 58"/>
                  <a:gd name="T78" fmla="*/ 86 w 102"/>
                  <a:gd name="T79" fmla="*/ 18 h 58"/>
                  <a:gd name="T80" fmla="*/ 64 w 102"/>
                  <a:gd name="T81" fmla="*/ 7 h 58"/>
                  <a:gd name="T82" fmla="*/ 65 w 102"/>
                  <a:gd name="T83" fmla="*/ 5 h 58"/>
                  <a:gd name="T84" fmla="*/ 59 w 102"/>
                  <a:gd name="T85" fmla="*/ 6 h 58"/>
                  <a:gd name="T86" fmla="*/ 57 w 102"/>
                  <a:gd name="T87" fmla="*/ 7 h 58"/>
                  <a:gd name="T88" fmla="*/ 31 w 102"/>
                  <a:gd name="T89" fmla="*/ 14 h 58"/>
                  <a:gd name="T90" fmla="*/ 60 w 102"/>
                  <a:gd name="T91" fmla="*/ 20 h 58"/>
                  <a:gd name="T92" fmla="*/ 18 w 102"/>
                  <a:gd name="T93" fmla="*/ 15 h 58"/>
                  <a:gd name="T94" fmla="*/ 18 w 102"/>
                  <a:gd name="T95" fmla="*/ 1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2" h="58">
                    <a:moveTo>
                      <a:pt x="2" y="56"/>
                    </a:moveTo>
                    <a:cubicBezTo>
                      <a:pt x="1" y="54"/>
                      <a:pt x="1" y="54"/>
                      <a:pt x="1" y="54"/>
                    </a:cubicBezTo>
                    <a:cubicBezTo>
                      <a:pt x="1" y="54"/>
                      <a:pt x="0" y="52"/>
                      <a:pt x="0" y="49"/>
                    </a:cubicBezTo>
                    <a:cubicBezTo>
                      <a:pt x="0" y="49"/>
                      <a:pt x="0" y="49"/>
                      <a:pt x="0" y="49"/>
                    </a:cubicBezTo>
                    <a:cubicBezTo>
                      <a:pt x="0" y="47"/>
                      <a:pt x="1" y="44"/>
                      <a:pt x="2" y="40"/>
                    </a:cubicBezTo>
                    <a:cubicBezTo>
                      <a:pt x="2" y="40"/>
                      <a:pt x="2" y="40"/>
                      <a:pt x="2" y="40"/>
                    </a:cubicBezTo>
                    <a:cubicBezTo>
                      <a:pt x="2" y="40"/>
                      <a:pt x="2" y="40"/>
                      <a:pt x="2" y="39"/>
                    </a:cubicBezTo>
                    <a:cubicBezTo>
                      <a:pt x="2" y="39"/>
                      <a:pt x="2" y="39"/>
                      <a:pt x="2" y="39"/>
                    </a:cubicBezTo>
                    <a:cubicBezTo>
                      <a:pt x="4" y="31"/>
                      <a:pt x="13" y="20"/>
                      <a:pt x="18" y="15"/>
                    </a:cubicBezTo>
                    <a:cubicBezTo>
                      <a:pt x="18" y="15"/>
                      <a:pt x="18" y="15"/>
                      <a:pt x="18" y="15"/>
                    </a:cubicBezTo>
                    <a:cubicBezTo>
                      <a:pt x="18" y="11"/>
                      <a:pt x="18" y="11"/>
                      <a:pt x="18" y="11"/>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2" y="11"/>
                      <a:pt x="22" y="11"/>
                      <a:pt x="22" y="11"/>
                    </a:cubicBezTo>
                    <a:cubicBezTo>
                      <a:pt x="22" y="11"/>
                      <a:pt x="22" y="11"/>
                      <a:pt x="22" y="11"/>
                    </a:cubicBezTo>
                    <a:cubicBezTo>
                      <a:pt x="22" y="11"/>
                      <a:pt x="22" y="11"/>
                      <a:pt x="22" y="11"/>
                    </a:cubicBezTo>
                    <a:cubicBezTo>
                      <a:pt x="23" y="11"/>
                      <a:pt x="23" y="11"/>
                      <a:pt x="23" y="11"/>
                    </a:cubicBezTo>
                    <a:cubicBezTo>
                      <a:pt x="23" y="11"/>
                      <a:pt x="23" y="11"/>
                      <a:pt x="23" y="10"/>
                    </a:cubicBezTo>
                    <a:cubicBezTo>
                      <a:pt x="23" y="10"/>
                      <a:pt x="23" y="10"/>
                      <a:pt x="23" y="10"/>
                    </a:cubicBezTo>
                    <a:cubicBezTo>
                      <a:pt x="24" y="10"/>
                      <a:pt x="24" y="10"/>
                      <a:pt x="25" y="9"/>
                    </a:cubicBezTo>
                    <a:cubicBezTo>
                      <a:pt x="25" y="9"/>
                      <a:pt x="25" y="9"/>
                      <a:pt x="25" y="9"/>
                    </a:cubicBezTo>
                    <a:cubicBezTo>
                      <a:pt x="27" y="9"/>
                      <a:pt x="30" y="7"/>
                      <a:pt x="33" y="6"/>
                    </a:cubicBezTo>
                    <a:cubicBezTo>
                      <a:pt x="33" y="6"/>
                      <a:pt x="33" y="6"/>
                      <a:pt x="33" y="6"/>
                    </a:cubicBezTo>
                    <a:cubicBezTo>
                      <a:pt x="40" y="4"/>
                      <a:pt x="48" y="1"/>
                      <a:pt x="56" y="0"/>
                    </a:cubicBezTo>
                    <a:cubicBezTo>
                      <a:pt x="56" y="0"/>
                      <a:pt x="56" y="0"/>
                      <a:pt x="56" y="0"/>
                    </a:cubicBezTo>
                    <a:cubicBezTo>
                      <a:pt x="57" y="0"/>
                      <a:pt x="58" y="0"/>
                      <a:pt x="59" y="0"/>
                    </a:cubicBezTo>
                    <a:cubicBezTo>
                      <a:pt x="59" y="0"/>
                      <a:pt x="59" y="0"/>
                      <a:pt x="59" y="0"/>
                    </a:cubicBezTo>
                    <a:cubicBezTo>
                      <a:pt x="61" y="0"/>
                      <a:pt x="64" y="0"/>
                      <a:pt x="66" y="0"/>
                    </a:cubicBezTo>
                    <a:cubicBezTo>
                      <a:pt x="66" y="0"/>
                      <a:pt x="66" y="0"/>
                      <a:pt x="66" y="0"/>
                    </a:cubicBezTo>
                    <a:cubicBezTo>
                      <a:pt x="80" y="4"/>
                      <a:pt x="95" y="15"/>
                      <a:pt x="96" y="17"/>
                    </a:cubicBezTo>
                    <a:cubicBezTo>
                      <a:pt x="96" y="17"/>
                      <a:pt x="96" y="17"/>
                      <a:pt x="96" y="17"/>
                    </a:cubicBezTo>
                    <a:cubicBezTo>
                      <a:pt x="96" y="17"/>
                      <a:pt x="96" y="17"/>
                      <a:pt x="96" y="17"/>
                    </a:cubicBezTo>
                    <a:cubicBezTo>
                      <a:pt x="102" y="21"/>
                      <a:pt x="102" y="21"/>
                      <a:pt x="102" y="21"/>
                    </a:cubicBezTo>
                    <a:cubicBezTo>
                      <a:pt x="98" y="22"/>
                      <a:pt x="98" y="22"/>
                      <a:pt x="98" y="22"/>
                    </a:cubicBezTo>
                    <a:cubicBezTo>
                      <a:pt x="94" y="23"/>
                      <a:pt x="94" y="23"/>
                      <a:pt x="94" y="23"/>
                    </a:cubicBezTo>
                    <a:cubicBezTo>
                      <a:pt x="94" y="23"/>
                      <a:pt x="94" y="23"/>
                      <a:pt x="94" y="23"/>
                    </a:cubicBezTo>
                    <a:cubicBezTo>
                      <a:pt x="93" y="23"/>
                      <a:pt x="93" y="23"/>
                      <a:pt x="92" y="24"/>
                    </a:cubicBezTo>
                    <a:cubicBezTo>
                      <a:pt x="92" y="24"/>
                      <a:pt x="92" y="24"/>
                      <a:pt x="92" y="24"/>
                    </a:cubicBezTo>
                    <a:cubicBezTo>
                      <a:pt x="90" y="24"/>
                      <a:pt x="87" y="25"/>
                      <a:pt x="84" y="25"/>
                    </a:cubicBezTo>
                    <a:cubicBezTo>
                      <a:pt x="84" y="25"/>
                      <a:pt x="84" y="25"/>
                      <a:pt x="84" y="25"/>
                    </a:cubicBezTo>
                    <a:cubicBezTo>
                      <a:pt x="78" y="26"/>
                      <a:pt x="70" y="27"/>
                      <a:pt x="64" y="27"/>
                    </a:cubicBezTo>
                    <a:cubicBezTo>
                      <a:pt x="64" y="27"/>
                      <a:pt x="64" y="27"/>
                      <a:pt x="64" y="27"/>
                    </a:cubicBezTo>
                    <a:cubicBezTo>
                      <a:pt x="62" y="27"/>
                      <a:pt x="60" y="27"/>
                      <a:pt x="58" y="27"/>
                    </a:cubicBezTo>
                    <a:cubicBezTo>
                      <a:pt x="58" y="27"/>
                      <a:pt x="58" y="27"/>
                      <a:pt x="58" y="27"/>
                    </a:cubicBezTo>
                    <a:cubicBezTo>
                      <a:pt x="51" y="25"/>
                      <a:pt x="33" y="21"/>
                      <a:pt x="25" y="20"/>
                    </a:cubicBezTo>
                    <a:cubicBezTo>
                      <a:pt x="25" y="20"/>
                      <a:pt x="25" y="20"/>
                      <a:pt x="25" y="20"/>
                    </a:cubicBezTo>
                    <a:cubicBezTo>
                      <a:pt x="24" y="21"/>
                      <a:pt x="24" y="24"/>
                      <a:pt x="24" y="26"/>
                    </a:cubicBezTo>
                    <a:cubicBezTo>
                      <a:pt x="24" y="26"/>
                      <a:pt x="24" y="26"/>
                      <a:pt x="24" y="26"/>
                    </a:cubicBezTo>
                    <a:cubicBezTo>
                      <a:pt x="23" y="29"/>
                      <a:pt x="22" y="33"/>
                      <a:pt x="20" y="36"/>
                    </a:cubicBezTo>
                    <a:cubicBezTo>
                      <a:pt x="20" y="36"/>
                      <a:pt x="20" y="36"/>
                      <a:pt x="20" y="36"/>
                    </a:cubicBezTo>
                    <a:cubicBezTo>
                      <a:pt x="17" y="44"/>
                      <a:pt x="11" y="51"/>
                      <a:pt x="8" y="54"/>
                    </a:cubicBezTo>
                    <a:cubicBezTo>
                      <a:pt x="8" y="54"/>
                      <a:pt x="8" y="54"/>
                      <a:pt x="8" y="54"/>
                    </a:cubicBezTo>
                    <a:cubicBezTo>
                      <a:pt x="8" y="54"/>
                      <a:pt x="8" y="54"/>
                      <a:pt x="8" y="54"/>
                    </a:cubicBezTo>
                    <a:cubicBezTo>
                      <a:pt x="7" y="55"/>
                      <a:pt x="7" y="55"/>
                      <a:pt x="7" y="55"/>
                    </a:cubicBezTo>
                    <a:cubicBezTo>
                      <a:pt x="7" y="55"/>
                      <a:pt x="7" y="55"/>
                      <a:pt x="7" y="55"/>
                    </a:cubicBezTo>
                    <a:cubicBezTo>
                      <a:pt x="7" y="55"/>
                      <a:pt x="7" y="55"/>
                      <a:pt x="7" y="55"/>
                    </a:cubicBezTo>
                    <a:cubicBezTo>
                      <a:pt x="5" y="57"/>
                      <a:pt x="5" y="57"/>
                      <a:pt x="5" y="57"/>
                    </a:cubicBezTo>
                    <a:cubicBezTo>
                      <a:pt x="5" y="57"/>
                      <a:pt x="5" y="57"/>
                      <a:pt x="5" y="57"/>
                    </a:cubicBezTo>
                    <a:cubicBezTo>
                      <a:pt x="3" y="58"/>
                      <a:pt x="3" y="58"/>
                      <a:pt x="3" y="58"/>
                    </a:cubicBezTo>
                    <a:cubicBezTo>
                      <a:pt x="2" y="56"/>
                      <a:pt x="2" y="56"/>
                      <a:pt x="2" y="56"/>
                    </a:cubicBezTo>
                    <a:close/>
                    <a:moveTo>
                      <a:pt x="8" y="41"/>
                    </a:moveTo>
                    <a:cubicBezTo>
                      <a:pt x="8" y="41"/>
                      <a:pt x="8" y="41"/>
                      <a:pt x="8" y="41"/>
                    </a:cubicBezTo>
                    <a:cubicBezTo>
                      <a:pt x="8" y="41"/>
                      <a:pt x="8" y="41"/>
                      <a:pt x="8" y="41"/>
                    </a:cubicBezTo>
                    <a:cubicBezTo>
                      <a:pt x="8" y="42"/>
                      <a:pt x="8" y="43"/>
                      <a:pt x="8" y="44"/>
                    </a:cubicBezTo>
                    <a:cubicBezTo>
                      <a:pt x="8" y="44"/>
                      <a:pt x="8" y="44"/>
                      <a:pt x="8" y="44"/>
                    </a:cubicBezTo>
                    <a:cubicBezTo>
                      <a:pt x="10" y="41"/>
                      <a:pt x="13" y="38"/>
                      <a:pt x="14" y="34"/>
                    </a:cubicBezTo>
                    <a:cubicBezTo>
                      <a:pt x="14" y="34"/>
                      <a:pt x="14" y="34"/>
                      <a:pt x="14" y="34"/>
                    </a:cubicBezTo>
                    <a:cubicBezTo>
                      <a:pt x="15" y="32"/>
                      <a:pt x="16" y="29"/>
                      <a:pt x="16" y="27"/>
                    </a:cubicBezTo>
                    <a:cubicBezTo>
                      <a:pt x="16" y="27"/>
                      <a:pt x="16" y="27"/>
                      <a:pt x="16" y="27"/>
                    </a:cubicBezTo>
                    <a:cubicBezTo>
                      <a:pt x="12" y="32"/>
                      <a:pt x="9" y="38"/>
                      <a:pt x="8" y="41"/>
                    </a:cubicBezTo>
                    <a:close/>
                    <a:moveTo>
                      <a:pt x="60" y="20"/>
                    </a:moveTo>
                    <a:cubicBezTo>
                      <a:pt x="61" y="21"/>
                      <a:pt x="62" y="21"/>
                      <a:pt x="64" y="21"/>
                    </a:cubicBezTo>
                    <a:cubicBezTo>
                      <a:pt x="64" y="21"/>
                      <a:pt x="64" y="21"/>
                      <a:pt x="64" y="21"/>
                    </a:cubicBezTo>
                    <a:cubicBezTo>
                      <a:pt x="68" y="21"/>
                      <a:pt x="74" y="20"/>
                      <a:pt x="80" y="19"/>
                    </a:cubicBezTo>
                    <a:cubicBezTo>
                      <a:pt x="80" y="19"/>
                      <a:pt x="80" y="19"/>
                      <a:pt x="80" y="19"/>
                    </a:cubicBezTo>
                    <a:cubicBezTo>
                      <a:pt x="82" y="19"/>
                      <a:pt x="84" y="18"/>
                      <a:pt x="86" y="18"/>
                    </a:cubicBezTo>
                    <a:cubicBezTo>
                      <a:pt x="86" y="18"/>
                      <a:pt x="86" y="18"/>
                      <a:pt x="86" y="18"/>
                    </a:cubicBezTo>
                    <a:cubicBezTo>
                      <a:pt x="81" y="14"/>
                      <a:pt x="72" y="9"/>
                      <a:pt x="64" y="7"/>
                    </a:cubicBezTo>
                    <a:cubicBezTo>
                      <a:pt x="64" y="7"/>
                      <a:pt x="64" y="7"/>
                      <a:pt x="64" y="7"/>
                    </a:cubicBezTo>
                    <a:cubicBezTo>
                      <a:pt x="65" y="5"/>
                      <a:pt x="65" y="5"/>
                      <a:pt x="65" y="5"/>
                    </a:cubicBezTo>
                    <a:cubicBezTo>
                      <a:pt x="64" y="7"/>
                      <a:pt x="64" y="7"/>
                      <a:pt x="64" y="7"/>
                    </a:cubicBezTo>
                    <a:cubicBezTo>
                      <a:pt x="62" y="7"/>
                      <a:pt x="61" y="6"/>
                      <a:pt x="59" y="6"/>
                    </a:cubicBezTo>
                    <a:cubicBezTo>
                      <a:pt x="59" y="6"/>
                      <a:pt x="59" y="6"/>
                      <a:pt x="59" y="6"/>
                    </a:cubicBezTo>
                    <a:cubicBezTo>
                      <a:pt x="58" y="6"/>
                      <a:pt x="58" y="6"/>
                      <a:pt x="57" y="7"/>
                    </a:cubicBezTo>
                    <a:cubicBezTo>
                      <a:pt x="57" y="7"/>
                      <a:pt x="57" y="7"/>
                      <a:pt x="57" y="7"/>
                    </a:cubicBezTo>
                    <a:cubicBezTo>
                      <a:pt x="48" y="8"/>
                      <a:pt x="38" y="12"/>
                      <a:pt x="31" y="14"/>
                    </a:cubicBezTo>
                    <a:cubicBezTo>
                      <a:pt x="31" y="14"/>
                      <a:pt x="31" y="14"/>
                      <a:pt x="31" y="14"/>
                    </a:cubicBezTo>
                    <a:cubicBezTo>
                      <a:pt x="40" y="16"/>
                      <a:pt x="54" y="19"/>
                      <a:pt x="60" y="20"/>
                    </a:cubicBezTo>
                    <a:close/>
                    <a:moveTo>
                      <a:pt x="18" y="16"/>
                    </a:moveTo>
                    <a:cubicBezTo>
                      <a:pt x="18" y="15"/>
                      <a:pt x="18" y="15"/>
                      <a:pt x="18" y="15"/>
                    </a:cubicBezTo>
                    <a:cubicBezTo>
                      <a:pt x="18" y="15"/>
                      <a:pt x="18" y="15"/>
                      <a:pt x="18" y="15"/>
                    </a:cubicBezTo>
                    <a:cubicBezTo>
                      <a:pt x="18" y="16"/>
                      <a:pt x="18" y="16"/>
                      <a:pt x="18"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9" name="Freeform 1334"/>
              <p:cNvSpPr/>
              <p:nvPr/>
            </p:nvSpPr>
            <p:spPr bwMode="auto">
              <a:xfrm>
                <a:off x="7577139" y="7599363"/>
                <a:ext cx="7938" cy="6350"/>
              </a:xfrm>
              <a:custGeom>
                <a:avLst/>
                <a:gdLst>
                  <a:gd name="T0" fmla="*/ 1 w 5"/>
                  <a:gd name="T1" fmla="*/ 0 h 4"/>
                  <a:gd name="T2" fmla="*/ 5 w 5"/>
                  <a:gd name="T3" fmla="*/ 2 h 4"/>
                  <a:gd name="T4" fmla="*/ 4 w 5"/>
                  <a:gd name="T5" fmla="*/ 4 h 4"/>
                  <a:gd name="T6" fmla="*/ 0 w 5"/>
                  <a:gd name="T7" fmla="*/ 4 h 4"/>
                  <a:gd name="T8" fmla="*/ 1 w 5"/>
                  <a:gd name="T9" fmla="*/ 0 h 4"/>
                  <a:gd name="T10" fmla="*/ 1 w 5"/>
                  <a:gd name="T11" fmla="*/ 0 h 4"/>
                </a:gdLst>
                <a:ahLst/>
                <a:cxnLst>
                  <a:cxn ang="0">
                    <a:pos x="T0" y="T1"/>
                  </a:cxn>
                  <a:cxn ang="0">
                    <a:pos x="T2" y="T3"/>
                  </a:cxn>
                  <a:cxn ang="0">
                    <a:pos x="T4" y="T5"/>
                  </a:cxn>
                  <a:cxn ang="0">
                    <a:pos x="T6" y="T7"/>
                  </a:cxn>
                  <a:cxn ang="0">
                    <a:pos x="T8" y="T9"/>
                  </a:cxn>
                  <a:cxn ang="0">
                    <a:pos x="T10" y="T11"/>
                  </a:cxn>
                </a:cxnLst>
                <a:rect l="0" t="0" r="r" b="b"/>
                <a:pathLst>
                  <a:path w="5" h="4">
                    <a:moveTo>
                      <a:pt x="1" y="0"/>
                    </a:moveTo>
                    <a:lnTo>
                      <a:pt x="5" y="2"/>
                    </a:lnTo>
                    <a:lnTo>
                      <a:pt x="4" y="4"/>
                    </a:lnTo>
                    <a:lnTo>
                      <a:pt x="0" y="4"/>
                    </a:lnTo>
                    <a:lnTo>
                      <a:pt x="1"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0" name="Freeform 1335"/>
              <p:cNvSpPr/>
              <p:nvPr/>
            </p:nvSpPr>
            <p:spPr bwMode="auto">
              <a:xfrm>
                <a:off x="7573964" y="7594601"/>
                <a:ext cx="14288" cy="15875"/>
              </a:xfrm>
              <a:custGeom>
                <a:avLst/>
                <a:gdLst>
                  <a:gd name="T0" fmla="*/ 0 w 9"/>
                  <a:gd name="T1" fmla="*/ 8 h 10"/>
                  <a:gd name="T2" fmla="*/ 0 w 9"/>
                  <a:gd name="T3" fmla="*/ 6 h 10"/>
                  <a:gd name="T4" fmla="*/ 1 w 9"/>
                  <a:gd name="T5" fmla="*/ 2 h 10"/>
                  <a:gd name="T6" fmla="*/ 1 w 9"/>
                  <a:gd name="T7" fmla="*/ 0 h 10"/>
                  <a:gd name="T8" fmla="*/ 9 w 9"/>
                  <a:gd name="T9" fmla="*/ 2 h 10"/>
                  <a:gd name="T10" fmla="*/ 8 w 9"/>
                  <a:gd name="T11" fmla="*/ 10 h 10"/>
                  <a:gd name="T12" fmla="*/ 0 w 9"/>
                  <a:gd name="T13" fmla="*/ 8 h 10"/>
                  <a:gd name="T14" fmla="*/ 0 w 9"/>
                  <a:gd name="T15" fmla="*/ 8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0">
                    <a:moveTo>
                      <a:pt x="0" y="8"/>
                    </a:moveTo>
                    <a:lnTo>
                      <a:pt x="0" y="6"/>
                    </a:lnTo>
                    <a:lnTo>
                      <a:pt x="1" y="2"/>
                    </a:lnTo>
                    <a:lnTo>
                      <a:pt x="1" y="0"/>
                    </a:lnTo>
                    <a:lnTo>
                      <a:pt x="9" y="2"/>
                    </a:lnTo>
                    <a:lnTo>
                      <a:pt x="8" y="10"/>
                    </a:lnTo>
                    <a:lnTo>
                      <a:pt x="0" y="8"/>
                    </a:lnTo>
                    <a:lnTo>
                      <a:pt x="0" y="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1" name="Freeform 1336"/>
              <p:cNvSpPr/>
              <p:nvPr/>
            </p:nvSpPr>
            <p:spPr bwMode="auto">
              <a:xfrm>
                <a:off x="7502526" y="7608888"/>
                <a:ext cx="7938" cy="4763"/>
              </a:xfrm>
              <a:custGeom>
                <a:avLst/>
                <a:gdLst>
                  <a:gd name="T0" fmla="*/ 1 w 5"/>
                  <a:gd name="T1" fmla="*/ 0 h 3"/>
                  <a:gd name="T2" fmla="*/ 5 w 5"/>
                  <a:gd name="T3" fmla="*/ 0 h 3"/>
                  <a:gd name="T4" fmla="*/ 3 w 5"/>
                  <a:gd name="T5" fmla="*/ 3 h 3"/>
                  <a:gd name="T6" fmla="*/ 0 w 5"/>
                  <a:gd name="T7" fmla="*/ 2 h 3"/>
                  <a:gd name="T8" fmla="*/ 1 w 5"/>
                  <a:gd name="T9" fmla="*/ 0 h 3"/>
                  <a:gd name="T10" fmla="*/ 1 w 5"/>
                  <a:gd name="T11" fmla="*/ 0 h 3"/>
                </a:gdLst>
                <a:ahLst/>
                <a:cxnLst>
                  <a:cxn ang="0">
                    <a:pos x="T0" y="T1"/>
                  </a:cxn>
                  <a:cxn ang="0">
                    <a:pos x="T2" y="T3"/>
                  </a:cxn>
                  <a:cxn ang="0">
                    <a:pos x="T4" y="T5"/>
                  </a:cxn>
                  <a:cxn ang="0">
                    <a:pos x="T6" y="T7"/>
                  </a:cxn>
                  <a:cxn ang="0">
                    <a:pos x="T8" y="T9"/>
                  </a:cxn>
                  <a:cxn ang="0">
                    <a:pos x="T10" y="T11"/>
                  </a:cxn>
                </a:cxnLst>
                <a:rect l="0" t="0" r="r" b="b"/>
                <a:pathLst>
                  <a:path w="5" h="3">
                    <a:moveTo>
                      <a:pt x="1" y="0"/>
                    </a:moveTo>
                    <a:lnTo>
                      <a:pt x="5" y="0"/>
                    </a:lnTo>
                    <a:lnTo>
                      <a:pt x="3" y="3"/>
                    </a:lnTo>
                    <a:lnTo>
                      <a:pt x="0" y="2"/>
                    </a:lnTo>
                    <a:lnTo>
                      <a:pt x="1"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2" name="Freeform 1337"/>
              <p:cNvSpPr/>
              <p:nvPr/>
            </p:nvSpPr>
            <p:spPr bwMode="auto">
              <a:xfrm>
                <a:off x="7499351" y="7604126"/>
                <a:ext cx="14288" cy="12700"/>
              </a:xfrm>
              <a:custGeom>
                <a:avLst/>
                <a:gdLst>
                  <a:gd name="T0" fmla="*/ 0 w 9"/>
                  <a:gd name="T1" fmla="*/ 7 h 8"/>
                  <a:gd name="T2" fmla="*/ 0 w 9"/>
                  <a:gd name="T3" fmla="*/ 5 h 8"/>
                  <a:gd name="T4" fmla="*/ 1 w 9"/>
                  <a:gd name="T5" fmla="*/ 2 h 8"/>
                  <a:gd name="T6" fmla="*/ 1 w 9"/>
                  <a:gd name="T7" fmla="*/ 0 h 8"/>
                  <a:gd name="T8" fmla="*/ 9 w 9"/>
                  <a:gd name="T9" fmla="*/ 2 h 8"/>
                  <a:gd name="T10" fmla="*/ 8 w 9"/>
                  <a:gd name="T11" fmla="*/ 8 h 8"/>
                  <a:gd name="T12" fmla="*/ 0 w 9"/>
                  <a:gd name="T13" fmla="*/ 7 h 8"/>
                  <a:gd name="T14" fmla="*/ 0 w 9"/>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8">
                    <a:moveTo>
                      <a:pt x="0" y="7"/>
                    </a:moveTo>
                    <a:lnTo>
                      <a:pt x="0" y="5"/>
                    </a:lnTo>
                    <a:lnTo>
                      <a:pt x="1" y="2"/>
                    </a:lnTo>
                    <a:lnTo>
                      <a:pt x="1" y="0"/>
                    </a:lnTo>
                    <a:lnTo>
                      <a:pt x="9" y="2"/>
                    </a:lnTo>
                    <a:lnTo>
                      <a:pt x="8" y="8"/>
                    </a:lnTo>
                    <a:lnTo>
                      <a:pt x="0" y="7"/>
                    </a:lnTo>
                    <a:lnTo>
                      <a:pt x="0" y="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3" name="Freeform 1338"/>
              <p:cNvSpPr>
                <a:spLocks noEditPoints="1"/>
              </p:cNvSpPr>
              <p:nvPr/>
            </p:nvSpPr>
            <p:spPr bwMode="auto">
              <a:xfrm>
                <a:off x="7486651" y="7639051"/>
                <a:ext cx="114300" cy="47625"/>
              </a:xfrm>
              <a:custGeom>
                <a:avLst/>
                <a:gdLst>
                  <a:gd name="T0" fmla="*/ 2 w 65"/>
                  <a:gd name="T1" fmla="*/ 8 h 28"/>
                  <a:gd name="T2" fmla="*/ 32 w 65"/>
                  <a:gd name="T3" fmla="*/ 24 h 28"/>
                  <a:gd name="T4" fmla="*/ 32 w 65"/>
                  <a:gd name="T5" fmla="*/ 24 h 28"/>
                  <a:gd name="T6" fmla="*/ 32 w 65"/>
                  <a:gd name="T7" fmla="*/ 24 h 28"/>
                  <a:gd name="T8" fmla="*/ 32 w 65"/>
                  <a:gd name="T9" fmla="*/ 24 h 28"/>
                  <a:gd name="T10" fmla="*/ 52 w 65"/>
                  <a:gd name="T11" fmla="*/ 13 h 28"/>
                  <a:gd name="T12" fmla="*/ 52 w 65"/>
                  <a:gd name="T13" fmla="*/ 13 h 28"/>
                  <a:gd name="T14" fmla="*/ 63 w 65"/>
                  <a:gd name="T15" fmla="*/ 0 h 28"/>
                  <a:gd name="T16" fmla="*/ 63 w 65"/>
                  <a:gd name="T17" fmla="*/ 0 h 28"/>
                  <a:gd name="T18" fmla="*/ 65 w 65"/>
                  <a:gd name="T19" fmla="*/ 1 h 28"/>
                  <a:gd name="T20" fmla="*/ 54 w 65"/>
                  <a:gd name="T21" fmla="*/ 15 h 28"/>
                  <a:gd name="T22" fmla="*/ 54 w 65"/>
                  <a:gd name="T23" fmla="*/ 15 h 28"/>
                  <a:gd name="T24" fmla="*/ 32 w 65"/>
                  <a:gd name="T25" fmla="*/ 27 h 28"/>
                  <a:gd name="T26" fmla="*/ 32 w 65"/>
                  <a:gd name="T27" fmla="*/ 27 h 28"/>
                  <a:gd name="T28" fmla="*/ 31 w 65"/>
                  <a:gd name="T29" fmla="*/ 27 h 28"/>
                  <a:gd name="T30" fmla="*/ 31 w 65"/>
                  <a:gd name="T31" fmla="*/ 27 h 28"/>
                  <a:gd name="T32" fmla="*/ 0 w 65"/>
                  <a:gd name="T33" fmla="*/ 10 h 28"/>
                  <a:gd name="T34" fmla="*/ 0 w 65"/>
                  <a:gd name="T35" fmla="*/ 10 h 28"/>
                  <a:gd name="T36" fmla="*/ 2 w 65"/>
                  <a:gd name="T37" fmla="*/ 8 h 28"/>
                  <a:gd name="T38" fmla="*/ 63 w 65"/>
                  <a:gd name="T39" fmla="*/ 0 h 28"/>
                  <a:gd name="T40" fmla="*/ 63 w 65"/>
                  <a:gd name="T41" fmla="*/ 0 h 28"/>
                  <a:gd name="T42" fmla="*/ 63 w 65"/>
                  <a:gd name="T43" fmla="*/ 0 h 28"/>
                  <a:gd name="T44" fmla="*/ 63 w 65"/>
                  <a:gd name="T45" fmla="*/ 0 h 28"/>
                  <a:gd name="T46" fmla="*/ 63 w 65"/>
                  <a:gd name="T4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5" h="28">
                    <a:moveTo>
                      <a:pt x="2" y="8"/>
                    </a:moveTo>
                    <a:cubicBezTo>
                      <a:pt x="2" y="8"/>
                      <a:pt x="19" y="21"/>
                      <a:pt x="32" y="24"/>
                    </a:cubicBezTo>
                    <a:cubicBezTo>
                      <a:pt x="32" y="24"/>
                      <a:pt x="32" y="24"/>
                      <a:pt x="32" y="24"/>
                    </a:cubicBezTo>
                    <a:cubicBezTo>
                      <a:pt x="32" y="24"/>
                      <a:pt x="32" y="24"/>
                      <a:pt x="32" y="24"/>
                    </a:cubicBezTo>
                    <a:cubicBezTo>
                      <a:pt x="32" y="24"/>
                      <a:pt x="32" y="24"/>
                      <a:pt x="32" y="24"/>
                    </a:cubicBezTo>
                    <a:cubicBezTo>
                      <a:pt x="38" y="25"/>
                      <a:pt x="46" y="20"/>
                      <a:pt x="52" y="13"/>
                    </a:cubicBezTo>
                    <a:cubicBezTo>
                      <a:pt x="52" y="13"/>
                      <a:pt x="52" y="13"/>
                      <a:pt x="52" y="13"/>
                    </a:cubicBezTo>
                    <a:cubicBezTo>
                      <a:pt x="58" y="6"/>
                      <a:pt x="63" y="0"/>
                      <a:pt x="63" y="0"/>
                    </a:cubicBezTo>
                    <a:cubicBezTo>
                      <a:pt x="63" y="0"/>
                      <a:pt x="63" y="0"/>
                      <a:pt x="63" y="0"/>
                    </a:cubicBezTo>
                    <a:cubicBezTo>
                      <a:pt x="65" y="1"/>
                      <a:pt x="65" y="1"/>
                      <a:pt x="65" y="1"/>
                    </a:cubicBezTo>
                    <a:cubicBezTo>
                      <a:pt x="65" y="1"/>
                      <a:pt x="60" y="8"/>
                      <a:pt x="54" y="15"/>
                    </a:cubicBezTo>
                    <a:cubicBezTo>
                      <a:pt x="54" y="15"/>
                      <a:pt x="54" y="15"/>
                      <a:pt x="54" y="15"/>
                    </a:cubicBezTo>
                    <a:cubicBezTo>
                      <a:pt x="47" y="22"/>
                      <a:pt x="39" y="28"/>
                      <a:pt x="32" y="27"/>
                    </a:cubicBezTo>
                    <a:cubicBezTo>
                      <a:pt x="32" y="27"/>
                      <a:pt x="32" y="27"/>
                      <a:pt x="32" y="27"/>
                    </a:cubicBezTo>
                    <a:cubicBezTo>
                      <a:pt x="32" y="27"/>
                      <a:pt x="31" y="27"/>
                      <a:pt x="31" y="27"/>
                    </a:cubicBezTo>
                    <a:cubicBezTo>
                      <a:pt x="31" y="27"/>
                      <a:pt x="31" y="27"/>
                      <a:pt x="31" y="27"/>
                    </a:cubicBezTo>
                    <a:cubicBezTo>
                      <a:pt x="18" y="24"/>
                      <a:pt x="1" y="10"/>
                      <a:pt x="0" y="10"/>
                    </a:cubicBezTo>
                    <a:cubicBezTo>
                      <a:pt x="0" y="10"/>
                      <a:pt x="0" y="10"/>
                      <a:pt x="0" y="10"/>
                    </a:cubicBezTo>
                    <a:cubicBezTo>
                      <a:pt x="2" y="8"/>
                      <a:pt x="2" y="8"/>
                      <a:pt x="2" y="8"/>
                    </a:cubicBezTo>
                    <a:close/>
                    <a:moveTo>
                      <a:pt x="63" y="0"/>
                    </a:moveTo>
                    <a:cubicBezTo>
                      <a:pt x="63" y="0"/>
                      <a:pt x="63" y="0"/>
                      <a:pt x="63" y="0"/>
                    </a:cubicBezTo>
                    <a:cubicBezTo>
                      <a:pt x="63" y="0"/>
                      <a:pt x="63" y="0"/>
                      <a:pt x="63" y="0"/>
                    </a:cubicBezTo>
                    <a:cubicBezTo>
                      <a:pt x="63" y="0"/>
                      <a:pt x="63" y="0"/>
                      <a:pt x="63" y="0"/>
                    </a:cubicBezTo>
                    <a:cubicBezTo>
                      <a:pt x="63" y="0"/>
                      <a:pt x="63" y="0"/>
                      <a:pt x="6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4" name="Freeform 1339"/>
              <p:cNvSpPr>
                <a:spLocks noEditPoints="1"/>
              </p:cNvSpPr>
              <p:nvPr/>
            </p:nvSpPr>
            <p:spPr bwMode="auto">
              <a:xfrm>
                <a:off x="7481889" y="7632701"/>
                <a:ext cx="123825" cy="55563"/>
              </a:xfrm>
              <a:custGeom>
                <a:avLst/>
                <a:gdLst>
                  <a:gd name="T0" fmla="*/ 34 w 71"/>
                  <a:gd name="T1" fmla="*/ 32 h 32"/>
                  <a:gd name="T2" fmla="*/ 34 w 71"/>
                  <a:gd name="T3" fmla="*/ 32 h 32"/>
                  <a:gd name="T4" fmla="*/ 34 w 71"/>
                  <a:gd name="T5" fmla="*/ 32 h 32"/>
                  <a:gd name="T6" fmla="*/ 3 w 71"/>
                  <a:gd name="T7" fmla="*/ 15 h 32"/>
                  <a:gd name="T8" fmla="*/ 3 w 71"/>
                  <a:gd name="T9" fmla="*/ 15 h 32"/>
                  <a:gd name="T10" fmla="*/ 0 w 71"/>
                  <a:gd name="T11" fmla="*/ 14 h 32"/>
                  <a:gd name="T12" fmla="*/ 2 w 71"/>
                  <a:gd name="T13" fmla="*/ 12 h 32"/>
                  <a:gd name="T14" fmla="*/ 4 w 71"/>
                  <a:gd name="T15" fmla="*/ 10 h 32"/>
                  <a:gd name="T16" fmla="*/ 4 w 71"/>
                  <a:gd name="T17" fmla="*/ 9 h 32"/>
                  <a:gd name="T18" fmla="*/ 4 w 71"/>
                  <a:gd name="T19" fmla="*/ 9 h 32"/>
                  <a:gd name="T20" fmla="*/ 5 w 71"/>
                  <a:gd name="T21" fmla="*/ 9 h 32"/>
                  <a:gd name="T22" fmla="*/ 5 w 71"/>
                  <a:gd name="T23" fmla="*/ 9 h 32"/>
                  <a:gd name="T24" fmla="*/ 6 w 71"/>
                  <a:gd name="T25" fmla="*/ 9 h 32"/>
                  <a:gd name="T26" fmla="*/ 6 w 71"/>
                  <a:gd name="T27" fmla="*/ 9 h 32"/>
                  <a:gd name="T28" fmla="*/ 6 w 71"/>
                  <a:gd name="T29" fmla="*/ 9 h 32"/>
                  <a:gd name="T30" fmla="*/ 6 w 71"/>
                  <a:gd name="T31" fmla="*/ 9 h 32"/>
                  <a:gd name="T32" fmla="*/ 6 w 71"/>
                  <a:gd name="T33" fmla="*/ 9 h 32"/>
                  <a:gd name="T34" fmla="*/ 6 w 71"/>
                  <a:gd name="T35" fmla="*/ 9 h 32"/>
                  <a:gd name="T36" fmla="*/ 6 w 71"/>
                  <a:gd name="T37" fmla="*/ 9 h 32"/>
                  <a:gd name="T38" fmla="*/ 6 w 71"/>
                  <a:gd name="T39" fmla="*/ 9 h 32"/>
                  <a:gd name="T40" fmla="*/ 6 w 71"/>
                  <a:gd name="T41" fmla="*/ 9 h 32"/>
                  <a:gd name="T42" fmla="*/ 6 w 71"/>
                  <a:gd name="T43" fmla="*/ 9 h 32"/>
                  <a:gd name="T44" fmla="*/ 7 w 71"/>
                  <a:gd name="T45" fmla="*/ 9 h 32"/>
                  <a:gd name="T46" fmla="*/ 7 w 71"/>
                  <a:gd name="T47" fmla="*/ 9 h 32"/>
                  <a:gd name="T48" fmla="*/ 7 w 71"/>
                  <a:gd name="T49" fmla="*/ 10 h 32"/>
                  <a:gd name="T50" fmla="*/ 7 w 71"/>
                  <a:gd name="T51" fmla="*/ 10 h 32"/>
                  <a:gd name="T52" fmla="*/ 9 w 71"/>
                  <a:gd name="T53" fmla="*/ 11 h 32"/>
                  <a:gd name="T54" fmla="*/ 9 w 71"/>
                  <a:gd name="T55" fmla="*/ 11 h 32"/>
                  <a:gd name="T56" fmla="*/ 16 w 71"/>
                  <a:gd name="T57" fmla="*/ 16 h 32"/>
                  <a:gd name="T58" fmla="*/ 16 w 71"/>
                  <a:gd name="T59" fmla="*/ 16 h 32"/>
                  <a:gd name="T60" fmla="*/ 35 w 71"/>
                  <a:gd name="T61" fmla="*/ 25 h 32"/>
                  <a:gd name="T62" fmla="*/ 35 w 71"/>
                  <a:gd name="T63" fmla="*/ 25 h 32"/>
                  <a:gd name="T64" fmla="*/ 36 w 71"/>
                  <a:gd name="T65" fmla="*/ 25 h 32"/>
                  <a:gd name="T66" fmla="*/ 36 w 71"/>
                  <a:gd name="T67" fmla="*/ 25 h 32"/>
                  <a:gd name="T68" fmla="*/ 37 w 71"/>
                  <a:gd name="T69" fmla="*/ 25 h 32"/>
                  <a:gd name="T70" fmla="*/ 37 w 71"/>
                  <a:gd name="T71" fmla="*/ 25 h 32"/>
                  <a:gd name="T72" fmla="*/ 54 w 71"/>
                  <a:gd name="T73" fmla="*/ 15 h 32"/>
                  <a:gd name="T74" fmla="*/ 54 w 71"/>
                  <a:gd name="T75" fmla="*/ 15 h 32"/>
                  <a:gd name="T76" fmla="*/ 63 w 71"/>
                  <a:gd name="T77" fmla="*/ 3 h 32"/>
                  <a:gd name="T78" fmla="*/ 63 w 71"/>
                  <a:gd name="T79" fmla="*/ 3 h 32"/>
                  <a:gd name="T80" fmla="*/ 61 w 71"/>
                  <a:gd name="T81" fmla="*/ 1 h 32"/>
                  <a:gd name="T82" fmla="*/ 65 w 71"/>
                  <a:gd name="T83" fmla="*/ 1 h 32"/>
                  <a:gd name="T84" fmla="*/ 66 w 71"/>
                  <a:gd name="T85" fmla="*/ 0 h 32"/>
                  <a:gd name="T86" fmla="*/ 67 w 71"/>
                  <a:gd name="T87" fmla="*/ 1 h 32"/>
                  <a:gd name="T88" fmla="*/ 71 w 71"/>
                  <a:gd name="T89" fmla="*/ 1 h 32"/>
                  <a:gd name="T90" fmla="*/ 69 w 71"/>
                  <a:gd name="T91" fmla="*/ 2 h 32"/>
                  <a:gd name="T92" fmla="*/ 71 w 71"/>
                  <a:gd name="T93" fmla="*/ 4 h 32"/>
                  <a:gd name="T94" fmla="*/ 70 w 71"/>
                  <a:gd name="T95" fmla="*/ 6 h 32"/>
                  <a:gd name="T96" fmla="*/ 70 w 71"/>
                  <a:gd name="T97" fmla="*/ 6 h 32"/>
                  <a:gd name="T98" fmla="*/ 69 w 71"/>
                  <a:gd name="T99" fmla="*/ 7 h 32"/>
                  <a:gd name="T100" fmla="*/ 69 w 71"/>
                  <a:gd name="T101" fmla="*/ 7 h 32"/>
                  <a:gd name="T102" fmla="*/ 67 w 71"/>
                  <a:gd name="T103" fmla="*/ 10 h 32"/>
                  <a:gd name="T104" fmla="*/ 67 w 71"/>
                  <a:gd name="T105" fmla="*/ 10 h 32"/>
                  <a:gd name="T106" fmla="*/ 58 w 71"/>
                  <a:gd name="T107" fmla="*/ 19 h 32"/>
                  <a:gd name="T108" fmla="*/ 58 w 71"/>
                  <a:gd name="T109" fmla="*/ 19 h 32"/>
                  <a:gd name="T110" fmla="*/ 37 w 71"/>
                  <a:gd name="T111" fmla="*/ 32 h 32"/>
                  <a:gd name="T112" fmla="*/ 37 w 71"/>
                  <a:gd name="T113" fmla="*/ 32 h 32"/>
                  <a:gd name="T114" fmla="*/ 34 w 71"/>
                  <a:gd name="T115" fmla="*/ 32 h 32"/>
                  <a:gd name="T116" fmla="*/ 4 w 71"/>
                  <a:gd name="T117" fmla="*/ 12 h 32"/>
                  <a:gd name="T118" fmla="*/ 3 w 71"/>
                  <a:gd name="T119" fmla="*/ 11 h 32"/>
                  <a:gd name="T120" fmla="*/ 3 w 71"/>
                  <a:gd name="T121" fmla="*/ 11 h 32"/>
                  <a:gd name="T122" fmla="*/ 4 w 71"/>
                  <a:gd name="T123"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 h="32">
                    <a:moveTo>
                      <a:pt x="34" y="32"/>
                    </a:moveTo>
                    <a:cubicBezTo>
                      <a:pt x="34" y="32"/>
                      <a:pt x="34" y="32"/>
                      <a:pt x="34" y="32"/>
                    </a:cubicBezTo>
                    <a:cubicBezTo>
                      <a:pt x="34" y="32"/>
                      <a:pt x="34" y="32"/>
                      <a:pt x="34" y="32"/>
                    </a:cubicBezTo>
                    <a:cubicBezTo>
                      <a:pt x="20" y="29"/>
                      <a:pt x="4" y="16"/>
                      <a:pt x="3" y="15"/>
                    </a:cubicBezTo>
                    <a:cubicBezTo>
                      <a:pt x="3" y="15"/>
                      <a:pt x="3" y="15"/>
                      <a:pt x="3" y="15"/>
                    </a:cubicBezTo>
                    <a:cubicBezTo>
                      <a:pt x="0" y="14"/>
                      <a:pt x="0" y="14"/>
                      <a:pt x="0" y="14"/>
                    </a:cubicBezTo>
                    <a:cubicBezTo>
                      <a:pt x="2" y="12"/>
                      <a:pt x="2" y="12"/>
                      <a:pt x="2" y="12"/>
                    </a:cubicBezTo>
                    <a:cubicBezTo>
                      <a:pt x="4" y="10"/>
                      <a:pt x="4" y="10"/>
                      <a:pt x="4" y="10"/>
                    </a:cubicBezTo>
                    <a:cubicBezTo>
                      <a:pt x="4" y="10"/>
                      <a:pt x="4" y="9"/>
                      <a:pt x="4" y="9"/>
                    </a:cubicBezTo>
                    <a:cubicBezTo>
                      <a:pt x="4" y="9"/>
                      <a:pt x="4" y="9"/>
                      <a:pt x="4" y="9"/>
                    </a:cubicBezTo>
                    <a:cubicBezTo>
                      <a:pt x="4" y="9"/>
                      <a:pt x="5" y="9"/>
                      <a:pt x="5" y="9"/>
                    </a:cubicBezTo>
                    <a:cubicBezTo>
                      <a:pt x="5" y="9"/>
                      <a:pt x="5" y="9"/>
                      <a:pt x="5" y="9"/>
                    </a:cubicBezTo>
                    <a:cubicBezTo>
                      <a:pt x="5"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7" y="9"/>
                      <a:pt x="7" y="9"/>
                    </a:cubicBezTo>
                    <a:cubicBezTo>
                      <a:pt x="7" y="9"/>
                      <a:pt x="7" y="9"/>
                      <a:pt x="7" y="9"/>
                    </a:cubicBezTo>
                    <a:cubicBezTo>
                      <a:pt x="7" y="9"/>
                      <a:pt x="7" y="10"/>
                      <a:pt x="7" y="10"/>
                    </a:cubicBezTo>
                    <a:cubicBezTo>
                      <a:pt x="7" y="10"/>
                      <a:pt x="7" y="10"/>
                      <a:pt x="7" y="10"/>
                    </a:cubicBezTo>
                    <a:cubicBezTo>
                      <a:pt x="8" y="10"/>
                      <a:pt x="8" y="11"/>
                      <a:pt x="9" y="11"/>
                    </a:cubicBezTo>
                    <a:cubicBezTo>
                      <a:pt x="9" y="11"/>
                      <a:pt x="9" y="11"/>
                      <a:pt x="9" y="11"/>
                    </a:cubicBezTo>
                    <a:cubicBezTo>
                      <a:pt x="11" y="13"/>
                      <a:pt x="14" y="14"/>
                      <a:pt x="16" y="16"/>
                    </a:cubicBezTo>
                    <a:cubicBezTo>
                      <a:pt x="16" y="16"/>
                      <a:pt x="16" y="16"/>
                      <a:pt x="16" y="16"/>
                    </a:cubicBezTo>
                    <a:cubicBezTo>
                      <a:pt x="22" y="20"/>
                      <a:pt x="30" y="24"/>
                      <a:pt x="35" y="25"/>
                    </a:cubicBezTo>
                    <a:cubicBezTo>
                      <a:pt x="35" y="25"/>
                      <a:pt x="35" y="25"/>
                      <a:pt x="35" y="25"/>
                    </a:cubicBezTo>
                    <a:cubicBezTo>
                      <a:pt x="35" y="25"/>
                      <a:pt x="36" y="25"/>
                      <a:pt x="36" y="25"/>
                    </a:cubicBezTo>
                    <a:cubicBezTo>
                      <a:pt x="36" y="25"/>
                      <a:pt x="36" y="25"/>
                      <a:pt x="36" y="25"/>
                    </a:cubicBezTo>
                    <a:cubicBezTo>
                      <a:pt x="36" y="25"/>
                      <a:pt x="36" y="25"/>
                      <a:pt x="37" y="25"/>
                    </a:cubicBezTo>
                    <a:cubicBezTo>
                      <a:pt x="37" y="25"/>
                      <a:pt x="37" y="25"/>
                      <a:pt x="37" y="25"/>
                    </a:cubicBezTo>
                    <a:cubicBezTo>
                      <a:pt x="41" y="26"/>
                      <a:pt x="48" y="20"/>
                      <a:pt x="54" y="15"/>
                    </a:cubicBezTo>
                    <a:cubicBezTo>
                      <a:pt x="54" y="15"/>
                      <a:pt x="54" y="15"/>
                      <a:pt x="54" y="15"/>
                    </a:cubicBezTo>
                    <a:cubicBezTo>
                      <a:pt x="58" y="10"/>
                      <a:pt x="62" y="5"/>
                      <a:pt x="63" y="3"/>
                    </a:cubicBezTo>
                    <a:cubicBezTo>
                      <a:pt x="63" y="3"/>
                      <a:pt x="63" y="3"/>
                      <a:pt x="63" y="3"/>
                    </a:cubicBezTo>
                    <a:cubicBezTo>
                      <a:pt x="61" y="1"/>
                      <a:pt x="61" y="1"/>
                      <a:pt x="61" y="1"/>
                    </a:cubicBezTo>
                    <a:cubicBezTo>
                      <a:pt x="65" y="1"/>
                      <a:pt x="65" y="1"/>
                      <a:pt x="65" y="1"/>
                    </a:cubicBezTo>
                    <a:cubicBezTo>
                      <a:pt x="66" y="0"/>
                      <a:pt x="66" y="0"/>
                      <a:pt x="66" y="0"/>
                    </a:cubicBezTo>
                    <a:cubicBezTo>
                      <a:pt x="67" y="1"/>
                      <a:pt x="67" y="1"/>
                      <a:pt x="67" y="1"/>
                    </a:cubicBezTo>
                    <a:cubicBezTo>
                      <a:pt x="71" y="1"/>
                      <a:pt x="71" y="1"/>
                      <a:pt x="71" y="1"/>
                    </a:cubicBezTo>
                    <a:cubicBezTo>
                      <a:pt x="69" y="2"/>
                      <a:pt x="69" y="2"/>
                      <a:pt x="69" y="2"/>
                    </a:cubicBezTo>
                    <a:cubicBezTo>
                      <a:pt x="71" y="4"/>
                      <a:pt x="71" y="4"/>
                      <a:pt x="71" y="4"/>
                    </a:cubicBezTo>
                    <a:cubicBezTo>
                      <a:pt x="70" y="6"/>
                      <a:pt x="70" y="6"/>
                      <a:pt x="70" y="6"/>
                    </a:cubicBezTo>
                    <a:cubicBezTo>
                      <a:pt x="70" y="6"/>
                      <a:pt x="70" y="6"/>
                      <a:pt x="70" y="6"/>
                    </a:cubicBezTo>
                    <a:cubicBezTo>
                      <a:pt x="70" y="6"/>
                      <a:pt x="69" y="6"/>
                      <a:pt x="69" y="7"/>
                    </a:cubicBezTo>
                    <a:cubicBezTo>
                      <a:pt x="69" y="7"/>
                      <a:pt x="69" y="7"/>
                      <a:pt x="69" y="7"/>
                    </a:cubicBezTo>
                    <a:cubicBezTo>
                      <a:pt x="69" y="7"/>
                      <a:pt x="68" y="8"/>
                      <a:pt x="67" y="10"/>
                    </a:cubicBezTo>
                    <a:cubicBezTo>
                      <a:pt x="67" y="10"/>
                      <a:pt x="67" y="10"/>
                      <a:pt x="67" y="10"/>
                    </a:cubicBezTo>
                    <a:cubicBezTo>
                      <a:pt x="65" y="12"/>
                      <a:pt x="62" y="16"/>
                      <a:pt x="58" y="19"/>
                    </a:cubicBezTo>
                    <a:cubicBezTo>
                      <a:pt x="58" y="19"/>
                      <a:pt x="58" y="19"/>
                      <a:pt x="58" y="19"/>
                    </a:cubicBezTo>
                    <a:cubicBezTo>
                      <a:pt x="52" y="25"/>
                      <a:pt x="45" y="32"/>
                      <a:pt x="37" y="32"/>
                    </a:cubicBezTo>
                    <a:cubicBezTo>
                      <a:pt x="37" y="32"/>
                      <a:pt x="37" y="32"/>
                      <a:pt x="37" y="32"/>
                    </a:cubicBezTo>
                    <a:cubicBezTo>
                      <a:pt x="36" y="32"/>
                      <a:pt x="35" y="32"/>
                      <a:pt x="34" y="32"/>
                    </a:cubicBezTo>
                    <a:close/>
                    <a:moveTo>
                      <a:pt x="4" y="12"/>
                    </a:moveTo>
                    <a:cubicBezTo>
                      <a:pt x="3" y="12"/>
                      <a:pt x="3" y="12"/>
                      <a:pt x="3" y="11"/>
                    </a:cubicBezTo>
                    <a:cubicBezTo>
                      <a:pt x="3" y="11"/>
                      <a:pt x="3" y="11"/>
                      <a:pt x="3" y="11"/>
                    </a:cubicBezTo>
                    <a:cubicBezTo>
                      <a:pt x="3" y="12"/>
                      <a:pt x="3" y="12"/>
                      <a:pt x="4"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5" name="Freeform 1340"/>
              <p:cNvSpPr/>
              <p:nvPr/>
            </p:nvSpPr>
            <p:spPr bwMode="auto">
              <a:xfrm>
                <a:off x="7486651" y="7650163"/>
                <a:ext cx="9525" cy="9525"/>
              </a:xfrm>
              <a:custGeom>
                <a:avLst/>
                <a:gdLst>
                  <a:gd name="T0" fmla="*/ 5 w 6"/>
                  <a:gd name="T1" fmla="*/ 0 h 6"/>
                  <a:gd name="T2" fmla="*/ 6 w 6"/>
                  <a:gd name="T3" fmla="*/ 2 h 6"/>
                  <a:gd name="T4" fmla="*/ 3 w 6"/>
                  <a:gd name="T5" fmla="*/ 6 h 6"/>
                  <a:gd name="T6" fmla="*/ 0 w 6"/>
                  <a:gd name="T7" fmla="*/ 4 h 6"/>
                  <a:gd name="T8" fmla="*/ 5 w 6"/>
                  <a:gd name="T9" fmla="*/ 0 h 6"/>
                  <a:gd name="T10" fmla="*/ 5 w 6"/>
                  <a:gd name="T11" fmla="*/ 0 h 6"/>
                </a:gdLst>
                <a:ahLst/>
                <a:cxnLst>
                  <a:cxn ang="0">
                    <a:pos x="T0" y="T1"/>
                  </a:cxn>
                  <a:cxn ang="0">
                    <a:pos x="T2" y="T3"/>
                  </a:cxn>
                  <a:cxn ang="0">
                    <a:pos x="T4" y="T5"/>
                  </a:cxn>
                  <a:cxn ang="0">
                    <a:pos x="T6" y="T7"/>
                  </a:cxn>
                  <a:cxn ang="0">
                    <a:pos x="T8" y="T9"/>
                  </a:cxn>
                  <a:cxn ang="0">
                    <a:pos x="T10" y="T11"/>
                  </a:cxn>
                </a:cxnLst>
                <a:rect l="0" t="0" r="r" b="b"/>
                <a:pathLst>
                  <a:path w="6" h="6">
                    <a:moveTo>
                      <a:pt x="5" y="0"/>
                    </a:moveTo>
                    <a:lnTo>
                      <a:pt x="6" y="2"/>
                    </a:lnTo>
                    <a:lnTo>
                      <a:pt x="3" y="6"/>
                    </a:lnTo>
                    <a:lnTo>
                      <a:pt x="0" y="4"/>
                    </a:lnTo>
                    <a:lnTo>
                      <a:pt x="5" y="0"/>
                    </a:lnTo>
                    <a:lnTo>
                      <a:pt x="5"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6" name="Freeform 1341"/>
              <p:cNvSpPr/>
              <p:nvPr/>
            </p:nvSpPr>
            <p:spPr bwMode="auto">
              <a:xfrm>
                <a:off x="7481889" y="7645401"/>
                <a:ext cx="19050" cy="17463"/>
              </a:xfrm>
              <a:custGeom>
                <a:avLst/>
                <a:gdLst>
                  <a:gd name="T0" fmla="*/ 0 w 12"/>
                  <a:gd name="T1" fmla="*/ 5 h 11"/>
                  <a:gd name="T2" fmla="*/ 6 w 12"/>
                  <a:gd name="T3" fmla="*/ 1 h 11"/>
                  <a:gd name="T4" fmla="*/ 8 w 12"/>
                  <a:gd name="T5" fmla="*/ 0 h 11"/>
                  <a:gd name="T6" fmla="*/ 12 w 12"/>
                  <a:gd name="T7" fmla="*/ 5 h 11"/>
                  <a:gd name="T8" fmla="*/ 6 w 12"/>
                  <a:gd name="T9" fmla="*/ 11 h 11"/>
                  <a:gd name="T10" fmla="*/ 0 w 12"/>
                  <a:gd name="T11" fmla="*/ 5 h 11"/>
                  <a:gd name="T12" fmla="*/ 0 w 12"/>
                  <a:gd name="T13" fmla="*/ 5 h 11"/>
                </a:gdLst>
                <a:ahLst/>
                <a:cxnLst>
                  <a:cxn ang="0">
                    <a:pos x="T0" y="T1"/>
                  </a:cxn>
                  <a:cxn ang="0">
                    <a:pos x="T2" y="T3"/>
                  </a:cxn>
                  <a:cxn ang="0">
                    <a:pos x="T4" y="T5"/>
                  </a:cxn>
                  <a:cxn ang="0">
                    <a:pos x="T6" y="T7"/>
                  </a:cxn>
                  <a:cxn ang="0">
                    <a:pos x="T8" y="T9"/>
                  </a:cxn>
                  <a:cxn ang="0">
                    <a:pos x="T10" y="T11"/>
                  </a:cxn>
                  <a:cxn ang="0">
                    <a:pos x="T12" y="T13"/>
                  </a:cxn>
                </a:cxnLst>
                <a:rect l="0" t="0" r="r" b="b"/>
                <a:pathLst>
                  <a:path w="12" h="11">
                    <a:moveTo>
                      <a:pt x="0" y="5"/>
                    </a:moveTo>
                    <a:lnTo>
                      <a:pt x="6" y="1"/>
                    </a:lnTo>
                    <a:lnTo>
                      <a:pt x="8" y="0"/>
                    </a:lnTo>
                    <a:lnTo>
                      <a:pt x="12" y="5"/>
                    </a:lnTo>
                    <a:lnTo>
                      <a:pt x="6" y="11"/>
                    </a:lnTo>
                    <a:lnTo>
                      <a:pt x="0" y="5"/>
                    </a:lnTo>
                    <a:lnTo>
                      <a:pt x="0"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7" name="Freeform 1342"/>
              <p:cNvSpPr/>
              <p:nvPr/>
            </p:nvSpPr>
            <p:spPr bwMode="auto">
              <a:xfrm>
                <a:off x="7593014" y="7634288"/>
                <a:ext cx="12700" cy="7938"/>
              </a:xfrm>
              <a:custGeom>
                <a:avLst/>
                <a:gdLst>
                  <a:gd name="T0" fmla="*/ 0 w 8"/>
                  <a:gd name="T1" fmla="*/ 0 h 5"/>
                  <a:gd name="T2" fmla="*/ 8 w 8"/>
                  <a:gd name="T3" fmla="*/ 3 h 5"/>
                  <a:gd name="T4" fmla="*/ 7 w 8"/>
                  <a:gd name="T5" fmla="*/ 5 h 5"/>
                  <a:gd name="T6" fmla="*/ 0 w 8"/>
                  <a:gd name="T7" fmla="*/ 4 h 5"/>
                  <a:gd name="T8" fmla="*/ 0 w 8"/>
                  <a:gd name="T9" fmla="*/ 0 h 5"/>
                  <a:gd name="T10" fmla="*/ 0 w 8"/>
                  <a:gd name="T11" fmla="*/ 0 h 5"/>
                </a:gdLst>
                <a:ahLst/>
                <a:cxnLst>
                  <a:cxn ang="0">
                    <a:pos x="T0" y="T1"/>
                  </a:cxn>
                  <a:cxn ang="0">
                    <a:pos x="T2" y="T3"/>
                  </a:cxn>
                  <a:cxn ang="0">
                    <a:pos x="T4" y="T5"/>
                  </a:cxn>
                  <a:cxn ang="0">
                    <a:pos x="T6" y="T7"/>
                  </a:cxn>
                  <a:cxn ang="0">
                    <a:pos x="T8" y="T9"/>
                  </a:cxn>
                  <a:cxn ang="0">
                    <a:pos x="T10" y="T11"/>
                  </a:cxn>
                </a:cxnLst>
                <a:rect l="0" t="0" r="r" b="b"/>
                <a:pathLst>
                  <a:path w="8" h="5">
                    <a:moveTo>
                      <a:pt x="0" y="0"/>
                    </a:moveTo>
                    <a:lnTo>
                      <a:pt x="8" y="3"/>
                    </a:lnTo>
                    <a:lnTo>
                      <a:pt x="7" y="5"/>
                    </a:lnTo>
                    <a:lnTo>
                      <a:pt x="0" y="4"/>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8" name="Freeform 1343"/>
              <p:cNvSpPr/>
              <p:nvPr/>
            </p:nvSpPr>
            <p:spPr bwMode="auto">
              <a:xfrm>
                <a:off x="7588251" y="7631113"/>
                <a:ext cx="20638" cy="15875"/>
              </a:xfrm>
              <a:custGeom>
                <a:avLst/>
                <a:gdLst>
                  <a:gd name="T0" fmla="*/ 0 w 13"/>
                  <a:gd name="T1" fmla="*/ 7 h 10"/>
                  <a:gd name="T2" fmla="*/ 1 w 13"/>
                  <a:gd name="T3" fmla="*/ 6 h 10"/>
                  <a:gd name="T4" fmla="*/ 1 w 13"/>
                  <a:gd name="T5" fmla="*/ 2 h 10"/>
                  <a:gd name="T6" fmla="*/ 2 w 13"/>
                  <a:gd name="T7" fmla="*/ 0 h 10"/>
                  <a:gd name="T8" fmla="*/ 13 w 13"/>
                  <a:gd name="T9" fmla="*/ 2 h 10"/>
                  <a:gd name="T10" fmla="*/ 12 w 13"/>
                  <a:gd name="T11" fmla="*/ 10 h 10"/>
                  <a:gd name="T12" fmla="*/ 0 w 13"/>
                  <a:gd name="T13" fmla="*/ 7 h 10"/>
                  <a:gd name="T14" fmla="*/ 0 w 13"/>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0">
                    <a:moveTo>
                      <a:pt x="0" y="7"/>
                    </a:moveTo>
                    <a:lnTo>
                      <a:pt x="1" y="6"/>
                    </a:lnTo>
                    <a:lnTo>
                      <a:pt x="1" y="2"/>
                    </a:lnTo>
                    <a:lnTo>
                      <a:pt x="2" y="0"/>
                    </a:lnTo>
                    <a:lnTo>
                      <a:pt x="13" y="2"/>
                    </a:lnTo>
                    <a:lnTo>
                      <a:pt x="12" y="10"/>
                    </a:lnTo>
                    <a:lnTo>
                      <a:pt x="0" y="7"/>
                    </a:lnTo>
                    <a:lnTo>
                      <a:pt x="0" y="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grpSp>
      </p:grpSp>
      <p:sp>
        <p:nvSpPr>
          <p:cNvPr id="75" name="文本框 74"/>
          <p:cNvSpPr txBox="1"/>
          <p:nvPr/>
        </p:nvSpPr>
        <p:spPr>
          <a:xfrm>
            <a:off x="1136798" y="2118123"/>
            <a:ext cx="4642545" cy="2400657"/>
          </a:xfrm>
          <a:prstGeom prst="rect">
            <a:avLst/>
          </a:prstGeom>
          <a:noFill/>
        </p:spPr>
        <p:txBody>
          <a:bodyPr wrap="square" rtlCol="0">
            <a:spAutoFit/>
          </a:bodyPr>
          <a:lstStyle/>
          <a:p>
            <a:pPr algn="ctr">
              <a:lnSpc>
                <a:spcPct val="125000"/>
              </a:lnSpc>
            </a:pPr>
            <a:r>
              <a:rPr lang="en-US" altLang="zh-CN" sz="6000" b="1" dirty="0">
                <a:latin typeface="Senty小丸子" panose="03000600000000000000" pitchFamily="66" charset="-122"/>
                <a:ea typeface="Senty小丸子" panose="03000600000000000000" pitchFamily="66" charset="-122"/>
              </a:rPr>
              <a:t>PART </a:t>
            </a:r>
            <a:r>
              <a:rPr lang="en-US" altLang="zh-CN" sz="6000" b="1" dirty="0" smtClean="0">
                <a:latin typeface="Senty小丸子" panose="03000600000000000000" pitchFamily="66" charset="-122"/>
                <a:ea typeface="Senty小丸子" panose="03000600000000000000" pitchFamily="66" charset="-122"/>
              </a:rPr>
              <a:t>02 </a:t>
            </a:r>
            <a:endParaRPr lang="en-US" altLang="zh-CN" sz="6000" b="1" dirty="0">
              <a:latin typeface="Senty小丸子" panose="03000600000000000000" pitchFamily="66" charset="-122"/>
              <a:ea typeface="Senty小丸子" panose="03000600000000000000" pitchFamily="66" charset="-122"/>
            </a:endParaRPr>
          </a:p>
          <a:p>
            <a:pPr algn="ctr">
              <a:lnSpc>
                <a:spcPct val="125000"/>
              </a:lnSpc>
            </a:pPr>
            <a:r>
              <a:rPr lang="zh-CN" altLang="en-US" sz="6000" b="1" dirty="0" smtClean="0">
                <a:latin typeface="Senty小丸子" panose="03000600000000000000" pitchFamily="66" charset="-122"/>
                <a:ea typeface="Senty小丸子" panose="03000600000000000000" pitchFamily="66" charset="-122"/>
              </a:rPr>
              <a:t>教学</a:t>
            </a:r>
            <a:r>
              <a:rPr lang="zh-CN" altLang="en-US" sz="6000" b="1" dirty="0">
                <a:latin typeface="Senty小丸子" panose="03000600000000000000" pitchFamily="66" charset="-122"/>
                <a:ea typeface="Senty小丸子" panose="03000600000000000000" pitchFamily="66" charset="-122"/>
              </a:rPr>
              <a:t>课程</a:t>
            </a:r>
            <a:endParaRPr lang="zh-CN" altLang="en-US" sz="6000" b="1" dirty="0">
              <a:latin typeface="Senty小丸子" panose="03000600000000000000" pitchFamily="66" charset="-122"/>
              <a:ea typeface="Senty小丸子" panose="03000600000000000000" pitchFamily="66"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5"/>
                                        </p:tgtEl>
                                        <p:attrNameLst>
                                          <p:attrName>style.visibility</p:attrName>
                                        </p:attrNameLst>
                                      </p:cBhvr>
                                      <p:to>
                                        <p:strVal val="visible"/>
                                      </p:to>
                                    </p:set>
                                    <p:animEffect transition="in" filter="wipe(left)">
                                      <p:cBhvr>
                                        <p:cTn id="7" dur="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718097" y="215973"/>
            <a:ext cx="2794359" cy="584775"/>
          </a:xfrm>
          <a:prstGeom prst="rect">
            <a:avLst/>
          </a:prstGeom>
          <a:noFill/>
        </p:spPr>
        <p:txBody>
          <a:bodyPr wrap="square" rtlCol="0">
            <a:spAutoFit/>
          </a:bodyPr>
          <a:lstStyle/>
          <a:p>
            <a:r>
              <a:rPr lang="en-US" altLang="zh-CN" sz="3200" dirty="0" smtClean="0">
                <a:latin typeface="Senty小丸子" panose="03000600000000000000" pitchFamily="66" charset="-122"/>
                <a:ea typeface="Senty小丸子" panose="03000600000000000000" pitchFamily="66" charset="-122"/>
              </a:rPr>
              <a:t>02 </a:t>
            </a:r>
            <a:r>
              <a:rPr lang="zh-CN" altLang="en-US" sz="3200" dirty="0" smtClean="0">
                <a:latin typeface="Senty小丸子" panose="03000600000000000000" pitchFamily="66" charset="-122"/>
                <a:ea typeface="Senty小丸子" panose="03000600000000000000" pitchFamily="66" charset="-122"/>
              </a:rPr>
              <a:t>教学课程</a:t>
            </a:r>
            <a:endParaRPr lang="zh-CN" altLang="en-US" sz="3200" dirty="0">
              <a:latin typeface="Senty小丸子" panose="03000600000000000000" pitchFamily="66" charset="-122"/>
              <a:ea typeface="Senty小丸子" panose="03000600000000000000" pitchFamily="66" charset="-122"/>
            </a:endParaRPr>
          </a:p>
        </p:txBody>
      </p:sp>
      <p:grpSp>
        <p:nvGrpSpPr>
          <p:cNvPr id="3" name="Group 4"/>
          <p:cNvGrpSpPr>
            <a:grpSpLocks noChangeAspect="1"/>
          </p:cNvGrpSpPr>
          <p:nvPr/>
        </p:nvGrpSpPr>
        <p:grpSpPr bwMode="auto">
          <a:xfrm>
            <a:off x="145143" y="171426"/>
            <a:ext cx="439541" cy="518530"/>
            <a:chOff x="3082" y="1214"/>
            <a:chExt cx="1623" cy="1896"/>
          </a:xfrm>
          <a:solidFill>
            <a:schemeClr val="tx1"/>
          </a:solidFill>
        </p:grpSpPr>
        <p:grpSp>
          <p:nvGrpSpPr>
            <p:cNvPr id="4" name="Group 205"/>
            <p:cNvGrpSpPr/>
            <p:nvPr/>
          </p:nvGrpSpPr>
          <p:grpSpPr bwMode="auto">
            <a:xfrm>
              <a:off x="3082" y="1214"/>
              <a:ext cx="1623" cy="1603"/>
              <a:chOff x="3082" y="1214"/>
              <a:chExt cx="1623" cy="1603"/>
            </a:xfrm>
            <a:grpFill/>
          </p:grpSpPr>
          <p:sp>
            <p:nvSpPr>
              <p:cNvPr id="252" name="Freeform 5"/>
              <p:cNvSpPr/>
              <p:nvPr/>
            </p:nvSpPr>
            <p:spPr bwMode="auto">
              <a:xfrm>
                <a:off x="3608" y="2103"/>
                <a:ext cx="13" cy="0"/>
              </a:xfrm>
              <a:custGeom>
                <a:avLst/>
                <a:gdLst>
                  <a:gd name="T0" fmla="*/ 0 w 6"/>
                  <a:gd name="T1" fmla="*/ 6 w 6"/>
                  <a:gd name="T2" fmla="*/ 0 w 6"/>
                </a:gdLst>
                <a:ahLst/>
                <a:cxnLst>
                  <a:cxn ang="0">
                    <a:pos x="T0" y="0"/>
                  </a:cxn>
                  <a:cxn ang="0">
                    <a:pos x="T1" y="0"/>
                  </a:cxn>
                  <a:cxn ang="0">
                    <a:pos x="T2" y="0"/>
                  </a:cxn>
                </a:cxnLst>
                <a:rect l="0" t="0" r="r" b="b"/>
                <a:pathLst>
                  <a:path w="6">
                    <a:moveTo>
                      <a:pt x="0" y="0"/>
                    </a:moveTo>
                    <a:cubicBezTo>
                      <a:pt x="1" y="0"/>
                      <a:pt x="3" y="0"/>
                      <a:pt x="6" y="0"/>
                    </a:cubicBezTo>
                    <a:cubicBezTo>
                      <a:pt x="3" y="0"/>
                      <a:pt x="2"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3" name="Freeform 6"/>
              <p:cNvSpPr/>
              <p:nvPr/>
            </p:nvSpPr>
            <p:spPr bwMode="auto">
              <a:xfrm>
                <a:off x="3576" y="1893"/>
                <a:ext cx="5"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0" y="0"/>
                      <a:pt x="0" y="0"/>
                    </a:cubicBezTo>
                    <a:cubicBezTo>
                      <a:pt x="0" y="0"/>
                      <a:pt x="0" y="0"/>
                      <a:pt x="0" y="0"/>
                    </a:cubicBezTo>
                    <a:cubicBezTo>
                      <a:pt x="0" y="0"/>
                      <a:pt x="0" y="0"/>
                      <a:pt x="0" y="0"/>
                    </a:cubicBezTo>
                    <a:cubicBezTo>
                      <a:pt x="1" y="0"/>
                      <a:pt x="1" y="0"/>
                      <a:pt x="2" y="0"/>
                    </a:cubicBezTo>
                    <a:cubicBezTo>
                      <a:pt x="2" y="0"/>
                      <a:pt x="2" y="0"/>
                      <a:pt x="2"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4" name="Freeform 7"/>
              <p:cNvSpPr/>
              <p:nvPr/>
            </p:nvSpPr>
            <p:spPr bwMode="auto">
              <a:xfrm>
                <a:off x="3615" y="1903"/>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0"/>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5" name="Freeform 8"/>
              <p:cNvSpPr/>
              <p:nvPr/>
            </p:nvSpPr>
            <p:spPr bwMode="auto">
              <a:xfrm>
                <a:off x="3566" y="1893"/>
                <a:ext cx="6" cy="0"/>
              </a:xfrm>
              <a:custGeom>
                <a:avLst/>
                <a:gdLst>
                  <a:gd name="T0" fmla="*/ 3 w 3"/>
                  <a:gd name="T1" fmla="*/ 3 w 3"/>
                </a:gdLst>
                <a:ahLst/>
                <a:cxnLst>
                  <a:cxn ang="0">
                    <a:pos x="T0" y="0"/>
                  </a:cxn>
                  <a:cxn ang="0">
                    <a:pos x="T1" y="0"/>
                  </a:cxn>
                </a:cxnLst>
                <a:rect l="0" t="0" r="r" b="b"/>
                <a:pathLst>
                  <a:path w="3">
                    <a:moveTo>
                      <a:pt x="3" y="0"/>
                    </a:moveTo>
                    <a:cubicBezTo>
                      <a:pt x="0" y="0"/>
                      <a:pt x="1"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6" name="Freeform 9"/>
              <p:cNvSpPr/>
              <p:nvPr/>
            </p:nvSpPr>
            <p:spPr bwMode="auto">
              <a:xfrm>
                <a:off x="3820" y="2304"/>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7" name="Freeform 10"/>
              <p:cNvSpPr/>
              <p:nvPr/>
            </p:nvSpPr>
            <p:spPr bwMode="auto">
              <a:xfrm>
                <a:off x="3642" y="2209"/>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8" name="Freeform 11"/>
              <p:cNvSpPr/>
              <p:nvPr/>
            </p:nvSpPr>
            <p:spPr bwMode="auto">
              <a:xfrm>
                <a:off x="3549" y="2154"/>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0"/>
                      <a:pt x="1" y="1"/>
                      <a:pt x="1"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9" name="Freeform 12"/>
              <p:cNvSpPr/>
              <p:nvPr/>
            </p:nvSpPr>
            <p:spPr bwMode="auto">
              <a:xfrm>
                <a:off x="3610" y="1895"/>
                <a:ext cx="9" cy="8"/>
              </a:xfrm>
              <a:custGeom>
                <a:avLst/>
                <a:gdLst>
                  <a:gd name="T0" fmla="*/ 1 w 4"/>
                  <a:gd name="T1" fmla="*/ 1 h 4"/>
                  <a:gd name="T2" fmla="*/ 1 w 4"/>
                  <a:gd name="T3" fmla="*/ 2 h 4"/>
                  <a:gd name="T4" fmla="*/ 0 w 4"/>
                  <a:gd name="T5" fmla="*/ 2 h 4"/>
                  <a:gd name="T6" fmla="*/ 2 w 4"/>
                  <a:gd name="T7" fmla="*/ 4 h 4"/>
                  <a:gd name="T8" fmla="*/ 2 w 4"/>
                  <a:gd name="T9" fmla="*/ 2 h 4"/>
                  <a:gd name="T10" fmla="*/ 3 w 4"/>
                  <a:gd name="T11" fmla="*/ 1 h 4"/>
                  <a:gd name="T12" fmla="*/ 4 w 4"/>
                  <a:gd name="T13" fmla="*/ 0 h 4"/>
                  <a:gd name="T14" fmla="*/ 4 w 4"/>
                  <a:gd name="T15" fmla="*/ 0 h 4"/>
                  <a:gd name="T16" fmla="*/ 4 w 4"/>
                  <a:gd name="T17" fmla="*/ 0 h 4"/>
                  <a:gd name="T18" fmla="*/ 2 w 4"/>
                  <a:gd name="T19" fmla="*/ 0 h 4"/>
                  <a:gd name="T20" fmla="*/ 2 w 4"/>
                  <a:gd name="T21" fmla="*/ 0 h 4"/>
                  <a:gd name="T22" fmla="*/ 1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1" y="1"/>
                    </a:moveTo>
                    <a:cubicBezTo>
                      <a:pt x="1" y="2"/>
                      <a:pt x="1" y="2"/>
                      <a:pt x="1" y="2"/>
                    </a:cubicBezTo>
                    <a:cubicBezTo>
                      <a:pt x="1" y="2"/>
                      <a:pt x="0" y="2"/>
                      <a:pt x="0" y="2"/>
                    </a:cubicBezTo>
                    <a:cubicBezTo>
                      <a:pt x="1" y="2"/>
                      <a:pt x="2" y="3"/>
                      <a:pt x="2" y="4"/>
                    </a:cubicBezTo>
                    <a:cubicBezTo>
                      <a:pt x="2" y="3"/>
                      <a:pt x="2" y="3"/>
                      <a:pt x="2" y="2"/>
                    </a:cubicBezTo>
                    <a:cubicBezTo>
                      <a:pt x="3" y="1"/>
                      <a:pt x="3" y="1"/>
                      <a:pt x="3" y="1"/>
                    </a:cubicBezTo>
                    <a:cubicBezTo>
                      <a:pt x="4" y="0"/>
                      <a:pt x="4" y="0"/>
                      <a:pt x="4" y="0"/>
                    </a:cubicBezTo>
                    <a:cubicBezTo>
                      <a:pt x="4" y="0"/>
                      <a:pt x="4" y="0"/>
                      <a:pt x="4" y="0"/>
                    </a:cubicBezTo>
                    <a:cubicBezTo>
                      <a:pt x="4" y="0"/>
                      <a:pt x="4" y="0"/>
                      <a:pt x="4" y="0"/>
                    </a:cubicBezTo>
                    <a:cubicBezTo>
                      <a:pt x="3" y="0"/>
                      <a:pt x="2" y="0"/>
                      <a:pt x="2" y="0"/>
                    </a:cubicBezTo>
                    <a:cubicBezTo>
                      <a:pt x="2" y="0"/>
                      <a:pt x="2" y="0"/>
                      <a:pt x="2" y="0"/>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0" name="Freeform 13"/>
              <p:cNvSpPr/>
              <p:nvPr/>
            </p:nvSpPr>
            <p:spPr bwMode="auto">
              <a:xfrm>
                <a:off x="3926" y="1914"/>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1" name="Freeform 14"/>
              <p:cNvSpPr/>
              <p:nvPr/>
            </p:nvSpPr>
            <p:spPr bwMode="auto">
              <a:xfrm>
                <a:off x="3810" y="1774"/>
                <a:ext cx="2" cy="4"/>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0" y="2"/>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2" name="Freeform 15"/>
              <p:cNvSpPr/>
              <p:nvPr/>
            </p:nvSpPr>
            <p:spPr bwMode="auto">
              <a:xfrm>
                <a:off x="3846" y="2474"/>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3" name="Freeform 16"/>
              <p:cNvSpPr/>
              <p:nvPr/>
            </p:nvSpPr>
            <p:spPr bwMode="auto">
              <a:xfrm>
                <a:off x="3943" y="2546"/>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4" name="Freeform 17"/>
              <p:cNvSpPr/>
              <p:nvPr/>
            </p:nvSpPr>
            <p:spPr bwMode="auto">
              <a:xfrm>
                <a:off x="3846" y="2474"/>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5" name="Freeform 18"/>
              <p:cNvSpPr/>
              <p:nvPr/>
            </p:nvSpPr>
            <p:spPr bwMode="auto">
              <a:xfrm>
                <a:off x="4156" y="22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6" name="Freeform 19"/>
              <p:cNvSpPr/>
              <p:nvPr/>
            </p:nvSpPr>
            <p:spPr bwMode="auto">
              <a:xfrm>
                <a:off x="4056" y="2213"/>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7" name="Freeform 20"/>
              <p:cNvSpPr/>
              <p:nvPr/>
            </p:nvSpPr>
            <p:spPr bwMode="auto">
              <a:xfrm>
                <a:off x="3837" y="2470"/>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8" name="Freeform 21"/>
              <p:cNvSpPr/>
              <p:nvPr/>
            </p:nvSpPr>
            <p:spPr bwMode="auto">
              <a:xfrm>
                <a:off x="3954" y="2311"/>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9" name="Freeform 22"/>
              <p:cNvSpPr/>
              <p:nvPr/>
            </p:nvSpPr>
            <p:spPr bwMode="auto">
              <a:xfrm>
                <a:off x="3576" y="18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0" name="Freeform 23"/>
              <p:cNvSpPr/>
              <p:nvPr/>
            </p:nvSpPr>
            <p:spPr bwMode="auto">
              <a:xfrm>
                <a:off x="3281" y="254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1" name="Freeform 24"/>
              <p:cNvSpPr/>
              <p:nvPr/>
            </p:nvSpPr>
            <p:spPr bwMode="auto">
              <a:xfrm>
                <a:off x="3364" y="2470"/>
                <a:ext cx="2" cy="4"/>
              </a:xfrm>
              <a:custGeom>
                <a:avLst/>
                <a:gdLst>
                  <a:gd name="T0" fmla="*/ 1 w 1"/>
                  <a:gd name="T1" fmla="*/ 2 h 2"/>
                  <a:gd name="T2" fmla="*/ 1 w 1"/>
                  <a:gd name="T3" fmla="*/ 1 h 2"/>
                  <a:gd name="T4" fmla="*/ 1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0" y="0"/>
                      <a:pt x="1" y="1"/>
                      <a:pt x="1" y="1"/>
                    </a:cubicBezTo>
                    <a:cubicBezTo>
                      <a:pt x="1" y="1"/>
                      <a:pt x="1"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2" name="Freeform 25"/>
              <p:cNvSpPr/>
              <p:nvPr/>
            </p:nvSpPr>
            <p:spPr bwMode="auto">
              <a:xfrm>
                <a:off x="3360" y="2470"/>
                <a:ext cx="2"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3" name="Freeform 26"/>
              <p:cNvSpPr/>
              <p:nvPr/>
            </p:nvSpPr>
            <p:spPr bwMode="auto">
              <a:xfrm>
                <a:off x="3353" y="2470"/>
                <a:ext cx="3" cy="4"/>
              </a:xfrm>
              <a:custGeom>
                <a:avLst/>
                <a:gdLst>
                  <a:gd name="T0" fmla="*/ 1 w 1"/>
                  <a:gd name="T1" fmla="*/ 2 h 2"/>
                  <a:gd name="T2" fmla="*/ 0 w 1"/>
                  <a:gd name="T3" fmla="*/ 1 h 2"/>
                  <a:gd name="T4" fmla="*/ 1 w 1"/>
                  <a:gd name="T5" fmla="*/ 2 h 2"/>
                </a:gdLst>
                <a:ahLst/>
                <a:cxnLst>
                  <a:cxn ang="0">
                    <a:pos x="T0" y="T1"/>
                  </a:cxn>
                  <a:cxn ang="0">
                    <a:pos x="T2" y="T3"/>
                  </a:cxn>
                  <a:cxn ang="0">
                    <a:pos x="T4" y="T5"/>
                  </a:cxn>
                </a:cxnLst>
                <a:rect l="0" t="0" r="r" b="b"/>
                <a:pathLst>
                  <a:path w="1" h="2">
                    <a:moveTo>
                      <a:pt x="1" y="2"/>
                    </a:moveTo>
                    <a:cubicBezTo>
                      <a:pt x="0" y="0"/>
                      <a:pt x="1" y="1"/>
                      <a:pt x="0" y="1"/>
                    </a:cubicBezTo>
                    <a:cubicBezTo>
                      <a:pt x="1" y="1"/>
                      <a:pt x="1"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4" name="Freeform 27"/>
              <p:cNvSpPr/>
              <p:nvPr/>
            </p:nvSpPr>
            <p:spPr bwMode="auto">
              <a:xfrm>
                <a:off x="3392" y="2482"/>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1"/>
                      <a:pt x="1" y="1"/>
                    </a:cubicBezTo>
                    <a:cubicBezTo>
                      <a:pt x="0" y="0"/>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5" name="Freeform 28"/>
              <p:cNvSpPr/>
              <p:nvPr/>
            </p:nvSpPr>
            <p:spPr bwMode="auto">
              <a:xfrm>
                <a:off x="3390" y="2480"/>
                <a:ext cx="2" cy="7"/>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0"/>
                      <a:pt x="0" y="0"/>
                      <a:pt x="0" y="0"/>
                    </a:cubicBezTo>
                    <a:cubicBezTo>
                      <a:pt x="0" y="2"/>
                      <a:pt x="1" y="2"/>
                      <a:pt x="1"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6" name="Freeform 29"/>
              <p:cNvSpPr/>
              <p:nvPr/>
            </p:nvSpPr>
            <p:spPr bwMode="auto">
              <a:xfrm>
                <a:off x="3341" y="2474"/>
                <a:ext cx="2" cy="4"/>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1"/>
                      <a:pt x="1" y="1"/>
                      <a:pt x="1" y="2"/>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7" name="Freeform 30"/>
              <p:cNvSpPr/>
              <p:nvPr/>
            </p:nvSpPr>
            <p:spPr bwMode="auto">
              <a:xfrm>
                <a:off x="3822" y="2279"/>
                <a:ext cx="5" cy="4"/>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0" y="1"/>
                      <a:pt x="0" y="1"/>
                    </a:cubicBezTo>
                    <a:cubicBezTo>
                      <a:pt x="0" y="2"/>
                      <a:pt x="0" y="2"/>
                      <a:pt x="0" y="2"/>
                    </a:cubicBezTo>
                    <a:cubicBezTo>
                      <a:pt x="1" y="1"/>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8" name="Freeform 31"/>
              <p:cNvSpPr/>
              <p:nvPr/>
            </p:nvSpPr>
            <p:spPr bwMode="auto">
              <a:xfrm>
                <a:off x="3292" y="2529"/>
                <a:ext cx="2" cy="2"/>
              </a:xfrm>
              <a:custGeom>
                <a:avLst/>
                <a:gdLst>
                  <a:gd name="T0" fmla="*/ 2 w 2"/>
                  <a:gd name="T1" fmla="*/ 2 h 2"/>
                  <a:gd name="T2" fmla="*/ 0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0" y="0"/>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9" name="Freeform 32"/>
              <p:cNvSpPr/>
              <p:nvPr/>
            </p:nvSpPr>
            <p:spPr bwMode="auto">
              <a:xfrm>
                <a:off x="3699" y="2796"/>
                <a:ext cx="7" cy="5"/>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3" y="1"/>
                      <a:pt x="2" y="0"/>
                      <a:pt x="2" y="0"/>
                    </a:cubicBezTo>
                    <a:cubicBezTo>
                      <a:pt x="0" y="0"/>
                      <a:pt x="3"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0" name="Freeform 33"/>
              <p:cNvSpPr/>
              <p:nvPr/>
            </p:nvSpPr>
            <p:spPr bwMode="auto">
              <a:xfrm>
                <a:off x="4616" y="1870"/>
                <a:ext cx="2"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1" name="Freeform 34"/>
              <p:cNvSpPr/>
              <p:nvPr/>
            </p:nvSpPr>
            <p:spPr bwMode="auto">
              <a:xfrm>
                <a:off x="3262" y="2567"/>
                <a:ext cx="4" cy="4"/>
              </a:xfrm>
              <a:custGeom>
                <a:avLst/>
                <a:gdLst>
                  <a:gd name="T0" fmla="*/ 0 w 4"/>
                  <a:gd name="T1" fmla="*/ 2 h 4"/>
                  <a:gd name="T2" fmla="*/ 4 w 4"/>
                  <a:gd name="T3" fmla="*/ 4 h 4"/>
                  <a:gd name="T4" fmla="*/ 0 w 4"/>
                  <a:gd name="T5" fmla="*/ 0 h 4"/>
                  <a:gd name="T6" fmla="*/ 0 w 4"/>
                  <a:gd name="T7" fmla="*/ 2 h 4"/>
                </a:gdLst>
                <a:ahLst/>
                <a:cxnLst>
                  <a:cxn ang="0">
                    <a:pos x="T0" y="T1"/>
                  </a:cxn>
                  <a:cxn ang="0">
                    <a:pos x="T2" y="T3"/>
                  </a:cxn>
                  <a:cxn ang="0">
                    <a:pos x="T4" y="T5"/>
                  </a:cxn>
                  <a:cxn ang="0">
                    <a:pos x="T6" y="T7"/>
                  </a:cxn>
                </a:cxnLst>
                <a:rect l="0" t="0" r="r" b="b"/>
                <a:pathLst>
                  <a:path w="4" h="4">
                    <a:moveTo>
                      <a:pt x="0" y="2"/>
                    </a:moveTo>
                    <a:lnTo>
                      <a:pt x="4" y="4"/>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2" name="Freeform 35"/>
              <p:cNvSpPr/>
              <p:nvPr/>
            </p:nvSpPr>
            <p:spPr bwMode="auto">
              <a:xfrm>
                <a:off x="3570" y="1893"/>
                <a:ext cx="6" cy="6"/>
              </a:xfrm>
              <a:custGeom>
                <a:avLst/>
                <a:gdLst>
                  <a:gd name="T0" fmla="*/ 1 w 3"/>
                  <a:gd name="T1" fmla="*/ 0 h 3"/>
                  <a:gd name="T2" fmla="*/ 1 w 3"/>
                  <a:gd name="T3" fmla="*/ 0 h 3"/>
                  <a:gd name="T4" fmla="*/ 1 w 3"/>
                  <a:gd name="T5" fmla="*/ 0 h 3"/>
                  <a:gd name="T6" fmla="*/ 1 w 3"/>
                  <a:gd name="T7" fmla="*/ 0 h 3"/>
                  <a:gd name="T8" fmla="*/ 1 w 3"/>
                  <a:gd name="T9" fmla="*/ 0 h 3"/>
                  <a:gd name="T10" fmla="*/ 2 w 3"/>
                  <a:gd name="T11" fmla="*/ 1 h 3"/>
                  <a:gd name="T12" fmla="*/ 0 w 3"/>
                  <a:gd name="T13" fmla="*/ 2 h 3"/>
                  <a:gd name="T14" fmla="*/ 2 w 3"/>
                  <a:gd name="T15" fmla="*/ 2 h 3"/>
                  <a:gd name="T16" fmla="*/ 3 w 3"/>
                  <a:gd name="T17" fmla="*/ 0 h 3"/>
                  <a:gd name="T18" fmla="*/ 1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1" y="0"/>
                    </a:moveTo>
                    <a:cubicBezTo>
                      <a:pt x="1" y="0"/>
                      <a:pt x="1" y="0"/>
                      <a:pt x="1" y="0"/>
                    </a:cubicBezTo>
                    <a:cubicBezTo>
                      <a:pt x="1" y="0"/>
                      <a:pt x="1" y="0"/>
                      <a:pt x="1" y="0"/>
                    </a:cubicBezTo>
                    <a:cubicBezTo>
                      <a:pt x="1" y="0"/>
                      <a:pt x="1" y="0"/>
                      <a:pt x="1" y="0"/>
                    </a:cubicBezTo>
                    <a:cubicBezTo>
                      <a:pt x="1" y="0"/>
                      <a:pt x="1" y="0"/>
                      <a:pt x="1" y="0"/>
                    </a:cubicBezTo>
                    <a:cubicBezTo>
                      <a:pt x="2" y="1"/>
                      <a:pt x="2" y="1"/>
                      <a:pt x="2" y="1"/>
                    </a:cubicBezTo>
                    <a:cubicBezTo>
                      <a:pt x="1" y="2"/>
                      <a:pt x="0" y="0"/>
                      <a:pt x="0" y="2"/>
                    </a:cubicBezTo>
                    <a:cubicBezTo>
                      <a:pt x="0" y="3"/>
                      <a:pt x="1" y="3"/>
                      <a:pt x="2" y="2"/>
                    </a:cubicBezTo>
                    <a:cubicBezTo>
                      <a:pt x="3" y="0"/>
                      <a:pt x="3" y="0"/>
                      <a:pt x="3" y="0"/>
                    </a:cubicBezTo>
                    <a:cubicBezTo>
                      <a:pt x="3"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3" name="Freeform 36"/>
              <p:cNvSpPr/>
              <p:nvPr/>
            </p:nvSpPr>
            <p:spPr bwMode="auto">
              <a:xfrm>
                <a:off x="3207" y="2465"/>
                <a:ext cx="183" cy="174"/>
              </a:xfrm>
              <a:custGeom>
                <a:avLst/>
                <a:gdLst>
                  <a:gd name="T0" fmla="*/ 83 w 86"/>
                  <a:gd name="T1" fmla="*/ 5 h 82"/>
                  <a:gd name="T2" fmla="*/ 80 w 86"/>
                  <a:gd name="T3" fmla="*/ 4 h 82"/>
                  <a:gd name="T4" fmla="*/ 77 w 86"/>
                  <a:gd name="T5" fmla="*/ 8 h 82"/>
                  <a:gd name="T6" fmla="*/ 76 w 86"/>
                  <a:gd name="T7" fmla="*/ 6 h 82"/>
                  <a:gd name="T8" fmla="*/ 72 w 86"/>
                  <a:gd name="T9" fmla="*/ 7 h 82"/>
                  <a:gd name="T10" fmla="*/ 70 w 86"/>
                  <a:gd name="T11" fmla="*/ 4 h 82"/>
                  <a:gd name="T12" fmla="*/ 67 w 86"/>
                  <a:gd name="T13" fmla="*/ 1 h 82"/>
                  <a:gd name="T14" fmla="*/ 68 w 86"/>
                  <a:gd name="T15" fmla="*/ 6 h 82"/>
                  <a:gd name="T16" fmla="*/ 70 w 86"/>
                  <a:gd name="T17" fmla="*/ 10 h 82"/>
                  <a:gd name="T18" fmla="*/ 65 w 86"/>
                  <a:gd name="T19" fmla="*/ 6 h 82"/>
                  <a:gd name="T20" fmla="*/ 65 w 86"/>
                  <a:gd name="T21" fmla="*/ 8 h 82"/>
                  <a:gd name="T22" fmla="*/ 62 w 86"/>
                  <a:gd name="T23" fmla="*/ 6 h 82"/>
                  <a:gd name="T24" fmla="*/ 61 w 86"/>
                  <a:gd name="T25" fmla="*/ 8 h 82"/>
                  <a:gd name="T26" fmla="*/ 59 w 86"/>
                  <a:gd name="T27" fmla="*/ 9 h 82"/>
                  <a:gd name="T28" fmla="*/ 62 w 86"/>
                  <a:gd name="T29" fmla="*/ 15 h 82"/>
                  <a:gd name="T30" fmla="*/ 58 w 86"/>
                  <a:gd name="T31" fmla="*/ 10 h 82"/>
                  <a:gd name="T32" fmla="*/ 57 w 86"/>
                  <a:gd name="T33" fmla="*/ 12 h 82"/>
                  <a:gd name="T34" fmla="*/ 53 w 86"/>
                  <a:gd name="T35" fmla="*/ 17 h 82"/>
                  <a:gd name="T36" fmla="*/ 51 w 86"/>
                  <a:gd name="T37" fmla="*/ 19 h 82"/>
                  <a:gd name="T38" fmla="*/ 48 w 86"/>
                  <a:gd name="T39" fmla="*/ 22 h 82"/>
                  <a:gd name="T40" fmla="*/ 48 w 86"/>
                  <a:gd name="T41" fmla="*/ 24 h 82"/>
                  <a:gd name="T42" fmla="*/ 46 w 86"/>
                  <a:gd name="T43" fmla="*/ 24 h 82"/>
                  <a:gd name="T44" fmla="*/ 45 w 86"/>
                  <a:gd name="T45" fmla="*/ 25 h 82"/>
                  <a:gd name="T46" fmla="*/ 46 w 86"/>
                  <a:gd name="T47" fmla="*/ 27 h 82"/>
                  <a:gd name="T48" fmla="*/ 43 w 86"/>
                  <a:gd name="T49" fmla="*/ 28 h 82"/>
                  <a:gd name="T50" fmla="*/ 40 w 86"/>
                  <a:gd name="T51" fmla="*/ 30 h 82"/>
                  <a:gd name="T52" fmla="*/ 38 w 86"/>
                  <a:gd name="T53" fmla="*/ 32 h 82"/>
                  <a:gd name="T54" fmla="*/ 36 w 86"/>
                  <a:gd name="T55" fmla="*/ 34 h 82"/>
                  <a:gd name="T56" fmla="*/ 36 w 86"/>
                  <a:gd name="T57" fmla="*/ 37 h 82"/>
                  <a:gd name="T58" fmla="*/ 34 w 86"/>
                  <a:gd name="T59" fmla="*/ 36 h 82"/>
                  <a:gd name="T60" fmla="*/ 34 w 86"/>
                  <a:gd name="T61" fmla="*/ 37 h 82"/>
                  <a:gd name="T62" fmla="*/ 31 w 86"/>
                  <a:gd name="T63" fmla="*/ 41 h 82"/>
                  <a:gd name="T64" fmla="*/ 32 w 86"/>
                  <a:gd name="T65" fmla="*/ 45 h 82"/>
                  <a:gd name="T66" fmla="*/ 31 w 86"/>
                  <a:gd name="T67" fmla="*/ 48 h 82"/>
                  <a:gd name="T68" fmla="*/ 28 w 86"/>
                  <a:gd name="T69" fmla="*/ 47 h 82"/>
                  <a:gd name="T70" fmla="*/ 25 w 86"/>
                  <a:gd name="T71" fmla="*/ 53 h 82"/>
                  <a:gd name="T72" fmla="*/ 24 w 86"/>
                  <a:gd name="T73" fmla="*/ 55 h 82"/>
                  <a:gd name="T74" fmla="*/ 18 w 86"/>
                  <a:gd name="T75" fmla="*/ 59 h 82"/>
                  <a:gd name="T76" fmla="*/ 15 w 86"/>
                  <a:gd name="T77" fmla="*/ 59 h 82"/>
                  <a:gd name="T78" fmla="*/ 14 w 86"/>
                  <a:gd name="T79" fmla="*/ 60 h 82"/>
                  <a:gd name="T80" fmla="*/ 11 w 86"/>
                  <a:gd name="T81" fmla="*/ 69 h 82"/>
                  <a:gd name="T82" fmla="*/ 2 w 86"/>
                  <a:gd name="T83" fmla="*/ 75 h 82"/>
                  <a:gd name="T84" fmla="*/ 23 w 86"/>
                  <a:gd name="T85" fmla="*/ 72 h 82"/>
                  <a:gd name="T86" fmla="*/ 28 w 86"/>
                  <a:gd name="T87" fmla="*/ 68 h 82"/>
                  <a:gd name="T88" fmla="*/ 42 w 86"/>
                  <a:gd name="T89" fmla="*/ 48 h 82"/>
                  <a:gd name="T90" fmla="*/ 49 w 86"/>
                  <a:gd name="T91" fmla="*/ 45 h 82"/>
                  <a:gd name="T92" fmla="*/ 55 w 86"/>
                  <a:gd name="T93" fmla="*/ 43 h 82"/>
                  <a:gd name="T94" fmla="*/ 63 w 86"/>
                  <a:gd name="T95" fmla="*/ 35 h 82"/>
                  <a:gd name="T96" fmla="*/ 68 w 86"/>
                  <a:gd name="T97" fmla="*/ 31 h 82"/>
                  <a:gd name="T98" fmla="*/ 74 w 86"/>
                  <a:gd name="T99" fmla="*/ 23 h 82"/>
                  <a:gd name="T100" fmla="*/ 75 w 86"/>
                  <a:gd name="T101" fmla="*/ 16 h 82"/>
                  <a:gd name="T102" fmla="*/ 82 w 86"/>
                  <a:gd name="T103" fmla="*/ 14 h 82"/>
                  <a:gd name="T104" fmla="*/ 84 w 86"/>
                  <a:gd name="T105" fmla="*/ 13 h 82"/>
                  <a:gd name="T106" fmla="*/ 84 w 86"/>
                  <a:gd name="T107" fmla="*/ 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82">
                    <a:moveTo>
                      <a:pt x="84" y="7"/>
                    </a:moveTo>
                    <a:cubicBezTo>
                      <a:pt x="85" y="8"/>
                      <a:pt x="85" y="9"/>
                      <a:pt x="86" y="10"/>
                    </a:cubicBezTo>
                    <a:cubicBezTo>
                      <a:pt x="85" y="6"/>
                      <a:pt x="85" y="6"/>
                      <a:pt x="85" y="6"/>
                    </a:cubicBezTo>
                    <a:cubicBezTo>
                      <a:pt x="85" y="7"/>
                      <a:pt x="85" y="6"/>
                      <a:pt x="84" y="5"/>
                    </a:cubicBezTo>
                    <a:cubicBezTo>
                      <a:pt x="84" y="6"/>
                      <a:pt x="84" y="6"/>
                      <a:pt x="84" y="6"/>
                    </a:cubicBezTo>
                    <a:cubicBezTo>
                      <a:pt x="83" y="5"/>
                      <a:pt x="83" y="5"/>
                      <a:pt x="83" y="5"/>
                    </a:cubicBezTo>
                    <a:cubicBezTo>
                      <a:pt x="83" y="5"/>
                      <a:pt x="82" y="4"/>
                      <a:pt x="82" y="6"/>
                    </a:cubicBezTo>
                    <a:cubicBezTo>
                      <a:pt x="83" y="7"/>
                      <a:pt x="83" y="7"/>
                      <a:pt x="83" y="7"/>
                    </a:cubicBezTo>
                    <a:cubicBezTo>
                      <a:pt x="83" y="7"/>
                      <a:pt x="84" y="9"/>
                      <a:pt x="83" y="8"/>
                    </a:cubicBezTo>
                    <a:cubicBezTo>
                      <a:pt x="82" y="6"/>
                      <a:pt x="82" y="6"/>
                      <a:pt x="82" y="6"/>
                    </a:cubicBezTo>
                    <a:cubicBezTo>
                      <a:pt x="82" y="6"/>
                      <a:pt x="82" y="6"/>
                      <a:pt x="82" y="6"/>
                    </a:cubicBezTo>
                    <a:cubicBezTo>
                      <a:pt x="80" y="4"/>
                      <a:pt x="80" y="4"/>
                      <a:pt x="80" y="4"/>
                    </a:cubicBezTo>
                    <a:cubicBezTo>
                      <a:pt x="82" y="7"/>
                      <a:pt x="80" y="5"/>
                      <a:pt x="81" y="6"/>
                    </a:cubicBezTo>
                    <a:cubicBezTo>
                      <a:pt x="80" y="6"/>
                      <a:pt x="80" y="6"/>
                      <a:pt x="80" y="6"/>
                    </a:cubicBezTo>
                    <a:cubicBezTo>
                      <a:pt x="79" y="5"/>
                      <a:pt x="81" y="7"/>
                      <a:pt x="81" y="7"/>
                    </a:cubicBezTo>
                    <a:cubicBezTo>
                      <a:pt x="80" y="7"/>
                      <a:pt x="79" y="5"/>
                      <a:pt x="79" y="4"/>
                    </a:cubicBezTo>
                    <a:cubicBezTo>
                      <a:pt x="78" y="4"/>
                      <a:pt x="79" y="6"/>
                      <a:pt x="77" y="5"/>
                    </a:cubicBezTo>
                    <a:cubicBezTo>
                      <a:pt x="77" y="5"/>
                      <a:pt x="77" y="6"/>
                      <a:pt x="77" y="8"/>
                    </a:cubicBezTo>
                    <a:cubicBezTo>
                      <a:pt x="77" y="8"/>
                      <a:pt x="76" y="5"/>
                      <a:pt x="76" y="6"/>
                    </a:cubicBezTo>
                    <a:cubicBezTo>
                      <a:pt x="75" y="5"/>
                      <a:pt x="74" y="3"/>
                      <a:pt x="74" y="2"/>
                    </a:cubicBezTo>
                    <a:cubicBezTo>
                      <a:pt x="74" y="2"/>
                      <a:pt x="73" y="1"/>
                      <a:pt x="73" y="2"/>
                    </a:cubicBezTo>
                    <a:cubicBezTo>
                      <a:pt x="73" y="1"/>
                      <a:pt x="72" y="0"/>
                      <a:pt x="72" y="0"/>
                    </a:cubicBezTo>
                    <a:cubicBezTo>
                      <a:pt x="73" y="1"/>
                      <a:pt x="74" y="3"/>
                      <a:pt x="74" y="3"/>
                    </a:cubicBezTo>
                    <a:cubicBezTo>
                      <a:pt x="76" y="5"/>
                      <a:pt x="74" y="4"/>
                      <a:pt x="76" y="6"/>
                    </a:cubicBezTo>
                    <a:cubicBezTo>
                      <a:pt x="75" y="6"/>
                      <a:pt x="74" y="6"/>
                      <a:pt x="74" y="7"/>
                    </a:cubicBezTo>
                    <a:cubicBezTo>
                      <a:pt x="74" y="7"/>
                      <a:pt x="73" y="5"/>
                      <a:pt x="73" y="4"/>
                    </a:cubicBezTo>
                    <a:cubicBezTo>
                      <a:pt x="73" y="6"/>
                      <a:pt x="73" y="7"/>
                      <a:pt x="73" y="7"/>
                    </a:cubicBezTo>
                    <a:cubicBezTo>
                      <a:pt x="74" y="8"/>
                      <a:pt x="74" y="8"/>
                      <a:pt x="75" y="10"/>
                    </a:cubicBezTo>
                    <a:cubicBezTo>
                      <a:pt x="75" y="10"/>
                      <a:pt x="75" y="11"/>
                      <a:pt x="75" y="11"/>
                    </a:cubicBezTo>
                    <a:cubicBezTo>
                      <a:pt x="74" y="9"/>
                      <a:pt x="72" y="7"/>
                      <a:pt x="72" y="7"/>
                    </a:cubicBezTo>
                    <a:cubicBezTo>
                      <a:pt x="71" y="5"/>
                      <a:pt x="73" y="7"/>
                      <a:pt x="71" y="5"/>
                    </a:cubicBezTo>
                    <a:cubicBezTo>
                      <a:pt x="70" y="3"/>
                      <a:pt x="71" y="2"/>
                      <a:pt x="72" y="3"/>
                    </a:cubicBezTo>
                    <a:cubicBezTo>
                      <a:pt x="71" y="1"/>
                      <a:pt x="71" y="3"/>
                      <a:pt x="70" y="1"/>
                    </a:cubicBezTo>
                    <a:cubicBezTo>
                      <a:pt x="70" y="1"/>
                      <a:pt x="70" y="3"/>
                      <a:pt x="70" y="3"/>
                    </a:cubicBezTo>
                    <a:cubicBezTo>
                      <a:pt x="71" y="4"/>
                      <a:pt x="71" y="4"/>
                      <a:pt x="71" y="5"/>
                    </a:cubicBezTo>
                    <a:cubicBezTo>
                      <a:pt x="72" y="8"/>
                      <a:pt x="70" y="4"/>
                      <a:pt x="70" y="4"/>
                    </a:cubicBezTo>
                    <a:cubicBezTo>
                      <a:pt x="69" y="3"/>
                      <a:pt x="69" y="3"/>
                      <a:pt x="69" y="3"/>
                    </a:cubicBezTo>
                    <a:cubicBezTo>
                      <a:pt x="69" y="3"/>
                      <a:pt x="69" y="4"/>
                      <a:pt x="69" y="4"/>
                    </a:cubicBezTo>
                    <a:cubicBezTo>
                      <a:pt x="67" y="2"/>
                      <a:pt x="69" y="4"/>
                      <a:pt x="68" y="2"/>
                    </a:cubicBezTo>
                    <a:cubicBezTo>
                      <a:pt x="67" y="0"/>
                      <a:pt x="67" y="0"/>
                      <a:pt x="67" y="0"/>
                    </a:cubicBezTo>
                    <a:cubicBezTo>
                      <a:pt x="66" y="0"/>
                      <a:pt x="68" y="2"/>
                      <a:pt x="67" y="2"/>
                    </a:cubicBezTo>
                    <a:cubicBezTo>
                      <a:pt x="67" y="1"/>
                      <a:pt x="67" y="1"/>
                      <a:pt x="67" y="1"/>
                    </a:cubicBezTo>
                    <a:cubicBezTo>
                      <a:pt x="67" y="2"/>
                      <a:pt x="67" y="2"/>
                      <a:pt x="67" y="2"/>
                    </a:cubicBezTo>
                    <a:cubicBezTo>
                      <a:pt x="68" y="3"/>
                      <a:pt x="69" y="4"/>
                      <a:pt x="69" y="4"/>
                    </a:cubicBezTo>
                    <a:cubicBezTo>
                      <a:pt x="70" y="7"/>
                      <a:pt x="69" y="4"/>
                      <a:pt x="69" y="5"/>
                    </a:cubicBezTo>
                    <a:cubicBezTo>
                      <a:pt x="69" y="7"/>
                      <a:pt x="69" y="5"/>
                      <a:pt x="70" y="6"/>
                    </a:cubicBezTo>
                    <a:cubicBezTo>
                      <a:pt x="71" y="8"/>
                      <a:pt x="70" y="8"/>
                      <a:pt x="70" y="8"/>
                    </a:cubicBezTo>
                    <a:cubicBezTo>
                      <a:pt x="70" y="9"/>
                      <a:pt x="69" y="7"/>
                      <a:pt x="68" y="6"/>
                    </a:cubicBezTo>
                    <a:cubicBezTo>
                      <a:pt x="68" y="6"/>
                      <a:pt x="68" y="5"/>
                      <a:pt x="69" y="6"/>
                    </a:cubicBezTo>
                    <a:cubicBezTo>
                      <a:pt x="68" y="4"/>
                      <a:pt x="67" y="3"/>
                      <a:pt x="66" y="2"/>
                    </a:cubicBezTo>
                    <a:cubicBezTo>
                      <a:pt x="65" y="1"/>
                      <a:pt x="67" y="4"/>
                      <a:pt x="67" y="4"/>
                    </a:cubicBezTo>
                    <a:cubicBezTo>
                      <a:pt x="67" y="3"/>
                      <a:pt x="68" y="5"/>
                      <a:pt x="68" y="6"/>
                    </a:cubicBezTo>
                    <a:cubicBezTo>
                      <a:pt x="70" y="10"/>
                      <a:pt x="66" y="3"/>
                      <a:pt x="66" y="4"/>
                    </a:cubicBezTo>
                    <a:cubicBezTo>
                      <a:pt x="68" y="6"/>
                      <a:pt x="67" y="8"/>
                      <a:pt x="70" y="10"/>
                    </a:cubicBezTo>
                    <a:cubicBezTo>
                      <a:pt x="70" y="11"/>
                      <a:pt x="70" y="12"/>
                      <a:pt x="70" y="12"/>
                    </a:cubicBezTo>
                    <a:cubicBezTo>
                      <a:pt x="69" y="10"/>
                      <a:pt x="69" y="10"/>
                      <a:pt x="68" y="8"/>
                    </a:cubicBezTo>
                    <a:cubicBezTo>
                      <a:pt x="68" y="9"/>
                      <a:pt x="68" y="9"/>
                      <a:pt x="68" y="9"/>
                    </a:cubicBezTo>
                    <a:cubicBezTo>
                      <a:pt x="66" y="6"/>
                      <a:pt x="66" y="6"/>
                      <a:pt x="66" y="6"/>
                    </a:cubicBezTo>
                    <a:cubicBezTo>
                      <a:pt x="64" y="3"/>
                      <a:pt x="64" y="3"/>
                      <a:pt x="64" y="3"/>
                    </a:cubicBezTo>
                    <a:cubicBezTo>
                      <a:pt x="64" y="4"/>
                      <a:pt x="65" y="5"/>
                      <a:pt x="65" y="6"/>
                    </a:cubicBezTo>
                    <a:cubicBezTo>
                      <a:pt x="64" y="5"/>
                      <a:pt x="64" y="4"/>
                      <a:pt x="64" y="4"/>
                    </a:cubicBezTo>
                    <a:cubicBezTo>
                      <a:pt x="64" y="5"/>
                      <a:pt x="65" y="7"/>
                      <a:pt x="65" y="7"/>
                    </a:cubicBezTo>
                    <a:cubicBezTo>
                      <a:pt x="65" y="7"/>
                      <a:pt x="64" y="6"/>
                      <a:pt x="63" y="5"/>
                    </a:cubicBezTo>
                    <a:cubicBezTo>
                      <a:pt x="63" y="4"/>
                      <a:pt x="63" y="4"/>
                      <a:pt x="63" y="4"/>
                    </a:cubicBezTo>
                    <a:cubicBezTo>
                      <a:pt x="63" y="5"/>
                      <a:pt x="62" y="3"/>
                      <a:pt x="62" y="4"/>
                    </a:cubicBezTo>
                    <a:cubicBezTo>
                      <a:pt x="63" y="5"/>
                      <a:pt x="64" y="6"/>
                      <a:pt x="65" y="8"/>
                    </a:cubicBezTo>
                    <a:cubicBezTo>
                      <a:pt x="65" y="8"/>
                      <a:pt x="64" y="7"/>
                      <a:pt x="64" y="7"/>
                    </a:cubicBezTo>
                    <a:cubicBezTo>
                      <a:pt x="63" y="6"/>
                      <a:pt x="63" y="6"/>
                      <a:pt x="63" y="6"/>
                    </a:cubicBezTo>
                    <a:cubicBezTo>
                      <a:pt x="63" y="7"/>
                      <a:pt x="62" y="4"/>
                      <a:pt x="62" y="5"/>
                    </a:cubicBezTo>
                    <a:cubicBezTo>
                      <a:pt x="62" y="6"/>
                      <a:pt x="62" y="6"/>
                      <a:pt x="62" y="6"/>
                    </a:cubicBezTo>
                    <a:cubicBezTo>
                      <a:pt x="62" y="6"/>
                      <a:pt x="62" y="5"/>
                      <a:pt x="61" y="5"/>
                    </a:cubicBezTo>
                    <a:cubicBezTo>
                      <a:pt x="62" y="6"/>
                      <a:pt x="62" y="6"/>
                      <a:pt x="62" y="6"/>
                    </a:cubicBezTo>
                    <a:cubicBezTo>
                      <a:pt x="61" y="5"/>
                      <a:pt x="61" y="5"/>
                      <a:pt x="61" y="5"/>
                    </a:cubicBezTo>
                    <a:cubicBezTo>
                      <a:pt x="62" y="6"/>
                      <a:pt x="63" y="8"/>
                      <a:pt x="61" y="6"/>
                    </a:cubicBezTo>
                    <a:cubicBezTo>
                      <a:pt x="63" y="8"/>
                      <a:pt x="61" y="6"/>
                      <a:pt x="62" y="7"/>
                    </a:cubicBezTo>
                    <a:cubicBezTo>
                      <a:pt x="64" y="9"/>
                      <a:pt x="63" y="9"/>
                      <a:pt x="63" y="9"/>
                    </a:cubicBezTo>
                    <a:cubicBezTo>
                      <a:pt x="62" y="7"/>
                      <a:pt x="63" y="9"/>
                      <a:pt x="63" y="9"/>
                    </a:cubicBezTo>
                    <a:cubicBezTo>
                      <a:pt x="61" y="8"/>
                      <a:pt x="61" y="8"/>
                      <a:pt x="61" y="8"/>
                    </a:cubicBezTo>
                    <a:cubicBezTo>
                      <a:pt x="62" y="9"/>
                      <a:pt x="62" y="9"/>
                      <a:pt x="62" y="9"/>
                    </a:cubicBezTo>
                    <a:cubicBezTo>
                      <a:pt x="60" y="6"/>
                      <a:pt x="62" y="10"/>
                      <a:pt x="61" y="10"/>
                    </a:cubicBezTo>
                    <a:cubicBezTo>
                      <a:pt x="61" y="9"/>
                      <a:pt x="60" y="7"/>
                      <a:pt x="60" y="7"/>
                    </a:cubicBezTo>
                    <a:cubicBezTo>
                      <a:pt x="61" y="9"/>
                      <a:pt x="61" y="10"/>
                      <a:pt x="62" y="11"/>
                    </a:cubicBezTo>
                    <a:cubicBezTo>
                      <a:pt x="61" y="11"/>
                      <a:pt x="60" y="9"/>
                      <a:pt x="59" y="7"/>
                    </a:cubicBezTo>
                    <a:cubicBezTo>
                      <a:pt x="60" y="9"/>
                      <a:pt x="58" y="7"/>
                      <a:pt x="59" y="9"/>
                    </a:cubicBezTo>
                    <a:cubicBezTo>
                      <a:pt x="60" y="9"/>
                      <a:pt x="60" y="10"/>
                      <a:pt x="61" y="11"/>
                    </a:cubicBezTo>
                    <a:cubicBezTo>
                      <a:pt x="61" y="11"/>
                      <a:pt x="60" y="10"/>
                      <a:pt x="60" y="10"/>
                    </a:cubicBezTo>
                    <a:cubicBezTo>
                      <a:pt x="60" y="10"/>
                      <a:pt x="61" y="12"/>
                      <a:pt x="61" y="12"/>
                    </a:cubicBezTo>
                    <a:cubicBezTo>
                      <a:pt x="61" y="12"/>
                      <a:pt x="62" y="14"/>
                      <a:pt x="61" y="13"/>
                    </a:cubicBezTo>
                    <a:cubicBezTo>
                      <a:pt x="60" y="12"/>
                      <a:pt x="61" y="12"/>
                      <a:pt x="60" y="11"/>
                    </a:cubicBezTo>
                    <a:cubicBezTo>
                      <a:pt x="60" y="11"/>
                      <a:pt x="62" y="15"/>
                      <a:pt x="62" y="15"/>
                    </a:cubicBezTo>
                    <a:cubicBezTo>
                      <a:pt x="63" y="16"/>
                      <a:pt x="65" y="18"/>
                      <a:pt x="65" y="19"/>
                    </a:cubicBezTo>
                    <a:cubicBezTo>
                      <a:pt x="64" y="19"/>
                      <a:pt x="65" y="18"/>
                      <a:pt x="63" y="17"/>
                    </a:cubicBezTo>
                    <a:cubicBezTo>
                      <a:pt x="63" y="17"/>
                      <a:pt x="63" y="17"/>
                      <a:pt x="63" y="17"/>
                    </a:cubicBezTo>
                    <a:cubicBezTo>
                      <a:pt x="61" y="15"/>
                      <a:pt x="61" y="13"/>
                      <a:pt x="59" y="11"/>
                    </a:cubicBezTo>
                    <a:cubicBezTo>
                      <a:pt x="60" y="12"/>
                      <a:pt x="60" y="12"/>
                      <a:pt x="60" y="12"/>
                    </a:cubicBezTo>
                    <a:cubicBezTo>
                      <a:pt x="59" y="12"/>
                      <a:pt x="58" y="10"/>
                      <a:pt x="58" y="10"/>
                    </a:cubicBezTo>
                    <a:cubicBezTo>
                      <a:pt x="59" y="12"/>
                      <a:pt x="57" y="11"/>
                      <a:pt x="58" y="11"/>
                    </a:cubicBezTo>
                    <a:cubicBezTo>
                      <a:pt x="59" y="12"/>
                      <a:pt x="58" y="11"/>
                      <a:pt x="58" y="12"/>
                    </a:cubicBezTo>
                    <a:cubicBezTo>
                      <a:pt x="58" y="12"/>
                      <a:pt x="60" y="14"/>
                      <a:pt x="59" y="14"/>
                    </a:cubicBezTo>
                    <a:cubicBezTo>
                      <a:pt x="57" y="11"/>
                      <a:pt x="57" y="11"/>
                      <a:pt x="57" y="11"/>
                    </a:cubicBezTo>
                    <a:cubicBezTo>
                      <a:pt x="56" y="11"/>
                      <a:pt x="58" y="13"/>
                      <a:pt x="57" y="12"/>
                    </a:cubicBezTo>
                    <a:cubicBezTo>
                      <a:pt x="57" y="12"/>
                      <a:pt x="57" y="12"/>
                      <a:pt x="57" y="12"/>
                    </a:cubicBezTo>
                    <a:cubicBezTo>
                      <a:pt x="56" y="12"/>
                      <a:pt x="55" y="13"/>
                      <a:pt x="57" y="17"/>
                    </a:cubicBezTo>
                    <a:cubicBezTo>
                      <a:pt x="56" y="16"/>
                      <a:pt x="55" y="16"/>
                      <a:pt x="54" y="15"/>
                    </a:cubicBezTo>
                    <a:cubicBezTo>
                      <a:pt x="55" y="16"/>
                      <a:pt x="55" y="17"/>
                      <a:pt x="55" y="17"/>
                    </a:cubicBezTo>
                    <a:cubicBezTo>
                      <a:pt x="54" y="16"/>
                      <a:pt x="54" y="16"/>
                      <a:pt x="54" y="16"/>
                    </a:cubicBezTo>
                    <a:cubicBezTo>
                      <a:pt x="53" y="15"/>
                      <a:pt x="54" y="17"/>
                      <a:pt x="54" y="18"/>
                    </a:cubicBezTo>
                    <a:cubicBezTo>
                      <a:pt x="53" y="17"/>
                      <a:pt x="53" y="17"/>
                      <a:pt x="53" y="17"/>
                    </a:cubicBezTo>
                    <a:cubicBezTo>
                      <a:pt x="52" y="16"/>
                      <a:pt x="54" y="18"/>
                      <a:pt x="54" y="18"/>
                    </a:cubicBezTo>
                    <a:cubicBezTo>
                      <a:pt x="53" y="17"/>
                      <a:pt x="53" y="17"/>
                      <a:pt x="53" y="17"/>
                    </a:cubicBezTo>
                    <a:cubicBezTo>
                      <a:pt x="54" y="18"/>
                      <a:pt x="54" y="18"/>
                      <a:pt x="54" y="18"/>
                    </a:cubicBezTo>
                    <a:cubicBezTo>
                      <a:pt x="54" y="19"/>
                      <a:pt x="53" y="19"/>
                      <a:pt x="52" y="17"/>
                    </a:cubicBezTo>
                    <a:cubicBezTo>
                      <a:pt x="53" y="18"/>
                      <a:pt x="53" y="18"/>
                      <a:pt x="53" y="18"/>
                    </a:cubicBezTo>
                    <a:cubicBezTo>
                      <a:pt x="52" y="18"/>
                      <a:pt x="51" y="18"/>
                      <a:pt x="51" y="19"/>
                    </a:cubicBezTo>
                    <a:cubicBezTo>
                      <a:pt x="52" y="19"/>
                      <a:pt x="52" y="20"/>
                      <a:pt x="53" y="21"/>
                    </a:cubicBezTo>
                    <a:cubicBezTo>
                      <a:pt x="55" y="22"/>
                      <a:pt x="53" y="20"/>
                      <a:pt x="54" y="22"/>
                    </a:cubicBezTo>
                    <a:cubicBezTo>
                      <a:pt x="53" y="21"/>
                      <a:pt x="52" y="20"/>
                      <a:pt x="52" y="20"/>
                    </a:cubicBezTo>
                    <a:cubicBezTo>
                      <a:pt x="49" y="18"/>
                      <a:pt x="50" y="21"/>
                      <a:pt x="50" y="20"/>
                    </a:cubicBezTo>
                    <a:cubicBezTo>
                      <a:pt x="50" y="21"/>
                      <a:pt x="50" y="21"/>
                      <a:pt x="50" y="21"/>
                    </a:cubicBezTo>
                    <a:cubicBezTo>
                      <a:pt x="48" y="20"/>
                      <a:pt x="50" y="22"/>
                      <a:pt x="48" y="22"/>
                    </a:cubicBezTo>
                    <a:cubicBezTo>
                      <a:pt x="49" y="22"/>
                      <a:pt x="51" y="25"/>
                      <a:pt x="51" y="25"/>
                    </a:cubicBezTo>
                    <a:cubicBezTo>
                      <a:pt x="52" y="26"/>
                      <a:pt x="49" y="23"/>
                      <a:pt x="48" y="22"/>
                    </a:cubicBezTo>
                    <a:cubicBezTo>
                      <a:pt x="48" y="23"/>
                      <a:pt x="48" y="23"/>
                      <a:pt x="48" y="23"/>
                    </a:cubicBezTo>
                    <a:cubicBezTo>
                      <a:pt x="48" y="23"/>
                      <a:pt x="48" y="23"/>
                      <a:pt x="48" y="23"/>
                    </a:cubicBezTo>
                    <a:cubicBezTo>
                      <a:pt x="48" y="24"/>
                      <a:pt x="49" y="25"/>
                      <a:pt x="48" y="24"/>
                    </a:cubicBezTo>
                    <a:cubicBezTo>
                      <a:pt x="48" y="24"/>
                      <a:pt x="48" y="24"/>
                      <a:pt x="48" y="24"/>
                    </a:cubicBezTo>
                    <a:cubicBezTo>
                      <a:pt x="48" y="24"/>
                      <a:pt x="47" y="23"/>
                      <a:pt x="47" y="23"/>
                    </a:cubicBezTo>
                    <a:cubicBezTo>
                      <a:pt x="48" y="25"/>
                      <a:pt x="47" y="24"/>
                      <a:pt x="48" y="25"/>
                    </a:cubicBezTo>
                    <a:cubicBezTo>
                      <a:pt x="47" y="25"/>
                      <a:pt x="47" y="25"/>
                      <a:pt x="47" y="25"/>
                    </a:cubicBezTo>
                    <a:cubicBezTo>
                      <a:pt x="48" y="26"/>
                      <a:pt x="48" y="26"/>
                      <a:pt x="48" y="26"/>
                    </a:cubicBezTo>
                    <a:cubicBezTo>
                      <a:pt x="47" y="26"/>
                      <a:pt x="47" y="26"/>
                      <a:pt x="47" y="26"/>
                    </a:cubicBezTo>
                    <a:cubicBezTo>
                      <a:pt x="46" y="24"/>
                      <a:pt x="46" y="24"/>
                      <a:pt x="46" y="24"/>
                    </a:cubicBezTo>
                    <a:cubicBezTo>
                      <a:pt x="45" y="24"/>
                      <a:pt x="47" y="25"/>
                      <a:pt x="47" y="26"/>
                    </a:cubicBezTo>
                    <a:cubicBezTo>
                      <a:pt x="48" y="27"/>
                      <a:pt x="47" y="26"/>
                      <a:pt x="46" y="26"/>
                    </a:cubicBezTo>
                    <a:cubicBezTo>
                      <a:pt x="46" y="25"/>
                      <a:pt x="47" y="26"/>
                      <a:pt x="47" y="25"/>
                    </a:cubicBezTo>
                    <a:cubicBezTo>
                      <a:pt x="46" y="24"/>
                      <a:pt x="46" y="25"/>
                      <a:pt x="46" y="25"/>
                    </a:cubicBezTo>
                    <a:cubicBezTo>
                      <a:pt x="46" y="25"/>
                      <a:pt x="47" y="26"/>
                      <a:pt x="46" y="26"/>
                    </a:cubicBezTo>
                    <a:cubicBezTo>
                      <a:pt x="46" y="26"/>
                      <a:pt x="46" y="26"/>
                      <a:pt x="45" y="25"/>
                    </a:cubicBezTo>
                    <a:cubicBezTo>
                      <a:pt x="46" y="26"/>
                      <a:pt x="45" y="26"/>
                      <a:pt x="46" y="27"/>
                    </a:cubicBezTo>
                    <a:cubicBezTo>
                      <a:pt x="46" y="27"/>
                      <a:pt x="47" y="27"/>
                      <a:pt x="47" y="28"/>
                    </a:cubicBezTo>
                    <a:cubicBezTo>
                      <a:pt x="47" y="28"/>
                      <a:pt x="47" y="28"/>
                      <a:pt x="47" y="28"/>
                    </a:cubicBezTo>
                    <a:cubicBezTo>
                      <a:pt x="47" y="27"/>
                      <a:pt x="47" y="27"/>
                      <a:pt x="47" y="27"/>
                    </a:cubicBezTo>
                    <a:cubicBezTo>
                      <a:pt x="47" y="28"/>
                      <a:pt x="46" y="28"/>
                      <a:pt x="47" y="29"/>
                    </a:cubicBezTo>
                    <a:cubicBezTo>
                      <a:pt x="46" y="27"/>
                      <a:pt x="46" y="27"/>
                      <a:pt x="46" y="27"/>
                    </a:cubicBezTo>
                    <a:cubicBezTo>
                      <a:pt x="47" y="28"/>
                      <a:pt x="46" y="28"/>
                      <a:pt x="46" y="29"/>
                    </a:cubicBezTo>
                    <a:cubicBezTo>
                      <a:pt x="45" y="27"/>
                      <a:pt x="44" y="26"/>
                      <a:pt x="44" y="26"/>
                    </a:cubicBezTo>
                    <a:cubicBezTo>
                      <a:pt x="44" y="27"/>
                      <a:pt x="44" y="27"/>
                      <a:pt x="44" y="27"/>
                    </a:cubicBezTo>
                    <a:cubicBezTo>
                      <a:pt x="44" y="28"/>
                      <a:pt x="44" y="27"/>
                      <a:pt x="43" y="27"/>
                    </a:cubicBezTo>
                    <a:cubicBezTo>
                      <a:pt x="42" y="26"/>
                      <a:pt x="46" y="31"/>
                      <a:pt x="45" y="30"/>
                    </a:cubicBezTo>
                    <a:cubicBezTo>
                      <a:pt x="44" y="28"/>
                      <a:pt x="43" y="28"/>
                      <a:pt x="43" y="28"/>
                    </a:cubicBezTo>
                    <a:cubicBezTo>
                      <a:pt x="43" y="29"/>
                      <a:pt x="43" y="29"/>
                      <a:pt x="43" y="29"/>
                    </a:cubicBezTo>
                    <a:cubicBezTo>
                      <a:pt x="44" y="29"/>
                      <a:pt x="42" y="28"/>
                      <a:pt x="44" y="28"/>
                    </a:cubicBezTo>
                    <a:cubicBezTo>
                      <a:pt x="44" y="29"/>
                      <a:pt x="44" y="29"/>
                      <a:pt x="44" y="30"/>
                    </a:cubicBezTo>
                    <a:cubicBezTo>
                      <a:pt x="41" y="27"/>
                      <a:pt x="42" y="30"/>
                      <a:pt x="40" y="29"/>
                    </a:cubicBezTo>
                    <a:cubicBezTo>
                      <a:pt x="42" y="30"/>
                      <a:pt x="41" y="29"/>
                      <a:pt x="41" y="30"/>
                    </a:cubicBezTo>
                    <a:cubicBezTo>
                      <a:pt x="39" y="28"/>
                      <a:pt x="41" y="31"/>
                      <a:pt x="40" y="30"/>
                    </a:cubicBezTo>
                    <a:cubicBezTo>
                      <a:pt x="42" y="32"/>
                      <a:pt x="42" y="32"/>
                      <a:pt x="42" y="32"/>
                    </a:cubicBezTo>
                    <a:cubicBezTo>
                      <a:pt x="40" y="31"/>
                      <a:pt x="44" y="35"/>
                      <a:pt x="41" y="33"/>
                    </a:cubicBezTo>
                    <a:cubicBezTo>
                      <a:pt x="40" y="31"/>
                      <a:pt x="40" y="31"/>
                      <a:pt x="40" y="31"/>
                    </a:cubicBezTo>
                    <a:cubicBezTo>
                      <a:pt x="38" y="29"/>
                      <a:pt x="41" y="33"/>
                      <a:pt x="39" y="31"/>
                    </a:cubicBezTo>
                    <a:cubicBezTo>
                      <a:pt x="39" y="32"/>
                      <a:pt x="40" y="33"/>
                      <a:pt x="41" y="34"/>
                    </a:cubicBezTo>
                    <a:cubicBezTo>
                      <a:pt x="40" y="33"/>
                      <a:pt x="39" y="33"/>
                      <a:pt x="38" y="32"/>
                    </a:cubicBezTo>
                    <a:cubicBezTo>
                      <a:pt x="39" y="33"/>
                      <a:pt x="39" y="33"/>
                      <a:pt x="38" y="33"/>
                    </a:cubicBezTo>
                    <a:cubicBezTo>
                      <a:pt x="38" y="32"/>
                      <a:pt x="38" y="32"/>
                      <a:pt x="38" y="32"/>
                    </a:cubicBezTo>
                    <a:cubicBezTo>
                      <a:pt x="37" y="32"/>
                      <a:pt x="38" y="33"/>
                      <a:pt x="38" y="33"/>
                    </a:cubicBezTo>
                    <a:cubicBezTo>
                      <a:pt x="37" y="32"/>
                      <a:pt x="37" y="33"/>
                      <a:pt x="36" y="33"/>
                    </a:cubicBezTo>
                    <a:cubicBezTo>
                      <a:pt x="37" y="35"/>
                      <a:pt x="35" y="32"/>
                      <a:pt x="37" y="35"/>
                    </a:cubicBezTo>
                    <a:cubicBezTo>
                      <a:pt x="36" y="34"/>
                      <a:pt x="36" y="34"/>
                      <a:pt x="36" y="34"/>
                    </a:cubicBezTo>
                    <a:cubicBezTo>
                      <a:pt x="37" y="35"/>
                      <a:pt x="38" y="36"/>
                      <a:pt x="38" y="37"/>
                    </a:cubicBezTo>
                    <a:cubicBezTo>
                      <a:pt x="36" y="35"/>
                      <a:pt x="36" y="35"/>
                      <a:pt x="36" y="35"/>
                    </a:cubicBezTo>
                    <a:cubicBezTo>
                      <a:pt x="35" y="33"/>
                      <a:pt x="36" y="35"/>
                      <a:pt x="35" y="34"/>
                    </a:cubicBezTo>
                    <a:cubicBezTo>
                      <a:pt x="36" y="35"/>
                      <a:pt x="35" y="34"/>
                      <a:pt x="36" y="35"/>
                    </a:cubicBezTo>
                    <a:cubicBezTo>
                      <a:pt x="36" y="36"/>
                      <a:pt x="36" y="36"/>
                      <a:pt x="36" y="36"/>
                    </a:cubicBezTo>
                    <a:cubicBezTo>
                      <a:pt x="36" y="37"/>
                      <a:pt x="36" y="37"/>
                      <a:pt x="36" y="37"/>
                    </a:cubicBezTo>
                    <a:cubicBezTo>
                      <a:pt x="36" y="38"/>
                      <a:pt x="35" y="36"/>
                      <a:pt x="35" y="36"/>
                    </a:cubicBezTo>
                    <a:cubicBezTo>
                      <a:pt x="34" y="35"/>
                      <a:pt x="34" y="36"/>
                      <a:pt x="35" y="36"/>
                    </a:cubicBezTo>
                    <a:cubicBezTo>
                      <a:pt x="35" y="36"/>
                      <a:pt x="35" y="36"/>
                      <a:pt x="35" y="37"/>
                    </a:cubicBezTo>
                    <a:cubicBezTo>
                      <a:pt x="35" y="36"/>
                      <a:pt x="35" y="36"/>
                      <a:pt x="35" y="36"/>
                    </a:cubicBezTo>
                    <a:cubicBezTo>
                      <a:pt x="35" y="36"/>
                      <a:pt x="35" y="36"/>
                      <a:pt x="35" y="37"/>
                    </a:cubicBezTo>
                    <a:cubicBezTo>
                      <a:pt x="35" y="36"/>
                      <a:pt x="35" y="36"/>
                      <a:pt x="34" y="36"/>
                    </a:cubicBezTo>
                    <a:cubicBezTo>
                      <a:pt x="34" y="36"/>
                      <a:pt x="34" y="36"/>
                      <a:pt x="35" y="36"/>
                    </a:cubicBezTo>
                    <a:cubicBezTo>
                      <a:pt x="34" y="36"/>
                      <a:pt x="34" y="36"/>
                      <a:pt x="34" y="36"/>
                    </a:cubicBezTo>
                    <a:cubicBezTo>
                      <a:pt x="34" y="36"/>
                      <a:pt x="34" y="36"/>
                      <a:pt x="34" y="36"/>
                    </a:cubicBezTo>
                    <a:cubicBezTo>
                      <a:pt x="34" y="36"/>
                      <a:pt x="34" y="36"/>
                      <a:pt x="34" y="36"/>
                    </a:cubicBezTo>
                    <a:cubicBezTo>
                      <a:pt x="33" y="35"/>
                      <a:pt x="33" y="35"/>
                      <a:pt x="33" y="35"/>
                    </a:cubicBezTo>
                    <a:cubicBezTo>
                      <a:pt x="33" y="35"/>
                      <a:pt x="33" y="36"/>
                      <a:pt x="34" y="37"/>
                    </a:cubicBezTo>
                    <a:cubicBezTo>
                      <a:pt x="32" y="36"/>
                      <a:pt x="33" y="38"/>
                      <a:pt x="33" y="39"/>
                    </a:cubicBezTo>
                    <a:cubicBezTo>
                      <a:pt x="33" y="39"/>
                      <a:pt x="32" y="38"/>
                      <a:pt x="33" y="38"/>
                    </a:cubicBezTo>
                    <a:cubicBezTo>
                      <a:pt x="33" y="39"/>
                      <a:pt x="33" y="40"/>
                      <a:pt x="33" y="39"/>
                    </a:cubicBezTo>
                    <a:cubicBezTo>
                      <a:pt x="33" y="40"/>
                      <a:pt x="32" y="38"/>
                      <a:pt x="32" y="38"/>
                    </a:cubicBezTo>
                    <a:cubicBezTo>
                      <a:pt x="31" y="38"/>
                      <a:pt x="33" y="40"/>
                      <a:pt x="32" y="40"/>
                    </a:cubicBezTo>
                    <a:cubicBezTo>
                      <a:pt x="30" y="38"/>
                      <a:pt x="33" y="42"/>
                      <a:pt x="31" y="41"/>
                    </a:cubicBezTo>
                    <a:cubicBezTo>
                      <a:pt x="31" y="41"/>
                      <a:pt x="31" y="40"/>
                      <a:pt x="30" y="39"/>
                    </a:cubicBezTo>
                    <a:cubicBezTo>
                      <a:pt x="30" y="40"/>
                      <a:pt x="30" y="41"/>
                      <a:pt x="31" y="43"/>
                    </a:cubicBezTo>
                    <a:cubicBezTo>
                      <a:pt x="30" y="41"/>
                      <a:pt x="30" y="41"/>
                      <a:pt x="30" y="41"/>
                    </a:cubicBezTo>
                    <a:cubicBezTo>
                      <a:pt x="30" y="41"/>
                      <a:pt x="30" y="42"/>
                      <a:pt x="31" y="43"/>
                    </a:cubicBezTo>
                    <a:cubicBezTo>
                      <a:pt x="32" y="44"/>
                      <a:pt x="32" y="45"/>
                      <a:pt x="32" y="45"/>
                    </a:cubicBezTo>
                    <a:cubicBezTo>
                      <a:pt x="32" y="45"/>
                      <a:pt x="32" y="45"/>
                      <a:pt x="32" y="45"/>
                    </a:cubicBezTo>
                    <a:cubicBezTo>
                      <a:pt x="32" y="46"/>
                      <a:pt x="32" y="46"/>
                      <a:pt x="32" y="46"/>
                    </a:cubicBezTo>
                    <a:cubicBezTo>
                      <a:pt x="31" y="45"/>
                      <a:pt x="31" y="45"/>
                      <a:pt x="31" y="45"/>
                    </a:cubicBezTo>
                    <a:cubicBezTo>
                      <a:pt x="29" y="43"/>
                      <a:pt x="29" y="44"/>
                      <a:pt x="29" y="44"/>
                    </a:cubicBezTo>
                    <a:cubicBezTo>
                      <a:pt x="30" y="45"/>
                      <a:pt x="30" y="45"/>
                      <a:pt x="30" y="45"/>
                    </a:cubicBezTo>
                    <a:cubicBezTo>
                      <a:pt x="30" y="46"/>
                      <a:pt x="29" y="44"/>
                      <a:pt x="29" y="44"/>
                    </a:cubicBezTo>
                    <a:cubicBezTo>
                      <a:pt x="31" y="48"/>
                      <a:pt x="31" y="48"/>
                      <a:pt x="31" y="48"/>
                    </a:cubicBezTo>
                    <a:cubicBezTo>
                      <a:pt x="31" y="48"/>
                      <a:pt x="30" y="47"/>
                      <a:pt x="29" y="46"/>
                    </a:cubicBezTo>
                    <a:cubicBezTo>
                      <a:pt x="29" y="46"/>
                      <a:pt x="31" y="49"/>
                      <a:pt x="31" y="50"/>
                    </a:cubicBezTo>
                    <a:cubicBezTo>
                      <a:pt x="31" y="50"/>
                      <a:pt x="31" y="51"/>
                      <a:pt x="31" y="51"/>
                    </a:cubicBezTo>
                    <a:cubicBezTo>
                      <a:pt x="30" y="50"/>
                      <a:pt x="31" y="51"/>
                      <a:pt x="31" y="51"/>
                    </a:cubicBezTo>
                    <a:cubicBezTo>
                      <a:pt x="30" y="50"/>
                      <a:pt x="30" y="50"/>
                      <a:pt x="30" y="50"/>
                    </a:cubicBezTo>
                    <a:cubicBezTo>
                      <a:pt x="30" y="49"/>
                      <a:pt x="28" y="48"/>
                      <a:pt x="28" y="47"/>
                    </a:cubicBezTo>
                    <a:cubicBezTo>
                      <a:pt x="28" y="48"/>
                      <a:pt x="27" y="47"/>
                      <a:pt x="26" y="47"/>
                    </a:cubicBezTo>
                    <a:cubicBezTo>
                      <a:pt x="28" y="49"/>
                      <a:pt x="27" y="49"/>
                      <a:pt x="28" y="51"/>
                    </a:cubicBezTo>
                    <a:cubicBezTo>
                      <a:pt x="28" y="51"/>
                      <a:pt x="27" y="49"/>
                      <a:pt x="26" y="49"/>
                    </a:cubicBezTo>
                    <a:cubicBezTo>
                      <a:pt x="27" y="50"/>
                      <a:pt x="26" y="50"/>
                      <a:pt x="25" y="50"/>
                    </a:cubicBezTo>
                    <a:cubicBezTo>
                      <a:pt x="25" y="50"/>
                      <a:pt x="25" y="50"/>
                      <a:pt x="25" y="50"/>
                    </a:cubicBezTo>
                    <a:cubicBezTo>
                      <a:pt x="25" y="51"/>
                      <a:pt x="24" y="51"/>
                      <a:pt x="25" y="53"/>
                    </a:cubicBezTo>
                    <a:cubicBezTo>
                      <a:pt x="25" y="52"/>
                      <a:pt x="25" y="52"/>
                      <a:pt x="25" y="52"/>
                    </a:cubicBezTo>
                    <a:cubicBezTo>
                      <a:pt x="24" y="51"/>
                      <a:pt x="27" y="54"/>
                      <a:pt x="25" y="53"/>
                    </a:cubicBezTo>
                    <a:cubicBezTo>
                      <a:pt x="25" y="52"/>
                      <a:pt x="25" y="52"/>
                      <a:pt x="25" y="52"/>
                    </a:cubicBezTo>
                    <a:cubicBezTo>
                      <a:pt x="25" y="53"/>
                      <a:pt x="23" y="52"/>
                      <a:pt x="24" y="54"/>
                    </a:cubicBezTo>
                    <a:cubicBezTo>
                      <a:pt x="24" y="53"/>
                      <a:pt x="24" y="53"/>
                      <a:pt x="24" y="53"/>
                    </a:cubicBezTo>
                    <a:cubicBezTo>
                      <a:pt x="24" y="53"/>
                      <a:pt x="23" y="53"/>
                      <a:pt x="24" y="55"/>
                    </a:cubicBezTo>
                    <a:cubicBezTo>
                      <a:pt x="23" y="53"/>
                      <a:pt x="23" y="53"/>
                      <a:pt x="23" y="53"/>
                    </a:cubicBezTo>
                    <a:cubicBezTo>
                      <a:pt x="22" y="52"/>
                      <a:pt x="24" y="55"/>
                      <a:pt x="23" y="55"/>
                    </a:cubicBezTo>
                    <a:cubicBezTo>
                      <a:pt x="23" y="55"/>
                      <a:pt x="22" y="54"/>
                      <a:pt x="22" y="54"/>
                    </a:cubicBezTo>
                    <a:cubicBezTo>
                      <a:pt x="23" y="55"/>
                      <a:pt x="22" y="55"/>
                      <a:pt x="23" y="55"/>
                    </a:cubicBezTo>
                    <a:cubicBezTo>
                      <a:pt x="21" y="54"/>
                      <a:pt x="21" y="54"/>
                      <a:pt x="21" y="54"/>
                    </a:cubicBezTo>
                    <a:cubicBezTo>
                      <a:pt x="20" y="55"/>
                      <a:pt x="18" y="56"/>
                      <a:pt x="18" y="59"/>
                    </a:cubicBezTo>
                    <a:cubicBezTo>
                      <a:pt x="16" y="57"/>
                      <a:pt x="17" y="57"/>
                      <a:pt x="16" y="56"/>
                    </a:cubicBezTo>
                    <a:cubicBezTo>
                      <a:pt x="18" y="58"/>
                      <a:pt x="16" y="57"/>
                      <a:pt x="16" y="58"/>
                    </a:cubicBezTo>
                    <a:cubicBezTo>
                      <a:pt x="16" y="57"/>
                      <a:pt x="16" y="57"/>
                      <a:pt x="16" y="57"/>
                    </a:cubicBezTo>
                    <a:cubicBezTo>
                      <a:pt x="16" y="58"/>
                      <a:pt x="15" y="57"/>
                      <a:pt x="16" y="58"/>
                    </a:cubicBezTo>
                    <a:cubicBezTo>
                      <a:pt x="16" y="58"/>
                      <a:pt x="16" y="58"/>
                      <a:pt x="16" y="58"/>
                    </a:cubicBezTo>
                    <a:cubicBezTo>
                      <a:pt x="17" y="59"/>
                      <a:pt x="14" y="56"/>
                      <a:pt x="15" y="59"/>
                    </a:cubicBezTo>
                    <a:cubicBezTo>
                      <a:pt x="14" y="57"/>
                      <a:pt x="14" y="57"/>
                      <a:pt x="14" y="57"/>
                    </a:cubicBezTo>
                    <a:cubicBezTo>
                      <a:pt x="16" y="60"/>
                      <a:pt x="13" y="57"/>
                      <a:pt x="15" y="59"/>
                    </a:cubicBezTo>
                    <a:cubicBezTo>
                      <a:pt x="14" y="59"/>
                      <a:pt x="14" y="59"/>
                      <a:pt x="14" y="59"/>
                    </a:cubicBezTo>
                    <a:cubicBezTo>
                      <a:pt x="13" y="58"/>
                      <a:pt x="15" y="61"/>
                      <a:pt x="14" y="60"/>
                    </a:cubicBezTo>
                    <a:cubicBezTo>
                      <a:pt x="14" y="60"/>
                      <a:pt x="14" y="61"/>
                      <a:pt x="15" y="63"/>
                    </a:cubicBezTo>
                    <a:cubicBezTo>
                      <a:pt x="14" y="60"/>
                      <a:pt x="14" y="60"/>
                      <a:pt x="14" y="60"/>
                    </a:cubicBezTo>
                    <a:cubicBezTo>
                      <a:pt x="13" y="62"/>
                      <a:pt x="12" y="63"/>
                      <a:pt x="13" y="65"/>
                    </a:cubicBezTo>
                    <a:cubicBezTo>
                      <a:pt x="12" y="65"/>
                      <a:pt x="12" y="65"/>
                      <a:pt x="12" y="65"/>
                    </a:cubicBezTo>
                    <a:cubicBezTo>
                      <a:pt x="13" y="67"/>
                      <a:pt x="9" y="64"/>
                      <a:pt x="12" y="67"/>
                    </a:cubicBezTo>
                    <a:cubicBezTo>
                      <a:pt x="13" y="69"/>
                      <a:pt x="13" y="69"/>
                      <a:pt x="13" y="69"/>
                    </a:cubicBezTo>
                    <a:cubicBezTo>
                      <a:pt x="11" y="67"/>
                      <a:pt x="11" y="67"/>
                      <a:pt x="11" y="67"/>
                    </a:cubicBezTo>
                    <a:cubicBezTo>
                      <a:pt x="11" y="68"/>
                      <a:pt x="10" y="68"/>
                      <a:pt x="11" y="69"/>
                    </a:cubicBezTo>
                    <a:cubicBezTo>
                      <a:pt x="10" y="68"/>
                      <a:pt x="10" y="68"/>
                      <a:pt x="10" y="68"/>
                    </a:cubicBezTo>
                    <a:cubicBezTo>
                      <a:pt x="10" y="68"/>
                      <a:pt x="11" y="70"/>
                      <a:pt x="11" y="70"/>
                    </a:cubicBezTo>
                    <a:cubicBezTo>
                      <a:pt x="10" y="69"/>
                      <a:pt x="10" y="69"/>
                      <a:pt x="10" y="69"/>
                    </a:cubicBezTo>
                    <a:cubicBezTo>
                      <a:pt x="7" y="68"/>
                      <a:pt x="4" y="67"/>
                      <a:pt x="5" y="71"/>
                    </a:cubicBezTo>
                    <a:cubicBezTo>
                      <a:pt x="5" y="72"/>
                      <a:pt x="3" y="70"/>
                      <a:pt x="3" y="70"/>
                    </a:cubicBezTo>
                    <a:cubicBezTo>
                      <a:pt x="5" y="73"/>
                      <a:pt x="0" y="70"/>
                      <a:pt x="2" y="75"/>
                    </a:cubicBezTo>
                    <a:cubicBezTo>
                      <a:pt x="2" y="77"/>
                      <a:pt x="6" y="82"/>
                      <a:pt x="6" y="82"/>
                    </a:cubicBezTo>
                    <a:cubicBezTo>
                      <a:pt x="7" y="78"/>
                      <a:pt x="10" y="79"/>
                      <a:pt x="14" y="80"/>
                    </a:cubicBezTo>
                    <a:cubicBezTo>
                      <a:pt x="14" y="79"/>
                      <a:pt x="14" y="77"/>
                      <a:pt x="15" y="78"/>
                    </a:cubicBezTo>
                    <a:cubicBezTo>
                      <a:pt x="18" y="75"/>
                      <a:pt x="23" y="77"/>
                      <a:pt x="24" y="73"/>
                    </a:cubicBezTo>
                    <a:cubicBezTo>
                      <a:pt x="23" y="73"/>
                      <a:pt x="23" y="72"/>
                      <a:pt x="23" y="71"/>
                    </a:cubicBezTo>
                    <a:cubicBezTo>
                      <a:pt x="23" y="72"/>
                      <a:pt x="23" y="72"/>
                      <a:pt x="23" y="72"/>
                    </a:cubicBezTo>
                    <a:cubicBezTo>
                      <a:pt x="22" y="71"/>
                      <a:pt x="22" y="71"/>
                      <a:pt x="22" y="71"/>
                    </a:cubicBezTo>
                    <a:cubicBezTo>
                      <a:pt x="23" y="70"/>
                      <a:pt x="24" y="72"/>
                      <a:pt x="24" y="72"/>
                    </a:cubicBezTo>
                    <a:cubicBezTo>
                      <a:pt x="25" y="71"/>
                      <a:pt x="25" y="70"/>
                      <a:pt x="26" y="70"/>
                    </a:cubicBezTo>
                    <a:cubicBezTo>
                      <a:pt x="25" y="68"/>
                      <a:pt x="27" y="69"/>
                      <a:pt x="25" y="67"/>
                    </a:cubicBezTo>
                    <a:cubicBezTo>
                      <a:pt x="26" y="68"/>
                      <a:pt x="26" y="68"/>
                      <a:pt x="26" y="68"/>
                    </a:cubicBezTo>
                    <a:cubicBezTo>
                      <a:pt x="26" y="67"/>
                      <a:pt x="26" y="67"/>
                      <a:pt x="28" y="68"/>
                    </a:cubicBezTo>
                    <a:cubicBezTo>
                      <a:pt x="32" y="68"/>
                      <a:pt x="33" y="64"/>
                      <a:pt x="36" y="63"/>
                    </a:cubicBezTo>
                    <a:cubicBezTo>
                      <a:pt x="39" y="60"/>
                      <a:pt x="40" y="57"/>
                      <a:pt x="43" y="54"/>
                    </a:cubicBezTo>
                    <a:cubicBezTo>
                      <a:pt x="41" y="51"/>
                      <a:pt x="42" y="52"/>
                      <a:pt x="41" y="49"/>
                    </a:cubicBezTo>
                    <a:cubicBezTo>
                      <a:pt x="42" y="50"/>
                      <a:pt x="42" y="50"/>
                      <a:pt x="42" y="50"/>
                    </a:cubicBezTo>
                    <a:cubicBezTo>
                      <a:pt x="41" y="48"/>
                      <a:pt x="42" y="49"/>
                      <a:pt x="44" y="50"/>
                    </a:cubicBezTo>
                    <a:cubicBezTo>
                      <a:pt x="43" y="49"/>
                      <a:pt x="44" y="50"/>
                      <a:pt x="42" y="48"/>
                    </a:cubicBezTo>
                    <a:cubicBezTo>
                      <a:pt x="41" y="47"/>
                      <a:pt x="44" y="50"/>
                      <a:pt x="44" y="49"/>
                    </a:cubicBezTo>
                    <a:cubicBezTo>
                      <a:pt x="45" y="50"/>
                      <a:pt x="43" y="48"/>
                      <a:pt x="44" y="49"/>
                    </a:cubicBezTo>
                    <a:cubicBezTo>
                      <a:pt x="43" y="46"/>
                      <a:pt x="44" y="50"/>
                      <a:pt x="47" y="50"/>
                    </a:cubicBezTo>
                    <a:cubicBezTo>
                      <a:pt x="47" y="49"/>
                      <a:pt x="47" y="46"/>
                      <a:pt x="49" y="46"/>
                    </a:cubicBezTo>
                    <a:cubicBezTo>
                      <a:pt x="49" y="46"/>
                      <a:pt x="48" y="45"/>
                      <a:pt x="48" y="45"/>
                    </a:cubicBezTo>
                    <a:cubicBezTo>
                      <a:pt x="50" y="47"/>
                      <a:pt x="48" y="44"/>
                      <a:pt x="49" y="45"/>
                    </a:cubicBezTo>
                    <a:cubicBezTo>
                      <a:pt x="50" y="46"/>
                      <a:pt x="50" y="46"/>
                      <a:pt x="50" y="46"/>
                    </a:cubicBezTo>
                    <a:cubicBezTo>
                      <a:pt x="51" y="46"/>
                      <a:pt x="50" y="45"/>
                      <a:pt x="52" y="45"/>
                    </a:cubicBezTo>
                    <a:cubicBezTo>
                      <a:pt x="51" y="44"/>
                      <a:pt x="54" y="45"/>
                      <a:pt x="53" y="44"/>
                    </a:cubicBezTo>
                    <a:cubicBezTo>
                      <a:pt x="54" y="45"/>
                      <a:pt x="54" y="44"/>
                      <a:pt x="54" y="45"/>
                    </a:cubicBezTo>
                    <a:cubicBezTo>
                      <a:pt x="52" y="42"/>
                      <a:pt x="56" y="45"/>
                      <a:pt x="55" y="43"/>
                    </a:cubicBezTo>
                    <a:cubicBezTo>
                      <a:pt x="55" y="43"/>
                      <a:pt x="55" y="43"/>
                      <a:pt x="55" y="43"/>
                    </a:cubicBezTo>
                    <a:cubicBezTo>
                      <a:pt x="56" y="42"/>
                      <a:pt x="58" y="42"/>
                      <a:pt x="58" y="39"/>
                    </a:cubicBezTo>
                    <a:cubicBezTo>
                      <a:pt x="59" y="38"/>
                      <a:pt x="62" y="40"/>
                      <a:pt x="62" y="38"/>
                    </a:cubicBezTo>
                    <a:cubicBezTo>
                      <a:pt x="61" y="37"/>
                      <a:pt x="61" y="37"/>
                      <a:pt x="61" y="37"/>
                    </a:cubicBezTo>
                    <a:cubicBezTo>
                      <a:pt x="61" y="36"/>
                      <a:pt x="62" y="37"/>
                      <a:pt x="62" y="38"/>
                    </a:cubicBezTo>
                    <a:cubicBezTo>
                      <a:pt x="61" y="36"/>
                      <a:pt x="63" y="37"/>
                      <a:pt x="64" y="37"/>
                    </a:cubicBezTo>
                    <a:cubicBezTo>
                      <a:pt x="63" y="36"/>
                      <a:pt x="63" y="36"/>
                      <a:pt x="63" y="35"/>
                    </a:cubicBezTo>
                    <a:cubicBezTo>
                      <a:pt x="66" y="36"/>
                      <a:pt x="63" y="33"/>
                      <a:pt x="66" y="34"/>
                    </a:cubicBezTo>
                    <a:cubicBezTo>
                      <a:pt x="63" y="32"/>
                      <a:pt x="65" y="33"/>
                      <a:pt x="64" y="32"/>
                    </a:cubicBezTo>
                    <a:cubicBezTo>
                      <a:pt x="64" y="32"/>
                      <a:pt x="65" y="33"/>
                      <a:pt x="65" y="33"/>
                    </a:cubicBezTo>
                    <a:cubicBezTo>
                      <a:pt x="66" y="33"/>
                      <a:pt x="66" y="32"/>
                      <a:pt x="67" y="33"/>
                    </a:cubicBezTo>
                    <a:cubicBezTo>
                      <a:pt x="67" y="32"/>
                      <a:pt x="66" y="31"/>
                      <a:pt x="66" y="31"/>
                    </a:cubicBezTo>
                    <a:cubicBezTo>
                      <a:pt x="68" y="33"/>
                      <a:pt x="67" y="31"/>
                      <a:pt x="68" y="31"/>
                    </a:cubicBezTo>
                    <a:cubicBezTo>
                      <a:pt x="66" y="29"/>
                      <a:pt x="66" y="28"/>
                      <a:pt x="66" y="28"/>
                    </a:cubicBezTo>
                    <a:cubicBezTo>
                      <a:pt x="68" y="31"/>
                      <a:pt x="68" y="31"/>
                      <a:pt x="68" y="31"/>
                    </a:cubicBezTo>
                    <a:cubicBezTo>
                      <a:pt x="68" y="29"/>
                      <a:pt x="71" y="30"/>
                      <a:pt x="70" y="27"/>
                    </a:cubicBezTo>
                    <a:cubicBezTo>
                      <a:pt x="71" y="28"/>
                      <a:pt x="71" y="28"/>
                      <a:pt x="71" y="28"/>
                    </a:cubicBezTo>
                    <a:cubicBezTo>
                      <a:pt x="71" y="25"/>
                      <a:pt x="73" y="26"/>
                      <a:pt x="72" y="23"/>
                    </a:cubicBezTo>
                    <a:cubicBezTo>
                      <a:pt x="73" y="23"/>
                      <a:pt x="73" y="24"/>
                      <a:pt x="74" y="23"/>
                    </a:cubicBezTo>
                    <a:cubicBezTo>
                      <a:pt x="73" y="22"/>
                      <a:pt x="73" y="22"/>
                      <a:pt x="72" y="20"/>
                    </a:cubicBezTo>
                    <a:cubicBezTo>
                      <a:pt x="72" y="20"/>
                      <a:pt x="73" y="21"/>
                      <a:pt x="74" y="21"/>
                    </a:cubicBezTo>
                    <a:cubicBezTo>
                      <a:pt x="74" y="21"/>
                      <a:pt x="76" y="23"/>
                      <a:pt x="75" y="20"/>
                    </a:cubicBezTo>
                    <a:cubicBezTo>
                      <a:pt x="76" y="21"/>
                      <a:pt x="76" y="21"/>
                      <a:pt x="76" y="21"/>
                    </a:cubicBezTo>
                    <a:cubicBezTo>
                      <a:pt x="76" y="20"/>
                      <a:pt x="75" y="18"/>
                      <a:pt x="76" y="19"/>
                    </a:cubicBezTo>
                    <a:cubicBezTo>
                      <a:pt x="76" y="18"/>
                      <a:pt x="76" y="17"/>
                      <a:pt x="75" y="16"/>
                    </a:cubicBezTo>
                    <a:cubicBezTo>
                      <a:pt x="75" y="16"/>
                      <a:pt x="76" y="18"/>
                      <a:pt x="76" y="17"/>
                    </a:cubicBezTo>
                    <a:cubicBezTo>
                      <a:pt x="77" y="19"/>
                      <a:pt x="77" y="19"/>
                      <a:pt x="77" y="19"/>
                    </a:cubicBezTo>
                    <a:cubicBezTo>
                      <a:pt x="78" y="18"/>
                      <a:pt x="78" y="17"/>
                      <a:pt x="79" y="15"/>
                    </a:cubicBezTo>
                    <a:cubicBezTo>
                      <a:pt x="80" y="17"/>
                      <a:pt x="80" y="15"/>
                      <a:pt x="81" y="15"/>
                    </a:cubicBezTo>
                    <a:cubicBezTo>
                      <a:pt x="81" y="14"/>
                      <a:pt x="82" y="15"/>
                      <a:pt x="81" y="13"/>
                    </a:cubicBezTo>
                    <a:cubicBezTo>
                      <a:pt x="82" y="14"/>
                      <a:pt x="82" y="14"/>
                      <a:pt x="82" y="14"/>
                    </a:cubicBezTo>
                    <a:cubicBezTo>
                      <a:pt x="82" y="14"/>
                      <a:pt x="83" y="13"/>
                      <a:pt x="84" y="14"/>
                    </a:cubicBezTo>
                    <a:cubicBezTo>
                      <a:pt x="84" y="14"/>
                      <a:pt x="83" y="12"/>
                      <a:pt x="83" y="11"/>
                    </a:cubicBezTo>
                    <a:cubicBezTo>
                      <a:pt x="84" y="12"/>
                      <a:pt x="84" y="12"/>
                      <a:pt x="84" y="12"/>
                    </a:cubicBezTo>
                    <a:cubicBezTo>
                      <a:pt x="84" y="11"/>
                      <a:pt x="83" y="10"/>
                      <a:pt x="82" y="8"/>
                    </a:cubicBezTo>
                    <a:cubicBezTo>
                      <a:pt x="83" y="9"/>
                      <a:pt x="82" y="8"/>
                      <a:pt x="83" y="9"/>
                    </a:cubicBezTo>
                    <a:cubicBezTo>
                      <a:pt x="83" y="10"/>
                      <a:pt x="84" y="11"/>
                      <a:pt x="84" y="13"/>
                    </a:cubicBezTo>
                    <a:cubicBezTo>
                      <a:pt x="85" y="13"/>
                      <a:pt x="84" y="10"/>
                      <a:pt x="85" y="11"/>
                    </a:cubicBezTo>
                    <a:cubicBezTo>
                      <a:pt x="86" y="12"/>
                      <a:pt x="86" y="11"/>
                      <a:pt x="85" y="9"/>
                    </a:cubicBezTo>
                    <a:cubicBezTo>
                      <a:pt x="85" y="10"/>
                      <a:pt x="85" y="10"/>
                      <a:pt x="86" y="11"/>
                    </a:cubicBezTo>
                    <a:cubicBezTo>
                      <a:pt x="86" y="11"/>
                      <a:pt x="86" y="11"/>
                      <a:pt x="86" y="10"/>
                    </a:cubicBezTo>
                    <a:cubicBezTo>
                      <a:pt x="86" y="10"/>
                      <a:pt x="85" y="10"/>
                      <a:pt x="85" y="10"/>
                    </a:cubicBezTo>
                    <a:cubicBezTo>
                      <a:pt x="85" y="9"/>
                      <a:pt x="85" y="8"/>
                      <a:pt x="84" y="7"/>
                    </a:cubicBezTo>
                    <a:cubicBezTo>
                      <a:pt x="84" y="7"/>
                      <a:pt x="84" y="7"/>
                      <a:pt x="84" y="7"/>
                    </a:cubicBezTo>
                    <a:cubicBezTo>
                      <a:pt x="83" y="6"/>
                      <a:pt x="84" y="5"/>
                      <a:pt x="84"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4" name="Freeform 37"/>
              <p:cNvSpPr/>
              <p:nvPr/>
            </p:nvSpPr>
            <p:spPr bwMode="auto">
              <a:xfrm>
                <a:off x="3725" y="2268"/>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5" name="Freeform 38"/>
              <p:cNvSpPr/>
              <p:nvPr/>
            </p:nvSpPr>
            <p:spPr bwMode="auto">
              <a:xfrm>
                <a:off x="3474"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6" name="Freeform 39"/>
              <p:cNvSpPr/>
              <p:nvPr/>
            </p:nvSpPr>
            <p:spPr bwMode="auto">
              <a:xfrm>
                <a:off x="3799" y="2608"/>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7" name="Freeform 40"/>
              <p:cNvSpPr/>
              <p:nvPr/>
            </p:nvSpPr>
            <p:spPr bwMode="auto">
              <a:xfrm>
                <a:off x="3470" y="2079"/>
                <a:ext cx="2" cy="3"/>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8" name="Freeform 41"/>
              <p:cNvSpPr/>
              <p:nvPr/>
            </p:nvSpPr>
            <p:spPr bwMode="auto">
              <a:xfrm>
                <a:off x="3825" y="27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9" name="Freeform 42"/>
              <p:cNvSpPr/>
              <p:nvPr/>
            </p:nvSpPr>
            <p:spPr bwMode="auto">
              <a:xfrm>
                <a:off x="3466" y="215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0" name="Freeform 43"/>
              <p:cNvSpPr/>
              <p:nvPr/>
            </p:nvSpPr>
            <p:spPr bwMode="auto">
              <a:xfrm>
                <a:off x="3916" y="258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1" name="Freeform 44"/>
              <p:cNvSpPr/>
              <p:nvPr/>
            </p:nvSpPr>
            <p:spPr bwMode="auto">
              <a:xfrm>
                <a:off x="3899" y="27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2" name="Freeform 45"/>
              <p:cNvSpPr/>
              <p:nvPr/>
            </p:nvSpPr>
            <p:spPr bwMode="auto">
              <a:xfrm>
                <a:off x="3926" y="2582"/>
                <a:ext cx="3" cy="2"/>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3" name="Freeform 46"/>
              <p:cNvSpPr/>
              <p:nvPr/>
            </p:nvSpPr>
            <p:spPr bwMode="auto">
              <a:xfrm>
                <a:off x="3850" y="2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4" name="Freeform 47"/>
              <p:cNvSpPr/>
              <p:nvPr/>
            </p:nvSpPr>
            <p:spPr bwMode="auto">
              <a:xfrm>
                <a:off x="3926" y="25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5" name="Freeform 48"/>
              <p:cNvSpPr/>
              <p:nvPr/>
            </p:nvSpPr>
            <p:spPr bwMode="auto">
              <a:xfrm>
                <a:off x="3810" y="27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6" name="Freeform 49"/>
              <p:cNvSpPr/>
              <p:nvPr/>
            </p:nvSpPr>
            <p:spPr bwMode="auto">
              <a:xfrm>
                <a:off x="3827" y="2270"/>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7" name="Freeform 50"/>
              <p:cNvSpPr/>
              <p:nvPr/>
            </p:nvSpPr>
            <p:spPr bwMode="auto">
              <a:xfrm>
                <a:off x="3470" y="2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8" name="Freeform 51"/>
              <p:cNvSpPr/>
              <p:nvPr/>
            </p:nvSpPr>
            <p:spPr bwMode="auto">
              <a:xfrm>
                <a:off x="4497" y="2332"/>
                <a:ext cx="2" cy="4"/>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1"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9" name="Freeform 52"/>
              <p:cNvSpPr/>
              <p:nvPr/>
            </p:nvSpPr>
            <p:spPr bwMode="auto">
              <a:xfrm>
                <a:off x="4468" y="2319"/>
                <a:ext cx="2" cy="2"/>
              </a:xfrm>
              <a:custGeom>
                <a:avLst/>
                <a:gdLst>
                  <a:gd name="T0" fmla="*/ 2 w 2"/>
                  <a:gd name="T1" fmla="*/ 2 h 2"/>
                  <a:gd name="T2" fmla="*/ 2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2"/>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0" name="Freeform 53"/>
              <p:cNvSpPr/>
              <p:nvPr/>
            </p:nvSpPr>
            <p:spPr bwMode="auto">
              <a:xfrm>
                <a:off x="4451" y="227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1" name="Freeform 54"/>
              <p:cNvSpPr/>
              <p:nvPr/>
            </p:nvSpPr>
            <p:spPr bwMode="auto">
              <a:xfrm>
                <a:off x="4385" y="228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2" name="Freeform 55"/>
              <p:cNvSpPr/>
              <p:nvPr/>
            </p:nvSpPr>
            <p:spPr bwMode="auto">
              <a:xfrm>
                <a:off x="4381" y="2277"/>
                <a:ext cx="4" cy="2"/>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0" y="1"/>
                      <a:pt x="1" y="1"/>
                      <a:pt x="1" y="1"/>
                    </a:cubicBezTo>
                    <a:cubicBezTo>
                      <a:pt x="1" y="0"/>
                      <a:pt x="2" y="0"/>
                      <a:pt x="1" y="0"/>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3" name="Freeform 56"/>
              <p:cNvSpPr/>
              <p:nvPr/>
            </p:nvSpPr>
            <p:spPr bwMode="auto">
              <a:xfrm>
                <a:off x="4383" y="2281"/>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4" name="Freeform 57"/>
              <p:cNvSpPr/>
              <p:nvPr/>
            </p:nvSpPr>
            <p:spPr bwMode="auto">
              <a:xfrm>
                <a:off x="4504" y="23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5" name="Freeform 58"/>
              <p:cNvSpPr/>
              <p:nvPr/>
            </p:nvSpPr>
            <p:spPr bwMode="auto">
              <a:xfrm>
                <a:off x="3602" y="1893"/>
                <a:ext cx="27" cy="2"/>
              </a:xfrm>
              <a:custGeom>
                <a:avLst/>
                <a:gdLst>
                  <a:gd name="T0" fmla="*/ 4 w 13"/>
                  <a:gd name="T1" fmla="*/ 1 h 1"/>
                  <a:gd name="T2" fmla="*/ 6 w 13"/>
                  <a:gd name="T3" fmla="*/ 1 h 1"/>
                  <a:gd name="T4" fmla="*/ 6 w 13"/>
                  <a:gd name="T5" fmla="*/ 1 h 1"/>
                  <a:gd name="T6" fmla="*/ 6 w 13"/>
                  <a:gd name="T7" fmla="*/ 1 h 1"/>
                  <a:gd name="T8" fmla="*/ 6 w 13"/>
                  <a:gd name="T9" fmla="*/ 1 h 1"/>
                  <a:gd name="T10" fmla="*/ 6 w 13"/>
                  <a:gd name="T11" fmla="*/ 1 h 1"/>
                  <a:gd name="T12" fmla="*/ 6 w 13"/>
                  <a:gd name="T13" fmla="*/ 1 h 1"/>
                  <a:gd name="T14" fmla="*/ 6 w 13"/>
                  <a:gd name="T15" fmla="*/ 1 h 1"/>
                  <a:gd name="T16" fmla="*/ 4 w 13"/>
                  <a:gd name="T17" fmla="*/ 1 h 1"/>
                  <a:gd name="T18" fmla="*/ 4 w 1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
                    <a:moveTo>
                      <a:pt x="4" y="1"/>
                    </a:moveTo>
                    <a:cubicBezTo>
                      <a:pt x="4" y="1"/>
                      <a:pt x="5"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0" y="0"/>
                      <a:pt x="13" y="1"/>
                      <a:pt x="4" y="1"/>
                    </a:cubicBezTo>
                    <a:cubicBezTo>
                      <a:pt x="4" y="1"/>
                      <a:pt x="4" y="1"/>
                      <a:pt x="4"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6" name="Freeform 59"/>
              <p:cNvSpPr/>
              <p:nvPr/>
            </p:nvSpPr>
            <p:spPr bwMode="auto">
              <a:xfrm>
                <a:off x="4495" y="233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7" name="Freeform 60"/>
              <p:cNvSpPr/>
              <p:nvPr/>
            </p:nvSpPr>
            <p:spPr bwMode="auto">
              <a:xfrm>
                <a:off x="4381" y="2277"/>
                <a:ext cx="4" cy="8"/>
              </a:xfrm>
              <a:custGeom>
                <a:avLst/>
                <a:gdLst>
                  <a:gd name="T0" fmla="*/ 2 w 2"/>
                  <a:gd name="T1" fmla="*/ 1 h 4"/>
                  <a:gd name="T2" fmla="*/ 2 w 2"/>
                  <a:gd name="T3" fmla="*/ 0 h 4"/>
                  <a:gd name="T4" fmla="*/ 1 w 2"/>
                  <a:gd name="T5" fmla="*/ 2 h 4"/>
                  <a:gd name="T6" fmla="*/ 1 w 2"/>
                  <a:gd name="T7" fmla="*/ 2 h 4"/>
                  <a:gd name="T8" fmla="*/ 0 w 2"/>
                  <a:gd name="T9" fmla="*/ 4 h 4"/>
                  <a:gd name="T10" fmla="*/ 2 w 2"/>
                  <a:gd name="T11" fmla="*/ 1 h 4"/>
                </a:gdLst>
                <a:ahLst/>
                <a:cxnLst>
                  <a:cxn ang="0">
                    <a:pos x="T0" y="T1"/>
                  </a:cxn>
                  <a:cxn ang="0">
                    <a:pos x="T2" y="T3"/>
                  </a:cxn>
                  <a:cxn ang="0">
                    <a:pos x="T4" y="T5"/>
                  </a:cxn>
                  <a:cxn ang="0">
                    <a:pos x="T6" y="T7"/>
                  </a:cxn>
                  <a:cxn ang="0">
                    <a:pos x="T8" y="T9"/>
                  </a:cxn>
                  <a:cxn ang="0">
                    <a:pos x="T10" y="T11"/>
                  </a:cxn>
                </a:cxnLst>
                <a:rect l="0" t="0" r="r" b="b"/>
                <a:pathLst>
                  <a:path w="2" h="4">
                    <a:moveTo>
                      <a:pt x="2" y="1"/>
                    </a:moveTo>
                    <a:cubicBezTo>
                      <a:pt x="2" y="1"/>
                      <a:pt x="2" y="0"/>
                      <a:pt x="2" y="0"/>
                    </a:cubicBezTo>
                    <a:cubicBezTo>
                      <a:pt x="1" y="1"/>
                      <a:pt x="1" y="1"/>
                      <a:pt x="1" y="2"/>
                    </a:cubicBezTo>
                    <a:cubicBezTo>
                      <a:pt x="1" y="2"/>
                      <a:pt x="0" y="3"/>
                      <a:pt x="1" y="2"/>
                    </a:cubicBezTo>
                    <a:cubicBezTo>
                      <a:pt x="0" y="3"/>
                      <a:pt x="0" y="4"/>
                      <a:pt x="0" y="4"/>
                    </a:cubicBezTo>
                    <a:cubicBezTo>
                      <a:pt x="1" y="3"/>
                      <a:pt x="1" y="1"/>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8" name="Freeform 61"/>
              <p:cNvSpPr/>
              <p:nvPr/>
            </p:nvSpPr>
            <p:spPr bwMode="auto">
              <a:xfrm>
                <a:off x="4519" y="2328"/>
                <a:ext cx="2" cy="2"/>
              </a:xfrm>
              <a:custGeom>
                <a:avLst/>
                <a:gdLst>
                  <a:gd name="T0" fmla="*/ 0 w 2"/>
                  <a:gd name="T1" fmla="*/ 2 h 2"/>
                  <a:gd name="T2" fmla="*/ 0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0" y="2"/>
                    </a:lnTo>
                    <a:lnTo>
                      <a:pt x="2"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9" name="Freeform 62"/>
              <p:cNvSpPr/>
              <p:nvPr/>
            </p:nvSpPr>
            <p:spPr bwMode="auto">
              <a:xfrm>
                <a:off x="4504" y="2325"/>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0" name="Freeform 63"/>
              <p:cNvSpPr/>
              <p:nvPr/>
            </p:nvSpPr>
            <p:spPr bwMode="auto">
              <a:xfrm>
                <a:off x="4391" y="2294"/>
                <a:ext cx="4" cy="4"/>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0" y="2"/>
                      <a:pt x="1" y="1"/>
                      <a:pt x="1" y="1"/>
                    </a:cubicBezTo>
                    <a:cubicBezTo>
                      <a:pt x="2" y="0"/>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1" name="Freeform 64"/>
              <p:cNvSpPr/>
              <p:nvPr/>
            </p:nvSpPr>
            <p:spPr bwMode="auto">
              <a:xfrm>
                <a:off x="4381" y="2281"/>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2" name="Freeform 65"/>
              <p:cNvSpPr/>
              <p:nvPr/>
            </p:nvSpPr>
            <p:spPr bwMode="auto">
              <a:xfrm>
                <a:off x="3332" y="1903"/>
                <a:ext cx="2" cy="7"/>
              </a:xfrm>
              <a:custGeom>
                <a:avLst/>
                <a:gdLst>
                  <a:gd name="T0" fmla="*/ 0 w 1"/>
                  <a:gd name="T1" fmla="*/ 3 h 3"/>
                  <a:gd name="T2" fmla="*/ 1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1" y="3"/>
                    </a:cubicBezTo>
                    <a:cubicBezTo>
                      <a:pt x="1" y="2"/>
                      <a:pt x="1" y="1"/>
                      <a:pt x="1" y="0"/>
                    </a:cubicBezTo>
                    <a:lnTo>
                      <a:pt x="0" y="3"/>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3" name="Freeform 66"/>
              <p:cNvSpPr/>
              <p:nvPr/>
            </p:nvSpPr>
            <p:spPr bwMode="auto">
              <a:xfrm>
                <a:off x="3566" y="2372"/>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4" name="Freeform 67"/>
              <p:cNvSpPr/>
              <p:nvPr/>
            </p:nvSpPr>
            <p:spPr bwMode="auto">
              <a:xfrm>
                <a:off x="3474" y="2073"/>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5" name="Freeform 68"/>
              <p:cNvSpPr/>
              <p:nvPr/>
            </p:nvSpPr>
            <p:spPr bwMode="auto">
              <a:xfrm>
                <a:off x="4060" y="1568"/>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6" name="Freeform 69"/>
              <p:cNvSpPr/>
              <p:nvPr/>
            </p:nvSpPr>
            <p:spPr bwMode="auto">
              <a:xfrm>
                <a:off x="3472" y="2073"/>
                <a:ext cx="2"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0" y="0"/>
                      <a:pt x="0" y="0"/>
                      <a:pt x="0" y="0"/>
                    </a:cubicBezTo>
                    <a:cubicBezTo>
                      <a:pt x="0" y="0"/>
                      <a:pt x="0" y="0"/>
                      <a:pt x="1"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7" name="Freeform 70"/>
              <p:cNvSpPr/>
              <p:nvPr/>
            </p:nvSpPr>
            <p:spPr bwMode="auto">
              <a:xfrm>
                <a:off x="3474" y="2073"/>
                <a:ext cx="0" cy="2"/>
              </a:xfrm>
              <a:custGeom>
                <a:avLst/>
                <a:gdLst>
                  <a:gd name="T0" fmla="*/ 0 h 1"/>
                  <a:gd name="T1" fmla="*/ 1 h 1"/>
                  <a:gd name="T2" fmla="*/ 1 h 1"/>
                  <a:gd name="T3" fmla="*/ 1 h 1"/>
                  <a:gd name="T4" fmla="*/ 1 h 1"/>
                  <a:gd name="T5" fmla="*/ 1 h 1"/>
                  <a:gd name="T6" fmla="*/ 0 h 1"/>
                  <a:gd name="T7" fmla="*/ 0 h 1"/>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
                    <a:moveTo>
                      <a:pt x="0" y="0"/>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8" name="Freeform 71"/>
              <p:cNvSpPr/>
              <p:nvPr/>
            </p:nvSpPr>
            <p:spPr bwMode="auto">
              <a:xfrm>
                <a:off x="3702" y="1530"/>
                <a:ext cx="4" cy="2"/>
              </a:xfrm>
              <a:custGeom>
                <a:avLst/>
                <a:gdLst>
                  <a:gd name="T0" fmla="*/ 0 w 2"/>
                  <a:gd name="T1" fmla="*/ 1 h 1"/>
                  <a:gd name="T2" fmla="*/ 0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0" y="1"/>
                      <a:pt x="1" y="0"/>
                      <a:pt x="2"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9" name="Freeform 72"/>
              <p:cNvSpPr/>
              <p:nvPr/>
            </p:nvSpPr>
            <p:spPr bwMode="auto">
              <a:xfrm>
                <a:off x="3421" y="2084"/>
                <a:ext cx="17" cy="15"/>
              </a:xfrm>
              <a:custGeom>
                <a:avLst/>
                <a:gdLst>
                  <a:gd name="T0" fmla="*/ 2 w 8"/>
                  <a:gd name="T1" fmla="*/ 5 h 7"/>
                  <a:gd name="T2" fmla="*/ 4 w 8"/>
                  <a:gd name="T3" fmla="*/ 2 h 7"/>
                  <a:gd name="T4" fmla="*/ 2 w 8"/>
                  <a:gd name="T5" fmla="*/ 5 h 7"/>
                </a:gdLst>
                <a:ahLst/>
                <a:cxnLst>
                  <a:cxn ang="0">
                    <a:pos x="T0" y="T1"/>
                  </a:cxn>
                  <a:cxn ang="0">
                    <a:pos x="T2" y="T3"/>
                  </a:cxn>
                  <a:cxn ang="0">
                    <a:pos x="T4" y="T5"/>
                  </a:cxn>
                </a:cxnLst>
                <a:rect l="0" t="0" r="r" b="b"/>
                <a:pathLst>
                  <a:path w="8" h="7">
                    <a:moveTo>
                      <a:pt x="2" y="5"/>
                    </a:moveTo>
                    <a:cubicBezTo>
                      <a:pt x="8" y="0"/>
                      <a:pt x="0" y="7"/>
                      <a:pt x="4" y="2"/>
                    </a:cubicBezTo>
                    <a:cubicBezTo>
                      <a:pt x="2" y="3"/>
                      <a:pt x="2" y="4"/>
                      <a:pt x="2" y="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0" name="Freeform 73"/>
              <p:cNvSpPr/>
              <p:nvPr/>
            </p:nvSpPr>
            <p:spPr bwMode="auto">
              <a:xfrm>
                <a:off x="4381" y="2247"/>
                <a:ext cx="2" cy="4"/>
              </a:xfrm>
              <a:custGeom>
                <a:avLst/>
                <a:gdLst>
                  <a:gd name="T0" fmla="*/ 0 w 1"/>
                  <a:gd name="T1" fmla="*/ 1 h 2"/>
                  <a:gd name="T2" fmla="*/ 1 w 1"/>
                  <a:gd name="T3" fmla="*/ 0 h 2"/>
                  <a:gd name="T4" fmla="*/ 0 w 1"/>
                  <a:gd name="T5" fmla="*/ 1 h 2"/>
                </a:gdLst>
                <a:ahLst/>
                <a:cxnLst>
                  <a:cxn ang="0">
                    <a:pos x="T0" y="T1"/>
                  </a:cxn>
                  <a:cxn ang="0">
                    <a:pos x="T2" y="T3"/>
                  </a:cxn>
                  <a:cxn ang="0">
                    <a:pos x="T4" y="T5"/>
                  </a:cxn>
                </a:cxnLst>
                <a:rect l="0" t="0" r="r" b="b"/>
                <a:pathLst>
                  <a:path w="1" h="2">
                    <a:moveTo>
                      <a:pt x="0" y="1"/>
                    </a:moveTo>
                    <a:cubicBezTo>
                      <a:pt x="0" y="2"/>
                      <a:pt x="0" y="0"/>
                      <a:pt x="1" y="0"/>
                    </a:cubicBezTo>
                    <a:cubicBezTo>
                      <a:pt x="1" y="0"/>
                      <a:pt x="1"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1" name="Freeform 74"/>
              <p:cNvSpPr/>
              <p:nvPr/>
            </p:nvSpPr>
            <p:spPr bwMode="auto">
              <a:xfrm>
                <a:off x="4381" y="2247"/>
                <a:ext cx="2" cy="6"/>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2" name="Freeform 75"/>
              <p:cNvSpPr/>
              <p:nvPr/>
            </p:nvSpPr>
            <p:spPr bwMode="auto">
              <a:xfrm>
                <a:off x="3914" y="15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3" name="Freeform 76"/>
              <p:cNvSpPr/>
              <p:nvPr/>
            </p:nvSpPr>
            <p:spPr bwMode="auto">
              <a:xfrm>
                <a:off x="3317" y="1492"/>
                <a:ext cx="1064" cy="1219"/>
              </a:xfrm>
              <a:custGeom>
                <a:avLst/>
                <a:gdLst>
                  <a:gd name="T0" fmla="*/ 307 w 501"/>
                  <a:gd name="T1" fmla="*/ 7 h 575"/>
                  <a:gd name="T2" fmla="*/ 204 w 501"/>
                  <a:gd name="T3" fmla="*/ 13 h 575"/>
                  <a:gd name="T4" fmla="*/ 130 w 501"/>
                  <a:gd name="T5" fmla="*/ 42 h 575"/>
                  <a:gd name="T6" fmla="*/ 23 w 501"/>
                  <a:gd name="T7" fmla="*/ 152 h 575"/>
                  <a:gd name="T8" fmla="*/ 0 w 501"/>
                  <a:gd name="T9" fmla="*/ 247 h 575"/>
                  <a:gd name="T10" fmla="*/ 50 w 501"/>
                  <a:gd name="T11" fmla="*/ 385 h 575"/>
                  <a:gd name="T12" fmla="*/ 111 w 501"/>
                  <a:gd name="T13" fmla="*/ 430 h 575"/>
                  <a:gd name="T14" fmla="*/ 184 w 501"/>
                  <a:gd name="T15" fmla="*/ 490 h 575"/>
                  <a:gd name="T16" fmla="*/ 202 w 501"/>
                  <a:gd name="T17" fmla="*/ 528 h 575"/>
                  <a:gd name="T18" fmla="*/ 213 w 501"/>
                  <a:gd name="T19" fmla="*/ 562 h 575"/>
                  <a:gd name="T20" fmla="*/ 214 w 501"/>
                  <a:gd name="T21" fmla="*/ 567 h 575"/>
                  <a:gd name="T22" fmla="*/ 211 w 501"/>
                  <a:gd name="T23" fmla="*/ 536 h 575"/>
                  <a:gd name="T24" fmla="*/ 199 w 501"/>
                  <a:gd name="T25" fmla="*/ 494 h 575"/>
                  <a:gd name="T26" fmla="*/ 165 w 501"/>
                  <a:gd name="T27" fmla="*/ 454 h 575"/>
                  <a:gd name="T28" fmla="*/ 164 w 501"/>
                  <a:gd name="T29" fmla="*/ 451 h 575"/>
                  <a:gd name="T30" fmla="*/ 135 w 501"/>
                  <a:gd name="T31" fmla="*/ 430 h 575"/>
                  <a:gd name="T32" fmla="*/ 134 w 501"/>
                  <a:gd name="T33" fmla="*/ 428 h 575"/>
                  <a:gd name="T34" fmla="*/ 125 w 501"/>
                  <a:gd name="T35" fmla="*/ 419 h 575"/>
                  <a:gd name="T36" fmla="*/ 97 w 501"/>
                  <a:gd name="T37" fmla="*/ 407 h 575"/>
                  <a:gd name="T38" fmla="*/ 85 w 501"/>
                  <a:gd name="T39" fmla="*/ 394 h 575"/>
                  <a:gd name="T40" fmla="*/ 77 w 501"/>
                  <a:gd name="T41" fmla="*/ 384 h 575"/>
                  <a:gd name="T42" fmla="*/ 63 w 501"/>
                  <a:gd name="T43" fmla="*/ 368 h 575"/>
                  <a:gd name="T44" fmla="*/ 49 w 501"/>
                  <a:gd name="T45" fmla="*/ 353 h 575"/>
                  <a:gd name="T46" fmla="*/ 40 w 501"/>
                  <a:gd name="T47" fmla="*/ 338 h 575"/>
                  <a:gd name="T48" fmla="*/ 25 w 501"/>
                  <a:gd name="T49" fmla="*/ 323 h 575"/>
                  <a:gd name="T50" fmla="*/ 29 w 501"/>
                  <a:gd name="T51" fmla="*/ 315 h 575"/>
                  <a:gd name="T52" fmla="*/ 21 w 501"/>
                  <a:gd name="T53" fmla="*/ 247 h 575"/>
                  <a:gd name="T54" fmla="*/ 23 w 501"/>
                  <a:gd name="T55" fmla="*/ 221 h 575"/>
                  <a:gd name="T56" fmla="*/ 26 w 501"/>
                  <a:gd name="T57" fmla="*/ 191 h 575"/>
                  <a:gd name="T58" fmla="*/ 56 w 501"/>
                  <a:gd name="T59" fmla="*/ 133 h 575"/>
                  <a:gd name="T60" fmla="*/ 74 w 501"/>
                  <a:gd name="T61" fmla="*/ 107 h 575"/>
                  <a:gd name="T62" fmla="*/ 84 w 501"/>
                  <a:gd name="T63" fmla="*/ 99 h 575"/>
                  <a:gd name="T64" fmla="*/ 90 w 501"/>
                  <a:gd name="T65" fmla="*/ 91 h 575"/>
                  <a:gd name="T66" fmla="*/ 110 w 501"/>
                  <a:gd name="T67" fmla="*/ 80 h 575"/>
                  <a:gd name="T68" fmla="*/ 129 w 501"/>
                  <a:gd name="T69" fmla="*/ 65 h 575"/>
                  <a:gd name="T70" fmla="*/ 182 w 501"/>
                  <a:gd name="T71" fmla="*/ 36 h 575"/>
                  <a:gd name="T72" fmla="*/ 211 w 501"/>
                  <a:gd name="T73" fmla="*/ 29 h 575"/>
                  <a:gd name="T74" fmla="*/ 253 w 501"/>
                  <a:gd name="T75" fmla="*/ 19 h 575"/>
                  <a:gd name="T76" fmla="*/ 281 w 501"/>
                  <a:gd name="T77" fmla="*/ 19 h 575"/>
                  <a:gd name="T78" fmla="*/ 284 w 501"/>
                  <a:gd name="T79" fmla="*/ 19 h 575"/>
                  <a:gd name="T80" fmla="*/ 320 w 501"/>
                  <a:gd name="T81" fmla="*/ 24 h 575"/>
                  <a:gd name="T82" fmla="*/ 369 w 501"/>
                  <a:gd name="T83" fmla="*/ 42 h 575"/>
                  <a:gd name="T84" fmla="*/ 388 w 501"/>
                  <a:gd name="T85" fmla="*/ 53 h 575"/>
                  <a:gd name="T86" fmla="*/ 407 w 501"/>
                  <a:gd name="T87" fmla="*/ 71 h 575"/>
                  <a:gd name="T88" fmla="*/ 435 w 501"/>
                  <a:gd name="T89" fmla="*/ 107 h 575"/>
                  <a:gd name="T90" fmla="*/ 462 w 501"/>
                  <a:gd name="T91" fmla="*/ 154 h 575"/>
                  <a:gd name="T92" fmla="*/ 471 w 501"/>
                  <a:gd name="T93" fmla="*/ 184 h 575"/>
                  <a:gd name="T94" fmla="*/ 464 w 501"/>
                  <a:gd name="T95" fmla="*/ 279 h 575"/>
                  <a:gd name="T96" fmla="*/ 451 w 501"/>
                  <a:gd name="T97" fmla="*/ 307 h 575"/>
                  <a:gd name="T98" fmla="*/ 395 w 501"/>
                  <a:gd name="T99" fmla="*/ 377 h 575"/>
                  <a:gd name="T100" fmla="*/ 368 w 501"/>
                  <a:gd name="T101" fmla="*/ 412 h 575"/>
                  <a:gd name="T102" fmla="*/ 363 w 501"/>
                  <a:gd name="T103" fmla="*/ 573 h 575"/>
                  <a:gd name="T104" fmla="*/ 446 w 501"/>
                  <a:gd name="T105" fmla="*/ 342 h 575"/>
                  <a:gd name="T106" fmla="*/ 463 w 501"/>
                  <a:gd name="T107" fmla="*/ 118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1" h="575">
                    <a:moveTo>
                      <a:pt x="463" y="118"/>
                    </a:moveTo>
                    <a:cubicBezTo>
                      <a:pt x="439" y="74"/>
                      <a:pt x="402" y="38"/>
                      <a:pt x="355" y="17"/>
                    </a:cubicBezTo>
                    <a:cubicBezTo>
                      <a:pt x="347" y="17"/>
                      <a:pt x="337" y="12"/>
                      <a:pt x="328" y="12"/>
                    </a:cubicBezTo>
                    <a:cubicBezTo>
                      <a:pt x="328" y="11"/>
                      <a:pt x="328" y="11"/>
                      <a:pt x="328" y="11"/>
                    </a:cubicBezTo>
                    <a:cubicBezTo>
                      <a:pt x="320" y="11"/>
                      <a:pt x="319" y="8"/>
                      <a:pt x="310" y="5"/>
                    </a:cubicBezTo>
                    <a:cubicBezTo>
                      <a:pt x="309" y="7"/>
                      <a:pt x="306" y="5"/>
                      <a:pt x="307" y="7"/>
                    </a:cubicBezTo>
                    <a:cubicBezTo>
                      <a:pt x="303" y="8"/>
                      <a:pt x="301" y="3"/>
                      <a:pt x="296" y="4"/>
                    </a:cubicBezTo>
                    <a:cubicBezTo>
                      <a:pt x="296" y="3"/>
                      <a:pt x="296" y="5"/>
                      <a:pt x="295" y="4"/>
                    </a:cubicBezTo>
                    <a:cubicBezTo>
                      <a:pt x="282" y="5"/>
                      <a:pt x="298" y="3"/>
                      <a:pt x="282" y="0"/>
                    </a:cubicBezTo>
                    <a:cubicBezTo>
                      <a:pt x="259" y="0"/>
                      <a:pt x="236" y="5"/>
                      <a:pt x="215" y="9"/>
                    </a:cubicBezTo>
                    <a:cubicBezTo>
                      <a:pt x="216" y="9"/>
                      <a:pt x="217" y="10"/>
                      <a:pt x="215" y="11"/>
                    </a:cubicBezTo>
                    <a:cubicBezTo>
                      <a:pt x="212" y="8"/>
                      <a:pt x="208" y="13"/>
                      <a:pt x="204" y="13"/>
                    </a:cubicBezTo>
                    <a:cubicBezTo>
                      <a:pt x="204" y="12"/>
                      <a:pt x="206" y="12"/>
                      <a:pt x="207" y="11"/>
                    </a:cubicBezTo>
                    <a:cubicBezTo>
                      <a:pt x="197" y="13"/>
                      <a:pt x="190" y="17"/>
                      <a:pt x="181" y="19"/>
                    </a:cubicBezTo>
                    <a:cubicBezTo>
                      <a:pt x="173" y="24"/>
                      <a:pt x="163" y="25"/>
                      <a:pt x="158" y="29"/>
                    </a:cubicBezTo>
                    <a:cubicBezTo>
                      <a:pt x="159" y="27"/>
                      <a:pt x="154" y="30"/>
                      <a:pt x="152" y="30"/>
                    </a:cubicBezTo>
                    <a:cubicBezTo>
                      <a:pt x="148" y="37"/>
                      <a:pt x="136" y="37"/>
                      <a:pt x="131" y="43"/>
                    </a:cubicBezTo>
                    <a:cubicBezTo>
                      <a:pt x="130" y="42"/>
                      <a:pt x="130" y="42"/>
                      <a:pt x="130" y="42"/>
                    </a:cubicBezTo>
                    <a:cubicBezTo>
                      <a:pt x="110" y="54"/>
                      <a:pt x="88" y="68"/>
                      <a:pt x="70" y="87"/>
                    </a:cubicBezTo>
                    <a:cubicBezTo>
                      <a:pt x="59" y="96"/>
                      <a:pt x="48" y="108"/>
                      <a:pt x="39" y="121"/>
                    </a:cubicBezTo>
                    <a:cubicBezTo>
                      <a:pt x="38" y="123"/>
                      <a:pt x="40" y="122"/>
                      <a:pt x="39" y="124"/>
                    </a:cubicBezTo>
                    <a:cubicBezTo>
                      <a:pt x="37" y="127"/>
                      <a:pt x="38" y="123"/>
                      <a:pt x="37" y="124"/>
                    </a:cubicBezTo>
                    <a:cubicBezTo>
                      <a:pt x="34" y="132"/>
                      <a:pt x="28" y="140"/>
                      <a:pt x="23" y="148"/>
                    </a:cubicBezTo>
                    <a:cubicBezTo>
                      <a:pt x="23" y="150"/>
                      <a:pt x="22" y="152"/>
                      <a:pt x="23" y="152"/>
                    </a:cubicBezTo>
                    <a:cubicBezTo>
                      <a:pt x="17" y="161"/>
                      <a:pt x="14" y="176"/>
                      <a:pt x="9" y="185"/>
                    </a:cubicBezTo>
                    <a:cubicBezTo>
                      <a:pt x="14" y="183"/>
                      <a:pt x="10" y="192"/>
                      <a:pt x="10" y="196"/>
                    </a:cubicBezTo>
                    <a:cubicBezTo>
                      <a:pt x="9" y="198"/>
                      <a:pt x="8" y="198"/>
                      <a:pt x="8" y="197"/>
                    </a:cubicBezTo>
                    <a:cubicBezTo>
                      <a:pt x="6" y="205"/>
                      <a:pt x="5" y="209"/>
                      <a:pt x="3" y="219"/>
                    </a:cubicBezTo>
                    <a:cubicBezTo>
                      <a:pt x="2" y="223"/>
                      <a:pt x="4" y="225"/>
                      <a:pt x="3" y="230"/>
                    </a:cubicBezTo>
                    <a:cubicBezTo>
                      <a:pt x="0" y="233"/>
                      <a:pt x="1" y="241"/>
                      <a:pt x="0" y="247"/>
                    </a:cubicBezTo>
                    <a:cubicBezTo>
                      <a:pt x="2" y="245"/>
                      <a:pt x="4" y="252"/>
                      <a:pt x="3" y="257"/>
                    </a:cubicBezTo>
                    <a:cubicBezTo>
                      <a:pt x="0" y="256"/>
                      <a:pt x="0" y="256"/>
                      <a:pt x="0" y="256"/>
                    </a:cubicBezTo>
                    <a:cubicBezTo>
                      <a:pt x="1" y="272"/>
                      <a:pt x="0" y="297"/>
                      <a:pt x="9" y="316"/>
                    </a:cubicBezTo>
                    <a:cubicBezTo>
                      <a:pt x="8" y="318"/>
                      <a:pt x="8" y="318"/>
                      <a:pt x="8" y="318"/>
                    </a:cubicBezTo>
                    <a:cubicBezTo>
                      <a:pt x="17" y="337"/>
                      <a:pt x="25" y="356"/>
                      <a:pt x="39" y="370"/>
                    </a:cubicBezTo>
                    <a:cubicBezTo>
                      <a:pt x="42" y="375"/>
                      <a:pt x="47" y="381"/>
                      <a:pt x="50" y="385"/>
                    </a:cubicBezTo>
                    <a:cubicBezTo>
                      <a:pt x="56" y="390"/>
                      <a:pt x="58" y="391"/>
                      <a:pt x="63" y="393"/>
                    </a:cubicBezTo>
                    <a:cubicBezTo>
                      <a:pt x="65" y="395"/>
                      <a:pt x="65" y="397"/>
                      <a:pt x="65" y="398"/>
                    </a:cubicBezTo>
                    <a:cubicBezTo>
                      <a:pt x="71" y="405"/>
                      <a:pt x="76" y="411"/>
                      <a:pt x="83" y="414"/>
                    </a:cubicBezTo>
                    <a:cubicBezTo>
                      <a:pt x="83" y="415"/>
                      <a:pt x="83" y="415"/>
                      <a:pt x="83" y="415"/>
                    </a:cubicBezTo>
                    <a:cubicBezTo>
                      <a:pt x="89" y="419"/>
                      <a:pt x="98" y="423"/>
                      <a:pt x="104" y="429"/>
                    </a:cubicBezTo>
                    <a:cubicBezTo>
                      <a:pt x="106" y="429"/>
                      <a:pt x="113" y="433"/>
                      <a:pt x="111" y="430"/>
                    </a:cubicBezTo>
                    <a:cubicBezTo>
                      <a:pt x="114" y="431"/>
                      <a:pt x="111" y="433"/>
                      <a:pt x="115" y="433"/>
                    </a:cubicBezTo>
                    <a:cubicBezTo>
                      <a:pt x="111" y="433"/>
                      <a:pt x="111" y="433"/>
                      <a:pt x="111" y="433"/>
                    </a:cubicBezTo>
                    <a:cubicBezTo>
                      <a:pt x="125" y="443"/>
                      <a:pt x="138" y="450"/>
                      <a:pt x="152" y="459"/>
                    </a:cubicBezTo>
                    <a:cubicBezTo>
                      <a:pt x="154" y="464"/>
                      <a:pt x="165" y="469"/>
                      <a:pt x="170" y="476"/>
                    </a:cubicBezTo>
                    <a:cubicBezTo>
                      <a:pt x="175" y="479"/>
                      <a:pt x="180" y="487"/>
                      <a:pt x="185" y="489"/>
                    </a:cubicBezTo>
                    <a:cubicBezTo>
                      <a:pt x="184" y="490"/>
                      <a:pt x="184" y="490"/>
                      <a:pt x="184" y="490"/>
                    </a:cubicBezTo>
                    <a:cubicBezTo>
                      <a:pt x="188" y="495"/>
                      <a:pt x="194" y="503"/>
                      <a:pt x="196" y="512"/>
                    </a:cubicBezTo>
                    <a:cubicBezTo>
                      <a:pt x="198" y="518"/>
                      <a:pt x="200" y="517"/>
                      <a:pt x="202" y="521"/>
                    </a:cubicBezTo>
                    <a:cubicBezTo>
                      <a:pt x="201" y="521"/>
                      <a:pt x="201" y="521"/>
                      <a:pt x="201" y="521"/>
                    </a:cubicBezTo>
                    <a:cubicBezTo>
                      <a:pt x="203" y="525"/>
                      <a:pt x="206" y="526"/>
                      <a:pt x="207" y="528"/>
                    </a:cubicBezTo>
                    <a:cubicBezTo>
                      <a:pt x="207" y="532"/>
                      <a:pt x="208" y="532"/>
                      <a:pt x="208" y="536"/>
                    </a:cubicBezTo>
                    <a:cubicBezTo>
                      <a:pt x="207" y="532"/>
                      <a:pt x="205" y="530"/>
                      <a:pt x="202" y="528"/>
                    </a:cubicBezTo>
                    <a:cubicBezTo>
                      <a:pt x="203" y="534"/>
                      <a:pt x="207" y="539"/>
                      <a:pt x="206" y="543"/>
                    </a:cubicBezTo>
                    <a:cubicBezTo>
                      <a:pt x="207" y="547"/>
                      <a:pt x="207" y="551"/>
                      <a:pt x="209" y="551"/>
                    </a:cubicBezTo>
                    <a:cubicBezTo>
                      <a:pt x="209" y="552"/>
                      <a:pt x="208" y="555"/>
                      <a:pt x="207" y="552"/>
                    </a:cubicBezTo>
                    <a:cubicBezTo>
                      <a:pt x="208" y="556"/>
                      <a:pt x="208" y="558"/>
                      <a:pt x="209" y="560"/>
                    </a:cubicBezTo>
                    <a:cubicBezTo>
                      <a:pt x="209" y="560"/>
                      <a:pt x="209" y="559"/>
                      <a:pt x="209" y="558"/>
                    </a:cubicBezTo>
                    <a:cubicBezTo>
                      <a:pt x="211" y="560"/>
                      <a:pt x="211" y="563"/>
                      <a:pt x="213" y="562"/>
                    </a:cubicBezTo>
                    <a:cubicBezTo>
                      <a:pt x="212" y="561"/>
                      <a:pt x="212" y="560"/>
                      <a:pt x="212" y="558"/>
                    </a:cubicBezTo>
                    <a:cubicBezTo>
                      <a:pt x="213" y="559"/>
                      <a:pt x="214" y="565"/>
                      <a:pt x="213" y="567"/>
                    </a:cubicBezTo>
                    <a:cubicBezTo>
                      <a:pt x="212" y="569"/>
                      <a:pt x="210" y="563"/>
                      <a:pt x="210" y="566"/>
                    </a:cubicBezTo>
                    <a:cubicBezTo>
                      <a:pt x="213" y="575"/>
                      <a:pt x="213" y="575"/>
                      <a:pt x="213" y="575"/>
                    </a:cubicBezTo>
                    <a:cubicBezTo>
                      <a:pt x="213" y="573"/>
                      <a:pt x="214" y="570"/>
                      <a:pt x="215" y="571"/>
                    </a:cubicBezTo>
                    <a:cubicBezTo>
                      <a:pt x="214" y="567"/>
                      <a:pt x="214" y="567"/>
                      <a:pt x="214" y="567"/>
                    </a:cubicBezTo>
                    <a:cubicBezTo>
                      <a:pt x="215" y="567"/>
                      <a:pt x="215" y="567"/>
                      <a:pt x="215" y="567"/>
                    </a:cubicBezTo>
                    <a:cubicBezTo>
                      <a:pt x="214" y="560"/>
                      <a:pt x="215" y="555"/>
                      <a:pt x="214" y="548"/>
                    </a:cubicBezTo>
                    <a:cubicBezTo>
                      <a:pt x="212" y="551"/>
                      <a:pt x="212" y="551"/>
                      <a:pt x="212" y="551"/>
                    </a:cubicBezTo>
                    <a:cubicBezTo>
                      <a:pt x="212" y="547"/>
                      <a:pt x="209" y="543"/>
                      <a:pt x="210" y="539"/>
                    </a:cubicBezTo>
                    <a:cubicBezTo>
                      <a:pt x="211" y="541"/>
                      <a:pt x="211" y="539"/>
                      <a:pt x="212" y="539"/>
                    </a:cubicBezTo>
                    <a:cubicBezTo>
                      <a:pt x="212" y="538"/>
                      <a:pt x="211" y="537"/>
                      <a:pt x="211" y="536"/>
                    </a:cubicBezTo>
                    <a:cubicBezTo>
                      <a:pt x="214" y="538"/>
                      <a:pt x="214" y="538"/>
                      <a:pt x="214" y="538"/>
                    </a:cubicBezTo>
                    <a:cubicBezTo>
                      <a:pt x="210" y="536"/>
                      <a:pt x="210" y="526"/>
                      <a:pt x="210" y="525"/>
                    </a:cubicBezTo>
                    <a:cubicBezTo>
                      <a:pt x="210" y="525"/>
                      <a:pt x="210" y="525"/>
                      <a:pt x="210" y="525"/>
                    </a:cubicBezTo>
                    <a:cubicBezTo>
                      <a:pt x="209" y="519"/>
                      <a:pt x="209" y="527"/>
                      <a:pt x="208" y="523"/>
                    </a:cubicBezTo>
                    <a:cubicBezTo>
                      <a:pt x="207" y="519"/>
                      <a:pt x="210" y="520"/>
                      <a:pt x="210" y="517"/>
                    </a:cubicBezTo>
                    <a:cubicBezTo>
                      <a:pt x="207" y="511"/>
                      <a:pt x="202" y="501"/>
                      <a:pt x="199" y="494"/>
                    </a:cubicBezTo>
                    <a:cubicBezTo>
                      <a:pt x="196" y="489"/>
                      <a:pt x="191" y="484"/>
                      <a:pt x="186" y="481"/>
                    </a:cubicBezTo>
                    <a:cubicBezTo>
                      <a:pt x="183" y="477"/>
                      <a:pt x="189" y="480"/>
                      <a:pt x="184" y="476"/>
                    </a:cubicBezTo>
                    <a:cubicBezTo>
                      <a:pt x="186" y="476"/>
                      <a:pt x="186" y="475"/>
                      <a:pt x="186" y="474"/>
                    </a:cubicBezTo>
                    <a:cubicBezTo>
                      <a:pt x="185" y="474"/>
                      <a:pt x="179" y="467"/>
                      <a:pt x="181" y="471"/>
                    </a:cubicBezTo>
                    <a:cubicBezTo>
                      <a:pt x="176" y="466"/>
                      <a:pt x="169" y="460"/>
                      <a:pt x="163" y="455"/>
                    </a:cubicBezTo>
                    <a:cubicBezTo>
                      <a:pt x="165" y="457"/>
                      <a:pt x="167" y="456"/>
                      <a:pt x="165" y="454"/>
                    </a:cubicBezTo>
                    <a:cubicBezTo>
                      <a:pt x="162" y="453"/>
                      <a:pt x="156" y="450"/>
                      <a:pt x="151" y="445"/>
                    </a:cubicBezTo>
                    <a:cubicBezTo>
                      <a:pt x="150" y="447"/>
                      <a:pt x="152" y="448"/>
                      <a:pt x="150" y="449"/>
                    </a:cubicBezTo>
                    <a:cubicBezTo>
                      <a:pt x="149" y="449"/>
                      <a:pt x="147" y="449"/>
                      <a:pt x="146" y="447"/>
                    </a:cubicBezTo>
                    <a:cubicBezTo>
                      <a:pt x="147" y="445"/>
                      <a:pt x="148" y="443"/>
                      <a:pt x="144" y="440"/>
                    </a:cubicBezTo>
                    <a:cubicBezTo>
                      <a:pt x="146" y="438"/>
                      <a:pt x="152" y="446"/>
                      <a:pt x="151" y="442"/>
                    </a:cubicBezTo>
                    <a:cubicBezTo>
                      <a:pt x="154" y="442"/>
                      <a:pt x="163" y="448"/>
                      <a:pt x="164" y="451"/>
                    </a:cubicBezTo>
                    <a:cubicBezTo>
                      <a:pt x="170" y="452"/>
                      <a:pt x="161" y="448"/>
                      <a:pt x="163" y="447"/>
                    </a:cubicBezTo>
                    <a:cubicBezTo>
                      <a:pt x="159" y="444"/>
                      <a:pt x="157" y="444"/>
                      <a:pt x="151" y="440"/>
                    </a:cubicBezTo>
                    <a:cubicBezTo>
                      <a:pt x="150" y="440"/>
                      <a:pt x="152" y="442"/>
                      <a:pt x="148" y="441"/>
                    </a:cubicBezTo>
                    <a:cubicBezTo>
                      <a:pt x="142" y="439"/>
                      <a:pt x="143" y="435"/>
                      <a:pt x="141" y="434"/>
                    </a:cubicBezTo>
                    <a:cubicBezTo>
                      <a:pt x="144" y="435"/>
                      <a:pt x="144" y="435"/>
                      <a:pt x="144" y="435"/>
                    </a:cubicBezTo>
                    <a:cubicBezTo>
                      <a:pt x="141" y="432"/>
                      <a:pt x="139" y="432"/>
                      <a:pt x="135" y="430"/>
                    </a:cubicBezTo>
                    <a:cubicBezTo>
                      <a:pt x="136" y="426"/>
                      <a:pt x="142" y="434"/>
                      <a:pt x="144" y="433"/>
                    </a:cubicBezTo>
                    <a:cubicBezTo>
                      <a:pt x="143" y="429"/>
                      <a:pt x="143" y="429"/>
                      <a:pt x="143" y="429"/>
                    </a:cubicBezTo>
                    <a:cubicBezTo>
                      <a:pt x="137" y="425"/>
                      <a:pt x="140" y="430"/>
                      <a:pt x="134" y="425"/>
                    </a:cubicBezTo>
                    <a:cubicBezTo>
                      <a:pt x="135" y="425"/>
                      <a:pt x="135" y="425"/>
                      <a:pt x="135" y="425"/>
                    </a:cubicBezTo>
                    <a:cubicBezTo>
                      <a:pt x="131" y="423"/>
                      <a:pt x="131" y="423"/>
                      <a:pt x="131" y="423"/>
                    </a:cubicBezTo>
                    <a:cubicBezTo>
                      <a:pt x="131" y="424"/>
                      <a:pt x="130" y="426"/>
                      <a:pt x="134" y="428"/>
                    </a:cubicBezTo>
                    <a:cubicBezTo>
                      <a:pt x="130" y="429"/>
                      <a:pt x="131" y="427"/>
                      <a:pt x="125" y="424"/>
                    </a:cubicBezTo>
                    <a:cubicBezTo>
                      <a:pt x="122" y="424"/>
                      <a:pt x="127" y="425"/>
                      <a:pt x="126" y="427"/>
                    </a:cubicBezTo>
                    <a:cubicBezTo>
                      <a:pt x="126" y="428"/>
                      <a:pt x="123" y="426"/>
                      <a:pt x="120" y="425"/>
                    </a:cubicBezTo>
                    <a:cubicBezTo>
                      <a:pt x="116" y="422"/>
                      <a:pt x="119" y="421"/>
                      <a:pt x="118" y="419"/>
                    </a:cubicBezTo>
                    <a:cubicBezTo>
                      <a:pt x="119" y="420"/>
                      <a:pt x="122" y="422"/>
                      <a:pt x="121" y="422"/>
                    </a:cubicBezTo>
                    <a:cubicBezTo>
                      <a:pt x="127" y="424"/>
                      <a:pt x="121" y="418"/>
                      <a:pt x="125" y="419"/>
                    </a:cubicBezTo>
                    <a:cubicBezTo>
                      <a:pt x="122" y="415"/>
                      <a:pt x="121" y="417"/>
                      <a:pt x="118" y="416"/>
                    </a:cubicBezTo>
                    <a:cubicBezTo>
                      <a:pt x="119" y="417"/>
                      <a:pt x="117" y="418"/>
                      <a:pt x="117" y="419"/>
                    </a:cubicBezTo>
                    <a:cubicBezTo>
                      <a:pt x="108" y="418"/>
                      <a:pt x="115" y="413"/>
                      <a:pt x="108" y="409"/>
                    </a:cubicBezTo>
                    <a:cubicBezTo>
                      <a:pt x="108" y="413"/>
                      <a:pt x="98" y="407"/>
                      <a:pt x="100" y="413"/>
                    </a:cubicBezTo>
                    <a:cubicBezTo>
                      <a:pt x="98" y="412"/>
                      <a:pt x="96" y="411"/>
                      <a:pt x="95" y="410"/>
                    </a:cubicBezTo>
                    <a:cubicBezTo>
                      <a:pt x="98" y="409"/>
                      <a:pt x="93" y="407"/>
                      <a:pt x="97" y="407"/>
                    </a:cubicBezTo>
                    <a:cubicBezTo>
                      <a:pt x="95" y="405"/>
                      <a:pt x="95" y="405"/>
                      <a:pt x="95" y="405"/>
                    </a:cubicBezTo>
                    <a:cubicBezTo>
                      <a:pt x="100" y="406"/>
                      <a:pt x="100" y="406"/>
                      <a:pt x="100" y="406"/>
                    </a:cubicBezTo>
                    <a:cubicBezTo>
                      <a:pt x="98" y="403"/>
                      <a:pt x="95" y="399"/>
                      <a:pt x="94" y="397"/>
                    </a:cubicBezTo>
                    <a:cubicBezTo>
                      <a:pt x="91" y="395"/>
                      <a:pt x="94" y="399"/>
                      <a:pt x="90" y="397"/>
                    </a:cubicBezTo>
                    <a:cubicBezTo>
                      <a:pt x="92" y="397"/>
                      <a:pt x="91" y="394"/>
                      <a:pt x="89" y="393"/>
                    </a:cubicBezTo>
                    <a:cubicBezTo>
                      <a:pt x="92" y="396"/>
                      <a:pt x="87" y="395"/>
                      <a:pt x="85" y="394"/>
                    </a:cubicBezTo>
                    <a:cubicBezTo>
                      <a:pt x="82" y="392"/>
                      <a:pt x="81" y="388"/>
                      <a:pt x="81" y="388"/>
                    </a:cubicBezTo>
                    <a:cubicBezTo>
                      <a:pt x="86" y="389"/>
                      <a:pt x="86" y="389"/>
                      <a:pt x="86" y="389"/>
                    </a:cubicBezTo>
                    <a:cubicBezTo>
                      <a:pt x="82" y="388"/>
                      <a:pt x="85" y="388"/>
                      <a:pt x="82" y="386"/>
                    </a:cubicBezTo>
                    <a:cubicBezTo>
                      <a:pt x="81" y="386"/>
                      <a:pt x="78" y="386"/>
                      <a:pt x="77" y="387"/>
                    </a:cubicBezTo>
                    <a:cubicBezTo>
                      <a:pt x="75" y="385"/>
                      <a:pt x="74" y="383"/>
                      <a:pt x="73" y="383"/>
                    </a:cubicBezTo>
                    <a:cubicBezTo>
                      <a:pt x="77" y="384"/>
                      <a:pt x="77" y="384"/>
                      <a:pt x="77" y="384"/>
                    </a:cubicBezTo>
                    <a:cubicBezTo>
                      <a:pt x="73" y="381"/>
                      <a:pt x="79" y="381"/>
                      <a:pt x="74" y="378"/>
                    </a:cubicBezTo>
                    <a:cubicBezTo>
                      <a:pt x="72" y="378"/>
                      <a:pt x="72" y="378"/>
                      <a:pt x="72" y="378"/>
                    </a:cubicBezTo>
                    <a:cubicBezTo>
                      <a:pt x="72" y="377"/>
                      <a:pt x="72" y="376"/>
                      <a:pt x="73" y="377"/>
                    </a:cubicBezTo>
                    <a:cubicBezTo>
                      <a:pt x="71" y="377"/>
                      <a:pt x="69" y="375"/>
                      <a:pt x="68" y="374"/>
                    </a:cubicBezTo>
                    <a:cubicBezTo>
                      <a:pt x="69" y="373"/>
                      <a:pt x="69" y="373"/>
                      <a:pt x="69" y="373"/>
                    </a:cubicBezTo>
                    <a:cubicBezTo>
                      <a:pt x="67" y="372"/>
                      <a:pt x="63" y="371"/>
                      <a:pt x="63" y="368"/>
                    </a:cubicBezTo>
                    <a:cubicBezTo>
                      <a:pt x="62" y="371"/>
                      <a:pt x="65" y="370"/>
                      <a:pt x="66" y="373"/>
                    </a:cubicBezTo>
                    <a:cubicBezTo>
                      <a:pt x="66" y="377"/>
                      <a:pt x="62" y="372"/>
                      <a:pt x="62" y="371"/>
                    </a:cubicBezTo>
                    <a:cubicBezTo>
                      <a:pt x="64" y="370"/>
                      <a:pt x="58" y="367"/>
                      <a:pt x="56" y="364"/>
                    </a:cubicBezTo>
                    <a:cubicBezTo>
                      <a:pt x="56" y="363"/>
                      <a:pt x="55" y="361"/>
                      <a:pt x="55" y="360"/>
                    </a:cubicBezTo>
                    <a:cubicBezTo>
                      <a:pt x="53" y="360"/>
                      <a:pt x="53" y="360"/>
                      <a:pt x="53" y="360"/>
                    </a:cubicBezTo>
                    <a:cubicBezTo>
                      <a:pt x="56" y="357"/>
                      <a:pt x="49" y="356"/>
                      <a:pt x="49" y="353"/>
                    </a:cubicBezTo>
                    <a:cubicBezTo>
                      <a:pt x="50" y="354"/>
                      <a:pt x="51" y="353"/>
                      <a:pt x="51" y="351"/>
                    </a:cubicBezTo>
                    <a:cubicBezTo>
                      <a:pt x="50" y="355"/>
                      <a:pt x="45" y="349"/>
                      <a:pt x="44" y="350"/>
                    </a:cubicBezTo>
                    <a:cubicBezTo>
                      <a:pt x="42" y="345"/>
                      <a:pt x="48" y="349"/>
                      <a:pt x="48" y="347"/>
                    </a:cubicBezTo>
                    <a:cubicBezTo>
                      <a:pt x="45" y="346"/>
                      <a:pt x="46" y="341"/>
                      <a:pt x="43" y="341"/>
                    </a:cubicBezTo>
                    <a:cubicBezTo>
                      <a:pt x="44" y="345"/>
                      <a:pt x="41" y="341"/>
                      <a:pt x="40" y="341"/>
                    </a:cubicBezTo>
                    <a:cubicBezTo>
                      <a:pt x="38" y="337"/>
                      <a:pt x="41" y="341"/>
                      <a:pt x="40" y="338"/>
                    </a:cubicBezTo>
                    <a:cubicBezTo>
                      <a:pt x="39" y="336"/>
                      <a:pt x="36" y="335"/>
                      <a:pt x="37" y="338"/>
                    </a:cubicBezTo>
                    <a:cubicBezTo>
                      <a:pt x="36" y="335"/>
                      <a:pt x="32" y="333"/>
                      <a:pt x="32" y="330"/>
                    </a:cubicBezTo>
                    <a:cubicBezTo>
                      <a:pt x="33" y="328"/>
                      <a:pt x="36" y="335"/>
                      <a:pt x="36" y="333"/>
                    </a:cubicBezTo>
                    <a:cubicBezTo>
                      <a:pt x="32" y="326"/>
                      <a:pt x="30" y="331"/>
                      <a:pt x="27" y="325"/>
                    </a:cubicBezTo>
                    <a:cubicBezTo>
                      <a:pt x="27" y="328"/>
                      <a:pt x="24" y="327"/>
                      <a:pt x="22" y="324"/>
                    </a:cubicBezTo>
                    <a:cubicBezTo>
                      <a:pt x="19" y="317"/>
                      <a:pt x="24" y="327"/>
                      <a:pt x="25" y="323"/>
                    </a:cubicBezTo>
                    <a:cubicBezTo>
                      <a:pt x="23" y="321"/>
                      <a:pt x="23" y="321"/>
                      <a:pt x="23" y="321"/>
                    </a:cubicBezTo>
                    <a:cubicBezTo>
                      <a:pt x="25" y="316"/>
                      <a:pt x="31" y="327"/>
                      <a:pt x="32" y="322"/>
                    </a:cubicBezTo>
                    <a:cubicBezTo>
                      <a:pt x="30" y="320"/>
                      <a:pt x="30" y="320"/>
                      <a:pt x="30" y="320"/>
                    </a:cubicBezTo>
                    <a:cubicBezTo>
                      <a:pt x="31" y="320"/>
                      <a:pt x="32" y="321"/>
                      <a:pt x="33" y="319"/>
                    </a:cubicBezTo>
                    <a:cubicBezTo>
                      <a:pt x="30" y="319"/>
                      <a:pt x="30" y="313"/>
                      <a:pt x="29" y="312"/>
                    </a:cubicBezTo>
                    <a:cubicBezTo>
                      <a:pt x="27" y="312"/>
                      <a:pt x="30" y="315"/>
                      <a:pt x="29" y="315"/>
                    </a:cubicBezTo>
                    <a:cubicBezTo>
                      <a:pt x="27" y="312"/>
                      <a:pt x="24" y="311"/>
                      <a:pt x="24" y="306"/>
                    </a:cubicBezTo>
                    <a:cubicBezTo>
                      <a:pt x="26" y="308"/>
                      <a:pt x="26" y="304"/>
                      <a:pt x="27" y="305"/>
                    </a:cubicBezTo>
                    <a:cubicBezTo>
                      <a:pt x="27" y="303"/>
                      <a:pt x="25" y="305"/>
                      <a:pt x="25" y="301"/>
                    </a:cubicBezTo>
                    <a:cubicBezTo>
                      <a:pt x="26" y="301"/>
                      <a:pt x="26" y="301"/>
                      <a:pt x="26" y="301"/>
                    </a:cubicBezTo>
                    <a:cubicBezTo>
                      <a:pt x="23" y="289"/>
                      <a:pt x="22" y="272"/>
                      <a:pt x="18" y="260"/>
                    </a:cubicBezTo>
                    <a:cubicBezTo>
                      <a:pt x="20" y="258"/>
                      <a:pt x="20" y="254"/>
                      <a:pt x="21" y="247"/>
                    </a:cubicBezTo>
                    <a:cubicBezTo>
                      <a:pt x="21" y="250"/>
                      <a:pt x="19" y="247"/>
                      <a:pt x="19" y="246"/>
                    </a:cubicBezTo>
                    <a:cubicBezTo>
                      <a:pt x="21" y="242"/>
                      <a:pt x="21" y="242"/>
                      <a:pt x="21" y="242"/>
                    </a:cubicBezTo>
                    <a:cubicBezTo>
                      <a:pt x="23" y="239"/>
                      <a:pt x="22" y="233"/>
                      <a:pt x="21" y="230"/>
                    </a:cubicBezTo>
                    <a:cubicBezTo>
                      <a:pt x="22" y="229"/>
                      <a:pt x="22" y="229"/>
                      <a:pt x="23" y="229"/>
                    </a:cubicBezTo>
                    <a:cubicBezTo>
                      <a:pt x="24" y="225"/>
                      <a:pt x="22" y="225"/>
                      <a:pt x="22" y="224"/>
                    </a:cubicBezTo>
                    <a:cubicBezTo>
                      <a:pt x="23" y="221"/>
                      <a:pt x="23" y="221"/>
                      <a:pt x="23" y="221"/>
                    </a:cubicBezTo>
                    <a:cubicBezTo>
                      <a:pt x="22" y="221"/>
                      <a:pt x="22" y="221"/>
                      <a:pt x="22" y="221"/>
                    </a:cubicBezTo>
                    <a:cubicBezTo>
                      <a:pt x="22" y="217"/>
                      <a:pt x="23" y="213"/>
                      <a:pt x="25" y="213"/>
                    </a:cubicBezTo>
                    <a:cubicBezTo>
                      <a:pt x="25" y="212"/>
                      <a:pt x="25" y="211"/>
                      <a:pt x="24" y="212"/>
                    </a:cubicBezTo>
                    <a:cubicBezTo>
                      <a:pt x="26" y="209"/>
                      <a:pt x="28" y="200"/>
                      <a:pt x="29" y="193"/>
                    </a:cubicBezTo>
                    <a:cubicBezTo>
                      <a:pt x="28" y="196"/>
                      <a:pt x="27" y="196"/>
                      <a:pt x="26" y="196"/>
                    </a:cubicBezTo>
                    <a:cubicBezTo>
                      <a:pt x="24" y="194"/>
                      <a:pt x="27" y="194"/>
                      <a:pt x="26" y="191"/>
                    </a:cubicBezTo>
                    <a:cubicBezTo>
                      <a:pt x="27" y="192"/>
                      <a:pt x="28" y="189"/>
                      <a:pt x="28" y="192"/>
                    </a:cubicBezTo>
                    <a:cubicBezTo>
                      <a:pt x="33" y="185"/>
                      <a:pt x="36" y="173"/>
                      <a:pt x="40" y="164"/>
                    </a:cubicBezTo>
                    <a:cubicBezTo>
                      <a:pt x="40" y="162"/>
                      <a:pt x="40" y="162"/>
                      <a:pt x="39" y="161"/>
                    </a:cubicBezTo>
                    <a:cubicBezTo>
                      <a:pt x="45" y="156"/>
                      <a:pt x="47" y="148"/>
                      <a:pt x="51" y="142"/>
                    </a:cubicBezTo>
                    <a:cubicBezTo>
                      <a:pt x="49" y="143"/>
                      <a:pt x="48" y="139"/>
                      <a:pt x="50" y="136"/>
                    </a:cubicBezTo>
                    <a:cubicBezTo>
                      <a:pt x="51" y="131"/>
                      <a:pt x="53" y="136"/>
                      <a:pt x="56" y="133"/>
                    </a:cubicBezTo>
                    <a:cubicBezTo>
                      <a:pt x="57" y="131"/>
                      <a:pt x="59" y="128"/>
                      <a:pt x="60" y="127"/>
                    </a:cubicBezTo>
                    <a:cubicBezTo>
                      <a:pt x="60" y="127"/>
                      <a:pt x="60" y="127"/>
                      <a:pt x="60" y="127"/>
                    </a:cubicBezTo>
                    <a:cubicBezTo>
                      <a:pt x="61" y="125"/>
                      <a:pt x="63" y="121"/>
                      <a:pt x="65" y="120"/>
                    </a:cubicBezTo>
                    <a:cubicBezTo>
                      <a:pt x="65" y="120"/>
                      <a:pt x="65" y="120"/>
                      <a:pt x="65" y="120"/>
                    </a:cubicBezTo>
                    <a:cubicBezTo>
                      <a:pt x="67" y="118"/>
                      <a:pt x="69" y="117"/>
                      <a:pt x="71" y="115"/>
                    </a:cubicBezTo>
                    <a:cubicBezTo>
                      <a:pt x="70" y="113"/>
                      <a:pt x="75" y="109"/>
                      <a:pt x="74" y="107"/>
                    </a:cubicBezTo>
                    <a:cubicBezTo>
                      <a:pt x="75" y="107"/>
                      <a:pt x="74" y="107"/>
                      <a:pt x="75" y="107"/>
                    </a:cubicBezTo>
                    <a:cubicBezTo>
                      <a:pt x="74" y="106"/>
                      <a:pt x="74" y="106"/>
                      <a:pt x="74" y="106"/>
                    </a:cubicBezTo>
                    <a:cubicBezTo>
                      <a:pt x="78" y="103"/>
                      <a:pt x="78" y="103"/>
                      <a:pt x="78" y="103"/>
                    </a:cubicBezTo>
                    <a:cubicBezTo>
                      <a:pt x="78" y="104"/>
                      <a:pt x="78" y="105"/>
                      <a:pt x="78" y="106"/>
                    </a:cubicBezTo>
                    <a:cubicBezTo>
                      <a:pt x="82" y="103"/>
                      <a:pt x="78" y="104"/>
                      <a:pt x="79" y="101"/>
                    </a:cubicBezTo>
                    <a:cubicBezTo>
                      <a:pt x="81" y="98"/>
                      <a:pt x="82" y="99"/>
                      <a:pt x="84" y="99"/>
                    </a:cubicBezTo>
                    <a:cubicBezTo>
                      <a:pt x="84" y="100"/>
                      <a:pt x="82" y="100"/>
                      <a:pt x="81" y="101"/>
                    </a:cubicBezTo>
                    <a:cubicBezTo>
                      <a:pt x="81" y="103"/>
                      <a:pt x="83" y="100"/>
                      <a:pt x="84" y="101"/>
                    </a:cubicBezTo>
                    <a:cubicBezTo>
                      <a:pt x="85" y="100"/>
                      <a:pt x="84" y="98"/>
                      <a:pt x="86" y="97"/>
                    </a:cubicBezTo>
                    <a:cubicBezTo>
                      <a:pt x="88" y="96"/>
                      <a:pt x="92" y="92"/>
                      <a:pt x="92" y="93"/>
                    </a:cubicBezTo>
                    <a:cubicBezTo>
                      <a:pt x="93" y="91"/>
                      <a:pt x="95" y="90"/>
                      <a:pt x="96" y="88"/>
                    </a:cubicBezTo>
                    <a:cubicBezTo>
                      <a:pt x="94" y="89"/>
                      <a:pt x="91" y="91"/>
                      <a:pt x="90" y="91"/>
                    </a:cubicBezTo>
                    <a:cubicBezTo>
                      <a:pt x="91" y="90"/>
                      <a:pt x="94" y="87"/>
                      <a:pt x="94" y="87"/>
                    </a:cubicBezTo>
                    <a:cubicBezTo>
                      <a:pt x="94" y="88"/>
                      <a:pt x="94" y="88"/>
                      <a:pt x="94" y="88"/>
                    </a:cubicBezTo>
                    <a:cubicBezTo>
                      <a:pt x="94" y="87"/>
                      <a:pt x="99" y="84"/>
                      <a:pt x="96" y="85"/>
                    </a:cubicBezTo>
                    <a:cubicBezTo>
                      <a:pt x="100" y="84"/>
                      <a:pt x="100" y="84"/>
                      <a:pt x="100" y="84"/>
                    </a:cubicBezTo>
                    <a:cubicBezTo>
                      <a:pt x="100" y="82"/>
                      <a:pt x="103" y="80"/>
                      <a:pt x="105" y="78"/>
                    </a:cubicBezTo>
                    <a:cubicBezTo>
                      <a:pt x="106" y="80"/>
                      <a:pt x="106" y="82"/>
                      <a:pt x="110" y="80"/>
                    </a:cubicBezTo>
                    <a:cubicBezTo>
                      <a:pt x="113" y="76"/>
                      <a:pt x="113" y="76"/>
                      <a:pt x="113" y="76"/>
                    </a:cubicBezTo>
                    <a:cubicBezTo>
                      <a:pt x="115" y="74"/>
                      <a:pt x="116" y="74"/>
                      <a:pt x="116" y="75"/>
                    </a:cubicBezTo>
                    <a:cubicBezTo>
                      <a:pt x="124" y="71"/>
                      <a:pt x="121" y="66"/>
                      <a:pt x="128" y="64"/>
                    </a:cubicBezTo>
                    <a:cubicBezTo>
                      <a:pt x="126" y="67"/>
                      <a:pt x="129" y="66"/>
                      <a:pt x="132" y="65"/>
                    </a:cubicBezTo>
                    <a:cubicBezTo>
                      <a:pt x="131" y="65"/>
                      <a:pt x="131" y="64"/>
                      <a:pt x="132" y="63"/>
                    </a:cubicBezTo>
                    <a:cubicBezTo>
                      <a:pt x="131" y="63"/>
                      <a:pt x="132" y="65"/>
                      <a:pt x="129" y="65"/>
                    </a:cubicBezTo>
                    <a:cubicBezTo>
                      <a:pt x="128" y="65"/>
                      <a:pt x="131" y="63"/>
                      <a:pt x="132" y="62"/>
                    </a:cubicBezTo>
                    <a:cubicBezTo>
                      <a:pt x="139" y="63"/>
                      <a:pt x="150" y="53"/>
                      <a:pt x="160" y="50"/>
                    </a:cubicBezTo>
                    <a:cubicBezTo>
                      <a:pt x="158" y="48"/>
                      <a:pt x="163" y="48"/>
                      <a:pt x="164" y="46"/>
                    </a:cubicBezTo>
                    <a:cubicBezTo>
                      <a:pt x="165" y="49"/>
                      <a:pt x="169" y="43"/>
                      <a:pt x="172" y="44"/>
                    </a:cubicBezTo>
                    <a:cubicBezTo>
                      <a:pt x="170" y="42"/>
                      <a:pt x="170" y="42"/>
                      <a:pt x="170" y="42"/>
                    </a:cubicBezTo>
                    <a:cubicBezTo>
                      <a:pt x="176" y="41"/>
                      <a:pt x="177" y="34"/>
                      <a:pt x="182" y="36"/>
                    </a:cubicBezTo>
                    <a:cubicBezTo>
                      <a:pt x="185" y="35"/>
                      <a:pt x="182" y="38"/>
                      <a:pt x="181" y="39"/>
                    </a:cubicBezTo>
                    <a:cubicBezTo>
                      <a:pt x="186" y="40"/>
                      <a:pt x="191" y="32"/>
                      <a:pt x="196" y="34"/>
                    </a:cubicBezTo>
                    <a:cubicBezTo>
                      <a:pt x="196" y="33"/>
                      <a:pt x="194" y="32"/>
                      <a:pt x="197" y="30"/>
                    </a:cubicBezTo>
                    <a:cubicBezTo>
                      <a:pt x="201" y="30"/>
                      <a:pt x="207" y="29"/>
                      <a:pt x="207" y="29"/>
                    </a:cubicBezTo>
                    <a:cubicBezTo>
                      <a:pt x="209" y="28"/>
                      <a:pt x="210" y="27"/>
                      <a:pt x="213" y="27"/>
                    </a:cubicBezTo>
                    <a:cubicBezTo>
                      <a:pt x="213" y="28"/>
                      <a:pt x="212" y="28"/>
                      <a:pt x="211" y="29"/>
                    </a:cubicBezTo>
                    <a:cubicBezTo>
                      <a:pt x="215" y="28"/>
                      <a:pt x="219" y="26"/>
                      <a:pt x="222" y="24"/>
                    </a:cubicBezTo>
                    <a:cubicBezTo>
                      <a:pt x="225" y="26"/>
                      <a:pt x="233" y="23"/>
                      <a:pt x="238" y="23"/>
                    </a:cubicBezTo>
                    <a:cubicBezTo>
                      <a:pt x="241" y="20"/>
                      <a:pt x="247" y="23"/>
                      <a:pt x="247" y="20"/>
                    </a:cubicBezTo>
                    <a:cubicBezTo>
                      <a:pt x="247" y="20"/>
                      <a:pt x="247" y="20"/>
                      <a:pt x="248" y="21"/>
                    </a:cubicBezTo>
                    <a:cubicBezTo>
                      <a:pt x="249" y="19"/>
                      <a:pt x="251" y="17"/>
                      <a:pt x="253" y="17"/>
                    </a:cubicBezTo>
                    <a:cubicBezTo>
                      <a:pt x="253" y="19"/>
                      <a:pt x="253" y="19"/>
                      <a:pt x="253" y="19"/>
                    </a:cubicBezTo>
                    <a:cubicBezTo>
                      <a:pt x="252" y="22"/>
                      <a:pt x="260" y="19"/>
                      <a:pt x="261" y="20"/>
                    </a:cubicBezTo>
                    <a:cubicBezTo>
                      <a:pt x="258" y="19"/>
                      <a:pt x="263" y="20"/>
                      <a:pt x="263" y="18"/>
                    </a:cubicBezTo>
                    <a:cubicBezTo>
                      <a:pt x="266" y="18"/>
                      <a:pt x="266" y="18"/>
                      <a:pt x="266" y="18"/>
                    </a:cubicBezTo>
                    <a:cubicBezTo>
                      <a:pt x="271" y="17"/>
                      <a:pt x="267" y="17"/>
                      <a:pt x="273" y="16"/>
                    </a:cubicBezTo>
                    <a:cubicBezTo>
                      <a:pt x="276" y="16"/>
                      <a:pt x="274" y="19"/>
                      <a:pt x="273" y="19"/>
                    </a:cubicBezTo>
                    <a:cubicBezTo>
                      <a:pt x="275" y="20"/>
                      <a:pt x="278" y="19"/>
                      <a:pt x="281" y="19"/>
                    </a:cubicBezTo>
                    <a:cubicBezTo>
                      <a:pt x="280" y="18"/>
                      <a:pt x="280" y="18"/>
                      <a:pt x="281" y="18"/>
                    </a:cubicBezTo>
                    <a:cubicBezTo>
                      <a:pt x="281" y="18"/>
                      <a:pt x="281" y="18"/>
                      <a:pt x="281" y="19"/>
                    </a:cubicBezTo>
                    <a:cubicBezTo>
                      <a:pt x="282" y="18"/>
                      <a:pt x="283" y="18"/>
                      <a:pt x="285" y="18"/>
                    </a:cubicBezTo>
                    <a:cubicBezTo>
                      <a:pt x="285" y="19"/>
                      <a:pt x="285" y="19"/>
                      <a:pt x="285" y="19"/>
                    </a:cubicBezTo>
                    <a:cubicBezTo>
                      <a:pt x="283" y="19"/>
                      <a:pt x="282" y="19"/>
                      <a:pt x="281" y="19"/>
                    </a:cubicBezTo>
                    <a:cubicBezTo>
                      <a:pt x="282" y="19"/>
                      <a:pt x="283" y="19"/>
                      <a:pt x="284" y="19"/>
                    </a:cubicBezTo>
                    <a:cubicBezTo>
                      <a:pt x="285" y="19"/>
                      <a:pt x="285" y="19"/>
                      <a:pt x="285" y="19"/>
                    </a:cubicBezTo>
                    <a:cubicBezTo>
                      <a:pt x="286" y="19"/>
                      <a:pt x="287" y="19"/>
                      <a:pt x="288" y="20"/>
                    </a:cubicBezTo>
                    <a:cubicBezTo>
                      <a:pt x="287" y="21"/>
                      <a:pt x="287" y="21"/>
                      <a:pt x="287" y="21"/>
                    </a:cubicBezTo>
                    <a:cubicBezTo>
                      <a:pt x="289" y="22"/>
                      <a:pt x="294" y="20"/>
                      <a:pt x="294" y="20"/>
                    </a:cubicBezTo>
                    <a:cubicBezTo>
                      <a:pt x="303" y="22"/>
                      <a:pt x="318" y="23"/>
                      <a:pt x="322" y="24"/>
                    </a:cubicBezTo>
                    <a:cubicBezTo>
                      <a:pt x="319" y="23"/>
                      <a:pt x="318" y="24"/>
                      <a:pt x="320" y="24"/>
                    </a:cubicBezTo>
                    <a:cubicBezTo>
                      <a:pt x="323" y="25"/>
                      <a:pt x="326" y="24"/>
                      <a:pt x="326" y="25"/>
                    </a:cubicBezTo>
                    <a:cubicBezTo>
                      <a:pt x="329" y="25"/>
                      <a:pt x="328" y="27"/>
                      <a:pt x="332" y="28"/>
                    </a:cubicBezTo>
                    <a:cubicBezTo>
                      <a:pt x="332" y="29"/>
                      <a:pt x="333" y="27"/>
                      <a:pt x="332" y="27"/>
                    </a:cubicBezTo>
                    <a:cubicBezTo>
                      <a:pt x="337" y="31"/>
                      <a:pt x="347" y="31"/>
                      <a:pt x="354" y="36"/>
                    </a:cubicBezTo>
                    <a:cubicBezTo>
                      <a:pt x="353" y="36"/>
                      <a:pt x="352" y="36"/>
                      <a:pt x="351" y="37"/>
                    </a:cubicBezTo>
                    <a:cubicBezTo>
                      <a:pt x="357" y="38"/>
                      <a:pt x="363" y="41"/>
                      <a:pt x="369" y="42"/>
                    </a:cubicBezTo>
                    <a:cubicBezTo>
                      <a:pt x="368" y="42"/>
                      <a:pt x="368" y="43"/>
                      <a:pt x="366" y="43"/>
                    </a:cubicBezTo>
                    <a:cubicBezTo>
                      <a:pt x="369" y="44"/>
                      <a:pt x="372" y="46"/>
                      <a:pt x="375" y="47"/>
                    </a:cubicBezTo>
                    <a:cubicBezTo>
                      <a:pt x="375" y="47"/>
                      <a:pt x="375" y="47"/>
                      <a:pt x="375" y="47"/>
                    </a:cubicBezTo>
                    <a:cubicBezTo>
                      <a:pt x="373" y="44"/>
                      <a:pt x="378" y="46"/>
                      <a:pt x="381" y="48"/>
                    </a:cubicBezTo>
                    <a:cubicBezTo>
                      <a:pt x="380" y="48"/>
                      <a:pt x="380" y="48"/>
                      <a:pt x="380" y="48"/>
                    </a:cubicBezTo>
                    <a:cubicBezTo>
                      <a:pt x="384" y="51"/>
                      <a:pt x="385" y="50"/>
                      <a:pt x="388" y="53"/>
                    </a:cubicBezTo>
                    <a:cubicBezTo>
                      <a:pt x="390" y="55"/>
                      <a:pt x="386" y="52"/>
                      <a:pt x="386" y="53"/>
                    </a:cubicBezTo>
                    <a:cubicBezTo>
                      <a:pt x="386" y="56"/>
                      <a:pt x="393" y="61"/>
                      <a:pt x="394" y="62"/>
                    </a:cubicBezTo>
                    <a:cubicBezTo>
                      <a:pt x="395" y="62"/>
                      <a:pt x="396" y="63"/>
                      <a:pt x="397" y="62"/>
                    </a:cubicBezTo>
                    <a:cubicBezTo>
                      <a:pt x="400" y="64"/>
                      <a:pt x="397" y="64"/>
                      <a:pt x="399" y="66"/>
                    </a:cubicBezTo>
                    <a:cubicBezTo>
                      <a:pt x="409" y="69"/>
                      <a:pt x="409" y="69"/>
                      <a:pt x="409" y="69"/>
                    </a:cubicBezTo>
                    <a:cubicBezTo>
                      <a:pt x="408" y="69"/>
                      <a:pt x="410" y="73"/>
                      <a:pt x="407" y="71"/>
                    </a:cubicBezTo>
                    <a:cubicBezTo>
                      <a:pt x="412" y="76"/>
                      <a:pt x="417" y="77"/>
                      <a:pt x="422" y="80"/>
                    </a:cubicBezTo>
                    <a:cubicBezTo>
                      <a:pt x="423" y="82"/>
                      <a:pt x="428" y="87"/>
                      <a:pt x="430" y="89"/>
                    </a:cubicBezTo>
                    <a:cubicBezTo>
                      <a:pt x="429" y="90"/>
                      <a:pt x="428" y="87"/>
                      <a:pt x="427" y="87"/>
                    </a:cubicBezTo>
                    <a:cubicBezTo>
                      <a:pt x="428" y="91"/>
                      <a:pt x="428" y="91"/>
                      <a:pt x="428" y="91"/>
                    </a:cubicBezTo>
                    <a:cubicBezTo>
                      <a:pt x="425" y="87"/>
                      <a:pt x="427" y="93"/>
                      <a:pt x="424" y="91"/>
                    </a:cubicBezTo>
                    <a:cubicBezTo>
                      <a:pt x="428" y="94"/>
                      <a:pt x="432" y="102"/>
                      <a:pt x="435" y="107"/>
                    </a:cubicBezTo>
                    <a:cubicBezTo>
                      <a:pt x="435" y="102"/>
                      <a:pt x="440" y="113"/>
                      <a:pt x="443" y="111"/>
                    </a:cubicBezTo>
                    <a:cubicBezTo>
                      <a:pt x="447" y="117"/>
                      <a:pt x="443" y="115"/>
                      <a:pt x="443" y="118"/>
                    </a:cubicBezTo>
                    <a:cubicBezTo>
                      <a:pt x="448" y="124"/>
                      <a:pt x="451" y="130"/>
                      <a:pt x="453" y="136"/>
                    </a:cubicBezTo>
                    <a:cubicBezTo>
                      <a:pt x="453" y="136"/>
                      <a:pt x="453" y="136"/>
                      <a:pt x="453" y="136"/>
                    </a:cubicBezTo>
                    <a:cubicBezTo>
                      <a:pt x="456" y="141"/>
                      <a:pt x="459" y="150"/>
                      <a:pt x="464" y="155"/>
                    </a:cubicBezTo>
                    <a:cubicBezTo>
                      <a:pt x="463" y="154"/>
                      <a:pt x="463" y="155"/>
                      <a:pt x="462" y="154"/>
                    </a:cubicBezTo>
                    <a:cubicBezTo>
                      <a:pt x="463" y="160"/>
                      <a:pt x="465" y="154"/>
                      <a:pt x="466" y="161"/>
                    </a:cubicBezTo>
                    <a:cubicBezTo>
                      <a:pt x="465" y="160"/>
                      <a:pt x="465" y="160"/>
                      <a:pt x="465" y="160"/>
                    </a:cubicBezTo>
                    <a:cubicBezTo>
                      <a:pt x="467" y="164"/>
                      <a:pt x="467" y="169"/>
                      <a:pt x="470" y="173"/>
                    </a:cubicBezTo>
                    <a:cubicBezTo>
                      <a:pt x="469" y="174"/>
                      <a:pt x="469" y="173"/>
                      <a:pt x="468" y="172"/>
                    </a:cubicBezTo>
                    <a:cubicBezTo>
                      <a:pt x="470" y="177"/>
                      <a:pt x="471" y="182"/>
                      <a:pt x="474" y="186"/>
                    </a:cubicBezTo>
                    <a:cubicBezTo>
                      <a:pt x="473" y="186"/>
                      <a:pt x="472" y="186"/>
                      <a:pt x="471" y="184"/>
                    </a:cubicBezTo>
                    <a:cubicBezTo>
                      <a:pt x="471" y="189"/>
                      <a:pt x="474" y="189"/>
                      <a:pt x="474" y="193"/>
                    </a:cubicBezTo>
                    <a:cubicBezTo>
                      <a:pt x="475" y="194"/>
                      <a:pt x="474" y="197"/>
                      <a:pt x="474" y="196"/>
                    </a:cubicBezTo>
                    <a:cubicBezTo>
                      <a:pt x="475" y="198"/>
                      <a:pt x="476" y="205"/>
                      <a:pt x="477" y="207"/>
                    </a:cubicBezTo>
                    <a:cubicBezTo>
                      <a:pt x="476" y="208"/>
                      <a:pt x="476" y="209"/>
                      <a:pt x="475" y="212"/>
                    </a:cubicBezTo>
                    <a:cubicBezTo>
                      <a:pt x="478" y="236"/>
                      <a:pt x="473" y="260"/>
                      <a:pt x="467" y="283"/>
                    </a:cubicBezTo>
                    <a:cubicBezTo>
                      <a:pt x="463" y="286"/>
                      <a:pt x="467" y="277"/>
                      <a:pt x="464" y="279"/>
                    </a:cubicBezTo>
                    <a:cubicBezTo>
                      <a:pt x="467" y="280"/>
                      <a:pt x="464" y="283"/>
                      <a:pt x="461" y="290"/>
                    </a:cubicBezTo>
                    <a:cubicBezTo>
                      <a:pt x="461" y="290"/>
                      <a:pt x="461" y="290"/>
                      <a:pt x="461" y="290"/>
                    </a:cubicBezTo>
                    <a:cubicBezTo>
                      <a:pt x="460" y="293"/>
                      <a:pt x="458" y="294"/>
                      <a:pt x="457" y="297"/>
                    </a:cubicBezTo>
                    <a:cubicBezTo>
                      <a:pt x="458" y="297"/>
                      <a:pt x="458" y="297"/>
                      <a:pt x="458" y="297"/>
                    </a:cubicBezTo>
                    <a:cubicBezTo>
                      <a:pt x="458" y="301"/>
                      <a:pt x="452" y="303"/>
                      <a:pt x="453" y="306"/>
                    </a:cubicBezTo>
                    <a:cubicBezTo>
                      <a:pt x="451" y="307"/>
                      <a:pt x="451" y="307"/>
                      <a:pt x="451" y="307"/>
                    </a:cubicBezTo>
                    <a:cubicBezTo>
                      <a:pt x="451" y="312"/>
                      <a:pt x="447" y="312"/>
                      <a:pt x="447" y="316"/>
                    </a:cubicBezTo>
                    <a:cubicBezTo>
                      <a:pt x="447" y="316"/>
                      <a:pt x="447" y="316"/>
                      <a:pt x="447" y="316"/>
                    </a:cubicBezTo>
                    <a:cubicBezTo>
                      <a:pt x="443" y="320"/>
                      <a:pt x="442" y="327"/>
                      <a:pt x="439" y="328"/>
                    </a:cubicBezTo>
                    <a:cubicBezTo>
                      <a:pt x="437" y="332"/>
                      <a:pt x="434" y="337"/>
                      <a:pt x="435" y="339"/>
                    </a:cubicBezTo>
                    <a:cubicBezTo>
                      <a:pt x="433" y="339"/>
                      <a:pt x="433" y="338"/>
                      <a:pt x="433" y="337"/>
                    </a:cubicBezTo>
                    <a:cubicBezTo>
                      <a:pt x="422" y="352"/>
                      <a:pt x="406" y="365"/>
                      <a:pt x="395" y="377"/>
                    </a:cubicBezTo>
                    <a:cubicBezTo>
                      <a:pt x="394" y="378"/>
                      <a:pt x="395" y="377"/>
                      <a:pt x="395" y="376"/>
                    </a:cubicBezTo>
                    <a:cubicBezTo>
                      <a:pt x="389" y="385"/>
                      <a:pt x="378" y="390"/>
                      <a:pt x="378" y="398"/>
                    </a:cubicBezTo>
                    <a:cubicBezTo>
                      <a:pt x="377" y="402"/>
                      <a:pt x="377" y="402"/>
                      <a:pt x="377" y="402"/>
                    </a:cubicBezTo>
                    <a:cubicBezTo>
                      <a:pt x="375" y="403"/>
                      <a:pt x="375" y="402"/>
                      <a:pt x="373" y="403"/>
                    </a:cubicBezTo>
                    <a:cubicBezTo>
                      <a:pt x="373" y="406"/>
                      <a:pt x="368" y="411"/>
                      <a:pt x="369" y="413"/>
                    </a:cubicBezTo>
                    <a:cubicBezTo>
                      <a:pt x="368" y="414"/>
                      <a:pt x="369" y="412"/>
                      <a:pt x="368" y="412"/>
                    </a:cubicBezTo>
                    <a:cubicBezTo>
                      <a:pt x="365" y="416"/>
                      <a:pt x="365" y="422"/>
                      <a:pt x="363" y="426"/>
                    </a:cubicBezTo>
                    <a:cubicBezTo>
                      <a:pt x="363" y="424"/>
                      <a:pt x="363" y="424"/>
                      <a:pt x="363" y="424"/>
                    </a:cubicBezTo>
                    <a:cubicBezTo>
                      <a:pt x="349" y="443"/>
                      <a:pt x="340" y="473"/>
                      <a:pt x="342" y="493"/>
                    </a:cubicBezTo>
                    <a:cubicBezTo>
                      <a:pt x="343" y="498"/>
                      <a:pt x="340" y="495"/>
                      <a:pt x="340" y="497"/>
                    </a:cubicBezTo>
                    <a:cubicBezTo>
                      <a:pt x="342" y="517"/>
                      <a:pt x="338" y="542"/>
                      <a:pt x="349" y="558"/>
                    </a:cubicBezTo>
                    <a:cubicBezTo>
                      <a:pt x="355" y="570"/>
                      <a:pt x="363" y="573"/>
                      <a:pt x="363" y="573"/>
                    </a:cubicBezTo>
                    <a:cubicBezTo>
                      <a:pt x="346" y="542"/>
                      <a:pt x="349" y="513"/>
                      <a:pt x="356" y="481"/>
                    </a:cubicBezTo>
                    <a:cubicBezTo>
                      <a:pt x="356" y="470"/>
                      <a:pt x="359" y="457"/>
                      <a:pt x="363" y="448"/>
                    </a:cubicBezTo>
                    <a:cubicBezTo>
                      <a:pt x="376" y="404"/>
                      <a:pt x="410" y="388"/>
                      <a:pt x="444" y="349"/>
                    </a:cubicBezTo>
                    <a:cubicBezTo>
                      <a:pt x="442" y="350"/>
                      <a:pt x="443" y="348"/>
                      <a:pt x="444" y="346"/>
                    </a:cubicBezTo>
                    <a:cubicBezTo>
                      <a:pt x="445" y="345"/>
                      <a:pt x="445" y="345"/>
                      <a:pt x="445" y="345"/>
                    </a:cubicBezTo>
                    <a:cubicBezTo>
                      <a:pt x="446" y="342"/>
                      <a:pt x="446" y="342"/>
                      <a:pt x="446" y="342"/>
                    </a:cubicBezTo>
                    <a:cubicBezTo>
                      <a:pt x="448" y="339"/>
                      <a:pt x="449" y="341"/>
                      <a:pt x="447" y="344"/>
                    </a:cubicBezTo>
                    <a:cubicBezTo>
                      <a:pt x="459" y="329"/>
                      <a:pt x="467" y="314"/>
                      <a:pt x="475" y="297"/>
                    </a:cubicBezTo>
                    <a:cubicBezTo>
                      <a:pt x="474" y="295"/>
                      <a:pt x="479" y="288"/>
                      <a:pt x="477" y="286"/>
                    </a:cubicBezTo>
                    <a:cubicBezTo>
                      <a:pt x="478" y="286"/>
                      <a:pt x="478" y="286"/>
                      <a:pt x="478" y="287"/>
                    </a:cubicBezTo>
                    <a:cubicBezTo>
                      <a:pt x="481" y="274"/>
                      <a:pt x="482" y="274"/>
                      <a:pt x="487" y="263"/>
                    </a:cubicBezTo>
                    <a:cubicBezTo>
                      <a:pt x="501" y="211"/>
                      <a:pt x="485" y="161"/>
                      <a:pt x="463" y="118"/>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4" name="Rectangle 77"/>
              <p:cNvSpPr>
                <a:spLocks noChangeArrowheads="1"/>
              </p:cNvSpPr>
              <p:nvPr/>
            </p:nvSpPr>
            <p:spPr bwMode="auto">
              <a:xfrm>
                <a:off x="4586" y="1893"/>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5" name="Freeform 78"/>
              <p:cNvSpPr/>
              <p:nvPr/>
            </p:nvSpPr>
            <p:spPr bwMode="auto">
              <a:xfrm>
                <a:off x="3937" y="2817"/>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6" name="Freeform 79"/>
              <p:cNvSpPr/>
              <p:nvPr/>
            </p:nvSpPr>
            <p:spPr bwMode="auto">
              <a:xfrm>
                <a:off x="4629" y="1859"/>
                <a:ext cx="2" cy="2"/>
              </a:xfrm>
              <a:custGeom>
                <a:avLst/>
                <a:gdLst>
                  <a:gd name="T0" fmla="*/ 2 w 2"/>
                  <a:gd name="T1" fmla="*/ 2 h 2"/>
                  <a:gd name="T2" fmla="*/ 2 w 2"/>
                  <a:gd name="T3" fmla="*/ 2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2"/>
                    </a:lnTo>
                    <a:lnTo>
                      <a:pt x="0" y="0"/>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7" name="Freeform 80"/>
              <p:cNvSpPr/>
              <p:nvPr/>
            </p:nvSpPr>
            <p:spPr bwMode="auto">
              <a:xfrm>
                <a:off x="3967" y="28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8" name="Freeform 81"/>
              <p:cNvSpPr/>
              <p:nvPr/>
            </p:nvSpPr>
            <p:spPr bwMode="auto">
              <a:xfrm>
                <a:off x="4618" y="1878"/>
                <a:ext cx="2" cy="4"/>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0"/>
                      <a:pt x="1" y="2"/>
                      <a:pt x="1" y="2"/>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9" name="Freeform 82"/>
              <p:cNvSpPr/>
              <p:nvPr/>
            </p:nvSpPr>
            <p:spPr bwMode="auto">
              <a:xfrm>
                <a:off x="3814" y="226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0" name="Freeform 83"/>
              <p:cNvSpPr/>
              <p:nvPr/>
            </p:nvSpPr>
            <p:spPr bwMode="auto">
              <a:xfrm>
                <a:off x="3876" y="243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1" name="Freeform 84"/>
              <p:cNvSpPr/>
              <p:nvPr/>
            </p:nvSpPr>
            <p:spPr bwMode="auto">
              <a:xfrm>
                <a:off x="4618" y="187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2" name="Freeform 85"/>
              <p:cNvSpPr/>
              <p:nvPr/>
            </p:nvSpPr>
            <p:spPr bwMode="auto">
              <a:xfrm>
                <a:off x="3801" y="227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3" name="Freeform 86"/>
              <p:cNvSpPr/>
              <p:nvPr/>
            </p:nvSpPr>
            <p:spPr bwMode="auto">
              <a:xfrm>
                <a:off x="3808" y="2266"/>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0"/>
                      <a:pt x="1" y="1"/>
                      <a:pt x="1"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4" name="Freeform 87"/>
              <p:cNvSpPr/>
              <p:nvPr/>
            </p:nvSpPr>
            <p:spPr bwMode="auto">
              <a:xfrm>
                <a:off x="3878" y="2393"/>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5" name="Freeform 88"/>
              <p:cNvSpPr/>
              <p:nvPr/>
            </p:nvSpPr>
            <p:spPr bwMode="auto">
              <a:xfrm>
                <a:off x="3810" y="2266"/>
                <a:ext cx="6" cy="0"/>
              </a:xfrm>
              <a:custGeom>
                <a:avLst/>
                <a:gdLst>
                  <a:gd name="T0" fmla="*/ 1 w 3"/>
                  <a:gd name="T1" fmla="*/ 0 w 3"/>
                  <a:gd name="T2" fmla="*/ 1 w 3"/>
                </a:gdLst>
                <a:ahLst/>
                <a:cxnLst>
                  <a:cxn ang="0">
                    <a:pos x="T0" y="0"/>
                  </a:cxn>
                  <a:cxn ang="0">
                    <a:pos x="T1" y="0"/>
                  </a:cxn>
                  <a:cxn ang="0">
                    <a:pos x="T2" y="0"/>
                  </a:cxn>
                </a:cxnLst>
                <a:rect l="0" t="0" r="r" b="b"/>
                <a:pathLst>
                  <a:path w="3">
                    <a:moveTo>
                      <a:pt x="1" y="0"/>
                    </a:moveTo>
                    <a:cubicBezTo>
                      <a:pt x="0" y="0"/>
                      <a:pt x="0" y="0"/>
                      <a:pt x="0" y="0"/>
                    </a:cubicBezTo>
                    <a:cubicBezTo>
                      <a:pt x="3"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6" name="Freeform 89"/>
              <p:cNvSpPr/>
              <p:nvPr/>
            </p:nvSpPr>
            <p:spPr bwMode="auto">
              <a:xfrm>
                <a:off x="3935" y="224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7" name="Freeform 90"/>
              <p:cNvSpPr/>
              <p:nvPr/>
            </p:nvSpPr>
            <p:spPr bwMode="auto">
              <a:xfrm>
                <a:off x="3876" y="2213"/>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8" name="Oval 91"/>
              <p:cNvSpPr>
                <a:spLocks noChangeArrowheads="1"/>
              </p:cNvSpPr>
              <p:nvPr/>
            </p:nvSpPr>
            <p:spPr bwMode="auto">
              <a:xfrm>
                <a:off x="3814" y="2266"/>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9" name="Freeform 92"/>
              <p:cNvSpPr/>
              <p:nvPr/>
            </p:nvSpPr>
            <p:spPr bwMode="auto">
              <a:xfrm>
                <a:off x="3801" y="2007"/>
                <a:ext cx="5" cy="7"/>
              </a:xfrm>
              <a:custGeom>
                <a:avLst/>
                <a:gdLst>
                  <a:gd name="T0" fmla="*/ 1 w 2"/>
                  <a:gd name="T1" fmla="*/ 0 h 3"/>
                  <a:gd name="T2" fmla="*/ 2 w 2"/>
                  <a:gd name="T3" fmla="*/ 3 h 3"/>
                  <a:gd name="T4" fmla="*/ 1 w 2"/>
                  <a:gd name="T5" fmla="*/ 2 h 3"/>
                  <a:gd name="T6" fmla="*/ 1 w 2"/>
                  <a:gd name="T7" fmla="*/ 0 h 3"/>
                </a:gdLst>
                <a:ahLst/>
                <a:cxnLst>
                  <a:cxn ang="0">
                    <a:pos x="T0" y="T1"/>
                  </a:cxn>
                  <a:cxn ang="0">
                    <a:pos x="T2" y="T3"/>
                  </a:cxn>
                  <a:cxn ang="0">
                    <a:pos x="T4" y="T5"/>
                  </a:cxn>
                  <a:cxn ang="0">
                    <a:pos x="T6" y="T7"/>
                  </a:cxn>
                </a:cxnLst>
                <a:rect l="0" t="0" r="r" b="b"/>
                <a:pathLst>
                  <a:path w="2" h="3">
                    <a:moveTo>
                      <a:pt x="1" y="0"/>
                    </a:moveTo>
                    <a:cubicBezTo>
                      <a:pt x="0" y="0"/>
                      <a:pt x="0" y="1"/>
                      <a:pt x="2" y="3"/>
                    </a:cubicBezTo>
                    <a:cubicBezTo>
                      <a:pt x="1" y="2"/>
                      <a:pt x="1" y="2"/>
                      <a:pt x="1" y="2"/>
                    </a:cubicBezTo>
                    <a:cubicBezTo>
                      <a:pt x="1" y="1"/>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0" name="Freeform 93"/>
              <p:cNvSpPr/>
              <p:nvPr/>
            </p:nvSpPr>
            <p:spPr bwMode="auto">
              <a:xfrm>
                <a:off x="3837" y="24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1" name="Freeform 94"/>
              <p:cNvSpPr/>
              <p:nvPr/>
            </p:nvSpPr>
            <p:spPr bwMode="auto">
              <a:xfrm>
                <a:off x="4398" y="2296"/>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2" name="Freeform 95"/>
              <p:cNvSpPr/>
              <p:nvPr/>
            </p:nvSpPr>
            <p:spPr bwMode="auto">
              <a:xfrm>
                <a:off x="4376" y="2249"/>
                <a:ext cx="227" cy="119"/>
              </a:xfrm>
              <a:custGeom>
                <a:avLst/>
                <a:gdLst>
                  <a:gd name="T0" fmla="*/ 90 w 107"/>
                  <a:gd name="T1" fmla="*/ 34 h 56"/>
                  <a:gd name="T2" fmla="*/ 75 w 107"/>
                  <a:gd name="T3" fmla="*/ 23 h 56"/>
                  <a:gd name="T4" fmla="*/ 59 w 107"/>
                  <a:gd name="T5" fmla="*/ 22 h 56"/>
                  <a:gd name="T6" fmla="*/ 54 w 107"/>
                  <a:gd name="T7" fmla="*/ 18 h 56"/>
                  <a:gd name="T8" fmla="*/ 44 w 107"/>
                  <a:gd name="T9" fmla="*/ 13 h 56"/>
                  <a:gd name="T10" fmla="*/ 37 w 107"/>
                  <a:gd name="T11" fmla="*/ 9 h 56"/>
                  <a:gd name="T12" fmla="*/ 30 w 107"/>
                  <a:gd name="T13" fmla="*/ 11 h 56"/>
                  <a:gd name="T14" fmla="*/ 20 w 107"/>
                  <a:gd name="T15" fmla="*/ 8 h 56"/>
                  <a:gd name="T16" fmla="*/ 15 w 107"/>
                  <a:gd name="T17" fmla="*/ 6 h 56"/>
                  <a:gd name="T18" fmla="*/ 9 w 107"/>
                  <a:gd name="T19" fmla="*/ 1 h 56"/>
                  <a:gd name="T20" fmla="*/ 6 w 107"/>
                  <a:gd name="T21" fmla="*/ 1 h 56"/>
                  <a:gd name="T22" fmla="*/ 3 w 107"/>
                  <a:gd name="T23" fmla="*/ 3 h 56"/>
                  <a:gd name="T24" fmla="*/ 0 w 107"/>
                  <a:gd name="T25" fmla="*/ 5 h 56"/>
                  <a:gd name="T26" fmla="*/ 1 w 107"/>
                  <a:gd name="T27" fmla="*/ 8 h 56"/>
                  <a:gd name="T28" fmla="*/ 6 w 107"/>
                  <a:gd name="T29" fmla="*/ 9 h 56"/>
                  <a:gd name="T30" fmla="*/ 8 w 107"/>
                  <a:gd name="T31" fmla="*/ 14 h 56"/>
                  <a:gd name="T32" fmla="*/ 3 w 107"/>
                  <a:gd name="T33" fmla="*/ 19 h 56"/>
                  <a:gd name="T34" fmla="*/ 5 w 107"/>
                  <a:gd name="T35" fmla="*/ 20 h 56"/>
                  <a:gd name="T36" fmla="*/ 8 w 107"/>
                  <a:gd name="T37" fmla="*/ 18 h 56"/>
                  <a:gd name="T38" fmla="*/ 8 w 107"/>
                  <a:gd name="T39" fmla="*/ 20 h 56"/>
                  <a:gd name="T40" fmla="*/ 12 w 107"/>
                  <a:gd name="T41" fmla="*/ 17 h 56"/>
                  <a:gd name="T42" fmla="*/ 11 w 107"/>
                  <a:gd name="T43" fmla="*/ 22 h 56"/>
                  <a:gd name="T44" fmla="*/ 11 w 107"/>
                  <a:gd name="T45" fmla="*/ 25 h 56"/>
                  <a:gd name="T46" fmla="*/ 13 w 107"/>
                  <a:gd name="T47" fmla="*/ 23 h 56"/>
                  <a:gd name="T48" fmla="*/ 14 w 107"/>
                  <a:gd name="T49" fmla="*/ 25 h 56"/>
                  <a:gd name="T50" fmla="*/ 17 w 107"/>
                  <a:gd name="T51" fmla="*/ 22 h 56"/>
                  <a:gd name="T52" fmla="*/ 21 w 107"/>
                  <a:gd name="T53" fmla="*/ 18 h 56"/>
                  <a:gd name="T54" fmla="*/ 20 w 107"/>
                  <a:gd name="T55" fmla="*/ 23 h 56"/>
                  <a:gd name="T56" fmla="*/ 24 w 107"/>
                  <a:gd name="T57" fmla="*/ 26 h 56"/>
                  <a:gd name="T58" fmla="*/ 26 w 107"/>
                  <a:gd name="T59" fmla="*/ 27 h 56"/>
                  <a:gd name="T60" fmla="*/ 28 w 107"/>
                  <a:gd name="T61" fmla="*/ 27 h 56"/>
                  <a:gd name="T62" fmla="*/ 33 w 107"/>
                  <a:gd name="T63" fmla="*/ 29 h 56"/>
                  <a:gd name="T64" fmla="*/ 35 w 107"/>
                  <a:gd name="T65" fmla="*/ 30 h 56"/>
                  <a:gd name="T66" fmla="*/ 36 w 107"/>
                  <a:gd name="T67" fmla="*/ 30 h 56"/>
                  <a:gd name="T68" fmla="*/ 38 w 107"/>
                  <a:gd name="T69" fmla="*/ 28 h 56"/>
                  <a:gd name="T70" fmla="*/ 39 w 107"/>
                  <a:gd name="T71" fmla="*/ 31 h 56"/>
                  <a:gd name="T72" fmla="*/ 41 w 107"/>
                  <a:gd name="T73" fmla="*/ 30 h 56"/>
                  <a:gd name="T74" fmla="*/ 44 w 107"/>
                  <a:gd name="T75" fmla="*/ 33 h 56"/>
                  <a:gd name="T76" fmla="*/ 48 w 107"/>
                  <a:gd name="T77" fmla="*/ 34 h 56"/>
                  <a:gd name="T78" fmla="*/ 50 w 107"/>
                  <a:gd name="T79" fmla="*/ 37 h 56"/>
                  <a:gd name="T80" fmla="*/ 52 w 107"/>
                  <a:gd name="T81" fmla="*/ 36 h 56"/>
                  <a:gd name="T82" fmla="*/ 52 w 107"/>
                  <a:gd name="T83" fmla="*/ 37 h 56"/>
                  <a:gd name="T84" fmla="*/ 55 w 107"/>
                  <a:gd name="T85" fmla="*/ 37 h 56"/>
                  <a:gd name="T86" fmla="*/ 58 w 107"/>
                  <a:gd name="T87" fmla="*/ 38 h 56"/>
                  <a:gd name="T88" fmla="*/ 61 w 107"/>
                  <a:gd name="T89" fmla="*/ 38 h 56"/>
                  <a:gd name="T90" fmla="*/ 67 w 107"/>
                  <a:gd name="T91" fmla="*/ 33 h 56"/>
                  <a:gd name="T92" fmla="*/ 67 w 107"/>
                  <a:gd name="T93" fmla="*/ 38 h 56"/>
                  <a:gd name="T94" fmla="*/ 71 w 107"/>
                  <a:gd name="T95" fmla="*/ 39 h 56"/>
                  <a:gd name="T96" fmla="*/ 73 w 107"/>
                  <a:gd name="T97" fmla="*/ 40 h 56"/>
                  <a:gd name="T98" fmla="*/ 79 w 107"/>
                  <a:gd name="T99" fmla="*/ 44 h 56"/>
                  <a:gd name="T100" fmla="*/ 81 w 107"/>
                  <a:gd name="T101" fmla="*/ 46 h 56"/>
                  <a:gd name="T102" fmla="*/ 90 w 107"/>
                  <a:gd name="T103" fmla="*/ 46 h 56"/>
                  <a:gd name="T104" fmla="*/ 93 w 107"/>
                  <a:gd name="T105" fmla="*/ 4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56">
                    <a:moveTo>
                      <a:pt x="102" y="41"/>
                    </a:moveTo>
                    <a:cubicBezTo>
                      <a:pt x="101" y="41"/>
                      <a:pt x="100" y="41"/>
                      <a:pt x="100" y="40"/>
                    </a:cubicBezTo>
                    <a:cubicBezTo>
                      <a:pt x="96" y="38"/>
                      <a:pt x="96" y="32"/>
                      <a:pt x="92" y="32"/>
                    </a:cubicBezTo>
                    <a:cubicBezTo>
                      <a:pt x="91" y="33"/>
                      <a:pt x="91" y="34"/>
                      <a:pt x="90" y="34"/>
                    </a:cubicBezTo>
                    <a:cubicBezTo>
                      <a:pt x="91" y="33"/>
                      <a:pt x="91" y="33"/>
                      <a:pt x="91" y="33"/>
                    </a:cubicBezTo>
                    <a:cubicBezTo>
                      <a:pt x="90" y="34"/>
                      <a:pt x="90" y="34"/>
                      <a:pt x="90" y="34"/>
                    </a:cubicBezTo>
                    <a:cubicBezTo>
                      <a:pt x="89" y="34"/>
                      <a:pt x="90" y="33"/>
                      <a:pt x="91" y="33"/>
                    </a:cubicBezTo>
                    <a:cubicBezTo>
                      <a:pt x="89" y="32"/>
                      <a:pt x="88" y="32"/>
                      <a:pt x="87" y="31"/>
                    </a:cubicBezTo>
                    <a:cubicBezTo>
                      <a:pt x="86" y="32"/>
                      <a:pt x="86" y="30"/>
                      <a:pt x="85" y="32"/>
                    </a:cubicBezTo>
                    <a:cubicBezTo>
                      <a:pt x="86" y="31"/>
                      <a:pt x="86" y="31"/>
                      <a:pt x="86" y="31"/>
                    </a:cubicBezTo>
                    <a:cubicBezTo>
                      <a:pt x="84" y="32"/>
                      <a:pt x="84" y="32"/>
                      <a:pt x="85" y="29"/>
                    </a:cubicBezTo>
                    <a:cubicBezTo>
                      <a:pt x="82" y="25"/>
                      <a:pt x="78" y="26"/>
                      <a:pt x="75" y="23"/>
                    </a:cubicBezTo>
                    <a:cubicBezTo>
                      <a:pt x="72" y="22"/>
                      <a:pt x="68" y="22"/>
                      <a:pt x="64" y="21"/>
                    </a:cubicBezTo>
                    <a:cubicBezTo>
                      <a:pt x="62" y="24"/>
                      <a:pt x="62" y="23"/>
                      <a:pt x="60" y="25"/>
                    </a:cubicBezTo>
                    <a:cubicBezTo>
                      <a:pt x="61" y="24"/>
                      <a:pt x="61" y="24"/>
                      <a:pt x="61" y="24"/>
                    </a:cubicBezTo>
                    <a:cubicBezTo>
                      <a:pt x="60" y="25"/>
                      <a:pt x="60" y="24"/>
                      <a:pt x="60" y="22"/>
                    </a:cubicBezTo>
                    <a:cubicBezTo>
                      <a:pt x="60" y="23"/>
                      <a:pt x="60" y="22"/>
                      <a:pt x="59" y="24"/>
                    </a:cubicBezTo>
                    <a:cubicBezTo>
                      <a:pt x="58" y="26"/>
                      <a:pt x="60" y="21"/>
                      <a:pt x="59" y="22"/>
                    </a:cubicBezTo>
                    <a:cubicBezTo>
                      <a:pt x="60" y="21"/>
                      <a:pt x="59" y="23"/>
                      <a:pt x="59" y="22"/>
                    </a:cubicBezTo>
                    <a:cubicBezTo>
                      <a:pt x="57" y="24"/>
                      <a:pt x="60" y="22"/>
                      <a:pt x="59" y="19"/>
                    </a:cubicBezTo>
                    <a:cubicBezTo>
                      <a:pt x="57" y="19"/>
                      <a:pt x="55" y="20"/>
                      <a:pt x="54" y="19"/>
                    </a:cubicBezTo>
                    <a:cubicBezTo>
                      <a:pt x="54" y="19"/>
                      <a:pt x="54" y="20"/>
                      <a:pt x="54" y="20"/>
                    </a:cubicBezTo>
                    <a:cubicBezTo>
                      <a:pt x="55" y="17"/>
                      <a:pt x="53" y="21"/>
                      <a:pt x="53" y="19"/>
                    </a:cubicBezTo>
                    <a:cubicBezTo>
                      <a:pt x="53" y="19"/>
                      <a:pt x="53" y="19"/>
                      <a:pt x="54" y="18"/>
                    </a:cubicBezTo>
                    <a:cubicBezTo>
                      <a:pt x="54" y="17"/>
                      <a:pt x="52" y="18"/>
                      <a:pt x="52" y="17"/>
                    </a:cubicBezTo>
                    <a:cubicBezTo>
                      <a:pt x="51" y="18"/>
                      <a:pt x="52" y="15"/>
                      <a:pt x="51" y="16"/>
                    </a:cubicBezTo>
                    <a:cubicBezTo>
                      <a:pt x="51" y="15"/>
                      <a:pt x="51" y="15"/>
                      <a:pt x="51" y="15"/>
                    </a:cubicBezTo>
                    <a:cubicBezTo>
                      <a:pt x="49" y="18"/>
                      <a:pt x="50" y="13"/>
                      <a:pt x="49" y="15"/>
                    </a:cubicBezTo>
                    <a:cubicBezTo>
                      <a:pt x="49" y="14"/>
                      <a:pt x="49" y="14"/>
                      <a:pt x="49" y="14"/>
                    </a:cubicBezTo>
                    <a:cubicBezTo>
                      <a:pt x="47" y="14"/>
                      <a:pt x="46" y="12"/>
                      <a:pt x="44" y="13"/>
                    </a:cubicBezTo>
                    <a:cubicBezTo>
                      <a:pt x="43" y="13"/>
                      <a:pt x="43" y="10"/>
                      <a:pt x="41" y="11"/>
                    </a:cubicBezTo>
                    <a:cubicBezTo>
                      <a:pt x="40" y="12"/>
                      <a:pt x="40" y="12"/>
                      <a:pt x="40" y="12"/>
                    </a:cubicBezTo>
                    <a:cubicBezTo>
                      <a:pt x="40" y="12"/>
                      <a:pt x="41" y="11"/>
                      <a:pt x="41" y="11"/>
                    </a:cubicBezTo>
                    <a:cubicBezTo>
                      <a:pt x="40" y="12"/>
                      <a:pt x="40" y="10"/>
                      <a:pt x="39" y="10"/>
                    </a:cubicBezTo>
                    <a:cubicBezTo>
                      <a:pt x="39" y="10"/>
                      <a:pt x="39" y="10"/>
                      <a:pt x="39" y="11"/>
                    </a:cubicBezTo>
                    <a:cubicBezTo>
                      <a:pt x="39" y="9"/>
                      <a:pt x="37" y="11"/>
                      <a:pt x="37" y="9"/>
                    </a:cubicBezTo>
                    <a:cubicBezTo>
                      <a:pt x="35" y="12"/>
                      <a:pt x="35" y="11"/>
                      <a:pt x="35" y="11"/>
                    </a:cubicBezTo>
                    <a:cubicBezTo>
                      <a:pt x="35" y="11"/>
                      <a:pt x="35" y="10"/>
                      <a:pt x="35" y="10"/>
                    </a:cubicBezTo>
                    <a:cubicBezTo>
                      <a:pt x="35" y="10"/>
                      <a:pt x="34" y="10"/>
                      <a:pt x="34" y="9"/>
                    </a:cubicBezTo>
                    <a:cubicBezTo>
                      <a:pt x="34" y="9"/>
                      <a:pt x="33" y="11"/>
                      <a:pt x="33" y="10"/>
                    </a:cubicBezTo>
                    <a:cubicBezTo>
                      <a:pt x="34" y="8"/>
                      <a:pt x="32" y="10"/>
                      <a:pt x="32" y="9"/>
                    </a:cubicBezTo>
                    <a:cubicBezTo>
                      <a:pt x="31" y="10"/>
                      <a:pt x="30" y="12"/>
                      <a:pt x="30" y="11"/>
                    </a:cubicBezTo>
                    <a:cubicBezTo>
                      <a:pt x="32" y="8"/>
                      <a:pt x="32" y="8"/>
                      <a:pt x="32" y="8"/>
                    </a:cubicBezTo>
                    <a:cubicBezTo>
                      <a:pt x="30" y="9"/>
                      <a:pt x="30" y="6"/>
                      <a:pt x="27" y="8"/>
                    </a:cubicBezTo>
                    <a:cubicBezTo>
                      <a:pt x="28" y="7"/>
                      <a:pt x="28" y="7"/>
                      <a:pt x="28" y="7"/>
                    </a:cubicBezTo>
                    <a:cubicBezTo>
                      <a:pt x="26" y="8"/>
                      <a:pt x="25" y="5"/>
                      <a:pt x="23" y="7"/>
                    </a:cubicBezTo>
                    <a:cubicBezTo>
                      <a:pt x="23" y="6"/>
                      <a:pt x="23" y="6"/>
                      <a:pt x="22" y="5"/>
                    </a:cubicBezTo>
                    <a:cubicBezTo>
                      <a:pt x="21" y="7"/>
                      <a:pt x="21" y="6"/>
                      <a:pt x="20" y="8"/>
                    </a:cubicBezTo>
                    <a:cubicBezTo>
                      <a:pt x="19" y="8"/>
                      <a:pt x="20" y="7"/>
                      <a:pt x="20" y="6"/>
                    </a:cubicBezTo>
                    <a:cubicBezTo>
                      <a:pt x="20" y="6"/>
                      <a:pt x="21" y="3"/>
                      <a:pt x="19" y="5"/>
                    </a:cubicBezTo>
                    <a:cubicBezTo>
                      <a:pt x="20" y="4"/>
                      <a:pt x="20" y="4"/>
                      <a:pt x="20" y="4"/>
                    </a:cubicBezTo>
                    <a:cubicBezTo>
                      <a:pt x="18" y="5"/>
                      <a:pt x="17" y="6"/>
                      <a:pt x="17" y="5"/>
                    </a:cubicBezTo>
                    <a:cubicBezTo>
                      <a:pt x="16" y="6"/>
                      <a:pt x="16" y="6"/>
                      <a:pt x="15" y="7"/>
                    </a:cubicBezTo>
                    <a:cubicBezTo>
                      <a:pt x="15" y="7"/>
                      <a:pt x="16" y="5"/>
                      <a:pt x="15" y="6"/>
                    </a:cubicBezTo>
                    <a:cubicBezTo>
                      <a:pt x="16" y="5"/>
                      <a:pt x="16" y="5"/>
                      <a:pt x="16" y="5"/>
                    </a:cubicBezTo>
                    <a:cubicBezTo>
                      <a:pt x="16" y="4"/>
                      <a:pt x="14" y="4"/>
                      <a:pt x="13" y="4"/>
                    </a:cubicBezTo>
                    <a:cubicBezTo>
                      <a:pt x="14" y="2"/>
                      <a:pt x="11" y="4"/>
                      <a:pt x="12" y="2"/>
                    </a:cubicBezTo>
                    <a:cubicBezTo>
                      <a:pt x="11" y="3"/>
                      <a:pt x="11" y="1"/>
                      <a:pt x="9" y="4"/>
                    </a:cubicBezTo>
                    <a:cubicBezTo>
                      <a:pt x="10" y="3"/>
                      <a:pt x="10" y="3"/>
                      <a:pt x="10" y="3"/>
                    </a:cubicBezTo>
                    <a:cubicBezTo>
                      <a:pt x="9" y="2"/>
                      <a:pt x="9" y="2"/>
                      <a:pt x="9" y="1"/>
                    </a:cubicBezTo>
                    <a:cubicBezTo>
                      <a:pt x="8" y="0"/>
                      <a:pt x="7" y="2"/>
                      <a:pt x="7" y="3"/>
                    </a:cubicBezTo>
                    <a:cubicBezTo>
                      <a:pt x="7" y="1"/>
                      <a:pt x="7" y="1"/>
                      <a:pt x="7" y="1"/>
                    </a:cubicBezTo>
                    <a:cubicBezTo>
                      <a:pt x="7" y="2"/>
                      <a:pt x="5" y="4"/>
                      <a:pt x="4" y="5"/>
                    </a:cubicBezTo>
                    <a:cubicBezTo>
                      <a:pt x="5" y="4"/>
                      <a:pt x="4" y="5"/>
                      <a:pt x="4" y="4"/>
                    </a:cubicBezTo>
                    <a:cubicBezTo>
                      <a:pt x="5" y="3"/>
                      <a:pt x="6" y="2"/>
                      <a:pt x="7" y="1"/>
                    </a:cubicBezTo>
                    <a:cubicBezTo>
                      <a:pt x="7" y="0"/>
                      <a:pt x="5" y="3"/>
                      <a:pt x="6" y="1"/>
                    </a:cubicBezTo>
                    <a:cubicBezTo>
                      <a:pt x="6" y="0"/>
                      <a:pt x="5" y="0"/>
                      <a:pt x="4" y="2"/>
                    </a:cubicBezTo>
                    <a:cubicBezTo>
                      <a:pt x="5" y="1"/>
                      <a:pt x="5" y="1"/>
                      <a:pt x="5" y="0"/>
                    </a:cubicBezTo>
                    <a:cubicBezTo>
                      <a:pt x="5" y="0"/>
                      <a:pt x="5" y="0"/>
                      <a:pt x="4" y="1"/>
                    </a:cubicBezTo>
                    <a:cubicBezTo>
                      <a:pt x="4" y="1"/>
                      <a:pt x="4" y="1"/>
                      <a:pt x="4" y="1"/>
                    </a:cubicBezTo>
                    <a:cubicBezTo>
                      <a:pt x="3" y="2"/>
                      <a:pt x="3" y="2"/>
                      <a:pt x="2" y="4"/>
                    </a:cubicBezTo>
                    <a:cubicBezTo>
                      <a:pt x="2" y="3"/>
                      <a:pt x="3" y="3"/>
                      <a:pt x="3" y="3"/>
                    </a:cubicBezTo>
                    <a:cubicBezTo>
                      <a:pt x="2" y="4"/>
                      <a:pt x="1" y="5"/>
                      <a:pt x="2" y="3"/>
                    </a:cubicBezTo>
                    <a:cubicBezTo>
                      <a:pt x="2" y="2"/>
                      <a:pt x="3" y="2"/>
                      <a:pt x="4" y="1"/>
                    </a:cubicBezTo>
                    <a:cubicBezTo>
                      <a:pt x="1" y="3"/>
                      <a:pt x="1" y="3"/>
                      <a:pt x="1" y="3"/>
                    </a:cubicBezTo>
                    <a:cubicBezTo>
                      <a:pt x="2" y="2"/>
                      <a:pt x="1" y="3"/>
                      <a:pt x="0" y="5"/>
                    </a:cubicBezTo>
                    <a:cubicBezTo>
                      <a:pt x="1" y="4"/>
                      <a:pt x="1" y="4"/>
                      <a:pt x="1" y="4"/>
                    </a:cubicBezTo>
                    <a:cubicBezTo>
                      <a:pt x="0" y="5"/>
                      <a:pt x="0" y="5"/>
                      <a:pt x="0" y="5"/>
                    </a:cubicBezTo>
                    <a:cubicBezTo>
                      <a:pt x="1" y="5"/>
                      <a:pt x="0" y="6"/>
                      <a:pt x="2" y="6"/>
                    </a:cubicBezTo>
                    <a:cubicBezTo>
                      <a:pt x="2" y="4"/>
                      <a:pt x="2" y="4"/>
                      <a:pt x="2" y="4"/>
                    </a:cubicBezTo>
                    <a:cubicBezTo>
                      <a:pt x="3" y="4"/>
                      <a:pt x="4" y="3"/>
                      <a:pt x="3" y="4"/>
                    </a:cubicBezTo>
                    <a:cubicBezTo>
                      <a:pt x="2" y="6"/>
                      <a:pt x="2" y="6"/>
                      <a:pt x="2" y="6"/>
                    </a:cubicBezTo>
                    <a:cubicBezTo>
                      <a:pt x="2" y="6"/>
                      <a:pt x="3" y="6"/>
                      <a:pt x="3" y="6"/>
                    </a:cubicBezTo>
                    <a:cubicBezTo>
                      <a:pt x="1" y="8"/>
                      <a:pt x="1" y="8"/>
                      <a:pt x="1" y="8"/>
                    </a:cubicBezTo>
                    <a:cubicBezTo>
                      <a:pt x="3" y="5"/>
                      <a:pt x="3" y="7"/>
                      <a:pt x="3" y="7"/>
                    </a:cubicBezTo>
                    <a:cubicBezTo>
                      <a:pt x="3" y="7"/>
                      <a:pt x="3" y="7"/>
                      <a:pt x="3" y="7"/>
                    </a:cubicBezTo>
                    <a:cubicBezTo>
                      <a:pt x="2" y="9"/>
                      <a:pt x="3" y="6"/>
                      <a:pt x="4" y="6"/>
                    </a:cubicBezTo>
                    <a:cubicBezTo>
                      <a:pt x="4" y="7"/>
                      <a:pt x="2" y="9"/>
                      <a:pt x="2" y="10"/>
                    </a:cubicBezTo>
                    <a:cubicBezTo>
                      <a:pt x="2" y="10"/>
                      <a:pt x="4" y="9"/>
                      <a:pt x="3" y="11"/>
                    </a:cubicBezTo>
                    <a:cubicBezTo>
                      <a:pt x="4" y="10"/>
                      <a:pt x="5" y="10"/>
                      <a:pt x="6" y="9"/>
                    </a:cubicBezTo>
                    <a:cubicBezTo>
                      <a:pt x="6" y="9"/>
                      <a:pt x="4" y="11"/>
                      <a:pt x="5" y="11"/>
                    </a:cubicBezTo>
                    <a:cubicBezTo>
                      <a:pt x="5" y="11"/>
                      <a:pt x="4" y="12"/>
                      <a:pt x="4" y="13"/>
                    </a:cubicBezTo>
                    <a:cubicBezTo>
                      <a:pt x="5" y="12"/>
                      <a:pt x="4" y="13"/>
                      <a:pt x="5" y="11"/>
                    </a:cubicBezTo>
                    <a:cubicBezTo>
                      <a:pt x="6" y="12"/>
                      <a:pt x="6" y="13"/>
                      <a:pt x="7" y="12"/>
                    </a:cubicBezTo>
                    <a:cubicBezTo>
                      <a:pt x="7" y="12"/>
                      <a:pt x="6" y="14"/>
                      <a:pt x="5" y="15"/>
                    </a:cubicBezTo>
                    <a:cubicBezTo>
                      <a:pt x="6" y="13"/>
                      <a:pt x="7" y="13"/>
                      <a:pt x="8" y="14"/>
                    </a:cubicBezTo>
                    <a:cubicBezTo>
                      <a:pt x="9" y="12"/>
                      <a:pt x="8" y="12"/>
                      <a:pt x="9" y="11"/>
                    </a:cubicBezTo>
                    <a:cubicBezTo>
                      <a:pt x="10" y="10"/>
                      <a:pt x="10" y="10"/>
                      <a:pt x="10" y="10"/>
                    </a:cubicBezTo>
                    <a:cubicBezTo>
                      <a:pt x="9" y="11"/>
                      <a:pt x="8" y="14"/>
                      <a:pt x="8" y="14"/>
                    </a:cubicBezTo>
                    <a:cubicBezTo>
                      <a:pt x="6" y="16"/>
                      <a:pt x="8" y="13"/>
                      <a:pt x="6" y="16"/>
                    </a:cubicBezTo>
                    <a:cubicBezTo>
                      <a:pt x="5" y="18"/>
                      <a:pt x="4" y="17"/>
                      <a:pt x="5" y="16"/>
                    </a:cubicBezTo>
                    <a:cubicBezTo>
                      <a:pt x="3" y="18"/>
                      <a:pt x="5" y="17"/>
                      <a:pt x="3" y="19"/>
                    </a:cubicBezTo>
                    <a:cubicBezTo>
                      <a:pt x="4" y="19"/>
                      <a:pt x="5" y="18"/>
                      <a:pt x="5" y="18"/>
                    </a:cubicBezTo>
                    <a:cubicBezTo>
                      <a:pt x="6" y="17"/>
                      <a:pt x="6" y="16"/>
                      <a:pt x="7" y="16"/>
                    </a:cubicBezTo>
                    <a:cubicBezTo>
                      <a:pt x="8" y="14"/>
                      <a:pt x="6" y="17"/>
                      <a:pt x="6" y="18"/>
                    </a:cubicBezTo>
                    <a:cubicBezTo>
                      <a:pt x="6" y="18"/>
                      <a:pt x="6" y="18"/>
                      <a:pt x="6" y="18"/>
                    </a:cubicBezTo>
                    <a:cubicBezTo>
                      <a:pt x="6" y="19"/>
                      <a:pt x="7" y="18"/>
                      <a:pt x="7" y="18"/>
                    </a:cubicBezTo>
                    <a:cubicBezTo>
                      <a:pt x="5" y="21"/>
                      <a:pt x="6" y="18"/>
                      <a:pt x="5" y="20"/>
                    </a:cubicBezTo>
                    <a:cubicBezTo>
                      <a:pt x="4" y="22"/>
                      <a:pt x="4" y="22"/>
                      <a:pt x="4" y="22"/>
                    </a:cubicBezTo>
                    <a:cubicBezTo>
                      <a:pt x="4" y="22"/>
                      <a:pt x="6" y="19"/>
                      <a:pt x="6" y="20"/>
                    </a:cubicBezTo>
                    <a:cubicBezTo>
                      <a:pt x="5" y="21"/>
                      <a:pt x="5" y="21"/>
                      <a:pt x="5" y="21"/>
                    </a:cubicBezTo>
                    <a:cubicBezTo>
                      <a:pt x="6" y="21"/>
                      <a:pt x="6" y="21"/>
                      <a:pt x="6" y="21"/>
                    </a:cubicBezTo>
                    <a:cubicBezTo>
                      <a:pt x="6" y="20"/>
                      <a:pt x="7" y="18"/>
                      <a:pt x="7" y="18"/>
                    </a:cubicBezTo>
                    <a:cubicBezTo>
                      <a:pt x="9" y="16"/>
                      <a:pt x="7" y="18"/>
                      <a:pt x="8" y="18"/>
                    </a:cubicBezTo>
                    <a:cubicBezTo>
                      <a:pt x="9" y="16"/>
                      <a:pt x="8" y="18"/>
                      <a:pt x="9" y="16"/>
                    </a:cubicBezTo>
                    <a:cubicBezTo>
                      <a:pt x="9" y="15"/>
                      <a:pt x="10" y="15"/>
                      <a:pt x="10" y="15"/>
                    </a:cubicBezTo>
                    <a:cubicBezTo>
                      <a:pt x="10" y="15"/>
                      <a:pt x="9" y="17"/>
                      <a:pt x="9" y="18"/>
                    </a:cubicBezTo>
                    <a:cubicBezTo>
                      <a:pt x="9" y="18"/>
                      <a:pt x="8" y="18"/>
                      <a:pt x="9" y="17"/>
                    </a:cubicBezTo>
                    <a:cubicBezTo>
                      <a:pt x="7" y="19"/>
                      <a:pt x="7" y="21"/>
                      <a:pt x="6" y="21"/>
                    </a:cubicBezTo>
                    <a:cubicBezTo>
                      <a:pt x="6" y="23"/>
                      <a:pt x="7" y="20"/>
                      <a:pt x="8" y="20"/>
                    </a:cubicBezTo>
                    <a:cubicBezTo>
                      <a:pt x="7" y="21"/>
                      <a:pt x="8" y="19"/>
                      <a:pt x="9" y="18"/>
                    </a:cubicBezTo>
                    <a:cubicBezTo>
                      <a:pt x="12" y="14"/>
                      <a:pt x="7" y="21"/>
                      <a:pt x="8" y="21"/>
                    </a:cubicBezTo>
                    <a:cubicBezTo>
                      <a:pt x="10" y="18"/>
                      <a:pt x="11" y="18"/>
                      <a:pt x="12" y="15"/>
                    </a:cubicBezTo>
                    <a:cubicBezTo>
                      <a:pt x="13" y="14"/>
                      <a:pt x="13" y="14"/>
                      <a:pt x="13" y="14"/>
                    </a:cubicBezTo>
                    <a:cubicBezTo>
                      <a:pt x="12" y="16"/>
                      <a:pt x="13" y="16"/>
                      <a:pt x="11" y="17"/>
                    </a:cubicBezTo>
                    <a:cubicBezTo>
                      <a:pt x="12" y="17"/>
                      <a:pt x="12" y="17"/>
                      <a:pt x="12" y="17"/>
                    </a:cubicBezTo>
                    <a:cubicBezTo>
                      <a:pt x="10" y="19"/>
                      <a:pt x="10" y="19"/>
                      <a:pt x="10" y="19"/>
                    </a:cubicBezTo>
                    <a:cubicBezTo>
                      <a:pt x="10" y="21"/>
                      <a:pt x="9" y="22"/>
                      <a:pt x="9" y="23"/>
                    </a:cubicBezTo>
                    <a:cubicBezTo>
                      <a:pt x="10" y="22"/>
                      <a:pt x="10" y="21"/>
                      <a:pt x="10" y="21"/>
                    </a:cubicBezTo>
                    <a:cubicBezTo>
                      <a:pt x="10" y="22"/>
                      <a:pt x="9" y="23"/>
                      <a:pt x="10" y="23"/>
                    </a:cubicBezTo>
                    <a:cubicBezTo>
                      <a:pt x="10" y="22"/>
                      <a:pt x="11" y="20"/>
                      <a:pt x="11" y="20"/>
                    </a:cubicBezTo>
                    <a:cubicBezTo>
                      <a:pt x="12" y="20"/>
                      <a:pt x="11" y="22"/>
                      <a:pt x="11" y="22"/>
                    </a:cubicBezTo>
                    <a:cubicBezTo>
                      <a:pt x="10" y="24"/>
                      <a:pt x="10" y="24"/>
                      <a:pt x="10" y="24"/>
                    </a:cubicBezTo>
                    <a:cubicBezTo>
                      <a:pt x="11" y="23"/>
                      <a:pt x="9" y="24"/>
                      <a:pt x="10" y="24"/>
                    </a:cubicBezTo>
                    <a:cubicBezTo>
                      <a:pt x="12" y="20"/>
                      <a:pt x="12" y="20"/>
                      <a:pt x="12" y="20"/>
                    </a:cubicBezTo>
                    <a:cubicBezTo>
                      <a:pt x="13" y="20"/>
                      <a:pt x="12" y="21"/>
                      <a:pt x="12" y="21"/>
                    </a:cubicBezTo>
                    <a:cubicBezTo>
                      <a:pt x="11" y="22"/>
                      <a:pt x="11" y="22"/>
                      <a:pt x="11" y="22"/>
                    </a:cubicBezTo>
                    <a:cubicBezTo>
                      <a:pt x="12" y="22"/>
                      <a:pt x="10" y="25"/>
                      <a:pt x="11" y="25"/>
                    </a:cubicBezTo>
                    <a:cubicBezTo>
                      <a:pt x="12" y="23"/>
                      <a:pt x="12" y="23"/>
                      <a:pt x="12" y="23"/>
                    </a:cubicBezTo>
                    <a:cubicBezTo>
                      <a:pt x="11" y="25"/>
                      <a:pt x="11" y="25"/>
                      <a:pt x="11" y="25"/>
                    </a:cubicBezTo>
                    <a:cubicBezTo>
                      <a:pt x="11" y="24"/>
                      <a:pt x="12" y="24"/>
                      <a:pt x="12" y="24"/>
                    </a:cubicBezTo>
                    <a:cubicBezTo>
                      <a:pt x="11" y="25"/>
                      <a:pt x="11" y="25"/>
                      <a:pt x="11" y="25"/>
                    </a:cubicBezTo>
                    <a:cubicBezTo>
                      <a:pt x="12" y="24"/>
                      <a:pt x="13" y="22"/>
                      <a:pt x="12" y="24"/>
                    </a:cubicBezTo>
                    <a:cubicBezTo>
                      <a:pt x="14" y="22"/>
                      <a:pt x="12" y="24"/>
                      <a:pt x="13" y="23"/>
                    </a:cubicBezTo>
                    <a:cubicBezTo>
                      <a:pt x="13" y="21"/>
                      <a:pt x="14" y="21"/>
                      <a:pt x="14" y="21"/>
                    </a:cubicBezTo>
                    <a:cubicBezTo>
                      <a:pt x="13" y="24"/>
                      <a:pt x="14" y="22"/>
                      <a:pt x="14" y="22"/>
                    </a:cubicBezTo>
                    <a:cubicBezTo>
                      <a:pt x="14" y="23"/>
                      <a:pt x="14" y="23"/>
                      <a:pt x="14" y="24"/>
                    </a:cubicBezTo>
                    <a:cubicBezTo>
                      <a:pt x="15" y="22"/>
                      <a:pt x="15" y="22"/>
                      <a:pt x="15" y="22"/>
                    </a:cubicBezTo>
                    <a:cubicBezTo>
                      <a:pt x="13" y="25"/>
                      <a:pt x="15" y="22"/>
                      <a:pt x="15" y="23"/>
                    </a:cubicBezTo>
                    <a:cubicBezTo>
                      <a:pt x="14" y="24"/>
                      <a:pt x="14" y="25"/>
                      <a:pt x="14" y="25"/>
                    </a:cubicBezTo>
                    <a:cubicBezTo>
                      <a:pt x="15" y="23"/>
                      <a:pt x="16" y="23"/>
                      <a:pt x="16" y="21"/>
                    </a:cubicBezTo>
                    <a:cubicBezTo>
                      <a:pt x="16" y="22"/>
                      <a:pt x="15" y="24"/>
                      <a:pt x="14" y="26"/>
                    </a:cubicBezTo>
                    <a:cubicBezTo>
                      <a:pt x="15" y="24"/>
                      <a:pt x="14" y="27"/>
                      <a:pt x="15" y="25"/>
                    </a:cubicBezTo>
                    <a:cubicBezTo>
                      <a:pt x="15" y="24"/>
                      <a:pt x="16" y="23"/>
                      <a:pt x="17" y="22"/>
                    </a:cubicBezTo>
                    <a:cubicBezTo>
                      <a:pt x="17" y="23"/>
                      <a:pt x="16" y="23"/>
                      <a:pt x="16" y="24"/>
                    </a:cubicBezTo>
                    <a:cubicBezTo>
                      <a:pt x="16" y="24"/>
                      <a:pt x="17" y="23"/>
                      <a:pt x="17" y="22"/>
                    </a:cubicBezTo>
                    <a:cubicBezTo>
                      <a:pt x="17" y="22"/>
                      <a:pt x="19" y="20"/>
                      <a:pt x="18" y="22"/>
                    </a:cubicBezTo>
                    <a:cubicBezTo>
                      <a:pt x="18" y="23"/>
                      <a:pt x="17" y="22"/>
                      <a:pt x="17" y="23"/>
                    </a:cubicBezTo>
                    <a:cubicBezTo>
                      <a:pt x="17" y="24"/>
                      <a:pt x="19" y="20"/>
                      <a:pt x="20" y="20"/>
                    </a:cubicBezTo>
                    <a:cubicBezTo>
                      <a:pt x="20" y="19"/>
                      <a:pt x="22" y="16"/>
                      <a:pt x="22" y="15"/>
                    </a:cubicBezTo>
                    <a:cubicBezTo>
                      <a:pt x="23" y="16"/>
                      <a:pt x="22" y="16"/>
                      <a:pt x="21" y="18"/>
                    </a:cubicBezTo>
                    <a:cubicBezTo>
                      <a:pt x="21" y="18"/>
                      <a:pt x="21" y="18"/>
                      <a:pt x="21" y="18"/>
                    </a:cubicBezTo>
                    <a:cubicBezTo>
                      <a:pt x="20" y="21"/>
                      <a:pt x="18" y="22"/>
                      <a:pt x="18" y="24"/>
                    </a:cubicBezTo>
                    <a:cubicBezTo>
                      <a:pt x="18" y="23"/>
                      <a:pt x="18" y="23"/>
                      <a:pt x="18" y="23"/>
                    </a:cubicBezTo>
                    <a:cubicBezTo>
                      <a:pt x="17" y="26"/>
                      <a:pt x="17" y="26"/>
                      <a:pt x="17" y="26"/>
                    </a:cubicBezTo>
                    <a:cubicBezTo>
                      <a:pt x="18" y="24"/>
                      <a:pt x="18" y="26"/>
                      <a:pt x="18" y="26"/>
                    </a:cubicBezTo>
                    <a:cubicBezTo>
                      <a:pt x="19" y="24"/>
                      <a:pt x="17" y="26"/>
                      <a:pt x="18" y="25"/>
                    </a:cubicBezTo>
                    <a:cubicBezTo>
                      <a:pt x="19" y="25"/>
                      <a:pt x="20" y="22"/>
                      <a:pt x="20" y="23"/>
                    </a:cubicBezTo>
                    <a:cubicBezTo>
                      <a:pt x="18" y="26"/>
                      <a:pt x="18" y="26"/>
                      <a:pt x="18" y="26"/>
                    </a:cubicBezTo>
                    <a:cubicBezTo>
                      <a:pt x="18" y="27"/>
                      <a:pt x="19" y="24"/>
                      <a:pt x="19" y="25"/>
                    </a:cubicBezTo>
                    <a:cubicBezTo>
                      <a:pt x="19" y="26"/>
                      <a:pt x="19" y="26"/>
                      <a:pt x="19" y="26"/>
                    </a:cubicBezTo>
                    <a:cubicBezTo>
                      <a:pt x="19" y="27"/>
                      <a:pt x="21" y="28"/>
                      <a:pt x="23" y="24"/>
                    </a:cubicBezTo>
                    <a:cubicBezTo>
                      <a:pt x="23" y="26"/>
                      <a:pt x="23" y="26"/>
                      <a:pt x="23" y="27"/>
                    </a:cubicBezTo>
                    <a:cubicBezTo>
                      <a:pt x="23" y="27"/>
                      <a:pt x="24" y="26"/>
                      <a:pt x="24" y="26"/>
                    </a:cubicBezTo>
                    <a:cubicBezTo>
                      <a:pt x="23" y="28"/>
                      <a:pt x="23" y="28"/>
                      <a:pt x="23" y="28"/>
                    </a:cubicBezTo>
                    <a:cubicBezTo>
                      <a:pt x="23" y="29"/>
                      <a:pt x="24" y="27"/>
                      <a:pt x="25" y="26"/>
                    </a:cubicBezTo>
                    <a:cubicBezTo>
                      <a:pt x="25" y="28"/>
                      <a:pt x="25" y="28"/>
                      <a:pt x="25" y="28"/>
                    </a:cubicBezTo>
                    <a:cubicBezTo>
                      <a:pt x="24" y="29"/>
                      <a:pt x="25" y="27"/>
                      <a:pt x="26" y="26"/>
                    </a:cubicBezTo>
                    <a:cubicBezTo>
                      <a:pt x="25" y="28"/>
                      <a:pt x="25" y="28"/>
                      <a:pt x="25" y="28"/>
                    </a:cubicBezTo>
                    <a:cubicBezTo>
                      <a:pt x="26" y="27"/>
                      <a:pt x="26" y="27"/>
                      <a:pt x="26" y="27"/>
                    </a:cubicBezTo>
                    <a:cubicBezTo>
                      <a:pt x="26" y="26"/>
                      <a:pt x="27" y="26"/>
                      <a:pt x="26" y="28"/>
                    </a:cubicBezTo>
                    <a:cubicBezTo>
                      <a:pt x="26" y="27"/>
                      <a:pt x="26" y="27"/>
                      <a:pt x="26" y="27"/>
                    </a:cubicBezTo>
                    <a:cubicBezTo>
                      <a:pt x="26" y="28"/>
                      <a:pt x="27" y="29"/>
                      <a:pt x="27" y="28"/>
                    </a:cubicBezTo>
                    <a:cubicBezTo>
                      <a:pt x="28" y="28"/>
                      <a:pt x="28" y="27"/>
                      <a:pt x="28" y="26"/>
                    </a:cubicBezTo>
                    <a:cubicBezTo>
                      <a:pt x="29" y="24"/>
                      <a:pt x="28" y="26"/>
                      <a:pt x="29" y="25"/>
                    </a:cubicBezTo>
                    <a:cubicBezTo>
                      <a:pt x="28" y="27"/>
                      <a:pt x="28" y="27"/>
                      <a:pt x="28" y="27"/>
                    </a:cubicBezTo>
                    <a:cubicBezTo>
                      <a:pt x="27" y="30"/>
                      <a:pt x="29" y="28"/>
                      <a:pt x="30" y="29"/>
                    </a:cubicBezTo>
                    <a:cubicBezTo>
                      <a:pt x="31" y="28"/>
                      <a:pt x="31" y="28"/>
                      <a:pt x="31" y="28"/>
                    </a:cubicBezTo>
                    <a:cubicBezTo>
                      <a:pt x="30" y="30"/>
                      <a:pt x="32" y="28"/>
                      <a:pt x="32" y="30"/>
                    </a:cubicBezTo>
                    <a:cubicBezTo>
                      <a:pt x="32" y="29"/>
                      <a:pt x="33" y="26"/>
                      <a:pt x="34" y="26"/>
                    </a:cubicBezTo>
                    <a:cubicBezTo>
                      <a:pt x="35" y="25"/>
                      <a:pt x="33" y="29"/>
                      <a:pt x="32" y="30"/>
                    </a:cubicBezTo>
                    <a:cubicBezTo>
                      <a:pt x="33" y="29"/>
                      <a:pt x="33" y="29"/>
                      <a:pt x="33" y="29"/>
                    </a:cubicBezTo>
                    <a:cubicBezTo>
                      <a:pt x="33" y="30"/>
                      <a:pt x="33" y="30"/>
                      <a:pt x="33" y="30"/>
                    </a:cubicBezTo>
                    <a:cubicBezTo>
                      <a:pt x="34" y="29"/>
                      <a:pt x="34" y="28"/>
                      <a:pt x="34" y="29"/>
                    </a:cubicBezTo>
                    <a:cubicBezTo>
                      <a:pt x="34" y="29"/>
                      <a:pt x="34" y="29"/>
                      <a:pt x="34" y="29"/>
                    </a:cubicBezTo>
                    <a:cubicBezTo>
                      <a:pt x="34" y="30"/>
                      <a:pt x="34" y="31"/>
                      <a:pt x="34" y="31"/>
                    </a:cubicBezTo>
                    <a:cubicBezTo>
                      <a:pt x="35" y="29"/>
                      <a:pt x="35" y="30"/>
                      <a:pt x="36" y="29"/>
                    </a:cubicBezTo>
                    <a:cubicBezTo>
                      <a:pt x="35" y="30"/>
                      <a:pt x="35" y="30"/>
                      <a:pt x="35" y="30"/>
                    </a:cubicBezTo>
                    <a:cubicBezTo>
                      <a:pt x="36" y="28"/>
                      <a:pt x="36" y="28"/>
                      <a:pt x="36" y="28"/>
                    </a:cubicBezTo>
                    <a:cubicBezTo>
                      <a:pt x="36" y="29"/>
                      <a:pt x="36" y="29"/>
                      <a:pt x="36" y="29"/>
                    </a:cubicBezTo>
                    <a:cubicBezTo>
                      <a:pt x="35" y="31"/>
                      <a:pt x="35" y="31"/>
                      <a:pt x="35" y="31"/>
                    </a:cubicBezTo>
                    <a:cubicBezTo>
                      <a:pt x="35" y="32"/>
                      <a:pt x="36" y="29"/>
                      <a:pt x="36" y="29"/>
                    </a:cubicBezTo>
                    <a:cubicBezTo>
                      <a:pt x="37" y="28"/>
                      <a:pt x="37" y="29"/>
                      <a:pt x="36" y="30"/>
                    </a:cubicBezTo>
                    <a:cubicBezTo>
                      <a:pt x="36" y="30"/>
                      <a:pt x="36" y="29"/>
                      <a:pt x="36" y="30"/>
                    </a:cubicBezTo>
                    <a:cubicBezTo>
                      <a:pt x="35" y="31"/>
                      <a:pt x="36" y="30"/>
                      <a:pt x="36" y="31"/>
                    </a:cubicBezTo>
                    <a:cubicBezTo>
                      <a:pt x="36" y="31"/>
                      <a:pt x="37" y="29"/>
                      <a:pt x="37" y="30"/>
                    </a:cubicBezTo>
                    <a:cubicBezTo>
                      <a:pt x="37" y="30"/>
                      <a:pt x="37" y="30"/>
                      <a:pt x="37" y="31"/>
                    </a:cubicBezTo>
                    <a:cubicBezTo>
                      <a:pt x="37" y="30"/>
                      <a:pt x="37" y="31"/>
                      <a:pt x="38" y="30"/>
                    </a:cubicBezTo>
                    <a:cubicBezTo>
                      <a:pt x="38" y="30"/>
                      <a:pt x="38" y="29"/>
                      <a:pt x="38" y="28"/>
                    </a:cubicBezTo>
                    <a:cubicBezTo>
                      <a:pt x="38" y="28"/>
                      <a:pt x="39" y="28"/>
                      <a:pt x="38" y="28"/>
                    </a:cubicBezTo>
                    <a:cubicBezTo>
                      <a:pt x="38" y="29"/>
                      <a:pt x="38" y="29"/>
                      <a:pt x="38" y="29"/>
                    </a:cubicBezTo>
                    <a:cubicBezTo>
                      <a:pt x="38" y="28"/>
                      <a:pt x="38" y="29"/>
                      <a:pt x="39" y="28"/>
                    </a:cubicBezTo>
                    <a:cubicBezTo>
                      <a:pt x="38" y="30"/>
                      <a:pt x="38" y="30"/>
                      <a:pt x="38" y="30"/>
                    </a:cubicBezTo>
                    <a:cubicBezTo>
                      <a:pt x="39" y="29"/>
                      <a:pt x="39" y="29"/>
                      <a:pt x="39" y="29"/>
                    </a:cubicBezTo>
                    <a:cubicBezTo>
                      <a:pt x="39" y="30"/>
                      <a:pt x="38" y="32"/>
                      <a:pt x="38" y="32"/>
                    </a:cubicBezTo>
                    <a:cubicBezTo>
                      <a:pt x="39" y="31"/>
                      <a:pt x="39" y="31"/>
                      <a:pt x="39" y="31"/>
                    </a:cubicBezTo>
                    <a:cubicBezTo>
                      <a:pt x="39" y="31"/>
                      <a:pt x="39" y="31"/>
                      <a:pt x="39" y="32"/>
                    </a:cubicBezTo>
                    <a:cubicBezTo>
                      <a:pt x="39" y="33"/>
                      <a:pt x="41" y="28"/>
                      <a:pt x="41" y="30"/>
                    </a:cubicBezTo>
                    <a:cubicBezTo>
                      <a:pt x="40" y="31"/>
                      <a:pt x="40" y="32"/>
                      <a:pt x="40" y="32"/>
                    </a:cubicBezTo>
                    <a:cubicBezTo>
                      <a:pt x="40" y="32"/>
                      <a:pt x="41" y="31"/>
                      <a:pt x="41" y="31"/>
                    </a:cubicBezTo>
                    <a:cubicBezTo>
                      <a:pt x="41" y="31"/>
                      <a:pt x="40" y="33"/>
                      <a:pt x="40" y="31"/>
                    </a:cubicBezTo>
                    <a:cubicBezTo>
                      <a:pt x="41" y="30"/>
                      <a:pt x="41" y="31"/>
                      <a:pt x="41" y="30"/>
                    </a:cubicBezTo>
                    <a:cubicBezTo>
                      <a:pt x="40" y="35"/>
                      <a:pt x="42" y="32"/>
                      <a:pt x="42" y="34"/>
                    </a:cubicBezTo>
                    <a:cubicBezTo>
                      <a:pt x="43" y="32"/>
                      <a:pt x="43" y="34"/>
                      <a:pt x="43" y="33"/>
                    </a:cubicBezTo>
                    <a:cubicBezTo>
                      <a:pt x="42" y="35"/>
                      <a:pt x="44" y="33"/>
                      <a:pt x="43" y="34"/>
                    </a:cubicBezTo>
                    <a:cubicBezTo>
                      <a:pt x="44" y="32"/>
                      <a:pt x="44" y="32"/>
                      <a:pt x="44" y="32"/>
                    </a:cubicBezTo>
                    <a:cubicBezTo>
                      <a:pt x="44" y="33"/>
                      <a:pt x="46" y="29"/>
                      <a:pt x="45" y="31"/>
                    </a:cubicBezTo>
                    <a:cubicBezTo>
                      <a:pt x="45" y="32"/>
                      <a:pt x="45" y="33"/>
                      <a:pt x="44" y="33"/>
                    </a:cubicBezTo>
                    <a:cubicBezTo>
                      <a:pt x="44" y="36"/>
                      <a:pt x="46" y="32"/>
                      <a:pt x="45" y="35"/>
                    </a:cubicBezTo>
                    <a:cubicBezTo>
                      <a:pt x="46" y="34"/>
                      <a:pt x="46" y="32"/>
                      <a:pt x="47" y="31"/>
                    </a:cubicBezTo>
                    <a:cubicBezTo>
                      <a:pt x="47" y="33"/>
                      <a:pt x="47" y="34"/>
                      <a:pt x="46" y="34"/>
                    </a:cubicBezTo>
                    <a:cubicBezTo>
                      <a:pt x="47" y="34"/>
                      <a:pt x="47" y="33"/>
                      <a:pt x="47" y="34"/>
                    </a:cubicBezTo>
                    <a:cubicBezTo>
                      <a:pt x="47" y="35"/>
                      <a:pt x="47" y="35"/>
                      <a:pt x="46" y="35"/>
                    </a:cubicBezTo>
                    <a:cubicBezTo>
                      <a:pt x="46" y="36"/>
                      <a:pt x="47" y="35"/>
                      <a:pt x="48" y="34"/>
                    </a:cubicBezTo>
                    <a:cubicBezTo>
                      <a:pt x="47" y="36"/>
                      <a:pt x="48" y="35"/>
                      <a:pt x="48" y="37"/>
                    </a:cubicBezTo>
                    <a:cubicBezTo>
                      <a:pt x="49" y="35"/>
                      <a:pt x="48" y="38"/>
                      <a:pt x="49" y="35"/>
                    </a:cubicBezTo>
                    <a:cubicBezTo>
                      <a:pt x="49" y="36"/>
                      <a:pt x="49" y="36"/>
                      <a:pt x="49" y="36"/>
                    </a:cubicBezTo>
                    <a:cubicBezTo>
                      <a:pt x="50" y="35"/>
                      <a:pt x="51" y="33"/>
                      <a:pt x="51" y="33"/>
                    </a:cubicBezTo>
                    <a:cubicBezTo>
                      <a:pt x="50" y="35"/>
                      <a:pt x="50" y="35"/>
                      <a:pt x="50" y="35"/>
                    </a:cubicBezTo>
                    <a:cubicBezTo>
                      <a:pt x="49" y="37"/>
                      <a:pt x="50" y="36"/>
                      <a:pt x="50" y="37"/>
                    </a:cubicBezTo>
                    <a:cubicBezTo>
                      <a:pt x="50" y="35"/>
                      <a:pt x="50" y="37"/>
                      <a:pt x="51" y="36"/>
                    </a:cubicBezTo>
                    <a:cubicBezTo>
                      <a:pt x="51" y="35"/>
                      <a:pt x="51" y="35"/>
                      <a:pt x="51" y="35"/>
                    </a:cubicBezTo>
                    <a:cubicBezTo>
                      <a:pt x="52" y="35"/>
                      <a:pt x="52" y="34"/>
                      <a:pt x="52" y="34"/>
                    </a:cubicBezTo>
                    <a:cubicBezTo>
                      <a:pt x="52" y="34"/>
                      <a:pt x="51" y="36"/>
                      <a:pt x="51" y="36"/>
                    </a:cubicBezTo>
                    <a:cubicBezTo>
                      <a:pt x="51" y="37"/>
                      <a:pt x="51" y="37"/>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7"/>
                      <a:pt x="52" y="37"/>
                      <a:pt x="52" y="37"/>
                    </a:cubicBezTo>
                    <a:cubicBezTo>
                      <a:pt x="52" y="37"/>
                      <a:pt x="52" y="37"/>
                      <a:pt x="52" y="37"/>
                    </a:cubicBezTo>
                    <a:cubicBezTo>
                      <a:pt x="52" y="37"/>
                      <a:pt x="52" y="37"/>
                      <a:pt x="52" y="37"/>
                    </a:cubicBezTo>
                    <a:cubicBezTo>
                      <a:pt x="51" y="39"/>
                      <a:pt x="51" y="39"/>
                      <a:pt x="51" y="39"/>
                    </a:cubicBezTo>
                    <a:cubicBezTo>
                      <a:pt x="51" y="39"/>
                      <a:pt x="52" y="37"/>
                      <a:pt x="53" y="37"/>
                    </a:cubicBezTo>
                    <a:cubicBezTo>
                      <a:pt x="53" y="38"/>
                      <a:pt x="54" y="37"/>
                      <a:pt x="55" y="37"/>
                    </a:cubicBezTo>
                    <a:cubicBezTo>
                      <a:pt x="55" y="37"/>
                      <a:pt x="54" y="38"/>
                      <a:pt x="55" y="37"/>
                    </a:cubicBezTo>
                    <a:cubicBezTo>
                      <a:pt x="55" y="37"/>
                      <a:pt x="56" y="36"/>
                      <a:pt x="55" y="37"/>
                    </a:cubicBezTo>
                    <a:cubicBezTo>
                      <a:pt x="56" y="36"/>
                      <a:pt x="55" y="38"/>
                      <a:pt x="55" y="38"/>
                    </a:cubicBezTo>
                    <a:cubicBezTo>
                      <a:pt x="55" y="38"/>
                      <a:pt x="56" y="37"/>
                      <a:pt x="56" y="37"/>
                    </a:cubicBezTo>
                    <a:cubicBezTo>
                      <a:pt x="55" y="39"/>
                      <a:pt x="58" y="36"/>
                      <a:pt x="57" y="38"/>
                    </a:cubicBezTo>
                    <a:cubicBezTo>
                      <a:pt x="58" y="37"/>
                      <a:pt x="57" y="38"/>
                      <a:pt x="57" y="39"/>
                    </a:cubicBezTo>
                    <a:cubicBezTo>
                      <a:pt x="57" y="38"/>
                      <a:pt x="58" y="38"/>
                      <a:pt x="59" y="36"/>
                    </a:cubicBezTo>
                    <a:cubicBezTo>
                      <a:pt x="58" y="38"/>
                      <a:pt x="58" y="38"/>
                      <a:pt x="58" y="38"/>
                    </a:cubicBezTo>
                    <a:cubicBezTo>
                      <a:pt x="59" y="38"/>
                      <a:pt x="59" y="38"/>
                      <a:pt x="60" y="37"/>
                    </a:cubicBezTo>
                    <a:cubicBezTo>
                      <a:pt x="60" y="36"/>
                      <a:pt x="61" y="35"/>
                      <a:pt x="61" y="35"/>
                    </a:cubicBezTo>
                    <a:cubicBezTo>
                      <a:pt x="61" y="35"/>
                      <a:pt x="61" y="35"/>
                      <a:pt x="61" y="35"/>
                    </a:cubicBezTo>
                    <a:cubicBezTo>
                      <a:pt x="61" y="36"/>
                      <a:pt x="62" y="35"/>
                      <a:pt x="62" y="35"/>
                    </a:cubicBezTo>
                    <a:cubicBezTo>
                      <a:pt x="62" y="36"/>
                      <a:pt x="62" y="35"/>
                      <a:pt x="61" y="36"/>
                    </a:cubicBezTo>
                    <a:cubicBezTo>
                      <a:pt x="60" y="39"/>
                      <a:pt x="61" y="38"/>
                      <a:pt x="61" y="38"/>
                    </a:cubicBezTo>
                    <a:cubicBezTo>
                      <a:pt x="62" y="37"/>
                      <a:pt x="62" y="37"/>
                      <a:pt x="62" y="37"/>
                    </a:cubicBezTo>
                    <a:cubicBezTo>
                      <a:pt x="63" y="36"/>
                      <a:pt x="61" y="38"/>
                      <a:pt x="62" y="38"/>
                    </a:cubicBezTo>
                    <a:cubicBezTo>
                      <a:pt x="64" y="34"/>
                      <a:pt x="64" y="34"/>
                      <a:pt x="64" y="34"/>
                    </a:cubicBezTo>
                    <a:cubicBezTo>
                      <a:pt x="64" y="34"/>
                      <a:pt x="64" y="36"/>
                      <a:pt x="63" y="37"/>
                    </a:cubicBezTo>
                    <a:cubicBezTo>
                      <a:pt x="64" y="37"/>
                      <a:pt x="65" y="34"/>
                      <a:pt x="66" y="33"/>
                    </a:cubicBezTo>
                    <a:cubicBezTo>
                      <a:pt x="66" y="34"/>
                      <a:pt x="67" y="33"/>
                      <a:pt x="67" y="33"/>
                    </a:cubicBezTo>
                    <a:cubicBezTo>
                      <a:pt x="67" y="34"/>
                      <a:pt x="67" y="33"/>
                      <a:pt x="67" y="34"/>
                    </a:cubicBezTo>
                    <a:cubicBezTo>
                      <a:pt x="66" y="35"/>
                      <a:pt x="66" y="35"/>
                      <a:pt x="66" y="35"/>
                    </a:cubicBezTo>
                    <a:cubicBezTo>
                      <a:pt x="66" y="35"/>
                      <a:pt x="65" y="37"/>
                      <a:pt x="65" y="38"/>
                    </a:cubicBezTo>
                    <a:cubicBezTo>
                      <a:pt x="65" y="37"/>
                      <a:pt x="66" y="39"/>
                      <a:pt x="66" y="39"/>
                    </a:cubicBezTo>
                    <a:cubicBezTo>
                      <a:pt x="67" y="36"/>
                      <a:pt x="67" y="38"/>
                      <a:pt x="68" y="36"/>
                    </a:cubicBezTo>
                    <a:cubicBezTo>
                      <a:pt x="69" y="36"/>
                      <a:pt x="67" y="38"/>
                      <a:pt x="67" y="38"/>
                    </a:cubicBezTo>
                    <a:cubicBezTo>
                      <a:pt x="68" y="38"/>
                      <a:pt x="68" y="39"/>
                      <a:pt x="69" y="39"/>
                    </a:cubicBezTo>
                    <a:cubicBezTo>
                      <a:pt x="69" y="39"/>
                      <a:pt x="69" y="39"/>
                      <a:pt x="69" y="39"/>
                    </a:cubicBezTo>
                    <a:cubicBezTo>
                      <a:pt x="69" y="38"/>
                      <a:pt x="70" y="39"/>
                      <a:pt x="71" y="38"/>
                    </a:cubicBezTo>
                    <a:cubicBezTo>
                      <a:pt x="70" y="39"/>
                      <a:pt x="70" y="39"/>
                      <a:pt x="70" y="39"/>
                    </a:cubicBezTo>
                    <a:cubicBezTo>
                      <a:pt x="70" y="40"/>
                      <a:pt x="72" y="36"/>
                      <a:pt x="72" y="37"/>
                    </a:cubicBezTo>
                    <a:cubicBezTo>
                      <a:pt x="71" y="39"/>
                      <a:pt x="71" y="39"/>
                      <a:pt x="71" y="39"/>
                    </a:cubicBezTo>
                    <a:cubicBezTo>
                      <a:pt x="72" y="38"/>
                      <a:pt x="71" y="40"/>
                      <a:pt x="72" y="38"/>
                    </a:cubicBezTo>
                    <a:cubicBezTo>
                      <a:pt x="72" y="39"/>
                      <a:pt x="72" y="39"/>
                      <a:pt x="72" y="39"/>
                    </a:cubicBezTo>
                    <a:cubicBezTo>
                      <a:pt x="72" y="39"/>
                      <a:pt x="73" y="39"/>
                      <a:pt x="74" y="38"/>
                    </a:cubicBezTo>
                    <a:cubicBezTo>
                      <a:pt x="73" y="40"/>
                      <a:pt x="73" y="40"/>
                      <a:pt x="73" y="40"/>
                    </a:cubicBezTo>
                    <a:cubicBezTo>
                      <a:pt x="72" y="41"/>
                      <a:pt x="74" y="38"/>
                      <a:pt x="74" y="39"/>
                    </a:cubicBezTo>
                    <a:cubicBezTo>
                      <a:pt x="74" y="39"/>
                      <a:pt x="74" y="40"/>
                      <a:pt x="73" y="40"/>
                    </a:cubicBezTo>
                    <a:cubicBezTo>
                      <a:pt x="74" y="39"/>
                      <a:pt x="75" y="39"/>
                      <a:pt x="75" y="39"/>
                    </a:cubicBezTo>
                    <a:cubicBezTo>
                      <a:pt x="74" y="41"/>
                      <a:pt x="74" y="41"/>
                      <a:pt x="74" y="41"/>
                    </a:cubicBezTo>
                    <a:cubicBezTo>
                      <a:pt x="76" y="42"/>
                      <a:pt x="77" y="43"/>
                      <a:pt x="80" y="42"/>
                    </a:cubicBezTo>
                    <a:cubicBezTo>
                      <a:pt x="79" y="44"/>
                      <a:pt x="79" y="43"/>
                      <a:pt x="78" y="45"/>
                    </a:cubicBezTo>
                    <a:cubicBezTo>
                      <a:pt x="79" y="43"/>
                      <a:pt x="79" y="44"/>
                      <a:pt x="79" y="44"/>
                    </a:cubicBezTo>
                    <a:cubicBezTo>
                      <a:pt x="79" y="44"/>
                      <a:pt x="79" y="44"/>
                      <a:pt x="79" y="44"/>
                    </a:cubicBezTo>
                    <a:cubicBezTo>
                      <a:pt x="80" y="44"/>
                      <a:pt x="79" y="45"/>
                      <a:pt x="80" y="45"/>
                    </a:cubicBezTo>
                    <a:cubicBezTo>
                      <a:pt x="80" y="44"/>
                      <a:pt x="80" y="44"/>
                      <a:pt x="80" y="44"/>
                    </a:cubicBezTo>
                    <a:cubicBezTo>
                      <a:pt x="81" y="43"/>
                      <a:pt x="79" y="47"/>
                      <a:pt x="81" y="45"/>
                    </a:cubicBezTo>
                    <a:cubicBezTo>
                      <a:pt x="80" y="46"/>
                      <a:pt x="80" y="46"/>
                      <a:pt x="80" y="46"/>
                    </a:cubicBezTo>
                    <a:cubicBezTo>
                      <a:pt x="81" y="44"/>
                      <a:pt x="80" y="47"/>
                      <a:pt x="81" y="46"/>
                    </a:cubicBezTo>
                    <a:cubicBezTo>
                      <a:pt x="81" y="46"/>
                      <a:pt x="81" y="46"/>
                      <a:pt x="81" y="46"/>
                    </a:cubicBezTo>
                    <a:cubicBezTo>
                      <a:pt x="81" y="47"/>
                      <a:pt x="83" y="44"/>
                      <a:pt x="82" y="46"/>
                    </a:cubicBezTo>
                    <a:cubicBezTo>
                      <a:pt x="83" y="46"/>
                      <a:pt x="83" y="46"/>
                      <a:pt x="84" y="44"/>
                    </a:cubicBezTo>
                    <a:cubicBezTo>
                      <a:pt x="83" y="46"/>
                      <a:pt x="83" y="46"/>
                      <a:pt x="83" y="46"/>
                    </a:cubicBezTo>
                    <a:cubicBezTo>
                      <a:pt x="85" y="46"/>
                      <a:pt x="86" y="47"/>
                      <a:pt x="88" y="46"/>
                    </a:cubicBezTo>
                    <a:cubicBezTo>
                      <a:pt x="87" y="47"/>
                      <a:pt x="87" y="47"/>
                      <a:pt x="87" y="47"/>
                    </a:cubicBezTo>
                    <a:cubicBezTo>
                      <a:pt x="89" y="45"/>
                      <a:pt x="87" y="49"/>
                      <a:pt x="90" y="46"/>
                    </a:cubicBezTo>
                    <a:cubicBezTo>
                      <a:pt x="92" y="45"/>
                      <a:pt x="92" y="45"/>
                      <a:pt x="92" y="45"/>
                    </a:cubicBezTo>
                    <a:cubicBezTo>
                      <a:pt x="90" y="47"/>
                      <a:pt x="90" y="47"/>
                      <a:pt x="90" y="47"/>
                    </a:cubicBezTo>
                    <a:cubicBezTo>
                      <a:pt x="91" y="46"/>
                      <a:pt x="91" y="47"/>
                      <a:pt x="92" y="46"/>
                    </a:cubicBezTo>
                    <a:cubicBezTo>
                      <a:pt x="91" y="47"/>
                      <a:pt x="91" y="47"/>
                      <a:pt x="91" y="47"/>
                    </a:cubicBezTo>
                    <a:cubicBezTo>
                      <a:pt x="91" y="47"/>
                      <a:pt x="93" y="45"/>
                      <a:pt x="93" y="46"/>
                    </a:cubicBezTo>
                    <a:cubicBezTo>
                      <a:pt x="93" y="47"/>
                      <a:pt x="93" y="47"/>
                      <a:pt x="93" y="47"/>
                    </a:cubicBezTo>
                    <a:cubicBezTo>
                      <a:pt x="92" y="50"/>
                      <a:pt x="93" y="54"/>
                      <a:pt x="96" y="51"/>
                    </a:cubicBezTo>
                    <a:cubicBezTo>
                      <a:pt x="97" y="51"/>
                      <a:pt x="95" y="53"/>
                      <a:pt x="95" y="53"/>
                    </a:cubicBezTo>
                    <a:cubicBezTo>
                      <a:pt x="99" y="51"/>
                      <a:pt x="97" y="56"/>
                      <a:pt x="101" y="53"/>
                    </a:cubicBezTo>
                    <a:cubicBezTo>
                      <a:pt x="103" y="52"/>
                      <a:pt x="107" y="48"/>
                      <a:pt x="107" y="48"/>
                    </a:cubicBezTo>
                    <a:cubicBezTo>
                      <a:pt x="103" y="48"/>
                      <a:pt x="103" y="45"/>
                      <a:pt x="102" y="4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3" name="Freeform 96"/>
              <p:cNvSpPr/>
              <p:nvPr/>
            </p:nvSpPr>
            <p:spPr bwMode="auto">
              <a:xfrm>
                <a:off x="4117" y="22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4" name="Freeform 97"/>
              <p:cNvSpPr/>
              <p:nvPr/>
            </p:nvSpPr>
            <p:spPr bwMode="auto">
              <a:xfrm>
                <a:off x="4487" y="23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5" name="Freeform 98"/>
              <p:cNvSpPr/>
              <p:nvPr/>
            </p:nvSpPr>
            <p:spPr bwMode="auto">
              <a:xfrm>
                <a:off x="4387" y="2285"/>
                <a:ext cx="2" cy="4"/>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1"/>
                      <a:pt x="0"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6" name="Freeform 99"/>
              <p:cNvSpPr/>
              <p:nvPr/>
            </p:nvSpPr>
            <p:spPr bwMode="auto">
              <a:xfrm>
                <a:off x="4508" y="193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7" name="Freeform 100"/>
              <p:cNvSpPr/>
              <p:nvPr/>
            </p:nvSpPr>
            <p:spPr bwMode="auto">
              <a:xfrm>
                <a:off x="4487" y="2285"/>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8" name="Freeform 101"/>
              <p:cNvSpPr/>
              <p:nvPr/>
            </p:nvSpPr>
            <p:spPr bwMode="auto">
              <a:xfrm>
                <a:off x="4514" y="1929"/>
                <a:ext cx="0" cy="4"/>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9" name="Freeform 102"/>
              <p:cNvSpPr/>
              <p:nvPr/>
            </p:nvSpPr>
            <p:spPr bwMode="auto">
              <a:xfrm>
                <a:off x="4506" y="1927"/>
                <a:ext cx="0" cy="4"/>
              </a:xfrm>
              <a:custGeom>
                <a:avLst/>
                <a:gdLst>
                  <a:gd name="T0" fmla="*/ 1 h 2"/>
                  <a:gd name="T1" fmla="*/ 0 h 2"/>
                  <a:gd name="T2" fmla="*/ 1 h 2"/>
                </a:gdLst>
                <a:ahLst/>
                <a:cxnLst>
                  <a:cxn ang="0">
                    <a:pos x="0" y="T0"/>
                  </a:cxn>
                  <a:cxn ang="0">
                    <a:pos x="0" y="T1"/>
                  </a:cxn>
                  <a:cxn ang="0">
                    <a:pos x="0" y="T2"/>
                  </a:cxn>
                </a:cxnLst>
                <a:rect l="0" t="0" r="r" b="b"/>
                <a:pathLst>
                  <a:path h="2">
                    <a:moveTo>
                      <a:pt x="0" y="1"/>
                    </a:moveTo>
                    <a:cubicBezTo>
                      <a:pt x="0" y="1"/>
                      <a:pt x="0" y="0"/>
                      <a:pt x="0" y="0"/>
                    </a:cubicBezTo>
                    <a:cubicBezTo>
                      <a:pt x="0" y="2"/>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0" name="Freeform 103"/>
              <p:cNvSpPr/>
              <p:nvPr/>
            </p:nvSpPr>
            <p:spPr bwMode="auto">
              <a:xfrm>
                <a:off x="4516" y="1927"/>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1" name="Freeform 104"/>
              <p:cNvSpPr/>
              <p:nvPr/>
            </p:nvSpPr>
            <p:spPr bwMode="auto">
              <a:xfrm>
                <a:off x="4495" y="1925"/>
                <a:ext cx="2" cy="4"/>
              </a:xfrm>
              <a:custGeom>
                <a:avLst/>
                <a:gdLst>
                  <a:gd name="T0" fmla="*/ 1 w 1"/>
                  <a:gd name="T1" fmla="*/ 1 h 2"/>
                  <a:gd name="T2" fmla="*/ 0 w 1"/>
                  <a:gd name="T3" fmla="*/ 0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1"/>
                      <a:pt x="1" y="1"/>
                      <a:pt x="1"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2" name="Freeform 105"/>
              <p:cNvSpPr/>
              <p:nvPr/>
            </p:nvSpPr>
            <p:spPr bwMode="auto">
              <a:xfrm>
                <a:off x="3201" y="2162"/>
                <a:ext cx="0" cy="4"/>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3" name="Freeform 106"/>
              <p:cNvSpPr/>
              <p:nvPr/>
            </p:nvSpPr>
            <p:spPr bwMode="auto">
              <a:xfrm>
                <a:off x="3544" y="154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4" name="Freeform 107"/>
              <p:cNvSpPr/>
              <p:nvPr/>
            </p:nvSpPr>
            <p:spPr bwMode="auto">
              <a:xfrm>
                <a:off x="3914" y="141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5" name="Freeform 108"/>
              <p:cNvSpPr/>
              <p:nvPr/>
            </p:nvSpPr>
            <p:spPr bwMode="auto">
              <a:xfrm>
                <a:off x="3916" y="1409"/>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2" y="1"/>
                      <a:pt x="0" y="1"/>
                      <a:pt x="1" y="0"/>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6" name="Freeform 109"/>
              <p:cNvSpPr/>
              <p:nvPr/>
            </p:nvSpPr>
            <p:spPr bwMode="auto">
              <a:xfrm>
                <a:off x="3893" y="1441"/>
                <a:ext cx="4" cy="4"/>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0"/>
                      <a:pt x="1" y="1"/>
                      <a:pt x="1" y="1"/>
                    </a:cubicBezTo>
                    <a:cubicBezTo>
                      <a:pt x="0" y="2"/>
                      <a:pt x="1" y="1"/>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7" name="Freeform 110"/>
              <p:cNvSpPr/>
              <p:nvPr/>
            </p:nvSpPr>
            <p:spPr bwMode="auto">
              <a:xfrm>
                <a:off x="3893" y="1437"/>
                <a:ext cx="6" cy="6"/>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cubicBezTo>
                      <a:pt x="3" y="0"/>
                      <a:pt x="3" y="0"/>
                      <a:pt x="3" y="0"/>
                    </a:cubicBezTo>
                    <a:cubicBezTo>
                      <a:pt x="1" y="1"/>
                      <a:pt x="1"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8" name="Freeform 111"/>
              <p:cNvSpPr/>
              <p:nvPr/>
            </p:nvSpPr>
            <p:spPr bwMode="auto">
              <a:xfrm>
                <a:off x="3909" y="1418"/>
                <a:ext cx="5"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2"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9" name="Freeform 112"/>
              <p:cNvSpPr/>
              <p:nvPr/>
            </p:nvSpPr>
            <p:spPr bwMode="auto">
              <a:xfrm>
                <a:off x="3912" y="1416"/>
                <a:ext cx="4"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0" name="Freeform 113"/>
              <p:cNvSpPr/>
              <p:nvPr/>
            </p:nvSpPr>
            <p:spPr bwMode="auto">
              <a:xfrm>
                <a:off x="4472" y="1804"/>
                <a:ext cx="233" cy="133"/>
              </a:xfrm>
              <a:custGeom>
                <a:avLst/>
                <a:gdLst>
                  <a:gd name="T0" fmla="*/ 86 w 110"/>
                  <a:gd name="T1" fmla="*/ 5 h 63"/>
                  <a:gd name="T2" fmla="*/ 79 w 110"/>
                  <a:gd name="T3" fmla="*/ 7 h 63"/>
                  <a:gd name="T4" fmla="*/ 58 w 110"/>
                  <a:gd name="T5" fmla="*/ 24 h 63"/>
                  <a:gd name="T6" fmla="*/ 50 w 110"/>
                  <a:gd name="T7" fmla="*/ 26 h 63"/>
                  <a:gd name="T8" fmla="*/ 44 w 110"/>
                  <a:gd name="T9" fmla="*/ 26 h 63"/>
                  <a:gd name="T10" fmla="*/ 34 w 110"/>
                  <a:gd name="T11" fmla="*/ 31 h 63"/>
                  <a:gd name="T12" fmla="*/ 28 w 110"/>
                  <a:gd name="T13" fmla="*/ 33 h 63"/>
                  <a:gd name="T14" fmla="*/ 17 w 110"/>
                  <a:gd name="T15" fmla="*/ 38 h 63"/>
                  <a:gd name="T16" fmla="*/ 13 w 110"/>
                  <a:gd name="T17" fmla="*/ 45 h 63"/>
                  <a:gd name="T18" fmla="*/ 5 w 110"/>
                  <a:gd name="T19" fmla="*/ 47 h 63"/>
                  <a:gd name="T20" fmla="*/ 1 w 110"/>
                  <a:gd name="T21" fmla="*/ 50 h 63"/>
                  <a:gd name="T22" fmla="*/ 3 w 110"/>
                  <a:gd name="T23" fmla="*/ 55 h 63"/>
                  <a:gd name="T24" fmla="*/ 3 w 110"/>
                  <a:gd name="T25" fmla="*/ 56 h 63"/>
                  <a:gd name="T26" fmla="*/ 5 w 110"/>
                  <a:gd name="T27" fmla="*/ 55 h 63"/>
                  <a:gd name="T28" fmla="*/ 9 w 110"/>
                  <a:gd name="T29" fmla="*/ 56 h 63"/>
                  <a:gd name="T30" fmla="*/ 12 w 110"/>
                  <a:gd name="T31" fmla="*/ 58 h 63"/>
                  <a:gd name="T32" fmla="*/ 12 w 110"/>
                  <a:gd name="T33" fmla="*/ 51 h 63"/>
                  <a:gd name="T34" fmla="*/ 15 w 110"/>
                  <a:gd name="T35" fmla="*/ 57 h 63"/>
                  <a:gd name="T36" fmla="*/ 18 w 110"/>
                  <a:gd name="T37" fmla="*/ 61 h 63"/>
                  <a:gd name="T38" fmla="*/ 16 w 110"/>
                  <a:gd name="T39" fmla="*/ 54 h 63"/>
                  <a:gd name="T40" fmla="*/ 19 w 110"/>
                  <a:gd name="T41" fmla="*/ 59 h 63"/>
                  <a:gd name="T42" fmla="*/ 21 w 110"/>
                  <a:gd name="T43" fmla="*/ 60 h 63"/>
                  <a:gd name="T44" fmla="*/ 22 w 110"/>
                  <a:gd name="T45" fmla="*/ 60 h 63"/>
                  <a:gd name="T46" fmla="*/ 23 w 110"/>
                  <a:gd name="T47" fmla="*/ 60 h 63"/>
                  <a:gd name="T48" fmla="*/ 23 w 110"/>
                  <a:gd name="T49" fmla="*/ 55 h 63"/>
                  <a:gd name="T50" fmla="*/ 26 w 110"/>
                  <a:gd name="T51" fmla="*/ 58 h 63"/>
                  <a:gd name="T52" fmla="*/ 26 w 110"/>
                  <a:gd name="T53" fmla="*/ 54 h 63"/>
                  <a:gd name="T54" fmla="*/ 27 w 110"/>
                  <a:gd name="T55" fmla="*/ 54 h 63"/>
                  <a:gd name="T56" fmla="*/ 29 w 110"/>
                  <a:gd name="T57" fmla="*/ 54 h 63"/>
                  <a:gd name="T58" fmla="*/ 34 w 110"/>
                  <a:gd name="T59" fmla="*/ 51 h 63"/>
                  <a:gd name="T60" fmla="*/ 36 w 110"/>
                  <a:gd name="T61" fmla="*/ 51 h 63"/>
                  <a:gd name="T62" fmla="*/ 40 w 110"/>
                  <a:gd name="T63" fmla="*/ 49 h 63"/>
                  <a:gd name="T64" fmla="*/ 44 w 110"/>
                  <a:gd name="T65" fmla="*/ 47 h 63"/>
                  <a:gd name="T66" fmla="*/ 45 w 110"/>
                  <a:gd name="T67" fmla="*/ 45 h 63"/>
                  <a:gd name="T68" fmla="*/ 46 w 110"/>
                  <a:gd name="T69" fmla="*/ 45 h 63"/>
                  <a:gd name="T70" fmla="*/ 46 w 110"/>
                  <a:gd name="T71" fmla="*/ 42 h 63"/>
                  <a:gd name="T72" fmla="*/ 49 w 110"/>
                  <a:gd name="T73" fmla="*/ 42 h 63"/>
                  <a:gd name="T74" fmla="*/ 53 w 110"/>
                  <a:gd name="T75" fmla="*/ 42 h 63"/>
                  <a:gd name="T76" fmla="*/ 55 w 110"/>
                  <a:gd name="T77" fmla="*/ 39 h 63"/>
                  <a:gd name="T78" fmla="*/ 60 w 110"/>
                  <a:gd name="T79" fmla="*/ 39 h 63"/>
                  <a:gd name="T80" fmla="*/ 61 w 110"/>
                  <a:gd name="T81" fmla="*/ 38 h 63"/>
                  <a:gd name="T82" fmla="*/ 62 w 110"/>
                  <a:gd name="T83" fmla="*/ 38 h 63"/>
                  <a:gd name="T84" fmla="*/ 64 w 110"/>
                  <a:gd name="T85" fmla="*/ 40 h 63"/>
                  <a:gd name="T86" fmla="*/ 66 w 110"/>
                  <a:gd name="T87" fmla="*/ 35 h 63"/>
                  <a:gd name="T88" fmla="*/ 68 w 110"/>
                  <a:gd name="T89" fmla="*/ 30 h 63"/>
                  <a:gd name="T90" fmla="*/ 71 w 110"/>
                  <a:gd name="T91" fmla="*/ 31 h 63"/>
                  <a:gd name="T92" fmla="*/ 72 w 110"/>
                  <a:gd name="T93" fmla="*/ 26 h 63"/>
                  <a:gd name="T94" fmla="*/ 76 w 110"/>
                  <a:gd name="T95" fmla="*/ 26 h 63"/>
                  <a:gd name="T96" fmla="*/ 79 w 110"/>
                  <a:gd name="T97" fmla="*/ 24 h 63"/>
                  <a:gd name="T98" fmla="*/ 82 w 110"/>
                  <a:gd name="T99" fmla="*/ 23 h 63"/>
                  <a:gd name="T100" fmla="*/ 88 w 110"/>
                  <a:gd name="T101" fmla="*/ 20 h 63"/>
                  <a:gd name="T102" fmla="*/ 91 w 110"/>
                  <a:gd name="T103" fmla="*/ 16 h 63"/>
                  <a:gd name="T104" fmla="*/ 97 w 110"/>
                  <a:gd name="T105" fmla="*/ 13 h 63"/>
                  <a:gd name="T106" fmla="*/ 105 w 110"/>
                  <a:gd name="T107" fmla="*/ 1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 h="63">
                    <a:moveTo>
                      <a:pt x="108" y="1"/>
                    </a:moveTo>
                    <a:cubicBezTo>
                      <a:pt x="106" y="4"/>
                      <a:pt x="103" y="2"/>
                      <a:pt x="100" y="0"/>
                    </a:cubicBezTo>
                    <a:cubicBezTo>
                      <a:pt x="99" y="1"/>
                      <a:pt x="98" y="2"/>
                      <a:pt x="97" y="1"/>
                    </a:cubicBezTo>
                    <a:cubicBezTo>
                      <a:pt x="94" y="3"/>
                      <a:pt x="88" y="0"/>
                      <a:pt x="85" y="3"/>
                    </a:cubicBezTo>
                    <a:cubicBezTo>
                      <a:pt x="86" y="4"/>
                      <a:pt x="86" y="5"/>
                      <a:pt x="86" y="5"/>
                    </a:cubicBezTo>
                    <a:cubicBezTo>
                      <a:pt x="86" y="5"/>
                      <a:pt x="86" y="5"/>
                      <a:pt x="86" y="5"/>
                    </a:cubicBezTo>
                    <a:cubicBezTo>
                      <a:pt x="86" y="6"/>
                      <a:pt x="86" y="6"/>
                      <a:pt x="86" y="6"/>
                    </a:cubicBezTo>
                    <a:cubicBezTo>
                      <a:pt x="86" y="7"/>
                      <a:pt x="85" y="5"/>
                      <a:pt x="85" y="5"/>
                    </a:cubicBezTo>
                    <a:cubicBezTo>
                      <a:pt x="84" y="5"/>
                      <a:pt x="83" y="6"/>
                      <a:pt x="82" y="6"/>
                    </a:cubicBezTo>
                    <a:cubicBezTo>
                      <a:pt x="82" y="8"/>
                      <a:pt x="81" y="7"/>
                      <a:pt x="82" y="9"/>
                    </a:cubicBezTo>
                    <a:cubicBezTo>
                      <a:pt x="81" y="8"/>
                      <a:pt x="81" y="8"/>
                      <a:pt x="81" y="8"/>
                    </a:cubicBezTo>
                    <a:cubicBezTo>
                      <a:pt x="81" y="10"/>
                      <a:pt x="81" y="10"/>
                      <a:pt x="79" y="7"/>
                    </a:cubicBezTo>
                    <a:cubicBezTo>
                      <a:pt x="75" y="7"/>
                      <a:pt x="72" y="10"/>
                      <a:pt x="68" y="11"/>
                    </a:cubicBezTo>
                    <a:cubicBezTo>
                      <a:pt x="65" y="13"/>
                      <a:pt x="63" y="16"/>
                      <a:pt x="60" y="19"/>
                    </a:cubicBezTo>
                    <a:cubicBezTo>
                      <a:pt x="60" y="22"/>
                      <a:pt x="59" y="21"/>
                      <a:pt x="60" y="24"/>
                    </a:cubicBezTo>
                    <a:cubicBezTo>
                      <a:pt x="59" y="23"/>
                      <a:pt x="59" y="23"/>
                      <a:pt x="59" y="23"/>
                    </a:cubicBezTo>
                    <a:cubicBezTo>
                      <a:pt x="59" y="24"/>
                      <a:pt x="59" y="23"/>
                      <a:pt x="57" y="22"/>
                    </a:cubicBezTo>
                    <a:cubicBezTo>
                      <a:pt x="58" y="23"/>
                      <a:pt x="57" y="22"/>
                      <a:pt x="58" y="24"/>
                    </a:cubicBezTo>
                    <a:cubicBezTo>
                      <a:pt x="59" y="26"/>
                      <a:pt x="57" y="22"/>
                      <a:pt x="57" y="23"/>
                    </a:cubicBezTo>
                    <a:cubicBezTo>
                      <a:pt x="56" y="22"/>
                      <a:pt x="57" y="24"/>
                      <a:pt x="57" y="23"/>
                    </a:cubicBezTo>
                    <a:cubicBezTo>
                      <a:pt x="57" y="26"/>
                      <a:pt x="56" y="22"/>
                      <a:pt x="55" y="21"/>
                    </a:cubicBezTo>
                    <a:cubicBezTo>
                      <a:pt x="53" y="22"/>
                      <a:pt x="53" y="25"/>
                      <a:pt x="51" y="25"/>
                    </a:cubicBezTo>
                    <a:cubicBezTo>
                      <a:pt x="51" y="24"/>
                      <a:pt x="51" y="26"/>
                      <a:pt x="51" y="26"/>
                    </a:cubicBezTo>
                    <a:cubicBezTo>
                      <a:pt x="50" y="23"/>
                      <a:pt x="51" y="27"/>
                      <a:pt x="50" y="26"/>
                    </a:cubicBezTo>
                    <a:cubicBezTo>
                      <a:pt x="50" y="25"/>
                      <a:pt x="50" y="25"/>
                      <a:pt x="50" y="25"/>
                    </a:cubicBezTo>
                    <a:cubicBezTo>
                      <a:pt x="49" y="24"/>
                      <a:pt x="49" y="26"/>
                      <a:pt x="48" y="25"/>
                    </a:cubicBezTo>
                    <a:cubicBezTo>
                      <a:pt x="48" y="26"/>
                      <a:pt x="46" y="24"/>
                      <a:pt x="46" y="26"/>
                    </a:cubicBezTo>
                    <a:cubicBezTo>
                      <a:pt x="46" y="24"/>
                      <a:pt x="46" y="25"/>
                      <a:pt x="45" y="24"/>
                    </a:cubicBezTo>
                    <a:cubicBezTo>
                      <a:pt x="46" y="28"/>
                      <a:pt x="44" y="24"/>
                      <a:pt x="44" y="26"/>
                    </a:cubicBezTo>
                    <a:cubicBezTo>
                      <a:pt x="44" y="26"/>
                      <a:pt x="44" y="26"/>
                      <a:pt x="44" y="26"/>
                    </a:cubicBezTo>
                    <a:cubicBezTo>
                      <a:pt x="42" y="26"/>
                      <a:pt x="40" y="26"/>
                      <a:pt x="39" y="29"/>
                    </a:cubicBezTo>
                    <a:cubicBezTo>
                      <a:pt x="39" y="29"/>
                      <a:pt x="36" y="27"/>
                      <a:pt x="36" y="29"/>
                    </a:cubicBezTo>
                    <a:cubicBezTo>
                      <a:pt x="36" y="30"/>
                      <a:pt x="36" y="30"/>
                      <a:pt x="36" y="30"/>
                    </a:cubicBezTo>
                    <a:cubicBezTo>
                      <a:pt x="36" y="30"/>
                      <a:pt x="36" y="29"/>
                      <a:pt x="36" y="29"/>
                    </a:cubicBezTo>
                    <a:cubicBezTo>
                      <a:pt x="36" y="30"/>
                      <a:pt x="34" y="29"/>
                      <a:pt x="34" y="29"/>
                    </a:cubicBezTo>
                    <a:cubicBezTo>
                      <a:pt x="34" y="30"/>
                      <a:pt x="34" y="30"/>
                      <a:pt x="34" y="31"/>
                    </a:cubicBezTo>
                    <a:cubicBezTo>
                      <a:pt x="32" y="29"/>
                      <a:pt x="33" y="33"/>
                      <a:pt x="31" y="31"/>
                    </a:cubicBezTo>
                    <a:cubicBezTo>
                      <a:pt x="32" y="34"/>
                      <a:pt x="32" y="33"/>
                      <a:pt x="32" y="34"/>
                    </a:cubicBezTo>
                    <a:cubicBezTo>
                      <a:pt x="32" y="33"/>
                      <a:pt x="31" y="33"/>
                      <a:pt x="31" y="32"/>
                    </a:cubicBezTo>
                    <a:cubicBezTo>
                      <a:pt x="31" y="32"/>
                      <a:pt x="30" y="33"/>
                      <a:pt x="30" y="32"/>
                    </a:cubicBezTo>
                    <a:cubicBezTo>
                      <a:pt x="29" y="32"/>
                      <a:pt x="30" y="34"/>
                      <a:pt x="29" y="34"/>
                    </a:cubicBezTo>
                    <a:cubicBezTo>
                      <a:pt x="28" y="32"/>
                      <a:pt x="28" y="34"/>
                      <a:pt x="28" y="33"/>
                    </a:cubicBezTo>
                    <a:cubicBezTo>
                      <a:pt x="28" y="35"/>
                      <a:pt x="28" y="37"/>
                      <a:pt x="28" y="36"/>
                    </a:cubicBezTo>
                    <a:cubicBezTo>
                      <a:pt x="27" y="33"/>
                      <a:pt x="27" y="33"/>
                      <a:pt x="27" y="33"/>
                    </a:cubicBezTo>
                    <a:cubicBezTo>
                      <a:pt x="26" y="35"/>
                      <a:pt x="24" y="32"/>
                      <a:pt x="23" y="36"/>
                    </a:cubicBezTo>
                    <a:cubicBezTo>
                      <a:pt x="23" y="35"/>
                      <a:pt x="23" y="35"/>
                      <a:pt x="23" y="35"/>
                    </a:cubicBezTo>
                    <a:cubicBezTo>
                      <a:pt x="22" y="37"/>
                      <a:pt x="20" y="36"/>
                      <a:pt x="19" y="39"/>
                    </a:cubicBezTo>
                    <a:cubicBezTo>
                      <a:pt x="18" y="38"/>
                      <a:pt x="18" y="38"/>
                      <a:pt x="17" y="38"/>
                    </a:cubicBezTo>
                    <a:cubicBezTo>
                      <a:pt x="17" y="40"/>
                      <a:pt x="17" y="40"/>
                      <a:pt x="17" y="42"/>
                    </a:cubicBezTo>
                    <a:cubicBezTo>
                      <a:pt x="17" y="42"/>
                      <a:pt x="16" y="41"/>
                      <a:pt x="16" y="40"/>
                    </a:cubicBezTo>
                    <a:cubicBezTo>
                      <a:pt x="15" y="40"/>
                      <a:pt x="14" y="38"/>
                      <a:pt x="14" y="41"/>
                    </a:cubicBezTo>
                    <a:cubicBezTo>
                      <a:pt x="14" y="39"/>
                      <a:pt x="14" y="39"/>
                      <a:pt x="14" y="39"/>
                    </a:cubicBezTo>
                    <a:cubicBezTo>
                      <a:pt x="14" y="41"/>
                      <a:pt x="13" y="43"/>
                      <a:pt x="12" y="42"/>
                    </a:cubicBezTo>
                    <a:cubicBezTo>
                      <a:pt x="13" y="43"/>
                      <a:pt x="12" y="44"/>
                      <a:pt x="13" y="45"/>
                    </a:cubicBezTo>
                    <a:cubicBezTo>
                      <a:pt x="13" y="45"/>
                      <a:pt x="12" y="43"/>
                      <a:pt x="12" y="44"/>
                    </a:cubicBezTo>
                    <a:cubicBezTo>
                      <a:pt x="12" y="42"/>
                      <a:pt x="12" y="42"/>
                      <a:pt x="12" y="42"/>
                    </a:cubicBezTo>
                    <a:cubicBezTo>
                      <a:pt x="10" y="43"/>
                      <a:pt x="9" y="44"/>
                      <a:pt x="8" y="46"/>
                    </a:cubicBezTo>
                    <a:cubicBezTo>
                      <a:pt x="7" y="44"/>
                      <a:pt x="7" y="46"/>
                      <a:pt x="6" y="45"/>
                    </a:cubicBezTo>
                    <a:cubicBezTo>
                      <a:pt x="6" y="47"/>
                      <a:pt x="4" y="46"/>
                      <a:pt x="6" y="48"/>
                    </a:cubicBezTo>
                    <a:cubicBezTo>
                      <a:pt x="5" y="47"/>
                      <a:pt x="5" y="47"/>
                      <a:pt x="5" y="47"/>
                    </a:cubicBezTo>
                    <a:cubicBezTo>
                      <a:pt x="4" y="47"/>
                      <a:pt x="4" y="48"/>
                      <a:pt x="2" y="48"/>
                    </a:cubicBezTo>
                    <a:cubicBezTo>
                      <a:pt x="2" y="48"/>
                      <a:pt x="3" y="50"/>
                      <a:pt x="3" y="51"/>
                    </a:cubicBezTo>
                    <a:cubicBezTo>
                      <a:pt x="2" y="50"/>
                      <a:pt x="2" y="50"/>
                      <a:pt x="2" y="50"/>
                    </a:cubicBezTo>
                    <a:cubicBezTo>
                      <a:pt x="2" y="51"/>
                      <a:pt x="4" y="52"/>
                      <a:pt x="5" y="53"/>
                    </a:cubicBezTo>
                    <a:cubicBezTo>
                      <a:pt x="4" y="53"/>
                      <a:pt x="4" y="54"/>
                      <a:pt x="4" y="53"/>
                    </a:cubicBezTo>
                    <a:cubicBezTo>
                      <a:pt x="3" y="52"/>
                      <a:pt x="2" y="51"/>
                      <a:pt x="1" y="50"/>
                    </a:cubicBezTo>
                    <a:cubicBezTo>
                      <a:pt x="0" y="50"/>
                      <a:pt x="2" y="53"/>
                      <a:pt x="1" y="51"/>
                    </a:cubicBezTo>
                    <a:cubicBezTo>
                      <a:pt x="0" y="51"/>
                      <a:pt x="0" y="52"/>
                      <a:pt x="1" y="53"/>
                    </a:cubicBezTo>
                    <a:cubicBezTo>
                      <a:pt x="1" y="53"/>
                      <a:pt x="0" y="53"/>
                      <a:pt x="0" y="52"/>
                    </a:cubicBezTo>
                    <a:cubicBezTo>
                      <a:pt x="0" y="52"/>
                      <a:pt x="0" y="53"/>
                      <a:pt x="0" y="53"/>
                    </a:cubicBezTo>
                    <a:cubicBezTo>
                      <a:pt x="0" y="53"/>
                      <a:pt x="0" y="53"/>
                      <a:pt x="0" y="53"/>
                    </a:cubicBezTo>
                    <a:cubicBezTo>
                      <a:pt x="1" y="54"/>
                      <a:pt x="1" y="54"/>
                      <a:pt x="3" y="55"/>
                    </a:cubicBezTo>
                    <a:cubicBezTo>
                      <a:pt x="3" y="55"/>
                      <a:pt x="2" y="55"/>
                      <a:pt x="3" y="55"/>
                    </a:cubicBezTo>
                    <a:cubicBezTo>
                      <a:pt x="4" y="56"/>
                      <a:pt x="4" y="56"/>
                      <a:pt x="3" y="56"/>
                    </a:cubicBezTo>
                    <a:cubicBezTo>
                      <a:pt x="1" y="55"/>
                      <a:pt x="1" y="54"/>
                      <a:pt x="0" y="54"/>
                    </a:cubicBezTo>
                    <a:cubicBezTo>
                      <a:pt x="2" y="56"/>
                      <a:pt x="2" y="56"/>
                      <a:pt x="2" y="56"/>
                    </a:cubicBezTo>
                    <a:cubicBezTo>
                      <a:pt x="2" y="56"/>
                      <a:pt x="3" y="56"/>
                      <a:pt x="4" y="57"/>
                    </a:cubicBezTo>
                    <a:cubicBezTo>
                      <a:pt x="3" y="56"/>
                      <a:pt x="3" y="56"/>
                      <a:pt x="3" y="56"/>
                    </a:cubicBezTo>
                    <a:cubicBezTo>
                      <a:pt x="4" y="57"/>
                      <a:pt x="4" y="57"/>
                      <a:pt x="4" y="57"/>
                    </a:cubicBezTo>
                    <a:cubicBezTo>
                      <a:pt x="4" y="56"/>
                      <a:pt x="6" y="57"/>
                      <a:pt x="5" y="56"/>
                    </a:cubicBezTo>
                    <a:cubicBezTo>
                      <a:pt x="4" y="55"/>
                      <a:pt x="4" y="55"/>
                      <a:pt x="4" y="55"/>
                    </a:cubicBezTo>
                    <a:cubicBezTo>
                      <a:pt x="4" y="55"/>
                      <a:pt x="3" y="53"/>
                      <a:pt x="4" y="54"/>
                    </a:cubicBezTo>
                    <a:cubicBezTo>
                      <a:pt x="6" y="56"/>
                      <a:pt x="6" y="56"/>
                      <a:pt x="6" y="56"/>
                    </a:cubicBezTo>
                    <a:cubicBezTo>
                      <a:pt x="6" y="56"/>
                      <a:pt x="5" y="55"/>
                      <a:pt x="5" y="55"/>
                    </a:cubicBezTo>
                    <a:cubicBezTo>
                      <a:pt x="7" y="57"/>
                      <a:pt x="7" y="57"/>
                      <a:pt x="7" y="57"/>
                    </a:cubicBezTo>
                    <a:cubicBezTo>
                      <a:pt x="5" y="55"/>
                      <a:pt x="7" y="56"/>
                      <a:pt x="7" y="55"/>
                    </a:cubicBezTo>
                    <a:cubicBezTo>
                      <a:pt x="7" y="56"/>
                      <a:pt x="7" y="56"/>
                      <a:pt x="7" y="56"/>
                    </a:cubicBezTo>
                    <a:cubicBezTo>
                      <a:pt x="8" y="56"/>
                      <a:pt x="6" y="55"/>
                      <a:pt x="6" y="54"/>
                    </a:cubicBezTo>
                    <a:cubicBezTo>
                      <a:pt x="6" y="55"/>
                      <a:pt x="8" y="56"/>
                      <a:pt x="9" y="57"/>
                    </a:cubicBezTo>
                    <a:cubicBezTo>
                      <a:pt x="9" y="57"/>
                      <a:pt x="8" y="55"/>
                      <a:pt x="9" y="56"/>
                    </a:cubicBezTo>
                    <a:cubicBezTo>
                      <a:pt x="9" y="56"/>
                      <a:pt x="9" y="55"/>
                      <a:pt x="9" y="53"/>
                    </a:cubicBezTo>
                    <a:cubicBezTo>
                      <a:pt x="9" y="53"/>
                      <a:pt x="10" y="56"/>
                      <a:pt x="10" y="55"/>
                    </a:cubicBezTo>
                    <a:cubicBezTo>
                      <a:pt x="11" y="56"/>
                      <a:pt x="12" y="58"/>
                      <a:pt x="12" y="59"/>
                    </a:cubicBezTo>
                    <a:cubicBezTo>
                      <a:pt x="13" y="59"/>
                      <a:pt x="14" y="60"/>
                      <a:pt x="13" y="60"/>
                    </a:cubicBezTo>
                    <a:cubicBezTo>
                      <a:pt x="13" y="60"/>
                      <a:pt x="14" y="61"/>
                      <a:pt x="14" y="61"/>
                    </a:cubicBezTo>
                    <a:cubicBezTo>
                      <a:pt x="14" y="60"/>
                      <a:pt x="12" y="58"/>
                      <a:pt x="12" y="58"/>
                    </a:cubicBezTo>
                    <a:cubicBezTo>
                      <a:pt x="11" y="56"/>
                      <a:pt x="12" y="57"/>
                      <a:pt x="11" y="55"/>
                    </a:cubicBezTo>
                    <a:cubicBezTo>
                      <a:pt x="11" y="55"/>
                      <a:pt x="12" y="55"/>
                      <a:pt x="12" y="55"/>
                    </a:cubicBezTo>
                    <a:cubicBezTo>
                      <a:pt x="12" y="55"/>
                      <a:pt x="13" y="56"/>
                      <a:pt x="14" y="57"/>
                    </a:cubicBezTo>
                    <a:cubicBezTo>
                      <a:pt x="13" y="56"/>
                      <a:pt x="13" y="55"/>
                      <a:pt x="14" y="55"/>
                    </a:cubicBezTo>
                    <a:cubicBezTo>
                      <a:pt x="13" y="53"/>
                      <a:pt x="13" y="53"/>
                      <a:pt x="12" y="52"/>
                    </a:cubicBezTo>
                    <a:cubicBezTo>
                      <a:pt x="12" y="51"/>
                      <a:pt x="12" y="51"/>
                      <a:pt x="12" y="51"/>
                    </a:cubicBezTo>
                    <a:cubicBezTo>
                      <a:pt x="13" y="52"/>
                      <a:pt x="14" y="55"/>
                      <a:pt x="14" y="55"/>
                    </a:cubicBezTo>
                    <a:cubicBezTo>
                      <a:pt x="15" y="57"/>
                      <a:pt x="14" y="55"/>
                      <a:pt x="15" y="57"/>
                    </a:cubicBezTo>
                    <a:cubicBezTo>
                      <a:pt x="16" y="59"/>
                      <a:pt x="15" y="60"/>
                      <a:pt x="14" y="58"/>
                    </a:cubicBezTo>
                    <a:cubicBezTo>
                      <a:pt x="15" y="61"/>
                      <a:pt x="15" y="59"/>
                      <a:pt x="16" y="61"/>
                    </a:cubicBezTo>
                    <a:cubicBezTo>
                      <a:pt x="16" y="61"/>
                      <a:pt x="15" y="59"/>
                      <a:pt x="16" y="59"/>
                    </a:cubicBezTo>
                    <a:cubicBezTo>
                      <a:pt x="15" y="58"/>
                      <a:pt x="15" y="58"/>
                      <a:pt x="15" y="57"/>
                    </a:cubicBezTo>
                    <a:cubicBezTo>
                      <a:pt x="14" y="54"/>
                      <a:pt x="16" y="58"/>
                      <a:pt x="16" y="58"/>
                    </a:cubicBezTo>
                    <a:cubicBezTo>
                      <a:pt x="16" y="59"/>
                      <a:pt x="16" y="59"/>
                      <a:pt x="16" y="59"/>
                    </a:cubicBezTo>
                    <a:cubicBezTo>
                      <a:pt x="17" y="60"/>
                      <a:pt x="16" y="58"/>
                      <a:pt x="17" y="58"/>
                    </a:cubicBezTo>
                    <a:cubicBezTo>
                      <a:pt x="18" y="61"/>
                      <a:pt x="16" y="58"/>
                      <a:pt x="17" y="60"/>
                    </a:cubicBezTo>
                    <a:cubicBezTo>
                      <a:pt x="18" y="62"/>
                      <a:pt x="18" y="62"/>
                      <a:pt x="18" y="62"/>
                    </a:cubicBezTo>
                    <a:cubicBezTo>
                      <a:pt x="19" y="63"/>
                      <a:pt x="17" y="60"/>
                      <a:pt x="18" y="61"/>
                    </a:cubicBezTo>
                    <a:cubicBezTo>
                      <a:pt x="18" y="62"/>
                      <a:pt x="18" y="62"/>
                      <a:pt x="18" y="62"/>
                    </a:cubicBezTo>
                    <a:cubicBezTo>
                      <a:pt x="18" y="61"/>
                      <a:pt x="18" y="61"/>
                      <a:pt x="18" y="61"/>
                    </a:cubicBezTo>
                    <a:cubicBezTo>
                      <a:pt x="18" y="60"/>
                      <a:pt x="17" y="58"/>
                      <a:pt x="17" y="58"/>
                    </a:cubicBezTo>
                    <a:cubicBezTo>
                      <a:pt x="16" y="55"/>
                      <a:pt x="17" y="58"/>
                      <a:pt x="17" y="57"/>
                    </a:cubicBezTo>
                    <a:cubicBezTo>
                      <a:pt x="16" y="55"/>
                      <a:pt x="17" y="57"/>
                      <a:pt x="16" y="56"/>
                    </a:cubicBezTo>
                    <a:cubicBezTo>
                      <a:pt x="16" y="54"/>
                      <a:pt x="16" y="54"/>
                      <a:pt x="16" y="54"/>
                    </a:cubicBezTo>
                    <a:cubicBezTo>
                      <a:pt x="16" y="54"/>
                      <a:pt x="17" y="55"/>
                      <a:pt x="17" y="57"/>
                    </a:cubicBezTo>
                    <a:cubicBezTo>
                      <a:pt x="17" y="57"/>
                      <a:pt x="17" y="57"/>
                      <a:pt x="17" y="56"/>
                    </a:cubicBezTo>
                    <a:cubicBezTo>
                      <a:pt x="17" y="58"/>
                      <a:pt x="18" y="60"/>
                      <a:pt x="19" y="61"/>
                    </a:cubicBezTo>
                    <a:cubicBezTo>
                      <a:pt x="19" y="62"/>
                      <a:pt x="18" y="60"/>
                      <a:pt x="18" y="59"/>
                    </a:cubicBezTo>
                    <a:cubicBezTo>
                      <a:pt x="18" y="59"/>
                      <a:pt x="18" y="57"/>
                      <a:pt x="18" y="57"/>
                    </a:cubicBezTo>
                    <a:cubicBezTo>
                      <a:pt x="16" y="52"/>
                      <a:pt x="19" y="60"/>
                      <a:pt x="19" y="59"/>
                    </a:cubicBezTo>
                    <a:cubicBezTo>
                      <a:pt x="18" y="56"/>
                      <a:pt x="18" y="55"/>
                      <a:pt x="17" y="52"/>
                    </a:cubicBezTo>
                    <a:cubicBezTo>
                      <a:pt x="17" y="51"/>
                      <a:pt x="17" y="50"/>
                      <a:pt x="17" y="51"/>
                    </a:cubicBezTo>
                    <a:cubicBezTo>
                      <a:pt x="18" y="53"/>
                      <a:pt x="18" y="52"/>
                      <a:pt x="18" y="54"/>
                    </a:cubicBezTo>
                    <a:cubicBezTo>
                      <a:pt x="18" y="54"/>
                      <a:pt x="18" y="54"/>
                      <a:pt x="18" y="54"/>
                    </a:cubicBezTo>
                    <a:cubicBezTo>
                      <a:pt x="19" y="56"/>
                      <a:pt x="19" y="56"/>
                      <a:pt x="19" y="56"/>
                    </a:cubicBezTo>
                    <a:cubicBezTo>
                      <a:pt x="21" y="60"/>
                      <a:pt x="21" y="60"/>
                      <a:pt x="21" y="60"/>
                    </a:cubicBezTo>
                    <a:cubicBezTo>
                      <a:pt x="21" y="59"/>
                      <a:pt x="20" y="58"/>
                      <a:pt x="20" y="57"/>
                    </a:cubicBezTo>
                    <a:cubicBezTo>
                      <a:pt x="20" y="58"/>
                      <a:pt x="21" y="59"/>
                      <a:pt x="21" y="59"/>
                    </a:cubicBezTo>
                    <a:cubicBezTo>
                      <a:pt x="20" y="59"/>
                      <a:pt x="20" y="56"/>
                      <a:pt x="20" y="56"/>
                    </a:cubicBezTo>
                    <a:cubicBezTo>
                      <a:pt x="20" y="56"/>
                      <a:pt x="21" y="58"/>
                      <a:pt x="21" y="58"/>
                    </a:cubicBezTo>
                    <a:cubicBezTo>
                      <a:pt x="22" y="60"/>
                      <a:pt x="22" y="60"/>
                      <a:pt x="22" y="60"/>
                    </a:cubicBezTo>
                    <a:cubicBezTo>
                      <a:pt x="21" y="58"/>
                      <a:pt x="22" y="61"/>
                      <a:pt x="22" y="60"/>
                    </a:cubicBezTo>
                    <a:cubicBezTo>
                      <a:pt x="22" y="59"/>
                      <a:pt x="21" y="57"/>
                      <a:pt x="21" y="56"/>
                    </a:cubicBezTo>
                    <a:cubicBezTo>
                      <a:pt x="21" y="55"/>
                      <a:pt x="22" y="56"/>
                      <a:pt x="22" y="56"/>
                    </a:cubicBezTo>
                    <a:cubicBezTo>
                      <a:pt x="22" y="57"/>
                      <a:pt x="22" y="57"/>
                      <a:pt x="22" y="57"/>
                    </a:cubicBezTo>
                    <a:cubicBezTo>
                      <a:pt x="22" y="57"/>
                      <a:pt x="23" y="61"/>
                      <a:pt x="23" y="60"/>
                    </a:cubicBezTo>
                    <a:cubicBezTo>
                      <a:pt x="22" y="58"/>
                      <a:pt x="22" y="58"/>
                      <a:pt x="22" y="58"/>
                    </a:cubicBezTo>
                    <a:cubicBezTo>
                      <a:pt x="23" y="58"/>
                      <a:pt x="23" y="59"/>
                      <a:pt x="23" y="60"/>
                    </a:cubicBezTo>
                    <a:cubicBezTo>
                      <a:pt x="23" y="58"/>
                      <a:pt x="23" y="59"/>
                      <a:pt x="23" y="58"/>
                    </a:cubicBezTo>
                    <a:cubicBezTo>
                      <a:pt x="23" y="59"/>
                      <a:pt x="23" y="59"/>
                      <a:pt x="23" y="59"/>
                    </a:cubicBezTo>
                    <a:cubicBezTo>
                      <a:pt x="23" y="58"/>
                      <a:pt x="23" y="56"/>
                      <a:pt x="24" y="58"/>
                    </a:cubicBezTo>
                    <a:cubicBezTo>
                      <a:pt x="23" y="56"/>
                      <a:pt x="23" y="58"/>
                      <a:pt x="23" y="57"/>
                    </a:cubicBezTo>
                    <a:cubicBezTo>
                      <a:pt x="22" y="55"/>
                      <a:pt x="22" y="55"/>
                      <a:pt x="22" y="55"/>
                    </a:cubicBezTo>
                    <a:cubicBezTo>
                      <a:pt x="23" y="58"/>
                      <a:pt x="23" y="55"/>
                      <a:pt x="23" y="55"/>
                    </a:cubicBezTo>
                    <a:cubicBezTo>
                      <a:pt x="24" y="56"/>
                      <a:pt x="24" y="56"/>
                      <a:pt x="24" y="57"/>
                    </a:cubicBezTo>
                    <a:cubicBezTo>
                      <a:pt x="24" y="55"/>
                      <a:pt x="24" y="55"/>
                      <a:pt x="24" y="55"/>
                    </a:cubicBezTo>
                    <a:cubicBezTo>
                      <a:pt x="25" y="59"/>
                      <a:pt x="24" y="54"/>
                      <a:pt x="24" y="55"/>
                    </a:cubicBezTo>
                    <a:cubicBezTo>
                      <a:pt x="25" y="56"/>
                      <a:pt x="25" y="58"/>
                      <a:pt x="25" y="58"/>
                    </a:cubicBezTo>
                    <a:cubicBezTo>
                      <a:pt x="24" y="56"/>
                      <a:pt x="25" y="55"/>
                      <a:pt x="24" y="53"/>
                    </a:cubicBezTo>
                    <a:cubicBezTo>
                      <a:pt x="25" y="54"/>
                      <a:pt x="25" y="56"/>
                      <a:pt x="26" y="58"/>
                    </a:cubicBezTo>
                    <a:cubicBezTo>
                      <a:pt x="25" y="56"/>
                      <a:pt x="26" y="59"/>
                      <a:pt x="26" y="57"/>
                    </a:cubicBezTo>
                    <a:cubicBezTo>
                      <a:pt x="25" y="56"/>
                      <a:pt x="25" y="55"/>
                      <a:pt x="25" y="54"/>
                    </a:cubicBezTo>
                    <a:cubicBezTo>
                      <a:pt x="26" y="54"/>
                      <a:pt x="25" y="55"/>
                      <a:pt x="26" y="56"/>
                    </a:cubicBezTo>
                    <a:cubicBezTo>
                      <a:pt x="26" y="56"/>
                      <a:pt x="26" y="54"/>
                      <a:pt x="25" y="53"/>
                    </a:cubicBezTo>
                    <a:cubicBezTo>
                      <a:pt x="26" y="53"/>
                      <a:pt x="25" y="51"/>
                      <a:pt x="26" y="52"/>
                    </a:cubicBezTo>
                    <a:cubicBezTo>
                      <a:pt x="26" y="54"/>
                      <a:pt x="26" y="53"/>
                      <a:pt x="26" y="54"/>
                    </a:cubicBezTo>
                    <a:cubicBezTo>
                      <a:pt x="27" y="54"/>
                      <a:pt x="25" y="50"/>
                      <a:pt x="26" y="50"/>
                    </a:cubicBezTo>
                    <a:cubicBezTo>
                      <a:pt x="25" y="49"/>
                      <a:pt x="25" y="46"/>
                      <a:pt x="25" y="45"/>
                    </a:cubicBezTo>
                    <a:cubicBezTo>
                      <a:pt x="25" y="45"/>
                      <a:pt x="25" y="46"/>
                      <a:pt x="25" y="48"/>
                    </a:cubicBezTo>
                    <a:cubicBezTo>
                      <a:pt x="25" y="48"/>
                      <a:pt x="25" y="48"/>
                      <a:pt x="25" y="48"/>
                    </a:cubicBezTo>
                    <a:cubicBezTo>
                      <a:pt x="27" y="50"/>
                      <a:pt x="26" y="52"/>
                      <a:pt x="27" y="55"/>
                    </a:cubicBezTo>
                    <a:cubicBezTo>
                      <a:pt x="27" y="54"/>
                      <a:pt x="27" y="54"/>
                      <a:pt x="27" y="54"/>
                    </a:cubicBezTo>
                    <a:cubicBezTo>
                      <a:pt x="28" y="57"/>
                      <a:pt x="28" y="57"/>
                      <a:pt x="28" y="57"/>
                    </a:cubicBezTo>
                    <a:cubicBezTo>
                      <a:pt x="27" y="55"/>
                      <a:pt x="28" y="56"/>
                      <a:pt x="28" y="55"/>
                    </a:cubicBezTo>
                    <a:cubicBezTo>
                      <a:pt x="28" y="54"/>
                      <a:pt x="28" y="56"/>
                      <a:pt x="28" y="55"/>
                    </a:cubicBezTo>
                    <a:cubicBezTo>
                      <a:pt x="28" y="54"/>
                      <a:pt x="27" y="51"/>
                      <a:pt x="28" y="52"/>
                    </a:cubicBezTo>
                    <a:cubicBezTo>
                      <a:pt x="29" y="55"/>
                      <a:pt x="29" y="55"/>
                      <a:pt x="29" y="55"/>
                    </a:cubicBezTo>
                    <a:cubicBezTo>
                      <a:pt x="29" y="56"/>
                      <a:pt x="28" y="53"/>
                      <a:pt x="29" y="54"/>
                    </a:cubicBezTo>
                    <a:cubicBezTo>
                      <a:pt x="29" y="55"/>
                      <a:pt x="29" y="55"/>
                      <a:pt x="29" y="55"/>
                    </a:cubicBezTo>
                    <a:cubicBezTo>
                      <a:pt x="30" y="55"/>
                      <a:pt x="32" y="55"/>
                      <a:pt x="31" y="51"/>
                    </a:cubicBezTo>
                    <a:cubicBezTo>
                      <a:pt x="32" y="52"/>
                      <a:pt x="32" y="52"/>
                      <a:pt x="33" y="53"/>
                    </a:cubicBezTo>
                    <a:cubicBezTo>
                      <a:pt x="33" y="53"/>
                      <a:pt x="33" y="51"/>
                      <a:pt x="33" y="51"/>
                    </a:cubicBezTo>
                    <a:cubicBezTo>
                      <a:pt x="34" y="53"/>
                      <a:pt x="34" y="53"/>
                      <a:pt x="34" y="53"/>
                    </a:cubicBezTo>
                    <a:cubicBezTo>
                      <a:pt x="34" y="54"/>
                      <a:pt x="34" y="52"/>
                      <a:pt x="34" y="51"/>
                    </a:cubicBezTo>
                    <a:cubicBezTo>
                      <a:pt x="35" y="52"/>
                      <a:pt x="35" y="52"/>
                      <a:pt x="35" y="52"/>
                    </a:cubicBezTo>
                    <a:cubicBezTo>
                      <a:pt x="35" y="54"/>
                      <a:pt x="35" y="51"/>
                      <a:pt x="35" y="51"/>
                    </a:cubicBezTo>
                    <a:cubicBezTo>
                      <a:pt x="35" y="52"/>
                      <a:pt x="35" y="52"/>
                      <a:pt x="35" y="52"/>
                    </a:cubicBezTo>
                    <a:cubicBezTo>
                      <a:pt x="35" y="51"/>
                      <a:pt x="35" y="51"/>
                      <a:pt x="35" y="51"/>
                    </a:cubicBezTo>
                    <a:cubicBezTo>
                      <a:pt x="35" y="50"/>
                      <a:pt x="35" y="50"/>
                      <a:pt x="36" y="52"/>
                    </a:cubicBezTo>
                    <a:cubicBezTo>
                      <a:pt x="36" y="51"/>
                      <a:pt x="36" y="51"/>
                      <a:pt x="36" y="51"/>
                    </a:cubicBezTo>
                    <a:cubicBezTo>
                      <a:pt x="37" y="52"/>
                      <a:pt x="37" y="52"/>
                      <a:pt x="38" y="51"/>
                    </a:cubicBezTo>
                    <a:cubicBezTo>
                      <a:pt x="37" y="51"/>
                      <a:pt x="37" y="50"/>
                      <a:pt x="37" y="49"/>
                    </a:cubicBezTo>
                    <a:cubicBezTo>
                      <a:pt x="36" y="46"/>
                      <a:pt x="37" y="49"/>
                      <a:pt x="37" y="47"/>
                    </a:cubicBezTo>
                    <a:cubicBezTo>
                      <a:pt x="37" y="48"/>
                      <a:pt x="38" y="49"/>
                      <a:pt x="38" y="50"/>
                    </a:cubicBezTo>
                    <a:cubicBezTo>
                      <a:pt x="39" y="52"/>
                      <a:pt x="39" y="50"/>
                      <a:pt x="40" y="50"/>
                    </a:cubicBezTo>
                    <a:cubicBezTo>
                      <a:pt x="40" y="49"/>
                      <a:pt x="40" y="49"/>
                      <a:pt x="40" y="49"/>
                    </a:cubicBezTo>
                    <a:cubicBezTo>
                      <a:pt x="42" y="51"/>
                      <a:pt x="41" y="48"/>
                      <a:pt x="42" y="49"/>
                    </a:cubicBezTo>
                    <a:cubicBezTo>
                      <a:pt x="42" y="48"/>
                      <a:pt x="41" y="45"/>
                      <a:pt x="41" y="45"/>
                    </a:cubicBezTo>
                    <a:cubicBezTo>
                      <a:pt x="41" y="43"/>
                      <a:pt x="42" y="47"/>
                      <a:pt x="43" y="48"/>
                    </a:cubicBezTo>
                    <a:cubicBezTo>
                      <a:pt x="43" y="48"/>
                      <a:pt x="43" y="47"/>
                      <a:pt x="43" y="47"/>
                    </a:cubicBezTo>
                    <a:cubicBezTo>
                      <a:pt x="43" y="48"/>
                      <a:pt x="43" y="48"/>
                      <a:pt x="43" y="48"/>
                    </a:cubicBezTo>
                    <a:cubicBezTo>
                      <a:pt x="43" y="47"/>
                      <a:pt x="43" y="46"/>
                      <a:pt x="44" y="47"/>
                    </a:cubicBezTo>
                    <a:cubicBezTo>
                      <a:pt x="44" y="47"/>
                      <a:pt x="44" y="47"/>
                      <a:pt x="44" y="47"/>
                    </a:cubicBezTo>
                    <a:cubicBezTo>
                      <a:pt x="44" y="47"/>
                      <a:pt x="45" y="48"/>
                      <a:pt x="45" y="48"/>
                    </a:cubicBezTo>
                    <a:cubicBezTo>
                      <a:pt x="44" y="46"/>
                      <a:pt x="45" y="47"/>
                      <a:pt x="45" y="45"/>
                    </a:cubicBezTo>
                    <a:cubicBezTo>
                      <a:pt x="45" y="46"/>
                      <a:pt x="45" y="46"/>
                      <a:pt x="45" y="46"/>
                    </a:cubicBezTo>
                    <a:cubicBezTo>
                      <a:pt x="45" y="44"/>
                      <a:pt x="45" y="44"/>
                      <a:pt x="45" y="44"/>
                    </a:cubicBezTo>
                    <a:cubicBezTo>
                      <a:pt x="45" y="45"/>
                      <a:pt x="45" y="45"/>
                      <a:pt x="45" y="45"/>
                    </a:cubicBezTo>
                    <a:cubicBezTo>
                      <a:pt x="46" y="47"/>
                      <a:pt x="46" y="47"/>
                      <a:pt x="46" y="47"/>
                    </a:cubicBezTo>
                    <a:cubicBezTo>
                      <a:pt x="46" y="48"/>
                      <a:pt x="45" y="45"/>
                      <a:pt x="45" y="45"/>
                    </a:cubicBezTo>
                    <a:cubicBezTo>
                      <a:pt x="45" y="43"/>
                      <a:pt x="46" y="45"/>
                      <a:pt x="46" y="45"/>
                    </a:cubicBezTo>
                    <a:cubicBezTo>
                      <a:pt x="46" y="46"/>
                      <a:pt x="46" y="45"/>
                      <a:pt x="46" y="45"/>
                    </a:cubicBezTo>
                    <a:cubicBezTo>
                      <a:pt x="46" y="47"/>
                      <a:pt x="46" y="46"/>
                      <a:pt x="46" y="47"/>
                    </a:cubicBezTo>
                    <a:cubicBezTo>
                      <a:pt x="46" y="47"/>
                      <a:pt x="46" y="45"/>
                      <a:pt x="46" y="45"/>
                    </a:cubicBezTo>
                    <a:cubicBezTo>
                      <a:pt x="46" y="45"/>
                      <a:pt x="47" y="45"/>
                      <a:pt x="47" y="46"/>
                    </a:cubicBezTo>
                    <a:cubicBezTo>
                      <a:pt x="47" y="45"/>
                      <a:pt x="47" y="45"/>
                      <a:pt x="47" y="45"/>
                    </a:cubicBezTo>
                    <a:cubicBezTo>
                      <a:pt x="47" y="44"/>
                      <a:pt x="46" y="44"/>
                      <a:pt x="46" y="43"/>
                    </a:cubicBezTo>
                    <a:cubicBezTo>
                      <a:pt x="46" y="43"/>
                      <a:pt x="46" y="42"/>
                      <a:pt x="46" y="43"/>
                    </a:cubicBezTo>
                    <a:cubicBezTo>
                      <a:pt x="46" y="43"/>
                      <a:pt x="46" y="43"/>
                      <a:pt x="46" y="43"/>
                    </a:cubicBezTo>
                    <a:cubicBezTo>
                      <a:pt x="46" y="43"/>
                      <a:pt x="47" y="43"/>
                      <a:pt x="46" y="42"/>
                    </a:cubicBezTo>
                    <a:cubicBezTo>
                      <a:pt x="47" y="44"/>
                      <a:pt x="47" y="44"/>
                      <a:pt x="47" y="44"/>
                    </a:cubicBezTo>
                    <a:cubicBezTo>
                      <a:pt x="47" y="43"/>
                      <a:pt x="47" y="43"/>
                      <a:pt x="47" y="42"/>
                    </a:cubicBezTo>
                    <a:cubicBezTo>
                      <a:pt x="48" y="44"/>
                      <a:pt x="49" y="46"/>
                      <a:pt x="49" y="46"/>
                    </a:cubicBezTo>
                    <a:cubicBezTo>
                      <a:pt x="49" y="44"/>
                      <a:pt x="49" y="44"/>
                      <a:pt x="49" y="44"/>
                    </a:cubicBezTo>
                    <a:cubicBezTo>
                      <a:pt x="49" y="44"/>
                      <a:pt x="49" y="44"/>
                      <a:pt x="50" y="45"/>
                    </a:cubicBezTo>
                    <a:cubicBezTo>
                      <a:pt x="51" y="46"/>
                      <a:pt x="48" y="40"/>
                      <a:pt x="49" y="42"/>
                    </a:cubicBezTo>
                    <a:cubicBezTo>
                      <a:pt x="50" y="44"/>
                      <a:pt x="50" y="44"/>
                      <a:pt x="51" y="44"/>
                    </a:cubicBezTo>
                    <a:cubicBezTo>
                      <a:pt x="50" y="43"/>
                      <a:pt x="50" y="43"/>
                      <a:pt x="50" y="43"/>
                    </a:cubicBezTo>
                    <a:cubicBezTo>
                      <a:pt x="50" y="42"/>
                      <a:pt x="51" y="45"/>
                      <a:pt x="50" y="43"/>
                    </a:cubicBezTo>
                    <a:cubicBezTo>
                      <a:pt x="50" y="42"/>
                      <a:pt x="50" y="42"/>
                      <a:pt x="50" y="42"/>
                    </a:cubicBezTo>
                    <a:cubicBezTo>
                      <a:pt x="52" y="46"/>
                      <a:pt x="52" y="42"/>
                      <a:pt x="54" y="44"/>
                    </a:cubicBezTo>
                    <a:cubicBezTo>
                      <a:pt x="52" y="42"/>
                      <a:pt x="54" y="43"/>
                      <a:pt x="53" y="42"/>
                    </a:cubicBezTo>
                    <a:cubicBezTo>
                      <a:pt x="54" y="45"/>
                      <a:pt x="54" y="42"/>
                      <a:pt x="54" y="43"/>
                    </a:cubicBezTo>
                    <a:cubicBezTo>
                      <a:pt x="53" y="41"/>
                      <a:pt x="53" y="41"/>
                      <a:pt x="53" y="41"/>
                    </a:cubicBezTo>
                    <a:cubicBezTo>
                      <a:pt x="54" y="42"/>
                      <a:pt x="53" y="37"/>
                      <a:pt x="54" y="40"/>
                    </a:cubicBezTo>
                    <a:cubicBezTo>
                      <a:pt x="55" y="40"/>
                      <a:pt x="55" y="41"/>
                      <a:pt x="55" y="42"/>
                    </a:cubicBezTo>
                    <a:cubicBezTo>
                      <a:pt x="56" y="44"/>
                      <a:pt x="55" y="39"/>
                      <a:pt x="56" y="42"/>
                    </a:cubicBezTo>
                    <a:cubicBezTo>
                      <a:pt x="56" y="41"/>
                      <a:pt x="55" y="40"/>
                      <a:pt x="55" y="39"/>
                    </a:cubicBezTo>
                    <a:cubicBezTo>
                      <a:pt x="56" y="40"/>
                      <a:pt x="57" y="41"/>
                      <a:pt x="57" y="41"/>
                    </a:cubicBezTo>
                    <a:cubicBezTo>
                      <a:pt x="57" y="41"/>
                      <a:pt x="57" y="40"/>
                      <a:pt x="57" y="40"/>
                    </a:cubicBezTo>
                    <a:cubicBezTo>
                      <a:pt x="57" y="41"/>
                      <a:pt x="57" y="41"/>
                      <a:pt x="57" y="42"/>
                    </a:cubicBezTo>
                    <a:cubicBezTo>
                      <a:pt x="58" y="42"/>
                      <a:pt x="58" y="41"/>
                      <a:pt x="58" y="40"/>
                    </a:cubicBezTo>
                    <a:cubicBezTo>
                      <a:pt x="59" y="41"/>
                      <a:pt x="59" y="40"/>
                      <a:pt x="60" y="41"/>
                    </a:cubicBezTo>
                    <a:cubicBezTo>
                      <a:pt x="59" y="39"/>
                      <a:pt x="61" y="42"/>
                      <a:pt x="60" y="39"/>
                    </a:cubicBezTo>
                    <a:cubicBezTo>
                      <a:pt x="60" y="40"/>
                      <a:pt x="60" y="40"/>
                      <a:pt x="60" y="40"/>
                    </a:cubicBezTo>
                    <a:cubicBezTo>
                      <a:pt x="60" y="39"/>
                      <a:pt x="59" y="37"/>
                      <a:pt x="59" y="37"/>
                    </a:cubicBezTo>
                    <a:cubicBezTo>
                      <a:pt x="60" y="39"/>
                      <a:pt x="60" y="39"/>
                      <a:pt x="60" y="39"/>
                    </a:cubicBezTo>
                    <a:cubicBezTo>
                      <a:pt x="61" y="41"/>
                      <a:pt x="61" y="39"/>
                      <a:pt x="61" y="40"/>
                    </a:cubicBezTo>
                    <a:cubicBezTo>
                      <a:pt x="60" y="38"/>
                      <a:pt x="62" y="40"/>
                      <a:pt x="61" y="38"/>
                    </a:cubicBezTo>
                    <a:cubicBezTo>
                      <a:pt x="61" y="38"/>
                      <a:pt x="61" y="38"/>
                      <a:pt x="61" y="38"/>
                    </a:cubicBezTo>
                    <a:cubicBezTo>
                      <a:pt x="61" y="37"/>
                      <a:pt x="60" y="37"/>
                      <a:pt x="61" y="36"/>
                    </a:cubicBezTo>
                    <a:cubicBezTo>
                      <a:pt x="61" y="36"/>
                      <a:pt x="62" y="38"/>
                      <a:pt x="62" y="38"/>
                    </a:cubicBezTo>
                    <a:cubicBezTo>
                      <a:pt x="62" y="39"/>
                      <a:pt x="62" y="38"/>
                      <a:pt x="62" y="38"/>
                    </a:cubicBezTo>
                    <a:cubicBezTo>
                      <a:pt x="62" y="38"/>
                      <a:pt x="62" y="38"/>
                      <a:pt x="62" y="37"/>
                    </a:cubicBezTo>
                    <a:cubicBezTo>
                      <a:pt x="62" y="38"/>
                      <a:pt x="62" y="38"/>
                      <a:pt x="62" y="38"/>
                    </a:cubicBezTo>
                    <a:cubicBezTo>
                      <a:pt x="62" y="38"/>
                      <a:pt x="62" y="38"/>
                      <a:pt x="62" y="38"/>
                    </a:cubicBezTo>
                    <a:cubicBezTo>
                      <a:pt x="62" y="38"/>
                      <a:pt x="62" y="38"/>
                      <a:pt x="62" y="38"/>
                    </a:cubicBezTo>
                    <a:cubicBezTo>
                      <a:pt x="62" y="38"/>
                      <a:pt x="62" y="38"/>
                      <a:pt x="62" y="38"/>
                    </a:cubicBezTo>
                    <a:cubicBezTo>
                      <a:pt x="62" y="38"/>
                      <a:pt x="63" y="38"/>
                      <a:pt x="63" y="38"/>
                    </a:cubicBezTo>
                    <a:cubicBezTo>
                      <a:pt x="63" y="38"/>
                      <a:pt x="63" y="38"/>
                      <a:pt x="63" y="38"/>
                    </a:cubicBezTo>
                    <a:cubicBezTo>
                      <a:pt x="63" y="38"/>
                      <a:pt x="63" y="38"/>
                      <a:pt x="63" y="38"/>
                    </a:cubicBezTo>
                    <a:cubicBezTo>
                      <a:pt x="64" y="40"/>
                      <a:pt x="64" y="40"/>
                      <a:pt x="64" y="40"/>
                    </a:cubicBezTo>
                    <a:cubicBezTo>
                      <a:pt x="64" y="40"/>
                      <a:pt x="64" y="38"/>
                      <a:pt x="63" y="37"/>
                    </a:cubicBezTo>
                    <a:cubicBezTo>
                      <a:pt x="64" y="38"/>
                      <a:pt x="65" y="36"/>
                      <a:pt x="65" y="36"/>
                    </a:cubicBezTo>
                    <a:cubicBezTo>
                      <a:pt x="65" y="36"/>
                      <a:pt x="65" y="37"/>
                      <a:pt x="65" y="36"/>
                    </a:cubicBezTo>
                    <a:cubicBezTo>
                      <a:pt x="65" y="36"/>
                      <a:pt x="65" y="34"/>
                      <a:pt x="65" y="35"/>
                    </a:cubicBezTo>
                    <a:cubicBezTo>
                      <a:pt x="65" y="35"/>
                      <a:pt x="66" y="36"/>
                      <a:pt x="66" y="36"/>
                    </a:cubicBezTo>
                    <a:cubicBezTo>
                      <a:pt x="66" y="37"/>
                      <a:pt x="66" y="35"/>
                      <a:pt x="66" y="35"/>
                    </a:cubicBezTo>
                    <a:cubicBezTo>
                      <a:pt x="67" y="37"/>
                      <a:pt x="66" y="33"/>
                      <a:pt x="67" y="34"/>
                    </a:cubicBezTo>
                    <a:cubicBezTo>
                      <a:pt x="67" y="34"/>
                      <a:pt x="68" y="35"/>
                      <a:pt x="68" y="36"/>
                    </a:cubicBezTo>
                    <a:cubicBezTo>
                      <a:pt x="68" y="35"/>
                      <a:pt x="68" y="34"/>
                      <a:pt x="68" y="32"/>
                    </a:cubicBezTo>
                    <a:cubicBezTo>
                      <a:pt x="68" y="34"/>
                      <a:pt x="68" y="34"/>
                      <a:pt x="68" y="34"/>
                    </a:cubicBezTo>
                    <a:cubicBezTo>
                      <a:pt x="69" y="34"/>
                      <a:pt x="69" y="33"/>
                      <a:pt x="69" y="32"/>
                    </a:cubicBezTo>
                    <a:cubicBezTo>
                      <a:pt x="68" y="31"/>
                      <a:pt x="68" y="30"/>
                      <a:pt x="68" y="30"/>
                    </a:cubicBezTo>
                    <a:cubicBezTo>
                      <a:pt x="68" y="30"/>
                      <a:pt x="68" y="30"/>
                      <a:pt x="68" y="30"/>
                    </a:cubicBezTo>
                    <a:cubicBezTo>
                      <a:pt x="68" y="29"/>
                      <a:pt x="68" y="29"/>
                      <a:pt x="68" y="29"/>
                    </a:cubicBezTo>
                    <a:cubicBezTo>
                      <a:pt x="69" y="30"/>
                      <a:pt x="68" y="30"/>
                      <a:pt x="69" y="30"/>
                    </a:cubicBezTo>
                    <a:cubicBezTo>
                      <a:pt x="70" y="33"/>
                      <a:pt x="70" y="31"/>
                      <a:pt x="70" y="32"/>
                    </a:cubicBezTo>
                    <a:cubicBezTo>
                      <a:pt x="70" y="30"/>
                      <a:pt x="70" y="30"/>
                      <a:pt x="70" y="30"/>
                    </a:cubicBezTo>
                    <a:cubicBezTo>
                      <a:pt x="70" y="29"/>
                      <a:pt x="71" y="31"/>
                      <a:pt x="71" y="31"/>
                    </a:cubicBezTo>
                    <a:cubicBezTo>
                      <a:pt x="69" y="26"/>
                      <a:pt x="69" y="26"/>
                      <a:pt x="69" y="26"/>
                    </a:cubicBezTo>
                    <a:cubicBezTo>
                      <a:pt x="69" y="27"/>
                      <a:pt x="71" y="28"/>
                      <a:pt x="71" y="29"/>
                    </a:cubicBezTo>
                    <a:cubicBezTo>
                      <a:pt x="71" y="29"/>
                      <a:pt x="70" y="26"/>
                      <a:pt x="70" y="24"/>
                    </a:cubicBezTo>
                    <a:cubicBezTo>
                      <a:pt x="70" y="25"/>
                      <a:pt x="70" y="24"/>
                      <a:pt x="70" y="23"/>
                    </a:cubicBezTo>
                    <a:cubicBezTo>
                      <a:pt x="71" y="25"/>
                      <a:pt x="70" y="23"/>
                      <a:pt x="71" y="24"/>
                    </a:cubicBezTo>
                    <a:cubicBezTo>
                      <a:pt x="72" y="26"/>
                      <a:pt x="72" y="26"/>
                      <a:pt x="72" y="26"/>
                    </a:cubicBezTo>
                    <a:cubicBezTo>
                      <a:pt x="71" y="26"/>
                      <a:pt x="73" y="28"/>
                      <a:pt x="73" y="29"/>
                    </a:cubicBezTo>
                    <a:cubicBezTo>
                      <a:pt x="73" y="28"/>
                      <a:pt x="74" y="28"/>
                      <a:pt x="75" y="29"/>
                    </a:cubicBezTo>
                    <a:cubicBezTo>
                      <a:pt x="73" y="26"/>
                      <a:pt x="74" y="27"/>
                      <a:pt x="73" y="25"/>
                    </a:cubicBezTo>
                    <a:cubicBezTo>
                      <a:pt x="74" y="24"/>
                      <a:pt x="74" y="27"/>
                      <a:pt x="75" y="27"/>
                    </a:cubicBezTo>
                    <a:cubicBezTo>
                      <a:pt x="75" y="26"/>
                      <a:pt x="76" y="26"/>
                      <a:pt x="76" y="26"/>
                    </a:cubicBezTo>
                    <a:cubicBezTo>
                      <a:pt x="76" y="26"/>
                      <a:pt x="76" y="26"/>
                      <a:pt x="76" y="26"/>
                    </a:cubicBezTo>
                    <a:cubicBezTo>
                      <a:pt x="76" y="25"/>
                      <a:pt x="77" y="26"/>
                      <a:pt x="77" y="23"/>
                    </a:cubicBezTo>
                    <a:cubicBezTo>
                      <a:pt x="77" y="25"/>
                      <a:pt x="77" y="25"/>
                      <a:pt x="77" y="25"/>
                    </a:cubicBezTo>
                    <a:cubicBezTo>
                      <a:pt x="78" y="25"/>
                      <a:pt x="76" y="22"/>
                      <a:pt x="77" y="23"/>
                    </a:cubicBezTo>
                    <a:cubicBezTo>
                      <a:pt x="78" y="24"/>
                      <a:pt x="78" y="24"/>
                      <a:pt x="78" y="24"/>
                    </a:cubicBezTo>
                    <a:cubicBezTo>
                      <a:pt x="78" y="23"/>
                      <a:pt x="79" y="25"/>
                      <a:pt x="78" y="23"/>
                    </a:cubicBezTo>
                    <a:cubicBezTo>
                      <a:pt x="79" y="24"/>
                      <a:pt x="79" y="24"/>
                      <a:pt x="79" y="24"/>
                    </a:cubicBezTo>
                    <a:cubicBezTo>
                      <a:pt x="79" y="23"/>
                      <a:pt x="79" y="24"/>
                      <a:pt x="79" y="22"/>
                    </a:cubicBezTo>
                    <a:cubicBezTo>
                      <a:pt x="80" y="24"/>
                      <a:pt x="80" y="24"/>
                      <a:pt x="80" y="24"/>
                    </a:cubicBezTo>
                    <a:cubicBezTo>
                      <a:pt x="80" y="25"/>
                      <a:pt x="79" y="22"/>
                      <a:pt x="80" y="22"/>
                    </a:cubicBezTo>
                    <a:cubicBezTo>
                      <a:pt x="80" y="22"/>
                      <a:pt x="81" y="23"/>
                      <a:pt x="81" y="23"/>
                    </a:cubicBezTo>
                    <a:cubicBezTo>
                      <a:pt x="80" y="22"/>
                      <a:pt x="81" y="22"/>
                      <a:pt x="81" y="21"/>
                    </a:cubicBezTo>
                    <a:cubicBezTo>
                      <a:pt x="82" y="23"/>
                      <a:pt x="82" y="23"/>
                      <a:pt x="82" y="23"/>
                    </a:cubicBezTo>
                    <a:cubicBezTo>
                      <a:pt x="84" y="22"/>
                      <a:pt x="86" y="22"/>
                      <a:pt x="86" y="19"/>
                    </a:cubicBezTo>
                    <a:cubicBezTo>
                      <a:pt x="88" y="21"/>
                      <a:pt x="87" y="21"/>
                      <a:pt x="87" y="22"/>
                    </a:cubicBezTo>
                    <a:cubicBezTo>
                      <a:pt x="87" y="20"/>
                      <a:pt x="87" y="22"/>
                      <a:pt x="88" y="21"/>
                    </a:cubicBezTo>
                    <a:cubicBezTo>
                      <a:pt x="88" y="21"/>
                      <a:pt x="88" y="21"/>
                      <a:pt x="88" y="21"/>
                    </a:cubicBezTo>
                    <a:cubicBezTo>
                      <a:pt x="88" y="20"/>
                      <a:pt x="89" y="22"/>
                      <a:pt x="89" y="21"/>
                    </a:cubicBezTo>
                    <a:cubicBezTo>
                      <a:pt x="88" y="20"/>
                      <a:pt x="88" y="20"/>
                      <a:pt x="88" y="20"/>
                    </a:cubicBezTo>
                    <a:cubicBezTo>
                      <a:pt x="88" y="19"/>
                      <a:pt x="90" y="23"/>
                      <a:pt x="89" y="20"/>
                    </a:cubicBezTo>
                    <a:cubicBezTo>
                      <a:pt x="90" y="22"/>
                      <a:pt x="90" y="22"/>
                      <a:pt x="90" y="22"/>
                    </a:cubicBezTo>
                    <a:cubicBezTo>
                      <a:pt x="89" y="19"/>
                      <a:pt x="91" y="22"/>
                      <a:pt x="90" y="20"/>
                    </a:cubicBezTo>
                    <a:cubicBezTo>
                      <a:pt x="90" y="20"/>
                      <a:pt x="90" y="20"/>
                      <a:pt x="90" y="20"/>
                    </a:cubicBezTo>
                    <a:cubicBezTo>
                      <a:pt x="91" y="21"/>
                      <a:pt x="90" y="17"/>
                      <a:pt x="91" y="19"/>
                    </a:cubicBezTo>
                    <a:cubicBezTo>
                      <a:pt x="91" y="19"/>
                      <a:pt x="91" y="18"/>
                      <a:pt x="91" y="16"/>
                    </a:cubicBezTo>
                    <a:cubicBezTo>
                      <a:pt x="92" y="19"/>
                      <a:pt x="92" y="19"/>
                      <a:pt x="92" y="19"/>
                    </a:cubicBezTo>
                    <a:cubicBezTo>
                      <a:pt x="93" y="17"/>
                      <a:pt x="94" y="17"/>
                      <a:pt x="94" y="14"/>
                    </a:cubicBezTo>
                    <a:cubicBezTo>
                      <a:pt x="95" y="15"/>
                      <a:pt x="95" y="15"/>
                      <a:pt x="95" y="15"/>
                    </a:cubicBezTo>
                    <a:cubicBezTo>
                      <a:pt x="95" y="13"/>
                      <a:pt x="97" y="17"/>
                      <a:pt x="96" y="13"/>
                    </a:cubicBezTo>
                    <a:cubicBezTo>
                      <a:pt x="96" y="11"/>
                      <a:pt x="96" y="11"/>
                      <a:pt x="96" y="11"/>
                    </a:cubicBezTo>
                    <a:cubicBezTo>
                      <a:pt x="97" y="13"/>
                      <a:pt x="97" y="13"/>
                      <a:pt x="97" y="13"/>
                    </a:cubicBezTo>
                    <a:cubicBezTo>
                      <a:pt x="97" y="12"/>
                      <a:pt x="98" y="13"/>
                      <a:pt x="97" y="11"/>
                    </a:cubicBezTo>
                    <a:cubicBezTo>
                      <a:pt x="98" y="13"/>
                      <a:pt x="98" y="13"/>
                      <a:pt x="98" y="13"/>
                    </a:cubicBezTo>
                    <a:cubicBezTo>
                      <a:pt x="98" y="13"/>
                      <a:pt x="98" y="10"/>
                      <a:pt x="98" y="11"/>
                    </a:cubicBezTo>
                    <a:cubicBezTo>
                      <a:pt x="98" y="11"/>
                      <a:pt x="98" y="11"/>
                      <a:pt x="98" y="11"/>
                    </a:cubicBezTo>
                    <a:cubicBezTo>
                      <a:pt x="101" y="14"/>
                      <a:pt x="104" y="15"/>
                      <a:pt x="104" y="11"/>
                    </a:cubicBezTo>
                    <a:cubicBezTo>
                      <a:pt x="104" y="10"/>
                      <a:pt x="105" y="13"/>
                      <a:pt x="105" y="13"/>
                    </a:cubicBezTo>
                    <a:cubicBezTo>
                      <a:pt x="106" y="9"/>
                      <a:pt x="109" y="14"/>
                      <a:pt x="109" y="8"/>
                    </a:cubicBezTo>
                    <a:cubicBezTo>
                      <a:pt x="110" y="6"/>
                      <a:pt x="108" y="1"/>
                      <a:pt x="108"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1" name="Freeform 114"/>
              <p:cNvSpPr/>
              <p:nvPr/>
            </p:nvSpPr>
            <p:spPr bwMode="auto">
              <a:xfrm>
                <a:off x="3897" y="1269"/>
                <a:ext cx="6" cy="2"/>
              </a:xfrm>
              <a:custGeom>
                <a:avLst/>
                <a:gdLst>
                  <a:gd name="T0" fmla="*/ 6 w 6"/>
                  <a:gd name="T1" fmla="*/ 0 h 2"/>
                  <a:gd name="T2" fmla="*/ 6 w 6"/>
                  <a:gd name="T3" fmla="*/ 0 h 2"/>
                  <a:gd name="T4" fmla="*/ 0 w 6"/>
                  <a:gd name="T5" fmla="*/ 2 h 2"/>
                  <a:gd name="T6" fmla="*/ 6 w 6"/>
                  <a:gd name="T7" fmla="*/ 0 h 2"/>
                </a:gdLst>
                <a:ahLst/>
                <a:cxnLst>
                  <a:cxn ang="0">
                    <a:pos x="T0" y="T1"/>
                  </a:cxn>
                  <a:cxn ang="0">
                    <a:pos x="T2" y="T3"/>
                  </a:cxn>
                  <a:cxn ang="0">
                    <a:pos x="T4" y="T5"/>
                  </a:cxn>
                  <a:cxn ang="0">
                    <a:pos x="T6" y="T7"/>
                  </a:cxn>
                </a:cxnLst>
                <a:rect l="0" t="0" r="r" b="b"/>
                <a:pathLst>
                  <a:path w="6" h="2">
                    <a:moveTo>
                      <a:pt x="6" y="0"/>
                    </a:moveTo>
                    <a:lnTo>
                      <a:pt x="6" y="0"/>
                    </a:lnTo>
                    <a:lnTo>
                      <a:pt x="0" y="2"/>
                    </a:lnTo>
                    <a:lnTo>
                      <a:pt x="6"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2" name="Freeform 115"/>
              <p:cNvSpPr/>
              <p:nvPr/>
            </p:nvSpPr>
            <p:spPr bwMode="auto">
              <a:xfrm>
                <a:off x="3935" y="1214"/>
                <a:ext cx="78" cy="253"/>
              </a:xfrm>
              <a:custGeom>
                <a:avLst/>
                <a:gdLst>
                  <a:gd name="T0" fmla="*/ 15 w 37"/>
                  <a:gd name="T1" fmla="*/ 54 h 119"/>
                  <a:gd name="T2" fmla="*/ 12 w 37"/>
                  <a:gd name="T3" fmla="*/ 62 h 119"/>
                  <a:gd name="T4" fmla="*/ 8 w 37"/>
                  <a:gd name="T5" fmla="*/ 67 h 119"/>
                  <a:gd name="T6" fmla="*/ 6 w 37"/>
                  <a:gd name="T7" fmla="*/ 78 h 119"/>
                  <a:gd name="T8" fmla="*/ 4 w 37"/>
                  <a:gd name="T9" fmla="*/ 84 h 119"/>
                  <a:gd name="T10" fmla="*/ 2 w 37"/>
                  <a:gd name="T11" fmla="*/ 96 h 119"/>
                  <a:gd name="T12" fmla="*/ 5 w 37"/>
                  <a:gd name="T13" fmla="*/ 103 h 119"/>
                  <a:gd name="T14" fmla="*/ 2 w 37"/>
                  <a:gd name="T15" fmla="*/ 111 h 119"/>
                  <a:gd name="T16" fmla="*/ 2 w 37"/>
                  <a:gd name="T17" fmla="*/ 115 h 119"/>
                  <a:gd name="T18" fmla="*/ 7 w 37"/>
                  <a:gd name="T19" fmla="*/ 117 h 119"/>
                  <a:gd name="T20" fmla="*/ 8 w 37"/>
                  <a:gd name="T21" fmla="*/ 117 h 119"/>
                  <a:gd name="T22" fmla="*/ 9 w 37"/>
                  <a:gd name="T23" fmla="*/ 115 h 119"/>
                  <a:gd name="T24" fmla="*/ 12 w 37"/>
                  <a:gd name="T25" fmla="*/ 113 h 119"/>
                  <a:gd name="T26" fmla="*/ 15 w 37"/>
                  <a:gd name="T27" fmla="*/ 110 h 119"/>
                  <a:gd name="T28" fmla="*/ 17 w 37"/>
                  <a:gd name="T29" fmla="*/ 110 h 119"/>
                  <a:gd name="T30" fmla="*/ 17 w 37"/>
                  <a:gd name="T31" fmla="*/ 108 h 119"/>
                  <a:gd name="T32" fmla="*/ 18 w 37"/>
                  <a:gd name="T33" fmla="*/ 108 h 119"/>
                  <a:gd name="T34" fmla="*/ 21 w 37"/>
                  <a:gd name="T35" fmla="*/ 108 h 119"/>
                  <a:gd name="T36" fmla="*/ 15 w 37"/>
                  <a:gd name="T37" fmla="*/ 104 h 119"/>
                  <a:gd name="T38" fmla="*/ 18 w 37"/>
                  <a:gd name="T39" fmla="*/ 104 h 119"/>
                  <a:gd name="T40" fmla="*/ 20 w 37"/>
                  <a:gd name="T41" fmla="*/ 104 h 119"/>
                  <a:gd name="T42" fmla="*/ 22 w 37"/>
                  <a:gd name="T43" fmla="*/ 102 h 119"/>
                  <a:gd name="T44" fmla="*/ 20 w 37"/>
                  <a:gd name="T45" fmla="*/ 100 h 119"/>
                  <a:gd name="T46" fmla="*/ 22 w 37"/>
                  <a:gd name="T47" fmla="*/ 99 h 119"/>
                  <a:gd name="T48" fmla="*/ 15 w 37"/>
                  <a:gd name="T49" fmla="*/ 95 h 119"/>
                  <a:gd name="T50" fmla="*/ 21 w 37"/>
                  <a:gd name="T51" fmla="*/ 97 h 119"/>
                  <a:gd name="T52" fmla="*/ 24 w 37"/>
                  <a:gd name="T53" fmla="*/ 92 h 119"/>
                  <a:gd name="T54" fmla="*/ 24 w 37"/>
                  <a:gd name="T55" fmla="*/ 89 h 119"/>
                  <a:gd name="T56" fmla="*/ 21 w 37"/>
                  <a:gd name="T57" fmla="*/ 85 h 119"/>
                  <a:gd name="T58" fmla="*/ 26 w 37"/>
                  <a:gd name="T59" fmla="*/ 81 h 119"/>
                  <a:gd name="T60" fmla="*/ 24 w 37"/>
                  <a:gd name="T61" fmla="*/ 78 h 119"/>
                  <a:gd name="T62" fmla="*/ 25 w 37"/>
                  <a:gd name="T63" fmla="*/ 77 h 119"/>
                  <a:gd name="T64" fmla="*/ 23 w 37"/>
                  <a:gd name="T65" fmla="*/ 75 h 119"/>
                  <a:gd name="T66" fmla="*/ 27 w 37"/>
                  <a:gd name="T67" fmla="*/ 75 h 119"/>
                  <a:gd name="T68" fmla="*/ 26 w 37"/>
                  <a:gd name="T69" fmla="*/ 72 h 119"/>
                  <a:gd name="T70" fmla="*/ 25 w 37"/>
                  <a:gd name="T71" fmla="*/ 67 h 119"/>
                  <a:gd name="T72" fmla="*/ 29 w 37"/>
                  <a:gd name="T73" fmla="*/ 65 h 119"/>
                  <a:gd name="T74" fmla="*/ 28 w 37"/>
                  <a:gd name="T75" fmla="*/ 61 h 119"/>
                  <a:gd name="T76" fmla="*/ 29 w 37"/>
                  <a:gd name="T77" fmla="*/ 59 h 119"/>
                  <a:gd name="T78" fmla="*/ 29 w 37"/>
                  <a:gd name="T79" fmla="*/ 59 h 119"/>
                  <a:gd name="T80" fmla="*/ 29 w 37"/>
                  <a:gd name="T81" fmla="*/ 56 h 119"/>
                  <a:gd name="T82" fmla="*/ 27 w 37"/>
                  <a:gd name="T83" fmla="*/ 51 h 119"/>
                  <a:gd name="T84" fmla="*/ 25 w 37"/>
                  <a:gd name="T85" fmla="*/ 49 h 119"/>
                  <a:gd name="T86" fmla="*/ 27 w 37"/>
                  <a:gd name="T87" fmla="*/ 47 h 119"/>
                  <a:gd name="T88" fmla="*/ 29 w 37"/>
                  <a:gd name="T89" fmla="*/ 44 h 119"/>
                  <a:gd name="T90" fmla="*/ 27 w 37"/>
                  <a:gd name="T91" fmla="*/ 39 h 119"/>
                  <a:gd name="T92" fmla="*/ 28 w 37"/>
                  <a:gd name="T93" fmla="*/ 37 h 119"/>
                  <a:gd name="T94" fmla="*/ 31 w 37"/>
                  <a:gd name="T95" fmla="*/ 30 h 119"/>
                  <a:gd name="T96" fmla="*/ 32 w 37"/>
                  <a:gd name="T97" fmla="*/ 27 h 119"/>
                  <a:gd name="T98" fmla="*/ 29 w 37"/>
                  <a:gd name="T99" fmla="*/ 19 h 119"/>
                  <a:gd name="T100" fmla="*/ 30 w 37"/>
                  <a:gd name="T101" fmla="*/ 16 h 119"/>
                  <a:gd name="T102" fmla="*/ 26 w 37"/>
                  <a:gd name="T103" fmla="*/ 0 h 119"/>
                  <a:gd name="T104" fmla="*/ 18 w 37"/>
                  <a:gd name="T105" fmla="*/ 21 h 119"/>
                  <a:gd name="T106" fmla="*/ 11 w 37"/>
                  <a:gd name="T107" fmla="*/ 3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 h="119">
                    <a:moveTo>
                      <a:pt x="11" y="38"/>
                    </a:moveTo>
                    <a:cubicBezTo>
                      <a:pt x="11" y="42"/>
                      <a:pt x="12" y="46"/>
                      <a:pt x="12" y="50"/>
                    </a:cubicBezTo>
                    <a:cubicBezTo>
                      <a:pt x="15" y="51"/>
                      <a:pt x="13" y="52"/>
                      <a:pt x="16" y="53"/>
                    </a:cubicBezTo>
                    <a:cubicBezTo>
                      <a:pt x="15" y="53"/>
                      <a:pt x="15" y="53"/>
                      <a:pt x="15" y="53"/>
                    </a:cubicBezTo>
                    <a:cubicBezTo>
                      <a:pt x="16" y="53"/>
                      <a:pt x="14" y="53"/>
                      <a:pt x="13" y="54"/>
                    </a:cubicBezTo>
                    <a:cubicBezTo>
                      <a:pt x="14" y="54"/>
                      <a:pt x="13" y="54"/>
                      <a:pt x="15" y="54"/>
                    </a:cubicBezTo>
                    <a:cubicBezTo>
                      <a:pt x="17" y="55"/>
                      <a:pt x="12" y="54"/>
                      <a:pt x="13" y="55"/>
                    </a:cubicBezTo>
                    <a:cubicBezTo>
                      <a:pt x="13" y="55"/>
                      <a:pt x="14" y="55"/>
                      <a:pt x="14" y="55"/>
                    </a:cubicBezTo>
                    <a:cubicBezTo>
                      <a:pt x="16" y="56"/>
                      <a:pt x="13" y="55"/>
                      <a:pt x="11" y="55"/>
                    </a:cubicBezTo>
                    <a:cubicBezTo>
                      <a:pt x="11" y="57"/>
                      <a:pt x="13" y="59"/>
                      <a:pt x="11" y="61"/>
                    </a:cubicBezTo>
                    <a:cubicBezTo>
                      <a:pt x="11" y="60"/>
                      <a:pt x="13" y="61"/>
                      <a:pt x="13" y="61"/>
                    </a:cubicBezTo>
                    <a:cubicBezTo>
                      <a:pt x="9" y="60"/>
                      <a:pt x="13" y="62"/>
                      <a:pt x="12" y="62"/>
                    </a:cubicBezTo>
                    <a:cubicBezTo>
                      <a:pt x="11" y="61"/>
                      <a:pt x="11" y="61"/>
                      <a:pt x="11" y="61"/>
                    </a:cubicBezTo>
                    <a:cubicBezTo>
                      <a:pt x="9" y="62"/>
                      <a:pt x="11" y="63"/>
                      <a:pt x="10" y="63"/>
                    </a:cubicBezTo>
                    <a:cubicBezTo>
                      <a:pt x="11" y="64"/>
                      <a:pt x="8" y="64"/>
                      <a:pt x="9" y="65"/>
                    </a:cubicBezTo>
                    <a:cubicBezTo>
                      <a:pt x="8" y="64"/>
                      <a:pt x="8" y="65"/>
                      <a:pt x="8" y="65"/>
                    </a:cubicBezTo>
                    <a:cubicBezTo>
                      <a:pt x="11" y="66"/>
                      <a:pt x="6" y="66"/>
                      <a:pt x="8" y="67"/>
                    </a:cubicBezTo>
                    <a:cubicBezTo>
                      <a:pt x="8" y="67"/>
                      <a:pt x="8" y="67"/>
                      <a:pt x="8" y="67"/>
                    </a:cubicBezTo>
                    <a:cubicBezTo>
                      <a:pt x="8" y="68"/>
                      <a:pt x="6" y="70"/>
                      <a:pt x="8" y="72"/>
                    </a:cubicBezTo>
                    <a:cubicBezTo>
                      <a:pt x="8" y="73"/>
                      <a:pt x="4" y="73"/>
                      <a:pt x="5" y="75"/>
                    </a:cubicBezTo>
                    <a:cubicBezTo>
                      <a:pt x="7" y="76"/>
                      <a:pt x="7" y="76"/>
                      <a:pt x="7" y="76"/>
                    </a:cubicBezTo>
                    <a:cubicBezTo>
                      <a:pt x="7" y="76"/>
                      <a:pt x="6" y="75"/>
                      <a:pt x="5" y="75"/>
                    </a:cubicBezTo>
                    <a:cubicBezTo>
                      <a:pt x="7" y="76"/>
                      <a:pt x="5" y="76"/>
                      <a:pt x="5" y="77"/>
                    </a:cubicBezTo>
                    <a:cubicBezTo>
                      <a:pt x="5" y="77"/>
                      <a:pt x="5" y="78"/>
                      <a:pt x="6" y="78"/>
                    </a:cubicBezTo>
                    <a:cubicBezTo>
                      <a:pt x="4" y="78"/>
                      <a:pt x="7" y="80"/>
                      <a:pt x="5" y="80"/>
                    </a:cubicBezTo>
                    <a:cubicBezTo>
                      <a:pt x="8" y="81"/>
                      <a:pt x="6" y="80"/>
                      <a:pt x="7" y="81"/>
                    </a:cubicBezTo>
                    <a:cubicBezTo>
                      <a:pt x="7" y="81"/>
                      <a:pt x="6" y="81"/>
                      <a:pt x="5" y="81"/>
                    </a:cubicBezTo>
                    <a:cubicBezTo>
                      <a:pt x="6" y="81"/>
                      <a:pt x="6" y="82"/>
                      <a:pt x="4" y="82"/>
                    </a:cubicBezTo>
                    <a:cubicBezTo>
                      <a:pt x="5" y="82"/>
                      <a:pt x="6" y="83"/>
                      <a:pt x="6" y="83"/>
                    </a:cubicBezTo>
                    <a:cubicBezTo>
                      <a:pt x="3" y="83"/>
                      <a:pt x="5" y="84"/>
                      <a:pt x="4" y="84"/>
                    </a:cubicBezTo>
                    <a:cubicBezTo>
                      <a:pt x="6" y="85"/>
                      <a:pt x="8" y="86"/>
                      <a:pt x="7" y="86"/>
                    </a:cubicBezTo>
                    <a:cubicBezTo>
                      <a:pt x="4" y="85"/>
                      <a:pt x="4" y="85"/>
                      <a:pt x="4" y="85"/>
                    </a:cubicBezTo>
                    <a:cubicBezTo>
                      <a:pt x="5" y="86"/>
                      <a:pt x="2" y="87"/>
                      <a:pt x="4" y="90"/>
                    </a:cubicBezTo>
                    <a:cubicBezTo>
                      <a:pt x="3" y="89"/>
                      <a:pt x="3" y="89"/>
                      <a:pt x="3" y="89"/>
                    </a:cubicBezTo>
                    <a:cubicBezTo>
                      <a:pt x="4" y="91"/>
                      <a:pt x="1" y="92"/>
                      <a:pt x="4" y="95"/>
                    </a:cubicBezTo>
                    <a:cubicBezTo>
                      <a:pt x="3" y="95"/>
                      <a:pt x="2" y="95"/>
                      <a:pt x="2" y="96"/>
                    </a:cubicBezTo>
                    <a:cubicBezTo>
                      <a:pt x="3" y="97"/>
                      <a:pt x="3" y="97"/>
                      <a:pt x="5" y="98"/>
                    </a:cubicBezTo>
                    <a:cubicBezTo>
                      <a:pt x="5" y="98"/>
                      <a:pt x="4" y="98"/>
                      <a:pt x="3" y="98"/>
                    </a:cubicBezTo>
                    <a:cubicBezTo>
                      <a:pt x="2" y="98"/>
                      <a:pt x="0" y="98"/>
                      <a:pt x="2" y="99"/>
                    </a:cubicBezTo>
                    <a:cubicBezTo>
                      <a:pt x="1" y="99"/>
                      <a:pt x="1" y="99"/>
                      <a:pt x="1" y="99"/>
                    </a:cubicBezTo>
                    <a:cubicBezTo>
                      <a:pt x="2" y="100"/>
                      <a:pt x="4" y="101"/>
                      <a:pt x="2" y="102"/>
                    </a:cubicBezTo>
                    <a:cubicBezTo>
                      <a:pt x="3" y="102"/>
                      <a:pt x="3" y="103"/>
                      <a:pt x="5" y="103"/>
                    </a:cubicBezTo>
                    <a:cubicBezTo>
                      <a:pt x="5" y="103"/>
                      <a:pt x="3" y="103"/>
                      <a:pt x="4" y="103"/>
                    </a:cubicBezTo>
                    <a:cubicBezTo>
                      <a:pt x="2" y="102"/>
                      <a:pt x="2" y="102"/>
                      <a:pt x="2" y="102"/>
                    </a:cubicBezTo>
                    <a:cubicBezTo>
                      <a:pt x="1" y="104"/>
                      <a:pt x="2" y="105"/>
                      <a:pt x="3" y="107"/>
                    </a:cubicBezTo>
                    <a:cubicBezTo>
                      <a:pt x="0" y="107"/>
                      <a:pt x="3" y="108"/>
                      <a:pt x="1" y="109"/>
                    </a:cubicBezTo>
                    <a:cubicBezTo>
                      <a:pt x="2" y="110"/>
                      <a:pt x="0" y="110"/>
                      <a:pt x="3" y="111"/>
                    </a:cubicBezTo>
                    <a:cubicBezTo>
                      <a:pt x="2" y="111"/>
                      <a:pt x="2" y="111"/>
                      <a:pt x="2" y="111"/>
                    </a:cubicBezTo>
                    <a:cubicBezTo>
                      <a:pt x="1" y="111"/>
                      <a:pt x="2" y="112"/>
                      <a:pt x="1" y="113"/>
                    </a:cubicBezTo>
                    <a:cubicBezTo>
                      <a:pt x="1" y="114"/>
                      <a:pt x="3" y="114"/>
                      <a:pt x="4" y="114"/>
                    </a:cubicBezTo>
                    <a:cubicBezTo>
                      <a:pt x="2" y="114"/>
                      <a:pt x="2" y="114"/>
                      <a:pt x="2" y="114"/>
                    </a:cubicBezTo>
                    <a:cubicBezTo>
                      <a:pt x="3" y="115"/>
                      <a:pt x="5" y="115"/>
                      <a:pt x="7" y="115"/>
                    </a:cubicBezTo>
                    <a:cubicBezTo>
                      <a:pt x="6" y="115"/>
                      <a:pt x="7" y="115"/>
                      <a:pt x="6" y="115"/>
                    </a:cubicBezTo>
                    <a:cubicBezTo>
                      <a:pt x="5" y="115"/>
                      <a:pt x="4" y="115"/>
                      <a:pt x="2" y="115"/>
                    </a:cubicBezTo>
                    <a:cubicBezTo>
                      <a:pt x="1" y="116"/>
                      <a:pt x="5" y="116"/>
                      <a:pt x="3" y="117"/>
                    </a:cubicBezTo>
                    <a:cubicBezTo>
                      <a:pt x="2" y="117"/>
                      <a:pt x="3" y="118"/>
                      <a:pt x="5" y="117"/>
                    </a:cubicBezTo>
                    <a:cubicBezTo>
                      <a:pt x="4" y="117"/>
                      <a:pt x="4" y="118"/>
                      <a:pt x="3" y="118"/>
                    </a:cubicBezTo>
                    <a:cubicBezTo>
                      <a:pt x="3" y="118"/>
                      <a:pt x="3" y="118"/>
                      <a:pt x="4" y="118"/>
                    </a:cubicBezTo>
                    <a:cubicBezTo>
                      <a:pt x="4" y="118"/>
                      <a:pt x="4" y="118"/>
                      <a:pt x="4" y="118"/>
                    </a:cubicBezTo>
                    <a:cubicBezTo>
                      <a:pt x="5" y="118"/>
                      <a:pt x="5" y="118"/>
                      <a:pt x="7" y="117"/>
                    </a:cubicBezTo>
                    <a:cubicBezTo>
                      <a:pt x="7" y="117"/>
                      <a:pt x="6" y="117"/>
                      <a:pt x="7" y="117"/>
                    </a:cubicBezTo>
                    <a:cubicBezTo>
                      <a:pt x="8" y="117"/>
                      <a:pt x="8" y="117"/>
                      <a:pt x="7" y="118"/>
                    </a:cubicBezTo>
                    <a:cubicBezTo>
                      <a:pt x="6" y="118"/>
                      <a:pt x="5" y="118"/>
                      <a:pt x="4" y="119"/>
                    </a:cubicBezTo>
                    <a:cubicBezTo>
                      <a:pt x="7" y="118"/>
                      <a:pt x="7" y="118"/>
                      <a:pt x="7" y="118"/>
                    </a:cubicBezTo>
                    <a:cubicBezTo>
                      <a:pt x="7" y="118"/>
                      <a:pt x="8" y="118"/>
                      <a:pt x="9" y="117"/>
                    </a:cubicBezTo>
                    <a:cubicBezTo>
                      <a:pt x="8" y="117"/>
                      <a:pt x="8" y="117"/>
                      <a:pt x="8" y="117"/>
                    </a:cubicBezTo>
                    <a:cubicBezTo>
                      <a:pt x="9" y="117"/>
                      <a:pt x="9" y="117"/>
                      <a:pt x="9" y="117"/>
                    </a:cubicBezTo>
                    <a:cubicBezTo>
                      <a:pt x="9" y="117"/>
                      <a:pt x="10" y="116"/>
                      <a:pt x="9" y="116"/>
                    </a:cubicBezTo>
                    <a:cubicBezTo>
                      <a:pt x="7" y="116"/>
                      <a:pt x="7" y="116"/>
                      <a:pt x="7" y="116"/>
                    </a:cubicBezTo>
                    <a:cubicBezTo>
                      <a:pt x="7" y="116"/>
                      <a:pt x="5" y="116"/>
                      <a:pt x="7" y="116"/>
                    </a:cubicBezTo>
                    <a:cubicBezTo>
                      <a:pt x="9" y="115"/>
                      <a:pt x="9" y="115"/>
                      <a:pt x="9" y="115"/>
                    </a:cubicBezTo>
                    <a:cubicBezTo>
                      <a:pt x="9" y="115"/>
                      <a:pt x="8" y="115"/>
                      <a:pt x="9" y="115"/>
                    </a:cubicBezTo>
                    <a:cubicBezTo>
                      <a:pt x="11" y="115"/>
                      <a:pt x="11" y="115"/>
                      <a:pt x="11" y="115"/>
                    </a:cubicBezTo>
                    <a:cubicBezTo>
                      <a:pt x="8" y="115"/>
                      <a:pt x="10" y="114"/>
                      <a:pt x="9" y="114"/>
                    </a:cubicBezTo>
                    <a:cubicBezTo>
                      <a:pt x="10" y="114"/>
                      <a:pt x="10" y="114"/>
                      <a:pt x="10" y="114"/>
                    </a:cubicBezTo>
                    <a:cubicBezTo>
                      <a:pt x="11" y="114"/>
                      <a:pt x="8" y="114"/>
                      <a:pt x="8" y="114"/>
                    </a:cubicBezTo>
                    <a:cubicBezTo>
                      <a:pt x="9" y="114"/>
                      <a:pt x="11" y="114"/>
                      <a:pt x="12" y="114"/>
                    </a:cubicBezTo>
                    <a:cubicBezTo>
                      <a:pt x="12" y="113"/>
                      <a:pt x="10" y="113"/>
                      <a:pt x="12" y="113"/>
                    </a:cubicBezTo>
                    <a:cubicBezTo>
                      <a:pt x="11" y="112"/>
                      <a:pt x="10" y="112"/>
                      <a:pt x="9" y="111"/>
                    </a:cubicBezTo>
                    <a:cubicBezTo>
                      <a:pt x="9" y="111"/>
                      <a:pt x="12" y="112"/>
                      <a:pt x="11" y="111"/>
                    </a:cubicBezTo>
                    <a:cubicBezTo>
                      <a:pt x="12" y="111"/>
                      <a:pt x="13" y="111"/>
                      <a:pt x="14" y="111"/>
                    </a:cubicBezTo>
                    <a:cubicBezTo>
                      <a:pt x="13" y="111"/>
                      <a:pt x="14" y="111"/>
                      <a:pt x="12" y="111"/>
                    </a:cubicBezTo>
                    <a:cubicBezTo>
                      <a:pt x="12" y="110"/>
                      <a:pt x="13" y="110"/>
                      <a:pt x="12" y="109"/>
                    </a:cubicBezTo>
                    <a:cubicBezTo>
                      <a:pt x="12" y="109"/>
                      <a:pt x="14" y="110"/>
                      <a:pt x="15" y="110"/>
                    </a:cubicBezTo>
                    <a:cubicBezTo>
                      <a:pt x="13" y="109"/>
                      <a:pt x="13" y="109"/>
                      <a:pt x="13" y="108"/>
                    </a:cubicBezTo>
                    <a:cubicBezTo>
                      <a:pt x="11" y="108"/>
                      <a:pt x="11" y="108"/>
                      <a:pt x="10" y="108"/>
                    </a:cubicBezTo>
                    <a:cubicBezTo>
                      <a:pt x="9" y="108"/>
                      <a:pt x="9" y="107"/>
                      <a:pt x="9" y="107"/>
                    </a:cubicBezTo>
                    <a:cubicBezTo>
                      <a:pt x="11" y="108"/>
                      <a:pt x="13" y="108"/>
                      <a:pt x="14" y="108"/>
                    </a:cubicBezTo>
                    <a:cubicBezTo>
                      <a:pt x="16" y="108"/>
                      <a:pt x="13" y="108"/>
                      <a:pt x="16" y="109"/>
                    </a:cubicBezTo>
                    <a:cubicBezTo>
                      <a:pt x="18" y="109"/>
                      <a:pt x="18" y="110"/>
                      <a:pt x="17" y="110"/>
                    </a:cubicBezTo>
                    <a:cubicBezTo>
                      <a:pt x="19" y="111"/>
                      <a:pt x="17" y="110"/>
                      <a:pt x="19" y="110"/>
                    </a:cubicBezTo>
                    <a:cubicBezTo>
                      <a:pt x="19" y="110"/>
                      <a:pt x="18" y="110"/>
                      <a:pt x="18" y="109"/>
                    </a:cubicBezTo>
                    <a:cubicBezTo>
                      <a:pt x="17" y="109"/>
                      <a:pt x="16" y="109"/>
                      <a:pt x="15" y="108"/>
                    </a:cubicBezTo>
                    <a:cubicBezTo>
                      <a:pt x="13" y="108"/>
                      <a:pt x="17" y="108"/>
                      <a:pt x="17" y="108"/>
                    </a:cubicBezTo>
                    <a:cubicBezTo>
                      <a:pt x="18" y="109"/>
                      <a:pt x="18" y="109"/>
                      <a:pt x="18" y="109"/>
                    </a:cubicBezTo>
                    <a:cubicBezTo>
                      <a:pt x="19" y="109"/>
                      <a:pt x="17" y="108"/>
                      <a:pt x="17" y="108"/>
                    </a:cubicBezTo>
                    <a:cubicBezTo>
                      <a:pt x="21" y="109"/>
                      <a:pt x="18" y="108"/>
                      <a:pt x="20" y="109"/>
                    </a:cubicBezTo>
                    <a:cubicBezTo>
                      <a:pt x="22" y="109"/>
                      <a:pt x="22" y="109"/>
                      <a:pt x="22" y="109"/>
                    </a:cubicBezTo>
                    <a:cubicBezTo>
                      <a:pt x="22" y="109"/>
                      <a:pt x="19" y="109"/>
                      <a:pt x="20" y="108"/>
                    </a:cubicBezTo>
                    <a:cubicBezTo>
                      <a:pt x="21" y="109"/>
                      <a:pt x="21" y="109"/>
                      <a:pt x="21" y="109"/>
                    </a:cubicBezTo>
                    <a:cubicBezTo>
                      <a:pt x="21" y="108"/>
                      <a:pt x="21" y="108"/>
                      <a:pt x="21" y="108"/>
                    </a:cubicBezTo>
                    <a:cubicBezTo>
                      <a:pt x="20" y="108"/>
                      <a:pt x="18" y="108"/>
                      <a:pt x="18" y="108"/>
                    </a:cubicBezTo>
                    <a:cubicBezTo>
                      <a:pt x="15" y="107"/>
                      <a:pt x="18" y="108"/>
                      <a:pt x="17" y="107"/>
                    </a:cubicBezTo>
                    <a:cubicBezTo>
                      <a:pt x="15" y="106"/>
                      <a:pt x="17" y="107"/>
                      <a:pt x="16" y="107"/>
                    </a:cubicBezTo>
                    <a:cubicBezTo>
                      <a:pt x="14" y="106"/>
                      <a:pt x="14" y="106"/>
                      <a:pt x="14" y="106"/>
                    </a:cubicBezTo>
                    <a:cubicBezTo>
                      <a:pt x="14" y="105"/>
                      <a:pt x="16" y="106"/>
                      <a:pt x="17" y="106"/>
                    </a:cubicBezTo>
                    <a:cubicBezTo>
                      <a:pt x="17" y="106"/>
                      <a:pt x="17" y="107"/>
                      <a:pt x="16" y="106"/>
                    </a:cubicBezTo>
                    <a:cubicBezTo>
                      <a:pt x="18" y="107"/>
                      <a:pt x="20" y="107"/>
                      <a:pt x="21" y="108"/>
                    </a:cubicBezTo>
                    <a:cubicBezTo>
                      <a:pt x="22" y="108"/>
                      <a:pt x="20" y="107"/>
                      <a:pt x="20" y="107"/>
                    </a:cubicBezTo>
                    <a:cubicBezTo>
                      <a:pt x="19" y="107"/>
                      <a:pt x="18" y="107"/>
                      <a:pt x="17" y="106"/>
                    </a:cubicBezTo>
                    <a:cubicBezTo>
                      <a:pt x="13" y="105"/>
                      <a:pt x="21" y="107"/>
                      <a:pt x="20" y="106"/>
                    </a:cubicBezTo>
                    <a:cubicBezTo>
                      <a:pt x="17" y="106"/>
                      <a:pt x="16" y="104"/>
                      <a:pt x="13" y="104"/>
                    </a:cubicBezTo>
                    <a:cubicBezTo>
                      <a:pt x="12" y="104"/>
                      <a:pt x="12" y="103"/>
                      <a:pt x="12" y="103"/>
                    </a:cubicBezTo>
                    <a:cubicBezTo>
                      <a:pt x="14" y="104"/>
                      <a:pt x="13" y="103"/>
                      <a:pt x="15" y="104"/>
                    </a:cubicBezTo>
                    <a:cubicBezTo>
                      <a:pt x="15" y="104"/>
                      <a:pt x="15" y="104"/>
                      <a:pt x="15" y="104"/>
                    </a:cubicBezTo>
                    <a:cubicBezTo>
                      <a:pt x="18" y="105"/>
                      <a:pt x="18" y="105"/>
                      <a:pt x="18" y="105"/>
                    </a:cubicBezTo>
                    <a:cubicBezTo>
                      <a:pt x="22" y="106"/>
                      <a:pt x="22" y="106"/>
                      <a:pt x="22" y="106"/>
                    </a:cubicBezTo>
                    <a:cubicBezTo>
                      <a:pt x="21" y="105"/>
                      <a:pt x="20" y="105"/>
                      <a:pt x="19" y="105"/>
                    </a:cubicBezTo>
                    <a:cubicBezTo>
                      <a:pt x="20" y="105"/>
                      <a:pt x="21" y="105"/>
                      <a:pt x="21" y="105"/>
                    </a:cubicBezTo>
                    <a:cubicBezTo>
                      <a:pt x="20" y="105"/>
                      <a:pt x="18" y="104"/>
                      <a:pt x="18" y="104"/>
                    </a:cubicBezTo>
                    <a:cubicBezTo>
                      <a:pt x="18" y="103"/>
                      <a:pt x="20" y="104"/>
                      <a:pt x="20" y="104"/>
                    </a:cubicBezTo>
                    <a:cubicBezTo>
                      <a:pt x="22" y="105"/>
                      <a:pt x="22" y="105"/>
                      <a:pt x="22" y="105"/>
                    </a:cubicBezTo>
                    <a:cubicBezTo>
                      <a:pt x="21" y="104"/>
                      <a:pt x="23" y="105"/>
                      <a:pt x="22" y="105"/>
                    </a:cubicBezTo>
                    <a:cubicBezTo>
                      <a:pt x="21" y="104"/>
                      <a:pt x="20" y="104"/>
                      <a:pt x="18" y="103"/>
                    </a:cubicBezTo>
                    <a:cubicBezTo>
                      <a:pt x="18" y="103"/>
                      <a:pt x="19" y="103"/>
                      <a:pt x="19" y="103"/>
                    </a:cubicBezTo>
                    <a:cubicBezTo>
                      <a:pt x="20" y="104"/>
                      <a:pt x="20" y="104"/>
                      <a:pt x="20" y="104"/>
                    </a:cubicBezTo>
                    <a:cubicBezTo>
                      <a:pt x="20" y="103"/>
                      <a:pt x="23" y="104"/>
                      <a:pt x="23" y="104"/>
                    </a:cubicBezTo>
                    <a:cubicBezTo>
                      <a:pt x="21" y="103"/>
                      <a:pt x="21" y="103"/>
                      <a:pt x="21" y="103"/>
                    </a:cubicBezTo>
                    <a:cubicBezTo>
                      <a:pt x="23" y="104"/>
                      <a:pt x="23" y="104"/>
                      <a:pt x="23" y="104"/>
                    </a:cubicBezTo>
                    <a:cubicBezTo>
                      <a:pt x="22" y="103"/>
                      <a:pt x="22" y="103"/>
                      <a:pt x="21" y="103"/>
                    </a:cubicBezTo>
                    <a:cubicBezTo>
                      <a:pt x="23" y="103"/>
                      <a:pt x="23" y="103"/>
                      <a:pt x="23" y="103"/>
                    </a:cubicBezTo>
                    <a:cubicBezTo>
                      <a:pt x="22" y="103"/>
                      <a:pt x="20" y="102"/>
                      <a:pt x="22" y="102"/>
                    </a:cubicBezTo>
                    <a:cubicBezTo>
                      <a:pt x="19" y="102"/>
                      <a:pt x="22" y="103"/>
                      <a:pt x="20" y="102"/>
                    </a:cubicBezTo>
                    <a:cubicBezTo>
                      <a:pt x="19" y="102"/>
                      <a:pt x="19" y="101"/>
                      <a:pt x="19" y="101"/>
                    </a:cubicBezTo>
                    <a:cubicBezTo>
                      <a:pt x="21" y="102"/>
                      <a:pt x="19" y="101"/>
                      <a:pt x="19" y="101"/>
                    </a:cubicBezTo>
                    <a:cubicBezTo>
                      <a:pt x="20" y="101"/>
                      <a:pt x="21" y="101"/>
                      <a:pt x="21" y="101"/>
                    </a:cubicBezTo>
                    <a:cubicBezTo>
                      <a:pt x="19" y="101"/>
                      <a:pt x="19" y="101"/>
                      <a:pt x="19" y="101"/>
                    </a:cubicBezTo>
                    <a:cubicBezTo>
                      <a:pt x="23" y="102"/>
                      <a:pt x="19" y="100"/>
                      <a:pt x="20" y="100"/>
                    </a:cubicBezTo>
                    <a:cubicBezTo>
                      <a:pt x="21" y="101"/>
                      <a:pt x="22" y="101"/>
                      <a:pt x="23" y="101"/>
                    </a:cubicBezTo>
                    <a:cubicBezTo>
                      <a:pt x="20" y="100"/>
                      <a:pt x="20" y="99"/>
                      <a:pt x="18" y="99"/>
                    </a:cubicBezTo>
                    <a:cubicBezTo>
                      <a:pt x="19" y="99"/>
                      <a:pt x="21" y="100"/>
                      <a:pt x="23" y="101"/>
                    </a:cubicBezTo>
                    <a:cubicBezTo>
                      <a:pt x="21" y="100"/>
                      <a:pt x="25" y="101"/>
                      <a:pt x="22" y="100"/>
                    </a:cubicBezTo>
                    <a:cubicBezTo>
                      <a:pt x="21" y="100"/>
                      <a:pt x="21" y="99"/>
                      <a:pt x="19" y="99"/>
                    </a:cubicBezTo>
                    <a:cubicBezTo>
                      <a:pt x="20" y="98"/>
                      <a:pt x="21" y="99"/>
                      <a:pt x="22" y="99"/>
                    </a:cubicBezTo>
                    <a:cubicBezTo>
                      <a:pt x="21" y="99"/>
                      <a:pt x="19" y="98"/>
                      <a:pt x="19" y="98"/>
                    </a:cubicBezTo>
                    <a:cubicBezTo>
                      <a:pt x="19" y="98"/>
                      <a:pt x="17" y="97"/>
                      <a:pt x="19" y="97"/>
                    </a:cubicBezTo>
                    <a:cubicBezTo>
                      <a:pt x="20" y="98"/>
                      <a:pt x="19" y="98"/>
                      <a:pt x="20" y="98"/>
                    </a:cubicBezTo>
                    <a:cubicBezTo>
                      <a:pt x="21" y="98"/>
                      <a:pt x="17" y="96"/>
                      <a:pt x="16" y="96"/>
                    </a:cubicBezTo>
                    <a:cubicBezTo>
                      <a:pt x="15" y="95"/>
                      <a:pt x="13" y="94"/>
                      <a:pt x="12" y="94"/>
                    </a:cubicBezTo>
                    <a:cubicBezTo>
                      <a:pt x="13" y="93"/>
                      <a:pt x="13" y="94"/>
                      <a:pt x="15" y="95"/>
                    </a:cubicBezTo>
                    <a:cubicBezTo>
                      <a:pt x="14" y="94"/>
                      <a:pt x="14" y="94"/>
                      <a:pt x="14" y="94"/>
                    </a:cubicBezTo>
                    <a:cubicBezTo>
                      <a:pt x="17" y="95"/>
                      <a:pt x="19" y="97"/>
                      <a:pt x="21" y="97"/>
                    </a:cubicBezTo>
                    <a:cubicBezTo>
                      <a:pt x="20" y="97"/>
                      <a:pt x="20" y="97"/>
                      <a:pt x="20" y="97"/>
                    </a:cubicBezTo>
                    <a:cubicBezTo>
                      <a:pt x="23" y="98"/>
                      <a:pt x="23" y="98"/>
                      <a:pt x="23" y="98"/>
                    </a:cubicBezTo>
                    <a:cubicBezTo>
                      <a:pt x="21" y="97"/>
                      <a:pt x="23" y="97"/>
                      <a:pt x="22" y="97"/>
                    </a:cubicBezTo>
                    <a:cubicBezTo>
                      <a:pt x="21" y="96"/>
                      <a:pt x="23" y="97"/>
                      <a:pt x="21" y="97"/>
                    </a:cubicBezTo>
                    <a:cubicBezTo>
                      <a:pt x="21" y="97"/>
                      <a:pt x="19" y="95"/>
                      <a:pt x="20" y="95"/>
                    </a:cubicBezTo>
                    <a:cubicBezTo>
                      <a:pt x="23" y="97"/>
                      <a:pt x="23" y="97"/>
                      <a:pt x="23" y="97"/>
                    </a:cubicBezTo>
                    <a:cubicBezTo>
                      <a:pt x="23" y="97"/>
                      <a:pt x="21" y="96"/>
                      <a:pt x="22" y="96"/>
                    </a:cubicBezTo>
                    <a:cubicBezTo>
                      <a:pt x="23" y="96"/>
                      <a:pt x="23" y="96"/>
                      <a:pt x="23" y="96"/>
                    </a:cubicBezTo>
                    <a:cubicBezTo>
                      <a:pt x="23" y="96"/>
                      <a:pt x="24" y="94"/>
                      <a:pt x="20" y="92"/>
                    </a:cubicBezTo>
                    <a:cubicBezTo>
                      <a:pt x="22" y="92"/>
                      <a:pt x="22" y="92"/>
                      <a:pt x="24" y="92"/>
                    </a:cubicBezTo>
                    <a:cubicBezTo>
                      <a:pt x="23" y="92"/>
                      <a:pt x="22" y="91"/>
                      <a:pt x="22" y="91"/>
                    </a:cubicBezTo>
                    <a:cubicBezTo>
                      <a:pt x="24" y="91"/>
                      <a:pt x="24" y="91"/>
                      <a:pt x="24" y="91"/>
                    </a:cubicBezTo>
                    <a:cubicBezTo>
                      <a:pt x="25" y="91"/>
                      <a:pt x="23" y="90"/>
                      <a:pt x="23" y="90"/>
                    </a:cubicBezTo>
                    <a:cubicBezTo>
                      <a:pt x="24" y="90"/>
                      <a:pt x="24" y="90"/>
                      <a:pt x="24" y="90"/>
                    </a:cubicBezTo>
                    <a:cubicBezTo>
                      <a:pt x="25" y="90"/>
                      <a:pt x="23" y="89"/>
                      <a:pt x="23" y="89"/>
                    </a:cubicBezTo>
                    <a:cubicBezTo>
                      <a:pt x="24" y="89"/>
                      <a:pt x="24" y="89"/>
                      <a:pt x="24" y="89"/>
                    </a:cubicBezTo>
                    <a:cubicBezTo>
                      <a:pt x="23" y="89"/>
                      <a:pt x="23" y="89"/>
                      <a:pt x="23" y="89"/>
                    </a:cubicBezTo>
                    <a:cubicBezTo>
                      <a:pt x="22" y="88"/>
                      <a:pt x="23" y="88"/>
                      <a:pt x="25" y="89"/>
                    </a:cubicBezTo>
                    <a:cubicBezTo>
                      <a:pt x="23" y="88"/>
                      <a:pt x="23" y="88"/>
                      <a:pt x="23" y="88"/>
                    </a:cubicBezTo>
                    <a:cubicBezTo>
                      <a:pt x="25" y="88"/>
                      <a:pt x="25" y="88"/>
                      <a:pt x="25" y="86"/>
                    </a:cubicBezTo>
                    <a:cubicBezTo>
                      <a:pt x="24" y="87"/>
                      <a:pt x="23" y="86"/>
                      <a:pt x="22" y="86"/>
                    </a:cubicBezTo>
                    <a:cubicBezTo>
                      <a:pt x="20" y="86"/>
                      <a:pt x="22" y="86"/>
                      <a:pt x="21" y="85"/>
                    </a:cubicBezTo>
                    <a:cubicBezTo>
                      <a:pt x="24" y="86"/>
                      <a:pt x="24" y="86"/>
                      <a:pt x="24" y="86"/>
                    </a:cubicBezTo>
                    <a:cubicBezTo>
                      <a:pt x="27" y="86"/>
                      <a:pt x="25" y="85"/>
                      <a:pt x="25" y="84"/>
                    </a:cubicBezTo>
                    <a:cubicBezTo>
                      <a:pt x="24" y="83"/>
                      <a:pt x="24" y="83"/>
                      <a:pt x="24" y="83"/>
                    </a:cubicBezTo>
                    <a:cubicBezTo>
                      <a:pt x="27" y="83"/>
                      <a:pt x="24" y="82"/>
                      <a:pt x="25" y="82"/>
                    </a:cubicBezTo>
                    <a:cubicBezTo>
                      <a:pt x="24" y="82"/>
                      <a:pt x="22" y="81"/>
                      <a:pt x="22" y="80"/>
                    </a:cubicBezTo>
                    <a:cubicBezTo>
                      <a:pt x="20" y="79"/>
                      <a:pt x="25" y="81"/>
                      <a:pt x="26" y="81"/>
                    </a:cubicBezTo>
                    <a:cubicBezTo>
                      <a:pt x="25" y="80"/>
                      <a:pt x="25" y="80"/>
                      <a:pt x="25" y="80"/>
                    </a:cubicBezTo>
                    <a:cubicBezTo>
                      <a:pt x="25" y="80"/>
                      <a:pt x="25" y="80"/>
                      <a:pt x="25" y="80"/>
                    </a:cubicBezTo>
                    <a:cubicBezTo>
                      <a:pt x="24" y="80"/>
                      <a:pt x="24" y="79"/>
                      <a:pt x="25" y="79"/>
                    </a:cubicBezTo>
                    <a:cubicBezTo>
                      <a:pt x="25" y="79"/>
                      <a:pt x="25" y="79"/>
                      <a:pt x="25" y="79"/>
                    </a:cubicBezTo>
                    <a:cubicBezTo>
                      <a:pt x="25" y="79"/>
                      <a:pt x="26" y="79"/>
                      <a:pt x="26" y="79"/>
                    </a:cubicBezTo>
                    <a:cubicBezTo>
                      <a:pt x="24" y="78"/>
                      <a:pt x="26" y="78"/>
                      <a:pt x="24" y="78"/>
                    </a:cubicBezTo>
                    <a:cubicBezTo>
                      <a:pt x="25" y="78"/>
                      <a:pt x="25" y="78"/>
                      <a:pt x="25" y="78"/>
                    </a:cubicBezTo>
                    <a:cubicBezTo>
                      <a:pt x="23" y="77"/>
                      <a:pt x="23" y="77"/>
                      <a:pt x="23" y="77"/>
                    </a:cubicBezTo>
                    <a:cubicBezTo>
                      <a:pt x="24" y="77"/>
                      <a:pt x="24" y="77"/>
                      <a:pt x="24" y="77"/>
                    </a:cubicBezTo>
                    <a:cubicBezTo>
                      <a:pt x="26" y="78"/>
                      <a:pt x="26" y="78"/>
                      <a:pt x="26" y="78"/>
                    </a:cubicBezTo>
                    <a:cubicBezTo>
                      <a:pt x="27" y="78"/>
                      <a:pt x="25" y="77"/>
                      <a:pt x="24" y="77"/>
                    </a:cubicBezTo>
                    <a:cubicBezTo>
                      <a:pt x="23" y="76"/>
                      <a:pt x="24" y="77"/>
                      <a:pt x="25" y="77"/>
                    </a:cubicBezTo>
                    <a:cubicBezTo>
                      <a:pt x="26" y="77"/>
                      <a:pt x="25" y="77"/>
                      <a:pt x="25" y="77"/>
                    </a:cubicBezTo>
                    <a:cubicBezTo>
                      <a:pt x="26" y="78"/>
                      <a:pt x="25" y="77"/>
                      <a:pt x="26" y="77"/>
                    </a:cubicBezTo>
                    <a:cubicBezTo>
                      <a:pt x="26" y="77"/>
                      <a:pt x="24" y="77"/>
                      <a:pt x="25" y="77"/>
                    </a:cubicBezTo>
                    <a:cubicBezTo>
                      <a:pt x="25" y="76"/>
                      <a:pt x="25" y="76"/>
                      <a:pt x="26" y="76"/>
                    </a:cubicBezTo>
                    <a:cubicBezTo>
                      <a:pt x="26" y="76"/>
                      <a:pt x="26" y="76"/>
                      <a:pt x="25" y="75"/>
                    </a:cubicBezTo>
                    <a:cubicBezTo>
                      <a:pt x="25" y="76"/>
                      <a:pt x="24" y="76"/>
                      <a:pt x="23" y="75"/>
                    </a:cubicBezTo>
                    <a:cubicBezTo>
                      <a:pt x="23" y="75"/>
                      <a:pt x="23" y="75"/>
                      <a:pt x="23" y="75"/>
                    </a:cubicBezTo>
                    <a:cubicBezTo>
                      <a:pt x="24" y="75"/>
                      <a:pt x="24" y="75"/>
                      <a:pt x="24" y="75"/>
                    </a:cubicBezTo>
                    <a:cubicBezTo>
                      <a:pt x="23" y="75"/>
                      <a:pt x="24" y="75"/>
                      <a:pt x="22" y="75"/>
                    </a:cubicBezTo>
                    <a:cubicBezTo>
                      <a:pt x="25" y="75"/>
                      <a:pt x="25" y="75"/>
                      <a:pt x="25" y="75"/>
                    </a:cubicBezTo>
                    <a:cubicBezTo>
                      <a:pt x="23" y="74"/>
                      <a:pt x="23" y="74"/>
                      <a:pt x="23" y="74"/>
                    </a:cubicBezTo>
                    <a:cubicBezTo>
                      <a:pt x="25" y="74"/>
                      <a:pt x="27" y="75"/>
                      <a:pt x="27" y="75"/>
                    </a:cubicBezTo>
                    <a:cubicBezTo>
                      <a:pt x="26" y="74"/>
                      <a:pt x="26" y="74"/>
                      <a:pt x="26" y="74"/>
                    </a:cubicBezTo>
                    <a:cubicBezTo>
                      <a:pt x="26" y="73"/>
                      <a:pt x="26" y="74"/>
                      <a:pt x="27" y="74"/>
                    </a:cubicBezTo>
                    <a:cubicBezTo>
                      <a:pt x="28" y="73"/>
                      <a:pt x="22" y="72"/>
                      <a:pt x="24" y="72"/>
                    </a:cubicBezTo>
                    <a:cubicBezTo>
                      <a:pt x="26" y="72"/>
                      <a:pt x="26" y="72"/>
                      <a:pt x="27" y="72"/>
                    </a:cubicBezTo>
                    <a:cubicBezTo>
                      <a:pt x="27" y="72"/>
                      <a:pt x="26" y="72"/>
                      <a:pt x="26" y="72"/>
                    </a:cubicBezTo>
                    <a:cubicBezTo>
                      <a:pt x="25" y="72"/>
                      <a:pt x="27" y="72"/>
                      <a:pt x="26" y="72"/>
                    </a:cubicBezTo>
                    <a:cubicBezTo>
                      <a:pt x="25" y="72"/>
                      <a:pt x="25" y="72"/>
                      <a:pt x="25" y="72"/>
                    </a:cubicBezTo>
                    <a:cubicBezTo>
                      <a:pt x="29" y="72"/>
                      <a:pt x="26" y="70"/>
                      <a:pt x="28" y="70"/>
                    </a:cubicBezTo>
                    <a:cubicBezTo>
                      <a:pt x="26" y="69"/>
                      <a:pt x="28" y="69"/>
                      <a:pt x="27" y="69"/>
                    </a:cubicBezTo>
                    <a:cubicBezTo>
                      <a:pt x="29" y="70"/>
                      <a:pt x="27" y="68"/>
                      <a:pt x="28" y="69"/>
                    </a:cubicBezTo>
                    <a:cubicBezTo>
                      <a:pt x="26" y="68"/>
                      <a:pt x="26" y="68"/>
                      <a:pt x="26" y="68"/>
                    </a:cubicBezTo>
                    <a:cubicBezTo>
                      <a:pt x="27" y="68"/>
                      <a:pt x="22" y="66"/>
                      <a:pt x="25" y="67"/>
                    </a:cubicBezTo>
                    <a:cubicBezTo>
                      <a:pt x="26" y="67"/>
                      <a:pt x="27" y="67"/>
                      <a:pt x="27" y="68"/>
                    </a:cubicBezTo>
                    <a:cubicBezTo>
                      <a:pt x="30" y="68"/>
                      <a:pt x="25" y="66"/>
                      <a:pt x="29" y="67"/>
                    </a:cubicBezTo>
                    <a:cubicBezTo>
                      <a:pt x="28" y="66"/>
                      <a:pt x="26" y="66"/>
                      <a:pt x="25" y="65"/>
                    </a:cubicBezTo>
                    <a:cubicBezTo>
                      <a:pt x="26" y="65"/>
                      <a:pt x="28" y="65"/>
                      <a:pt x="28" y="65"/>
                    </a:cubicBezTo>
                    <a:cubicBezTo>
                      <a:pt x="28" y="65"/>
                      <a:pt x="27" y="65"/>
                      <a:pt x="28" y="65"/>
                    </a:cubicBezTo>
                    <a:cubicBezTo>
                      <a:pt x="28" y="65"/>
                      <a:pt x="28" y="65"/>
                      <a:pt x="29" y="65"/>
                    </a:cubicBezTo>
                    <a:cubicBezTo>
                      <a:pt x="30" y="65"/>
                      <a:pt x="28" y="64"/>
                      <a:pt x="28" y="64"/>
                    </a:cubicBezTo>
                    <a:cubicBezTo>
                      <a:pt x="30" y="64"/>
                      <a:pt x="29" y="63"/>
                      <a:pt x="30" y="63"/>
                    </a:cubicBezTo>
                    <a:cubicBezTo>
                      <a:pt x="28" y="62"/>
                      <a:pt x="31" y="63"/>
                      <a:pt x="28" y="62"/>
                    </a:cubicBezTo>
                    <a:cubicBezTo>
                      <a:pt x="29" y="62"/>
                      <a:pt x="29" y="62"/>
                      <a:pt x="29" y="62"/>
                    </a:cubicBezTo>
                    <a:cubicBezTo>
                      <a:pt x="28" y="62"/>
                      <a:pt x="26" y="61"/>
                      <a:pt x="26" y="61"/>
                    </a:cubicBezTo>
                    <a:cubicBezTo>
                      <a:pt x="28" y="61"/>
                      <a:pt x="28" y="61"/>
                      <a:pt x="28" y="61"/>
                    </a:cubicBezTo>
                    <a:cubicBezTo>
                      <a:pt x="30" y="62"/>
                      <a:pt x="29" y="61"/>
                      <a:pt x="30" y="61"/>
                    </a:cubicBezTo>
                    <a:cubicBezTo>
                      <a:pt x="28" y="61"/>
                      <a:pt x="30" y="61"/>
                      <a:pt x="28" y="61"/>
                    </a:cubicBezTo>
                    <a:cubicBezTo>
                      <a:pt x="28" y="60"/>
                      <a:pt x="28" y="60"/>
                      <a:pt x="28" y="60"/>
                    </a:cubicBezTo>
                    <a:cubicBezTo>
                      <a:pt x="27" y="60"/>
                      <a:pt x="27" y="60"/>
                      <a:pt x="27" y="59"/>
                    </a:cubicBezTo>
                    <a:cubicBezTo>
                      <a:pt x="27" y="59"/>
                      <a:pt x="29" y="60"/>
                      <a:pt x="29" y="60"/>
                    </a:cubicBezTo>
                    <a:cubicBezTo>
                      <a:pt x="30" y="60"/>
                      <a:pt x="29" y="60"/>
                      <a:pt x="29" y="59"/>
                    </a:cubicBezTo>
                    <a:cubicBezTo>
                      <a:pt x="29" y="59"/>
                      <a:pt x="29" y="59"/>
                      <a:pt x="28"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30" y="59"/>
                    </a:cubicBezTo>
                    <a:cubicBezTo>
                      <a:pt x="31" y="59"/>
                      <a:pt x="31" y="59"/>
                      <a:pt x="31" y="59"/>
                    </a:cubicBezTo>
                    <a:cubicBezTo>
                      <a:pt x="31" y="59"/>
                      <a:pt x="30" y="58"/>
                      <a:pt x="29" y="58"/>
                    </a:cubicBezTo>
                    <a:cubicBezTo>
                      <a:pt x="30" y="58"/>
                      <a:pt x="29" y="56"/>
                      <a:pt x="28" y="56"/>
                    </a:cubicBezTo>
                    <a:cubicBezTo>
                      <a:pt x="28" y="56"/>
                      <a:pt x="30" y="56"/>
                      <a:pt x="29" y="56"/>
                    </a:cubicBezTo>
                    <a:cubicBezTo>
                      <a:pt x="29" y="56"/>
                      <a:pt x="27" y="55"/>
                      <a:pt x="28" y="55"/>
                    </a:cubicBezTo>
                    <a:cubicBezTo>
                      <a:pt x="28" y="55"/>
                      <a:pt x="30" y="55"/>
                      <a:pt x="30" y="55"/>
                    </a:cubicBezTo>
                    <a:cubicBezTo>
                      <a:pt x="30" y="55"/>
                      <a:pt x="28" y="55"/>
                      <a:pt x="28" y="55"/>
                    </a:cubicBezTo>
                    <a:cubicBezTo>
                      <a:pt x="31" y="55"/>
                      <a:pt x="27" y="53"/>
                      <a:pt x="29" y="53"/>
                    </a:cubicBezTo>
                    <a:cubicBezTo>
                      <a:pt x="29" y="53"/>
                      <a:pt x="30" y="53"/>
                      <a:pt x="30" y="53"/>
                    </a:cubicBezTo>
                    <a:cubicBezTo>
                      <a:pt x="30" y="53"/>
                      <a:pt x="29" y="52"/>
                      <a:pt x="27" y="51"/>
                    </a:cubicBezTo>
                    <a:cubicBezTo>
                      <a:pt x="29" y="52"/>
                      <a:pt x="29" y="52"/>
                      <a:pt x="29" y="52"/>
                    </a:cubicBezTo>
                    <a:cubicBezTo>
                      <a:pt x="29" y="51"/>
                      <a:pt x="29" y="51"/>
                      <a:pt x="27" y="50"/>
                    </a:cubicBezTo>
                    <a:cubicBezTo>
                      <a:pt x="27" y="51"/>
                      <a:pt x="28" y="51"/>
                      <a:pt x="28" y="51"/>
                    </a:cubicBezTo>
                    <a:cubicBezTo>
                      <a:pt x="27" y="51"/>
                      <a:pt x="25" y="50"/>
                      <a:pt x="26" y="50"/>
                    </a:cubicBezTo>
                    <a:cubicBezTo>
                      <a:pt x="26" y="50"/>
                      <a:pt x="26" y="50"/>
                      <a:pt x="26" y="50"/>
                    </a:cubicBezTo>
                    <a:cubicBezTo>
                      <a:pt x="26" y="50"/>
                      <a:pt x="25" y="49"/>
                      <a:pt x="25" y="49"/>
                    </a:cubicBezTo>
                    <a:cubicBezTo>
                      <a:pt x="26" y="49"/>
                      <a:pt x="26" y="49"/>
                      <a:pt x="27" y="49"/>
                    </a:cubicBezTo>
                    <a:cubicBezTo>
                      <a:pt x="29" y="50"/>
                      <a:pt x="28" y="49"/>
                      <a:pt x="29" y="49"/>
                    </a:cubicBezTo>
                    <a:cubicBezTo>
                      <a:pt x="27" y="48"/>
                      <a:pt x="27" y="48"/>
                      <a:pt x="27" y="48"/>
                    </a:cubicBezTo>
                    <a:cubicBezTo>
                      <a:pt x="26" y="48"/>
                      <a:pt x="29" y="49"/>
                      <a:pt x="29" y="48"/>
                    </a:cubicBezTo>
                    <a:cubicBezTo>
                      <a:pt x="24" y="47"/>
                      <a:pt x="24" y="47"/>
                      <a:pt x="24" y="47"/>
                    </a:cubicBezTo>
                    <a:cubicBezTo>
                      <a:pt x="24" y="47"/>
                      <a:pt x="26" y="47"/>
                      <a:pt x="27" y="47"/>
                    </a:cubicBezTo>
                    <a:cubicBezTo>
                      <a:pt x="27" y="47"/>
                      <a:pt x="24" y="46"/>
                      <a:pt x="22" y="45"/>
                    </a:cubicBezTo>
                    <a:cubicBezTo>
                      <a:pt x="23" y="45"/>
                      <a:pt x="22" y="44"/>
                      <a:pt x="22" y="44"/>
                    </a:cubicBezTo>
                    <a:cubicBezTo>
                      <a:pt x="23" y="44"/>
                      <a:pt x="22" y="44"/>
                      <a:pt x="23" y="44"/>
                    </a:cubicBezTo>
                    <a:cubicBezTo>
                      <a:pt x="25" y="44"/>
                      <a:pt x="25" y="44"/>
                      <a:pt x="25" y="44"/>
                    </a:cubicBezTo>
                    <a:cubicBezTo>
                      <a:pt x="25" y="45"/>
                      <a:pt x="27" y="45"/>
                      <a:pt x="28" y="45"/>
                    </a:cubicBezTo>
                    <a:cubicBezTo>
                      <a:pt x="27" y="45"/>
                      <a:pt x="28" y="44"/>
                      <a:pt x="29" y="44"/>
                    </a:cubicBezTo>
                    <a:cubicBezTo>
                      <a:pt x="26" y="44"/>
                      <a:pt x="27" y="43"/>
                      <a:pt x="25" y="42"/>
                    </a:cubicBezTo>
                    <a:cubicBezTo>
                      <a:pt x="24" y="42"/>
                      <a:pt x="27" y="43"/>
                      <a:pt x="28" y="43"/>
                    </a:cubicBezTo>
                    <a:cubicBezTo>
                      <a:pt x="27" y="42"/>
                      <a:pt x="27" y="41"/>
                      <a:pt x="27" y="41"/>
                    </a:cubicBezTo>
                    <a:cubicBezTo>
                      <a:pt x="28" y="41"/>
                      <a:pt x="28" y="41"/>
                      <a:pt x="28" y="41"/>
                    </a:cubicBezTo>
                    <a:cubicBezTo>
                      <a:pt x="27" y="40"/>
                      <a:pt x="28" y="40"/>
                      <a:pt x="26" y="39"/>
                    </a:cubicBezTo>
                    <a:cubicBezTo>
                      <a:pt x="27" y="39"/>
                      <a:pt x="27" y="39"/>
                      <a:pt x="27" y="39"/>
                    </a:cubicBezTo>
                    <a:cubicBezTo>
                      <a:pt x="28" y="39"/>
                      <a:pt x="24" y="38"/>
                      <a:pt x="26" y="38"/>
                    </a:cubicBezTo>
                    <a:cubicBezTo>
                      <a:pt x="27" y="39"/>
                      <a:pt x="27" y="39"/>
                      <a:pt x="27" y="39"/>
                    </a:cubicBezTo>
                    <a:cubicBezTo>
                      <a:pt x="26" y="38"/>
                      <a:pt x="28" y="38"/>
                      <a:pt x="26" y="37"/>
                    </a:cubicBezTo>
                    <a:cubicBezTo>
                      <a:pt x="27" y="37"/>
                      <a:pt x="27" y="38"/>
                      <a:pt x="28" y="38"/>
                    </a:cubicBezTo>
                    <a:cubicBezTo>
                      <a:pt x="27" y="37"/>
                      <a:pt x="27" y="37"/>
                      <a:pt x="26" y="36"/>
                    </a:cubicBezTo>
                    <a:cubicBezTo>
                      <a:pt x="28" y="37"/>
                      <a:pt x="28" y="37"/>
                      <a:pt x="28" y="37"/>
                    </a:cubicBezTo>
                    <a:cubicBezTo>
                      <a:pt x="29" y="37"/>
                      <a:pt x="26" y="36"/>
                      <a:pt x="27" y="36"/>
                    </a:cubicBezTo>
                    <a:cubicBezTo>
                      <a:pt x="27" y="36"/>
                      <a:pt x="28" y="36"/>
                      <a:pt x="28" y="36"/>
                    </a:cubicBezTo>
                    <a:cubicBezTo>
                      <a:pt x="27" y="35"/>
                      <a:pt x="27" y="35"/>
                      <a:pt x="27" y="35"/>
                    </a:cubicBezTo>
                    <a:cubicBezTo>
                      <a:pt x="29" y="35"/>
                      <a:pt x="29" y="35"/>
                      <a:pt x="29" y="35"/>
                    </a:cubicBezTo>
                    <a:cubicBezTo>
                      <a:pt x="29" y="33"/>
                      <a:pt x="30" y="31"/>
                      <a:pt x="28" y="29"/>
                    </a:cubicBezTo>
                    <a:cubicBezTo>
                      <a:pt x="31" y="29"/>
                      <a:pt x="30" y="30"/>
                      <a:pt x="31" y="30"/>
                    </a:cubicBezTo>
                    <a:cubicBezTo>
                      <a:pt x="29" y="29"/>
                      <a:pt x="31" y="29"/>
                      <a:pt x="30" y="29"/>
                    </a:cubicBezTo>
                    <a:cubicBezTo>
                      <a:pt x="30" y="29"/>
                      <a:pt x="30" y="29"/>
                      <a:pt x="30" y="29"/>
                    </a:cubicBezTo>
                    <a:cubicBezTo>
                      <a:pt x="30" y="28"/>
                      <a:pt x="31" y="28"/>
                      <a:pt x="31" y="28"/>
                    </a:cubicBezTo>
                    <a:cubicBezTo>
                      <a:pt x="30" y="28"/>
                      <a:pt x="30" y="28"/>
                      <a:pt x="30" y="28"/>
                    </a:cubicBezTo>
                    <a:cubicBezTo>
                      <a:pt x="29" y="27"/>
                      <a:pt x="33" y="28"/>
                      <a:pt x="30" y="27"/>
                    </a:cubicBezTo>
                    <a:cubicBezTo>
                      <a:pt x="32" y="27"/>
                      <a:pt x="32" y="27"/>
                      <a:pt x="32" y="27"/>
                    </a:cubicBezTo>
                    <a:cubicBezTo>
                      <a:pt x="30" y="26"/>
                      <a:pt x="33" y="27"/>
                      <a:pt x="31" y="26"/>
                    </a:cubicBezTo>
                    <a:cubicBezTo>
                      <a:pt x="31" y="26"/>
                      <a:pt x="31" y="26"/>
                      <a:pt x="31" y="26"/>
                    </a:cubicBezTo>
                    <a:cubicBezTo>
                      <a:pt x="33" y="26"/>
                      <a:pt x="29" y="25"/>
                      <a:pt x="31" y="25"/>
                    </a:cubicBezTo>
                    <a:cubicBezTo>
                      <a:pt x="31" y="25"/>
                      <a:pt x="30" y="24"/>
                      <a:pt x="28" y="24"/>
                    </a:cubicBezTo>
                    <a:cubicBezTo>
                      <a:pt x="31" y="24"/>
                      <a:pt x="31" y="24"/>
                      <a:pt x="31" y="24"/>
                    </a:cubicBezTo>
                    <a:cubicBezTo>
                      <a:pt x="30" y="23"/>
                      <a:pt x="31" y="21"/>
                      <a:pt x="29" y="19"/>
                    </a:cubicBezTo>
                    <a:cubicBezTo>
                      <a:pt x="30" y="20"/>
                      <a:pt x="30" y="20"/>
                      <a:pt x="30" y="20"/>
                    </a:cubicBezTo>
                    <a:cubicBezTo>
                      <a:pt x="28" y="18"/>
                      <a:pt x="33" y="19"/>
                      <a:pt x="29" y="17"/>
                    </a:cubicBezTo>
                    <a:cubicBezTo>
                      <a:pt x="27" y="16"/>
                      <a:pt x="27" y="16"/>
                      <a:pt x="27" y="16"/>
                    </a:cubicBezTo>
                    <a:cubicBezTo>
                      <a:pt x="30" y="17"/>
                      <a:pt x="30" y="17"/>
                      <a:pt x="30" y="17"/>
                    </a:cubicBezTo>
                    <a:cubicBezTo>
                      <a:pt x="29" y="16"/>
                      <a:pt x="30" y="16"/>
                      <a:pt x="28" y="15"/>
                    </a:cubicBezTo>
                    <a:cubicBezTo>
                      <a:pt x="30" y="16"/>
                      <a:pt x="30" y="16"/>
                      <a:pt x="30" y="16"/>
                    </a:cubicBezTo>
                    <a:cubicBezTo>
                      <a:pt x="30" y="15"/>
                      <a:pt x="28" y="14"/>
                      <a:pt x="28" y="14"/>
                    </a:cubicBezTo>
                    <a:cubicBezTo>
                      <a:pt x="29" y="14"/>
                      <a:pt x="29" y="14"/>
                      <a:pt x="29" y="14"/>
                    </a:cubicBezTo>
                    <a:cubicBezTo>
                      <a:pt x="33" y="14"/>
                      <a:pt x="36" y="12"/>
                      <a:pt x="32" y="9"/>
                    </a:cubicBezTo>
                    <a:cubicBezTo>
                      <a:pt x="32" y="9"/>
                      <a:pt x="35" y="10"/>
                      <a:pt x="34" y="10"/>
                    </a:cubicBezTo>
                    <a:cubicBezTo>
                      <a:pt x="32" y="7"/>
                      <a:pt x="37" y="7"/>
                      <a:pt x="33" y="4"/>
                    </a:cubicBezTo>
                    <a:cubicBezTo>
                      <a:pt x="32" y="2"/>
                      <a:pt x="26" y="0"/>
                      <a:pt x="26" y="0"/>
                    </a:cubicBezTo>
                    <a:cubicBezTo>
                      <a:pt x="28" y="3"/>
                      <a:pt x="24" y="5"/>
                      <a:pt x="21" y="7"/>
                    </a:cubicBezTo>
                    <a:cubicBezTo>
                      <a:pt x="21" y="8"/>
                      <a:pt x="21" y="9"/>
                      <a:pt x="20" y="10"/>
                    </a:cubicBezTo>
                    <a:cubicBezTo>
                      <a:pt x="20" y="13"/>
                      <a:pt x="14" y="16"/>
                      <a:pt x="15" y="20"/>
                    </a:cubicBezTo>
                    <a:cubicBezTo>
                      <a:pt x="16" y="20"/>
                      <a:pt x="17" y="21"/>
                      <a:pt x="17" y="21"/>
                    </a:cubicBezTo>
                    <a:cubicBezTo>
                      <a:pt x="16" y="21"/>
                      <a:pt x="16" y="21"/>
                      <a:pt x="16" y="21"/>
                    </a:cubicBezTo>
                    <a:cubicBezTo>
                      <a:pt x="18" y="21"/>
                      <a:pt x="18" y="21"/>
                      <a:pt x="18" y="21"/>
                    </a:cubicBezTo>
                    <a:cubicBezTo>
                      <a:pt x="18" y="22"/>
                      <a:pt x="16" y="21"/>
                      <a:pt x="16" y="21"/>
                    </a:cubicBezTo>
                    <a:cubicBezTo>
                      <a:pt x="15" y="22"/>
                      <a:pt x="16" y="24"/>
                      <a:pt x="15" y="25"/>
                    </a:cubicBezTo>
                    <a:cubicBezTo>
                      <a:pt x="17" y="25"/>
                      <a:pt x="15" y="26"/>
                      <a:pt x="17" y="26"/>
                    </a:cubicBezTo>
                    <a:cubicBezTo>
                      <a:pt x="16" y="26"/>
                      <a:pt x="16" y="26"/>
                      <a:pt x="16" y="26"/>
                    </a:cubicBezTo>
                    <a:cubicBezTo>
                      <a:pt x="17" y="27"/>
                      <a:pt x="17" y="27"/>
                      <a:pt x="14" y="28"/>
                    </a:cubicBezTo>
                    <a:cubicBezTo>
                      <a:pt x="12" y="31"/>
                      <a:pt x="12" y="35"/>
                      <a:pt x="11" y="38"/>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3" name="Freeform 116"/>
              <p:cNvSpPr/>
              <p:nvPr/>
            </p:nvSpPr>
            <p:spPr bwMode="auto">
              <a:xfrm>
                <a:off x="3914" y="130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4" name="Freeform 117"/>
              <p:cNvSpPr/>
              <p:nvPr/>
            </p:nvSpPr>
            <p:spPr bwMode="auto">
              <a:xfrm>
                <a:off x="3364" y="24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5" name="Freeform 118"/>
              <p:cNvSpPr/>
              <p:nvPr/>
            </p:nvSpPr>
            <p:spPr bwMode="auto">
              <a:xfrm>
                <a:off x="3920" y="1403"/>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6" name="Freeform 119"/>
              <p:cNvSpPr/>
              <p:nvPr/>
            </p:nvSpPr>
            <p:spPr bwMode="auto">
              <a:xfrm>
                <a:off x="3918" y="1401"/>
                <a:ext cx="4"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2"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7" name="Freeform 120"/>
              <p:cNvSpPr/>
              <p:nvPr/>
            </p:nvSpPr>
            <p:spPr bwMode="auto">
              <a:xfrm>
                <a:off x="3920" y="1411"/>
                <a:ext cx="4"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8" name="Freeform 121"/>
              <p:cNvSpPr/>
              <p:nvPr/>
            </p:nvSpPr>
            <p:spPr bwMode="auto">
              <a:xfrm>
                <a:off x="3477" y="150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9" name="Freeform 122"/>
              <p:cNvSpPr/>
              <p:nvPr/>
            </p:nvSpPr>
            <p:spPr bwMode="auto">
              <a:xfrm>
                <a:off x="3453" y="145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0" name="Freeform 123"/>
              <p:cNvSpPr/>
              <p:nvPr/>
            </p:nvSpPr>
            <p:spPr bwMode="auto">
              <a:xfrm>
                <a:off x="3477" y="142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1" name="Freeform 124"/>
              <p:cNvSpPr/>
              <p:nvPr/>
            </p:nvSpPr>
            <p:spPr bwMode="auto">
              <a:xfrm>
                <a:off x="4603" y="18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2" name="Freeform 125"/>
              <p:cNvSpPr/>
              <p:nvPr/>
            </p:nvSpPr>
            <p:spPr bwMode="auto">
              <a:xfrm>
                <a:off x="3540" y="1530"/>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0"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3" name="Rectangle 126"/>
              <p:cNvSpPr>
                <a:spLocks noChangeArrowheads="1"/>
              </p:cNvSpPr>
              <p:nvPr/>
            </p:nvSpPr>
            <p:spPr bwMode="auto">
              <a:xfrm>
                <a:off x="3489" y="1441"/>
                <a:ext cx="2"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4" name="Freeform 127"/>
              <p:cNvSpPr/>
              <p:nvPr/>
            </p:nvSpPr>
            <p:spPr bwMode="auto">
              <a:xfrm>
                <a:off x="3375" y="1310"/>
                <a:ext cx="174" cy="269"/>
              </a:xfrm>
              <a:custGeom>
                <a:avLst/>
                <a:gdLst>
                  <a:gd name="T0" fmla="*/ 11 w 82"/>
                  <a:gd name="T1" fmla="*/ 27 h 127"/>
                  <a:gd name="T2" fmla="*/ 20 w 82"/>
                  <a:gd name="T3" fmla="*/ 47 h 127"/>
                  <a:gd name="T4" fmla="*/ 34 w 82"/>
                  <a:gd name="T5" fmla="*/ 60 h 127"/>
                  <a:gd name="T6" fmla="*/ 37 w 82"/>
                  <a:gd name="T7" fmla="*/ 68 h 127"/>
                  <a:gd name="T8" fmla="*/ 43 w 82"/>
                  <a:gd name="T9" fmla="*/ 80 h 127"/>
                  <a:gd name="T10" fmla="*/ 47 w 82"/>
                  <a:gd name="T11" fmla="*/ 89 h 127"/>
                  <a:gd name="T12" fmla="*/ 53 w 82"/>
                  <a:gd name="T13" fmla="*/ 94 h 127"/>
                  <a:gd name="T14" fmla="*/ 60 w 82"/>
                  <a:gd name="T15" fmla="*/ 105 h 127"/>
                  <a:gd name="T16" fmla="*/ 63 w 82"/>
                  <a:gd name="T17" fmla="*/ 111 h 127"/>
                  <a:gd name="T18" fmla="*/ 63 w 82"/>
                  <a:gd name="T19" fmla="*/ 121 h 127"/>
                  <a:gd name="T20" fmla="*/ 65 w 82"/>
                  <a:gd name="T21" fmla="*/ 124 h 127"/>
                  <a:gd name="T22" fmla="*/ 69 w 82"/>
                  <a:gd name="T23" fmla="*/ 126 h 127"/>
                  <a:gd name="T24" fmla="*/ 72 w 82"/>
                  <a:gd name="T25" fmla="*/ 126 h 127"/>
                  <a:gd name="T26" fmla="*/ 73 w 82"/>
                  <a:gd name="T27" fmla="*/ 123 h 127"/>
                  <a:gd name="T28" fmla="*/ 71 w 82"/>
                  <a:gd name="T29" fmla="*/ 118 h 127"/>
                  <a:gd name="T30" fmla="*/ 73 w 82"/>
                  <a:gd name="T31" fmla="*/ 112 h 127"/>
                  <a:gd name="T32" fmla="*/ 80 w 82"/>
                  <a:gd name="T33" fmla="*/ 112 h 127"/>
                  <a:gd name="T34" fmla="*/ 80 w 82"/>
                  <a:gd name="T35" fmla="*/ 109 h 127"/>
                  <a:gd name="T36" fmla="*/ 76 w 82"/>
                  <a:gd name="T37" fmla="*/ 108 h 127"/>
                  <a:gd name="T38" fmla="*/ 78 w 82"/>
                  <a:gd name="T39" fmla="*/ 107 h 127"/>
                  <a:gd name="T40" fmla="*/ 73 w 82"/>
                  <a:gd name="T41" fmla="*/ 105 h 127"/>
                  <a:gd name="T42" fmla="*/ 77 w 82"/>
                  <a:gd name="T43" fmla="*/ 102 h 127"/>
                  <a:gd name="T44" fmla="*/ 78 w 82"/>
                  <a:gd name="T45" fmla="*/ 100 h 127"/>
                  <a:gd name="T46" fmla="*/ 76 w 82"/>
                  <a:gd name="T47" fmla="*/ 100 h 127"/>
                  <a:gd name="T48" fmla="*/ 76 w 82"/>
                  <a:gd name="T49" fmla="*/ 96 h 127"/>
                  <a:gd name="T50" fmla="*/ 71 w 82"/>
                  <a:gd name="T51" fmla="*/ 96 h 127"/>
                  <a:gd name="T52" fmla="*/ 65 w 82"/>
                  <a:gd name="T53" fmla="*/ 95 h 127"/>
                  <a:gd name="T54" fmla="*/ 70 w 82"/>
                  <a:gd name="T55" fmla="*/ 92 h 127"/>
                  <a:gd name="T56" fmla="*/ 68 w 82"/>
                  <a:gd name="T57" fmla="*/ 86 h 127"/>
                  <a:gd name="T58" fmla="*/ 67 w 82"/>
                  <a:gd name="T59" fmla="*/ 84 h 127"/>
                  <a:gd name="T60" fmla="*/ 65 w 82"/>
                  <a:gd name="T61" fmla="*/ 81 h 127"/>
                  <a:gd name="T62" fmla="*/ 62 w 82"/>
                  <a:gd name="T63" fmla="*/ 75 h 127"/>
                  <a:gd name="T64" fmla="*/ 60 w 82"/>
                  <a:gd name="T65" fmla="*/ 73 h 127"/>
                  <a:gd name="T66" fmla="*/ 59 w 82"/>
                  <a:gd name="T67" fmla="*/ 72 h 127"/>
                  <a:gd name="T68" fmla="*/ 57 w 82"/>
                  <a:gd name="T69" fmla="*/ 71 h 127"/>
                  <a:gd name="T70" fmla="*/ 58 w 82"/>
                  <a:gd name="T71" fmla="*/ 68 h 127"/>
                  <a:gd name="T72" fmla="*/ 55 w 82"/>
                  <a:gd name="T73" fmla="*/ 67 h 127"/>
                  <a:gd name="T74" fmla="*/ 54 w 82"/>
                  <a:gd name="T75" fmla="*/ 62 h 127"/>
                  <a:gd name="T76" fmla="*/ 51 w 82"/>
                  <a:gd name="T77" fmla="*/ 58 h 127"/>
                  <a:gd name="T78" fmla="*/ 51 w 82"/>
                  <a:gd name="T79" fmla="*/ 54 h 127"/>
                  <a:gd name="T80" fmla="*/ 48 w 82"/>
                  <a:gd name="T81" fmla="*/ 53 h 127"/>
                  <a:gd name="T82" fmla="*/ 49 w 82"/>
                  <a:gd name="T83" fmla="*/ 53 h 127"/>
                  <a:gd name="T84" fmla="*/ 45 w 82"/>
                  <a:gd name="T85" fmla="*/ 50 h 127"/>
                  <a:gd name="T86" fmla="*/ 43 w 82"/>
                  <a:gd name="T87" fmla="*/ 46 h 127"/>
                  <a:gd name="T88" fmla="*/ 41 w 82"/>
                  <a:gd name="T89" fmla="*/ 44 h 127"/>
                  <a:gd name="T90" fmla="*/ 32 w 82"/>
                  <a:gd name="T91" fmla="*/ 44 h 127"/>
                  <a:gd name="T92" fmla="*/ 35 w 82"/>
                  <a:gd name="T93" fmla="*/ 39 h 127"/>
                  <a:gd name="T94" fmla="*/ 31 w 82"/>
                  <a:gd name="T95" fmla="*/ 36 h 127"/>
                  <a:gd name="T96" fmla="*/ 30 w 82"/>
                  <a:gd name="T97" fmla="*/ 32 h 127"/>
                  <a:gd name="T98" fmla="*/ 26 w 82"/>
                  <a:gd name="T99" fmla="*/ 24 h 127"/>
                  <a:gd name="T100" fmla="*/ 25 w 82"/>
                  <a:gd name="T101" fmla="*/ 21 h 127"/>
                  <a:gd name="T102" fmla="*/ 15 w 82"/>
                  <a:gd name="T103" fmla="*/ 15 h 127"/>
                  <a:gd name="T104" fmla="*/ 13 w 82"/>
                  <a:gd name="T105" fmla="*/ 1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 h="127">
                    <a:moveTo>
                      <a:pt x="1" y="12"/>
                    </a:moveTo>
                    <a:cubicBezTo>
                      <a:pt x="2" y="13"/>
                      <a:pt x="4" y="14"/>
                      <a:pt x="3" y="15"/>
                    </a:cubicBezTo>
                    <a:cubicBezTo>
                      <a:pt x="6" y="19"/>
                      <a:pt x="4" y="25"/>
                      <a:pt x="8" y="28"/>
                    </a:cubicBezTo>
                    <a:cubicBezTo>
                      <a:pt x="9" y="27"/>
                      <a:pt x="10" y="27"/>
                      <a:pt x="10" y="27"/>
                    </a:cubicBezTo>
                    <a:cubicBezTo>
                      <a:pt x="10" y="27"/>
                      <a:pt x="10" y="27"/>
                      <a:pt x="10" y="27"/>
                    </a:cubicBezTo>
                    <a:cubicBezTo>
                      <a:pt x="11" y="27"/>
                      <a:pt x="11" y="27"/>
                      <a:pt x="11" y="27"/>
                    </a:cubicBezTo>
                    <a:cubicBezTo>
                      <a:pt x="11" y="27"/>
                      <a:pt x="10" y="28"/>
                      <a:pt x="9" y="28"/>
                    </a:cubicBezTo>
                    <a:cubicBezTo>
                      <a:pt x="10" y="29"/>
                      <a:pt x="12" y="30"/>
                      <a:pt x="12" y="32"/>
                    </a:cubicBezTo>
                    <a:cubicBezTo>
                      <a:pt x="14" y="31"/>
                      <a:pt x="13" y="33"/>
                      <a:pt x="15" y="32"/>
                    </a:cubicBezTo>
                    <a:cubicBezTo>
                      <a:pt x="14" y="32"/>
                      <a:pt x="14" y="32"/>
                      <a:pt x="14" y="32"/>
                    </a:cubicBezTo>
                    <a:cubicBezTo>
                      <a:pt x="15" y="33"/>
                      <a:pt x="15" y="33"/>
                      <a:pt x="13" y="35"/>
                    </a:cubicBezTo>
                    <a:cubicBezTo>
                      <a:pt x="14" y="40"/>
                      <a:pt x="18" y="43"/>
                      <a:pt x="20" y="47"/>
                    </a:cubicBezTo>
                    <a:cubicBezTo>
                      <a:pt x="22" y="50"/>
                      <a:pt x="26" y="53"/>
                      <a:pt x="29" y="57"/>
                    </a:cubicBezTo>
                    <a:cubicBezTo>
                      <a:pt x="32" y="56"/>
                      <a:pt x="31" y="57"/>
                      <a:pt x="34" y="56"/>
                    </a:cubicBezTo>
                    <a:cubicBezTo>
                      <a:pt x="33" y="57"/>
                      <a:pt x="33" y="57"/>
                      <a:pt x="33" y="57"/>
                    </a:cubicBezTo>
                    <a:cubicBezTo>
                      <a:pt x="35" y="57"/>
                      <a:pt x="34" y="58"/>
                      <a:pt x="33" y="59"/>
                    </a:cubicBezTo>
                    <a:cubicBezTo>
                      <a:pt x="34" y="59"/>
                      <a:pt x="33" y="59"/>
                      <a:pt x="35" y="58"/>
                    </a:cubicBezTo>
                    <a:cubicBezTo>
                      <a:pt x="37" y="58"/>
                      <a:pt x="33" y="60"/>
                      <a:pt x="34" y="60"/>
                    </a:cubicBezTo>
                    <a:cubicBezTo>
                      <a:pt x="33" y="60"/>
                      <a:pt x="35" y="59"/>
                      <a:pt x="35" y="60"/>
                    </a:cubicBezTo>
                    <a:cubicBezTo>
                      <a:pt x="37" y="60"/>
                      <a:pt x="33" y="60"/>
                      <a:pt x="32" y="62"/>
                    </a:cubicBezTo>
                    <a:cubicBezTo>
                      <a:pt x="34" y="64"/>
                      <a:pt x="37" y="65"/>
                      <a:pt x="37" y="67"/>
                    </a:cubicBezTo>
                    <a:cubicBezTo>
                      <a:pt x="37" y="67"/>
                      <a:pt x="38" y="66"/>
                      <a:pt x="38" y="66"/>
                    </a:cubicBezTo>
                    <a:cubicBezTo>
                      <a:pt x="35" y="68"/>
                      <a:pt x="39" y="66"/>
                      <a:pt x="38" y="67"/>
                    </a:cubicBezTo>
                    <a:cubicBezTo>
                      <a:pt x="37" y="68"/>
                      <a:pt x="37" y="68"/>
                      <a:pt x="37" y="68"/>
                    </a:cubicBezTo>
                    <a:cubicBezTo>
                      <a:pt x="36" y="69"/>
                      <a:pt x="39" y="69"/>
                      <a:pt x="38" y="70"/>
                    </a:cubicBezTo>
                    <a:cubicBezTo>
                      <a:pt x="39" y="70"/>
                      <a:pt x="37" y="72"/>
                      <a:pt x="39" y="72"/>
                    </a:cubicBezTo>
                    <a:cubicBezTo>
                      <a:pt x="38" y="72"/>
                      <a:pt x="38" y="73"/>
                      <a:pt x="38" y="73"/>
                    </a:cubicBezTo>
                    <a:cubicBezTo>
                      <a:pt x="41" y="72"/>
                      <a:pt x="37" y="75"/>
                      <a:pt x="40" y="74"/>
                    </a:cubicBezTo>
                    <a:cubicBezTo>
                      <a:pt x="39" y="75"/>
                      <a:pt x="39" y="75"/>
                      <a:pt x="39" y="75"/>
                    </a:cubicBezTo>
                    <a:cubicBezTo>
                      <a:pt x="41" y="76"/>
                      <a:pt x="41" y="79"/>
                      <a:pt x="43" y="80"/>
                    </a:cubicBezTo>
                    <a:cubicBezTo>
                      <a:pt x="44" y="81"/>
                      <a:pt x="42" y="84"/>
                      <a:pt x="44" y="84"/>
                    </a:cubicBezTo>
                    <a:cubicBezTo>
                      <a:pt x="46" y="84"/>
                      <a:pt x="46" y="84"/>
                      <a:pt x="46" y="84"/>
                    </a:cubicBezTo>
                    <a:cubicBezTo>
                      <a:pt x="46" y="84"/>
                      <a:pt x="45" y="84"/>
                      <a:pt x="44" y="84"/>
                    </a:cubicBezTo>
                    <a:cubicBezTo>
                      <a:pt x="46" y="84"/>
                      <a:pt x="45" y="86"/>
                      <a:pt x="45" y="87"/>
                    </a:cubicBezTo>
                    <a:cubicBezTo>
                      <a:pt x="46" y="87"/>
                      <a:pt x="46" y="87"/>
                      <a:pt x="47" y="86"/>
                    </a:cubicBezTo>
                    <a:cubicBezTo>
                      <a:pt x="45" y="88"/>
                      <a:pt x="48" y="88"/>
                      <a:pt x="47" y="89"/>
                    </a:cubicBezTo>
                    <a:cubicBezTo>
                      <a:pt x="50" y="88"/>
                      <a:pt x="49" y="89"/>
                      <a:pt x="50" y="89"/>
                    </a:cubicBezTo>
                    <a:cubicBezTo>
                      <a:pt x="50" y="89"/>
                      <a:pt x="49" y="90"/>
                      <a:pt x="48" y="90"/>
                    </a:cubicBezTo>
                    <a:cubicBezTo>
                      <a:pt x="49" y="91"/>
                      <a:pt x="49" y="91"/>
                      <a:pt x="49" y="92"/>
                    </a:cubicBezTo>
                    <a:cubicBezTo>
                      <a:pt x="49" y="92"/>
                      <a:pt x="51" y="92"/>
                      <a:pt x="51" y="92"/>
                    </a:cubicBezTo>
                    <a:cubicBezTo>
                      <a:pt x="49" y="93"/>
                      <a:pt x="51" y="93"/>
                      <a:pt x="50" y="94"/>
                    </a:cubicBezTo>
                    <a:cubicBezTo>
                      <a:pt x="52" y="93"/>
                      <a:pt x="54" y="93"/>
                      <a:pt x="53" y="94"/>
                    </a:cubicBezTo>
                    <a:cubicBezTo>
                      <a:pt x="51" y="95"/>
                      <a:pt x="51" y="95"/>
                      <a:pt x="51" y="95"/>
                    </a:cubicBezTo>
                    <a:cubicBezTo>
                      <a:pt x="53" y="95"/>
                      <a:pt x="51" y="98"/>
                      <a:pt x="55" y="99"/>
                    </a:cubicBezTo>
                    <a:cubicBezTo>
                      <a:pt x="53" y="99"/>
                      <a:pt x="53" y="99"/>
                      <a:pt x="53" y="99"/>
                    </a:cubicBezTo>
                    <a:cubicBezTo>
                      <a:pt x="56" y="100"/>
                      <a:pt x="54" y="103"/>
                      <a:pt x="58" y="103"/>
                    </a:cubicBezTo>
                    <a:cubicBezTo>
                      <a:pt x="57" y="104"/>
                      <a:pt x="56" y="105"/>
                      <a:pt x="57" y="105"/>
                    </a:cubicBezTo>
                    <a:cubicBezTo>
                      <a:pt x="58" y="105"/>
                      <a:pt x="58" y="106"/>
                      <a:pt x="60" y="105"/>
                    </a:cubicBezTo>
                    <a:cubicBezTo>
                      <a:pt x="61" y="106"/>
                      <a:pt x="59" y="106"/>
                      <a:pt x="59" y="106"/>
                    </a:cubicBezTo>
                    <a:cubicBezTo>
                      <a:pt x="59" y="107"/>
                      <a:pt x="57" y="108"/>
                      <a:pt x="59" y="108"/>
                    </a:cubicBezTo>
                    <a:cubicBezTo>
                      <a:pt x="58" y="109"/>
                      <a:pt x="58" y="109"/>
                      <a:pt x="58" y="109"/>
                    </a:cubicBezTo>
                    <a:cubicBezTo>
                      <a:pt x="59" y="109"/>
                      <a:pt x="61" y="109"/>
                      <a:pt x="60" y="110"/>
                    </a:cubicBezTo>
                    <a:cubicBezTo>
                      <a:pt x="61" y="110"/>
                      <a:pt x="62" y="111"/>
                      <a:pt x="64" y="110"/>
                    </a:cubicBezTo>
                    <a:cubicBezTo>
                      <a:pt x="64" y="110"/>
                      <a:pt x="61" y="111"/>
                      <a:pt x="63" y="111"/>
                    </a:cubicBezTo>
                    <a:cubicBezTo>
                      <a:pt x="61" y="111"/>
                      <a:pt x="61" y="111"/>
                      <a:pt x="61" y="111"/>
                    </a:cubicBezTo>
                    <a:cubicBezTo>
                      <a:pt x="61" y="113"/>
                      <a:pt x="62" y="114"/>
                      <a:pt x="63" y="115"/>
                    </a:cubicBezTo>
                    <a:cubicBezTo>
                      <a:pt x="61" y="116"/>
                      <a:pt x="64" y="116"/>
                      <a:pt x="62" y="117"/>
                    </a:cubicBezTo>
                    <a:cubicBezTo>
                      <a:pt x="64" y="118"/>
                      <a:pt x="62" y="119"/>
                      <a:pt x="65" y="119"/>
                    </a:cubicBezTo>
                    <a:cubicBezTo>
                      <a:pt x="64" y="119"/>
                      <a:pt x="64" y="119"/>
                      <a:pt x="64" y="119"/>
                    </a:cubicBezTo>
                    <a:cubicBezTo>
                      <a:pt x="64" y="120"/>
                      <a:pt x="64" y="121"/>
                      <a:pt x="63" y="121"/>
                    </a:cubicBezTo>
                    <a:cubicBezTo>
                      <a:pt x="63" y="122"/>
                      <a:pt x="65" y="122"/>
                      <a:pt x="66" y="122"/>
                    </a:cubicBezTo>
                    <a:cubicBezTo>
                      <a:pt x="64" y="122"/>
                      <a:pt x="64" y="122"/>
                      <a:pt x="64" y="122"/>
                    </a:cubicBezTo>
                    <a:cubicBezTo>
                      <a:pt x="65" y="123"/>
                      <a:pt x="67" y="123"/>
                      <a:pt x="69" y="123"/>
                    </a:cubicBezTo>
                    <a:cubicBezTo>
                      <a:pt x="68" y="123"/>
                      <a:pt x="69" y="123"/>
                      <a:pt x="68" y="124"/>
                    </a:cubicBezTo>
                    <a:cubicBezTo>
                      <a:pt x="67" y="123"/>
                      <a:pt x="66" y="123"/>
                      <a:pt x="64" y="123"/>
                    </a:cubicBezTo>
                    <a:cubicBezTo>
                      <a:pt x="63" y="123"/>
                      <a:pt x="67" y="124"/>
                      <a:pt x="65" y="124"/>
                    </a:cubicBezTo>
                    <a:cubicBezTo>
                      <a:pt x="64" y="125"/>
                      <a:pt x="65" y="125"/>
                      <a:pt x="67" y="125"/>
                    </a:cubicBezTo>
                    <a:cubicBezTo>
                      <a:pt x="66" y="125"/>
                      <a:pt x="66" y="125"/>
                      <a:pt x="65" y="125"/>
                    </a:cubicBezTo>
                    <a:cubicBezTo>
                      <a:pt x="65" y="126"/>
                      <a:pt x="65" y="126"/>
                      <a:pt x="66" y="126"/>
                    </a:cubicBezTo>
                    <a:cubicBezTo>
                      <a:pt x="66" y="126"/>
                      <a:pt x="66" y="126"/>
                      <a:pt x="66" y="126"/>
                    </a:cubicBezTo>
                    <a:cubicBezTo>
                      <a:pt x="67" y="126"/>
                      <a:pt x="67" y="126"/>
                      <a:pt x="69" y="126"/>
                    </a:cubicBezTo>
                    <a:cubicBezTo>
                      <a:pt x="69" y="126"/>
                      <a:pt x="68" y="126"/>
                      <a:pt x="69" y="126"/>
                    </a:cubicBezTo>
                    <a:cubicBezTo>
                      <a:pt x="70" y="126"/>
                      <a:pt x="71" y="126"/>
                      <a:pt x="69" y="126"/>
                    </a:cubicBezTo>
                    <a:cubicBezTo>
                      <a:pt x="68" y="127"/>
                      <a:pt x="67" y="126"/>
                      <a:pt x="66" y="126"/>
                    </a:cubicBezTo>
                    <a:cubicBezTo>
                      <a:pt x="70" y="127"/>
                      <a:pt x="70" y="127"/>
                      <a:pt x="70" y="127"/>
                    </a:cubicBezTo>
                    <a:cubicBezTo>
                      <a:pt x="69" y="127"/>
                      <a:pt x="69" y="127"/>
                      <a:pt x="71" y="127"/>
                    </a:cubicBezTo>
                    <a:cubicBezTo>
                      <a:pt x="70" y="126"/>
                      <a:pt x="70" y="126"/>
                      <a:pt x="70" y="126"/>
                    </a:cubicBezTo>
                    <a:cubicBezTo>
                      <a:pt x="72" y="126"/>
                      <a:pt x="72" y="126"/>
                      <a:pt x="72" y="126"/>
                    </a:cubicBezTo>
                    <a:cubicBezTo>
                      <a:pt x="71" y="126"/>
                      <a:pt x="72" y="125"/>
                      <a:pt x="71" y="125"/>
                    </a:cubicBezTo>
                    <a:cubicBezTo>
                      <a:pt x="70" y="125"/>
                      <a:pt x="70" y="125"/>
                      <a:pt x="70" y="125"/>
                    </a:cubicBezTo>
                    <a:cubicBezTo>
                      <a:pt x="69" y="125"/>
                      <a:pt x="67" y="124"/>
                      <a:pt x="69" y="124"/>
                    </a:cubicBezTo>
                    <a:cubicBezTo>
                      <a:pt x="71" y="124"/>
                      <a:pt x="71" y="124"/>
                      <a:pt x="71" y="124"/>
                    </a:cubicBezTo>
                    <a:cubicBezTo>
                      <a:pt x="71" y="124"/>
                      <a:pt x="70" y="124"/>
                      <a:pt x="71" y="123"/>
                    </a:cubicBezTo>
                    <a:cubicBezTo>
                      <a:pt x="73" y="123"/>
                      <a:pt x="73" y="123"/>
                      <a:pt x="73" y="123"/>
                    </a:cubicBezTo>
                    <a:cubicBezTo>
                      <a:pt x="70" y="124"/>
                      <a:pt x="72" y="122"/>
                      <a:pt x="71" y="122"/>
                    </a:cubicBezTo>
                    <a:cubicBezTo>
                      <a:pt x="72" y="122"/>
                      <a:pt x="72" y="122"/>
                      <a:pt x="72" y="122"/>
                    </a:cubicBezTo>
                    <a:cubicBezTo>
                      <a:pt x="73" y="122"/>
                      <a:pt x="70" y="123"/>
                      <a:pt x="70" y="122"/>
                    </a:cubicBezTo>
                    <a:cubicBezTo>
                      <a:pt x="71" y="122"/>
                      <a:pt x="73" y="122"/>
                      <a:pt x="74" y="121"/>
                    </a:cubicBezTo>
                    <a:cubicBezTo>
                      <a:pt x="74" y="121"/>
                      <a:pt x="72" y="120"/>
                      <a:pt x="74" y="119"/>
                    </a:cubicBezTo>
                    <a:cubicBezTo>
                      <a:pt x="73" y="118"/>
                      <a:pt x="72" y="118"/>
                      <a:pt x="71" y="118"/>
                    </a:cubicBezTo>
                    <a:cubicBezTo>
                      <a:pt x="71" y="117"/>
                      <a:pt x="74" y="117"/>
                      <a:pt x="73" y="117"/>
                    </a:cubicBezTo>
                    <a:cubicBezTo>
                      <a:pt x="74" y="117"/>
                      <a:pt x="75" y="117"/>
                      <a:pt x="75" y="116"/>
                    </a:cubicBezTo>
                    <a:cubicBezTo>
                      <a:pt x="74" y="116"/>
                      <a:pt x="75" y="115"/>
                      <a:pt x="73" y="116"/>
                    </a:cubicBezTo>
                    <a:cubicBezTo>
                      <a:pt x="74" y="115"/>
                      <a:pt x="74" y="114"/>
                      <a:pt x="73" y="114"/>
                    </a:cubicBezTo>
                    <a:cubicBezTo>
                      <a:pt x="73" y="114"/>
                      <a:pt x="75" y="114"/>
                      <a:pt x="76" y="113"/>
                    </a:cubicBezTo>
                    <a:cubicBezTo>
                      <a:pt x="74" y="113"/>
                      <a:pt x="73" y="113"/>
                      <a:pt x="73" y="112"/>
                    </a:cubicBezTo>
                    <a:cubicBezTo>
                      <a:pt x="72" y="112"/>
                      <a:pt x="72" y="113"/>
                      <a:pt x="70" y="113"/>
                    </a:cubicBezTo>
                    <a:cubicBezTo>
                      <a:pt x="70" y="113"/>
                      <a:pt x="69" y="113"/>
                      <a:pt x="69" y="113"/>
                    </a:cubicBezTo>
                    <a:cubicBezTo>
                      <a:pt x="71" y="112"/>
                      <a:pt x="74" y="112"/>
                      <a:pt x="74" y="111"/>
                    </a:cubicBezTo>
                    <a:cubicBezTo>
                      <a:pt x="77" y="111"/>
                      <a:pt x="73" y="112"/>
                      <a:pt x="76" y="111"/>
                    </a:cubicBezTo>
                    <a:cubicBezTo>
                      <a:pt x="78" y="111"/>
                      <a:pt x="79" y="112"/>
                      <a:pt x="77" y="113"/>
                    </a:cubicBezTo>
                    <a:cubicBezTo>
                      <a:pt x="80" y="113"/>
                      <a:pt x="78" y="112"/>
                      <a:pt x="80" y="112"/>
                    </a:cubicBezTo>
                    <a:cubicBezTo>
                      <a:pt x="80" y="111"/>
                      <a:pt x="78" y="111"/>
                      <a:pt x="78" y="111"/>
                    </a:cubicBezTo>
                    <a:cubicBezTo>
                      <a:pt x="77" y="111"/>
                      <a:pt x="77" y="111"/>
                      <a:pt x="76" y="111"/>
                    </a:cubicBezTo>
                    <a:cubicBezTo>
                      <a:pt x="73" y="111"/>
                      <a:pt x="77" y="110"/>
                      <a:pt x="77" y="110"/>
                    </a:cubicBezTo>
                    <a:cubicBezTo>
                      <a:pt x="78" y="110"/>
                      <a:pt x="78" y="110"/>
                      <a:pt x="78" y="110"/>
                    </a:cubicBezTo>
                    <a:cubicBezTo>
                      <a:pt x="79" y="109"/>
                      <a:pt x="77" y="110"/>
                      <a:pt x="77" y="109"/>
                    </a:cubicBezTo>
                    <a:cubicBezTo>
                      <a:pt x="80" y="108"/>
                      <a:pt x="78" y="110"/>
                      <a:pt x="80" y="109"/>
                    </a:cubicBezTo>
                    <a:cubicBezTo>
                      <a:pt x="82" y="109"/>
                      <a:pt x="82" y="109"/>
                      <a:pt x="82" y="109"/>
                    </a:cubicBezTo>
                    <a:cubicBezTo>
                      <a:pt x="82" y="108"/>
                      <a:pt x="79" y="109"/>
                      <a:pt x="80" y="108"/>
                    </a:cubicBezTo>
                    <a:cubicBezTo>
                      <a:pt x="81" y="108"/>
                      <a:pt x="81" y="108"/>
                      <a:pt x="81" y="108"/>
                    </a:cubicBezTo>
                    <a:cubicBezTo>
                      <a:pt x="80" y="108"/>
                      <a:pt x="80" y="108"/>
                      <a:pt x="80" y="108"/>
                    </a:cubicBezTo>
                    <a:cubicBezTo>
                      <a:pt x="79" y="108"/>
                      <a:pt x="77" y="108"/>
                      <a:pt x="77" y="109"/>
                    </a:cubicBezTo>
                    <a:cubicBezTo>
                      <a:pt x="74" y="109"/>
                      <a:pt x="77" y="109"/>
                      <a:pt x="76" y="108"/>
                    </a:cubicBezTo>
                    <a:cubicBezTo>
                      <a:pt x="74" y="108"/>
                      <a:pt x="76" y="108"/>
                      <a:pt x="75" y="109"/>
                    </a:cubicBezTo>
                    <a:cubicBezTo>
                      <a:pt x="73" y="109"/>
                      <a:pt x="73" y="109"/>
                      <a:pt x="73" y="108"/>
                    </a:cubicBezTo>
                    <a:cubicBezTo>
                      <a:pt x="72" y="108"/>
                      <a:pt x="74" y="108"/>
                      <a:pt x="75" y="107"/>
                    </a:cubicBezTo>
                    <a:cubicBezTo>
                      <a:pt x="76" y="107"/>
                      <a:pt x="76" y="108"/>
                      <a:pt x="75" y="108"/>
                    </a:cubicBezTo>
                    <a:cubicBezTo>
                      <a:pt x="77" y="108"/>
                      <a:pt x="79" y="107"/>
                      <a:pt x="80" y="107"/>
                    </a:cubicBezTo>
                    <a:cubicBezTo>
                      <a:pt x="81" y="106"/>
                      <a:pt x="79" y="107"/>
                      <a:pt x="78" y="107"/>
                    </a:cubicBezTo>
                    <a:cubicBezTo>
                      <a:pt x="78" y="107"/>
                      <a:pt x="76" y="107"/>
                      <a:pt x="76" y="107"/>
                    </a:cubicBezTo>
                    <a:cubicBezTo>
                      <a:pt x="71" y="107"/>
                      <a:pt x="79" y="106"/>
                      <a:pt x="78" y="105"/>
                    </a:cubicBezTo>
                    <a:cubicBezTo>
                      <a:pt x="75" y="106"/>
                      <a:pt x="74" y="105"/>
                      <a:pt x="70" y="107"/>
                    </a:cubicBezTo>
                    <a:cubicBezTo>
                      <a:pt x="70" y="107"/>
                      <a:pt x="69" y="107"/>
                      <a:pt x="69" y="106"/>
                    </a:cubicBezTo>
                    <a:cubicBezTo>
                      <a:pt x="71" y="106"/>
                      <a:pt x="71" y="106"/>
                      <a:pt x="73" y="105"/>
                    </a:cubicBezTo>
                    <a:cubicBezTo>
                      <a:pt x="73" y="105"/>
                      <a:pt x="73" y="105"/>
                      <a:pt x="73" y="105"/>
                    </a:cubicBezTo>
                    <a:cubicBezTo>
                      <a:pt x="75" y="105"/>
                      <a:pt x="75" y="105"/>
                      <a:pt x="75" y="105"/>
                    </a:cubicBezTo>
                    <a:cubicBezTo>
                      <a:pt x="79" y="103"/>
                      <a:pt x="79" y="103"/>
                      <a:pt x="79" y="103"/>
                    </a:cubicBezTo>
                    <a:cubicBezTo>
                      <a:pt x="78" y="103"/>
                      <a:pt x="77" y="104"/>
                      <a:pt x="76" y="103"/>
                    </a:cubicBezTo>
                    <a:cubicBezTo>
                      <a:pt x="77" y="103"/>
                      <a:pt x="78" y="103"/>
                      <a:pt x="78" y="102"/>
                    </a:cubicBezTo>
                    <a:cubicBezTo>
                      <a:pt x="77" y="103"/>
                      <a:pt x="75" y="103"/>
                      <a:pt x="75" y="103"/>
                    </a:cubicBezTo>
                    <a:cubicBezTo>
                      <a:pt x="74" y="103"/>
                      <a:pt x="76" y="102"/>
                      <a:pt x="77" y="102"/>
                    </a:cubicBezTo>
                    <a:cubicBezTo>
                      <a:pt x="79" y="102"/>
                      <a:pt x="79" y="102"/>
                      <a:pt x="79" y="102"/>
                    </a:cubicBezTo>
                    <a:cubicBezTo>
                      <a:pt x="77" y="102"/>
                      <a:pt x="79" y="101"/>
                      <a:pt x="79" y="101"/>
                    </a:cubicBezTo>
                    <a:cubicBezTo>
                      <a:pt x="77" y="101"/>
                      <a:pt x="76" y="102"/>
                      <a:pt x="74" y="102"/>
                    </a:cubicBezTo>
                    <a:cubicBezTo>
                      <a:pt x="74" y="102"/>
                      <a:pt x="75" y="101"/>
                      <a:pt x="75" y="101"/>
                    </a:cubicBezTo>
                    <a:cubicBezTo>
                      <a:pt x="76" y="101"/>
                      <a:pt x="76" y="101"/>
                      <a:pt x="76" y="101"/>
                    </a:cubicBezTo>
                    <a:cubicBezTo>
                      <a:pt x="76" y="101"/>
                      <a:pt x="79" y="100"/>
                      <a:pt x="78" y="100"/>
                    </a:cubicBezTo>
                    <a:cubicBezTo>
                      <a:pt x="77" y="100"/>
                      <a:pt x="77" y="100"/>
                      <a:pt x="77" y="100"/>
                    </a:cubicBezTo>
                    <a:cubicBezTo>
                      <a:pt x="77" y="100"/>
                      <a:pt x="78" y="100"/>
                      <a:pt x="78" y="100"/>
                    </a:cubicBezTo>
                    <a:cubicBezTo>
                      <a:pt x="77" y="100"/>
                      <a:pt x="77" y="99"/>
                      <a:pt x="77" y="99"/>
                    </a:cubicBezTo>
                    <a:cubicBezTo>
                      <a:pt x="78" y="99"/>
                      <a:pt x="78" y="99"/>
                      <a:pt x="78" y="99"/>
                    </a:cubicBezTo>
                    <a:cubicBezTo>
                      <a:pt x="77" y="99"/>
                      <a:pt x="75" y="99"/>
                      <a:pt x="76" y="99"/>
                    </a:cubicBezTo>
                    <a:cubicBezTo>
                      <a:pt x="74" y="100"/>
                      <a:pt x="77" y="99"/>
                      <a:pt x="76" y="100"/>
                    </a:cubicBezTo>
                    <a:cubicBezTo>
                      <a:pt x="74" y="100"/>
                      <a:pt x="74" y="100"/>
                      <a:pt x="73" y="100"/>
                    </a:cubicBezTo>
                    <a:cubicBezTo>
                      <a:pt x="76" y="99"/>
                      <a:pt x="73" y="99"/>
                      <a:pt x="73" y="99"/>
                    </a:cubicBezTo>
                    <a:cubicBezTo>
                      <a:pt x="74" y="98"/>
                      <a:pt x="75" y="98"/>
                      <a:pt x="75" y="98"/>
                    </a:cubicBezTo>
                    <a:cubicBezTo>
                      <a:pt x="73" y="98"/>
                      <a:pt x="73" y="98"/>
                      <a:pt x="73" y="98"/>
                    </a:cubicBezTo>
                    <a:cubicBezTo>
                      <a:pt x="77" y="97"/>
                      <a:pt x="73" y="98"/>
                      <a:pt x="73" y="97"/>
                    </a:cubicBezTo>
                    <a:cubicBezTo>
                      <a:pt x="75" y="97"/>
                      <a:pt x="76" y="96"/>
                      <a:pt x="76" y="96"/>
                    </a:cubicBezTo>
                    <a:cubicBezTo>
                      <a:pt x="74" y="97"/>
                      <a:pt x="73" y="97"/>
                      <a:pt x="71" y="97"/>
                    </a:cubicBezTo>
                    <a:cubicBezTo>
                      <a:pt x="72" y="96"/>
                      <a:pt x="75" y="96"/>
                      <a:pt x="76" y="96"/>
                    </a:cubicBezTo>
                    <a:cubicBezTo>
                      <a:pt x="74" y="96"/>
                      <a:pt x="77" y="94"/>
                      <a:pt x="75" y="95"/>
                    </a:cubicBezTo>
                    <a:cubicBezTo>
                      <a:pt x="74" y="96"/>
                      <a:pt x="73" y="96"/>
                      <a:pt x="72" y="96"/>
                    </a:cubicBezTo>
                    <a:cubicBezTo>
                      <a:pt x="72" y="95"/>
                      <a:pt x="73" y="96"/>
                      <a:pt x="74" y="95"/>
                    </a:cubicBezTo>
                    <a:cubicBezTo>
                      <a:pt x="74" y="95"/>
                      <a:pt x="72" y="95"/>
                      <a:pt x="71" y="96"/>
                    </a:cubicBezTo>
                    <a:cubicBezTo>
                      <a:pt x="71" y="95"/>
                      <a:pt x="69" y="96"/>
                      <a:pt x="70" y="95"/>
                    </a:cubicBezTo>
                    <a:cubicBezTo>
                      <a:pt x="72" y="94"/>
                      <a:pt x="71" y="95"/>
                      <a:pt x="72" y="95"/>
                    </a:cubicBezTo>
                    <a:cubicBezTo>
                      <a:pt x="72" y="94"/>
                      <a:pt x="68" y="96"/>
                      <a:pt x="68" y="95"/>
                    </a:cubicBezTo>
                    <a:cubicBezTo>
                      <a:pt x="67" y="96"/>
                      <a:pt x="64" y="97"/>
                      <a:pt x="63" y="97"/>
                    </a:cubicBezTo>
                    <a:cubicBezTo>
                      <a:pt x="63" y="96"/>
                      <a:pt x="64" y="97"/>
                      <a:pt x="66" y="96"/>
                    </a:cubicBezTo>
                    <a:cubicBezTo>
                      <a:pt x="65" y="95"/>
                      <a:pt x="65" y="95"/>
                      <a:pt x="65" y="95"/>
                    </a:cubicBezTo>
                    <a:cubicBezTo>
                      <a:pt x="68" y="94"/>
                      <a:pt x="70" y="95"/>
                      <a:pt x="72" y="93"/>
                    </a:cubicBezTo>
                    <a:cubicBezTo>
                      <a:pt x="71" y="93"/>
                      <a:pt x="71" y="93"/>
                      <a:pt x="71" y="93"/>
                    </a:cubicBezTo>
                    <a:cubicBezTo>
                      <a:pt x="72" y="93"/>
                      <a:pt x="74" y="93"/>
                      <a:pt x="74" y="92"/>
                    </a:cubicBezTo>
                    <a:cubicBezTo>
                      <a:pt x="72" y="93"/>
                      <a:pt x="74" y="92"/>
                      <a:pt x="73" y="92"/>
                    </a:cubicBezTo>
                    <a:cubicBezTo>
                      <a:pt x="71" y="92"/>
                      <a:pt x="74" y="92"/>
                      <a:pt x="72" y="92"/>
                    </a:cubicBezTo>
                    <a:cubicBezTo>
                      <a:pt x="72" y="92"/>
                      <a:pt x="69" y="93"/>
                      <a:pt x="70" y="92"/>
                    </a:cubicBezTo>
                    <a:cubicBezTo>
                      <a:pt x="73" y="91"/>
                      <a:pt x="73" y="91"/>
                      <a:pt x="73" y="91"/>
                    </a:cubicBezTo>
                    <a:cubicBezTo>
                      <a:pt x="74" y="91"/>
                      <a:pt x="71" y="92"/>
                      <a:pt x="72" y="91"/>
                    </a:cubicBezTo>
                    <a:cubicBezTo>
                      <a:pt x="73" y="91"/>
                      <a:pt x="73" y="91"/>
                      <a:pt x="73" y="91"/>
                    </a:cubicBezTo>
                    <a:cubicBezTo>
                      <a:pt x="72" y="89"/>
                      <a:pt x="72" y="88"/>
                      <a:pt x="67" y="88"/>
                    </a:cubicBezTo>
                    <a:cubicBezTo>
                      <a:pt x="69" y="87"/>
                      <a:pt x="69" y="87"/>
                      <a:pt x="70" y="86"/>
                    </a:cubicBezTo>
                    <a:cubicBezTo>
                      <a:pt x="69" y="86"/>
                      <a:pt x="68" y="86"/>
                      <a:pt x="68" y="86"/>
                    </a:cubicBezTo>
                    <a:cubicBezTo>
                      <a:pt x="69" y="85"/>
                      <a:pt x="69" y="85"/>
                      <a:pt x="69" y="85"/>
                    </a:cubicBezTo>
                    <a:cubicBezTo>
                      <a:pt x="70" y="84"/>
                      <a:pt x="68" y="85"/>
                      <a:pt x="67" y="85"/>
                    </a:cubicBezTo>
                    <a:cubicBezTo>
                      <a:pt x="68" y="84"/>
                      <a:pt x="68" y="84"/>
                      <a:pt x="68" y="84"/>
                    </a:cubicBezTo>
                    <a:cubicBezTo>
                      <a:pt x="69" y="83"/>
                      <a:pt x="67" y="84"/>
                      <a:pt x="67" y="84"/>
                    </a:cubicBezTo>
                    <a:cubicBezTo>
                      <a:pt x="68" y="84"/>
                      <a:pt x="68" y="84"/>
                      <a:pt x="68" y="84"/>
                    </a:cubicBezTo>
                    <a:cubicBezTo>
                      <a:pt x="67" y="84"/>
                      <a:pt x="67" y="84"/>
                      <a:pt x="67" y="84"/>
                    </a:cubicBezTo>
                    <a:cubicBezTo>
                      <a:pt x="66" y="84"/>
                      <a:pt x="66" y="83"/>
                      <a:pt x="68" y="83"/>
                    </a:cubicBezTo>
                    <a:cubicBezTo>
                      <a:pt x="67" y="83"/>
                      <a:pt x="67" y="83"/>
                      <a:pt x="67" y="83"/>
                    </a:cubicBezTo>
                    <a:cubicBezTo>
                      <a:pt x="68" y="82"/>
                      <a:pt x="67" y="81"/>
                      <a:pt x="66" y="81"/>
                    </a:cubicBezTo>
                    <a:cubicBezTo>
                      <a:pt x="66" y="82"/>
                      <a:pt x="65" y="82"/>
                      <a:pt x="64" y="82"/>
                    </a:cubicBezTo>
                    <a:cubicBezTo>
                      <a:pt x="62" y="83"/>
                      <a:pt x="64" y="82"/>
                      <a:pt x="63" y="82"/>
                    </a:cubicBezTo>
                    <a:cubicBezTo>
                      <a:pt x="64" y="82"/>
                      <a:pt x="64" y="81"/>
                      <a:pt x="65" y="81"/>
                    </a:cubicBezTo>
                    <a:cubicBezTo>
                      <a:pt x="68" y="79"/>
                      <a:pt x="65" y="79"/>
                      <a:pt x="65" y="78"/>
                    </a:cubicBezTo>
                    <a:cubicBezTo>
                      <a:pt x="64" y="78"/>
                      <a:pt x="64" y="78"/>
                      <a:pt x="64" y="78"/>
                    </a:cubicBezTo>
                    <a:cubicBezTo>
                      <a:pt x="66" y="77"/>
                      <a:pt x="63" y="77"/>
                      <a:pt x="64" y="76"/>
                    </a:cubicBezTo>
                    <a:cubicBezTo>
                      <a:pt x="63" y="76"/>
                      <a:pt x="60" y="77"/>
                      <a:pt x="60" y="77"/>
                    </a:cubicBezTo>
                    <a:cubicBezTo>
                      <a:pt x="58" y="78"/>
                      <a:pt x="62" y="76"/>
                      <a:pt x="63" y="75"/>
                    </a:cubicBezTo>
                    <a:cubicBezTo>
                      <a:pt x="62" y="75"/>
                      <a:pt x="62" y="75"/>
                      <a:pt x="62" y="75"/>
                    </a:cubicBezTo>
                    <a:cubicBezTo>
                      <a:pt x="62" y="75"/>
                      <a:pt x="62" y="75"/>
                      <a:pt x="62" y="75"/>
                    </a:cubicBezTo>
                    <a:cubicBezTo>
                      <a:pt x="61" y="75"/>
                      <a:pt x="60" y="75"/>
                      <a:pt x="61" y="74"/>
                    </a:cubicBezTo>
                    <a:cubicBezTo>
                      <a:pt x="61" y="74"/>
                      <a:pt x="61" y="74"/>
                      <a:pt x="61" y="74"/>
                    </a:cubicBezTo>
                    <a:cubicBezTo>
                      <a:pt x="61" y="74"/>
                      <a:pt x="62" y="73"/>
                      <a:pt x="62" y="73"/>
                    </a:cubicBezTo>
                    <a:cubicBezTo>
                      <a:pt x="60" y="74"/>
                      <a:pt x="61" y="72"/>
                      <a:pt x="59" y="73"/>
                    </a:cubicBezTo>
                    <a:cubicBezTo>
                      <a:pt x="60" y="73"/>
                      <a:pt x="60" y="73"/>
                      <a:pt x="60" y="73"/>
                    </a:cubicBezTo>
                    <a:cubicBezTo>
                      <a:pt x="59" y="73"/>
                      <a:pt x="59" y="73"/>
                      <a:pt x="59" y="73"/>
                    </a:cubicBezTo>
                    <a:cubicBezTo>
                      <a:pt x="59" y="73"/>
                      <a:pt x="59" y="73"/>
                      <a:pt x="59" y="73"/>
                    </a:cubicBezTo>
                    <a:cubicBezTo>
                      <a:pt x="61" y="72"/>
                      <a:pt x="61" y="72"/>
                      <a:pt x="61" y="72"/>
                    </a:cubicBezTo>
                    <a:cubicBezTo>
                      <a:pt x="62" y="71"/>
                      <a:pt x="60" y="72"/>
                      <a:pt x="59" y="73"/>
                    </a:cubicBezTo>
                    <a:cubicBezTo>
                      <a:pt x="57" y="73"/>
                      <a:pt x="59" y="72"/>
                      <a:pt x="59" y="72"/>
                    </a:cubicBezTo>
                    <a:cubicBezTo>
                      <a:pt x="60" y="71"/>
                      <a:pt x="59" y="72"/>
                      <a:pt x="59" y="72"/>
                    </a:cubicBezTo>
                    <a:cubicBezTo>
                      <a:pt x="61" y="72"/>
                      <a:pt x="60" y="72"/>
                      <a:pt x="61" y="71"/>
                    </a:cubicBezTo>
                    <a:cubicBezTo>
                      <a:pt x="61" y="71"/>
                      <a:pt x="59" y="72"/>
                      <a:pt x="59" y="72"/>
                    </a:cubicBezTo>
                    <a:cubicBezTo>
                      <a:pt x="59" y="71"/>
                      <a:pt x="58" y="71"/>
                      <a:pt x="60" y="70"/>
                    </a:cubicBezTo>
                    <a:cubicBezTo>
                      <a:pt x="59" y="71"/>
                      <a:pt x="59" y="70"/>
                      <a:pt x="58" y="70"/>
                    </a:cubicBezTo>
                    <a:cubicBezTo>
                      <a:pt x="58" y="71"/>
                      <a:pt x="58" y="71"/>
                      <a:pt x="57" y="72"/>
                    </a:cubicBezTo>
                    <a:cubicBezTo>
                      <a:pt x="57" y="72"/>
                      <a:pt x="56" y="72"/>
                      <a:pt x="57" y="71"/>
                    </a:cubicBezTo>
                    <a:cubicBezTo>
                      <a:pt x="57" y="71"/>
                      <a:pt x="57" y="71"/>
                      <a:pt x="57" y="71"/>
                    </a:cubicBezTo>
                    <a:cubicBezTo>
                      <a:pt x="57" y="71"/>
                      <a:pt x="57" y="71"/>
                      <a:pt x="56" y="72"/>
                    </a:cubicBezTo>
                    <a:cubicBezTo>
                      <a:pt x="58" y="70"/>
                      <a:pt x="58" y="70"/>
                      <a:pt x="58" y="70"/>
                    </a:cubicBezTo>
                    <a:cubicBezTo>
                      <a:pt x="56" y="71"/>
                      <a:pt x="56" y="70"/>
                      <a:pt x="56" y="70"/>
                    </a:cubicBezTo>
                    <a:cubicBezTo>
                      <a:pt x="57" y="69"/>
                      <a:pt x="59" y="69"/>
                      <a:pt x="59" y="68"/>
                    </a:cubicBezTo>
                    <a:cubicBezTo>
                      <a:pt x="58" y="68"/>
                      <a:pt x="58" y="68"/>
                      <a:pt x="58" y="68"/>
                    </a:cubicBezTo>
                    <a:cubicBezTo>
                      <a:pt x="57" y="68"/>
                      <a:pt x="58" y="68"/>
                      <a:pt x="59" y="68"/>
                    </a:cubicBezTo>
                    <a:cubicBezTo>
                      <a:pt x="59" y="66"/>
                      <a:pt x="54" y="69"/>
                      <a:pt x="55" y="68"/>
                    </a:cubicBezTo>
                    <a:cubicBezTo>
                      <a:pt x="57" y="67"/>
                      <a:pt x="57" y="67"/>
                      <a:pt x="57" y="66"/>
                    </a:cubicBezTo>
                    <a:cubicBezTo>
                      <a:pt x="56" y="67"/>
                      <a:pt x="56" y="67"/>
                      <a:pt x="56" y="67"/>
                    </a:cubicBezTo>
                    <a:cubicBezTo>
                      <a:pt x="55" y="67"/>
                      <a:pt x="58" y="66"/>
                      <a:pt x="56" y="67"/>
                    </a:cubicBezTo>
                    <a:cubicBezTo>
                      <a:pt x="55" y="68"/>
                      <a:pt x="56" y="67"/>
                      <a:pt x="55" y="67"/>
                    </a:cubicBezTo>
                    <a:cubicBezTo>
                      <a:pt x="59" y="65"/>
                      <a:pt x="55" y="65"/>
                      <a:pt x="57" y="63"/>
                    </a:cubicBezTo>
                    <a:cubicBezTo>
                      <a:pt x="54" y="64"/>
                      <a:pt x="56" y="63"/>
                      <a:pt x="55" y="63"/>
                    </a:cubicBezTo>
                    <a:cubicBezTo>
                      <a:pt x="57" y="62"/>
                      <a:pt x="54" y="63"/>
                      <a:pt x="55" y="62"/>
                    </a:cubicBezTo>
                    <a:cubicBezTo>
                      <a:pt x="53" y="63"/>
                      <a:pt x="53" y="63"/>
                      <a:pt x="53" y="63"/>
                    </a:cubicBezTo>
                    <a:cubicBezTo>
                      <a:pt x="54" y="62"/>
                      <a:pt x="49" y="64"/>
                      <a:pt x="52" y="63"/>
                    </a:cubicBezTo>
                    <a:cubicBezTo>
                      <a:pt x="52" y="62"/>
                      <a:pt x="54" y="62"/>
                      <a:pt x="54" y="62"/>
                    </a:cubicBezTo>
                    <a:cubicBezTo>
                      <a:pt x="56" y="60"/>
                      <a:pt x="51" y="62"/>
                      <a:pt x="54" y="60"/>
                    </a:cubicBezTo>
                    <a:cubicBezTo>
                      <a:pt x="53" y="60"/>
                      <a:pt x="52" y="61"/>
                      <a:pt x="51" y="61"/>
                    </a:cubicBezTo>
                    <a:cubicBezTo>
                      <a:pt x="52" y="61"/>
                      <a:pt x="52" y="59"/>
                      <a:pt x="53" y="59"/>
                    </a:cubicBezTo>
                    <a:cubicBezTo>
                      <a:pt x="52" y="59"/>
                      <a:pt x="52" y="60"/>
                      <a:pt x="52" y="59"/>
                    </a:cubicBezTo>
                    <a:cubicBezTo>
                      <a:pt x="53" y="59"/>
                      <a:pt x="53" y="59"/>
                      <a:pt x="53" y="59"/>
                    </a:cubicBezTo>
                    <a:cubicBezTo>
                      <a:pt x="54" y="58"/>
                      <a:pt x="52" y="58"/>
                      <a:pt x="51" y="58"/>
                    </a:cubicBezTo>
                    <a:cubicBezTo>
                      <a:pt x="53" y="57"/>
                      <a:pt x="52" y="57"/>
                      <a:pt x="52" y="56"/>
                    </a:cubicBezTo>
                    <a:cubicBezTo>
                      <a:pt x="50" y="57"/>
                      <a:pt x="53" y="55"/>
                      <a:pt x="50" y="56"/>
                    </a:cubicBezTo>
                    <a:cubicBezTo>
                      <a:pt x="51" y="56"/>
                      <a:pt x="51" y="56"/>
                      <a:pt x="51" y="56"/>
                    </a:cubicBezTo>
                    <a:cubicBezTo>
                      <a:pt x="50" y="56"/>
                      <a:pt x="48" y="57"/>
                      <a:pt x="48" y="57"/>
                    </a:cubicBezTo>
                    <a:cubicBezTo>
                      <a:pt x="50" y="56"/>
                      <a:pt x="50" y="56"/>
                      <a:pt x="50" y="56"/>
                    </a:cubicBezTo>
                    <a:cubicBezTo>
                      <a:pt x="52" y="54"/>
                      <a:pt x="50" y="55"/>
                      <a:pt x="51" y="54"/>
                    </a:cubicBezTo>
                    <a:cubicBezTo>
                      <a:pt x="49" y="55"/>
                      <a:pt x="51" y="54"/>
                      <a:pt x="49" y="55"/>
                    </a:cubicBezTo>
                    <a:cubicBezTo>
                      <a:pt x="49" y="55"/>
                      <a:pt x="49" y="55"/>
                      <a:pt x="49" y="55"/>
                    </a:cubicBezTo>
                    <a:cubicBezTo>
                      <a:pt x="48" y="55"/>
                      <a:pt x="48" y="55"/>
                      <a:pt x="47" y="55"/>
                    </a:cubicBezTo>
                    <a:cubicBezTo>
                      <a:pt x="47" y="55"/>
                      <a:pt x="49" y="54"/>
                      <a:pt x="49" y="54"/>
                    </a:cubicBezTo>
                    <a:cubicBezTo>
                      <a:pt x="50" y="53"/>
                      <a:pt x="49" y="53"/>
                      <a:pt x="49" y="53"/>
                    </a:cubicBezTo>
                    <a:cubicBezTo>
                      <a:pt x="49" y="53"/>
                      <a:pt x="49" y="53"/>
                      <a:pt x="48" y="53"/>
                    </a:cubicBezTo>
                    <a:cubicBezTo>
                      <a:pt x="48" y="53"/>
                      <a:pt x="48" y="53"/>
                      <a:pt x="48" y="53"/>
                    </a:cubicBezTo>
                    <a:cubicBezTo>
                      <a:pt x="48" y="53"/>
                      <a:pt x="48" y="53"/>
                      <a:pt x="48" y="53"/>
                    </a:cubicBezTo>
                    <a:cubicBezTo>
                      <a:pt x="48" y="53"/>
                      <a:pt x="48" y="53"/>
                      <a:pt x="48" y="53"/>
                    </a:cubicBezTo>
                    <a:cubicBezTo>
                      <a:pt x="48" y="53"/>
                      <a:pt x="48" y="53"/>
                      <a:pt x="49" y="53"/>
                    </a:cubicBezTo>
                    <a:cubicBezTo>
                      <a:pt x="49" y="53"/>
                      <a:pt x="49" y="53"/>
                      <a:pt x="49" y="53"/>
                    </a:cubicBezTo>
                    <a:cubicBezTo>
                      <a:pt x="49" y="53"/>
                      <a:pt x="49" y="53"/>
                      <a:pt x="49" y="53"/>
                    </a:cubicBezTo>
                    <a:cubicBezTo>
                      <a:pt x="49" y="52"/>
                      <a:pt x="49" y="52"/>
                      <a:pt x="49" y="52"/>
                    </a:cubicBezTo>
                    <a:cubicBezTo>
                      <a:pt x="50" y="51"/>
                      <a:pt x="50" y="51"/>
                      <a:pt x="50" y="51"/>
                    </a:cubicBezTo>
                    <a:cubicBezTo>
                      <a:pt x="50" y="51"/>
                      <a:pt x="48" y="52"/>
                      <a:pt x="48" y="52"/>
                    </a:cubicBezTo>
                    <a:cubicBezTo>
                      <a:pt x="49" y="50"/>
                      <a:pt x="46" y="50"/>
                      <a:pt x="46" y="50"/>
                    </a:cubicBezTo>
                    <a:cubicBezTo>
                      <a:pt x="46" y="50"/>
                      <a:pt x="47" y="50"/>
                      <a:pt x="46" y="50"/>
                    </a:cubicBezTo>
                    <a:cubicBezTo>
                      <a:pt x="46" y="50"/>
                      <a:pt x="44" y="50"/>
                      <a:pt x="45" y="50"/>
                    </a:cubicBezTo>
                    <a:cubicBezTo>
                      <a:pt x="45" y="50"/>
                      <a:pt x="46" y="49"/>
                      <a:pt x="46" y="49"/>
                    </a:cubicBezTo>
                    <a:cubicBezTo>
                      <a:pt x="46" y="48"/>
                      <a:pt x="45" y="49"/>
                      <a:pt x="45" y="49"/>
                    </a:cubicBezTo>
                    <a:cubicBezTo>
                      <a:pt x="47" y="47"/>
                      <a:pt x="43" y="49"/>
                      <a:pt x="44" y="47"/>
                    </a:cubicBezTo>
                    <a:cubicBezTo>
                      <a:pt x="44" y="47"/>
                      <a:pt x="45" y="47"/>
                      <a:pt x="45" y="47"/>
                    </a:cubicBezTo>
                    <a:cubicBezTo>
                      <a:pt x="44" y="47"/>
                      <a:pt x="43" y="46"/>
                      <a:pt x="41" y="47"/>
                    </a:cubicBezTo>
                    <a:cubicBezTo>
                      <a:pt x="43" y="46"/>
                      <a:pt x="43" y="46"/>
                      <a:pt x="43" y="46"/>
                    </a:cubicBezTo>
                    <a:cubicBezTo>
                      <a:pt x="43" y="46"/>
                      <a:pt x="42" y="46"/>
                      <a:pt x="41" y="46"/>
                    </a:cubicBezTo>
                    <a:cubicBezTo>
                      <a:pt x="40" y="47"/>
                      <a:pt x="39" y="47"/>
                      <a:pt x="39" y="47"/>
                    </a:cubicBezTo>
                    <a:cubicBezTo>
                      <a:pt x="39" y="47"/>
                      <a:pt x="39" y="47"/>
                      <a:pt x="39" y="47"/>
                    </a:cubicBezTo>
                    <a:cubicBezTo>
                      <a:pt x="38" y="46"/>
                      <a:pt x="38" y="46"/>
                      <a:pt x="38" y="46"/>
                    </a:cubicBezTo>
                    <a:cubicBezTo>
                      <a:pt x="39" y="46"/>
                      <a:pt x="39" y="46"/>
                      <a:pt x="39" y="46"/>
                    </a:cubicBezTo>
                    <a:cubicBezTo>
                      <a:pt x="42" y="44"/>
                      <a:pt x="40" y="44"/>
                      <a:pt x="41" y="44"/>
                    </a:cubicBezTo>
                    <a:cubicBezTo>
                      <a:pt x="39" y="44"/>
                      <a:pt x="39" y="44"/>
                      <a:pt x="39" y="44"/>
                    </a:cubicBezTo>
                    <a:cubicBezTo>
                      <a:pt x="38" y="44"/>
                      <a:pt x="40" y="43"/>
                      <a:pt x="40" y="43"/>
                    </a:cubicBezTo>
                    <a:cubicBezTo>
                      <a:pt x="35" y="45"/>
                      <a:pt x="35" y="45"/>
                      <a:pt x="35" y="45"/>
                    </a:cubicBezTo>
                    <a:cubicBezTo>
                      <a:pt x="36" y="45"/>
                      <a:pt x="37" y="44"/>
                      <a:pt x="38" y="43"/>
                    </a:cubicBezTo>
                    <a:cubicBezTo>
                      <a:pt x="37" y="43"/>
                      <a:pt x="35" y="44"/>
                      <a:pt x="33" y="45"/>
                    </a:cubicBezTo>
                    <a:cubicBezTo>
                      <a:pt x="33" y="44"/>
                      <a:pt x="32" y="44"/>
                      <a:pt x="32" y="44"/>
                    </a:cubicBezTo>
                    <a:cubicBezTo>
                      <a:pt x="33" y="43"/>
                      <a:pt x="32" y="44"/>
                      <a:pt x="33" y="44"/>
                    </a:cubicBezTo>
                    <a:cubicBezTo>
                      <a:pt x="34" y="43"/>
                      <a:pt x="34" y="43"/>
                      <a:pt x="34" y="43"/>
                    </a:cubicBezTo>
                    <a:cubicBezTo>
                      <a:pt x="34" y="43"/>
                      <a:pt x="36" y="41"/>
                      <a:pt x="37" y="41"/>
                    </a:cubicBezTo>
                    <a:cubicBezTo>
                      <a:pt x="36" y="41"/>
                      <a:pt x="36" y="40"/>
                      <a:pt x="36" y="39"/>
                    </a:cubicBezTo>
                    <a:cubicBezTo>
                      <a:pt x="34" y="41"/>
                      <a:pt x="35" y="39"/>
                      <a:pt x="33" y="41"/>
                    </a:cubicBezTo>
                    <a:cubicBezTo>
                      <a:pt x="32" y="40"/>
                      <a:pt x="34" y="39"/>
                      <a:pt x="35" y="39"/>
                    </a:cubicBezTo>
                    <a:cubicBezTo>
                      <a:pt x="33" y="39"/>
                      <a:pt x="34" y="38"/>
                      <a:pt x="33" y="37"/>
                    </a:cubicBezTo>
                    <a:cubicBezTo>
                      <a:pt x="34" y="37"/>
                      <a:pt x="34" y="37"/>
                      <a:pt x="34" y="37"/>
                    </a:cubicBezTo>
                    <a:cubicBezTo>
                      <a:pt x="33" y="37"/>
                      <a:pt x="33" y="36"/>
                      <a:pt x="31" y="37"/>
                    </a:cubicBezTo>
                    <a:cubicBezTo>
                      <a:pt x="32" y="36"/>
                      <a:pt x="32" y="36"/>
                      <a:pt x="32" y="36"/>
                    </a:cubicBezTo>
                    <a:cubicBezTo>
                      <a:pt x="32" y="35"/>
                      <a:pt x="29" y="38"/>
                      <a:pt x="30" y="36"/>
                    </a:cubicBezTo>
                    <a:cubicBezTo>
                      <a:pt x="31" y="36"/>
                      <a:pt x="31" y="36"/>
                      <a:pt x="31" y="36"/>
                    </a:cubicBezTo>
                    <a:cubicBezTo>
                      <a:pt x="30" y="36"/>
                      <a:pt x="32" y="34"/>
                      <a:pt x="30" y="35"/>
                    </a:cubicBezTo>
                    <a:cubicBezTo>
                      <a:pt x="31" y="34"/>
                      <a:pt x="31" y="34"/>
                      <a:pt x="31" y="34"/>
                    </a:cubicBezTo>
                    <a:cubicBezTo>
                      <a:pt x="30" y="34"/>
                      <a:pt x="30" y="34"/>
                      <a:pt x="28" y="34"/>
                    </a:cubicBezTo>
                    <a:cubicBezTo>
                      <a:pt x="30" y="33"/>
                      <a:pt x="30" y="33"/>
                      <a:pt x="30" y="33"/>
                    </a:cubicBezTo>
                    <a:cubicBezTo>
                      <a:pt x="31" y="32"/>
                      <a:pt x="28" y="34"/>
                      <a:pt x="29" y="33"/>
                    </a:cubicBezTo>
                    <a:cubicBezTo>
                      <a:pt x="29" y="33"/>
                      <a:pt x="29" y="32"/>
                      <a:pt x="30" y="32"/>
                    </a:cubicBezTo>
                    <a:cubicBezTo>
                      <a:pt x="28" y="33"/>
                      <a:pt x="28" y="32"/>
                      <a:pt x="28" y="32"/>
                    </a:cubicBezTo>
                    <a:cubicBezTo>
                      <a:pt x="29" y="31"/>
                      <a:pt x="29" y="31"/>
                      <a:pt x="29" y="31"/>
                    </a:cubicBezTo>
                    <a:cubicBezTo>
                      <a:pt x="28" y="29"/>
                      <a:pt x="27" y="27"/>
                      <a:pt x="24" y="26"/>
                    </a:cubicBezTo>
                    <a:cubicBezTo>
                      <a:pt x="26" y="24"/>
                      <a:pt x="26" y="26"/>
                      <a:pt x="27" y="24"/>
                    </a:cubicBezTo>
                    <a:cubicBezTo>
                      <a:pt x="25" y="26"/>
                      <a:pt x="26" y="24"/>
                      <a:pt x="25" y="24"/>
                    </a:cubicBezTo>
                    <a:cubicBezTo>
                      <a:pt x="26" y="24"/>
                      <a:pt x="26" y="24"/>
                      <a:pt x="26" y="24"/>
                    </a:cubicBezTo>
                    <a:cubicBezTo>
                      <a:pt x="25" y="24"/>
                      <a:pt x="26" y="23"/>
                      <a:pt x="25" y="23"/>
                    </a:cubicBezTo>
                    <a:cubicBezTo>
                      <a:pt x="25" y="24"/>
                      <a:pt x="25" y="24"/>
                      <a:pt x="25" y="24"/>
                    </a:cubicBezTo>
                    <a:cubicBezTo>
                      <a:pt x="24" y="24"/>
                      <a:pt x="27" y="21"/>
                      <a:pt x="25" y="23"/>
                    </a:cubicBezTo>
                    <a:cubicBezTo>
                      <a:pt x="26" y="22"/>
                      <a:pt x="26" y="22"/>
                      <a:pt x="26" y="22"/>
                    </a:cubicBezTo>
                    <a:cubicBezTo>
                      <a:pt x="23" y="23"/>
                      <a:pt x="26" y="21"/>
                      <a:pt x="24" y="22"/>
                    </a:cubicBezTo>
                    <a:cubicBezTo>
                      <a:pt x="25" y="21"/>
                      <a:pt x="25" y="21"/>
                      <a:pt x="25" y="21"/>
                    </a:cubicBezTo>
                    <a:cubicBezTo>
                      <a:pt x="25" y="20"/>
                      <a:pt x="22" y="22"/>
                      <a:pt x="23" y="21"/>
                    </a:cubicBezTo>
                    <a:cubicBezTo>
                      <a:pt x="23" y="20"/>
                      <a:pt x="22" y="20"/>
                      <a:pt x="20" y="21"/>
                    </a:cubicBezTo>
                    <a:cubicBezTo>
                      <a:pt x="23" y="20"/>
                      <a:pt x="23" y="20"/>
                      <a:pt x="23" y="20"/>
                    </a:cubicBezTo>
                    <a:cubicBezTo>
                      <a:pt x="21" y="19"/>
                      <a:pt x="20" y="17"/>
                      <a:pt x="17" y="17"/>
                    </a:cubicBezTo>
                    <a:cubicBezTo>
                      <a:pt x="18" y="16"/>
                      <a:pt x="18" y="16"/>
                      <a:pt x="18" y="16"/>
                    </a:cubicBezTo>
                    <a:cubicBezTo>
                      <a:pt x="16" y="17"/>
                      <a:pt x="19" y="13"/>
                      <a:pt x="15" y="15"/>
                    </a:cubicBezTo>
                    <a:cubicBezTo>
                      <a:pt x="13" y="16"/>
                      <a:pt x="13" y="16"/>
                      <a:pt x="13" y="16"/>
                    </a:cubicBezTo>
                    <a:cubicBezTo>
                      <a:pt x="15" y="14"/>
                      <a:pt x="15" y="14"/>
                      <a:pt x="15" y="14"/>
                    </a:cubicBezTo>
                    <a:cubicBezTo>
                      <a:pt x="14" y="14"/>
                      <a:pt x="15" y="13"/>
                      <a:pt x="13" y="14"/>
                    </a:cubicBezTo>
                    <a:cubicBezTo>
                      <a:pt x="15" y="13"/>
                      <a:pt x="15" y="13"/>
                      <a:pt x="15" y="13"/>
                    </a:cubicBezTo>
                    <a:cubicBezTo>
                      <a:pt x="15" y="13"/>
                      <a:pt x="12" y="14"/>
                      <a:pt x="12" y="13"/>
                    </a:cubicBezTo>
                    <a:cubicBezTo>
                      <a:pt x="13" y="13"/>
                      <a:pt x="13" y="13"/>
                      <a:pt x="13" y="13"/>
                    </a:cubicBezTo>
                    <a:cubicBezTo>
                      <a:pt x="15" y="9"/>
                      <a:pt x="16" y="6"/>
                      <a:pt x="11" y="6"/>
                    </a:cubicBezTo>
                    <a:cubicBezTo>
                      <a:pt x="11" y="6"/>
                      <a:pt x="13" y="4"/>
                      <a:pt x="13" y="4"/>
                    </a:cubicBezTo>
                    <a:cubicBezTo>
                      <a:pt x="9" y="4"/>
                      <a:pt x="13" y="0"/>
                      <a:pt x="7" y="1"/>
                    </a:cubicBezTo>
                    <a:cubicBezTo>
                      <a:pt x="6" y="0"/>
                      <a:pt x="0" y="2"/>
                      <a:pt x="0" y="2"/>
                    </a:cubicBezTo>
                    <a:cubicBezTo>
                      <a:pt x="3" y="4"/>
                      <a:pt x="3" y="8"/>
                      <a:pt x="1" y="1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5" name="Freeform 128"/>
              <p:cNvSpPr/>
              <p:nvPr/>
            </p:nvSpPr>
            <p:spPr bwMode="auto">
              <a:xfrm>
                <a:off x="3538" y="1526"/>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6" name="Freeform 129"/>
              <p:cNvSpPr/>
              <p:nvPr/>
            </p:nvSpPr>
            <p:spPr bwMode="auto">
              <a:xfrm>
                <a:off x="3460" y="1407"/>
                <a:ext cx="2"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7" name="Freeform 130"/>
              <p:cNvSpPr/>
              <p:nvPr/>
            </p:nvSpPr>
            <p:spPr bwMode="auto">
              <a:xfrm>
                <a:off x="3445" y="1392"/>
                <a:ext cx="4" cy="2"/>
              </a:xfrm>
              <a:custGeom>
                <a:avLst/>
                <a:gdLst>
                  <a:gd name="T0" fmla="*/ 4 w 4"/>
                  <a:gd name="T1" fmla="*/ 0 h 2"/>
                  <a:gd name="T2" fmla="*/ 4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4" y="0"/>
                    </a:lnTo>
                    <a:lnTo>
                      <a:pt x="0" y="2"/>
                    </a:lnTo>
                    <a:lnTo>
                      <a:pt x="4"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8" name="Freeform 131"/>
              <p:cNvSpPr/>
              <p:nvPr/>
            </p:nvSpPr>
            <p:spPr bwMode="auto">
              <a:xfrm>
                <a:off x="3468" y="1405"/>
                <a:ext cx="4"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2" y="0"/>
                      <a:pt x="0" y="0"/>
                      <a:pt x="1" y="0"/>
                    </a:cubicBezTo>
                    <a:cubicBezTo>
                      <a:pt x="1" y="0"/>
                      <a:pt x="2"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9" name="Freeform 132"/>
              <p:cNvSpPr/>
              <p:nvPr/>
            </p:nvSpPr>
            <p:spPr bwMode="auto">
              <a:xfrm>
                <a:off x="3515" y="15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0" name="Freeform 133"/>
              <p:cNvSpPr/>
              <p:nvPr/>
            </p:nvSpPr>
            <p:spPr bwMode="auto">
              <a:xfrm>
                <a:off x="3470" y="140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1" name="Freeform 134"/>
              <p:cNvSpPr/>
              <p:nvPr/>
            </p:nvSpPr>
            <p:spPr bwMode="auto">
              <a:xfrm>
                <a:off x="3462" y="140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2" name="Freeform 135"/>
              <p:cNvSpPr/>
              <p:nvPr/>
            </p:nvSpPr>
            <p:spPr bwMode="auto">
              <a:xfrm>
                <a:off x="3909" y="1416"/>
                <a:ext cx="11" cy="2"/>
              </a:xfrm>
              <a:custGeom>
                <a:avLst/>
                <a:gdLst>
                  <a:gd name="T0" fmla="*/ 1 w 5"/>
                  <a:gd name="T1" fmla="*/ 1 h 1"/>
                  <a:gd name="T2" fmla="*/ 0 w 5"/>
                  <a:gd name="T3" fmla="*/ 1 h 1"/>
                  <a:gd name="T4" fmla="*/ 2 w 5"/>
                  <a:gd name="T5" fmla="*/ 1 h 1"/>
                  <a:gd name="T6" fmla="*/ 3 w 5"/>
                  <a:gd name="T7" fmla="*/ 1 h 1"/>
                  <a:gd name="T8" fmla="*/ 5 w 5"/>
                  <a:gd name="T9" fmla="*/ 0 h 1"/>
                  <a:gd name="T10" fmla="*/ 1 w 5"/>
                  <a:gd name="T11" fmla="*/ 1 h 1"/>
                </a:gdLst>
                <a:ahLst/>
                <a:cxnLst>
                  <a:cxn ang="0">
                    <a:pos x="T0" y="T1"/>
                  </a:cxn>
                  <a:cxn ang="0">
                    <a:pos x="T2" y="T3"/>
                  </a:cxn>
                  <a:cxn ang="0">
                    <a:pos x="T4" y="T5"/>
                  </a:cxn>
                  <a:cxn ang="0">
                    <a:pos x="T6" y="T7"/>
                  </a:cxn>
                  <a:cxn ang="0">
                    <a:pos x="T8" y="T9"/>
                  </a:cxn>
                  <a:cxn ang="0">
                    <a:pos x="T10" y="T11"/>
                  </a:cxn>
                </a:cxnLst>
                <a:rect l="0" t="0" r="r" b="b"/>
                <a:pathLst>
                  <a:path w="5" h="1">
                    <a:moveTo>
                      <a:pt x="1" y="1"/>
                    </a:moveTo>
                    <a:cubicBezTo>
                      <a:pt x="1" y="1"/>
                      <a:pt x="1" y="1"/>
                      <a:pt x="0" y="1"/>
                    </a:cubicBezTo>
                    <a:cubicBezTo>
                      <a:pt x="1" y="1"/>
                      <a:pt x="2" y="1"/>
                      <a:pt x="2" y="1"/>
                    </a:cubicBezTo>
                    <a:cubicBezTo>
                      <a:pt x="3" y="1"/>
                      <a:pt x="4" y="1"/>
                      <a:pt x="3" y="1"/>
                    </a:cubicBezTo>
                    <a:cubicBezTo>
                      <a:pt x="4" y="0"/>
                      <a:pt x="5" y="0"/>
                      <a:pt x="5" y="0"/>
                    </a:cubicBezTo>
                    <a:cubicBezTo>
                      <a:pt x="4" y="0"/>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3" name="Freeform 136"/>
              <p:cNvSpPr/>
              <p:nvPr/>
            </p:nvSpPr>
            <p:spPr bwMode="auto">
              <a:xfrm>
                <a:off x="4491" y="1382"/>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4" name="Freeform 137"/>
              <p:cNvSpPr/>
              <p:nvPr/>
            </p:nvSpPr>
            <p:spPr bwMode="auto">
              <a:xfrm>
                <a:off x="4368" y="1484"/>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5" name="Freeform 138"/>
              <p:cNvSpPr/>
              <p:nvPr/>
            </p:nvSpPr>
            <p:spPr bwMode="auto">
              <a:xfrm>
                <a:off x="4504" y="1378"/>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6" name="Freeform 139"/>
              <p:cNvSpPr/>
              <p:nvPr/>
            </p:nvSpPr>
            <p:spPr bwMode="auto">
              <a:xfrm>
                <a:off x="4506" y="138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7" name="Freeform 140"/>
              <p:cNvSpPr/>
              <p:nvPr/>
            </p:nvSpPr>
            <p:spPr bwMode="auto">
              <a:xfrm>
                <a:off x="4368" y="14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8" name="Freeform 141"/>
              <p:cNvSpPr/>
              <p:nvPr/>
            </p:nvSpPr>
            <p:spPr bwMode="auto">
              <a:xfrm>
                <a:off x="4364" y="1484"/>
                <a:ext cx="2" cy="4"/>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0"/>
                      <a:pt x="0" y="0"/>
                    </a:cubicBezTo>
                    <a:cubicBezTo>
                      <a:pt x="0" y="0"/>
                      <a:pt x="1"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9" name="Freeform 142"/>
              <p:cNvSpPr/>
              <p:nvPr/>
            </p:nvSpPr>
            <p:spPr bwMode="auto">
              <a:xfrm>
                <a:off x="4368" y="1492"/>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0" name="Freeform 143"/>
              <p:cNvSpPr/>
              <p:nvPr/>
            </p:nvSpPr>
            <p:spPr bwMode="auto">
              <a:xfrm>
                <a:off x="4487" y="1388"/>
                <a:ext cx="2"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1"/>
                      <a:pt x="0" y="1"/>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1" name="Freeform 144"/>
              <p:cNvSpPr/>
              <p:nvPr/>
            </p:nvSpPr>
            <p:spPr bwMode="auto">
              <a:xfrm>
                <a:off x="4514" y="1382"/>
                <a:ext cx="2" cy="4"/>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0" y="0"/>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2" name="Freeform 145"/>
              <p:cNvSpPr/>
              <p:nvPr/>
            </p:nvSpPr>
            <p:spPr bwMode="auto">
              <a:xfrm>
                <a:off x="4548" y="1397"/>
                <a:ext cx="2" cy="6"/>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3" name="Freeform 146"/>
              <p:cNvSpPr/>
              <p:nvPr/>
            </p:nvSpPr>
            <p:spPr bwMode="auto">
              <a:xfrm>
                <a:off x="4550" y="1399"/>
                <a:ext cx="3" cy="4"/>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2"/>
                      <a:pt x="1" y="1"/>
                    </a:cubicBezTo>
                    <a:cubicBezTo>
                      <a:pt x="0" y="0"/>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4" name="Freeform 147"/>
              <p:cNvSpPr/>
              <p:nvPr/>
            </p:nvSpPr>
            <p:spPr bwMode="auto">
              <a:xfrm>
                <a:off x="4521" y="1382"/>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5" name="Freeform 148"/>
              <p:cNvSpPr/>
              <p:nvPr/>
            </p:nvSpPr>
            <p:spPr bwMode="auto">
              <a:xfrm>
                <a:off x="4516" y="1378"/>
                <a:ext cx="5" cy="8"/>
              </a:xfrm>
              <a:custGeom>
                <a:avLst/>
                <a:gdLst>
                  <a:gd name="T0" fmla="*/ 2 w 2"/>
                  <a:gd name="T1" fmla="*/ 4 h 4"/>
                  <a:gd name="T2" fmla="*/ 1 w 2"/>
                  <a:gd name="T3" fmla="*/ 2 h 4"/>
                  <a:gd name="T4" fmla="*/ 0 w 2"/>
                  <a:gd name="T5" fmla="*/ 2 h 4"/>
                  <a:gd name="T6" fmla="*/ 0 w 2"/>
                  <a:gd name="T7" fmla="*/ 0 h 4"/>
                  <a:gd name="T8" fmla="*/ 2 w 2"/>
                  <a:gd name="T9" fmla="*/ 4 h 4"/>
                  <a:gd name="T10" fmla="*/ 2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2" y="4"/>
                    </a:moveTo>
                    <a:cubicBezTo>
                      <a:pt x="2" y="3"/>
                      <a:pt x="1" y="3"/>
                      <a:pt x="1" y="2"/>
                    </a:cubicBezTo>
                    <a:cubicBezTo>
                      <a:pt x="1" y="2"/>
                      <a:pt x="0" y="1"/>
                      <a:pt x="0" y="2"/>
                    </a:cubicBezTo>
                    <a:cubicBezTo>
                      <a:pt x="0" y="1"/>
                      <a:pt x="0" y="0"/>
                      <a:pt x="0" y="0"/>
                    </a:cubicBezTo>
                    <a:cubicBezTo>
                      <a:pt x="0" y="1"/>
                      <a:pt x="1" y="3"/>
                      <a:pt x="2" y="4"/>
                    </a:cubicBezTo>
                    <a:cubicBezTo>
                      <a:pt x="2" y="4"/>
                      <a:pt x="2" y="4"/>
                      <a:pt x="2" y="4"/>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6" name="Freeform 149"/>
              <p:cNvSpPr/>
              <p:nvPr/>
            </p:nvSpPr>
            <p:spPr bwMode="auto">
              <a:xfrm>
                <a:off x="4519" y="1380"/>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7" name="Freeform 150"/>
              <p:cNvSpPr/>
              <p:nvPr/>
            </p:nvSpPr>
            <p:spPr bwMode="auto">
              <a:xfrm>
                <a:off x="3876" y="13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8" name="Freeform 151"/>
              <p:cNvSpPr/>
              <p:nvPr/>
            </p:nvSpPr>
            <p:spPr bwMode="auto">
              <a:xfrm>
                <a:off x="4465" y="1920"/>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9" name="Freeform 152"/>
              <p:cNvSpPr/>
              <p:nvPr/>
            </p:nvSpPr>
            <p:spPr bwMode="auto">
              <a:xfrm>
                <a:off x="4468" y="1918"/>
                <a:ext cx="6"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0" name="Freeform 153"/>
              <p:cNvSpPr/>
              <p:nvPr/>
            </p:nvSpPr>
            <p:spPr bwMode="auto">
              <a:xfrm>
                <a:off x="3912" y="1286"/>
                <a:ext cx="4" cy="2"/>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2" y="1"/>
                      <a:pt x="0" y="1"/>
                      <a:pt x="1" y="1"/>
                    </a:cubicBezTo>
                    <a:cubicBezTo>
                      <a:pt x="1" y="0"/>
                      <a:pt x="2"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1" name="Freeform 154"/>
              <p:cNvSpPr/>
              <p:nvPr/>
            </p:nvSpPr>
            <p:spPr bwMode="auto">
              <a:xfrm>
                <a:off x="3876" y="132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2" name="Rectangle 155"/>
              <p:cNvSpPr>
                <a:spLocks noChangeArrowheads="1"/>
              </p:cNvSpPr>
              <p:nvPr/>
            </p:nvSpPr>
            <p:spPr bwMode="auto">
              <a:xfrm>
                <a:off x="4402" y="1454"/>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3" name="Freeform 156"/>
              <p:cNvSpPr/>
              <p:nvPr/>
            </p:nvSpPr>
            <p:spPr bwMode="auto">
              <a:xfrm>
                <a:off x="4546" y="140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4" name="Freeform 157"/>
              <p:cNvSpPr/>
              <p:nvPr/>
            </p:nvSpPr>
            <p:spPr bwMode="auto">
              <a:xfrm>
                <a:off x="3914" y="12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5" name="Freeform 158"/>
              <p:cNvSpPr/>
              <p:nvPr/>
            </p:nvSpPr>
            <p:spPr bwMode="auto">
              <a:xfrm>
                <a:off x="4423" y="14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6" name="Freeform 159"/>
              <p:cNvSpPr/>
              <p:nvPr/>
            </p:nvSpPr>
            <p:spPr bwMode="auto">
              <a:xfrm>
                <a:off x="4465" y="1456"/>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7" name="Freeform 160"/>
              <p:cNvSpPr/>
              <p:nvPr/>
            </p:nvSpPr>
            <p:spPr bwMode="auto">
              <a:xfrm>
                <a:off x="4355" y="1509"/>
                <a:ext cx="4" cy="4"/>
              </a:xfrm>
              <a:custGeom>
                <a:avLst/>
                <a:gdLst>
                  <a:gd name="T0" fmla="*/ 0 w 4"/>
                  <a:gd name="T1" fmla="*/ 0 h 4"/>
                  <a:gd name="T2" fmla="*/ 0 w 4"/>
                  <a:gd name="T3" fmla="*/ 2 h 4"/>
                  <a:gd name="T4" fmla="*/ 4 w 4"/>
                  <a:gd name="T5" fmla="*/ 4 h 4"/>
                  <a:gd name="T6" fmla="*/ 0 w 4"/>
                  <a:gd name="T7" fmla="*/ 0 h 4"/>
                </a:gdLst>
                <a:ahLst/>
                <a:cxnLst>
                  <a:cxn ang="0">
                    <a:pos x="T0" y="T1"/>
                  </a:cxn>
                  <a:cxn ang="0">
                    <a:pos x="T2" y="T3"/>
                  </a:cxn>
                  <a:cxn ang="0">
                    <a:pos x="T4" y="T5"/>
                  </a:cxn>
                  <a:cxn ang="0">
                    <a:pos x="T6" y="T7"/>
                  </a:cxn>
                </a:cxnLst>
                <a:rect l="0" t="0" r="r" b="b"/>
                <a:pathLst>
                  <a:path w="4" h="4">
                    <a:moveTo>
                      <a:pt x="0" y="0"/>
                    </a:moveTo>
                    <a:lnTo>
                      <a:pt x="0" y="2"/>
                    </a:lnTo>
                    <a:lnTo>
                      <a:pt x="4"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8" name="Freeform 161"/>
              <p:cNvSpPr/>
              <p:nvPr/>
            </p:nvSpPr>
            <p:spPr bwMode="auto">
              <a:xfrm>
                <a:off x="4383" y="14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9" name="Freeform 162"/>
              <p:cNvSpPr/>
              <p:nvPr/>
            </p:nvSpPr>
            <p:spPr bwMode="auto">
              <a:xfrm>
                <a:off x="4287" y="1378"/>
                <a:ext cx="261" cy="237"/>
              </a:xfrm>
              <a:custGeom>
                <a:avLst/>
                <a:gdLst>
                  <a:gd name="T0" fmla="*/ 27 w 123"/>
                  <a:gd name="T1" fmla="*/ 92 h 112"/>
                  <a:gd name="T2" fmla="*/ 33 w 123"/>
                  <a:gd name="T3" fmla="*/ 85 h 112"/>
                  <a:gd name="T4" fmla="*/ 52 w 123"/>
                  <a:gd name="T5" fmla="*/ 57 h 112"/>
                  <a:gd name="T6" fmla="*/ 61 w 123"/>
                  <a:gd name="T7" fmla="*/ 52 h 112"/>
                  <a:gd name="T8" fmla="*/ 69 w 123"/>
                  <a:gd name="T9" fmla="*/ 49 h 112"/>
                  <a:gd name="T10" fmla="*/ 81 w 123"/>
                  <a:gd name="T11" fmla="*/ 39 h 112"/>
                  <a:gd name="T12" fmla="*/ 89 w 123"/>
                  <a:gd name="T13" fmla="*/ 34 h 112"/>
                  <a:gd name="T14" fmla="*/ 100 w 123"/>
                  <a:gd name="T15" fmla="*/ 25 h 112"/>
                  <a:gd name="T16" fmla="*/ 105 w 123"/>
                  <a:gd name="T17" fmla="*/ 17 h 112"/>
                  <a:gd name="T18" fmla="*/ 115 w 123"/>
                  <a:gd name="T19" fmla="*/ 15 h 112"/>
                  <a:gd name="T20" fmla="*/ 119 w 123"/>
                  <a:gd name="T21" fmla="*/ 14 h 112"/>
                  <a:gd name="T22" fmla="*/ 121 w 123"/>
                  <a:gd name="T23" fmla="*/ 8 h 112"/>
                  <a:gd name="T24" fmla="*/ 122 w 123"/>
                  <a:gd name="T25" fmla="*/ 7 h 112"/>
                  <a:gd name="T26" fmla="*/ 118 w 123"/>
                  <a:gd name="T27" fmla="*/ 7 h 112"/>
                  <a:gd name="T28" fmla="*/ 113 w 123"/>
                  <a:gd name="T29" fmla="*/ 5 h 112"/>
                  <a:gd name="T30" fmla="*/ 107 w 123"/>
                  <a:gd name="T31" fmla="*/ 4 h 112"/>
                  <a:gd name="T32" fmla="*/ 106 w 123"/>
                  <a:gd name="T33" fmla="*/ 3 h 112"/>
                  <a:gd name="T34" fmla="*/ 102 w 123"/>
                  <a:gd name="T35" fmla="*/ 4 h 112"/>
                  <a:gd name="T36" fmla="*/ 101 w 123"/>
                  <a:gd name="T37" fmla="*/ 4 h 112"/>
                  <a:gd name="T38" fmla="*/ 99 w 123"/>
                  <a:gd name="T39" fmla="*/ 2 h 112"/>
                  <a:gd name="T40" fmla="*/ 98 w 123"/>
                  <a:gd name="T41" fmla="*/ 9 h 112"/>
                  <a:gd name="T42" fmla="*/ 96 w 123"/>
                  <a:gd name="T43" fmla="*/ 8 h 112"/>
                  <a:gd name="T44" fmla="*/ 93 w 123"/>
                  <a:gd name="T45" fmla="*/ 7 h 112"/>
                  <a:gd name="T46" fmla="*/ 91 w 123"/>
                  <a:gd name="T47" fmla="*/ 7 h 112"/>
                  <a:gd name="T48" fmla="*/ 89 w 123"/>
                  <a:gd name="T49" fmla="*/ 10 h 112"/>
                  <a:gd name="T50" fmla="*/ 87 w 123"/>
                  <a:gd name="T51" fmla="*/ 10 h 112"/>
                  <a:gd name="T52" fmla="*/ 89 w 123"/>
                  <a:gd name="T53" fmla="*/ 18 h 112"/>
                  <a:gd name="T54" fmla="*/ 85 w 123"/>
                  <a:gd name="T55" fmla="*/ 12 h 112"/>
                  <a:gd name="T56" fmla="*/ 78 w 123"/>
                  <a:gd name="T57" fmla="*/ 16 h 112"/>
                  <a:gd name="T58" fmla="*/ 75 w 123"/>
                  <a:gd name="T59" fmla="*/ 18 h 112"/>
                  <a:gd name="T60" fmla="*/ 75 w 123"/>
                  <a:gd name="T61" fmla="*/ 24 h 112"/>
                  <a:gd name="T62" fmla="*/ 67 w 123"/>
                  <a:gd name="T63" fmla="*/ 25 h 112"/>
                  <a:gd name="T64" fmla="*/ 65 w 123"/>
                  <a:gd name="T65" fmla="*/ 29 h 112"/>
                  <a:gd name="T66" fmla="*/ 64 w 123"/>
                  <a:gd name="T67" fmla="*/ 29 h 112"/>
                  <a:gd name="T68" fmla="*/ 64 w 123"/>
                  <a:gd name="T69" fmla="*/ 32 h 112"/>
                  <a:gd name="T70" fmla="*/ 60 w 123"/>
                  <a:gd name="T71" fmla="*/ 30 h 112"/>
                  <a:gd name="T72" fmla="*/ 59 w 123"/>
                  <a:gd name="T73" fmla="*/ 34 h 112"/>
                  <a:gd name="T74" fmla="*/ 55 w 123"/>
                  <a:gd name="T75" fmla="*/ 39 h 112"/>
                  <a:gd name="T76" fmla="*/ 50 w 123"/>
                  <a:gd name="T77" fmla="*/ 39 h 112"/>
                  <a:gd name="T78" fmla="*/ 47 w 123"/>
                  <a:gd name="T79" fmla="*/ 43 h 112"/>
                  <a:gd name="T80" fmla="*/ 45 w 123"/>
                  <a:gd name="T81" fmla="*/ 45 h 112"/>
                  <a:gd name="T82" fmla="*/ 44 w 123"/>
                  <a:gd name="T83" fmla="*/ 45 h 112"/>
                  <a:gd name="T84" fmla="*/ 42 w 123"/>
                  <a:gd name="T85" fmla="*/ 48 h 112"/>
                  <a:gd name="T86" fmla="*/ 39 w 123"/>
                  <a:gd name="T87" fmla="*/ 54 h 112"/>
                  <a:gd name="T88" fmla="*/ 38 w 123"/>
                  <a:gd name="T89" fmla="*/ 56 h 112"/>
                  <a:gd name="T90" fmla="*/ 38 w 123"/>
                  <a:gd name="T91" fmla="*/ 63 h 112"/>
                  <a:gd name="T92" fmla="*/ 34 w 123"/>
                  <a:gd name="T93" fmla="*/ 65 h 112"/>
                  <a:gd name="T94" fmla="*/ 30 w 123"/>
                  <a:gd name="T95" fmla="*/ 69 h 112"/>
                  <a:gd name="T96" fmla="*/ 27 w 123"/>
                  <a:gd name="T97" fmla="*/ 71 h 112"/>
                  <a:gd name="T98" fmla="*/ 19 w 123"/>
                  <a:gd name="T99" fmla="*/ 78 h 112"/>
                  <a:gd name="T100" fmla="*/ 17 w 123"/>
                  <a:gd name="T101" fmla="*/ 80 h 112"/>
                  <a:gd name="T102" fmla="*/ 13 w 123"/>
                  <a:gd name="T103" fmla="*/ 88 h 112"/>
                  <a:gd name="T104" fmla="*/ 12 w 123"/>
                  <a:gd name="T105" fmla="*/ 9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12">
                    <a:moveTo>
                      <a:pt x="9" y="112"/>
                    </a:moveTo>
                    <a:cubicBezTo>
                      <a:pt x="9" y="108"/>
                      <a:pt x="13" y="106"/>
                      <a:pt x="17" y="105"/>
                    </a:cubicBezTo>
                    <a:cubicBezTo>
                      <a:pt x="17" y="104"/>
                      <a:pt x="17" y="102"/>
                      <a:pt x="18" y="102"/>
                    </a:cubicBezTo>
                    <a:cubicBezTo>
                      <a:pt x="20" y="98"/>
                      <a:pt x="27" y="98"/>
                      <a:pt x="28" y="93"/>
                    </a:cubicBezTo>
                    <a:cubicBezTo>
                      <a:pt x="27" y="93"/>
                      <a:pt x="27" y="92"/>
                      <a:pt x="26" y="91"/>
                    </a:cubicBezTo>
                    <a:cubicBezTo>
                      <a:pt x="27" y="92"/>
                      <a:pt x="27" y="92"/>
                      <a:pt x="27" y="92"/>
                    </a:cubicBezTo>
                    <a:cubicBezTo>
                      <a:pt x="26" y="91"/>
                      <a:pt x="26" y="91"/>
                      <a:pt x="26" y="91"/>
                    </a:cubicBezTo>
                    <a:cubicBezTo>
                      <a:pt x="26" y="90"/>
                      <a:pt x="28" y="92"/>
                      <a:pt x="28" y="92"/>
                    </a:cubicBezTo>
                    <a:cubicBezTo>
                      <a:pt x="29" y="91"/>
                      <a:pt x="29" y="89"/>
                      <a:pt x="31" y="88"/>
                    </a:cubicBezTo>
                    <a:cubicBezTo>
                      <a:pt x="29" y="86"/>
                      <a:pt x="31" y="87"/>
                      <a:pt x="29" y="85"/>
                    </a:cubicBezTo>
                    <a:cubicBezTo>
                      <a:pt x="30" y="86"/>
                      <a:pt x="30" y="86"/>
                      <a:pt x="30" y="86"/>
                    </a:cubicBezTo>
                    <a:cubicBezTo>
                      <a:pt x="30" y="84"/>
                      <a:pt x="30" y="84"/>
                      <a:pt x="33" y="85"/>
                    </a:cubicBezTo>
                    <a:cubicBezTo>
                      <a:pt x="38" y="83"/>
                      <a:pt x="40" y="79"/>
                      <a:pt x="43" y="76"/>
                    </a:cubicBezTo>
                    <a:cubicBezTo>
                      <a:pt x="46" y="72"/>
                      <a:pt x="48" y="68"/>
                      <a:pt x="52" y="64"/>
                    </a:cubicBezTo>
                    <a:cubicBezTo>
                      <a:pt x="50" y="61"/>
                      <a:pt x="52" y="61"/>
                      <a:pt x="50" y="59"/>
                    </a:cubicBezTo>
                    <a:cubicBezTo>
                      <a:pt x="51" y="59"/>
                      <a:pt x="51" y="59"/>
                      <a:pt x="51" y="59"/>
                    </a:cubicBezTo>
                    <a:cubicBezTo>
                      <a:pt x="51" y="58"/>
                      <a:pt x="52" y="59"/>
                      <a:pt x="54" y="59"/>
                    </a:cubicBezTo>
                    <a:cubicBezTo>
                      <a:pt x="53" y="58"/>
                      <a:pt x="54" y="59"/>
                      <a:pt x="52" y="57"/>
                    </a:cubicBezTo>
                    <a:cubicBezTo>
                      <a:pt x="51" y="56"/>
                      <a:pt x="55" y="59"/>
                      <a:pt x="54" y="58"/>
                    </a:cubicBezTo>
                    <a:cubicBezTo>
                      <a:pt x="55" y="59"/>
                      <a:pt x="53" y="57"/>
                      <a:pt x="54" y="58"/>
                    </a:cubicBezTo>
                    <a:cubicBezTo>
                      <a:pt x="53" y="55"/>
                      <a:pt x="55" y="59"/>
                      <a:pt x="57" y="59"/>
                    </a:cubicBezTo>
                    <a:cubicBezTo>
                      <a:pt x="58" y="57"/>
                      <a:pt x="58" y="54"/>
                      <a:pt x="61" y="54"/>
                    </a:cubicBezTo>
                    <a:cubicBezTo>
                      <a:pt x="61" y="54"/>
                      <a:pt x="60" y="52"/>
                      <a:pt x="60" y="52"/>
                    </a:cubicBezTo>
                    <a:cubicBezTo>
                      <a:pt x="62" y="55"/>
                      <a:pt x="60" y="51"/>
                      <a:pt x="61" y="52"/>
                    </a:cubicBezTo>
                    <a:cubicBezTo>
                      <a:pt x="62" y="53"/>
                      <a:pt x="62" y="53"/>
                      <a:pt x="62" y="53"/>
                    </a:cubicBezTo>
                    <a:cubicBezTo>
                      <a:pt x="63" y="54"/>
                      <a:pt x="63" y="51"/>
                      <a:pt x="64" y="52"/>
                    </a:cubicBezTo>
                    <a:cubicBezTo>
                      <a:pt x="64" y="50"/>
                      <a:pt x="67" y="52"/>
                      <a:pt x="66" y="50"/>
                    </a:cubicBezTo>
                    <a:cubicBezTo>
                      <a:pt x="67" y="52"/>
                      <a:pt x="67" y="51"/>
                      <a:pt x="68" y="51"/>
                    </a:cubicBezTo>
                    <a:cubicBezTo>
                      <a:pt x="66" y="48"/>
                      <a:pt x="70" y="51"/>
                      <a:pt x="69" y="49"/>
                    </a:cubicBezTo>
                    <a:cubicBezTo>
                      <a:pt x="69" y="49"/>
                      <a:pt x="69" y="49"/>
                      <a:pt x="69" y="49"/>
                    </a:cubicBezTo>
                    <a:cubicBezTo>
                      <a:pt x="71" y="48"/>
                      <a:pt x="73" y="47"/>
                      <a:pt x="74" y="44"/>
                    </a:cubicBezTo>
                    <a:cubicBezTo>
                      <a:pt x="75" y="43"/>
                      <a:pt x="78" y="45"/>
                      <a:pt x="79" y="42"/>
                    </a:cubicBezTo>
                    <a:cubicBezTo>
                      <a:pt x="78" y="41"/>
                      <a:pt x="78" y="41"/>
                      <a:pt x="78" y="41"/>
                    </a:cubicBezTo>
                    <a:cubicBezTo>
                      <a:pt x="78" y="41"/>
                      <a:pt x="79" y="42"/>
                      <a:pt x="79" y="42"/>
                    </a:cubicBezTo>
                    <a:cubicBezTo>
                      <a:pt x="79" y="40"/>
                      <a:pt x="81" y="41"/>
                      <a:pt x="81" y="41"/>
                    </a:cubicBezTo>
                    <a:cubicBezTo>
                      <a:pt x="81" y="40"/>
                      <a:pt x="81" y="40"/>
                      <a:pt x="81" y="39"/>
                    </a:cubicBezTo>
                    <a:cubicBezTo>
                      <a:pt x="83" y="41"/>
                      <a:pt x="82" y="37"/>
                      <a:pt x="84" y="38"/>
                    </a:cubicBezTo>
                    <a:cubicBezTo>
                      <a:pt x="82" y="36"/>
                      <a:pt x="84" y="37"/>
                      <a:pt x="84" y="36"/>
                    </a:cubicBezTo>
                    <a:cubicBezTo>
                      <a:pt x="84" y="36"/>
                      <a:pt x="84" y="36"/>
                      <a:pt x="85" y="37"/>
                    </a:cubicBezTo>
                    <a:cubicBezTo>
                      <a:pt x="85" y="36"/>
                      <a:pt x="85" y="36"/>
                      <a:pt x="87" y="36"/>
                    </a:cubicBezTo>
                    <a:cubicBezTo>
                      <a:pt x="87" y="36"/>
                      <a:pt x="86" y="34"/>
                      <a:pt x="87" y="34"/>
                    </a:cubicBezTo>
                    <a:cubicBezTo>
                      <a:pt x="88" y="36"/>
                      <a:pt x="88" y="34"/>
                      <a:pt x="89" y="34"/>
                    </a:cubicBezTo>
                    <a:cubicBezTo>
                      <a:pt x="87" y="32"/>
                      <a:pt x="87" y="31"/>
                      <a:pt x="88" y="31"/>
                    </a:cubicBezTo>
                    <a:cubicBezTo>
                      <a:pt x="89" y="34"/>
                      <a:pt x="89" y="34"/>
                      <a:pt x="89" y="34"/>
                    </a:cubicBezTo>
                    <a:cubicBezTo>
                      <a:pt x="90" y="31"/>
                      <a:pt x="93" y="33"/>
                      <a:pt x="93" y="29"/>
                    </a:cubicBezTo>
                    <a:cubicBezTo>
                      <a:pt x="94" y="30"/>
                      <a:pt x="94" y="30"/>
                      <a:pt x="94" y="30"/>
                    </a:cubicBezTo>
                    <a:cubicBezTo>
                      <a:pt x="95" y="28"/>
                      <a:pt x="98" y="29"/>
                      <a:pt x="98" y="25"/>
                    </a:cubicBezTo>
                    <a:cubicBezTo>
                      <a:pt x="99" y="25"/>
                      <a:pt x="100" y="26"/>
                      <a:pt x="100" y="25"/>
                    </a:cubicBezTo>
                    <a:cubicBezTo>
                      <a:pt x="100" y="24"/>
                      <a:pt x="101" y="24"/>
                      <a:pt x="100" y="22"/>
                    </a:cubicBezTo>
                    <a:cubicBezTo>
                      <a:pt x="100" y="21"/>
                      <a:pt x="101" y="22"/>
                      <a:pt x="101" y="23"/>
                    </a:cubicBezTo>
                    <a:cubicBezTo>
                      <a:pt x="102" y="23"/>
                      <a:pt x="104" y="25"/>
                      <a:pt x="103" y="22"/>
                    </a:cubicBezTo>
                    <a:cubicBezTo>
                      <a:pt x="104" y="23"/>
                      <a:pt x="104" y="23"/>
                      <a:pt x="104" y="23"/>
                    </a:cubicBezTo>
                    <a:cubicBezTo>
                      <a:pt x="104" y="22"/>
                      <a:pt x="104" y="20"/>
                      <a:pt x="106" y="21"/>
                    </a:cubicBezTo>
                    <a:cubicBezTo>
                      <a:pt x="105" y="19"/>
                      <a:pt x="106" y="19"/>
                      <a:pt x="105" y="17"/>
                    </a:cubicBezTo>
                    <a:cubicBezTo>
                      <a:pt x="105" y="17"/>
                      <a:pt x="106" y="19"/>
                      <a:pt x="106" y="18"/>
                    </a:cubicBezTo>
                    <a:cubicBezTo>
                      <a:pt x="106" y="20"/>
                      <a:pt x="106" y="20"/>
                      <a:pt x="106" y="20"/>
                    </a:cubicBezTo>
                    <a:cubicBezTo>
                      <a:pt x="108" y="20"/>
                      <a:pt x="109" y="18"/>
                      <a:pt x="110" y="16"/>
                    </a:cubicBezTo>
                    <a:cubicBezTo>
                      <a:pt x="112" y="19"/>
                      <a:pt x="112" y="16"/>
                      <a:pt x="113" y="17"/>
                    </a:cubicBezTo>
                    <a:cubicBezTo>
                      <a:pt x="113" y="15"/>
                      <a:pt x="115" y="17"/>
                      <a:pt x="114" y="14"/>
                    </a:cubicBezTo>
                    <a:cubicBezTo>
                      <a:pt x="115" y="15"/>
                      <a:pt x="115" y="15"/>
                      <a:pt x="115" y="15"/>
                    </a:cubicBezTo>
                    <a:cubicBezTo>
                      <a:pt x="115" y="15"/>
                      <a:pt x="116" y="15"/>
                      <a:pt x="117" y="15"/>
                    </a:cubicBezTo>
                    <a:cubicBezTo>
                      <a:pt x="118" y="16"/>
                      <a:pt x="118" y="14"/>
                      <a:pt x="118" y="13"/>
                    </a:cubicBezTo>
                    <a:cubicBezTo>
                      <a:pt x="118" y="14"/>
                      <a:pt x="118" y="14"/>
                      <a:pt x="118" y="14"/>
                    </a:cubicBezTo>
                    <a:cubicBezTo>
                      <a:pt x="118" y="13"/>
                      <a:pt x="118" y="11"/>
                      <a:pt x="118" y="9"/>
                    </a:cubicBezTo>
                    <a:cubicBezTo>
                      <a:pt x="119" y="10"/>
                      <a:pt x="118" y="9"/>
                      <a:pt x="119" y="10"/>
                    </a:cubicBezTo>
                    <a:cubicBezTo>
                      <a:pt x="119" y="11"/>
                      <a:pt x="119" y="13"/>
                      <a:pt x="119" y="14"/>
                    </a:cubicBezTo>
                    <a:cubicBezTo>
                      <a:pt x="120" y="15"/>
                      <a:pt x="119" y="11"/>
                      <a:pt x="120" y="13"/>
                    </a:cubicBezTo>
                    <a:cubicBezTo>
                      <a:pt x="121" y="14"/>
                      <a:pt x="121" y="13"/>
                      <a:pt x="121" y="11"/>
                    </a:cubicBezTo>
                    <a:cubicBezTo>
                      <a:pt x="121" y="12"/>
                      <a:pt x="121" y="12"/>
                      <a:pt x="121" y="13"/>
                    </a:cubicBezTo>
                    <a:cubicBezTo>
                      <a:pt x="122" y="13"/>
                      <a:pt x="122" y="13"/>
                      <a:pt x="122" y="12"/>
                    </a:cubicBezTo>
                    <a:cubicBezTo>
                      <a:pt x="122" y="12"/>
                      <a:pt x="122" y="12"/>
                      <a:pt x="122" y="12"/>
                    </a:cubicBezTo>
                    <a:cubicBezTo>
                      <a:pt x="122" y="10"/>
                      <a:pt x="122" y="10"/>
                      <a:pt x="121" y="8"/>
                    </a:cubicBezTo>
                    <a:cubicBezTo>
                      <a:pt x="121" y="9"/>
                      <a:pt x="121" y="9"/>
                      <a:pt x="121" y="9"/>
                    </a:cubicBezTo>
                    <a:cubicBezTo>
                      <a:pt x="121" y="7"/>
                      <a:pt x="121" y="7"/>
                      <a:pt x="122" y="8"/>
                    </a:cubicBezTo>
                    <a:cubicBezTo>
                      <a:pt x="122" y="10"/>
                      <a:pt x="122" y="11"/>
                      <a:pt x="122" y="11"/>
                    </a:cubicBezTo>
                    <a:cubicBezTo>
                      <a:pt x="123" y="7"/>
                      <a:pt x="123" y="7"/>
                      <a:pt x="123" y="7"/>
                    </a:cubicBezTo>
                    <a:cubicBezTo>
                      <a:pt x="123" y="9"/>
                      <a:pt x="122" y="8"/>
                      <a:pt x="122" y="6"/>
                    </a:cubicBezTo>
                    <a:cubicBezTo>
                      <a:pt x="122" y="7"/>
                      <a:pt x="122" y="7"/>
                      <a:pt x="122" y="7"/>
                    </a:cubicBezTo>
                    <a:cubicBezTo>
                      <a:pt x="122" y="6"/>
                      <a:pt x="122" y="6"/>
                      <a:pt x="122" y="6"/>
                    </a:cubicBezTo>
                    <a:cubicBezTo>
                      <a:pt x="121" y="7"/>
                      <a:pt x="120" y="5"/>
                      <a:pt x="120" y="7"/>
                    </a:cubicBezTo>
                    <a:cubicBezTo>
                      <a:pt x="120" y="8"/>
                      <a:pt x="120" y="8"/>
                      <a:pt x="120" y="8"/>
                    </a:cubicBezTo>
                    <a:cubicBezTo>
                      <a:pt x="120" y="8"/>
                      <a:pt x="120" y="11"/>
                      <a:pt x="119" y="9"/>
                    </a:cubicBezTo>
                    <a:cubicBezTo>
                      <a:pt x="119" y="7"/>
                      <a:pt x="119" y="7"/>
                      <a:pt x="119" y="7"/>
                    </a:cubicBezTo>
                    <a:cubicBezTo>
                      <a:pt x="119" y="7"/>
                      <a:pt x="119" y="8"/>
                      <a:pt x="118" y="7"/>
                    </a:cubicBezTo>
                    <a:cubicBezTo>
                      <a:pt x="118" y="5"/>
                      <a:pt x="118" y="5"/>
                      <a:pt x="118" y="5"/>
                    </a:cubicBezTo>
                    <a:cubicBezTo>
                      <a:pt x="119" y="8"/>
                      <a:pt x="117" y="6"/>
                      <a:pt x="117" y="7"/>
                    </a:cubicBezTo>
                    <a:cubicBezTo>
                      <a:pt x="117" y="6"/>
                      <a:pt x="117" y="6"/>
                      <a:pt x="117" y="6"/>
                    </a:cubicBezTo>
                    <a:cubicBezTo>
                      <a:pt x="116" y="6"/>
                      <a:pt x="117" y="8"/>
                      <a:pt x="117" y="8"/>
                    </a:cubicBezTo>
                    <a:cubicBezTo>
                      <a:pt x="117" y="8"/>
                      <a:pt x="116" y="5"/>
                      <a:pt x="115" y="4"/>
                    </a:cubicBezTo>
                    <a:cubicBezTo>
                      <a:pt x="115" y="5"/>
                      <a:pt x="114" y="7"/>
                      <a:pt x="113" y="5"/>
                    </a:cubicBezTo>
                    <a:cubicBezTo>
                      <a:pt x="112" y="6"/>
                      <a:pt x="112" y="7"/>
                      <a:pt x="112" y="8"/>
                    </a:cubicBezTo>
                    <a:cubicBezTo>
                      <a:pt x="111" y="8"/>
                      <a:pt x="111" y="6"/>
                      <a:pt x="111" y="7"/>
                    </a:cubicBezTo>
                    <a:cubicBezTo>
                      <a:pt x="111" y="6"/>
                      <a:pt x="110" y="5"/>
                      <a:pt x="110" y="4"/>
                    </a:cubicBezTo>
                    <a:cubicBezTo>
                      <a:pt x="110" y="5"/>
                      <a:pt x="109" y="4"/>
                      <a:pt x="110" y="7"/>
                    </a:cubicBezTo>
                    <a:cubicBezTo>
                      <a:pt x="109" y="6"/>
                      <a:pt x="108" y="6"/>
                      <a:pt x="107" y="7"/>
                    </a:cubicBezTo>
                    <a:cubicBezTo>
                      <a:pt x="108" y="7"/>
                      <a:pt x="107" y="5"/>
                      <a:pt x="107" y="4"/>
                    </a:cubicBezTo>
                    <a:cubicBezTo>
                      <a:pt x="107" y="6"/>
                      <a:pt x="106" y="7"/>
                      <a:pt x="106" y="7"/>
                    </a:cubicBezTo>
                    <a:cubicBezTo>
                      <a:pt x="106" y="9"/>
                      <a:pt x="106" y="9"/>
                      <a:pt x="107" y="10"/>
                    </a:cubicBezTo>
                    <a:cubicBezTo>
                      <a:pt x="107" y="10"/>
                      <a:pt x="107" y="11"/>
                      <a:pt x="107" y="11"/>
                    </a:cubicBezTo>
                    <a:cubicBezTo>
                      <a:pt x="106" y="9"/>
                      <a:pt x="105" y="7"/>
                      <a:pt x="104" y="7"/>
                    </a:cubicBezTo>
                    <a:cubicBezTo>
                      <a:pt x="104" y="4"/>
                      <a:pt x="106" y="7"/>
                      <a:pt x="104" y="4"/>
                    </a:cubicBezTo>
                    <a:cubicBezTo>
                      <a:pt x="104" y="2"/>
                      <a:pt x="105" y="2"/>
                      <a:pt x="106" y="3"/>
                    </a:cubicBezTo>
                    <a:cubicBezTo>
                      <a:pt x="105" y="1"/>
                      <a:pt x="105" y="3"/>
                      <a:pt x="104" y="1"/>
                    </a:cubicBezTo>
                    <a:cubicBezTo>
                      <a:pt x="104" y="1"/>
                      <a:pt x="104" y="2"/>
                      <a:pt x="103" y="3"/>
                    </a:cubicBezTo>
                    <a:cubicBezTo>
                      <a:pt x="104" y="4"/>
                      <a:pt x="104" y="4"/>
                      <a:pt x="104" y="5"/>
                    </a:cubicBezTo>
                    <a:cubicBezTo>
                      <a:pt x="105" y="8"/>
                      <a:pt x="103" y="4"/>
                      <a:pt x="103" y="4"/>
                    </a:cubicBezTo>
                    <a:cubicBezTo>
                      <a:pt x="103" y="3"/>
                      <a:pt x="103" y="3"/>
                      <a:pt x="103" y="3"/>
                    </a:cubicBezTo>
                    <a:cubicBezTo>
                      <a:pt x="102" y="2"/>
                      <a:pt x="102" y="4"/>
                      <a:pt x="102" y="4"/>
                    </a:cubicBezTo>
                    <a:cubicBezTo>
                      <a:pt x="100" y="1"/>
                      <a:pt x="102" y="3"/>
                      <a:pt x="102" y="1"/>
                    </a:cubicBezTo>
                    <a:cubicBezTo>
                      <a:pt x="101" y="0"/>
                      <a:pt x="101" y="0"/>
                      <a:pt x="101" y="0"/>
                    </a:cubicBezTo>
                    <a:cubicBezTo>
                      <a:pt x="100" y="0"/>
                      <a:pt x="101" y="2"/>
                      <a:pt x="100" y="2"/>
                    </a:cubicBezTo>
                    <a:cubicBezTo>
                      <a:pt x="100" y="1"/>
                      <a:pt x="100" y="1"/>
                      <a:pt x="100" y="1"/>
                    </a:cubicBezTo>
                    <a:cubicBezTo>
                      <a:pt x="100" y="1"/>
                      <a:pt x="100" y="1"/>
                      <a:pt x="100" y="1"/>
                    </a:cubicBezTo>
                    <a:cubicBezTo>
                      <a:pt x="100" y="3"/>
                      <a:pt x="101" y="4"/>
                      <a:pt x="101" y="4"/>
                    </a:cubicBezTo>
                    <a:cubicBezTo>
                      <a:pt x="102" y="7"/>
                      <a:pt x="101" y="4"/>
                      <a:pt x="101" y="5"/>
                    </a:cubicBezTo>
                    <a:cubicBezTo>
                      <a:pt x="101" y="7"/>
                      <a:pt x="101" y="5"/>
                      <a:pt x="102" y="7"/>
                    </a:cubicBezTo>
                    <a:cubicBezTo>
                      <a:pt x="102" y="8"/>
                      <a:pt x="102" y="8"/>
                      <a:pt x="102" y="9"/>
                    </a:cubicBezTo>
                    <a:cubicBezTo>
                      <a:pt x="101" y="9"/>
                      <a:pt x="101" y="7"/>
                      <a:pt x="100" y="6"/>
                    </a:cubicBezTo>
                    <a:cubicBezTo>
                      <a:pt x="100" y="6"/>
                      <a:pt x="100" y="5"/>
                      <a:pt x="101" y="6"/>
                    </a:cubicBezTo>
                    <a:cubicBezTo>
                      <a:pt x="101" y="4"/>
                      <a:pt x="99" y="3"/>
                      <a:pt x="99" y="2"/>
                    </a:cubicBezTo>
                    <a:cubicBezTo>
                      <a:pt x="98" y="1"/>
                      <a:pt x="99" y="4"/>
                      <a:pt x="99" y="4"/>
                    </a:cubicBezTo>
                    <a:cubicBezTo>
                      <a:pt x="99" y="3"/>
                      <a:pt x="99" y="5"/>
                      <a:pt x="100" y="6"/>
                    </a:cubicBezTo>
                    <a:cubicBezTo>
                      <a:pt x="101" y="11"/>
                      <a:pt x="98" y="3"/>
                      <a:pt x="97" y="4"/>
                    </a:cubicBezTo>
                    <a:cubicBezTo>
                      <a:pt x="99" y="7"/>
                      <a:pt x="98" y="8"/>
                      <a:pt x="100" y="11"/>
                    </a:cubicBezTo>
                    <a:cubicBezTo>
                      <a:pt x="100" y="12"/>
                      <a:pt x="100" y="13"/>
                      <a:pt x="100" y="12"/>
                    </a:cubicBezTo>
                    <a:cubicBezTo>
                      <a:pt x="99" y="10"/>
                      <a:pt x="99" y="11"/>
                      <a:pt x="98" y="9"/>
                    </a:cubicBezTo>
                    <a:cubicBezTo>
                      <a:pt x="98" y="9"/>
                      <a:pt x="98" y="9"/>
                      <a:pt x="98" y="9"/>
                    </a:cubicBezTo>
                    <a:cubicBezTo>
                      <a:pt x="98" y="7"/>
                      <a:pt x="98" y="7"/>
                      <a:pt x="98" y="7"/>
                    </a:cubicBezTo>
                    <a:cubicBezTo>
                      <a:pt x="97" y="5"/>
                      <a:pt x="95" y="4"/>
                      <a:pt x="95" y="4"/>
                    </a:cubicBezTo>
                    <a:cubicBezTo>
                      <a:pt x="95" y="5"/>
                      <a:pt x="96" y="5"/>
                      <a:pt x="96" y="6"/>
                    </a:cubicBezTo>
                    <a:cubicBezTo>
                      <a:pt x="95" y="5"/>
                      <a:pt x="95" y="4"/>
                      <a:pt x="94" y="4"/>
                    </a:cubicBezTo>
                    <a:cubicBezTo>
                      <a:pt x="95" y="5"/>
                      <a:pt x="96" y="7"/>
                      <a:pt x="96" y="8"/>
                    </a:cubicBezTo>
                    <a:cubicBezTo>
                      <a:pt x="95" y="8"/>
                      <a:pt x="94" y="6"/>
                      <a:pt x="94" y="6"/>
                    </a:cubicBezTo>
                    <a:cubicBezTo>
                      <a:pt x="94" y="4"/>
                      <a:pt x="94" y="4"/>
                      <a:pt x="94" y="4"/>
                    </a:cubicBezTo>
                    <a:cubicBezTo>
                      <a:pt x="94" y="6"/>
                      <a:pt x="93" y="3"/>
                      <a:pt x="93" y="4"/>
                    </a:cubicBezTo>
                    <a:cubicBezTo>
                      <a:pt x="93" y="5"/>
                      <a:pt x="94" y="7"/>
                      <a:pt x="94" y="8"/>
                    </a:cubicBezTo>
                    <a:cubicBezTo>
                      <a:pt x="94" y="9"/>
                      <a:pt x="94" y="8"/>
                      <a:pt x="94" y="8"/>
                    </a:cubicBezTo>
                    <a:cubicBezTo>
                      <a:pt x="93" y="7"/>
                      <a:pt x="93" y="7"/>
                      <a:pt x="93" y="7"/>
                    </a:cubicBezTo>
                    <a:cubicBezTo>
                      <a:pt x="93" y="7"/>
                      <a:pt x="92" y="4"/>
                      <a:pt x="92" y="5"/>
                    </a:cubicBezTo>
                    <a:cubicBezTo>
                      <a:pt x="92" y="6"/>
                      <a:pt x="92" y="6"/>
                      <a:pt x="92" y="6"/>
                    </a:cubicBezTo>
                    <a:cubicBezTo>
                      <a:pt x="92" y="6"/>
                      <a:pt x="92" y="6"/>
                      <a:pt x="91" y="5"/>
                    </a:cubicBezTo>
                    <a:cubicBezTo>
                      <a:pt x="92" y="6"/>
                      <a:pt x="91" y="6"/>
                      <a:pt x="92" y="6"/>
                    </a:cubicBezTo>
                    <a:cubicBezTo>
                      <a:pt x="91" y="5"/>
                      <a:pt x="91" y="5"/>
                      <a:pt x="91" y="5"/>
                    </a:cubicBezTo>
                    <a:cubicBezTo>
                      <a:pt x="91" y="6"/>
                      <a:pt x="92" y="9"/>
                      <a:pt x="91" y="7"/>
                    </a:cubicBezTo>
                    <a:cubicBezTo>
                      <a:pt x="92" y="9"/>
                      <a:pt x="91" y="7"/>
                      <a:pt x="92" y="8"/>
                    </a:cubicBezTo>
                    <a:cubicBezTo>
                      <a:pt x="93" y="9"/>
                      <a:pt x="92" y="9"/>
                      <a:pt x="92" y="10"/>
                    </a:cubicBezTo>
                    <a:cubicBezTo>
                      <a:pt x="91" y="7"/>
                      <a:pt x="91" y="10"/>
                      <a:pt x="91" y="10"/>
                    </a:cubicBezTo>
                    <a:cubicBezTo>
                      <a:pt x="91" y="9"/>
                      <a:pt x="90" y="9"/>
                      <a:pt x="90" y="8"/>
                    </a:cubicBezTo>
                    <a:cubicBezTo>
                      <a:pt x="91" y="10"/>
                      <a:pt x="91" y="10"/>
                      <a:pt x="91" y="10"/>
                    </a:cubicBezTo>
                    <a:cubicBezTo>
                      <a:pt x="89" y="7"/>
                      <a:pt x="90" y="11"/>
                      <a:pt x="89" y="10"/>
                    </a:cubicBezTo>
                    <a:cubicBezTo>
                      <a:pt x="89" y="9"/>
                      <a:pt x="88" y="8"/>
                      <a:pt x="88" y="7"/>
                    </a:cubicBezTo>
                    <a:cubicBezTo>
                      <a:pt x="90" y="10"/>
                      <a:pt x="89" y="11"/>
                      <a:pt x="90" y="12"/>
                    </a:cubicBezTo>
                    <a:cubicBezTo>
                      <a:pt x="89" y="12"/>
                      <a:pt x="88" y="9"/>
                      <a:pt x="87" y="8"/>
                    </a:cubicBezTo>
                    <a:cubicBezTo>
                      <a:pt x="88" y="10"/>
                      <a:pt x="86" y="7"/>
                      <a:pt x="87" y="9"/>
                    </a:cubicBezTo>
                    <a:cubicBezTo>
                      <a:pt x="88" y="10"/>
                      <a:pt x="88" y="11"/>
                      <a:pt x="88" y="12"/>
                    </a:cubicBezTo>
                    <a:cubicBezTo>
                      <a:pt x="88" y="12"/>
                      <a:pt x="88" y="11"/>
                      <a:pt x="87" y="10"/>
                    </a:cubicBezTo>
                    <a:cubicBezTo>
                      <a:pt x="87" y="10"/>
                      <a:pt x="88" y="12"/>
                      <a:pt x="88" y="13"/>
                    </a:cubicBezTo>
                    <a:cubicBezTo>
                      <a:pt x="88" y="13"/>
                      <a:pt x="89" y="15"/>
                      <a:pt x="88" y="14"/>
                    </a:cubicBezTo>
                    <a:cubicBezTo>
                      <a:pt x="87" y="12"/>
                      <a:pt x="88" y="13"/>
                      <a:pt x="87" y="12"/>
                    </a:cubicBezTo>
                    <a:cubicBezTo>
                      <a:pt x="86" y="12"/>
                      <a:pt x="89" y="16"/>
                      <a:pt x="88" y="16"/>
                    </a:cubicBezTo>
                    <a:cubicBezTo>
                      <a:pt x="89" y="17"/>
                      <a:pt x="90" y="20"/>
                      <a:pt x="90" y="21"/>
                    </a:cubicBezTo>
                    <a:cubicBezTo>
                      <a:pt x="89" y="21"/>
                      <a:pt x="90" y="20"/>
                      <a:pt x="89" y="18"/>
                    </a:cubicBezTo>
                    <a:cubicBezTo>
                      <a:pt x="89" y="18"/>
                      <a:pt x="89" y="18"/>
                      <a:pt x="89" y="18"/>
                    </a:cubicBezTo>
                    <a:cubicBezTo>
                      <a:pt x="87" y="16"/>
                      <a:pt x="87" y="14"/>
                      <a:pt x="86" y="12"/>
                    </a:cubicBezTo>
                    <a:cubicBezTo>
                      <a:pt x="86" y="13"/>
                      <a:pt x="86" y="13"/>
                      <a:pt x="86" y="13"/>
                    </a:cubicBezTo>
                    <a:cubicBezTo>
                      <a:pt x="85" y="12"/>
                      <a:pt x="85" y="11"/>
                      <a:pt x="84" y="10"/>
                    </a:cubicBezTo>
                    <a:cubicBezTo>
                      <a:pt x="85" y="12"/>
                      <a:pt x="84" y="11"/>
                      <a:pt x="84" y="11"/>
                    </a:cubicBezTo>
                    <a:cubicBezTo>
                      <a:pt x="85" y="13"/>
                      <a:pt x="84" y="11"/>
                      <a:pt x="85" y="12"/>
                    </a:cubicBezTo>
                    <a:cubicBezTo>
                      <a:pt x="84" y="13"/>
                      <a:pt x="86" y="15"/>
                      <a:pt x="85" y="15"/>
                    </a:cubicBezTo>
                    <a:cubicBezTo>
                      <a:pt x="83" y="12"/>
                      <a:pt x="83" y="12"/>
                      <a:pt x="83" y="12"/>
                    </a:cubicBezTo>
                    <a:cubicBezTo>
                      <a:pt x="82" y="11"/>
                      <a:pt x="84" y="14"/>
                      <a:pt x="83" y="13"/>
                    </a:cubicBezTo>
                    <a:cubicBezTo>
                      <a:pt x="83" y="12"/>
                      <a:pt x="83" y="12"/>
                      <a:pt x="83" y="12"/>
                    </a:cubicBezTo>
                    <a:cubicBezTo>
                      <a:pt x="81" y="13"/>
                      <a:pt x="80" y="14"/>
                      <a:pt x="81" y="18"/>
                    </a:cubicBezTo>
                    <a:cubicBezTo>
                      <a:pt x="80" y="17"/>
                      <a:pt x="79" y="17"/>
                      <a:pt x="78" y="16"/>
                    </a:cubicBezTo>
                    <a:cubicBezTo>
                      <a:pt x="78" y="17"/>
                      <a:pt x="79" y="18"/>
                      <a:pt x="79" y="18"/>
                    </a:cubicBezTo>
                    <a:cubicBezTo>
                      <a:pt x="77" y="17"/>
                      <a:pt x="77" y="17"/>
                      <a:pt x="77" y="17"/>
                    </a:cubicBezTo>
                    <a:cubicBezTo>
                      <a:pt x="76" y="16"/>
                      <a:pt x="77" y="18"/>
                      <a:pt x="77" y="19"/>
                    </a:cubicBezTo>
                    <a:cubicBezTo>
                      <a:pt x="76" y="18"/>
                      <a:pt x="76" y="18"/>
                      <a:pt x="76" y="18"/>
                    </a:cubicBezTo>
                    <a:cubicBezTo>
                      <a:pt x="75" y="17"/>
                      <a:pt x="76" y="19"/>
                      <a:pt x="76" y="19"/>
                    </a:cubicBezTo>
                    <a:cubicBezTo>
                      <a:pt x="75" y="18"/>
                      <a:pt x="75" y="18"/>
                      <a:pt x="75" y="18"/>
                    </a:cubicBezTo>
                    <a:cubicBezTo>
                      <a:pt x="76" y="20"/>
                      <a:pt x="76" y="20"/>
                      <a:pt x="76" y="20"/>
                    </a:cubicBezTo>
                    <a:cubicBezTo>
                      <a:pt x="76" y="20"/>
                      <a:pt x="76" y="20"/>
                      <a:pt x="74" y="19"/>
                    </a:cubicBezTo>
                    <a:cubicBezTo>
                      <a:pt x="75" y="19"/>
                      <a:pt x="75" y="19"/>
                      <a:pt x="75" y="20"/>
                    </a:cubicBezTo>
                    <a:cubicBezTo>
                      <a:pt x="74" y="19"/>
                      <a:pt x="73" y="20"/>
                      <a:pt x="73" y="21"/>
                    </a:cubicBezTo>
                    <a:cubicBezTo>
                      <a:pt x="74" y="21"/>
                      <a:pt x="74" y="21"/>
                      <a:pt x="75" y="23"/>
                    </a:cubicBezTo>
                    <a:cubicBezTo>
                      <a:pt x="76" y="25"/>
                      <a:pt x="74" y="22"/>
                      <a:pt x="75" y="24"/>
                    </a:cubicBezTo>
                    <a:cubicBezTo>
                      <a:pt x="74" y="23"/>
                      <a:pt x="74" y="22"/>
                      <a:pt x="73" y="22"/>
                    </a:cubicBezTo>
                    <a:cubicBezTo>
                      <a:pt x="71" y="20"/>
                      <a:pt x="71" y="22"/>
                      <a:pt x="70" y="23"/>
                    </a:cubicBezTo>
                    <a:cubicBezTo>
                      <a:pt x="70" y="24"/>
                      <a:pt x="70" y="24"/>
                      <a:pt x="70" y="24"/>
                    </a:cubicBezTo>
                    <a:cubicBezTo>
                      <a:pt x="68" y="22"/>
                      <a:pt x="69" y="25"/>
                      <a:pt x="68" y="24"/>
                    </a:cubicBezTo>
                    <a:cubicBezTo>
                      <a:pt x="68" y="25"/>
                      <a:pt x="70" y="28"/>
                      <a:pt x="69" y="28"/>
                    </a:cubicBezTo>
                    <a:cubicBezTo>
                      <a:pt x="70" y="30"/>
                      <a:pt x="68" y="26"/>
                      <a:pt x="67" y="25"/>
                    </a:cubicBezTo>
                    <a:cubicBezTo>
                      <a:pt x="67" y="26"/>
                      <a:pt x="67" y="26"/>
                      <a:pt x="67" y="26"/>
                    </a:cubicBezTo>
                    <a:cubicBezTo>
                      <a:pt x="66" y="26"/>
                      <a:pt x="66" y="26"/>
                      <a:pt x="66" y="26"/>
                    </a:cubicBezTo>
                    <a:cubicBezTo>
                      <a:pt x="67" y="27"/>
                      <a:pt x="67" y="28"/>
                      <a:pt x="66" y="27"/>
                    </a:cubicBezTo>
                    <a:cubicBezTo>
                      <a:pt x="66" y="27"/>
                      <a:pt x="66" y="27"/>
                      <a:pt x="66" y="27"/>
                    </a:cubicBezTo>
                    <a:cubicBezTo>
                      <a:pt x="66" y="27"/>
                      <a:pt x="65" y="26"/>
                      <a:pt x="64" y="27"/>
                    </a:cubicBezTo>
                    <a:cubicBezTo>
                      <a:pt x="65" y="28"/>
                      <a:pt x="64" y="28"/>
                      <a:pt x="65" y="29"/>
                    </a:cubicBezTo>
                    <a:cubicBezTo>
                      <a:pt x="65" y="28"/>
                      <a:pt x="65" y="28"/>
                      <a:pt x="65" y="28"/>
                    </a:cubicBezTo>
                    <a:cubicBezTo>
                      <a:pt x="65" y="30"/>
                      <a:pt x="65" y="30"/>
                      <a:pt x="65" y="30"/>
                    </a:cubicBezTo>
                    <a:cubicBezTo>
                      <a:pt x="65" y="29"/>
                      <a:pt x="65" y="29"/>
                      <a:pt x="65" y="29"/>
                    </a:cubicBezTo>
                    <a:cubicBezTo>
                      <a:pt x="64" y="28"/>
                      <a:pt x="64" y="28"/>
                      <a:pt x="64" y="28"/>
                    </a:cubicBezTo>
                    <a:cubicBezTo>
                      <a:pt x="63" y="27"/>
                      <a:pt x="64" y="29"/>
                      <a:pt x="65" y="30"/>
                    </a:cubicBezTo>
                    <a:cubicBezTo>
                      <a:pt x="65" y="31"/>
                      <a:pt x="64" y="30"/>
                      <a:pt x="64" y="29"/>
                    </a:cubicBezTo>
                    <a:cubicBezTo>
                      <a:pt x="63" y="29"/>
                      <a:pt x="64" y="30"/>
                      <a:pt x="64" y="29"/>
                    </a:cubicBezTo>
                    <a:cubicBezTo>
                      <a:pt x="63" y="28"/>
                      <a:pt x="63" y="29"/>
                      <a:pt x="63" y="28"/>
                    </a:cubicBezTo>
                    <a:cubicBezTo>
                      <a:pt x="63" y="28"/>
                      <a:pt x="64" y="30"/>
                      <a:pt x="63" y="30"/>
                    </a:cubicBezTo>
                    <a:cubicBezTo>
                      <a:pt x="63" y="30"/>
                      <a:pt x="63" y="31"/>
                      <a:pt x="62" y="29"/>
                    </a:cubicBezTo>
                    <a:cubicBezTo>
                      <a:pt x="62" y="30"/>
                      <a:pt x="62" y="30"/>
                      <a:pt x="62" y="31"/>
                    </a:cubicBezTo>
                    <a:cubicBezTo>
                      <a:pt x="63" y="31"/>
                      <a:pt x="63" y="31"/>
                      <a:pt x="64" y="32"/>
                    </a:cubicBezTo>
                    <a:cubicBezTo>
                      <a:pt x="64" y="32"/>
                      <a:pt x="64" y="33"/>
                      <a:pt x="63" y="32"/>
                    </a:cubicBezTo>
                    <a:cubicBezTo>
                      <a:pt x="63" y="32"/>
                      <a:pt x="63" y="32"/>
                      <a:pt x="63" y="32"/>
                    </a:cubicBezTo>
                    <a:cubicBezTo>
                      <a:pt x="63" y="32"/>
                      <a:pt x="63" y="32"/>
                      <a:pt x="64" y="33"/>
                    </a:cubicBezTo>
                    <a:cubicBezTo>
                      <a:pt x="62" y="32"/>
                      <a:pt x="62" y="32"/>
                      <a:pt x="62" y="32"/>
                    </a:cubicBezTo>
                    <a:cubicBezTo>
                      <a:pt x="63" y="33"/>
                      <a:pt x="62" y="33"/>
                      <a:pt x="62" y="33"/>
                    </a:cubicBezTo>
                    <a:cubicBezTo>
                      <a:pt x="61" y="32"/>
                      <a:pt x="60" y="30"/>
                      <a:pt x="60" y="30"/>
                    </a:cubicBezTo>
                    <a:cubicBezTo>
                      <a:pt x="60" y="32"/>
                      <a:pt x="60" y="32"/>
                      <a:pt x="60" y="32"/>
                    </a:cubicBezTo>
                    <a:cubicBezTo>
                      <a:pt x="60" y="32"/>
                      <a:pt x="60" y="32"/>
                      <a:pt x="59" y="31"/>
                    </a:cubicBezTo>
                    <a:cubicBezTo>
                      <a:pt x="58" y="31"/>
                      <a:pt x="61" y="36"/>
                      <a:pt x="60" y="35"/>
                    </a:cubicBezTo>
                    <a:cubicBezTo>
                      <a:pt x="59" y="33"/>
                      <a:pt x="59" y="33"/>
                      <a:pt x="58" y="33"/>
                    </a:cubicBezTo>
                    <a:cubicBezTo>
                      <a:pt x="58" y="34"/>
                      <a:pt x="58" y="34"/>
                      <a:pt x="58" y="34"/>
                    </a:cubicBezTo>
                    <a:cubicBezTo>
                      <a:pt x="59" y="35"/>
                      <a:pt x="58" y="33"/>
                      <a:pt x="59" y="34"/>
                    </a:cubicBezTo>
                    <a:cubicBezTo>
                      <a:pt x="60" y="34"/>
                      <a:pt x="59" y="34"/>
                      <a:pt x="59" y="35"/>
                    </a:cubicBezTo>
                    <a:cubicBezTo>
                      <a:pt x="56" y="32"/>
                      <a:pt x="57" y="35"/>
                      <a:pt x="55" y="34"/>
                    </a:cubicBezTo>
                    <a:cubicBezTo>
                      <a:pt x="56" y="36"/>
                      <a:pt x="55" y="35"/>
                      <a:pt x="55" y="36"/>
                    </a:cubicBezTo>
                    <a:cubicBezTo>
                      <a:pt x="54" y="34"/>
                      <a:pt x="55" y="37"/>
                      <a:pt x="54" y="36"/>
                    </a:cubicBezTo>
                    <a:cubicBezTo>
                      <a:pt x="55" y="38"/>
                      <a:pt x="55" y="38"/>
                      <a:pt x="55" y="38"/>
                    </a:cubicBezTo>
                    <a:cubicBezTo>
                      <a:pt x="54" y="37"/>
                      <a:pt x="57" y="41"/>
                      <a:pt x="55" y="39"/>
                    </a:cubicBezTo>
                    <a:cubicBezTo>
                      <a:pt x="54" y="39"/>
                      <a:pt x="54" y="38"/>
                      <a:pt x="53" y="37"/>
                    </a:cubicBezTo>
                    <a:cubicBezTo>
                      <a:pt x="51" y="35"/>
                      <a:pt x="54" y="40"/>
                      <a:pt x="52" y="38"/>
                    </a:cubicBezTo>
                    <a:cubicBezTo>
                      <a:pt x="52" y="38"/>
                      <a:pt x="53" y="40"/>
                      <a:pt x="54" y="41"/>
                    </a:cubicBezTo>
                    <a:cubicBezTo>
                      <a:pt x="53" y="40"/>
                      <a:pt x="51" y="39"/>
                      <a:pt x="51" y="39"/>
                    </a:cubicBezTo>
                    <a:cubicBezTo>
                      <a:pt x="51" y="40"/>
                      <a:pt x="51" y="40"/>
                      <a:pt x="51" y="40"/>
                    </a:cubicBezTo>
                    <a:cubicBezTo>
                      <a:pt x="50" y="39"/>
                      <a:pt x="50" y="39"/>
                      <a:pt x="50" y="39"/>
                    </a:cubicBezTo>
                    <a:cubicBezTo>
                      <a:pt x="49" y="39"/>
                      <a:pt x="50" y="40"/>
                      <a:pt x="50" y="41"/>
                    </a:cubicBezTo>
                    <a:cubicBezTo>
                      <a:pt x="49" y="39"/>
                      <a:pt x="48" y="41"/>
                      <a:pt x="47" y="40"/>
                    </a:cubicBezTo>
                    <a:cubicBezTo>
                      <a:pt x="49" y="42"/>
                      <a:pt x="46" y="40"/>
                      <a:pt x="48" y="43"/>
                    </a:cubicBezTo>
                    <a:cubicBezTo>
                      <a:pt x="47" y="42"/>
                      <a:pt x="47" y="42"/>
                      <a:pt x="47" y="42"/>
                    </a:cubicBezTo>
                    <a:cubicBezTo>
                      <a:pt x="48" y="43"/>
                      <a:pt x="49" y="44"/>
                      <a:pt x="49" y="45"/>
                    </a:cubicBezTo>
                    <a:cubicBezTo>
                      <a:pt x="47" y="43"/>
                      <a:pt x="47" y="43"/>
                      <a:pt x="47" y="43"/>
                    </a:cubicBezTo>
                    <a:cubicBezTo>
                      <a:pt x="46" y="41"/>
                      <a:pt x="47" y="43"/>
                      <a:pt x="46" y="42"/>
                    </a:cubicBezTo>
                    <a:cubicBezTo>
                      <a:pt x="47" y="43"/>
                      <a:pt x="45" y="42"/>
                      <a:pt x="46" y="44"/>
                    </a:cubicBezTo>
                    <a:cubicBezTo>
                      <a:pt x="47" y="44"/>
                      <a:pt x="47" y="44"/>
                      <a:pt x="47" y="44"/>
                    </a:cubicBezTo>
                    <a:cubicBezTo>
                      <a:pt x="47" y="45"/>
                      <a:pt x="47" y="45"/>
                      <a:pt x="47" y="46"/>
                    </a:cubicBezTo>
                    <a:cubicBezTo>
                      <a:pt x="47" y="46"/>
                      <a:pt x="45" y="44"/>
                      <a:pt x="45" y="44"/>
                    </a:cubicBezTo>
                    <a:cubicBezTo>
                      <a:pt x="45" y="44"/>
                      <a:pt x="45" y="44"/>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4" y="45"/>
                      <a:pt x="44" y="45"/>
                    </a:cubicBezTo>
                    <a:cubicBezTo>
                      <a:pt x="44" y="45"/>
                      <a:pt x="44" y="45"/>
                      <a:pt x="44" y="45"/>
                    </a:cubicBezTo>
                    <a:cubicBezTo>
                      <a:pt x="44" y="45"/>
                      <a:pt x="44" y="45"/>
                      <a:pt x="44" y="45"/>
                    </a:cubicBezTo>
                    <a:cubicBezTo>
                      <a:pt x="43" y="44"/>
                      <a:pt x="43" y="44"/>
                      <a:pt x="43" y="44"/>
                    </a:cubicBezTo>
                    <a:cubicBezTo>
                      <a:pt x="43" y="44"/>
                      <a:pt x="43" y="45"/>
                      <a:pt x="44" y="46"/>
                    </a:cubicBezTo>
                    <a:cubicBezTo>
                      <a:pt x="42" y="46"/>
                      <a:pt x="42" y="48"/>
                      <a:pt x="42" y="49"/>
                    </a:cubicBezTo>
                    <a:cubicBezTo>
                      <a:pt x="42" y="49"/>
                      <a:pt x="41" y="48"/>
                      <a:pt x="42" y="48"/>
                    </a:cubicBezTo>
                    <a:cubicBezTo>
                      <a:pt x="42" y="49"/>
                      <a:pt x="42" y="50"/>
                      <a:pt x="42" y="49"/>
                    </a:cubicBezTo>
                    <a:cubicBezTo>
                      <a:pt x="42" y="50"/>
                      <a:pt x="41" y="48"/>
                      <a:pt x="40" y="49"/>
                    </a:cubicBezTo>
                    <a:cubicBezTo>
                      <a:pt x="40" y="48"/>
                      <a:pt x="41" y="50"/>
                      <a:pt x="41" y="50"/>
                    </a:cubicBezTo>
                    <a:cubicBezTo>
                      <a:pt x="39" y="48"/>
                      <a:pt x="41" y="52"/>
                      <a:pt x="39" y="51"/>
                    </a:cubicBezTo>
                    <a:cubicBezTo>
                      <a:pt x="40" y="52"/>
                      <a:pt x="39" y="51"/>
                      <a:pt x="39" y="50"/>
                    </a:cubicBezTo>
                    <a:cubicBezTo>
                      <a:pt x="39" y="51"/>
                      <a:pt x="38" y="52"/>
                      <a:pt x="39" y="54"/>
                    </a:cubicBezTo>
                    <a:cubicBezTo>
                      <a:pt x="38" y="53"/>
                      <a:pt x="38" y="53"/>
                      <a:pt x="38" y="53"/>
                    </a:cubicBezTo>
                    <a:cubicBezTo>
                      <a:pt x="38" y="53"/>
                      <a:pt x="38" y="53"/>
                      <a:pt x="38" y="54"/>
                    </a:cubicBezTo>
                    <a:cubicBezTo>
                      <a:pt x="39" y="55"/>
                      <a:pt x="40" y="56"/>
                      <a:pt x="39" y="56"/>
                    </a:cubicBezTo>
                    <a:cubicBezTo>
                      <a:pt x="39" y="56"/>
                      <a:pt x="39" y="56"/>
                      <a:pt x="39" y="56"/>
                    </a:cubicBezTo>
                    <a:cubicBezTo>
                      <a:pt x="39" y="56"/>
                      <a:pt x="39" y="57"/>
                      <a:pt x="39" y="57"/>
                    </a:cubicBezTo>
                    <a:cubicBezTo>
                      <a:pt x="38" y="57"/>
                      <a:pt x="39" y="57"/>
                      <a:pt x="38" y="56"/>
                    </a:cubicBezTo>
                    <a:cubicBezTo>
                      <a:pt x="36" y="54"/>
                      <a:pt x="36" y="56"/>
                      <a:pt x="36" y="56"/>
                    </a:cubicBezTo>
                    <a:cubicBezTo>
                      <a:pt x="37" y="57"/>
                      <a:pt x="37" y="57"/>
                      <a:pt x="37" y="57"/>
                    </a:cubicBezTo>
                    <a:cubicBezTo>
                      <a:pt x="37" y="58"/>
                      <a:pt x="36" y="56"/>
                      <a:pt x="36" y="56"/>
                    </a:cubicBezTo>
                    <a:cubicBezTo>
                      <a:pt x="38" y="61"/>
                      <a:pt x="38" y="61"/>
                      <a:pt x="38" y="61"/>
                    </a:cubicBezTo>
                    <a:cubicBezTo>
                      <a:pt x="38" y="60"/>
                      <a:pt x="37" y="59"/>
                      <a:pt x="36" y="58"/>
                    </a:cubicBezTo>
                    <a:cubicBezTo>
                      <a:pt x="36" y="59"/>
                      <a:pt x="37" y="61"/>
                      <a:pt x="38" y="63"/>
                    </a:cubicBezTo>
                    <a:cubicBezTo>
                      <a:pt x="38" y="63"/>
                      <a:pt x="38" y="64"/>
                      <a:pt x="38" y="64"/>
                    </a:cubicBezTo>
                    <a:cubicBezTo>
                      <a:pt x="37" y="63"/>
                      <a:pt x="38" y="64"/>
                      <a:pt x="37" y="63"/>
                    </a:cubicBezTo>
                    <a:cubicBezTo>
                      <a:pt x="36" y="63"/>
                      <a:pt x="36" y="63"/>
                      <a:pt x="36" y="63"/>
                    </a:cubicBezTo>
                    <a:cubicBezTo>
                      <a:pt x="36" y="62"/>
                      <a:pt x="34" y="61"/>
                      <a:pt x="34" y="60"/>
                    </a:cubicBezTo>
                    <a:cubicBezTo>
                      <a:pt x="34" y="61"/>
                      <a:pt x="33" y="61"/>
                      <a:pt x="32" y="61"/>
                    </a:cubicBezTo>
                    <a:cubicBezTo>
                      <a:pt x="34" y="63"/>
                      <a:pt x="32" y="63"/>
                      <a:pt x="34" y="65"/>
                    </a:cubicBezTo>
                    <a:cubicBezTo>
                      <a:pt x="34" y="65"/>
                      <a:pt x="32" y="63"/>
                      <a:pt x="32" y="63"/>
                    </a:cubicBezTo>
                    <a:cubicBezTo>
                      <a:pt x="32" y="64"/>
                      <a:pt x="31" y="64"/>
                      <a:pt x="31" y="65"/>
                    </a:cubicBezTo>
                    <a:cubicBezTo>
                      <a:pt x="30" y="65"/>
                      <a:pt x="30" y="65"/>
                      <a:pt x="30" y="65"/>
                    </a:cubicBezTo>
                    <a:cubicBezTo>
                      <a:pt x="30" y="66"/>
                      <a:pt x="29" y="66"/>
                      <a:pt x="30" y="68"/>
                    </a:cubicBezTo>
                    <a:cubicBezTo>
                      <a:pt x="30" y="67"/>
                      <a:pt x="30" y="67"/>
                      <a:pt x="30" y="67"/>
                    </a:cubicBezTo>
                    <a:cubicBezTo>
                      <a:pt x="28" y="67"/>
                      <a:pt x="32" y="69"/>
                      <a:pt x="30" y="69"/>
                    </a:cubicBezTo>
                    <a:cubicBezTo>
                      <a:pt x="29" y="68"/>
                      <a:pt x="29" y="68"/>
                      <a:pt x="29" y="68"/>
                    </a:cubicBezTo>
                    <a:cubicBezTo>
                      <a:pt x="30" y="69"/>
                      <a:pt x="28" y="68"/>
                      <a:pt x="29" y="70"/>
                    </a:cubicBezTo>
                    <a:cubicBezTo>
                      <a:pt x="28" y="68"/>
                      <a:pt x="28" y="68"/>
                      <a:pt x="28" y="68"/>
                    </a:cubicBezTo>
                    <a:cubicBezTo>
                      <a:pt x="28" y="69"/>
                      <a:pt x="28" y="69"/>
                      <a:pt x="28" y="71"/>
                    </a:cubicBezTo>
                    <a:cubicBezTo>
                      <a:pt x="27" y="69"/>
                      <a:pt x="27" y="69"/>
                      <a:pt x="27" y="69"/>
                    </a:cubicBezTo>
                    <a:cubicBezTo>
                      <a:pt x="26" y="69"/>
                      <a:pt x="28" y="71"/>
                      <a:pt x="27" y="71"/>
                    </a:cubicBezTo>
                    <a:cubicBezTo>
                      <a:pt x="27" y="71"/>
                      <a:pt x="26" y="71"/>
                      <a:pt x="26" y="70"/>
                    </a:cubicBezTo>
                    <a:cubicBezTo>
                      <a:pt x="27" y="71"/>
                      <a:pt x="26" y="72"/>
                      <a:pt x="27" y="72"/>
                    </a:cubicBezTo>
                    <a:cubicBezTo>
                      <a:pt x="25" y="71"/>
                      <a:pt x="25" y="71"/>
                      <a:pt x="25" y="71"/>
                    </a:cubicBezTo>
                    <a:cubicBezTo>
                      <a:pt x="23" y="73"/>
                      <a:pt x="21" y="75"/>
                      <a:pt x="21" y="78"/>
                    </a:cubicBezTo>
                    <a:cubicBezTo>
                      <a:pt x="19" y="77"/>
                      <a:pt x="20" y="77"/>
                      <a:pt x="19" y="76"/>
                    </a:cubicBezTo>
                    <a:cubicBezTo>
                      <a:pt x="20" y="77"/>
                      <a:pt x="19" y="77"/>
                      <a:pt x="19" y="78"/>
                    </a:cubicBezTo>
                    <a:cubicBezTo>
                      <a:pt x="19" y="77"/>
                      <a:pt x="19" y="77"/>
                      <a:pt x="19" y="77"/>
                    </a:cubicBezTo>
                    <a:cubicBezTo>
                      <a:pt x="19" y="78"/>
                      <a:pt x="18" y="77"/>
                      <a:pt x="18" y="78"/>
                    </a:cubicBezTo>
                    <a:cubicBezTo>
                      <a:pt x="18" y="78"/>
                      <a:pt x="18" y="78"/>
                      <a:pt x="18" y="78"/>
                    </a:cubicBezTo>
                    <a:cubicBezTo>
                      <a:pt x="19" y="80"/>
                      <a:pt x="16" y="77"/>
                      <a:pt x="18" y="79"/>
                    </a:cubicBezTo>
                    <a:cubicBezTo>
                      <a:pt x="16" y="78"/>
                      <a:pt x="16" y="78"/>
                      <a:pt x="16" y="78"/>
                    </a:cubicBezTo>
                    <a:cubicBezTo>
                      <a:pt x="18" y="80"/>
                      <a:pt x="15" y="78"/>
                      <a:pt x="17" y="80"/>
                    </a:cubicBezTo>
                    <a:cubicBezTo>
                      <a:pt x="16" y="80"/>
                      <a:pt x="16" y="80"/>
                      <a:pt x="16" y="80"/>
                    </a:cubicBezTo>
                    <a:cubicBezTo>
                      <a:pt x="15" y="79"/>
                      <a:pt x="18" y="82"/>
                      <a:pt x="16" y="81"/>
                    </a:cubicBezTo>
                    <a:cubicBezTo>
                      <a:pt x="16" y="82"/>
                      <a:pt x="16" y="83"/>
                      <a:pt x="17" y="84"/>
                    </a:cubicBezTo>
                    <a:cubicBezTo>
                      <a:pt x="15" y="82"/>
                      <a:pt x="15" y="82"/>
                      <a:pt x="15" y="82"/>
                    </a:cubicBezTo>
                    <a:cubicBezTo>
                      <a:pt x="15" y="85"/>
                      <a:pt x="13" y="86"/>
                      <a:pt x="14" y="89"/>
                    </a:cubicBezTo>
                    <a:cubicBezTo>
                      <a:pt x="13" y="88"/>
                      <a:pt x="13" y="88"/>
                      <a:pt x="13" y="88"/>
                    </a:cubicBezTo>
                    <a:cubicBezTo>
                      <a:pt x="14" y="90"/>
                      <a:pt x="10" y="89"/>
                      <a:pt x="13" y="92"/>
                    </a:cubicBezTo>
                    <a:cubicBezTo>
                      <a:pt x="14" y="93"/>
                      <a:pt x="14" y="93"/>
                      <a:pt x="14" y="93"/>
                    </a:cubicBezTo>
                    <a:cubicBezTo>
                      <a:pt x="12" y="92"/>
                      <a:pt x="12" y="92"/>
                      <a:pt x="12" y="92"/>
                    </a:cubicBezTo>
                    <a:cubicBezTo>
                      <a:pt x="13" y="93"/>
                      <a:pt x="11" y="93"/>
                      <a:pt x="13" y="94"/>
                    </a:cubicBezTo>
                    <a:cubicBezTo>
                      <a:pt x="12" y="94"/>
                      <a:pt x="12" y="93"/>
                      <a:pt x="12" y="93"/>
                    </a:cubicBezTo>
                    <a:cubicBezTo>
                      <a:pt x="11" y="93"/>
                      <a:pt x="13" y="95"/>
                      <a:pt x="12" y="95"/>
                    </a:cubicBezTo>
                    <a:cubicBezTo>
                      <a:pt x="11" y="95"/>
                      <a:pt x="11" y="95"/>
                      <a:pt x="11" y="95"/>
                    </a:cubicBezTo>
                    <a:cubicBezTo>
                      <a:pt x="8" y="95"/>
                      <a:pt x="4" y="96"/>
                      <a:pt x="6" y="100"/>
                    </a:cubicBezTo>
                    <a:cubicBezTo>
                      <a:pt x="6" y="101"/>
                      <a:pt x="4" y="99"/>
                      <a:pt x="4" y="99"/>
                    </a:cubicBezTo>
                    <a:cubicBezTo>
                      <a:pt x="6" y="103"/>
                      <a:pt x="0" y="102"/>
                      <a:pt x="3" y="107"/>
                    </a:cubicBezTo>
                    <a:cubicBezTo>
                      <a:pt x="4" y="109"/>
                      <a:pt x="9" y="112"/>
                      <a:pt x="9" y="11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0" name="Freeform 163"/>
              <p:cNvSpPr/>
              <p:nvPr/>
            </p:nvSpPr>
            <p:spPr bwMode="auto">
              <a:xfrm>
                <a:off x="4499" y="1925"/>
                <a:ext cx="3"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1" y="2"/>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1" name="Freeform 164"/>
              <p:cNvSpPr/>
              <p:nvPr/>
            </p:nvSpPr>
            <p:spPr bwMode="auto">
              <a:xfrm>
                <a:off x="3914" y="1322"/>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2" name="Freeform 165"/>
              <p:cNvSpPr/>
              <p:nvPr/>
            </p:nvSpPr>
            <p:spPr bwMode="auto">
              <a:xfrm>
                <a:off x="3122" y="2198"/>
                <a:ext cx="2" cy="4"/>
              </a:xfrm>
              <a:custGeom>
                <a:avLst/>
                <a:gdLst>
                  <a:gd name="T0" fmla="*/ 0 w 2"/>
                  <a:gd name="T1" fmla="*/ 0 h 4"/>
                  <a:gd name="T2" fmla="*/ 0 w 2"/>
                  <a:gd name="T3" fmla="*/ 0 h 4"/>
                  <a:gd name="T4" fmla="*/ 2 w 2"/>
                  <a:gd name="T5" fmla="*/ 4 h 4"/>
                  <a:gd name="T6" fmla="*/ 0 w 2"/>
                  <a:gd name="T7" fmla="*/ 0 h 4"/>
                </a:gdLst>
                <a:ahLst/>
                <a:cxnLst>
                  <a:cxn ang="0">
                    <a:pos x="T0" y="T1"/>
                  </a:cxn>
                  <a:cxn ang="0">
                    <a:pos x="T2" y="T3"/>
                  </a:cxn>
                  <a:cxn ang="0">
                    <a:pos x="T4" y="T5"/>
                  </a:cxn>
                  <a:cxn ang="0">
                    <a:pos x="T6" y="T7"/>
                  </a:cxn>
                </a:cxnLst>
                <a:rect l="0" t="0" r="r" b="b"/>
                <a:pathLst>
                  <a:path w="2" h="4">
                    <a:moveTo>
                      <a:pt x="0" y="0"/>
                    </a:moveTo>
                    <a:lnTo>
                      <a:pt x="0" y="0"/>
                    </a:lnTo>
                    <a:lnTo>
                      <a:pt x="2"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3" name="Freeform 166"/>
              <p:cNvSpPr/>
              <p:nvPr/>
            </p:nvSpPr>
            <p:spPr bwMode="auto">
              <a:xfrm>
                <a:off x="3126" y="2183"/>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0" y="0"/>
                    </a:cubicBezTo>
                    <a:cubicBezTo>
                      <a:pt x="0"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4" name="Freeform 167"/>
              <p:cNvSpPr/>
              <p:nvPr/>
            </p:nvSpPr>
            <p:spPr bwMode="auto">
              <a:xfrm>
                <a:off x="3540" y="1543"/>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1"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5" name="Freeform 168"/>
              <p:cNvSpPr/>
              <p:nvPr/>
            </p:nvSpPr>
            <p:spPr bwMode="auto">
              <a:xfrm>
                <a:off x="3156" y="221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6" name="Freeform 169"/>
              <p:cNvSpPr/>
              <p:nvPr/>
            </p:nvSpPr>
            <p:spPr bwMode="auto">
              <a:xfrm>
                <a:off x="3129" y="218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7" name="Freeform 170"/>
              <p:cNvSpPr/>
              <p:nvPr/>
            </p:nvSpPr>
            <p:spPr bwMode="auto">
              <a:xfrm>
                <a:off x="3129" y="21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8" name="Freeform 171"/>
              <p:cNvSpPr/>
              <p:nvPr/>
            </p:nvSpPr>
            <p:spPr bwMode="auto">
              <a:xfrm>
                <a:off x="3129" y="219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9" name="Freeform 172"/>
              <p:cNvSpPr/>
              <p:nvPr/>
            </p:nvSpPr>
            <p:spPr bwMode="auto">
              <a:xfrm>
                <a:off x="3205" y="2162"/>
                <a:ext cx="2" cy="9"/>
              </a:xfrm>
              <a:custGeom>
                <a:avLst/>
                <a:gdLst>
                  <a:gd name="T0" fmla="*/ 1 w 1"/>
                  <a:gd name="T1" fmla="*/ 2 h 4"/>
                  <a:gd name="T2" fmla="*/ 1 w 1"/>
                  <a:gd name="T3" fmla="*/ 0 h 4"/>
                  <a:gd name="T4" fmla="*/ 1 w 1"/>
                  <a:gd name="T5" fmla="*/ 4 h 4"/>
                  <a:gd name="T6" fmla="*/ 1 w 1"/>
                  <a:gd name="T7" fmla="*/ 4 h 4"/>
                  <a:gd name="T8" fmla="*/ 1 w 1"/>
                  <a:gd name="T9" fmla="*/ 3 h 4"/>
                  <a:gd name="T10" fmla="*/ 1 w 1"/>
                  <a:gd name="T11" fmla="*/ 2 h 4"/>
                </a:gdLst>
                <a:ahLst/>
                <a:cxnLst>
                  <a:cxn ang="0">
                    <a:pos x="T0" y="T1"/>
                  </a:cxn>
                  <a:cxn ang="0">
                    <a:pos x="T2" y="T3"/>
                  </a:cxn>
                  <a:cxn ang="0">
                    <a:pos x="T4" y="T5"/>
                  </a:cxn>
                  <a:cxn ang="0">
                    <a:pos x="T6" y="T7"/>
                  </a:cxn>
                  <a:cxn ang="0">
                    <a:pos x="T8" y="T9"/>
                  </a:cxn>
                  <a:cxn ang="0">
                    <a:pos x="T10" y="T11"/>
                  </a:cxn>
                </a:cxnLst>
                <a:rect l="0" t="0" r="r" b="b"/>
                <a:pathLst>
                  <a:path w="1" h="4">
                    <a:moveTo>
                      <a:pt x="1" y="2"/>
                    </a:moveTo>
                    <a:cubicBezTo>
                      <a:pt x="1" y="1"/>
                      <a:pt x="1" y="0"/>
                      <a:pt x="1" y="0"/>
                    </a:cubicBezTo>
                    <a:cubicBezTo>
                      <a:pt x="1" y="1"/>
                      <a:pt x="0" y="3"/>
                      <a:pt x="1" y="4"/>
                    </a:cubicBezTo>
                    <a:cubicBezTo>
                      <a:pt x="1" y="4"/>
                      <a:pt x="1" y="4"/>
                      <a:pt x="1" y="4"/>
                    </a:cubicBezTo>
                    <a:cubicBezTo>
                      <a:pt x="1" y="4"/>
                      <a:pt x="1" y="3"/>
                      <a:pt x="1" y="3"/>
                    </a:cubicBezTo>
                    <a:cubicBezTo>
                      <a:pt x="1" y="3"/>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0" name="Freeform 173"/>
              <p:cNvSpPr/>
              <p:nvPr/>
            </p:nvSpPr>
            <p:spPr bwMode="auto">
              <a:xfrm>
                <a:off x="3207" y="216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1" name="Freeform 174"/>
              <p:cNvSpPr/>
              <p:nvPr/>
            </p:nvSpPr>
            <p:spPr bwMode="auto">
              <a:xfrm>
                <a:off x="3207" y="2169"/>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2" name="Freeform 175"/>
              <p:cNvSpPr/>
              <p:nvPr/>
            </p:nvSpPr>
            <p:spPr bwMode="auto">
              <a:xfrm>
                <a:off x="3194" y="2156"/>
                <a:ext cx="0" cy="6"/>
              </a:xfrm>
              <a:custGeom>
                <a:avLst/>
                <a:gdLst>
                  <a:gd name="T0" fmla="*/ 2 h 3"/>
                  <a:gd name="T1" fmla="*/ 2 h 3"/>
                  <a:gd name="T2" fmla="*/ 2 h 3"/>
                </a:gdLst>
                <a:ahLst/>
                <a:cxnLst>
                  <a:cxn ang="0">
                    <a:pos x="0" y="T0"/>
                  </a:cxn>
                  <a:cxn ang="0">
                    <a:pos x="0" y="T1"/>
                  </a:cxn>
                  <a:cxn ang="0">
                    <a:pos x="0" y="T2"/>
                  </a:cxn>
                </a:cxnLst>
                <a:rect l="0" t="0" r="r" b="b"/>
                <a:pathLst>
                  <a:path h="3">
                    <a:moveTo>
                      <a:pt x="0" y="2"/>
                    </a:moveTo>
                    <a:cubicBezTo>
                      <a:pt x="0" y="0"/>
                      <a:pt x="0" y="2"/>
                      <a:pt x="0" y="2"/>
                    </a:cubicBezTo>
                    <a:cubicBezTo>
                      <a:pt x="0" y="3"/>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3" name="Freeform 176"/>
              <p:cNvSpPr/>
              <p:nvPr/>
            </p:nvSpPr>
            <p:spPr bwMode="auto">
              <a:xfrm>
                <a:off x="3209" y="219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4" name="Freeform 177"/>
              <p:cNvSpPr/>
              <p:nvPr/>
            </p:nvSpPr>
            <p:spPr bwMode="auto">
              <a:xfrm>
                <a:off x="3472" y="20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5" name="Freeform 178"/>
              <p:cNvSpPr/>
              <p:nvPr/>
            </p:nvSpPr>
            <p:spPr bwMode="auto">
              <a:xfrm>
                <a:off x="3201" y="2158"/>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6" name="Freeform 179"/>
              <p:cNvSpPr/>
              <p:nvPr/>
            </p:nvSpPr>
            <p:spPr bwMode="auto">
              <a:xfrm>
                <a:off x="3211" y="2194"/>
                <a:ext cx="2" cy="4"/>
              </a:xfrm>
              <a:custGeom>
                <a:avLst/>
                <a:gdLst>
                  <a:gd name="T0" fmla="*/ 1 w 1"/>
                  <a:gd name="T1" fmla="*/ 1 h 2"/>
                  <a:gd name="T2" fmla="*/ 0 w 1"/>
                  <a:gd name="T3" fmla="*/ 2 h 2"/>
                  <a:gd name="T4" fmla="*/ 1 w 1"/>
                  <a:gd name="T5" fmla="*/ 1 h 2"/>
                </a:gdLst>
                <a:ahLst/>
                <a:cxnLst>
                  <a:cxn ang="0">
                    <a:pos x="T0" y="T1"/>
                  </a:cxn>
                  <a:cxn ang="0">
                    <a:pos x="T2" y="T3"/>
                  </a:cxn>
                  <a:cxn ang="0">
                    <a:pos x="T4" y="T5"/>
                  </a:cxn>
                </a:cxnLst>
                <a:rect l="0" t="0" r="r" b="b"/>
                <a:pathLst>
                  <a:path w="1" h="2">
                    <a:moveTo>
                      <a:pt x="1" y="1"/>
                    </a:moveTo>
                    <a:cubicBezTo>
                      <a:pt x="1" y="0"/>
                      <a:pt x="1" y="1"/>
                      <a:pt x="0" y="2"/>
                    </a:cubicBezTo>
                    <a:cubicBezTo>
                      <a:pt x="0" y="2"/>
                      <a:pt x="0"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7" name="Freeform 180"/>
              <p:cNvSpPr/>
              <p:nvPr/>
            </p:nvSpPr>
            <p:spPr bwMode="auto">
              <a:xfrm>
                <a:off x="3317" y="2561"/>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8" name="Freeform 181"/>
              <p:cNvSpPr/>
              <p:nvPr/>
            </p:nvSpPr>
            <p:spPr bwMode="auto">
              <a:xfrm>
                <a:off x="3345" y="2535"/>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9" name="Freeform 182"/>
              <p:cNvSpPr/>
              <p:nvPr/>
            </p:nvSpPr>
            <p:spPr bwMode="auto">
              <a:xfrm>
                <a:off x="3211" y="2192"/>
                <a:ext cx="2" cy="6"/>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0"/>
                      <a:pt x="1" y="0"/>
                      <a:pt x="1" y="0"/>
                    </a:cubicBezTo>
                    <a:cubicBezTo>
                      <a:pt x="0" y="1"/>
                      <a:pt x="0"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0" name="Freeform 183"/>
              <p:cNvSpPr/>
              <p:nvPr/>
            </p:nvSpPr>
            <p:spPr bwMode="auto">
              <a:xfrm>
                <a:off x="3266" y="254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1" name="Freeform 184"/>
              <p:cNvSpPr/>
              <p:nvPr/>
            </p:nvSpPr>
            <p:spPr bwMode="auto">
              <a:xfrm>
                <a:off x="3271" y="25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2" name="Freeform 185"/>
              <p:cNvSpPr/>
              <p:nvPr/>
            </p:nvSpPr>
            <p:spPr bwMode="auto">
              <a:xfrm>
                <a:off x="3273" y="255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3" name="Freeform 186"/>
              <p:cNvSpPr/>
              <p:nvPr/>
            </p:nvSpPr>
            <p:spPr bwMode="auto">
              <a:xfrm>
                <a:off x="3271" y="2557"/>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4" name="Freeform 187"/>
              <p:cNvSpPr/>
              <p:nvPr/>
            </p:nvSpPr>
            <p:spPr bwMode="auto">
              <a:xfrm>
                <a:off x="4616" y="18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5" name="Freeform 188"/>
              <p:cNvSpPr/>
              <p:nvPr/>
            </p:nvSpPr>
            <p:spPr bwMode="auto">
              <a:xfrm>
                <a:off x="3175" y="221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6" name="Freeform 189"/>
              <p:cNvSpPr/>
              <p:nvPr/>
            </p:nvSpPr>
            <p:spPr bwMode="auto">
              <a:xfrm>
                <a:off x="3137" y="218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7" name="Freeform 190"/>
              <p:cNvSpPr/>
              <p:nvPr/>
            </p:nvSpPr>
            <p:spPr bwMode="auto">
              <a:xfrm>
                <a:off x="3203" y="2166"/>
                <a:ext cx="2" cy="5"/>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0" y="2"/>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8" name="Freeform 191"/>
              <p:cNvSpPr/>
              <p:nvPr/>
            </p:nvSpPr>
            <p:spPr bwMode="auto">
              <a:xfrm>
                <a:off x="4497" y="192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9" name="Freeform 192"/>
              <p:cNvSpPr/>
              <p:nvPr/>
            </p:nvSpPr>
            <p:spPr bwMode="auto">
              <a:xfrm>
                <a:off x="3082" y="2156"/>
                <a:ext cx="131" cy="91"/>
              </a:xfrm>
              <a:custGeom>
                <a:avLst/>
                <a:gdLst>
                  <a:gd name="T0" fmla="*/ 46 w 62"/>
                  <a:gd name="T1" fmla="*/ 23 h 43"/>
                  <a:gd name="T2" fmla="*/ 51 w 62"/>
                  <a:gd name="T3" fmla="*/ 20 h 43"/>
                  <a:gd name="T4" fmla="*/ 54 w 62"/>
                  <a:gd name="T5" fmla="*/ 19 h 43"/>
                  <a:gd name="T6" fmla="*/ 58 w 62"/>
                  <a:gd name="T7" fmla="*/ 21 h 43"/>
                  <a:gd name="T8" fmla="*/ 60 w 62"/>
                  <a:gd name="T9" fmla="*/ 20 h 43"/>
                  <a:gd name="T10" fmla="*/ 61 w 62"/>
                  <a:gd name="T11" fmla="*/ 16 h 43"/>
                  <a:gd name="T12" fmla="*/ 62 w 62"/>
                  <a:gd name="T13" fmla="*/ 13 h 43"/>
                  <a:gd name="T14" fmla="*/ 62 w 62"/>
                  <a:gd name="T15" fmla="*/ 11 h 43"/>
                  <a:gd name="T16" fmla="*/ 58 w 62"/>
                  <a:gd name="T17" fmla="*/ 12 h 43"/>
                  <a:gd name="T18" fmla="*/ 56 w 62"/>
                  <a:gd name="T19" fmla="*/ 9 h 43"/>
                  <a:gd name="T20" fmla="*/ 57 w 62"/>
                  <a:gd name="T21" fmla="*/ 2 h 43"/>
                  <a:gd name="T22" fmla="*/ 56 w 62"/>
                  <a:gd name="T23" fmla="*/ 2 h 43"/>
                  <a:gd name="T24" fmla="*/ 55 w 62"/>
                  <a:gd name="T25" fmla="*/ 5 h 43"/>
                  <a:gd name="T26" fmla="*/ 54 w 62"/>
                  <a:gd name="T27" fmla="*/ 3 h 43"/>
                  <a:gd name="T28" fmla="*/ 53 w 62"/>
                  <a:gd name="T29" fmla="*/ 8 h 43"/>
                  <a:gd name="T30" fmla="*/ 51 w 62"/>
                  <a:gd name="T31" fmla="*/ 3 h 43"/>
                  <a:gd name="T32" fmla="*/ 51 w 62"/>
                  <a:gd name="T33" fmla="*/ 1 h 43"/>
                  <a:gd name="T34" fmla="*/ 50 w 62"/>
                  <a:gd name="T35" fmla="*/ 4 h 43"/>
                  <a:gd name="T36" fmla="*/ 49 w 62"/>
                  <a:gd name="T37" fmla="*/ 2 h 43"/>
                  <a:gd name="T38" fmla="*/ 48 w 62"/>
                  <a:gd name="T39" fmla="*/ 7 h 43"/>
                  <a:gd name="T40" fmla="*/ 47 w 62"/>
                  <a:gd name="T41" fmla="*/ 12 h 43"/>
                  <a:gd name="T42" fmla="*/ 46 w 62"/>
                  <a:gd name="T43" fmla="*/ 7 h 43"/>
                  <a:gd name="T44" fmla="*/ 43 w 62"/>
                  <a:gd name="T45" fmla="*/ 7 h 43"/>
                  <a:gd name="T46" fmla="*/ 42 w 62"/>
                  <a:gd name="T47" fmla="*/ 7 h 43"/>
                  <a:gd name="T48" fmla="*/ 40 w 62"/>
                  <a:gd name="T49" fmla="*/ 8 h 43"/>
                  <a:gd name="T50" fmla="*/ 37 w 62"/>
                  <a:gd name="T51" fmla="*/ 9 h 43"/>
                  <a:gd name="T52" fmla="*/ 36 w 62"/>
                  <a:gd name="T53" fmla="*/ 10 h 43"/>
                  <a:gd name="T54" fmla="*/ 36 w 62"/>
                  <a:gd name="T55" fmla="*/ 10 h 43"/>
                  <a:gd name="T56" fmla="*/ 35 w 62"/>
                  <a:gd name="T57" fmla="*/ 12 h 43"/>
                  <a:gd name="T58" fmla="*/ 34 w 62"/>
                  <a:gd name="T59" fmla="*/ 10 h 43"/>
                  <a:gd name="T60" fmla="*/ 33 w 62"/>
                  <a:gd name="T61" fmla="*/ 12 h 43"/>
                  <a:gd name="T62" fmla="*/ 30 w 62"/>
                  <a:gd name="T63" fmla="*/ 11 h 43"/>
                  <a:gd name="T64" fmla="*/ 28 w 62"/>
                  <a:gd name="T65" fmla="*/ 12 h 43"/>
                  <a:gd name="T66" fmla="*/ 26 w 62"/>
                  <a:gd name="T67" fmla="*/ 12 h 43"/>
                  <a:gd name="T68" fmla="*/ 26 w 62"/>
                  <a:gd name="T69" fmla="*/ 14 h 43"/>
                  <a:gd name="T70" fmla="*/ 25 w 62"/>
                  <a:gd name="T71" fmla="*/ 13 h 43"/>
                  <a:gd name="T72" fmla="*/ 24 w 62"/>
                  <a:gd name="T73" fmla="*/ 15 h 43"/>
                  <a:gd name="T74" fmla="*/ 22 w 62"/>
                  <a:gd name="T75" fmla="*/ 16 h 43"/>
                  <a:gd name="T76" fmla="*/ 21 w 62"/>
                  <a:gd name="T77" fmla="*/ 17 h 43"/>
                  <a:gd name="T78" fmla="*/ 22 w 62"/>
                  <a:gd name="T79" fmla="*/ 25 h 43"/>
                  <a:gd name="T80" fmla="*/ 19 w 62"/>
                  <a:gd name="T81" fmla="*/ 21 h 43"/>
                  <a:gd name="T82" fmla="*/ 17 w 62"/>
                  <a:gd name="T83" fmla="*/ 23 h 43"/>
                  <a:gd name="T84" fmla="*/ 16 w 62"/>
                  <a:gd name="T85" fmla="*/ 23 h 43"/>
                  <a:gd name="T86" fmla="*/ 11 w 62"/>
                  <a:gd name="T87" fmla="*/ 24 h 43"/>
                  <a:gd name="T88" fmla="*/ 10 w 62"/>
                  <a:gd name="T89" fmla="*/ 24 h 43"/>
                  <a:gd name="T90" fmla="*/ 8 w 62"/>
                  <a:gd name="T91" fmla="*/ 31 h 43"/>
                  <a:gd name="T92" fmla="*/ 7 w 62"/>
                  <a:gd name="T93" fmla="*/ 32 h 43"/>
                  <a:gd name="T94" fmla="*/ 12 w 62"/>
                  <a:gd name="T95" fmla="*/ 41 h 43"/>
                  <a:gd name="T96" fmla="*/ 18 w 62"/>
                  <a:gd name="T97" fmla="*/ 38 h 43"/>
                  <a:gd name="T98" fmla="*/ 28 w 62"/>
                  <a:gd name="T99" fmla="*/ 27 h 43"/>
                  <a:gd name="T100" fmla="*/ 31 w 62"/>
                  <a:gd name="T101" fmla="*/ 31 h 43"/>
                  <a:gd name="T102" fmla="*/ 36 w 62"/>
                  <a:gd name="T103" fmla="*/ 29 h 43"/>
                  <a:gd name="T104" fmla="*/ 41 w 62"/>
                  <a:gd name="T105"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43">
                    <a:moveTo>
                      <a:pt x="44" y="25"/>
                    </a:moveTo>
                    <a:cubicBezTo>
                      <a:pt x="44" y="25"/>
                      <a:pt x="44" y="26"/>
                      <a:pt x="44" y="26"/>
                    </a:cubicBezTo>
                    <a:cubicBezTo>
                      <a:pt x="44" y="26"/>
                      <a:pt x="44" y="26"/>
                      <a:pt x="45" y="27"/>
                    </a:cubicBezTo>
                    <a:cubicBezTo>
                      <a:pt x="45" y="26"/>
                      <a:pt x="45" y="25"/>
                      <a:pt x="45" y="25"/>
                    </a:cubicBezTo>
                    <a:cubicBezTo>
                      <a:pt x="46" y="27"/>
                      <a:pt x="46" y="25"/>
                      <a:pt x="46" y="26"/>
                    </a:cubicBezTo>
                    <a:cubicBezTo>
                      <a:pt x="46" y="24"/>
                      <a:pt x="46" y="22"/>
                      <a:pt x="46" y="23"/>
                    </a:cubicBezTo>
                    <a:cubicBezTo>
                      <a:pt x="46" y="26"/>
                      <a:pt x="46" y="26"/>
                      <a:pt x="46" y="26"/>
                    </a:cubicBezTo>
                    <a:cubicBezTo>
                      <a:pt x="47" y="24"/>
                      <a:pt x="48" y="27"/>
                      <a:pt x="48" y="23"/>
                    </a:cubicBezTo>
                    <a:cubicBezTo>
                      <a:pt x="48" y="25"/>
                      <a:pt x="48" y="25"/>
                      <a:pt x="48" y="25"/>
                    </a:cubicBezTo>
                    <a:cubicBezTo>
                      <a:pt x="49" y="23"/>
                      <a:pt x="50" y="25"/>
                      <a:pt x="50" y="22"/>
                    </a:cubicBezTo>
                    <a:cubicBezTo>
                      <a:pt x="50" y="23"/>
                      <a:pt x="51" y="23"/>
                      <a:pt x="51" y="23"/>
                    </a:cubicBezTo>
                    <a:cubicBezTo>
                      <a:pt x="51" y="22"/>
                      <a:pt x="51" y="22"/>
                      <a:pt x="51" y="20"/>
                    </a:cubicBezTo>
                    <a:cubicBezTo>
                      <a:pt x="51" y="20"/>
                      <a:pt x="52" y="21"/>
                      <a:pt x="52" y="21"/>
                    </a:cubicBezTo>
                    <a:cubicBezTo>
                      <a:pt x="52" y="22"/>
                      <a:pt x="52" y="24"/>
                      <a:pt x="52" y="22"/>
                    </a:cubicBezTo>
                    <a:cubicBezTo>
                      <a:pt x="52" y="23"/>
                      <a:pt x="52" y="23"/>
                      <a:pt x="52" y="23"/>
                    </a:cubicBezTo>
                    <a:cubicBezTo>
                      <a:pt x="53" y="22"/>
                      <a:pt x="53" y="20"/>
                      <a:pt x="53" y="21"/>
                    </a:cubicBezTo>
                    <a:cubicBezTo>
                      <a:pt x="54" y="20"/>
                      <a:pt x="54" y="20"/>
                      <a:pt x="54" y="18"/>
                    </a:cubicBezTo>
                    <a:cubicBezTo>
                      <a:pt x="54" y="18"/>
                      <a:pt x="54" y="20"/>
                      <a:pt x="54" y="19"/>
                    </a:cubicBezTo>
                    <a:cubicBezTo>
                      <a:pt x="54" y="21"/>
                      <a:pt x="54" y="21"/>
                      <a:pt x="54" y="21"/>
                    </a:cubicBezTo>
                    <a:cubicBezTo>
                      <a:pt x="54" y="21"/>
                      <a:pt x="55" y="20"/>
                      <a:pt x="56" y="19"/>
                    </a:cubicBezTo>
                    <a:cubicBezTo>
                      <a:pt x="56" y="22"/>
                      <a:pt x="56" y="19"/>
                      <a:pt x="57" y="21"/>
                    </a:cubicBezTo>
                    <a:cubicBezTo>
                      <a:pt x="57" y="19"/>
                      <a:pt x="57" y="21"/>
                      <a:pt x="58" y="18"/>
                    </a:cubicBezTo>
                    <a:cubicBezTo>
                      <a:pt x="57" y="20"/>
                      <a:pt x="57" y="20"/>
                      <a:pt x="57" y="20"/>
                    </a:cubicBezTo>
                    <a:cubicBezTo>
                      <a:pt x="58" y="20"/>
                      <a:pt x="58" y="20"/>
                      <a:pt x="58" y="21"/>
                    </a:cubicBezTo>
                    <a:cubicBezTo>
                      <a:pt x="58" y="21"/>
                      <a:pt x="59" y="19"/>
                      <a:pt x="59" y="18"/>
                    </a:cubicBezTo>
                    <a:cubicBezTo>
                      <a:pt x="59" y="20"/>
                      <a:pt x="59" y="20"/>
                      <a:pt x="59" y="20"/>
                    </a:cubicBezTo>
                    <a:cubicBezTo>
                      <a:pt x="59" y="19"/>
                      <a:pt x="60" y="17"/>
                      <a:pt x="60" y="15"/>
                    </a:cubicBezTo>
                    <a:cubicBezTo>
                      <a:pt x="60" y="16"/>
                      <a:pt x="60" y="15"/>
                      <a:pt x="60" y="16"/>
                    </a:cubicBezTo>
                    <a:cubicBezTo>
                      <a:pt x="60" y="17"/>
                      <a:pt x="59" y="19"/>
                      <a:pt x="59" y="20"/>
                    </a:cubicBezTo>
                    <a:cubicBezTo>
                      <a:pt x="59" y="21"/>
                      <a:pt x="60" y="18"/>
                      <a:pt x="60" y="20"/>
                    </a:cubicBezTo>
                    <a:cubicBezTo>
                      <a:pt x="60" y="20"/>
                      <a:pt x="60" y="20"/>
                      <a:pt x="60" y="18"/>
                    </a:cubicBezTo>
                    <a:cubicBezTo>
                      <a:pt x="60" y="20"/>
                      <a:pt x="60" y="20"/>
                      <a:pt x="60" y="20"/>
                    </a:cubicBezTo>
                    <a:cubicBezTo>
                      <a:pt x="60" y="20"/>
                      <a:pt x="60" y="20"/>
                      <a:pt x="60" y="19"/>
                    </a:cubicBezTo>
                    <a:cubicBezTo>
                      <a:pt x="60" y="19"/>
                      <a:pt x="60" y="19"/>
                      <a:pt x="60" y="19"/>
                    </a:cubicBezTo>
                    <a:cubicBezTo>
                      <a:pt x="61" y="17"/>
                      <a:pt x="61" y="17"/>
                      <a:pt x="62" y="15"/>
                    </a:cubicBezTo>
                    <a:cubicBezTo>
                      <a:pt x="61" y="16"/>
                      <a:pt x="61" y="16"/>
                      <a:pt x="61" y="16"/>
                    </a:cubicBezTo>
                    <a:cubicBezTo>
                      <a:pt x="62" y="15"/>
                      <a:pt x="62" y="14"/>
                      <a:pt x="62" y="16"/>
                    </a:cubicBezTo>
                    <a:cubicBezTo>
                      <a:pt x="61" y="17"/>
                      <a:pt x="61" y="18"/>
                      <a:pt x="61" y="19"/>
                    </a:cubicBezTo>
                    <a:cubicBezTo>
                      <a:pt x="62" y="15"/>
                      <a:pt x="62" y="15"/>
                      <a:pt x="62" y="15"/>
                    </a:cubicBezTo>
                    <a:cubicBezTo>
                      <a:pt x="62" y="16"/>
                      <a:pt x="62" y="16"/>
                      <a:pt x="62" y="14"/>
                    </a:cubicBezTo>
                    <a:cubicBezTo>
                      <a:pt x="62" y="15"/>
                      <a:pt x="62" y="15"/>
                      <a:pt x="62" y="15"/>
                    </a:cubicBezTo>
                    <a:cubicBezTo>
                      <a:pt x="62" y="13"/>
                      <a:pt x="62" y="13"/>
                      <a:pt x="62" y="13"/>
                    </a:cubicBezTo>
                    <a:cubicBezTo>
                      <a:pt x="62" y="14"/>
                      <a:pt x="62" y="12"/>
                      <a:pt x="61" y="14"/>
                    </a:cubicBezTo>
                    <a:cubicBezTo>
                      <a:pt x="61" y="15"/>
                      <a:pt x="61" y="15"/>
                      <a:pt x="61" y="15"/>
                    </a:cubicBezTo>
                    <a:cubicBezTo>
                      <a:pt x="61" y="15"/>
                      <a:pt x="60" y="17"/>
                      <a:pt x="61" y="15"/>
                    </a:cubicBezTo>
                    <a:cubicBezTo>
                      <a:pt x="61" y="13"/>
                      <a:pt x="61" y="13"/>
                      <a:pt x="61" y="13"/>
                    </a:cubicBezTo>
                    <a:cubicBezTo>
                      <a:pt x="61" y="13"/>
                      <a:pt x="61" y="14"/>
                      <a:pt x="61" y="14"/>
                    </a:cubicBezTo>
                    <a:cubicBezTo>
                      <a:pt x="62" y="11"/>
                      <a:pt x="62" y="11"/>
                      <a:pt x="62" y="11"/>
                    </a:cubicBezTo>
                    <a:cubicBezTo>
                      <a:pt x="61" y="15"/>
                      <a:pt x="61" y="12"/>
                      <a:pt x="60" y="13"/>
                    </a:cubicBezTo>
                    <a:cubicBezTo>
                      <a:pt x="61" y="12"/>
                      <a:pt x="61" y="12"/>
                      <a:pt x="61" y="12"/>
                    </a:cubicBezTo>
                    <a:cubicBezTo>
                      <a:pt x="61" y="11"/>
                      <a:pt x="60" y="14"/>
                      <a:pt x="60" y="14"/>
                    </a:cubicBezTo>
                    <a:cubicBezTo>
                      <a:pt x="60" y="13"/>
                      <a:pt x="61" y="11"/>
                      <a:pt x="61" y="10"/>
                    </a:cubicBezTo>
                    <a:cubicBezTo>
                      <a:pt x="60" y="10"/>
                      <a:pt x="59" y="12"/>
                      <a:pt x="59" y="10"/>
                    </a:cubicBezTo>
                    <a:cubicBezTo>
                      <a:pt x="59" y="10"/>
                      <a:pt x="59" y="11"/>
                      <a:pt x="58" y="12"/>
                    </a:cubicBezTo>
                    <a:cubicBezTo>
                      <a:pt x="58" y="12"/>
                      <a:pt x="59" y="9"/>
                      <a:pt x="58" y="11"/>
                    </a:cubicBezTo>
                    <a:cubicBezTo>
                      <a:pt x="58" y="10"/>
                      <a:pt x="58" y="9"/>
                      <a:pt x="59" y="8"/>
                    </a:cubicBezTo>
                    <a:cubicBezTo>
                      <a:pt x="58" y="9"/>
                      <a:pt x="58" y="8"/>
                      <a:pt x="58" y="10"/>
                    </a:cubicBezTo>
                    <a:cubicBezTo>
                      <a:pt x="58" y="9"/>
                      <a:pt x="57" y="9"/>
                      <a:pt x="57" y="9"/>
                    </a:cubicBezTo>
                    <a:cubicBezTo>
                      <a:pt x="57" y="9"/>
                      <a:pt x="57" y="8"/>
                      <a:pt x="57" y="7"/>
                    </a:cubicBezTo>
                    <a:cubicBezTo>
                      <a:pt x="57" y="8"/>
                      <a:pt x="56" y="9"/>
                      <a:pt x="56" y="9"/>
                    </a:cubicBezTo>
                    <a:cubicBezTo>
                      <a:pt x="56" y="11"/>
                      <a:pt x="56" y="11"/>
                      <a:pt x="56" y="12"/>
                    </a:cubicBezTo>
                    <a:cubicBezTo>
                      <a:pt x="56" y="13"/>
                      <a:pt x="56" y="13"/>
                      <a:pt x="56" y="13"/>
                    </a:cubicBezTo>
                    <a:cubicBezTo>
                      <a:pt x="56" y="11"/>
                      <a:pt x="56" y="9"/>
                      <a:pt x="56" y="9"/>
                    </a:cubicBezTo>
                    <a:cubicBezTo>
                      <a:pt x="56" y="6"/>
                      <a:pt x="56" y="9"/>
                      <a:pt x="56" y="6"/>
                    </a:cubicBezTo>
                    <a:cubicBezTo>
                      <a:pt x="56" y="4"/>
                      <a:pt x="57" y="4"/>
                      <a:pt x="57" y="5"/>
                    </a:cubicBezTo>
                    <a:cubicBezTo>
                      <a:pt x="58" y="3"/>
                      <a:pt x="57" y="5"/>
                      <a:pt x="57" y="2"/>
                    </a:cubicBezTo>
                    <a:cubicBezTo>
                      <a:pt x="57" y="3"/>
                      <a:pt x="57" y="4"/>
                      <a:pt x="56" y="4"/>
                    </a:cubicBezTo>
                    <a:cubicBezTo>
                      <a:pt x="56" y="5"/>
                      <a:pt x="56" y="6"/>
                      <a:pt x="56" y="7"/>
                    </a:cubicBezTo>
                    <a:cubicBezTo>
                      <a:pt x="56" y="9"/>
                      <a:pt x="56" y="5"/>
                      <a:pt x="56" y="5"/>
                    </a:cubicBezTo>
                    <a:cubicBezTo>
                      <a:pt x="56" y="4"/>
                      <a:pt x="56" y="4"/>
                      <a:pt x="56" y="4"/>
                    </a:cubicBezTo>
                    <a:cubicBezTo>
                      <a:pt x="56" y="3"/>
                      <a:pt x="55" y="5"/>
                      <a:pt x="55" y="5"/>
                    </a:cubicBezTo>
                    <a:cubicBezTo>
                      <a:pt x="55" y="1"/>
                      <a:pt x="56" y="4"/>
                      <a:pt x="56" y="2"/>
                    </a:cubicBezTo>
                    <a:cubicBezTo>
                      <a:pt x="56" y="0"/>
                      <a:pt x="56" y="0"/>
                      <a:pt x="56" y="0"/>
                    </a:cubicBezTo>
                    <a:cubicBezTo>
                      <a:pt x="55" y="0"/>
                      <a:pt x="56" y="3"/>
                      <a:pt x="55" y="2"/>
                    </a:cubicBezTo>
                    <a:cubicBezTo>
                      <a:pt x="55" y="1"/>
                      <a:pt x="55" y="1"/>
                      <a:pt x="55" y="1"/>
                    </a:cubicBezTo>
                    <a:cubicBezTo>
                      <a:pt x="55" y="1"/>
                      <a:pt x="55" y="1"/>
                      <a:pt x="55" y="1"/>
                    </a:cubicBezTo>
                    <a:cubicBezTo>
                      <a:pt x="55" y="3"/>
                      <a:pt x="55" y="4"/>
                      <a:pt x="55" y="4"/>
                    </a:cubicBezTo>
                    <a:cubicBezTo>
                      <a:pt x="55" y="7"/>
                      <a:pt x="55" y="5"/>
                      <a:pt x="55" y="5"/>
                    </a:cubicBezTo>
                    <a:cubicBezTo>
                      <a:pt x="54" y="7"/>
                      <a:pt x="55" y="5"/>
                      <a:pt x="55" y="7"/>
                    </a:cubicBezTo>
                    <a:cubicBezTo>
                      <a:pt x="55" y="8"/>
                      <a:pt x="54" y="9"/>
                      <a:pt x="54" y="9"/>
                    </a:cubicBezTo>
                    <a:cubicBezTo>
                      <a:pt x="54" y="9"/>
                      <a:pt x="54" y="7"/>
                      <a:pt x="54" y="6"/>
                    </a:cubicBezTo>
                    <a:cubicBezTo>
                      <a:pt x="54" y="5"/>
                      <a:pt x="54" y="5"/>
                      <a:pt x="54" y="6"/>
                    </a:cubicBezTo>
                    <a:cubicBezTo>
                      <a:pt x="55" y="4"/>
                      <a:pt x="54" y="3"/>
                      <a:pt x="55" y="1"/>
                    </a:cubicBezTo>
                    <a:cubicBezTo>
                      <a:pt x="54" y="0"/>
                      <a:pt x="54" y="2"/>
                      <a:pt x="54" y="3"/>
                    </a:cubicBezTo>
                    <a:cubicBezTo>
                      <a:pt x="54" y="3"/>
                      <a:pt x="54" y="5"/>
                      <a:pt x="54" y="5"/>
                    </a:cubicBezTo>
                    <a:cubicBezTo>
                      <a:pt x="54" y="10"/>
                      <a:pt x="54" y="2"/>
                      <a:pt x="53" y="3"/>
                    </a:cubicBezTo>
                    <a:cubicBezTo>
                      <a:pt x="53" y="6"/>
                      <a:pt x="53" y="7"/>
                      <a:pt x="53" y="10"/>
                    </a:cubicBezTo>
                    <a:cubicBezTo>
                      <a:pt x="53" y="11"/>
                      <a:pt x="53" y="12"/>
                      <a:pt x="53" y="11"/>
                    </a:cubicBezTo>
                    <a:cubicBezTo>
                      <a:pt x="53" y="9"/>
                      <a:pt x="53" y="10"/>
                      <a:pt x="53" y="8"/>
                    </a:cubicBezTo>
                    <a:cubicBezTo>
                      <a:pt x="53" y="8"/>
                      <a:pt x="53" y="8"/>
                      <a:pt x="53" y="8"/>
                    </a:cubicBezTo>
                    <a:cubicBezTo>
                      <a:pt x="53" y="5"/>
                      <a:pt x="53" y="5"/>
                      <a:pt x="53" y="5"/>
                    </a:cubicBezTo>
                    <a:cubicBezTo>
                      <a:pt x="53" y="4"/>
                      <a:pt x="52" y="2"/>
                      <a:pt x="52" y="1"/>
                    </a:cubicBezTo>
                    <a:cubicBezTo>
                      <a:pt x="52" y="2"/>
                      <a:pt x="52" y="3"/>
                      <a:pt x="52" y="4"/>
                    </a:cubicBezTo>
                    <a:cubicBezTo>
                      <a:pt x="52" y="3"/>
                      <a:pt x="52" y="2"/>
                      <a:pt x="52" y="2"/>
                    </a:cubicBezTo>
                    <a:cubicBezTo>
                      <a:pt x="52" y="3"/>
                      <a:pt x="52" y="5"/>
                      <a:pt x="52" y="5"/>
                    </a:cubicBezTo>
                    <a:cubicBezTo>
                      <a:pt x="52" y="5"/>
                      <a:pt x="51" y="3"/>
                      <a:pt x="51" y="3"/>
                    </a:cubicBezTo>
                    <a:cubicBezTo>
                      <a:pt x="52" y="1"/>
                      <a:pt x="52" y="1"/>
                      <a:pt x="52" y="1"/>
                    </a:cubicBezTo>
                    <a:cubicBezTo>
                      <a:pt x="52" y="3"/>
                      <a:pt x="52" y="0"/>
                      <a:pt x="51" y="1"/>
                    </a:cubicBezTo>
                    <a:cubicBezTo>
                      <a:pt x="51" y="2"/>
                      <a:pt x="51" y="4"/>
                      <a:pt x="51" y="5"/>
                    </a:cubicBezTo>
                    <a:cubicBezTo>
                      <a:pt x="51" y="6"/>
                      <a:pt x="51" y="4"/>
                      <a:pt x="51" y="5"/>
                    </a:cubicBezTo>
                    <a:cubicBezTo>
                      <a:pt x="51" y="3"/>
                      <a:pt x="51" y="3"/>
                      <a:pt x="51" y="3"/>
                    </a:cubicBezTo>
                    <a:cubicBezTo>
                      <a:pt x="51" y="4"/>
                      <a:pt x="51" y="0"/>
                      <a:pt x="51" y="1"/>
                    </a:cubicBezTo>
                    <a:cubicBezTo>
                      <a:pt x="51" y="3"/>
                      <a:pt x="51" y="3"/>
                      <a:pt x="51" y="3"/>
                    </a:cubicBezTo>
                    <a:cubicBezTo>
                      <a:pt x="51" y="2"/>
                      <a:pt x="51" y="2"/>
                      <a:pt x="51" y="1"/>
                    </a:cubicBezTo>
                    <a:cubicBezTo>
                      <a:pt x="51" y="2"/>
                      <a:pt x="50" y="2"/>
                      <a:pt x="50" y="2"/>
                    </a:cubicBezTo>
                    <a:cubicBezTo>
                      <a:pt x="50" y="1"/>
                      <a:pt x="50" y="1"/>
                      <a:pt x="50" y="1"/>
                    </a:cubicBezTo>
                    <a:cubicBezTo>
                      <a:pt x="50" y="2"/>
                      <a:pt x="50" y="4"/>
                      <a:pt x="50" y="2"/>
                    </a:cubicBezTo>
                    <a:cubicBezTo>
                      <a:pt x="50" y="5"/>
                      <a:pt x="50" y="2"/>
                      <a:pt x="50" y="4"/>
                    </a:cubicBezTo>
                    <a:cubicBezTo>
                      <a:pt x="51" y="5"/>
                      <a:pt x="50" y="5"/>
                      <a:pt x="50" y="6"/>
                    </a:cubicBezTo>
                    <a:cubicBezTo>
                      <a:pt x="50" y="3"/>
                      <a:pt x="50" y="5"/>
                      <a:pt x="50" y="5"/>
                    </a:cubicBezTo>
                    <a:cubicBezTo>
                      <a:pt x="50" y="4"/>
                      <a:pt x="49" y="4"/>
                      <a:pt x="49" y="3"/>
                    </a:cubicBezTo>
                    <a:cubicBezTo>
                      <a:pt x="49" y="5"/>
                      <a:pt x="49" y="5"/>
                      <a:pt x="49" y="5"/>
                    </a:cubicBezTo>
                    <a:cubicBezTo>
                      <a:pt x="49" y="2"/>
                      <a:pt x="49" y="6"/>
                      <a:pt x="49" y="5"/>
                    </a:cubicBezTo>
                    <a:cubicBezTo>
                      <a:pt x="49" y="4"/>
                      <a:pt x="49" y="2"/>
                      <a:pt x="49" y="2"/>
                    </a:cubicBezTo>
                    <a:cubicBezTo>
                      <a:pt x="49" y="4"/>
                      <a:pt x="49" y="5"/>
                      <a:pt x="49" y="7"/>
                    </a:cubicBezTo>
                    <a:cubicBezTo>
                      <a:pt x="48" y="6"/>
                      <a:pt x="49" y="4"/>
                      <a:pt x="48" y="2"/>
                    </a:cubicBezTo>
                    <a:cubicBezTo>
                      <a:pt x="48" y="4"/>
                      <a:pt x="48" y="0"/>
                      <a:pt x="48" y="3"/>
                    </a:cubicBezTo>
                    <a:cubicBezTo>
                      <a:pt x="48" y="6"/>
                      <a:pt x="48" y="6"/>
                      <a:pt x="48" y="6"/>
                    </a:cubicBezTo>
                    <a:cubicBezTo>
                      <a:pt x="48" y="6"/>
                      <a:pt x="48" y="5"/>
                      <a:pt x="48" y="4"/>
                    </a:cubicBezTo>
                    <a:cubicBezTo>
                      <a:pt x="48" y="4"/>
                      <a:pt x="48" y="6"/>
                      <a:pt x="48" y="7"/>
                    </a:cubicBezTo>
                    <a:cubicBezTo>
                      <a:pt x="48" y="6"/>
                      <a:pt x="48" y="9"/>
                      <a:pt x="47" y="7"/>
                    </a:cubicBezTo>
                    <a:cubicBezTo>
                      <a:pt x="47" y="6"/>
                      <a:pt x="48" y="7"/>
                      <a:pt x="48" y="5"/>
                    </a:cubicBezTo>
                    <a:cubicBezTo>
                      <a:pt x="47" y="5"/>
                      <a:pt x="48" y="9"/>
                      <a:pt x="47" y="10"/>
                    </a:cubicBezTo>
                    <a:cubicBezTo>
                      <a:pt x="48" y="11"/>
                      <a:pt x="48" y="14"/>
                      <a:pt x="48" y="15"/>
                    </a:cubicBezTo>
                    <a:cubicBezTo>
                      <a:pt x="47" y="14"/>
                      <a:pt x="48" y="14"/>
                      <a:pt x="47" y="12"/>
                    </a:cubicBezTo>
                    <a:cubicBezTo>
                      <a:pt x="47" y="12"/>
                      <a:pt x="47" y="12"/>
                      <a:pt x="47" y="12"/>
                    </a:cubicBezTo>
                    <a:cubicBezTo>
                      <a:pt x="47" y="9"/>
                      <a:pt x="47" y="7"/>
                      <a:pt x="47" y="5"/>
                    </a:cubicBezTo>
                    <a:cubicBezTo>
                      <a:pt x="47" y="6"/>
                      <a:pt x="47" y="6"/>
                      <a:pt x="47" y="6"/>
                    </a:cubicBezTo>
                    <a:cubicBezTo>
                      <a:pt x="47" y="3"/>
                      <a:pt x="47" y="3"/>
                      <a:pt x="47" y="3"/>
                    </a:cubicBezTo>
                    <a:cubicBezTo>
                      <a:pt x="47" y="5"/>
                      <a:pt x="46" y="3"/>
                      <a:pt x="46" y="4"/>
                    </a:cubicBezTo>
                    <a:cubicBezTo>
                      <a:pt x="46" y="6"/>
                      <a:pt x="46" y="3"/>
                      <a:pt x="46" y="5"/>
                    </a:cubicBezTo>
                    <a:cubicBezTo>
                      <a:pt x="46" y="5"/>
                      <a:pt x="47" y="8"/>
                      <a:pt x="46" y="7"/>
                    </a:cubicBezTo>
                    <a:cubicBezTo>
                      <a:pt x="46" y="4"/>
                      <a:pt x="46" y="4"/>
                      <a:pt x="46" y="4"/>
                    </a:cubicBezTo>
                    <a:cubicBezTo>
                      <a:pt x="46" y="3"/>
                      <a:pt x="46" y="6"/>
                      <a:pt x="46" y="5"/>
                    </a:cubicBezTo>
                    <a:cubicBezTo>
                      <a:pt x="46" y="4"/>
                      <a:pt x="46" y="4"/>
                      <a:pt x="46" y="4"/>
                    </a:cubicBezTo>
                    <a:cubicBezTo>
                      <a:pt x="45" y="4"/>
                      <a:pt x="44" y="4"/>
                      <a:pt x="44" y="8"/>
                    </a:cubicBezTo>
                    <a:cubicBezTo>
                      <a:pt x="44" y="6"/>
                      <a:pt x="43" y="6"/>
                      <a:pt x="43" y="5"/>
                    </a:cubicBezTo>
                    <a:cubicBezTo>
                      <a:pt x="43" y="6"/>
                      <a:pt x="43" y="7"/>
                      <a:pt x="43" y="7"/>
                    </a:cubicBezTo>
                    <a:cubicBezTo>
                      <a:pt x="43" y="5"/>
                      <a:pt x="43" y="5"/>
                      <a:pt x="43" y="5"/>
                    </a:cubicBezTo>
                    <a:cubicBezTo>
                      <a:pt x="42" y="4"/>
                      <a:pt x="42" y="6"/>
                      <a:pt x="42" y="7"/>
                    </a:cubicBezTo>
                    <a:cubicBezTo>
                      <a:pt x="42" y="6"/>
                      <a:pt x="42" y="6"/>
                      <a:pt x="42" y="6"/>
                    </a:cubicBezTo>
                    <a:cubicBezTo>
                      <a:pt x="42" y="4"/>
                      <a:pt x="42" y="7"/>
                      <a:pt x="42" y="7"/>
                    </a:cubicBezTo>
                    <a:cubicBezTo>
                      <a:pt x="42" y="6"/>
                      <a:pt x="42" y="6"/>
                      <a:pt x="42" y="6"/>
                    </a:cubicBezTo>
                    <a:cubicBezTo>
                      <a:pt x="42" y="7"/>
                      <a:pt x="42" y="7"/>
                      <a:pt x="42" y="7"/>
                    </a:cubicBezTo>
                    <a:cubicBezTo>
                      <a:pt x="42" y="8"/>
                      <a:pt x="42" y="8"/>
                      <a:pt x="41" y="6"/>
                    </a:cubicBezTo>
                    <a:cubicBezTo>
                      <a:pt x="41" y="7"/>
                      <a:pt x="41" y="7"/>
                      <a:pt x="41" y="7"/>
                    </a:cubicBezTo>
                    <a:cubicBezTo>
                      <a:pt x="41" y="6"/>
                      <a:pt x="41" y="6"/>
                      <a:pt x="40" y="7"/>
                    </a:cubicBezTo>
                    <a:cubicBezTo>
                      <a:pt x="41" y="7"/>
                      <a:pt x="41" y="8"/>
                      <a:pt x="41" y="9"/>
                    </a:cubicBezTo>
                    <a:cubicBezTo>
                      <a:pt x="41" y="12"/>
                      <a:pt x="41" y="9"/>
                      <a:pt x="41" y="10"/>
                    </a:cubicBezTo>
                    <a:cubicBezTo>
                      <a:pt x="40" y="8"/>
                      <a:pt x="40" y="8"/>
                      <a:pt x="40" y="8"/>
                    </a:cubicBezTo>
                    <a:cubicBezTo>
                      <a:pt x="40" y="5"/>
                      <a:pt x="39" y="7"/>
                      <a:pt x="39" y="7"/>
                    </a:cubicBezTo>
                    <a:cubicBezTo>
                      <a:pt x="39" y="8"/>
                      <a:pt x="39" y="8"/>
                      <a:pt x="39" y="8"/>
                    </a:cubicBezTo>
                    <a:cubicBezTo>
                      <a:pt x="38" y="6"/>
                      <a:pt x="38" y="8"/>
                      <a:pt x="38" y="8"/>
                    </a:cubicBezTo>
                    <a:cubicBezTo>
                      <a:pt x="38" y="9"/>
                      <a:pt x="38" y="11"/>
                      <a:pt x="38" y="11"/>
                    </a:cubicBezTo>
                    <a:cubicBezTo>
                      <a:pt x="38" y="13"/>
                      <a:pt x="38" y="9"/>
                      <a:pt x="37" y="8"/>
                    </a:cubicBezTo>
                    <a:cubicBezTo>
                      <a:pt x="37" y="9"/>
                      <a:pt x="37" y="9"/>
                      <a:pt x="37" y="9"/>
                    </a:cubicBezTo>
                    <a:cubicBezTo>
                      <a:pt x="37" y="8"/>
                      <a:pt x="37" y="8"/>
                      <a:pt x="37" y="8"/>
                    </a:cubicBezTo>
                    <a:cubicBezTo>
                      <a:pt x="37" y="9"/>
                      <a:pt x="37" y="10"/>
                      <a:pt x="37" y="9"/>
                    </a:cubicBezTo>
                    <a:cubicBezTo>
                      <a:pt x="37" y="9"/>
                      <a:pt x="37" y="9"/>
                      <a:pt x="37" y="9"/>
                    </a:cubicBezTo>
                    <a:cubicBezTo>
                      <a:pt x="36" y="9"/>
                      <a:pt x="36" y="8"/>
                      <a:pt x="36" y="8"/>
                    </a:cubicBezTo>
                    <a:cubicBezTo>
                      <a:pt x="36" y="10"/>
                      <a:pt x="36" y="9"/>
                      <a:pt x="36" y="10"/>
                    </a:cubicBezTo>
                    <a:cubicBezTo>
                      <a:pt x="36" y="10"/>
                      <a:pt x="36" y="10"/>
                      <a:pt x="36" y="10"/>
                    </a:cubicBezTo>
                    <a:cubicBezTo>
                      <a:pt x="36" y="11"/>
                      <a:pt x="36" y="11"/>
                      <a:pt x="36" y="11"/>
                    </a:cubicBezTo>
                    <a:cubicBezTo>
                      <a:pt x="36" y="10"/>
                      <a:pt x="36" y="10"/>
                      <a:pt x="36" y="10"/>
                    </a:cubicBezTo>
                    <a:cubicBezTo>
                      <a:pt x="36" y="9"/>
                      <a:pt x="36" y="9"/>
                      <a:pt x="36" y="9"/>
                    </a:cubicBezTo>
                    <a:cubicBezTo>
                      <a:pt x="35" y="8"/>
                      <a:pt x="36" y="10"/>
                      <a:pt x="36" y="11"/>
                    </a:cubicBezTo>
                    <a:cubicBezTo>
                      <a:pt x="36" y="12"/>
                      <a:pt x="36" y="11"/>
                      <a:pt x="35" y="10"/>
                    </a:cubicBezTo>
                    <a:cubicBezTo>
                      <a:pt x="35" y="9"/>
                      <a:pt x="36" y="10"/>
                      <a:pt x="36" y="10"/>
                    </a:cubicBezTo>
                    <a:cubicBezTo>
                      <a:pt x="35" y="9"/>
                      <a:pt x="35" y="9"/>
                      <a:pt x="35" y="9"/>
                    </a:cubicBezTo>
                    <a:cubicBezTo>
                      <a:pt x="35" y="9"/>
                      <a:pt x="36" y="10"/>
                      <a:pt x="35" y="10"/>
                    </a:cubicBezTo>
                    <a:cubicBezTo>
                      <a:pt x="35" y="10"/>
                      <a:pt x="35" y="10"/>
                      <a:pt x="35" y="9"/>
                    </a:cubicBezTo>
                    <a:cubicBezTo>
                      <a:pt x="35" y="10"/>
                      <a:pt x="35" y="10"/>
                      <a:pt x="35" y="10"/>
                    </a:cubicBezTo>
                    <a:cubicBezTo>
                      <a:pt x="35" y="11"/>
                      <a:pt x="35" y="11"/>
                      <a:pt x="35" y="12"/>
                    </a:cubicBezTo>
                    <a:cubicBezTo>
                      <a:pt x="35" y="12"/>
                      <a:pt x="35" y="13"/>
                      <a:pt x="35" y="12"/>
                    </a:cubicBezTo>
                    <a:cubicBezTo>
                      <a:pt x="35" y="12"/>
                      <a:pt x="35" y="12"/>
                      <a:pt x="35" y="12"/>
                    </a:cubicBezTo>
                    <a:cubicBezTo>
                      <a:pt x="35" y="12"/>
                      <a:pt x="35" y="12"/>
                      <a:pt x="35" y="13"/>
                    </a:cubicBezTo>
                    <a:cubicBezTo>
                      <a:pt x="35" y="11"/>
                      <a:pt x="35" y="11"/>
                      <a:pt x="35" y="11"/>
                    </a:cubicBezTo>
                    <a:cubicBezTo>
                      <a:pt x="35" y="12"/>
                      <a:pt x="35" y="12"/>
                      <a:pt x="35" y="13"/>
                    </a:cubicBezTo>
                    <a:cubicBezTo>
                      <a:pt x="34" y="11"/>
                      <a:pt x="34" y="9"/>
                      <a:pt x="33" y="9"/>
                    </a:cubicBezTo>
                    <a:cubicBezTo>
                      <a:pt x="34" y="10"/>
                      <a:pt x="34" y="10"/>
                      <a:pt x="34" y="10"/>
                    </a:cubicBezTo>
                    <a:cubicBezTo>
                      <a:pt x="34" y="11"/>
                      <a:pt x="33" y="10"/>
                      <a:pt x="33" y="9"/>
                    </a:cubicBezTo>
                    <a:cubicBezTo>
                      <a:pt x="33" y="8"/>
                      <a:pt x="34" y="14"/>
                      <a:pt x="33" y="13"/>
                    </a:cubicBezTo>
                    <a:cubicBezTo>
                      <a:pt x="33" y="11"/>
                      <a:pt x="33" y="10"/>
                      <a:pt x="32" y="10"/>
                    </a:cubicBezTo>
                    <a:cubicBezTo>
                      <a:pt x="33" y="10"/>
                      <a:pt x="33" y="11"/>
                      <a:pt x="33" y="11"/>
                    </a:cubicBezTo>
                    <a:cubicBezTo>
                      <a:pt x="33" y="12"/>
                      <a:pt x="32" y="10"/>
                      <a:pt x="33" y="11"/>
                    </a:cubicBezTo>
                    <a:cubicBezTo>
                      <a:pt x="33" y="12"/>
                      <a:pt x="33" y="12"/>
                      <a:pt x="33" y="12"/>
                    </a:cubicBezTo>
                    <a:cubicBezTo>
                      <a:pt x="32" y="8"/>
                      <a:pt x="32" y="11"/>
                      <a:pt x="31" y="9"/>
                    </a:cubicBezTo>
                    <a:cubicBezTo>
                      <a:pt x="31" y="12"/>
                      <a:pt x="31" y="10"/>
                      <a:pt x="31" y="11"/>
                    </a:cubicBezTo>
                    <a:cubicBezTo>
                      <a:pt x="30" y="9"/>
                      <a:pt x="31" y="12"/>
                      <a:pt x="30" y="10"/>
                    </a:cubicBezTo>
                    <a:cubicBezTo>
                      <a:pt x="31" y="13"/>
                      <a:pt x="31" y="13"/>
                      <a:pt x="31" y="13"/>
                    </a:cubicBezTo>
                    <a:cubicBezTo>
                      <a:pt x="30" y="11"/>
                      <a:pt x="32" y="16"/>
                      <a:pt x="31" y="13"/>
                    </a:cubicBezTo>
                    <a:cubicBezTo>
                      <a:pt x="30" y="13"/>
                      <a:pt x="30" y="12"/>
                      <a:pt x="30" y="11"/>
                    </a:cubicBezTo>
                    <a:cubicBezTo>
                      <a:pt x="29" y="9"/>
                      <a:pt x="30" y="14"/>
                      <a:pt x="29" y="11"/>
                    </a:cubicBezTo>
                    <a:cubicBezTo>
                      <a:pt x="30" y="14"/>
                      <a:pt x="30" y="14"/>
                      <a:pt x="30" y="14"/>
                    </a:cubicBezTo>
                    <a:cubicBezTo>
                      <a:pt x="30" y="13"/>
                      <a:pt x="29" y="12"/>
                      <a:pt x="29" y="11"/>
                    </a:cubicBezTo>
                    <a:cubicBezTo>
                      <a:pt x="29" y="12"/>
                      <a:pt x="29" y="13"/>
                      <a:pt x="29" y="12"/>
                    </a:cubicBezTo>
                    <a:cubicBezTo>
                      <a:pt x="28" y="11"/>
                      <a:pt x="28" y="11"/>
                      <a:pt x="28" y="11"/>
                    </a:cubicBezTo>
                    <a:cubicBezTo>
                      <a:pt x="28" y="10"/>
                      <a:pt x="28" y="11"/>
                      <a:pt x="28" y="12"/>
                    </a:cubicBezTo>
                    <a:cubicBezTo>
                      <a:pt x="28" y="11"/>
                      <a:pt x="28" y="12"/>
                      <a:pt x="27" y="11"/>
                    </a:cubicBezTo>
                    <a:cubicBezTo>
                      <a:pt x="28" y="13"/>
                      <a:pt x="26" y="10"/>
                      <a:pt x="27" y="13"/>
                    </a:cubicBezTo>
                    <a:cubicBezTo>
                      <a:pt x="27" y="12"/>
                      <a:pt x="27" y="12"/>
                      <a:pt x="27" y="12"/>
                    </a:cubicBezTo>
                    <a:cubicBezTo>
                      <a:pt x="27" y="13"/>
                      <a:pt x="28" y="15"/>
                      <a:pt x="28" y="15"/>
                    </a:cubicBezTo>
                    <a:cubicBezTo>
                      <a:pt x="27" y="13"/>
                      <a:pt x="27" y="13"/>
                      <a:pt x="27" y="13"/>
                    </a:cubicBezTo>
                    <a:cubicBezTo>
                      <a:pt x="26" y="11"/>
                      <a:pt x="27" y="13"/>
                      <a:pt x="26" y="12"/>
                    </a:cubicBezTo>
                    <a:cubicBezTo>
                      <a:pt x="27" y="13"/>
                      <a:pt x="26" y="12"/>
                      <a:pt x="26" y="13"/>
                    </a:cubicBezTo>
                    <a:cubicBezTo>
                      <a:pt x="26" y="14"/>
                      <a:pt x="26" y="14"/>
                      <a:pt x="26" y="14"/>
                    </a:cubicBezTo>
                    <a:cubicBezTo>
                      <a:pt x="27" y="15"/>
                      <a:pt x="27" y="15"/>
                      <a:pt x="27" y="15"/>
                    </a:cubicBezTo>
                    <a:cubicBezTo>
                      <a:pt x="26" y="15"/>
                      <a:pt x="26" y="13"/>
                      <a:pt x="26" y="13"/>
                    </a:cubicBezTo>
                    <a:cubicBezTo>
                      <a:pt x="25" y="12"/>
                      <a:pt x="26" y="13"/>
                      <a:pt x="26" y="13"/>
                    </a:cubicBezTo>
                    <a:cubicBezTo>
                      <a:pt x="26" y="13"/>
                      <a:pt x="26" y="13"/>
                      <a:pt x="26" y="14"/>
                    </a:cubicBezTo>
                    <a:cubicBezTo>
                      <a:pt x="26" y="13"/>
                      <a:pt x="26" y="13"/>
                      <a:pt x="26" y="13"/>
                    </a:cubicBezTo>
                    <a:cubicBezTo>
                      <a:pt x="26" y="13"/>
                      <a:pt x="26" y="13"/>
                      <a:pt x="26" y="14"/>
                    </a:cubicBezTo>
                    <a:cubicBezTo>
                      <a:pt x="26" y="13"/>
                      <a:pt x="26" y="13"/>
                      <a:pt x="25" y="13"/>
                    </a:cubicBezTo>
                    <a:cubicBezTo>
                      <a:pt x="26" y="13"/>
                      <a:pt x="26" y="13"/>
                      <a:pt x="26" y="13"/>
                    </a:cubicBezTo>
                    <a:cubicBezTo>
                      <a:pt x="25" y="13"/>
                      <a:pt x="25" y="13"/>
                      <a:pt x="25" y="13"/>
                    </a:cubicBezTo>
                    <a:cubicBezTo>
                      <a:pt x="25" y="13"/>
                      <a:pt x="25" y="13"/>
                      <a:pt x="25" y="13"/>
                    </a:cubicBezTo>
                    <a:cubicBezTo>
                      <a:pt x="25" y="13"/>
                      <a:pt x="25" y="13"/>
                      <a:pt x="25" y="13"/>
                    </a:cubicBezTo>
                    <a:cubicBezTo>
                      <a:pt x="25" y="11"/>
                      <a:pt x="25" y="11"/>
                      <a:pt x="25" y="11"/>
                    </a:cubicBezTo>
                    <a:cubicBezTo>
                      <a:pt x="24" y="11"/>
                      <a:pt x="25" y="13"/>
                      <a:pt x="25" y="13"/>
                    </a:cubicBezTo>
                    <a:cubicBezTo>
                      <a:pt x="24" y="12"/>
                      <a:pt x="24" y="14"/>
                      <a:pt x="24" y="15"/>
                    </a:cubicBezTo>
                    <a:cubicBezTo>
                      <a:pt x="24" y="15"/>
                      <a:pt x="24" y="14"/>
                      <a:pt x="24" y="14"/>
                    </a:cubicBezTo>
                    <a:cubicBezTo>
                      <a:pt x="24" y="15"/>
                      <a:pt x="24" y="16"/>
                      <a:pt x="24" y="15"/>
                    </a:cubicBezTo>
                    <a:cubicBezTo>
                      <a:pt x="24" y="16"/>
                      <a:pt x="23" y="14"/>
                      <a:pt x="23" y="14"/>
                    </a:cubicBezTo>
                    <a:cubicBezTo>
                      <a:pt x="23" y="14"/>
                      <a:pt x="24" y="15"/>
                      <a:pt x="24" y="15"/>
                    </a:cubicBezTo>
                    <a:cubicBezTo>
                      <a:pt x="23" y="13"/>
                      <a:pt x="23" y="17"/>
                      <a:pt x="23" y="15"/>
                    </a:cubicBezTo>
                    <a:cubicBezTo>
                      <a:pt x="23" y="15"/>
                      <a:pt x="22" y="14"/>
                      <a:pt x="22" y="14"/>
                    </a:cubicBezTo>
                    <a:cubicBezTo>
                      <a:pt x="22" y="15"/>
                      <a:pt x="22" y="16"/>
                      <a:pt x="23" y="17"/>
                    </a:cubicBezTo>
                    <a:cubicBezTo>
                      <a:pt x="22" y="16"/>
                      <a:pt x="22" y="16"/>
                      <a:pt x="22" y="16"/>
                    </a:cubicBezTo>
                    <a:cubicBezTo>
                      <a:pt x="22" y="16"/>
                      <a:pt x="22" y="16"/>
                      <a:pt x="22" y="17"/>
                    </a:cubicBezTo>
                    <a:cubicBezTo>
                      <a:pt x="23" y="18"/>
                      <a:pt x="23" y="20"/>
                      <a:pt x="23" y="19"/>
                    </a:cubicBezTo>
                    <a:cubicBezTo>
                      <a:pt x="23" y="19"/>
                      <a:pt x="23" y="19"/>
                      <a:pt x="23" y="19"/>
                    </a:cubicBezTo>
                    <a:cubicBezTo>
                      <a:pt x="22" y="20"/>
                      <a:pt x="22" y="20"/>
                      <a:pt x="22" y="20"/>
                    </a:cubicBezTo>
                    <a:cubicBezTo>
                      <a:pt x="22" y="19"/>
                      <a:pt x="22" y="20"/>
                      <a:pt x="22" y="19"/>
                    </a:cubicBezTo>
                    <a:cubicBezTo>
                      <a:pt x="21" y="16"/>
                      <a:pt x="21" y="17"/>
                      <a:pt x="21" y="17"/>
                    </a:cubicBezTo>
                    <a:cubicBezTo>
                      <a:pt x="21" y="19"/>
                      <a:pt x="21" y="19"/>
                      <a:pt x="21" y="19"/>
                    </a:cubicBezTo>
                    <a:cubicBezTo>
                      <a:pt x="21" y="19"/>
                      <a:pt x="21" y="17"/>
                      <a:pt x="21" y="17"/>
                    </a:cubicBezTo>
                    <a:cubicBezTo>
                      <a:pt x="22" y="22"/>
                      <a:pt x="22" y="22"/>
                      <a:pt x="22" y="22"/>
                    </a:cubicBezTo>
                    <a:cubicBezTo>
                      <a:pt x="22" y="22"/>
                      <a:pt x="21" y="20"/>
                      <a:pt x="21" y="19"/>
                    </a:cubicBezTo>
                    <a:cubicBezTo>
                      <a:pt x="21" y="20"/>
                      <a:pt x="22" y="22"/>
                      <a:pt x="22" y="24"/>
                    </a:cubicBezTo>
                    <a:cubicBezTo>
                      <a:pt x="22" y="24"/>
                      <a:pt x="22" y="25"/>
                      <a:pt x="22" y="25"/>
                    </a:cubicBezTo>
                    <a:cubicBezTo>
                      <a:pt x="21" y="24"/>
                      <a:pt x="22" y="25"/>
                      <a:pt x="22" y="24"/>
                    </a:cubicBezTo>
                    <a:cubicBezTo>
                      <a:pt x="21" y="22"/>
                      <a:pt x="21" y="22"/>
                      <a:pt x="21" y="22"/>
                    </a:cubicBezTo>
                    <a:cubicBezTo>
                      <a:pt x="21" y="22"/>
                      <a:pt x="20" y="20"/>
                      <a:pt x="20" y="19"/>
                    </a:cubicBezTo>
                    <a:cubicBezTo>
                      <a:pt x="20" y="20"/>
                      <a:pt x="19" y="19"/>
                      <a:pt x="19" y="19"/>
                    </a:cubicBezTo>
                    <a:cubicBezTo>
                      <a:pt x="20" y="22"/>
                      <a:pt x="19" y="21"/>
                      <a:pt x="20" y="23"/>
                    </a:cubicBezTo>
                    <a:cubicBezTo>
                      <a:pt x="20" y="24"/>
                      <a:pt x="19" y="21"/>
                      <a:pt x="19" y="21"/>
                    </a:cubicBezTo>
                    <a:cubicBezTo>
                      <a:pt x="19" y="22"/>
                      <a:pt x="18" y="21"/>
                      <a:pt x="18" y="22"/>
                    </a:cubicBezTo>
                    <a:cubicBezTo>
                      <a:pt x="18" y="21"/>
                      <a:pt x="18" y="21"/>
                      <a:pt x="18" y="21"/>
                    </a:cubicBezTo>
                    <a:cubicBezTo>
                      <a:pt x="18" y="22"/>
                      <a:pt x="17" y="21"/>
                      <a:pt x="18" y="24"/>
                    </a:cubicBezTo>
                    <a:cubicBezTo>
                      <a:pt x="17" y="22"/>
                      <a:pt x="17" y="22"/>
                      <a:pt x="17" y="22"/>
                    </a:cubicBezTo>
                    <a:cubicBezTo>
                      <a:pt x="17" y="22"/>
                      <a:pt x="19" y="25"/>
                      <a:pt x="18" y="24"/>
                    </a:cubicBezTo>
                    <a:cubicBezTo>
                      <a:pt x="17" y="23"/>
                      <a:pt x="17" y="23"/>
                      <a:pt x="17" y="23"/>
                    </a:cubicBezTo>
                    <a:cubicBezTo>
                      <a:pt x="18" y="24"/>
                      <a:pt x="16" y="22"/>
                      <a:pt x="17" y="24"/>
                    </a:cubicBezTo>
                    <a:cubicBezTo>
                      <a:pt x="17" y="23"/>
                      <a:pt x="17" y="23"/>
                      <a:pt x="17" y="23"/>
                    </a:cubicBezTo>
                    <a:cubicBezTo>
                      <a:pt x="17" y="23"/>
                      <a:pt x="16" y="23"/>
                      <a:pt x="17" y="25"/>
                    </a:cubicBezTo>
                    <a:cubicBezTo>
                      <a:pt x="16" y="23"/>
                      <a:pt x="16" y="23"/>
                      <a:pt x="16" y="23"/>
                    </a:cubicBezTo>
                    <a:cubicBezTo>
                      <a:pt x="15" y="22"/>
                      <a:pt x="17" y="25"/>
                      <a:pt x="16" y="24"/>
                    </a:cubicBezTo>
                    <a:cubicBezTo>
                      <a:pt x="16" y="24"/>
                      <a:pt x="16" y="23"/>
                      <a:pt x="16" y="23"/>
                    </a:cubicBezTo>
                    <a:cubicBezTo>
                      <a:pt x="16" y="24"/>
                      <a:pt x="16" y="24"/>
                      <a:pt x="16" y="25"/>
                    </a:cubicBezTo>
                    <a:cubicBezTo>
                      <a:pt x="15" y="23"/>
                      <a:pt x="15" y="23"/>
                      <a:pt x="15" y="23"/>
                    </a:cubicBezTo>
                    <a:cubicBezTo>
                      <a:pt x="14" y="23"/>
                      <a:pt x="13" y="23"/>
                      <a:pt x="13" y="26"/>
                    </a:cubicBezTo>
                    <a:cubicBezTo>
                      <a:pt x="11" y="24"/>
                      <a:pt x="12" y="24"/>
                      <a:pt x="11" y="23"/>
                    </a:cubicBezTo>
                    <a:cubicBezTo>
                      <a:pt x="12" y="25"/>
                      <a:pt x="11" y="24"/>
                      <a:pt x="11" y="24"/>
                    </a:cubicBezTo>
                    <a:cubicBezTo>
                      <a:pt x="11" y="24"/>
                      <a:pt x="11" y="24"/>
                      <a:pt x="11" y="24"/>
                    </a:cubicBezTo>
                    <a:cubicBezTo>
                      <a:pt x="11" y="25"/>
                      <a:pt x="11" y="23"/>
                      <a:pt x="11" y="24"/>
                    </a:cubicBezTo>
                    <a:cubicBezTo>
                      <a:pt x="11" y="25"/>
                      <a:pt x="11" y="25"/>
                      <a:pt x="11" y="25"/>
                    </a:cubicBezTo>
                    <a:cubicBezTo>
                      <a:pt x="12" y="26"/>
                      <a:pt x="10" y="22"/>
                      <a:pt x="11" y="25"/>
                    </a:cubicBezTo>
                    <a:cubicBezTo>
                      <a:pt x="10" y="23"/>
                      <a:pt x="10" y="23"/>
                      <a:pt x="10" y="23"/>
                    </a:cubicBezTo>
                    <a:cubicBezTo>
                      <a:pt x="11" y="26"/>
                      <a:pt x="9" y="23"/>
                      <a:pt x="10" y="25"/>
                    </a:cubicBezTo>
                    <a:cubicBezTo>
                      <a:pt x="10" y="24"/>
                      <a:pt x="10" y="24"/>
                      <a:pt x="10" y="24"/>
                    </a:cubicBezTo>
                    <a:cubicBezTo>
                      <a:pt x="9" y="24"/>
                      <a:pt x="11" y="27"/>
                      <a:pt x="10" y="25"/>
                    </a:cubicBezTo>
                    <a:cubicBezTo>
                      <a:pt x="10" y="26"/>
                      <a:pt x="10" y="26"/>
                      <a:pt x="11" y="28"/>
                    </a:cubicBezTo>
                    <a:cubicBezTo>
                      <a:pt x="9" y="26"/>
                      <a:pt x="9" y="26"/>
                      <a:pt x="9" y="26"/>
                    </a:cubicBezTo>
                    <a:cubicBezTo>
                      <a:pt x="9" y="27"/>
                      <a:pt x="8" y="27"/>
                      <a:pt x="9" y="30"/>
                    </a:cubicBezTo>
                    <a:cubicBezTo>
                      <a:pt x="8" y="29"/>
                      <a:pt x="8" y="29"/>
                      <a:pt x="8" y="29"/>
                    </a:cubicBezTo>
                    <a:cubicBezTo>
                      <a:pt x="9" y="31"/>
                      <a:pt x="6" y="27"/>
                      <a:pt x="8" y="31"/>
                    </a:cubicBezTo>
                    <a:cubicBezTo>
                      <a:pt x="9" y="33"/>
                      <a:pt x="9" y="33"/>
                      <a:pt x="9" y="33"/>
                    </a:cubicBezTo>
                    <a:cubicBezTo>
                      <a:pt x="8" y="30"/>
                      <a:pt x="8" y="30"/>
                      <a:pt x="8" y="30"/>
                    </a:cubicBezTo>
                    <a:cubicBezTo>
                      <a:pt x="8" y="32"/>
                      <a:pt x="7" y="31"/>
                      <a:pt x="8" y="32"/>
                    </a:cubicBezTo>
                    <a:cubicBezTo>
                      <a:pt x="7" y="31"/>
                      <a:pt x="7" y="31"/>
                      <a:pt x="7" y="31"/>
                    </a:cubicBezTo>
                    <a:cubicBezTo>
                      <a:pt x="7" y="31"/>
                      <a:pt x="8" y="33"/>
                      <a:pt x="8" y="33"/>
                    </a:cubicBezTo>
                    <a:cubicBezTo>
                      <a:pt x="7" y="32"/>
                      <a:pt x="7" y="32"/>
                      <a:pt x="7" y="32"/>
                    </a:cubicBezTo>
                    <a:cubicBezTo>
                      <a:pt x="5" y="30"/>
                      <a:pt x="2" y="29"/>
                      <a:pt x="4" y="33"/>
                    </a:cubicBezTo>
                    <a:cubicBezTo>
                      <a:pt x="4" y="33"/>
                      <a:pt x="3" y="31"/>
                      <a:pt x="3" y="31"/>
                    </a:cubicBezTo>
                    <a:cubicBezTo>
                      <a:pt x="4" y="34"/>
                      <a:pt x="0" y="30"/>
                      <a:pt x="2" y="35"/>
                    </a:cubicBezTo>
                    <a:cubicBezTo>
                      <a:pt x="3" y="36"/>
                      <a:pt x="6" y="41"/>
                      <a:pt x="6" y="41"/>
                    </a:cubicBezTo>
                    <a:cubicBezTo>
                      <a:pt x="6" y="39"/>
                      <a:pt x="9" y="40"/>
                      <a:pt x="11" y="42"/>
                    </a:cubicBezTo>
                    <a:cubicBezTo>
                      <a:pt x="11" y="41"/>
                      <a:pt x="11" y="40"/>
                      <a:pt x="12" y="41"/>
                    </a:cubicBezTo>
                    <a:cubicBezTo>
                      <a:pt x="13" y="40"/>
                      <a:pt x="17" y="43"/>
                      <a:pt x="17" y="40"/>
                    </a:cubicBezTo>
                    <a:cubicBezTo>
                      <a:pt x="17" y="40"/>
                      <a:pt x="16" y="39"/>
                      <a:pt x="16" y="38"/>
                    </a:cubicBezTo>
                    <a:cubicBezTo>
                      <a:pt x="17" y="39"/>
                      <a:pt x="17" y="39"/>
                      <a:pt x="17" y="39"/>
                    </a:cubicBezTo>
                    <a:cubicBezTo>
                      <a:pt x="16" y="38"/>
                      <a:pt x="16" y="38"/>
                      <a:pt x="16" y="38"/>
                    </a:cubicBezTo>
                    <a:cubicBezTo>
                      <a:pt x="16" y="37"/>
                      <a:pt x="17" y="39"/>
                      <a:pt x="17" y="39"/>
                    </a:cubicBezTo>
                    <a:cubicBezTo>
                      <a:pt x="17" y="39"/>
                      <a:pt x="18" y="38"/>
                      <a:pt x="18" y="38"/>
                    </a:cubicBezTo>
                    <a:cubicBezTo>
                      <a:pt x="18" y="36"/>
                      <a:pt x="19" y="38"/>
                      <a:pt x="18" y="36"/>
                    </a:cubicBezTo>
                    <a:cubicBezTo>
                      <a:pt x="18" y="37"/>
                      <a:pt x="18" y="37"/>
                      <a:pt x="18" y="37"/>
                    </a:cubicBezTo>
                    <a:cubicBezTo>
                      <a:pt x="18" y="36"/>
                      <a:pt x="18" y="35"/>
                      <a:pt x="20" y="38"/>
                    </a:cubicBezTo>
                    <a:cubicBezTo>
                      <a:pt x="22" y="39"/>
                      <a:pt x="23" y="37"/>
                      <a:pt x="25" y="37"/>
                    </a:cubicBezTo>
                    <a:cubicBezTo>
                      <a:pt x="26" y="35"/>
                      <a:pt x="27" y="33"/>
                      <a:pt x="29" y="32"/>
                    </a:cubicBezTo>
                    <a:cubicBezTo>
                      <a:pt x="28" y="28"/>
                      <a:pt x="29" y="30"/>
                      <a:pt x="28" y="27"/>
                    </a:cubicBezTo>
                    <a:cubicBezTo>
                      <a:pt x="29" y="28"/>
                      <a:pt x="29" y="28"/>
                      <a:pt x="29" y="28"/>
                    </a:cubicBezTo>
                    <a:cubicBezTo>
                      <a:pt x="28" y="26"/>
                      <a:pt x="29" y="28"/>
                      <a:pt x="30" y="29"/>
                    </a:cubicBezTo>
                    <a:cubicBezTo>
                      <a:pt x="29" y="28"/>
                      <a:pt x="30" y="29"/>
                      <a:pt x="29" y="27"/>
                    </a:cubicBezTo>
                    <a:cubicBezTo>
                      <a:pt x="29" y="25"/>
                      <a:pt x="30" y="30"/>
                      <a:pt x="30" y="29"/>
                    </a:cubicBezTo>
                    <a:cubicBezTo>
                      <a:pt x="30" y="29"/>
                      <a:pt x="30" y="27"/>
                      <a:pt x="30" y="28"/>
                    </a:cubicBezTo>
                    <a:cubicBezTo>
                      <a:pt x="30" y="26"/>
                      <a:pt x="30" y="29"/>
                      <a:pt x="31" y="31"/>
                    </a:cubicBezTo>
                    <a:cubicBezTo>
                      <a:pt x="32" y="30"/>
                      <a:pt x="32" y="28"/>
                      <a:pt x="33" y="29"/>
                    </a:cubicBezTo>
                    <a:cubicBezTo>
                      <a:pt x="33" y="29"/>
                      <a:pt x="33" y="27"/>
                      <a:pt x="33" y="27"/>
                    </a:cubicBezTo>
                    <a:cubicBezTo>
                      <a:pt x="34" y="30"/>
                      <a:pt x="33" y="26"/>
                      <a:pt x="33" y="27"/>
                    </a:cubicBezTo>
                    <a:cubicBezTo>
                      <a:pt x="34" y="28"/>
                      <a:pt x="34" y="28"/>
                      <a:pt x="34" y="28"/>
                    </a:cubicBezTo>
                    <a:cubicBezTo>
                      <a:pt x="34" y="30"/>
                      <a:pt x="34" y="28"/>
                      <a:pt x="35" y="29"/>
                    </a:cubicBezTo>
                    <a:cubicBezTo>
                      <a:pt x="35" y="28"/>
                      <a:pt x="36" y="30"/>
                      <a:pt x="36" y="29"/>
                    </a:cubicBezTo>
                    <a:cubicBezTo>
                      <a:pt x="36" y="30"/>
                      <a:pt x="36" y="29"/>
                      <a:pt x="36" y="30"/>
                    </a:cubicBezTo>
                    <a:cubicBezTo>
                      <a:pt x="36" y="26"/>
                      <a:pt x="37" y="31"/>
                      <a:pt x="37" y="29"/>
                    </a:cubicBezTo>
                    <a:cubicBezTo>
                      <a:pt x="37" y="29"/>
                      <a:pt x="37" y="29"/>
                      <a:pt x="37" y="29"/>
                    </a:cubicBezTo>
                    <a:cubicBezTo>
                      <a:pt x="38" y="29"/>
                      <a:pt x="39" y="29"/>
                      <a:pt x="40" y="27"/>
                    </a:cubicBezTo>
                    <a:cubicBezTo>
                      <a:pt x="40" y="27"/>
                      <a:pt x="41" y="30"/>
                      <a:pt x="41" y="28"/>
                    </a:cubicBezTo>
                    <a:cubicBezTo>
                      <a:pt x="41" y="27"/>
                      <a:pt x="41" y="27"/>
                      <a:pt x="41" y="27"/>
                    </a:cubicBezTo>
                    <a:cubicBezTo>
                      <a:pt x="41" y="27"/>
                      <a:pt x="41" y="28"/>
                      <a:pt x="42" y="28"/>
                    </a:cubicBezTo>
                    <a:cubicBezTo>
                      <a:pt x="42" y="27"/>
                      <a:pt x="42" y="28"/>
                      <a:pt x="43" y="28"/>
                    </a:cubicBezTo>
                    <a:cubicBezTo>
                      <a:pt x="43" y="28"/>
                      <a:pt x="43" y="27"/>
                      <a:pt x="42" y="27"/>
                    </a:cubicBezTo>
                    <a:cubicBezTo>
                      <a:pt x="43" y="29"/>
                      <a:pt x="43" y="26"/>
                      <a:pt x="44" y="27"/>
                    </a:cubicBezTo>
                    <a:cubicBezTo>
                      <a:pt x="43" y="24"/>
                      <a:pt x="44" y="26"/>
                      <a:pt x="44" y="2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0" name="Freeform 193"/>
              <p:cNvSpPr/>
              <p:nvPr/>
            </p:nvSpPr>
            <p:spPr bwMode="auto">
              <a:xfrm>
                <a:off x="3192" y="2160"/>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1" name="Freeform 194"/>
              <p:cNvSpPr/>
              <p:nvPr/>
            </p:nvSpPr>
            <p:spPr bwMode="auto">
              <a:xfrm>
                <a:off x="3146" y="2177"/>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2" name="Freeform 195"/>
              <p:cNvSpPr/>
              <p:nvPr/>
            </p:nvSpPr>
            <p:spPr bwMode="auto">
              <a:xfrm>
                <a:off x="3264" y="1853"/>
                <a:ext cx="2" cy="4"/>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1" y="0"/>
                      <a:pt x="0" y="2"/>
                      <a:pt x="0" y="1"/>
                    </a:cubicBezTo>
                    <a:cubicBezTo>
                      <a:pt x="0" y="2"/>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3" name="Freeform 196"/>
              <p:cNvSpPr/>
              <p:nvPr/>
            </p:nvSpPr>
            <p:spPr bwMode="auto">
              <a:xfrm>
                <a:off x="3209" y="1836"/>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4" name="Freeform 197"/>
              <p:cNvSpPr/>
              <p:nvPr/>
            </p:nvSpPr>
            <p:spPr bwMode="auto">
              <a:xfrm>
                <a:off x="3343" y="2470"/>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5" name="Freeform 198"/>
              <p:cNvSpPr/>
              <p:nvPr/>
            </p:nvSpPr>
            <p:spPr bwMode="auto">
              <a:xfrm>
                <a:off x="3186" y="18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6" name="Freeform 199"/>
              <p:cNvSpPr/>
              <p:nvPr/>
            </p:nvSpPr>
            <p:spPr bwMode="auto">
              <a:xfrm>
                <a:off x="3188" y="1825"/>
                <a:ext cx="2" cy="4"/>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0"/>
                      <a:pt x="0" y="2"/>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7" name="Freeform 200"/>
              <p:cNvSpPr/>
              <p:nvPr/>
            </p:nvSpPr>
            <p:spPr bwMode="auto">
              <a:xfrm>
                <a:off x="3184" y="1833"/>
                <a:ext cx="2"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8" name="Freeform 201"/>
              <p:cNvSpPr/>
              <p:nvPr/>
            </p:nvSpPr>
            <p:spPr bwMode="auto">
              <a:xfrm>
                <a:off x="3351" y="2465"/>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9" name="Freeform 202"/>
              <p:cNvSpPr/>
              <p:nvPr/>
            </p:nvSpPr>
            <p:spPr bwMode="auto">
              <a:xfrm>
                <a:off x="3173" y="1831"/>
                <a:ext cx="2" cy="5"/>
              </a:xfrm>
              <a:custGeom>
                <a:avLst/>
                <a:gdLst>
                  <a:gd name="T0" fmla="*/ 2 w 2"/>
                  <a:gd name="T1" fmla="*/ 0 h 5"/>
                  <a:gd name="T2" fmla="*/ 2 w 2"/>
                  <a:gd name="T3" fmla="*/ 0 h 5"/>
                  <a:gd name="T4" fmla="*/ 0 w 2"/>
                  <a:gd name="T5" fmla="*/ 5 h 5"/>
                  <a:gd name="T6" fmla="*/ 2 w 2"/>
                  <a:gd name="T7" fmla="*/ 0 h 5"/>
                </a:gdLst>
                <a:ahLst/>
                <a:cxnLst>
                  <a:cxn ang="0">
                    <a:pos x="T0" y="T1"/>
                  </a:cxn>
                  <a:cxn ang="0">
                    <a:pos x="T2" y="T3"/>
                  </a:cxn>
                  <a:cxn ang="0">
                    <a:pos x="T4" y="T5"/>
                  </a:cxn>
                  <a:cxn ang="0">
                    <a:pos x="T6" y="T7"/>
                  </a:cxn>
                </a:cxnLst>
                <a:rect l="0" t="0" r="r" b="b"/>
                <a:pathLst>
                  <a:path w="2" h="5">
                    <a:moveTo>
                      <a:pt x="2" y="0"/>
                    </a:moveTo>
                    <a:lnTo>
                      <a:pt x="2" y="0"/>
                    </a:lnTo>
                    <a:lnTo>
                      <a:pt x="0" y="5"/>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0" name="Freeform 203"/>
              <p:cNvSpPr/>
              <p:nvPr/>
            </p:nvSpPr>
            <p:spPr bwMode="auto">
              <a:xfrm>
                <a:off x="3536" y="1554"/>
                <a:ext cx="8" cy="2"/>
              </a:xfrm>
              <a:custGeom>
                <a:avLst/>
                <a:gdLst>
                  <a:gd name="T0" fmla="*/ 0 w 4"/>
                  <a:gd name="T1" fmla="*/ 1 h 1"/>
                  <a:gd name="T2" fmla="*/ 0 w 4"/>
                  <a:gd name="T3" fmla="*/ 1 h 1"/>
                  <a:gd name="T4" fmla="*/ 1 w 4"/>
                  <a:gd name="T5" fmla="*/ 1 h 1"/>
                  <a:gd name="T6" fmla="*/ 2 w 4"/>
                  <a:gd name="T7" fmla="*/ 0 h 1"/>
                  <a:gd name="T8" fmla="*/ 4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0" y="1"/>
                      <a:pt x="0" y="1"/>
                    </a:cubicBezTo>
                    <a:cubicBezTo>
                      <a:pt x="0" y="1"/>
                      <a:pt x="1" y="1"/>
                      <a:pt x="1" y="1"/>
                    </a:cubicBezTo>
                    <a:cubicBezTo>
                      <a:pt x="2" y="1"/>
                      <a:pt x="3" y="1"/>
                      <a:pt x="2" y="0"/>
                    </a:cubicBezTo>
                    <a:cubicBezTo>
                      <a:pt x="3" y="0"/>
                      <a:pt x="4" y="0"/>
                      <a:pt x="4" y="0"/>
                    </a:cubicBezTo>
                    <a:cubicBezTo>
                      <a:pt x="3"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1" name="Freeform 204"/>
              <p:cNvSpPr/>
              <p:nvPr/>
            </p:nvSpPr>
            <p:spPr bwMode="auto">
              <a:xfrm>
                <a:off x="3538" y="155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grpSp>
          <p:nvGrpSpPr>
            <p:cNvPr id="5" name="Group 406"/>
            <p:cNvGrpSpPr/>
            <p:nvPr/>
          </p:nvGrpSpPr>
          <p:grpSpPr bwMode="auto">
            <a:xfrm>
              <a:off x="3112" y="1551"/>
              <a:ext cx="1462" cy="1559"/>
              <a:chOff x="3112" y="1551"/>
              <a:chExt cx="1462" cy="1559"/>
            </a:xfrm>
            <a:grpFill/>
          </p:grpSpPr>
          <p:sp>
            <p:nvSpPr>
              <p:cNvPr id="52" name="Freeform 206"/>
              <p:cNvSpPr/>
              <p:nvPr/>
            </p:nvSpPr>
            <p:spPr bwMode="auto">
              <a:xfrm>
                <a:off x="3534" y="1558"/>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3" name="Freeform 207"/>
              <p:cNvSpPr/>
              <p:nvPr/>
            </p:nvSpPr>
            <p:spPr bwMode="auto">
              <a:xfrm>
                <a:off x="3513" y="1581"/>
                <a:ext cx="4"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4" name="Freeform 208"/>
              <p:cNvSpPr/>
              <p:nvPr/>
            </p:nvSpPr>
            <p:spPr bwMode="auto">
              <a:xfrm>
                <a:off x="3513" y="1579"/>
                <a:ext cx="6" cy="2"/>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5" name="Freeform 209"/>
              <p:cNvSpPr/>
              <p:nvPr/>
            </p:nvSpPr>
            <p:spPr bwMode="auto">
              <a:xfrm>
                <a:off x="3536" y="1551"/>
                <a:ext cx="4"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lnTo>
                      <a:pt x="2"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6" name="Freeform 210"/>
              <p:cNvSpPr/>
              <p:nvPr/>
            </p:nvSpPr>
            <p:spPr bwMode="auto">
              <a:xfrm>
                <a:off x="3112" y="1810"/>
                <a:ext cx="161" cy="87"/>
              </a:xfrm>
              <a:custGeom>
                <a:avLst/>
                <a:gdLst>
                  <a:gd name="T0" fmla="*/ 12 w 76"/>
                  <a:gd name="T1" fmla="*/ 18 h 41"/>
                  <a:gd name="T2" fmla="*/ 22 w 76"/>
                  <a:gd name="T3" fmla="*/ 26 h 41"/>
                  <a:gd name="T4" fmla="*/ 33 w 76"/>
                  <a:gd name="T5" fmla="*/ 25 h 41"/>
                  <a:gd name="T6" fmla="*/ 37 w 76"/>
                  <a:gd name="T7" fmla="*/ 28 h 41"/>
                  <a:gd name="T8" fmla="*/ 43 w 76"/>
                  <a:gd name="T9" fmla="*/ 32 h 41"/>
                  <a:gd name="T10" fmla="*/ 48 w 76"/>
                  <a:gd name="T11" fmla="*/ 35 h 41"/>
                  <a:gd name="T12" fmla="*/ 53 w 76"/>
                  <a:gd name="T13" fmla="*/ 33 h 41"/>
                  <a:gd name="T14" fmla="*/ 60 w 76"/>
                  <a:gd name="T15" fmla="*/ 35 h 41"/>
                  <a:gd name="T16" fmla="*/ 63 w 76"/>
                  <a:gd name="T17" fmla="*/ 36 h 41"/>
                  <a:gd name="T18" fmla="*/ 67 w 76"/>
                  <a:gd name="T19" fmla="*/ 40 h 41"/>
                  <a:gd name="T20" fmla="*/ 69 w 76"/>
                  <a:gd name="T21" fmla="*/ 40 h 41"/>
                  <a:gd name="T22" fmla="*/ 72 w 76"/>
                  <a:gd name="T23" fmla="*/ 38 h 41"/>
                  <a:gd name="T24" fmla="*/ 74 w 76"/>
                  <a:gd name="T25" fmla="*/ 36 h 41"/>
                  <a:gd name="T26" fmla="*/ 75 w 76"/>
                  <a:gd name="T27" fmla="*/ 34 h 41"/>
                  <a:gd name="T28" fmla="*/ 71 w 76"/>
                  <a:gd name="T29" fmla="*/ 33 h 41"/>
                  <a:gd name="T30" fmla="*/ 72 w 76"/>
                  <a:gd name="T31" fmla="*/ 31 h 41"/>
                  <a:gd name="T32" fmla="*/ 71 w 76"/>
                  <a:gd name="T33" fmla="*/ 29 h 41"/>
                  <a:gd name="T34" fmla="*/ 73 w 76"/>
                  <a:gd name="T35" fmla="*/ 25 h 41"/>
                  <a:gd name="T36" fmla="*/ 75 w 76"/>
                  <a:gd name="T37" fmla="*/ 22 h 41"/>
                  <a:gd name="T38" fmla="*/ 71 w 76"/>
                  <a:gd name="T39" fmla="*/ 25 h 41"/>
                  <a:gd name="T40" fmla="*/ 67 w 76"/>
                  <a:gd name="T41" fmla="*/ 28 h 41"/>
                  <a:gd name="T42" fmla="*/ 70 w 76"/>
                  <a:gd name="T43" fmla="*/ 22 h 41"/>
                  <a:gd name="T44" fmla="*/ 69 w 76"/>
                  <a:gd name="T45" fmla="*/ 23 h 41"/>
                  <a:gd name="T46" fmla="*/ 70 w 76"/>
                  <a:gd name="T47" fmla="*/ 20 h 41"/>
                  <a:gd name="T48" fmla="*/ 68 w 76"/>
                  <a:gd name="T49" fmla="*/ 20 h 41"/>
                  <a:gd name="T50" fmla="*/ 67 w 76"/>
                  <a:gd name="T51" fmla="*/ 19 h 41"/>
                  <a:gd name="T52" fmla="*/ 62 w 76"/>
                  <a:gd name="T53" fmla="*/ 24 h 41"/>
                  <a:gd name="T54" fmla="*/ 66 w 76"/>
                  <a:gd name="T55" fmla="*/ 18 h 41"/>
                  <a:gd name="T56" fmla="*/ 65 w 76"/>
                  <a:gd name="T57" fmla="*/ 18 h 41"/>
                  <a:gd name="T58" fmla="*/ 60 w 76"/>
                  <a:gd name="T59" fmla="*/ 17 h 41"/>
                  <a:gd name="T60" fmla="*/ 58 w 76"/>
                  <a:gd name="T61" fmla="*/ 17 h 41"/>
                  <a:gd name="T62" fmla="*/ 55 w 76"/>
                  <a:gd name="T63" fmla="*/ 15 h 41"/>
                  <a:gd name="T64" fmla="*/ 53 w 76"/>
                  <a:gd name="T65" fmla="*/ 16 h 41"/>
                  <a:gd name="T66" fmla="*/ 53 w 76"/>
                  <a:gd name="T67" fmla="*/ 15 h 41"/>
                  <a:gd name="T68" fmla="*/ 52 w 76"/>
                  <a:gd name="T69" fmla="*/ 14 h 41"/>
                  <a:gd name="T70" fmla="*/ 50 w 76"/>
                  <a:gd name="T71" fmla="*/ 16 h 41"/>
                  <a:gd name="T72" fmla="*/ 49 w 76"/>
                  <a:gd name="T73" fmla="*/ 13 h 41"/>
                  <a:gd name="T74" fmla="*/ 47 w 76"/>
                  <a:gd name="T75" fmla="*/ 12 h 41"/>
                  <a:gd name="T76" fmla="*/ 45 w 76"/>
                  <a:gd name="T77" fmla="*/ 12 h 41"/>
                  <a:gd name="T78" fmla="*/ 43 w 76"/>
                  <a:gd name="T79" fmla="*/ 11 h 41"/>
                  <a:gd name="T80" fmla="*/ 40 w 76"/>
                  <a:gd name="T81" fmla="*/ 13 h 41"/>
                  <a:gd name="T82" fmla="*/ 40 w 76"/>
                  <a:gd name="T83" fmla="*/ 11 h 41"/>
                  <a:gd name="T84" fmla="*/ 40 w 76"/>
                  <a:gd name="T85" fmla="*/ 11 h 41"/>
                  <a:gd name="T86" fmla="*/ 37 w 76"/>
                  <a:gd name="T87" fmla="*/ 10 h 41"/>
                  <a:gd name="T88" fmla="*/ 34 w 76"/>
                  <a:gd name="T89" fmla="*/ 13 h 41"/>
                  <a:gd name="T90" fmla="*/ 31 w 76"/>
                  <a:gd name="T91" fmla="*/ 14 h 41"/>
                  <a:gd name="T92" fmla="*/ 31 w 76"/>
                  <a:gd name="T93" fmla="*/ 10 h 41"/>
                  <a:gd name="T94" fmla="*/ 26 w 76"/>
                  <a:gd name="T95" fmla="*/ 12 h 41"/>
                  <a:gd name="T96" fmla="*/ 24 w 76"/>
                  <a:gd name="T97" fmla="*/ 12 h 41"/>
                  <a:gd name="T98" fmla="*/ 20 w 76"/>
                  <a:gd name="T99" fmla="*/ 9 h 41"/>
                  <a:gd name="T100" fmla="*/ 20 w 76"/>
                  <a:gd name="T101" fmla="*/ 7 h 41"/>
                  <a:gd name="T102" fmla="*/ 18 w 76"/>
                  <a:gd name="T103" fmla="*/ 6 h 41"/>
                  <a:gd name="T104" fmla="*/ 11 w 76"/>
                  <a:gd name="T105" fmla="*/ 8 h 41"/>
                  <a:gd name="T106" fmla="*/ 4 w 76"/>
                  <a:gd name="T107"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41">
                    <a:moveTo>
                      <a:pt x="3" y="15"/>
                    </a:moveTo>
                    <a:cubicBezTo>
                      <a:pt x="4" y="15"/>
                      <a:pt x="5" y="15"/>
                      <a:pt x="5" y="16"/>
                    </a:cubicBezTo>
                    <a:cubicBezTo>
                      <a:pt x="7" y="16"/>
                      <a:pt x="8" y="22"/>
                      <a:pt x="11" y="21"/>
                    </a:cubicBezTo>
                    <a:cubicBezTo>
                      <a:pt x="11" y="20"/>
                      <a:pt x="11" y="19"/>
                      <a:pt x="12" y="19"/>
                    </a:cubicBezTo>
                    <a:cubicBezTo>
                      <a:pt x="11" y="20"/>
                      <a:pt x="11" y="20"/>
                      <a:pt x="11" y="20"/>
                    </a:cubicBezTo>
                    <a:cubicBezTo>
                      <a:pt x="12" y="18"/>
                      <a:pt x="12" y="18"/>
                      <a:pt x="12" y="18"/>
                    </a:cubicBezTo>
                    <a:cubicBezTo>
                      <a:pt x="13" y="18"/>
                      <a:pt x="12" y="20"/>
                      <a:pt x="11" y="20"/>
                    </a:cubicBezTo>
                    <a:cubicBezTo>
                      <a:pt x="12" y="21"/>
                      <a:pt x="13" y="20"/>
                      <a:pt x="14" y="21"/>
                    </a:cubicBezTo>
                    <a:cubicBezTo>
                      <a:pt x="15" y="19"/>
                      <a:pt x="15" y="21"/>
                      <a:pt x="15" y="19"/>
                    </a:cubicBezTo>
                    <a:cubicBezTo>
                      <a:pt x="15" y="20"/>
                      <a:pt x="15" y="20"/>
                      <a:pt x="15" y="20"/>
                    </a:cubicBezTo>
                    <a:cubicBezTo>
                      <a:pt x="16" y="19"/>
                      <a:pt x="16" y="19"/>
                      <a:pt x="16" y="22"/>
                    </a:cubicBezTo>
                    <a:cubicBezTo>
                      <a:pt x="17" y="25"/>
                      <a:pt x="20" y="24"/>
                      <a:pt x="22" y="26"/>
                    </a:cubicBezTo>
                    <a:cubicBezTo>
                      <a:pt x="24" y="27"/>
                      <a:pt x="27" y="26"/>
                      <a:pt x="30" y="26"/>
                    </a:cubicBezTo>
                    <a:cubicBezTo>
                      <a:pt x="31" y="23"/>
                      <a:pt x="31" y="25"/>
                      <a:pt x="33" y="22"/>
                    </a:cubicBezTo>
                    <a:cubicBezTo>
                      <a:pt x="32" y="23"/>
                      <a:pt x="32" y="23"/>
                      <a:pt x="32" y="23"/>
                    </a:cubicBezTo>
                    <a:cubicBezTo>
                      <a:pt x="33" y="22"/>
                      <a:pt x="33" y="24"/>
                      <a:pt x="33" y="25"/>
                    </a:cubicBezTo>
                    <a:cubicBezTo>
                      <a:pt x="33" y="24"/>
                      <a:pt x="33" y="25"/>
                      <a:pt x="34" y="23"/>
                    </a:cubicBezTo>
                    <a:cubicBezTo>
                      <a:pt x="34" y="22"/>
                      <a:pt x="33" y="26"/>
                      <a:pt x="33" y="25"/>
                    </a:cubicBezTo>
                    <a:cubicBezTo>
                      <a:pt x="33" y="26"/>
                      <a:pt x="34" y="24"/>
                      <a:pt x="34" y="24"/>
                    </a:cubicBezTo>
                    <a:cubicBezTo>
                      <a:pt x="35" y="23"/>
                      <a:pt x="33" y="25"/>
                      <a:pt x="33" y="28"/>
                    </a:cubicBezTo>
                    <a:cubicBezTo>
                      <a:pt x="34" y="27"/>
                      <a:pt x="36" y="26"/>
                      <a:pt x="37" y="27"/>
                    </a:cubicBezTo>
                    <a:cubicBezTo>
                      <a:pt x="36" y="28"/>
                      <a:pt x="37" y="26"/>
                      <a:pt x="37" y="26"/>
                    </a:cubicBezTo>
                    <a:cubicBezTo>
                      <a:pt x="36" y="29"/>
                      <a:pt x="38" y="25"/>
                      <a:pt x="37" y="27"/>
                    </a:cubicBezTo>
                    <a:cubicBezTo>
                      <a:pt x="37" y="27"/>
                      <a:pt x="37" y="27"/>
                      <a:pt x="37" y="28"/>
                    </a:cubicBezTo>
                    <a:cubicBezTo>
                      <a:pt x="37" y="29"/>
                      <a:pt x="38" y="27"/>
                      <a:pt x="38" y="29"/>
                    </a:cubicBezTo>
                    <a:cubicBezTo>
                      <a:pt x="39" y="28"/>
                      <a:pt x="38" y="31"/>
                      <a:pt x="39" y="29"/>
                    </a:cubicBezTo>
                    <a:cubicBezTo>
                      <a:pt x="38" y="31"/>
                      <a:pt x="39" y="30"/>
                      <a:pt x="38" y="31"/>
                    </a:cubicBezTo>
                    <a:cubicBezTo>
                      <a:pt x="40" y="28"/>
                      <a:pt x="38" y="33"/>
                      <a:pt x="40" y="30"/>
                    </a:cubicBezTo>
                    <a:cubicBezTo>
                      <a:pt x="40" y="31"/>
                      <a:pt x="40" y="31"/>
                      <a:pt x="40" y="31"/>
                    </a:cubicBezTo>
                    <a:cubicBezTo>
                      <a:pt x="41" y="31"/>
                      <a:pt x="41" y="33"/>
                      <a:pt x="43" y="32"/>
                    </a:cubicBezTo>
                    <a:cubicBezTo>
                      <a:pt x="44" y="31"/>
                      <a:pt x="43" y="35"/>
                      <a:pt x="44" y="34"/>
                    </a:cubicBezTo>
                    <a:cubicBezTo>
                      <a:pt x="45" y="32"/>
                      <a:pt x="45" y="32"/>
                      <a:pt x="45" y="32"/>
                    </a:cubicBezTo>
                    <a:cubicBezTo>
                      <a:pt x="45" y="32"/>
                      <a:pt x="45" y="33"/>
                      <a:pt x="45" y="34"/>
                    </a:cubicBezTo>
                    <a:cubicBezTo>
                      <a:pt x="46" y="33"/>
                      <a:pt x="45" y="34"/>
                      <a:pt x="46" y="35"/>
                    </a:cubicBezTo>
                    <a:cubicBezTo>
                      <a:pt x="46" y="34"/>
                      <a:pt x="46" y="34"/>
                      <a:pt x="47" y="33"/>
                    </a:cubicBezTo>
                    <a:cubicBezTo>
                      <a:pt x="46" y="36"/>
                      <a:pt x="48" y="33"/>
                      <a:pt x="48" y="35"/>
                    </a:cubicBezTo>
                    <a:cubicBezTo>
                      <a:pt x="49" y="32"/>
                      <a:pt x="49" y="33"/>
                      <a:pt x="49" y="33"/>
                    </a:cubicBezTo>
                    <a:cubicBezTo>
                      <a:pt x="49" y="33"/>
                      <a:pt x="49" y="34"/>
                      <a:pt x="48" y="34"/>
                    </a:cubicBezTo>
                    <a:cubicBezTo>
                      <a:pt x="49" y="34"/>
                      <a:pt x="49" y="34"/>
                      <a:pt x="49" y="35"/>
                    </a:cubicBezTo>
                    <a:cubicBezTo>
                      <a:pt x="50" y="35"/>
                      <a:pt x="51" y="33"/>
                      <a:pt x="50" y="34"/>
                    </a:cubicBezTo>
                    <a:cubicBezTo>
                      <a:pt x="49" y="36"/>
                      <a:pt x="51" y="34"/>
                      <a:pt x="51" y="35"/>
                    </a:cubicBezTo>
                    <a:cubicBezTo>
                      <a:pt x="52" y="33"/>
                      <a:pt x="53" y="32"/>
                      <a:pt x="53" y="33"/>
                    </a:cubicBezTo>
                    <a:cubicBezTo>
                      <a:pt x="51" y="35"/>
                      <a:pt x="51" y="35"/>
                      <a:pt x="51" y="35"/>
                    </a:cubicBezTo>
                    <a:cubicBezTo>
                      <a:pt x="53" y="34"/>
                      <a:pt x="52" y="37"/>
                      <a:pt x="55" y="35"/>
                    </a:cubicBezTo>
                    <a:cubicBezTo>
                      <a:pt x="54" y="36"/>
                      <a:pt x="54" y="36"/>
                      <a:pt x="54" y="36"/>
                    </a:cubicBezTo>
                    <a:cubicBezTo>
                      <a:pt x="56" y="35"/>
                      <a:pt x="55" y="38"/>
                      <a:pt x="58" y="35"/>
                    </a:cubicBezTo>
                    <a:cubicBezTo>
                      <a:pt x="57" y="36"/>
                      <a:pt x="57" y="37"/>
                      <a:pt x="57" y="37"/>
                    </a:cubicBezTo>
                    <a:cubicBezTo>
                      <a:pt x="58" y="36"/>
                      <a:pt x="58" y="36"/>
                      <a:pt x="60" y="35"/>
                    </a:cubicBezTo>
                    <a:cubicBezTo>
                      <a:pt x="60" y="35"/>
                      <a:pt x="59" y="36"/>
                      <a:pt x="59" y="36"/>
                    </a:cubicBezTo>
                    <a:cubicBezTo>
                      <a:pt x="59" y="37"/>
                      <a:pt x="58" y="39"/>
                      <a:pt x="60" y="37"/>
                    </a:cubicBezTo>
                    <a:cubicBezTo>
                      <a:pt x="59" y="38"/>
                      <a:pt x="59" y="38"/>
                      <a:pt x="59" y="38"/>
                    </a:cubicBezTo>
                    <a:cubicBezTo>
                      <a:pt x="60" y="37"/>
                      <a:pt x="62" y="36"/>
                      <a:pt x="61" y="38"/>
                    </a:cubicBezTo>
                    <a:cubicBezTo>
                      <a:pt x="62" y="37"/>
                      <a:pt x="62" y="36"/>
                      <a:pt x="63" y="35"/>
                    </a:cubicBezTo>
                    <a:cubicBezTo>
                      <a:pt x="64" y="35"/>
                      <a:pt x="62" y="37"/>
                      <a:pt x="63" y="36"/>
                    </a:cubicBezTo>
                    <a:cubicBezTo>
                      <a:pt x="62" y="37"/>
                      <a:pt x="62" y="37"/>
                      <a:pt x="62" y="37"/>
                    </a:cubicBezTo>
                    <a:cubicBezTo>
                      <a:pt x="62" y="38"/>
                      <a:pt x="63" y="38"/>
                      <a:pt x="64" y="38"/>
                    </a:cubicBezTo>
                    <a:cubicBezTo>
                      <a:pt x="63" y="40"/>
                      <a:pt x="65" y="38"/>
                      <a:pt x="65" y="39"/>
                    </a:cubicBezTo>
                    <a:cubicBezTo>
                      <a:pt x="66" y="38"/>
                      <a:pt x="65" y="40"/>
                      <a:pt x="67" y="38"/>
                    </a:cubicBezTo>
                    <a:cubicBezTo>
                      <a:pt x="66" y="39"/>
                      <a:pt x="66" y="39"/>
                      <a:pt x="66" y="39"/>
                    </a:cubicBezTo>
                    <a:cubicBezTo>
                      <a:pt x="66" y="39"/>
                      <a:pt x="67" y="40"/>
                      <a:pt x="67" y="40"/>
                    </a:cubicBezTo>
                    <a:cubicBezTo>
                      <a:pt x="67" y="41"/>
                      <a:pt x="68" y="39"/>
                      <a:pt x="69" y="39"/>
                    </a:cubicBezTo>
                    <a:cubicBezTo>
                      <a:pt x="68" y="40"/>
                      <a:pt x="68" y="40"/>
                      <a:pt x="68" y="40"/>
                    </a:cubicBezTo>
                    <a:cubicBezTo>
                      <a:pt x="68" y="39"/>
                      <a:pt x="70" y="38"/>
                      <a:pt x="71" y="37"/>
                    </a:cubicBezTo>
                    <a:cubicBezTo>
                      <a:pt x="71" y="38"/>
                      <a:pt x="71" y="37"/>
                      <a:pt x="71" y="38"/>
                    </a:cubicBezTo>
                    <a:cubicBezTo>
                      <a:pt x="70" y="38"/>
                      <a:pt x="69" y="39"/>
                      <a:pt x="68" y="41"/>
                    </a:cubicBezTo>
                    <a:cubicBezTo>
                      <a:pt x="67" y="41"/>
                      <a:pt x="70" y="39"/>
                      <a:pt x="69" y="40"/>
                    </a:cubicBezTo>
                    <a:cubicBezTo>
                      <a:pt x="69" y="41"/>
                      <a:pt x="69" y="41"/>
                      <a:pt x="70" y="39"/>
                    </a:cubicBezTo>
                    <a:cubicBezTo>
                      <a:pt x="69" y="41"/>
                      <a:pt x="69" y="41"/>
                      <a:pt x="69" y="41"/>
                    </a:cubicBezTo>
                    <a:cubicBezTo>
                      <a:pt x="69" y="41"/>
                      <a:pt x="69" y="41"/>
                      <a:pt x="70" y="40"/>
                    </a:cubicBezTo>
                    <a:cubicBezTo>
                      <a:pt x="70" y="41"/>
                      <a:pt x="70" y="40"/>
                      <a:pt x="70" y="40"/>
                    </a:cubicBezTo>
                    <a:cubicBezTo>
                      <a:pt x="71" y="39"/>
                      <a:pt x="71" y="39"/>
                      <a:pt x="73" y="38"/>
                    </a:cubicBezTo>
                    <a:cubicBezTo>
                      <a:pt x="72" y="38"/>
                      <a:pt x="72" y="38"/>
                      <a:pt x="72" y="38"/>
                    </a:cubicBezTo>
                    <a:cubicBezTo>
                      <a:pt x="73" y="37"/>
                      <a:pt x="74" y="37"/>
                      <a:pt x="73" y="38"/>
                    </a:cubicBezTo>
                    <a:cubicBezTo>
                      <a:pt x="72" y="39"/>
                      <a:pt x="71" y="40"/>
                      <a:pt x="70" y="40"/>
                    </a:cubicBezTo>
                    <a:cubicBezTo>
                      <a:pt x="74" y="38"/>
                      <a:pt x="74" y="38"/>
                      <a:pt x="74" y="38"/>
                    </a:cubicBezTo>
                    <a:cubicBezTo>
                      <a:pt x="73" y="39"/>
                      <a:pt x="73" y="38"/>
                      <a:pt x="74" y="37"/>
                    </a:cubicBezTo>
                    <a:cubicBezTo>
                      <a:pt x="73" y="38"/>
                      <a:pt x="73" y="38"/>
                      <a:pt x="73" y="38"/>
                    </a:cubicBezTo>
                    <a:cubicBezTo>
                      <a:pt x="74" y="36"/>
                      <a:pt x="74" y="36"/>
                      <a:pt x="74" y="36"/>
                    </a:cubicBezTo>
                    <a:cubicBezTo>
                      <a:pt x="74" y="37"/>
                      <a:pt x="75" y="35"/>
                      <a:pt x="73" y="36"/>
                    </a:cubicBezTo>
                    <a:cubicBezTo>
                      <a:pt x="72" y="37"/>
                      <a:pt x="72" y="37"/>
                      <a:pt x="72" y="37"/>
                    </a:cubicBezTo>
                    <a:cubicBezTo>
                      <a:pt x="72" y="37"/>
                      <a:pt x="71" y="39"/>
                      <a:pt x="72" y="37"/>
                    </a:cubicBezTo>
                    <a:cubicBezTo>
                      <a:pt x="73" y="36"/>
                      <a:pt x="73" y="36"/>
                      <a:pt x="73" y="36"/>
                    </a:cubicBezTo>
                    <a:cubicBezTo>
                      <a:pt x="73" y="36"/>
                      <a:pt x="73" y="36"/>
                      <a:pt x="73" y="36"/>
                    </a:cubicBezTo>
                    <a:cubicBezTo>
                      <a:pt x="75" y="34"/>
                      <a:pt x="75" y="34"/>
                      <a:pt x="75" y="34"/>
                    </a:cubicBezTo>
                    <a:cubicBezTo>
                      <a:pt x="72" y="37"/>
                      <a:pt x="73" y="35"/>
                      <a:pt x="73" y="35"/>
                    </a:cubicBezTo>
                    <a:cubicBezTo>
                      <a:pt x="73" y="35"/>
                      <a:pt x="73" y="35"/>
                      <a:pt x="73" y="35"/>
                    </a:cubicBezTo>
                    <a:cubicBezTo>
                      <a:pt x="74" y="34"/>
                      <a:pt x="72" y="36"/>
                      <a:pt x="72" y="36"/>
                    </a:cubicBezTo>
                    <a:cubicBezTo>
                      <a:pt x="72" y="35"/>
                      <a:pt x="74" y="33"/>
                      <a:pt x="75" y="33"/>
                    </a:cubicBezTo>
                    <a:cubicBezTo>
                      <a:pt x="74" y="32"/>
                      <a:pt x="72" y="33"/>
                      <a:pt x="73" y="32"/>
                    </a:cubicBezTo>
                    <a:cubicBezTo>
                      <a:pt x="73" y="32"/>
                      <a:pt x="72" y="32"/>
                      <a:pt x="71" y="33"/>
                    </a:cubicBezTo>
                    <a:cubicBezTo>
                      <a:pt x="71" y="33"/>
                      <a:pt x="73" y="31"/>
                      <a:pt x="72" y="32"/>
                    </a:cubicBezTo>
                    <a:cubicBezTo>
                      <a:pt x="73" y="30"/>
                      <a:pt x="74" y="29"/>
                      <a:pt x="75" y="28"/>
                    </a:cubicBezTo>
                    <a:cubicBezTo>
                      <a:pt x="75" y="28"/>
                      <a:pt x="76" y="27"/>
                      <a:pt x="75" y="27"/>
                    </a:cubicBezTo>
                    <a:cubicBezTo>
                      <a:pt x="76" y="27"/>
                      <a:pt x="76" y="26"/>
                      <a:pt x="76" y="26"/>
                    </a:cubicBezTo>
                    <a:cubicBezTo>
                      <a:pt x="75" y="27"/>
                      <a:pt x="74" y="28"/>
                      <a:pt x="74" y="29"/>
                    </a:cubicBezTo>
                    <a:cubicBezTo>
                      <a:pt x="73" y="31"/>
                      <a:pt x="74" y="29"/>
                      <a:pt x="72" y="31"/>
                    </a:cubicBezTo>
                    <a:cubicBezTo>
                      <a:pt x="72" y="30"/>
                      <a:pt x="72" y="30"/>
                      <a:pt x="71" y="30"/>
                    </a:cubicBezTo>
                    <a:cubicBezTo>
                      <a:pt x="71" y="30"/>
                      <a:pt x="72" y="29"/>
                      <a:pt x="73" y="28"/>
                    </a:cubicBezTo>
                    <a:cubicBezTo>
                      <a:pt x="72" y="29"/>
                      <a:pt x="71" y="30"/>
                      <a:pt x="71" y="29"/>
                    </a:cubicBezTo>
                    <a:cubicBezTo>
                      <a:pt x="70" y="31"/>
                      <a:pt x="70" y="31"/>
                      <a:pt x="69" y="32"/>
                    </a:cubicBezTo>
                    <a:cubicBezTo>
                      <a:pt x="68" y="32"/>
                      <a:pt x="68" y="33"/>
                      <a:pt x="68" y="33"/>
                    </a:cubicBezTo>
                    <a:cubicBezTo>
                      <a:pt x="69" y="31"/>
                      <a:pt x="71" y="29"/>
                      <a:pt x="71" y="29"/>
                    </a:cubicBezTo>
                    <a:cubicBezTo>
                      <a:pt x="72" y="27"/>
                      <a:pt x="71" y="29"/>
                      <a:pt x="72" y="27"/>
                    </a:cubicBezTo>
                    <a:cubicBezTo>
                      <a:pt x="74" y="25"/>
                      <a:pt x="75" y="26"/>
                      <a:pt x="74" y="27"/>
                    </a:cubicBezTo>
                    <a:cubicBezTo>
                      <a:pt x="76" y="25"/>
                      <a:pt x="74" y="26"/>
                      <a:pt x="75" y="25"/>
                    </a:cubicBezTo>
                    <a:cubicBezTo>
                      <a:pt x="75" y="25"/>
                      <a:pt x="74" y="25"/>
                      <a:pt x="73" y="26"/>
                    </a:cubicBezTo>
                    <a:cubicBezTo>
                      <a:pt x="73" y="26"/>
                      <a:pt x="73" y="27"/>
                      <a:pt x="72" y="27"/>
                    </a:cubicBezTo>
                    <a:cubicBezTo>
                      <a:pt x="70" y="29"/>
                      <a:pt x="73" y="26"/>
                      <a:pt x="73" y="25"/>
                    </a:cubicBezTo>
                    <a:cubicBezTo>
                      <a:pt x="73" y="25"/>
                      <a:pt x="73" y="25"/>
                      <a:pt x="73" y="25"/>
                    </a:cubicBezTo>
                    <a:cubicBezTo>
                      <a:pt x="74" y="24"/>
                      <a:pt x="72" y="26"/>
                      <a:pt x="72" y="25"/>
                    </a:cubicBezTo>
                    <a:cubicBezTo>
                      <a:pt x="74" y="23"/>
                      <a:pt x="73" y="25"/>
                      <a:pt x="74" y="24"/>
                    </a:cubicBezTo>
                    <a:cubicBezTo>
                      <a:pt x="76" y="22"/>
                      <a:pt x="76" y="22"/>
                      <a:pt x="76" y="22"/>
                    </a:cubicBezTo>
                    <a:cubicBezTo>
                      <a:pt x="75" y="21"/>
                      <a:pt x="74" y="24"/>
                      <a:pt x="74" y="23"/>
                    </a:cubicBezTo>
                    <a:cubicBezTo>
                      <a:pt x="75" y="22"/>
                      <a:pt x="75" y="22"/>
                      <a:pt x="75" y="22"/>
                    </a:cubicBezTo>
                    <a:cubicBezTo>
                      <a:pt x="74" y="22"/>
                      <a:pt x="74" y="22"/>
                      <a:pt x="74" y="22"/>
                    </a:cubicBezTo>
                    <a:cubicBezTo>
                      <a:pt x="73" y="23"/>
                      <a:pt x="72" y="25"/>
                      <a:pt x="73" y="25"/>
                    </a:cubicBezTo>
                    <a:cubicBezTo>
                      <a:pt x="70" y="27"/>
                      <a:pt x="72" y="25"/>
                      <a:pt x="71" y="25"/>
                    </a:cubicBezTo>
                    <a:cubicBezTo>
                      <a:pt x="70" y="27"/>
                      <a:pt x="72" y="25"/>
                      <a:pt x="71" y="27"/>
                    </a:cubicBezTo>
                    <a:cubicBezTo>
                      <a:pt x="70" y="28"/>
                      <a:pt x="69" y="28"/>
                      <a:pt x="69" y="28"/>
                    </a:cubicBezTo>
                    <a:cubicBezTo>
                      <a:pt x="69" y="28"/>
                      <a:pt x="70" y="26"/>
                      <a:pt x="71" y="25"/>
                    </a:cubicBezTo>
                    <a:cubicBezTo>
                      <a:pt x="71" y="25"/>
                      <a:pt x="71" y="25"/>
                      <a:pt x="71" y="26"/>
                    </a:cubicBezTo>
                    <a:cubicBezTo>
                      <a:pt x="72" y="25"/>
                      <a:pt x="73" y="23"/>
                      <a:pt x="74" y="22"/>
                    </a:cubicBezTo>
                    <a:cubicBezTo>
                      <a:pt x="74" y="21"/>
                      <a:pt x="72" y="24"/>
                      <a:pt x="72" y="23"/>
                    </a:cubicBezTo>
                    <a:cubicBezTo>
                      <a:pt x="73" y="23"/>
                      <a:pt x="71" y="24"/>
                      <a:pt x="71" y="25"/>
                    </a:cubicBezTo>
                    <a:cubicBezTo>
                      <a:pt x="68" y="29"/>
                      <a:pt x="73" y="22"/>
                      <a:pt x="72" y="22"/>
                    </a:cubicBezTo>
                    <a:cubicBezTo>
                      <a:pt x="70" y="25"/>
                      <a:pt x="69" y="25"/>
                      <a:pt x="67" y="28"/>
                    </a:cubicBezTo>
                    <a:cubicBezTo>
                      <a:pt x="67" y="29"/>
                      <a:pt x="66" y="29"/>
                      <a:pt x="66" y="29"/>
                    </a:cubicBezTo>
                    <a:cubicBezTo>
                      <a:pt x="68" y="27"/>
                      <a:pt x="67" y="27"/>
                      <a:pt x="69" y="26"/>
                    </a:cubicBezTo>
                    <a:cubicBezTo>
                      <a:pt x="68" y="26"/>
                      <a:pt x="68" y="26"/>
                      <a:pt x="68" y="26"/>
                    </a:cubicBezTo>
                    <a:cubicBezTo>
                      <a:pt x="70" y="24"/>
                      <a:pt x="70" y="24"/>
                      <a:pt x="70" y="24"/>
                    </a:cubicBezTo>
                    <a:cubicBezTo>
                      <a:pt x="71" y="23"/>
                      <a:pt x="71" y="21"/>
                      <a:pt x="72" y="21"/>
                    </a:cubicBezTo>
                    <a:cubicBezTo>
                      <a:pt x="71" y="21"/>
                      <a:pt x="71" y="22"/>
                      <a:pt x="70" y="22"/>
                    </a:cubicBezTo>
                    <a:cubicBezTo>
                      <a:pt x="71" y="22"/>
                      <a:pt x="71" y="21"/>
                      <a:pt x="71" y="21"/>
                    </a:cubicBezTo>
                    <a:cubicBezTo>
                      <a:pt x="71" y="22"/>
                      <a:pt x="69" y="23"/>
                      <a:pt x="69" y="23"/>
                    </a:cubicBezTo>
                    <a:cubicBezTo>
                      <a:pt x="69" y="23"/>
                      <a:pt x="70" y="22"/>
                      <a:pt x="70" y="21"/>
                    </a:cubicBezTo>
                    <a:cubicBezTo>
                      <a:pt x="71" y="20"/>
                      <a:pt x="71" y="20"/>
                      <a:pt x="71" y="20"/>
                    </a:cubicBezTo>
                    <a:cubicBezTo>
                      <a:pt x="70" y="21"/>
                      <a:pt x="72" y="19"/>
                      <a:pt x="71" y="20"/>
                    </a:cubicBezTo>
                    <a:cubicBezTo>
                      <a:pt x="69" y="23"/>
                      <a:pt x="69" y="23"/>
                      <a:pt x="69" y="23"/>
                    </a:cubicBezTo>
                    <a:cubicBezTo>
                      <a:pt x="68" y="23"/>
                      <a:pt x="69" y="22"/>
                      <a:pt x="69" y="22"/>
                    </a:cubicBezTo>
                    <a:cubicBezTo>
                      <a:pt x="70" y="21"/>
                      <a:pt x="70" y="21"/>
                      <a:pt x="70" y="21"/>
                    </a:cubicBezTo>
                    <a:cubicBezTo>
                      <a:pt x="69" y="22"/>
                      <a:pt x="71" y="19"/>
                      <a:pt x="71" y="19"/>
                    </a:cubicBezTo>
                    <a:cubicBezTo>
                      <a:pt x="70" y="21"/>
                      <a:pt x="70" y="21"/>
                      <a:pt x="70" y="21"/>
                    </a:cubicBezTo>
                    <a:cubicBezTo>
                      <a:pt x="71" y="19"/>
                      <a:pt x="71" y="19"/>
                      <a:pt x="71" y="19"/>
                    </a:cubicBezTo>
                    <a:cubicBezTo>
                      <a:pt x="70" y="20"/>
                      <a:pt x="70" y="20"/>
                      <a:pt x="70" y="20"/>
                    </a:cubicBezTo>
                    <a:cubicBezTo>
                      <a:pt x="70" y="19"/>
                      <a:pt x="70" y="19"/>
                      <a:pt x="70" y="19"/>
                    </a:cubicBezTo>
                    <a:cubicBezTo>
                      <a:pt x="70" y="20"/>
                      <a:pt x="68" y="22"/>
                      <a:pt x="69" y="20"/>
                    </a:cubicBezTo>
                    <a:cubicBezTo>
                      <a:pt x="68" y="22"/>
                      <a:pt x="69" y="20"/>
                      <a:pt x="69" y="21"/>
                    </a:cubicBezTo>
                    <a:cubicBezTo>
                      <a:pt x="68" y="23"/>
                      <a:pt x="68" y="22"/>
                      <a:pt x="67" y="22"/>
                    </a:cubicBezTo>
                    <a:cubicBezTo>
                      <a:pt x="69" y="20"/>
                      <a:pt x="67" y="22"/>
                      <a:pt x="67" y="22"/>
                    </a:cubicBezTo>
                    <a:cubicBezTo>
                      <a:pt x="68" y="20"/>
                      <a:pt x="68" y="20"/>
                      <a:pt x="68" y="20"/>
                    </a:cubicBezTo>
                    <a:cubicBezTo>
                      <a:pt x="67" y="22"/>
                      <a:pt x="67" y="22"/>
                      <a:pt x="67" y="22"/>
                    </a:cubicBezTo>
                    <a:cubicBezTo>
                      <a:pt x="69" y="19"/>
                      <a:pt x="66" y="22"/>
                      <a:pt x="67" y="21"/>
                    </a:cubicBezTo>
                    <a:cubicBezTo>
                      <a:pt x="67" y="20"/>
                      <a:pt x="68" y="19"/>
                      <a:pt x="68" y="18"/>
                    </a:cubicBezTo>
                    <a:cubicBezTo>
                      <a:pt x="67" y="21"/>
                      <a:pt x="66" y="21"/>
                      <a:pt x="65" y="23"/>
                    </a:cubicBezTo>
                    <a:cubicBezTo>
                      <a:pt x="66" y="22"/>
                      <a:pt x="67" y="20"/>
                      <a:pt x="68" y="18"/>
                    </a:cubicBezTo>
                    <a:cubicBezTo>
                      <a:pt x="67" y="20"/>
                      <a:pt x="69" y="17"/>
                      <a:pt x="67" y="19"/>
                    </a:cubicBezTo>
                    <a:cubicBezTo>
                      <a:pt x="67" y="20"/>
                      <a:pt x="66" y="20"/>
                      <a:pt x="65" y="21"/>
                    </a:cubicBezTo>
                    <a:cubicBezTo>
                      <a:pt x="65" y="21"/>
                      <a:pt x="66" y="20"/>
                      <a:pt x="66" y="19"/>
                    </a:cubicBezTo>
                    <a:cubicBezTo>
                      <a:pt x="66" y="20"/>
                      <a:pt x="65" y="21"/>
                      <a:pt x="65" y="22"/>
                    </a:cubicBezTo>
                    <a:cubicBezTo>
                      <a:pt x="65" y="21"/>
                      <a:pt x="63" y="23"/>
                      <a:pt x="64" y="22"/>
                    </a:cubicBezTo>
                    <a:cubicBezTo>
                      <a:pt x="65" y="21"/>
                      <a:pt x="65" y="22"/>
                      <a:pt x="65" y="20"/>
                    </a:cubicBezTo>
                    <a:cubicBezTo>
                      <a:pt x="65" y="20"/>
                      <a:pt x="63" y="24"/>
                      <a:pt x="62" y="24"/>
                    </a:cubicBezTo>
                    <a:cubicBezTo>
                      <a:pt x="62" y="25"/>
                      <a:pt x="60" y="27"/>
                      <a:pt x="60" y="28"/>
                    </a:cubicBezTo>
                    <a:cubicBezTo>
                      <a:pt x="60" y="27"/>
                      <a:pt x="60" y="27"/>
                      <a:pt x="61" y="25"/>
                    </a:cubicBezTo>
                    <a:cubicBezTo>
                      <a:pt x="61" y="26"/>
                      <a:pt x="61" y="26"/>
                      <a:pt x="61" y="26"/>
                    </a:cubicBezTo>
                    <a:cubicBezTo>
                      <a:pt x="62" y="23"/>
                      <a:pt x="64" y="22"/>
                      <a:pt x="65" y="20"/>
                    </a:cubicBezTo>
                    <a:cubicBezTo>
                      <a:pt x="64" y="20"/>
                      <a:pt x="64" y="20"/>
                      <a:pt x="64" y="20"/>
                    </a:cubicBezTo>
                    <a:cubicBezTo>
                      <a:pt x="66" y="18"/>
                      <a:pt x="66" y="18"/>
                      <a:pt x="66" y="18"/>
                    </a:cubicBezTo>
                    <a:cubicBezTo>
                      <a:pt x="65" y="19"/>
                      <a:pt x="65" y="18"/>
                      <a:pt x="65" y="18"/>
                    </a:cubicBezTo>
                    <a:cubicBezTo>
                      <a:pt x="64" y="20"/>
                      <a:pt x="65" y="18"/>
                      <a:pt x="65" y="19"/>
                    </a:cubicBezTo>
                    <a:cubicBezTo>
                      <a:pt x="64" y="19"/>
                      <a:pt x="63" y="22"/>
                      <a:pt x="63" y="21"/>
                    </a:cubicBezTo>
                    <a:cubicBezTo>
                      <a:pt x="65" y="18"/>
                      <a:pt x="65" y="18"/>
                      <a:pt x="65" y="18"/>
                    </a:cubicBezTo>
                    <a:cubicBezTo>
                      <a:pt x="65" y="17"/>
                      <a:pt x="64" y="20"/>
                      <a:pt x="64" y="19"/>
                    </a:cubicBezTo>
                    <a:cubicBezTo>
                      <a:pt x="65" y="18"/>
                      <a:pt x="65" y="18"/>
                      <a:pt x="65" y="18"/>
                    </a:cubicBezTo>
                    <a:cubicBezTo>
                      <a:pt x="64" y="17"/>
                      <a:pt x="63" y="17"/>
                      <a:pt x="60" y="20"/>
                    </a:cubicBezTo>
                    <a:cubicBezTo>
                      <a:pt x="61" y="19"/>
                      <a:pt x="61" y="18"/>
                      <a:pt x="61" y="17"/>
                    </a:cubicBezTo>
                    <a:cubicBezTo>
                      <a:pt x="61" y="18"/>
                      <a:pt x="60" y="19"/>
                      <a:pt x="60" y="19"/>
                    </a:cubicBezTo>
                    <a:cubicBezTo>
                      <a:pt x="61" y="17"/>
                      <a:pt x="61" y="17"/>
                      <a:pt x="61" y="17"/>
                    </a:cubicBezTo>
                    <a:cubicBezTo>
                      <a:pt x="61" y="16"/>
                      <a:pt x="60" y="17"/>
                      <a:pt x="59" y="18"/>
                    </a:cubicBezTo>
                    <a:cubicBezTo>
                      <a:pt x="60" y="17"/>
                      <a:pt x="60" y="17"/>
                      <a:pt x="60" y="17"/>
                    </a:cubicBezTo>
                    <a:cubicBezTo>
                      <a:pt x="61" y="16"/>
                      <a:pt x="59" y="18"/>
                      <a:pt x="59" y="18"/>
                    </a:cubicBezTo>
                    <a:cubicBezTo>
                      <a:pt x="60" y="17"/>
                      <a:pt x="60" y="17"/>
                      <a:pt x="60" y="17"/>
                    </a:cubicBezTo>
                    <a:cubicBezTo>
                      <a:pt x="59" y="18"/>
                      <a:pt x="59" y="18"/>
                      <a:pt x="59" y="18"/>
                    </a:cubicBezTo>
                    <a:cubicBezTo>
                      <a:pt x="58" y="19"/>
                      <a:pt x="58" y="18"/>
                      <a:pt x="60" y="16"/>
                    </a:cubicBezTo>
                    <a:cubicBezTo>
                      <a:pt x="59" y="18"/>
                      <a:pt x="59" y="18"/>
                      <a:pt x="59" y="18"/>
                    </a:cubicBezTo>
                    <a:cubicBezTo>
                      <a:pt x="59" y="16"/>
                      <a:pt x="59" y="16"/>
                      <a:pt x="58" y="17"/>
                    </a:cubicBezTo>
                    <a:cubicBezTo>
                      <a:pt x="58" y="17"/>
                      <a:pt x="58" y="18"/>
                      <a:pt x="57" y="19"/>
                    </a:cubicBezTo>
                    <a:cubicBezTo>
                      <a:pt x="56" y="21"/>
                      <a:pt x="57" y="19"/>
                      <a:pt x="56" y="20"/>
                    </a:cubicBezTo>
                    <a:cubicBezTo>
                      <a:pt x="57" y="18"/>
                      <a:pt x="57" y="18"/>
                      <a:pt x="57" y="18"/>
                    </a:cubicBezTo>
                    <a:cubicBezTo>
                      <a:pt x="59" y="15"/>
                      <a:pt x="57" y="17"/>
                      <a:pt x="56" y="16"/>
                    </a:cubicBezTo>
                    <a:cubicBezTo>
                      <a:pt x="56" y="17"/>
                      <a:pt x="56" y="17"/>
                      <a:pt x="56" y="17"/>
                    </a:cubicBezTo>
                    <a:cubicBezTo>
                      <a:pt x="57" y="15"/>
                      <a:pt x="55" y="17"/>
                      <a:pt x="55" y="15"/>
                    </a:cubicBezTo>
                    <a:cubicBezTo>
                      <a:pt x="55" y="16"/>
                      <a:pt x="53" y="19"/>
                      <a:pt x="53" y="19"/>
                    </a:cubicBezTo>
                    <a:cubicBezTo>
                      <a:pt x="52" y="20"/>
                      <a:pt x="54" y="16"/>
                      <a:pt x="55" y="15"/>
                    </a:cubicBezTo>
                    <a:cubicBezTo>
                      <a:pt x="54" y="16"/>
                      <a:pt x="54" y="16"/>
                      <a:pt x="54" y="16"/>
                    </a:cubicBezTo>
                    <a:cubicBezTo>
                      <a:pt x="54" y="16"/>
                      <a:pt x="54" y="16"/>
                      <a:pt x="54" y="16"/>
                    </a:cubicBezTo>
                    <a:cubicBezTo>
                      <a:pt x="53" y="16"/>
                      <a:pt x="53" y="17"/>
                      <a:pt x="53" y="16"/>
                    </a:cubicBezTo>
                    <a:cubicBezTo>
                      <a:pt x="53" y="16"/>
                      <a:pt x="53" y="16"/>
                      <a:pt x="53" y="16"/>
                    </a:cubicBezTo>
                    <a:cubicBezTo>
                      <a:pt x="53" y="16"/>
                      <a:pt x="54" y="14"/>
                      <a:pt x="53" y="15"/>
                    </a:cubicBezTo>
                    <a:cubicBezTo>
                      <a:pt x="52" y="16"/>
                      <a:pt x="53" y="15"/>
                      <a:pt x="52" y="16"/>
                    </a:cubicBezTo>
                    <a:cubicBezTo>
                      <a:pt x="52" y="16"/>
                      <a:pt x="52" y="16"/>
                      <a:pt x="52" y="16"/>
                    </a:cubicBezTo>
                    <a:cubicBezTo>
                      <a:pt x="51" y="17"/>
                      <a:pt x="51" y="17"/>
                      <a:pt x="51" y="17"/>
                    </a:cubicBezTo>
                    <a:cubicBezTo>
                      <a:pt x="52" y="16"/>
                      <a:pt x="52" y="16"/>
                      <a:pt x="52" y="16"/>
                    </a:cubicBezTo>
                    <a:cubicBezTo>
                      <a:pt x="53" y="15"/>
                      <a:pt x="53" y="15"/>
                      <a:pt x="53" y="15"/>
                    </a:cubicBezTo>
                    <a:cubicBezTo>
                      <a:pt x="53" y="14"/>
                      <a:pt x="52" y="16"/>
                      <a:pt x="51" y="17"/>
                    </a:cubicBezTo>
                    <a:cubicBezTo>
                      <a:pt x="51" y="18"/>
                      <a:pt x="51" y="16"/>
                      <a:pt x="51" y="16"/>
                    </a:cubicBezTo>
                    <a:cubicBezTo>
                      <a:pt x="52" y="15"/>
                      <a:pt x="51" y="16"/>
                      <a:pt x="52" y="16"/>
                    </a:cubicBezTo>
                    <a:cubicBezTo>
                      <a:pt x="52" y="15"/>
                      <a:pt x="52" y="15"/>
                      <a:pt x="52" y="14"/>
                    </a:cubicBezTo>
                    <a:cubicBezTo>
                      <a:pt x="52" y="14"/>
                      <a:pt x="51" y="16"/>
                      <a:pt x="51" y="16"/>
                    </a:cubicBezTo>
                    <a:cubicBezTo>
                      <a:pt x="51" y="15"/>
                      <a:pt x="51" y="16"/>
                      <a:pt x="52" y="14"/>
                    </a:cubicBezTo>
                    <a:cubicBezTo>
                      <a:pt x="51" y="15"/>
                      <a:pt x="51" y="15"/>
                      <a:pt x="51" y="15"/>
                    </a:cubicBezTo>
                    <a:cubicBezTo>
                      <a:pt x="51" y="16"/>
                      <a:pt x="51" y="16"/>
                      <a:pt x="50" y="17"/>
                    </a:cubicBezTo>
                    <a:cubicBezTo>
                      <a:pt x="50" y="17"/>
                      <a:pt x="49" y="18"/>
                      <a:pt x="50" y="17"/>
                    </a:cubicBezTo>
                    <a:cubicBezTo>
                      <a:pt x="50" y="17"/>
                      <a:pt x="50" y="17"/>
                      <a:pt x="50" y="17"/>
                    </a:cubicBezTo>
                    <a:cubicBezTo>
                      <a:pt x="50" y="17"/>
                      <a:pt x="50" y="16"/>
                      <a:pt x="49" y="18"/>
                    </a:cubicBezTo>
                    <a:cubicBezTo>
                      <a:pt x="50" y="16"/>
                      <a:pt x="50" y="16"/>
                      <a:pt x="50" y="16"/>
                    </a:cubicBezTo>
                    <a:cubicBezTo>
                      <a:pt x="49" y="17"/>
                      <a:pt x="49" y="17"/>
                      <a:pt x="49" y="17"/>
                    </a:cubicBezTo>
                    <a:cubicBezTo>
                      <a:pt x="50" y="15"/>
                      <a:pt x="51" y="14"/>
                      <a:pt x="51" y="13"/>
                    </a:cubicBezTo>
                    <a:cubicBezTo>
                      <a:pt x="50" y="15"/>
                      <a:pt x="50" y="15"/>
                      <a:pt x="50" y="15"/>
                    </a:cubicBezTo>
                    <a:cubicBezTo>
                      <a:pt x="49" y="15"/>
                      <a:pt x="50" y="14"/>
                      <a:pt x="50" y="14"/>
                    </a:cubicBezTo>
                    <a:cubicBezTo>
                      <a:pt x="50" y="12"/>
                      <a:pt x="47" y="18"/>
                      <a:pt x="48" y="16"/>
                    </a:cubicBezTo>
                    <a:cubicBezTo>
                      <a:pt x="49" y="14"/>
                      <a:pt x="49" y="14"/>
                      <a:pt x="49" y="13"/>
                    </a:cubicBezTo>
                    <a:cubicBezTo>
                      <a:pt x="49" y="14"/>
                      <a:pt x="48" y="14"/>
                      <a:pt x="48" y="14"/>
                    </a:cubicBezTo>
                    <a:cubicBezTo>
                      <a:pt x="48" y="15"/>
                      <a:pt x="49" y="13"/>
                      <a:pt x="49" y="14"/>
                    </a:cubicBezTo>
                    <a:cubicBezTo>
                      <a:pt x="48" y="16"/>
                      <a:pt x="48" y="15"/>
                      <a:pt x="48" y="15"/>
                    </a:cubicBezTo>
                    <a:cubicBezTo>
                      <a:pt x="50" y="11"/>
                      <a:pt x="47" y="14"/>
                      <a:pt x="48" y="12"/>
                    </a:cubicBezTo>
                    <a:cubicBezTo>
                      <a:pt x="47" y="14"/>
                      <a:pt x="47" y="12"/>
                      <a:pt x="47" y="13"/>
                    </a:cubicBezTo>
                    <a:cubicBezTo>
                      <a:pt x="48" y="11"/>
                      <a:pt x="46" y="13"/>
                      <a:pt x="47" y="12"/>
                    </a:cubicBezTo>
                    <a:cubicBezTo>
                      <a:pt x="46" y="14"/>
                      <a:pt x="46" y="14"/>
                      <a:pt x="46" y="14"/>
                    </a:cubicBezTo>
                    <a:cubicBezTo>
                      <a:pt x="46" y="13"/>
                      <a:pt x="44" y="18"/>
                      <a:pt x="45" y="15"/>
                    </a:cubicBezTo>
                    <a:cubicBezTo>
                      <a:pt x="45" y="14"/>
                      <a:pt x="46" y="13"/>
                      <a:pt x="46" y="13"/>
                    </a:cubicBezTo>
                    <a:cubicBezTo>
                      <a:pt x="47" y="10"/>
                      <a:pt x="44" y="14"/>
                      <a:pt x="46" y="12"/>
                    </a:cubicBezTo>
                    <a:cubicBezTo>
                      <a:pt x="45" y="12"/>
                      <a:pt x="44" y="14"/>
                      <a:pt x="44" y="15"/>
                    </a:cubicBezTo>
                    <a:cubicBezTo>
                      <a:pt x="44" y="14"/>
                      <a:pt x="44" y="12"/>
                      <a:pt x="45" y="12"/>
                    </a:cubicBezTo>
                    <a:cubicBezTo>
                      <a:pt x="44" y="12"/>
                      <a:pt x="44" y="13"/>
                      <a:pt x="44" y="12"/>
                    </a:cubicBezTo>
                    <a:cubicBezTo>
                      <a:pt x="44" y="11"/>
                      <a:pt x="45" y="11"/>
                      <a:pt x="45" y="11"/>
                    </a:cubicBezTo>
                    <a:cubicBezTo>
                      <a:pt x="45" y="10"/>
                      <a:pt x="44" y="11"/>
                      <a:pt x="44" y="12"/>
                    </a:cubicBezTo>
                    <a:cubicBezTo>
                      <a:pt x="44" y="10"/>
                      <a:pt x="43" y="11"/>
                      <a:pt x="44" y="10"/>
                    </a:cubicBezTo>
                    <a:cubicBezTo>
                      <a:pt x="42" y="12"/>
                      <a:pt x="44" y="9"/>
                      <a:pt x="42" y="12"/>
                    </a:cubicBezTo>
                    <a:cubicBezTo>
                      <a:pt x="43" y="11"/>
                      <a:pt x="43" y="11"/>
                      <a:pt x="43" y="11"/>
                    </a:cubicBezTo>
                    <a:cubicBezTo>
                      <a:pt x="42" y="12"/>
                      <a:pt x="41" y="13"/>
                      <a:pt x="41" y="13"/>
                    </a:cubicBezTo>
                    <a:cubicBezTo>
                      <a:pt x="42" y="12"/>
                      <a:pt x="42" y="12"/>
                      <a:pt x="42" y="12"/>
                    </a:cubicBezTo>
                    <a:cubicBezTo>
                      <a:pt x="43" y="9"/>
                      <a:pt x="42" y="11"/>
                      <a:pt x="42" y="10"/>
                    </a:cubicBezTo>
                    <a:cubicBezTo>
                      <a:pt x="42" y="11"/>
                      <a:pt x="42" y="10"/>
                      <a:pt x="42" y="11"/>
                    </a:cubicBezTo>
                    <a:cubicBezTo>
                      <a:pt x="41" y="12"/>
                      <a:pt x="41" y="12"/>
                      <a:pt x="41" y="12"/>
                    </a:cubicBezTo>
                    <a:cubicBezTo>
                      <a:pt x="40" y="13"/>
                      <a:pt x="40" y="13"/>
                      <a:pt x="40" y="13"/>
                    </a:cubicBezTo>
                    <a:cubicBezTo>
                      <a:pt x="40" y="13"/>
                      <a:pt x="41" y="11"/>
                      <a:pt x="41" y="11"/>
                    </a:cubicBezTo>
                    <a:cubicBezTo>
                      <a:pt x="41" y="10"/>
                      <a:pt x="41" y="10"/>
                      <a:pt x="41" y="11"/>
                    </a:cubicBezTo>
                    <a:cubicBezTo>
                      <a:pt x="41" y="11"/>
                      <a:pt x="41" y="11"/>
                      <a:pt x="41" y="11"/>
                    </a:cubicBezTo>
                    <a:cubicBezTo>
                      <a:pt x="41" y="11"/>
                      <a:pt x="41" y="11"/>
                      <a:pt x="41" y="11"/>
                    </a:cubicBezTo>
                    <a:cubicBezTo>
                      <a:pt x="41" y="11"/>
                      <a:pt x="40" y="11"/>
                      <a:pt x="40" y="11"/>
                    </a:cubicBezTo>
                    <a:cubicBezTo>
                      <a:pt x="40" y="11"/>
                      <a:pt x="40" y="11"/>
                      <a:pt x="40" y="11"/>
                    </a:cubicBezTo>
                    <a:cubicBezTo>
                      <a:pt x="41" y="11"/>
                      <a:pt x="41" y="11"/>
                      <a:pt x="41" y="11"/>
                    </a:cubicBezTo>
                    <a:cubicBezTo>
                      <a:pt x="41" y="10"/>
                      <a:pt x="41" y="10"/>
                      <a:pt x="41" y="10"/>
                    </a:cubicBezTo>
                    <a:cubicBezTo>
                      <a:pt x="41" y="10"/>
                      <a:pt x="41" y="10"/>
                      <a:pt x="41" y="10"/>
                    </a:cubicBezTo>
                    <a:cubicBezTo>
                      <a:pt x="41" y="10"/>
                      <a:pt x="41" y="10"/>
                      <a:pt x="41" y="10"/>
                    </a:cubicBezTo>
                    <a:cubicBezTo>
                      <a:pt x="41" y="8"/>
                      <a:pt x="41" y="8"/>
                      <a:pt x="41" y="8"/>
                    </a:cubicBezTo>
                    <a:cubicBezTo>
                      <a:pt x="41" y="8"/>
                      <a:pt x="40" y="10"/>
                      <a:pt x="40" y="11"/>
                    </a:cubicBezTo>
                    <a:cubicBezTo>
                      <a:pt x="40" y="9"/>
                      <a:pt x="39" y="10"/>
                      <a:pt x="38" y="11"/>
                    </a:cubicBezTo>
                    <a:cubicBezTo>
                      <a:pt x="38" y="11"/>
                      <a:pt x="39" y="10"/>
                      <a:pt x="39" y="10"/>
                    </a:cubicBezTo>
                    <a:cubicBezTo>
                      <a:pt x="38" y="10"/>
                      <a:pt x="38" y="12"/>
                      <a:pt x="38" y="11"/>
                    </a:cubicBezTo>
                    <a:cubicBezTo>
                      <a:pt x="38" y="11"/>
                      <a:pt x="38" y="10"/>
                      <a:pt x="38" y="9"/>
                    </a:cubicBezTo>
                    <a:cubicBezTo>
                      <a:pt x="38" y="9"/>
                      <a:pt x="38" y="11"/>
                      <a:pt x="38" y="11"/>
                    </a:cubicBezTo>
                    <a:cubicBezTo>
                      <a:pt x="38" y="8"/>
                      <a:pt x="36" y="12"/>
                      <a:pt x="37" y="10"/>
                    </a:cubicBezTo>
                    <a:cubicBezTo>
                      <a:pt x="36" y="10"/>
                      <a:pt x="37" y="9"/>
                      <a:pt x="37" y="9"/>
                    </a:cubicBezTo>
                    <a:cubicBezTo>
                      <a:pt x="37" y="9"/>
                      <a:pt x="36" y="10"/>
                      <a:pt x="35" y="11"/>
                    </a:cubicBezTo>
                    <a:cubicBezTo>
                      <a:pt x="36" y="10"/>
                      <a:pt x="36" y="10"/>
                      <a:pt x="36" y="10"/>
                    </a:cubicBezTo>
                    <a:cubicBezTo>
                      <a:pt x="36" y="10"/>
                      <a:pt x="35" y="10"/>
                      <a:pt x="35" y="11"/>
                    </a:cubicBezTo>
                    <a:cubicBezTo>
                      <a:pt x="34" y="12"/>
                      <a:pt x="34" y="13"/>
                      <a:pt x="34" y="13"/>
                    </a:cubicBezTo>
                    <a:cubicBezTo>
                      <a:pt x="34" y="13"/>
                      <a:pt x="34" y="13"/>
                      <a:pt x="34" y="13"/>
                    </a:cubicBezTo>
                    <a:cubicBezTo>
                      <a:pt x="33" y="12"/>
                      <a:pt x="33" y="13"/>
                      <a:pt x="33" y="13"/>
                    </a:cubicBezTo>
                    <a:cubicBezTo>
                      <a:pt x="33" y="12"/>
                      <a:pt x="33" y="13"/>
                      <a:pt x="34" y="12"/>
                    </a:cubicBezTo>
                    <a:cubicBezTo>
                      <a:pt x="35" y="10"/>
                      <a:pt x="34" y="10"/>
                      <a:pt x="34" y="10"/>
                    </a:cubicBezTo>
                    <a:cubicBezTo>
                      <a:pt x="33" y="11"/>
                      <a:pt x="33" y="11"/>
                      <a:pt x="33" y="11"/>
                    </a:cubicBezTo>
                    <a:cubicBezTo>
                      <a:pt x="33" y="12"/>
                      <a:pt x="34" y="10"/>
                      <a:pt x="33" y="10"/>
                    </a:cubicBezTo>
                    <a:cubicBezTo>
                      <a:pt x="31" y="14"/>
                      <a:pt x="31" y="14"/>
                      <a:pt x="31" y="14"/>
                    </a:cubicBezTo>
                    <a:cubicBezTo>
                      <a:pt x="31" y="14"/>
                      <a:pt x="32" y="12"/>
                      <a:pt x="32" y="11"/>
                    </a:cubicBezTo>
                    <a:cubicBezTo>
                      <a:pt x="32" y="12"/>
                      <a:pt x="30" y="14"/>
                      <a:pt x="29" y="15"/>
                    </a:cubicBezTo>
                    <a:cubicBezTo>
                      <a:pt x="30" y="15"/>
                      <a:pt x="29" y="16"/>
                      <a:pt x="29" y="16"/>
                    </a:cubicBezTo>
                    <a:cubicBezTo>
                      <a:pt x="29" y="15"/>
                      <a:pt x="29" y="16"/>
                      <a:pt x="29" y="15"/>
                    </a:cubicBezTo>
                    <a:cubicBezTo>
                      <a:pt x="30" y="14"/>
                      <a:pt x="30" y="14"/>
                      <a:pt x="30" y="14"/>
                    </a:cubicBezTo>
                    <a:cubicBezTo>
                      <a:pt x="30" y="13"/>
                      <a:pt x="31" y="11"/>
                      <a:pt x="31" y="10"/>
                    </a:cubicBezTo>
                    <a:cubicBezTo>
                      <a:pt x="31" y="11"/>
                      <a:pt x="31" y="10"/>
                      <a:pt x="30" y="10"/>
                    </a:cubicBezTo>
                    <a:cubicBezTo>
                      <a:pt x="29" y="12"/>
                      <a:pt x="29" y="11"/>
                      <a:pt x="28" y="13"/>
                    </a:cubicBezTo>
                    <a:cubicBezTo>
                      <a:pt x="28" y="13"/>
                      <a:pt x="29" y="11"/>
                      <a:pt x="29" y="11"/>
                    </a:cubicBezTo>
                    <a:cubicBezTo>
                      <a:pt x="28" y="11"/>
                      <a:pt x="28" y="10"/>
                      <a:pt x="28" y="11"/>
                    </a:cubicBezTo>
                    <a:cubicBezTo>
                      <a:pt x="28" y="10"/>
                      <a:pt x="28" y="10"/>
                      <a:pt x="28" y="10"/>
                    </a:cubicBezTo>
                    <a:cubicBezTo>
                      <a:pt x="28" y="11"/>
                      <a:pt x="27" y="10"/>
                      <a:pt x="26" y="12"/>
                    </a:cubicBezTo>
                    <a:cubicBezTo>
                      <a:pt x="27" y="11"/>
                      <a:pt x="27" y="11"/>
                      <a:pt x="27" y="11"/>
                    </a:cubicBezTo>
                    <a:cubicBezTo>
                      <a:pt x="27" y="10"/>
                      <a:pt x="25" y="14"/>
                      <a:pt x="26" y="12"/>
                    </a:cubicBezTo>
                    <a:cubicBezTo>
                      <a:pt x="26" y="11"/>
                      <a:pt x="26" y="11"/>
                      <a:pt x="26" y="11"/>
                    </a:cubicBezTo>
                    <a:cubicBezTo>
                      <a:pt x="26" y="12"/>
                      <a:pt x="26" y="10"/>
                      <a:pt x="25" y="11"/>
                    </a:cubicBezTo>
                    <a:cubicBezTo>
                      <a:pt x="26" y="10"/>
                      <a:pt x="26" y="10"/>
                      <a:pt x="26" y="10"/>
                    </a:cubicBezTo>
                    <a:cubicBezTo>
                      <a:pt x="26" y="11"/>
                      <a:pt x="25" y="10"/>
                      <a:pt x="24" y="12"/>
                    </a:cubicBezTo>
                    <a:cubicBezTo>
                      <a:pt x="25" y="10"/>
                      <a:pt x="25" y="10"/>
                      <a:pt x="25" y="10"/>
                    </a:cubicBezTo>
                    <a:cubicBezTo>
                      <a:pt x="26" y="9"/>
                      <a:pt x="24" y="12"/>
                      <a:pt x="24" y="11"/>
                    </a:cubicBezTo>
                    <a:cubicBezTo>
                      <a:pt x="24" y="11"/>
                      <a:pt x="25" y="10"/>
                      <a:pt x="25" y="10"/>
                    </a:cubicBezTo>
                    <a:cubicBezTo>
                      <a:pt x="24" y="11"/>
                      <a:pt x="24" y="11"/>
                      <a:pt x="24" y="11"/>
                    </a:cubicBezTo>
                    <a:cubicBezTo>
                      <a:pt x="24" y="9"/>
                      <a:pt x="24" y="9"/>
                      <a:pt x="24" y="9"/>
                    </a:cubicBezTo>
                    <a:cubicBezTo>
                      <a:pt x="23" y="8"/>
                      <a:pt x="22" y="8"/>
                      <a:pt x="20" y="9"/>
                    </a:cubicBezTo>
                    <a:cubicBezTo>
                      <a:pt x="21" y="7"/>
                      <a:pt x="21" y="8"/>
                      <a:pt x="22" y="6"/>
                    </a:cubicBezTo>
                    <a:cubicBezTo>
                      <a:pt x="21" y="8"/>
                      <a:pt x="21" y="7"/>
                      <a:pt x="21" y="7"/>
                    </a:cubicBezTo>
                    <a:cubicBezTo>
                      <a:pt x="21" y="7"/>
                      <a:pt x="21" y="7"/>
                      <a:pt x="21" y="7"/>
                    </a:cubicBezTo>
                    <a:cubicBezTo>
                      <a:pt x="20" y="7"/>
                      <a:pt x="21" y="6"/>
                      <a:pt x="20" y="6"/>
                    </a:cubicBezTo>
                    <a:cubicBezTo>
                      <a:pt x="20" y="7"/>
                      <a:pt x="20" y="7"/>
                      <a:pt x="20" y="7"/>
                    </a:cubicBezTo>
                    <a:cubicBezTo>
                      <a:pt x="19" y="8"/>
                      <a:pt x="21" y="4"/>
                      <a:pt x="20" y="7"/>
                    </a:cubicBezTo>
                    <a:cubicBezTo>
                      <a:pt x="20" y="5"/>
                      <a:pt x="20" y="5"/>
                      <a:pt x="20" y="5"/>
                    </a:cubicBezTo>
                    <a:cubicBezTo>
                      <a:pt x="19" y="7"/>
                      <a:pt x="20" y="4"/>
                      <a:pt x="19" y="6"/>
                    </a:cubicBezTo>
                    <a:cubicBezTo>
                      <a:pt x="19" y="6"/>
                      <a:pt x="19" y="6"/>
                      <a:pt x="19" y="6"/>
                    </a:cubicBezTo>
                    <a:cubicBezTo>
                      <a:pt x="20" y="5"/>
                      <a:pt x="18" y="8"/>
                      <a:pt x="18" y="6"/>
                    </a:cubicBezTo>
                    <a:cubicBezTo>
                      <a:pt x="18" y="6"/>
                      <a:pt x="18" y="7"/>
                      <a:pt x="17" y="8"/>
                    </a:cubicBezTo>
                    <a:cubicBezTo>
                      <a:pt x="18" y="6"/>
                      <a:pt x="18" y="6"/>
                      <a:pt x="18" y="6"/>
                    </a:cubicBezTo>
                    <a:cubicBezTo>
                      <a:pt x="17" y="7"/>
                      <a:pt x="16" y="6"/>
                      <a:pt x="14" y="8"/>
                    </a:cubicBezTo>
                    <a:cubicBezTo>
                      <a:pt x="14" y="7"/>
                      <a:pt x="14" y="7"/>
                      <a:pt x="14" y="7"/>
                    </a:cubicBezTo>
                    <a:cubicBezTo>
                      <a:pt x="13" y="8"/>
                      <a:pt x="15" y="4"/>
                      <a:pt x="12" y="8"/>
                    </a:cubicBezTo>
                    <a:cubicBezTo>
                      <a:pt x="11" y="9"/>
                      <a:pt x="11" y="9"/>
                      <a:pt x="11" y="9"/>
                    </a:cubicBezTo>
                    <a:cubicBezTo>
                      <a:pt x="12" y="7"/>
                      <a:pt x="12" y="7"/>
                      <a:pt x="12" y="7"/>
                    </a:cubicBezTo>
                    <a:cubicBezTo>
                      <a:pt x="12" y="8"/>
                      <a:pt x="12" y="7"/>
                      <a:pt x="11" y="8"/>
                    </a:cubicBezTo>
                    <a:cubicBezTo>
                      <a:pt x="12" y="7"/>
                      <a:pt x="12" y="7"/>
                      <a:pt x="12" y="7"/>
                    </a:cubicBezTo>
                    <a:cubicBezTo>
                      <a:pt x="12" y="7"/>
                      <a:pt x="10" y="9"/>
                      <a:pt x="10" y="8"/>
                    </a:cubicBezTo>
                    <a:cubicBezTo>
                      <a:pt x="11" y="8"/>
                      <a:pt x="11" y="8"/>
                      <a:pt x="11" y="8"/>
                    </a:cubicBezTo>
                    <a:cubicBezTo>
                      <a:pt x="11" y="4"/>
                      <a:pt x="11" y="1"/>
                      <a:pt x="8" y="5"/>
                    </a:cubicBezTo>
                    <a:cubicBezTo>
                      <a:pt x="7" y="5"/>
                      <a:pt x="9" y="2"/>
                      <a:pt x="9" y="3"/>
                    </a:cubicBezTo>
                    <a:cubicBezTo>
                      <a:pt x="6" y="5"/>
                      <a:pt x="8" y="0"/>
                      <a:pt x="4" y="4"/>
                    </a:cubicBezTo>
                    <a:cubicBezTo>
                      <a:pt x="3" y="5"/>
                      <a:pt x="0" y="10"/>
                      <a:pt x="0" y="10"/>
                    </a:cubicBezTo>
                    <a:cubicBezTo>
                      <a:pt x="3" y="9"/>
                      <a:pt x="3" y="12"/>
                      <a:pt x="3" y="1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7" name="Freeform 211"/>
              <p:cNvSpPr/>
              <p:nvPr/>
            </p:nvSpPr>
            <p:spPr bwMode="auto">
              <a:xfrm>
                <a:off x="3266" y="1867"/>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0"/>
                      <a:pt x="0" y="1"/>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8" name="Freeform 212"/>
              <p:cNvSpPr/>
              <p:nvPr/>
            </p:nvSpPr>
            <p:spPr bwMode="auto">
              <a:xfrm>
                <a:off x="3266" y="1861"/>
                <a:ext cx="3" cy="4"/>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0"/>
                      <a:pt x="0" y="1"/>
                      <a:pt x="1"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9" name="Freeform 213"/>
              <p:cNvSpPr/>
              <p:nvPr/>
            </p:nvSpPr>
            <p:spPr bwMode="auto">
              <a:xfrm>
                <a:off x="3260" y="185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0" name="Freeform 214"/>
              <p:cNvSpPr/>
              <p:nvPr/>
            </p:nvSpPr>
            <p:spPr bwMode="auto">
              <a:xfrm>
                <a:off x="3260" y="1893"/>
                <a:ext cx="4" cy="6"/>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1" y="1"/>
                      <a:pt x="1"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1" name="Freeform 215"/>
              <p:cNvSpPr/>
              <p:nvPr/>
            </p:nvSpPr>
            <p:spPr bwMode="auto">
              <a:xfrm>
                <a:off x="3269" y="1870"/>
                <a:ext cx="2" cy="4"/>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0" y="1"/>
                      <a:pt x="0" y="1"/>
                    </a:cubicBezTo>
                    <a:cubicBezTo>
                      <a:pt x="0" y="1"/>
                      <a:pt x="0" y="2"/>
                      <a:pt x="0" y="2"/>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2" name="Freeform 216"/>
              <p:cNvSpPr/>
              <p:nvPr/>
            </p:nvSpPr>
            <p:spPr bwMode="auto">
              <a:xfrm>
                <a:off x="3260" y="1895"/>
                <a:ext cx="4" cy="4"/>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2" y="0"/>
                      <a:pt x="1" y="2"/>
                      <a:pt x="1" y="2"/>
                    </a:cubicBezTo>
                    <a:cubicBezTo>
                      <a:pt x="0" y="2"/>
                      <a:pt x="1"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3" name="Freeform 217"/>
              <p:cNvSpPr/>
              <p:nvPr/>
            </p:nvSpPr>
            <p:spPr bwMode="auto">
              <a:xfrm>
                <a:off x="4538" y="18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4" name="Freeform 218"/>
              <p:cNvSpPr/>
              <p:nvPr/>
            </p:nvSpPr>
            <p:spPr bwMode="auto">
              <a:xfrm>
                <a:off x="3213" y="1882"/>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5" name="Freeform 219"/>
              <p:cNvSpPr/>
              <p:nvPr/>
            </p:nvSpPr>
            <p:spPr bwMode="auto">
              <a:xfrm>
                <a:off x="3190" y="182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6" name="Freeform 220"/>
              <p:cNvSpPr/>
              <p:nvPr/>
            </p:nvSpPr>
            <p:spPr bwMode="auto">
              <a:xfrm>
                <a:off x="3271" y="187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7" name="Freeform 221"/>
              <p:cNvSpPr/>
              <p:nvPr/>
            </p:nvSpPr>
            <p:spPr bwMode="auto">
              <a:xfrm>
                <a:off x="3190" y="187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8" name="Freeform 222"/>
              <p:cNvSpPr/>
              <p:nvPr/>
            </p:nvSpPr>
            <p:spPr bwMode="auto">
              <a:xfrm>
                <a:off x="4574" y="1855"/>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9" name="Freeform 223"/>
              <p:cNvSpPr/>
              <p:nvPr/>
            </p:nvSpPr>
            <p:spPr bwMode="auto">
              <a:xfrm>
                <a:off x="3199" y="18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0" name="Freeform 224"/>
              <p:cNvSpPr/>
              <p:nvPr/>
            </p:nvSpPr>
            <p:spPr bwMode="auto">
              <a:xfrm>
                <a:off x="3271" y="1859"/>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1" name="Freeform 225"/>
              <p:cNvSpPr/>
              <p:nvPr/>
            </p:nvSpPr>
            <p:spPr bwMode="auto">
              <a:xfrm>
                <a:off x="3742" y="3006"/>
                <a:ext cx="6" cy="9"/>
              </a:xfrm>
              <a:custGeom>
                <a:avLst/>
                <a:gdLst>
                  <a:gd name="T0" fmla="*/ 3 w 3"/>
                  <a:gd name="T1" fmla="*/ 0 h 4"/>
                  <a:gd name="T2" fmla="*/ 1 w 3"/>
                  <a:gd name="T3" fmla="*/ 1 h 4"/>
                  <a:gd name="T4" fmla="*/ 1 w 3"/>
                  <a:gd name="T5" fmla="*/ 3 h 4"/>
                  <a:gd name="T6" fmla="*/ 0 w 3"/>
                  <a:gd name="T7" fmla="*/ 4 h 4"/>
                  <a:gd name="T8" fmla="*/ 2 w 3"/>
                  <a:gd name="T9" fmla="*/ 1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cubicBezTo>
                      <a:pt x="2" y="1"/>
                      <a:pt x="2" y="1"/>
                      <a:pt x="1" y="1"/>
                    </a:cubicBezTo>
                    <a:cubicBezTo>
                      <a:pt x="1" y="2"/>
                      <a:pt x="0" y="3"/>
                      <a:pt x="1" y="3"/>
                    </a:cubicBezTo>
                    <a:cubicBezTo>
                      <a:pt x="1" y="3"/>
                      <a:pt x="0" y="4"/>
                      <a:pt x="0" y="4"/>
                    </a:cubicBezTo>
                    <a:cubicBezTo>
                      <a:pt x="1" y="4"/>
                      <a:pt x="2" y="2"/>
                      <a:pt x="2" y="1"/>
                    </a:cubicBezTo>
                    <a:cubicBezTo>
                      <a:pt x="3" y="1"/>
                      <a:pt x="3"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2" name="Freeform 226"/>
              <p:cNvSpPr/>
              <p:nvPr/>
            </p:nvSpPr>
            <p:spPr bwMode="auto">
              <a:xfrm>
                <a:off x="3988" y="30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3" name="Freeform 227"/>
              <p:cNvSpPr/>
              <p:nvPr/>
            </p:nvSpPr>
            <p:spPr bwMode="auto">
              <a:xfrm>
                <a:off x="3742" y="300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4" name="Rectangle 228"/>
              <p:cNvSpPr>
                <a:spLocks noChangeArrowheads="1"/>
              </p:cNvSpPr>
              <p:nvPr/>
            </p:nvSpPr>
            <p:spPr bwMode="auto">
              <a:xfrm>
                <a:off x="3748" y="3015"/>
                <a:ext cx="4"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5" name="Freeform 229"/>
              <p:cNvSpPr/>
              <p:nvPr/>
            </p:nvSpPr>
            <p:spPr bwMode="auto">
              <a:xfrm>
                <a:off x="3744" y="2894"/>
                <a:ext cx="2" cy="10"/>
              </a:xfrm>
              <a:custGeom>
                <a:avLst/>
                <a:gdLst>
                  <a:gd name="T0" fmla="*/ 0 w 1"/>
                  <a:gd name="T1" fmla="*/ 2 h 5"/>
                  <a:gd name="T2" fmla="*/ 1 w 1"/>
                  <a:gd name="T3" fmla="*/ 3 h 5"/>
                  <a:gd name="T4" fmla="*/ 0 w 1"/>
                  <a:gd name="T5" fmla="*/ 5 h 5"/>
                  <a:gd name="T6" fmla="*/ 1 w 1"/>
                  <a:gd name="T7" fmla="*/ 1 h 5"/>
                  <a:gd name="T8" fmla="*/ 1 w 1"/>
                  <a:gd name="T9" fmla="*/ 0 h 5"/>
                  <a:gd name="T10" fmla="*/ 0 w 1"/>
                  <a:gd name="T11" fmla="*/ 2 h 5"/>
                </a:gdLst>
                <a:ahLst/>
                <a:cxnLst>
                  <a:cxn ang="0">
                    <a:pos x="T0" y="T1"/>
                  </a:cxn>
                  <a:cxn ang="0">
                    <a:pos x="T2" y="T3"/>
                  </a:cxn>
                  <a:cxn ang="0">
                    <a:pos x="T4" y="T5"/>
                  </a:cxn>
                  <a:cxn ang="0">
                    <a:pos x="T6" y="T7"/>
                  </a:cxn>
                  <a:cxn ang="0">
                    <a:pos x="T8" y="T9"/>
                  </a:cxn>
                  <a:cxn ang="0">
                    <a:pos x="T10" y="T11"/>
                  </a:cxn>
                </a:cxnLst>
                <a:rect l="0" t="0" r="r" b="b"/>
                <a:pathLst>
                  <a:path w="1" h="5">
                    <a:moveTo>
                      <a:pt x="0" y="2"/>
                    </a:moveTo>
                    <a:cubicBezTo>
                      <a:pt x="0" y="2"/>
                      <a:pt x="0" y="4"/>
                      <a:pt x="1" y="3"/>
                    </a:cubicBezTo>
                    <a:cubicBezTo>
                      <a:pt x="1" y="3"/>
                      <a:pt x="0" y="4"/>
                      <a:pt x="0" y="5"/>
                    </a:cubicBezTo>
                    <a:cubicBezTo>
                      <a:pt x="1" y="4"/>
                      <a:pt x="1" y="1"/>
                      <a:pt x="1" y="1"/>
                    </a:cubicBezTo>
                    <a:cubicBezTo>
                      <a:pt x="1" y="0"/>
                      <a:pt x="1" y="0"/>
                      <a:pt x="1" y="0"/>
                    </a:cubicBezTo>
                    <a:cubicBezTo>
                      <a:pt x="1" y="1"/>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6" name="Freeform 230"/>
              <p:cNvSpPr/>
              <p:nvPr/>
            </p:nvSpPr>
            <p:spPr bwMode="auto">
              <a:xfrm>
                <a:off x="3744" y="3004"/>
                <a:ext cx="2"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1"/>
                      <a:pt x="0" y="1"/>
                      <a:pt x="0" y="1"/>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7" name="Freeform 231"/>
              <p:cNvSpPr/>
              <p:nvPr/>
            </p:nvSpPr>
            <p:spPr bwMode="auto">
              <a:xfrm>
                <a:off x="3742" y="2892"/>
                <a:ext cx="2" cy="4"/>
              </a:xfrm>
              <a:custGeom>
                <a:avLst/>
                <a:gdLst>
                  <a:gd name="T0" fmla="*/ 1 w 1"/>
                  <a:gd name="T1" fmla="*/ 1 h 2"/>
                  <a:gd name="T2" fmla="*/ 0 w 1"/>
                  <a:gd name="T3" fmla="*/ 2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2"/>
                      <a:pt x="0" y="2"/>
                    </a:cubicBezTo>
                    <a:cubicBezTo>
                      <a:pt x="0" y="2"/>
                      <a:pt x="1" y="1"/>
                      <a:pt x="1" y="1"/>
                    </a:cubicBezTo>
                    <a:cubicBezTo>
                      <a:pt x="1" y="1"/>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8" name="Freeform 232"/>
              <p:cNvSpPr/>
              <p:nvPr/>
            </p:nvSpPr>
            <p:spPr bwMode="auto">
              <a:xfrm>
                <a:off x="3772" y="3038"/>
                <a:ext cx="4" cy="4"/>
              </a:xfrm>
              <a:custGeom>
                <a:avLst/>
                <a:gdLst>
                  <a:gd name="T0" fmla="*/ 1 w 2"/>
                  <a:gd name="T1" fmla="*/ 0 h 2"/>
                  <a:gd name="T2" fmla="*/ 2 w 2"/>
                  <a:gd name="T3" fmla="*/ 1 h 2"/>
                  <a:gd name="T4" fmla="*/ 1 w 2"/>
                  <a:gd name="T5" fmla="*/ 0 h 2"/>
                </a:gdLst>
                <a:ahLst/>
                <a:cxnLst>
                  <a:cxn ang="0">
                    <a:pos x="T0" y="T1"/>
                  </a:cxn>
                  <a:cxn ang="0">
                    <a:pos x="T2" y="T3"/>
                  </a:cxn>
                  <a:cxn ang="0">
                    <a:pos x="T4" y="T5"/>
                  </a:cxn>
                </a:cxnLst>
                <a:rect l="0" t="0" r="r" b="b"/>
                <a:pathLst>
                  <a:path w="2" h="2">
                    <a:moveTo>
                      <a:pt x="1" y="0"/>
                    </a:moveTo>
                    <a:cubicBezTo>
                      <a:pt x="0" y="2"/>
                      <a:pt x="2" y="0"/>
                      <a:pt x="2"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9" name="Freeform 233"/>
              <p:cNvSpPr/>
              <p:nvPr/>
            </p:nvSpPr>
            <p:spPr bwMode="auto">
              <a:xfrm>
                <a:off x="3895" y="308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0" name="Freeform 234"/>
              <p:cNvSpPr/>
              <p:nvPr/>
            </p:nvSpPr>
            <p:spPr bwMode="auto">
              <a:xfrm>
                <a:off x="3602"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1" name="Freeform 235"/>
              <p:cNvSpPr/>
              <p:nvPr/>
            </p:nvSpPr>
            <p:spPr bwMode="auto">
              <a:xfrm>
                <a:off x="3742" y="289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2" name="Freeform 236"/>
              <p:cNvSpPr/>
              <p:nvPr/>
            </p:nvSpPr>
            <p:spPr bwMode="auto">
              <a:xfrm>
                <a:off x="3602" y="18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3" name="Freeform 237"/>
              <p:cNvSpPr/>
              <p:nvPr/>
            </p:nvSpPr>
            <p:spPr bwMode="auto">
              <a:xfrm>
                <a:off x="3755" y="3027"/>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4" name="Oval 238"/>
              <p:cNvSpPr>
                <a:spLocks noChangeArrowheads="1"/>
              </p:cNvSpPr>
              <p:nvPr/>
            </p:nvSpPr>
            <p:spPr bwMode="auto">
              <a:xfrm>
                <a:off x="3602" y="1823"/>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5" name="Freeform 239"/>
              <p:cNvSpPr/>
              <p:nvPr/>
            </p:nvSpPr>
            <p:spPr bwMode="auto">
              <a:xfrm>
                <a:off x="3922" y="2890"/>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6" name="Freeform 240"/>
              <p:cNvSpPr/>
              <p:nvPr/>
            </p:nvSpPr>
            <p:spPr bwMode="auto">
              <a:xfrm>
                <a:off x="3975" y="28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7" name="Freeform 241"/>
              <p:cNvSpPr/>
              <p:nvPr/>
            </p:nvSpPr>
            <p:spPr bwMode="auto">
              <a:xfrm>
                <a:off x="3954" y="288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8" name="Freeform 242"/>
              <p:cNvSpPr/>
              <p:nvPr/>
            </p:nvSpPr>
            <p:spPr bwMode="auto">
              <a:xfrm>
                <a:off x="3725" y="2760"/>
                <a:ext cx="399" cy="159"/>
              </a:xfrm>
              <a:custGeom>
                <a:avLst/>
                <a:gdLst>
                  <a:gd name="T0" fmla="*/ 11 w 188"/>
                  <a:gd name="T1" fmla="*/ 59 h 75"/>
                  <a:gd name="T2" fmla="*/ 17 w 188"/>
                  <a:gd name="T3" fmla="*/ 64 h 75"/>
                  <a:gd name="T4" fmla="*/ 14 w 188"/>
                  <a:gd name="T5" fmla="*/ 70 h 75"/>
                  <a:gd name="T6" fmla="*/ 17 w 188"/>
                  <a:gd name="T7" fmla="*/ 71 h 75"/>
                  <a:gd name="T8" fmla="*/ 21 w 188"/>
                  <a:gd name="T9" fmla="*/ 69 h 75"/>
                  <a:gd name="T10" fmla="*/ 22 w 188"/>
                  <a:gd name="T11" fmla="*/ 71 h 75"/>
                  <a:gd name="T12" fmla="*/ 27 w 188"/>
                  <a:gd name="T13" fmla="*/ 67 h 75"/>
                  <a:gd name="T14" fmla="*/ 30 w 188"/>
                  <a:gd name="T15" fmla="*/ 72 h 75"/>
                  <a:gd name="T16" fmla="*/ 31 w 188"/>
                  <a:gd name="T17" fmla="*/ 74 h 75"/>
                  <a:gd name="T18" fmla="*/ 33 w 188"/>
                  <a:gd name="T19" fmla="*/ 72 h 75"/>
                  <a:gd name="T20" fmla="*/ 37 w 188"/>
                  <a:gd name="T21" fmla="*/ 74 h 75"/>
                  <a:gd name="T22" fmla="*/ 40 w 188"/>
                  <a:gd name="T23" fmla="*/ 69 h 75"/>
                  <a:gd name="T24" fmla="*/ 43 w 188"/>
                  <a:gd name="T25" fmla="*/ 64 h 75"/>
                  <a:gd name="T26" fmla="*/ 45 w 188"/>
                  <a:gd name="T27" fmla="*/ 69 h 75"/>
                  <a:gd name="T28" fmla="*/ 54 w 188"/>
                  <a:gd name="T29" fmla="*/ 69 h 75"/>
                  <a:gd name="T30" fmla="*/ 58 w 188"/>
                  <a:gd name="T31" fmla="*/ 69 h 75"/>
                  <a:gd name="T32" fmla="*/ 62 w 188"/>
                  <a:gd name="T33" fmla="*/ 68 h 75"/>
                  <a:gd name="T34" fmla="*/ 73 w 188"/>
                  <a:gd name="T35" fmla="*/ 66 h 75"/>
                  <a:gd name="T36" fmla="*/ 76 w 188"/>
                  <a:gd name="T37" fmla="*/ 65 h 75"/>
                  <a:gd name="T38" fmla="*/ 77 w 188"/>
                  <a:gd name="T39" fmla="*/ 64 h 75"/>
                  <a:gd name="T40" fmla="*/ 80 w 188"/>
                  <a:gd name="T41" fmla="*/ 62 h 75"/>
                  <a:gd name="T42" fmla="*/ 83 w 188"/>
                  <a:gd name="T43" fmla="*/ 63 h 75"/>
                  <a:gd name="T44" fmla="*/ 86 w 188"/>
                  <a:gd name="T45" fmla="*/ 61 h 75"/>
                  <a:gd name="T46" fmla="*/ 94 w 188"/>
                  <a:gd name="T47" fmla="*/ 61 h 75"/>
                  <a:gd name="T48" fmla="*/ 100 w 188"/>
                  <a:gd name="T49" fmla="*/ 59 h 75"/>
                  <a:gd name="T50" fmla="*/ 105 w 188"/>
                  <a:gd name="T51" fmla="*/ 59 h 75"/>
                  <a:gd name="T52" fmla="*/ 108 w 188"/>
                  <a:gd name="T53" fmla="*/ 57 h 75"/>
                  <a:gd name="T54" fmla="*/ 109 w 188"/>
                  <a:gd name="T55" fmla="*/ 57 h 75"/>
                  <a:gd name="T56" fmla="*/ 114 w 188"/>
                  <a:gd name="T57" fmla="*/ 54 h 75"/>
                  <a:gd name="T58" fmla="*/ 120 w 188"/>
                  <a:gd name="T59" fmla="*/ 53 h 75"/>
                  <a:gd name="T60" fmla="*/ 124 w 188"/>
                  <a:gd name="T61" fmla="*/ 50 h 75"/>
                  <a:gd name="T62" fmla="*/ 127 w 188"/>
                  <a:gd name="T63" fmla="*/ 41 h 75"/>
                  <a:gd name="T64" fmla="*/ 133 w 188"/>
                  <a:gd name="T65" fmla="*/ 44 h 75"/>
                  <a:gd name="T66" fmla="*/ 139 w 188"/>
                  <a:gd name="T67" fmla="*/ 41 h 75"/>
                  <a:gd name="T68" fmla="*/ 144 w 188"/>
                  <a:gd name="T69" fmla="*/ 39 h 75"/>
                  <a:gd name="T70" fmla="*/ 156 w 188"/>
                  <a:gd name="T71" fmla="*/ 34 h 75"/>
                  <a:gd name="T72" fmla="*/ 160 w 188"/>
                  <a:gd name="T73" fmla="*/ 33 h 75"/>
                  <a:gd name="T74" fmla="*/ 170 w 188"/>
                  <a:gd name="T75" fmla="*/ 21 h 75"/>
                  <a:gd name="T76" fmla="*/ 173 w 188"/>
                  <a:gd name="T77" fmla="*/ 18 h 75"/>
                  <a:gd name="T78" fmla="*/ 169 w 188"/>
                  <a:gd name="T79" fmla="*/ 9 h 75"/>
                  <a:gd name="T80" fmla="*/ 149 w 188"/>
                  <a:gd name="T81" fmla="*/ 20 h 75"/>
                  <a:gd name="T82" fmla="*/ 110 w 188"/>
                  <a:gd name="T83" fmla="*/ 42 h 75"/>
                  <a:gd name="T84" fmla="*/ 103 w 188"/>
                  <a:gd name="T85" fmla="*/ 39 h 75"/>
                  <a:gd name="T86" fmla="*/ 88 w 188"/>
                  <a:gd name="T87" fmla="*/ 44 h 75"/>
                  <a:gd name="T88" fmla="*/ 69 w 188"/>
                  <a:gd name="T89" fmla="*/ 48 h 75"/>
                  <a:gd name="T90" fmla="*/ 59 w 188"/>
                  <a:gd name="T91" fmla="*/ 49 h 75"/>
                  <a:gd name="T92" fmla="*/ 44 w 188"/>
                  <a:gd name="T93" fmla="*/ 52 h 75"/>
                  <a:gd name="T94" fmla="*/ 29 w 188"/>
                  <a:gd name="T95" fmla="*/ 53 h 75"/>
                  <a:gd name="T96" fmla="*/ 19 w 188"/>
                  <a:gd name="T97" fmla="*/ 53 h 75"/>
                  <a:gd name="T98" fmla="*/ 10 w 188"/>
                  <a:gd name="T99" fmla="*/ 49 h 75"/>
                  <a:gd name="T100" fmla="*/ 7 w 188"/>
                  <a:gd name="T101" fmla="*/ 47 h 75"/>
                  <a:gd name="T102" fmla="*/ 5 w 188"/>
                  <a:gd name="T103" fmla="*/ 47 h 75"/>
                  <a:gd name="T104" fmla="*/ 3 w 188"/>
                  <a:gd name="T105" fmla="*/ 5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8" h="75">
                    <a:moveTo>
                      <a:pt x="5" y="55"/>
                    </a:moveTo>
                    <a:cubicBezTo>
                      <a:pt x="5" y="55"/>
                      <a:pt x="5" y="55"/>
                      <a:pt x="5" y="55"/>
                    </a:cubicBezTo>
                    <a:cubicBezTo>
                      <a:pt x="5" y="57"/>
                      <a:pt x="5" y="54"/>
                      <a:pt x="6" y="54"/>
                    </a:cubicBezTo>
                    <a:cubicBezTo>
                      <a:pt x="6" y="55"/>
                      <a:pt x="4" y="57"/>
                      <a:pt x="4" y="58"/>
                    </a:cubicBezTo>
                    <a:cubicBezTo>
                      <a:pt x="5" y="58"/>
                      <a:pt x="7" y="58"/>
                      <a:pt x="7" y="60"/>
                    </a:cubicBezTo>
                    <a:cubicBezTo>
                      <a:pt x="8" y="60"/>
                      <a:pt x="10" y="59"/>
                      <a:pt x="11" y="59"/>
                    </a:cubicBezTo>
                    <a:cubicBezTo>
                      <a:pt x="12" y="59"/>
                      <a:pt x="10" y="61"/>
                      <a:pt x="11" y="60"/>
                    </a:cubicBezTo>
                    <a:cubicBezTo>
                      <a:pt x="11" y="61"/>
                      <a:pt x="10" y="62"/>
                      <a:pt x="10" y="63"/>
                    </a:cubicBezTo>
                    <a:cubicBezTo>
                      <a:pt x="10" y="62"/>
                      <a:pt x="11" y="64"/>
                      <a:pt x="12" y="61"/>
                    </a:cubicBezTo>
                    <a:cubicBezTo>
                      <a:pt x="12" y="62"/>
                      <a:pt x="14" y="63"/>
                      <a:pt x="15" y="63"/>
                    </a:cubicBezTo>
                    <a:cubicBezTo>
                      <a:pt x="14" y="63"/>
                      <a:pt x="14" y="64"/>
                      <a:pt x="14" y="65"/>
                    </a:cubicBezTo>
                    <a:cubicBezTo>
                      <a:pt x="15" y="64"/>
                      <a:pt x="16" y="63"/>
                      <a:pt x="17" y="64"/>
                    </a:cubicBezTo>
                    <a:cubicBezTo>
                      <a:pt x="17" y="62"/>
                      <a:pt x="17" y="62"/>
                      <a:pt x="18" y="60"/>
                    </a:cubicBezTo>
                    <a:cubicBezTo>
                      <a:pt x="18" y="60"/>
                      <a:pt x="18" y="59"/>
                      <a:pt x="18" y="60"/>
                    </a:cubicBezTo>
                    <a:cubicBezTo>
                      <a:pt x="18" y="61"/>
                      <a:pt x="17" y="64"/>
                      <a:pt x="18" y="64"/>
                    </a:cubicBezTo>
                    <a:cubicBezTo>
                      <a:pt x="17" y="67"/>
                      <a:pt x="17" y="64"/>
                      <a:pt x="16" y="67"/>
                    </a:cubicBezTo>
                    <a:cubicBezTo>
                      <a:pt x="15" y="69"/>
                      <a:pt x="14" y="68"/>
                      <a:pt x="14" y="67"/>
                    </a:cubicBezTo>
                    <a:cubicBezTo>
                      <a:pt x="12" y="69"/>
                      <a:pt x="14" y="67"/>
                      <a:pt x="14" y="70"/>
                    </a:cubicBezTo>
                    <a:cubicBezTo>
                      <a:pt x="14" y="70"/>
                      <a:pt x="15" y="68"/>
                      <a:pt x="16" y="68"/>
                    </a:cubicBezTo>
                    <a:cubicBezTo>
                      <a:pt x="17" y="67"/>
                      <a:pt x="16" y="67"/>
                      <a:pt x="17" y="66"/>
                    </a:cubicBezTo>
                    <a:cubicBezTo>
                      <a:pt x="19" y="64"/>
                      <a:pt x="18" y="68"/>
                      <a:pt x="18" y="68"/>
                    </a:cubicBezTo>
                    <a:cubicBezTo>
                      <a:pt x="17" y="69"/>
                      <a:pt x="17" y="69"/>
                      <a:pt x="17" y="69"/>
                    </a:cubicBezTo>
                    <a:cubicBezTo>
                      <a:pt x="18" y="70"/>
                      <a:pt x="18" y="68"/>
                      <a:pt x="19" y="69"/>
                    </a:cubicBezTo>
                    <a:cubicBezTo>
                      <a:pt x="19" y="72"/>
                      <a:pt x="18" y="69"/>
                      <a:pt x="17" y="71"/>
                    </a:cubicBezTo>
                    <a:cubicBezTo>
                      <a:pt x="17" y="73"/>
                      <a:pt x="17" y="73"/>
                      <a:pt x="17" y="73"/>
                    </a:cubicBezTo>
                    <a:cubicBezTo>
                      <a:pt x="18" y="74"/>
                      <a:pt x="18" y="70"/>
                      <a:pt x="19" y="72"/>
                    </a:cubicBezTo>
                    <a:cubicBezTo>
                      <a:pt x="19" y="73"/>
                      <a:pt x="19" y="73"/>
                      <a:pt x="19" y="73"/>
                    </a:cubicBezTo>
                    <a:cubicBezTo>
                      <a:pt x="20" y="72"/>
                      <a:pt x="20" y="72"/>
                      <a:pt x="20" y="72"/>
                    </a:cubicBezTo>
                    <a:cubicBezTo>
                      <a:pt x="20" y="71"/>
                      <a:pt x="20" y="69"/>
                      <a:pt x="19" y="69"/>
                    </a:cubicBezTo>
                    <a:cubicBezTo>
                      <a:pt x="20" y="66"/>
                      <a:pt x="20" y="69"/>
                      <a:pt x="21" y="69"/>
                    </a:cubicBezTo>
                    <a:cubicBezTo>
                      <a:pt x="22" y="67"/>
                      <a:pt x="21" y="69"/>
                      <a:pt x="21" y="67"/>
                    </a:cubicBezTo>
                    <a:cubicBezTo>
                      <a:pt x="21" y="65"/>
                      <a:pt x="22" y="65"/>
                      <a:pt x="22" y="65"/>
                    </a:cubicBezTo>
                    <a:cubicBezTo>
                      <a:pt x="23" y="65"/>
                      <a:pt x="22" y="67"/>
                      <a:pt x="22" y="68"/>
                    </a:cubicBezTo>
                    <a:cubicBezTo>
                      <a:pt x="22" y="69"/>
                      <a:pt x="22" y="69"/>
                      <a:pt x="22" y="68"/>
                    </a:cubicBezTo>
                    <a:cubicBezTo>
                      <a:pt x="21" y="69"/>
                      <a:pt x="22" y="71"/>
                      <a:pt x="21" y="73"/>
                    </a:cubicBezTo>
                    <a:cubicBezTo>
                      <a:pt x="21" y="74"/>
                      <a:pt x="22" y="72"/>
                      <a:pt x="22" y="71"/>
                    </a:cubicBezTo>
                    <a:cubicBezTo>
                      <a:pt x="22" y="71"/>
                      <a:pt x="23" y="69"/>
                      <a:pt x="22" y="69"/>
                    </a:cubicBezTo>
                    <a:cubicBezTo>
                      <a:pt x="25" y="64"/>
                      <a:pt x="23" y="72"/>
                      <a:pt x="24" y="72"/>
                    </a:cubicBezTo>
                    <a:cubicBezTo>
                      <a:pt x="24" y="69"/>
                      <a:pt x="26" y="68"/>
                      <a:pt x="26" y="64"/>
                    </a:cubicBezTo>
                    <a:cubicBezTo>
                      <a:pt x="26" y="64"/>
                      <a:pt x="27" y="63"/>
                      <a:pt x="27" y="63"/>
                    </a:cubicBezTo>
                    <a:cubicBezTo>
                      <a:pt x="26" y="65"/>
                      <a:pt x="27" y="65"/>
                      <a:pt x="26" y="67"/>
                    </a:cubicBezTo>
                    <a:cubicBezTo>
                      <a:pt x="27" y="67"/>
                      <a:pt x="27" y="67"/>
                      <a:pt x="27" y="67"/>
                    </a:cubicBezTo>
                    <a:cubicBezTo>
                      <a:pt x="26" y="69"/>
                      <a:pt x="26" y="69"/>
                      <a:pt x="26" y="69"/>
                    </a:cubicBezTo>
                    <a:cubicBezTo>
                      <a:pt x="26" y="71"/>
                      <a:pt x="27" y="72"/>
                      <a:pt x="27" y="73"/>
                    </a:cubicBezTo>
                    <a:cubicBezTo>
                      <a:pt x="28" y="73"/>
                      <a:pt x="27" y="71"/>
                      <a:pt x="28" y="71"/>
                    </a:cubicBezTo>
                    <a:cubicBezTo>
                      <a:pt x="27" y="72"/>
                      <a:pt x="28" y="73"/>
                      <a:pt x="28" y="73"/>
                    </a:cubicBezTo>
                    <a:cubicBezTo>
                      <a:pt x="27" y="72"/>
                      <a:pt x="28" y="70"/>
                      <a:pt x="29" y="70"/>
                    </a:cubicBezTo>
                    <a:cubicBezTo>
                      <a:pt x="29" y="70"/>
                      <a:pt x="30" y="72"/>
                      <a:pt x="30" y="72"/>
                    </a:cubicBezTo>
                    <a:cubicBezTo>
                      <a:pt x="29" y="74"/>
                      <a:pt x="29" y="74"/>
                      <a:pt x="29" y="74"/>
                    </a:cubicBezTo>
                    <a:cubicBezTo>
                      <a:pt x="29" y="72"/>
                      <a:pt x="29" y="75"/>
                      <a:pt x="29" y="74"/>
                    </a:cubicBezTo>
                    <a:cubicBezTo>
                      <a:pt x="30" y="73"/>
                      <a:pt x="30" y="71"/>
                      <a:pt x="30" y="70"/>
                    </a:cubicBezTo>
                    <a:cubicBezTo>
                      <a:pt x="31" y="69"/>
                      <a:pt x="31" y="71"/>
                      <a:pt x="31" y="70"/>
                    </a:cubicBezTo>
                    <a:cubicBezTo>
                      <a:pt x="30" y="72"/>
                      <a:pt x="30" y="72"/>
                      <a:pt x="30" y="72"/>
                    </a:cubicBezTo>
                    <a:cubicBezTo>
                      <a:pt x="31" y="71"/>
                      <a:pt x="30" y="75"/>
                      <a:pt x="31" y="74"/>
                    </a:cubicBezTo>
                    <a:cubicBezTo>
                      <a:pt x="32" y="73"/>
                      <a:pt x="32" y="73"/>
                      <a:pt x="32" y="73"/>
                    </a:cubicBezTo>
                    <a:cubicBezTo>
                      <a:pt x="32" y="74"/>
                      <a:pt x="32" y="74"/>
                      <a:pt x="32" y="74"/>
                    </a:cubicBezTo>
                    <a:cubicBezTo>
                      <a:pt x="32" y="73"/>
                      <a:pt x="32" y="73"/>
                      <a:pt x="33" y="73"/>
                    </a:cubicBezTo>
                    <a:cubicBezTo>
                      <a:pt x="33" y="74"/>
                      <a:pt x="33" y="74"/>
                      <a:pt x="33" y="74"/>
                    </a:cubicBezTo>
                    <a:cubicBezTo>
                      <a:pt x="33" y="73"/>
                      <a:pt x="34" y="71"/>
                      <a:pt x="34" y="73"/>
                    </a:cubicBezTo>
                    <a:cubicBezTo>
                      <a:pt x="34" y="70"/>
                      <a:pt x="33" y="73"/>
                      <a:pt x="33" y="72"/>
                    </a:cubicBezTo>
                    <a:cubicBezTo>
                      <a:pt x="33" y="70"/>
                      <a:pt x="34" y="70"/>
                      <a:pt x="34" y="70"/>
                    </a:cubicBezTo>
                    <a:cubicBezTo>
                      <a:pt x="34" y="72"/>
                      <a:pt x="35" y="70"/>
                      <a:pt x="35" y="70"/>
                    </a:cubicBezTo>
                    <a:cubicBezTo>
                      <a:pt x="35" y="71"/>
                      <a:pt x="35" y="72"/>
                      <a:pt x="36" y="72"/>
                    </a:cubicBezTo>
                    <a:cubicBezTo>
                      <a:pt x="36" y="70"/>
                      <a:pt x="36" y="70"/>
                      <a:pt x="36" y="70"/>
                    </a:cubicBezTo>
                    <a:cubicBezTo>
                      <a:pt x="36" y="74"/>
                      <a:pt x="37" y="70"/>
                      <a:pt x="37" y="71"/>
                    </a:cubicBezTo>
                    <a:cubicBezTo>
                      <a:pt x="37" y="72"/>
                      <a:pt x="37" y="73"/>
                      <a:pt x="37" y="74"/>
                    </a:cubicBezTo>
                    <a:cubicBezTo>
                      <a:pt x="37" y="71"/>
                      <a:pt x="38" y="70"/>
                      <a:pt x="38" y="69"/>
                    </a:cubicBezTo>
                    <a:cubicBezTo>
                      <a:pt x="39" y="70"/>
                      <a:pt x="38" y="72"/>
                      <a:pt x="38" y="74"/>
                    </a:cubicBezTo>
                    <a:cubicBezTo>
                      <a:pt x="38" y="72"/>
                      <a:pt x="39" y="75"/>
                      <a:pt x="39" y="73"/>
                    </a:cubicBezTo>
                    <a:cubicBezTo>
                      <a:pt x="39" y="72"/>
                      <a:pt x="39" y="71"/>
                      <a:pt x="39" y="70"/>
                    </a:cubicBezTo>
                    <a:cubicBezTo>
                      <a:pt x="40" y="70"/>
                      <a:pt x="39" y="71"/>
                      <a:pt x="40" y="72"/>
                    </a:cubicBezTo>
                    <a:cubicBezTo>
                      <a:pt x="40" y="72"/>
                      <a:pt x="41" y="69"/>
                      <a:pt x="40" y="69"/>
                    </a:cubicBezTo>
                    <a:cubicBezTo>
                      <a:pt x="41" y="69"/>
                      <a:pt x="41" y="67"/>
                      <a:pt x="42" y="68"/>
                    </a:cubicBezTo>
                    <a:cubicBezTo>
                      <a:pt x="42" y="70"/>
                      <a:pt x="41" y="69"/>
                      <a:pt x="41" y="70"/>
                    </a:cubicBezTo>
                    <a:cubicBezTo>
                      <a:pt x="42" y="70"/>
                      <a:pt x="41" y="66"/>
                      <a:pt x="42" y="66"/>
                    </a:cubicBezTo>
                    <a:cubicBezTo>
                      <a:pt x="42" y="65"/>
                      <a:pt x="42" y="62"/>
                      <a:pt x="43" y="61"/>
                    </a:cubicBezTo>
                    <a:cubicBezTo>
                      <a:pt x="44" y="62"/>
                      <a:pt x="42" y="62"/>
                      <a:pt x="43" y="64"/>
                    </a:cubicBezTo>
                    <a:cubicBezTo>
                      <a:pt x="43" y="64"/>
                      <a:pt x="43" y="64"/>
                      <a:pt x="43" y="64"/>
                    </a:cubicBezTo>
                    <a:cubicBezTo>
                      <a:pt x="44" y="67"/>
                      <a:pt x="42" y="68"/>
                      <a:pt x="43" y="71"/>
                    </a:cubicBezTo>
                    <a:cubicBezTo>
                      <a:pt x="43" y="70"/>
                      <a:pt x="43" y="70"/>
                      <a:pt x="43" y="70"/>
                    </a:cubicBezTo>
                    <a:cubicBezTo>
                      <a:pt x="43" y="73"/>
                      <a:pt x="43" y="73"/>
                      <a:pt x="43" y="73"/>
                    </a:cubicBezTo>
                    <a:cubicBezTo>
                      <a:pt x="43" y="71"/>
                      <a:pt x="44" y="72"/>
                      <a:pt x="44" y="72"/>
                    </a:cubicBezTo>
                    <a:cubicBezTo>
                      <a:pt x="44" y="70"/>
                      <a:pt x="44" y="72"/>
                      <a:pt x="44" y="71"/>
                    </a:cubicBezTo>
                    <a:cubicBezTo>
                      <a:pt x="44" y="71"/>
                      <a:pt x="45" y="68"/>
                      <a:pt x="45" y="69"/>
                    </a:cubicBezTo>
                    <a:cubicBezTo>
                      <a:pt x="45" y="70"/>
                      <a:pt x="46" y="71"/>
                      <a:pt x="45" y="72"/>
                    </a:cubicBezTo>
                    <a:cubicBezTo>
                      <a:pt x="46" y="73"/>
                      <a:pt x="45" y="70"/>
                      <a:pt x="46" y="71"/>
                    </a:cubicBezTo>
                    <a:cubicBezTo>
                      <a:pt x="46" y="72"/>
                      <a:pt x="46" y="72"/>
                      <a:pt x="46" y="72"/>
                    </a:cubicBezTo>
                    <a:cubicBezTo>
                      <a:pt x="48" y="72"/>
                      <a:pt x="50" y="72"/>
                      <a:pt x="52" y="68"/>
                    </a:cubicBezTo>
                    <a:cubicBezTo>
                      <a:pt x="52" y="70"/>
                      <a:pt x="53" y="70"/>
                      <a:pt x="54" y="71"/>
                    </a:cubicBezTo>
                    <a:cubicBezTo>
                      <a:pt x="53" y="70"/>
                      <a:pt x="54" y="69"/>
                      <a:pt x="54" y="69"/>
                    </a:cubicBezTo>
                    <a:cubicBezTo>
                      <a:pt x="55" y="71"/>
                      <a:pt x="55" y="71"/>
                      <a:pt x="55" y="71"/>
                    </a:cubicBezTo>
                    <a:cubicBezTo>
                      <a:pt x="56" y="72"/>
                      <a:pt x="56" y="70"/>
                      <a:pt x="57" y="69"/>
                    </a:cubicBezTo>
                    <a:cubicBezTo>
                      <a:pt x="57" y="70"/>
                      <a:pt x="57" y="70"/>
                      <a:pt x="57" y="70"/>
                    </a:cubicBezTo>
                    <a:cubicBezTo>
                      <a:pt x="58" y="71"/>
                      <a:pt x="57" y="69"/>
                      <a:pt x="58" y="69"/>
                    </a:cubicBezTo>
                    <a:cubicBezTo>
                      <a:pt x="58" y="70"/>
                      <a:pt x="58" y="70"/>
                      <a:pt x="58" y="70"/>
                    </a:cubicBezTo>
                    <a:cubicBezTo>
                      <a:pt x="58" y="69"/>
                      <a:pt x="58" y="69"/>
                      <a:pt x="58" y="69"/>
                    </a:cubicBezTo>
                    <a:cubicBezTo>
                      <a:pt x="59" y="68"/>
                      <a:pt x="59" y="68"/>
                      <a:pt x="59" y="70"/>
                    </a:cubicBezTo>
                    <a:cubicBezTo>
                      <a:pt x="60" y="70"/>
                      <a:pt x="60" y="69"/>
                      <a:pt x="59" y="69"/>
                    </a:cubicBezTo>
                    <a:cubicBezTo>
                      <a:pt x="60" y="70"/>
                      <a:pt x="61" y="70"/>
                      <a:pt x="62" y="69"/>
                    </a:cubicBezTo>
                    <a:cubicBezTo>
                      <a:pt x="62" y="68"/>
                      <a:pt x="62" y="68"/>
                      <a:pt x="62" y="66"/>
                    </a:cubicBezTo>
                    <a:cubicBezTo>
                      <a:pt x="61" y="64"/>
                      <a:pt x="62" y="67"/>
                      <a:pt x="62" y="65"/>
                    </a:cubicBezTo>
                    <a:cubicBezTo>
                      <a:pt x="62" y="66"/>
                      <a:pt x="63" y="67"/>
                      <a:pt x="62" y="68"/>
                    </a:cubicBezTo>
                    <a:cubicBezTo>
                      <a:pt x="64" y="71"/>
                      <a:pt x="65" y="68"/>
                      <a:pt x="67" y="68"/>
                    </a:cubicBezTo>
                    <a:cubicBezTo>
                      <a:pt x="67" y="67"/>
                      <a:pt x="67" y="67"/>
                      <a:pt x="67" y="67"/>
                    </a:cubicBezTo>
                    <a:cubicBezTo>
                      <a:pt x="68" y="69"/>
                      <a:pt x="69" y="67"/>
                      <a:pt x="70" y="67"/>
                    </a:cubicBezTo>
                    <a:cubicBezTo>
                      <a:pt x="70" y="66"/>
                      <a:pt x="70" y="64"/>
                      <a:pt x="71" y="64"/>
                    </a:cubicBezTo>
                    <a:cubicBezTo>
                      <a:pt x="71" y="61"/>
                      <a:pt x="71" y="66"/>
                      <a:pt x="72" y="67"/>
                    </a:cubicBezTo>
                    <a:cubicBezTo>
                      <a:pt x="72" y="66"/>
                      <a:pt x="73" y="66"/>
                      <a:pt x="73" y="66"/>
                    </a:cubicBezTo>
                    <a:cubicBezTo>
                      <a:pt x="73" y="66"/>
                      <a:pt x="73" y="66"/>
                      <a:pt x="73" y="66"/>
                    </a:cubicBezTo>
                    <a:cubicBezTo>
                      <a:pt x="73" y="65"/>
                      <a:pt x="73" y="65"/>
                      <a:pt x="74" y="65"/>
                    </a:cubicBezTo>
                    <a:cubicBezTo>
                      <a:pt x="74" y="66"/>
                      <a:pt x="74" y="66"/>
                      <a:pt x="74" y="66"/>
                    </a:cubicBezTo>
                    <a:cubicBezTo>
                      <a:pt x="74" y="66"/>
                      <a:pt x="75" y="67"/>
                      <a:pt x="75" y="67"/>
                    </a:cubicBezTo>
                    <a:cubicBezTo>
                      <a:pt x="75" y="65"/>
                      <a:pt x="76" y="66"/>
                      <a:pt x="76" y="64"/>
                    </a:cubicBezTo>
                    <a:cubicBezTo>
                      <a:pt x="76" y="65"/>
                      <a:pt x="76" y="65"/>
                      <a:pt x="76" y="65"/>
                    </a:cubicBezTo>
                    <a:cubicBezTo>
                      <a:pt x="76" y="63"/>
                      <a:pt x="76" y="63"/>
                      <a:pt x="76" y="63"/>
                    </a:cubicBezTo>
                    <a:cubicBezTo>
                      <a:pt x="77" y="64"/>
                      <a:pt x="77" y="64"/>
                      <a:pt x="77" y="64"/>
                    </a:cubicBezTo>
                    <a:cubicBezTo>
                      <a:pt x="77" y="66"/>
                      <a:pt x="77" y="66"/>
                      <a:pt x="77" y="66"/>
                    </a:cubicBezTo>
                    <a:cubicBezTo>
                      <a:pt x="78" y="67"/>
                      <a:pt x="77" y="64"/>
                      <a:pt x="77" y="63"/>
                    </a:cubicBezTo>
                    <a:cubicBezTo>
                      <a:pt x="77" y="62"/>
                      <a:pt x="78" y="64"/>
                      <a:pt x="78" y="64"/>
                    </a:cubicBezTo>
                    <a:cubicBezTo>
                      <a:pt x="78" y="65"/>
                      <a:pt x="78" y="64"/>
                      <a:pt x="77" y="64"/>
                    </a:cubicBezTo>
                    <a:cubicBezTo>
                      <a:pt x="77" y="66"/>
                      <a:pt x="78" y="65"/>
                      <a:pt x="78" y="66"/>
                    </a:cubicBezTo>
                    <a:cubicBezTo>
                      <a:pt x="78" y="66"/>
                      <a:pt x="78" y="64"/>
                      <a:pt x="78" y="64"/>
                    </a:cubicBezTo>
                    <a:cubicBezTo>
                      <a:pt x="79" y="64"/>
                      <a:pt x="79" y="64"/>
                      <a:pt x="80" y="65"/>
                    </a:cubicBezTo>
                    <a:cubicBezTo>
                      <a:pt x="80" y="64"/>
                      <a:pt x="80" y="65"/>
                      <a:pt x="80" y="64"/>
                    </a:cubicBezTo>
                    <a:cubicBezTo>
                      <a:pt x="80" y="64"/>
                      <a:pt x="79" y="63"/>
                      <a:pt x="79" y="62"/>
                    </a:cubicBezTo>
                    <a:cubicBezTo>
                      <a:pt x="79" y="62"/>
                      <a:pt x="80" y="61"/>
                      <a:pt x="80" y="62"/>
                    </a:cubicBezTo>
                    <a:cubicBezTo>
                      <a:pt x="80" y="63"/>
                      <a:pt x="80" y="63"/>
                      <a:pt x="80" y="63"/>
                    </a:cubicBezTo>
                    <a:cubicBezTo>
                      <a:pt x="80" y="62"/>
                      <a:pt x="81" y="62"/>
                      <a:pt x="80" y="61"/>
                    </a:cubicBezTo>
                    <a:cubicBezTo>
                      <a:pt x="81" y="63"/>
                      <a:pt x="81" y="63"/>
                      <a:pt x="81" y="63"/>
                    </a:cubicBezTo>
                    <a:cubicBezTo>
                      <a:pt x="81" y="62"/>
                      <a:pt x="81" y="62"/>
                      <a:pt x="82" y="61"/>
                    </a:cubicBezTo>
                    <a:cubicBezTo>
                      <a:pt x="82" y="63"/>
                      <a:pt x="82" y="65"/>
                      <a:pt x="83" y="65"/>
                    </a:cubicBezTo>
                    <a:cubicBezTo>
                      <a:pt x="83" y="63"/>
                      <a:pt x="83" y="63"/>
                      <a:pt x="83" y="63"/>
                    </a:cubicBezTo>
                    <a:cubicBezTo>
                      <a:pt x="84" y="63"/>
                      <a:pt x="84" y="64"/>
                      <a:pt x="84" y="65"/>
                    </a:cubicBezTo>
                    <a:cubicBezTo>
                      <a:pt x="85" y="65"/>
                      <a:pt x="84" y="60"/>
                      <a:pt x="85" y="61"/>
                    </a:cubicBezTo>
                    <a:cubicBezTo>
                      <a:pt x="85" y="63"/>
                      <a:pt x="86" y="63"/>
                      <a:pt x="86" y="64"/>
                    </a:cubicBezTo>
                    <a:cubicBezTo>
                      <a:pt x="86" y="63"/>
                      <a:pt x="86" y="63"/>
                      <a:pt x="86" y="62"/>
                    </a:cubicBezTo>
                    <a:cubicBezTo>
                      <a:pt x="86" y="62"/>
                      <a:pt x="86" y="64"/>
                      <a:pt x="86" y="63"/>
                    </a:cubicBezTo>
                    <a:cubicBezTo>
                      <a:pt x="85" y="61"/>
                      <a:pt x="86" y="62"/>
                      <a:pt x="86" y="61"/>
                    </a:cubicBezTo>
                    <a:cubicBezTo>
                      <a:pt x="88" y="65"/>
                      <a:pt x="89" y="62"/>
                      <a:pt x="91" y="64"/>
                    </a:cubicBezTo>
                    <a:cubicBezTo>
                      <a:pt x="90" y="61"/>
                      <a:pt x="91" y="63"/>
                      <a:pt x="91" y="62"/>
                    </a:cubicBezTo>
                    <a:cubicBezTo>
                      <a:pt x="92" y="64"/>
                      <a:pt x="92" y="61"/>
                      <a:pt x="93" y="63"/>
                    </a:cubicBezTo>
                    <a:cubicBezTo>
                      <a:pt x="92" y="60"/>
                      <a:pt x="92" y="60"/>
                      <a:pt x="92" y="60"/>
                    </a:cubicBezTo>
                    <a:cubicBezTo>
                      <a:pt x="93" y="61"/>
                      <a:pt x="92" y="56"/>
                      <a:pt x="94" y="59"/>
                    </a:cubicBezTo>
                    <a:cubicBezTo>
                      <a:pt x="94" y="60"/>
                      <a:pt x="94" y="61"/>
                      <a:pt x="94" y="61"/>
                    </a:cubicBezTo>
                    <a:cubicBezTo>
                      <a:pt x="95" y="64"/>
                      <a:pt x="95" y="59"/>
                      <a:pt x="96" y="62"/>
                    </a:cubicBezTo>
                    <a:cubicBezTo>
                      <a:pt x="96" y="61"/>
                      <a:pt x="95" y="59"/>
                      <a:pt x="96" y="58"/>
                    </a:cubicBezTo>
                    <a:cubicBezTo>
                      <a:pt x="96" y="59"/>
                      <a:pt x="98" y="60"/>
                      <a:pt x="98" y="60"/>
                    </a:cubicBezTo>
                    <a:cubicBezTo>
                      <a:pt x="98" y="60"/>
                      <a:pt x="98" y="59"/>
                      <a:pt x="98" y="60"/>
                    </a:cubicBezTo>
                    <a:cubicBezTo>
                      <a:pt x="99" y="61"/>
                      <a:pt x="98" y="61"/>
                      <a:pt x="98" y="61"/>
                    </a:cubicBezTo>
                    <a:cubicBezTo>
                      <a:pt x="99" y="62"/>
                      <a:pt x="99" y="60"/>
                      <a:pt x="100" y="59"/>
                    </a:cubicBezTo>
                    <a:cubicBezTo>
                      <a:pt x="101" y="61"/>
                      <a:pt x="101" y="60"/>
                      <a:pt x="102" y="61"/>
                    </a:cubicBezTo>
                    <a:cubicBezTo>
                      <a:pt x="102" y="58"/>
                      <a:pt x="104" y="61"/>
                      <a:pt x="103" y="58"/>
                    </a:cubicBezTo>
                    <a:cubicBezTo>
                      <a:pt x="103" y="59"/>
                      <a:pt x="103" y="59"/>
                      <a:pt x="103" y="59"/>
                    </a:cubicBezTo>
                    <a:cubicBezTo>
                      <a:pt x="104" y="58"/>
                      <a:pt x="103" y="56"/>
                      <a:pt x="104" y="56"/>
                    </a:cubicBezTo>
                    <a:cubicBezTo>
                      <a:pt x="104" y="58"/>
                      <a:pt x="104" y="58"/>
                      <a:pt x="104" y="58"/>
                    </a:cubicBezTo>
                    <a:cubicBezTo>
                      <a:pt x="105" y="61"/>
                      <a:pt x="105" y="58"/>
                      <a:pt x="105" y="59"/>
                    </a:cubicBezTo>
                    <a:cubicBezTo>
                      <a:pt x="105" y="58"/>
                      <a:pt x="106" y="59"/>
                      <a:pt x="106" y="58"/>
                    </a:cubicBezTo>
                    <a:cubicBezTo>
                      <a:pt x="106" y="57"/>
                      <a:pt x="106" y="57"/>
                      <a:pt x="106" y="57"/>
                    </a:cubicBezTo>
                    <a:cubicBezTo>
                      <a:pt x="106" y="56"/>
                      <a:pt x="106" y="56"/>
                      <a:pt x="106" y="56"/>
                    </a:cubicBezTo>
                    <a:cubicBezTo>
                      <a:pt x="107" y="55"/>
                      <a:pt x="107" y="58"/>
                      <a:pt x="107" y="58"/>
                    </a:cubicBezTo>
                    <a:cubicBezTo>
                      <a:pt x="107" y="59"/>
                      <a:pt x="108" y="58"/>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9" y="57"/>
                    </a:cubicBezTo>
                    <a:cubicBezTo>
                      <a:pt x="109" y="57"/>
                      <a:pt x="109" y="57"/>
                      <a:pt x="109" y="57"/>
                    </a:cubicBezTo>
                    <a:cubicBezTo>
                      <a:pt x="109" y="57"/>
                      <a:pt x="109" y="57"/>
                      <a:pt x="109" y="58"/>
                    </a:cubicBezTo>
                    <a:cubicBezTo>
                      <a:pt x="109" y="59"/>
                      <a:pt x="109" y="59"/>
                      <a:pt x="109" y="59"/>
                    </a:cubicBezTo>
                    <a:cubicBezTo>
                      <a:pt x="110" y="59"/>
                      <a:pt x="110" y="57"/>
                      <a:pt x="110" y="57"/>
                    </a:cubicBezTo>
                    <a:cubicBezTo>
                      <a:pt x="111" y="58"/>
                      <a:pt x="113" y="56"/>
                      <a:pt x="113" y="55"/>
                    </a:cubicBezTo>
                    <a:cubicBezTo>
                      <a:pt x="113" y="55"/>
                      <a:pt x="113" y="56"/>
                      <a:pt x="113" y="55"/>
                    </a:cubicBezTo>
                    <a:cubicBezTo>
                      <a:pt x="114" y="55"/>
                      <a:pt x="114" y="53"/>
                      <a:pt x="114" y="54"/>
                    </a:cubicBezTo>
                    <a:cubicBezTo>
                      <a:pt x="114" y="54"/>
                      <a:pt x="115" y="55"/>
                      <a:pt x="115" y="55"/>
                    </a:cubicBezTo>
                    <a:cubicBezTo>
                      <a:pt x="115" y="56"/>
                      <a:pt x="115" y="54"/>
                      <a:pt x="115" y="54"/>
                    </a:cubicBezTo>
                    <a:cubicBezTo>
                      <a:pt x="116" y="56"/>
                      <a:pt x="116" y="52"/>
                      <a:pt x="118" y="53"/>
                    </a:cubicBezTo>
                    <a:cubicBezTo>
                      <a:pt x="118" y="53"/>
                      <a:pt x="118" y="54"/>
                      <a:pt x="118" y="55"/>
                    </a:cubicBezTo>
                    <a:cubicBezTo>
                      <a:pt x="119" y="54"/>
                      <a:pt x="119" y="53"/>
                      <a:pt x="120" y="51"/>
                    </a:cubicBezTo>
                    <a:cubicBezTo>
                      <a:pt x="120" y="53"/>
                      <a:pt x="120" y="53"/>
                      <a:pt x="120" y="53"/>
                    </a:cubicBezTo>
                    <a:cubicBezTo>
                      <a:pt x="120" y="52"/>
                      <a:pt x="121" y="52"/>
                      <a:pt x="121" y="51"/>
                    </a:cubicBezTo>
                    <a:cubicBezTo>
                      <a:pt x="120" y="50"/>
                      <a:pt x="120" y="48"/>
                      <a:pt x="121" y="49"/>
                    </a:cubicBezTo>
                    <a:cubicBezTo>
                      <a:pt x="121" y="49"/>
                      <a:pt x="121" y="49"/>
                      <a:pt x="121" y="49"/>
                    </a:cubicBezTo>
                    <a:cubicBezTo>
                      <a:pt x="122" y="48"/>
                      <a:pt x="122" y="48"/>
                      <a:pt x="122" y="48"/>
                    </a:cubicBezTo>
                    <a:cubicBezTo>
                      <a:pt x="122" y="48"/>
                      <a:pt x="122" y="48"/>
                      <a:pt x="122" y="49"/>
                    </a:cubicBezTo>
                    <a:cubicBezTo>
                      <a:pt x="123" y="51"/>
                      <a:pt x="124" y="50"/>
                      <a:pt x="124" y="50"/>
                    </a:cubicBezTo>
                    <a:cubicBezTo>
                      <a:pt x="124" y="49"/>
                      <a:pt x="124" y="49"/>
                      <a:pt x="124" y="49"/>
                    </a:cubicBezTo>
                    <a:cubicBezTo>
                      <a:pt x="124" y="48"/>
                      <a:pt x="125" y="50"/>
                      <a:pt x="125" y="50"/>
                    </a:cubicBezTo>
                    <a:cubicBezTo>
                      <a:pt x="125" y="45"/>
                      <a:pt x="125" y="45"/>
                      <a:pt x="125" y="45"/>
                    </a:cubicBezTo>
                    <a:cubicBezTo>
                      <a:pt x="125" y="45"/>
                      <a:pt x="126" y="47"/>
                      <a:pt x="126" y="48"/>
                    </a:cubicBezTo>
                    <a:cubicBezTo>
                      <a:pt x="127" y="47"/>
                      <a:pt x="126" y="44"/>
                      <a:pt x="126" y="42"/>
                    </a:cubicBezTo>
                    <a:cubicBezTo>
                      <a:pt x="127" y="43"/>
                      <a:pt x="127" y="41"/>
                      <a:pt x="127" y="41"/>
                    </a:cubicBezTo>
                    <a:cubicBezTo>
                      <a:pt x="128" y="42"/>
                      <a:pt x="127" y="41"/>
                      <a:pt x="127" y="42"/>
                    </a:cubicBezTo>
                    <a:cubicBezTo>
                      <a:pt x="128" y="43"/>
                      <a:pt x="128" y="43"/>
                      <a:pt x="128" y="43"/>
                    </a:cubicBezTo>
                    <a:cubicBezTo>
                      <a:pt x="128" y="44"/>
                      <a:pt x="129" y="46"/>
                      <a:pt x="129" y="47"/>
                    </a:cubicBezTo>
                    <a:cubicBezTo>
                      <a:pt x="129" y="46"/>
                      <a:pt x="131" y="46"/>
                      <a:pt x="132" y="46"/>
                    </a:cubicBezTo>
                    <a:cubicBezTo>
                      <a:pt x="130" y="44"/>
                      <a:pt x="132" y="45"/>
                      <a:pt x="132" y="42"/>
                    </a:cubicBezTo>
                    <a:cubicBezTo>
                      <a:pt x="132" y="41"/>
                      <a:pt x="133" y="44"/>
                      <a:pt x="133" y="44"/>
                    </a:cubicBezTo>
                    <a:cubicBezTo>
                      <a:pt x="134" y="43"/>
                      <a:pt x="135" y="44"/>
                      <a:pt x="136" y="43"/>
                    </a:cubicBezTo>
                    <a:cubicBezTo>
                      <a:pt x="136" y="43"/>
                      <a:pt x="136" y="43"/>
                      <a:pt x="136" y="43"/>
                    </a:cubicBezTo>
                    <a:cubicBezTo>
                      <a:pt x="136" y="42"/>
                      <a:pt x="138" y="43"/>
                      <a:pt x="138" y="40"/>
                    </a:cubicBezTo>
                    <a:cubicBezTo>
                      <a:pt x="138" y="42"/>
                      <a:pt x="138" y="42"/>
                      <a:pt x="138" y="42"/>
                    </a:cubicBezTo>
                    <a:cubicBezTo>
                      <a:pt x="139" y="42"/>
                      <a:pt x="137" y="39"/>
                      <a:pt x="139" y="40"/>
                    </a:cubicBezTo>
                    <a:cubicBezTo>
                      <a:pt x="139" y="41"/>
                      <a:pt x="139" y="41"/>
                      <a:pt x="139" y="41"/>
                    </a:cubicBezTo>
                    <a:cubicBezTo>
                      <a:pt x="139" y="40"/>
                      <a:pt x="140" y="42"/>
                      <a:pt x="140" y="39"/>
                    </a:cubicBezTo>
                    <a:cubicBezTo>
                      <a:pt x="141" y="41"/>
                      <a:pt x="141" y="41"/>
                      <a:pt x="141" y="41"/>
                    </a:cubicBezTo>
                    <a:cubicBezTo>
                      <a:pt x="141" y="40"/>
                      <a:pt x="142" y="40"/>
                      <a:pt x="142" y="38"/>
                    </a:cubicBezTo>
                    <a:cubicBezTo>
                      <a:pt x="142" y="40"/>
                      <a:pt x="142" y="40"/>
                      <a:pt x="142" y="40"/>
                    </a:cubicBezTo>
                    <a:cubicBezTo>
                      <a:pt x="143" y="41"/>
                      <a:pt x="142" y="38"/>
                      <a:pt x="143" y="38"/>
                    </a:cubicBezTo>
                    <a:cubicBezTo>
                      <a:pt x="143" y="38"/>
                      <a:pt x="144" y="39"/>
                      <a:pt x="144" y="39"/>
                    </a:cubicBezTo>
                    <a:cubicBezTo>
                      <a:pt x="143" y="38"/>
                      <a:pt x="144" y="38"/>
                      <a:pt x="144" y="37"/>
                    </a:cubicBezTo>
                    <a:cubicBezTo>
                      <a:pt x="146" y="39"/>
                      <a:pt x="146" y="39"/>
                      <a:pt x="146" y="39"/>
                    </a:cubicBezTo>
                    <a:cubicBezTo>
                      <a:pt x="149" y="37"/>
                      <a:pt x="152" y="36"/>
                      <a:pt x="154" y="33"/>
                    </a:cubicBezTo>
                    <a:cubicBezTo>
                      <a:pt x="156" y="35"/>
                      <a:pt x="154" y="35"/>
                      <a:pt x="155" y="36"/>
                    </a:cubicBezTo>
                    <a:cubicBezTo>
                      <a:pt x="154" y="34"/>
                      <a:pt x="155" y="35"/>
                      <a:pt x="156" y="34"/>
                    </a:cubicBezTo>
                    <a:cubicBezTo>
                      <a:pt x="156" y="34"/>
                      <a:pt x="156" y="34"/>
                      <a:pt x="156" y="34"/>
                    </a:cubicBezTo>
                    <a:cubicBezTo>
                      <a:pt x="156" y="34"/>
                      <a:pt x="157" y="35"/>
                      <a:pt x="157" y="34"/>
                    </a:cubicBezTo>
                    <a:cubicBezTo>
                      <a:pt x="157" y="34"/>
                      <a:pt x="157" y="34"/>
                      <a:pt x="157" y="34"/>
                    </a:cubicBezTo>
                    <a:cubicBezTo>
                      <a:pt x="157" y="32"/>
                      <a:pt x="159" y="36"/>
                      <a:pt x="158" y="33"/>
                    </a:cubicBezTo>
                    <a:cubicBezTo>
                      <a:pt x="159" y="34"/>
                      <a:pt x="159" y="34"/>
                      <a:pt x="159" y="34"/>
                    </a:cubicBezTo>
                    <a:cubicBezTo>
                      <a:pt x="158" y="32"/>
                      <a:pt x="160" y="35"/>
                      <a:pt x="160" y="33"/>
                    </a:cubicBezTo>
                    <a:cubicBezTo>
                      <a:pt x="160" y="33"/>
                      <a:pt x="160" y="33"/>
                      <a:pt x="160" y="33"/>
                    </a:cubicBezTo>
                    <a:cubicBezTo>
                      <a:pt x="161" y="34"/>
                      <a:pt x="160" y="30"/>
                      <a:pt x="161" y="32"/>
                    </a:cubicBezTo>
                    <a:cubicBezTo>
                      <a:pt x="162" y="31"/>
                      <a:pt x="162" y="30"/>
                      <a:pt x="161" y="28"/>
                    </a:cubicBezTo>
                    <a:cubicBezTo>
                      <a:pt x="162" y="30"/>
                      <a:pt x="162" y="30"/>
                      <a:pt x="162" y="30"/>
                    </a:cubicBezTo>
                    <a:cubicBezTo>
                      <a:pt x="164" y="28"/>
                      <a:pt x="167" y="27"/>
                      <a:pt x="167" y="24"/>
                    </a:cubicBezTo>
                    <a:cubicBezTo>
                      <a:pt x="168" y="25"/>
                      <a:pt x="168" y="25"/>
                      <a:pt x="168" y="25"/>
                    </a:cubicBezTo>
                    <a:cubicBezTo>
                      <a:pt x="167" y="22"/>
                      <a:pt x="171" y="25"/>
                      <a:pt x="170" y="21"/>
                    </a:cubicBezTo>
                    <a:cubicBezTo>
                      <a:pt x="169" y="19"/>
                      <a:pt x="169" y="19"/>
                      <a:pt x="169" y="19"/>
                    </a:cubicBezTo>
                    <a:cubicBezTo>
                      <a:pt x="171" y="21"/>
                      <a:pt x="171" y="21"/>
                      <a:pt x="171" y="21"/>
                    </a:cubicBezTo>
                    <a:cubicBezTo>
                      <a:pt x="170" y="20"/>
                      <a:pt x="172" y="20"/>
                      <a:pt x="171" y="19"/>
                    </a:cubicBezTo>
                    <a:cubicBezTo>
                      <a:pt x="171" y="19"/>
                      <a:pt x="171" y="19"/>
                      <a:pt x="172" y="20"/>
                    </a:cubicBezTo>
                    <a:cubicBezTo>
                      <a:pt x="172" y="20"/>
                      <a:pt x="171" y="17"/>
                      <a:pt x="172" y="17"/>
                    </a:cubicBezTo>
                    <a:cubicBezTo>
                      <a:pt x="173" y="18"/>
                      <a:pt x="173" y="18"/>
                      <a:pt x="173" y="18"/>
                    </a:cubicBezTo>
                    <a:cubicBezTo>
                      <a:pt x="177" y="19"/>
                      <a:pt x="182" y="18"/>
                      <a:pt x="181" y="13"/>
                    </a:cubicBezTo>
                    <a:cubicBezTo>
                      <a:pt x="181" y="12"/>
                      <a:pt x="183" y="14"/>
                      <a:pt x="183" y="14"/>
                    </a:cubicBezTo>
                    <a:cubicBezTo>
                      <a:pt x="182" y="10"/>
                      <a:pt x="188" y="11"/>
                      <a:pt x="186" y="6"/>
                    </a:cubicBezTo>
                    <a:cubicBezTo>
                      <a:pt x="186" y="4"/>
                      <a:pt x="182" y="0"/>
                      <a:pt x="182" y="0"/>
                    </a:cubicBezTo>
                    <a:cubicBezTo>
                      <a:pt x="180" y="4"/>
                      <a:pt x="176" y="5"/>
                      <a:pt x="171" y="6"/>
                    </a:cubicBezTo>
                    <a:cubicBezTo>
                      <a:pt x="171" y="7"/>
                      <a:pt x="170" y="9"/>
                      <a:pt x="169" y="9"/>
                    </a:cubicBezTo>
                    <a:cubicBezTo>
                      <a:pt x="165" y="12"/>
                      <a:pt x="158" y="11"/>
                      <a:pt x="154" y="16"/>
                    </a:cubicBezTo>
                    <a:cubicBezTo>
                      <a:pt x="155" y="16"/>
                      <a:pt x="155" y="18"/>
                      <a:pt x="155" y="18"/>
                    </a:cubicBezTo>
                    <a:cubicBezTo>
                      <a:pt x="155" y="18"/>
                      <a:pt x="155" y="18"/>
                      <a:pt x="155" y="18"/>
                    </a:cubicBezTo>
                    <a:cubicBezTo>
                      <a:pt x="155" y="19"/>
                      <a:pt x="155" y="19"/>
                      <a:pt x="155" y="19"/>
                    </a:cubicBezTo>
                    <a:cubicBezTo>
                      <a:pt x="155" y="19"/>
                      <a:pt x="154" y="18"/>
                      <a:pt x="154" y="17"/>
                    </a:cubicBezTo>
                    <a:cubicBezTo>
                      <a:pt x="153" y="19"/>
                      <a:pt x="151" y="20"/>
                      <a:pt x="149" y="20"/>
                    </a:cubicBezTo>
                    <a:cubicBezTo>
                      <a:pt x="150" y="22"/>
                      <a:pt x="148" y="21"/>
                      <a:pt x="149" y="23"/>
                    </a:cubicBezTo>
                    <a:cubicBezTo>
                      <a:pt x="148" y="22"/>
                      <a:pt x="148" y="22"/>
                      <a:pt x="148" y="22"/>
                    </a:cubicBezTo>
                    <a:cubicBezTo>
                      <a:pt x="147" y="24"/>
                      <a:pt x="147" y="24"/>
                      <a:pt x="145" y="22"/>
                    </a:cubicBezTo>
                    <a:cubicBezTo>
                      <a:pt x="139" y="23"/>
                      <a:pt x="134" y="27"/>
                      <a:pt x="128" y="28"/>
                    </a:cubicBezTo>
                    <a:cubicBezTo>
                      <a:pt x="123" y="30"/>
                      <a:pt x="118" y="35"/>
                      <a:pt x="112" y="37"/>
                    </a:cubicBezTo>
                    <a:cubicBezTo>
                      <a:pt x="112" y="40"/>
                      <a:pt x="110" y="39"/>
                      <a:pt x="110" y="42"/>
                    </a:cubicBezTo>
                    <a:cubicBezTo>
                      <a:pt x="110" y="41"/>
                      <a:pt x="110" y="41"/>
                      <a:pt x="110" y="41"/>
                    </a:cubicBezTo>
                    <a:cubicBezTo>
                      <a:pt x="109" y="43"/>
                      <a:pt x="109" y="41"/>
                      <a:pt x="107" y="40"/>
                    </a:cubicBezTo>
                    <a:cubicBezTo>
                      <a:pt x="107" y="42"/>
                      <a:pt x="107" y="41"/>
                      <a:pt x="107" y="43"/>
                    </a:cubicBezTo>
                    <a:cubicBezTo>
                      <a:pt x="107" y="45"/>
                      <a:pt x="106" y="40"/>
                      <a:pt x="106" y="41"/>
                    </a:cubicBezTo>
                    <a:cubicBezTo>
                      <a:pt x="105" y="41"/>
                      <a:pt x="106" y="42"/>
                      <a:pt x="106" y="42"/>
                    </a:cubicBezTo>
                    <a:cubicBezTo>
                      <a:pt x="105" y="45"/>
                      <a:pt x="106" y="41"/>
                      <a:pt x="103" y="39"/>
                    </a:cubicBezTo>
                    <a:cubicBezTo>
                      <a:pt x="101" y="41"/>
                      <a:pt x="98" y="44"/>
                      <a:pt x="95" y="43"/>
                    </a:cubicBezTo>
                    <a:cubicBezTo>
                      <a:pt x="95" y="43"/>
                      <a:pt x="96" y="44"/>
                      <a:pt x="96" y="44"/>
                    </a:cubicBezTo>
                    <a:cubicBezTo>
                      <a:pt x="95" y="41"/>
                      <a:pt x="95" y="46"/>
                      <a:pt x="94" y="44"/>
                    </a:cubicBezTo>
                    <a:cubicBezTo>
                      <a:pt x="94" y="44"/>
                      <a:pt x="94" y="43"/>
                      <a:pt x="94" y="43"/>
                    </a:cubicBezTo>
                    <a:cubicBezTo>
                      <a:pt x="93" y="42"/>
                      <a:pt x="92" y="44"/>
                      <a:pt x="91" y="43"/>
                    </a:cubicBezTo>
                    <a:cubicBezTo>
                      <a:pt x="90" y="45"/>
                      <a:pt x="88" y="42"/>
                      <a:pt x="88" y="44"/>
                    </a:cubicBezTo>
                    <a:cubicBezTo>
                      <a:pt x="88" y="43"/>
                      <a:pt x="87" y="43"/>
                      <a:pt x="87" y="43"/>
                    </a:cubicBezTo>
                    <a:cubicBezTo>
                      <a:pt x="87" y="47"/>
                      <a:pt x="84" y="42"/>
                      <a:pt x="84" y="44"/>
                    </a:cubicBezTo>
                    <a:cubicBezTo>
                      <a:pt x="84" y="44"/>
                      <a:pt x="84" y="44"/>
                      <a:pt x="84" y="44"/>
                    </a:cubicBezTo>
                    <a:cubicBezTo>
                      <a:pt x="81" y="45"/>
                      <a:pt x="77" y="45"/>
                      <a:pt x="75" y="47"/>
                    </a:cubicBezTo>
                    <a:cubicBezTo>
                      <a:pt x="73" y="47"/>
                      <a:pt x="70" y="44"/>
                      <a:pt x="69" y="46"/>
                    </a:cubicBezTo>
                    <a:cubicBezTo>
                      <a:pt x="69" y="48"/>
                      <a:pt x="69" y="48"/>
                      <a:pt x="69" y="48"/>
                    </a:cubicBezTo>
                    <a:cubicBezTo>
                      <a:pt x="68" y="48"/>
                      <a:pt x="69" y="47"/>
                      <a:pt x="68" y="46"/>
                    </a:cubicBezTo>
                    <a:cubicBezTo>
                      <a:pt x="68" y="48"/>
                      <a:pt x="66" y="47"/>
                      <a:pt x="65" y="47"/>
                    </a:cubicBezTo>
                    <a:cubicBezTo>
                      <a:pt x="65" y="47"/>
                      <a:pt x="65" y="48"/>
                      <a:pt x="65" y="49"/>
                    </a:cubicBezTo>
                    <a:cubicBezTo>
                      <a:pt x="63" y="46"/>
                      <a:pt x="62" y="50"/>
                      <a:pt x="60" y="48"/>
                    </a:cubicBezTo>
                    <a:cubicBezTo>
                      <a:pt x="61" y="51"/>
                      <a:pt x="60" y="50"/>
                      <a:pt x="59" y="51"/>
                    </a:cubicBezTo>
                    <a:cubicBezTo>
                      <a:pt x="59" y="51"/>
                      <a:pt x="59" y="50"/>
                      <a:pt x="59" y="49"/>
                    </a:cubicBezTo>
                    <a:cubicBezTo>
                      <a:pt x="58" y="50"/>
                      <a:pt x="57" y="50"/>
                      <a:pt x="56" y="49"/>
                    </a:cubicBezTo>
                    <a:cubicBezTo>
                      <a:pt x="56" y="49"/>
                      <a:pt x="56" y="51"/>
                      <a:pt x="55" y="51"/>
                    </a:cubicBezTo>
                    <a:cubicBezTo>
                      <a:pt x="54" y="49"/>
                      <a:pt x="54" y="51"/>
                      <a:pt x="53" y="50"/>
                    </a:cubicBezTo>
                    <a:cubicBezTo>
                      <a:pt x="54" y="52"/>
                      <a:pt x="52" y="54"/>
                      <a:pt x="52" y="53"/>
                    </a:cubicBezTo>
                    <a:cubicBezTo>
                      <a:pt x="52" y="50"/>
                      <a:pt x="52" y="50"/>
                      <a:pt x="52" y="50"/>
                    </a:cubicBezTo>
                    <a:cubicBezTo>
                      <a:pt x="50" y="52"/>
                      <a:pt x="47" y="49"/>
                      <a:pt x="44" y="52"/>
                    </a:cubicBezTo>
                    <a:cubicBezTo>
                      <a:pt x="44" y="51"/>
                      <a:pt x="44" y="51"/>
                      <a:pt x="44" y="51"/>
                    </a:cubicBezTo>
                    <a:cubicBezTo>
                      <a:pt x="42" y="53"/>
                      <a:pt x="39" y="51"/>
                      <a:pt x="37" y="54"/>
                    </a:cubicBezTo>
                    <a:cubicBezTo>
                      <a:pt x="36" y="53"/>
                      <a:pt x="35" y="52"/>
                      <a:pt x="35" y="52"/>
                    </a:cubicBezTo>
                    <a:cubicBezTo>
                      <a:pt x="34" y="53"/>
                      <a:pt x="33" y="53"/>
                      <a:pt x="32" y="55"/>
                    </a:cubicBezTo>
                    <a:cubicBezTo>
                      <a:pt x="32" y="56"/>
                      <a:pt x="32" y="54"/>
                      <a:pt x="32" y="54"/>
                    </a:cubicBezTo>
                    <a:cubicBezTo>
                      <a:pt x="31" y="53"/>
                      <a:pt x="30" y="51"/>
                      <a:pt x="29" y="53"/>
                    </a:cubicBezTo>
                    <a:cubicBezTo>
                      <a:pt x="29" y="52"/>
                      <a:pt x="29" y="52"/>
                      <a:pt x="29" y="52"/>
                    </a:cubicBezTo>
                    <a:cubicBezTo>
                      <a:pt x="28" y="53"/>
                      <a:pt x="27" y="55"/>
                      <a:pt x="26" y="53"/>
                    </a:cubicBezTo>
                    <a:cubicBezTo>
                      <a:pt x="25" y="54"/>
                      <a:pt x="24" y="55"/>
                      <a:pt x="25" y="56"/>
                    </a:cubicBezTo>
                    <a:cubicBezTo>
                      <a:pt x="24" y="56"/>
                      <a:pt x="25" y="54"/>
                      <a:pt x="24" y="55"/>
                    </a:cubicBezTo>
                    <a:cubicBezTo>
                      <a:pt x="25" y="53"/>
                      <a:pt x="25" y="53"/>
                      <a:pt x="25" y="53"/>
                    </a:cubicBezTo>
                    <a:cubicBezTo>
                      <a:pt x="23" y="52"/>
                      <a:pt x="21" y="53"/>
                      <a:pt x="19" y="53"/>
                    </a:cubicBezTo>
                    <a:cubicBezTo>
                      <a:pt x="19" y="51"/>
                      <a:pt x="17" y="53"/>
                      <a:pt x="16" y="51"/>
                    </a:cubicBezTo>
                    <a:cubicBezTo>
                      <a:pt x="15" y="52"/>
                      <a:pt x="15" y="50"/>
                      <a:pt x="13" y="53"/>
                    </a:cubicBezTo>
                    <a:cubicBezTo>
                      <a:pt x="14" y="51"/>
                      <a:pt x="14" y="51"/>
                      <a:pt x="14" y="51"/>
                    </a:cubicBezTo>
                    <a:cubicBezTo>
                      <a:pt x="13" y="51"/>
                      <a:pt x="12" y="51"/>
                      <a:pt x="11" y="49"/>
                    </a:cubicBezTo>
                    <a:cubicBezTo>
                      <a:pt x="11" y="49"/>
                      <a:pt x="10" y="50"/>
                      <a:pt x="9" y="51"/>
                    </a:cubicBezTo>
                    <a:cubicBezTo>
                      <a:pt x="10" y="49"/>
                      <a:pt x="10" y="49"/>
                      <a:pt x="10" y="49"/>
                    </a:cubicBezTo>
                    <a:cubicBezTo>
                      <a:pt x="9" y="50"/>
                      <a:pt x="7" y="51"/>
                      <a:pt x="6" y="52"/>
                    </a:cubicBezTo>
                    <a:cubicBezTo>
                      <a:pt x="6" y="51"/>
                      <a:pt x="6" y="52"/>
                      <a:pt x="6" y="51"/>
                    </a:cubicBezTo>
                    <a:cubicBezTo>
                      <a:pt x="7" y="51"/>
                      <a:pt x="8" y="50"/>
                      <a:pt x="9" y="48"/>
                    </a:cubicBezTo>
                    <a:cubicBezTo>
                      <a:pt x="9" y="48"/>
                      <a:pt x="6" y="50"/>
                      <a:pt x="7" y="48"/>
                    </a:cubicBezTo>
                    <a:cubicBezTo>
                      <a:pt x="7" y="47"/>
                      <a:pt x="7" y="47"/>
                      <a:pt x="5" y="49"/>
                    </a:cubicBezTo>
                    <a:cubicBezTo>
                      <a:pt x="6" y="48"/>
                      <a:pt x="6" y="48"/>
                      <a:pt x="7" y="47"/>
                    </a:cubicBezTo>
                    <a:cubicBezTo>
                      <a:pt x="6" y="47"/>
                      <a:pt x="6" y="47"/>
                      <a:pt x="5" y="47"/>
                    </a:cubicBezTo>
                    <a:cubicBezTo>
                      <a:pt x="6" y="47"/>
                      <a:pt x="5" y="47"/>
                      <a:pt x="5" y="48"/>
                    </a:cubicBezTo>
                    <a:cubicBezTo>
                      <a:pt x="4" y="48"/>
                      <a:pt x="4" y="48"/>
                      <a:pt x="2" y="49"/>
                    </a:cubicBezTo>
                    <a:cubicBezTo>
                      <a:pt x="3" y="49"/>
                      <a:pt x="3" y="49"/>
                      <a:pt x="3" y="49"/>
                    </a:cubicBezTo>
                    <a:cubicBezTo>
                      <a:pt x="2" y="50"/>
                      <a:pt x="1" y="50"/>
                      <a:pt x="2" y="49"/>
                    </a:cubicBezTo>
                    <a:cubicBezTo>
                      <a:pt x="3" y="48"/>
                      <a:pt x="4" y="48"/>
                      <a:pt x="5" y="47"/>
                    </a:cubicBezTo>
                    <a:cubicBezTo>
                      <a:pt x="1" y="48"/>
                      <a:pt x="1" y="48"/>
                      <a:pt x="1" y="48"/>
                    </a:cubicBezTo>
                    <a:cubicBezTo>
                      <a:pt x="2" y="48"/>
                      <a:pt x="2" y="49"/>
                      <a:pt x="1" y="49"/>
                    </a:cubicBezTo>
                    <a:cubicBezTo>
                      <a:pt x="2" y="49"/>
                      <a:pt x="2" y="49"/>
                      <a:pt x="2" y="49"/>
                    </a:cubicBezTo>
                    <a:cubicBezTo>
                      <a:pt x="0" y="50"/>
                      <a:pt x="0" y="50"/>
                      <a:pt x="0" y="50"/>
                    </a:cubicBezTo>
                    <a:cubicBezTo>
                      <a:pt x="1" y="51"/>
                      <a:pt x="1" y="52"/>
                      <a:pt x="2" y="52"/>
                    </a:cubicBezTo>
                    <a:cubicBezTo>
                      <a:pt x="3" y="51"/>
                      <a:pt x="3" y="51"/>
                      <a:pt x="3" y="51"/>
                    </a:cubicBezTo>
                    <a:cubicBezTo>
                      <a:pt x="4" y="51"/>
                      <a:pt x="5" y="50"/>
                      <a:pt x="5" y="52"/>
                    </a:cubicBezTo>
                    <a:cubicBezTo>
                      <a:pt x="4" y="52"/>
                      <a:pt x="4" y="53"/>
                      <a:pt x="3" y="53"/>
                    </a:cubicBezTo>
                    <a:cubicBezTo>
                      <a:pt x="4" y="53"/>
                      <a:pt x="4" y="53"/>
                      <a:pt x="4" y="53"/>
                    </a:cubicBezTo>
                    <a:cubicBezTo>
                      <a:pt x="2" y="55"/>
                      <a:pt x="2" y="55"/>
                      <a:pt x="2" y="55"/>
                    </a:cubicBezTo>
                    <a:cubicBezTo>
                      <a:pt x="5" y="52"/>
                      <a:pt x="4" y="55"/>
                      <a:pt x="5" y="5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9" name="Freeform 243"/>
              <p:cNvSpPr/>
              <p:nvPr/>
            </p:nvSpPr>
            <p:spPr bwMode="auto">
              <a:xfrm>
                <a:off x="4005" y="2851"/>
                <a:ext cx="2" cy="5"/>
              </a:xfrm>
              <a:custGeom>
                <a:avLst/>
                <a:gdLst>
                  <a:gd name="T0" fmla="*/ 2 w 2"/>
                  <a:gd name="T1" fmla="*/ 5 h 5"/>
                  <a:gd name="T2" fmla="*/ 2 w 2"/>
                  <a:gd name="T3" fmla="*/ 5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2" y="5"/>
                    </a:lnTo>
                    <a:lnTo>
                      <a:pt x="0" y="0"/>
                    </a:lnTo>
                    <a:lnTo>
                      <a:pt x="2" y="5"/>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0" name="Freeform 244"/>
              <p:cNvSpPr/>
              <p:nvPr/>
            </p:nvSpPr>
            <p:spPr bwMode="auto">
              <a:xfrm>
                <a:off x="3980" y="2866"/>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1" name="Freeform 245"/>
              <p:cNvSpPr/>
              <p:nvPr/>
            </p:nvSpPr>
            <p:spPr bwMode="auto">
              <a:xfrm>
                <a:off x="3982" y="28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2" name="Freeform 246"/>
              <p:cNvSpPr/>
              <p:nvPr/>
            </p:nvSpPr>
            <p:spPr bwMode="auto">
              <a:xfrm>
                <a:off x="3748" y="2898"/>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2"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3" name="Freeform 247"/>
              <p:cNvSpPr/>
              <p:nvPr/>
            </p:nvSpPr>
            <p:spPr bwMode="auto">
              <a:xfrm>
                <a:off x="3980" y="2875"/>
                <a:ext cx="2" cy="4"/>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0"/>
                      <a:pt x="0" y="2"/>
                      <a:pt x="1" y="2"/>
                    </a:cubicBezTo>
                    <a:cubicBezTo>
                      <a:pt x="1" y="2"/>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4" name="Freeform 248"/>
              <p:cNvSpPr/>
              <p:nvPr/>
            </p:nvSpPr>
            <p:spPr bwMode="auto">
              <a:xfrm>
                <a:off x="3757" y="2909"/>
                <a:ext cx="2" cy="4"/>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5" name="Freeform 249"/>
              <p:cNvSpPr/>
              <p:nvPr/>
            </p:nvSpPr>
            <p:spPr bwMode="auto">
              <a:xfrm>
                <a:off x="3776" y="2913"/>
                <a:ext cx="2" cy="4"/>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0"/>
                      <a:pt x="1" y="1"/>
                    </a:cubicBezTo>
                    <a:cubicBezTo>
                      <a:pt x="1"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6" name="Freeform 250"/>
              <p:cNvSpPr/>
              <p:nvPr/>
            </p:nvSpPr>
            <p:spPr bwMode="auto">
              <a:xfrm>
                <a:off x="3759" y="2904"/>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0"/>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7" name="Freeform 251"/>
              <p:cNvSpPr/>
              <p:nvPr/>
            </p:nvSpPr>
            <p:spPr bwMode="auto">
              <a:xfrm>
                <a:off x="3893" y="3080"/>
                <a:ext cx="4" cy="9"/>
              </a:xfrm>
              <a:custGeom>
                <a:avLst/>
                <a:gdLst>
                  <a:gd name="T0" fmla="*/ 2 w 2"/>
                  <a:gd name="T1" fmla="*/ 0 h 4"/>
                  <a:gd name="T2" fmla="*/ 1 w 2"/>
                  <a:gd name="T3" fmla="*/ 1 h 4"/>
                  <a:gd name="T4" fmla="*/ 1 w 2"/>
                  <a:gd name="T5" fmla="*/ 2 h 4"/>
                  <a:gd name="T6" fmla="*/ 0 w 2"/>
                  <a:gd name="T7" fmla="*/ 4 h 4"/>
                  <a:gd name="T8" fmla="*/ 2 w 2"/>
                  <a:gd name="T9" fmla="*/ 1 h 4"/>
                  <a:gd name="T10" fmla="*/ 2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2" y="0"/>
                    </a:moveTo>
                    <a:cubicBezTo>
                      <a:pt x="2" y="1"/>
                      <a:pt x="2" y="1"/>
                      <a:pt x="1" y="1"/>
                    </a:cubicBezTo>
                    <a:cubicBezTo>
                      <a:pt x="1" y="2"/>
                      <a:pt x="0" y="3"/>
                      <a:pt x="1" y="2"/>
                    </a:cubicBezTo>
                    <a:cubicBezTo>
                      <a:pt x="1" y="3"/>
                      <a:pt x="0" y="3"/>
                      <a:pt x="0" y="4"/>
                    </a:cubicBezTo>
                    <a:cubicBezTo>
                      <a:pt x="1" y="3"/>
                      <a:pt x="2" y="1"/>
                      <a:pt x="2" y="1"/>
                    </a:cubicBezTo>
                    <a:cubicBezTo>
                      <a:pt x="2" y="0"/>
                      <a:pt x="2"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8" name="Freeform 252"/>
              <p:cNvSpPr/>
              <p:nvPr/>
            </p:nvSpPr>
            <p:spPr bwMode="auto">
              <a:xfrm>
                <a:off x="3786" y="2913"/>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9" name="Freeform 253"/>
              <p:cNvSpPr/>
              <p:nvPr/>
            </p:nvSpPr>
            <p:spPr bwMode="auto">
              <a:xfrm>
                <a:off x="3952" y="30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0" name="Freeform 254"/>
              <p:cNvSpPr>
                <a:spLocks noEditPoints="1"/>
              </p:cNvSpPr>
              <p:nvPr/>
            </p:nvSpPr>
            <p:spPr bwMode="auto">
              <a:xfrm>
                <a:off x="3895" y="3015"/>
                <a:ext cx="152" cy="95"/>
              </a:xfrm>
              <a:custGeom>
                <a:avLst/>
                <a:gdLst>
                  <a:gd name="T0" fmla="*/ 54 w 72"/>
                  <a:gd name="T1" fmla="*/ 4 h 45"/>
                  <a:gd name="T2" fmla="*/ 55 w 72"/>
                  <a:gd name="T3" fmla="*/ 8 h 45"/>
                  <a:gd name="T4" fmla="*/ 44 w 72"/>
                  <a:gd name="T5" fmla="*/ 20 h 45"/>
                  <a:gd name="T6" fmla="*/ 38 w 72"/>
                  <a:gd name="T7" fmla="*/ 21 h 45"/>
                  <a:gd name="T8" fmla="*/ 35 w 72"/>
                  <a:gd name="T9" fmla="*/ 21 h 45"/>
                  <a:gd name="T10" fmla="*/ 30 w 72"/>
                  <a:gd name="T11" fmla="*/ 22 h 45"/>
                  <a:gd name="T12" fmla="*/ 27 w 72"/>
                  <a:gd name="T13" fmla="*/ 22 h 45"/>
                  <a:gd name="T14" fmla="*/ 21 w 72"/>
                  <a:gd name="T15" fmla="*/ 23 h 45"/>
                  <a:gd name="T16" fmla="*/ 16 w 72"/>
                  <a:gd name="T17" fmla="*/ 23 h 45"/>
                  <a:gd name="T18" fmla="*/ 11 w 72"/>
                  <a:gd name="T19" fmla="*/ 23 h 45"/>
                  <a:gd name="T20" fmla="*/ 9 w 72"/>
                  <a:gd name="T21" fmla="*/ 21 h 45"/>
                  <a:gd name="T22" fmla="*/ 8 w 72"/>
                  <a:gd name="T23" fmla="*/ 20 h 45"/>
                  <a:gd name="T24" fmla="*/ 7 w 72"/>
                  <a:gd name="T25" fmla="*/ 20 h 45"/>
                  <a:gd name="T26" fmla="*/ 4 w 72"/>
                  <a:gd name="T27" fmla="*/ 22 h 45"/>
                  <a:gd name="T28" fmla="*/ 2 w 72"/>
                  <a:gd name="T29" fmla="*/ 25 h 45"/>
                  <a:gd name="T30" fmla="*/ 2 w 72"/>
                  <a:gd name="T31" fmla="*/ 31 h 45"/>
                  <a:gd name="T32" fmla="*/ 8 w 72"/>
                  <a:gd name="T33" fmla="*/ 29 h 45"/>
                  <a:gd name="T34" fmla="*/ 4 w 72"/>
                  <a:gd name="T35" fmla="*/ 34 h 45"/>
                  <a:gd name="T36" fmla="*/ 3 w 72"/>
                  <a:gd name="T37" fmla="*/ 39 h 45"/>
                  <a:gd name="T38" fmla="*/ 8 w 72"/>
                  <a:gd name="T39" fmla="*/ 33 h 45"/>
                  <a:gd name="T40" fmla="*/ 6 w 72"/>
                  <a:gd name="T41" fmla="*/ 39 h 45"/>
                  <a:gd name="T42" fmla="*/ 7 w 72"/>
                  <a:gd name="T43" fmla="*/ 41 h 45"/>
                  <a:gd name="T44" fmla="*/ 8 w 72"/>
                  <a:gd name="T45" fmla="*/ 42 h 45"/>
                  <a:gd name="T46" fmla="*/ 9 w 72"/>
                  <a:gd name="T47" fmla="*/ 43 h 45"/>
                  <a:gd name="T48" fmla="*/ 12 w 72"/>
                  <a:gd name="T49" fmla="*/ 40 h 45"/>
                  <a:gd name="T50" fmla="*/ 13 w 72"/>
                  <a:gd name="T51" fmla="*/ 44 h 45"/>
                  <a:gd name="T52" fmla="*/ 15 w 72"/>
                  <a:gd name="T53" fmla="*/ 40 h 45"/>
                  <a:gd name="T54" fmla="*/ 16 w 72"/>
                  <a:gd name="T55" fmla="*/ 40 h 45"/>
                  <a:gd name="T56" fmla="*/ 17 w 72"/>
                  <a:gd name="T57" fmla="*/ 42 h 45"/>
                  <a:gd name="T58" fmla="*/ 23 w 72"/>
                  <a:gd name="T59" fmla="*/ 41 h 45"/>
                  <a:gd name="T60" fmla="*/ 24 w 72"/>
                  <a:gd name="T61" fmla="*/ 41 h 45"/>
                  <a:gd name="T62" fmla="*/ 28 w 72"/>
                  <a:gd name="T63" fmla="*/ 41 h 45"/>
                  <a:gd name="T64" fmla="*/ 31 w 72"/>
                  <a:gd name="T65" fmla="*/ 40 h 45"/>
                  <a:gd name="T66" fmla="*/ 33 w 72"/>
                  <a:gd name="T67" fmla="*/ 39 h 45"/>
                  <a:gd name="T68" fmla="*/ 34 w 72"/>
                  <a:gd name="T69" fmla="*/ 40 h 45"/>
                  <a:gd name="T70" fmla="*/ 34 w 72"/>
                  <a:gd name="T71" fmla="*/ 37 h 45"/>
                  <a:gd name="T72" fmla="*/ 37 w 72"/>
                  <a:gd name="T73" fmla="*/ 38 h 45"/>
                  <a:gd name="T74" fmla="*/ 41 w 72"/>
                  <a:gd name="T75" fmla="*/ 39 h 45"/>
                  <a:gd name="T76" fmla="*/ 43 w 72"/>
                  <a:gd name="T77" fmla="*/ 35 h 45"/>
                  <a:gd name="T78" fmla="*/ 46 w 72"/>
                  <a:gd name="T79" fmla="*/ 35 h 45"/>
                  <a:gd name="T80" fmla="*/ 47 w 72"/>
                  <a:gd name="T81" fmla="*/ 34 h 45"/>
                  <a:gd name="T82" fmla="*/ 49 w 72"/>
                  <a:gd name="T83" fmla="*/ 34 h 45"/>
                  <a:gd name="T84" fmla="*/ 50 w 72"/>
                  <a:gd name="T85" fmla="*/ 36 h 45"/>
                  <a:gd name="T86" fmla="*/ 51 w 72"/>
                  <a:gd name="T87" fmla="*/ 32 h 45"/>
                  <a:gd name="T88" fmla="*/ 52 w 72"/>
                  <a:gd name="T89" fmla="*/ 27 h 45"/>
                  <a:gd name="T90" fmla="*/ 54 w 72"/>
                  <a:gd name="T91" fmla="*/ 28 h 45"/>
                  <a:gd name="T92" fmla="*/ 54 w 72"/>
                  <a:gd name="T93" fmla="*/ 23 h 45"/>
                  <a:gd name="T94" fmla="*/ 58 w 72"/>
                  <a:gd name="T95" fmla="*/ 23 h 45"/>
                  <a:gd name="T96" fmla="*/ 59 w 72"/>
                  <a:gd name="T97" fmla="*/ 21 h 45"/>
                  <a:gd name="T98" fmla="*/ 61 w 72"/>
                  <a:gd name="T99" fmla="*/ 20 h 45"/>
                  <a:gd name="T100" fmla="*/ 65 w 72"/>
                  <a:gd name="T101" fmla="*/ 17 h 45"/>
                  <a:gd name="T102" fmla="*/ 65 w 72"/>
                  <a:gd name="T103" fmla="*/ 13 h 45"/>
                  <a:gd name="T104" fmla="*/ 67 w 72"/>
                  <a:gd name="T105" fmla="*/ 8 h 45"/>
                  <a:gd name="T106" fmla="*/ 61 w 72"/>
                  <a:gd name="T107"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 h="45">
                    <a:moveTo>
                      <a:pt x="68" y="4"/>
                    </a:moveTo>
                    <a:cubicBezTo>
                      <a:pt x="67" y="4"/>
                      <a:pt x="70" y="3"/>
                      <a:pt x="70" y="3"/>
                    </a:cubicBezTo>
                    <a:cubicBezTo>
                      <a:pt x="66" y="4"/>
                      <a:pt x="69" y="0"/>
                      <a:pt x="65" y="3"/>
                    </a:cubicBezTo>
                    <a:cubicBezTo>
                      <a:pt x="64" y="3"/>
                      <a:pt x="63" y="5"/>
                      <a:pt x="63" y="6"/>
                    </a:cubicBezTo>
                    <a:cubicBezTo>
                      <a:pt x="62" y="6"/>
                      <a:pt x="61" y="6"/>
                      <a:pt x="61" y="6"/>
                    </a:cubicBezTo>
                    <a:cubicBezTo>
                      <a:pt x="59" y="4"/>
                      <a:pt x="51" y="2"/>
                      <a:pt x="54" y="4"/>
                    </a:cubicBezTo>
                    <a:cubicBezTo>
                      <a:pt x="55" y="4"/>
                      <a:pt x="56" y="5"/>
                      <a:pt x="56" y="5"/>
                    </a:cubicBezTo>
                    <a:cubicBezTo>
                      <a:pt x="56" y="5"/>
                      <a:pt x="56" y="5"/>
                      <a:pt x="56" y="5"/>
                    </a:cubicBezTo>
                    <a:cubicBezTo>
                      <a:pt x="57" y="6"/>
                      <a:pt x="57" y="6"/>
                      <a:pt x="57" y="6"/>
                    </a:cubicBezTo>
                    <a:cubicBezTo>
                      <a:pt x="57" y="6"/>
                      <a:pt x="55" y="5"/>
                      <a:pt x="55" y="4"/>
                    </a:cubicBezTo>
                    <a:cubicBezTo>
                      <a:pt x="55" y="5"/>
                      <a:pt x="55" y="6"/>
                      <a:pt x="54" y="6"/>
                    </a:cubicBezTo>
                    <a:cubicBezTo>
                      <a:pt x="55" y="7"/>
                      <a:pt x="54" y="6"/>
                      <a:pt x="55" y="8"/>
                    </a:cubicBezTo>
                    <a:cubicBezTo>
                      <a:pt x="55" y="7"/>
                      <a:pt x="55" y="7"/>
                      <a:pt x="55" y="7"/>
                    </a:cubicBezTo>
                    <a:cubicBezTo>
                      <a:pt x="55" y="8"/>
                      <a:pt x="55" y="8"/>
                      <a:pt x="53" y="7"/>
                    </a:cubicBezTo>
                    <a:cubicBezTo>
                      <a:pt x="50" y="7"/>
                      <a:pt x="49" y="9"/>
                      <a:pt x="47" y="10"/>
                    </a:cubicBezTo>
                    <a:cubicBezTo>
                      <a:pt x="46" y="12"/>
                      <a:pt x="45" y="14"/>
                      <a:pt x="43" y="16"/>
                    </a:cubicBezTo>
                    <a:cubicBezTo>
                      <a:pt x="44" y="19"/>
                      <a:pt x="43" y="18"/>
                      <a:pt x="44" y="21"/>
                    </a:cubicBezTo>
                    <a:cubicBezTo>
                      <a:pt x="44" y="20"/>
                      <a:pt x="44" y="20"/>
                      <a:pt x="44" y="20"/>
                    </a:cubicBezTo>
                    <a:cubicBezTo>
                      <a:pt x="44" y="22"/>
                      <a:pt x="43" y="20"/>
                      <a:pt x="42" y="19"/>
                    </a:cubicBezTo>
                    <a:cubicBezTo>
                      <a:pt x="43" y="21"/>
                      <a:pt x="42" y="20"/>
                      <a:pt x="43" y="22"/>
                    </a:cubicBezTo>
                    <a:cubicBezTo>
                      <a:pt x="44" y="23"/>
                      <a:pt x="41" y="19"/>
                      <a:pt x="42" y="20"/>
                    </a:cubicBezTo>
                    <a:cubicBezTo>
                      <a:pt x="41" y="20"/>
                      <a:pt x="42" y="21"/>
                      <a:pt x="42" y="21"/>
                    </a:cubicBezTo>
                    <a:cubicBezTo>
                      <a:pt x="42" y="23"/>
                      <a:pt x="41" y="20"/>
                      <a:pt x="40" y="18"/>
                    </a:cubicBezTo>
                    <a:cubicBezTo>
                      <a:pt x="39" y="19"/>
                      <a:pt x="39" y="22"/>
                      <a:pt x="38" y="21"/>
                    </a:cubicBezTo>
                    <a:cubicBezTo>
                      <a:pt x="38" y="21"/>
                      <a:pt x="38" y="22"/>
                      <a:pt x="38" y="22"/>
                    </a:cubicBezTo>
                    <a:cubicBezTo>
                      <a:pt x="37" y="19"/>
                      <a:pt x="38" y="23"/>
                      <a:pt x="38" y="22"/>
                    </a:cubicBezTo>
                    <a:cubicBezTo>
                      <a:pt x="37" y="21"/>
                      <a:pt x="37" y="21"/>
                      <a:pt x="37" y="21"/>
                    </a:cubicBezTo>
                    <a:cubicBezTo>
                      <a:pt x="36" y="20"/>
                      <a:pt x="37" y="22"/>
                      <a:pt x="36" y="21"/>
                    </a:cubicBezTo>
                    <a:cubicBezTo>
                      <a:pt x="36" y="21"/>
                      <a:pt x="36" y="21"/>
                      <a:pt x="36" y="21"/>
                    </a:cubicBezTo>
                    <a:cubicBezTo>
                      <a:pt x="36" y="23"/>
                      <a:pt x="35" y="20"/>
                      <a:pt x="35" y="21"/>
                    </a:cubicBezTo>
                    <a:cubicBezTo>
                      <a:pt x="35" y="20"/>
                      <a:pt x="35" y="21"/>
                      <a:pt x="35" y="20"/>
                    </a:cubicBezTo>
                    <a:cubicBezTo>
                      <a:pt x="36" y="24"/>
                      <a:pt x="34" y="19"/>
                      <a:pt x="34" y="21"/>
                    </a:cubicBezTo>
                    <a:cubicBezTo>
                      <a:pt x="34" y="21"/>
                      <a:pt x="34" y="21"/>
                      <a:pt x="34" y="21"/>
                    </a:cubicBezTo>
                    <a:cubicBezTo>
                      <a:pt x="34" y="21"/>
                      <a:pt x="34" y="20"/>
                      <a:pt x="32" y="22"/>
                    </a:cubicBezTo>
                    <a:cubicBezTo>
                      <a:pt x="32" y="22"/>
                      <a:pt x="31" y="19"/>
                      <a:pt x="30" y="21"/>
                    </a:cubicBezTo>
                    <a:cubicBezTo>
                      <a:pt x="30" y="22"/>
                      <a:pt x="30" y="22"/>
                      <a:pt x="30" y="22"/>
                    </a:cubicBezTo>
                    <a:cubicBezTo>
                      <a:pt x="30" y="22"/>
                      <a:pt x="30" y="21"/>
                      <a:pt x="30" y="21"/>
                    </a:cubicBezTo>
                    <a:cubicBezTo>
                      <a:pt x="30" y="22"/>
                      <a:pt x="30" y="20"/>
                      <a:pt x="29" y="20"/>
                    </a:cubicBezTo>
                    <a:cubicBezTo>
                      <a:pt x="29" y="21"/>
                      <a:pt x="29" y="21"/>
                      <a:pt x="29" y="22"/>
                    </a:cubicBezTo>
                    <a:cubicBezTo>
                      <a:pt x="29" y="20"/>
                      <a:pt x="28" y="23"/>
                      <a:pt x="27" y="21"/>
                    </a:cubicBezTo>
                    <a:cubicBezTo>
                      <a:pt x="27" y="25"/>
                      <a:pt x="27" y="23"/>
                      <a:pt x="27" y="24"/>
                    </a:cubicBezTo>
                    <a:cubicBezTo>
                      <a:pt x="27" y="24"/>
                      <a:pt x="27" y="23"/>
                      <a:pt x="27" y="22"/>
                    </a:cubicBezTo>
                    <a:cubicBezTo>
                      <a:pt x="26" y="22"/>
                      <a:pt x="26" y="22"/>
                      <a:pt x="26" y="21"/>
                    </a:cubicBezTo>
                    <a:cubicBezTo>
                      <a:pt x="26" y="22"/>
                      <a:pt x="25" y="24"/>
                      <a:pt x="25" y="23"/>
                    </a:cubicBezTo>
                    <a:cubicBezTo>
                      <a:pt x="25" y="21"/>
                      <a:pt x="25" y="23"/>
                      <a:pt x="25" y="22"/>
                    </a:cubicBezTo>
                    <a:cubicBezTo>
                      <a:pt x="24" y="24"/>
                      <a:pt x="24" y="25"/>
                      <a:pt x="24" y="25"/>
                    </a:cubicBezTo>
                    <a:cubicBezTo>
                      <a:pt x="24" y="22"/>
                      <a:pt x="24" y="22"/>
                      <a:pt x="24" y="22"/>
                    </a:cubicBezTo>
                    <a:cubicBezTo>
                      <a:pt x="23" y="23"/>
                      <a:pt x="23" y="20"/>
                      <a:pt x="21" y="23"/>
                    </a:cubicBezTo>
                    <a:cubicBezTo>
                      <a:pt x="22" y="22"/>
                      <a:pt x="22" y="22"/>
                      <a:pt x="22" y="22"/>
                    </a:cubicBezTo>
                    <a:cubicBezTo>
                      <a:pt x="20" y="23"/>
                      <a:pt x="20" y="21"/>
                      <a:pt x="18" y="24"/>
                    </a:cubicBezTo>
                    <a:cubicBezTo>
                      <a:pt x="18" y="23"/>
                      <a:pt x="18" y="22"/>
                      <a:pt x="18" y="22"/>
                    </a:cubicBezTo>
                    <a:cubicBezTo>
                      <a:pt x="17" y="24"/>
                      <a:pt x="17" y="23"/>
                      <a:pt x="16" y="25"/>
                    </a:cubicBezTo>
                    <a:cubicBezTo>
                      <a:pt x="16" y="25"/>
                      <a:pt x="16" y="24"/>
                      <a:pt x="16" y="24"/>
                    </a:cubicBezTo>
                    <a:cubicBezTo>
                      <a:pt x="16" y="23"/>
                      <a:pt x="17" y="21"/>
                      <a:pt x="16" y="23"/>
                    </a:cubicBezTo>
                    <a:cubicBezTo>
                      <a:pt x="16" y="22"/>
                      <a:pt x="16" y="22"/>
                      <a:pt x="16" y="22"/>
                    </a:cubicBezTo>
                    <a:cubicBezTo>
                      <a:pt x="15" y="23"/>
                      <a:pt x="14" y="24"/>
                      <a:pt x="15" y="23"/>
                    </a:cubicBezTo>
                    <a:cubicBezTo>
                      <a:pt x="14" y="24"/>
                      <a:pt x="13" y="24"/>
                      <a:pt x="13" y="26"/>
                    </a:cubicBezTo>
                    <a:cubicBezTo>
                      <a:pt x="12" y="26"/>
                      <a:pt x="14" y="23"/>
                      <a:pt x="13" y="25"/>
                    </a:cubicBezTo>
                    <a:cubicBezTo>
                      <a:pt x="14" y="23"/>
                      <a:pt x="14" y="23"/>
                      <a:pt x="14" y="23"/>
                    </a:cubicBezTo>
                    <a:cubicBezTo>
                      <a:pt x="14" y="22"/>
                      <a:pt x="12" y="23"/>
                      <a:pt x="11" y="23"/>
                    </a:cubicBezTo>
                    <a:cubicBezTo>
                      <a:pt x="12" y="21"/>
                      <a:pt x="10" y="23"/>
                      <a:pt x="11" y="22"/>
                    </a:cubicBezTo>
                    <a:cubicBezTo>
                      <a:pt x="10" y="23"/>
                      <a:pt x="11" y="21"/>
                      <a:pt x="9" y="23"/>
                    </a:cubicBezTo>
                    <a:cubicBezTo>
                      <a:pt x="10" y="22"/>
                      <a:pt x="10" y="22"/>
                      <a:pt x="10" y="22"/>
                    </a:cubicBezTo>
                    <a:cubicBezTo>
                      <a:pt x="10" y="22"/>
                      <a:pt x="10" y="21"/>
                      <a:pt x="10" y="21"/>
                    </a:cubicBezTo>
                    <a:cubicBezTo>
                      <a:pt x="10" y="20"/>
                      <a:pt x="8" y="21"/>
                      <a:pt x="8" y="22"/>
                    </a:cubicBezTo>
                    <a:cubicBezTo>
                      <a:pt x="9" y="21"/>
                      <a:pt x="9" y="21"/>
                      <a:pt x="9" y="21"/>
                    </a:cubicBezTo>
                    <a:cubicBezTo>
                      <a:pt x="8" y="21"/>
                      <a:pt x="6" y="22"/>
                      <a:pt x="5" y="23"/>
                    </a:cubicBezTo>
                    <a:cubicBezTo>
                      <a:pt x="6" y="22"/>
                      <a:pt x="5" y="23"/>
                      <a:pt x="5" y="22"/>
                    </a:cubicBezTo>
                    <a:cubicBezTo>
                      <a:pt x="6" y="22"/>
                      <a:pt x="8" y="21"/>
                      <a:pt x="9" y="20"/>
                    </a:cubicBezTo>
                    <a:cubicBezTo>
                      <a:pt x="10" y="20"/>
                      <a:pt x="6" y="21"/>
                      <a:pt x="8" y="20"/>
                    </a:cubicBezTo>
                    <a:cubicBezTo>
                      <a:pt x="9" y="20"/>
                      <a:pt x="8" y="20"/>
                      <a:pt x="6" y="21"/>
                    </a:cubicBezTo>
                    <a:cubicBezTo>
                      <a:pt x="8" y="20"/>
                      <a:pt x="8" y="20"/>
                      <a:pt x="8" y="20"/>
                    </a:cubicBezTo>
                    <a:cubicBezTo>
                      <a:pt x="8" y="20"/>
                      <a:pt x="8" y="20"/>
                      <a:pt x="7" y="20"/>
                    </a:cubicBezTo>
                    <a:cubicBezTo>
                      <a:pt x="7" y="20"/>
                      <a:pt x="7" y="20"/>
                      <a:pt x="7" y="20"/>
                    </a:cubicBezTo>
                    <a:cubicBezTo>
                      <a:pt x="5" y="21"/>
                      <a:pt x="5" y="20"/>
                      <a:pt x="3" y="21"/>
                    </a:cubicBezTo>
                    <a:cubicBezTo>
                      <a:pt x="4" y="21"/>
                      <a:pt x="4" y="21"/>
                      <a:pt x="4" y="21"/>
                    </a:cubicBezTo>
                    <a:cubicBezTo>
                      <a:pt x="3" y="22"/>
                      <a:pt x="2" y="22"/>
                      <a:pt x="3" y="21"/>
                    </a:cubicBezTo>
                    <a:cubicBezTo>
                      <a:pt x="5" y="20"/>
                      <a:pt x="6" y="20"/>
                      <a:pt x="7" y="20"/>
                    </a:cubicBezTo>
                    <a:cubicBezTo>
                      <a:pt x="3" y="21"/>
                      <a:pt x="3" y="21"/>
                      <a:pt x="3" y="21"/>
                    </a:cubicBezTo>
                    <a:cubicBezTo>
                      <a:pt x="4" y="20"/>
                      <a:pt x="3" y="21"/>
                      <a:pt x="2" y="21"/>
                    </a:cubicBezTo>
                    <a:cubicBezTo>
                      <a:pt x="3" y="21"/>
                      <a:pt x="3" y="21"/>
                      <a:pt x="3" y="21"/>
                    </a:cubicBezTo>
                    <a:cubicBezTo>
                      <a:pt x="1" y="22"/>
                      <a:pt x="1" y="22"/>
                      <a:pt x="1" y="22"/>
                    </a:cubicBezTo>
                    <a:cubicBezTo>
                      <a:pt x="2" y="22"/>
                      <a:pt x="1" y="23"/>
                      <a:pt x="2" y="23"/>
                    </a:cubicBezTo>
                    <a:cubicBezTo>
                      <a:pt x="4" y="22"/>
                      <a:pt x="4" y="22"/>
                      <a:pt x="4" y="22"/>
                    </a:cubicBezTo>
                    <a:cubicBezTo>
                      <a:pt x="4" y="22"/>
                      <a:pt x="6" y="21"/>
                      <a:pt x="4" y="22"/>
                    </a:cubicBezTo>
                    <a:cubicBezTo>
                      <a:pt x="2" y="23"/>
                      <a:pt x="2" y="23"/>
                      <a:pt x="2" y="23"/>
                    </a:cubicBezTo>
                    <a:cubicBezTo>
                      <a:pt x="3" y="23"/>
                      <a:pt x="3" y="23"/>
                      <a:pt x="3" y="23"/>
                    </a:cubicBezTo>
                    <a:cubicBezTo>
                      <a:pt x="1" y="25"/>
                      <a:pt x="1" y="25"/>
                      <a:pt x="1" y="25"/>
                    </a:cubicBezTo>
                    <a:cubicBezTo>
                      <a:pt x="4" y="23"/>
                      <a:pt x="2" y="25"/>
                      <a:pt x="3" y="24"/>
                    </a:cubicBezTo>
                    <a:cubicBezTo>
                      <a:pt x="2" y="25"/>
                      <a:pt x="2" y="25"/>
                      <a:pt x="2" y="25"/>
                    </a:cubicBezTo>
                    <a:cubicBezTo>
                      <a:pt x="2" y="26"/>
                      <a:pt x="4" y="24"/>
                      <a:pt x="4" y="24"/>
                    </a:cubicBezTo>
                    <a:cubicBezTo>
                      <a:pt x="4" y="24"/>
                      <a:pt x="1" y="26"/>
                      <a:pt x="1" y="27"/>
                    </a:cubicBezTo>
                    <a:cubicBezTo>
                      <a:pt x="1" y="27"/>
                      <a:pt x="3" y="26"/>
                      <a:pt x="2" y="28"/>
                    </a:cubicBezTo>
                    <a:cubicBezTo>
                      <a:pt x="2" y="28"/>
                      <a:pt x="4" y="28"/>
                      <a:pt x="5" y="27"/>
                    </a:cubicBezTo>
                    <a:cubicBezTo>
                      <a:pt x="5" y="28"/>
                      <a:pt x="3" y="29"/>
                      <a:pt x="4" y="29"/>
                    </a:cubicBezTo>
                    <a:cubicBezTo>
                      <a:pt x="3" y="29"/>
                      <a:pt x="2" y="30"/>
                      <a:pt x="2" y="31"/>
                    </a:cubicBezTo>
                    <a:cubicBezTo>
                      <a:pt x="3" y="30"/>
                      <a:pt x="2" y="32"/>
                      <a:pt x="4" y="30"/>
                    </a:cubicBezTo>
                    <a:cubicBezTo>
                      <a:pt x="4" y="30"/>
                      <a:pt x="4" y="31"/>
                      <a:pt x="5" y="31"/>
                    </a:cubicBezTo>
                    <a:cubicBezTo>
                      <a:pt x="4" y="31"/>
                      <a:pt x="3" y="33"/>
                      <a:pt x="3" y="33"/>
                    </a:cubicBezTo>
                    <a:cubicBezTo>
                      <a:pt x="4" y="32"/>
                      <a:pt x="5" y="32"/>
                      <a:pt x="5" y="32"/>
                    </a:cubicBezTo>
                    <a:cubicBezTo>
                      <a:pt x="6" y="31"/>
                      <a:pt x="6" y="31"/>
                      <a:pt x="7" y="29"/>
                    </a:cubicBezTo>
                    <a:cubicBezTo>
                      <a:pt x="7" y="29"/>
                      <a:pt x="8" y="28"/>
                      <a:pt x="8" y="29"/>
                    </a:cubicBezTo>
                    <a:cubicBezTo>
                      <a:pt x="7" y="30"/>
                      <a:pt x="5" y="32"/>
                      <a:pt x="6" y="33"/>
                    </a:cubicBezTo>
                    <a:cubicBezTo>
                      <a:pt x="4" y="35"/>
                      <a:pt x="5" y="32"/>
                      <a:pt x="4" y="34"/>
                    </a:cubicBezTo>
                    <a:cubicBezTo>
                      <a:pt x="2" y="36"/>
                      <a:pt x="2" y="36"/>
                      <a:pt x="2" y="35"/>
                    </a:cubicBezTo>
                    <a:cubicBezTo>
                      <a:pt x="0" y="36"/>
                      <a:pt x="2" y="35"/>
                      <a:pt x="1" y="37"/>
                    </a:cubicBezTo>
                    <a:cubicBezTo>
                      <a:pt x="1" y="37"/>
                      <a:pt x="2" y="36"/>
                      <a:pt x="3" y="36"/>
                    </a:cubicBezTo>
                    <a:cubicBezTo>
                      <a:pt x="4" y="35"/>
                      <a:pt x="4" y="35"/>
                      <a:pt x="4" y="34"/>
                    </a:cubicBezTo>
                    <a:cubicBezTo>
                      <a:pt x="6" y="32"/>
                      <a:pt x="4" y="36"/>
                      <a:pt x="4" y="36"/>
                    </a:cubicBezTo>
                    <a:cubicBezTo>
                      <a:pt x="3" y="36"/>
                      <a:pt x="3" y="36"/>
                      <a:pt x="3" y="36"/>
                    </a:cubicBezTo>
                    <a:cubicBezTo>
                      <a:pt x="3" y="37"/>
                      <a:pt x="4" y="36"/>
                      <a:pt x="4" y="36"/>
                    </a:cubicBezTo>
                    <a:cubicBezTo>
                      <a:pt x="3" y="39"/>
                      <a:pt x="4" y="36"/>
                      <a:pt x="3" y="38"/>
                    </a:cubicBezTo>
                    <a:cubicBezTo>
                      <a:pt x="1" y="40"/>
                      <a:pt x="1" y="40"/>
                      <a:pt x="1" y="40"/>
                    </a:cubicBezTo>
                    <a:cubicBezTo>
                      <a:pt x="2" y="41"/>
                      <a:pt x="3" y="38"/>
                      <a:pt x="3" y="39"/>
                    </a:cubicBezTo>
                    <a:cubicBezTo>
                      <a:pt x="2" y="40"/>
                      <a:pt x="2" y="40"/>
                      <a:pt x="2" y="40"/>
                    </a:cubicBezTo>
                    <a:cubicBezTo>
                      <a:pt x="3" y="39"/>
                      <a:pt x="3" y="39"/>
                      <a:pt x="3" y="39"/>
                    </a:cubicBezTo>
                    <a:cubicBezTo>
                      <a:pt x="4" y="38"/>
                      <a:pt x="5" y="37"/>
                      <a:pt x="4" y="37"/>
                    </a:cubicBezTo>
                    <a:cubicBezTo>
                      <a:pt x="6" y="34"/>
                      <a:pt x="5" y="37"/>
                      <a:pt x="6" y="36"/>
                    </a:cubicBezTo>
                    <a:cubicBezTo>
                      <a:pt x="7" y="35"/>
                      <a:pt x="5" y="36"/>
                      <a:pt x="6" y="35"/>
                    </a:cubicBezTo>
                    <a:cubicBezTo>
                      <a:pt x="7" y="33"/>
                      <a:pt x="7" y="34"/>
                      <a:pt x="8" y="33"/>
                    </a:cubicBezTo>
                    <a:cubicBezTo>
                      <a:pt x="8" y="34"/>
                      <a:pt x="7" y="35"/>
                      <a:pt x="6" y="36"/>
                    </a:cubicBezTo>
                    <a:cubicBezTo>
                      <a:pt x="6" y="36"/>
                      <a:pt x="6" y="36"/>
                      <a:pt x="6" y="36"/>
                    </a:cubicBezTo>
                    <a:cubicBezTo>
                      <a:pt x="5" y="37"/>
                      <a:pt x="5" y="39"/>
                      <a:pt x="4" y="40"/>
                    </a:cubicBezTo>
                    <a:cubicBezTo>
                      <a:pt x="4" y="41"/>
                      <a:pt x="5" y="38"/>
                      <a:pt x="5" y="39"/>
                    </a:cubicBezTo>
                    <a:cubicBezTo>
                      <a:pt x="5" y="39"/>
                      <a:pt x="6" y="37"/>
                      <a:pt x="6" y="37"/>
                    </a:cubicBezTo>
                    <a:cubicBezTo>
                      <a:pt x="9" y="33"/>
                      <a:pt x="5" y="40"/>
                      <a:pt x="6" y="39"/>
                    </a:cubicBezTo>
                    <a:cubicBezTo>
                      <a:pt x="7" y="37"/>
                      <a:pt x="9" y="36"/>
                      <a:pt x="10" y="33"/>
                    </a:cubicBezTo>
                    <a:cubicBezTo>
                      <a:pt x="10" y="32"/>
                      <a:pt x="11" y="32"/>
                      <a:pt x="11" y="32"/>
                    </a:cubicBezTo>
                    <a:cubicBezTo>
                      <a:pt x="10" y="34"/>
                      <a:pt x="10" y="34"/>
                      <a:pt x="9" y="35"/>
                    </a:cubicBezTo>
                    <a:cubicBezTo>
                      <a:pt x="9" y="35"/>
                      <a:pt x="9" y="35"/>
                      <a:pt x="9" y="35"/>
                    </a:cubicBezTo>
                    <a:cubicBezTo>
                      <a:pt x="8" y="38"/>
                      <a:pt x="8" y="38"/>
                      <a:pt x="8" y="38"/>
                    </a:cubicBezTo>
                    <a:cubicBezTo>
                      <a:pt x="7" y="39"/>
                      <a:pt x="7" y="40"/>
                      <a:pt x="7" y="41"/>
                    </a:cubicBezTo>
                    <a:cubicBezTo>
                      <a:pt x="8" y="41"/>
                      <a:pt x="8" y="40"/>
                      <a:pt x="8" y="39"/>
                    </a:cubicBezTo>
                    <a:cubicBezTo>
                      <a:pt x="8" y="40"/>
                      <a:pt x="7" y="41"/>
                      <a:pt x="8" y="41"/>
                    </a:cubicBezTo>
                    <a:cubicBezTo>
                      <a:pt x="8" y="40"/>
                      <a:pt x="9" y="38"/>
                      <a:pt x="9" y="38"/>
                    </a:cubicBezTo>
                    <a:cubicBezTo>
                      <a:pt x="10" y="38"/>
                      <a:pt x="9" y="40"/>
                      <a:pt x="9" y="41"/>
                    </a:cubicBezTo>
                    <a:cubicBezTo>
                      <a:pt x="8" y="42"/>
                      <a:pt x="8" y="42"/>
                      <a:pt x="8" y="42"/>
                    </a:cubicBezTo>
                    <a:cubicBezTo>
                      <a:pt x="9" y="41"/>
                      <a:pt x="8" y="43"/>
                      <a:pt x="8" y="42"/>
                    </a:cubicBezTo>
                    <a:cubicBezTo>
                      <a:pt x="9" y="41"/>
                      <a:pt x="9" y="40"/>
                      <a:pt x="10" y="38"/>
                    </a:cubicBezTo>
                    <a:cubicBezTo>
                      <a:pt x="11" y="38"/>
                      <a:pt x="10" y="40"/>
                      <a:pt x="10" y="39"/>
                    </a:cubicBezTo>
                    <a:cubicBezTo>
                      <a:pt x="9" y="40"/>
                      <a:pt x="9" y="40"/>
                      <a:pt x="9" y="40"/>
                    </a:cubicBezTo>
                    <a:cubicBezTo>
                      <a:pt x="10" y="40"/>
                      <a:pt x="8" y="43"/>
                      <a:pt x="9" y="43"/>
                    </a:cubicBezTo>
                    <a:cubicBezTo>
                      <a:pt x="10" y="41"/>
                      <a:pt x="10" y="41"/>
                      <a:pt x="10" y="41"/>
                    </a:cubicBezTo>
                    <a:cubicBezTo>
                      <a:pt x="9" y="43"/>
                      <a:pt x="9" y="43"/>
                      <a:pt x="9" y="43"/>
                    </a:cubicBezTo>
                    <a:cubicBezTo>
                      <a:pt x="10" y="42"/>
                      <a:pt x="10" y="42"/>
                      <a:pt x="10" y="42"/>
                    </a:cubicBezTo>
                    <a:cubicBezTo>
                      <a:pt x="10" y="43"/>
                      <a:pt x="10" y="43"/>
                      <a:pt x="10" y="43"/>
                    </a:cubicBezTo>
                    <a:cubicBezTo>
                      <a:pt x="10" y="42"/>
                      <a:pt x="11" y="40"/>
                      <a:pt x="11" y="42"/>
                    </a:cubicBezTo>
                    <a:cubicBezTo>
                      <a:pt x="12" y="40"/>
                      <a:pt x="11" y="42"/>
                      <a:pt x="11" y="41"/>
                    </a:cubicBezTo>
                    <a:cubicBezTo>
                      <a:pt x="11" y="39"/>
                      <a:pt x="12" y="39"/>
                      <a:pt x="12" y="39"/>
                    </a:cubicBezTo>
                    <a:cubicBezTo>
                      <a:pt x="11" y="42"/>
                      <a:pt x="12" y="39"/>
                      <a:pt x="12" y="40"/>
                    </a:cubicBezTo>
                    <a:cubicBezTo>
                      <a:pt x="12" y="41"/>
                      <a:pt x="12" y="41"/>
                      <a:pt x="12" y="42"/>
                    </a:cubicBezTo>
                    <a:cubicBezTo>
                      <a:pt x="13" y="40"/>
                      <a:pt x="13" y="40"/>
                      <a:pt x="13" y="40"/>
                    </a:cubicBezTo>
                    <a:cubicBezTo>
                      <a:pt x="12" y="43"/>
                      <a:pt x="13" y="39"/>
                      <a:pt x="13" y="41"/>
                    </a:cubicBezTo>
                    <a:cubicBezTo>
                      <a:pt x="13" y="42"/>
                      <a:pt x="12" y="43"/>
                      <a:pt x="12" y="43"/>
                    </a:cubicBezTo>
                    <a:cubicBezTo>
                      <a:pt x="13" y="41"/>
                      <a:pt x="14" y="40"/>
                      <a:pt x="14" y="39"/>
                    </a:cubicBezTo>
                    <a:cubicBezTo>
                      <a:pt x="14" y="40"/>
                      <a:pt x="13" y="42"/>
                      <a:pt x="13" y="44"/>
                    </a:cubicBezTo>
                    <a:cubicBezTo>
                      <a:pt x="14" y="42"/>
                      <a:pt x="13" y="45"/>
                      <a:pt x="14" y="43"/>
                    </a:cubicBezTo>
                    <a:cubicBezTo>
                      <a:pt x="14" y="42"/>
                      <a:pt x="14" y="41"/>
                      <a:pt x="15" y="40"/>
                    </a:cubicBezTo>
                    <a:cubicBezTo>
                      <a:pt x="15" y="40"/>
                      <a:pt x="14" y="41"/>
                      <a:pt x="14" y="42"/>
                    </a:cubicBezTo>
                    <a:cubicBezTo>
                      <a:pt x="14" y="42"/>
                      <a:pt x="15" y="40"/>
                      <a:pt x="15" y="39"/>
                    </a:cubicBezTo>
                    <a:cubicBezTo>
                      <a:pt x="15" y="39"/>
                      <a:pt x="16" y="37"/>
                      <a:pt x="16" y="39"/>
                    </a:cubicBezTo>
                    <a:cubicBezTo>
                      <a:pt x="16" y="40"/>
                      <a:pt x="15" y="39"/>
                      <a:pt x="15" y="40"/>
                    </a:cubicBezTo>
                    <a:cubicBezTo>
                      <a:pt x="16" y="41"/>
                      <a:pt x="17" y="37"/>
                      <a:pt x="17" y="36"/>
                    </a:cubicBezTo>
                    <a:cubicBezTo>
                      <a:pt x="17" y="35"/>
                      <a:pt x="18" y="32"/>
                      <a:pt x="19" y="31"/>
                    </a:cubicBezTo>
                    <a:cubicBezTo>
                      <a:pt x="19" y="32"/>
                      <a:pt x="18" y="32"/>
                      <a:pt x="18" y="34"/>
                    </a:cubicBezTo>
                    <a:cubicBezTo>
                      <a:pt x="18" y="34"/>
                      <a:pt x="18" y="34"/>
                      <a:pt x="18" y="34"/>
                    </a:cubicBezTo>
                    <a:cubicBezTo>
                      <a:pt x="18" y="37"/>
                      <a:pt x="16" y="39"/>
                      <a:pt x="16" y="41"/>
                    </a:cubicBezTo>
                    <a:cubicBezTo>
                      <a:pt x="16" y="40"/>
                      <a:pt x="16" y="40"/>
                      <a:pt x="16" y="40"/>
                    </a:cubicBezTo>
                    <a:cubicBezTo>
                      <a:pt x="16" y="43"/>
                      <a:pt x="16" y="43"/>
                      <a:pt x="16" y="43"/>
                    </a:cubicBezTo>
                    <a:cubicBezTo>
                      <a:pt x="16" y="41"/>
                      <a:pt x="16" y="43"/>
                      <a:pt x="16" y="42"/>
                    </a:cubicBezTo>
                    <a:cubicBezTo>
                      <a:pt x="17" y="41"/>
                      <a:pt x="16" y="43"/>
                      <a:pt x="16" y="41"/>
                    </a:cubicBezTo>
                    <a:cubicBezTo>
                      <a:pt x="17" y="41"/>
                      <a:pt x="18" y="38"/>
                      <a:pt x="18" y="39"/>
                    </a:cubicBezTo>
                    <a:cubicBezTo>
                      <a:pt x="17" y="43"/>
                      <a:pt x="17" y="43"/>
                      <a:pt x="17" y="43"/>
                    </a:cubicBezTo>
                    <a:cubicBezTo>
                      <a:pt x="17" y="43"/>
                      <a:pt x="17" y="41"/>
                      <a:pt x="17" y="42"/>
                    </a:cubicBezTo>
                    <a:cubicBezTo>
                      <a:pt x="17" y="43"/>
                      <a:pt x="17" y="43"/>
                      <a:pt x="17" y="43"/>
                    </a:cubicBezTo>
                    <a:cubicBezTo>
                      <a:pt x="18" y="43"/>
                      <a:pt x="19" y="43"/>
                      <a:pt x="21" y="39"/>
                    </a:cubicBezTo>
                    <a:cubicBezTo>
                      <a:pt x="21" y="41"/>
                      <a:pt x="21" y="41"/>
                      <a:pt x="21" y="42"/>
                    </a:cubicBezTo>
                    <a:cubicBezTo>
                      <a:pt x="21" y="42"/>
                      <a:pt x="22" y="41"/>
                      <a:pt x="22" y="41"/>
                    </a:cubicBezTo>
                    <a:cubicBezTo>
                      <a:pt x="22" y="43"/>
                      <a:pt x="22" y="43"/>
                      <a:pt x="22" y="43"/>
                    </a:cubicBezTo>
                    <a:cubicBezTo>
                      <a:pt x="22" y="44"/>
                      <a:pt x="23" y="42"/>
                      <a:pt x="23" y="41"/>
                    </a:cubicBezTo>
                    <a:cubicBezTo>
                      <a:pt x="23" y="42"/>
                      <a:pt x="23" y="42"/>
                      <a:pt x="23" y="42"/>
                    </a:cubicBezTo>
                    <a:cubicBezTo>
                      <a:pt x="23" y="44"/>
                      <a:pt x="23" y="41"/>
                      <a:pt x="23" y="41"/>
                    </a:cubicBezTo>
                    <a:cubicBezTo>
                      <a:pt x="23" y="42"/>
                      <a:pt x="23" y="42"/>
                      <a:pt x="23" y="42"/>
                    </a:cubicBezTo>
                    <a:cubicBezTo>
                      <a:pt x="24" y="41"/>
                      <a:pt x="24" y="41"/>
                      <a:pt x="24" y="41"/>
                    </a:cubicBezTo>
                    <a:cubicBezTo>
                      <a:pt x="24" y="40"/>
                      <a:pt x="24" y="41"/>
                      <a:pt x="24" y="43"/>
                    </a:cubicBezTo>
                    <a:cubicBezTo>
                      <a:pt x="24" y="41"/>
                      <a:pt x="24" y="41"/>
                      <a:pt x="24" y="41"/>
                    </a:cubicBezTo>
                    <a:cubicBezTo>
                      <a:pt x="24" y="43"/>
                      <a:pt x="25" y="43"/>
                      <a:pt x="26" y="42"/>
                    </a:cubicBezTo>
                    <a:cubicBezTo>
                      <a:pt x="25" y="42"/>
                      <a:pt x="25" y="41"/>
                      <a:pt x="26" y="39"/>
                    </a:cubicBezTo>
                    <a:cubicBezTo>
                      <a:pt x="26" y="37"/>
                      <a:pt x="26" y="40"/>
                      <a:pt x="26" y="39"/>
                    </a:cubicBezTo>
                    <a:cubicBezTo>
                      <a:pt x="26" y="41"/>
                      <a:pt x="26" y="41"/>
                      <a:pt x="26" y="41"/>
                    </a:cubicBezTo>
                    <a:cubicBezTo>
                      <a:pt x="26" y="44"/>
                      <a:pt x="27" y="42"/>
                      <a:pt x="28" y="42"/>
                    </a:cubicBezTo>
                    <a:cubicBezTo>
                      <a:pt x="28" y="41"/>
                      <a:pt x="28" y="41"/>
                      <a:pt x="28" y="41"/>
                    </a:cubicBezTo>
                    <a:cubicBezTo>
                      <a:pt x="28" y="43"/>
                      <a:pt x="29" y="41"/>
                      <a:pt x="30" y="42"/>
                    </a:cubicBezTo>
                    <a:cubicBezTo>
                      <a:pt x="30" y="41"/>
                      <a:pt x="30" y="38"/>
                      <a:pt x="30" y="38"/>
                    </a:cubicBezTo>
                    <a:cubicBezTo>
                      <a:pt x="30" y="36"/>
                      <a:pt x="30" y="41"/>
                      <a:pt x="30" y="42"/>
                    </a:cubicBezTo>
                    <a:cubicBezTo>
                      <a:pt x="31" y="41"/>
                      <a:pt x="31" y="41"/>
                      <a:pt x="31" y="41"/>
                    </a:cubicBezTo>
                    <a:cubicBezTo>
                      <a:pt x="31" y="41"/>
                      <a:pt x="31" y="41"/>
                      <a:pt x="31" y="41"/>
                    </a:cubicBezTo>
                    <a:cubicBezTo>
                      <a:pt x="31" y="40"/>
                      <a:pt x="31" y="39"/>
                      <a:pt x="31" y="40"/>
                    </a:cubicBezTo>
                    <a:cubicBezTo>
                      <a:pt x="31" y="41"/>
                      <a:pt x="31" y="41"/>
                      <a:pt x="31" y="41"/>
                    </a:cubicBezTo>
                    <a:cubicBezTo>
                      <a:pt x="32" y="41"/>
                      <a:pt x="32" y="42"/>
                      <a:pt x="32" y="42"/>
                    </a:cubicBezTo>
                    <a:cubicBezTo>
                      <a:pt x="32" y="40"/>
                      <a:pt x="33" y="41"/>
                      <a:pt x="33" y="39"/>
                    </a:cubicBezTo>
                    <a:cubicBezTo>
                      <a:pt x="33" y="40"/>
                      <a:pt x="33" y="40"/>
                      <a:pt x="33" y="40"/>
                    </a:cubicBezTo>
                    <a:cubicBezTo>
                      <a:pt x="33" y="39"/>
                      <a:pt x="33" y="39"/>
                      <a:pt x="33" y="39"/>
                    </a:cubicBezTo>
                    <a:cubicBezTo>
                      <a:pt x="33" y="39"/>
                      <a:pt x="33" y="39"/>
                      <a:pt x="33" y="39"/>
                    </a:cubicBezTo>
                    <a:cubicBezTo>
                      <a:pt x="33" y="41"/>
                      <a:pt x="33" y="41"/>
                      <a:pt x="33" y="41"/>
                    </a:cubicBezTo>
                    <a:cubicBezTo>
                      <a:pt x="33" y="42"/>
                      <a:pt x="33" y="40"/>
                      <a:pt x="33" y="39"/>
                    </a:cubicBezTo>
                    <a:cubicBezTo>
                      <a:pt x="33" y="38"/>
                      <a:pt x="33" y="39"/>
                      <a:pt x="33" y="40"/>
                    </a:cubicBezTo>
                    <a:cubicBezTo>
                      <a:pt x="33" y="41"/>
                      <a:pt x="33" y="40"/>
                      <a:pt x="33" y="40"/>
                    </a:cubicBezTo>
                    <a:cubicBezTo>
                      <a:pt x="33" y="41"/>
                      <a:pt x="33" y="40"/>
                      <a:pt x="33" y="41"/>
                    </a:cubicBezTo>
                    <a:cubicBezTo>
                      <a:pt x="33" y="41"/>
                      <a:pt x="33" y="39"/>
                      <a:pt x="34" y="40"/>
                    </a:cubicBezTo>
                    <a:cubicBezTo>
                      <a:pt x="34" y="40"/>
                      <a:pt x="34" y="40"/>
                      <a:pt x="34" y="41"/>
                    </a:cubicBezTo>
                    <a:cubicBezTo>
                      <a:pt x="34" y="40"/>
                      <a:pt x="34" y="40"/>
                      <a:pt x="35" y="40"/>
                    </a:cubicBezTo>
                    <a:cubicBezTo>
                      <a:pt x="34" y="39"/>
                      <a:pt x="34" y="39"/>
                      <a:pt x="34" y="38"/>
                    </a:cubicBezTo>
                    <a:cubicBezTo>
                      <a:pt x="34" y="38"/>
                      <a:pt x="34" y="37"/>
                      <a:pt x="34" y="38"/>
                    </a:cubicBezTo>
                    <a:cubicBezTo>
                      <a:pt x="34" y="38"/>
                      <a:pt x="34" y="38"/>
                      <a:pt x="34" y="38"/>
                    </a:cubicBezTo>
                    <a:cubicBezTo>
                      <a:pt x="34" y="38"/>
                      <a:pt x="35" y="39"/>
                      <a:pt x="34" y="37"/>
                    </a:cubicBezTo>
                    <a:cubicBezTo>
                      <a:pt x="35" y="39"/>
                      <a:pt x="35" y="39"/>
                      <a:pt x="35" y="39"/>
                    </a:cubicBezTo>
                    <a:cubicBezTo>
                      <a:pt x="35" y="38"/>
                      <a:pt x="35" y="38"/>
                      <a:pt x="35" y="38"/>
                    </a:cubicBezTo>
                    <a:cubicBezTo>
                      <a:pt x="35" y="39"/>
                      <a:pt x="35" y="41"/>
                      <a:pt x="36" y="42"/>
                    </a:cubicBezTo>
                    <a:cubicBezTo>
                      <a:pt x="36" y="40"/>
                      <a:pt x="36" y="40"/>
                      <a:pt x="36" y="40"/>
                    </a:cubicBezTo>
                    <a:cubicBezTo>
                      <a:pt x="36" y="40"/>
                      <a:pt x="37" y="40"/>
                      <a:pt x="37" y="41"/>
                    </a:cubicBezTo>
                    <a:cubicBezTo>
                      <a:pt x="38" y="42"/>
                      <a:pt x="37" y="36"/>
                      <a:pt x="37" y="38"/>
                    </a:cubicBezTo>
                    <a:cubicBezTo>
                      <a:pt x="38" y="40"/>
                      <a:pt x="38" y="40"/>
                      <a:pt x="38" y="40"/>
                    </a:cubicBezTo>
                    <a:cubicBezTo>
                      <a:pt x="38" y="40"/>
                      <a:pt x="38" y="39"/>
                      <a:pt x="38" y="39"/>
                    </a:cubicBezTo>
                    <a:cubicBezTo>
                      <a:pt x="38" y="38"/>
                      <a:pt x="38" y="41"/>
                      <a:pt x="38" y="39"/>
                    </a:cubicBezTo>
                    <a:cubicBezTo>
                      <a:pt x="38" y="38"/>
                      <a:pt x="38" y="38"/>
                      <a:pt x="38" y="38"/>
                    </a:cubicBezTo>
                    <a:cubicBezTo>
                      <a:pt x="39" y="42"/>
                      <a:pt x="40" y="38"/>
                      <a:pt x="41" y="40"/>
                    </a:cubicBezTo>
                    <a:cubicBezTo>
                      <a:pt x="40" y="38"/>
                      <a:pt x="41" y="39"/>
                      <a:pt x="41" y="39"/>
                    </a:cubicBezTo>
                    <a:cubicBezTo>
                      <a:pt x="42" y="41"/>
                      <a:pt x="41" y="38"/>
                      <a:pt x="42" y="39"/>
                    </a:cubicBezTo>
                    <a:cubicBezTo>
                      <a:pt x="41" y="37"/>
                      <a:pt x="41" y="37"/>
                      <a:pt x="41" y="37"/>
                    </a:cubicBezTo>
                    <a:cubicBezTo>
                      <a:pt x="42" y="38"/>
                      <a:pt x="40" y="33"/>
                      <a:pt x="42" y="36"/>
                    </a:cubicBezTo>
                    <a:cubicBezTo>
                      <a:pt x="42" y="37"/>
                      <a:pt x="42" y="38"/>
                      <a:pt x="42" y="38"/>
                    </a:cubicBezTo>
                    <a:cubicBezTo>
                      <a:pt x="44" y="41"/>
                      <a:pt x="42" y="36"/>
                      <a:pt x="44" y="38"/>
                    </a:cubicBezTo>
                    <a:cubicBezTo>
                      <a:pt x="43" y="37"/>
                      <a:pt x="43" y="36"/>
                      <a:pt x="43" y="35"/>
                    </a:cubicBezTo>
                    <a:cubicBezTo>
                      <a:pt x="43" y="36"/>
                      <a:pt x="44" y="37"/>
                      <a:pt x="44" y="37"/>
                    </a:cubicBezTo>
                    <a:cubicBezTo>
                      <a:pt x="44" y="37"/>
                      <a:pt x="44" y="36"/>
                      <a:pt x="44" y="37"/>
                    </a:cubicBezTo>
                    <a:cubicBezTo>
                      <a:pt x="45" y="37"/>
                      <a:pt x="45" y="38"/>
                      <a:pt x="45" y="38"/>
                    </a:cubicBezTo>
                    <a:cubicBezTo>
                      <a:pt x="45" y="38"/>
                      <a:pt x="45" y="37"/>
                      <a:pt x="45" y="36"/>
                    </a:cubicBezTo>
                    <a:cubicBezTo>
                      <a:pt x="46" y="38"/>
                      <a:pt x="46" y="37"/>
                      <a:pt x="47" y="38"/>
                    </a:cubicBezTo>
                    <a:cubicBezTo>
                      <a:pt x="46" y="35"/>
                      <a:pt x="48" y="38"/>
                      <a:pt x="46" y="35"/>
                    </a:cubicBezTo>
                    <a:cubicBezTo>
                      <a:pt x="47" y="36"/>
                      <a:pt x="47" y="36"/>
                      <a:pt x="47" y="36"/>
                    </a:cubicBezTo>
                    <a:cubicBezTo>
                      <a:pt x="46" y="35"/>
                      <a:pt x="46" y="34"/>
                      <a:pt x="46" y="33"/>
                    </a:cubicBezTo>
                    <a:cubicBezTo>
                      <a:pt x="47" y="35"/>
                      <a:pt x="47" y="35"/>
                      <a:pt x="47" y="35"/>
                    </a:cubicBezTo>
                    <a:cubicBezTo>
                      <a:pt x="48" y="37"/>
                      <a:pt x="47" y="35"/>
                      <a:pt x="48" y="37"/>
                    </a:cubicBezTo>
                    <a:cubicBezTo>
                      <a:pt x="47" y="35"/>
                      <a:pt x="48" y="36"/>
                      <a:pt x="47" y="35"/>
                    </a:cubicBezTo>
                    <a:cubicBezTo>
                      <a:pt x="47" y="34"/>
                      <a:pt x="47" y="34"/>
                      <a:pt x="47" y="34"/>
                    </a:cubicBezTo>
                    <a:cubicBezTo>
                      <a:pt x="47" y="34"/>
                      <a:pt x="47" y="33"/>
                      <a:pt x="47" y="33"/>
                    </a:cubicBezTo>
                    <a:cubicBezTo>
                      <a:pt x="47" y="33"/>
                      <a:pt x="48" y="35"/>
                      <a:pt x="48" y="35"/>
                    </a:cubicBezTo>
                    <a:cubicBezTo>
                      <a:pt x="49" y="36"/>
                      <a:pt x="49" y="35"/>
                      <a:pt x="48" y="35"/>
                    </a:cubicBezTo>
                    <a:cubicBezTo>
                      <a:pt x="48" y="35"/>
                      <a:pt x="48" y="35"/>
                      <a:pt x="48" y="34"/>
                    </a:cubicBezTo>
                    <a:cubicBezTo>
                      <a:pt x="48" y="34"/>
                      <a:pt x="48" y="35"/>
                      <a:pt x="48" y="35"/>
                    </a:cubicBezTo>
                    <a:cubicBezTo>
                      <a:pt x="48" y="34"/>
                      <a:pt x="48" y="34"/>
                      <a:pt x="49" y="34"/>
                    </a:cubicBezTo>
                    <a:cubicBezTo>
                      <a:pt x="49" y="34"/>
                      <a:pt x="49" y="34"/>
                      <a:pt x="49" y="34"/>
                    </a:cubicBezTo>
                    <a:cubicBezTo>
                      <a:pt x="49" y="34"/>
                      <a:pt x="49" y="35"/>
                      <a:pt x="49" y="35"/>
                    </a:cubicBezTo>
                    <a:cubicBezTo>
                      <a:pt x="49" y="35"/>
                      <a:pt x="49" y="35"/>
                      <a:pt x="49" y="35"/>
                    </a:cubicBezTo>
                    <a:cubicBezTo>
                      <a:pt x="49" y="35"/>
                      <a:pt x="49" y="35"/>
                      <a:pt x="49" y="35"/>
                    </a:cubicBezTo>
                    <a:cubicBezTo>
                      <a:pt x="49" y="35"/>
                      <a:pt x="49" y="35"/>
                      <a:pt x="49" y="35"/>
                    </a:cubicBezTo>
                    <a:cubicBezTo>
                      <a:pt x="50" y="36"/>
                      <a:pt x="50" y="36"/>
                      <a:pt x="50" y="36"/>
                    </a:cubicBezTo>
                    <a:cubicBezTo>
                      <a:pt x="50" y="36"/>
                      <a:pt x="50" y="35"/>
                      <a:pt x="49" y="34"/>
                    </a:cubicBezTo>
                    <a:cubicBezTo>
                      <a:pt x="50" y="35"/>
                      <a:pt x="50" y="33"/>
                      <a:pt x="50" y="32"/>
                    </a:cubicBezTo>
                    <a:cubicBezTo>
                      <a:pt x="50" y="33"/>
                      <a:pt x="51" y="34"/>
                      <a:pt x="50" y="33"/>
                    </a:cubicBezTo>
                    <a:cubicBezTo>
                      <a:pt x="50" y="33"/>
                      <a:pt x="50" y="31"/>
                      <a:pt x="50" y="32"/>
                    </a:cubicBezTo>
                    <a:cubicBezTo>
                      <a:pt x="50" y="32"/>
                      <a:pt x="51" y="33"/>
                      <a:pt x="51" y="33"/>
                    </a:cubicBezTo>
                    <a:cubicBezTo>
                      <a:pt x="52" y="33"/>
                      <a:pt x="51" y="32"/>
                      <a:pt x="51" y="32"/>
                    </a:cubicBezTo>
                    <a:cubicBezTo>
                      <a:pt x="52" y="34"/>
                      <a:pt x="51" y="30"/>
                      <a:pt x="52" y="31"/>
                    </a:cubicBezTo>
                    <a:cubicBezTo>
                      <a:pt x="52" y="31"/>
                      <a:pt x="53" y="32"/>
                      <a:pt x="53" y="33"/>
                    </a:cubicBezTo>
                    <a:cubicBezTo>
                      <a:pt x="53" y="32"/>
                      <a:pt x="53" y="31"/>
                      <a:pt x="52" y="29"/>
                    </a:cubicBezTo>
                    <a:cubicBezTo>
                      <a:pt x="53" y="31"/>
                      <a:pt x="53" y="31"/>
                      <a:pt x="53" y="31"/>
                    </a:cubicBezTo>
                    <a:cubicBezTo>
                      <a:pt x="53" y="31"/>
                      <a:pt x="53" y="30"/>
                      <a:pt x="53" y="29"/>
                    </a:cubicBezTo>
                    <a:cubicBezTo>
                      <a:pt x="52" y="28"/>
                      <a:pt x="51" y="27"/>
                      <a:pt x="52" y="27"/>
                    </a:cubicBezTo>
                    <a:cubicBezTo>
                      <a:pt x="52" y="27"/>
                      <a:pt x="52" y="27"/>
                      <a:pt x="52" y="27"/>
                    </a:cubicBezTo>
                    <a:cubicBezTo>
                      <a:pt x="52" y="26"/>
                      <a:pt x="52" y="26"/>
                      <a:pt x="52" y="26"/>
                    </a:cubicBezTo>
                    <a:cubicBezTo>
                      <a:pt x="52" y="27"/>
                      <a:pt x="52" y="27"/>
                      <a:pt x="53" y="28"/>
                    </a:cubicBezTo>
                    <a:cubicBezTo>
                      <a:pt x="54" y="30"/>
                      <a:pt x="54" y="29"/>
                      <a:pt x="54" y="29"/>
                    </a:cubicBezTo>
                    <a:cubicBezTo>
                      <a:pt x="53" y="27"/>
                      <a:pt x="53" y="27"/>
                      <a:pt x="53" y="27"/>
                    </a:cubicBezTo>
                    <a:cubicBezTo>
                      <a:pt x="53" y="27"/>
                      <a:pt x="54" y="29"/>
                      <a:pt x="54" y="28"/>
                    </a:cubicBezTo>
                    <a:cubicBezTo>
                      <a:pt x="52" y="24"/>
                      <a:pt x="52" y="24"/>
                      <a:pt x="52" y="24"/>
                    </a:cubicBezTo>
                    <a:cubicBezTo>
                      <a:pt x="52" y="24"/>
                      <a:pt x="54" y="26"/>
                      <a:pt x="54" y="27"/>
                    </a:cubicBezTo>
                    <a:cubicBezTo>
                      <a:pt x="54" y="26"/>
                      <a:pt x="53" y="24"/>
                      <a:pt x="52" y="22"/>
                    </a:cubicBezTo>
                    <a:cubicBezTo>
                      <a:pt x="52" y="22"/>
                      <a:pt x="52" y="21"/>
                      <a:pt x="52" y="21"/>
                    </a:cubicBezTo>
                    <a:cubicBezTo>
                      <a:pt x="53" y="22"/>
                      <a:pt x="52" y="21"/>
                      <a:pt x="53" y="22"/>
                    </a:cubicBezTo>
                    <a:cubicBezTo>
                      <a:pt x="54" y="23"/>
                      <a:pt x="54" y="23"/>
                      <a:pt x="54" y="23"/>
                    </a:cubicBezTo>
                    <a:cubicBezTo>
                      <a:pt x="54" y="23"/>
                      <a:pt x="55" y="25"/>
                      <a:pt x="55" y="26"/>
                    </a:cubicBezTo>
                    <a:cubicBezTo>
                      <a:pt x="55" y="25"/>
                      <a:pt x="56" y="26"/>
                      <a:pt x="57" y="26"/>
                    </a:cubicBezTo>
                    <a:cubicBezTo>
                      <a:pt x="55" y="23"/>
                      <a:pt x="56" y="24"/>
                      <a:pt x="55" y="22"/>
                    </a:cubicBezTo>
                    <a:cubicBezTo>
                      <a:pt x="55" y="22"/>
                      <a:pt x="56" y="24"/>
                      <a:pt x="57" y="24"/>
                    </a:cubicBezTo>
                    <a:cubicBezTo>
                      <a:pt x="56" y="23"/>
                      <a:pt x="57" y="23"/>
                      <a:pt x="57" y="23"/>
                    </a:cubicBezTo>
                    <a:cubicBezTo>
                      <a:pt x="58" y="23"/>
                      <a:pt x="58" y="23"/>
                      <a:pt x="58" y="23"/>
                    </a:cubicBezTo>
                    <a:cubicBezTo>
                      <a:pt x="57" y="23"/>
                      <a:pt x="58" y="23"/>
                      <a:pt x="57" y="21"/>
                    </a:cubicBezTo>
                    <a:cubicBezTo>
                      <a:pt x="58" y="22"/>
                      <a:pt x="58" y="22"/>
                      <a:pt x="58" y="22"/>
                    </a:cubicBezTo>
                    <a:cubicBezTo>
                      <a:pt x="59" y="22"/>
                      <a:pt x="56" y="19"/>
                      <a:pt x="57" y="20"/>
                    </a:cubicBezTo>
                    <a:cubicBezTo>
                      <a:pt x="58" y="21"/>
                      <a:pt x="58" y="21"/>
                      <a:pt x="58" y="21"/>
                    </a:cubicBezTo>
                    <a:cubicBezTo>
                      <a:pt x="57" y="20"/>
                      <a:pt x="59" y="22"/>
                      <a:pt x="58" y="20"/>
                    </a:cubicBezTo>
                    <a:cubicBezTo>
                      <a:pt x="59" y="21"/>
                      <a:pt x="59" y="21"/>
                      <a:pt x="59" y="21"/>
                    </a:cubicBezTo>
                    <a:cubicBezTo>
                      <a:pt x="59" y="21"/>
                      <a:pt x="59" y="21"/>
                      <a:pt x="58" y="19"/>
                    </a:cubicBezTo>
                    <a:cubicBezTo>
                      <a:pt x="60" y="21"/>
                      <a:pt x="60" y="21"/>
                      <a:pt x="60" y="21"/>
                    </a:cubicBezTo>
                    <a:cubicBezTo>
                      <a:pt x="60" y="22"/>
                      <a:pt x="58" y="19"/>
                      <a:pt x="59" y="19"/>
                    </a:cubicBezTo>
                    <a:cubicBezTo>
                      <a:pt x="59" y="19"/>
                      <a:pt x="60" y="20"/>
                      <a:pt x="60" y="20"/>
                    </a:cubicBezTo>
                    <a:cubicBezTo>
                      <a:pt x="59" y="19"/>
                      <a:pt x="60" y="19"/>
                      <a:pt x="60" y="19"/>
                    </a:cubicBezTo>
                    <a:cubicBezTo>
                      <a:pt x="61" y="20"/>
                      <a:pt x="61" y="20"/>
                      <a:pt x="61" y="20"/>
                    </a:cubicBezTo>
                    <a:cubicBezTo>
                      <a:pt x="62" y="19"/>
                      <a:pt x="64" y="18"/>
                      <a:pt x="63" y="16"/>
                    </a:cubicBezTo>
                    <a:cubicBezTo>
                      <a:pt x="65" y="17"/>
                      <a:pt x="64" y="17"/>
                      <a:pt x="65" y="18"/>
                    </a:cubicBezTo>
                    <a:cubicBezTo>
                      <a:pt x="64" y="17"/>
                      <a:pt x="65" y="18"/>
                      <a:pt x="65" y="17"/>
                    </a:cubicBezTo>
                    <a:cubicBezTo>
                      <a:pt x="65" y="17"/>
                      <a:pt x="65" y="17"/>
                      <a:pt x="65" y="17"/>
                    </a:cubicBezTo>
                    <a:cubicBezTo>
                      <a:pt x="65" y="17"/>
                      <a:pt x="66" y="18"/>
                      <a:pt x="66" y="17"/>
                    </a:cubicBezTo>
                    <a:cubicBezTo>
                      <a:pt x="65" y="17"/>
                      <a:pt x="65" y="17"/>
                      <a:pt x="65" y="17"/>
                    </a:cubicBezTo>
                    <a:cubicBezTo>
                      <a:pt x="64" y="15"/>
                      <a:pt x="68" y="18"/>
                      <a:pt x="66" y="16"/>
                    </a:cubicBezTo>
                    <a:cubicBezTo>
                      <a:pt x="67" y="17"/>
                      <a:pt x="67" y="17"/>
                      <a:pt x="67" y="17"/>
                    </a:cubicBezTo>
                    <a:cubicBezTo>
                      <a:pt x="65" y="15"/>
                      <a:pt x="68" y="17"/>
                      <a:pt x="66" y="16"/>
                    </a:cubicBezTo>
                    <a:cubicBezTo>
                      <a:pt x="67" y="16"/>
                      <a:pt x="67" y="16"/>
                      <a:pt x="67" y="16"/>
                    </a:cubicBezTo>
                    <a:cubicBezTo>
                      <a:pt x="68" y="17"/>
                      <a:pt x="65" y="14"/>
                      <a:pt x="67" y="15"/>
                    </a:cubicBezTo>
                    <a:cubicBezTo>
                      <a:pt x="67" y="15"/>
                      <a:pt x="66" y="14"/>
                      <a:pt x="65" y="13"/>
                    </a:cubicBezTo>
                    <a:cubicBezTo>
                      <a:pt x="67" y="14"/>
                      <a:pt x="67" y="14"/>
                      <a:pt x="67" y="14"/>
                    </a:cubicBezTo>
                    <a:cubicBezTo>
                      <a:pt x="67" y="13"/>
                      <a:pt x="68" y="12"/>
                      <a:pt x="66" y="10"/>
                    </a:cubicBezTo>
                    <a:cubicBezTo>
                      <a:pt x="67" y="10"/>
                      <a:pt x="67" y="10"/>
                      <a:pt x="67" y="10"/>
                    </a:cubicBezTo>
                    <a:cubicBezTo>
                      <a:pt x="65" y="9"/>
                      <a:pt x="70" y="11"/>
                      <a:pt x="66" y="8"/>
                    </a:cubicBezTo>
                    <a:cubicBezTo>
                      <a:pt x="65" y="7"/>
                      <a:pt x="65" y="7"/>
                      <a:pt x="65" y="7"/>
                    </a:cubicBezTo>
                    <a:cubicBezTo>
                      <a:pt x="67" y="8"/>
                      <a:pt x="67" y="8"/>
                      <a:pt x="67" y="8"/>
                    </a:cubicBezTo>
                    <a:cubicBezTo>
                      <a:pt x="66" y="8"/>
                      <a:pt x="67" y="8"/>
                      <a:pt x="66" y="7"/>
                    </a:cubicBezTo>
                    <a:cubicBezTo>
                      <a:pt x="67" y="8"/>
                      <a:pt x="67" y="8"/>
                      <a:pt x="67" y="8"/>
                    </a:cubicBezTo>
                    <a:cubicBezTo>
                      <a:pt x="67" y="8"/>
                      <a:pt x="65" y="6"/>
                      <a:pt x="65" y="7"/>
                    </a:cubicBezTo>
                    <a:cubicBezTo>
                      <a:pt x="66" y="7"/>
                      <a:pt x="66" y="7"/>
                      <a:pt x="66" y="7"/>
                    </a:cubicBezTo>
                    <a:cubicBezTo>
                      <a:pt x="69" y="7"/>
                      <a:pt x="72" y="3"/>
                      <a:pt x="68" y="4"/>
                    </a:cubicBezTo>
                    <a:close/>
                    <a:moveTo>
                      <a:pt x="61" y="9"/>
                    </a:moveTo>
                    <a:cubicBezTo>
                      <a:pt x="60" y="9"/>
                      <a:pt x="61" y="7"/>
                      <a:pt x="62" y="6"/>
                    </a:cubicBezTo>
                    <a:cubicBezTo>
                      <a:pt x="62" y="8"/>
                      <a:pt x="61" y="9"/>
                      <a:pt x="61" y="9"/>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1" name="Freeform 255"/>
              <p:cNvSpPr/>
              <p:nvPr/>
            </p:nvSpPr>
            <p:spPr bwMode="auto">
              <a:xfrm>
                <a:off x="4011" y="3063"/>
                <a:ext cx="5" cy="5"/>
              </a:xfrm>
              <a:custGeom>
                <a:avLst/>
                <a:gdLst>
                  <a:gd name="T0" fmla="*/ 5 w 5"/>
                  <a:gd name="T1" fmla="*/ 5 h 5"/>
                  <a:gd name="T2" fmla="*/ 0 w 5"/>
                  <a:gd name="T3" fmla="*/ 0 h 5"/>
                  <a:gd name="T4" fmla="*/ 2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2" y="5"/>
                    </a:lnTo>
                    <a:lnTo>
                      <a:pt x="5" y="5"/>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2" name="Freeform 256"/>
              <p:cNvSpPr/>
              <p:nvPr/>
            </p:nvSpPr>
            <p:spPr bwMode="auto">
              <a:xfrm>
                <a:off x="3912" y="3100"/>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3" name="Freeform 257"/>
              <p:cNvSpPr/>
              <p:nvPr/>
            </p:nvSpPr>
            <p:spPr bwMode="auto">
              <a:xfrm>
                <a:off x="3996" y="3089"/>
                <a:ext cx="3"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4" name="Oval 258"/>
              <p:cNvSpPr>
                <a:spLocks noChangeArrowheads="1"/>
              </p:cNvSpPr>
              <p:nvPr/>
            </p:nvSpPr>
            <p:spPr bwMode="auto">
              <a:xfrm>
                <a:off x="3595" y="182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5" name="Freeform 259"/>
              <p:cNvSpPr/>
              <p:nvPr/>
            </p:nvSpPr>
            <p:spPr bwMode="auto">
              <a:xfrm>
                <a:off x="3598" y="1825"/>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6" name="Freeform 260"/>
              <p:cNvSpPr/>
              <p:nvPr/>
            </p:nvSpPr>
            <p:spPr bwMode="auto">
              <a:xfrm>
                <a:off x="3918" y="28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7" name="Freeform 261"/>
              <p:cNvSpPr/>
              <p:nvPr/>
            </p:nvSpPr>
            <p:spPr bwMode="auto">
              <a:xfrm>
                <a:off x="3924" y="3038"/>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8" name="Freeform 262"/>
              <p:cNvSpPr/>
              <p:nvPr/>
            </p:nvSpPr>
            <p:spPr bwMode="auto">
              <a:xfrm>
                <a:off x="3986" y="3027"/>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9" name="Freeform 263"/>
              <p:cNvSpPr/>
              <p:nvPr/>
            </p:nvSpPr>
            <p:spPr bwMode="auto">
              <a:xfrm>
                <a:off x="3899" y="3091"/>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0" name="Rectangle 264"/>
              <p:cNvSpPr>
                <a:spLocks noChangeArrowheads="1"/>
              </p:cNvSpPr>
              <p:nvPr/>
            </p:nvSpPr>
            <p:spPr bwMode="auto">
              <a:xfrm>
                <a:off x="4013" y="3004"/>
                <a:ext cx="1" cy="4"/>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1" name="Freeform 265"/>
              <p:cNvSpPr/>
              <p:nvPr/>
            </p:nvSpPr>
            <p:spPr bwMode="auto">
              <a:xfrm>
                <a:off x="3903" y="3055"/>
                <a:ext cx="6"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2" name="Freeform 266"/>
              <p:cNvSpPr/>
              <p:nvPr/>
            </p:nvSpPr>
            <p:spPr bwMode="auto">
              <a:xfrm>
                <a:off x="3905" y="3055"/>
                <a:ext cx="4"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0" y="0"/>
                      <a:pt x="1" y="0"/>
                      <a:pt x="2" y="0"/>
                    </a:cubicBezTo>
                    <a:cubicBezTo>
                      <a:pt x="2"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3" name="Freeform 267"/>
              <p:cNvSpPr/>
              <p:nvPr/>
            </p:nvSpPr>
            <p:spPr bwMode="auto">
              <a:xfrm>
                <a:off x="3897" y="3085"/>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4" name="Freeform 268"/>
              <p:cNvSpPr/>
              <p:nvPr/>
            </p:nvSpPr>
            <p:spPr bwMode="auto">
              <a:xfrm>
                <a:off x="3897" y="309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5" name="Freeform 269"/>
              <p:cNvSpPr/>
              <p:nvPr/>
            </p:nvSpPr>
            <p:spPr bwMode="auto">
              <a:xfrm>
                <a:off x="3984" y="30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6" name="Freeform 270"/>
              <p:cNvSpPr/>
              <p:nvPr/>
            </p:nvSpPr>
            <p:spPr bwMode="auto">
              <a:xfrm>
                <a:off x="3600"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7" name="Freeform 271"/>
              <p:cNvSpPr/>
              <p:nvPr/>
            </p:nvSpPr>
            <p:spPr bwMode="auto">
              <a:xfrm>
                <a:off x="3905" y="3100"/>
                <a:ext cx="4" cy="4"/>
              </a:xfrm>
              <a:custGeom>
                <a:avLst/>
                <a:gdLst>
                  <a:gd name="T0" fmla="*/ 1 w 2"/>
                  <a:gd name="T1" fmla="*/ 0 h 2"/>
                  <a:gd name="T2" fmla="*/ 1 w 2"/>
                  <a:gd name="T3" fmla="*/ 1 h 2"/>
                  <a:gd name="T4" fmla="*/ 1 w 2"/>
                  <a:gd name="T5" fmla="*/ 0 h 2"/>
                </a:gdLst>
                <a:ahLst/>
                <a:cxnLst>
                  <a:cxn ang="0">
                    <a:pos x="T0" y="T1"/>
                  </a:cxn>
                  <a:cxn ang="0">
                    <a:pos x="T2" y="T3"/>
                  </a:cxn>
                  <a:cxn ang="0">
                    <a:pos x="T4" y="T5"/>
                  </a:cxn>
                </a:cxnLst>
                <a:rect l="0" t="0" r="r" b="b"/>
                <a:pathLst>
                  <a:path w="2" h="2">
                    <a:moveTo>
                      <a:pt x="1" y="0"/>
                    </a:moveTo>
                    <a:cubicBezTo>
                      <a:pt x="0" y="2"/>
                      <a:pt x="1" y="0"/>
                      <a:pt x="1"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8" name="Freeform 272"/>
              <p:cNvSpPr/>
              <p:nvPr/>
            </p:nvSpPr>
            <p:spPr bwMode="auto">
              <a:xfrm>
                <a:off x="4230" y="2480"/>
                <a:ext cx="4" cy="2"/>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0" y="1"/>
                      <a:pt x="1" y="1"/>
                      <a:pt x="2" y="1"/>
                    </a:cubicBezTo>
                    <a:cubicBezTo>
                      <a:pt x="2" y="0"/>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9" name="Freeform 273"/>
              <p:cNvSpPr/>
              <p:nvPr/>
            </p:nvSpPr>
            <p:spPr bwMode="auto">
              <a:xfrm>
                <a:off x="3895" y="3080"/>
                <a:ext cx="4" cy="3"/>
              </a:xfrm>
              <a:custGeom>
                <a:avLst/>
                <a:gdLst>
                  <a:gd name="T0" fmla="*/ 0 w 2"/>
                  <a:gd name="T1" fmla="*/ 0 h 1"/>
                  <a:gd name="T2" fmla="*/ 1 w 2"/>
                  <a:gd name="T3" fmla="*/ 0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1" y="0"/>
                      <a:pt x="1" y="0"/>
                    </a:cubicBezTo>
                    <a:cubicBezTo>
                      <a:pt x="1" y="0"/>
                      <a:pt x="2"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0" name="Freeform 274"/>
              <p:cNvSpPr/>
              <p:nvPr/>
            </p:nvSpPr>
            <p:spPr bwMode="auto">
              <a:xfrm>
                <a:off x="4007" y="30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1" name="Freeform 275"/>
              <p:cNvSpPr/>
              <p:nvPr/>
            </p:nvSpPr>
            <p:spPr bwMode="auto">
              <a:xfrm>
                <a:off x="3598" y="18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2" name="Freeform 276"/>
              <p:cNvSpPr/>
              <p:nvPr/>
            </p:nvSpPr>
            <p:spPr bwMode="auto">
              <a:xfrm>
                <a:off x="4005" y="3074"/>
                <a:ext cx="2"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0" y="1"/>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3" name="Freeform 277"/>
              <p:cNvSpPr/>
              <p:nvPr/>
            </p:nvSpPr>
            <p:spPr bwMode="auto">
              <a:xfrm>
                <a:off x="4007" y="30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4" name="Freeform 278"/>
              <p:cNvSpPr/>
              <p:nvPr/>
            </p:nvSpPr>
            <p:spPr bwMode="auto">
              <a:xfrm>
                <a:off x="3598" y="182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5" name="Freeform 279"/>
              <p:cNvSpPr/>
              <p:nvPr/>
            </p:nvSpPr>
            <p:spPr bwMode="auto">
              <a:xfrm>
                <a:off x="3598" y="1823"/>
                <a:ext cx="2" cy="0"/>
              </a:xfrm>
              <a:custGeom>
                <a:avLst/>
                <a:gdLst>
                  <a:gd name="T0" fmla="*/ 1 w 1"/>
                  <a:gd name="T1" fmla="*/ 1 w 1"/>
                  <a:gd name="T2" fmla="*/ 0 w 1"/>
                  <a:gd name="T3" fmla="*/ 0 w 1"/>
                  <a:gd name="T4" fmla="*/ 0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0" y="0"/>
                      <a:pt x="0" y="0"/>
                    </a:cubicBezTo>
                    <a:cubicBezTo>
                      <a:pt x="0"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6" name="Freeform 280"/>
              <p:cNvSpPr/>
              <p:nvPr/>
            </p:nvSpPr>
            <p:spPr bwMode="auto">
              <a:xfrm>
                <a:off x="4009" y="308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7" name="Freeform 281"/>
              <p:cNvSpPr/>
              <p:nvPr/>
            </p:nvSpPr>
            <p:spPr bwMode="auto">
              <a:xfrm>
                <a:off x="3602"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8" name="Freeform 282"/>
              <p:cNvSpPr/>
              <p:nvPr/>
            </p:nvSpPr>
            <p:spPr bwMode="auto">
              <a:xfrm>
                <a:off x="3929" y="1870"/>
                <a:ext cx="4" cy="8"/>
              </a:xfrm>
              <a:custGeom>
                <a:avLst/>
                <a:gdLst>
                  <a:gd name="T0" fmla="*/ 2 w 2"/>
                  <a:gd name="T1" fmla="*/ 1 h 4"/>
                  <a:gd name="T2" fmla="*/ 1 w 2"/>
                  <a:gd name="T3" fmla="*/ 4 h 4"/>
                  <a:gd name="T4" fmla="*/ 2 w 2"/>
                  <a:gd name="T5" fmla="*/ 1 h 4"/>
                </a:gdLst>
                <a:ahLst/>
                <a:cxnLst>
                  <a:cxn ang="0">
                    <a:pos x="T0" y="T1"/>
                  </a:cxn>
                  <a:cxn ang="0">
                    <a:pos x="T2" y="T3"/>
                  </a:cxn>
                  <a:cxn ang="0">
                    <a:pos x="T4" y="T5"/>
                  </a:cxn>
                </a:cxnLst>
                <a:rect l="0" t="0" r="r" b="b"/>
                <a:pathLst>
                  <a:path w="2" h="4">
                    <a:moveTo>
                      <a:pt x="2" y="1"/>
                    </a:moveTo>
                    <a:cubicBezTo>
                      <a:pt x="2" y="1"/>
                      <a:pt x="0" y="1"/>
                      <a:pt x="1" y="4"/>
                    </a:cubicBezTo>
                    <a:cubicBezTo>
                      <a:pt x="1" y="0"/>
                      <a:pt x="2" y="4"/>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9" name="Freeform 283"/>
              <p:cNvSpPr/>
              <p:nvPr/>
            </p:nvSpPr>
            <p:spPr bwMode="auto">
              <a:xfrm>
                <a:off x="3687" y="1579"/>
                <a:ext cx="4" cy="4"/>
              </a:xfrm>
              <a:custGeom>
                <a:avLst/>
                <a:gdLst>
                  <a:gd name="T0" fmla="*/ 0 w 4"/>
                  <a:gd name="T1" fmla="*/ 4 h 4"/>
                  <a:gd name="T2" fmla="*/ 4 w 4"/>
                  <a:gd name="T3" fmla="*/ 0 h 4"/>
                  <a:gd name="T4" fmla="*/ 0 w 4"/>
                  <a:gd name="T5" fmla="*/ 2 h 4"/>
                  <a:gd name="T6" fmla="*/ 0 w 4"/>
                  <a:gd name="T7" fmla="*/ 4 h 4"/>
                </a:gdLst>
                <a:ahLst/>
                <a:cxnLst>
                  <a:cxn ang="0">
                    <a:pos x="T0" y="T1"/>
                  </a:cxn>
                  <a:cxn ang="0">
                    <a:pos x="T2" y="T3"/>
                  </a:cxn>
                  <a:cxn ang="0">
                    <a:pos x="T4" y="T5"/>
                  </a:cxn>
                  <a:cxn ang="0">
                    <a:pos x="T6" y="T7"/>
                  </a:cxn>
                </a:cxnLst>
                <a:rect l="0" t="0" r="r" b="b"/>
                <a:pathLst>
                  <a:path w="4" h="4">
                    <a:moveTo>
                      <a:pt x="0" y="4"/>
                    </a:moveTo>
                    <a:lnTo>
                      <a:pt x="4" y="0"/>
                    </a:lnTo>
                    <a:lnTo>
                      <a:pt x="0" y="2"/>
                    </a:lnTo>
                    <a:lnTo>
                      <a:pt x="0"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0" name="Freeform 284"/>
              <p:cNvSpPr/>
              <p:nvPr/>
            </p:nvSpPr>
            <p:spPr bwMode="auto">
              <a:xfrm>
                <a:off x="4086" y="1583"/>
                <a:ext cx="8" cy="4"/>
              </a:xfrm>
              <a:custGeom>
                <a:avLst/>
                <a:gdLst>
                  <a:gd name="T0" fmla="*/ 2 w 4"/>
                  <a:gd name="T1" fmla="*/ 2 h 2"/>
                  <a:gd name="T2" fmla="*/ 1 w 4"/>
                  <a:gd name="T3" fmla="*/ 0 h 2"/>
                  <a:gd name="T4" fmla="*/ 2 w 4"/>
                  <a:gd name="T5" fmla="*/ 2 h 2"/>
                </a:gdLst>
                <a:ahLst/>
                <a:cxnLst>
                  <a:cxn ang="0">
                    <a:pos x="T0" y="T1"/>
                  </a:cxn>
                  <a:cxn ang="0">
                    <a:pos x="T2" y="T3"/>
                  </a:cxn>
                  <a:cxn ang="0">
                    <a:pos x="T4" y="T5"/>
                  </a:cxn>
                </a:cxnLst>
                <a:rect l="0" t="0" r="r" b="b"/>
                <a:pathLst>
                  <a:path w="4" h="2">
                    <a:moveTo>
                      <a:pt x="2" y="2"/>
                    </a:moveTo>
                    <a:cubicBezTo>
                      <a:pt x="2" y="2"/>
                      <a:pt x="3" y="1"/>
                      <a:pt x="1" y="0"/>
                    </a:cubicBezTo>
                    <a:cubicBezTo>
                      <a:pt x="4" y="2"/>
                      <a:pt x="0"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1" name="Freeform 285"/>
              <p:cNvSpPr/>
              <p:nvPr/>
            </p:nvSpPr>
            <p:spPr bwMode="auto">
              <a:xfrm>
                <a:off x="3574" y="1912"/>
                <a:ext cx="2" cy="21"/>
              </a:xfrm>
              <a:custGeom>
                <a:avLst/>
                <a:gdLst>
                  <a:gd name="T0" fmla="*/ 0 w 1"/>
                  <a:gd name="T1" fmla="*/ 0 h 10"/>
                  <a:gd name="T2" fmla="*/ 1 w 1"/>
                  <a:gd name="T3" fmla="*/ 10 h 10"/>
                  <a:gd name="T4" fmla="*/ 0 w 1"/>
                  <a:gd name="T5" fmla="*/ 0 h 10"/>
                </a:gdLst>
                <a:ahLst/>
                <a:cxnLst>
                  <a:cxn ang="0">
                    <a:pos x="T0" y="T1"/>
                  </a:cxn>
                  <a:cxn ang="0">
                    <a:pos x="T2" y="T3"/>
                  </a:cxn>
                  <a:cxn ang="0">
                    <a:pos x="T4" y="T5"/>
                  </a:cxn>
                </a:cxnLst>
                <a:rect l="0" t="0" r="r" b="b"/>
                <a:pathLst>
                  <a:path w="1" h="10">
                    <a:moveTo>
                      <a:pt x="0" y="0"/>
                    </a:moveTo>
                    <a:cubicBezTo>
                      <a:pt x="0" y="4"/>
                      <a:pt x="0" y="10"/>
                      <a:pt x="1" y="1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2" name="Freeform 286"/>
              <p:cNvSpPr>
                <a:spLocks noEditPoints="1"/>
              </p:cNvSpPr>
              <p:nvPr/>
            </p:nvSpPr>
            <p:spPr bwMode="auto">
              <a:xfrm>
                <a:off x="3559" y="1774"/>
                <a:ext cx="77" cy="91"/>
              </a:xfrm>
              <a:custGeom>
                <a:avLst/>
                <a:gdLst>
                  <a:gd name="T0" fmla="*/ 32 w 36"/>
                  <a:gd name="T1" fmla="*/ 19 h 43"/>
                  <a:gd name="T2" fmla="*/ 27 w 36"/>
                  <a:gd name="T3" fmla="*/ 2 h 43"/>
                  <a:gd name="T4" fmla="*/ 8 w 36"/>
                  <a:gd name="T5" fmla="*/ 14 h 43"/>
                  <a:gd name="T6" fmla="*/ 16 w 36"/>
                  <a:gd name="T7" fmla="*/ 25 h 43"/>
                  <a:gd name="T8" fmla="*/ 16 w 36"/>
                  <a:gd name="T9" fmla="*/ 24 h 43"/>
                  <a:gd name="T10" fmla="*/ 17 w 36"/>
                  <a:gd name="T11" fmla="*/ 24 h 43"/>
                  <a:gd name="T12" fmla="*/ 17 w 36"/>
                  <a:gd name="T13" fmla="*/ 23 h 43"/>
                  <a:gd name="T14" fmla="*/ 17 w 36"/>
                  <a:gd name="T15" fmla="*/ 24 h 43"/>
                  <a:gd name="T16" fmla="*/ 19 w 36"/>
                  <a:gd name="T17" fmla="*/ 23 h 43"/>
                  <a:gd name="T18" fmla="*/ 18 w 36"/>
                  <a:gd name="T19" fmla="*/ 24 h 43"/>
                  <a:gd name="T20" fmla="*/ 17 w 36"/>
                  <a:gd name="T21" fmla="*/ 24 h 43"/>
                  <a:gd name="T22" fmla="*/ 19 w 36"/>
                  <a:gd name="T23" fmla="*/ 23 h 43"/>
                  <a:gd name="T24" fmla="*/ 20 w 36"/>
                  <a:gd name="T25" fmla="*/ 23 h 43"/>
                  <a:gd name="T26" fmla="*/ 21 w 36"/>
                  <a:gd name="T27" fmla="*/ 24 h 43"/>
                  <a:gd name="T28" fmla="*/ 21 w 36"/>
                  <a:gd name="T29" fmla="*/ 23 h 43"/>
                  <a:gd name="T30" fmla="*/ 21 w 36"/>
                  <a:gd name="T31" fmla="*/ 23 h 43"/>
                  <a:gd name="T32" fmla="*/ 21 w 36"/>
                  <a:gd name="T33" fmla="*/ 23 h 43"/>
                  <a:gd name="T34" fmla="*/ 21 w 36"/>
                  <a:gd name="T35" fmla="*/ 24 h 43"/>
                  <a:gd name="T36" fmla="*/ 22 w 36"/>
                  <a:gd name="T37" fmla="*/ 24 h 43"/>
                  <a:gd name="T38" fmla="*/ 22 w 36"/>
                  <a:gd name="T39" fmla="*/ 24 h 43"/>
                  <a:gd name="T40" fmla="*/ 22 w 36"/>
                  <a:gd name="T41" fmla="*/ 19 h 43"/>
                  <a:gd name="T42" fmla="*/ 22 w 36"/>
                  <a:gd name="T43" fmla="*/ 19 h 43"/>
                  <a:gd name="T44" fmla="*/ 23 w 36"/>
                  <a:gd name="T45" fmla="*/ 23 h 43"/>
                  <a:gd name="T46" fmla="*/ 27 w 36"/>
                  <a:gd name="T47" fmla="*/ 24 h 43"/>
                  <a:gd name="T48" fmla="*/ 25 w 36"/>
                  <a:gd name="T49" fmla="*/ 24 h 43"/>
                  <a:gd name="T50" fmla="*/ 25 w 36"/>
                  <a:gd name="T51" fmla="*/ 24 h 43"/>
                  <a:gd name="T52" fmla="*/ 26 w 36"/>
                  <a:gd name="T53" fmla="*/ 23 h 43"/>
                  <a:gd name="T54" fmla="*/ 25 w 36"/>
                  <a:gd name="T55" fmla="*/ 24 h 43"/>
                  <a:gd name="T56" fmla="*/ 24 w 36"/>
                  <a:gd name="T57" fmla="*/ 24 h 43"/>
                  <a:gd name="T58" fmla="*/ 24 w 36"/>
                  <a:gd name="T59" fmla="*/ 22 h 43"/>
                  <a:gd name="T60" fmla="*/ 24 w 36"/>
                  <a:gd name="T61" fmla="*/ 24 h 43"/>
                  <a:gd name="T62" fmla="*/ 23 w 36"/>
                  <a:gd name="T63" fmla="*/ 24 h 43"/>
                  <a:gd name="T64" fmla="*/ 23 w 36"/>
                  <a:gd name="T65" fmla="*/ 24 h 43"/>
                  <a:gd name="T66" fmla="*/ 24 w 36"/>
                  <a:gd name="T67" fmla="*/ 24 h 43"/>
                  <a:gd name="T68" fmla="*/ 24 w 36"/>
                  <a:gd name="T69" fmla="*/ 24 h 43"/>
                  <a:gd name="T70" fmla="*/ 25 w 36"/>
                  <a:gd name="T71" fmla="*/ 24 h 43"/>
                  <a:gd name="T72" fmla="*/ 29 w 36"/>
                  <a:gd name="T73" fmla="*/ 24 h 43"/>
                  <a:gd name="T74" fmla="*/ 26 w 36"/>
                  <a:gd name="T75" fmla="*/ 24 h 43"/>
                  <a:gd name="T76" fmla="*/ 24 w 36"/>
                  <a:gd name="T77" fmla="*/ 22 h 43"/>
                  <a:gd name="T78" fmla="*/ 23 w 36"/>
                  <a:gd name="T79" fmla="*/ 21 h 43"/>
                  <a:gd name="T80" fmla="*/ 24 w 36"/>
                  <a:gd name="T81" fmla="*/ 21 h 43"/>
                  <a:gd name="T82" fmla="*/ 24 w 36"/>
                  <a:gd name="T83" fmla="*/ 21 h 43"/>
                  <a:gd name="T84" fmla="*/ 23 w 36"/>
                  <a:gd name="T85" fmla="*/ 20 h 43"/>
                  <a:gd name="T86" fmla="*/ 22 w 36"/>
                  <a:gd name="T87" fmla="*/ 19 h 43"/>
                  <a:gd name="T88" fmla="*/ 22 w 36"/>
                  <a:gd name="T89" fmla="*/ 20 h 43"/>
                  <a:gd name="T90" fmla="*/ 21 w 36"/>
                  <a:gd name="T91" fmla="*/ 19 h 43"/>
                  <a:gd name="T92" fmla="*/ 22 w 36"/>
                  <a:gd name="T93" fmla="*/ 21 h 43"/>
                  <a:gd name="T94" fmla="*/ 20 w 36"/>
                  <a:gd name="T95" fmla="*/ 21 h 43"/>
                  <a:gd name="T96" fmla="*/ 17 w 36"/>
                  <a:gd name="T97" fmla="*/ 20 h 43"/>
                  <a:gd name="T98" fmla="*/ 20 w 36"/>
                  <a:gd name="T99" fmla="*/ 19 h 43"/>
                  <a:gd name="T100" fmla="*/ 18 w 36"/>
                  <a:gd name="T101" fmla="*/ 18 h 43"/>
                  <a:gd name="T102" fmla="*/ 19 w 36"/>
                  <a:gd name="T103" fmla="*/ 18 h 43"/>
                  <a:gd name="T104" fmla="*/ 20 w 36"/>
                  <a:gd name="T105" fmla="*/ 18 h 43"/>
                  <a:gd name="T106" fmla="*/ 21 w 36"/>
                  <a:gd name="T107" fmla="*/ 19 h 43"/>
                  <a:gd name="T108" fmla="*/ 20 w 36"/>
                  <a:gd name="T109" fmla="*/ 18 h 43"/>
                  <a:gd name="T110" fmla="*/ 18 w 36"/>
                  <a:gd name="T111" fmla="*/ 18 h 43"/>
                  <a:gd name="T112" fmla="*/ 18 w 36"/>
                  <a:gd name="T113" fmla="*/ 18 h 43"/>
                  <a:gd name="T114" fmla="*/ 15 w 36"/>
                  <a:gd name="T115" fmla="*/ 18 h 43"/>
                  <a:gd name="T116" fmla="*/ 18 w 36"/>
                  <a:gd name="T117" fmla="*/ 18 h 43"/>
                  <a:gd name="T118" fmla="*/ 18 w 36"/>
                  <a:gd name="T119" fmla="*/ 18 h 43"/>
                  <a:gd name="T120" fmla="*/ 17 w 36"/>
                  <a:gd name="T121" fmla="*/ 19 h 43"/>
                  <a:gd name="T122" fmla="*/ 16 w 36"/>
                  <a:gd name="T123" fmla="*/ 25 h 43"/>
                  <a:gd name="T124" fmla="*/ 14 w 36"/>
                  <a:gd name="T125" fmla="*/ 2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 h="43">
                    <a:moveTo>
                      <a:pt x="5" y="16"/>
                    </a:moveTo>
                    <a:cubicBezTo>
                      <a:pt x="6" y="19"/>
                      <a:pt x="3" y="20"/>
                      <a:pt x="0" y="23"/>
                    </a:cubicBezTo>
                    <a:cubicBezTo>
                      <a:pt x="0" y="23"/>
                      <a:pt x="1" y="25"/>
                      <a:pt x="1" y="28"/>
                    </a:cubicBezTo>
                    <a:cubicBezTo>
                      <a:pt x="5" y="39"/>
                      <a:pt x="13" y="43"/>
                      <a:pt x="19" y="41"/>
                    </a:cubicBezTo>
                    <a:cubicBezTo>
                      <a:pt x="18" y="40"/>
                      <a:pt x="18" y="39"/>
                      <a:pt x="19" y="39"/>
                    </a:cubicBezTo>
                    <a:cubicBezTo>
                      <a:pt x="19" y="39"/>
                      <a:pt x="19" y="39"/>
                      <a:pt x="19" y="39"/>
                    </a:cubicBezTo>
                    <a:cubicBezTo>
                      <a:pt x="19" y="38"/>
                      <a:pt x="19" y="38"/>
                      <a:pt x="19" y="38"/>
                    </a:cubicBezTo>
                    <a:cubicBezTo>
                      <a:pt x="19" y="38"/>
                      <a:pt x="19" y="39"/>
                      <a:pt x="19" y="40"/>
                    </a:cubicBezTo>
                    <a:cubicBezTo>
                      <a:pt x="20" y="39"/>
                      <a:pt x="21" y="39"/>
                      <a:pt x="23" y="39"/>
                    </a:cubicBezTo>
                    <a:cubicBezTo>
                      <a:pt x="22" y="36"/>
                      <a:pt x="23" y="38"/>
                      <a:pt x="23" y="36"/>
                    </a:cubicBezTo>
                    <a:cubicBezTo>
                      <a:pt x="23" y="37"/>
                      <a:pt x="23" y="37"/>
                      <a:pt x="23" y="37"/>
                    </a:cubicBezTo>
                    <a:cubicBezTo>
                      <a:pt x="23" y="36"/>
                      <a:pt x="23" y="36"/>
                      <a:pt x="25" y="38"/>
                    </a:cubicBezTo>
                    <a:cubicBezTo>
                      <a:pt x="29" y="38"/>
                      <a:pt x="31" y="35"/>
                      <a:pt x="33" y="33"/>
                    </a:cubicBezTo>
                    <a:cubicBezTo>
                      <a:pt x="36" y="30"/>
                      <a:pt x="36" y="26"/>
                      <a:pt x="36" y="21"/>
                    </a:cubicBezTo>
                    <a:cubicBezTo>
                      <a:pt x="33" y="20"/>
                      <a:pt x="35" y="19"/>
                      <a:pt x="32" y="19"/>
                    </a:cubicBezTo>
                    <a:cubicBezTo>
                      <a:pt x="33" y="19"/>
                      <a:pt x="33" y="19"/>
                      <a:pt x="33" y="19"/>
                    </a:cubicBezTo>
                    <a:cubicBezTo>
                      <a:pt x="31" y="18"/>
                      <a:pt x="33" y="18"/>
                      <a:pt x="34" y="17"/>
                    </a:cubicBezTo>
                    <a:cubicBezTo>
                      <a:pt x="33" y="17"/>
                      <a:pt x="34" y="17"/>
                      <a:pt x="32" y="17"/>
                    </a:cubicBezTo>
                    <a:cubicBezTo>
                      <a:pt x="30" y="17"/>
                      <a:pt x="35" y="17"/>
                      <a:pt x="34" y="16"/>
                    </a:cubicBezTo>
                    <a:cubicBezTo>
                      <a:pt x="34" y="16"/>
                      <a:pt x="33" y="17"/>
                      <a:pt x="33" y="16"/>
                    </a:cubicBezTo>
                    <a:cubicBezTo>
                      <a:pt x="31" y="16"/>
                      <a:pt x="34" y="17"/>
                      <a:pt x="36" y="15"/>
                    </a:cubicBezTo>
                    <a:cubicBezTo>
                      <a:pt x="35" y="13"/>
                      <a:pt x="32" y="12"/>
                      <a:pt x="33" y="10"/>
                    </a:cubicBezTo>
                    <a:cubicBezTo>
                      <a:pt x="33" y="11"/>
                      <a:pt x="32" y="11"/>
                      <a:pt x="32" y="11"/>
                    </a:cubicBezTo>
                    <a:cubicBezTo>
                      <a:pt x="35" y="9"/>
                      <a:pt x="31" y="11"/>
                      <a:pt x="32" y="10"/>
                    </a:cubicBezTo>
                    <a:cubicBezTo>
                      <a:pt x="33" y="10"/>
                      <a:pt x="33" y="10"/>
                      <a:pt x="33" y="10"/>
                    </a:cubicBezTo>
                    <a:cubicBezTo>
                      <a:pt x="34" y="9"/>
                      <a:pt x="32" y="9"/>
                      <a:pt x="32" y="7"/>
                    </a:cubicBezTo>
                    <a:cubicBezTo>
                      <a:pt x="30" y="7"/>
                      <a:pt x="32" y="5"/>
                      <a:pt x="30" y="5"/>
                    </a:cubicBezTo>
                    <a:cubicBezTo>
                      <a:pt x="31" y="5"/>
                      <a:pt x="30" y="4"/>
                      <a:pt x="30" y="4"/>
                    </a:cubicBezTo>
                    <a:cubicBezTo>
                      <a:pt x="27" y="6"/>
                      <a:pt x="29" y="1"/>
                      <a:pt x="27" y="3"/>
                    </a:cubicBezTo>
                    <a:cubicBezTo>
                      <a:pt x="27" y="2"/>
                      <a:pt x="27" y="2"/>
                      <a:pt x="27" y="2"/>
                    </a:cubicBezTo>
                    <a:cubicBezTo>
                      <a:pt x="25" y="1"/>
                      <a:pt x="21" y="0"/>
                      <a:pt x="18" y="3"/>
                    </a:cubicBezTo>
                    <a:cubicBezTo>
                      <a:pt x="16" y="3"/>
                      <a:pt x="12" y="1"/>
                      <a:pt x="13" y="3"/>
                    </a:cubicBezTo>
                    <a:cubicBezTo>
                      <a:pt x="13" y="5"/>
                      <a:pt x="13" y="5"/>
                      <a:pt x="13" y="5"/>
                    </a:cubicBezTo>
                    <a:cubicBezTo>
                      <a:pt x="13" y="5"/>
                      <a:pt x="13" y="4"/>
                      <a:pt x="12" y="3"/>
                    </a:cubicBezTo>
                    <a:cubicBezTo>
                      <a:pt x="13" y="5"/>
                      <a:pt x="11" y="4"/>
                      <a:pt x="11" y="4"/>
                    </a:cubicBezTo>
                    <a:cubicBezTo>
                      <a:pt x="11" y="5"/>
                      <a:pt x="11" y="5"/>
                      <a:pt x="11" y="6"/>
                    </a:cubicBezTo>
                    <a:cubicBezTo>
                      <a:pt x="9" y="4"/>
                      <a:pt x="11" y="8"/>
                      <a:pt x="9" y="7"/>
                    </a:cubicBezTo>
                    <a:cubicBezTo>
                      <a:pt x="12" y="9"/>
                      <a:pt x="10" y="8"/>
                      <a:pt x="10" y="9"/>
                    </a:cubicBezTo>
                    <a:cubicBezTo>
                      <a:pt x="10" y="9"/>
                      <a:pt x="10" y="9"/>
                      <a:pt x="9" y="8"/>
                    </a:cubicBezTo>
                    <a:cubicBezTo>
                      <a:pt x="9" y="9"/>
                      <a:pt x="9" y="9"/>
                      <a:pt x="8" y="9"/>
                    </a:cubicBezTo>
                    <a:cubicBezTo>
                      <a:pt x="8" y="9"/>
                      <a:pt x="10" y="10"/>
                      <a:pt x="9" y="10"/>
                    </a:cubicBezTo>
                    <a:cubicBezTo>
                      <a:pt x="7" y="9"/>
                      <a:pt x="9" y="11"/>
                      <a:pt x="8" y="10"/>
                    </a:cubicBezTo>
                    <a:cubicBezTo>
                      <a:pt x="10" y="11"/>
                      <a:pt x="11" y="13"/>
                      <a:pt x="10" y="12"/>
                    </a:cubicBezTo>
                    <a:cubicBezTo>
                      <a:pt x="8" y="11"/>
                      <a:pt x="8" y="11"/>
                      <a:pt x="8" y="11"/>
                    </a:cubicBezTo>
                    <a:cubicBezTo>
                      <a:pt x="9" y="12"/>
                      <a:pt x="5" y="12"/>
                      <a:pt x="8" y="14"/>
                    </a:cubicBezTo>
                    <a:cubicBezTo>
                      <a:pt x="6" y="13"/>
                      <a:pt x="6" y="13"/>
                      <a:pt x="6" y="13"/>
                    </a:cubicBezTo>
                    <a:cubicBezTo>
                      <a:pt x="8" y="15"/>
                      <a:pt x="6" y="15"/>
                      <a:pt x="8" y="17"/>
                    </a:cubicBezTo>
                    <a:cubicBezTo>
                      <a:pt x="8" y="17"/>
                      <a:pt x="7" y="17"/>
                      <a:pt x="7" y="17"/>
                    </a:cubicBezTo>
                    <a:cubicBezTo>
                      <a:pt x="6" y="17"/>
                      <a:pt x="5" y="16"/>
                      <a:pt x="5" y="16"/>
                    </a:cubicBezTo>
                    <a:close/>
                    <a:moveTo>
                      <a:pt x="16" y="26"/>
                    </a:moveTo>
                    <a:cubicBezTo>
                      <a:pt x="16" y="26"/>
                      <a:pt x="16" y="26"/>
                      <a:pt x="16" y="26"/>
                    </a:cubicBezTo>
                    <a:cubicBezTo>
                      <a:pt x="16" y="27"/>
                      <a:pt x="16" y="27"/>
                      <a:pt x="16" y="26"/>
                    </a:cubicBezTo>
                    <a:close/>
                    <a:moveTo>
                      <a:pt x="17" y="24"/>
                    </a:moveTo>
                    <a:cubicBezTo>
                      <a:pt x="17" y="25"/>
                      <a:pt x="16" y="25"/>
                      <a:pt x="17" y="27"/>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7" y="24"/>
                    </a:cubicBezTo>
                    <a:cubicBezTo>
                      <a:pt x="17" y="25"/>
                      <a:pt x="17" y="25"/>
                      <a:pt x="17" y="24"/>
                    </a:cubicBezTo>
                    <a:close/>
                    <a:moveTo>
                      <a:pt x="16" y="25"/>
                    </a:move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6" y="24"/>
                    </a:cubicBezTo>
                    <a:cubicBezTo>
                      <a:pt x="16" y="25"/>
                      <a:pt x="17" y="23"/>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6" y="25"/>
                      <a:pt x="17" y="24"/>
                      <a:pt x="16" y="24"/>
                    </a:cubicBezTo>
                    <a:cubicBezTo>
                      <a:pt x="17" y="24"/>
                      <a:pt x="17" y="24"/>
                      <a:pt x="17" y="24"/>
                    </a:cubicBezTo>
                    <a:cubicBezTo>
                      <a:pt x="17" y="24"/>
                      <a:pt x="17" y="24"/>
                      <a:pt x="17" y="24"/>
                    </a:cubicBezTo>
                    <a:cubicBezTo>
                      <a:pt x="17" y="24"/>
                      <a:pt x="16" y="24"/>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lose/>
                    <a:moveTo>
                      <a:pt x="17" y="24"/>
                    </a:move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8" y="23"/>
                      <a:pt x="18" y="23"/>
                      <a:pt x="18" y="23"/>
                    </a:cubicBezTo>
                    <a:cubicBezTo>
                      <a:pt x="18"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ubicBezTo>
                      <a:pt x="18" y="25"/>
                      <a:pt x="17" y="24"/>
                      <a:pt x="17" y="24"/>
                    </a:cubicBezTo>
                    <a:close/>
                    <a:moveTo>
                      <a:pt x="18" y="24"/>
                    </a:moveTo>
                    <a:cubicBezTo>
                      <a:pt x="18" y="24"/>
                      <a:pt x="18" y="24"/>
                      <a:pt x="18" y="24"/>
                    </a:cubicBezTo>
                    <a:cubicBezTo>
                      <a:pt x="18" y="24"/>
                      <a:pt x="18" y="24"/>
                      <a:pt x="18" y="24"/>
                    </a:cubicBezTo>
                    <a:cubicBezTo>
                      <a:pt x="18" y="24"/>
                      <a:pt x="18" y="24"/>
                      <a:pt x="18" y="24"/>
                    </a:cubicBezTo>
                    <a:close/>
                    <a:moveTo>
                      <a:pt x="20" y="23"/>
                    </a:moveTo>
                    <a:cubicBezTo>
                      <a:pt x="20" y="23"/>
                      <a:pt x="20" y="23"/>
                      <a:pt x="20" y="23"/>
                    </a:cubicBezTo>
                    <a:cubicBezTo>
                      <a:pt x="20" y="23"/>
                      <a:pt x="19" y="23"/>
                      <a:pt x="19" y="23"/>
                    </a:cubicBezTo>
                    <a:cubicBezTo>
                      <a:pt x="19" y="23"/>
                      <a:pt x="18" y="23"/>
                      <a:pt x="18" y="24"/>
                    </a:cubicBezTo>
                    <a:cubicBezTo>
                      <a:pt x="18" y="24"/>
                      <a:pt x="18" y="24"/>
                      <a:pt x="18" y="24"/>
                    </a:cubicBezTo>
                    <a:cubicBezTo>
                      <a:pt x="19" y="23"/>
                      <a:pt x="19" y="23"/>
                      <a:pt x="18" y="24"/>
                    </a:cubicBezTo>
                    <a:cubicBezTo>
                      <a:pt x="19" y="23"/>
                      <a:pt x="19" y="23"/>
                      <a:pt x="19" y="23"/>
                    </a:cubicBezTo>
                    <a:cubicBezTo>
                      <a:pt x="19" y="23"/>
                      <a:pt x="19" y="23"/>
                      <a:pt x="19" y="24"/>
                    </a:cubicBezTo>
                    <a:cubicBezTo>
                      <a:pt x="19" y="24"/>
                      <a:pt x="19" y="24"/>
                      <a:pt x="19" y="24"/>
                    </a:cubicBezTo>
                    <a:cubicBezTo>
                      <a:pt x="19" y="24"/>
                      <a:pt x="19" y="24"/>
                      <a:pt x="19" y="24"/>
                    </a:cubicBezTo>
                    <a:cubicBezTo>
                      <a:pt x="19" y="24"/>
                      <a:pt x="19" y="24"/>
                      <a:pt x="19" y="24"/>
                    </a:cubicBezTo>
                    <a:cubicBezTo>
                      <a:pt x="19" y="24"/>
                      <a:pt x="18" y="25"/>
                      <a:pt x="19" y="26"/>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3"/>
                      <a:pt x="17" y="23"/>
                    </a:cubicBezTo>
                    <a:cubicBezTo>
                      <a:pt x="17" y="23"/>
                      <a:pt x="18" y="23"/>
                      <a:pt x="18" y="23"/>
                    </a:cubicBezTo>
                    <a:cubicBezTo>
                      <a:pt x="18" y="23"/>
                      <a:pt x="18" y="23"/>
                      <a:pt x="18" y="24"/>
                    </a:cubicBezTo>
                    <a:cubicBezTo>
                      <a:pt x="18" y="24"/>
                      <a:pt x="18" y="24"/>
                      <a:pt x="18" y="24"/>
                    </a:cubicBezTo>
                    <a:cubicBezTo>
                      <a:pt x="18" y="23"/>
                      <a:pt x="18" y="23"/>
                      <a:pt x="18" y="23"/>
                    </a:cubicBezTo>
                    <a:cubicBezTo>
                      <a:pt x="18" y="23"/>
                      <a:pt x="18" y="23"/>
                      <a:pt x="18" y="23"/>
                    </a:cubicBezTo>
                    <a:cubicBezTo>
                      <a:pt x="18" y="22"/>
                      <a:pt x="17" y="22"/>
                      <a:pt x="17" y="22"/>
                    </a:cubicBezTo>
                    <a:cubicBezTo>
                      <a:pt x="18" y="22"/>
                      <a:pt x="18" y="23"/>
                      <a:pt x="18" y="23"/>
                    </a:cubicBezTo>
                    <a:cubicBezTo>
                      <a:pt x="19" y="22"/>
                      <a:pt x="19" y="22"/>
                      <a:pt x="19" y="22"/>
                    </a:cubicBezTo>
                    <a:cubicBezTo>
                      <a:pt x="19" y="22"/>
                      <a:pt x="19" y="23"/>
                      <a:pt x="19" y="23"/>
                    </a:cubicBezTo>
                    <a:cubicBezTo>
                      <a:pt x="19"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1"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4"/>
                    </a:moveTo>
                    <a:cubicBezTo>
                      <a:pt x="21" y="24"/>
                      <a:pt x="21" y="24"/>
                      <a:pt x="21" y="24"/>
                    </a:cubicBezTo>
                    <a:cubicBezTo>
                      <a:pt x="20" y="24"/>
                      <a:pt x="20" y="24"/>
                      <a:pt x="20" y="24"/>
                    </a:cubicBezTo>
                    <a:cubicBezTo>
                      <a:pt x="20"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lose/>
                    <a:moveTo>
                      <a:pt x="20" y="24"/>
                    </a:moveTo>
                    <a:cubicBezTo>
                      <a:pt x="20" y="24"/>
                      <a:pt x="20" y="24"/>
                      <a:pt x="20" y="24"/>
                    </a:cubicBezTo>
                    <a:cubicBezTo>
                      <a:pt x="20" y="24"/>
                      <a:pt x="20" y="24"/>
                      <a:pt x="20" y="24"/>
                    </a:cubicBezTo>
                    <a:cubicBezTo>
                      <a:pt x="20" y="24"/>
                      <a:pt x="20" y="24"/>
                      <a:pt x="20" y="24"/>
                    </a:cubicBezTo>
                    <a:cubicBezTo>
                      <a:pt x="20" y="24"/>
                      <a:pt x="20" y="24"/>
                      <a:pt x="20" y="24"/>
                    </a:cubicBezTo>
                    <a:close/>
                    <a:moveTo>
                      <a:pt x="20" y="24"/>
                    </a:moveTo>
                    <a:cubicBezTo>
                      <a:pt x="20" y="24"/>
                      <a:pt x="20" y="24"/>
                      <a:pt x="20" y="24"/>
                    </a:cubicBezTo>
                    <a:cubicBezTo>
                      <a:pt x="21" y="24"/>
                      <a:pt x="21" y="24"/>
                      <a:pt x="21" y="25"/>
                    </a:cubicBezTo>
                    <a:lnTo>
                      <a:pt x="20" y="24"/>
                    </a:ln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2" y="25"/>
                    </a:cubicBezTo>
                    <a:lnTo>
                      <a:pt x="21" y="24"/>
                    </a:lnTo>
                    <a:close/>
                    <a:moveTo>
                      <a:pt x="22" y="23"/>
                    </a:moveTo>
                    <a:cubicBezTo>
                      <a:pt x="21" y="23"/>
                      <a:pt x="21" y="23"/>
                      <a:pt x="21" y="23"/>
                    </a:cubicBezTo>
                    <a:cubicBezTo>
                      <a:pt x="22" y="23"/>
                      <a:pt x="22" y="23"/>
                      <a:pt x="22" y="23"/>
                    </a:cubicBezTo>
                    <a:cubicBezTo>
                      <a:pt x="22" y="23"/>
                      <a:pt x="22" y="23"/>
                      <a:pt x="22" y="23"/>
                    </a:cubicBezTo>
                    <a:cubicBezTo>
                      <a:pt x="22" y="23"/>
                      <a:pt x="22" y="23"/>
                      <a:pt x="22" y="23"/>
                    </a:cubicBezTo>
                    <a:close/>
                    <a:moveTo>
                      <a:pt x="22" y="23"/>
                    </a:moveTo>
                    <a:cubicBezTo>
                      <a:pt x="22" y="23"/>
                      <a:pt x="22" y="23"/>
                      <a:pt x="22" y="23"/>
                    </a:cubicBezTo>
                    <a:cubicBezTo>
                      <a:pt x="22" y="24"/>
                      <a:pt x="22" y="24"/>
                      <a:pt x="22" y="24"/>
                    </a:cubicBezTo>
                    <a:cubicBezTo>
                      <a:pt x="22" y="24"/>
                      <a:pt x="22" y="24"/>
                      <a:pt x="22" y="24"/>
                    </a:cubicBezTo>
                    <a:cubicBezTo>
                      <a:pt x="22" y="24"/>
                      <a:pt x="22" y="24"/>
                      <a:pt x="22" y="24"/>
                    </a:cubicBezTo>
                    <a:lnTo>
                      <a:pt x="22" y="23"/>
                    </a:lnTo>
                    <a:close/>
                    <a:moveTo>
                      <a:pt x="22" y="23"/>
                    </a:moveTo>
                    <a:cubicBezTo>
                      <a:pt x="22" y="23"/>
                      <a:pt x="22" y="23"/>
                      <a:pt x="22" y="23"/>
                    </a:cubicBezTo>
                    <a:cubicBezTo>
                      <a:pt x="22" y="23"/>
                      <a:pt x="22" y="23"/>
                      <a:pt x="22" y="23"/>
                    </a:cubicBezTo>
                    <a:cubicBezTo>
                      <a:pt x="22" y="23"/>
                      <a:pt x="22" y="23"/>
                      <a:pt x="22" y="23"/>
                    </a:cubicBezTo>
                    <a:close/>
                    <a:moveTo>
                      <a:pt x="22" y="24"/>
                    </a:moveTo>
                    <a:cubicBezTo>
                      <a:pt x="22" y="24"/>
                      <a:pt x="22" y="24"/>
                      <a:pt x="22" y="24"/>
                    </a:cubicBezTo>
                    <a:cubicBezTo>
                      <a:pt x="22" y="24"/>
                      <a:pt x="22" y="24"/>
                      <a:pt x="22" y="24"/>
                    </a:cubicBez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ubicBezTo>
                      <a:pt x="22" y="24"/>
                      <a:pt x="23" y="24"/>
                      <a:pt x="22" y="24"/>
                    </a:cubicBezTo>
                    <a:close/>
                    <a:moveTo>
                      <a:pt x="22" y="22"/>
                    </a:moveTo>
                    <a:cubicBezTo>
                      <a:pt x="22" y="22"/>
                      <a:pt x="22" y="22"/>
                      <a:pt x="22" y="22"/>
                    </a:cubicBezTo>
                    <a:cubicBezTo>
                      <a:pt x="23"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3" y="22"/>
                      <a:pt x="23" y="22"/>
                    </a:cubicBezTo>
                    <a:cubicBezTo>
                      <a:pt x="23" y="22"/>
                      <a:pt x="23" y="22"/>
                      <a:pt x="22" y="22"/>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20"/>
                      <a:pt x="22" y="20"/>
                      <a:pt x="22" y="20"/>
                    </a:cubicBezTo>
                    <a:cubicBezTo>
                      <a:pt x="22" y="20"/>
                      <a:pt x="22" y="20"/>
                      <a:pt x="22" y="20"/>
                    </a:cubicBezTo>
                    <a:cubicBezTo>
                      <a:pt x="22" y="19"/>
                      <a:pt x="22" y="19"/>
                      <a:pt x="22" y="19"/>
                    </a:cubicBezTo>
                    <a:cubicBezTo>
                      <a:pt x="22" y="19"/>
                      <a:pt x="22" y="19"/>
                      <a:pt x="22" y="19"/>
                    </a:cubicBezTo>
                    <a:close/>
                    <a:moveTo>
                      <a:pt x="22" y="19"/>
                    </a:moveTo>
                    <a:cubicBezTo>
                      <a:pt x="23" y="20"/>
                      <a:pt x="23" y="20"/>
                      <a:pt x="23" y="20"/>
                    </a:cubicBezTo>
                    <a:cubicBezTo>
                      <a:pt x="23" y="20"/>
                      <a:pt x="22" y="20"/>
                      <a:pt x="22" y="20"/>
                    </a:cubicBezTo>
                    <a:cubicBezTo>
                      <a:pt x="22" y="20"/>
                      <a:pt x="22" y="19"/>
                      <a:pt x="22" y="19"/>
                    </a:cubicBezTo>
                    <a:close/>
                    <a:moveTo>
                      <a:pt x="22" y="19"/>
                    </a:moveTo>
                    <a:cubicBezTo>
                      <a:pt x="22" y="19"/>
                      <a:pt x="22" y="19"/>
                      <a:pt x="22" y="19"/>
                    </a:cubicBezTo>
                    <a:cubicBezTo>
                      <a:pt x="22" y="19"/>
                      <a:pt x="22" y="19"/>
                      <a:pt x="22" y="19"/>
                    </a:cubicBezTo>
                    <a:cubicBezTo>
                      <a:pt x="23" y="20"/>
                      <a:pt x="23" y="20"/>
                      <a:pt x="23" y="20"/>
                    </a:cubicBezTo>
                    <a:cubicBezTo>
                      <a:pt x="23" y="20"/>
                      <a:pt x="23" y="20"/>
                      <a:pt x="23" y="20"/>
                    </a:cubicBezTo>
                    <a:cubicBezTo>
                      <a:pt x="23" y="20"/>
                      <a:pt x="23" y="20"/>
                      <a:pt x="22" y="19"/>
                    </a:cubicBezTo>
                    <a:close/>
                    <a:moveTo>
                      <a:pt x="22" y="20"/>
                    </a:moveTo>
                    <a:cubicBezTo>
                      <a:pt x="22" y="20"/>
                      <a:pt x="22" y="20"/>
                      <a:pt x="22" y="20"/>
                    </a:cubicBezTo>
                    <a:cubicBezTo>
                      <a:pt x="22" y="20"/>
                      <a:pt x="22" y="20"/>
                      <a:pt x="22" y="20"/>
                    </a:cubicBezTo>
                    <a:cubicBezTo>
                      <a:pt x="22" y="20"/>
                      <a:pt x="22" y="20"/>
                      <a:pt x="22" y="20"/>
                    </a:cubicBezTo>
                    <a:close/>
                    <a:moveTo>
                      <a:pt x="23" y="23"/>
                    </a:moveTo>
                    <a:cubicBezTo>
                      <a:pt x="23" y="23"/>
                      <a:pt x="23" y="22"/>
                      <a:pt x="22" y="22"/>
                    </a:cubicBezTo>
                    <a:cubicBezTo>
                      <a:pt x="22" y="22"/>
                      <a:pt x="23" y="22"/>
                      <a:pt x="23" y="22"/>
                    </a:cubicBezTo>
                    <a:cubicBezTo>
                      <a:pt x="23" y="22"/>
                      <a:pt x="23" y="22"/>
                      <a:pt x="23" y="23"/>
                    </a:cubicBezTo>
                    <a:cubicBezTo>
                      <a:pt x="23" y="23"/>
                      <a:pt x="23" y="23"/>
                      <a:pt x="23" y="23"/>
                    </a:cubicBezTo>
                    <a:close/>
                    <a:moveTo>
                      <a:pt x="23" y="22"/>
                    </a:moveTo>
                    <a:cubicBezTo>
                      <a:pt x="23" y="22"/>
                      <a:pt x="23" y="22"/>
                      <a:pt x="23" y="22"/>
                    </a:cubicBezTo>
                    <a:cubicBezTo>
                      <a:pt x="23" y="22"/>
                      <a:pt x="23" y="22"/>
                      <a:pt x="23" y="23"/>
                    </a:cubicBezTo>
                    <a:cubicBezTo>
                      <a:pt x="23" y="23"/>
                      <a:pt x="23" y="23"/>
                      <a:pt x="23" y="23"/>
                    </a:cubicBezTo>
                    <a:cubicBezTo>
                      <a:pt x="23" y="23"/>
                      <a:pt x="23" y="22"/>
                      <a:pt x="23" y="22"/>
                    </a:cubicBezTo>
                    <a:close/>
                    <a:moveTo>
                      <a:pt x="27" y="24"/>
                    </a:moveTo>
                    <a:cubicBezTo>
                      <a:pt x="26" y="24"/>
                      <a:pt x="27" y="24"/>
                      <a:pt x="27" y="24"/>
                    </a:cubicBezTo>
                    <a:cubicBezTo>
                      <a:pt x="27" y="24"/>
                      <a:pt x="27" y="24"/>
                      <a:pt x="27" y="24"/>
                    </a:cubicBezTo>
                    <a:close/>
                    <a:moveTo>
                      <a:pt x="27" y="24"/>
                    </a:moveTo>
                    <a:cubicBezTo>
                      <a:pt x="27" y="24"/>
                      <a:pt x="27" y="24"/>
                      <a:pt x="27" y="24"/>
                    </a:cubicBezTo>
                    <a:cubicBezTo>
                      <a:pt x="27" y="24"/>
                      <a:pt x="27" y="24"/>
                      <a:pt x="27" y="24"/>
                    </a:cubicBezTo>
                    <a:cubicBezTo>
                      <a:pt x="27" y="24"/>
                      <a:pt x="27" y="24"/>
                      <a:pt x="27" y="24"/>
                    </a:cubicBezTo>
                    <a:cubicBezTo>
                      <a:pt x="27" y="24"/>
                      <a:pt x="27" y="24"/>
                      <a:pt x="27" y="24"/>
                    </a:cubicBezTo>
                    <a:close/>
                    <a:moveTo>
                      <a:pt x="27" y="24"/>
                    </a:moveTo>
                    <a:cubicBezTo>
                      <a:pt x="27" y="24"/>
                      <a:pt x="27" y="24"/>
                      <a:pt x="27" y="24"/>
                    </a:cubicBezTo>
                    <a:cubicBezTo>
                      <a:pt x="27"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4"/>
                    </a:moveTo>
                    <a:cubicBezTo>
                      <a:pt x="26" y="24"/>
                      <a:pt x="26" y="24"/>
                      <a:pt x="25" y="24"/>
                    </a:cubicBezTo>
                    <a:cubicBezTo>
                      <a:pt x="26" y="24"/>
                      <a:pt x="25" y="24"/>
                      <a:pt x="26" y="24"/>
                    </a:cubicBezTo>
                    <a:cubicBezTo>
                      <a:pt x="26" y="24"/>
                      <a:pt x="26" y="24"/>
                      <a:pt x="26" y="24"/>
                    </a:cubicBezTo>
                    <a:cubicBezTo>
                      <a:pt x="26" y="24"/>
                      <a:pt x="26" y="24"/>
                      <a:pt x="26" y="24"/>
                    </a:cubicBezTo>
                    <a:close/>
                    <a:moveTo>
                      <a:pt x="26" y="24"/>
                    </a:move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6" y="24"/>
                    </a:cubicBezTo>
                    <a:close/>
                    <a:moveTo>
                      <a:pt x="25" y="24"/>
                    </a:moveTo>
                    <a:cubicBezTo>
                      <a:pt x="25" y="24"/>
                      <a:pt x="25" y="24"/>
                      <a:pt x="25" y="24"/>
                    </a:cubicBezTo>
                    <a:cubicBezTo>
                      <a:pt x="25" y="24"/>
                      <a:pt x="25" y="24"/>
                      <a:pt x="26"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6" y="24"/>
                    </a:cubicBezTo>
                    <a:cubicBezTo>
                      <a:pt x="26" y="24"/>
                      <a:pt x="26" y="24"/>
                      <a:pt x="26" y="24"/>
                    </a:cubicBezTo>
                    <a:cubicBezTo>
                      <a:pt x="26" y="24"/>
                      <a:pt x="25" y="24"/>
                      <a:pt x="25"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3"/>
                    </a:moveTo>
                    <a:cubicBezTo>
                      <a:pt x="26" y="23"/>
                      <a:pt x="26" y="23"/>
                      <a:pt x="26" y="23"/>
                    </a:cubicBezTo>
                    <a:cubicBezTo>
                      <a:pt x="26" y="23"/>
                      <a:pt x="26" y="23"/>
                      <a:pt x="26" y="23"/>
                    </a:cubicBezTo>
                    <a:cubicBezTo>
                      <a:pt x="26" y="23"/>
                      <a:pt x="26" y="23"/>
                      <a:pt x="26" y="23"/>
                    </a:cubicBezTo>
                    <a:close/>
                    <a:moveTo>
                      <a:pt x="26" y="23"/>
                    </a:moveTo>
                    <a:cubicBezTo>
                      <a:pt x="25" y="23"/>
                      <a:pt x="25" y="23"/>
                      <a:pt x="25" y="23"/>
                    </a:cubicBezTo>
                    <a:cubicBezTo>
                      <a:pt x="25" y="23"/>
                      <a:pt x="26"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lose/>
                    <a:moveTo>
                      <a:pt x="25" y="23"/>
                    </a:moveTo>
                    <a:cubicBezTo>
                      <a:pt x="25" y="23"/>
                      <a:pt x="25" y="23"/>
                      <a:pt x="25" y="23"/>
                    </a:cubicBezTo>
                    <a:cubicBezTo>
                      <a:pt x="25" y="23"/>
                      <a:pt x="25" y="23"/>
                      <a:pt x="25" y="23"/>
                    </a:cubicBezTo>
                    <a:cubicBezTo>
                      <a:pt x="25" y="23"/>
                      <a:pt x="25" y="23"/>
                      <a:pt x="26" y="23"/>
                    </a:cubicBezTo>
                    <a:cubicBezTo>
                      <a:pt x="25" y="23"/>
                      <a:pt x="25" y="23"/>
                      <a:pt x="25" y="23"/>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4" y="24"/>
                    </a:moveTo>
                    <a:cubicBezTo>
                      <a:pt x="24" y="24"/>
                      <a:pt x="24" y="24"/>
                      <a:pt x="24" y="24"/>
                    </a:cubicBezTo>
                    <a:cubicBezTo>
                      <a:pt x="24" y="24"/>
                      <a:pt x="24" y="24"/>
                      <a:pt x="24" y="24"/>
                    </a:cubicBezTo>
                    <a:cubicBezTo>
                      <a:pt x="24" y="24"/>
                      <a:pt x="25" y="24"/>
                      <a:pt x="25"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3" y="22"/>
                      <a:pt x="23" y="22"/>
                      <a:pt x="23" y="22"/>
                    </a:cubicBezTo>
                    <a:lnTo>
                      <a:pt x="24" y="22"/>
                    </a:lnTo>
                    <a:close/>
                    <a:moveTo>
                      <a:pt x="24" y="22"/>
                    </a:moveTo>
                    <a:cubicBezTo>
                      <a:pt x="24" y="22"/>
                      <a:pt x="24" y="22"/>
                      <a:pt x="24" y="22"/>
                    </a:cubicBezTo>
                    <a:cubicBezTo>
                      <a:pt x="23" y="22"/>
                      <a:pt x="23" y="22"/>
                      <a:pt x="23" y="22"/>
                    </a:cubicBezTo>
                    <a:cubicBezTo>
                      <a:pt x="23" y="22"/>
                      <a:pt x="23" y="22"/>
                      <a:pt x="23" y="22"/>
                    </a:cubicBezTo>
                    <a:cubicBezTo>
                      <a:pt x="23" y="22"/>
                      <a:pt x="23" y="22"/>
                      <a:pt x="23" y="22"/>
                    </a:cubicBezTo>
                    <a:cubicBezTo>
                      <a:pt x="23" y="22"/>
                      <a:pt x="24" y="22"/>
                      <a:pt x="24" y="22"/>
                    </a:cubicBezTo>
                    <a:close/>
                    <a:moveTo>
                      <a:pt x="24" y="24"/>
                    </a:moveTo>
                    <a:cubicBezTo>
                      <a:pt x="24" y="24"/>
                      <a:pt x="24" y="24"/>
                      <a:pt x="24" y="24"/>
                    </a:cubicBezTo>
                    <a:cubicBezTo>
                      <a:pt x="24" y="24"/>
                      <a:pt x="24" y="24"/>
                      <a:pt x="24" y="24"/>
                    </a:cubicBezTo>
                    <a:cubicBezTo>
                      <a:pt x="24" y="24"/>
                      <a:pt x="24" y="24"/>
                      <a:pt x="24" y="24"/>
                    </a:cubicBezTo>
                    <a:close/>
                    <a:moveTo>
                      <a:pt x="23" y="22"/>
                    </a:moveTo>
                    <a:cubicBezTo>
                      <a:pt x="23" y="22"/>
                      <a:pt x="23" y="23"/>
                      <a:pt x="23" y="23"/>
                    </a:cubicBezTo>
                    <a:cubicBezTo>
                      <a:pt x="23" y="22"/>
                      <a:pt x="23" y="22"/>
                      <a:pt x="23" y="22"/>
                    </a:cubicBezTo>
                    <a:cubicBezTo>
                      <a:pt x="23" y="22"/>
                      <a:pt x="23" y="22"/>
                      <a:pt x="23" y="22"/>
                    </a:cubicBezTo>
                    <a:cubicBezTo>
                      <a:pt x="23" y="22"/>
                      <a:pt x="23" y="22"/>
                      <a:pt x="23" y="22"/>
                    </a:cubicBezTo>
                    <a:close/>
                    <a:moveTo>
                      <a:pt x="24" y="24"/>
                    </a:moveTo>
                    <a:cubicBezTo>
                      <a:pt x="24" y="24"/>
                      <a:pt x="24" y="24"/>
                      <a:pt x="24" y="24"/>
                    </a:cubicBezTo>
                    <a:cubicBezTo>
                      <a:pt x="24" y="24"/>
                      <a:pt x="24" y="24"/>
                      <a:pt x="24" y="24"/>
                    </a:cubicBezTo>
                    <a:cubicBezTo>
                      <a:pt x="24" y="24"/>
                      <a:pt x="24" y="24"/>
                      <a:pt x="24" y="24"/>
                    </a:cubicBezTo>
                    <a:close/>
                    <a:moveTo>
                      <a:pt x="23" y="24"/>
                    </a:move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3" y="24"/>
                    </a:cubicBezTo>
                    <a:cubicBezTo>
                      <a:pt x="24" y="24"/>
                      <a:pt x="24" y="24"/>
                      <a:pt x="24" y="24"/>
                    </a:cubicBezTo>
                    <a:cubicBezTo>
                      <a:pt x="24" y="24"/>
                      <a:pt x="24" y="24"/>
                      <a:pt x="23"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5" y="24"/>
                    </a:cubicBezTo>
                    <a:cubicBezTo>
                      <a:pt x="25" y="24"/>
                      <a:pt x="25" y="24"/>
                      <a:pt x="25" y="24"/>
                    </a:cubicBezTo>
                    <a:cubicBezTo>
                      <a:pt x="24" y="24"/>
                      <a:pt x="24" y="24"/>
                      <a:pt x="24" y="24"/>
                    </a:cubicBezTo>
                    <a:cubicBezTo>
                      <a:pt x="24" y="24"/>
                      <a:pt x="24" y="24"/>
                      <a:pt x="24" y="24"/>
                    </a:cubicBezTo>
                    <a:close/>
                    <a:moveTo>
                      <a:pt x="24" y="24"/>
                    </a:moveTo>
                    <a:cubicBezTo>
                      <a:pt x="25" y="24"/>
                      <a:pt x="25" y="24"/>
                      <a:pt x="26" y="24"/>
                    </a:cubicBezTo>
                    <a:cubicBezTo>
                      <a:pt x="26" y="25"/>
                      <a:pt x="26" y="25"/>
                      <a:pt x="26" y="25"/>
                    </a:cubicBezTo>
                    <a:cubicBezTo>
                      <a:pt x="26" y="24"/>
                      <a:pt x="26" y="24"/>
                      <a:pt x="26" y="24"/>
                    </a:cubicBezTo>
                    <a:cubicBezTo>
                      <a:pt x="26" y="24"/>
                      <a:pt x="25" y="24"/>
                      <a:pt x="25" y="24"/>
                    </a:cubicBezTo>
                    <a:cubicBezTo>
                      <a:pt x="25" y="24"/>
                      <a:pt x="25" y="24"/>
                      <a:pt x="25" y="24"/>
                    </a:cubicBezTo>
                    <a:cubicBezTo>
                      <a:pt x="25" y="24"/>
                      <a:pt x="25" y="24"/>
                      <a:pt x="25" y="24"/>
                    </a:cubicBezTo>
                    <a:cubicBezTo>
                      <a:pt x="25" y="24"/>
                      <a:pt x="26" y="24"/>
                      <a:pt x="26" y="24"/>
                    </a:cubicBezTo>
                    <a:cubicBezTo>
                      <a:pt x="26" y="24"/>
                      <a:pt x="26" y="24"/>
                      <a:pt x="26" y="24"/>
                    </a:cubicBezTo>
                    <a:cubicBezTo>
                      <a:pt x="26" y="25"/>
                      <a:pt x="27" y="25"/>
                      <a:pt x="27" y="25"/>
                    </a:cubicBezTo>
                    <a:cubicBezTo>
                      <a:pt x="26" y="24"/>
                      <a:pt x="25" y="24"/>
                      <a:pt x="24" y="24"/>
                    </a:cubicBezTo>
                    <a:close/>
                    <a:moveTo>
                      <a:pt x="27" y="25"/>
                    </a:moveTo>
                    <a:cubicBezTo>
                      <a:pt x="27" y="25"/>
                      <a:pt x="27" y="25"/>
                      <a:pt x="27" y="25"/>
                    </a:cubicBezTo>
                    <a:cubicBezTo>
                      <a:pt x="27" y="25"/>
                      <a:pt x="27" y="25"/>
                      <a:pt x="27" y="25"/>
                    </a:cubicBezTo>
                    <a:cubicBezTo>
                      <a:pt x="27" y="25"/>
                      <a:pt x="27" y="25"/>
                      <a:pt x="27" y="25"/>
                    </a:cubicBezTo>
                    <a:close/>
                    <a:moveTo>
                      <a:pt x="27" y="24"/>
                    </a:moveTo>
                    <a:cubicBezTo>
                      <a:pt x="27" y="24"/>
                      <a:pt x="27" y="24"/>
                      <a:pt x="27" y="24"/>
                    </a:cubicBezTo>
                    <a:cubicBezTo>
                      <a:pt x="27" y="24"/>
                      <a:pt x="27" y="24"/>
                      <a:pt x="27" y="24"/>
                    </a:cubicBezTo>
                    <a:cubicBezTo>
                      <a:pt x="28" y="24"/>
                      <a:pt x="28" y="24"/>
                      <a:pt x="27" y="24"/>
                    </a:cubicBezTo>
                    <a:close/>
                    <a:moveTo>
                      <a:pt x="29" y="24"/>
                    </a:moveTo>
                    <a:cubicBezTo>
                      <a:pt x="29" y="24"/>
                      <a:pt x="26" y="24"/>
                      <a:pt x="27" y="24"/>
                    </a:cubicBezTo>
                    <a:cubicBezTo>
                      <a:pt x="28" y="24"/>
                      <a:pt x="28" y="24"/>
                      <a:pt x="28" y="24"/>
                    </a:cubicBezTo>
                    <a:cubicBezTo>
                      <a:pt x="27" y="24"/>
                      <a:pt x="27" y="24"/>
                      <a:pt x="27" y="24"/>
                    </a:cubicBezTo>
                    <a:cubicBezTo>
                      <a:pt x="27" y="24"/>
                      <a:pt x="27" y="24"/>
                      <a:pt x="27" y="24"/>
                    </a:cubicBezTo>
                    <a:cubicBezTo>
                      <a:pt x="27" y="24"/>
                      <a:pt x="27" y="24"/>
                      <a:pt x="26" y="24"/>
                    </a:cubicBezTo>
                    <a:lnTo>
                      <a:pt x="29" y="24"/>
                    </a:lnTo>
                    <a:close/>
                    <a:moveTo>
                      <a:pt x="27" y="24"/>
                    </a:moveTo>
                    <a:cubicBezTo>
                      <a:pt x="27" y="24"/>
                      <a:pt x="26" y="24"/>
                      <a:pt x="26" y="24"/>
                    </a:cubicBezTo>
                    <a:cubicBezTo>
                      <a:pt x="26"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lose/>
                    <a:moveTo>
                      <a:pt x="26" y="22"/>
                    </a:moveTo>
                    <a:cubicBezTo>
                      <a:pt x="26" y="22"/>
                      <a:pt x="25" y="22"/>
                      <a:pt x="25" y="22"/>
                    </a:cubicBezTo>
                    <a:cubicBezTo>
                      <a:pt x="25" y="22"/>
                      <a:pt x="25" y="22"/>
                      <a:pt x="25" y="22"/>
                    </a:cubicBezTo>
                    <a:cubicBezTo>
                      <a:pt x="25" y="22"/>
                      <a:pt x="26" y="22"/>
                      <a:pt x="26" y="22"/>
                    </a:cubicBezTo>
                    <a:close/>
                    <a:moveTo>
                      <a:pt x="25" y="22"/>
                    </a:move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3"/>
                    </a:cubicBezTo>
                    <a:cubicBezTo>
                      <a:pt x="25" y="23"/>
                      <a:pt x="25" y="23"/>
                      <a:pt x="25" y="23"/>
                    </a:cubicBezTo>
                    <a:cubicBezTo>
                      <a:pt x="25" y="23"/>
                      <a:pt x="25" y="22"/>
                      <a:pt x="25" y="22"/>
                    </a:cubicBezTo>
                    <a:cubicBezTo>
                      <a:pt x="25" y="22"/>
                      <a:pt x="24" y="22"/>
                      <a:pt x="24" y="22"/>
                    </a:cubicBezTo>
                    <a:cubicBezTo>
                      <a:pt x="24" y="22"/>
                      <a:pt x="24" y="22"/>
                      <a:pt x="24" y="22"/>
                    </a:cubicBezTo>
                    <a:cubicBezTo>
                      <a:pt x="24" y="22"/>
                      <a:pt x="24" y="22"/>
                      <a:pt x="25" y="22"/>
                    </a:cubicBezTo>
                    <a:cubicBezTo>
                      <a:pt x="24" y="22"/>
                      <a:pt x="24" y="21"/>
                      <a:pt x="23" y="21"/>
                    </a:cubicBezTo>
                    <a:cubicBezTo>
                      <a:pt x="23" y="21"/>
                      <a:pt x="23" y="21"/>
                      <a:pt x="23" y="21"/>
                    </a:cubicBezTo>
                    <a:cubicBezTo>
                      <a:pt x="23" y="21"/>
                      <a:pt x="23" y="21"/>
                      <a:pt x="23" y="21"/>
                    </a:cubicBezTo>
                    <a:cubicBezTo>
                      <a:pt x="23" y="21"/>
                      <a:pt x="23" y="21"/>
                      <a:pt x="23" y="21"/>
                    </a:cubicBezTo>
                    <a:cubicBezTo>
                      <a:pt x="23" y="21"/>
                      <a:pt x="22" y="21"/>
                      <a:pt x="22" y="20"/>
                    </a:cubicBezTo>
                    <a:cubicBezTo>
                      <a:pt x="22" y="20"/>
                      <a:pt x="22" y="20"/>
                      <a:pt x="22" y="20"/>
                    </a:cubicBezTo>
                    <a:cubicBezTo>
                      <a:pt x="23" y="21"/>
                      <a:pt x="23" y="21"/>
                      <a:pt x="23" y="21"/>
                    </a:cubicBezTo>
                    <a:cubicBezTo>
                      <a:pt x="23" y="21"/>
                      <a:pt x="23" y="21"/>
                      <a:pt x="24" y="21"/>
                    </a:cubicBezTo>
                    <a:cubicBezTo>
                      <a:pt x="24" y="22"/>
                      <a:pt x="24" y="22"/>
                      <a:pt x="25" y="22"/>
                    </a:cubicBezTo>
                    <a:cubicBezTo>
                      <a:pt x="25" y="22"/>
                      <a:pt x="25" y="22"/>
                      <a:pt x="25" y="22"/>
                    </a:cubicBezTo>
                    <a:close/>
                    <a:moveTo>
                      <a:pt x="23" y="21"/>
                    </a:moveTo>
                    <a:cubicBezTo>
                      <a:pt x="24" y="21"/>
                      <a:pt x="24" y="21"/>
                      <a:pt x="24" y="21"/>
                    </a:cubicBezTo>
                    <a:cubicBezTo>
                      <a:pt x="24" y="21"/>
                      <a:pt x="24" y="21"/>
                      <a:pt x="24" y="21"/>
                    </a:cubicBezTo>
                    <a:cubicBezTo>
                      <a:pt x="23" y="21"/>
                      <a:pt x="23" y="21"/>
                      <a:pt x="23"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5" y="21"/>
                    </a:cubicBezTo>
                    <a:cubicBezTo>
                      <a:pt x="25" y="21"/>
                      <a:pt x="24" y="21"/>
                      <a:pt x="24" y="21"/>
                    </a:cubicBezTo>
                    <a:close/>
                    <a:moveTo>
                      <a:pt x="24" y="21"/>
                    </a:moveTo>
                    <a:cubicBezTo>
                      <a:pt x="25" y="21"/>
                      <a:pt x="25" y="21"/>
                      <a:pt x="25"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3" y="21"/>
                      <a:pt x="23" y="21"/>
                      <a:pt x="23" y="21"/>
                    </a:cubicBezTo>
                    <a:cubicBezTo>
                      <a:pt x="23" y="21"/>
                      <a:pt x="23" y="21"/>
                      <a:pt x="23" y="21"/>
                    </a:cubicBezTo>
                    <a:cubicBezTo>
                      <a:pt x="24" y="21"/>
                      <a:pt x="24" y="21"/>
                      <a:pt x="24" y="21"/>
                    </a:cubicBezTo>
                    <a:cubicBezTo>
                      <a:pt x="24" y="21"/>
                      <a:pt x="24" y="21"/>
                      <a:pt x="24" y="21"/>
                    </a:cubicBezTo>
                    <a:close/>
                    <a:moveTo>
                      <a:pt x="23" y="20"/>
                    </a:move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19"/>
                      <a:pt x="23" y="19"/>
                      <a:pt x="23" y="20"/>
                    </a:cubicBezTo>
                    <a:close/>
                    <a:moveTo>
                      <a:pt x="23" y="20"/>
                    </a:moveTo>
                    <a:cubicBezTo>
                      <a:pt x="23" y="20"/>
                      <a:pt x="23" y="20"/>
                      <a:pt x="23" y="20"/>
                    </a:cubicBezTo>
                    <a:cubicBezTo>
                      <a:pt x="22" y="19"/>
                      <a:pt x="22" y="18"/>
                      <a:pt x="22" y="18"/>
                    </a:cubicBezTo>
                    <a:cubicBezTo>
                      <a:pt x="21" y="17"/>
                      <a:pt x="22" y="18"/>
                      <a:pt x="23" y="20"/>
                    </a:cubicBezTo>
                    <a:close/>
                    <a:moveTo>
                      <a:pt x="22" y="19"/>
                    </a:move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0"/>
                      <a:pt x="22" y="20"/>
                      <a:pt x="22" y="20"/>
                    </a:cubicBezTo>
                    <a:cubicBezTo>
                      <a:pt x="22" y="20"/>
                      <a:pt x="22" y="20"/>
                      <a:pt x="22" y="20"/>
                    </a:cubicBezTo>
                    <a:close/>
                    <a:moveTo>
                      <a:pt x="22" y="19"/>
                    </a:move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1"/>
                      <a:pt x="22" y="21"/>
                      <a:pt x="22" y="21"/>
                    </a:cubicBezTo>
                    <a:cubicBezTo>
                      <a:pt x="22" y="21"/>
                      <a:pt x="22" y="21"/>
                      <a:pt x="22" y="21"/>
                    </a:cubicBezTo>
                    <a:cubicBezTo>
                      <a:pt x="22" y="21"/>
                      <a:pt x="22" y="20"/>
                      <a:pt x="22" y="20"/>
                    </a:cubicBezTo>
                    <a:cubicBezTo>
                      <a:pt x="22" y="20"/>
                      <a:pt x="22" y="20"/>
                      <a:pt x="22" y="20"/>
                    </a:cubicBezTo>
                    <a:close/>
                    <a:moveTo>
                      <a:pt x="21" y="19"/>
                    </a:moveTo>
                    <a:cubicBezTo>
                      <a:pt x="21"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lose/>
                    <a:moveTo>
                      <a:pt x="21" y="19"/>
                    </a:moveTo>
                    <a:cubicBezTo>
                      <a:pt x="22" y="20"/>
                      <a:pt x="22" y="20"/>
                      <a:pt x="22" y="20"/>
                    </a:cubicBezTo>
                    <a:cubicBezTo>
                      <a:pt x="22" y="20"/>
                      <a:pt x="22" y="20"/>
                      <a:pt x="22" y="20"/>
                    </a:cubicBezTo>
                    <a:cubicBezTo>
                      <a:pt x="22" y="20"/>
                      <a:pt x="22" y="20"/>
                      <a:pt x="22" y="20"/>
                    </a:cubicBezTo>
                    <a:cubicBezTo>
                      <a:pt x="22" y="20"/>
                      <a:pt x="22" y="20"/>
                      <a:pt x="22" y="20"/>
                    </a:cubicBezTo>
                    <a:cubicBezTo>
                      <a:pt x="22" y="20"/>
                      <a:pt x="21" y="20"/>
                      <a:pt x="21" y="20"/>
                    </a:cubicBezTo>
                    <a:cubicBezTo>
                      <a:pt x="21" y="20"/>
                      <a:pt x="21" y="20"/>
                      <a:pt x="21" y="20"/>
                    </a:cubicBezTo>
                    <a:cubicBezTo>
                      <a:pt x="21" y="20"/>
                      <a:pt x="21" y="20"/>
                      <a:pt x="21" y="20"/>
                    </a:cubicBezTo>
                    <a:cubicBezTo>
                      <a:pt x="21" y="20"/>
                      <a:pt x="21" y="20"/>
                      <a:pt x="21" y="19"/>
                    </a:cubicBezTo>
                    <a:close/>
                    <a:moveTo>
                      <a:pt x="22" y="21"/>
                    </a:moveTo>
                    <a:cubicBezTo>
                      <a:pt x="22" y="21"/>
                      <a:pt x="22" y="21"/>
                      <a:pt x="22" y="21"/>
                    </a:cubicBezTo>
                    <a:cubicBezTo>
                      <a:pt x="22" y="21"/>
                      <a:pt x="22" y="21"/>
                      <a:pt x="22" y="21"/>
                    </a:cubicBezTo>
                    <a:cubicBezTo>
                      <a:pt x="22" y="21"/>
                      <a:pt x="21" y="21"/>
                      <a:pt x="21" y="21"/>
                    </a:cubicBezTo>
                    <a:cubicBezTo>
                      <a:pt x="21" y="21"/>
                      <a:pt x="21" y="21"/>
                      <a:pt x="22" y="21"/>
                    </a:cubicBezTo>
                    <a:close/>
                    <a:moveTo>
                      <a:pt x="22" y="21"/>
                    </a:moveTo>
                    <a:cubicBezTo>
                      <a:pt x="22" y="22"/>
                      <a:pt x="22" y="22"/>
                      <a:pt x="22" y="22"/>
                    </a:cubicBezTo>
                    <a:cubicBezTo>
                      <a:pt x="22" y="21"/>
                      <a:pt x="22" y="21"/>
                      <a:pt x="22" y="21"/>
                    </a:cubicBezTo>
                    <a:cubicBezTo>
                      <a:pt x="22" y="21"/>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1" y="21"/>
                      <a:pt x="21" y="21"/>
                    </a:cubicBezTo>
                    <a:cubicBezTo>
                      <a:pt x="21" y="21"/>
                      <a:pt x="22" y="21"/>
                      <a:pt x="22" y="21"/>
                    </a:cubicBezTo>
                    <a:close/>
                    <a:moveTo>
                      <a:pt x="20" y="21"/>
                    </a:moveTo>
                    <a:cubicBezTo>
                      <a:pt x="20" y="21"/>
                      <a:pt x="20" y="22"/>
                      <a:pt x="20" y="22"/>
                    </a:cubicBezTo>
                    <a:cubicBezTo>
                      <a:pt x="20" y="21"/>
                      <a:pt x="20" y="21"/>
                      <a:pt x="20" y="21"/>
                    </a:cubicBezTo>
                    <a:cubicBezTo>
                      <a:pt x="20" y="21"/>
                      <a:pt x="20" y="21"/>
                      <a:pt x="20" y="21"/>
                    </a:cubicBezTo>
                    <a:cubicBezTo>
                      <a:pt x="20" y="21"/>
                      <a:pt x="20" y="21"/>
                      <a:pt x="20" y="21"/>
                    </a:cubicBezTo>
                    <a:cubicBezTo>
                      <a:pt x="20" y="21"/>
                      <a:pt x="20" y="21"/>
                      <a:pt x="20" y="20"/>
                    </a:cubicBezTo>
                    <a:cubicBezTo>
                      <a:pt x="19" y="20"/>
                      <a:pt x="19" y="20"/>
                      <a:pt x="19" y="20"/>
                    </a:cubicBezTo>
                    <a:cubicBezTo>
                      <a:pt x="19" y="20"/>
                      <a:pt x="19" y="20"/>
                      <a:pt x="19" y="20"/>
                    </a:cubicBezTo>
                    <a:cubicBezTo>
                      <a:pt x="19" y="20"/>
                      <a:pt x="19" y="20"/>
                      <a:pt x="19" y="20"/>
                    </a:cubicBezTo>
                    <a:cubicBezTo>
                      <a:pt x="19" y="20"/>
                      <a:pt x="19" y="20"/>
                      <a:pt x="19" y="20"/>
                    </a:cubicBezTo>
                    <a:cubicBezTo>
                      <a:pt x="18" y="21"/>
                      <a:pt x="18" y="20"/>
                      <a:pt x="17" y="21"/>
                    </a:cubicBezTo>
                    <a:cubicBezTo>
                      <a:pt x="18" y="20"/>
                      <a:pt x="18" y="20"/>
                      <a:pt x="18" y="20"/>
                    </a:cubicBezTo>
                    <a:cubicBezTo>
                      <a:pt x="18" y="20"/>
                      <a:pt x="18" y="20"/>
                      <a:pt x="18" y="20"/>
                    </a:cubicBezTo>
                    <a:cubicBezTo>
                      <a:pt x="17" y="20"/>
                      <a:pt x="18" y="20"/>
                      <a:pt x="18" y="20"/>
                    </a:cubicBezTo>
                    <a:cubicBezTo>
                      <a:pt x="18" y="20"/>
                      <a:pt x="18" y="20"/>
                      <a:pt x="18" y="20"/>
                    </a:cubicBezTo>
                    <a:cubicBezTo>
                      <a:pt x="18" y="20"/>
                      <a:pt x="18" y="20"/>
                      <a:pt x="18" y="20"/>
                    </a:cubicBezTo>
                    <a:cubicBezTo>
                      <a:pt x="18" y="20"/>
                      <a:pt x="18" y="19"/>
                      <a:pt x="18" y="19"/>
                    </a:cubicBezTo>
                    <a:cubicBezTo>
                      <a:pt x="18" y="19"/>
                      <a:pt x="18" y="19"/>
                      <a:pt x="18" y="19"/>
                    </a:cubicBezTo>
                    <a:cubicBezTo>
                      <a:pt x="18" y="20"/>
                      <a:pt x="18" y="20"/>
                      <a:pt x="18" y="20"/>
                    </a:cubicBezTo>
                    <a:cubicBezTo>
                      <a:pt x="18" y="20"/>
                      <a:pt x="17" y="20"/>
                      <a:pt x="17" y="20"/>
                    </a:cubicBezTo>
                    <a:cubicBezTo>
                      <a:pt x="18" y="19"/>
                      <a:pt x="18" y="19"/>
                      <a:pt x="18" y="19"/>
                    </a:cubicBezTo>
                    <a:cubicBezTo>
                      <a:pt x="18" y="19"/>
                      <a:pt x="17" y="19"/>
                      <a:pt x="17" y="19"/>
                    </a:cubicBezTo>
                    <a:cubicBezTo>
                      <a:pt x="18" y="19"/>
                      <a:pt x="18" y="19"/>
                      <a:pt x="18" y="19"/>
                    </a:cubicBezTo>
                    <a:cubicBezTo>
                      <a:pt x="18" y="19"/>
                      <a:pt x="18" y="19"/>
                      <a:pt x="18" y="19"/>
                    </a:cubicBezTo>
                    <a:cubicBezTo>
                      <a:pt x="19" y="18"/>
                      <a:pt x="19" y="18"/>
                      <a:pt x="19" y="18"/>
                    </a:cubicBezTo>
                    <a:cubicBezTo>
                      <a:pt x="19" y="18"/>
                      <a:pt x="19" y="18"/>
                      <a:pt x="20" y="18"/>
                    </a:cubicBezTo>
                    <a:cubicBezTo>
                      <a:pt x="20" y="18"/>
                      <a:pt x="20" y="18"/>
                      <a:pt x="20" y="18"/>
                    </a:cubicBezTo>
                    <a:cubicBezTo>
                      <a:pt x="19" y="18"/>
                      <a:pt x="19" y="18"/>
                      <a:pt x="19" y="18"/>
                    </a:cubicBezTo>
                    <a:cubicBezTo>
                      <a:pt x="19" y="18"/>
                      <a:pt x="19" y="18"/>
                      <a:pt x="20" y="18"/>
                    </a:cubicBezTo>
                    <a:cubicBezTo>
                      <a:pt x="19" y="19"/>
                      <a:pt x="19" y="20"/>
                      <a:pt x="19" y="20"/>
                    </a:cubicBezTo>
                    <a:cubicBezTo>
                      <a:pt x="19" y="20"/>
                      <a:pt x="19" y="20"/>
                      <a:pt x="19" y="20"/>
                    </a:cubicBezTo>
                    <a:cubicBezTo>
                      <a:pt x="19" y="19"/>
                      <a:pt x="19" y="19"/>
                      <a:pt x="19" y="19"/>
                    </a:cubicBezTo>
                    <a:cubicBezTo>
                      <a:pt x="20" y="18"/>
                      <a:pt x="19" y="21"/>
                      <a:pt x="20" y="19"/>
                    </a:cubicBezTo>
                    <a:cubicBezTo>
                      <a:pt x="20" y="19"/>
                      <a:pt x="20" y="19"/>
                      <a:pt x="20" y="19"/>
                    </a:cubicBezTo>
                    <a:cubicBezTo>
                      <a:pt x="20" y="19"/>
                      <a:pt x="20" y="19"/>
                      <a:pt x="20" y="19"/>
                    </a:cubicBezTo>
                    <a:cubicBezTo>
                      <a:pt x="20" y="20"/>
                      <a:pt x="19" y="20"/>
                      <a:pt x="19" y="20"/>
                    </a:cubicBezTo>
                    <a:cubicBezTo>
                      <a:pt x="19" y="20"/>
                      <a:pt x="19" y="20"/>
                      <a:pt x="20" y="20"/>
                    </a:cubicBezTo>
                    <a:cubicBezTo>
                      <a:pt x="20" y="20"/>
                      <a:pt x="20" y="19"/>
                      <a:pt x="20" y="19"/>
                    </a:cubicBezTo>
                    <a:cubicBezTo>
                      <a:pt x="21" y="19"/>
                      <a:pt x="21" y="19"/>
                      <a:pt x="21" y="19"/>
                    </a:cubicBezTo>
                    <a:cubicBezTo>
                      <a:pt x="21" y="19"/>
                      <a:pt x="21" y="19"/>
                      <a:pt x="21" y="19"/>
                    </a:cubicBezTo>
                    <a:cubicBezTo>
                      <a:pt x="20" y="19"/>
                      <a:pt x="20" y="19"/>
                      <a:pt x="20" y="19"/>
                    </a:cubicBezTo>
                    <a:cubicBezTo>
                      <a:pt x="21" y="19"/>
                      <a:pt x="21" y="19"/>
                      <a:pt x="21" y="19"/>
                    </a:cubicBezTo>
                    <a:cubicBezTo>
                      <a:pt x="21" y="19"/>
                      <a:pt x="20" y="20"/>
                      <a:pt x="20" y="20"/>
                    </a:cubicBezTo>
                    <a:cubicBezTo>
                      <a:pt x="20" y="20"/>
                      <a:pt x="20" y="20"/>
                      <a:pt x="20" y="20"/>
                    </a:cubicBezTo>
                    <a:cubicBezTo>
                      <a:pt x="20" y="20"/>
                      <a:pt x="20" y="20"/>
                      <a:pt x="20" y="20"/>
                    </a:cubicBezTo>
                    <a:cubicBezTo>
                      <a:pt x="20" y="20"/>
                      <a:pt x="20" y="21"/>
                      <a:pt x="20" y="21"/>
                    </a:cubicBezTo>
                    <a:cubicBezTo>
                      <a:pt x="21" y="21"/>
                      <a:pt x="21" y="21"/>
                      <a:pt x="21" y="21"/>
                    </a:cubicBezTo>
                    <a:cubicBezTo>
                      <a:pt x="21" y="21"/>
                      <a:pt x="21" y="21"/>
                      <a:pt x="21" y="21"/>
                    </a:cubicBezTo>
                    <a:cubicBezTo>
                      <a:pt x="21" y="21"/>
                      <a:pt x="21" y="21"/>
                      <a:pt x="20" y="21"/>
                    </a:cubicBezTo>
                    <a:close/>
                    <a:moveTo>
                      <a:pt x="18" y="18"/>
                    </a:moveTo>
                    <a:cubicBezTo>
                      <a:pt x="19" y="18"/>
                      <a:pt x="19" y="18"/>
                      <a:pt x="18" y="18"/>
                    </a:cubicBezTo>
                    <a:cubicBezTo>
                      <a:pt x="19" y="18"/>
                      <a:pt x="19"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lose/>
                    <a:moveTo>
                      <a:pt x="19" y="18"/>
                    </a:moveTo>
                    <a:cubicBezTo>
                      <a:pt x="19" y="18"/>
                      <a:pt x="19" y="18"/>
                      <a:pt x="19" y="18"/>
                    </a:cubicBezTo>
                    <a:cubicBezTo>
                      <a:pt x="19" y="18"/>
                      <a:pt x="19" y="18"/>
                      <a:pt x="19" y="18"/>
                    </a:cubicBezTo>
                    <a:cubicBezTo>
                      <a:pt x="19" y="18"/>
                      <a:pt x="19" y="18"/>
                      <a:pt x="19" y="18"/>
                    </a:cubicBezTo>
                    <a:close/>
                    <a:moveTo>
                      <a:pt x="19" y="18"/>
                    </a:moveTo>
                    <a:cubicBezTo>
                      <a:pt x="19" y="18"/>
                      <a:pt x="19" y="18"/>
                      <a:pt x="19" y="18"/>
                    </a:cubicBezTo>
                    <a:cubicBezTo>
                      <a:pt x="19" y="18"/>
                      <a:pt x="18" y="18"/>
                      <a:pt x="18" y="18"/>
                    </a:cubicBezTo>
                    <a:cubicBezTo>
                      <a:pt x="18" y="18"/>
                      <a:pt x="19" y="18"/>
                      <a:pt x="19" y="18"/>
                    </a:cubicBezTo>
                    <a:close/>
                    <a:moveTo>
                      <a:pt x="19" y="18"/>
                    </a:moveTo>
                    <a:cubicBezTo>
                      <a:pt x="19" y="18"/>
                      <a:pt x="19" y="18"/>
                      <a:pt x="19" y="18"/>
                    </a:cubicBezTo>
                    <a:cubicBezTo>
                      <a:pt x="19" y="18"/>
                      <a:pt x="20" y="18"/>
                      <a:pt x="19" y="18"/>
                    </a:cubicBezTo>
                    <a:cubicBezTo>
                      <a:pt x="19" y="18"/>
                      <a:pt x="19" y="18"/>
                      <a:pt x="19" y="18"/>
                    </a:cubicBezTo>
                    <a:close/>
                    <a:moveTo>
                      <a:pt x="19" y="18"/>
                    </a:moveTo>
                    <a:cubicBezTo>
                      <a:pt x="19" y="18"/>
                      <a:pt x="19" y="18"/>
                      <a:pt x="19" y="18"/>
                    </a:cubicBezTo>
                    <a:cubicBezTo>
                      <a:pt x="19" y="18"/>
                      <a:pt x="19" y="18"/>
                      <a:pt x="19" y="18"/>
                    </a:cubicBezTo>
                    <a:cubicBezTo>
                      <a:pt x="19" y="18"/>
                      <a:pt x="19" y="18"/>
                      <a:pt x="19" y="18"/>
                    </a:cubicBezTo>
                    <a:cubicBezTo>
                      <a:pt x="19" y="18"/>
                      <a:pt x="20" y="18"/>
                      <a:pt x="19" y="18"/>
                    </a:cubicBezTo>
                    <a:close/>
                    <a:moveTo>
                      <a:pt x="20" y="18"/>
                    </a:moveTo>
                    <a:cubicBezTo>
                      <a:pt x="20" y="18"/>
                      <a:pt x="20" y="19"/>
                      <a:pt x="20" y="19"/>
                    </a:cubicBezTo>
                    <a:cubicBezTo>
                      <a:pt x="20" y="19"/>
                      <a:pt x="20" y="19"/>
                      <a:pt x="20" y="19"/>
                    </a:cubicBezTo>
                    <a:cubicBezTo>
                      <a:pt x="20" y="18"/>
                      <a:pt x="20" y="18"/>
                      <a:pt x="20" y="18"/>
                    </a:cubicBezTo>
                    <a:cubicBezTo>
                      <a:pt x="20" y="18"/>
                      <a:pt x="20" y="18"/>
                      <a:pt x="20" y="18"/>
                    </a:cubicBezTo>
                    <a:close/>
                    <a:moveTo>
                      <a:pt x="20" y="18"/>
                    </a:moveTo>
                    <a:cubicBezTo>
                      <a:pt x="20" y="18"/>
                      <a:pt x="20" y="18"/>
                      <a:pt x="20" y="18"/>
                    </a:cubicBezTo>
                    <a:cubicBezTo>
                      <a:pt x="20" y="18"/>
                      <a:pt x="20" y="18"/>
                      <a:pt x="20" y="18"/>
                    </a:cubicBezTo>
                    <a:cubicBezTo>
                      <a:pt x="20" y="18"/>
                      <a:pt x="20" y="18"/>
                      <a:pt x="20" y="18"/>
                    </a:cubicBezTo>
                    <a:close/>
                    <a:moveTo>
                      <a:pt x="21" y="19"/>
                    </a:moveTo>
                    <a:cubicBezTo>
                      <a:pt x="21" y="19"/>
                      <a:pt x="21" y="19"/>
                      <a:pt x="21" y="19"/>
                    </a:cubicBezTo>
                    <a:cubicBezTo>
                      <a:pt x="20" y="19"/>
                      <a:pt x="20" y="19"/>
                      <a:pt x="20" y="19"/>
                    </a:cubicBezTo>
                    <a:cubicBezTo>
                      <a:pt x="20" y="19"/>
                      <a:pt x="20" y="19"/>
                      <a:pt x="20" y="18"/>
                    </a:cubicBezTo>
                    <a:cubicBezTo>
                      <a:pt x="20" y="19"/>
                      <a:pt x="20" y="19"/>
                      <a:pt x="21" y="19"/>
                    </a:cubicBezTo>
                    <a:close/>
                    <a:moveTo>
                      <a:pt x="20" y="18"/>
                    </a:moveTo>
                    <a:cubicBezTo>
                      <a:pt x="20" y="19"/>
                      <a:pt x="20" y="19"/>
                      <a:pt x="21" y="19"/>
                    </a:cubicBezTo>
                    <a:cubicBezTo>
                      <a:pt x="21" y="19"/>
                      <a:pt x="21" y="19"/>
                      <a:pt x="21" y="19"/>
                    </a:cubicBezTo>
                    <a:cubicBezTo>
                      <a:pt x="20" y="19"/>
                      <a:pt x="20" y="18"/>
                      <a:pt x="20" y="18"/>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0" y="18"/>
                    </a:moveTo>
                    <a:cubicBezTo>
                      <a:pt x="20" y="18"/>
                      <a:pt x="20" y="18"/>
                      <a:pt x="20" y="18"/>
                    </a:cubicBezTo>
                    <a:cubicBezTo>
                      <a:pt x="20" y="18"/>
                      <a:pt x="20" y="18"/>
                      <a:pt x="21" y="19"/>
                    </a:cubicBezTo>
                    <a:lnTo>
                      <a:pt x="20" y="18"/>
                    </a:lnTo>
                    <a:close/>
                    <a:moveTo>
                      <a:pt x="19" y="18"/>
                    </a:moveTo>
                    <a:cubicBezTo>
                      <a:pt x="20" y="17"/>
                      <a:pt x="20" y="17"/>
                      <a:pt x="20" y="17"/>
                    </a:cubicBezTo>
                    <a:cubicBezTo>
                      <a:pt x="19" y="18"/>
                      <a:pt x="19" y="18"/>
                      <a:pt x="19" y="18"/>
                    </a:cubicBezTo>
                    <a:cubicBezTo>
                      <a:pt x="19" y="18"/>
                      <a:pt x="19" y="18"/>
                      <a:pt x="19" y="18"/>
                    </a:cubicBezTo>
                    <a:close/>
                    <a:moveTo>
                      <a:pt x="19" y="18"/>
                    </a:moveTo>
                    <a:cubicBezTo>
                      <a:pt x="20" y="18"/>
                      <a:pt x="20" y="18"/>
                      <a:pt x="20" y="18"/>
                    </a:cubicBezTo>
                    <a:cubicBezTo>
                      <a:pt x="20" y="18"/>
                      <a:pt x="19" y="18"/>
                      <a:pt x="19" y="18"/>
                    </a:cubicBezTo>
                    <a:cubicBezTo>
                      <a:pt x="19" y="18"/>
                      <a:pt x="19" y="18"/>
                      <a:pt x="19" y="18"/>
                    </a:cubicBezTo>
                    <a:close/>
                    <a:moveTo>
                      <a:pt x="18" y="18"/>
                    </a:moveTo>
                    <a:cubicBezTo>
                      <a:pt x="19" y="18"/>
                      <a:pt x="19" y="18"/>
                      <a:pt x="19" y="18"/>
                    </a:cubicBezTo>
                    <a:cubicBezTo>
                      <a:pt x="19" y="18"/>
                      <a:pt x="19" y="18"/>
                      <a:pt x="19" y="18"/>
                    </a:cubicBezTo>
                    <a:cubicBezTo>
                      <a:pt x="18" y="18"/>
                      <a:pt x="18" y="18"/>
                      <a:pt x="18" y="18"/>
                    </a:cubicBezTo>
                    <a:close/>
                    <a:moveTo>
                      <a:pt x="18" y="18"/>
                    </a:moveTo>
                    <a:cubicBezTo>
                      <a:pt x="18" y="18"/>
                      <a:pt x="18" y="18"/>
                      <a:pt x="18" y="18"/>
                    </a:cubicBezTo>
                    <a:cubicBezTo>
                      <a:pt x="19" y="18"/>
                      <a:pt x="19" y="18"/>
                      <a:pt x="19" y="18"/>
                    </a:cubicBezTo>
                    <a:cubicBezTo>
                      <a:pt x="19" y="18"/>
                      <a:pt x="19" y="18"/>
                      <a:pt x="19" y="18"/>
                    </a:cubicBezTo>
                    <a:cubicBezTo>
                      <a:pt x="19"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7" y="18"/>
                      <a:pt x="17" y="18"/>
                      <a:pt x="17" y="18"/>
                    </a:cubicBezTo>
                    <a:cubicBezTo>
                      <a:pt x="17" y="18"/>
                      <a:pt x="18" y="18"/>
                      <a:pt x="18" y="18"/>
                    </a:cubicBezTo>
                    <a:cubicBezTo>
                      <a:pt x="18" y="18"/>
                      <a:pt x="18" y="18"/>
                      <a:pt x="18" y="18"/>
                    </a:cubicBezTo>
                    <a:cubicBezTo>
                      <a:pt x="16" y="19"/>
                      <a:pt x="18" y="18"/>
                      <a:pt x="16" y="18"/>
                    </a:cubicBezTo>
                    <a:cubicBezTo>
                      <a:pt x="18" y="18"/>
                      <a:pt x="16" y="18"/>
                      <a:pt x="18" y="18"/>
                    </a:cubicBezTo>
                    <a:cubicBezTo>
                      <a:pt x="18" y="18"/>
                      <a:pt x="18" y="18"/>
                      <a:pt x="18" y="18"/>
                    </a:cubicBezTo>
                    <a:cubicBezTo>
                      <a:pt x="18" y="18"/>
                      <a:pt x="18" y="18"/>
                      <a:pt x="18" y="18"/>
                    </a:cubicBezTo>
                    <a:cubicBezTo>
                      <a:pt x="18" y="18"/>
                      <a:pt x="18" y="18"/>
                      <a:pt x="18" y="18"/>
                    </a:cubicBezTo>
                    <a:cubicBezTo>
                      <a:pt x="16" y="18"/>
                      <a:pt x="17" y="18"/>
                      <a:pt x="18" y="18"/>
                    </a:cubicBezTo>
                    <a:cubicBezTo>
                      <a:pt x="18" y="18"/>
                      <a:pt x="18" y="18"/>
                      <a:pt x="18" y="18"/>
                    </a:cubicBezTo>
                    <a:cubicBezTo>
                      <a:pt x="17" y="18"/>
                      <a:pt x="18" y="18"/>
                      <a:pt x="17" y="18"/>
                    </a:cubicBezTo>
                    <a:cubicBezTo>
                      <a:pt x="17" y="18"/>
                      <a:pt x="17" y="18"/>
                      <a:pt x="17" y="18"/>
                    </a:cubicBezTo>
                    <a:cubicBezTo>
                      <a:pt x="15" y="18"/>
                      <a:pt x="15" y="18"/>
                      <a:pt x="15" y="18"/>
                    </a:cubicBezTo>
                    <a:cubicBezTo>
                      <a:pt x="15" y="18"/>
                      <a:pt x="17" y="18"/>
                      <a:pt x="18" y="18"/>
                    </a:cubicBezTo>
                    <a:cubicBezTo>
                      <a:pt x="17" y="18"/>
                      <a:pt x="17"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7" y="18"/>
                      <a:pt x="17" y="18"/>
                      <a:pt x="17" y="19"/>
                    </a:cubicBezTo>
                    <a:cubicBezTo>
                      <a:pt x="16" y="19"/>
                      <a:pt x="17" y="18"/>
                      <a:pt x="18" y="18"/>
                    </a:cubicBezTo>
                    <a:cubicBezTo>
                      <a:pt x="16" y="19"/>
                      <a:pt x="17" y="18"/>
                      <a:pt x="16" y="19"/>
                    </a:cubicBezTo>
                    <a:cubicBezTo>
                      <a:pt x="16" y="19"/>
                      <a:pt x="17" y="19"/>
                      <a:pt x="17" y="19"/>
                    </a:cubicBezTo>
                    <a:cubicBezTo>
                      <a:pt x="17" y="19"/>
                      <a:pt x="19" y="18"/>
                      <a:pt x="17" y="19"/>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9" y="18"/>
                    </a:cubicBezTo>
                    <a:cubicBezTo>
                      <a:pt x="18" y="18"/>
                      <a:pt x="18" y="19"/>
                      <a:pt x="18"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6" y="19"/>
                      <a:pt x="16" y="19"/>
                    </a:cubicBezTo>
                    <a:cubicBezTo>
                      <a:pt x="16" y="19"/>
                      <a:pt x="16" y="19"/>
                      <a:pt x="16" y="19"/>
                    </a:cubicBezTo>
                    <a:cubicBezTo>
                      <a:pt x="16" y="19"/>
                      <a:pt x="16" y="19"/>
                      <a:pt x="16" y="19"/>
                    </a:cubicBezTo>
                    <a:cubicBezTo>
                      <a:pt x="16" y="19"/>
                      <a:pt x="15" y="18"/>
                      <a:pt x="15" y="18"/>
                    </a:cubicBezTo>
                    <a:cubicBezTo>
                      <a:pt x="16" y="18"/>
                      <a:pt x="16" y="18"/>
                      <a:pt x="16" y="19"/>
                    </a:cubicBezTo>
                    <a:cubicBezTo>
                      <a:pt x="18" y="18"/>
                      <a:pt x="15" y="19"/>
                      <a:pt x="18" y="18"/>
                    </a:cubicBezTo>
                    <a:close/>
                    <a:moveTo>
                      <a:pt x="17" y="24"/>
                    </a:moveTo>
                    <a:cubicBezTo>
                      <a:pt x="17" y="24"/>
                      <a:pt x="17" y="24"/>
                      <a:pt x="17" y="24"/>
                    </a:cubicBezTo>
                    <a:cubicBezTo>
                      <a:pt x="17" y="24"/>
                      <a:pt x="16" y="24"/>
                      <a:pt x="16" y="24"/>
                    </a:cubicBezTo>
                    <a:cubicBezTo>
                      <a:pt x="16" y="24"/>
                      <a:pt x="15" y="24"/>
                      <a:pt x="15" y="23"/>
                    </a:cubicBezTo>
                    <a:cubicBezTo>
                      <a:pt x="16" y="23"/>
                      <a:pt x="16" y="24"/>
                      <a:pt x="17" y="24"/>
                    </a:cubicBezTo>
                    <a:close/>
                    <a:moveTo>
                      <a:pt x="15" y="26"/>
                    </a:moveTo>
                    <a:cubicBezTo>
                      <a:pt x="15" y="26"/>
                      <a:pt x="15" y="26"/>
                      <a:pt x="15" y="26"/>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5" y="26"/>
                      <a:pt x="15" y="26"/>
                      <a:pt x="15" y="27"/>
                    </a:cubicBezTo>
                    <a:cubicBezTo>
                      <a:pt x="15" y="26"/>
                      <a:pt x="15" y="26"/>
                      <a:pt x="15" y="26"/>
                    </a:cubicBezTo>
                    <a:cubicBezTo>
                      <a:pt x="15" y="26"/>
                      <a:pt x="15" y="26"/>
                      <a:pt x="15" y="26"/>
                    </a:cubicBezTo>
                    <a:close/>
                    <a:moveTo>
                      <a:pt x="15" y="26"/>
                    </a:moveTo>
                    <a:cubicBezTo>
                      <a:pt x="14" y="27"/>
                      <a:pt x="15" y="26"/>
                      <a:pt x="14" y="27"/>
                    </a:cubicBezTo>
                    <a:cubicBezTo>
                      <a:pt x="14" y="27"/>
                      <a:pt x="14" y="27"/>
                      <a:pt x="14" y="26"/>
                    </a:cubicBezTo>
                    <a:cubicBezTo>
                      <a:pt x="14" y="26"/>
                      <a:pt x="15" y="26"/>
                      <a:pt x="15" y="26"/>
                    </a:cubicBezTo>
                    <a:close/>
                    <a:moveTo>
                      <a:pt x="15" y="29"/>
                    </a:moveTo>
                    <a:cubicBezTo>
                      <a:pt x="14" y="30"/>
                      <a:pt x="14" y="30"/>
                      <a:pt x="14" y="29"/>
                    </a:cubicBezTo>
                    <a:cubicBezTo>
                      <a:pt x="14" y="29"/>
                      <a:pt x="14" y="29"/>
                      <a:pt x="15" y="29"/>
                    </a:cubicBezTo>
                    <a:close/>
                    <a:moveTo>
                      <a:pt x="13" y="28"/>
                    </a:moveTo>
                    <a:cubicBezTo>
                      <a:pt x="13" y="28"/>
                      <a:pt x="13" y="27"/>
                      <a:pt x="13" y="27"/>
                    </a:cubicBezTo>
                    <a:cubicBezTo>
                      <a:pt x="13" y="27"/>
                      <a:pt x="13" y="28"/>
                      <a:pt x="13" y="28"/>
                    </a:cubicBezTo>
                    <a:cubicBezTo>
                      <a:pt x="13" y="28"/>
                      <a:pt x="13" y="28"/>
                      <a:pt x="13" y="28"/>
                    </a:cubicBezTo>
                    <a:cubicBezTo>
                      <a:pt x="13" y="28"/>
                      <a:pt x="12" y="28"/>
                      <a:pt x="12" y="29"/>
                    </a:cubicBezTo>
                    <a:lnTo>
                      <a:pt x="13" y="28"/>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3" name="Freeform 287"/>
              <p:cNvSpPr/>
              <p:nvPr/>
            </p:nvSpPr>
            <p:spPr bwMode="auto">
              <a:xfrm>
                <a:off x="3608" y="1908"/>
                <a:ext cx="4" cy="6"/>
              </a:xfrm>
              <a:custGeom>
                <a:avLst/>
                <a:gdLst>
                  <a:gd name="T0" fmla="*/ 1 w 2"/>
                  <a:gd name="T1" fmla="*/ 0 h 3"/>
                  <a:gd name="T2" fmla="*/ 0 w 2"/>
                  <a:gd name="T3" fmla="*/ 2 h 3"/>
                  <a:gd name="T4" fmla="*/ 1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0" y="1"/>
                      <a:pt x="0" y="2"/>
                    </a:cubicBezTo>
                    <a:cubicBezTo>
                      <a:pt x="1" y="2"/>
                      <a:pt x="1" y="2"/>
                      <a:pt x="1" y="3"/>
                    </a:cubicBezTo>
                    <a:cubicBezTo>
                      <a:pt x="2"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4" name="Freeform 288"/>
              <p:cNvSpPr/>
              <p:nvPr/>
            </p:nvSpPr>
            <p:spPr bwMode="auto">
              <a:xfrm>
                <a:off x="4113" y="1587"/>
                <a:ext cx="4" cy="5"/>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1" y="2"/>
                      <a:pt x="1" y="2"/>
                      <a:pt x="2" y="2"/>
                    </a:cubicBezTo>
                    <a:cubicBezTo>
                      <a:pt x="0" y="0"/>
                      <a:pt x="1"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5" name="Freeform 289"/>
              <p:cNvSpPr/>
              <p:nvPr/>
            </p:nvSpPr>
            <p:spPr bwMode="auto">
              <a:xfrm>
                <a:off x="3593" y="182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6" name="Freeform 290"/>
              <p:cNvSpPr/>
              <p:nvPr/>
            </p:nvSpPr>
            <p:spPr bwMode="auto">
              <a:xfrm>
                <a:off x="4251" y="1730"/>
                <a:ext cx="4" cy="4"/>
              </a:xfrm>
              <a:custGeom>
                <a:avLst/>
                <a:gdLst>
                  <a:gd name="T0" fmla="*/ 0 w 4"/>
                  <a:gd name="T1" fmla="*/ 2 h 4"/>
                  <a:gd name="T2" fmla="*/ 2 w 4"/>
                  <a:gd name="T3" fmla="*/ 4 h 4"/>
                  <a:gd name="T4" fmla="*/ 4 w 4"/>
                  <a:gd name="T5" fmla="*/ 0 h 4"/>
                  <a:gd name="T6" fmla="*/ 0 w 4"/>
                  <a:gd name="T7" fmla="*/ 2 h 4"/>
                </a:gdLst>
                <a:ahLst/>
                <a:cxnLst>
                  <a:cxn ang="0">
                    <a:pos x="T0" y="T1"/>
                  </a:cxn>
                  <a:cxn ang="0">
                    <a:pos x="T2" y="T3"/>
                  </a:cxn>
                  <a:cxn ang="0">
                    <a:pos x="T4" y="T5"/>
                  </a:cxn>
                  <a:cxn ang="0">
                    <a:pos x="T6" y="T7"/>
                  </a:cxn>
                </a:cxnLst>
                <a:rect l="0" t="0" r="r" b="b"/>
                <a:pathLst>
                  <a:path w="4" h="4">
                    <a:moveTo>
                      <a:pt x="0" y="2"/>
                    </a:moveTo>
                    <a:lnTo>
                      <a:pt x="2" y="4"/>
                    </a:lnTo>
                    <a:lnTo>
                      <a:pt x="4"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7" name="Freeform 291"/>
              <p:cNvSpPr/>
              <p:nvPr/>
            </p:nvSpPr>
            <p:spPr bwMode="auto">
              <a:xfrm>
                <a:off x="3980" y="243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8" name="Freeform 292"/>
              <p:cNvSpPr/>
              <p:nvPr/>
            </p:nvSpPr>
            <p:spPr bwMode="auto">
              <a:xfrm>
                <a:off x="3980" y="2446"/>
                <a:ext cx="4" cy="5"/>
              </a:xfrm>
              <a:custGeom>
                <a:avLst/>
                <a:gdLst>
                  <a:gd name="T0" fmla="*/ 1 w 2"/>
                  <a:gd name="T1" fmla="*/ 1 h 2"/>
                  <a:gd name="T2" fmla="*/ 1 w 2"/>
                  <a:gd name="T3" fmla="*/ 0 h 2"/>
                  <a:gd name="T4" fmla="*/ 1 w 2"/>
                  <a:gd name="T5" fmla="*/ 1 h 2"/>
                </a:gdLst>
                <a:ahLst/>
                <a:cxnLst>
                  <a:cxn ang="0">
                    <a:pos x="T0" y="T1"/>
                  </a:cxn>
                  <a:cxn ang="0">
                    <a:pos x="T2" y="T3"/>
                  </a:cxn>
                  <a:cxn ang="0">
                    <a:pos x="T4" y="T5"/>
                  </a:cxn>
                </a:cxnLst>
                <a:rect l="0" t="0" r="r" b="b"/>
                <a:pathLst>
                  <a:path w="2" h="2">
                    <a:moveTo>
                      <a:pt x="1" y="1"/>
                    </a:moveTo>
                    <a:cubicBezTo>
                      <a:pt x="2" y="2"/>
                      <a:pt x="0" y="0"/>
                      <a:pt x="1" y="0"/>
                    </a:cubicBezTo>
                    <a:cubicBezTo>
                      <a:pt x="0" y="0"/>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9" name="Freeform 293"/>
              <p:cNvSpPr/>
              <p:nvPr/>
            </p:nvSpPr>
            <p:spPr bwMode="auto">
              <a:xfrm>
                <a:off x="4062" y="225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0" name="Freeform 294"/>
              <p:cNvSpPr/>
              <p:nvPr/>
            </p:nvSpPr>
            <p:spPr bwMode="auto">
              <a:xfrm>
                <a:off x="4162" y="2200"/>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1" y="2"/>
                      <a:pt x="1" y="1"/>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1" name="Freeform 295"/>
              <p:cNvSpPr/>
              <p:nvPr/>
            </p:nvSpPr>
            <p:spPr bwMode="auto">
              <a:xfrm>
                <a:off x="4164" y="2139"/>
                <a:ext cx="4" cy="2"/>
              </a:xfrm>
              <a:custGeom>
                <a:avLst/>
                <a:gdLst>
                  <a:gd name="T0" fmla="*/ 4 w 4"/>
                  <a:gd name="T1" fmla="*/ 2 h 2"/>
                  <a:gd name="T2" fmla="*/ 4 w 4"/>
                  <a:gd name="T3" fmla="*/ 0 h 2"/>
                  <a:gd name="T4" fmla="*/ 0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4" y="0"/>
                    </a:lnTo>
                    <a:lnTo>
                      <a:pt x="0" y="2"/>
                    </a:lnTo>
                    <a:lnTo>
                      <a:pt x="4"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2" name="Freeform 296"/>
              <p:cNvSpPr/>
              <p:nvPr/>
            </p:nvSpPr>
            <p:spPr bwMode="auto">
              <a:xfrm>
                <a:off x="3606" y="1819"/>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3" name="Oval 297"/>
              <p:cNvSpPr>
                <a:spLocks noChangeArrowheads="1"/>
              </p:cNvSpPr>
              <p:nvPr/>
            </p:nvSpPr>
            <p:spPr bwMode="auto">
              <a:xfrm>
                <a:off x="3598" y="1817"/>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4" name="Oval 298"/>
              <p:cNvSpPr>
                <a:spLocks noChangeArrowheads="1"/>
              </p:cNvSpPr>
              <p:nvPr/>
            </p:nvSpPr>
            <p:spPr bwMode="auto">
              <a:xfrm>
                <a:off x="3600" y="1817"/>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5" name="Freeform 299"/>
              <p:cNvSpPr/>
              <p:nvPr/>
            </p:nvSpPr>
            <p:spPr bwMode="auto">
              <a:xfrm>
                <a:off x="3598" y="1817"/>
                <a:ext cx="2" cy="0"/>
              </a:xfrm>
              <a:custGeom>
                <a:avLst/>
                <a:gdLst>
                  <a:gd name="T0" fmla="*/ 0 w 1"/>
                  <a:gd name="T1" fmla="*/ 0 w 1"/>
                  <a:gd name="T2" fmla="*/ 0 w 1"/>
                  <a:gd name="T3" fmla="*/ 0 w 1"/>
                  <a:gd name="T4" fmla="*/ 0 w 1"/>
                  <a:gd name="T5" fmla="*/ 1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6" name="Oval 300"/>
              <p:cNvSpPr>
                <a:spLocks noChangeArrowheads="1"/>
              </p:cNvSpPr>
              <p:nvPr/>
            </p:nvSpPr>
            <p:spPr bwMode="auto">
              <a:xfrm>
                <a:off x="3602" y="1819"/>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7" name="Freeform 301"/>
              <p:cNvSpPr/>
              <p:nvPr/>
            </p:nvSpPr>
            <p:spPr bwMode="auto">
              <a:xfrm>
                <a:off x="3602" y="1817"/>
                <a:ext cx="0" cy="2"/>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8" name="Freeform 302"/>
              <p:cNvSpPr/>
              <p:nvPr/>
            </p:nvSpPr>
            <p:spPr bwMode="auto">
              <a:xfrm>
                <a:off x="3602" y="1817"/>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9" name="Oval 303"/>
              <p:cNvSpPr>
                <a:spLocks noChangeArrowheads="1"/>
              </p:cNvSpPr>
              <p:nvPr/>
            </p:nvSpPr>
            <p:spPr bwMode="auto">
              <a:xfrm>
                <a:off x="3593" y="1814"/>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0" name="Freeform 304"/>
              <p:cNvSpPr/>
              <p:nvPr/>
            </p:nvSpPr>
            <p:spPr bwMode="auto">
              <a:xfrm>
                <a:off x="3598" y="1814"/>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1" name="Freeform 305"/>
              <p:cNvSpPr/>
              <p:nvPr/>
            </p:nvSpPr>
            <p:spPr bwMode="auto">
              <a:xfrm>
                <a:off x="3598" y="181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2" name="Oval 306"/>
              <p:cNvSpPr>
                <a:spLocks noChangeArrowheads="1"/>
              </p:cNvSpPr>
              <p:nvPr/>
            </p:nvSpPr>
            <p:spPr bwMode="auto">
              <a:xfrm>
                <a:off x="3612" y="1821"/>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3" name="Freeform 307"/>
              <p:cNvSpPr/>
              <p:nvPr/>
            </p:nvSpPr>
            <p:spPr bwMode="auto">
              <a:xfrm>
                <a:off x="3977" y="2478"/>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4" name="Freeform 308"/>
              <p:cNvSpPr/>
              <p:nvPr/>
            </p:nvSpPr>
            <p:spPr bwMode="auto">
              <a:xfrm>
                <a:off x="3595" y="1812"/>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1" y="0"/>
                      <a:pt x="1"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5" name="Freeform 309"/>
              <p:cNvSpPr/>
              <p:nvPr/>
            </p:nvSpPr>
            <p:spPr bwMode="auto">
              <a:xfrm>
                <a:off x="3598" y="181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6" name="Freeform 310"/>
              <p:cNvSpPr/>
              <p:nvPr/>
            </p:nvSpPr>
            <p:spPr bwMode="auto">
              <a:xfrm>
                <a:off x="3967" y="2491"/>
                <a:ext cx="4" cy="4"/>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7" name="Freeform 311"/>
              <p:cNvSpPr/>
              <p:nvPr/>
            </p:nvSpPr>
            <p:spPr bwMode="auto">
              <a:xfrm>
                <a:off x="3825" y="2268"/>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1"/>
                      <a:pt x="1" y="1"/>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8" name="Freeform 312"/>
              <p:cNvSpPr/>
              <p:nvPr/>
            </p:nvSpPr>
            <p:spPr bwMode="auto">
              <a:xfrm>
                <a:off x="3810" y="2268"/>
                <a:ext cx="8" cy="2"/>
              </a:xfrm>
              <a:custGeom>
                <a:avLst/>
                <a:gdLst>
                  <a:gd name="T0" fmla="*/ 4 w 4"/>
                  <a:gd name="T1" fmla="*/ 0 h 1"/>
                  <a:gd name="T2" fmla="*/ 0 w 4"/>
                  <a:gd name="T3" fmla="*/ 0 h 1"/>
                  <a:gd name="T4" fmla="*/ 4 w 4"/>
                  <a:gd name="T5" fmla="*/ 0 h 1"/>
                </a:gdLst>
                <a:ahLst/>
                <a:cxnLst>
                  <a:cxn ang="0">
                    <a:pos x="T0" y="T1"/>
                  </a:cxn>
                  <a:cxn ang="0">
                    <a:pos x="T2" y="T3"/>
                  </a:cxn>
                  <a:cxn ang="0">
                    <a:pos x="T4" y="T5"/>
                  </a:cxn>
                </a:cxnLst>
                <a:rect l="0" t="0" r="r" b="b"/>
                <a:pathLst>
                  <a:path w="4" h="1">
                    <a:moveTo>
                      <a:pt x="4" y="0"/>
                    </a:moveTo>
                    <a:cubicBezTo>
                      <a:pt x="0" y="0"/>
                      <a:pt x="0" y="0"/>
                      <a:pt x="0" y="0"/>
                    </a:cubicBezTo>
                    <a:cubicBezTo>
                      <a:pt x="2" y="1"/>
                      <a:pt x="2" y="0"/>
                      <a:pt x="4"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9" name="Freeform 313"/>
              <p:cNvSpPr/>
              <p:nvPr/>
            </p:nvSpPr>
            <p:spPr bwMode="auto">
              <a:xfrm>
                <a:off x="3835" y="2275"/>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0" name="Freeform 314"/>
              <p:cNvSpPr/>
              <p:nvPr/>
            </p:nvSpPr>
            <p:spPr bwMode="auto">
              <a:xfrm>
                <a:off x="3833" y="2268"/>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0"/>
                      <a:pt x="0" y="1"/>
                    </a:cubicBezTo>
                    <a:cubicBezTo>
                      <a:pt x="1" y="2"/>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1" name="Freeform 315"/>
              <p:cNvSpPr/>
              <p:nvPr/>
            </p:nvSpPr>
            <p:spPr bwMode="auto">
              <a:xfrm>
                <a:off x="3833" y="2328"/>
                <a:ext cx="9" cy="2"/>
              </a:xfrm>
              <a:custGeom>
                <a:avLst/>
                <a:gdLst>
                  <a:gd name="T0" fmla="*/ 0 w 4"/>
                  <a:gd name="T1" fmla="*/ 1 h 1"/>
                  <a:gd name="T2" fmla="*/ 4 w 4"/>
                  <a:gd name="T3" fmla="*/ 0 h 1"/>
                  <a:gd name="T4" fmla="*/ 4 w 4"/>
                  <a:gd name="T5" fmla="*/ 0 h 1"/>
                  <a:gd name="T6" fmla="*/ 3 w 4"/>
                  <a:gd name="T7" fmla="*/ 0 h 1"/>
                  <a:gd name="T8" fmla="*/ 2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1" y="1"/>
                      <a:pt x="3" y="0"/>
                      <a:pt x="4" y="0"/>
                    </a:cubicBezTo>
                    <a:cubicBezTo>
                      <a:pt x="4" y="0"/>
                      <a:pt x="4" y="0"/>
                      <a:pt x="4" y="0"/>
                    </a:cubicBezTo>
                    <a:cubicBezTo>
                      <a:pt x="4" y="0"/>
                      <a:pt x="3" y="0"/>
                      <a:pt x="3" y="0"/>
                    </a:cubicBezTo>
                    <a:cubicBezTo>
                      <a:pt x="2" y="0"/>
                      <a:pt x="1" y="0"/>
                      <a:pt x="2" y="0"/>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2" name="Freeform 316"/>
              <p:cNvSpPr/>
              <p:nvPr/>
            </p:nvSpPr>
            <p:spPr bwMode="auto">
              <a:xfrm>
                <a:off x="3837" y="2330"/>
                <a:ext cx="5" cy="2"/>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1"/>
                      <a:pt x="2"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3" name="Freeform 317"/>
              <p:cNvSpPr/>
              <p:nvPr/>
            </p:nvSpPr>
            <p:spPr bwMode="auto">
              <a:xfrm>
                <a:off x="3839" y="2328"/>
                <a:ext cx="5" cy="0"/>
              </a:xfrm>
              <a:custGeom>
                <a:avLst/>
                <a:gdLst>
                  <a:gd name="T0" fmla="*/ 1 w 2"/>
                  <a:gd name="T1" fmla="*/ 0 w 2"/>
                  <a:gd name="T2" fmla="*/ 1 w 2"/>
                  <a:gd name="T3" fmla="*/ 1 w 2"/>
                </a:gdLst>
                <a:ahLst/>
                <a:cxnLst>
                  <a:cxn ang="0">
                    <a:pos x="T0" y="0"/>
                  </a:cxn>
                  <a:cxn ang="0">
                    <a:pos x="T1" y="0"/>
                  </a:cxn>
                  <a:cxn ang="0">
                    <a:pos x="T2" y="0"/>
                  </a:cxn>
                  <a:cxn ang="0">
                    <a:pos x="T3" y="0"/>
                  </a:cxn>
                </a:cxnLst>
                <a:rect l="0" t="0" r="r" b="b"/>
                <a:pathLst>
                  <a:path w="2">
                    <a:moveTo>
                      <a:pt x="1" y="0"/>
                    </a:moveTo>
                    <a:cubicBezTo>
                      <a:pt x="1" y="0"/>
                      <a:pt x="0" y="0"/>
                      <a:pt x="0" y="0"/>
                    </a:cubicBezTo>
                    <a:cubicBezTo>
                      <a:pt x="0" y="0"/>
                      <a:pt x="1" y="0"/>
                      <a:pt x="1" y="0"/>
                    </a:cubicBezTo>
                    <a:cubicBezTo>
                      <a:pt x="1"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4" name="Freeform 318"/>
              <p:cNvSpPr/>
              <p:nvPr/>
            </p:nvSpPr>
            <p:spPr bwMode="auto">
              <a:xfrm>
                <a:off x="3827" y="2268"/>
                <a:ext cx="2"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0" y="0"/>
                    </a:cubicBezTo>
                    <a:lnTo>
                      <a:pt x="1"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5" name="Freeform 319"/>
              <p:cNvSpPr/>
              <p:nvPr/>
            </p:nvSpPr>
            <p:spPr bwMode="auto">
              <a:xfrm>
                <a:off x="3729" y="2856"/>
                <a:ext cx="6" cy="4"/>
              </a:xfrm>
              <a:custGeom>
                <a:avLst/>
                <a:gdLst>
                  <a:gd name="T0" fmla="*/ 3 w 3"/>
                  <a:gd name="T1" fmla="*/ 0 h 2"/>
                  <a:gd name="T2" fmla="*/ 0 w 3"/>
                  <a:gd name="T3" fmla="*/ 2 h 2"/>
                  <a:gd name="T4" fmla="*/ 3 w 3"/>
                  <a:gd name="T5" fmla="*/ 0 h 2"/>
                </a:gdLst>
                <a:ahLst/>
                <a:cxnLst>
                  <a:cxn ang="0">
                    <a:pos x="T0" y="T1"/>
                  </a:cxn>
                  <a:cxn ang="0">
                    <a:pos x="T2" y="T3"/>
                  </a:cxn>
                  <a:cxn ang="0">
                    <a:pos x="T4" y="T5"/>
                  </a:cxn>
                </a:cxnLst>
                <a:rect l="0" t="0" r="r" b="b"/>
                <a:pathLst>
                  <a:path w="3" h="2">
                    <a:moveTo>
                      <a:pt x="3" y="0"/>
                    </a:moveTo>
                    <a:cubicBezTo>
                      <a:pt x="0" y="2"/>
                      <a:pt x="0" y="2"/>
                      <a:pt x="0" y="2"/>
                    </a:cubicBezTo>
                    <a:cubicBezTo>
                      <a:pt x="2" y="1"/>
                      <a:pt x="2" y="1"/>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6" name="Freeform 320"/>
              <p:cNvSpPr/>
              <p:nvPr/>
            </p:nvSpPr>
            <p:spPr bwMode="auto">
              <a:xfrm>
                <a:off x="3731" y="2854"/>
                <a:ext cx="2" cy="4"/>
              </a:xfrm>
              <a:custGeom>
                <a:avLst/>
                <a:gdLst>
                  <a:gd name="T0" fmla="*/ 0 w 1"/>
                  <a:gd name="T1" fmla="*/ 0 h 2"/>
                  <a:gd name="T2" fmla="*/ 1 w 1"/>
                  <a:gd name="T3" fmla="*/ 0 h 2"/>
                  <a:gd name="T4" fmla="*/ 0 w 1"/>
                  <a:gd name="T5" fmla="*/ 0 h 2"/>
                </a:gdLst>
                <a:ahLst/>
                <a:cxnLst>
                  <a:cxn ang="0">
                    <a:pos x="T0" y="T1"/>
                  </a:cxn>
                  <a:cxn ang="0">
                    <a:pos x="T2" y="T3"/>
                  </a:cxn>
                  <a:cxn ang="0">
                    <a:pos x="T4" y="T5"/>
                  </a:cxn>
                </a:cxnLst>
                <a:rect l="0" t="0" r="r" b="b"/>
                <a:pathLst>
                  <a:path w="1" h="2">
                    <a:moveTo>
                      <a:pt x="0" y="0"/>
                    </a:moveTo>
                    <a:cubicBezTo>
                      <a:pt x="0" y="2"/>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7" name="Freeform 321"/>
              <p:cNvSpPr/>
              <p:nvPr/>
            </p:nvSpPr>
            <p:spPr bwMode="auto">
              <a:xfrm>
                <a:off x="3897" y="2822"/>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8" name="Freeform 322"/>
              <p:cNvSpPr/>
              <p:nvPr/>
            </p:nvSpPr>
            <p:spPr bwMode="auto">
              <a:xfrm>
                <a:off x="4007" y="2790"/>
                <a:ext cx="2" cy="4"/>
              </a:xfrm>
              <a:custGeom>
                <a:avLst/>
                <a:gdLst>
                  <a:gd name="T0" fmla="*/ 2 w 2"/>
                  <a:gd name="T1" fmla="*/ 4 h 4"/>
                  <a:gd name="T2" fmla="*/ 2 w 2"/>
                  <a:gd name="T3" fmla="*/ 4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2" y="4"/>
                    </a:lnTo>
                    <a:lnTo>
                      <a:pt x="0" y="0"/>
                    </a:lnTo>
                    <a:lnTo>
                      <a:pt x="2"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9" name="Freeform 323"/>
              <p:cNvSpPr/>
              <p:nvPr/>
            </p:nvSpPr>
            <p:spPr bwMode="auto">
              <a:xfrm>
                <a:off x="3971" y="2813"/>
                <a:ext cx="2" cy="4"/>
              </a:xfrm>
              <a:custGeom>
                <a:avLst/>
                <a:gdLst>
                  <a:gd name="T0" fmla="*/ 0 w 1"/>
                  <a:gd name="T1" fmla="*/ 0 h 2"/>
                  <a:gd name="T2" fmla="*/ 1 w 1"/>
                  <a:gd name="T3" fmla="*/ 1 h 2"/>
                  <a:gd name="T4" fmla="*/ 0 w 1"/>
                  <a:gd name="T5" fmla="*/ 0 h 2"/>
                </a:gdLst>
                <a:ahLst/>
                <a:cxnLst>
                  <a:cxn ang="0">
                    <a:pos x="T0" y="T1"/>
                  </a:cxn>
                  <a:cxn ang="0">
                    <a:pos x="T2" y="T3"/>
                  </a:cxn>
                  <a:cxn ang="0">
                    <a:pos x="T4" y="T5"/>
                  </a:cxn>
                </a:cxnLst>
                <a:rect l="0" t="0" r="r" b="b"/>
                <a:pathLst>
                  <a:path w="1" h="2">
                    <a:moveTo>
                      <a:pt x="0" y="0"/>
                    </a:moveTo>
                    <a:cubicBezTo>
                      <a:pt x="1" y="0"/>
                      <a:pt x="0" y="2"/>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0" name="Freeform 324"/>
              <p:cNvSpPr/>
              <p:nvPr/>
            </p:nvSpPr>
            <p:spPr bwMode="auto">
              <a:xfrm>
                <a:off x="3969" y="250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1" name="Freeform 325"/>
              <p:cNvSpPr/>
              <p:nvPr/>
            </p:nvSpPr>
            <p:spPr bwMode="auto">
              <a:xfrm>
                <a:off x="3850" y="28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2" name="Freeform 326"/>
              <p:cNvSpPr/>
              <p:nvPr/>
            </p:nvSpPr>
            <p:spPr bwMode="auto">
              <a:xfrm>
                <a:off x="3668" y="2060"/>
                <a:ext cx="8" cy="17"/>
              </a:xfrm>
              <a:custGeom>
                <a:avLst/>
                <a:gdLst>
                  <a:gd name="T0" fmla="*/ 4 w 4"/>
                  <a:gd name="T1" fmla="*/ 0 h 8"/>
                  <a:gd name="T2" fmla="*/ 0 w 4"/>
                  <a:gd name="T3" fmla="*/ 6 h 8"/>
                  <a:gd name="T4" fmla="*/ 4 w 4"/>
                  <a:gd name="T5" fmla="*/ 0 h 8"/>
                </a:gdLst>
                <a:ahLst/>
                <a:cxnLst>
                  <a:cxn ang="0">
                    <a:pos x="T0" y="T1"/>
                  </a:cxn>
                  <a:cxn ang="0">
                    <a:pos x="T2" y="T3"/>
                  </a:cxn>
                  <a:cxn ang="0">
                    <a:pos x="T4" y="T5"/>
                  </a:cxn>
                </a:cxnLst>
                <a:rect l="0" t="0" r="r" b="b"/>
                <a:pathLst>
                  <a:path w="4" h="8">
                    <a:moveTo>
                      <a:pt x="4" y="0"/>
                    </a:moveTo>
                    <a:cubicBezTo>
                      <a:pt x="2" y="1"/>
                      <a:pt x="1" y="5"/>
                      <a:pt x="0" y="6"/>
                    </a:cubicBezTo>
                    <a:cubicBezTo>
                      <a:pt x="1" y="8"/>
                      <a:pt x="3" y="1"/>
                      <a:pt x="4"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3" name="Freeform 327"/>
              <p:cNvSpPr/>
              <p:nvPr/>
            </p:nvSpPr>
            <p:spPr bwMode="auto">
              <a:xfrm>
                <a:off x="3837" y="232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4" name="Freeform 328"/>
              <p:cNvSpPr/>
              <p:nvPr/>
            </p:nvSpPr>
            <p:spPr bwMode="auto">
              <a:xfrm>
                <a:off x="3965" y="2504"/>
                <a:ext cx="4" cy="2"/>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1" y="0"/>
                      <a:pt x="1" y="0"/>
                      <a:pt x="1"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5" name="Freeform 329"/>
              <p:cNvSpPr/>
              <p:nvPr/>
            </p:nvSpPr>
            <p:spPr bwMode="auto">
              <a:xfrm>
                <a:off x="3973" y="2476"/>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0"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6" name="Freeform 330"/>
              <p:cNvSpPr/>
              <p:nvPr/>
            </p:nvSpPr>
            <p:spPr bwMode="auto">
              <a:xfrm>
                <a:off x="3965" y="2497"/>
                <a:ext cx="10" cy="4"/>
              </a:xfrm>
              <a:custGeom>
                <a:avLst/>
                <a:gdLst>
                  <a:gd name="T0" fmla="*/ 5 w 5"/>
                  <a:gd name="T1" fmla="*/ 1 h 2"/>
                  <a:gd name="T2" fmla="*/ 1 w 5"/>
                  <a:gd name="T3" fmla="*/ 2 h 2"/>
                  <a:gd name="T4" fmla="*/ 0 w 5"/>
                  <a:gd name="T5" fmla="*/ 2 h 2"/>
                  <a:gd name="T6" fmla="*/ 2 w 5"/>
                  <a:gd name="T7" fmla="*/ 2 h 2"/>
                  <a:gd name="T8" fmla="*/ 3 w 5"/>
                  <a:gd name="T9" fmla="*/ 1 h 2"/>
                  <a:gd name="T10" fmla="*/ 5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5" y="1"/>
                    </a:moveTo>
                    <a:cubicBezTo>
                      <a:pt x="4" y="0"/>
                      <a:pt x="2" y="1"/>
                      <a:pt x="1" y="2"/>
                    </a:cubicBezTo>
                    <a:cubicBezTo>
                      <a:pt x="1" y="2"/>
                      <a:pt x="1" y="2"/>
                      <a:pt x="0" y="2"/>
                    </a:cubicBezTo>
                    <a:cubicBezTo>
                      <a:pt x="1" y="2"/>
                      <a:pt x="2" y="2"/>
                      <a:pt x="2" y="2"/>
                    </a:cubicBezTo>
                    <a:cubicBezTo>
                      <a:pt x="2" y="2"/>
                      <a:pt x="4" y="2"/>
                      <a:pt x="3" y="1"/>
                    </a:cubicBezTo>
                    <a:cubicBezTo>
                      <a:pt x="4" y="1"/>
                      <a:pt x="5" y="1"/>
                      <a:pt x="5"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7" name="Freeform 331"/>
              <p:cNvSpPr/>
              <p:nvPr/>
            </p:nvSpPr>
            <p:spPr bwMode="auto">
              <a:xfrm>
                <a:off x="3835" y="2474"/>
                <a:ext cx="4" cy="0"/>
              </a:xfrm>
              <a:custGeom>
                <a:avLst/>
                <a:gdLst>
                  <a:gd name="T0" fmla="*/ 0 w 2"/>
                  <a:gd name="T1" fmla="*/ 1 w 2"/>
                  <a:gd name="T2" fmla="*/ 0 w 2"/>
                </a:gdLst>
                <a:ahLst/>
                <a:cxnLst>
                  <a:cxn ang="0">
                    <a:pos x="T0" y="0"/>
                  </a:cxn>
                  <a:cxn ang="0">
                    <a:pos x="T1" y="0"/>
                  </a:cxn>
                  <a:cxn ang="0">
                    <a:pos x="T2" y="0"/>
                  </a:cxn>
                </a:cxnLst>
                <a:rect l="0" t="0" r="r" b="b"/>
                <a:pathLst>
                  <a:path w="2">
                    <a:moveTo>
                      <a:pt x="0" y="0"/>
                    </a:moveTo>
                    <a:cubicBezTo>
                      <a:pt x="0" y="0"/>
                      <a:pt x="2"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8" name="Freeform 332"/>
              <p:cNvSpPr/>
              <p:nvPr/>
            </p:nvSpPr>
            <p:spPr bwMode="auto">
              <a:xfrm>
                <a:off x="3829" y="2345"/>
                <a:ext cx="4"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2" y="0"/>
                      <a:pt x="1" y="0"/>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9" name="Freeform 333"/>
              <p:cNvSpPr/>
              <p:nvPr/>
            </p:nvSpPr>
            <p:spPr bwMode="auto">
              <a:xfrm>
                <a:off x="3831" y="233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0" name="Freeform 334"/>
              <p:cNvSpPr/>
              <p:nvPr/>
            </p:nvSpPr>
            <p:spPr bwMode="auto">
              <a:xfrm>
                <a:off x="3850" y="2491"/>
                <a:ext cx="4" cy="2"/>
              </a:xfrm>
              <a:custGeom>
                <a:avLst/>
                <a:gdLst>
                  <a:gd name="T0" fmla="*/ 0 w 4"/>
                  <a:gd name="T1" fmla="*/ 2 h 2"/>
                  <a:gd name="T2" fmla="*/ 0 w 4"/>
                  <a:gd name="T3" fmla="*/ 2 h 2"/>
                  <a:gd name="T4" fmla="*/ 4 w 4"/>
                  <a:gd name="T5" fmla="*/ 0 h 2"/>
                  <a:gd name="T6" fmla="*/ 0 w 4"/>
                  <a:gd name="T7" fmla="*/ 2 h 2"/>
                </a:gdLst>
                <a:ahLst/>
                <a:cxnLst>
                  <a:cxn ang="0">
                    <a:pos x="T0" y="T1"/>
                  </a:cxn>
                  <a:cxn ang="0">
                    <a:pos x="T2" y="T3"/>
                  </a:cxn>
                  <a:cxn ang="0">
                    <a:pos x="T4" y="T5"/>
                  </a:cxn>
                  <a:cxn ang="0">
                    <a:pos x="T6" y="T7"/>
                  </a:cxn>
                </a:cxnLst>
                <a:rect l="0" t="0" r="r" b="b"/>
                <a:pathLst>
                  <a:path w="4" h="2">
                    <a:moveTo>
                      <a:pt x="0" y="2"/>
                    </a:moveTo>
                    <a:lnTo>
                      <a:pt x="0" y="2"/>
                    </a:lnTo>
                    <a:lnTo>
                      <a:pt x="4"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1" name="Freeform 335"/>
              <p:cNvSpPr/>
              <p:nvPr/>
            </p:nvSpPr>
            <p:spPr bwMode="auto">
              <a:xfrm>
                <a:off x="3835" y="233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2" name="Rectangle 336"/>
              <p:cNvSpPr>
                <a:spLocks noChangeArrowheads="1"/>
              </p:cNvSpPr>
              <p:nvPr/>
            </p:nvSpPr>
            <p:spPr bwMode="auto">
              <a:xfrm>
                <a:off x="3835" y="2434"/>
                <a:ext cx="2"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3" name="Freeform 337"/>
              <p:cNvSpPr/>
              <p:nvPr/>
            </p:nvSpPr>
            <p:spPr bwMode="auto">
              <a:xfrm>
                <a:off x="3831" y="2349"/>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2" y="0"/>
                      <a:pt x="2"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4" name="Freeform 338"/>
              <p:cNvSpPr/>
              <p:nvPr/>
            </p:nvSpPr>
            <p:spPr bwMode="auto">
              <a:xfrm>
                <a:off x="3602" y="1823"/>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5" name="Freeform 339"/>
              <p:cNvSpPr/>
              <p:nvPr/>
            </p:nvSpPr>
            <p:spPr bwMode="auto">
              <a:xfrm>
                <a:off x="3905" y="227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6" name="Freeform 340"/>
              <p:cNvSpPr/>
              <p:nvPr/>
            </p:nvSpPr>
            <p:spPr bwMode="auto">
              <a:xfrm>
                <a:off x="3778" y="297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7" name="Freeform 341"/>
              <p:cNvSpPr/>
              <p:nvPr/>
            </p:nvSpPr>
            <p:spPr bwMode="auto">
              <a:xfrm>
                <a:off x="3746" y="2826"/>
                <a:ext cx="399" cy="167"/>
              </a:xfrm>
              <a:custGeom>
                <a:avLst/>
                <a:gdLst>
                  <a:gd name="T0" fmla="*/ 154 w 188"/>
                  <a:gd name="T1" fmla="*/ 20 h 79"/>
                  <a:gd name="T2" fmla="*/ 145 w 188"/>
                  <a:gd name="T3" fmla="*/ 25 h 79"/>
                  <a:gd name="T4" fmla="*/ 108 w 188"/>
                  <a:gd name="T5" fmla="*/ 47 h 79"/>
                  <a:gd name="T6" fmla="*/ 94 w 188"/>
                  <a:gd name="T7" fmla="*/ 49 h 79"/>
                  <a:gd name="T8" fmla="*/ 84 w 188"/>
                  <a:gd name="T9" fmla="*/ 48 h 79"/>
                  <a:gd name="T10" fmla="*/ 64 w 188"/>
                  <a:gd name="T11" fmla="*/ 52 h 79"/>
                  <a:gd name="T12" fmla="*/ 52 w 188"/>
                  <a:gd name="T13" fmla="*/ 54 h 79"/>
                  <a:gd name="T14" fmla="*/ 33 w 188"/>
                  <a:gd name="T15" fmla="*/ 56 h 79"/>
                  <a:gd name="T16" fmla="*/ 23 w 188"/>
                  <a:gd name="T17" fmla="*/ 60 h 79"/>
                  <a:gd name="T18" fmla="*/ 12 w 188"/>
                  <a:gd name="T19" fmla="*/ 55 h 79"/>
                  <a:gd name="T20" fmla="*/ 5 w 188"/>
                  <a:gd name="T21" fmla="*/ 55 h 79"/>
                  <a:gd name="T22" fmla="*/ 5 w 188"/>
                  <a:gd name="T23" fmla="*/ 53 h 79"/>
                  <a:gd name="T24" fmla="*/ 4 w 188"/>
                  <a:gd name="T25" fmla="*/ 51 h 79"/>
                  <a:gd name="T26" fmla="*/ 3 w 188"/>
                  <a:gd name="T27" fmla="*/ 53 h 79"/>
                  <a:gd name="T28" fmla="*/ 3 w 188"/>
                  <a:gd name="T29" fmla="*/ 56 h 79"/>
                  <a:gd name="T30" fmla="*/ 0 w 188"/>
                  <a:gd name="T31" fmla="*/ 58 h 79"/>
                  <a:gd name="T32" fmla="*/ 2 w 188"/>
                  <a:gd name="T33" fmla="*/ 61 h 79"/>
                  <a:gd name="T34" fmla="*/ 13 w 188"/>
                  <a:gd name="T35" fmla="*/ 66 h 79"/>
                  <a:gd name="T36" fmla="*/ 15 w 188"/>
                  <a:gd name="T37" fmla="*/ 70 h 79"/>
                  <a:gd name="T38" fmla="*/ 16 w 188"/>
                  <a:gd name="T39" fmla="*/ 72 h 79"/>
                  <a:gd name="T40" fmla="*/ 18 w 188"/>
                  <a:gd name="T41" fmla="*/ 76 h 79"/>
                  <a:gd name="T42" fmla="*/ 21 w 188"/>
                  <a:gd name="T43" fmla="*/ 71 h 79"/>
                  <a:gd name="T44" fmla="*/ 26 w 188"/>
                  <a:gd name="T45" fmla="*/ 67 h 79"/>
                  <a:gd name="T46" fmla="*/ 27 w 188"/>
                  <a:gd name="T47" fmla="*/ 76 h 79"/>
                  <a:gd name="T48" fmla="*/ 30 w 188"/>
                  <a:gd name="T49" fmla="*/ 74 h 79"/>
                  <a:gd name="T50" fmla="*/ 31 w 188"/>
                  <a:gd name="T51" fmla="*/ 78 h 79"/>
                  <a:gd name="T52" fmla="*/ 35 w 188"/>
                  <a:gd name="T53" fmla="*/ 74 h 79"/>
                  <a:gd name="T54" fmla="*/ 38 w 188"/>
                  <a:gd name="T55" fmla="*/ 73 h 79"/>
                  <a:gd name="T56" fmla="*/ 42 w 188"/>
                  <a:gd name="T57" fmla="*/ 64 h 79"/>
                  <a:gd name="T58" fmla="*/ 43 w 188"/>
                  <a:gd name="T59" fmla="*/ 76 h 79"/>
                  <a:gd name="T60" fmla="*/ 51 w 188"/>
                  <a:gd name="T61" fmla="*/ 72 h 79"/>
                  <a:gd name="T62" fmla="*/ 57 w 188"/>
                  <a:gd name="T63" fmla="*/ 72 h 79"/>
                  <a:gd name="T64" fmla="*/ 61 w 188"/>
                  <a:gd name="T65" fmla="*/ 70 h 79"/>
                  <a:gd name="T66" fmla="*/ 70 w 188"/>
                  <a:gd name="T67" fmla="*/ 68 h 79"/>
                  <a:gd name="T68" fmla="*/ 75 w 188"/>
                  <a:gd name="T69" fmla="*/ 71 h 79"/>
                  <a:gd name="T70" fmla="*/ 77 w 188"/>
                  <a:gd name="T71" fmla="*/ 68 h 79"/>
                  <a:gd name="T72" fmla="*/ 80 w 188"/>
                  <a:gd name="T73" fmla="*/ 68 h 79"/>
                  <a:gd name="T74" fmla="*/ 81 w 188"/>
                  <a:gd name="T75" fmla="*/ 66 h 79"/>
                  <a:gd name="T76" fmla="*/ 86 w 188"/>
                  <a:gd name="T77" fmla="*/ 67 h 79"/>
                  <a:gd name="T78" fmla="*/ 92 w 188"/>
                  <a:gd name="T79" fmla="*/ 65 h 79"/>
                  <a:gd name="T80" fmla="*/ 98 w 188"/>
                  <a:gd name="T81" fmla="*/ 64 h 79"/>
                  <a:gd name="T82" fmla="*/ 104 w 188"/>
                  <a:gd name="T83" fmla="*/ 60 h 79"/>
                  <a:gd name="T84" fmla="*/ 107 w 188"/>
                  <a:gd name="T85" fmla="*/ 62 h 79"/>
                  <a:gd name="T86" fmla="*/ 108 w 188"/>
                  <a:gd name="T87" fmla="*/ 62 h 79"/>
                  <a:gd name="T88" fmla="*/ 114 w 188"/>
                  <a:gd name="T89" fmla="*/ 59 h 79"/>
                  <a:gd name="T90" fmla="*/ 119 w 188"/>
                  <a:gd name="T91" fmla="*/ 59 h 79"/>
                  <a:gd name="T92" fmla="*/ 122 w 188"/>
                  <a:gd name="T93" fmla="*/ 52 h 79"/>
                  <a:gd name="T94" fmla="*/ 126 w 188"/>
                  <a:gd name="T95" fmla="*/ 52 h 79"/>
                  <a:gd name="T96" fmla="*/ 132 w 188"/>
                  <a:gd name="T97" fmla="*/ 50 h 79"/>
                  <a:gd name="T98" fmla="*/ 139 w 188"/>
                  <a:gd name="T99" fmla="*/ 45 h 79"/>
                  <a:gd name="T100" fmla="*/ 143 w 188"/>
                  <a:gd name="T101" fmla="*/ 43 h 79"/>
                  <a:gd name="T102" fmla="*/ 156 w 188"/>
                  <a:gd name="T103" fmla="*/ 39 h 79"/>
                  <a:gd name="T104" fmla="*/ 160 w 188"/>
                  <a:gd name="T105" fmla="*/ 37 h 79"/>
                  <a:gd name="T106" fmla="*/ 167 w 188"/>
                  <a:gd name="T107" fmla="*/ 26 h 79"/>
                  <a:gd name="T108" fmla="*/ 172 w 188"/>
                  <a:gd name="T109" fmla="*/ 21 h 79"/>
                  <a:gd name="T110" fmla="*/ 180 w 188"/>
                  <a:gd name="T11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79">
                    <a:moveTo>
                      <a:pt x="180" y="0"/>
                    </a:moveTo>
                    <a:cubicBezTo>
                      <a:pt x="179" y="5"/>
                      <a:pt x="175" y="6"/>
                      <a:pt x="171" y="7"/>
                    </a:cubicBezTo>
                    <a:cubicBezTo>
                      <a:pt x="170" y="8"/>
                      <a:pt x="169" y="10"/>
                      <a:pt x="168" y="10"/>
                    </a:cubicBezTo>
                    <a:cubicBezTo>
                      <a:pt x="164" y="15"/>
                      <a:pt x="157" y="14"/>
                      <a:pt x="154" y="19"/>
                    </a:cubicBezTo>
                    <a:cubicBezTo>
                      <a:pt x="155" y="19"/>
                      <a:pt x="155" y="20"/>
                      <a:pt x="155" y="21"/>
                    </a:cubicBezTo>
                    <a:cubicBezTo>
                      <a:pt x="154" y="20"/>
                      <a:pt x="154" y="20"/>
                      <a:pt x="154" y="20"/>
                    </a:cubicBezTo>
                    <a:cubicBezTo>
                      <a:pt x="155" y="22"/>
                      <a:pt x="155" y="22"/>
                      <a:pt x="155" y="22"/>
                    </a:cubicBezTo>
                    <a:cubicBezTo>
                      <a:pt x="155" y="22"/>
                      <a:pt x="154" y="20"/>
                      <a:pt x="154" y="20"/>
                    </a:cubicBezTo>
                    <a:cubicBezTo>
                      <a:pt x="152" y="21"/>
                      <a:pt x="151" y="23"/>
                      <a:pt x="149" y="23"/>
                    </a:cubicBezTo>
                    <a:cubicBezTo>
                      <a:pt x="149" y="25"/>
                      <a:pt x="148" y="24"/>
                      <a:pt x="149" y="26"/>
                    </a:cubicBezTo>
                    <a:cubicBezTo>
                      <a:pt x="148" y="25"/>
                      <a:pt x="148" y="25"/>
                      <a:pt x="148" y="25"/>
                    </a:cubicBezTo>
                    <a:cubicBezTo>
                      <a:pt x="147" y="27"/>
                      <a:pt x="147" y="27"/>
                      <a:pt x="145" y="25"/>
                    </a:cubicBezTo>
                    <a:cubicBezTo>
                      <a:pt x="139" y="27"/>
                      <a:pt x="134" y="30"/>
                      <a:pt x="128" y="32"/>
                    </a:cubicBezTo>
                    <a:cubicBezTo>
                      <a:pt x="123" y="34"/>
                      <a:pt x="118" y="39"/>
                      <a:pt x="112" y="41"/>
                    </a:cubicBezTo>
                    <a:cubicBezTo>
                      <a:pt x="112" y="45"/>
                      <a:pt x="111" y="43"/>
                      <a:pt x="110" y="47"/>
                    </a:cubicBezTo>
                    <a:cubicBezTo>
                      <a:pt x="110" y="46"/>
                      <a:pt x="110" y="46"/>
                      <a:pt x="110" y="46"/>
                    </a:cubicBezTo>
                    <a:cubicBezTo>
                      <a:pt x="110" y="47"/>
                      <a:pt x="109" y="46"/>
                      <a:pt x="107" y="45"/>
                    </a:cubicBezTo>
                    <a:cubicBezTo>
                      <a:pt x="108" y="46"/>
                      <a:pt x="107" y="45"/>
                      <a:pt x="108" y="47"/>
                    </a:cubicBezTo>
                    <a:cubicBezTo>
                      <a:pt x="108" y="49"/>
                      <a:pt x="106" y="45"/>
                      <a:pt x="106" y="46"/>
                    </a:cubicBezTo>
                    <a:cubicBezTo>
                      <a:pt x="105" y="45"/>
                      <a:pt x="106" y="47"/>
                      <a:pt x="106" y="46"/>
                    </a:cubicBezTo>
                    <a:cubicBezTo>
                      <a:pt x="105" y="49"/>
                      <a:pt x="106" y="45"/>
                      <a:pt x="103" y="44"/>
                    </a:cubicBezTo>
                    <a:cubicBezTo>
                      <a:pt x="101" y="45"/>
                      <a:pt x="98" y="48"/>
                      <a:pt x="95" y="47"/>
                    </a:cubicBezTo>
                    <a:cubicBezTo>
                      <a:pt x="95" y="47"/>
                      <a:pt x="96" y="49"/>
                      <a:pt x="96" y="49"/>
                    </a:cubicBezTo>
                    <a:cubicBezTo>
                      <a:pt x="95" y="46"/>
                      <a:pt x="95" y="50"/>
                      <a:pt x="94" y="49"/>
                    </a:cubicBezTo>
                    <a:cubicBezTo>
                      <a:pt x="94" y="48"/>
                      <a:pt x="94" y="48"/>
                      <a:pt x="94" y="48"/>
                    </a:cubicBezTo>
                    <a:cubicBezTo>
                      <a:pt x="93" y="47"/>
                      <a:pt x="92" y="49"/>
                      <a:pt x="91" y="48"/>
                    </a:cubicBezTo>
                    <a:cubicBezTo>
                      <a:pt x="90" y="49"/>
                      <a:pt x="88" y="47"/>
                      <a:pt x="88" y="49"/>
                    </a:cubicBezTo>
                    <a:cubicBezTo>
                      <a:pt x="88" y="47"/>
                      <a:pt x="87" y="48"/>
                      <a:pt x="87" y="47"/>
                    </a:cubicBezTo>
                    <a:cubicBezTo>
                      <a:pt x="87" y="51"/>
                      <a:pt x="84" y="46"/>
                      <a:pt x="84" y="49"/>
                    </a:cubicBezTo>
                    <a:cubicBezTo>
                      <a:pt x="84" y="48"/>
                      <a:pt x="84" y="48"/>
                      <a:pt x="84" y="48"/>
                    </a:cubicBezTo>
                    <a:cubicBezTo>
                      <a:pt x="81" y="49"/>
                      <a:pt x="77" y="49"/>
                      <a:pt x="74" y="51"/>
                    </a:cubicBezTo>
                    <a:cubicBezTo>
                      <a:pt x="73" y="52"/>
                      <a:pt x="70" y="48"/>
                      <a:pt x="69" y="50"/>
                    </a:cubicBezTo>
                    <a:cubicBezTo>
                      <a:pt x="68" y="52"/>
                      <a:pt x="68" y="52"/>
                      <a:pt x="68" y="52"/>
                    </a:cubicBezTo>
                    <a:cubicBezTo>
                      <a:pt x="68" y="52"/>
                      <a:pt x="68" y="51"/>
                      <a:pt x="68" y="51"/>
                    </a:cubicBezTo>
                    <a:cubicBezTo>
                      <a:pt x="67" y="52"/>
                      <a:pt x="66" y="51"/>
                      <a:pt x="65" y="51"/>
                    </a:cubicBezTo>
                    <a:cubicBezTo>
                      <a:pt x="65" y="51"/>
                      <a:pt x="64" y="52"/>
                      <a:pt x="64" y="52"/>
                    </a:cubicBezTo>
                    <a:cubicBezTo>
                      <a:pt x="63" y="50"/>
                      <a:pt x="61" y="54"/>
                      <a:pt x="60" y="52"/>
                    </a:cubicBezTo>
                    <a:cubicBezTo>
                      <a:pt x="61" y="55"/>
                      <a:pt x="59" y="54"/>
                      <a:pt x="59" y="55"/>
                    </a:cubicBezTo>
                    <a:cubicBezTo>
                      <a:pt x="58" y="55"/>
                      <a:pt x="58" y="54"/>
                      <a:pt x="58" y="53"/>
                    </a:cubicBezTo>
                    <a:cubicBezTo>
                      <a:pt x="57" y="53"/>
                      <a:pt x="57" y="54"/>
                      <a:pt x="56" y="53"/>
                    </a:cubicBezTo>
                    <a:cubicBezTo>
                      <a:pt x="55" y="53"/>
                      <a:pt x="55" y="55"/>
                      <a:pt x="54" y="55"/>
                    </a:cubicBezTo>
                    <a:cubicBezTo>
                      <a:pt x="54" y="52"/>
                      <a:pt x="53" y="54"/>
                      <a:pt x="52" y="54"/>
                    </a:cubicBezTo>
                    <a:cubicBezTo>
                      <a:pt x="52" y="56"/>
                      <a:pt x="52" y="57"/>
                      <a:pt x="51" y="56"/>
                    </a:cubicBezTo>
                    <a:cubicBezTo>
                      <a:pt x="51" y="54"/>
                      <a:pt x="51" y="54"/>
                      <a:pt x="51" y="54"/>
                    </a:cubicBezTo>
                    <a:cubicBezTo>
                      <a:pt x="49" y="56"/>
                      <a:pt x="46" y="53"/>
                      <a:pt x="43" y="56"/>
                    </a:cubicBezTo>
                    <a:cubicBezTo>
                      <a:pt x="43" y="54"/>
                      <a:pt x="43" y="54"/>
                      <a:pt x="43" y="54"/>
                    </a:cubicBezTo>
                    <a:cubicBezTo>
                      <a:pt x="41" y="56"/>
                      <a:pt x="38" y="54"/>
                      <a:pt x="36" y="57"/>
                    </a:cubicBezTo>
                    <a:cubicBezTo>
                      <a:pt x="35" y="56"/>
                      <a:pt x="34" y="56"/>
                      <a:pt x="33" y="56"/>
                    </a:cubicBezTo>
                    <a:cubicBezTo>
                      <a:pt x="32" y="57"/>
                      <a:pt x="32" y="57"/>
                      <a:pt x="31" y="59"/>
                    </a:cubicBezTo>
                    <a:cubicBezTo>
                      <a:pt x="31" y="59"/>
                      <a:pt x="31" y="58"/>
                      <a:pt x="31" y="57"/>
                    </a:cubicBezTo>
                    <a:cubicBezTo>
                      <a:pt x="30" y="57"/>
                      <a:pt x="29" y="54"/>
                      <a:pt x="28" y="57"/>
                    </a:cubicBezTo>
                    <a:cubicBezTo>
                      <a:pt x="28" y="55"/>
                      <a:pt x="28" y="55"/>
                      <a:pt x="28" y="55"/>
                    </a:cubicBezTo>
                    <a:cubicBezTo>
                      <a:pt x="27" y="57"/>
                      <a:pt x="25" y="58"/>
                      <a:pt x="25" y="57"/>
                    </a:cubicBezTo>
                    <a:cubicBezTo>
                      <a:pt x="24" y="58"/>
                      <a:pt x="23" y="58"/>
                      <a:pt x="23" y="60"/>
                    </a:cubicBezTo>
                    <a:cubicBezTo>
                      <a:pt x="23" y="60"/>
                      <a:pt x="23" y="57"/>
                      <a:pt x="23" y="59"/>
                    </a:cubicBezTo>
                    <a:cubicBezTo>
                      <a:pt x="23" y="57"/>
                      <a:pt x="23" y="57"/>
                      <a:pt x="23" y="57"/>
                    </a:cubicBezTo>
                    <a:cubicBezTo>
                      <a:pt x="21" y="56"/>
                      <a:pt x="19" y="56"/>
                      <a:pt x="17" y="57"/>
                    </a:cubicBezTo>
                    <a:cubicBezTo>
                      <a:pt x="17" y="55"/>
                      <a:pt x="15" y="57"/>
                      <a:pt x="14" y="55"/>
                    </a:cubicBezTo>
                    <a:cubicBezTo>
                      <a:pt x="13" y="56"/>
                      <a:pt x="13" y="54"/>
                      <a:pt x="11" y="56"/>
                    </a:cubicBezTo>
                    <a:cubicBezTo>
                      <a:pt x="12" y="55"/>
                      <a:pt x="12" y="55"/>
                      <a:pt x="12" y="55"/>
                    </a:cubicBezTo>
                    <a:cubicBezTo>
                      <a:pt x="11" y="54"/>
                      <a:pt x="10" y="54"/>
                      <a:pt x="9" y="53"/>
                    </a:cubicBezTo>
                    <a:cubicBezTo>
                      <a:pt x="9" y="52"/>
                      <a:pt x="8" y="54"/>
                      <a:pt x="7" y="54"/>
                    </a:cubicBezTo>
                    <a:cubicBezTo>
                      <a:pt x="8" y="53"/>
                      <a:pt x="8" y="53"/>
                      <a:pt x="8" y="53"/>
                    </a:cubicBezTo>
                    <a:cubicBezTo>
                      <a:pt x="8" y="53"/>
                      <a:pt x="7" y="54"/>
                      <a:pt x="6" y="55"/>
                    </a:cubicBezTo>
                    <a:cubicBezTo>
                      <a:pt x="6" y="54"/>
                      <a:pt x="6" y="54"/>
                      <a:pt x="6" y="54"/>
                    </a:cubicBezTo>
                    <a:cubicBezTo>
                      <a:pt x="5" y="55"/>
                      <a:pt x="5" y="55"/>
                      <a:pt x="5" y="55"/>
                    </a:cubicBezTo>
                    <a:cubicBezTo>
                      <a:pt x="5" y="55"/>
                      <a:pt x="5" y="56"/>
                      <a:pt x="5" y="56"/>
                    </a:cubicBezTo>
                    <a:cubicBezTo>
                      <a:pt x="5" y="55"/>
                      <a:pt x="4" y="56"/>
                      <a:pt x="4" y="54"/>
                    </a:cubicBezTo>
                    <a:cubicBezTo>
                      <a:pt x="5" y="54"/>
                      <a:pt x="7" y="53"/>
                      <a:pt x="8" y="52"/>
                    </a:cubicBezTo>
                    <a:cubicBezTo>
                      <a:pt x="8" y="51"/>
                      <a:pt x="5" y="53"/>
                      <a:pt x="6" y="52"/>
                    </a:cubicBezTo>
                    <a:cubicBezTo>
                      <a:pt x="6" y="51"/>
                      <a:pt x="6" y="51"/>
                      <a:pt x="5" y="51"/>
                    </a:cubicBezTo>
                    <a:cubicBezTo>
                      <a:pt x="5" y="52"/>
                      <a:pt x="5" y="52"/>
                      <a:pt x="5" y="53"/>
                    </a:cubicBezTo>
                    <a:cubicBezTo>
                      <a:pt x="5" y="53"/>
                      <a:pt x="5" y="52"/>
                      <a:pt x="5" y="52"/>
                    </a:cubicBezTo>
                    <a:cubicBezTo>
                      <a:pt x="4" y="52"/>
                      <a:pt x="4" y="52"/>
                      <a:pt x="4" y="52"/>
                    </a:cubicBezTo>
                    <a:cubicBezTo>
                      <a:pt x="4" y="52"/>
                      <a:pt x="4" y="52"/>
                      <a:pt x="5" y="52"/>
                    </a:cubicBezTo>
                    <a:cubicBezTo>
                      <a:pt x="5" y="51"/>
                      <a:pt x="5" y="51"/>
                      <a:pt x="5" y="51"/>
                    </a:cubicBezTo>
                    <a:cubicBezTo>
                      <a:pt x="4" y="52"/>
                      <a:pt x="4" y="52"/>
                      <a:pt x="4" y="52"/>
                    </a:cubicBezTo>
                    <a:cubicBezTo>
                      <a:pt x="4" y="51"/>
                      <a:pt x="4" y="51"/>
                      <a:pt x="4" y="51"/>
                    </a:cubicBezTo>
                    <a:cubicBezTo>
                      <a:pt x="3" y="51"/>
                      <a:pt x="3" y="51"/>
                      <a:pt x="2" y="50"/>
                    </a:cubicBezTo>
                    <a:cubicBezTo>
                      <a:pt x="1" y="52"/>
                      <a:pt x="4" y="46"/>
                      <a:pt x="0" y="55"/>
                    </a:cubicBezTo>
                    <a:cubicBezTo>
                      <a:pt x="1" y="55"/>
                      <a:pt x="1" y="55"/>
                      <a:pt x="1" y="55"/>
                    </a:cubicBezTo>
                    <a:cubicBezTo>
                      <a:pt x="2" y="54"/>
                      <a:pt x="2" y="54"/>
                      <a:pt x="2" y="54"/>
                    </a:cubicBezTo>
                    <a:cubicBezTo>
                      <a:pt x="2" y="54"/>
                      <a:pt x="3" y="54"/>
                      <a:pt x="3" y="54"/>
                    </a:cubicBezTo>
                    <a:cubicBezTo>
                      <a:pt x="3" y="54"/>
                      <a:pt x="3" y="53"/>
                      <a:pt x="3" y="53"/>
                    </a:cubicBezTo>
                    <a:cubicBezTo>
                      <a:pt x="3" y="53"/>
                      <a:pt x="3" y="54"/>
                      <a:pt x="3" y="53"/>
                    </a:cubicBezTo>
                    <a:cubicBezTo>
                      <a:pt x="3" y="52"/>
                      <a:pt x="4" y="51"/>
                      <a:pt x="4" y="53"/>
                    </a:cubicBezTo>
                    <a:cubicBezTo>
                      <a:pt x="4" y="54"/>
                      <a:pt x="4" y="54"/>
                      <a:pt x="4" y="55"/>
                    </a:cubicBezTo>
                    <a:cubicBezTo>
                      <a:pt x="4" y="55"/>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5"/>
                      <a:pt x="3" y="55"/>
                    </a:cubicBezTo>
                    <a:cubicBezTo>
                      <a:pt x="2" y="55"/>
                      <a:pt x="2" y="56"/>
                      <a:pt x="1" y="56"/>
                    </a:cubicBezTo>
                    <a:cubicBezTo>
                      <a:pt x="2" y="56"/>
                      <a:pt x="2" y="56"/>
                      <a:pt x="2" y="56"/>
                    </a:cubicBezTo>
                    <a:cubicBezTo>
                      <a:pt x="0" y="58"/>
                      <a:pt x="0" y="58"/>
                      <a:pt x="0" y="58"/>
                    </a:cubicBezTo>
                    <a:cubicBezTo>
                      <a:pt x="2" y="57"/>
                      <a:pt x="2" y="57"/>
                      <a:pt x="3" y="58"/>
                    </a:cubicBezTo>
                    <a:cubicBezTo>
                      <a:pt x="3" y="58"/>
                      <a:pt x="3" y="58"/>
                      <a:pt x="3" y="58"/>
                    </a:cubicBezTo>
                    <a:cubicBezTo>
                      <a:pt x="3" y="58"/>
                      <a:pt x="3" y="58"/>
                      <a:pt x="3" y="58"/>
                    </a:cubicBezTo>
                    <a:cubicBezTo>
                      <a:pt x="3" y="58"/>
                      <a:pt x="3" y="58"/>
                      <a:pt x="3" y="58"/>
                    </a:cubicBezTo>
                    <a:cubicBezTo>
                      <a:pt x="3" y="60"/>
                      <a:pt x="4" y="57"/>
                      <a:pt x="4" y="58"/>
                    </a:cubicBezTo>
                    <a:cubicBezTo>
                      <a:pt x="4" y="58"/>
                      <a:pt x="2" y="60"/>
                      <a:pt x="2" y="61"/>
                    </a:cubicBezTo>
                    <a:cubicBezTo>
                      <a:pt x="3" y="62"/>
                      <a:pt x="6" y="61"/>
                      <a:pt x="6" y="63"/>
                    </a:cubicBezTo>
                    <a:cubicBezTo>
                      <a:pt x="7" y="63"/>
                      <a:pt x="8" y="63"/>
                      <a:pt x="9" y="62"/>
                    </a:cubicBezTo>
                    <a:cubicBezTo>
                      <a:pt x="10" y="62"/>
                      <a:pt x="8" y="65"/>
                      <a:pt x="9" y="64"/>
                    </a:cubicBezTo>
                    <a:cubicBezTo>
                      <a:pt x="9" y="65"/>
                      <a:pt x="9" y="66"/>
                      <a:pt x="8" y="66"/>
                    </a:cubicBezTo>
                    <a:cubicBezTo>
                      <a:pt x="9" y="66"/>
                      <a:pt x="10" y="67"/>
                      <a:pt x="10" y="65"/>
                    </a:cubicBezTo>
                    <a:cubicBezTo>
                      <a:pt x="11" y="66"/>
                      <a:pt x="12" y="67"/>
                      <a:pt x="13" y="66"/>
                    </a:cubicBezTo>
                    <a:cubicBezTo>
                      <a:pt x="13" y="66"/>
                      <a:pt x="12" y="68"/>
                      <a:pt x="12" y="69"/>
                    </a:cubicBezTo>
                    <a:cubicBezTo>
                      <a:pt x="13" y="67"/>
                      <a:pt x="15" y="67"/>
                      <a:pt x="15" y="67"/>
                    </a:cubicBezTo>
                    <a:cubicBezTo>
                      <a:pt x="16" y="66"/>
                      <a:pt x="16" y="66"/>
                      <a:pt x="16" y="64"/>
                    </a:cubicBezTo>
                    <a:cubicBezTo>
                      <a:pt x="16" y="64"/>
                      <a:pt x="17" y="63"/>
                      <a:pt x="17" y="63"/>
                    </a:cubicBezTo>
                    <a:cubicBezTo>
                      <a:pt x="17" y="65"/>
                      <a:pt x="16" y="68"/>
                      <a:pt x="17" y="68"/>
                    </a:cubicBezTo>
                    <a:cubicBezTo>
                      <a:pt x="16" y="71"/>
                      <a:pt x="15" y="67"/>
                      <a:pt x="15" y="70"/>
                    </a:cubicBezTo>
                    <a:cubicBezTo>
                      <a:pt x="14" y="72"/>
                      <a:pt x="12" y="72"/>
                      <a:pt x="12" y="70"/>
                    </a:cubicBezTo>
                    <a:cubicBezTo>
                      <a:pt x="11" y="73"/>
                      <a:pt x="13" y="71"/>
                      <a:pt x="12" y="73"/>
                    </a:cubicBezTo>
                    <a:cubicBezTo>
                      <a:pt x="13" y="73"/>
                      <a:pt x="14" y="72"/>
                      <a:pt x="15" y="72"/>
                    </a:cubicBezTo>
                    <a:cubicBezTo>
                      <a:pt x="15" y="71"/>
                      <a:pt x="15" y="70"/>
                      <a:pt x="16" y="70"/>
                    </a:cubicBezTo>
                    <a:cubicBezTo>
                      <a:pt x="17" y="67"/>
                      <a:pt x="16" y="72"/>
                      <a:pt x="17" y="72"/>
                    </a:cubicBezTo>
                    <a:cubicBezTo>
                      <a:pt x="16" y="72"/>
                      <a:pt x="16" y="72"/>
                      <a:pt x="16" y="72"/>
                    </a:cubicBezTo>
                    <a:cubicBezTo>
                      <a:pt x="16" y="73"/>
                      <a:pt x="17" y="72"/>
                      <a:pt x="18" y="72"/>
                    </a:cubicBezTo>
                    <a:cubicBezTo>
                      <a:pt x="17" y="75"/>
                      <a:pt x="17" y="72"/>
                      <a:pt x="16" y="74"/>
                    </a:cubicBezTo>
                    <a:cubicBezTo>
                      <a:pt x="16" y="76"/>
                      <a:pt x="16" y="76"/>
                      <a:pt x="16" y="76"/>
                    </a:cubicBezTo>
                    <a:cubicBezTo>
                      <a:pt x="17" y="77"/>
                      <a:pt x="17" y="74"/>
                      <a:pt x="18" y="75"/>
                    </a:cubicBezTo>
                    <a:cubicBezTo>
                      <a:pt x="17" y="76"/>
                      <a:pt x="17" y="76"/>
                      <a:pt x="17" y="76"/>
                    </a:cubicBezTo>
                    <a:cubicBezTo>
                      <a:pt x="18" y="76"/>
                      <a:pt x="18" y="76"/>
                      <a:pt x="18" y="76"/>
                    </a:cubicBezTo>
                    <a:cubicBezTo>
                      <a:pt x="18" y="74"/>
                      <a:pt x="19" y="73"/>
                      <a:pt x="18" y="73"/>
                    </a:cubicBezTo>
                    <a:cubicBezTo>
                      <a:pt x="19" y="70"/>
                      <a:pt x="19" y="72"/>
                      <a:pt x="20" y="72"/>
                    </a:cubicBezTo>
                    <a:cubicBezTo>
                      <a:pt x="20" y="70"/>
                      <a:pt x="19" y="72"/>
                      <a:pt x="20" y="70"/>
                    </a:cubicBezTo>
                    <a:cubicBezTo>
                      <a:pt x="20" y="69"/>
                      <a:pt x="20" y="69"/>
                      <a:pt x="21" y="69"/>
                    </a:cubicBezTo>
                    <a:cubicBezTo>
                      <a:pt x="22" y="69"/>
                      <a:pt x="21" y="71"/>
                      <a:pt x="21" y="72"/>
                    </a:cubicBezTo>
                    <a:cubicBezTo>
                      <a:pt x="21" y="72"/>
                      <a:pt x="20" y="72"/>
                      <a:pt x="21" y="71"/>
                    </a:cubicBezTo>
                    <a:cubicBezTo>
                      <a:pt x="19" y="73"/>
                      <a:pt x="20" y="75"/>
                      <a:pt x="19" y="76"/>
                    </a:cubicBezTo>
                    <a:cubicBezTo>
                      <a:pt x="20" y="77"/>
                      <a:pt x="20" y="75"/>
                      <a:pt x="21" y="75"/>
                    </a:cubicBezTo>
                    <a:cubicBezTo>
                      <a:pt x="21" y="74"/>
                      <a:pt x="21" y="73"/>
                      <a:pt x="21" y="72"/>
                    </a:cubicBezTo>
                    <a:cubicBezTo>
                      <a:pt x="23" y="68"/>
                      <a:pt x="21" y="76"/>
                      <a:pt x="23" y="75"/>
                    </a:cubicBezTo>
                    <a:cubicBezTo>
                      <a:pt x="23" y="72"/>
                      <a:pt x="25" y="71"/>
                      <a:pt x="25" y="68"/>
                    </a:cubicBezTo>
                    <a:cubicBezTo>
                      <a:pt x="25" y="67"/>
                      <a:pt x="25" y="66"/>
                      <a:pt x="26" y="67"/>
                    </a:cubicBezTo>
                    <a:cubicBezTo>
                      <a:pt x="25" y="69"/>
                      <a:pt x="26" y="68"/>
                      <a:pt x="25" y="70"/>
                    </a:cubicBezTo>
                    <a:cubicBezTo>
                      <a:pt x="25" y="70"/>
                      <a:pt x="25" y="70"/>
                      <a:pt x="25" y="70"/>
                    </a:cubicBezTo>
                    <a:cubicBezTo>
                      <a:pt x="24" y="73"/>
                      <a:pt x="24" y="73"/>
                      <a:pt x="24" y="73"/>
                    </a:cubicBezTo>
                    <a:cubicBezTo>
                      <a:pt x="25" y="74"/>
                      <a:pt x="25" y="76"/>
                      <a:pt x="26" y="77"/>
                    </a:cubicBezTo>
                    <a:cubicBezTo>
                      <a:pt x="26" y="76"/>
                      <a:pt x="26" y="75"/>
                      <a:pt x="26" y="74"/>
                    </a:cubicBezTo>
                    <a:cubicBezTo>
                      <a:pt x="26" y="75"/>
                      <a:pt x="26" y="76"/>
                      <a:pt x="27" y="76"/>
                    </a:cubicBezTo>
                    <a:cubicBezTo>
                      <a:pt x="26" y="76"/>
                      <a:pt x="27" y="74"/>
                      <a:pt x="27" y="73"/>
                    </a:cubicBezTo>
                    <a:cubicBezTo>
                      <a:pt x="28" y="73"/>
                      <a:pt x="28" y="75"/>
                      <a:pt x="28" y="76"/>
                    </a:cubicBezTo>
                    <a:cubicBezTo>
                      <a:pt x="27" y="77"/>
                      <a:pt x="27" y="77"/>
                      <a:pt x="27" y="77"/>
                    </a:cubicBezTo>
                    <a:cubicBezTo>
                      <a:pt x="28" y="76"/>
                      <a:pt x="28" y="78"/>
                      <a:pt x="28" y="78"/>
                    </a:cubicBezTo>
                    <a:cubicBezTo>
                      <a:pt x="28" y="76"/>
                      <a:pt x="29" y="75"/>
                      <a:pt x="29" y="73"/>
                    </a:cubicBezTo>
                    <a:cubicBezTo>
                      <a:pt x="30" y="73"/>
                      <a:pt x="30" y="74"/>
                      <a:pt x="30" y="74"/>
                    </a:cubicBezTo>
                    <a:cubicBezTo>
                      <a:pt x="29" y="75"/>
                      <a:pt x="29" y="75"/>
                      <a:pt x="29" y="75"/>
                    </a:cubicBezTo>
                    <a:cubicBezTo>
                      <a:pt x="30" y="75"/>
                      <a:pt x="29" y="78"/>
                      <a:pt x="30" y="78"/>
                    </a:cubicBezTo>
                    <a:cubicBezTo>
                      <a:pt x="30" y="76"/>
                      <a:pt x="30" y="76"/>
                      <a:pt x="30" y="76"/>
                    </a:cubicBezTo>
                    <a:cubicBezTo>
                      <a:pt x="30" y="78"/>
                      <a:pt x="30" y="78"/>
                      <a:pt x="30" y="78"/>
                    </a:cubicBezTo>
                    <a:cubicBezTo>
                      <a:pt x="31" y="77"/>
                      <a:pt x="31" y="77"/>
                      <a:pt x="31" y="76"/>
                    </a:cubicBezTo>
                    <a:cubicBezTo>
                      <a:pt x="31" y="78"/>
                      <a:pt x="31" y="78"/>
                      <a:pt x="31" y="78"/>
                    </a:cubicBezTo>
                    <a:cubicBezTo>
                      <a:pt x="32" y="77"/>
                      <a:pt x="32" y="75"/>
                      <a:pt x="33" y="77"/>
                    </a:cubicBezTo>
                    <a:cubicBezTo>
                      <a:pt x="32" y="74"/>
                      <a:pt x="32" y="77"/>
                      <a:pt x="32" y="75"/>
                    </a:cubicBezTo>
                    <a:cubicBezTo>
                      <a:pt x="31" y="73"/>
                      <a:pt x="32" y="74"/>
                      <a:pt x="33" y="73"/>
                    </a:cubicBezTo>
                    <a:cubicBezTo>
                      <a:pt x="32" y="76"/>
                      <a:pt x="33" y="74"/>
                      <a:pt x="34" y="74"/>
                    </a:cubicBezTo>
                    <a:cubicBezTo>
                      <a:pt x="34" y="75"/>
                      <a:pt x="34" y="75"/>
                      <a:pt x="34" y="76"/>
                    </a:cubicBezTo>
                    <a:cubicBezTo>
                      <a:pt x="35" y="74"/>
                      <a:pt x="35" y="74"/>
                      <a:pt x="35" y="74"/>
                    </a:cubicBezTo>
                    <a:cubicBezTo>
                      <a:pt x="35" y="78"/>
                      <a:pt x="36" y="73"/>
                      <a:pt x="36" y="74"/>
                    </a:cubicBezTo>
                    <a:cubicBezTo>
                      <a:pt x="36" y="75"/>
                      <a:pt x="36" y="77"/>
                      <a:pt x="36" y="77"/>
                    </a:cubicBezTo>
                    <a:cubicBezTo>
                      <a:pt x="36" y="75"/>
                      <a:pt x="37" y="74"/>
                      <a:pt x="37" y="72"/>
                    </a:cubicBezTo>
                    <a:cubicBezTo>
                      <a:pt x="38" y="73"/>
                      <a:pt x="36" y="76"/>
                      <a:pt x="37" y="78"/>
                    </a:cubicBezTo>
                    <a:cubicBezTo>
                      <a:pt x="37" y="75"/>
                      <a:pt x="38" y="79"/>
                      <a:pt x="38" y="76"/>
                    </a:cubicBezTo>
                    <a:cubicBezTo>
                      <a:pt x="37" y="75"/>
                      <a:pt x="38" y="75"/>
                      <a:pt x="38" y="73"/>
                    </a:cubicBezTo>
                    <a:cubicBezTo>
                      <a:pt x="39" y="74"/>
                      <a:pt x="38" y="75"/>
                      <a:pt x="39" y="75"/>
                    </a:cubicBezTo>
                    <a:cubicBezTo>
                      <a:pt x="39" y="75"/>
                      <a:pt x="39" y="73"/>
                      <a:pt x="39" y="72"/>
                    </a:cubicBezTo>
                    <a:cubicBezTo>
                      <a:pt x="39" y="73"/>
                      <a:pt x="40" y="70"/>
                      <a:pt x="40" y="72"/>
                    </a:cubicBezTo>
                    <a:cubicBezTo>
                      <a:pt x="41" y="74"/>
                      <a:pt x="39" y="73"/>
                      <a:pt x="40" y="74"/>
                    </a:cubicBezTo>
                    <a:cubicBezTo>
                      <a:pt x="41" y="74"/>
                      <a:pt x="40" y="70"/>
                      <a:pt x="41" y="69"/>
                    </a:cubicBezTo>
                    <a:cubicBezTo>
                      <a:pt x="41" y="68"/>
                      <a:pt x="41" y="65"/>
                      <a:pt x="42" y="64"/>
                    </a:cubicBezTo>
                    <a:cubicBezTo>
                      <a:pt x="43" y="65"/>
                      <a:pt x="41" y="65"/>
                      <a:pt x="42" y="68"/>
                    </a:cubicBezTo>
                    <a:cubicBezTo>
                      <a:pt x="42" y="67"/>
                      <a:pt x="42" y="67"/>
                      <a:pt x="42" y="67"/>
                    </a:cubicBezTo>
                    <a:cubicBezTo>
                      <a:pt x="43" y="70"/>
                      <a:pt x="41" y="72"/>
                      <a:pt x="41" y="74"/>
                    </a:cubicBezTo>
                    <a:cubicBezTo>
                      <a:pt x="42" y="73"/>
                      <a:pt x="42" y="73"/>
                      <a:pt x="42" y="73"/>
                    </a:cubicBezTo>
                    <a:cubicBezTo>
                      <a:pt x="42" y="77"/>
                      <a:pt x="42" y="77"/>
                      <a:pt x="42" y="77"/>
                    </a:cubicBezTo>
                    <a:cubicBezTo>
                      <a:pt x="42" y="75"/>
                      <a:pt x="43" y="76"/>
                      <a:pt x="43" y="76"/>
                    </a:cubicBezTo>
                    <a:cubicBezTo>
                      <a:pt x="43" y="74"/>
                      <a:pt x="43" y="76"/>
                      <a:pt x="43" y="75"/>
                    </a:cubicBezTo>
                    <a:cubicBezTo>
                      <a:pt x="43" y="74"/>
                      <a:pt x="43" y="71"/>
                      <a:pt x="44" y="73"/>
                    </a:cubicBezTo>
                    <a:cubicBezTo>
                      <a:pt x="44" y="74"/>
                      <a:pt x="44" y="75"/>
                      <a:pt x="44" y="76"/>
                    </a:cubicBezTo>
                    <a:cubicBezTo>
                      <a:pt x="45" y="77"/>
                      <a:pt x="44" y="74"/>
                      <a:pt x="45" y="75"/>
                    </a:cubicBezTo>
                    <a:cubicBezTo>
                      <a:pt x="45" y="76"/>
                      <a:pt x="45" y="76"/>
                      <a:pt x="45" y="76"/>
                    </a:cubicBezTo>
                    <a:cubicBezTo>
                      <a:pt x="47" y="76"/>
                      <a:pt x="50" y="76"/>
                      <a:pt x="51" y="72"/>
                    </a:cubicBezTo>
                    <a:cubicBezTo>
                      <a:pt x="52" y="73"/>
                      <a:pt x="52" y="73"/>
                      <a:pt x="53" y="74"/>
                    </a:cubicBezTo>
                    <a:cubicBezTo>
                      <a:pt x="53" y="74"/>
                      <a:pt x="53" y="73"/>
                      <a:pt x="53" y="72"/>
                    </a:cubicBezTo>
                    <a:cubicBezTo>
                      <a:pt x="54" y="74"/>
                      <a:pt x="54" y="74"/>
                      <a:pt x="54" y="74"/>
                    </a:cubicBezTo>
                    <a:cubicBezTo>
                      <a:pt x="55" y="76"/>
                      <a:pt x="55" y="74"/>
                      <a:pt x="56" y="72"/>
                    </a:cubicBezTo>
                    <a:cubicBezTo>
                      <a:pt x="56" y="74"/>
                      <a:pt x="56" y="74"/>
                      <a:pt x="56" y="74"/>
                    </a:cubicBezTo>
                    <a:cubicBezTo>
                      <a:pt x="57" y="75"/>
                      <a:pt x="56" y="73"/>
                      <a:pt x="57" y="72"/>
                    </a:cubicBezTo>
                    <a:cubicBezTo>
                      <a:pt x="57" y="74"/>
                      <a:pt x="57" y="74"/>
                      <a:pt x="57" y="74"/>
                    </a:cubicBezTo>
                    <a:cubicBezTo>
                      <a:pt x="57" y="72"/>
                      <a:pt x="57" y="72"/>
                      <a:pt x="57" y="72"/>
                    </a:cubicBezTo>
                    <a:cubicBezTo>
                      <a:pt x="58" y="72"/>
                      <a:pt x="58" y="72"/>
                      <a:pt x="58" y="74"/>
                    </a:cubicBezTo>
                    <a:cubicBezTo>
                      <a:pt x="59" y="74"/>
                      <a:pt x="59" y="73"/>
                      <a:pt x="58" y="73"/>
                    </a:cubicBezTo>
                    <a:cubicBezTo>
                      <a:pt x="59" y="74"/>
                      <a:pt x="60" y="74"/>
                      <a:pt x="61" y="73"/>
                    </a:cubicBezTo>
                    <a:cubicBezTo>
                      <a:pt x="61" y="72"/>
                      <a:pt x="61" y="72"/>
                      <a:pt x="61" y="70"/>
                    </a:cubicBezTo>
                    <a:cubicBezTo>
                      <a:pt x="61" y="68"/>
                      <a:pt x="61" y="71"/>
                      <a:pt x="61" y="69"/>
                    </a:cubicBezTo>
                    <a:cubicBezTo>
                      <a:pt x="61" y="70"/>
                      <a:pt x="62" y="71"/>
                      <a:pt x="61" y="72"/>
                    </a:cubicBezTo>
                    <a:cubicBezTo>
                      <a:pt x="63" y="75"/>
                      <a:pt x="64" y="72"/>
                      <a:pt x="66" y="72"/>
                    </a:cubicBezTo>
                    <a:cubicBezTo>
                      <a:pt x="66" y="71"/>
                      <a:pt x="66" y="71"/>
                      <a:pt x="66" y="71"/>
                    </a:cubicBezTo>
                    <a:cubicBezTo>
                      <a:pt x="68" y="73"/>
                      <a:pt x="68" y="71"/>
                      <a:pt x="70" y="72"/>
                    </a:cubicBezTo>
                    <a:cubicBezTo>
                      <a:pt x="69" y="71"/>
                      <a:pt x="69" y="68"/>
                      <a:pt x="70" y="68"/>
                    </a:cubicBezTo>
                    <a:cubicBezTo>
                      <a:pt x="70" y="66"/>
                      <a:pt x="70" y="70"/>
                      <a:pt x="71" y="71"/>
                    </a:cubicBezTo>
                    <a:cubicBezTo>
                      <a:pt x="71" y="71"/>
                      <a:pt x="72" y="70"/>
                      <a:pt x="72" y="70"/>
                    </a:cubicBezTo>
                    <a:cubicBezTo>
                      <a:pt x="72" y="71"/>
                      <a:pt x="72" y="71"/>
                      <a:pt x="72" y="71"/>
                    </a:cubicBezTo>
                    <a:cubicBezTo>
                      <a:pt x="72" y="70"/>
                      <a:pt x="73" y="69"/>
                      <a:pt x="73" y="70"/>
                    </a:cubicBezTo>
                    <a:cubicBezTo>
                      <a:pt x="73" y="70"/>
                      <a:pt x="73" y="70"/>
                      <a:pt x="73" y="70"/>
                    </a:cubicBezTo>
                    <a:cubicBezTo>
                      <a:pt x="74" y="70"/>
                      <a:pt x="74" y="71"/>
                      <a:pt x="75" y="71"/>
                    </a:cubicBezTo>
                    <a:cubicBezTo>
                      <a:pt x="75" y="69"/>
                      <a:pt x="76" y="70"/>
                      <a:pt x="76" y="69"/>
                    </a:cubicBezTo>
                    <a:cubicBezTo>
                      <a:pt x="76" y="69"/>
                      <a:pt x="76" y="69"/>
                      <a:pt x="76" y="69"/>
                    </a:cubicBezTo>
                    <a:cubicBezTo>
                      <a:pt x="76" y="68"/>
                      <a:pt x="76" y="68"/>
                      <a:pt x="76" y="68"/>
                    </a:cubicBezTo>
                    <a:cubicBezTo>
                      <a:pt x="76" y="68"/>
                      <a:pt x="76" y="68"/>
                      <a:pt x="76" y="68"/>
                    </a:cubicBezTo>
                    <a:cubicBezTo>
                      <a:pt x="76" y="70"/>
                      <a:pt x="76" y="70"/>
                      <a:pt x="76" y="70"/>
                    </a:cubicBezTo>
                    <a:cubicBezTo>
                      <a:pt x="77" y="71"/>
                      <a:pt x="76" y="69"/>
                      <a:pt x="77" y="68"/>
                    </a:cubicBezTo>
                    <a:cubicBezTo>
                      <a:pt x="77" y="67"/>
                      <a:pt x="77" y="68"/>
                      <a:pt x="77" y="69"/>
                    </a:cubicBezTo>
                    <a:cubicBezTo>
                      <a:pt x="77" y="70"/>
                      <a:pt x="77" y="68"/>
                      <a:pt x="77" y="69"/>
                    </a:cubicBezTo>
                    <a:cubicBezTo>
                      <a:pt x="77" y="70"/>
                      <a:pt x="77" y="69"/>
                      <a:pt x="77" y="70"/>
                    </a:cubicBezTo>
                    <a:cubicBezTo>
                      <a:pt x="78" y="70"/>
                      <a:pt x="77" y="68"/>
                      <a:pt x="78" y="69"/>
                    </a:cubicBezTo>
                    <a:cubicBezTo>
                      <a:pt x="78" y="69"/>
                      <a:pt x="79" y="68"/>
                      <a:pt x="79" y="70"/>
                    </a:cubicBezTo>
                    <a:cubicBezTo>
                      <a:pt x="79" y="69"/>
                      <a:pt x="80" y="69"/>
                      <a:pt x="80" y="68"/>
                    </a:cubicBezTo>
                    <a:cubicBezTo>
                      <a:pt x="79" y="68"/>
                      <a:pt x="79" y="68"/>
                      <a:pt x="79" y="66"/>
                    </a:cubicBezTo>
                    <a:cubicBezTo>
                      <a:pt x="79" y="66"/>
                      <a:pt x="79" y="66"/>
                      <a:pt x="79" y="66"/>
                    </a:cubicBezTo>
                    <a:cubicBezTo>
                      <a:pt x="79" y="67"/>
                      <a:pt x="79" y="67"/>
                      <a:pt x="79" y="67"/>
                    </a:cubicBezTo>
                    <a:cubicBezTo>
                      <a:pt x="79" y="66"/>
                      <a:pt x="80" y="67"/>
                      <a:pt x="80" y="65"/>
                    </a:cubicBezTo>
                    <a:cubicBezTo>
                      <a:pt x="80" y="67"/>
                      <a:pt x="80" y="67"/>
                      <a:pt x="80" y="67"/>
                    </a:cubicBezTo>
                    <a:cubicBezTo>
                      <a:pt x="80" y="66"/>
                      <a:pt x="81" y="66"/>
                      <a:pt x="81" y="66"/>
                    </a:cubicBezTo>
                    <a:cubicBezTo>
                      <a:pt x="82" y="67"/>
                      <a:pt x="82" y="69"/>
                      <a:pt x="82" y="70"/>
                    </a:cubicBezTo>
                    <a:cubicBezTo>
                      <a:pt x="83" y="68"/>
                      <a:pt x="83" y="68"/>
                      <a:pt x="83" y="68"/>
                    </a:cubicBezTo>
                    <a:cubicBezTo>
                      <a:pt x="83" y="68"/>
                      <a:pt x="83" y="68"/>
                      <a:pt x="83" y="69"/>
                    </a:cubicBezTo>
                    <a:cubicBezTo>
                      <a:pt x="85" y="70"/>
                      <a:pt x="84" y="64"/>
                      <a:pt x="85" y="65"/>
                    </a:cubicBezTo>
                    <a:cubicBezTo>
                      <a:pt x="85" y="67"/>
                      <a:pt x="85" y="68"/>
                      <a:pt x="86" y="68"/>
                    </a:cubicBezTo>
                    <a:cubicBezTo>
                      <a:pt x="86" y="68"/>
                      <a:pt x="86" y="67"/>
                      <a:pt x="86" y="67"/>
                    </a:cubicBezTo>
                    <a:cubicBezTo>
                      <a:pt x="86" y="66"/>
                      <a:pt x="86" y="68"/>
                      <a:pt x="85" y="67"/>
                    </a:cubicBezTo>
                    <a:cubicBezTo>
                      <a:pt x="85" y="66"/>
                      <a:pt x="86" y="66"/>
                      <a:pt x="86" y="66"/>
                    </a:cubicBezTo>
                    <a:cubicBezTo>
                      <a:pt x="87" y="70"/>
                      <a:pt x="89" y="66"/>
                      <a:pt x="91" y="68"/>
                    </a:cubicBezTo>
                    <a:cubicBezTo>
                      <a:pt x="90" y="66"/>
                      <a:pt x="91" y="67"/>
                      <a:pt x="91" y="66"/>
                    </a:cubicBezTo>
                    <a:cubicBezTo>
                      <a:pt x="92" y="69"/>
                      <a:pt x="92" y="66"/>
                      <a:pt x="93" y="67"/>
                    </a:cubicBezTo>
                    <a:cubicBezTo>
                      <a:pt x="92" y="65"/>
                      <a:pt x="92" y="65"/>
                      <a:pt x="92" y="65"/>
                    </a:cubicBezTo>
                    <a:cubicBezTo>
                      <a:pt x="93" y="66"/>
                      <a:pt x="92" y="61"/>
                      <a:pt x="94" y="63"/>
                    </a:cubicBezTo>
                    <a:cubicBezTo>
                      <a:pt x="94" y="64"/>
                      <a:pt x="94" y="65"/>
                      <a:pt x="94" y="66"/>
                    </a:cubicBezTo>
                    <a:cubicBezTo>
                      <a:pt x="95" y="68"/>
                      <a:pt x="95" y="63"/>
                      <a:pt x="96" y="66"/>
                    </a:cubicBezTo>
                    <a:cubicBezTo>
                      <a:pt x="96" y="65"/>
                      <a:pt x="95" y="63"/>
                      <a:pt x="96" y="62"/>
                    </a:cubicBezTo>
                    <a:cubicBezTo>
                      <a:pt x="96" y="63"/>
                      <a:pt x="98" y="64"/>
                      <a:pt x="98" y="65"/>
                    </a:cubicBezTo>
                    <a:cubicBezTo>
                      <a:pt x="98" y="64"/>
                      <a:pt x="98" y="64"/>
                      <a:pt x="98" y="64"/>
                    </a:cubicBezTo>
                    <a:cubicBezTo>
                      <a:pt x="99" y="65"/>
                      <a:pt x="98" y="65"/>
                      <a:pt x="98" y="65"/>
                    </a:cubicBezTo>
                    <a:cubicBezTo>
                      <a:pt x="99" y="66"/>
                      <a:pt x="99" y="65"/>
                      <a:pt x="100" y="64"/>
                    </a:cubicBezTo>
                    <a:cubicBezTo>
                      <a:pt x="101" y="65"/>
                      <a:pt x="101" y="64"/>
                      <a:pt x="102" y="65"/>
                    </a:cubicBezTo>
                    <a:cubicBezTo>
                      <a:pt x="102" y="63"/>
                      <a:pt x="104" y="66"/>
                      <a:pt x="103" y="63"/>
                    </a:cubicBezTo>
                    <a:cubicBezTo>
                      <a:pt x="104" y="64"/>
                      <a:pt x="104" y="64"/>
                      <a:pt x="104" y="64"/>
                    </a:cubicBezTo>
                    <a:cubicBezTo>
                      <a:pt x="104" y="63"/>
                      <a:pt x="103" y="61"/>
                      <a:pt x="104" y="60"/>
                    </a:cubicBezTo>
                    <a:cubicBezTo>
                      <a:pt x="104" y="62"/>
                      <a:pt x="104" y="62"/>
                      <a:pt x="104" y="62"/>
                    </a:cubicBezTo>
                    <a:cubicBezTo>
                      <a:pt x="105" y="65"/>
                      <a:pt x="105" y="63"/>
                      <a:pt x="106" y="64"/>
                    </a:cubicBezTo>
                    <a:cubicBezTo>
                      <a:pt x="105" y="62"/>
                      <a:pt x="106" y="64"/>
                      <a:pt x="106" y="62"/>
                    </a:cubicBezTo>
                    <a:cubicBezTo>
                      <a:pt x="106" y="62"/>
                      <a:pt x="106" y="62"/>
                      <a:pt x="106" y="62"/>
                    </a:cubicBezTo>
                    <a:cubicBezTo>
                      <a:pt x="106" y="61"/>
                      <a:pt x="106" y="61"/>
                      <a:pt x="106" y="60"/>
                    </a:cubicBezTo>
                    <a:cubicBezTo>
                      <a:pt x="107" y="60"/>
                      <a:pt x="107" y="62"/>
                      <a:pt x="107" y="62"/>
                    </a:cubicBezTo>
                    <a:cubicBezTo>
                      <a:pt x="108" y="63"/>
                      <a:pt x="108" y="62"/>
                      <a:pt x="108" y="62"/>
                    </a:cubicBezTo>
                    <a:cubicBezTo>
                      <a:pt x="108" y="62"/>
                      <a:pt x="108" y="62"/>
                      <a:pt x="108" y="61"/>
                    </a:cubicBezTo>
                    <a:cubicBezTo>
                      <a:pt x="108" y="62"/>
                      <a:pt x="108" y="62"/>
                      <a:pt x="108" y="62"/>
                    </a:cubicBezTo>
                    <a:cubicBezTo>
                      <a:pt x="108" y="62"/>
                      <a:pt x="108" y="61"/>
                      <a:pt x="109" y="61"/>
                    </a:cubicBezTo>
                    <a:cubicBezTo>
                      <a:pt x="109" y="61"/>
                      <a:pt x="109" y="61"/>
                      <a:pt x="109" y="61"/>
                    </a:cubicBezTo>
                    <a:cubicBezTo>
                      <a:pt x="108" y="62"/>
                      <a:pt x="108" y="62"/>
                      <a:pt x="108" y="62"/>
                    </a:cubicBezTo>
                    <a:cubicBezTo>
                      <a:pt x="108" y="62"/>
                      <a:pt x="109" y="62"/>
                      <a:pt x="109" y="62"/>
                    </a:cubicBezTo>
                    <a:cubicBezTo>
                      <a:pt x="109" y="62"/>
                      <a:pt x="109" y="62"/>
                      <a:pt x="109" y="62"/>
                    </a:cubicBezTo>
                    <a:cubicBezTo>
                      <a:pt x="109" y="62"/>
                      <a:pt x="109" y="62"/>
                      <a:pt x="109" y="62"/>
                    </a:cubicBezTo>
                    <a:cubicBezTo>
                      <a:pt x="110" y="64"/>
                      <a:pt x="110" y="64"/>
                      <a:pt x="110" y="64"/>
                    </a:cubicBezTo>
                    <a:cubicBezTo>
                      <a:pt x="110" y="64"/>
                      <a:pt x="110" y="62"/>
                      <a:pt x="110" y="61"/>
                    </a:cubicBezTo>
                    <a:cubicBezTo>
                      <a:pt x="112" y="62"/>
                      <a:pt x="113" y="60"/>
                      <a:pt x="114" y="59"/>
                    </a:cubicBezTo>
                    <a:cubicBezTo>
                      <a:pt x="113" y="59"/>
                      <a:pt x="114" y="60"/>
                      <a:pt x="114" y="60"/>
                    </a:cubicBezTo>
                    <a:cubicBezTo>
                      <a:pt x="114" y="59"/>
                      <a:pt x="114" y="58"/>
                      <a:pt x="114" y="59"/>
                    </a:cubicBezTo>
                    <a:cubicBezTo>
                      <a:pt x="114" y="58"/>
                      <a:pt x="115" y="60"/>
                      <a:pt x="116" y="60"/>
                    </a:cubicBezTo>
                    <a:cubicBezTo>
                      <a:pt x="116" y="60"/>
                      <a:pt x="115" y="58"/>
                      <a:pt x="115" y="58"/>
                    </a:cubicBezTo>
                    <a:cubicBezTo>
                      <a:pt x="117" y="60"/>
                      <a:pt x="117" y="56"/>
                      <a:pt x="118" y="57"/>
                    </a:cubicBezTo>
                    <a:cubicBezTo>
                      <a:pt x="118" y="58"/>
                      <a:pt x="118" y="58"/>
                      <a:pt x="119" y="59"/>
                    </a:cubicBezTo>
                    <a:cubicBezTo>
                      <a:pt x="119" y="58"/>
                      <a:pt x="120" y="57"/>
                      <a:pt x="120" y="55"/>
                    </a:cubicBezTo>
                    <a:cubicBezTo>
                      <a:pt x="120" y="57"/>
                      <a:pt x="120" y="57"/>
                      <a:pt x="120" y="57"/>
                    </a:cubicBezTo>
                    <a:cubicBezTo>
                      <a:pt x="121" y="57"/>
                      <a:pt x="121" y="56"/>
                      <a:pt x="121" y="55"/>
                    </a:cubicBezTo>
                    <a:cubicBezTo>
                      <a:pt x="120" y="54"/>
                      <a:pt x="121" y="52"/>
                      <a:pt x="121" y="53"/>
                    </a:cubicBezTo>
                    <a:cubicBezTo>
                      <a:pt x="121" y="53"/>
                      <a:pt x="121" y="53"/>
                      <a:pt x="121" y="53"/>
                    </a:cubicBezTo>
                    <a:cubicBezTo>
                      <a:pt x="122" y="52"/>
                      <a:pt x="122" y="52"/>
                      <a:pt x="122" y="52"/>
                    </a:cubicBezTo>
                    <a:cubicBezTo>
                      <a:pt x="123" y="52"/>
                      <a:pt x="122" y="52"/>
                      <a:pt x="122" y="53"/>
                    </a:cubicBezTo>
                    <a:cubicBezTo>
                      <a:pt x="123" y="55"/>
                      <a:pt x="124" y="54"/>
                      <a:pt x="125" y="54"/>
                    </a:cubicBezTo>
                    <a:cubicBezTo>
                      <a:pt x="124" y="53"/>
                      <a:pt x="124" y="53"/>
                      <a:pt x="124" y="53"/>
                    </a:cubicBezTo>
                    <a:cubicBezTo>
                      <a:pt x="125" y="52"/>
                      <a:pt x="125" y="54"/>
                      <a:pt x="125" y="54"/>
                    </a:cubicBezTo>
                    <a:cubicBezTo>
                      <a:pt x="125" y="49"/>
                      <a:pt x="125" y="49"/>
                      <a:pt x="125" y="49"/>
                    </a:cubicBezTo>
                    <a:cubicBezTo>
                      <a:pt x="125" y="49"/>
                      <a:pt x="126" y="51"/>
                      <a:pt x="126" y="52"/>
                    </a:cubicBezTo>
                    <a:cubicBezTo>
                      <a:pt x="127" y="51"/>
                      <a:pt x="126" y="48"/>
                      <a:pt x="126" y="46"/>
                    </a:cubicBezTo>
                    <a:cubicBezTo>
                      <a:pt x="127" y="47"/>
                      <a:pt x="127" y="45"/>
                      <a:pt x="128" y="45"/>
                    </a:cubicBezTo>
                    <a:cubicBezTo>
                      <a:pt x="128" y="46"/>
                      <a:pt x="127" y="45"/>
                      <a:pt x="128" y="46"/>
                    </a:cubicBezTo>
                    <a:cubicBezTo>
                      <a:pt x="129" y="47"/>
                      <a:pt x="129" y="47"/>
                      <a:pt x="129" y="47"/>
                    </a:cubicBezTo>
                    <a:cubicBezTo>
                      <a:pt x="128" y="48"/>
                      <a:pt x="130" y="50"/>
                      <a:pt x="130" y="51"/>
                    </a:cubicBezTo>
                    <a:cubicBezTo>
                      <a:pt x="130" y="50"/>
                      <a:pt x="132" y="50"/>
                      <a:pt x="132" y="50"/>
                    </a:cubicBezTo>
                    <a:cubicBezTo>
                      <a:pt x="131" y="48"/>
                      <a:pt x="133" y="49"/>
                      <a:pt x="132" y="46"/>
                    </a:cubicBezTo>
                    <a:cubicBezTo>
                      <a:pt x="133" y="45"/>
                      <a:pt x="133" y="48"/>
                      <a:pt x="134" y="48"/>
                    </a:cubicBezTo>
                    <a:cubicBezTo>
                      <a:pt x="134" y="47"/>
                      <a:pt x="135" y="47"/>
                      <a:pt x="136" y="47"/>
                    </a:cubicBezTo>
                    <a:cubicBezTo>
                      <a:pt x="136" y="47"/>
                      <a:pt x="136" y="47"/>
                      <a:pt x="136" y="47"/>
                    </a:cubicBezTo>
                    <a:cubicBezTo>
                      <a:pt x="137" y="46"/>
                      <a:pt x="138" y="46"/>
                      <a:pt x="138" y="44"/>
                    </a:cubicBezTo>
                    <a:cubicBezTo>
                      <a:pt x="139" y="45"/>
                      <a:pt x="139" y="45"/>
                      <a:pt x="139" y="45"/>
                    </a:cubicBezTo>
                    <a:cubicBezTo>
                      <a:pt x="140" y="46"/>
                      <a:pt x="137" y="42"/>
                      <a:pt x="139" y="43"/>
                    </a:cubicBezTo>
                    <a:cubicBezTo>
                      <a:pt x="139" y="44"/>
                      <a:pt x="139" y="44"/>
                      <a:pt x="139" y="44"/>
                    </a:cubicBezTo>
                    <a:cubicBezTo>
                      <a:pt x="139" y="43"/>
                      <a:pt x="141" y="45"/>
                      <a:pt x="141" y="43"/>
                    </a:cubicBezTo>
                    <a:cubicBezTo>
                      <a:pt x="141" y="44"/>
                      <a:pt x="141" y="44"/>
                      <a:pt x="141" y="44"/>
                    </a:cubicBezTo>
                    <a:cubicBezTo>
                      <a:pt x="141" y="43"/>
                      <a:pt x="142" y="43"/>
                      <a:pt x="142" y="41"/>
                    </a:cubicBezTo>
                    <a:cubicBezTo>
                      <a:pt x="143" y="43"/>
                      <a:pt x="143" y="43"/>
                      <a:pt x="143" y="43"/>
                    </a:cubicBezTo>
                    <a:cubicBezTo>
                      <a:pt x="144" y="44"/>
                      <a:pt x="142" y="41"/>
                      <a:pt x="143" y="42"/>
                    </a:cubicBezTo>
                    <a:cubicBezTo>
                      <a:pt x="143" y="42"/>
                      <a:pt x="144" y="42"/>
                      <a:pt x="144" y="43"/>
                    </a:cubicBezTo>
                    <a:cubicBezTo>
                      <a:pt x="144" y="41"/>
                      <a:pt x="145" y="41"/>
                      <a:pt x="145" y="40"/>
                    </a:cubicBezTo>
                    <a:cubicBezTo>
                      <a:pt x="146" y="42"/>
                      <a:pt x="146" y="42"/>
                      <a:pt x="146" y="42"/>
                    </a:cubicBezTo>
                    <a:cubicBezTo>
                      <a:pt x="149" y="41"/>
                      <a:pt x="153" y="39"/>
                      <a:pt x="154" y="36"/>
                    </a:cubicBezTo>
                    <a:cubicBezTo>
                      <a:pt x="156" y="38"/>
                      <a:pt x="154" y="37"/>
                      <a:pt x="156" y="39"/>
                    </a:cubicBezTo>
                    <a:cubicBezTo>
                      <a:pt x="154" y="37"/>
                      <a:pt x="156" y="38"/>
                      <a:pt x="156" y="37"/>
                    </a:cubicBezTo>
                    <a:cubicBezTo>
                      <a:pt x="156" y="37"/>
                      <a:pt x="156" y="37"/>
                      <a:pt x="156" y="37"/>
                    </a:cubicBezTo>
                    <a:cubicBezTo>
                      <a:pt x="157" y="36"/>
                      <a:pt x="158" y="38"/>
                      <a:pt x="158" y="37"/>
                    </a:cubicBezTo>
                    <a:cubicBezTo>
                      <a:pt x="157" y="36"/>
                      <a:pt x="157" y="36"/>
                      <a:pt x="157" y="36"/>
                    </a:cubicBezTo>
                    <a:cubicBezTo>
                      <a:pt x="157" y="35"/>
                      <a:pt x="160" y="38"/>
                      <a:pt x="158" y="36"/>
                    </a:cubicBezTo>
                    <a:cubicBezTo>
                      <a:pt x="160" y="37"/>
                      <a:pt x="160" y="37"/>
                      <a:pt x="160" y="37"/>
                    </a:cubicBezTo>
                    <a:cubicBezTo>
                      <a:pt x="159" y="34"/>
                      <a:pt x="161" y="37"/>
                      <a:pt x="160" y="35"/>
                    </a:cubicBezTo>
                    <a:cubicBezTo>
                      <a:pt x="160" y="35"/>
                      <a:pt x="160" y="35"/>
                      <a:pt x="160" y="35"/>
                    </a:cubicBezTo>
                    <a:cubicBezTo>
                      <a:pt x="162" y="36"/>
                      <a:pt x="160" y="32"/>
                      <a:pt x="162" y="34"/>
                    </a:cubicBezTo>
                    <a:cubicBezTo>
                      <a:pt x="162" y="33"/>
                      <a:pt x="162" y="32"/>
                      <a:pt x="161" y="30"/>
                    </a:cubicBezTo>
                    <a:cubicBezTo>
                      <a:pt x="163" y="33"/>
                      <a:pt x="163" y="33"/>
                      <a:pt x="163" y="33"/>
                    </a:cubicBezTo>
                    <a:cubicBezTo>
                      <a:pt x="164" y="30"/>
                      <a:pt x="167" y="29"/>
                      <a:pt x="167" y="26"/>
                    </a:cubicBezTo>
                    <a:cubicBezTo>
                      <a:pt x="168" y="27"/>
                      <a:pt x="168" y="27"/>
                      <a:pt x="168" y="27"/>
                    </a:cubicBezTo>
                    <a:cubicBezTo>
                      <a:pt x="168" y="24"/>
                      <a:pt x="172" y="27"/>
                      <a:pt x="170" y="23"/>
                    </a:cubicBezTo>
                    <a:cubicBezTo>
                      <a:pt x="169" y="21"/>
                      <a:pt x="169" y="21"/>
                      <a:pt x="169" y="21"/>
                    </a:cubicBezTo>
                    <a:cubicBezTo>
                      <a:pt x="171" y="23"/>
                      <a:pt x="171" y="23"/>
                      <a:pt x="171" y="23"/>
                    </a:cubicBezTo>
                    <a:cubicBezTo>
                      <a:pt x="170" y="22"/>
                      <a:pt x="172" y="22"/>
                      <a:pt x="171" y="20"/>
                    </a:cubicBezTo>
                    <a:cubicBezTo>
                      <a:pt x="171" y="21"/>
                      <a:pt x="171" y="21"/>
                      <a:pt x="172" y="21"/>
                    </a:cubicBezTo>
                    <a:cubicBezTo>
                      <a:pt x="172" y="21"/>
                      <a:pt x="171" y="19"/>
                      <a:pt x="172" y="19"/>
                    </a:cubicBezTo>
                    <a:cubicBezTo>
                      <a:pt x="172" y="20"/>
                      <a:pt x="172" y="20"/>
                      <a:pt x="172" y="20"/>
                    </a:cubicBezTo>
                    <a:cubicBezTo>
                      <a:pt x="177" y="20"/>
                      <a:pt x="182" y="19"/>
                      <a:pt x="180" y="14"/>
                    </a:cubicBezTo>
                    <a:cubicBezTo>
                      <a:pt x="180" y="13"/>
                      <a:pt x="182" y="15"/>
                      <a:pt x="182" y="15"/>
                    </a:cubicBezTo>
                    <a:cubicBezTo>
                      <a:pt x="181" y="11"/>
                      <a:pt x="188" y="11"/>
                      <a:pt x="185" y="6"/>
                    </a:cubicBezTo>
                    <a:cubicBezTo>
                      <a:pt x="185" y="4"/>
                      <a:pt x="180" y="0"/>
                      <a:pt x="18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8" name="Freeform 342"/>
              <p:cNvSpPr/>
              <p:nvPr/>
            </p:nvSpPr>
            <p:spPr bwMode="auto">
              <a:xfrm>
                <a:off x="3757" y="2934"/>
                <a:ext cx="2" cy="2"/>
              </a:xfrm>
              <a:custGeom>
                <a:avLst/>
                <a:gdLst>
                  <a:gd name="T0" fmla="*/ 0 w 1"/>
                  <a:gd name="T1" fmla="*/ 0 h 1"/>
                  <a:gd name="T2" fmla="*/ 1 w 1"/>
                  <a:gd name="T3" fmla="*/ 0 h 1"/>
                  <a:gd name="T4" fmla="*/ 0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0" y="0"/>
                      <a:pt x="0" y="0"/>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9" name="Freeform 343"/>
              <p:cNvSpPr/>
              <p:nvPr/>
            </p:nvSpPr>
            <p:spPr bwMode="auto">
              <a:xfrm>
                <a:off x="4226" y="2525"/>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0" name="Freeform 344"/>
              <p:cNvSpPr/>
              <p:nvPr/>
            </p:nvSpPr>
            <p:spPr bwMode="auto">
              <a:xfrm>
                <a:off x="3752" y="2940"/>
                <a:ext cx="3" cy="3"/>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1"/>
                      <a:pt x="0" y="1"/>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1" name="Freeform 345"/>
              <p:cNvSpPr/>
              <p:nvPr/>
            </p:nvSpPr>
            <p:spPr bwMode="auto">
              <a:xfrm>
                <a:off x="3975" y="29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2" name="Freeform 346"/>
              <p:cNvSpPr/>
              <p:nvPr/>
            </p:nvSpPr>
            <p:spPr bwMode="auto">
              <a:xfrm>
                <a:off x="3905" y="22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3" name="Freeform 347"/>
              <p:cNvSpPr/>
              <p:nvPr/>
            </p:nvSpPr>
            <p:spPr bwMode="auto">
              <a:xfrm>
                <a:off x="4289" y="255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0"/>
                      <a:pt x="0" y="1"/>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4" name="Freeform 348"/>
              <p:cNvSpPr/>
              <p:nvPr/>
            </p:nvSpPr>
            <p:spPr bwMode="auto">
              <a:xfrm>
                <a:off x="3899" y="2262"/>
                <a:ext cx="2" cy="2"/>
              </a:xfrm>
              <a:custGeom>
                <a:avLst/>
                <a:gdLst>
                  <a:gd name="T0" fmla="*/ 2 w 2"/>
                  <a:gd name="T1" fmla="*/ 0 h 2"/>
                  <a:gd name="T2" fmla="*/ 0 w 2"/>
                  <a:gd name="T3" fmla="*/ 2 h 2"/>
                  <a:gd name="T4" fmla="*/ 0 w 2"/>
                  <a:gd name="T5" fmla="*/ 0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0" y="0"/>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5" name="Freeform 349"/>
              <p:cNvSpPr/>
              <p:nvPr/>
            </p:nvSpPr>
            <p:spPr bwMode="auto">
              <a:xfrm>
                <a:off x="3939" y="2926"/>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6" name="Freeform 350"/>
              <p:cNvSpPr/>
              <p:nvPr/>
            </p:nvSpPr>
            <p:spPr bwMode="auto">
              <a:xfrm>
                <a:off x="3888" y="2281"/>
                <a:ext cx="2" cy="4"/>
              </a:xfrm>
              <a:custGeom>
                <a:avLst/>
                <a:gdLst>
                  <a:gd name="T0" fmla="*/ 2 w 2"/>
                  <a:gd name="T1" fmla="*/ 0 h 4"/>
                  <a:gd name="T2" fmla="*/ 2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2" y="0"/>
                    </a:lnTo>
                    <a:lnTo>
                      <a:pt x="0" y="4"/>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7" name="Freeform 351"/>
              <p:cNvSpPr/>
              <p:nvPr/>
            </p:nvSpPr>
            <p:spPr bwMode="auto">
              <a:xfrm>
                <a:off x="3842" y="2270"/>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2"/>
                      <a:pt x="0" y="0"/>
                      <a:pt x="1"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8" name="Freeform 352"/>
              <p:cNvSpPr/>
              <p:nvPr/>
            </p:nvSpPr>
            <p:spPr bwMode="auto">
              <a:xfrm>
                <a:off x="3844" y="2268"/>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9" name="Freeform 353"/>
              <p:cNvSpPr/>
              <p:nvPr/>
            </p:nvSpPr>
            <p:spPr bwMode="auto">
              <a:xfrm>
                <a:off x="3899" y="2272"/>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0" name="Freeform 354"/>
              <p:cNvSpPr/>
              <p:nvPr/>
            </p:nvSpPr>
            <p:spPr bwMode="auto">
              <a:xfrm>
                <a:off x="3776" y="298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1" name="Freeform 355"/>
              <p:cNvSpPr/>
              <p:nvPr/>
            </p:nvSpPr>
            <p:spPr bwMode="auto">
              <a:xfrm>
                <a:off x="3795" y="2985"/>
                <a:ext cx="2" cy="6"/>
              </a:xfrm>
              <a:custGeom>
                <a:avLst/>
                <a:gdLst>
                  <a:gd name="T0" fmla="*/ 1 w 1"/>
                  <a:gd name="T1" fmla="*/ 2 h 3"/>
                  <a:gd name="T2" fmla="*/ 0 w 1"/>
                  <a:gd name="T3" fmla="*/ 1 h 3"/>
                  <a:gd name="T4" fmla="*/ 1 w 1"/>
                  <a:gd name="T5" fmla="*/ 2 h 3"/>
                </a:gdLst>
                <a:ahLst/>
                <a:cxnLst>
                  <a:cxn ang="0">
                    <a:pos x="T0" y="T1"/>
                  </a:cxn>
                  <a:cxn ang="0">
                    <a:pos x="T2" y="T3"/>
                  </a:cxn>
                  <a:cxn ang="0">
                    <a:pos x="T4" y="T5"/>
                  </a:cxn>
                </a:cxnLst>
                <a:rect l="0" t="0" r="r" b="b"/>
                <a:pathLst>
                  <a:path w="1" h="3">
                    <a:moveTo>
                      <a:pt x="1" y="2"/>
                    </a:moveTo>
                    <a:cubicBezTo>
                      <a:pt x="1" y="0"/>
                      <a:pt x="0" y="1"/>
                      <a:pt x="0" y="1"/>
                    </a:cubicBezTo>
                    <a:cubicBezTo>
                      <a:pt x="0" y="3"/>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2" name="Freeform 356"/>
              <p:cNvSpPr/>
              <p:nvPr/>
            </p:nvSpPr>
            <p:spPr bwMode="auto">
              <a:xfrm>
                <a:off x="3765" y="2972"/>
                <a:ext cx="7" cy="2"/>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1" y="1"/>
                      <a:pt x="2" y="1"/>
                      <a:pt x="3"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3" name="Freeform 357"/>
              <p:cNvSpPr/>
              <p:nvPr/>
            </p:nvSpPr>
            <p:spPr bwMode="auto">
              <a:xfrm>
                <a:off x="3803" y="2985"/>
                <a:ext cx="3"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4" name="Freeform 358"/>
              <p:cNvSpPr/>
              <p:nvPr/>
            </p:nvSpPr>
            <p:spPr bwMode="auto">
              <a:xfrm>
                <a:off x="3479"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5" name="Freeform 359"/>
              <p:cNvSpPr/>
              <p:nvPr/>
            </p:nvSpPr>
            <p:spPr bwMode="auto">
              <a:xfrm>
                <a:off x="3761" y="2966"/>
                <a:ext cx="2" cy="4"/>
              </a:xfrm>
              <a:custGeom>
                <a:avLst/>
                <a:gdLst>
                  <a:gd name="T0" fmla="*/ 1 w 1"/>
                  <a:gd name="T1" fmla="*/ 0 h 2"/>
                  <a:gd name="T2" fmla="*/ 0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1"/>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6" name="Freeform 360"/>
              <p:cNvSpPr/>
              <p:nvPr/>
            </p:nvSpPr>
            <p:spPr bwMode="auto">
              <a:xfrm>
                <a:off x="3943" y="2966"/>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7" name="Freeform 361"/>
              <p:cNvSpPr/>
              <p:nvPr/>
            </p:nvSpPr>
            <p:spPr bwMode="auto">
              <a:xfrm>
                <a:off x="4003" y="294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8" name="Freeform 362"/>
              <p:cNvSpPr/>
              <p:nvPr/>
            </p:nvSpPr>
            <p:spPr bwMode="auto">
              <a:xfrm>
                <a:off x="4003" y="29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9" name="Freeform 363"/>
              <p:cNvSpPr/>
              <p:nvPr/>
            </p:nvSpPr>
            <p:spPr bwMode="auto">
              <a:xfrm>
                <a:off x="3996" y="2951"/>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0" name="Freeform 364"/>
              <p:cNvSpPr/>
              <p:nvPr/>
            </p:nvSpPr>
            <p:spPr bwMode="auto">
              <a:xfrm>
                <a:off x="3757" y="3023"/>
                <a:ext cx="4" cy="4"/>
              </a:xfrm>
              <a:custGeom>
                <a:avLst/>
                <a:gdLst>
                  <a:gd name="T0" fmla="*/ 1 w 2"/>
                  <a:gd name="T1" fmla="*/ 0 h 2"/>
                  <a:gd name="T2" fmla="*/ 1 w 2"/>
                  <a:gd name="T3" fmla="*/ 2 h 2"/>
                  <a:gd name="T4" fmla="*/ 1 w 2"/>
                  <a:gd name="T5" fmla="*/ 0 h 2"/>
                </a:gdLst>
                <a:ahLst/>
                <a:cxnLst>
                  <a:cxn ang="0">
                    <a:pos x="T0" y="T1"/>
                  </a:cxn>
                  <a:cxn ang="0">
                    <a:pos x="T2" y="T3"/>
                  </a:cxn>
                  <a:cxn ang="0">
                    <a:pos x="T4" y="T5"/>
                  </a:cxn>
                </a:cxnLst>
                <a:rect l="0" t="0" r="r" b="b"/>
                <a:pathLst>
                  <a:path w="2" h="2">
                    <a:moveTo>
                      <a:pt x="1" y="0"/>
                    </a:moveTo>
                    <a:cubicBezTo>
                      <a:pt x="0" y="2"/>
                      <a:pt x="2" y="1"/>
                      <a:pt x="1" y="2"/>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1" name="Freeform 365"/>
              <p:cNvSpPr/>
              <p:nvPr/>
            </p:nvSpPr>
            <p:spPr bwMode="auto">
              <a:xfrm>
                <a:off x="4003" y="2949"/>
                <a:ext cx="0" cy="4"/>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2"/>
                      <a:pt x="0" y="0"/>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2" name="Freeform 366"/>
              <p:cNvSpPr/>
              <p:nvPr/>
            </p:nvSpPr>
            <p:spPr bwMode="auto">
              <a:xfrm>
                <a:off x="3869" y="293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3" name="Freeform 367"/>
              <p:cNvSpPr/>
              <p:nvPr/>
            </p:nvSpPr>
            <p:spPr bwMode="auto">
              <a:xfrm>
                <a:off x="4026" y="2926"/>
                <a:ext cx="2" cy="4"/>
              </a:xfrm>
              <a:custGeom>
                <a:avLst/>
                <a:gdLst>
                  <a:gd name="T0" fmla="*/ 0 w 2"/>
                  <a:gd name="T1" fmla="*/ 0 h 4"/>
                  <a:gd name="T2" fmla="*/ 2 w 2"/>
                  <a:gd name="T3" fmla="*/ 4 h 4"/>
                  <a:gd name="T4" fmla="*/ 2 w 2"/>
                  <a:gd name="T5" fmla="*/ 4 h 4"/>
                  <a:gd name="T6" fmla="*/ 0 w 2"/>
                  <a:gd name="T7" fmla="*/ 0 h 4"/>
                </a:gdLst>
                <a:ahLst/>
                <a:cxnLst>
                  <a:cxn ang="0">
                    <a:pos x="T0" y="T1"/>
                  </a:cxn>
                  <a:cxn ang="0">
                    <a:pos x="T2" y="T3"/>
                  </a:cxn>
                  <a:cxn ang="0">
                    <a:pos x="T4" y="T5"/>
                  </a:cxn>
                  <a:cxn ang="0">
                    <a:pos x="T6" y="T7"/>
                  </a:cxn>
                </a:cxnLst>
                <a:rect l="0" t="0" r="r" b="b"/>
                <a:pathLst>
                  <a:path w="2" h="4">
                    <a:moveTo>
                      <a:pt x="0" y="0"/>
                    </a:moveTo>
                    <a:lnTo>
                      <a:pt x="2" y="4"/>
                    </a:lnTo>
                    <a:lnTo>
                      <a:pt x="2"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4" name="Rectangle 368"/>
              <p:cNvSpPr>
                <a:spLocks noChangeArrowheads="1"/>
              </p:cNvSpPr>
              <p:nvPr/>
            </p:nvSpPr>
            <p:spPr bwMode="auto">
              <a:xfrm>
                <a:off x="4275" y="2542"/>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5" name="Oval 369"/>
              <p:cNvSpPr>
                <a:spLocks noChangeArrowheads="1"/>
              </p:cNvSpPr>
              <p:nvPr/>
            </p:nvSpPr>
            <p:spPr bwMode="auto">
              <a:xfrm>
                <a:off x="3472" y="207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6" name="Freeform 370"/>
              <p:cNvSpPr/>
              <p:nvPr/>
            </p:nvSpPr>
            <p:spPr bwMode="auto">
              <a:xfrm>
                <a:off x="4219" y="2518"/>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7" name="Freeform 371"/>
              <p:cNvSpPr/>
              <p:nvPr/>
            </p:nvSpPr>
            <p:spPr bwMode="auto">
              <a:xfrm>
                <a:off x="4230" y="2525"/>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8" name="Freeform 372"/>
              <p:cNvSpPr/>
              <p:nvPr/>
            </p:nvSpPr>
            <p:spPr bwMode="auto">
              <a:xfrm>
                <a:off x="3472"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9" name="Freeform 373"/>
              <p:cNvSpPr/>
              <p:nvPr/>
            </p:nvSpPr>
            <p:spPr bwMode="auto">
              <a:xfrm>
                <a:off x="4217" y="2482"/>
                <a:ext cx="145" cy="117"/>
              </a:xfrm>
              <a:custGeom>
                <a:avLst/>
                <a:gdLst>
                  <a:gd name="T0" fmla="*/ 63 w 68"/>
                  <a:gd name="T1" fmla="*/ 35 h 55"/>
                  <a:gd name="T2" fmla="*/ 47 w 68"/>
                  <a:gd name="T3" fmla="*/ 21 h 55"/>
                  <a:gd name="T4" fmla="*/ 43 w 68"/>
                  <a:gd name="T5" fmla="*/ 21 h 55"/>
                  <a:gd name="T6" fmla="*/ 40 w 68"/>
                  <a:gd name="T7" fmla="*/ 15 h 55"/>
                  <a:gd name="T8" fmla="*/ 35 w 68"/>
                  <a:gd name="T9" fmla="*/ 11 h 55"/>
                  <a:gd name="T10" fmla="*/ 29 w 68"/>
                  <a:gd name="T11" fmla="*/ 6 h 55"/>
                  <a:gd name="T12" fmla="*/ 24 w 68"/>
                  <a:gd name="T13" fmla="*/ 7 h 55"/>
                  <a:gd name="T14" fmla="*/ 16 w 68"/>
                  <a:gd name="T15" fmla="*/ 6 h 55"/>
                  <a:gd name="T16" fmla="*/ 13 w 68"/>
                  <a:gd name="T17" fmla="*/ 5 h 55"/>
                  <a:gd name="T18" fmla="*/ 10 w 68"/>
                  <a:gd name="T19" fmla="*/ 1 h 55"/>
                  <a:gd name="T20" fmla="*/ 9 w 68"/>
                  <a:gd name="T21" fmla="*/ 1 h 55"/>
                  <a:gd name="T22" fmla="*/ 5 w 68"/>
                  <a:gd name="T23" fmla="*/ 2 h 55"/>
                  <a:gd name="T24" fmla="*/ 2 w 68"/>
                  <a:gd name="T25" fmla="*/ 3 h 55"/>
                  <a:gd name="T26" fmla="*/ 2 w 68"/>
                  <a:gd name="T27" fmla="*/ 6 h 55"/>
                  <a:gd name="T28" fmla="*/ 5 w 68"/>
                  <a:gd name="T29" fmla="*/ 8 h 55"/>
                  <a:gd name="T30" fmla="*/ 4 w 68"/>
                  <a:gd name="T31" fmla="*/ 10 h 55"/>
                  <a:gd name="T32" fmla="*/ 6 w 68"/>
                  <a:gd name="T33" fmla="*/ 13 h 55"/>
                  <a:gd name="T34" fmla="*/ 4 w 68"/>
                  <a:gd name="T35" fmla="*/ 16 h 55"/>
                  <a:gd name="T36" fmla="*/ 2 w 68"/>
                  <a:gd name="T37" fmla="*/ 19 h 55"/>
                  <a:gd name="T38" fmla="*/ 6 w 68"/>
                  <a:gd name="T39" fmla="*/ 16 h 55"/>
                  <a:gd name="T40" fmla="*/ 9 w 68"/>
                  <a:gd name="T41" fmla="*/ 13 h 55"/>
                  <a:gd name="T42" fmla="*/ 7 w 68"/>
                  <a:gd name="T43" fmla="*/ 19 h 55"/>
                  <a:gd name="T44" fmla="*/ 8 w 68"/>
                  <a:gd name="T45" fmla="*/ 18 h 55"/>
                  <a:gd name="T46" fmla="*/ 8 w 68"/>
                  <a:gd name="T47" fmla="*/ 21 h 55"/>
                  <a:gd name="T48" fmla="*/ 9 w 68"/>
                  <a:gd name="T49" fmla="*/ 21 h 55"/>
                  <a:gd name="T50" fmla="*/ 10 w 68"/>
                  <a:gd name="T51" fmla="*/ 22 h 55"/>
                  <a:gd name="T52" fmla="*/ 15 w 68"/>
                  <a:gd name="T53" fmla="*/ 17 h 55"/>
                  <a:gd name="T54" fmla="*/ 11 w 68"/>
                  <a:gd name="T55" fmla="*/ 23 h 55"/>
                  <a:gd name="T56" fmla="*/ 13 w 68"/>
                  <a:gd name="T57" fmla="*/ 23 h 55"/>
                  <a:gd name="T58" fmla="*/ 16 w 68"/>
                  <a:gd name="T59" fmla="*/ 23 h 55"/>
                  <a:gd name="T60" fmla="*/ 18 w 68"/>
                  <a:gd name="T61" fmla="*/ 24 h 55"/>
                  <a:gd name="T62" fmla="*/ 18 w 68"/>
                  <a:gd name="T63" fmla="*/ 24 h 55"/>
                  <a:gd name="T64" fmla="*/ 21 w 68"/>
                  <a:gd name="T65" fmla="*/ 24 h 55"/>
                  <a:gd name="T66" fmla="*/ 23 w 68"/>
                  <a:gd name="T67" fmla="*/ 23 h 55"/>
                  <a:gd name="T68" fmla="*/ 22 w 68"/>
                  <a:gd name="T69" fmla="*/ 26 h 55"/>
                  <a:gd name="T70" fmla="*/ 25 w 68"/>
                  <a:gd name="T71" fmla="*/ 24 h 55"/>
                  <a:gd name="T72" fmla="*/ 24 w 68"/>
                  <a:gd name="T73" fmla="*/ 27 h 55"/>
                  <a:gd name="T74" fmla="*/ 26 w 68"/>
                  <a:gd name="T75" fmla="*/ 29 h 55"/>
                  <a:gd name="T76" fmla="*/ 28 w 68"/>
                  <a:gd name="T77" fmla="*/ 30 h 55"/>
                  <a:gd name="T78" fmla="*/ 29 w 68"/>
                  <a:gd name="T79" fmla="*/ 32 h 55"/>
                  <a:gd name="T80" fmla="*/ 31 w 68"/>
                  <a:gd name="T81" fmla="*/ 31 h 55"/>
                  <a:gd name="T82" fmla="*/ 32 w 68"/>
                  <a:gd name="T83" fmla="*/ 32 h 55"/>
                  <a:gd name="T84" fmla="*/ 31 w 68"/>
                  <a:gd name="T85" fmla="*/ 33 h 55"/>
                  <a:gd name="T86" fmla="*/ 34 w 68"/>
                  <a:gd name="T87" fmla="*/ 34 h 55"/>
                  <a:gd name="T88" fmla="*/ 37 w 68"/>
                  <a:gd name="T89" fmla="*/ 34 h 55"/>
                  <a:gd name="T90" fmla="*/ 39 w 68"/>
                  <a:gd name="T91" fmla="*/ 34 h 55"/>
                  <a:gd name="T92" fmla="*/ 44 w 68"/>
                  <a:gd name="T93" fmla="*/ 32 h 55"/>
                  <a:gd name="T94" fmla="*/ 43 w 68"/>
                  <a:gd name="T95" fmla="*/ 36 h 55"/>
                  <a:gd name="T96" fmla="*/ 46 w 68"/>
                  <a:gd name="T97" fmla="*/ 36 h 55"/>
                  <a:gd name="T98" fmla="*/ 47 w 68"/>
                  <a:gd name="T99" fmla="*/ 38 h 55"/>
                  <a:gd name="T100" fmla="*/ 48 w 68"/>
                  <a:gd name="T101" fmla="*/ 43 h 55"/>
                  <a:gd name="T102" fmla="*/ 50 w 68"/>
                  <a:gd name="T103" fmla="*/ 44 h 55"/>
                  <a:gd name="T104" fmla="*/ 58 w 68"/>
                  <a:gd name="T105" fmla="*/ 45 h 55"/>
                  <a:gd name="T106" fmla="*/ 58 w 68"/>
                  <a:gd name="T107" fmla="*/ 5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55">
                    <a:moveTo>
                      <a:pt x="66" y="42"/>
                    </a:moveTo>
                    <a:cubicBezTo>
                      <a:pt x="65" y="40"/>
                      <a:pt x="67" y="35"/>
                      <a:pt x="64" y="34"/>
                    </a:cubicBezTo>
                    <a:cubicBezTo>
                      <a:pt x="63" y="35"/>
                      <a:pt x="62" y="35"/>
                      <a:pt x="62" y="36"/>
                    </a:cubicBezTo>
                    <a:cubicBezTo>
                      <a:pt x="62" y="35"/>
                      <a:pt x="62" y="35"/>
                      <a:pt x="62" y="35"/>
                    </a:cubicBezTo>
                    <a:cubicBezTo>
                      <a:pt x="61" y="36"/>
                      <a:pt x="61" y="36"/>
                      <a:pt x="61" y="36"/>
                    </a:cubicBezTo>
                    <a:cubicBezTo>
                      <a:pt x="61" y="36"/>
                      <a:pt x="62" y="35"/>
                      <a:pt x="63" y="35"/>
                    </a:cubicBezTo>
                    <a:cubicBezTo>
                      <a:pt x="62" y="34"/>
                      <a:pt x="61" y="34"/>
                      <a:pt x="61" y="33"/>
                    </a:cubicBezTo>
                    <a:cubicBezTo>
                      <a:pt x="59" y="34"/>
                      <a:pt x="60" y="32"/>
                      <a:pt x="58" y="34"/>
                    </a:cubicBezTo>
                    <a:cubicBezTo>
                      <a:pt x="59" y="33"/>
                      <a:pt x="59" y="33"/>
                      <a:pt x="59" y="33"/>
                    </a:cubicBezTo>
                    <a:cubicBezTo>
                      <a:pt x="58" y="33"/>
                      <a:pt x="58" y="33"/>
                      <a:pt x="59" y="31"/>
                    </a:cubicBezTo>
                    <a:cubicBezTo>
                      <a:pt x="59" y="28"/>
                      <a:pt x="56" y="27"/>
                      <a:pt x="55" y="24"/>
                    </a:cubicBezTo>
                    <a:cubicBezTo>
                      <a:pt x="53" y="22"/>
                      <a:pt x="50" y="22"/>
                      <a:pt x="47" y="21"/>
                    </a:cubicBezTo>
                    <a:cubicBezTo>
                      <a:pt x="45" y="23"/>
                      <a:pt x="45" y="22"/>
                      <a:pt x="43" y="23"/>
                    </a:cubicBezTo>
                    <a:cubicBezTo>
                      <a:pt x="44" y="23"/>
                      <a:pt x="44" y="23"/>
                      <a:pt x="44" y="23"/>
                    </a:cubicBezTo>
                    <a:cubicBezTo>
                      <a:pt x="42" y="23"/>
                      <a:pt x="43" y="22"/>
                      <a:pt x="44" y="21"/>
                    </a:cubicBezTo>
                    <a:cubicBezTo>
                      <a:pt x="43" y="22"/>
                      <a:pt x="44" y="21"/>
                      <a:pt x="42" y="22"/>
                    </a:cubicBezTo>
                    <a:cubicBezTo>
                      <a:pt x="41" y="24"/>
                      <a:pt x="44" y="20"/>
                      <a:pt x="43" y="21"/>
                    </a:cubicBezTo>
                    <a:cubicBezTo>
                      <a:pt x="44" y="20"/>
                      <a:pt x="42" y="22"/>
                      <a:pt x="43" y="21"/>
                    </a:cubicBezTo>
                    <a:cubicBezTo>
                      <a:pt x="41" y="22"/>
                      <a:pt x="44" y="20"/>
                      <a:pt x="44" y="18"/>
                    </a:cubicBezTo>
                    <a:cubicBezTo>
                      <a:pt x="43" y="18"/>
                      <a:pt x="41" y="19"/>
                      <a:pt x="41" y="17"/>
                    </a:cubicBezTo>
                    <a:cubicBezTo>
                      <a:pt x="41" y="17"/>
                      <a:pt x="40" y="18"/>
                      <a:pt x="40" y="18"/>
                    </a:cubicBezTo>
                    <a:cubicBezTo>
                      <a:pt x="42" y="16"/>
                      <a:pt x="39" y="19"/>
                      <a:pt x="40" y="17"/>
                    </a:cubicBezTo>
                    <a:cubicBezTo>
                      <a:pt x="40" y="17"/>
                      <a:pt x="40" y="17"/>
                      <a:pt x="40" y="17"/>
                    </a:cubicBezTo>
                    <a:cubicBezTo>
                      <a:pt x="41" y="15"/>
                      <a:pt x="39" y="17"/>
                      <a:pt x="40" y="15"/>
                    </a:cubicBezTo>
                    <a:cubicBezTo>
                      <a:pt x="40" y="15"/>
                      <a:pt x="40" y="15"/>
                      <a:pt x="40" y="15"/>
                    </a:cubicBezTo>
                    <a:cubicBezTo>
                      <a:pt x="38" y="16"/>
                      <a:pt x="40" y="13"/>
                      <a:pt x="39" y="15"/>
                    </a:cubicBezTo>
                    <a:cubicBezTo>
                      <a:pt x="40" y="14"/>
                      <a:pt x="39" y="14"/>
                      <a:pt x="40" y="13"/>
                    </a:cubicBezTo>
                    <a:cubicBezTo>
                      <a:pt x="37" y="16"/>
                      <a:pt x="40" y="12"/>
                      <a:pt x="38" y="13"/>
                    </a:cubicBezTo>
                    <a:cubicBezTo>
                      <a:pt x="38" y="13"/>
                      <a:pt x="38" y="13"/>
                      <a:pt x="38" y="13"/>
                    </a:cubicBezTo>
                    <a:cubicBezTo>
                      <a:pt x="37" y="12"/>
                      <a:pt x="37" y="11"/>
                      <a:pt x="35" y="11"/>
                    </a:cubicBezTo>
                    <a:cubicBezTo>
                      <a:pt x="34" y="11"/>
                      <a:pt x="36" y="8"/>
                      <a:pt x="34" y="9"/>
                    </a:cubicBezTo>
                    <a:cubicBezTo>
                      <a:pt x="33" y="10"/>
                      <a:pt x="33" y="10"/>
                      <a:pt x="33" y="10"/>
                    </a:cubicBezTo>
                    <a:cubicBezTo>
                      <a:pt x="32" y="10"/>
                      <a:pt x="33" y="9"/>
                      <a:pt x="34" y="9"/>
                    </a:cubicBezTo>
                    <a:cubicBezTo>
                      <a:pt x="32" y="10"/>
                      <a:pt x="33" y="8"/>
                      <a:pt x="33" y="7"/>
                    </a:cubicBezTo>
                    <a:cubicBezTo>
                      <a:pt x="32" y="8"/>
                      <a:pt x="32" y="8"/>
                      <a:pt x="32" y="8"/>
                    </a:cubicBezTo>
                    <a:cubicBezTo>
                      <a:pt x="32" y="7"/>
                      <a:pt x="29" y="7"/>
                      <a:pt x="29" y="6"/>
                    </a:cubicBezTo>
                    <a:cubicBezTo>
                      <a:pt x="28" y="9"/>
                      <a:pt x="28" y="7"/>
                      <a:pt x="28" y="8"/>
                    </a:cubicBezTo>
                    <a:cubicBezTo>
                      <a:pt x="28" y="8"/>
                      <a:pt x="28" y="7"/>
                      <a:pt x="28" y="6"/>
                    </a:cubicBezTo>
                    <a:cubicBezTo>
                      <a:pt x="28" y="6"/>
                      <a:pt x="28" y="6"/>
                      <a:pt x="28" y="5"/>
                    </a:cubicBezTo>
                    <a:cubicBezTo>
                      <a:pt x="27" y="6"/>
                      <a:pt x="26" y="7"/>
                      <a:pt x="26" y="7"/>
                    </a:cubicBezTo>
                    <a:cubicBezTo>
                      <a:pt x="27" y="4"/>
                      <a:pt x="26" y="6"/>
                      <a:pt x="26" y="5"/>
                    </a:cubicBezTo>
                    <a:cubicBezTo>
                      <a:pt x="25" y="7"/>
                      <a:pt x="24" y="8"/>
                      <a:pt x="24" y="7"/>
                    </a:cubicBezTo>
                    <a:cubicBezTo>
                      <a:pt x="26" y="5"/>
                      <a:pt x="26" y="5"/>
                      <a:pt x="26" y="5"/>
                    </a:cubicBezTo>
                    <a:cubicBezTo>
                      <a:pt x="24" y="6"/>
                      <a:pt x="24" y="3"/>
                      <a:pt x="22" y="5"/>
                    </a:cubicBezTo>
                    <a:cubicBezTo>
                      <a:pt x="22" y="4"/>
                      <a:pt x="22" y="4"/>
                      <a:pt x="22" y="4"/>
                    </a:cubicBezTo>
                    <a:cubicBezTo>
                      <a:pt x="21" y="5"/>
                      <a:pt x="21" y="3"/>
                      <a:pt x="19" y="5"/>
                    </a:cubicBezTo>
                    <a:cubicBezTo>
                      <a:pt x="19" y="4"/>
                      <a:pt x="19" y="4"/>
                      <a:pt x="19" y="3"/>
                    </a:cubicBezTo>
                    <a:cubicBezTo>
                      <a:pt x="18" y="4"/>
                      <a:pt x="18" y="4"/>
                      <a:pt x="16" y="6"/>
                    </a:cubicBezTo>
                    <a:cubicBezTo>
                      <a:pt x="16" y="6"/>
                      <a:pt x="17" y="5"/>
                      <a:pt x="17" y="4"/>
                    </a:cubicBezTo>
                    <a:cubicBezTo>
                      <a:pt x="17" y="4"/>
                      <a:pt x="18" y="2"/>
                      <a:pt x="16" y="4"/>
                    </a:cubicBezTo>
                    <a:cubicBezTo>
                      <a:pt x="17" y="3"/>
                      <a:pt x="17" y="3"/>
                      <a:pt x="17" y="3"/>
                    </a:cubicBezTo>
                    <a:cubicBezTo>
                      <a:pt x="16" y="4"/>
                      <a:pt x="14" y="5"/>
                      <a:pt x="15" y="3"/>
                    </a:cubicBezTo>
                    <a:cubicBezTo>
                      <a:pt x="14" y="4"/>
                      <a:pt x="14" y="5"/>
                      <a:pt x="13" y="6"/>
                    </a:cubicBezTo>
                    <a:cubicBezTo>
                      <a:pt x="13" y="6"/>
                      <a:pt x="14" y="4"/>
                      <a:pt x="13" y="5"/>
                    </a:cubicBezTo>
                    <a:cubicBezTo>
                      <a:pt x="14" y="4"/>
                      <a:pt x="14" y="4"/>
                      <a:pt x="14" y="4"/>
                    </a:cubicBezTo>
                    <a:cubicBezTo>
                      <a:pt x="14" y="3"/>
                      <a:pt x="13" y="3"/>
                      <a:pt x="12" y="4"/>
                    </a:cubicBezTo>
                    <a:cubicBezTo>
                      <a:pt x="13" y="2"/>
                      <a:pt x="11" y="3"/>
                      <a:pt x="12" y="2"/>
                    </a:cubicBezTo>
                    <a:cubicBezTo>
                      <a:pt x="11" y="3"/>
                      <a:pt x="12" y="1"/>
                      <a:pt x="9" y="3"/>
                    </a:cubicBezTo>
                    <a:cubicBezTo>
                      <a:pt x="10" y="2"/>
                      <a:pt x="10" y="2"/>
                      <a:pt x="10" y="2"/>
                    </a:cubicBezTo>
                    <a:cubicBezTo>
                      <a:pt x="10" y="2"/>
                      <a:pt x="10" y="2"/>
                      <a:pt x="10" y="1"/>
                    </a:cubicBezTo>
                    <a:cubicBezTo>
                      <a:pt x="11" y="1"/>
                      <a:pt x="9" y="2"/>
                      <a:pt x="8" y="2"/>
                    </a:cubicBezTo>
                    <a:cubicBezTo>
                      <a:pt x="9" y="1"/>
                      <a:pt x="9" y="1"/>
                      <a:pt x="9" y="1"/>
                    </a:cubicBezTo>
                    <a:cubicBezTo>
                      <a:pt x="9" y="2"/>
                      <a:pt x="7" y="3"/>
                      <a:pt x="6" y="4"/>
                    </a:cubicBezTo>
                    <a:cubicBezTo>
                      <a:pt x="6" y="3"/>
                      <a:pt x="5" y="4"/>
                      <a:pt x="6" y="3"/>
                    </a:cubicBezTo>
                    <a:cubicBezTo>
                      <a:pt x="7" y="3"/>
                      <a:pt x="8" y="2"/>
                      <a:pt x="10" y="1"/>
                    </a:cubicBezTo>
                    <a:cubicBezTo>
                      <a:pt x="10" y="0"/>
                      <a:pt x="7" y="2"/>
                      <a:pt x="9" y="1"/>
                    </a:cubicBezTo>
                    <a:cubicBezTo>
                      <a:pt x="9" y="0"/>
                      <a:pt x="9" y="1"/>
                      <a:pt x="7" y="2"/>
                    </a:cubicBezTo>
                    <a:cubicBezTo>
                      <a:pt x="9" y="1"/>
                      <a:pt x="9" y="1"/>
                      <a:pt x="9" y="1"/>
                    </a:cubicBezTo>
                    <a:cubicBezTo>
                      <a:pt x="9" y="1"/>
                      <a:pt x="8" y="1"/>
                      <a:pt x="8" y="1"/>
                    </a:cubicBezTo>
                    <a:cubicBezTo>
                      <a:pt x="8" y="1"/>
                      <a:pt x="8" y="1"/>
                      <a:pt x="8" y="1"/>
                    </a:cubicBezTo>
                    <a:cubicBezTo>
                      <a:pt x="6" y="2"/>
                      <a:pt x="6" y="1"/>
                      <a:pt x="4" y="2"/>
                    </a:cubicBezTo>
                    <a:cubicBezTo>
                      <a:pt x="5" y="2"/>
                      <a:pt x="5" y="2"/>
                      <a:pt x="5" y="2"/>
                    </a:cubicBezTo>
                    <a:cubicBezTo>
                      <a:pt x="4" y="3"/>
                      <a:pt x="3" y="3"/>
                      <a:pt x="4" y="2"/>
                    </a:cubicBezTo>
                    <a:cubicBezTo>
                      <a:pt x="6" y="1"/>
                      <a:pt x="7" y="1"/>
                      <a:pt x="7" y="1"/>
                    </a:cubicBezTo>
                    <a:cubicBezTo>
                      <a:pt x="4" y="2"/>
                      <a:pt x="4" y="2"/>
                      <a:pt x="4" y="2"/>
                    </a:cubicBezTo>
                    <a:cubicBezTo>
                      <a:pt x="5" y="1"/>
                      <a:pt x="4" y="2"/>
                      <a:pt x="3" y="3"/>
                    </a:cubicBezTo>
                    <a:cubicBezTo>
                      <a:pt x="4" y="2"/>
                      <a:pt x="4" y="2"/>
                      <a:pt x="4" y="2"/>
                    </a:cubicBezTo>
                    <a:cubicBezTo>
                      <a:pt x="2" y="3"/>
                      <a:pt x="2" y="3"/>
                      <a:pt x="2" y="3"/>
                    </a:cubicBezTo>
                    <a:cubicBezTo>
                      <a:pt x="3" y="3"/>
                      <a:pt x="2" y="4"/>
                      <a:pt x="3" y="4"/>
                    </a:cubicBezTo>
                    <a:cubicBezTo>
                      <a:pt x="4" y="3"/>
                      <a:pt x="4" y="3"/>
                      <a:pt x="4" y="3"/>
                    </a:cubicBezTo>
                    <a:cubicBezTo>
                      <a:pt x="5" y="3"/>
                      <a:pt x="7" y="2"/>
                      <a:pt x="5" y="3"/>
                    </a:cubicBezTo>
                    <a:cubicBezTo>
                      <a:pt x="3" y="5"/>
                      <a:pt x="3" y="5"/>
                      <a:pt x="3" y="5"/>
                    </a:cubicBezTo>
                    <a:cubicBezTo>
                      <a:pt x="3" y="4"/>
                      <a:pt x="4" y="4"/>
                      <a:pt x="4" y="4"/>
                    </a:cubicBezTo>
                    <a:cubicBezTo>
                      <a:pt x="2" y="6"/>
                      <a:pt x="2" y="6"/>
                      <a:pt x="2" y="6"/>
                    </a:cubicBezTo>
                    <a:cubicBezTo>
                      <a:pt x="5" y="4"/>
                      <a:pt x="3" y="6"/>
                      <a:pt x="4" y="5"/>
                    </a:cubicBezTo>
                    <a:cubicBezTo>
                      <a:pt x="3" y="6"/>
                      <a:pt x="3" y="6"/>
                      <a:pt x="3" y="6"/>
                    </a:cubicBezTo>
                    <a:cubicBezTo>
                      <a:pt x="2" y="7"/>
                      <a:pt x="4" y="5"/>
                      <a:pt x="5" y="5"/>
                    </a:cubicBezTo>
                    <a:cubicBezTo>
                      <a:pt x="4" y="5"/>
                      <a:pt x="2" y="7"/>
                      <a:pt x="2" y="8"/>
                    </a:cubicBezTo>
                    <a:cubicBezTo>
                      <a:pt x="2" y="8"/>
                      <a:pt x="4" y="7"/>
                      <a:pt x="3" y="9"/>
                    </a:cubicBezTo>
                    <a:cubicBezTo>
                      <a:pt x="3" y="9"/>
                      <a:pt x="4" y="9"/>
                      <a:pt x="5" y="8"/>
                    </a:cubicBezTo>
                    <a:cubicBezTo>
                      <a:pt x="5" y="8"/>
                      <a:pt x="3" y="10"/>
                      <a:pt x="4" y="9"/>
                    </a:cubicBezTo>
                    <a:cubicBezTo>
                      <a:pt x="3" y="10"/>
                      <a:pt x="2" y="12"/>
                      <a:pt x="1" y="13"/>
                    </a:cubicBezTo>
                    <a:cubicBezTo>
                      <a:pt x="1" y="13"/>
                      <a:pt x="0" y="14"/>
                      <a:pt x="1" y="14"/>
                    </a:cubicBezTo>
                    <a:cubicBezTo>
                      <a:pt x="0" y="14"/>
                      <a:pt x="0" y="15"/>
                      <a:pt x="0" y="15"/>
                    </a:cubicBezTo>
                    <a:cubicBezTo>
                      <a:pt x="1" y="14"/>
                      <a:pt x="2" y="13"/>
                      <a:pt x="2" y="12"/>
                    </a:cubicBezTo>
                    <a:cubicBezTo>
                      <a:pt x="3" y="10"/>
                      <a:pt x="3" y="12"/>
                      <a:pt x="4" y="10"/>
                    </a:cubicBezTo>
                    <a:cubicBezTo>
                      <a:pt x="4" y="11"/>
                      <a:pt x="5" y="11"/>
                      <a:pt x="5" y="11"/>
                    </a:cubicBezTo>
                    <a:cubicBezTo>
                      <a:pt x="5" y="11"/>
                      <a:pt x="4" y="12"/>
                      <a:pt x="3" y="13"/>
                    </a:cubicBezTo>
                    <a:cubicBezTo>
                      <a:pt x="5" y="12"/>
                      <a:pt x="6" y="11"/>
                      <a:pt x="6" y="12"/>
                    </a:cubicBezTo>
                    <a:cubicBezTo>
                      <a:pt x="7" y="11"/>
                      <a:pt x="7" y="11"/>
                      <a:pt x="8" y="9"/>
                    </a:cubicBezTo>
                    <a:cubicBezTo>
                      <a:pt x="8" y="9"/>
                      <a:pt x="8" y="8"/>
                      <a:pt x="8" y="9"/>
                    </a:cubicBezTo>
                    <a:cubicBezTo>
                      <a:pt x="7" y="10"/>
                      <a:pt x="6" y="12"/>
                      <a:pt x="6" y="13"/>
                    </a:cubicBezTo>
                    <a:cubicBezTo>
                      <a:pt x="4" y="15"/>
                      <a:pt x="6" y="12"/>
                      <a:pt x="4" y="14"/>
                    </a:cubicBezTo>
                    <a:cubicBezTo>
                      <a:pt x="2" y="16"/>
                      <a:pt x="2" y="15"/>
                      <a:pt x="3" y="14"/>
                    </a:cubicBezTo>
                    <a:cubicBezTo>
                      <a:pt x="1" y="16"/>
                      <a:pt x="3" y="15"/>
                      <a:pt x="1" y="16"/>
                    </a:cubicBezTo>
                    <a:cubicBezTo>
                      <a:pt x="1" y="17"/>
                      <a:pt x="2" y="16"/>
                      <a:pt x="3" y="16"/>
                    </a:cubicBezTo>
                    <a:cubicBezTo>
                      <a:pt x="4" y="15"/>
                      <a:pt x="4" y="15"/>
                      <a:pt x="4" y="14"/>
                    </a:cubicBezTo>
                    <a:cubicBezTo>
                      <a:pt x="6" y="12"/>
                      <a:pt x="4" y="16"/>
                      <a:pt x="4" y="16"/>
                    </a:cubicBezTo>
                    <a:cubicBezTo>
                      <a:pt x="3" y="16"/>
                      <a:pt x="3" y="16"/>
                      <a:pt x="3" y="16"/>
                    </a:cubicBezTo>
                    <a:cubicBezTo>
                      <a:pt x="3" y="17"/>
                      <a:pt x="4" y="16"/>
                      <a:pt x="4" y="16"/>
                    </a:cubicBezTo>
                    <a:cubicBezTo>
                      <a:pt x="2" y="19"/>
                      <a:pt x="4" y="16"/>
                      <a:pt x="2" y="18"/>
                    </a:cubicBezTo>
                    <a:cubicBezTo>
                      <a:pt x="1" y="20"/>
                      <a:pt x="1" y="20"/>
                      <a:pt x="1" y="20"/>
                    </a:cubicBezTo>
                    <a:cubicBezTo>
                      <a:pt x="1" y="20"/>
                      <a:pt x="3" y="18"/>
                      <a:pt x="3" y="18"/>
                    </a:cubicBezTo>
                    <a:cubicBezTo>
                      <a:pt x="2" y="19"/>
                      <a:pt x="2" y="19"/>
                      <a:pt x="2" y="19"/>
                    </a:cubicBezTo>
                    <a:cubicBezTo>
                      <a:pt x="3" y="19"/>
                      <a:pt x="3" y="19"/>
                      <a:pt x="3" y="19"/>
                    </a:cubicBezTo>
                    <a:cubicBezTo>
                      <a:pt x="3" y="18"/>
                      <a:pt x="4" y="17"/>
                      <a:pt x="4" y="17"/>
                    </a:cubicBezTo>
                    <a:cubicBezTo>
                      <a:pt x="6" y="14"/>
                      <a:pt x="4" y="16"/>
                      <a:pt x="5" y="16"/>
                    </a:cubicBezTo>
                    <a:cubicBezTo>
                      <a:pt x="6" y="15"/>
                      <a:pt x="5" y="16"/>
                      <a:pt x="6" y="15"/>
                    </a:cubicBezTo>
                    <a:cubicBezTo>
                      <a:pt x="7" y="13"/>
                      <a:pt x="7" y="13"/>
                      <a:pt x="7" y="13"/>
                    </a:cubicBezTo>
                    <a:cubicBezTo>
                      <a:pt x="8" y="14"/>
                      <a:pt x="6" y="15"/>
                      <a:pt x="6" y="16"/>
                    </a:cubicBezTo>
                    <a:cubicBezTo>
                      <a:pt x="6" y="16"/>
                      <a:pt x="5" y="16"/>
                      <a:pt x="6" y="15"/>
                    </a:cubicBezTo>
                    <a:cubicBezTo>
                      <a:pt x="5" y="17"/>
                      <a:pt x="4" y="19"/>
                      <a:pt x="3" y="19"/>
                    </a:cubicBezTo>
                    <a:cubicBezTo>
                      <a:pt x="3" y="21"/>
                      <a:pt x="4" y="18"/>
                      <a:pt x="5" y="18"/>
                    </a:cubicBezTo>
                    <a:cubicBezTo>
                      <a:pt x="4" y="19"/>
                      <a:pt x="5" y="17"/>
                      <a:pt x="6" y="16"/>
                    </a:cubicBezTo>
                    <a:cubicBezTo>
                      <a:pt x="9" y="13"/>
                      <a:pt x="4" y="20"/>
                      <a:pt x="5" y="19"/>
                    </a:cubicBezTo>
                    <a:cubicBezTo>
                      <a:pt x="7" y="17"/>
                      <a:pt x="8" y="16"/>
                      <a:pt x="9" y="13"/>
                    </a:cubicBezTo>
                    <a:cubicBezTo>
                      <a:pt x="10" y="13"/>
                      <a:pt x="10" y="12"/>
                      <a:pt x="10" y="12"/>
                    </a:cubicBezTo>
                    <a:cubicBezTo>
                      <a:pt x="9" y="14"/>
                      <a:pt x="9" y="14"/>
                      <a:pt x="8" y="15"/>
                    </a:cubicBezTo>
                    <a:cubicBezTo>
                      <a:pt x="8" y="16"/>
                      <a:pt x="8" y="16"/>
                      <a:pt x="8" y="16"/>
                    </a:cubicBezTo>
                    <a:cubicBezTo>
                      <a:pt x="7" y="17"/>
                      <a:pt x="7" y="17"/>
                      <a:pt x="7" y="17"/>
                    </a:cubicBezTo>
                    <a:cubicBezTo>
                      <a:pt x="6" y="19"/>
                      <a:pt x="6" y="20"/>
                      <a:pt x="5" y="21"/>
                    </a:cubicBezTo>
                    <a:cubicBezTo>
                      <a:pt x="6" y="20"/>
                      <a:pt x="6" y="19"/>
                      <a:pt x="7" y="19"/>
                    </a:cubicBezTo>
                    <a:cubicBezTo>
                      <a:pt x="6" y="20"/>
                      <a:pt x="6" y="21"/>
                      <a:pt x="6" y="21"/>
                    </a:cubicBezTo>
                    <a:cubicBezTo>
                      <a:pt x="6" y="20"/>
                      <a:pt x="7" y="18"/>
                      <a:pt x="8" y="18"/>
                    </a:cubicBezTo>
                    <a:cubicBezTo>
                      <a:pt x="8" y="18"/>
                      <a:pt x="7" y="20"/>
                      <a:pt x="7" y="20"/>
                    </a:cubicBezTo>
                    <a:cubicBezTo>
                      <a:pt x="6" y="22"/>
                      <a:pt x="6" y="22"/>
                      <a:pt x="6" y="22"/>
                    </a:cubicBezTo>
                    <a:cubicBezTo>
                      <a:pt x="7" y="20"/>
                      <a:pt x="5" y="22"/>
                      <a:pt x="6" y="22"/>
                    </a:cubicBezTo>
                    <a:cubicBezTo>
                      <a:pt x="8" y="18"/>
                      <a:pt x="8" y="18"/>
                      <a:pt x="8" y="18"/>
                    </a:cubicBezTo>
                    <a:cubicBezTo>
                      <a:pt x="9" y="18"/>
                      <a:pt x="8" y="19"/>
                      <a:pt x="8" y="19"/>
                    </a:cubicBezTo>
                    <a:cubicBezTo>
                      <a:pt x="7" y="20"/>
                      <a:pt x="7" y="20"/>
                      <a:pt x="7" y="20"/>
                    </a:cubicBezTo>
                    <a:cubicBezTo>
                      <a:pt x="8" y="20"/>
                      <a:pt x="6" y="23"/>
                      <a:pt x="7" y="22"/>
                    </a:cubicBezTo>
                    <a:cubicBezTo>
                      <a:pt x="7" y="21"/>
                      <a:pt x="7" y="21"/>
                      <a:pt x="7" y="21"/>
                    </a:cubicBezTo>
                    <a:cubicBezTo>
                      <a:pt x="7" y="22"/>
                      <a:pt x="7" y="22"/>
                      <a:pt x="7" y="22"/>
                    </a:cubicBezTo>
                    <a:cubicBezTo>
                      <a:pt x="7" y="21"/>
                      <a:pt x="7" y="22"/>
                      <a:pt x="8" y="21"/>
                    </a:cubicBezTo>
                    <a:cubicBezTo>
                      <a:pt x="7" y="22"/>
                      <a:pt x="7" y="22"/>
                      <a:pt x="7" y="22"/>
                    </a:cubicBezTo>
                    <a:cubicBezTo>
                      <a:pt x="8" y="22"/>
                      <a:pt x="9" y="20"/>
                      <a:pt x="8" y="22"/>
                    </a:cubicBezTo>
                    <a:cubicBezTo>
                      <a:pt x="9" y="19"/>
                      <a:pt x="8" y="21"/>
                      <a:pt x="8" y="20"/>
                    </a:cubicBezTo>
                    <a:cubicBezTo>
                      <a:pt x="9" y="19"/>
                      <a:pt x="9" y="19"/>
                      <a:pt x="10" y="19"/>
                    </a:cubicBezTo>
                    <a:cubicBezTo>
                      <a:pt x="8" y="21"/>
                      <a:pt x="10" y="19"/>
                      <a:pt x="10" y="19"/>
                    </a:cubicBezTo>
                    <a:cubicBezTo>
                      <a:pt x="9" y="21"/>
                      <a:pt x="9" y="21"/>
                      <a:pt x="9" y="21"/>
                    </a:cubicBezTo>
                    <a:cubicBezTo>
                      <a:pt x="10" y="19"/>
                      <a:pt x="10" y="19"/>
                      <a:pt x="10" y="19"/>
                    </a:cubicBezTo>
                    <a:cubicBezTo>
                      <a:pt x="8" y="23"/>
                      <a:pt x="11" y="19"/>
                      <a:pt x="10" y="20"/>
                    </a:cubicBezTo>
                    <a:cubicBezTo>
                      <a:pt x="10" y="21"/>
                      <a:pt x="9" y="22"/>
                      <a:pt x="9" y="23"/>
                    </a:cubicBezTo>
                    <a:cubicBezTo>
                      <a:pt x="10" y="20"/>
                      <a:pt x="11" y="20"/>
                      <a:pt x="12" y="18"/>
                    </a:cubicBezTo>
                    <a:cubicBezTo>
                      <a:pt x="11" y="19"/>
                      <a:pt x="10" y="21"/>
                      <a:pt x="9" y="23"/>
                    </a:cubicBezTo>
                    <a:cubicBezTo>
                      <a:pt x="10" y="21"/>
                      <a:pt x="9" y="24"/>
                      <a:pt x="10" y="22"/>
                    </a:cubicBezTo>
                    <a:cubicBezTo>
                      <a:pt x="10" y="21"/>
                      <a:pt x="11" y="21"/>
                      <a:pt x="12" y="20"/>
                    </a:cubicBezTo>
                    <a:cubicBezTo>
                      <a:pt x="12" y="20"/>
                      <a:pt x="11" y="21"/>
                      <a:pt x="11" y="21"/>
                    </a:cubicBezTo>
                    <a:cubicBezTo>
                      <a:pt x="11" y="21"/>
                      <a:pt x="12" y="19"/>
                      <a:pt x="12" y="19"/>
                    </a:cubicBezTo>
                    <a:cubicBezTo>
                      <a:pt x="12" y="19"/>
                      <a:pt x="14" y="17"/>
                      <a:pt x="13" y="19"/>
                    </a:cubicBezTo>
                    <a:cubicBezTo>
                      <a:pt x="12" y="20"/>
                      <a:pt x="12" y="19"/>
                      <a:pt x="12" y="20"/>
                    </a:cubicBezTo>
                    <a:cubicBezTo>
                      <a:pt x="12" y="21"/>
                      <a:pt x="14" y="17"/>
                      <a:pt x="15" y="17"/>
                    </a:cubicBezTo>
                    <a:cubicBezTo>
                      <a:pt x="15" y="16"/>
                      <a:pt x="16" y="13"/>
                      <a:pt x="17" y="12"/>
                    </a:cubicBezTo>
                    <a:cubicBezTo>
                      <a:pt x="17" y="13"/>
                      <a:pt x="16" y="13"/>
                      <a:pt x="16" y="15"/>
                    </a:cubicBezTo>
                    <a:cubicBezTo>
                      <a:pt x="16" y="15"/>
                      <a:pt x="16" y="15"/>
                      <a:pt x="16" y="15"/>
                    </a:cubicBezTo>
                    <a:cubicBezTo>
                      <a:pt x="15" y="18"/>
                      <a:pt x="13" y="19"/>
                      <a:pt x="12" y="21"/>
                    </a:cubicBezTo>
                    <a:cubicBezTo>
                      <a:pt x="13" y="20"/>
                      <a:pt x="13" y="20"/>
                      <a:pt x="13" y="20"/>
                    </a:cubicBezTo>
                    <a:cubicBezTo>
                      <a:pt x="11" y="23"/>
                      <a:pt x="11" y="23"/>
                      <a:pt x="11" y="23"/>
                    </a:cubicBezTo>
                    <a:cubicBezTo>
                      <a:pt x="12" y="21"/>
                      <a:pt x="12" y="23"/>
                      <a:pt x="12" y="22"/>
                    </a:cubicBezTo>
                    <a:cubicBezTo>
                      <a:pt x="13" y="21"/>
                      <a:pt x="12" y="23"/>
                      <a:pt x="12" y="22"/>
                    </a:cubicBezTo>
                    <a:cubicBezTo>
                      <a:pt x="13" y="21"/>
                      <a:pt x="14" y="19"/>
                      <a:pt x="14" y="20"/>
                    </a:cubicBezTo>
                    <a:cubicBezTo>
                      <a:pt x="12" y="23"/>
                      <a:pt x="12" y="23"/>
                      <a:pt x="12" y="23"/>
                    </a:cubicBezTo>
                    <a:cubicBezTo>
                      <a:pt x="12" y="23"/>
                      <a:pt x="13" y="21"/>
                      <a:pt x="13" y="22"/>
                    </a:cubicBezTo>
                    <a:cubicBezTo>
                      <a:pt x="13" y="23"/>
                      <a:pt x="13" y="23"/>
                      <a:pt x="13" y="23"/>
                    </a:cubicBezTo>
                    <a:cubicBezTo>
                      <a:pt x="13" y="23"/>
                      <a:pt x="14" y="24"/>
                      <a:pt x="16" y="20"/>
                    </a:cubicBezTo>
                    <a:cubicBezTo>
                      <a:pt x="16" y="22"/>
                      <a:pt x="16" y="22"/>
                      <a:pt x="15" y="23"/>
                    </a:cubicBezTo>
                    <a:cubicBezTo>
                      <a:pt x="16" y="23"/>
                      <a:pt x="16" y="22"/>
                      <a:pt x="16" y="22"/>
                    </a:cubicBezTo>
                    <a:cubicBezTo>
                      <a:pt x="16" y="23"/>
                      <a:pt x="16" y="23"/>
                      <a:pt x="16" y="23"/>
                    </a:cubicBezTo>
                    <a:cubicBezTo>
                      <a:pt x="15" y="25"/>
                      <a:pt x="16" y="23"/>
                      <a:pt x="17" y="22"/>
                    </a:cubicBezTo>
                    <a:cubicBezTo>
                      <a:pt x="16" y="23"/>
                      <a:pt x="16" y="23"/>
                      <a:pt x="16" y="23"/>
                    </a:cubicBezTo>
                    <a:cubicBezTo>
                      <a:pt x="16" y="25"/>
                      <a:pt x="17" y="23"/>
                      <a:pt x="17" y="22"/>
                    </a:cubicBezTo>
                    <a:cubicBezTo>
                      <a:pt x="17" y="23"/>
                      <a:pt x="17" y="23"/>
                      <a:pt x="17" y="23"/>
                    </a:cubicBezTo>
                    <a:cubicBezTo>
                      <a:pt x="18" y="22"/>
                      <a:pt x="18" y="22"/>
                      <a:pt x="18" y="22"/>
                    </a:cubicBezTo>
                    <a:cubicBezTo>
                      <a:pt x="18" y="22"/>
                      <a:pt x="18" y="22"/>
                      <a:pt x="17" y="24"/>
                    </a:cubicBezTo>
                    <a:cubicBezTo>
                      <a:pt x="18" y="23"/>
                      <a:pt x="18" y="23"/>
                      <a:pt x="18" y="23"/>
                    </a:cubicBezTo>
                    <a:cubicBezTo>
                      <a:pt x="17" y="24"/>
                      <a:pt x="18" y="24"/>
                      <a:pt x="18" y="24"/>
                    </a:cubicBezTo>
                    <a:cubicBezTo>
                      <a:pt x="18" y="24"/>
                      <a:pt x="18" y="23"/>
                      <a:pt x="18" y="24"/>
                    </a:cubicBezTo>
                    <a:cubicBezTo>
                      <a:pt x="18" y="23"/>
                      <a:pt x="19" y="23"/>
                      <a:pt x="20" y="21"/>
                    </a:cubicBezTo>
                    <a:cubicBezTo>
                      <a:pt x="21" y="19"/>
                      <a:pt x="19" y="22"/>
                      <a:pt x="20" y="21"/>
                    </a:cubicBezTo>
                    <a:cubicBezTo>
                      <a:pt x="19" y="23"/>
                      <a:pt x="19" y="23"/>
                      <a:pt x="19" y="23"/>
                    </a:cubicBezTo>
                    <a:cubicBezTo>
                      <a:pt x="19" y="23"/>
                      <a:pt x="19" y="24"/>
                      <a:pt x="18" y="24"/>
                    </a:cubicBezTo>
                    <a:cubicBezTo>
                      <a:pt x="18" y="24"/>
                      <a:pt x="18" y="24"/>
                      <a:pt x="18" y="24"/>
                    </a:cubicBezTo>
                    <a:cubicBezTo>
                      <a:pt x="19" y="23"/>
                      <a:pt x="19" y="23"/>
                      <a:pt x="19" y="23"/>
                    </a:cubicBezTo>
                    <a:cubicBezTo>
                      <a:pt x="18" y="25"/>
                      <a:pt x="20" y="23"/>
                      <a:pt x="20" y="24"/>
                    </a:cubicBezTo>
                    <a:cubicBezTo>
                      <a:pt x="20" y="24"/>
                      <a:pt x="22" y="22"/>
                      <a:pt x="22" y="22"/>
                    </a:cubicBezTo>
                    <a:cubicBezTo>
                      <a:pt x="24" y="20"/>
                      <a:pt x="21" y="24"/>
                      <a:pt x="20" y="25"/>
                    </a:cubicBezTo>
                    <a:cubicBezTo>
                      <a:pt x="21" y="24"/>
                      <a:pt x="21" y="24"/>
                      <a:pt x="21" y="24"/>
                    </a:cubicBezTo>
                    <a:cubicBezTo>
                      <a:pt x="21" y="24"/>
                      <a:pt x="21" y="24"/>
                      <a:pt x="21" y="24"/>
                    </a:cubicBezTo>
                    <a:cubicBezTo>
                      <a:pt x="22" y="24"/>
                      <a:pt x="22" y="23"/>
                      <a:pt x="22" y="24"/>
                    </a:cubicBezTo>
                    <a:cubicBezTo>
                      <a:pt x="22" y="24"/>
                      <a:pt x="22" y="24"/>
                      <a:pt x="22" y="24"/>
                    </a:cubicBezTo>
                    <a:cubicBezTo>
                      <a:pt x="22" y="25"/>
                      <a:pt x="21" y="26"/>
                      <a:pt x="21" y="26"/>
                    </a:cubicBezTo>
                    <a:cubicBezTo>
                      <a:pt x="22" y="24"/>
                      <a:pt x="22" y="25"/>
                      <a:pt x="23" y="24"/>
                    </a:cubicBezTo>
                    <a:cubicBezTo>
                      <a:pt x="22" y="25"/>
                      <a:pt x="22" y="25"/>
                      <a:pt x="22" y="25"/>
                    </a:cubicBezTo>
                    <a:cubicBezTo>
                      <a:pt x="23" y="23"/>
                      <a:pt x="23" y="23"/>
                      <a:pt x="23" y="23"/>
                    </a:cubicBezTo>
                    <a:cubicBezTo>
                      <a:pt x="23" y="24"/>
                      <a:pt x="23" y="24"/>
                      <a:pt x="23" y="24"/>
                    </a:cubicBezTo>
                    <a:cubicBezTo>
                      <a:pt x="22" y="26"/>
                      <a:pt x="22" y="26"/>
                      <a:pt x="22" y="26"/>
                    </a:cubicBezTo>
                    <a:cubicBezTo>
                      <a:pt x="21" y="26"/>
                      <a:pt x="23" y="24"/>
                      <a:pt x="24" y="24"/>
                    </a:cubicBezTo>
                    <a:cubicBezTo>
                      <a:pt x="24" y="23"/>
                      <a:pt x="23" y="24"/>
                      <a:pt x="23" y="25"/>
                    </a:cubicBezTo>
                    <a:cubicBezTo>
                      <a:pt x="22" y="25"/>
                      <a:pt x="23" y="25"/>
                      <a:pt x="23" y="25"/>
                    </a:cubicBezTo>
                    <a:cubicBezTo>
                      <a:pt x="22" y="26"/>
                      <a:pt x="23" y="25"/>
                      <a:pt x="22" y="26"/>
                    </a:cubicBezTo>
                    <a:cubicBezTo>
                      <a:pt x="22" y="26"/>
                      <a:pt x="23" y="25"/>
                      <a:pt x="23" y="25"/>
                    </a:cubicBezTo>
                    <a:cubicBezTo>
                      <a:pt x="23" y="25"/>
                      <a:pt x="24" y="25"/>
                      <a:pt x="23" y="26"/>
                    </a:cubicBezTo>
                    <a:cubicBezTo>
                      <a:pt x="23" y="26"/>
                      <a:pt x="23" y="26"/>
                      <a:pt x="24" y="25"/>
                    </a:cubicBezTo>
                    <a:cubicBezTo>
                      <a:pt x="24" y="25"/>
                      <a:pt x="24" y="24"/>
                      <a:pt x="25" y="24"/>
                    </a:cubicBezTo>
                    <a:cubicBezTo>
                      <a:pt x="25" y="24"/>
                      <a:pt x="25" y="23"/>
                      <a:pt x="25" y="24"/>
                    </a:cubicBezTo>
                    <a:cubicBezTo>
                      <a:pt x="25" y="24"/>
                      <a:pt x="25" y="24"/>
                      <a:pt x="25" y="24"/>
                    </a:cubicBezTo>
                    <a:cubicBezTo>
                      <a:pt x="25" y="24"/>
                      <a:pt x="25" y="24"/>
                      <a:pt x="26" y="23"/>
                    </a:cubicBezTo>
                    <a:cubicBezTo>
                      <a:pt x="24" y="25"/>
                      <a:pt x="24" y="25"/>
                      <a:pt x="24" y="25"/>
                    </a:cubicBezTo>
                    <a:cubicBezTo>
                      <a:pt x="25" y="24"/>
                      <a:pt x="25" y="24"/>
                      <a:pt x="26" y="24"/>
                    </a:cubicBezTo>
                    <a:cubicBezTo>
                      <a:pt x="25" y="25"/>
                      <a:pt x="23" y="27"/>
                      <a:pt x="23" y="27"/>
                    </a:cubicBezTo>
                    <a:cubicBezTo>
                      <a:pt x="25" y="26"/>
                      <a:pt x="25" y="26"/>
                      <a:pt x="25" y="26"/>
                    </a:cubicBezTo>
                    <a:cubicBezTo>
                      <a:pt x="25" y="26"/>
                      <a:pt x="25" y="26"/>
                      <a:pt x="24" y="27"/>
                    </a:cubicBezTo>
                    <a:cubicBezTo>
                      <a:pt x="24" y="28"/>
                      <a:pt x="27" y="24"/>
                      <a:pt x="27" y="25"/>
                    </a:cubicBezTo>
                    <a:cubicBezTo>
                      <a:pt x="25" y="27"/>
                      <a:pt x="25" y="27"/>
                      <a:pt x="25" y="27"/>
                    </a:cubicBezTo>
                    <a:cubicBezTo>
                      <a:pt x="26" y="27"/>
                      <a:pt x="26" y="27"/>
                      <a:pt x="26" y="27"/>
                    </a:cubicBezTo>
                    <a:cubicBezTo>
                      <a:pt x="26" y="26"/>
                      <a:pt x="25" y="28"/>
                      <a:pt x="25" y="27"/>
                    </a:cubicBezTo>
                    <a:cubicBezTo>
                      <a:pt x="26" y="26"/>
                      <a:pt x="26" y="26"/>
                      <a:pt x="26" y="26"/>
                    </a:cubicBezTo>
                    <a:cubicBezTo>
                      <a:pt x="24" y="29"/>
                      <a:pt x="27" y="27"/>
                      <a:pt x="26" y="29"/>
                    </a:cubicBezTo>
                    <a:cubicBezTo>
                      <a:pt x="27" y="27"/>
                      <a:pt x="26" y="29"/>
                      <a:pt x="27" y="28"/>
                    </a:cubicBezTo>
                    <a:cubicBezTo>
                      <a:pt x="25" y="30"/>
                      <a:pt x="27" y="28"/>
                      <a:pt x="26" y="29"/>
                    </a:cubicBezTo>
                    <a:cubicBezTo>
                      <a:pt x="28" y="27"/>
                      <a:pt x="28" y="27"/>
                      <a:pt x="28" y="27"/>
                    </a:cubicBezTo>
                    <a:cubicBezTo>
                      <a:pt x="27" y="29"/>
                      <a:pt x="31" y="25"/>
                      <a:pt x="29" y="27"/>
                    </a:cubicBezTo>
                    <a:cubicBezTo>
                      <a:pt x="27" y="29"/>
                      <a:pt x="27" y="29"/>
                      <a:pt x="27" y="29"/>
                    </a:cubicBezTo>
                    <a:cubicBezTo>
                      <a:pt x="26" y="31"/>
                      <a:pt x="29" y="27"/>
                      <a:pt x="28" y="30"/>
                    </a:cubicBezTo>
                    <a:cubicBezTo>
                      <a:pt x="28" y="29"/>
                      <a:pt x="29" y="28"/>
                      <a:pt x="30" y="27"/>
                    </a:cubicBezTo>
                    <a:cubicBezTo>
                      <a:pt x="30" y="28"/>
                      <a:pt x="29" y="29"/>
                      <a:pt x="29" y="30"/>
                    </a:cubicBezTo>
                    <a:cubicBezTo>
                      <a:pt x="29" y="29"/>
                      <a:pt x="30" y="29"/>
                      <a:pt x="29" y="30"/>
                    </a:cubicBezTo>
                    <a:cubicBezTo>
                      <a:pt x="28" y="30"/>
                      <a:pt x="28" y="30"/>
                      <a:pt x="28" y="30"/>
                    </a:cubicBezTo>
                    <a:cubicBezTo>
                      <a:pt x="28" y="31"/>
                      <a:pt x="29" y="30"/>
                      <a:pt x="30" y="30"/>
                    </a:cubicBezTo>
                    <a:cubicBezTo>
                      <a:pt x="28" y="31"/>
                      <a:pt x="29" y="31"/>
                      <a:pt x="29" y="32"/>
                    </a:cubicBezTo>
                    <a:cubicBezTo>
                      <a:pt x="31" y="30"/>
                      <a:pt x="29" y="33"/>
                      <a:pt x="31" y="31"/>
                    </a:cubicBezTo>
                    <a:cubicBezTo>
                      <a:pt x="30" y="31"/>
                      <a:pt x="30" y="31"/>
                      <a:pt x="30" y="31"/>
                    </a:cubicBezTo>
                    <a:cubicBezTo>
                      <a:pt x="31" y="31"/>
                      <a:pt x="32" y="29"/>
                      <a:pt x="32" y="29"/>
                    </a:cubicBezTo>
                    <a:cubicBezTo>
                      <a:pt x="31" y="31"/>
                      <a:pt x="31" y="31"/>
                      <a:pt x="31" y="31"/>
                    </a:cubicBezTo>
                    <a:cubicBezTo>
                      <a:pt x="29" y="33"/>
                      <a:pt x="31" y="31"/>
                      <a:pt x="30" y="32"/>
                    </a:cubicBezTo>
                    <a:cubicBezTo>
                      <a:pt x="31" y="31"/>
                      <a:pt x="30" y="32"/>
                      <a:pt x="31" y="31"/>
                    </a:cubicBezTo>
                    <a:cubicBezTo>
                      <a:pt x="32" y="31"/>
                      <a:pt x="32" y="31"/>
                      <a:pt x="32" y="31"/>
                    </a:cubicBezTo>
                    <a:cubicBezTo>
                      <a:pt x="33" y="30"/>
                      <a:pt x="33" y="30"/>
                      <a:pt x="33" y="30"/>
                    </a:cubicBezTo>
                    <a:cubicBezTo>
                      <a:pt x="33" y="30"/>
                      <a:pt x="31" y="32"/>
                      <a:pt x="31" y="32"/>
                    </a:cubicBezTo>
                    <a:cubicBezTo>
                      <a:pt x="31" y="33"/>
                      <a:pt x="31"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1" y="33"/>
                    </a:cubicBezTo>
                    <a:cubicBezTo>
                      <a:pt x="30" y="34"/>
                      <a:pt x="30" y="34"/>
                      <a:pt x="30" y="34"/>
                    </a:cubicBezTo>
                    <a:cubicBezTo>
                      <a:pt x="30" y="34"/>
                      <a:pt x="32" y="33"/>
                      <a:pt x="32" y="32"/>
                    </a:cubicBezTo>
                    <a:cubicBezTo>
                      <a:pt x="32" y="34"/>
                      <a:pt x="33" y="33"/>
                      <a:pt x="34" y="33"/>
                    </a:cubicBezTo>
                    <a:cubicBezTo>
                      <a:pt x="34" y="33"/>
                      <a:pt x="33" y="33"/>
                      <a:pt x="33" y="33"/>
                    </a:cubicBezTo>
                    <a:cubicBezTo>
                      <a:pt x="34" y="33"/>
                      <a:pt x="35" y="32"/>
                      <a:pt x="34" y="33"/>
                    </a:cubicBezTo>
                    <a:cubicBezTo>
                      <a:pt x="35" y="32"/>
                      <a:pt x="33" y="34"/>
                      <a:pt x="34" y="34"/>
                    </a:cubicBezTo>
                    <a:cubicBezTo>
                      <a:pt x="33" y="34"/>
                      <a:pt x="35" y="33"/>
                      <a:pt x="34" y="33"/>
                    </a:cubicBezTo>
                    <a:cubicBezTo>
                      <a:pt x="33" y="35"/>
                      <a:pt x="36" y="32"/>
                      <a:pt x="35" y="34"/>
                    </a:cubicBezTo>
                    <a:cubicBezTo>
                      <a:pt x="36" y="33"/>
                      <a:pt x="35" y="34"/>
                      <a:pt x="34" y="35"/>
                    </a:cubicBezTo>
                    <a:cubicBezTo>
                      <a:pt x="35" y="34"/>
                      <a:pt x="36" y="34"/>
                      <a:pt x="37" y="33"/>
                    </a:cubicBezTo>
                    <a:cubicBezTo>
                      <a:pt x="36" y="34"/>
                      <a:pt x="36" y="34"/>
                      <a:pt x="36" y="34"/>
                    </a:cubicBezTo>
                    <a:cubicBezTo>
                      <a:pt x="36" y="34"/>
                      <a:pt x="36" y="34"/>
                      <a:pt x="37" y="34"/>
                    </a:cubicBezTo>
                    <a:cubicBezTo>
                      <a:pt x="38" y="33"/>
                      <a:pt x="39" y="32"/>
                      <a:pt x="39" y="32"/>
                    </a:cubicBezTo>
                    <a:cubicBezTo>
                      <a:pt x="39" y="32"/>
                      <a:pt x="39" y="32"/>
                      <a:pt x="39" y="32"/>
                    </a:cubicBezTo>
                    <a:cubicBezTo>
                      <a:pt x="40" y="32"/>
                      <a:pt x="40" y="32"/>
                      <a:pt x="40" y="32"/>
                    </a:cubicBezTo>
                    <a:cubicBezTo>
                      <a:pt x="39" y="33"/>
                      <a:pt x="39" y="32"/>
                      <a:pt x="39" y="33"/>
                    </a:cubicBezTo>
                    <a:cubicBezTo>
                      <a:pt x="37" y="35"/>
                      <a:pt x="38" y="34"/>
                      <a:pt x="38" y="35"/>
                    </a:cubicBezTo>
                    <a:cubicBezTo>
                      <a:pt x="39" y="34"/>
                      <a:pt x="39" y="34"/>
                      <a:pt x="39" y="34"/>
                    </a:cubicBezTo>
                    <a:cubicBezTo>
                      <a:pt x="40" y="33"/>
                      <a:pt x="38" y="35"/>
                      <a:pt x="38" y="35"/>
                    </a:cubicBezTo>
                    <a:cubicBezTo>
                      <a:pt x="42" y="32"/>
                      <a:pt x="42" y="32"/>
                      <a:pt x="42" y="32"/>
                    </a:cubicBezTo>
                    <a:cubicBezTo>
                      <a:pt x="42" y="32"/>
                      <a:pt x="41" y="33"/>
                      <a:pt x="40" y="34"/>
                    </a:cubicBezTo>
                    <a:cubicBezTo>
                      <a:pt x="40" y="34"/>
                      <a:pt x="42" y="32"/>
                      <a:pt x="44" y="31"/>
                    </a:cubicBezTo>
                    <a:cubicBezTo>
                      <a:pt x="44" y="31"/>
                      <a:pt x="45" y="31"/>
                      <a:pt x="45" y="31"/>
                    </a:cubicBezTo>
                    <a:cubicBezTo>
                      <a:pt x="44" y="32"/>
                      <a:pt x="45" y="31"/>
                      <a:pt x="44" y="32"/>
                    </a:cubicBezTo>
                    <a:cubicBezTo>
                      <a:pt x="43" y="33"/>
                      <a:pt x="43" y="33"/>
                      <a:pt x="43" y="33"/>
                    </a:cubicBezTo>
                    <a:cubicBezTo>
                      <a:pt x="43" y="33"/>
                      <a:pt x="41" y="34"/>
                      <a:pt x="40" y="35"/>
                    </a:cubicBezTo>
                    <a:cubicBezTo>
                      <a:pt x="41" y="35"/>
                      <a:pt x="41" y="36"/>
                      <a:pt x="41" y="36"/>
                    </a:cubicBezTo>
                    <a:cubicBezTo>
                      <a:pt x="43" y="34"/>
                      <a:pt x="42" y="35"/>
                      <a:pt x="44" y="34"/>
                    </a:cubicBezTo>
                    <a:cubicBezTo>
                      <a:pt x="44" y="34"/>
                      <a:pt x="43" y="35"/>
                      <a:pt x="42" y="36"/>
                    </a:cubicBezTo>
                    <a:cubicBezTo>
                      <a:pt x="43" y="35"/>
                      <a:pt x="43" y="36"/>
                      <a:pt x="43" y="36"/>
                    </a:cubicBezTo>
                    <a:cubicBezTo>
                      <a:pt x="43" y="36"/>
                      <a:pt x="43" y="36"/>
                      <a:pt x="43" y="36"/>
                    </a:cubicBezTo>
                    <a:cubicBezTo>
                      <a:pt x="44" y="36"/>
                      <a:pt x="43" y="37"/>
                      <a:pt x="45" y="36"/>
                    </a:cubicBezTo>
                    <a:cubicBezTo>
                      <a:pt x="44" y="37"/>
                      <a:pt x="44" y="37"/>
                      <a:pt x="44" y="37"/>
                    </a:cubicBezTo>
                    <a:cubicBezTo>
                      <a:pt x="44" y="37"/>
                      <a:pt x="47" y="34"/>
                      <a:pt x="46" y="36"/>
                    </a:cubicBezTo>
                    <a:cubicBezTo>
                      <a:pt x="45" y="36"/>
                      <a:pt x="45" y="36"/>
                      <a:pt x="45" y="36"/>
                    </a:cubicBezTo>
                    <a:cubicBezTo>
                      <a:pt x="46" y="36"/>
                      <a:pt x="44" y="38"/>
                      <a:pt x="46" y="36"/>
                    </a:cubicBezTo>
                    <a:cubicBezTo>
                      <a:pt x="45" y="37"/>
                      <a:pt x="45" y="37"/>
                      <a:pt x="45" y="37"/>
                    </a:cubicBezTo>
                    <a:cubicBezTo>
                      <a:pt x="45" y="37"/>
                      <a:pt x="45" y="37"/>
                      <a:pt x="47" y="36"/>
                    </a:cubicBezTo>
                    <a:cubicBezTo>
                      <a:pt x="45" y="38"/>
                      <a:pt x="45" y="38"/>
                      <a:pt x="45" y="38"/>
                    </a:cubicBezTo>
                    <a:cubicBezTo>
                      <a:pt x="45" y="39"/>
                      <a:pt x="47" y="36"/>
                      <a:pt x="47" y="37"/>
                    </a:cubicBezTo>
                    <a:cubicBezTo>
                      <a:pt x="47" y="37"/>
                      <a:pt x="46" y="38"/>
                      <a:pt x="46" y="38"/>
                    </a:cubicBezTo>
                    <a:cubicBezTo>
                      <a:pt x="47" y="37"/>
                      <a:pt x="47" y="38"/>
                      <a:pt x="47" y="38"/>
                    </a:cubicBezTo>
                    <a:cubicBezTo>
                      <a:pt x="46" y="39"/>
                      <a:pt x="46" y="39"/>
                      <a:pt x="46" y="39"/>
                    </a:cubicBezTo>
                    <a:cubicBezTo>
                      <a:pt x="47" y="40"/>
                      <a:pt x="47" y="41"/>
                      <a:pt x="50" y="41"/>
                    </a:cubicBezTo>
                    <a:cubicBezTo>
                      <a:pt x="48" y="42"/>
                      <a:pt x="48" y="41"/>
                      <a:pt x="47" y="43"/>
                    </a:cubicBezTo>
                    <a:cubicBezTo>
                      <a:pt x="49" y="41"/>
                      <a:pt x="48" y="42"/>
                      <a:pt x="49" y="42"/>
                    </a:cubicBezTo>
                    <a:cubicBezTo>
                      <a:pt x="48" y="42"/>
                      <a:pt x="48" y="42"/>
                      <a:pt x="48" y="42"/>
                    </a:cubicBezTo>
                    <a:cubicBezTo>
                      <a:pt x="49" y="42"/>
                      <a:pt x="48" y="43"/>
                      <a:pt x="48" y="43"/>
                    </a:cubicBezTo>
                    <a:cubicBezTo>
                      <a:pt x="49" y="43"/>
                      <a:pt x="49" y="43"/>
                      <a:pt x="49" y="43"/>
                    </a:cubicBezTo>
                    <a:cubicBezTo>
                      <a:pt x="50" y="42"/>
                      <a:pt x="47" y="45"/>
                      <a:pt x="49" y="43"/>
                    </a:cubicBezTo>
                    <a:cubicBezTo>
                      <a:pt x="48" y="44"/>
                      <a:pt x="48" y="44"/>
                      <a:pt x="48" y="44"/>
                    </a:cubicBezTo>
                    <a:cubicBezTo>
                      <a:pt x="50" y="43"/>
                      <a:pt x="47" y="45"/>
                      <a:pt x="49" y="44"/>
                    </a:cubicBezTo>
                    <a:cubicBezTo>
                      <a:pt x="49" y="44"/>
                      <a:pt x="49" y="44"/>
                      <a:pt x="49" y="44"/>
                    </a:cubicBezTo>
                    <a:cubicBezTo>
                      <a:pt x="48" y="45"/>
                      <a:pt x="51" y="43"/>
                      <a:pt x="50" y="44"/>
                    </a:cubicBezTo>
                    <a:cubicBezTo>
                      <a:pt x="50" y="44"/>
                      <a:pt x="51" y="44"/>
                      <a:pt x="53" y="43"/>
                    </a:cubicBezTo>
                    <a:cubicBezTo>
                      <a:pt x="51" y="44"/>
                      <a:pt x="51" y="44"/>
                      <a:pt x="51" y="44"/>
                    </a:cubicBezTo>
                    <a:cubicBezTo>
                      <a:pt x="52" y="44"/>
                      <a:pt x="52" y="46"/>
                      <a:pt x="55" y="45"/>
                    </a:cubicBezTo>
                    <a:cubicBezTo>
                      <a:pt x="54" y="45"/>
                      <a:pt x="54" y="45"/>
                      <a:pt x="54" y="45"/>
                    </a:cubicBezTo>
                    <a:cubicBezTo>
                      <a:pt x="56" y="44"/>
                      <a:pt x="52" y="48"/>
                      <a:pt x="56" y="45"/>
                    </a:cubicBezTo>
                    <a:cubicBezTo>
                      <a:pt x="58" y="45"/>
                      <a:pt x="58" y="45"/>
                      <a:pt x="58" y="45"/>
                    </a:cubicBezTo>
                    <a:cubicBezTo>
                      <a:pt x="56" y="46"/>
                      <a:pt x="56" y="46"/>
                      <a:pt x="56" y="46"/>
                    </a:cubicBezTo>
                    <a:cubicBezTo>
                      <a:pt x="57" y="46"/>
                      <a:pt x="56" y="46"/>
                      <a:pt x="58" y="46"/>
                    </a:cubicBezTo>
                    <a:cubicBezTo>
                      <a:pt x="56" y="46"/>
                      <a:pt x="56" y="46"/>
                      <a:pt x="56" y="46"/>
                    </a:cubicBezTo>
                    <a:cubicBezTo>
                      <a:pt x="56" y="47"/>
                      <a:pt x="59" y="46"/>
                      <a:pt x="58" y="46"/>
                    </a:cubicBezTo>
                    <a:cubicBezTo>
                      <a:pt x="57" y="46"/>
                      <a:pt x="57" y="46"/>
                      <a:pt x="57" y="46"/>
                    </a:cubicBezTo>
                    <a:cubicBezTo>
                      <a:pt x="55" y="49"/>
                      <a:pt x="54" y="52"/>
                      <a:pt x="58" y="51"/>
                    </a:cubicBezTo>
                    <a:cubicBezTo>
                      <a:pt x="59" y="50"/>
                      <a:pt x="56" y="52"/>
                      <a:pt x="56" y="52"/>
                    </a:cubicBezTo>
                    <a:cubicBezTo>
                      <a:pt x="60" y="51"/>
                      <a:pt x="56" y="55"/>
                      <a:pt x="61" y="53"/>
                    </a:cubicBezTo>
                    <a:cubicBezTo>
                      <a:pt x="63" y="53"/>
                      <a:pt x="68" y="50"/>
                      <a:pt x="68" y="50"/>
                    </a:cubicBezTo>
                    <a:cubicBezTo>
                      <a:pt x="65" y="50"/>
                      <a:pt x="66" y="47"/>
                      <a:pt x="68" y="44"/>
                    </a:cubicBezTo>
                    <a:cubicBezTo>
                      <a:pt x="67" y="44"/>
                      <a:pt x="66" y="43"/>
                      <a:pt x="66" y="4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0" name="Freeform 374"/>
              <p:cNvSpPr/>
              <p:nvPr/>
            </p:nvSpPr>
            <p:spPr bwMode="auto">
              <a:xfrm>
                <a:off x="3472" y="2077"/>
                <a:ext cx="0" cy="2"/>
              </a:xfrm>
              <a:custGeom>
                <a:avLst/>
                <a:gdLst>
                  <a:gd name="T0" fmla="*/ 0 h 1"/>
                  <a:gd name="T1" fmla="*/ 1 h 1"/>
                  <a:gd name="T2" fmla="*/ 0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1" name="Freeform 375"/>
              <p:cNvSpPr/>
              <p:nvPr/>
            </p:nvSpPr>
            <p:spPr bwMode="auto">
              <a:xfrm>
                <a:off x="4219" y="2506"/>
                <a:ext cx="2" cy="4"/>
              </a:xfrm>
              <a:custGeom>
                <a:avLst/>
                <a:gdLst>
                  <a:gd name="T0" fmla="*/ 0 w 1"/>
                  <a:gd name="T1" fmla="*/ 1 h 2"/>
                  <a:gd name="T2" fmla="*/ 1 w 1"/>
                  <a:gd name="T3" fmla="*/ 1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1"/>
                    </a:cubicBezTo>
                    <a:cubicBezTo>
                      <a:pt x="1" y="1"/>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2" name="Freeform 376"/>
              <p:cNvSpPr/>
              <p:nvPr/>
            </p:nvSpPr>
            <p:spPr bwMode="auto">
              <a:xfrm>
                <a:off x="4228" y="2482"/>
                <a:ext cx="6" cy="3"/>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3" name="Freeform 377"/>
              <p:cNvSpPr/>
              <p:nvPr/>
            </p:nvSpPr>
            <p:spPr bwMode="auto">
              <a:xfrm>
                <a:off x="3472" y="2073"/>
                <a:ext cx="0" cy="2"/>
              </a:xfrm>
              <a:custGeom>
                <a:avLst/>
                <a:gdLst>
                  <a:gd name="T0" fmla="*/ 0 h 1"/>
                  <a:gd name="T1" fmla="*/ 0 h 1"/>
                  <a:gd name="T2" fmla="*/ 0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0"/>
                      <a:pt x="0" y="1"/>
                    </a:cubicBezTo>
                    <a:cubicBezTo>
                      <a:pt x="0" y="1"/>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4" name="Freeform 378"/>
              <p:cNvSpPr/>
              <p:nvPr/>
            </p:nvSpPr>
            <p:spPr bwMode="auto">
              <a:xfrm>
                <a:off x="3472" y="20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5" name="Freeform 379"/>
              <p:cNvSpPr/>
              <p:nvPr/>
            </p:nvSpPr>
            <p:spPr bwMode="auto">
              <a:xfrm>
                <a:off x="4219" y="2510"/>
                <a:ext cx="5" cy="2"/>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6" name="Freeform 380"/>
              <p:cNvSpPr/>
              <p:nvPr/>
            </p:nvSpPr>
            <p:spPr bwMode="auto">
              <a:xfrm>
                <a:off x="4221" y="2514"/>
                <a:ext cx="3" cy="4"/>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2"/>
                      <a:pt x="1" y="1"/>
                      <a:pt x="1" y="2"/>
                    </a:cubicBezTo>
                    <a:cubicBezTo>
                      <a:pt x="1" y="1"/>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7" name="Oval 381"/>
              <p:cNvSpPr>
                <a:spLocks noChangeArrowheads="1"/>
              </p:cNvSpPr>
              <p:nvPr/>
            </p:nvSpPr>
            <p:spPr bwMode="auto">
              <a:xfrm>
                <a:off x="3905" y="227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8" name="Freeform 382"/>
              <p:cNvSpPr/>
              <p:nvPr/>
            </p:nvSpPr>
            <p:spPr bwMode="auto">
              <a:xfrm>
                <a:off x="4217" y="2510"/>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9" name="Freeform 383"/>
              <p:cNvSpPr/>
              <p:nvPr/>
            </p:nvSpPr>
            <p:spPr bwMode="auto">
              <a:xfrm>
                <a:off x="4296" y="2552"/>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0" name="Freeform 384"/>
              <p:cNvSpPr/>
              <p:nvPr/>
            </p:nvSpPr>
            <p:spPr bwMode="auto">
              <a:xfrm>
                <a:off x="4289" y="25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1" name="Freeform 385"/>
              <p:cNvSpPr/>
              <p:nvPr/>
            </p:nvSpPr>
            <p:spPr bwMode="auto">
              <a:xfrm>
                <a:off x="4296" y="2552"/>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2" name="Freeform 386"/>
              <p:cNvSpPr/>
              <p:nvPr/>
            </p:nvSpPr>
            <p:spPr bwMode="auto">
              <a:xfrm>
                <a:off x="4306" y="2555"/>
                <a:ext cx="2" cy="4"/>
              </a:xfrm>
              <a:custGeom>
                <a:avLst/>
                <a:gdLst>
                  <a:gd name="T0" fmla="*/ 0 w 2"/>
                  <a:gd name="T1" fmla="*/ 4 h 4"/>
                  <a:gd name="T2" fmla="*/ 0 w 2"/>
                  <a:gd name="T3" fmla="*/ 4 h 4"/>
                  <a:gd name="T4" fmla="*/ 2 w 2"/>
                  <a:gd name="T5" fmla="*/ 0 h 4"/>
                  <a:gd name="T6" fmla="*/ 0 w 2"/>
                  <a:gd name="T7" fmla="*/ 4 h 4"/>
                </a:gdLst>
                <a:ahLst/>
                <a:cxnLst>
                  <a:cxn ang="0">
                    <a:pos x="T0" y="T1"/>
                  </a:cxn>
                  <a:cxn ang="0">
                    <a:pos x="T2" y="T3"/>
                  </a:cxn>
                  <a:cxn ang="0">
                    <a:pos x="T4" y="T5"/>
                  </a:cxn>
                  <a:cxn ang="0">
                    <a:pos x="T6" y="T7"/>
                  </a:cxn>
                </a:cxnLst>
                <a:rect l="0" t="0" r="r" b="b"/>
                <a:pathLst>
                  <a:path w="2" h="4">
                    <a:moveTo>
                      <a:pt x="0" y="4"/>
                    </a:moveTo>
                    <a:lnTo>
                      <a:pt x="0" y="4"/>
                    </a:lnTo>
                    <a:lnTo>
                      <a:pt x="2" y="0"/>
                    </a:lnTo>
                    <a:lnTo>
                      <a:pt x="0"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3" name="Freeform 387"/>
              <p:cNvSpPr/>
              <p:nvPr/>
            </p:nvSpPr>
            <p:spPr bwMode="auto">
              <a:xfrm>
                <a:off x="3903" y="2275"/>
                <a:ext cx="2"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4" name="Freeform 388"/>
              <p:cNvSpPr/>
              <p:nvPr/>
            </p:nvSpPr>
            <p:spPr bwMode="auto">
              <a:xfrm>
                <a:off x="3901" y="257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5" name="Freeform 389"/>
              <p:cNvSpPr/>
              <p:nvPr/>
            </p:nvSpPr>
            <p:spPr bwMode="auto">
              <a:xfrm>
                <a:off x="4285" y="25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6" name="Freeform 390"/>
              <p:cNvSpPr/>
              <p:nvPr/>
            </p:nvSpPr>
            <p:spPr bwMode="auto">
              <a:xfrm>
                <a:off x="3472" y="207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7" name="Rectangle 391"/>
              <p:cNvSpPr>
                <a:spLocks noChangeArrowheads="1"/>
              </p:cNvSpPr>
              <p:nvPr/>
            </p:nvSpPr>
            <p:spPr bwMode="auto">
              <a:xfrm>
                <a:off x="3472" y="2079"/>
                <a:ext cx="1"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8" name="Freeform 392"/>
              <p:cNvSpPr/>
              <p:nvPr/>
            </p:nvSpPr>
            <p:spPr bwMode="auto">
              <a:xfrm>
                <a:off x="4277" y="2495"/>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9" name="Freeform 393"/>
              <p:cNvSpPr/>
              <p:nvPr/>
            </p:nvSpPr>
            <p:spPr bwMode="auto">
              <a:xfrm>
                <a:off x="3472"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0" name="Freeform 394"/>
              <p:cNvSpPr/>
              <p:nvPr/>
            </p:nvSpPr>
            <p:spPr bwMode="auto">
              <a:xfrm>
                <a:off x="4255" y="25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1" name="Freeform 395"/>
              <p:cNvSpPr/>
              <p:nvPr/>
            </p:nvSpPr>
            <p:spPr bwMode="auto">
              <a:xfrm>
                <a:off x="3678" y="2461"/>
                <a:ext cx="19" cy="13"/>
              </a:xfrm>
              <a:custGeom>
                <a:avLst/>
                <a:gdLst>
                  <a:gd name="T0" fmla="*/ 0 w 9"/>
                  <a:gd name="T1" fmla="*/ 0 h 6"/>
                  <a:gd name="T2" fmla="*/ 9 w 9"/>
                  <a:gd name="T3" fmla="*/ 6 h 6"/>
                  <a:gd name="T4" fmla="*/ 0 w 9"/>
                  <a:gd name="T5" fmla="*/ 0 h 6"/>
                </a:gdLst>
                <a:ahLst/>
                <a:cxnLst>
                  <a:cxn ang="0">
                    <a:pos x="T0" y="T1"/>
                  </a:cxn>
                  <a:cxn ang="0">
                    <a:pos x="T2" y="T3"/>
                  </a:cxn>
                  <a:cxn ang="0">
                    <a:pos x="T4" y="T5"/>
                  </a:cxn>
                </a:cxnLst>
                <a:rect l="0" t="0" r="r" b="b"/>
                <a:pathLst>
                  <a:path w="9" h="6">
                    <a:moveTo>
                      <a:pt x="0" y="0"/>
                    </a:moveTo>
                    <a:cubicBezTo>
                      <a:pt x="9" y="6"/>
                      <a:pt x="9" y="6"/>
                      <a:pt x="9" y="6"/>
                    </a:cubicBezTo>
                    <a:cubicBezTo>
                      <a:pt x="6" y="3"/>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2" name="Freeform 396"/>
              <p:cNvSpPr/>
              <p:nvPr/>
            </p:nvSpPr>
            <p:spPr bwMode="auto">
              <a:xfrm>
                <a:off x="3496" y="2319"/>
                <a:ext cx="4" cy="6"/>
              </a:xfrm>
              <a:custGeom>
                <a:avLst/>
                <a:gdLst>
                  <a:gd name="T0" fmla="*/ 1 w 2"/>
                  <a:gd name="T1" fmla="*/ 1 h 3"/>
                  <a:gd name="T2" fmla="*/ 2 w 2"/>
                  <a:gd name="T3" fmla="*/ 3 h 3"/>
                  <a:gd name="T4" fmla="*/ 2 w 2"/>
                  <a:gd name="T5" fmla="*/ 1 h 3"/>
                  <a:gd name="T6" fmla="*/ 1 w 2"/>
                  <a:gd name="T7" fmla="*/ 1 h 3"/>
                </a:gdLst>
                <a:ahLst/>
                <a:cxnLst>
                  <a:cxn ang="0">
                    <a:pos x="T0" y="T1"/>
                  </a:cxn>
                  <a:cxn ang="0">
                    <a:pos x="T2" y="T3"/>
                  </a:cxn>
                  <a:cxn ang="0">
                    <a:pos x="T4" y="T5"/>
                  </a:cxn>
                  <a:cxn ang="0">
                    <a:pos x="T6" y="T7"/>
                  </a:cxn>
                </a:cxnLst>
                <a:rect l="0" t="0" r="r" b="b"/>
                <a:pathLst>
                  <a:path w="2" h="3">
                    <a:moveTo>
                      <a:pt x="1" y="1"/>
                    </a:moveTo>
                    <a:cubicBezTo>
                      <a:pt x="2" y="2"/>
                      <a:pt x="2" y="2"/>
                      <a:pt x="2" y="3"/>
                    </a:cubicBezTo>
                    <a:cubicBezTo>
                      <a:pt x="2" y="1"/>
                      <a:pt x="2" y="1"/>
                      <a:pt x="2" y="1"/>
                    </a:cubicBezTo>
                    <a:cubicBezTo>
                      <a:pt x="2" y="0"/>
                      <a:pt x="0"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3" name="Freeform 397"/>
              <p:cNvSpPr/>
              <p:nvPr/>
            </p:nvSpPr>
            <p:spPr bwMode="auto">
              <a:xfrm>
                <a:off x="3483" y="2156"/>
                <a:ext cx="6" cy="4"/>
              </a:xfrm>
              <a:custGeom>
                <a:avLst/>
                <a:gdLst>
                  <a:gd name="T0" fmla="*/ 2 w 3"/>
                  <a:gd name="T1" fmla="*/ 1 h 2"/>
                  <a:gd name="T2" fmla="*/ 1 w 3"/>
                  <a:gd name="T3" fmla="*/ 2 h 2"/>
                  <a:gd name="T4" fmla="*/ 2 w 3"/>
                  <a:gd name="T5" fmla="*/ 1 h 2"/>
                </a:gdLst>
                <a:ahLst/>
                <a:cxnLst>
                  <a:cxn ang="0">
                    <a:pos x="T0" y="T1"/>
                  </a:cxn>
                  <a:cxn ang="0">
                    <a:pos x="T2" y="T3"/>
                  </a:cxn>
                  <a:cxn ang="0">
                    <a:pos x="T4" y="T5"/>
                  </a:cxn>
                </a:cxnLst>
                <a:rect l="0" t="0" r="r" b="b"/>
                <a:pathLst>
                  <a:path w="3" h="2">
                    <a:moveTo>
                      <a:pt x="2" y="1"/>
                    </a:moveTo>
                    <a:cubicBezTo>
                      <a:pt x="0" y="0"/>
                      <a:pt x="3" y="1"/>
                      <a:pt x="1" y="2"/>
                    </a:cubicBezTo>
                    <a:cubicBezTo>
                      <a:pt x="2" y="2"/>
                      <a:pt x="2" y="2"/>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4" name="Freeform 398"/>
              <p:cNvSpPr/>
              <p:nvPr/>
            </p:nvSpPr>
            <p:spPr bwMode="auto">
              <a:xfrm>
                <a:off x="3534" y="2347"/>
                <a:ext cx="13" cy="6"/>
              </a:xfrm>
              <a:custGeom>
                <a:avLst/>
                <a:gdLst>
                  <a:gd name="T0" fmla="*/ 0 w 6"/>
                  <a:gd name="T1" fmla="*/ 0 h 3"/>
                  <a:gd name="T2" fmla="*/ 4 w 6"/>
                  <a:gd name="T3" fmla="*/ 3 h 3"/>
                  <a:gd name="T4" fmla="*/ 0 w 6"/>
                  <a:gd name="T5" fmla="*/ 0 h 3"/>
                </a:gdLst>
                <a:ahLst/>
                <a:cxnLst>
                  <a:cxn ang="0">
                    <a:pos x="T0" y="T1"/>
                  </a:cxn>
                  <a:cxn ang="0">
                    <a:pos x="T2" y="T3"/>
                  </a:cxn>
                  <a:cxn ang="0">
                    <a:pos x="T4" y="T5"/>
                  </a:cxn>
                </a:cxnLst>
                <a:rect l="0" t="0" r="r" b="b"/>
                <a:pathLst>
                  <a:path w="6" h="3">
                    <a:moveTo>
                      <a:pt x="0" y="0"/>
                    </a:moveTo>
                    <a:cubicBezTo>
                      <a:pt x="0" y="2"/>
                      <a:pt x="3" y="3"/>
                      <a:pt x="4" y="3"/>
                    </a:cubicBezTo>
                    <a:cubicBezTo>
                      <a:pt x="6" y="3"/>
                      <a:pt x="1" y="2"/>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5" name="Freeform 399"/>
              <p:cNvSpPr/>
              <p:nvPr/>
            </p:nvSpPr>
            <p:spPr bwMode="auto">
              <a:xfrm>
                <a:off x="3466" y="2090"/>
                <a:ext cx="4" cy="4"/>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6" name="Freeform 400"/>
              <p:cNvSpPr/>
              <p:nvPr/>
            </p:nvSpPr>
            <p:spPr bwMode="auto">
              <a:xfrm>
                <a:off x="3466" y="2103"/>
                <a:ext cx="4" cy="0"/>
              </a:xfrm>
              <a:custGeom>
                <a:avLst/>
                <a:gdLst>
                  <a:gd name="T0" fmla="*/ 0 w 2"/>
                  <a:gd name="T1" fmla="*/ 1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1" y="0"/>
                    </a:cubicBezTo>
                    <a:cubicBezTo>
                      <a:pt x="2"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7" name="Freeform 401"/>
              <p:cNvSpPr/>
              <p:nvPr/>
            </p:nvSpPr>
            <p:spPr bwMode="auto">
              <a:xfrm>
                <a:off x="3477" y="2152"/>
                <a:ext cx="4" cy="8"/>
              </a:xfrm>
              <a:custGeom>
                <a:avLst/>
                <a:gdLst>
                  <a:gd name="T0" fmla="*/ 2 w 2"/>
                  <a:gd name="T1" fmla="*/ 4 h 4"/>
                  <a:gd name="T2" fmla="*/ 1 w 2"/>
                  <a:gd name="T3" fmla="*/ 0 h 4"/>
                  <a:gd name="T4" fmla="*/ 2 w 2"/>
                  <a:gd name="T5" fmla="*/ 4 h 4"/>
                </a:gdLst>
                <a:ahLst/>
                <a:cxnLst>
                  <a:cxn ang="0">
                    <a:pos x="T0" y="T1"/>
                  </a:cxn>
                  <a:cxn ang="0">
                    <a:pos x="T2" y="T3"/>
                  </a:cxn>
                  <a:cxn ang="0">
                    <a:pos x="T4" y="T5"/>
                  </a:cxn>
                </a:cxnLst>
                <a:rect l="0" t="0" r="r" b="b"/>
                <a:pathLst>
                  <a:path w="2" h="4">
                    <a:moveTo>
                      <a:pt x="2" y="4"/>
                    </a:moveTo>
                    <a:cubicBezTo>
                      <a:pt x="2" y="3"/>
                      <a:pt x="1" y="1"/>
                      <a:pt x="1" y="0"/>
                    </a:cubicBezTo>
                    <a:cubicBezTo>
                      <a:pt x="0" y="2"/>
                      <a:pt x="1" y="2"/>
                      <a:pt x="2" y="4"/>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8" name="Freeform 402"/>
              <p:cNvSpPr/>
              <p:nvPr/>
            </p:nvSpPr>
            <p:spPr bwMode="auto">
              <a:xfrm>
                <a:off x="3466" y="2096"/>
                <a:ext cx="8" cy="5"/>
              </a:xfrm>
              <a:custGeom>
                <a:avLst/>
                <a:gdLst>
                  <a:gd name="T0" fmla="*/ 0 w 4"/>
                  <a:gd name="T1" fmla="*/ 2 h 2"/>
                  <a:gd name="T2" fmla="*/ 0 w 4"/>
                  <a:gd name="T3" fmla="*/ 2 h 2"/>
                  <a:gd name="T4" fmla="*/ 2 w 4"/>
                  <a:gd name="T5" fmla="*/ 2 h 2"/>
                  <a:gd name="T6" fmla="*/ 2 w 4"/>
                  <a:gd name="T7" fmla="*/ 1 h 2"/>
                  <a:gd name="T8" fmla="*/ 4 w 4"/>
                  <a:gd name="T9" fmla="*/ 0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0" y="2"/>
                      <a:pt x="0" y="2"/>
                    </a:cubicBezTo>
                    <a:cubicBezTo>
                      <a:pt x="1" y="2"/>
                      <a:pt x="1" y="2"/>
                      <a:pt x="2" y="2"/>
                    </a:cubicBezTo>
                    <a:cubicBezTo>
                      <a:pt x="2" y="2"/>
                      <a:pt x="3" y="1"/>
                      <a:pt x="2" y="1"/>
                    </a:cubicBezTo>
                    <a:cubicBezTo>
                      <a:pt x="3" y="0"/>
                      <a:pt x="4" y="1"/>
                      <a:pt x="4" y="0"/>
                    </a:cubicBezTo>
                    <a:cubicBezTo>
                      <a:pt x="3" y="0"/>
                      <a:pt x="1"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9" name="Freeform 403"/>
              <p:cNvSpPr/>
              <p:nvPr/>
            </p:nvSpPr>
            <p:spPr bwMode="auto">
              <a:xfrm>
                <a:off x="3470" y="210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0" name="Freeform 404"/>
              <p:cNvSpPr/>
              <p:nvPr/>
            </p:nvSpPr>
            <p:spPr bwMode="auto">
              <a:xfrm>
                <a:off x="3718" y="2501"/>
                <a:ext cx="5" cy="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2" y="1"/>
                      <a:pt x="2" y="2"/>
                    </a:cubicBezTo>
                    <a:cubicBezTo>
                      <a:pt x="2" y="1"/>
                      <a:pt x="1" y="1"/>
                      <a:pt x="0" y="0"/>
                    </a:cubicBezTo>
                    <a:cubicBezTo>
                      <a:pt x="0" y="0"/>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1" name="Freeform 405"/>
              <p:cNvSpPr/>
              <p:nvPr/>
            </p:nvSpPr>
            <p:spPr bwMode="auto">
              <a:xfrm>
                <a:off x="3629" y="2417"/>
                <a:ext cx="7" cy="6"/>
              </a:xfrm>
              <a:custGeom>
                <a:avLst/>
                <a:gdLst>
                  <a:gd name="T0" fmla="*/ 2 w 3"/>
                  <a:gd name="T1" fmla="*/ 3 h 3"/>
                  <a:gd name="T2" fmla="*/ 0 w 3"/>
                  <a:gd name="T3" fmla="*/ 0 h 3"/>
                  <a:gd name="T4" fmla="*/ 2 w 3"/>
                  <a:gd name="T5" fmla="*/ 3 h 3"/>
                </a:gdLst>
                <a:ahLst/>
                <a:cxnLst>
                  <a:cxn ang="0">
                    <a:pos x="T0" y="T1"/>
                  </a:cxn>
                  <a:cxn ang="0">
                    <a:pos x="T2" y="T3"/>
                  </a:cxn>
                  <a:cxn ang="0">
                    <a:pos x="T4" y="T5"/>
                  </a:cxn>
                </a:cxnLst>
                <a:rect l="0" t="0" r="r" b="b"/>
                <a:pathLst>
                  <a:path w="3" h="3">
                    <a:moveTo>
                      <a:pt x="2" y="3"/>
                    </a:moveTo>
                    <a:cubicBezTo>
                      <a:pt x="3" y="2"/>
                      <a:pt x="1" y="1"/>
                      <a:pt x="0" y="0"/>
                    </a:cubicBezTo>
                    <a:cubicBezTo>
                      <a:pt x="0" y="1"/>
                      <a:pt x="1" y="2"/>
                      <a:pt x="2"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sp>
          <p:nvSpPr>
            <p:cNvPr id="6" name="Freeform 407"/>
            <p:cNvSpPr/>
            <p:nvPr/>
          </p:nvSpPr>
          <p:spPr bwMode="auto">
            <a:xfrm>
              <a:off x="3716" y="2495"/>
              <a:ext cx="5" cy="4"/>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1"/>
                    <a:pt x="1" y="0"/>
                    <a:pt x="0" y="0"/>
                  </a:cubicBezTo>
                  <a:cubicBezTo>
                    <a:pt x="1" y="1"/>
                    <a:pt x="1"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 name="Freeform 408"/>
            <p:cNvSpPr/>
            <p:nvPr/>
          </p:nvSpPr>
          <p:spPr bwMode="auto">
            <a:xfrm>
              <a:off x="3706" y="2480"/>
              <a:ext cx="10" cy="15"/>
            </a:xfrm>
            <a:custGeom>
              <a:avLst/>
              <a:gdLst>
                <a:gd name="T0" fmla="*/ 5 w 5"/>
                <a:gd name="T1" fmla="*/ 7 h 7"/>
                <a:gd name="T2" fmla="*/ 2 w 5"/>
                <a:gd name="T3" fmla="*/ 3 h 7"/>
                <a:gd name="T4" fmla="*/ 2 w 5"/>
                <a:gd name="T5" fmla="*/ 1 h 7"/>
                <a:gd name="T6" fmla="*/ 3 w 5"/>
                <a:gd name="T7" fmla="*/ 7 h 7"/>
                <a:gd name="T8" fmla="*/ 3 w 5"/>
                <a:gd name="T9" fmla="*/ 7 h 7"/>
                <a:gd name="T10" fmla="*/ 5 w 5"/>
                <a:gd name="T11" fmla="*/ 7 h 7"/>
              </a:gdLst>
              <a:ahLst/>
              <a:cxnLst>
                <a:cxn ang="0">
                  <a:pos x="T0" y="T1"/>
                </a:cxn>
                <a:cxn ang="0">
                  <a:pos x="T2" y="T3"/>
                </a:cxn>
                <a:cxn ang="0">
                  <a:pos x="T4" y="T5"/>
                </a:cxn>
                <a:cxn ang="0">
                  <a:pos x="T6" y="T7"/>
                </a:cxn>
                <a:cxn ang="0">
                  <a:pos x="T8" y="T9"/>
                </a:cxn>
                <a:cxn ang="0">
                  <a:pos x="T10" y="T11"/>
                </a:cxn>
              </a:cxnLst>
              <a:rect l="0" t="0" r="r" b="b"/>
              <a:pathLst>
                <a:path w="5" h="7">
                  <a:moveTo>
                    <a:pt x="5" y="7"/>
                  </a:moveTo>
                  <a:cubicBezTo>
                    <a:pt x="4" y="5"/>
                    <a:pt x="4" y="3"/>
                    <a:pt x="2" y="3"/>
                  </a:cubicBezTo>
                  <a:cubicBezTo>
                    <a:pt x="1" y="1"/>
                    <a:pt x="4" y="3"/>
                    <a:pt x="2" y="1"/>
                  </a:cubicBezTo>
                  <a:cubicBezTo>
                    <a:pt x="0" y="0"/>
                    <a:pt x="1" y="4"/>
                    <a:pt x="3" y="7"/>
                  </a:cubicBezTo>
                  <a:cubicBezTo>
                    <a:pt x="3" y="7"/>
                    <a:pt x="3" y="7"/>
                    <a:pt x="3" y="7"/>
                  </a:cubicBezTo>
                  <a:cubicBezTo>
                    <a:pt x="4" y="7"/>
                    <a:pt x="4" y="7"/>
                    <a:pt x="5"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 name="Freeform 409"/>
            <p:cNvSpPr/>
            <p:nvPr/>
          </p:nvSpPr>
          <p:spPr bwMode="auto">
            <a:xfrm>
              <a:off x="3782" y="3038"/>
              <a:ext cx="2" cy="4"/>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0" y="2"/>
                    <a:pt x="1" y="1"/>
                    <a:pt x="1"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 name="Freeform 410"/>
            <p:cNvSpPr/>
            <p:nvPr/>
          </p:nvSpPr>
          <p:spPr bwMode="auto">
            <a:xfrm>
              <a:off x="3631" y="2249"/>
              <a:ext cx="3" cy="2"/>
            </a:xfrm>
            <a:custGeom>
              <a:avLst/>
              <a:gdLst>
                <a:gd name="T0" fmla="*/ 3 w 3"/>
                <a:gd name="T1" fmla="*/ 0 h 2"/>
                <a:gd name="T2" fmla="*/ 0 w 3"/>
                <a:gd name="T3" fmla="*/ 0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0" y="2"/>
                  </a:lnTo>
                  <a:lnTo>
                    <a:pt x="3"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 name="Freeform 411"/>
            <p:cNvSpPr/>
            <p:nvPr/>
          </p:nvSpPr>
          <p:spPr bwMode="auto">
            <a:xfrm>
              <a:off x="3988" y="3019"/>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 name="Freeform 412"/>
            <p:cNvSpPr/>
            <p:nvPr/>
          </p:nvSpPr>
          <p:spPr bwMode="auto">
            <a:xfrm>
              <a:off x="3856" y="3002"/>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 name="Freeform 413"/>
            <p:cNvSpPr/>
            <p:nvPr/>
          </p:nvSpPr>
          <p:spPr bwMode="auto">
            <a:xfrm>
              <a:off x="3924" y="2998"/>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0"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 name="Freeform 414"/>
            <p:cNvSpPr/>
            <p:nvPr/>
          </p:nvSpPr>
          <p:spPr bwMode="auto">
            <a:xfrm>
              <a:off x="3561" y="1990"/>
              <a:ext cx="3" cy="9"/>
            </a:xfrm>
            <a:custGeom>
              <a:avLst/>
              <a:gdLst>
                <a:gd name="T0" fmla="*/ 1 w 1"/>
                <a:gd name="T1" fmla="*/ 1 h 4"/>
                <a:gd name="T2" fmla="*/ 0 w 1"/>
                <a:gd name="T3" fmla="*/ 0 h 4"/>
                <a:gd name="T4" fmla="*/ 1 w 1"/>
                <a:gd name="T5" fmla="*/ 1 h 4"/>
              </a:gdLst>
              <a:ahLst/>
              <a:cxnLst>
                <a:cxn ang="0">
                  <a:pos x="T0" y="T1"/>
                </a:cxn>
                <a:cxn ang="0">
                  <a:pos x="T2" y="T3"/>
                </a:cxn>
                <a:cxn ang="0">
                  <a:pos x="T4" y="T5"/>
                </a:cxn>
              </a:cxnLst>
              <a:rect l="0" t="0" r="r" b="b"/>
              <a:pathLst>
                <a:path w="1" h="4">
                  <a:moveTo>
                    <a:pt x="1" y="1"/>
                  </a:moveTo>
                  <a:cubicBezTo>
                    <a:pt x="1" y="1"/>
                    <a:pt x="0" y="0"/>
                    <a:pt x="0" y="0"/>
                  </a:cubicBezTo>
                  <a:cubicBezTo>
                    <a:pt x="0" y="3"/>
                    <a:pt x="0" y="4"/>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 name="Freeform 415"/>
            <p:cNvSpPr/>
            <p:nvPr/>
          </p:nvSpPr>
          <p:spPr bwMode="auto">
            <a:xfrm>
              <a:off x="3795" y="3040"/>
              <a:ext cx="2" cy="2"/>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0"/>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 name="Freeform 416"/>
            <p:cNvSpPr/>
            <p:nvPr/>
          </p:nvSpPr>
          <p:spPr bwMode="auto">
            <a:xfrm>
              <a:off x="3958" y="30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 name="Freeform 417"/>
            <p:cNvSpPr/>
            <p:nvPr/>
          </p:nvSpPr>
          <p:spPr bwMode="auto">
            <a:xfrm>
              <a:off x="3982" y="3027"/>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 name="Freeform 418"/>
            <p:cNvSpPr/>
            <p:nvPr/>
          </p:nvSpPr>
          <p:spPr bwMode="auto">
            <a:xfrm>
              <a:off x="3595" y="18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 name="Freeform 419"/>
            <p:cNvSpPr/>
            <p:nvPr/>
          </p:nvSpPr>
          <p:spPr bwMode="auto">
            <a:xfrm>
              <a:off x="3757" y="2981"/>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 name="Freeform 420"/>
            <p:cNvSpPr/>
            <p:nvPr/>
          </p:nvSpPr>
          <p:spPr bwMode="auto">
            <a:xfrm>
              <a:off x="3627" y="1789"/>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 name="Freeform 421"/>
            <p:cNvSpPr/>
            <p:nvPr/>
          </p:nvSpPr>
          <p:spPr bwMode="auto">
            <a:xfrm>
              <a:off x="3578" y="17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 name="Rectangle 422"/>
            <p:cNvSpPr>
              <a:spLocks noChangeArrowheads="1"/>
            </p:cNvSpPr>
            <p:nvPr/>
          </p:nvSpPr>
          <p:spPr bwMode="auto">
            <a:xfrm>
              <a:off x="3593" y="1825"/>
              <a:ext cx="1"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 name="Freeform 423"/>
            <p:cNvSpPr/>
            <p:nvPr/>
          </p:nvSpPr>
          <p:spPr bwMode="auto">
            <a:xfrm>
              <a:off x="3593" y="1825"/>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 name="Freeform 424"/>
            <p:cNvSpPr/>
            <p:nvPr/>
          </p:nvSpPr>
          <p:spPr bwMode="auto">
            <a:xfrm>
              <a:off x="3593" y="1825"/>
              <a:ext cx="0" cy="2"/>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 name="Freeform 425"/>
            <p:cNvSpPr/>
            <p:nvPr/>
          </p:nvSpPr>
          <p:spPr bwMode="auto">
            <a:xfrm>
              <a:off x="3638" y="2417"/>
              <a:ext cx="6" cy="6"/>
            </a:xfrm>
            <a:custGeom>
              <a:avLst/>
              <a:gdLst>
                <a:gd name="T0" fmla="*/ 1 w 3"/>
                <a:gd name="T1" fmla="*/ 2 h 3"/>
                <a:gd name="T2" fmla="*/ 3 w 3"/>
                <a:gd name="T3" fmla="*/ 2 h 3"/>
                <a:gd name="T4" fmla="*/ 1 w 3"/>
                <a:gd name="T5" fmla="*/ 2 h 3"/>
              </a:gdLst>
              <a:ahLst/>
              <a:cxnLst>
                <a:cxn ang="0">
                  <a:pos x="T0" y="T1"/>
                </a:cxn>
                <a:cxn ang="0">
                  <a:pos x="T2" y="T3"/>
                </a:cxn>
                <a:cxn ang="0">
                  <a:pos x="T4" y="T5"/>
                </a:cxn>
              </a:cxnLst>
              <a:rect l="0" t="0" r="r" b="b"/>
              <a:pathLst>
                <a:path w="3" h="3">
                  <a:moveTo>
                    <a:pt x="1" y="2"/>
                  </a:moveTo>
                  <a:cubicBezTo>
                    <a:pt x="2" y="2"/>
                    <a:pt x="3" y="3"/>
                    <a:pt x="3" y="2"/>
                  </a:cubicBezTo>
                  <a:cubicBezTo>
                    <a:pt x="0" y="0"/>
                    <a:pt x="0" y="0"/>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 name="Freeform 426"/>
            <p:cNvSpPr/>
            <p:nvPr/>
          </p:nvSpPr>
          <p:spPr bwMode="auto">
            <a:xfrm>
              <a:off x="3708" y="2743"/>
              <a:ext cx="2" cy="7"/>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1" y="3"/>
                    <a:pt x="1" y="0"/>
                    <a:pt x="0" y="0"/>
                  </a:cubicBezTo>
                  <a:cubicBezTo>
                    <a:pt x="0" y="0"/>
                    <a:pt x="0" y="3"/>
                    <a:pt x="1"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 name="Freeform 427"/>
            <p:cNvSpPr/>
            <p:nvPr/>
          </p:nvSpPr>
          <p:spPr bwMode="auto">
            <a:xfrm>
              <a:off x="3714" y="2737"/>
              <a:ext cx="4" cy="2"/>
            </a:xfrm>
            <a:custGeom>
              <a:avLst/>
              <a:gdLst>
                <a:gd name="T0" fmla="*/ 1 w 2"/>
                <a:gd name="T1" fmla="*/ 1 h 1"/>
                <a:gd name="T2" fmla="*/ 0 w 2"/>
                <a:gd name="T3" fmla="*/ 0 h 1"/>
                <a:gd name="T4" fmla="*/ 1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0" y="0"/>
                    <a:pt x="0" y="0"/>
                  </a:cubicBezTo>
                  <a:cubicBezTo>
                    <a:pt x="0" y="0"/>
                    <a:pt x="1" y="1"/>
                    <a:pt x="1" y="1"/>
                  </a:cubicBezTo>
                  <a:cubicBezTo>
                    <a:pt x="1" y="1"/>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 name="Freeform 428"/>
            <p:cNvSpPr/>
            <p:nvPr/>
          </p:nvSpPr>
          <p:spPr bwMode="auto">
            <a:xfrm>
              <a:off x="3706" y="2737"/>
              <a:ext cx="10" cy="4"/>
            </a:xfrm>
            <a:custGeom>
              <a:avLst/>
              <a:gdLst>
                <a:gd name="T0" fmla="*/ 0 w 5"/>
                <a:gd name="T1" fmla="*/ 1 h 2"/>
                <a:gd name="T2" fmla="*/ 4 w 5"/>
                <a:gd name="T3" fmla="*/ 1 h 2"/>
                <a:gd name="T4" fmla="*/ 5 w 5"/>
                <a:gd name="T5" fmla="*/ 2 h 2"/>
                <a:gd name="T6" fmla="*/ 3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2"/>
                    <a:pt x="3" y="2"/>
                    <a:pt x="4" y="1"/>
                  </a:cubicBezTo>
                  <a:cubicBezTo>
                    <a:pt x="4" y="1"/>
                    <a:pt x="5" y="2"/>
                    <a:pt x="5" y="2"/>
                  </a:cubicBezTo>
                  <a:cubicBezTo>
                    <a:pt x="4" y="1"/>
                    <a:pt x="4" y="1"/>
                    <a:pt x="3" y="1"/>
                  </a:cubicBezTo>
                  <a:cubicBezTo>
                    <a:pt x="3" y="1"/>
                    <a:pt x="1" y="0"/>
                    <a:pt x="2" y="1"/>
                  </a:cubicBezTo>
                  <a:cubicBezTo>
                    <a:pt x="2" y="1"/>
                    <a:pt x="1"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 name="Freeform 429"/>
            <p:cNvSpPr/>
            <p:nvPr/>
          </p:nvSpPr>
          <p:spPr bwMode="auto">
            <a:xfrm>
              <a:off x="3755" y="2718"/>
              <a:ext cx="4" cy="6"/>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cubicBezTo>
                    <a:pt x="0" y="0"/>
                    <a:pt x="0" y="0"/>
                    <a:pt x="0" y="0"/>
                  </a:cubicBezTo>
                  <a:cubicBezTo>
                    <a:pt x="1" y="2"/>
                    <a:pt x="1" y="2"/>
                    <a:pt x="2"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 name="Freeform 430"/>
            <p:cNvSpPr/>
            <p:nvPr/>
          </p:nvSpPr>
          <p:spPr bwMode="auto">
            <a:xfrm>
              <a:off x="3761" y="2733"/>
              <a:ext cx="4" cy="17"/>
            </a:xfrm>
            <a:custGeom>
              <a:avLst/>
              <a:gdLst>
                <a:gd name="T0" fmla="*/ 1 w 2"/>
                <a:gd name="T1" fmla="*/ 7 h 8"/>
                <a:gd name="T2" fmla="*/ 0 w 2"/>
                <a:gd name="T3" fmla="*/ 3 h 8"/>
                <a:gd name="T4" fmla="*/ 1 w 2"/>
                <a:gd name="T5" fmla="*/ 7 h 8"/>
              </a:gdLst>
              <a:ahLst/>
              <a:cxnLst>
                <a:cxn ang="0">
                  <a:pos x="T0" y="T1"/>
                </a:cxn>
                <a:cxn ang="0">
                  <a:pos x="T2" y="T3"/>
                </a:cxn>
                <a:cxn ang="0">
                  <a:pos x="T4" y="T5"/>
                </a:cxn>
              </a:cxnLst>
              <a:rect l="0" t="0" r="r" b="b"/>
              <a:pathLst>
                <a:path w="2" h="8">
                  <a:moveTo>
                    <a:pt x="1" y="7"/>
                  </a:moveTo>
                  <a:cubicBezTo>
                    <a:pt x="2" y="0"/>
                    <a:pt x="1" y="8"/>
                    <a:pt x="0" y="3"/>
                  </a:cubicBezTo>
                  <a:cubicBezTo>
                    <a:pt x="0" y="5"/>
                    <a:pt x="0" y="6"/>
                    <a:pt x="1"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 name="Freeform 431"/>
            <p:cNvSpPr/>
            <p:nvPr/>
          </p:nvSpPr>
          <p:spPr bwMode="auto">
            <a:xfrm>
              <a:off x="3759" y="2720"/>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 name="Freeform 432"/>
            <p:cNvSpPr/>
            <p:nvPr/>
          </p:nvSpPr>
          <p:spPr bwMode="auto">
            <a:xfrm>
              <a:off x="3761" y="2714"/>
              <a:ext cx="6" cy="12"/>
            </a:xfrm>
            <a:custGeom>
              <a:avLst/>
              <a:gdLst>
                <a:gd name="T0" fmla="*/ 0 w 3"/>
                <a:gd name="T1" fmla="*/ 5 h 6"/>
                <a:gd name="T2" fmla="*/ 3 w 3"/>
                <a:gd name="T3" fmla="*/ 3 h 6"/>
                <a:gd name="T4" fmla="*/ 0 w 3"/>
                <a:gd name="T5" fmla="*/ 5 h 6"/>
              </a:gdLst>
              <a:ahLst/>
              <a:cxnLst>
                <a:cxn ang="0">
                  <a:pos x="T0" y="T1"/>
                </a:cxn>
                <a:cxn ang="0">
                  <a:pos x="T2" y="T3"/>
                </a:cxn>
                <a:cxn ang="0">
                  <a:pos x="T4" y="T5"/>
                </a:cxn>
              </a:cxnLst>
              <a:rect l="0" t="0" r="r" b="b"/>
              <a:pathLst>
                <a:path w="3" h="6">
                  <a:moveTo>
                    <a:pt x="0" y="5"/>
                  </a:moveTo>
                  <a:cubicBezTo>
                    <a:pt x="1" y="6"/>
                    <a:pt x="2" y="3"/>
                    <a:pt x="3" y="3"/>
                  </a:cubicBezTo>
                  <a:cubicBezTo>
                    <a:pt x="2" y="0"/>
                    <a:pt x="1" y="4"/>
                    <a:pt x="0" y="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 name="Freeform 433"/>
            <p:cNvSpPr/>
            <p:nvPr/>
          </p:nvSpPr>
          <p:spPr bwMode="auto">
            <a:xfrm>
              <a:off x="3712" y="273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 name="Freeform 434"/>
            <p:cNvSpPr>
              <a:spLocks noEditPoints="1"/>
            </p:cNvSpPr>
            <p:nvPr/>
          </p:nvSpPr>
          <p:spPr bwMode="auto">
            <a:xfrm>
              <a:off x="3742" y="2907"/>
              <a:ext cx="384" cy="146"/>
            </a:xfrm>
            <a:custGeom>
              <a:avLst/>
              <a:gdLst>
                <a:gd name="T0" fmla="*/ 150 w 181"/>
                <a:gd name="T1" fmla="*/ 21 h 69"/>
                <a:gd name="T2" fmla="*/ 144 w 181"/>
                <a:gd name="T3" fmla="*/ 25 h 69"/>
                <a:gd name="T4" fmla="*/ 103 w 181"/>
                <a:gd name="T5" fmla="*/ 42 h 69"/>
                <a:gd name="T6" fmla="*/ 91 w 181"/>
                <a:gd name="T7" fmla="*/ 45 h 69"/>
                <a:gd name="T8" fmla="*/ 79 w 181"/>
                <a:gd name="T9" fmla="*/ 44 h 69"/>
                <a:gd name="T10" fmla="*/ 60 w 181"/>
                <a:gd name="T11" fmla="*/ 44 h 69"/>
                <a:gd name="T12" fmla="*/ 50 w 181"/>
                <a:gd name="T13" fmla="*/ 47 h 69"/>
                <a:gd name="T14" fmla="*/ 32 w 181"/>
                <a:gd name="T15" fmla="*/ 47 h 69"/>
                <a:gd name="T16" fmla="*/ 22 w 181"/>
                <a:gd name="T17" fmla="*/ 44 h 69"/>
                <a:gd name="T18" fmla="*/ 10 w 181"/>
                <a:gd name="T19" fmla="*/ 39 h 69"/>
                <a:gd name="T20" fmla="*/ 10 w 181"/>
                <a:gd name="T21" fmla="*/ 37 h 69"/>
                <a:gd name="T22" fmla="*/ 10 w 181"/>
                <a:gd name="T23" fmla="*/ 35 h 69"/>
                <a:gd name="T24" fmla="*/ 10 w 181"/>
                <a:gd name="T25" fmla="*/ 34 h 69"/>
                <a:gd name="T26" fmla="*/ 10 w 181"/>
                <a:gd name="T27" fmla="*/ 30 h 69"/>
                <a:gd name="T28" fmla="*/ 2 w 181"/>
                <a:gd name="T29" fmla="*/ 32 h 69"/>
                <a:gd name="T30" fmla="*/ 6 w 181"/>
                <a:gd name="T31" fmla="*/ 44 h 69"/>
                <a:gd name="T32" fmla="*/ 10 w 181"/>
                <a:gd name="T33" fmla="*/ 51 h 69"/>
                <a:gd name="T34" fmla="*/ 4 w 181"/>
                <a:gd name="T35" fmla="*/ 55 h 69"/>
                <a:gd name="T36" fmla="*/ 8 w 181"/>
                <a:gd name="T37" fmla="*/ 58 h 69"/>
                <a:gd name="T38" fmla="*/ 13 w 181"/>
                <a:gd name="T39" fmla="*/ 57 h 69"/>
                <a:gd name="T40" fmla="*/ 13 w 181"/>
                <a:gd name="T41" fmla="*/ 60 h 69"/>
                <a:gd name="T42" fmla="*/ 19 w 181"/>
                <a:gd name="T43" fmla="*/ 57 h 69"/>
                <a:gd name="T44" fmla="*/ 20 w 181"/>
                <a:gd name="T45" fmla="*/ 63 h 69"/>
                <a:gd name="T46" fmla="*/ 22 w 181"/>
                <a:gd name="T47" fmla="*/ 66 h 69"/>
                <a:gd name="T48" fmla="*/ 24 w 181"/>
                <a:gd name="T49" fmla="*/ 64 h 69"/>
                <a:gd name="T50" fmla="*/ 28 w 181"/>
                <a:gd name="T51" fmla="*/ 64 h 69"/>
                <a:gd name="T52" fmla="*/ 31 w 181"/>
                <a:gd name="T53" fmla="*/ 66 h 69"/>
                <a:gd name="T54" fmla="*/ 36 w 181"/>
                <a:gd name="T55" fmla="*/ 58 h 69"/>
                <a:gd name="T56" fmla="*/ 36 w 181"/>
                <a:gd name="T57" fmla="*/ 65 h 69"/>
                <a:gd name="T58" fmla="*/ 46 w 181"/>
                <a:gd name="T59" fmla="*/ 67 h 69"/>
                <a:gd name="T60" fmla="*/ 50 w 181"/>
                <a:gd name="T61" fmla="*/ 66 h 69"/>
                <a:gd name="T62" fmla="*/ 55 w 181"/>
                <a:gd name="T63" fmla="*/ 62 h 69"/>
                <a:gd name="T64" fmla="*/ 65 w 181"/>
                <a:gd name="T65" fmla="*/ 66 h 69"/>
                <a:gd name="T66" fmla="*/ 69 w 181"/>
                <a:gd name="T67" fmla="*/ 63 h 69"/>
                <a:gd name="T68" fmla="*/ 71 w 181"/>
                <a:gd name="T69" fmla="*/ 63 h 69"/>
                <a:gd name="T70" fmla="*/ 72 w 181"/>
                <a:gd name="T71" fmla="*/ 61 h 69"/>
                <a:gd name="T72" fmla="*/ 76 w 181"/>
                <a:gd name="T73" fmla="*/ 65 h 69"/>
                <a:gd name="T74" fmla="*/ 79 w 181"/>
                <a:gd name="T75" fmla="*/ 63 h 69"/>
                <a:gd name="T76" fmla="*/ 88 w 181"/>
                <a:gd name="T77" fmla="*/ 60 h 69"/>
                <a:gd name="T78" fmla="*/ 92 w 181"/>
                <a:gd name="T79" fmla="*/ 62 h 69"/>
                <a:gd name="T80" fmla="*/ 98 w 181"/>
                <a:gd name="T81" fmla="*/ 60 h 69"/>
                <a:gd name="T82" fmla="*/ 102 w 181"/>
                <a:gd name="T83" fmla="*/ 59 h 69"/>
                <a:gd name="T84" fmla="*/ 103 w 181"/>
                <a:gd name="T85" fmla="*/ 59 h 69"/>
                <a:gd name="T86" fmla="*/ 108 w 181"/>
                <a:gd name="T87" fmla="*/ 58 h 69"/>
                <a:gd name="T88" fmla="*/ 115 w 181"/>
                <a:gd name="T89" fmla="*/ 53 h 69"/>
                <a:gd name="T90" fmla="*/ 117 w 181"/>
                <a:gd name="T91" fmla="*/ 52 h 69"/>
                <a:gd name="T92" fmla="*/ 122 w 181"/>
                <a:gd name="T93" fmla="*/ 45 h 69"/>
                <a:gd name="T94" fmla="*/ 127 w 181"/>
                <a:gd name="T95" fmla="*/ 45 h 69"/>
                <a:gd name="T96" fmla="*/ 134 w 181"/>
                <a:gd name="T97" fmla="*/ 43 h 69"/>
                <a:gd name="T98" fmla="*/ 139 w 181"/>
                <a:gd name="T99" fmla="*/ 41 h 69"/>
                <a:gd name="T100" fmla="*/ 152 w 181"/>
                <a:gd name="T101" fmla="*/ 37 h 69"/>
                <a:gd name="T102" fmla="*/ 156 w 181"/>
                <a:gd name="T103" fmla="*/ 35 h 69"/>
                <a:gd name="T104" fmla="*/ 163 w 181"/>
                <a:gd name="T105" fmla="*/ 27 h 69"/>
                <a:gd name="T106" fmla="*/ 167 w 181"/>
                <a:gd name="T107" fmla="*/ 19 h 69"/>
                <a:gd name="T108" fmla="*/ 10 w 181"/>
                <a:gd name="T109" fmla="*/ 31 h 69"/>
                <a:gd name="T110" fmla="*/ 10 w 181"/>
                <a:gd name="T111" fmla="*/ 35 h 69"/>
                <a:gd name="T112" fmla="*/ 9 w 181"/>
                <a:gd name="T113" fmla="*/ 34 h 69"/>
                <a:gd name="T114" fmla="*/ 7 w 181"/>
                <a:gd name="T115" fmla="*/ 35 h 69"/>
                <a:gd name="T116" fmla="*/ 8 w 181"/>
                <a:gd name="T117" fmla="*/ 36 h 69"/>
                <a:gd name="T118" fmla="*/ 10 w 181"/>
                <a:gd name="T119"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1" h="69">
                  <a:moveTo>
                    <a:pt x="177" y="5"/>
                  </a:moveTo>
                  <a:cubicBezTo>
                    <a:pt x="177" y="2"/>
                    <a:pt x="172" y="0"/>
                    <a:pt x="172" y="0"/>
                  </a:cubicBezTo>
                  <a:cubicBezTo>
                    <a:pt x="172" y="4"/>
                    <a:pt x="169" y="7"/>
                    <a:pt x="164" y="8"/>
                  </a:cubicBezTo>
                  <a:cubicBezTo>
                    <a:pt x="163" y="9"/>
                    <a:pt x="163" y="11"/>
                    <a:pt x="162" y="11"/>
                  </a:cubicBezTo>
                  <a:cubicBezTo>
                    <a:pt x="159" y="15"/>
                    <a:pt x="152" y="15"/>
                    <a:pt x="149" y="19"/>
                  </a:cubicBezTo>
                  <a:cubicBezTo>
                    <a:pt x="150" y="19"/>
                    <a:pt x="150" y="20"/>
                    <a:pt x="150" y="21"/>
                  </a:cubicBezTo>
                  <a:cubicBezTo>
                    <a:pt x="150" y="20"/>
                    <a:pt x="150" y="20"/>
                    <a:pt x="150" y="20"/>
                  </a:cubicBezTo>
                  <a:cubicBezTo>
                    <a:pt x="150" y="22"/>
                    <a:pt x="150" y="22"/>
                    <a:pt x="150" y="22"/>
                  </a:cubicBezTo>
                  <a:cubicBezTo>
                    <a:pt x="150" y="22"/>
                    <a:pt x="149" y="21"/>
                    <a:pt x="149" y="20"/>
                  </a:cubicBezTo>
                  <a:cubicBezTo>
                    <a:pt x="147" y="21"/>
                    <a:pt x="146" y="23"/>
                    <a:pt x="144" y="24"/>
                  </a:cubicBezTo>
                  <a:cubicBezTo>
                    <a:pt x="145" y="26"/>
                    <a:pt x="143" y="24"/>
                    <a:pt x="144" y="26"/>
                  </a:cubicBezTo>
                  <a:cubicBezTo>
                    <a:pt x="144" y="25"/>
                    <a:pt x="144" y="25"/>
                    <a:pt x="144" y="25"/>
                  </a:cubicBezTo>
                  <a:cubicBezTo>
                    <a:pt x="143" y="27"/>
                    <a:pt x="143" y="27"/>
                    <a:pt x="141" y="25"/>
                  </a:cubicBezTo>
                  <a:cubicBezTo>
                    <a:pt x="135" y="26"/>
                    <a:pt x="130" y="30"/>
                    <a:pt x="125" y="31"/>
                  </a:cubicBezTo>
                  <a:cubicBezTo>
                    <a:pt x="119" y="33"/>
                    <a:pt x="114" y="37"/>
                    <a:pt x="108" y="39"/>
                  </a:cubicBezTo>
                  <a:cubicBezTo>
                    <a:pt x="108" y="42"/>
                    <a:pt x="106" y="41"/>
                    <a:pt x="106" y="44"/>
                  </a:cubicBezTo>
                  <a:cubicBezTo>
                    <a:pt x="106" y="43"/>
                    <a:pt x="106" y="43"/>
                    <a:pt x="106" y="43"/>
                  </a:cubicBezTo>
                  <a:cubicBezTo>
                    <a:pt x="105" y="45"/>
                    <a:pt x="104" y="43"/>
                    <a:pt x="103" y="42"/>
                  </a:cubicBezTo>
                  <a:cubicBezTo>
                    <a:pt x="103" y="44"/>
                    <a:pt x="102" y="43"/>
                    <a:pt x="103" y="45"/>
                  </a:cubicBezTo>
                  <a:cubicBezTo>
                    <a:pt x="103" y="46"/>
                    <a:pt x="102" y="42"/>
                    <a:pt x="101" y="43"/>
                  </a:cubicBezTo>
                  <a:cubicBezTo>
                    <a:pt x="101" y="42"/>
                    <a:pt x="101" y="44"/>
                    <a:pt x="101" y="44"/>
                  </a:cubicBezTo>
                  <a:cubicBezTo>
                    <a:pt x="100" y="46"/>
                    <a:pt x="101" y="42"/>
                    <a:pt x="99" y="41"/>
                  </a:cubicBezTo>
                  <a:cubicBezTo>
                    <a:pt x="96" y="42"/>
                    <a:pt x="94" y="45"/>
                    <a:pt x="91" y="44"/>
                  </a:cubicBezTo>
                  <a:cubicBezTo>
                    <a:pt x="91" y="44"/>
                    <a:pt x="91" y="45"/>
                    <a:pt x="91" y="45"/>
                  </a:cubicBezTo>
                  <a:cubicBezTo>
                    <a:pt x="90" y="42"/>
                    <a:pt x="90" y="46"/>
                    <a:pt x="90" y="45"/>
                  </a:cubicBezTo>
                  <a:cubicBezTo>
                    <a:pt x="90" y="44"/>
                    <a:pt x="90" y="44"/>
                    <a:pt x="90" y="44"/>
                  </a:cubicBezTo>
                  <a:cubicBezTo>
                    <a:pt x="88" y="43"/>
                    <a:pt x="88" y="45"/>
                    <a:pt x="86" y="44"/>
                  </a:cubicBezTo>
                  <a:cubicBezTo>
                    <a:pt x="85" y="45"/>
                    <a:pt x="84" y="42"/>
                    <a:pt x="83" y="44"/>
                  </a:cubicBezTo>
                  <a:cubicBezTo>
                    <a:pt x="83" y="43"/>
                    <a:pt x="83" y="43"/>
                    <a:pt x="82" y="43"/>
                  </a:cubicBezTo>
                  <a:cubicBezTo>
                    <a:pt x="82" y="47"/>
                    <a:pt x="80" y="42"/>
                    <a:pt x="79" y="44"/>
                  </a:cubicBezTo>
                  <a:cubicBezTo>
                    <a:pt x="79" y="44"/>
                    <a:pt x="79" y="44"/>
                    <a:pt x="79" y="44"/>
                  </a:cubicBezTo>
                  <a:cubicBezTo>
                    <a:pt x="76" y="44"/>
                    <a:pt x="73" y="43"/>
                    <a:pt x="70" y="46"/>
                  </a:cubicBezTo>
                  <a:cubicBezTo>
                    <a:pt x="68" y="46"/>
                    <a:pt x="66" y="43"/>
                    <a:pt x="64" y="44"/>
                  </a:cubicBezTo>
                  <a:cubicBezTo>
                    <a:pt x="64" y="46"/>
                    <a:pt x="64" y="46"/>
                    <a:pt x="64" y="46"/>
                  </a:cubicBezTo>
                  <a:cubicBezTo>
                    <a:pt x="63" y="46"/>
                    <a:pt x="64" y="45"/>
                    <a:pt x="64" y="44"/>
                  </a:cubicBezTo>
                  <a:cubicBezTo>
                    <a:pt x="63" y="46"/>
                    <a:pt x="61" y="44"/>
                    <a:pt x="60" y="44"/>
                  </a:cubicBezTo>
                  <a:cubicBezTo>
                    <a:pt x="60" y="45"/>
                    <a:pt x="60" y="45"/>
                    <a:pt x="60" y="46"/>
                  </a:cubicBezTo>
                  <a:cubicBezTo>
                    <a:pt x="59" y="43"/>
                    <a:pt x="57" y="47"/>
                    <a:pt x="55" y="45"/>
                  </a:cubicBezTo>
                  <a:cubicBezTo>
                    <a:pt x="56" y="48"/>
                    <a:pt x="55" y="47"/>
                    <a:pt x="54" y="48"/>
                  </a:cubicBezTo>
                  <a:cubicBezTo>
                    <a:pt x="54" y="47"/>
                    <a:pt x="54" y="46"/>
                    <a:pt x="54" y="46"/>
                  </a:cubicBezTo>
                  <a:cubicBezTo>
                    <a:pt x="53" y="46"/>
                    <a:pt x="52" y="46"/>
                    <a:pt x="51" y="45"/>
                  </a:cubicBezTo>
                  <a:cubicBezTo>
                    <a:pt x="51" y="46"/>
                    <a:pt x="50" y="48"/>
                    <a:pt x="50" y="47"/>
                  </a:cubicBezTo>
                  <a:cubicBezTo>
                    <a:pt x="49" y="45"/>
                    <a:pt x="48" y="47"/>
                    <a:pt x="48" y="46"/>
                  </a:cubicBezTo>
                  <a:cubicBezTo>
                    <a:pt x="48" y="48"/>
                    <a:pt x="47" y="49"/>
                    <a:pt x="46" y="49"/>
                  </a:cubicBezTo>
                  <a:cubicBezTo>
                    <a:pt x="47" y="46"/>
                    <a:pt x="47" y="46"/>
                    <a:pt x="47" y="46"/>
                  </a:cubicBezTo>
                  <a:cubicBezTo>
                    <a:pt x="44" y="47"/>
                    <a:pt x="42" y="44"/>
                    <a:pt x="39" y="47"/>
                  </a:cubicBezTo>
                  <a:cubicBezTo>
                    <a:pt x="39" y="45"/>
                    <a:pt x="39" y="45"/>
                    <a:pt x="39" y="45"/>
                  </a:cubicBezTo>
                  <a:cubicBezTo>
                    <a:pt x="36" y="47"/>
                    <a:pt x="35" y="45"/>
                    <a:pt x="32" y="47"/>
                  </a:cubicBezTo>
                  <a:cubicBezTo>
                    <a:pt x="33" y="46"/>
                    <a:pt x="30" y="45"/>
                    <a:pt x="30" y="45"/>
                  </a:cubicBezTo>
                  <a:cubicBezTo>
                    <a:pt x="29" y="46"/>
                    <a:pt x="28" y="46"/>
                    <a:pt x="27" y="48"/>
                  </a:cubicBezTo>
                  <a:cubicBezTo>
                    <a:pt x="27" y="48"/>
                    <a:pt x="27" y="46"/>
                    <a:pt x="27" y="46"/>
                  </a:cubicBezTo>
                  <a:cubicBezTo>
                    <a:pt x="26" y="45"/>
                    <a:pt x="26" y="43"/>
                    <a:pt x="25" y="45"/>
                  </a:cubicBezTo>
                  <a:cubicBezTo>
                    <a:pt x="25" y="43"/>
                    <a:pt x="25" y="43"/>
                    <a:pt x="25" y="43"/>
                  </a:cubicBezTo>
                  <a:cubicBezTo>
                    <a:pt x="24" y="44"/>
                    <a:pt x="22" y="46"/>
                    <a:pt x="22" y="44"/>
                  </a:cubicBezTo>
                  <a:cubicBezTo>
                    <a:pt x="21" y="45"/>
                    <a:pt x="20" y="45"/>
                    <a:pt x="20" y="46"/>
                  </a:cubicBezTo>
                  <a:cubicBezTo>
                    <a:pt x="19" y="46"/>
                    <a:pt x="20" y="44"/>
                    <a:pt x="19" y="45"/>
                  </a:cubicBezTo>
                  <a:cubicBezTo>
                    <a:pt x="21" y="44"/>
                    <a:pt x="21" y="44"/>
                    <a:pt x="21" y="44"/>
                  </a:cubicBezTo>
                  <a:cubicBezTo>
                    <a:pt x="19" y="42"/>
                    <a:pt x="17" y="42"/>
                    <a:pt x="15" y="42"/>
                  </a:cubicBezTo>
                  <a:cubicBezTo>
                    <a:pt x="16" y="40"/>
                    <a:pt x="13" y="41"/>
                    <a:pt x="13" y="39"/>
                  </a:cubicBezTo>
                  <a:cubicBezTo>
                    <a:pt x="12" y="40"/>
                    <a:pt x="13" y="38"/>
                    <a:pt x="10" y="39"/>
                  </a:cubicBezTo>
                  <a:cubicBezTo>
                    <a:pt x="11" y="39"/>
                    <a:pt x="11" y="39"/>
                    <a:pt x="11" y="39"/>
                  </a:cubicBezTo>
                  <a:cubicBezTo>
                    <a:pt x="11" y="38"/>
                    <a:pt x="11" y="37"/>
                    <a:pt x="12" y="37"/>
                  </a:cubicBezTo>
                  <a:cubicBezTo>
                    <a:pt x="12" y="37"/>
                    <a:pt x="11" y="37"/>
                    <a:pt x="11" y="37"/>
                  </a:cubicBezTo>
                  <a:cubicBezTo>
                    <a:pt x="11" y="36"/>
                    <a:pt x="11" y="36"/>
                    <a:pt x="11" y="36"/>
                  </a:cubicBezTo>
                  <a:cubicBezTo>
                    <a:pt x="11" y="36"/>
                    <a:pt x="11" y="36"/>
                    <a:pt x="11" y="37"/>
                  </a:cubicBezTo>
                  <a:cubicBezTo>
                    <a:pt x="10" y="37"/>
                    <a:pt x="10" y="37"/>
                    <a:pt x="10" y="37"/>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1" y="36"/>
                    <a:pt x="11" y="36"/>
                  </a:cubicBezTo>
                  <a:cubicBezTo>
                    <a:pt x="11" y="36"/>
                    <a:pt x="11" y="36"/>
                    <a:pt x="10" y="35"/>
                  </a:cubicBezTo>
                  <a:cubicBezTo>
                    <a:pt x="10" y="35"/>
                    <a:pt x="10" y="35"/>
                    <a:pt x="10" y="35"/>
                  </a:cubicBezTo>
                  <a:cubicBezTo>
                    <a:pt x="11" y="35"/>
                    <a:pt x="11" y="35"/>
                    <a:pt x="11" y="35"/>
                  </a:cubicBezTo>
                  <a:cubicBezTo>
                    <a:pt x="11" y="35"/>
                    <a:pt x="11" y="35"/>
                    <a:pt x="11" y="34"/>
                  </a:cubicBezTo>
                  <a:cubicBezTo>
                    <a:pt x="11" y="34"/>
                    <a:pt x="11" y="34"/>
                    <a:pt x="11" y="34"/>
                  </a:cubicBezTo>
                  <a:cubicBezTo>
                    <a:pt x="11" y="34"/>
                    <a:pt x="11" y="34"/>
                    <a:pt x="11" y="34"/>
                  </a:cubicBezTo>
                  <a:cubicBezTo>
                    <a:pt x="9" y="35"/>
                    <a:pt x="12" y="34"/>
                    <a:pt x="10" y="34"/>
                  </a:cubicBezTo>
                  <a:cubicBezTo>
                    <a:pt x="10" y="34"/>
                    <a:pt x="10" y="33"/>
                    <a:pt x="11" y="32"/>
                  </a:cubicBezTo>
                  <a:cubicBezTo>
                    <a:pt x="10" y="34"/>
                    <a:pt x="10" y="32"/>
                    <a:pt x="10" y="31"/>
                  </a:cubicBezTo>
                  <a:cubicBezTo>
                    <a:pt x="10" y="31"/>
                    <a:pt x="10" y="31"/>
                    <a:pt x="10" y="31"/>
                  </a:cubicBezTo>
                  <a:cubicBezTo>
                    <a:pt x="10" y="30"/>
                    <a:pt x="10" y="30"/>
                    <a:pt x="10" y="29"/>
                  </a:cubicBezTo>
                  <a:cubicBezTo>
                    <a:pt x="10" y="29"/>
                    <a:pt x="10" y="29"/>
                    <a:pt x="10" y="29"/>
                  </a:cubicBezTo>
                  <a:cubicBezTo>
                    <a:pt x="10" y="29"/>
                    <a:pt x="10" y="30"/>
                    <a:pt x="10" y="30"/>
                  </a:cubicBezTo>
                  <a:cubicBezTo>
                    <a:pt x="10" y="30"/>
                    <a:pt x="9" y="30"/>
                    <a:pt x="5" y="31"/>
                  </a:cubicBezTo>
                  <a:cubicBezTo>
                    <a:pt x="4" y="32"/>
                    <a:pt x="9" y="31"/>
                    <a:pt x="8" y="32"/>
                  </a:cubicBezTo>
                  <a:cubicBezTo>
                    <a:pt x="5" y="32"/>
                    <a:pt x="9" y="34"/>
                    <a:pt x="6" y="34"/>
                  </a:cubicBezTo>
                  <a:cubicBezTo>
                    <a:pt x="4" y="33"/>
                    <a:pt x="4" y="33"/>
                    <a:pt x="4" y="33"/>
                  </a:cubicBezTo>
                  <a:cubicBezTo>
                    <a:pt x="4" y="33"/>
                    <a:pt x="5" y="33"/>
                    <a:pt x="5" y="33"/>
                  </a:cubicBezTo>
                  <a:cubicBezTo>
                    <a:pt x="2" y="32"/>
                    <a:pt x="2" y="32"/>
                    <a:pt x="2" y="32"/>
                  </a:cubicBezTo>
                  <a:cubicBezTo>
                    <a:pt x="5" y="34"/>
                    <a:pt x="3" y="35"/>
                    <a:pt x="3" y="35"/>
                  </a:cubicBezTo>
                  <a:cubicBezTo>
                    <a:pt x="3" y="35"/>
                    <a:pt x="3" y="35"/>
                    <a:pt x="3" y="35"/>
                  </a:cubicBezTo>
                  <a:cubicBezTo>
                    <a:pt x="1" y="36"/>
                    <a:pt x="4" y="35"/>
                    <a:pt x="4" y="36"/>
                  </a:cubicBezTo>
                  <a:cubicBezTo>
                    <a:pt x="4" y="36"/>
                    <a:pt x="1" y="36"/>
                    <a:pt x="0" y="37"/>
                  </a:cubicBezTo>
                  <a:cubicBezTo>
                    <a:pt x="1" y="38"/>
                    <a:pt x="3" y="40"/>
                    <a:pt x="2" y="42"/>
                  </a:cubicBezTo>
                  <a:cubicBezTo>
                    <a:pt x="3" y="43"/>
                    <a:pt x="4" y="44"/>
                    <a:pt x="6" y="44"/>
                  </a:cubicBezTo>
                  <a:cubicBezTo>
                    <a:pt x="6" y="44"/>
                    <a:pt x="3" y="45"/>
                    <a:pt x="5" y="45"/>
                  </a:cubicBezTo>
                  <a:cubicBezTo>
                    <a:pt x="4" y="46"/>
                    <a:pt x="3" y="47"/>
                    <a:pt x="3" y="47"/>
                  </a:cubicBezTo>
                  <a:cubicBezTo>
                    <a:pt x="4" y="47"/>
                    <a:pt x="4" y="49"/>
                    <a:pt x="5" y="46"/>
                  </a:cubicBezTo>
                  <a:cubicBezTo>
                    <a:pt x="6" y="48"/>
                    <a:pt x="7" y="49"/>
                    <a:pt x="8" y="49"/>
                  </a:cubicBezTo>
                  <a:cubicBezTo>
                    <a:pt x="8" y="49"/>
                    <a:pt x="6" y="50"/>
                    <a:pt x="6" y="51"/>
                  </a:cubicBezTo>
                  <a:cubicBezTo>
                    <a:pt x="8" y="50"/>
                    <a:pt x="9" y="50"/>
                    <a:pt x="10" y="51"/>
                  </a:cubicBezTo>
                  <a:cubicBezTo>
                    <a:pt x="11" y="50"/>
                    <a:pt x="10" y="50"/>
                    <a:pt x="11" y="48"/>
                  </a:cubicBezTo>
                  <a:cubicBezTo>
                    <a:pt x="12" y="48"/>
                    <a:pt x="12" y="48"/>
                    <a:pt x="13" y="48"/>
                  </a:cubicBezTo>
                  <a:cubicBezTo>
                    <a:pt x="12" y="49"/>
                    <a:pt x="10" y="52"/>
                    <a:pt x="11" y="52"/>
                  </a:cubicBezTo>
                  <a:cubicBezTo>
                    <a:pt x="9" y="55"/>
                    <a:pt x="10" y="51"/>
                    <a:pt x="8" y="54"/>
                  </a:cubicBezTo>
                  <a:cubicBezTo>
                    <a:pt x="7" y="55"/>
                    <a:pt x="5" y="54"/>
                    <a:pt x="6" y="53"/>
                  </a:cubicBezTo>
                  <a:cubicBezTo>
                    <a:pt x="3" y="54"/>
                    <a:pt x="6" y="54"/>
                    <a:pt x="4" y="55"/>
                  </a:cubicBezTo>
                  <a:cubicBezTo>
                    <a:pt x="5" y="56"/>
                    <a:pt x="6" y="55"/>
                    <a:pt x="8" y="55"/>
                  </a:cubicBezTo>
                  <a:cubicBezTo>
                    <a:pt x="8" y="54"/>
                    <a:pt x="8" y="54"/>
                    <a:pt x="9" y="53"/>
                  </a:cubicBezTo>
                  <a:cubicBezTo>
                    <a:pt x="11" y="52"/>
                    <a:pt x="9" y="56"/>
                    <a:pt x="9" y="56"/>
                  </a:cubicBezTo>
                  <a:cubicBezTo>
                    <a:pt x="9" y="56"/>
                    <a:pt x="9" y="56"/>
                    <a:pt x="9" y="56"/>
                  </a:cubicBezTo>
                  <a:cubicBezTo>
                    <a:pt x="9" y="57"/>
                    <a:pt x="10" y="56"/>
                    <a:pt x="11" y="57"/>
                  </a:cubicBezTo>
                  <a:cubicBezTo>
                    <a:pt x="9" y="60"/>
                    <a:pt x="9" y="56"/>
                    <a:pt x="8" y="58"/>
                  </a:cubicBezTo>
                  <a:cubicBezTo>
                    <a:pt x="7" y="60"/>
                    <a:pt x="7" y="60"/>
                    <a:pt x="7" y="60"/>
                  </a:cubicBezTo>
                  <a:cubicBezTo>
                    <a:pt x="8" y="61"/>
                    <a:pt x="9" y="58"/>
                    <a:pt x="10" y="59"/>
                  </a:cubicBezTo>
                  <a:cubicBezTo>
                    <a:pt x="9" y="60"/>
                    <a:pt x="9" y="60"/>
                    <a:pt x="9" y="60"/>
                  </a:cubicBezTo>
                  <a:cubicBezTo>
                    <a:pt x="10" y="60"/>
                    <a:pt x="10" y="60"/>
                    <a:pt x="10" y="60"/>
                  </a:cubicBezTo>
                  <a:cubicBezTo>
                    <a:pt x="11" y="59"/>
                    <a:pt x="11" y="57"/>
                    <a:pt x="11" y="57"/>
                  </a:cubicBezTo>
                  <a:cubicBezTo>
                    <a:pt x="13" y="55"/>
                    <a:pt x="11" y="57"/>
                    <a:pt x="13" y="57"/>
                  </a:cubicBezTo>
                  <a:cubicBezTo>
                    <a:pt x="14" y="56"/>
                    <a:pt x="12" y="57"/>
                    <a:pt x="13" y="56"/>
                  </a:cubicBezTo>
                  <a:cubicBezTo>
                    <a:pt x="14" y="54"/>
                    <a:pt x="14" y="54"/>
                    <a:pt x="15" y="54"/>
                  </a:cubicBezTo>
                  <a:cubicBezTo>
                    <a:pt x="15" y="55"/>
                    <a:pt x="14" y="56"/>
                    <a:pt x="14" y="57"/>
                  </a:cubicBezTo>
                  <a:cubicBezTo>
                    <a:pt x="14" y="58"/>
                    <a:pt x="13" y="57"/>
                    <a:pt x="14" y="57"/>
                  </a:cubicBezTo>
                  <a:cubicBezTo>
                    <a:pt x="12" y="58"/>
                    <a:pt x="12" y="60"/>
                    <a:pt x="11" y="61"/>
                  </a:cubicBezTo>
                  <a:cubicBezTo>
                    <a:pt x="11" y="62"/>
                    <a:pt x="12" y="60"/>
                    <a:pt x="13" y="60"/>
                  </a:cubicBezTo>
                  <a:cubicBezTo>
                    <a:pt x="13" y="60"/>
                    <a:pt x="14" y="58"/>
                    <a:pt x="14" y="58"/>
                  </a:cubicBezTo>
                  <a:cubicBezTo>
                    <a:pt x="17" y="54"/>
                    <a:pt x="13" y="61"/>
                    <a:pt x="15" y="61"/>
                  </a:cubicBezTo>
                  <a:cubicBezTo>
                    <a:pt x="16" y="58"/>
                    <a:pt x="18" y="58"/>
                    <a:pt x="19" y="54"/>
                  </a:cubicBezTo>
                  <a:cubicBezTo>
                    <a:pt x="19" y="54"/>
                    <a:pt x="20" y="53"/>
                    <a:pt x="20" y="54"/>
                  </a:cubicBezTo>
                  <a:cubicBezTo>
                    <a:pt x="19" y="56"/>
                    <a:pt x="20" y="56"/>
                    <a:pt x="18" y="57"/>
                  </a:cubicBezTo>
                  <a:cubicBezTo>
                    <a:pt x="19" y="57"/>
                    <a:pt x="19" y="57"/>
                    <a:pt x="19" y="57"/>
                  </a:cubicBezTo>
                  <a:cubicBezTo>
                    <a:pt x="17" y="59"/>
                    <a:pt x="17" y="59"/>
                    <a:pt x="17" y="59"/>
                  </a:cubicBezTo>
                  <a:cubicBezTo>
                    <a:pt x="17" y="61"/>
                    <a:pt x="17" y="63"/>
                    <a:pt x="17" y="64"/>
                  </a:cubicBezTo>
                  <a:cubicBezTo>
                    <a:pt x="18" y="63"/>
                    <a:pt x="18" y="62"/>
                    <a:pt x="19" y="62"/>
                  </a:cubicBezTo>
                  <a:cubicBezTo>
                    <a:pt x="18" y="62"/>
                    <a:pt x="18" y="63"/>
                    <a:pt x="19" y="64"/>
                  </a:cubicBezTo>
                  <a:cubicBezTo>
                    <a:pt x="18" y="63"/>
                    <a:pt x="20" y="61"/>
                    <a:pt x="20" y="60"/>
                  </a:cubicBezTo>
                  <a:cubicBezTo>
                    <a:pt x="21" y="61"/>
                    <a:pt x="21" y="63"/>
                    <a:pt x="20" y="63"/>
                  </a:cubicBezTo>
                  <a:cubicBezTo>
                    <a:pt x="19" y="65"/>
                    <a:pt x="19" y="65"/>
                    <a:pt x="19" y="65"/>
                  </a:cubicBezTo>
                  <a:cubicBezTo>
                    <a:pt x="20" y="63"/>
                    <a:pt x="19" y="65"/>
                    <a:pt x="20" y="65"/>
                  </a:cubicBezTo>
                  <a:cubicBezTo>
                    <a:pt x="20" y="64"/>
                    <a:pt x="21" y="62"/>
                    <a:pt x="22" y="61"/>
                  </a:cubicBezTo>
                  <a:cubicBezTo>
                    <a:pt x="22" y="61"/>
                    <a:pt x="22" y="62"/>
                    <a:pt x="23" y="62"/>
                  </a:cubicBezTo>
                  <a:cubicBezTo>
                    <a:pt x="21" y="63"/>
                    <a:pt x="21" y="63"/>
                    <a:pt x="21" y="63"/>
                  </a:cubicBezTo>
                  <a:cubicBezTo>
                    <a:pt x="22" y="63"/>
                    <a:pt x="21" y="66"/>
                    <a:pt x="22" y="66"/>
                  </a:cubicBezTo>
                  <a:cubicBezTo>
                    <a:pt x="23" y="64"/>
                    <a:pt x="23" y="64"/>
                    <a:pt x="23" y="64"/>
                  </a:cubicBezTo>
                  <a:cubicBezTo>
                    <a:pt x="22" y="66"/>
                    <a:pt x="22" y="66"/>
                    <a:pt x="22" y="66"/>
                  </a:cubicBezTo>
                  <a:cubicBezTo>
                    <a:pt x="23" y="65"/>
                    <a:pt x="23" y="65"/>
                    <a:pt x="24" y="65"/>
                  </a:cubicBezTo>
                  <a:cubicBezTo>
                    <a:pt x="23" y="66"/>
                    <a:pt x="23" y="66"/>
                    <a:pt x="23" y="66"/>
                  </a:cubicBezTo>
                  <a:cubicBezTo>
                    <a:pt x="24" y="65"/>
                    <a:pt x="25" y="63"/>
                    <a:pt x="25" y="65"/>
                  </a:cubicBezTo>
                  <a:cubicBezTo>
                    <a:pt x="25" y="63"/>
                    <a:pt x="24" y="65"/>
                    <a:pt x="24" y="64"/>
                  </a:cubicBezTo>
                  <a:cubicBezTo>
                    <a:pt x="24" y="62"/>
                    <a:pt x="25" y="62"/>
                    <a:pt x="25" y="62"/>
                  </a:cubicBezTo>
                  <a:cubicBezTo>
                    <a:pt x="25" y="62"/>
                    <a:pt x="25" y="62"/>
                    <a:pt x="25" y="63"/>
                  </a:cubicBezTo>
                  <a:cubicBezTo>
                    <a:pt x="26" y="62"/>
                    <a:pt x="26" y="62"/>
                    <a:pt x="26" y="62"/>
                  </a:cubicBezTo>
                  <a:cubicBezTo>
                    <a:pt x="26" y="63"/>
                    <a:pt x="26" y="64"/>
                    <a:pt x="26" y="65"/>
                  </a:cubicBezTo>
                  <a:cubicBezTo>
                    <a:pt x="27" y="63"/>
                    <a:pt x="27" y="63"/>
                    <a:pt x="27" y="63"/>
                  </a:cubicBezTo>
                  <a:cubicBezTo>
                    <a:pt x="26" y="66"/>
                    <a:pt x="28" y="62"/>
                    <a:pt x="28" y="64"/>
                  </a:cubicBezTo>
                  <a:cubicBezTo>
                    <a:pt x="28" y="65"/>
                    <a:pt x="27" y="66"/>
                    <a:pt x="27" y="67"/>
                  </a:cubicBezTo>
                  <a:cubicBezTo>
                    <a:pt x="28" y="64"/>
                    <a:pt x="29" y="64"/>
                    <a:pt x="30" y="62"/>
                  </a:cubicBezTo>
                  <a:cubicBezTo>
                    <a:pt x="30" y="63"/>
                    <a:pt x="28" y="65"/>
                    <a:pt x="28" y="67"/>
                  </a:cubicBezTo>
                  <a:cubicBezTo>
                    <a:pt x="29" y="65"/>
                    <a:pt x="29" y="69"/>
                    <a:pt x="30" y="66"/>
                  </a:cubicBezTo>
                  <a:cubicBezTo>
                    <a:pt x="30" y="65"/>
                    <a:pt x="31" y="64"/>
                    <a:pt x="31" y="63"/>
                  </a:cubicBezTo>
                  <a:cubicBezTo>
                    <a:pt x="32" y="64"/>
                    <a:pt x="31" y="64"/>
                    <a:pt x="31" y="66"/>
                  </a:cubicBezTo>
                  <a:cubicBezTo>
                    <a:pt x="32" y="65"/>
                    <a:pt x="32" y="63"/>
                    <a:pt x="32" y="62"/>
                  </a:cubicBezTo>
                  <a:cubicBezTo>
                    <a:pt x="32" y="63"/>
                    <a:pt x="33" y="61"/>
                    <a:pt x="34" y="62"/>
                  </a:cubicBezTo>
                  <a:cubicBezTo>
                    <a:pt x="33" y="64"/>
                    <a:pt x="32" y="63"/>
                    <a:pt x="33" y="64"/>
                  </a:cubicBezTo>
                  <a:cubicBezTo>
                    <a:pt x="34" y="65"/>
                    <a:pt x="34" y="60"/>
                    <a:pt x="35" y="60"/>
                  </a:cubicBezTo>
                  <a:cubicBezTo>
                    <a:pt x="35" y="59"/>
                    <a:pt x="36" y="56"/>
                    <a:pt x="36" y="55"/>
                  </a:cubicBezTo>
                  <a:cubicBezTo>
                    <a:pt x="37" y="56"/>
                    <a:pt x="36" y="56"/>
                    <a:pt x="36" y="58"/>
                  </a:cubicBezTo>
                  <a:cubicBezTo>
                    <a:pt x="36" y="58"/>
                    <a:pt x="36" y="58"/>
                    <a:pt x="36" y="58"/>
                  </a:cubicBezTo>
                  <a:cubicBezTo>
                    <a:pt x="36" y="61"/>
                    <a:pt x="34" y="63"/>
                    <a:pt x="34" y="65"/>
                  </a:cubicBezTo>
                  <a:cubicBezTo>
                    <a:pt x="35" y="64"/>
                    <a:pt x="35" y="64"/>
                    <a:pt x="35" y="64"/>
                  </a:cubicBezTo>
                  <a:cubicBezTo>
                    <a:pt x="35" y="65"/>
                    <a:pt x="34" y="66"/>
                    <a:pt x="34" y="67"/>
                  </a:cubicBezTo>
                  <a:cubicBezTo>
                    <a:pt x="35" y="65"/>
                    <a:pt x="36" y="67"/>
                    <a:pt x="36" y="66"/>
                  </a:cubicBezTo>
                  <a:cubicBezTo>
                    <a:pt x="36" y="65"/>
                    <a:pt x="35" y="67"/>
                    <a:pt x="36" y="65"/>
                  </a:cubicBezTo>
                  <a:cubicBezTo>
                    <a:pt x="36" y="65"/>
                    <a:pt x="37" y="62"/>
                    <a:pt x="37" y="63"/>
                  </a:cubicBezTo>
                  <a:cubicBezTo>
                    <a:pt x="37" y="65"/>
                    <a:pt x="37" y="66"/>
                    <a:pt x="37" y="67"/>
                  </a:cubicBezTo>
                  <a:cubicBezTo>
                    <a:pt x="37" y="68"/>
                    <a:pt x="37" y="65"/>
                    <a:pt x="38" y="66"/>
                  </a:cubicBezTo>
                  <a:cubicBezTo>
                    <a:pt x="38" y="67"/>
                    <a:pt x="38" y="67"/>
                    <a:pt x="38" y="67"/>
                  </a:cubicBezTo>
                  <a:cubicBezTo>
                    <a:pt x="40" y="68"/>
                    <a:pt x="42" y="67"/>
                    <a:pt x="45" y="63"/>
                  </a:cubicBezTo>
                  <a:cubicBezTo>
                    <a:pt x="45" y="65"/>
                    <a:pt x="45" y="65"/>
                    <a:pt x="46" y="67"/>
                  </a:cubicBezTo>
                  <a:cubicBezTo>
                    <a:pt x="46" y="66"/>
                    <a:pt x="46" y="65"/>
                    <a:pt x="47" y="65"/>
                  </a:cubicBezTo>
                  <a:cubicBezTo>
                    <a:pt x="47" y="67"/>
                    <a:pt x="47" y="67"/>
                    <a:pt x="47" y="67"/>
                  </a:cubicBezTo>
                  <a:cubicBezTo>
                    <a:pt x="48" y="68"/>
                    <a:pt x="49" y="66"/>
                    <a:pt x="49" y="65"/>
                  </a:cubicBezTo>
                  <a:cubicBezTo>
                    <a:pt x="49" y="66"/>
                    <a:pt x="49" y="66"/>
                    <a:pt x="49" y="66"/>
                  </a:cubicBezTo>
                  <a:cubicBezTo>
                    <a:pt x="50" y="68"/>
                    <a:pt x="50" y="65"/>
                    <a:pt x="50" y="65"/>
                  </a:cubicBezTo>
                  <a:cubicBezTo>
                    <a:pt x="50" y="66"/>
                    <a:pt x="50" y="66"/>
                    <a:pt x="50" y="66"/>
                  </a:cubicBezTo>
                  <a:cubicBezTo>
                    <a:pt x="51" y="65"/>
                    <a:pt x="51" y="65"/>
                    <a:pt x="51" y="65"/>
                  </a:cubicBezTo>
                  <a:cubicBezTo>
                    <a:pt x="51" y="64"/>
                    <a:pt x="52" y="65"/>
                    <a:pt x="52" y="67"/>
                  </a:cubicBezTo>
                  <a:cubicBezTo>
                    <a:pt x="52" y="66"/>
                    <a:pt x="52" y="66"/>
                    <a:pt x="52" y="65"/>
                  </a:cubicBezTo>
                  <a:cubicBezTo>
                    <a:pt x="52" y="67"/>
                    <a:pt x="54" y="67"/>
                    <a:pt x="55" y="66"/>
                  </a:cubicBezTo>
                  <a:cubicBezTo>
                    <a:pt x="54" y="65"/>
                    <a:pt x="54" y="65"/>
                    <a:pt x="54" y="63"/>
                  </a:cubicBezTo>
                  <a:cubicBezTo>
                    <a:pt x="54" y="61"/>
                    <a:pt x="55" y="64"/>
                    <a:pt x="55" y="62"/>
                  </a:cubicBezTo>
                  <a:cubicBezTo>
                    <a:pt x="55" y="63"/>
                    <a:pt x="55" y="64"/>
                    <a:pt x="55" y="65"/>
                  </a:cubicBezTo>
                  <a:cubicBezTo>
                    <a:pt x="56" y="68"/>
                    <a:pt x="58" y="65"/>
                    <a:pt x="59" y="66"/>
                  </a:cubicBezTo>
                  <a:cubicBezTo>
                    <a:pt x="60" y="65"/>
                    <a:pt x="60" y="65"/>
                    <a:pt x="60" y="65"/>
                  </a:cubicBezTo>
                  <a:cubicBezTo>
                    <a:pt x="61" y="67"/>
                    <a:pt x="62" y="64"/>
                    <a:pt x="63" y="65"/>
                  </a:cubicBezTo>
                  <a:cubicBezTo>
                    <a:pt x="63" y="65"/>
                    <a:pt x="63" y="62"/>
                    <a:pt x="64" y="62"/>
                  </a:cubicBezTo>
                  <a:cubicBezTo>
                    <a:pt x="64" y="60"/>
                    <a:pt x="64" y="64"/>
                    <a:pt x="65" y="66"/>
                  </a:cubicBezTo>
                  <a:cubicBezTo>
                    <a:pt x="65" y="65"/>
                    <a:pt x="65" y="64"/>
                    <a:pt x="66" y="64"/>
                  </a:cubicBezTo>
                  <a:cubicBezTo>
                    <a:pt x="66" y="65"/>
                    <a:pt x="66" y="65"/>
                    <a:pt x="66" y="65"/>
                  </a:cubicBezTo>
                  <a:cubicBezTo>
                    <a:pt x="66" y="64"/>
                    <a:pt x="67" y="63"/>
                    <a:pt x="67" y="64"/>
                  </a:cubicBezTo>
                  <a:cubicBezTo>
                    <a:pt x="67" y="64"/>
                    <a:pt x="67" y="64"/>
                    <a:pt x="67" y="64"/>
                  </a:cubicBezTo>
                  <a:cubicBezTo>
                    <a:pt x="67" y="64"/>
                    <a:pt x="68" y="66"/>
                    <a:pt x="68" y="65"/>
                  </a:cubicBezTo>
                  <a:cubicBezTo>
                    <a:pt x="68" y="64"/>
                    <a:pt x="69" y="65"/>
                    <a:pt x="69" y="63"/>
                  </a:cubicBezTo>
                  <a:cubicBezTo>
                    <a:pt x="69" y="64"/>
                    <a:pt x="69" y="64"/>
                    <a:pt x="69" y="64"/>
                  </a:cubicBezTo>
                  <a:cubicBezTo>
                    <a:pt x="69" y="62"/>
                    <a:pt x="69" y="62"/>
                    <a:pt x="69" y="62"/>
                  </a:cubicBezTo>
                  <a:cubicBezTo>
                    <a:pt x="70" y="63"/>
                    <a:pt x="70" y="63"/>
                    <a:pt x="70" y="63"/>
                  </a:cubicBezTo>
                  <a:cubicBezTo>
                    <a:pt x="70" y="65"/>
                    <a:pt x="70" y="65"/>
                    <a:pt x="70" y="65"/>
                  </a:cubicBezTo>
                  <a:cubicBezTo>
                    <a:pt x="71" y="66"/>
                    <a:pt x="70" y="63"/>
                    <a:pt x="70" y="62"/>
                  </a:cubicBezTo>
                  <a:cubicBezTo>
                    <a:pt x="71" y="61"/>
                    <a:pt x="71" y="63"/>
                    <a:pt x="71" y="63"/>
                  </a:cubicBezTo>
                  <a:cubicBezTo>
                    <a:pt x="71" y="64"/>
                    <a:pt x="71" y="63"/>
                    <a:pt x="71" y="63"/>
                  </a:cubicBezTo>
                  <a:cubicBezTo>
                    <a:pt x="70" y="65"/>
                    <a:pt x="71" y="64"/>
                    <a:pt x="71" y="65"/>
                  </a:cubicBezTo>
                  <a:cubicBezTo>
                    <a:pt x="71" y="65"/>
                    <a:pt x="71" y="63"/>
                    <a:pt x="72" y="63"/>
                  </a:cubicBezTo>
                  <a:cubicBezTo>
                    <a:pt x="72" y="63"/>
                    <a:pt x="73" y="63"/>
                    <a:pt x="73" y="65"/>
                  </a:cubicBezTo>
                  <a:cubicBezTo>
                    <a:pt x="73" y="64"/>
                    <a:pt x="73" y="64"/>
                    <a:pt x="73" y="63"/>
                  </a:cubicBezTo>
                  <a:cubicBezTo>
                    <a:pt x="73" y="63"/>
                    <a:pt x="73" y="62"/>
                    <a:pt x="72" y="61"/>
                  </a:cubicBezTo>
                  <a:cubicBezTo>
                    <a:pt x="73" y="61"/>
                    <a:pt x="73" y="61"/>
                    <a:pt x="73" y="61"/>
                  </a:cubicBezTo>
                  <a:cubicBezTo>
                    <a:pt x="73" y="62"/>
                    <a:pt x="73" y="62"/>
                    <a:pt x="73" y="62"/>
                  </a:cubicBezTo>
                  <a:cubicBezTo>
                    <a:pt x="73" y="61"/>
                    <a:pt x="74" y="62"/>
                    <a:pt x="74" y="60"/>
                  </a:cubicBezTo>
                  <a:cubicBezTo>
                    <a:pt x="74" y="62"/>
                    <a:pt x="74" y="62"/>
                    <a:pt x="74" y="62"/>
                  </a:cubicBezTo>
                  <a:cubicBezTo>
                    <a:pt x="74" y="61"/>
                    <a:pt x="75" y="61"/>
                    <a:pt x="75" y="61"/>
                  </a:cubicBezTo>
                  <a:cubicBezTo>
                    <a:pt x="75" y="62"/>
                    <a:pt x="75" y="64"/>
                    <a:pt x="76" y="65"/>
                  </a:cubicBezTo>
                  <a:cubicBezTo>
                    <a:pt x="77" y="63"/>
                    <a:pt x="77" y="63"/>
                    <a:pt x="77" y="63"/>
                  </a:cubicBezTo>
                  <a:cubicBezTo>
                    <a:pt x="77" y="63"/>
                    <a:pt x="77" y="63"/>
                    <a:pt x="77" y="64"/>
                  </a:cubicBezTo>
                  <a:cubicBezTo>
                    <a:pt x="78" y="65"/>
                    <a:pt x="78" y="59"/>
                    <a:pt x="79" y="61"/>
                  </a:cubicBezTo>
                  <a:cubicBezTo>
                    <a:pt x="79" y="63"/>
                    <a:pt x="79" y="63"/>
                    <a:pt x="80" y="64"/>
                  </a:cubicBezTo>
                  <a:cubicBezTo>
                    <a:pt x="80" y="63"/>
                    <a:pt x="80" y="63"/>
                    <a:pt x="80" y="62"/>
                  </a:cubicBezTo>
                  <a:cubicBezTo>
                    <a:pt x="80" y="61"/>
                    <a:pt x="80" y="64"/>
                    <a:pt x="79" y="63"/>
                  </a:cubicBezTo>
                  <a:cubicBezTo>
                    <a:pt x="79" y="61"/>
                    <a:pt x="80" y="62"/>
                    <a:pt x="80" y="61"/>
                  </a:cubicBezTo>
                  <a:cubicBezTo>
                    <a:pt x="81" y="66"/>
                    <a:pt x="83" y="62"/>
                    <a:pt x="84" y="64"/>
                  </a:cubicBezTo>
                  <a:cubicBezTo>
                    <a:pt x="84" y="61"/>
                    <a:pt x="85" y="63"/>
                    <a:pt x="85" y="62"/>
                  </a:cubicBezTo>
                  <a:cubicBezTo>
                    <a:pt x="85" y="65"/>
                    <a:pt x="86" y="62"/>
                    <a:pt x="86" y="63"/>
                  </a:cubicBezTo>
                  <a:cubicBezTo>
                    <a:pt x="86" y="61"/>
                    <a:pt x="86" y="61"/>
                    <a:pt x="86" y="61"/>
                  </a:cubicBezTo>
                  <a:cubicBezTo>
                    <a:pt x="87" y="62"/>
                    <a:pt x="87" y="57"/>
                    <a:pt x="88" y="60"/>
                  </a:cubicBezTo>
                  <a:cubicBezTo>
                    <a:pt x="88" y="60"/>
                    <a:pt x="88" y="61"/>
                    <a:pt x="88" y="62"/>
                  </a:cubicBezTo>
                  <a:cubicBezTo>
                    <a:pt x="89" y="65"/>
                    <a:pt x="89" y="59"/>
                    <a:pt x="90" y="62"/>
                  </a:cubicBezTo>
                  <a:cubicBezTo>
                    <a:pt x="90" y="61"/>
                    <a:pt x="89" y="60"/>
                    <a:pt x="90" y="59"/>
                  </a:cubicBezTo>
                  <a:cubicBezTo>
                    <a:pt x="91" y="60"/>
                    <a:pt x="92" y="61"/>
                    <a:pt x="92" y="62"/>
                  </a:cubicBezTo>
                  <a:cubicBezTo>
                    <a:pt x="92" y="61"/>
                    <a:pt x="92" y="60"/>
                    <a:pt x="92" y="61"/>
                  </a:cubicBezTo>
                  <a:cubicBezTo>
                    <a:pt x="93" y="62"/>
                    <a:pt x="92" y="62"/>
                    <a:pt x="92" y="62"/>
                  </a:cubicBezTo>
                  <a:cubicBezTo>
                    <a:pt x="93" y="63"/>
                    <a:pt x="93" y="61"/>
                    <a:pt x="94" y="60"/>
                  </a:cubicBezTo>
                  <a:cubicBezTo>
                    <a:pt x="94" y="62"/>
                    <a:pt x="95" y="61"/>
                    <a:pt x="96" y="62"/>
                  </a:cubicBezTo>
                  <a:cubicBezTo>
                    <a:pt x="96" y="60"/>
                    <a:pt x="98" y="63"/>
                    <a:pt x="97" y="60"/>
                  </a:cubicBezTo>
                  <a:cubicBezTo>
                    <a:pt x="98" y="61"/>
                    <a:pt x="98" y="61"/>
                    <a:pt x="98" y="61"/>
                  </a:cubicBezTo>
                  <a:cubicBezTo>
                    <a:pt x="98" y="60"/>
                    <a:pt x="98" y="58"/>
                    <a:pt x="98" y="58"/>
                  </a:cubicBezTo>
                  <a:cubicBezTo>
                    <a:pt x="98" y="60"/>
                    <a:pt x="98" y="60"/>
                    <a:pt x="98" y="60"/>
                  </a:cubicBezTo>
                  <a:cubicBezTo>
                    <a:pt x="99" y="62"/>
                    <a:pt x="99" y="60"/>
                    <a:pt x="100" y="61"/>
                  </a:cubicBezTo>
                  <a:cubicBezTo>
                    <a:pt x="99" y="59"/>
                    <a:pt x="100" y="61"/>
                    <a:pt x="100" y="60"/>
                  </a:cubicBezTo>
                  <a:cubicBezTo>
                    <a:pt x="100" y="59"/>
                    <a:pt x="100" y="59"/>
                    <a:pt x="100" y="59"/>
                  </a:cubicBezTo>
                  <a:cubicBezTo>
                    <a:pt x="101" y="58"/>
                    <a:pt x="100" y="58"/>
                    <a:pt x="101" y="57"/>
                  </a:cubicBezTo>
                  <a:cubicBezTo>
                    <a:pt x="101" y="57"/>
                    <a:pt x="101" y="60"/>
                    <a:pt x="101" y="59"/>
                  </a:cubicBezTo>
                  <a:cubicBezTo>
                    <a:pt x="102" y="60"/>
                    <a:pt x="102" y="60"/>
                    <a:pt x="102" y="59"/>
                  </a:cubicBezTo>
                  <a:cubicBezTo>
                    <a:pt x="102" y="59"/>
                    <a:pt x="102" y="59"/>
                    <a:pt x="102" y="59"/>
                  </a:cubicBezTo>
                  <a:cubicBezTo>
                    <a:pt x="102" y="59"/>
                    <a:pt x="102" y="59"/>
                    <a:pt x="102" y="59"/>
                  </a:cubicBezTo>
                  <a:cubicBezTo>
                    <a:pt x="103" y="59"/>
                    <a:pt x="103" y="59"/>
                    <a:pt x="103" y="59"/>
                  </a:cubicBezTo>
                  <a:cubicBezTo>
                    <a:pt x="103" y="59"/>
                    <a:pt x="103" y="59"/>
                    <a:pt x="103" y="59"/>
                  </a:cubicBezTo>
                  <a:cubicBezTo>
                    <a:pt x="103" y="59"/>
                    <a:pt x="103" y="59"/>
                    <a:pt x="102" y="59"/>
                  </a:cubicBezTo>
                  <a:cubicBezTo>
                    <a:pt x="103" y="59"/>
                    <a:pt x="103" y="59"/>
                    <a:pt x="103" y="59"/>
                  </a:cubicBezTo>
                  <a:cubicBezTo>
                    <a:pt x="103" y="59"/>
                    <a:pt x="103" y="59"/>
                    <a:pt x="103" y="59"/>
                  </a:cubicBezTo>
                  <a:cubicBezTo>
                    <a:pt x="103" y="59"/>
                    <a:pt x="103" y="59"/>
                    <a:pt x="103" y="60"/>
                  </a:cubicBezTo>
                  <a:cubicBezTo>
                    <a:pt x="104" y="61"/>
                    <a:pt x="104" y="61"/>
                    <a:pt x="104" y="61"/>
                  </a:cubicBezTo>
                  <a:cubicBezTo>
                    <a:pt x="104" y="61"/>
                    <a:pt x="104" y="59"/>
                    <a:pt x="104" y="59"/>
                  </a:cubicBezTo>
                  <a:cubicBezTo>
                    <a:pt x="106" y="60"/>
                    <a:pt x="108" y="58"/>
                    <a:pt x="108" y="57"/>
                  </a:cubicBezTo>
                  <a:cubicBezTo>
                    <a:pt x="108" y="57"/>
                    <a:pt x="108" y="58"/>
                    <a:pt x="108" y="58"/>
                  </a:cubicBezTo>
                  <a:cubicBezTo>
                    <a:pt x="108" y="57"/>
                    <a:pt x="108" y="56"/>
                    <a:pt x="109" y="57"/>
                  </a:cubicBezTo>
                  <a:cubicBezTo>
                    <a:pt x="109" y="56"/>
                    <a:pt x="109" y="58"/>
                    <a:pt x="110" y="58"/>
                  </a:cubicBezTo>
                  <a:cubicBezTo>
                    <a:pt x="110" y="58"/>
                    <a:pt x="110" y="56"/>
                    <a:pt x="109" y="56"/>
                  </a:cubicBezTo>
                  <a:cubicBezTo>
                    <a:pt x="111" y="59"/>
                    <a:pt x="111" y="55"/>
                    <a:pt x="113" y="56"/>
                  </a:cubicBezTo>
                  <a:cubicBezTo>
                    <a:pt x="113" y="56"/>
                    <a:pt x="113" y="57"/>
                    <a:pt x="113" y="57"/>
                  </a:cubicBezTo>
                  <a:cubicBezTo>
                    <a:pt x="114" y="56"/>
                    <a:pt x="114" y="55"/>
                    <a:pt x="115" y="53"/>
                  </a:cubicBezTo>
                  <a:cubicBezTo>
                    <a:pt x="115" y="55"/>
                    <a:pt x="115" y="55"/>
                    <a:pt x="115" y="55"/>
                  </a:cubicBezTo>
                  <a:cubicBezTo>
                    <a:pt x="115" y="55"/>
                    <a:pt x="116" y="55"/>
                    <a:pt x="116" y="54"/>
                  </a:cubicBezTo>
                  <a:cubicBezTo>
                    <a:pt x="115" y="52"/>
                    <a:pt x="116" y="51"/>
                    <a:pt x="116" y="51"/>
                  </a:cubicBezTo>
                  <a:cubicBezTo>
                    <a:pt x="116" y="51"/>
                    <a:pt x="116" y="51"/>
                    <a:pt x="116" y="51"/>
                  </a:cubicBezTo>
                  <a:cubicBezTo>
                    <a:pt x="117" y="50"/>
                    <a:pt x="117" y="50"/>
                    <a:pt x="117" y="50"/>
                  </a:cubicBezTo>
                  <a:cubicBezTo>
                    <a:pt x="118" y="51"/>
                    <a:pt x="117" y="51"/>
                    <a:pt x="117" y="52"/>
                  </a:cubicBezTo>
                  <a:cubicBezTo>
                    <a:pt x="118" y="54"/>
                    <a:pt x="119" y="53"/>
                    <a:pt x="119" y="53"/>
                  </a:cubicBezTo>
                  <a:cubicBezTo>
                    <a:pt x="119" y="51"/>
                    <a:pt x="119" y="51"/>
                    <a:pt x="119" y="51"/>
                  </a:cubicBezTo>
                  <a:cubicBezTo>
                    <a:pt x="120" y="51"/>
                    <a:pt x="120" y="53"/>
                    <a:pt x="120" y="53"/>
                  </a:cubicBezTo>
                  <a:cubicBezTo>
                    <a:pt x="120" y="47"/>
                    <a:pt x="120" y="47"/>
                    <a:pt x="120" y="47"/>
                  </a:cubicBezTo>
                  <a:cubicBezTo>
                    <a:pt x="120" y="48"/>
                    <a:pt x="121" y="50"/>
                    <a:pt x="121" y="51"/>
                  </a:cubicBezTo>
                  <a:cubicBezTo>
                    <a:pt x="122" y="50"/>
                    <a:pt x="122" y="47"/>
                    <a:pt x="122" y="45"/>
                  </a:cubicBezTo>
                  <a:cubicBezTo>
                    <a:pt x="122" y="46"/>
                    <a:pt x="123" y="44"/>
                    <a:pt x="123" y="44"/>
                  </a:cubicBezTo>
                  <a:cubicBezTo>
                    <a:pt x="124" y="45"/>
                    <a:pt x="123" y="44"/>
                    <a:pt x="123" y="45"/>
                  </a:cubicBezTo>
                  <a:cubicBezTo>
                    <a:pt x="124" y="47"/>
                    <a:pt x="124" y="47"/>
                    <a:pt x="124" y="47"/>
                  </a:cubicBezTo>
                  <a:cubicBezTo>
                    <a:pt x="123" y="47"/>
                    <a:pt x="125" y="49"/>
                    <a:pt x="125" y="50"/>
                  </a:cubicBezTo>
                  <a:cubicBezTo>
                    <a:pt x="125" y="49"/>
                    <a:pt x="126" y="49"/>
                    <a:pt x="127" y="50"/>
                  </a:cubicBezTo>
                  <a:cubicBezTo>
                    <a:pt x="126" y="47"/>
                    <a:pt x="128" y="48"/>
                    <a:pt x="127" y="45"/>
                  </a:cubicBezTo>
                  <a:cubicBezTo>
                    <a:pt x="128" y="45"/>
                    <a:pt x="128" y="47"/>
                    <a:pt x="129" y="48"/>
                  </a:cubicBezTo>
                  <a:cubicBezTo>
                    <a:pt x="129" y="46"/>
                    <a:pt x="131" y="47"/>
                    <a:pt x="131" y="46"/>
                  </a:cubicBezTo>
                  <a:cubicBezTo>
                    <a:pt x="131" y="47"/>
                    <a:pt x="131" y="47"/>
                    <a:pt x="131" y="47"/>
                  </a:cubicBezTo>
                  <a:cubicBezTo>
                    <a:pt x="132" y="46"/>
                    <a:pt x="134" y="46"/>
                    <a:pt x="133" y="43"/>
                  </a:cubicBezTo>
                  <a:cubicBezTo>
                    <a:pt x="134" y="45"/>
                    <a:pt x="134" y="45"/>
                    <a:pt x="134" y="45"/>
                  </a:cubicBezTo>
                  <a:cubicBezTo>
                    <a:pt x="135" y="45"/>
                    <a:pt x="133" y="42"/>
                    <a:pt x="134" y="43"/>
                  </a:cubicBezTo>
                  <a:cubicBezTo>
                    <a:pt x="135" y="44"/>
                    <a:pt x="135" y="44"/>
                    <a:pt x="135" y="44"/>
                  </a:cubicBezTo>
                  <a:cubicBezTo>
                    <a:pt x="135" y="43"/>
                    <a:pt x="136" y="45"/>
                    <a:pt x="136" y="43"/>
                  </a:cubicBezTo>
                  <a:cubicBezTo>
                    <a:pt x="136" y="44"/>
                    <a:pt x="136" y="44"/>
                    <a:pt x="136" y="44"/>
                  </a:cubicBezTo>
                  <a:cubicBezTo>
                    <a:pt x="137" y="43"/>
                    <a:pt x="138" y="43"/>
                    <a:pt x="137" y="41"/>
                  </a:cubicBezTo>
                  <a:cubicBezTo>
                    <a:pt x="138" y="43"/>
                    <a:pt x="138" y="43"/>
                    <a:pt x="138" y="43"/>
                  </a:cubicBezTo>
                  <a:cubicBezTo>
                    <a:pt x="139" y="44"/>
                    <a:pt x="138" y="41"/>
                    <a:pt x="139" y="41"/>
                  </a:cubicBezTo>
                  <a:cubicBezTo>
                    <a:pt x="139" y="42"/>
                    <a:pt x="140" y="42"/>
                    <a:pt x="139" y="42"/>
                  </a:cubicBezTo>
                  <a:cubicBezTo>
                    <a:pt x="139" y="41"/>
                    <a:pt x="140" y="41"/>
                    <a:pt x="140" y="40"/>
                  </a:cubicBezTo>
                  <a:cubicBezTo>
                    <a:pt x="142" y="42"/>
                    <a:pt x="142" y="42"/>
                    <a:pt x="142" y="42"/>
                  </a:cubicBezTo>
                  <a:cubicBezTo>
                    <a:pt x="145" y="41"/>
                    <a:pt x="148" y="39"/>
                    <a:pt x="150" y="36"/>
                  </a:cubicBezTo>
                  <a:cubicBezTo>
                    <a:pt x="152" y="38"/>
                    <a:pt x="150" y="38"/>
                    <a:pt x="151" y="39"/>
                  </a:cubicBezTo>
                  <a:cubicBezTo>
                    <a:pt x="150" y="37"/>
                    <a:pt x="151" y="38"/>
                    <a:pt x="152" y="37"/>
                  </a:cubicBezTo>
                  <a:cubicBezTo>
                    <a:pt x="152" y="37"/>
                    <a:pt x="152" y="37"/>
                    <a:pt x="152" y="37"/>
                  </a:cubicBezTo>
                  <a:cubicBezTo>
                    <a:pt x="152" y="37"/>
                    <a:pt x="153" y="38"/>
                    <a:pt x="153" y="37"/>
                  </a:cubicBezTo>
                  <a:cubicBezTo>
                    <a:pt x="153" y="37"/>
                    <a:pt x="153" y="37"/>
                    <a:pt x="153" y="37"/>
                  </a:cubicBezTo>
                  <a:cubicBezTo>
                    <a:pt x="153" y="35"/>
                    <a:pt x="155" y="38"/>
                    <a:pt x="154" y="36"/>
                  </a:cubicBezTo>
                  <a:cubicBezTo>
                    <a:pt x="155" y="37"/>
                    <a:pt x="155" y="37"/>
                    <a:pt x="155" y="37"/>
                  </a:cubicBezTo>
                  <a:cubicBezTo>
                    <a:pt x="154" y="35"/>
                    <a:pt x="156" y="37"/>
                    <a:pt x="156" y="35"/>
                  </a:cubicBezTo>
                  <a:cubicBezTo>
                    <a:pt x="156" y="36"/>
                    <a:pt x="156" y="36"/>
                    <a:pt x="156" y="36"/>
                  </a:cubicBezTo>
                  <a:cubicBezTo>
                    <a:pt x="157" y="36"/>
                    <a:pt x="156" y="32"/>
                    <a:pt x="157" y="34"/>
                  </a:cubicBezTo>
                  <a:cubicBezTo>
                    <a:pt x="157" y="33"/>
                    <a:pt x="158" y="32"/>
                    <a:pt x="157" y="31"/>
                  </a:cubicBezTo>
                  <a:cubicBezTo>
                    <a:pt x="158" y="33"/>
                    <a:pt x="158" y="33"/>
                    <a:pt x="158" y="33"/>
                  </a:cubicBezTo>
                  <a:cubicBezTo>
                    <a:pt x="160" y="30"/>
                    <a:pt x="163" y="29"/>
                    <a:pt x="162" y="26"/>
                  </a:cubicBezTo>
                  <a:cubicBezTo>
                    <a:pt x="163" y="27"/>
                    <a:pt x="163" y="27"/>
                    <a:pt x="163" y="27"/>
                  </a:cubicBezTo>
                  <a:cubicBezTo>
                    <a:pt x="163" y="24"/>
                    <a:pt x="167" y="27"/>
                    <a:pt x="165" y="23"/>
                  </a:cubicBezTo>
                  <a:cubicBezTo>
                    <a:pt x="164" y="21"/>
                    <a:pt x="164" y="21"/>
                    <a:pt x="164" y="21"/>
                  </a:cubicBezTo>
                  <a:cubicBezTo>
                    <a:pt x="166" y="23"/>
                    <a:pt x="166" y="23"/>
                    <a:pt x="166" y="23"/>
                  </a:cubicBezTo>
                  <a:cubicBezTo>
                    <a:pt x="165" y="21"/>
                    <a:pt x="167" y="21"/>
                    <a:pt x="166" y="20"/>
                  </a:cubicBezTo>
                  <a:cubicBezTo>
                    <a:pt x="166" y="21"/>
                    <a:pt x="166" y="21"/>
                    <a:pt x="167" y="21"/>
                  </a:cubicBezTo>
                  <a:cubicBezTo>
                    <a:pt x="167" y="21"/>
                    <a:pt x="166" y="19"/>
                    <a:pt x="167" y="19"/>
                  </a:cubicBezTo>
                  <a:cubicBezTo>
                    <a:pt x="167" y="20"/>
                    <a:pt x="167" y="20"/>
                    <a:pt x="167" y="20"/>
                  </a:cubicBezTo>
                  <a:cubicBezTo>
                    <a:pt x="171" y="20"/>
                    <a:pt x="176" y="17"/>
                    <a:pt x="174" y="13"/>
                  </a:cubicBezTo>
                  <a:cubicBezTo>
                    <a:pt x="174" y="12"/>
                    <a:pt x="177" y="14"/>
                    <a:pt x="177" y="14"/>
                  </a:cubicBezTo>
                  <a:cubicBezTo>
                    <a:pt x="175" y="10"/>
                    <a:pt x="181" y="9"/>
                    <a:pt x="177" y="5"/>
                  </a:cubicBezTo>
                  <a:close/>
                  <a:moveTo>
                    <a:pt x="10" y="32"/>
                  </a:moveTo>
                  <a:cubicBezTo>
                    <a:pt x="10" y="32"/>
                    <a:pt x="10" y="32"/>
                    <a:pt x="10" y="31"/>
                  </a:cubicBezTo>
                  <a:cubicBezTo>
                    <a:pt x="10" y="32"/>
                    <a:pt x="10" y="32"/>
                    <a:pt x="10" y="32"/>
                  </a:cubicBezTo>
                  <a:close/>
                  <a:moveTo>
                    <a:pt x="6" y="35"/>
                  </a:moveTo>
                  <a:cubicBezTo>
                    <a:pt x="6" y="35"/>
                    <a:pt x="6" y="35"/>
                    <a:pt x="5" y="35"/>
                  </a:cubicBezTo>
                  <a:cubicBezTo>
                    <a:pt x="6" y="34"/>
                    <a:pt x="6" y="34"/>
                    <a:pt x="6" y="34"/>
                  </a:cubicBezTo>
                  <a:cubicBezTo>
                    <a:pt x="6" y="34"/>
                    <a:pt x="6" y="35"/>
                    <a:pt x="6" y="35"/>
                  </a:cubicBezTo>
                  <a:close/>
                  <a:moveTo>
                    <a:pt x="10" y="35"/>
                  </a:moveTo>
                  <a:cubicBezTo>
                    <a:pt x="10" y="35"/>
                    <a:pt x="10" y="35"/>
                    <a:pt x="10" y="35"/>
                  </a:cubicBezTo>
                  <a:cubicBezTo>
                    <a:pt x="10" y="35"/>
                    <a:pt x="10" y="35"/>
                    <a:pt x="10" y="35"/>
                  </a:cubicBezTo>
                  <a:close/>
                  <a:moveTo>
                    <a:pt x="9" y="32"/>
                  </a:moveTo>
                  <a:cubicBezTo>
                    <a:pt x="9" y="33"/>
                    <a:pt x="8" y="33"/>
                    <a:pt x="8" y="33"/>
                  </a:cubicBezTo>
                  <a:cubicBezTo>
                    <a:pt x="9" y="31"/>
                    <a:pt x="10" y="31"/>
                    <a:pt x="10" y="32"/>
                  </a:cubicBezTo>
                  <a:cubicBezTo>
                    <a:pt x="9" y="33"/>
                    <a:pt x="9" y="34"/>
                    <a:pt x="9" y="34"/>
                  </a:cubicBezTo>
                  <a:cubicBezTo>
                    <a:pt x="8" y="34"/>
                    <a:pt x="8" y="34"/>
                    <a:pt x="8" y="34"/>
                  </a:cubicBezTo>
                  <a:cubicBezTo>
                    <a:pt x="8" y="34"/>
                    <a:pt x="9" y="34"/>
                    <a:pt x="9" y="32"/>
                  </a:cubicBezTo>
                  <a:close/>
                  <a:moveTo>
                    <a:pt x="7" y="35"/>
                  </a:moveTo>
                  <a:cubicBezTo>
                    <a:pt x="7" y="35"/>
                    <a:pt x="7" y="34"/>
                    <a:pt x="7" y="34"/>
                  </a:cubicBezTo>
                  <a:cubicBezTo>
                    <a:pt x="7" y="34"/>
                    <a:pt x="7" y="34"/>
                    <a:pt x="7" y="35"/>
                  </a:cubicBezTo>
                  <a:cubicBezTo>
                    <a:pt x="7" y="35"/>
                    <a:pt x="7" y="35"/>
                    <a:pt x="7" y="35"/>
                  </a:cubicBezTo>
                  <a:close/>
                  <a:moveTo>
                    <a:pt x="7" y="35"/>
                  </a:moveTo>
                  <a:cubicBezTo>
                    <a:pt x="7" y="35"/>
                    <a:pt x="7" y="35"/>
                    <a:pt x="7" y="35"/>
                  </a:cubicBezTo>
                  <a:cubicBezTo>
                    <a:pt x="7" y="35"/>
                    <a:pt x="7" y="35"/>
                    <a:pt x="7" y="35"/>
                  </a:cubicBezTo>
                  <a:cubicBezTo>
                    <a:pt x="7" y="35"/>
                    <a:pt x="7" y="35"/>
                    <a:pt x="7" y="35"/>
                  </a:cubicBezTo>
                  <a:cubicBezTo>
                    <a:pt x="8" y="35"/>
                    <a:pt x="8" y="35"/>
                    <a:pt x="8" y="35"/>
                  </a:cubicBezTo>
                  <a:cubicBezTo>
                    <a:pt x="8" y="35"/>
                    <a:pt x="8" y="35"/>
                    <a:pt x="8" y="36"/>
                  </a:cubicBezTo>
                  <a:cubicBezTo>
                    <a:pt x="8" y="36"/>
                    <a:pt x="9" y="35"/>
                    <a:pt x="9" y="35"/>
                  </a:cubicBezTo>
                  <a:cubicBezTo>
                    <a:pt x="9" y="35"/>
                    <a:pt x="10" y="36"/>
                    <a:pt x="10" y="36"/>
                  </a:cubicBezTo>
                  <a:cubicBezTo>
                    <a:pt x="10" y="36"/>
                    <a:pt x="10" y="36"/>
                    <a:pt x="10" y="36"/>
                  </a:cubicBezTo>
                  <a:cubicBezTo>
                    <a:pt x="9" y="36"/>
                    <a:pt x="8" y="36"/>
                    <a:pt x="7" y="35"/>
                  </a:cubicBezTo>
                  <a:close/>
                  <a:moveTo>
                    <a:pt x="9" y="36"/>
                  </a:moveTo>
                  <a:cubicBezTo>
                    <a:pt x="10" y="36"/>
                    <a:pt x="10" y="36"/>
                    <a:pt x="10" y="36"/>
                  </a:cubicBezTo>
                  <a:cubicBezTo>
                    <a:pt x="10" y="36"/>
                    <a:pt x="10" y="36"/>
                    <a:pt x="10" y="37"/>
                  </a:cubicBezTo>
                  <a:cubicBezTo>
                    <a:pt x="10" y="36"/>
                    <a:pt x="9" y="36"/>
                    <a:pt x="9" y="36"/>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 name="Freeform 435"/>
            <p:cNvSpPr/>
            <p:nvPr/>
          </p:nvSpPr>
          <p:spPr bwMode="auto">
            <a:xfrm>
              <a:off x="3712" y="2809"/>
              <a:ext cx="4" cy="2"/>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1" y="1"/>
                    <a:pt x="2" y="1"/>
                    <a:pt x="2"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 name="Freeform 436"/>
            <p:cNvSpPr>
              <a:spLocks noEditPoints="1"/>
            </p:cNvSpPr>
            <p:nvPr/>
          </p:nvSpPr>
          <p:spPr bwMode="auto">
            <a:xfrm>
              <a:off x="3434" y="1624"/>
              <a:ext cx="862" cy="1213"/>
            </a:xfrm>
            <a:custGeom>
              <a:avLst/>
              <a:gdLst>
                <a:gd name="T0" fmla="*/ 172 w 406"/>
                <a:gd name="T1" fmla="*/ 570 h 572"/>
                <a:gd name="T2" fmla="*/ 205 w 406"/>
                <a:gd name="T3" fmla="*/ 568 h 572"/>
                <a:gd name="T4" fmla="*/ 239 w 406"/>
                <a:gd name="T5" fmla="*/ 564 h 572"/>
                <a:gd name="T6" fmla="*/ 281 w 406"/>
                <a:gd name="T7" fmla="*/ 547 h 572"/>
                <a:gd name="T8" fmla="*/ 300 w 406"/>
                <a:gd name="T9" fmla="*/ 522 h 572"/>
                <a:gd name="T10" fmla="*/ 204 w 406"/>
                <a:gd name="T11" fmla="*/ 395 h 572"/>
                <a:gd name="T12" fmla="*/ 207 w 406"/>
                <a:gd name="T13" fmla="*/ 339 h 572"/>
                <a:gd name="T14" fmla="*/ 214 w 406"/>
                <a:gd name="T15" fmla="*/ 279 h 572"/>
                <a:gd name="T16" fmla="*/ 177 w 406"/>
                <a:gd name="T17" fmla="*/ 304 h 572"/>
                <a:gd name="T18" fmla="*/ 184 w 406"/>
                <a:gd name="T19" fmla="*/ 298 h 572"/>
                <a:gd name="T20" fmla="*/ 197 w 406"/>
                <a:gd name="T21" fmla="*/ 321 h 572"/>
                <a:gd name="T22" fmla="*/ 186 w 406"/>
                <a:gd name="T23" fmla="*/ 337 h 572"/>
                <a:gd name="T24" fmla="*/ 190 w 406"/>
                <a:gd name="T25" fmla="*/ 347 h 572"/>
                <a:gd name="T26" fmla="*/ 189 w 406"/>
                <a:gd name="T27" fmla="*/ 365 h 572"/>
                <a:gd name="T28" fmla="*/ 189 w 406"/>
                <a:gd name="T29" fmla="*/ 382 h 572"/>
                <a:gd name="T30" fmla="*/ 194 w 406"/>
                <a:gd name="T31" fmla="*/ 401 h 572"/>
                <a:gd name="T32" fmla="*/ 198 w 406"/>
                <a:gd name="T33" fmla="*/ 426 h 572"/>
                <a:gd name="T34" fmla="*/ 92 w 406"/>
                <a:gd name="T35" fmla="*/ 277 h 572"/>
                <a:gd name="T36" fmla="*/ 68 w 406"/>
                <a:gd name="T37" fmla="*/ 218 h 572"/>
                <a:gd name="T38" fmla="*/ 189 w 406"/>
                <a:gd name="T39" fmla="*/ 198 h 572"/>
                <a:gd name="T40" fmla="*/ 299 w 406"/>
                <a:gd name="T41" fmla="*/ 279 h 572"/>
                <a:gd name="T42" fmla="*/ 240 w 406"/>
                <a:gd name="T43" fmla="*/ 425 h 572"/>
                <a:gd name="T44" fmla="*/ 250 w 406"/>
                <a:gd name="T45" fmla="*/ 401 h 572"/>
                <a:gd name="T46" fmla="*/ 257 w 406"/>
                <a:gd name="T47" fmla="*/ 380 h 572"/>
                <a:gd name="T48" fmla="*/ 262 w 406"/>
                <a:gd name="T49" fmla="*/ 342 h 572"/>
                <a:gd name="T50" fmla="*/ 279 w 406"/>
                <a:gd name="T51" fmla="*/ 305 h 572"/>
                <a:gd name="T52" fmla="*/ 323 w 406"/>
                <a:gd name="T53" fmla="*/ 287 h 572"/>
                <a:gd name="T54" fmla="*/ 345 w 406"/>
                <a:gd name="T55" fmla="*/ 231 h 572"/>
                <a:gd name="T56" fmla="*/ 313 w 406"/>
                <a:gd name="T57" fmla="*/ 163 h 572"/>
                <a:gd name="T58" fmla="*/ 199 w 406"/>
                <a:gd name="T59" fmla="*/ 120 h 572"/>
                <a:gd name="T60" fmla="*/ 99 w 406"/>
                <a:gd name="T61" fmla="*/ 189 h 572"/>
                <a:gd name="T62" fmla="*/ 67 w 406"/>
                <a:gd name="T63" fmla="*/ 156 h 572"/>
                <a:gd name="T64" fmla="*/ 18 w 406"/>
                <a:gd name="T65" fmla="*/ 247 h 572"/>
                <a:gd name="T66" fmla="*/ 17 w 406"/>
                <a:gd name="T67" fmla="*/ 216 h 572"/>
                <a:gd name="T68" fmla="*/ 18 w 406"/>
                <a:gd name="T69" fmla="*/ 212 h 572"/>
                <a:gd name="T70" fmla="*/ 18 w 406"/>
                <a:gd name="T71" fmla="*/ 213 h 572"/>
                <a:gd name="T72" fmla="*/ 20 w 406"/>
                <a:gd name="T73" fmla="*/ 216 h 572"/>
                <a:gd name="T74" fmla="*/ 36 w 406"/>
                <a:gd name="T75" fmla="*/ 256 h 572"/>
                <a:gd name="T76" fmla="*/ 80 w 406"/>
                <a:gd name="T77" fmla="*/ 293 h 572"/>
                <a:gd name="T78" fmla="*/ 143 w 406"/>
                <a:gd name="T79" fmla="*/ 304 h 572"/>
                <a:gd name="T80" fmla="*/ 162 w 406"/>
                <a:gd name="T81" fmla="*/ 375 h 572"/>
                <a:gd name="T82" fmla="*/ 177 w 406"/>
                <a:gd name="T83" fmla="*/ 504 h 572"/>
                <a:gd name="T84" fmla="*/ 192 w 406"/>
                <a:gd name="T85" fmla="*/ 530 h 572"/>
                <a:gd name="T86" fmla="*/ 191 w 406"/>
                <a:gd name="T87" fmla="*/ 504 h 572"/>
                <a:gd name="T88" fmla="*/ 192 w 406"/>
                <a:gd name="T89" fmla="*/ 486 h 572"/>
                <a:gd name="T90" fmla="*/ 194 w 406"/>
                <a:gd name="T91" fmla="*/ 451 h 572"/>
                <a:gd name="T92" fmla="*/ 220 w 406"/>
                <a:gd name="T93" fmla="*/ 447 h 572"/>
                <a:gd name="T94" fmla="*/ 240 w 406"/>
                <a:gd name="T95" fmla="*/ 469 h 572"/>
                <a:gd name="T96" fmla="*/ 247 w 406"/>
                <a:gd name="T97" fmla="*/ 543 h 572"/>
                <a:gd name="T98" fmla="*/ 146 w 406"/>
                <a:gd name="T99" fmla="*/ 545 h 572"/>
                <a:gd name="T100" fmla="*/ 137 w 406"/>
                <a:gd name="T101" fmla="*/ 524 h 572"/>
                <a:gd name="T102" fmla="*/ 130 w 406"/>
                <a:gd name="T103" fmla="*/ 553 h 572"/>
                <a:gd name="T104" fmla="*/ 193 w 406"/>
                <a:gd name="T105" fmla="*/ 309 h 572"/>
                <a:gd name="T106" fmla="*/ 196 w 406"/>
                <a:gd name="T107" fmla="*/ 303 h 572"/>
                <a:gd name="T108" fmla="*/ 209 w 406"/>
                <a:gd name="T109" fmla="*/ 295 h 572"/>
                <a:gd name="T110" fmla="*/ 218 w 406"/>
                <a:gd name="T111" fmla="*/ 301 h 572"/>
                <a:gd name="T112" fmla="*/ 221 w 406"/>
                <a:gd name="T113" fmla="*/ 307 h 572"/>
                <a:gd name="T114" fmla="*/ 211 w 406"/>
                <a:gd name="T115" fmla="*/ 310 h 572"/>
                <a:gd name="T116" fmla="*/ 222 w 406"/>
                <a:gd name="T117" fmla="*/ 307 h 572"/>
                <a:gd name="T118" fmla="*/ 191 w 406"/>
                <a:gd name="T119" fmla="*/ 185 h 572"/>
                <a:gd name="T120" fmla="*/ 63 w 406"/>
                <a:gd name="T121" fmla="*/ 186 h 572"/>
                <a:gd name="T122" fmla="*/ 22 w 406"/>
                <a:gd name="T123" fmla="*/ 214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6" h="572">
                  <a:moveTo>
                    <a:pt x="135" y="564"/>
                  </a:moveTo>
                  <a:cubicBezTo>
                    <a:pt x="136" y="564"/>
                    <a:pt x="137" y="565"/>
                    <a:pt x="137" y="564"/>
                  </a:cubicBezTo>
                  <a:cubicBezTo>
                    <a:pt x="137" y="565"/>
                    <a:pt x="137" y="565"/>
                    <a:pt x="137" y="565"/>
                  </a:cubicBezTo>
                  <a:cubicBezTo>
                    <a:pt x="138" y="565"/>
                    <a:pt x="140" y="563"/>
                    <a:pt x="139" y="566"/>
                  </a:cubicBezTo>
                  <a:cubicBezTo>
                    <a:pt x="140" y="563"/>
                    <a:pt x="139" y="565"/>
                    <a:pt x="138" y="564"/>
                  </a:cubicBezTo>
                  <a:cubicBezTo>
                    <a:pt x="139" y="562"/>
                    <a:pt x="140" y="563"/>
                    <a:pt x="141" y="562"/>
                  </a:cubicBezTo>
                  <a:cubicBezTo>
                    <a:pt x="139" y="565"/>
                    <a:pt x="142" y="563"/>
                    <a:pt x="142" y="564"/>
                  </a:cubicBezTo>
                  <a:cubicBezTo>
                    <a:pt x="142" y="565"/>
                    <a:pt x="142" y="565"/>
                    <a:pt x="142" y="566"/>
                  </a:cubicBezTo>
                  <a:cubicBezTo>
                    <a:pt x="143" y="564"/>
                    <a:pt x="143" y="564"/>
                    <a:pt x="143" y="564"/>
                  </a:cubicBezTo>
                  <a:cubicBezTo>
                    <a:pt x="142" y="568"/>
                    <a:pt x="145" y="564"/>
                    <a:pt x="145" y="566"/>
                  </a:cubicBezTo>
                  <a:cubicBezTo>
                    <a:pt x="144" y="566"/>
                    <a:pt x="144" y="568"/>
                    <a:pt x="144" y="569"/>
                  </a:cubicBezTo>
                  <a:cubicBezTo>
                    <a:pt x="144" y="566"/>
                    <a:pt x="146" y="566"/>
                    <a:pt x="147" y="564"/>
                  </a:cubicBezTo>
                  <a:cubicBezTo>
                    <a:pt x="148" y="565"/>
                    <a:pt x="145" y="567"/>
                    <a:pt x="145" y="569"/>
                  </a:cubicBezTo>
                  <a:cubicBezTo>
                    <a:pt x="146" y="567"/>
                    <a:pt x="146" y="571"/>
                    <a:pt x="147" y="568"/>
                  </a:cubicBezTo>
                  <a:cubicBezTo>
                    <a:pt x="147" y="567"/>
                    <a:pt x="148" y="567"/>
                    <a:pt x="149" y="566"/>
                  </a:cubicBezTo>
                  <a:cubicBezTo>
                    <a:pt x="150" y="566"/>
                    <a:pt x="148" y="567"/>
                    <a:pt x="148" y="568"/>
                  </a:cubicBezTo>
                  <a:cubicBezTo>
                    <a:pt x="149" y="568"/>
                    <a:pt x="150" y="566"/>
                    <a:pt x="150" y="565"/>
                  </a:cubicBezTo>
                  <a:cubicBezTo>
                    <a:pt x="150" y="566"/>
                    <a:pt x="152" y="564"/>
                    <a:pt x="152" y="565"/>
                  </a:cubicBezTo>
                  <a:cubicBezTo>
                    <a:pt x="152" y="567"/>
                    <a:pt x="150" y="566"/>
                    <a:pt x="150" y="567"/>
                  </a:cubicBezTo>
                  <a:cubicBezTo>
                    <a:pt x="152" y="568"/>
                    <a:pt x="152" y="563"/>
                    <a:pt x="154" y="563"/>
                  </a:cubicBezTo>
                  <a:cubicBezTo>
                    <a:pt x="153" y="562"/>
                    <a:pt x="155" y="559"/>
                    <a:pt x="155" y="558"/>
                  </a:cubicBezTo>
                  <a:cubicBezTo>
                    <a:pt x="157" y="560"/>
                    <a:pt x="155" y="559"/>
                    <a:pt x="155" y="561"/>
                  </a:cubicBezTo>
                  <a:cubicBezTo>
                    <a:pt x="155" y="561"/>
                    <a:pt x="155" y="561"/>
                    <a:pt x="155" y="561"/>
                  </a:cubicBezTo>
                  <a:cubicBezTo>
                    <a:pt x="155" y="564"/>
                    <a:pt x="152" y="566"/>
                    <a:pt x="153" y="568"/>
                  </a:cubicBezTo>
                  <a:cubicBezTo>
                    <a:pt x="154" y="567"/>
                    <a:pt x="154" y="567"/>
                    <a:pt x="154" y="567"/>
                  </a:cubicBezTo>
                  <a:cubicBezTo>
                    <a:pt x="153" y="568"/>
                    <a:pt x="153" y="569"/>
                    <a:pt x="153" y="570"/>
                  </a:cubicBezTo>
                  <a:cubicBezTo>
                    <a:pt x="153" y="568"/>
                    <a:pt x="154" y="570"/>
                    <a:pt x="155" y="570"/>
                  </a:cubicBezTo>
                  <a:cubicBezTo>
                    <a:pt x="155" y="568"/>
                    <a:pt x="154" y="570"/>
                    <a:pt x="154" y="569"/>
                  </a:cubicBezTo>
                  <a:cubicBezTo>
                    <a:pt x="155" y="568"/>
                    <a:pt x="156" y="566"/>
                    <a:pt x="157" y="567"/>
                  </a:cubicBezTo>
                  <a:cubicBezTo>
                    <a:pt x="156" y="568"/>
                    <a:pt x="157" y="569"/>
                    <a:pt x="156" y="570"/>
                  </a:cubicBezTo>
                  <a:cubicBezTo>
                    <a:pt x="157" y="571"/>
                    <a:pt x="157" y="568"/>
                    <a:pt x="157" y="569"/>
                  </a:cubicBezTo>
                  <a:cubicBezTo>
                    <a:pt x="157" y="570"/>
                    <a:pt x="157" y="570"/>
                    <a:pt x="157" y="570"/>
                  </a:cubicBezTo>
                  <a:cubicBezTo>
                    <a:pt x="160" y="571"/>
                    <a:pt x="164" y="571"/>
                    <a:pt x="166" y="567"/>
                  </a:cubicBezTo>
                  <a:cubicBezTo>
                    <a:pt x="166" y="569"/>
                    <a:pt x="167" y="569"/>
                    <a:pt x="169" y="570"/>
                  </a:cubicBezTo>
                  <a:cubicBezTo>
                    <a:pt x="168" y="570"/>
                    <a:pt x="169" y="569"/>
                    <a:pt x="169" y="568"/>
                  </a:cubicBezTo>
                  <a:cubicBezTo>
                    <a:pt x="170" y="570"/>
                    <a:pt x="170" y="570"/>
                    <a:pt x="170" y="570"/>
                  </a:cubicBezTo>
                  <a:cubicBezTo>
                    <a:pt x="170" y="572"/>
                    <a:pt x="172" y="570"/>
                    <a:pt x="172" y="569"/>
                  </a:cubicBezTo>
                  <a:cubicBezTo>
                    <a:pt x="172" y="570"/>
                    <a:pt x="172" y="570"/>
                    <a:pt x="172" y="570"/>
                  </a:cubicBezTo>
                  <a:cubicBezTo>
                    <a:pt x="173" y="571"/>
                    <a:pt x="173" y="569"/>
                    <a:pt x="173" y="568"/>
                  </a:cubicBezTo>
                  <a:cubicBezTo>
                    <a:pt x="174" y="570"/>
                    <a:pt x="174" y="570"/>
                    <a:pt x="174" y="570"/>
                  </a:cubicBezTo>
                  <a:cubicBezTo>
                    <a:pt x="174" y="569"/>
                    <a:pt x="174" y="569"/>
                    <a:pt x="174" y="569"/>
                  </a:cubicBezTo>
                  <a:cubicBezTo>
                    <a:pt x="174" y="568"/>
                    <a:pt x="175" y="568"/>
                    <a:pt x="175" y="570"/>
                  </a:cubicBezTo>
                  <a:cubicBezTo>
                    <a:pt x="175" y="570"/>
                    <a:pt x="176" y="569"/>
                    <a:pt x="175" y="569"/>
                  </a:cubicBezTo>
                  <a:cubicBezTo>
                    <a:pt x="176" y="570"/>
                    <a:pt x="178" y="570"/>
                    <a:pt x="179" y="569"/>
                  </a:cubicBezTo>
                  <a:cubicBezTo>
                    <a:pt x="178" y="569"/>
                    <a:pt x="178" y="568"/>
                    <a:pt x="178" y="567"/>
                  </a:cubicBezTo>
                  <a:cubicBezTo>
                    <a:pt x="178" y="564"/>
                    <a:pt x="179" y="567"/>
                    <a:pt x="179" y="566"/>
                  </a:cubicBezTo>
                  <a:cubicBezTo>
                    <a:pt x="179" y="567"/>
                    <a:pt x="180" y="567"/>
                    <a:pt x="179" y="568"/>
                  </a:cubicBezTo>
                  <a:cubicBezTo>
                    <a:pt x="181" y="571"/>
                    <a:pt x="183" y="569"/>
                    <a:pt x="184" y="569"/>
                  </a:cubicBezTo>
                  <a:cubicBezTo>
                    <a:pt x="185" y="568"/>
                    <a:pt x="185" y="568"/>
                    <a:pt x="185" y="568"/>
                  </a:cubicBezTo>
                  <a:cubicBezTo>
                    <a:pt x="186" y="570"/>
                    <a:pt x="188" y="568"/>
                    <a:pt x="189" y="569"/>
                  </a:cubicBezTo>
                  <a:cubicBezTo>
                    <a:pt x="189" y="568"/>
                    <a:pt x="189" y="565"/>
                    <a:pt x="190" y="565"/>
                  </a:cubicBezTo>
                  <a:cubicBezTo>
                    <a:pt x="190" y="563"/>
                    <a:pt x="190" y="567"/>
                    <a:pt x="191" y="569"/>
                  </a:cubicBezTo>
                  <a:cubicBezTo>
                    <a:pt x="191" y="568"/>
                    <a:pt x="192" y="567"/>
                    <a:pt x="192" y="567"/>
                  </a:cubicBezTo>
                  <a:cubicBezTo>
                    <a:pt x="192" y="568"/>
                    <a:pt x="192" y="568"/>
                    <a:pt x="192" y="568"/>
                  </a:cubicBezTo>
                  <a:cubicBezTo>
                    <a:pt x="192" y="567"/>
                    <a:pt x="193" y="566"/>
                    <a:pt x="194" y="567"/>
                  </a:cubicBezTo>
                  <a:cubicBezTo>
                    <a:pt x="194" y="567"/>
                    <a:pt x="194" y="567"/>
                    <a:pt x="194" y="567"/>
                  </a:cubicBezTo>
                  <a:cubicBezTo>
                    <a:pt x="194" y="567"/>
                    <a:pt x="195" y="569"/>
                    <a:pt x="195" y="568"/>
                  </a:cubicBezTo>
                  <a:cubicBezTo>
                    <a:pt x="195" y="567"/>
                    <a:pt x="196" y="568"/>
                    <a:pt x="196" y="566"/>
                  </a:cubicBezTo>
                  <a:cubicBezTo>
                    <a:pt x="197" y="567"/>
                    <a:pt x="197" y="567"/>
                    <a:pt x="197" y="567"/>
                  </a:cubicBezTo>
                  <a:cubicBezTo>
                    <a:pt x="197" y="565"/>
                    <a:pt x="197" y="565"/>
                    <a:pt x="197" y="565"/>
                  </a:cubicBezTo>
                  <a:cubicBezTo>
                    <a:pt x="197" y="566"/>
                    <a:pt x="197" y="566"/>
                    <a:pt x="197" y="566"/>
                  </a:cubicBezTo>
                  <a:cubicBezTo>
                    <a:pt x="197" y="568"/>
                    <a:pt x="197" y="568"/>
                    <a:pt x="197" y="568"/>
                  </a:cubicBezTo>
                  <a:cubicBezTo>
                    <a:pt x="198" y="569"/>
                    <a:pt x="197" y="566"/>
                    <a:pt x="198" y="565"/>
                  </a:cubicBezTo>
                  <a:cubicBezTo>
                    <a:pt x="198" y="564"/>
                    <a:pt x="198" y="566"/>
                    <a:pt x="199" y="566"/>
                  </a:cubicBezTo>
                  <a:cubicBezTo>
                    <a:pt x="198" y="567"/>
                    <a:pt x="198" y="566"/>
                    <a:pt x="198" y="566"/>
                  </a:cubicBezTo>
                  <a:cubicBezTo>
                    <a:pt x="198" y="568"/>
                    <a:pt x="198" y="567"/>
                    <a:pt x="199" y="568"/>
                  </a:cubicBezTo>
                  <a:cubicBezTo>
                    <a:pt x="199" y="568"/>
                    <a:pt x="199" y="566"/>
                    <a:pt x="199" y="566"/>
                  </a:cubicBezTo>
                  <a:cubicBezTo>
                    <a:pt x="200" y="566"/>
                    <a:pt x="201" y="566"/>
                    <a:pt x="200" y="568"/>
                  </a:cubicBezTo>
                  <a:cubicBezTo>
                    <a:pt x="201" y="567"/>
                    <a:pt x="201" y="567"/>
                    <a:pt x="201" y="566"/>
                  </a:cubicBezTo>
                  <a:cubicBezTo>
                    <a:pt x="201" y="566"/>
                    <a:pt x="200" y="565"/>
                    <a:pt x="200" y="564"/>
                  </a:cubicBezTo>
                  <a:cubicBezTo>
                    <a:pt x="201" y="564"/>
                    <a:pt x="201" y="564"/>
                    <a:pt x="201" y="564"/>
                  </a:cubicBezTo>
                  <a:cubicBezTo>
                    <a:pt x="201" y="565"/>
                    <a:pt x="201" y="565"/>
                    <a:pt x="201" y="565"/>
                  </a:cubicBezTo>
                  <a:cubicBezTo>
                    <a:pt x="201" y="564"/>
                    <a:pt x="202" y="565"/>
                    <a:pt x="202" y="563"/>
                  </a:cubicBezTo>
                  <a:cubicBezTo>
                    <a:pt x="202" y="565"/>
                    <a:pt x="202" y="565"/>
                    <a:pt x="202" y="565"/>
                  </a:cubicBezTo>
                  <a:cubicBezTo>
                    <a:pt x="203" y="564"/>
                    <a:pt x="203" y="564"/>
                    <a:pt x="204" y="564"/>
                  </a:cubicBezTo>
                  <a:cubicBezTo>
                    <a:pt x="204" y="566"/>
                    <a:pt x="204" y="568"/>
                    <a:pt x="205" y="568"/>
                  </a:cubicBezTo>
                  <a:cubicBezTo>
                    <a:pt x="205" y="566"/>
                    <a:pt x="205" y="566"/>
                    <a:pt x="205" y="566"/>
                  </a:cubicBezTo>
                  <a:cubicBezTo>
                    <a:pt x="206" y="566"/>
                    <a:pt x="206" y="566"/>
                    <a:pt x="206" y="567"/>
                  </a:cubicBezTo>
                  <a:cubicBezTo>
                    <a:pt x="207" y="568"/>
                    <a:pt x="207" y="562"/>
                    <a:pt x="209" y="564"/>
                  </a:cubicBezTo>
                  <a:cubicBezTo>
                    <a:pt x="208" y="566"/>
                    <a:pt x="209" y="566"/>
                    <a:pt x="209" y="567"/>
                  </a:cubicBezTo>
                  <a:cubicBezTo>
                    <a:pt x="209" y="566"/>
                    <a:pt x="209" y="566"/>
                    <a:pt x="209" y="566"/>
                  </a:cubicBezTo>
                  <a:cubicBezTo>
                    <a:pt x="209" y="565"/>
                    <a:pt x="209" y="567"/>
                    <a:pt x="209" y="566"/>
                  </a:cubicBezTo>
                  <a:cubicBezTo>
                    <a:pt x="208" y="564"/>
                    <a:pt x="209" y="565"/>
                    <a:pt x="209" y="564"/>
                  </a:cubicBezTo>
                  <a:cubicBezTo>
                    <a:pt x="211" y="569"/>
                    <a:pt x="213" y="565"/>
                    <a:pt x="215" y="567"/>
                  </a:cubicBezTo>
                  <a:cubicBezTo>
                    <a:pt x="215" y="565"/>
                    <a:pt x="216" y="567"/>
                    <a:pt x="216" y="566"/>
                  </a:cubicBezTo>
                  <a:cubicBezTo>
                    <a:pt x="216" y="568"/>
                    <a:pt x="217" y="565"/>
                    <a:pt x="217" y="567"/>
                  </a:cubicBezTo>
                  <a:cubicBezTo>
                    <a:pt x="217" y="564"/>
                    <a:pt x="217" y="564"/>
                    <a:pt x="217" y="564"/>
                  </a:cubicBezTo>
                  <a:cubicBezTo>
                    <a:pt x="218" y="566"/>
                    <a:pt x="218" y="560"/>
                    <a:pt x="219" y="563"/>
                  </a:cubicBezTo>
                  <a:cubicBezTo>
                    <a:pt x="220" y="564"/>
                    <a:pt x="219" y="565"/>
                    <a:pt x="219" y="565"/>
                  </a:cubicBezTo>
                  <a:cubicBezTo>
                    <a:pt x="220" y="568"/>
                    <a:pt x="221" y="563"/>
                    <a:pt x="222" y="566"/>
                  </a:cubicBezTo>
                  <a:cubicBezTo>
                    <a:pt x="222" y="565"/>
                    <a:pt x="221" y="563"/>
                    <a:pt x="222" y="562"/>
                  </a:cubicBezTo>
                  <a:cubicBezTo>
                    <a:pt x="223" y="563"/>
                    <a:pt x="224" y="565"/>
                    <a:pt x="224" y="565"/>
                  </a:cubicBezTo>
                  <a:cubicBezTo>
                    <a:pt x="224" y="565"/>
                    <a:pt x="224" y="564"/>
                    <a:pt x="225" y="565"/>
                  </a:cubicBezTo>
                  <a:cubicBezTo>
                    <a:pt x="225" y="565"/>
                    <a:pt x="225" y="565"/>
                    <a:pt x="225" y="566"/>
                  </a:cubicBezTo>
                  <a:cubicBezTo>
                    <a:pt x="226" y="566"/>
                    <a:pt x="226" y="565"/>
                    <a:pt x="227" y="564"/>
                  </a:cubicBezTo>
                  <a:cubicBezTo>
                    <a:pt x="227" y="566"/>
                    <a:pt x="229" y="565"/>
                    <a:pt x="230" y="566"/>
                  </a:cubicBezTo>
                  <a:cubicBezTo>
                    <a:pt x="230" y="563"/>
                    <a:pt x="231" y="567"/>
                    <a:pt x="231" y="564"/>
                  </a:cubicBezTo>
                  <a:cubicBezTo>
                    <a:pt x="231" y="564"/>
                    <a:pt x="231" y="564"/>
                    <a:pt x="231" y="564"/>
                  </a:cubicBezTo>
                  <a:cubicBezTo>
                    <a:pt x="232" y="564"/>
                    <a:pt x="232" y="562"/>
                    <a:pt x="232" y="561"/>
                  </a:cubicBezTo>
                  <a:cubicBezTo>
                    <a:pt x="232" y="563"/>
                    <a:pt x="232" y="563"/>
                    <a:pt x="232" y="563"/>
                  </a:cubicBezTo>
                  <a:cubicBezTo>
                    <a:pt x="232" y="566"/>
                    <a:pt x="234" y="564"/>
                    <a:pt x="234" y="565"/>
                  </a:cubicBezTo>
                  <a:cubicBezTo>
                    <a:pt x="233" y="563"/>
                    <a:pt x="234" y="565"/>
                    <a:pt x="234" y="563"/>
                  </a:cubicBezTo>
                  <a:cubicBezTo>
                    <a:pt x="235" y="563"/>
                    <a:pt x="235" y="563"/>
                    <a:pt x="235" y="563"/>
                  </a:cubicBezTo>
                  <a:cubicBezTo>
                    <a:pt x="235" y="562"/>
                    <a:pt x="235" y="562"/>
                    <a:pt x="236" y="561"/>
                  </a:cubicBezTo>
                  <a:cubicBezTo>
                    <a:pt x="236" y="561"/>
                    <a:pt x="236" y="564"/>
                    <a:pt x="236" y="563"/>
                  </a:cubicBezTo>
                  <a:cubicBezTo>
                    <a:pt x="237" y="564"/>
                    <a:pt x="237" y="564"/>
                    <a:pt x="237" y="563"/>
                  </a:cubicBezTo>
                  <a:cubicBezTo>
                    <a:pt x="237" y="563"/>
                    <a:pt x="237" y="563"/>
                    <a:pt x="237" y="563"/>
                  </a:cubicBezTo>
                  <a:cubicBezTo>
                    <a:pt x="237" y="563"/>
                    <a:pt x="237" y="563"/>
                    <a:pt x="238" y="563"/>
                  </a:cubicBezTo>
                  <a:cubicBezTo>
                    <a:pt x="238" y="563"/>
                    <a:pt x="238" y="563"/>
                    <a:pt x="238" y="563"/>
                  </a:cubicBezTo>
                  <a:cubicBezTo>
                    <a:pt x="238" y="563"/>
                    <a:pt x="238" y="563"/>
                    <a:pt x="238" y="563"/>
                  </a:cubicBezTo>
                  <a:cubicBezTo>
                    <a:pt x="238" y="563"/>
                    <a:pt x="238" y="563"/>
                    <a:pt x="238" y="563"/>
                  </a:cubicBezTo>
                  <a:cubicBezTo>
                    <a:pt x="238" y="563"/>
                    <a:pt x="238" y="563"/>
                    <a:pt x="238" y="563"/>
                  </a:cubicBezTo>
                  <a:cubicBezTo>
                    <a:pt x="238" y="564"/>
                    <a:pt x="238" y="563"/>
                    <a:pt x="238" y="563"/>
                  </a:cubicBezTo>
                  <a:cubicBezTo>
                    <a:pt x="238" y="563"/>
                    <a:pt x="239" y="563"/>
                    <a:pt x="239" y="564"/>
                  </a:cubicBezTo>
                  <a:cubicBezTo>
                    <a:pt x="239" y="565"/>
                    <a:pt x="239" y="565"/>
                    <a:pt x="239" y="565"/>
                  </a:cubicBezTo>
                  <a:cubicBezTo>
                    <a:pt x="239" y="565"/>
                    <a:pt x="240" y="563"/>
                    <a:pt x="240" y="563"/>
                  </a:cubicBezTo>
                  <a:cubicBezTo>
                    <a:pt x="242" y="564"/>
                    <a:pt x="244" y="562"/>
                    <a:pt x="245" y="561"/>
                  </a:cubicBezTo>
                  <a:cubicBezTo>
                    <a:pt x="244" y="561"/>
                    <a:pt x="244" y="562"/>
                    <a:pt x="244" y="562"/>
                  </a:cubicBezTo>
                  <a:cubicBezTo>
                    <a:pt x="245" y="561"/>
                    <a:pt x="245" y="560"/>
                    <a:pt x="245" y="561"/>
                  </a:cubicBezTo>
                  <a:cubicBezTo>
                    <a:pt x="246" y="560"/>
                    <a:pt x="246" y="562"/>
                    <a:pt x="247" y="562"/>
                  </a:cubicBezTo>
                  <a:cubicBezTo>
                    <a:pt x="247" y="562"/>
                    <a:pt x="247" y="560"/>
                    <a:pt x="247" y="561"/>
                  </a:cubicBezTo>
                  <a:cubicBezTo>
                    <a:pt x="248" y="563"/>
                    <a:pt x="249" y="559"/>
                    <a:pt x="251" y="560"/>
                  </a:cubicBezTo>
                  <a:cubicBezTo>
                    <a:pt x="251" y="560"/>
                    <a:pt x="251" y="561"/>
                    <a:pt x="251" y="561"/>
                  </a:cubicBezTo>
                  <a:cubicBezTo>
                    <a:pt x="252" y="560"/>
                    <a:pt x="253" y="560"/>
                    <a:pt x="253" y="558"/>
                  </a:cubicBezTo>
                  <a:cubicBezTo>
                    <a:pt x="253" y="559"/>
                    <a:pt x="253" y="559"/>
                    <a:pt x="253" y="559"/>
                  </a:cubicBezTo>
                  <a:cubicBezTo>
                    <a:pt x="254" y="559"/>
                    <a:pt x="255" y="559"/>
                    <a:pt x="255" y="557"/>
                  </a:cubicBezTo>
                  <a:cubicBezTo>
                    <a:pt x="254" y="557"/>
                    <a:pt x="255" y="558"/>
                    <a:pt x="255" y="558"/>
                  </a:cubicBezTo>
                  <a:cubicBezTo>
                    <a:pt x="254" y="557"/>
                    <a:pt x="255" y="555"/>
                    <a:pt x="255" y="555"/>
                  </a:cubicBezTo>
                  <a:cubicBezTo>
                    <a:pt x="255" y="556"/>
                    <a:pt x="255" y="556"/>
                    <a:pt x="255" y="556"/>
                  </a:cubicBezTo>
                  <a:cubicBezTo>
                    <a:pt x="256" y="555"/>
                    <a:pt x="256" y="555"/>
                    <a:pt x="257" y="554"/>
                  </a:cubicBezTo>
                  <a:cubicBezTo>
                    <a:pt x="257" y="555"/>
                    <a:pt x="256" y="555"/>
                    <a:pt x="257" y="556"/>
                  </a:cubicBezTo>
                  <a:cubicBezTo>
                    <a:pt x="257" y="558"/>
                    <a:pt x="259" y="557"/>
                    <a:pt x="259" y="557"/>
                  </a:cubicBezTo>
                  <a:cubicBezTo>
                    <a:pt x="259" y="555"/>
                    <a:pt x="259" y="555"/>
                    <a:pt x="259" y="555"/>
                  </a:cubicBezTo>
                  <a:cubicBezTo>
                    <a:pt x="260" y="555"/>
                    <a:pt x="260" y="557"/>
                    <a:pt x="260" y="557"/>
                  </a:cubicBezTo>
                  <a:cubicBezTo>
                    <a:pt x="261" y="551"/>
                    <a:pt x="261" y="551"/>
                    <a:pt x="261" y="551"/>
                  </a:cubicBezTo>
                  <a:cubicBezTo>
                    <a:pt x="260" y="552"/>
                    <a:pt x="262" y="553"/>
                    <a:pt x="261" y="555"/>
                  </a:cubicBezTo>
                  <a:cubicBezTo>
                    <a:pt x="263" y="554"/>
                    <a:pt x="263" y="551"/>
                    <a:pt x="263" y="549"/>
                  </a:cubicBezTo>
                  <a:cubicBezTo>
                    <a:pt x="263" y="550"/>
                    <a:pt x="264" y="548"/>
                    <a:pt x="265" y="548"/>
                  </a:cubicBezTo>
                  <a:cubicBezTo>
                    <a:pt x="265" y="549"/>
                    <a:pt x="264" y="548"/>
                    <a:pt x="264" y="549"/>
                  </a:cubicBezTo>
                  <a:cubicBezTo>
                    <a:pt x="266" y="550"/>
                    <a:pt x="266" y="550"/>
                    <a:pt x="266" y="550"/>
                  </a:cubicBezTo>
                  <a:cubicBezTo>
                    <a:pt x="265" y="551"/>
                    <a:pt x="266" y="553"/>
                    <a:pt x="266" y="554"/>
                  </a:cubicBezTo>
                  <a:cubicBezTo>
                    <a:pt x="266" y="553"/>
                    <a:pt x="268" y="553"/>
                    <a:pt x="269" y="553"/>
                  </a:cubicBezTo>
                  <a:cubicBezTo>
                    <a:pt x="268" y="551"/>
                    <a:pt x="270" y="552"/>
                    <a:pt x="270" y="549"/>
                  </a:cubicBezTo>
                  <a:cubicBezTo>
                    <a:pt x="271" y="549"/>
                    <a:pt x="271" y="551"/>
                    <a:pt x="271" y="552"/>
                  </a:cubicBezTo>
                  <a:cubicBezTo>
                    <a:pt x="272" y="550"/>
                    <a:pt x="274" y="550"/>
                    <a:pt x="275" y="550"/>
                  </a:cubicBezTo>
                  <a:cubicBezTo>
                    <a:pt x="275" y="550"/>
                    <a:pt x="275" y="550"/>
                    <a:pt x="275" y="550"/>
                  </a:cubicBezTo>
                  <a:cubicBezTo>
                    <a:pt x="275" y="549"/>
                    <a:pt x="277" y="549"/>
                    <a:pt x="277" y="547"/>
                  </a:cubicBezTo>
                  <a:cubicBezTo>
                    <a:pt x="278" y="548"/>
                    <a:pt x="278" y="548"/>
                    <a:pt x="278" y="548"/>
                  </a:cubicBezTo>
                  <a:cubicBezTo>
                    <a:pt x="279" y="549"/>
                    <a:pt x="277" y="545"/>
                    <a:pt x="278" y="546"/>
                  </a:cubicBezTo>
                  <a:cubicBezTo>
                    <a:pt x="279" y="547"/>
                    <a:pt x="279" y="547"/>
                    <a:pt x="279" y="547"/>
                  </a:cubicBezTo>
                  <a:cubicBezTo>
                    <a:pt x="279" y="546"/>
                    <a:pt x="281" y="548"/>
                    <a:pt x="281" y="546"/>
                  </a:cubicBezTo>
                  <a:cubicBezTo>
                    <a:pt x="281" y="547"/>
                    <a:pt x="281" y="547"/>
                    <a:pt x="281" y="547"/>
                  </a:cubicBezTo>
                  <a:cubicBezTo>
                    <a:pt x="281" y="546"/>
                    <a:pt x="282" y="546"/>
                    <a:pt x="282" y="544"/>
                  </a:cubicBezTo>
                  <a:cubicBezTo>
                    <a:pt x="283" y="546"/>
                    <a:pt x="283" y="546"/>
                    <a:pt x="283" y="546"/>
                  </a:cubicBezTo>
                  <a:cubicBezTo>
                    <a:pt x="284" y="547"/>
                    <a:pt x="283" y="544"/>
                    <a:pt x="284" y="544"/>
                  </a:cubicBezTo>
                  <a:cubicBezTo>
                    <a:pt x="284" y="544"/>
                    <a:pt x="285" y="545"/>
                    <a:pt x="285" y="545"/>
                  </a:cubicBezTo>
                  <a:cubicBezTo>
                    <a:pt x="285" y="544"/>
                    <a:pt x="286" y="544"/>
                    <a:pt x="286" y="543"/>
                  </a:cubicBezTo>
                  <a:cubicBezTo>
                    <a:pt x="288" y="545"/>
                    <a:pt x="288" y="545"/>
                    <a:pt x="288" y="545"/>
                  </a:cubicBezTo>
                  <a:cubicBezTo>
                    <a:pt x="291" y="543"/>
                    <a:pt x="295" y="541"/>
                    <a:pt x="298" y="537"/>
                  </a:cubicBezTo>
                  <a:cubicBezTo>
                    <a:pt x="300" y="539"/>
                    <a:pt x="298" y="539"/>
                    <a:pt x="299" y="540"/>
                  </a:cubicBezTo>
                  <a:cubicBezTo>
                    <a:pt x="298" y="538"/>
                    <a:pt x="299" y="539"/>
                    <a:pt x="300" y="538"/>
                  </a:cubicBezTo>
                  <a:cubicBezTo>
                    <a:pt x="300" y="538"/>
                    <a:pt x="300" y="538"/>
                    <a:pt x="300" y="538"/>
                  </a:cubicBezTo>
                  <a:cubicBezTo>
                    <a:pt x="300" y="538"/>
                    <a:pt x="301" y="539"/>
                    <a:pt x="302" y="538"/>
                  </a:cubicBezTo>
                  <a:cubicBezTo>
                    <a:pt x="301" y="537"/>
                    <a:pt x="301" y="537"/>
                    <a:pt x="301" y="537"/>
                  </a:cubicBezTo>
                  <a:cubicBezTo>
                    <a:pt x="301" y="536"/>
                    <a:pt x="304" y="539"/>
                    <a:pt x="303" y="536"/>
                  </a:cubicBezTo>
                  <a:cubicBezTo>
                    <a:pt x="304" y="537"/>
                    <a:pt x="304" y="537"/>
                    <a:pt x="304" y="537"/>
                  </a:cubicBezTo>
                  <a:cubicBezTo>
                    <a:pt x="303" y="535"/>
                    <a:pt x="305" y="538"/>
                    <a:pt x="305" y="535"/>
                  </a:cubicBezTo>
                  <a:cubicBezTo>
                    <a:pt x="305" y="536"/>
                    <a:pt x="305" y="536"/>
                    <a:pt x="305" y="536"/>
                  </a:cubicBezTo>
                  <a:cubicBezTo>
                    <a:pt x="306" y="536"/>
                    <a:pt x="305" y="532"/>
                    <a:pt x="306" y="534"/>
                  </a:cubicBezTo>
                  <a:cubicBezTo>
                    <a:pt x="307" y="533"/>
                    <a:pt x="307" y="532"/>
                    <a:pt x="306" y="530"/>
                  </a:cubicBezTo>
                  <a:cubicBezTo>
                    <a:pt x="308" y="533"/>
                    <a:pt x="308" y="533"/>
                    <a:pt x="308" y="533"/>
                  </a:cubicBezTo>
                  <a:cubicBezTo>
                    <a:pt x="310" y="530"/>
                    <a:pt x="313" y="528"/>
                    <a:pt x="314" y="524"/>
                  </a:cubicBezTo>
                  <a:cubicBezTo>
                    <a:pt x="314" y="525"/>
                    <a:pt x="314" y="525"/>
                    <a:pt x="314" y="525"/>
                  </a:cubicBezTo>
                  <a:cubicBezTo>
                    <a:pt x="314" y="522"/>
                    <a:pt x="319" y="525"/>
                    <a:pt x="317" y="521"/>
                  </a:cubicBezTo>
                  <a:cubicBezTo>
                    <a:pt x="316" y="519"/>
                    <a:pt x="316" y="519"/>
                    <a:pt x="316" y="519"/>
                  </a:cubicBezTo>
                  <a:cubicBezTo>
                    <a:pt x="318" y="520"/>
                    <a:pt x="318" y="520"/>
                    <a:pt x="318" y="520"/>
                  </a:cubicBezTo>
                  <a:cubicBezTo>
                    <a:pt x="317" y="519"/>
                    <a:pt x="319" y="519"/>
                    <a:pt x="318" y="518"/>
                  </a:cubicBezTo>
                  <a:cubicBezTo>
                    <a:pt x="318" y="518"/>
                    <a:pt x="318" y="519"/>
                    <a:pt x="319" y="519"/>
                  </a:cubicBezTo>
                  <a:cubicBezTo>
                    <a:pt x="320" y="519"/>
                    <a:pt x="318" y="516"/>
                    <a:pt x="319" y="516"/>
                  </a:cubicBezTo>
                  <a:cubicBezTo>
                    <a:pt x="320" y="517"/>
                    <a:pt x="320" y="517"/>
                    <a:pt x="320" y="517"/>
                  </a:cubicBezTo>
                  <a:cubicBezTo>
                    <a:pt x="324" y="517"/>
                    <a:pt x="329" y="511"/>
                    <a:pt x="325" y="508"/>
                  </a:cubicBezTo>
                  <a:cubicBezTo>
                    <a:pt x="324" y="507"/>
                    <a:pt x="327" y="507"/>
                    <a:pt x="327" y="507"/>
                  </a:cubicBezTo>
                  <a:cubicBezTo>
                    <a:pt x="323" y="505"/>
                    <a:pt x="324" y="499"/>
                    <a:pt x="317" y="501"/>
                  </a:cubicBezTo>
                  <a:cubicBezTo>
                    <a:pt x="315" y="501"/>
                    <a:pt x="312" y="506"/>
                    <a:pt x="312" y="506"/>
                  </a:cubicBezTo>
                  <a:cubicBezTo>
                    <a:pt x="318" y="506"/>
                    <a:pt x="315" y="512"/>
                    <a:pt x="315" y="509"/>
                  </a:cubicBezTo>
                  <a:cubicBezTo>
                    <a:pt x="313" y="508"/>
                    <a:pt x="315" y="509"/>
                    <a:pt x="313" y="509"/>
                  </a:cubicBezTo>
                  <a:cubicBezTo>
                    <a:pt x="312" y="512"/>
                    <a:pt x="303" y="513"/>
                    <a:pt x="299" y="519"/>
                  </a:cubicBezTo>
                  <a:cubicBezTo>
                    <a:pt x="300" y="519"/>
                    <a:pt x="300" y="520"/>
                    <a:pt x="300" y="521"/>
                  </a:cubicBezTo>
                  <a:cubicBezTo>
                    <a:pt x="299" y="520"/>
                    <a:pt x="299" y="520"/>
                    <a:pt x="299" y="520"/>
                  </a:cubicBezTo>
                  <a:cubicBezTo>
                    <a:pt x="300" y="522"/>
                    <a:pt x="300" y="522"/>
                    <a:pt x="300" y="522"/>
                  </a:cubicBezTo>
                  <a:cubicBezTo>
                    <a:pt x="299" y="522"/>
                    <a:pt x="298" y="521"/>
                    <a:pt x="299" y="520"/>
                  </a:cubicBezTo>
                  <a:cubicBezTo>
                    <a:pt x="296" y="522"/>
                    <a:pt x="294" y="524"/>
                    <a:pt x="292" y="525"/>
                  </a:cubicBezTo>
                  <a:cubicBezTo>
                    <a:pt x="293" y="527"/>
                    <a:pt x="291" y="526"/>
                    <a:pt x="292" y="528"/>
                  </a:cubicBezTo>
                  <a:cubicBezTo>
                    <a:pt x="291" y="527"/>
                    <a:pt x="291" y="527"/>
                    <a:pt x="291" y="527"/>
                  </a:cubicBezTo>
                  <a:cubicBezTo>
                    <a:pt x="290" y="529"/>
                    <a:pt x="290" y="529"/>
                    <a:pt x="287" y="527"/>
                  </a:cubicBezTo>
                  <a:cubicBezTo>
                    <a:pt x="280" y="529"/>
                    <a:pt x="275" y="533"/>
                    <a:pt x="268" y="535"/>
                  </a:cubicBezTo>
                  <a:cubicBezTo>
                    <a:pt x="263" y="536"/>
                    <a:pt x="259" y="538"/>
                    <a:pt x="255" y="540"/>
                  </a:cubicBezTo>
                  <a:cubicBezTo>
                    <a:pt x="255" y="537"/>
                    <a:pt x="256" y="534"/>
                    <a:pt x="257" y="531"/>
                  </a:cubicBezTo>
                  <a:cubicBezTo>
                    <a:pt x="257" y="529"/>
                    <a:pt x="255" y="527"/>
                    <a:pt x="256" y="525"/>
                  </a:cubicBezTo>
                  <a:cubicBezTo>
                    <a:pt x="255" y="519"/>
                    <a:pt x="260" y="512"/>
                    <a:pt x="257" y="505"/>
                  </a:cubicBezTo>
                  <a:cubicBezTo>
                    <a:pt x="257" y="505"/>
                    <a:pt x="256" y="505"/>
                    <a:pt x="255" y="504"/>
                  </a:cubicBezTo>
                  <a:cubicBezTo>
                    <a:pt x="256" y="504"/>
                    <a:pt x="256" y="504"/>
                    <a:pt x="256" y="504"/>
                  </a:cubicBezTo>
                  <a:cubicBezTo>
                    <a:pt x="254" y="504"/>
                    <a:pt x="254" y="504"/>
                    <a:pt x="254" y="504"/>
                  </a:cubicBezTo>
                  <a:cubicBezTo>
                    <a:pt x="254" y="503"/>
                    <a:pt x="256" y="504"/>
                    <a:pt x="256" y="504"/>
                  </a:cubicBezTo>
                  <a:cubicBezTo>
                    <a:pt x="256" y="501"/>
                    <a:pt x="256" y="499"/>
                    <a:pt x="256" y="496"/>
                  </a:cubicBezTo>
                  <a:cubicBezTo>
                    <a:pt x="254" y="496"/>
                    <a:pt x="256" y="494"/>
                    <a:pt x="254" y="494"/>
                  </a:cubicBezTo>
                  <a:cubicBezTo>
                    <a:pt x="255" y="494"/>
                    <a:pt x="255" y="494"/>
                    <a:pt x="255" y="494"/>
                  </a:cubicBezTo>
                  <a:cubicBezTo>
                    <a:pt x="254" y="492"/>
                    <a:pt x="254" y="492"/>
                    <a:pt x="257" y="491"/>
                  </a:cubicBezTo>
                  <a:cubicBezTo>
                    <a:pt x="259" y="481"/>
                    <a:pt x="257" y="475"/>
                    <a:pt x="256" y="465"/>
                  </a:cubicBezTo>
                  <a:cubicBezTo>
                    <a:pt x="254" y="457"/>
                    <a:pt x="250" y="447"/>
                    <a:pt x="242" y="440"/>
                  </a:cubicBezTo>
                  <a:cubicBezTo>
                    <a:pt x="242" y="440"/>
                    <a:pt x="242" y="440"/>
                    <a:pt x="242" y="440"/>
                  </a:cubicBezTo>
                  <a:cubicBezTo>
                    <a:pt x="242" y="440"/>
                    <a:pt x="242" y="440"/>
                    <a:pt x="242" y="440"/>
                  </a:cubicBezTo>
                  <a:cubicBezTo>
                    <a:pt x="241" y="439"/>
                    <a:pt x="241" y="439"/>
                    <a:pt x="240" y="438"/>
                  </a:cubicBezTo>
                  <a:cubicBezTo>
                    <a:pt x="237" y="440"/>
                    <a:pt x="236" y="437"/>
                    <a:pt x="233" y="438"/>
                  </a:cubicBezTo>
                  <a:cubicBezTo>
                    <a:pt x="234" y="437"/>
                    <a:pt x="234" y="437"/>
                    <a:pt x="234" y="437"/>
                  </a:cubicBezTo>
                  <a:cubicBezTo>
                    <a:pt x="232" y="438"/>
                    <a:pt x="232" y="436"/>
                    <a:pt x="232" y="434"/>
                  </a:cubicBezTo>
                  <a:cubicBezTo>
                    <a:pt x="231" y="435"/>
                    <a:pt x="231" y="434"/>
                    <a:pt x="230" y="436"/>
                  </a:cubicBezTo>
                  <a:cubicBezTo>
                    <a:pt x="228" y="437"/>
                    <a:pt x="230" y="433"/>
                    <a:pt x="229" y="433"/>
                  </a:cubicBezTo>
                  <a:cubicBezTo>
                    <a:pt x="229" y="432"/>
                    <a:pt x="228" y="434"/>
                    <a:pt x="228" y="433"/>
                  </a:cubicBezTo>
                  <a:cubicBezTo>
                    <a:pt x="225" y="435"/>
                    <a:pt x="229" y="433"/>
                    <a:pt x="227" y="429"/>
                  </a:cubicBezTo>
                  <a:cubicBezTo>
                    <a:pt x="223" y="428"/>
                    <a:pt x="219" y="429"/>
                    <a:pt x="215" y="428"/>
                  </a:cubicBezTo>
                  <a:cubicBezTo>
                    <a:pt x="214" y="427"/>
                    <a:pt x="214" y="425"/>
                    <a:pt x="214" y="424"/>
                  </a:cubicBezTo>
                  <a:cubicBezTo>
                    <a:pt x="212" y="424"/>
                    <a:pt x="214" y="423"/>
                    <a:pt x="212" y="424"/>
                  </a:cubicBezTo>
                  <a:cubicBezTo>
                    <a:pt x="213" y="424"/>
                    <a:pt x="213" y="424"/>
                    <a:pt x="213" y="424"/>
                  </a:cubicBezTo>
                  <a:cubicBezTo>
                    <a:pt x="212" y="423"/>
                    <a:pt x="211" y="423"/>
                    <a:pt x="214" y="421"/>
                  </a:cubicBezTo>
                  <a:cubicBezTo>
                    <a:pt x="216" y="417"/>
                    <a:pt x="214" y="413"/>
                    <a:pt x="214" y="409"/>
                  </a:cubicBezTo>
                  <a:cubicBezTo>
                    <a:pt x="213" y="405"/>
                    <a:pt x="211" y="401"/>
                    <a:pt x="210" y="397"/>
                  </a:cubicBezTo>
                  <a:cubicBezTo>
                    <a:pt x="206" y="397"/>
                    <a:pt x="207" y="396"/>
                    <a:pt x="204" y="395"/>
                  </a:cubicBezTo>
                  <a:cubicBezTo>
                    <a:pt x="206" y="395"/>
                    <a:pt x="206" y="395"/>
                    <a:pt x="206" y="395"/>
                  </a:cubicBezTo>
                  <a:cubicBezTo>
                    <a:pt x="204" y="395"/>
                    <a:pt x="206" y="394"/>
                    <a:pt x="207" y="394"/>
                  </a:cubicBezTo>
                  <a:cubicBezTo>
                    <a:pt x="206" y="394"/>
                    <a:pt x="207" y="393"/>
                    <a:pt x="205" y="394"/>
                  </a:cubicBezTo>
                  <a:cubicBezTo>
                    <a:pt x="203" y="393"/>
                    <a:pt x="207" y="393"/>
                    <a:pt x="206" y="393"/>
                  </a:cubicBezTo>
                  <a:cubicBezTo>
                    <a:pt x="207" y="392"/>
                    <a:pt x="205" y="393"/>
                    <a:pt x="206" y="393"/>
                  </a:cubicBezTo>
                  <a:cubicBezTo>
                    <a:pt x="203" y="392"/>
                    <a:pt x="207" y="393"/>
                    <a:pt x="209" y="391"/>
                  </a:cubicBezTo>
                  <a:cubicBezTo>
                    <a:pt x="208" y="390"/>
                    <a:pt x="206" y="388"/>
                    <a:pt x="207" y="387"/>
                  </a:cubicBezTo>
                  <a:cubicBezTo>
                    <a:pt x="207" y="387"/>
                    <a:pt x="206" y="387"/>
                    <a:pt x="206" y="387"/>
                  </a:cubicBezTo>
                  <a:cubicBezTo>
                    <a:pt x="209" y="386"/>
                    <a:pt x="205" y="386"/>
                    <a:pt x="206" y="386"/>
                  </a:cubicBezTo>
                  <a:cubicBezTo>
                    <a:pt x="207" y="386"/>
                    <a:pt x="207" y="386"/>
                    <a:pt x="207" y="386"/>
                  </a:cubicBezTo>
                  <a:cubicBezTo>
                    <a:pt x="209" y="385"/>
                    <a:pt x="207" y="385"/>
                    <a:pt x="208" y="384"/>
                  </a:cubicBezTo>
                  <a:cubicBezTo>
                    <a:pt x="207" y="383"/>
                    <a:pt x="210" y="382"/>
                    <a:pt x="208" y="382"/>
                  </a:cubicBezTo>
                  <a:cubicBezTo>
                    <a:pt x="209" y="382"/>
                    <a:pt x="209" y="382"/>
                    <a:pt x="210" y="382"/>
                  </a:cubicBezTo>
                  <a:cubicBezTo>
                    <a:pt x="206" y="381"/>
                    <a:pt x="211" y="380"/>
                    <a:pt x="209" y="379"/>
                  </a:cubicBezTo>
                  <a:cubicBezTo>
                    <a:pt x="209" y="380"/>
                    <a:pt x="209" y="380"/>
                    <a:pt x="209" y="380"/>
                  </a:cubicBezTo>
                  <a:cubicBezTo>
                    <a:pt x="209" y="378"/>
                    <a:pt x="210" y="376"/>
                    <a:pt x="208" y="374"/>
                  </a:cubicBezTo>
                  <a:cubicBezTo>
                    <a:pt x="208" y="372"/>
                    <a:pt x="212" y="371"/>
                    <a:pt x="210" y="370"/>
                  </a:cubicBezTo>
                  <a:cubicBezTo>
                    <a:pt x="208" y="370"/>
                    <a:pt x="208" y="370"/>
                    <a:pt x="208" y="370"/>
                  </a:cubicBezTo>
                  <a:cubicBezTo>
                    <a:pt x="209" y="369"/>
                    <a:pt x="210" y="370"/>
                    <a:pt x="210" y="370"/>
                  </a:cubicBezTo>
                  <a:cubicBezTo>
                    <a:pt x="209" y="369"/>
                    <a:pt x="211" y="368"/>
                    <a:pt x="211" y="367"/>
                  </a:cubicBezTo>
                  <a:cubicBezTo>
                    <a:pt x="210" y="367"/>
                    <a:pt x="210" y="367"/>
                    <a:pt x="209" y="367"/>
                  </a:cubicBezTo>
                  <a:cubicBezTo>
                    <a:pt x="212" y="366"/>
                    <a:pt x="208" y="365"/>
                    <a:pt x="210" y="364"/>
                  </a:cubicBezTo>
                  <a:cubicBezTo>
                    <a:pt x="207" y="364"/>
                    <a:pt x="209" y="363"/>
                    <a:pt x="208" y="363"/>
                  </a:cubicBezTo>
                  <a:cubicBezTo>
                    <a:pt x="208" y="363"/>
                    <a:pt x="209" y="363"/>
                    <a:pt x="209" y="363"/>
                  </a:cubicBezTo>
                  <a:cubicBezTo>
                    <a:pt x="209" y="362"/>
                    <a:pt x="209" y="362"/>
                    <a:pt x="210" y="361"/>
                  </a:cubicBezTo>
                  <a:cubicBezTo>
                    <a:pt x="210" y="361"/>
                    <a:pt x="208" y="360"/>
                    <a:pt x="209" y="360"/>
                  </a:cubicBezTo>
                  <a:cubicBezTo>
                    <a:pt x="211" y="360"/>
                    <a:pt x="209" y="359"/>
                    <a:pt x="210" y="359"/>
                  </a:cubicBezTo>
                  <a:cubicBezTo>
                    <a:pt x="208" y="359"/>
                    <a:pt x="206" y="358"/>
                    <a:pt x="207" y="358"/>
                  </a:cubicBezTo>
                  <a:cubicBezTo>
                    <a:pt x="210" y="358"/>
                    <a:pt x="210" y="358"/>
                    <a:pt x="210" y="358"/>
                  </a:cubicBezTo>
                  <a:cubicBezTo>
                    <a:pt x="208" y="357"/>
                    <a:pt x="212" y="355"/>
                    <a:pt x="208" y="353"/>
                  </a:cubicBezTo>
                  <a:cubicBezTo>
                    <a:pt x="210" y="353"/>
                    <a:pt x="210" y="353"/>
                    <a:pt x="210" y="353"/>
                  </a:cubicBezTo>
                  <a:cubicBezTo>
                    <a:pt x="208" y="351"/>
                    <a:pt x="210" y="349"/>
                    <a:pt x="207" y="347"/>
                  </a:cubicBezTo>
                  <a:cubicBezTo>
                    <a:pt x="208" y="347"/>
                    <a:pt x="209" y="346"/>
                    <a:pt x="209" y="346"/>
                  </a:cubicBezTo>
                  <a:cubicBezTo>
                    <a:pt x="207" y="345"/>
                    <a:pt x="207" y="345"/>
                    <a:pt x="205" y="344"/>
                  </a:cubicBezTo>
                  <a:cubicBezTo>
                    <a:pt x="205" y="344"/>
                    <a:pt x="206" y="344"/>
                    <a:pt x="207" y="344"/>
                  </a:cubicBezTo>
                  <a:cubicBezTo>
                    <a:pt x="207" y="343"/>
                    <a:pt x="210" y="342"/>
                    <a:pt x="207" y="342"/>
                  </a:cubicBezTo>
                  <a:cubicBezTo>
                    <a:pt x="209" y="342"/>
                    <a:pt x="209" y="342"/>
                    <a:pt x="209" y="342"/>
                  </a:cubicBezTo>
                  <a:cubicBezTo>
                    <a:pt x="207" y="341"/>
                    <a:pt x="205" y="340"/>
                    <a:pt x="207" y="339"/>
                  </a:cubicBezTo>
                  <a:cubicBezTo>
                    <a:pt x="206" y="339"/>
                    <a:pt x="205" y="339"/>
                    <a:pt x="204" y="339"/>
                  </a:cubicBezTo>
                  <a:cubicBezTo>
                    <a:pt x="203" y="339"/>
                    <a:pt x="206" y="339"/>
                    <a:pt x="205" y="338"/>
                  </a:cubicBezTo>
                  <a:cubicBezTo>
                    <a:pt x="207" y="339"/>
                    <a:pt x="207" y="339"/>
                    <a:pt x="207" y="339"/>
                  </a:cubicBezTo>
                  <a:cubicBezTo>
                    <a:pt x="207" y="337"/>
                    <a:pt x="206" y="336"/>
                    <a:pt x="205" y="334"/>
                  </a:cubicBezTo>
                  <a:cubicBezTo>
                    <a:pt x="207" y="334"/>
                    <a:pt x="204" y="333"/>
                    <a:pt x="206" y="332"/>
                  </a:cubicBezTo>
                  <a:cubicBezTo>
                    <a:pt x="204" y="331"/>
                    <a:pt x="206" y="330"/>
                    <a:pt x="203" y="330"/>
                  </a:cubicBezTo>
                  <a:cubicBezTo>
                    <a:pt x="204" y="330"/>
                    <a:pt x="204" y="330"/>
                    <a:pt x="204" y="330"/>
                  </a:cubicBezTo>
                  <a:cubicBezTo>
                    <a:pt x="205" y="329"/>
                    <a:pt x="205" y="329"/>
                    <a:pt x="205" y="328"/>
                  </a:cubicBezTo>
                  <a:cubicBezTo>
                    <a:pt x="205" y="327"/>
                    <a:pt x="203" y="327"/>
                    <a:pt x="203" y="327"/>
                  </a:cubicBezTo>
                  <a:cubicBezTo>
                    <a:pt x="204" y="327"/>
                    <a:pt x="204" y="327"/>
                    <a:pt x="204" y="327"/>
                  </a:cubicBezTo>
                  <a:cubicBezTo>
                    <a:pt x="203" y="326"/>
                    <a:pt x="201" y="327"/>
                    <a:pt x="200" y="327"/>
                  </a:cubicBezTo>
                  <a:cubicBezTo>
                    <a:pt x="200" y="326"/>
                    <a:pt x="199" y="326"/>
                    <a:pt x="200" y="326"/>
                  </a:cubicBezTo>
                  <a:cubicBezTo>
                    <a:pt x="201" y="326"/>
                    <a:pt x="203" y="326"/>
                    <a:pt x="205" y="326"/>
                  </a:cubicBezTo>
                  <a:cubicBezTo>
                    <a:pt x="205" y="325"/>
                    <a:pt x="202" y="325"/>
                    <a:pt x="203" y="325"/>
                  </a:cubicBezTo>
                  <a:cubicBezTo>
                    <a:pt x="206" y="325"/>
                    <a:pt x="208" y="326"/>
                    <a:pt x="209" y="326"/>
                  </a:cubicBezTo>
                  <a:cubicBezTo>
                    <a:pt x="214" y="327"/>
                    <a:pt x="220" y="328"/>
                    <a:pt x="231" y="322"/>
                  </a:cubicBezTo>
                  <a:cubicBezTo>
                    <a:pt x="231" y="319"/>
                    <a:pt x="234" y="318"/>
                    <a:pt x="233" y="315"/>
                  </a:cubicBezTo>
                  <a:cubicBezTo>
                    <a:pt x="233" y="316"/>
                    <a:pt x="233" y="316"/>
                    <a:pt x="233" y="316"/>
                  </a:cubicBezTo>
                  <a:cubicBezTo>
                    <a:pt x="233" y="314"/>
                    <a:pt x="234" y="314"/>
                    <a:pt x="236" y="313"/>
                  </a:cubicBezTo>
                  <a:cubicBezTo>
                    <a:pt x="235" y="313"/>
                    <a:pt x="236" y="312"/>
                    <a:pt x="234" y="312"/>
                  </a:cubicBezTo>
                  <a:cubicBezTo>
                    <a:pt x="233" y="311"/>
                    <a:pt x="238" y="312"/>
                    <a:pt x="237" y="310"/>
                  </a:cubicBezTo>
                  <a:cubicBezTo>
                    <a:pt x="238" y="311"/>
                    <a:pt x="236" y="310"/>
                    <a:pt x="236" y="310"/>
                  </a:cubicBezTo>
                  <a:cubicBezTo>
                    <a:pt x="235" y="308"/>
                    <a:pt x="238" y="311"/>
                    <a:pt x="240" y="308"/>
                  </a:cubicBezTo>
                  <a:cubicBezTo>
                    <a:pt x="239" y="305"/>
                    <a:pt x="237" y="302"/>
                    <a:pt x="238" y="299"/>
                  </a:cubicBezTo>
                  <a:cubicBezTo>
                    <a:pt x="238" y="299"/>
                    <a:pt x="236" y="300"/>
                    <a:pt x="236" y="299"/>
                  </a:cubicBezTo>
                  <a:cubicBezTo>
                    <a:pt x="239" y="298"/>
                    <a:pt x="235" y="299"/>
                    <a:pt x="236" y="298"/>
                  </a:cubicBezTo>
                  <a:cubicBezTo>
                    <a:pt x="237" y="298"/>
                    <a:pt x="237" y="298"/>
                    <a:pt x="237" y="298"/>
                  </a:cubicBezTo>
                  <a:cubicBezTo>
                    <a:pt x="238" y="296"/>
                    <a:pt x="236" y="296"/>
                    <a:pt x="236" y="294"/>
                  </a:cubicBezTo>
                  <a:cubicBezTo>
                    <a:pt x="235" y="293"/>
                    <a:pt x="236" y="291"/>
                    <a:pt x="234" y="291"/>
                  </a:cubicBezTo>
                  <a:cubicBezTo>
                    <a:pt x="236" y="290"/>
                    <a:pt x="235" y="290"/>
                    <a:pt x="235" y="289"/>
                  </a:cubicBezTo>
                  <a:cubicBezTo>
                    <a:pt x="232" y="291"/>
                    <a:pt x="235" y="286"/>
                    <a:pt x="232" y="287"/>
                  </a:cubicBezTo>
                  <a:cubicBezTo>
                    <a:pt x="233" y="286"/>
                    <a:pt x="233" y="286"/>
                    <a:pt x="233" y="286"/>
                  </a:cubicBezTo>
                  <a:cubicBezTo>
                    <a:pt x="230" y="284"/>
                    <a:pt x="227" y="281"/>
                    <a:pt x="223" y="281"/>
                  </a:cubicBezTo>
                  <a:cubicBezTo>
                    <a:pt x="221" y="281"/>
                    <a:pt x="220" y="277"/>
                    <a:pt x="218" y="278"/>
                  </a:cubicBezTo>
                  <a:cubicBezTo>
                    <a:pt x="217" y="280"/>
                    <a:pt x="217" y="280"/>
                    <a:pt x="217" y="280"/>
                  </a:cubicBezTo>
                  <a:cubicBezTo>
                    <a:pt x="217" y="280"/>
                    <a:pt x="218" y="279"/>
                    <a:pt x="218" y="278"/>
                  </a:cubicBezTo>
                  <a:cubicBezTo>
                    <a:pt x="216" y="280"/>
                    <a:pt x="216" y="277"/>
                    <a:pt x="214" y="277"/>
                  </a:cubicBezTo>
                  <a:cubicBezTo>
                    <a:pt x="214" y="278"/>
                    <a:pt x="214" y="278"/>
                    <a:pt x="214" y="279"/>
                  </a:cubicBezTo>
                  <a:cubicBezTo>
                    <a:pt x="213" y="276"/>
                    <a:pt x="211" y="280"/>
                    <a:pt x="210" y="277"/>
                  </a:cubicBezTo>
                  <a:cubicBezTo>
                    <a:pt x="210" y="281"/>
                    <a:pt x="209" y="279"/>
                    <a:pt x="209" y="280"/>
                  </a:cubicBezTo>
                  <a:cubicBezTo>
                    <a:pt x="208" y="280"/>
                    <a:pt x="208" y="279"/>
                    <a:pt x="208" y="278"/>
                  </a:cubicBezTo>
                  <a:cubicBezTo>
                    <a:pt x="208" y="279"/>
                    <a:pt x="207" y="279"/>
                    <a:pt x="206" y="278"/>
                  </a:cubicBezTo>
                  <a:cubicBezTo>
                    <a:pt x="206" y="278"/>
                    <a:pt x="206" y="280"/>
                    <a:pt x="205" y="280"/>
                  </a:cubicBezTo>
                  <a:cubicBezTo>
                    <a:pt x="205" y="277"/>
                    <a:pt x="204" y="280"/>
                    <a:pt x="203" y="279"/>
                  </a:cubicBezTo>
                  <a:cubicBezTo>
                    <a:pt x="204" y="281"/>
                    <a:pt x="203" y="283"/>
                    <a:pt x="202" y="282"/>
                  </a:cubicBezTo>
                  <a:cubicBezTo>
                    <a:pt x="202" y="279"/>
                    <a:pt x="202" y="279"/>
                    <a:pt x="202" y="279"/>
                  </a:cubicBezTo>
                  <a:cubicBezTo>
                    <a:pt x="201" y="281"/>
                    <a:pt x="198" y="278"/>
                    <a:pt x="197" y="282"/>
                  </a:cubicBezTo>
                  <a:cubicBezTo>
                    <a:pt x="196" y="280"/>
                    <a:pt x="196" y="280"/>
                    <a:pt x="196" y="280"/>
                  </a:cubicBezTo>
                  <a:cubicBezTo>
                    <a:pt x="195" y="283"/>
                    <a:pt x="192" y="281"/>
                    <a:pt x="191" y="285"/>
                  </a:cubicBezTo>
                  <a:cubicBezTo>
                    <a:pt x="191" y="284"/>
                    <a:pt x="190" y="284"/>
                    <a:pt x="189" y="284"/>
                  </a:cubicBezTo>
                  <a:cubicBezTo>
                    <a:pt x="189" y="286"/>
                    <a:pt x="189" y="285"/>
                    <a:pt x="189" y="288"/>
                  </a:cubicBezTo>
                  <a:cubicBezTo>
                    <a:pt x="189" y="288"/>
                    <a:pt x="188" y="287"/>
                    <a:pt x="188" y="286"/>
                  </a:cubicBezTo>
                  <a:cubicBezTo>
                    <a:pt x="187" y="286"/>
                    <a:pt x="185" y="284"/>
                    <a:pt x="186" y="287"/>
                  </a:cubicBezTo>
                  <a:cubicBezTo>
                    <a:pt x="185" y="286"/>
                    <a:pt x="185" y="286"/>
                    <a:pt x="185" y="286"/>
                  </a:cubicBezTo>
                  <a:cubicBezTo>
                    <a:pt x="185" y="287"/>
                    <a:pt x="185" y="289"/>
                    <a:pt x="183" y="288"/>
                  </a:cubicBezTo>
                  <a:cubicBezTo>
                    <a:pt x="184" y="289"/>
                    <a:pt x="183" y="290"/>
                    <a:pt x="184" y="291"/>
                  </a:cubicBezTo>
                  <a:cubicBezTo>
                    <a:pt x="184" y="292"/>
                    <a:pt x="183" y="289"/>
                    <a:pt x="183" y="291"/>
                  </a:cubicBezTo>
                  <a:cubicBezTo>
                    <a:pt x="183" y="289"/>
                    <a:pt x="183" y="289"/>
                    <a:pt x="183" y="289"/>
                  </a:cubicBezTo>
                  <a:cubicBezTo>
                    <a:pt x="181" y="289"/>
                    <a:pt x="180" y="291"/>
                    <a:pt x="179" y="293"/>
                  </a:cubicBezTo>
                  <a:cubicBezTo>
                    <a:pt x="178" y="291"/>
                    <a:pt x="178" y="294"/>
                    <a:pt x="176" y="293"/>
                  </a:cubicBezTo>
                  <a:cubicBezTo>
                    <a:pt x="177" y="295"/>
                    <a:pt x="175" y="294"/>
                    <a:pt x="176" y="297"/>
                  </a:cubicBezTo>
                  <a:cubicBezTo>
                    <a:pt x="175" y="296"/>
                    <a:pt x="175" y="296"/>
                    <a:pt x="175" y="296"/>
                  </a:cubicBezTo>
                  <a:cubicBezTo>
                    <a:pt x="175" y="296"/>
                    <a:pt x="174" y="297"/>
                    <a:pt x="172" y="297"/>
                  </a:cubicBezTo>
                  <a:cubicBezTo>
                    <a:pt x="172" y="298"/>
                    <a:pt x="173" y="299"/>
                    <a:pt x="174" y="300"/>
                  </a:cubicBezTo>
                  <a:cubicBezTo>
                    <a:pt x="172" y="299"/>
                    <a:pt x="172" y="299"/>
                    <a:pt x="172" y="299"/>
                  </a:cubicBezTo>
                  <a:cubicBezTo>
                    <a:pt x="173" y="300"/>
                    <a:pt x="175" y="301"/>
                    <a:pt x="176" y="302"/>
                  </a:cubicBezTo>
                  <a:cubicBezTo>
                    <a:pt x="175" y="302"/>
                    <a:pt x="176" y="302"/>
                    <a:pt x="175" y="302"/>
                  </a:cubicBezTo>
                  <a:cubicBezTo>
                    <a:pt x="175" y="302"/>
                    <a:pt x="173" y="301"/>
                    <a:pt x="172" y="300"/>
                  </a:cubicBezTo>
                  <a:cubicBezTo>
                    <a:pt x="171" y="301"/>
                    <a:pt x="174" y="303"/>
                    <a:pt x="172" y="303"/>
                  </a:cubicBezTo>
                  <a:cubicBezTo>
                    <a:pt x="172" y="304"/>
                    <a:pt x="172" y="305"/>
                    <a:pt x="174" y="305"/>
                  </a:cubicBezTo>
                  <a:cubicBezTo>
                    <a:pt x="173" y="305"/>
                    <a:pt x="173" y="305"/>
                    <a:pt x="172" y="305"/>
                  </a:cubicBezTo>
                  <a:cubicBezTo>
                    <a:pt x="172" y="306"/>
                    <a:pt x="173" y="306"/>
                    <a:pt x="173" y="306"/>
                  </a:cubicBezTo>
                  <a:cubicBezTo>
                    <a:pt x="173" y="306"/>
                    <a:pt x="174" y="306"/>
                    <a:pt x="174" y="306"/>
                  </a:cubicBezTo>
                  <a:cubicBezTo>
                    <a:pt x="175" y="305"/>
                    <a:pt x="175" y="306"/>
                    <a:pt x="176" y="305"/>
                  </a:cubicBezTo>
                  <a:cubicBezTo>
                    <a:pt x="177" y="305"/>
                    <a:pt x="178" y="306"/>
                    <a:pt x="179" y="306"/>
                  </a:cubicBezTo>
                  <a:cubicBezTo>
                    <a:pt x="178" y="306"/>
                    <a:pt x="177" y="305"/>
                    <a:pt x="177" y="304"/>
                  </a:cubicBezTo>
                  <a:cubicBezTo>
                    <a:pt x="178" y="304"/>
                    <a:pt x="177" y="304"/>
                    <a:pt x="176" y="304"/>
                  </a:cubicBezTo>
                  <a:cubicBezTo>
                    <a:pt x="176" y="304"/>
                    <a:pt x="176" y="304"/>
                    <a:pt x="176" y="304"/>
                  </a:cubicBezTo>
                  <a:cubicBezTo>
                    <a:pt x="176" y="304"/>
                    <a:pt x="175" y="304"/>
                    <a:pt x="174" y="303"/>
                  </a:cubicBezTo>
                  <a:cubicBezTo>
                    <a:pt x="175" y="304"/>
                    <a:pt x="175" y="304"/>
                    <a:pt x="175" y="304"/>
                  </a:cubicBezTo>
                  <a:cubicBezTo>
                    <a:pt x="174" y="303"/>
                    <a:pt x="174" y="303"/>
                    <a:pt x="174" y="303"/>
                  </a:cubicBezTo>
                  <a:cubicBezTo>
                    <a:pt x="175" y="303"/>
                    <a:pt x="176" y="303"/>
                    <a:pt x="176" y="303"/>
                  </a:cubicBezTo>
                  <a:cubicBezTo>
                    <a:pt x="176" y="303"/>
                    <a:pt x="175" y="303"/>
                    <a:pt x="177" y="303"/>
                  </a:cubicBezTo>
                  <a:cubicBezTo>
                    <a:pt x="179" y="303"/>
                    <a:pt x="179" y="303"/>
                    <a:pt x="179" y="303"/>
                  </a:cubicBezTo>
                  <a:cubicBezTo>
                    <a:pt x="179" y="303"/>
                    <a:pt x="178" y="303"/>
                    <a:pt x="178"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8" y="302"/>
                    <a:pt x="178" y="302"/>
                    <a:pt x="178" y="302"/>
                  </a:cubicBezTo>
                  <a:cubicBezTo>
                    <a:pt x="178" y="302"/>
                    <a:pt x="179" y="302"/>
                    <a:pt x="179" y="303"/>
                  </a:cubicBezTo>
                  <a:cubicBezTo>
                    <a:pt x="180" y="303"/>
                    <a:pt x="180" y="303"/>
                    <a:pt x="180" y="303"/>
                  </a:cubicBezTo>
                  <a:cubicBezTo>
                    <a:pt x="180" y="303"/>
                    <a:pt x="180" y="303"/>
                    <a:pt x="180" y="303"/>
                  </a:cubicBezTo>
                  <a:cubicBezTo>
                    <a:pt x="180" y="303"/>
                    <a:pt x="180"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80" y="303"/>
                    <a:pt x="181" y="304"/>
                    <a:pt x="181" y="304"/>
                  </a:cubicBezTo>
                  <a:cubicBezTo>
                    <a:pt x="181" y="304"/>
                    <a:pt x="180" y="302"/>
                    <a:pt x="182" y="303"/>
                  </a:cubicBezTo>
                  <a:cubicBezTo>
                    <a:pt x="182" y="303"/>
                    <a:pt x="182" y="302"/>
                    <a:pt x="181" y="301"/>
                  </a:cubicBezTo>
                  <a:cubicBezTo>
                    <a:pt x="181" y="300"/>
                    <a:pt x="183" y="303"/>
                    <a:pt x="182" y="302"/>
                  </a:cubicBezTo>
                  <a:cubicBezTo>
                    <a:pt x="183" y="303"/>
                    <a:pt x="185" y="304"/>
                    <a:pt x="186" y="305"/>
                  </a:cubicBezTo>
                  <a:cubicBezTo>
                    <a:pt x="186" y="305"/>
                    <a:pt x="187" y="306"/>
                    <a:pt x="186" y="306"/>
                  </a:cubicBezTo>
                  <a:cubicBezTo>
                    <a:pt x="187" y="306"/>
                    <a:pt x="187" y="307"/>
                    <a:pt x="187" y="307"/>
                  </a:cubicBezTo>
                  <a:cubicBezTo>
                    <a:pt x="187" y="306"/>
                    <a:pt x="185" y="305"/>
                    <a:pt x="185" y="304"/>
                  </a:cubicBezTo>
                  <a:cubicBezTo>
                    <a:pt x="183" y="303"/>
                    <a:pt x="185" y="304"/>
                    <a:pt x="183" y="302"/>
                  </a:cubicBezTo>
                  <a:cubicBezTo>
                    <a:pt x="184" y="302"/>
                    <a:pt x="184" y="302"/>
                    <a:pt x="184" y="301"/>
                  </a:cubicBezTo>
                  <a:cubicBezTo>
                    <a:pt x="184" y="301"/>
                    <a:pt x="185" y="303"/>
                    <a:pt x="186" y="303"/>
                  </a:cubicBezTo>
                  <a:cubicBezTo>
                    <a:pt x="185" y="302"/>
                    <a:pt x="185" y="301"/>
                    <a:pt x="185" y="301"/>
                  </a:cubicBezTo>
                  <a:cubicBezTo>
                    <a:pt x="185" y="300"/>
                    <a:pt x="184" y="300"/>
                    <a:pt x="184" y="298"/>
                  </a:cubicBezTo>
                  <a:cubicBezTo>
                    <a:pt x="183" y="298"/>
                    <a:pt x="183" y="297"/>
                    <a:pt x="183" y="297"/>
                  </a:cubicBezTo>
                  <a:cubicBezTo>
                    <a:pt x="184" y="299"/>
                    <a:pt x="186" y="301"/>
                    <a:pt x="186" y="301"/>
                  </a:cubicBezTo>
                  <a:cubicBezTo>
                    <a:pt x="188" y="304"/>
                    <a:pt x="185" y="301"/>
                    <a:pt x="187" y="303"/>
                  </a:cubicBezTo>
                  <a:cubicBezTo>
                    <a:pt x="188" y="305"/>
                    <a:pt x="187" y="306"/>
                    <a:pt x="187" y="305"/>
                  </a:cubicBezTo>
                  <a:cubicBezTo>
                    <a:pt x="188" y="307"/>
                    <a:pt x="187" y="305"/>
                    <a:pt x="188" y="307"/>
                  </a:cubicBezTo>
                  <a:cubicBezTo>
                    <a:pt x="188" y="307"/>
                    <a:pt x="188" y="305"/>
                    <a:pt x="188" y="305"/>
                  </a:cubicBezTo>
                  <a:cubicBezTo>
                    <a:pt x="187" y="304"/>
                    <a:pt x="187" y="304"/>
                    <a:pt x="187" y="303"/>
                  </a:cubicBezTo>
                  <a:cubicBezTo>
                    <a:pt x="186" y="300"/>
                    <a:pt x="188" y="304"/>
                    <a:pt x="188" y="304"/>
                  </a:cubicBezTo>
                  <a:cubicBezTo>
                    <a:pt x="189" y="305"/>
                    <a:pt x="189" y="305"/>
                    <a:pt x="189" y="305"/>
                  </a:cubicBezTo>
                  <a:cubicBezTo>
                    <a:pt x="189" y="306"/>
                    <a:pt x="188" y="304"/>
                    <a:pt x="189" y="304"/>
                  </a:cubicBezTo>
                  <a:cubicBezTo>
                    <a:pt x="190" y="307"/>
                    <a:pt x="189" y="305"/>
                    <a:pt x="189" y="306"/>
                  </a:cubicBezTo>
                  <a:cubicBezTo>
                    <a:pt x="190" y="308"/>
                    <a:pt x="190" y="308"/>
                    <a:pt x="190" y="308"/>
                  </a:cubicBezTo>
                  <a:cubicBezTo>
                    <a:pt x="190" y="308"/>
                    <a:pt x="189" y="309"/>
                    <a:pt x="188" y="310"/>
                  </a:cubicBezTo>
                  <a:cubicBezTo>
                    <a:pt x="188" y="309"/>
                    <a:pt x="188" y="309"/>
                    <a:pt x="188" y="309"/>
                  </a:cubicBezTo>
                  <a:cubicBezTo>
                    <a:pt x="187" y="311"/>
                    <a:pt x="186" y="306"/>
                    <a:pt x="186" y="311"/>
                  </a:cubicBezTo>
                  <a:cubicBezTo>
                    <a:pt x="186" y="312"/>
                    <a:pt x="186" y="312"/>
                    <a:pt x="186" y="312"/>
                  </a:cubicBezTo>
                  <a:cubicBezTo>
                    <a:pt x="185" y="310"/>
                    <a:pt x="185" y="310"/>
                    <a:pt x="185" y="310"/>
                  </a:cubicBezTo>
                  <a:cubicBezTo>
                    <a:pt x="185" y="311"/>
                    <a:pt x="184" y="310"/>
                    <a:pt x="184" y="312"/>
                  </a:cubicBezTo>
                  <a:cubicBezTo>
                    <a:pt x="184" y="310"/>
                    <a:pt x="184" y="310"/>
                    <a:pt x="184" y="310"/>
                  </a:cubicBezTo>
                  <a:cubicBezTo>
                    <a:pt x="184" y="310"/>
                    <a:pt x="184" y="313"/>
                    <a:pt x="183" y="312"/>
                  </a:cubicBezTo>
                  <a:cubicBezTo>
                    <a:pt x="183" y="311"/>
                    <a:pt x="183" y="311"/>
                    <a:pt x="183" y="311"/>
                  </a:cubicBezTo>
                  <a:cubicBezTo>
                    <a:pt x="183" y="311"/>
                    <a:pt x="183" y="311"/>
                    <a:pt x="183" y="311"/>
                  </a:cubicBezTo>
                  <a:cubicBezTo>
                    <a:pt x="182" y="311"/>
                    <a:pt x="182" y="312"/>
                    <a:pt x="181" y="312"/>
                  </a:cubicBezTo>
                  <a:cubicBezTo>
                    <a:pt x="182" y="311"/>
                    <a:pt x="182" y="311"/>
                    <a:pt x="183" y="310"/>
                  </a:cubicBezTo>
                  <a:cubicBezTo>
                    <a:pt x="181" y="308"/>
                    <a:pt x="177" y="307"/>
                    <a:pt x="178" y="311"/>
                  </a:cubicBezTo>
                  <a:cubicBezTo>
                    <a:pt x="178" y="312"/>
                    <a:pt x="176" y="309"/>
                    <a:pt x="176" y="309"/>
                  </a:cubicBezTo>
                  <a:cubicBezTo>
                    <a:pt x="177" y="312"/>
                    <a:pt x="172" y="313"/>
                    <a:pt x="178" y="313"/>
                  </a:cubicBezTo>
                  <a:cubicBezTo>
                    <a:pt x="178" y="313"/>
                    <a:pt x="179" y="313"/>
                    <a:pt x="179" y="313"/>
                  </a:cubicBezTo>
                  <a:cubicBezTo>
                    <a:pt x="179" y="314"/>
                    <a:pt x="180" y="316"/>
                    <a:pt x="183" y="321"/>
                  </a:cubicBezTo>
                  <a:cubicBezTo>
                    <a:pt x="183" y="321"/>
                    <a:pt x="183" y="321"/>
                    <a:pt x="183" y="321"/>
                  </a:cubicBezTo>
                  <a:cubicBezTo>
                    <a:pt x="185" y="320"/>
                    <a:pt x="189" y="325"/>
                    <a:pt x="192" y="323"/>
                  </a:cubicBezTo>
                  <a:cubicBezTo>
                    <a:pt x="192" y="322"/>
                    <a:pt x="192" y="321"/>
                    <a:pt x="192" y="321"/>
                  </a:cubicBezTo>
                  <a:cubicBezTo>
                    <a:pt x="192" y="322"/>
                    <a:pt x="192" y="322"/>
                    <a:pt x="192" y="322"/>
                  </a:cubicBezTo>
                  <a:cubicBezTo>
                    <a:pt x="193" y="320"/>
                    <a:pt x="193" y="320"/>
                    <a:pt x="193" y="320"/>
                  </a:cubicBezTo>
                  <a:cubicBezTo>
                    <a:pt x="193" y="320"/>
                    <a:pt x="193" y="322"/>
                    <a:pt x="192" y="322"/>
                  </a:cubicBezTo>
                  <a:cubicBezTo>
                    <a:pt x="194" y="322"/>
                    <a:pt x="195" y="322"/>
                    <a:pt x="196" y="322"/>
                  </a:cubicBezTo>
                  <a:cubicBezTo>
                    <a:pt x="197" y="320"/>
                    <a:pt x="197" y="322"/>
                    <a:pt x="197" y="320"/>
                  </a:cubicBezTo>
                  <a:cubicBezTo>
                    <a:pt x="197" y="321"/>
                    <a:pt x="197" y="321"/>
                    <a:pt x="197" y="321"/>
                  </a:cubicBezTo>
                  <a:cubicBezTo>
                    <a:pt x="198" y="320"/>
                    <a:pt x="198" y="320"/>
                    <a:pt x="199" y="322"/>
                  </a:cubicBezTo>
                  <a:cubicBezTo>
                    <a:pt x="199" y="323"/>
                    <a:pt x="199" y="323"/>
                    <a:pt x="199" y="323"/>
                  </a:cubicBezTo>
                  <a:cubicBezTo>
                    <a:pt x="198" y="323"/>
                    <a:pt x="198" y="323"/>
                    <a:pt x="197" y="323"/>
                  </a:cubicBezTo>
                  <a:cubicBezTo>
                    <a:pt x="198" y="323"/>
                    <a:pt x="198" y="323"/>
                    <a:pt x="198" y="323"/>
                  </a:cubicBezTo>
                  <a:cubicBezTo>
                    <a:pt x="197" y="324"/>
                    <a:pt x="197" y="324"/>
                    <a:pt x="197" y="324"/>
                  </a:cubicBezTo>
                  <a:cubicBezTo>
                    <a:pt x="197" y="324"/>
                    <a:pt x="196" y="325"/>
                    <a:pt x="197" y="325"/>
                  </a:cubicBezTo>
                  <a:cubicBezTo>
                    <a:pt x="199" y="325"/>
                    <a:pt x="199" y="325"/>
                    <a:pt x="199" y="325"/>
                  </a:cubicBezTo>
                  <a:cubicBezTo>
                    <a:pt x="199" y="325"/>
                    <a:pt x="201" y="325"/>
                    <a:pt x="199" y="326"/>
                  </a:cubicBezTo>
                  <a:cubicBezTo>
                    <a:pt x="197" y="326"/>
                    <a:pt x="197" y="326"/>
                    <a:pt x="197" y="326"/>
                  </a:cubicBezTo>
                  <a:cubicBezTo>
                    <a:pt x="197" y="326"/>
                    <a:pt x="198" y="326"/>
                    <a:pt x="198" y="326"/>
                  </a:cubicBezTo>
                  <a:cubicBezTo>
                    <a:pt x="195" y="326"/>
                    <a:pt x="195" y="326"/>
                    <a:pt x="195" y="326"/>
                  </a:cubicBezTo>
                  <a:cubicBezTo>
                    <a:pt x="199" y="326"/>
                    <a:pt x="196" y="327"/>
                    <a:pt x="197" y="327"/>
                  </a:cubicBezTo>
                  <a:cubicBezTo>
                    <a:pt x="196" y="327"/>
                    <a:pt x="196" y="327"/>
                    <a:pt x="196" y="327"/>
                  </a:cubicBezTo>
                  <a:cubicBezTo>
                    <a:pt x="195" y="328"/>
                    <a:pt x="198" y="327"/>
                    <a:pt x="198" y="327"/>
                  </a:cubicBezTo>
                  <a:cubicBezTo>
                    <a:pt x="198" y="328"/>
                    <a:pt x="195" y="328"/>
                    <a:pt x="194" y="328"/>
                  </a:cubicBezTo>
                  <a:cubicBezTo>
                    <a:pt x="194" y="329"/>
                    <a:pt x="196" y="329"/>
                    <a:pt x="194" y="330"/>
                  </a:cubicBezTo>
                  <a:cubicBezTo>
                    <a:pt x="195" y="330"/>
                    <a:pt x="196" y="331"/>
                    <a:pt x="197" y="331"/>
                  </a:cubicBezTo>
                  <a:cubicBezTo>
                    <a:pt x="197" y="332"/>
                    <a:pt x="194" y="331"/>
                    <a:pt x="195" y="332"/>
                  </a:cubicBezTo>
                  <a:cubicBezTo>
                    <a:pt x="195" y="332"/>
                    <a:pt x="194" y="332"/>
                    <a:pt x="193" y="332"/>
                  </a:cubicBezTo>
                  <a:cubicBezTo>
                    <a:pt x="194" y="332"/>
                    <a:pt x="193" y="333"/>
                    <a:pt x="195" y="332"/>
                  </a:cubicBezTo>
                  <a:cubicBezTo>
                    <a:pt x="194" y="333"/>
                    <a:pt x="194" y="334"/>
                    <a:pt x="195" y="334"/>
                  </a:cubicBezTo>
                  <a:cubicBezTo>
                    <a:pt x="195" y="334"/>
                    <a:pt x="193" y="334"/>
                    <a:pt x="192" y="334"/>
                  </a:cubicBezTo>
                  <a:cubicBezTo>
                    <a:pt x="194" y="334"/>
                    <a:pt x="195" y="335"/>
                    <a:pt x="194" y="335"/>
                  </a:cubicBezTo>
                  <a:cubicBezTo>
                    <a:pt x="196" y="335"/>
                    <a:pt x="196" y="335"/>
                    <a:pt x="198" y="335"/>
                  </a:cubicBezTo>
                  <a:cubicBezTo>
                    <a:pt x="198" y="335"/>
                    <a:pt x="199" y="335"/>
                    <a:pt x="199" y="335"/>
                  </a:cubicBezTo>
                  <a:cubicBezTo>
                    <a:pt x="197" y="336"/>
                    <a:pt x="194" y="336"/>
                    <a:pt x="194" y="336"/>
                  </a:cubicBezTo>
                  <a:cubicBezTo>
                    <a:pt x="191" y="336"/>
                    <a:pt x="194" y="335"/>
                    <a:pt x="192" y="336"/>
                  </a:cubicBezTo>
                  <a:cubicBezTo>
                    <a:pt x="189" y="335"/>
                    <a:pt x="189" y="335"/>
                    <a:pt x="191" y="334"/>
                  </a:cubicBezTo>
                  <a:cubicBezTo>
                    <a:pt x="188" y="334"/>
                    <a:pt x="190" y="335"/>
                    <a:pt x="188" y="335"/>
                  </a:cubicBezTo>
                  <a:cubicBezTo>
                    <a:pt x="188" y="335"/>
                    <a:pt x="189" y="335"/>
                    <a:pt x="190" y="336"/>
                  </a:cubicBezTo>
                  <a:cubicBezTo>
                    <a:pt x="191" y="336"/>
                    <a:pt x="191" y="336"/>
                    <a:pt x="192" y="336"/>
                  </a:cubicBezTo>
                  <a:cubicBezTo>
                    <a:pt x="195" y="336"/>
                    <a:pt x="190" y="336"/>
                    <a:pt x="190" y="337"/>
                  </a:cubicBezTo>
                  <a:cubicBezTo>
                    <a:pt x="190" y="336"/>
                    <a:pt x="190" y="336"/>
                    <a:pt x="190" y="336"/>
                  </a:cubicBezTo>
                  <a:cubicBezTo>
                    <a:pt x="189" y="337"/>
                    <a:pt x="191" y="337"/>
                    <a:pt x="190" y="337"/>
                  </a:cubicBezTo>
                  <a:cubicBezTo>
                    <a:pt x="187" y="337"/>
                    <a:pt x="190" y="337"/>
                    <a:pt x="188" y="336"/>
                  </a:cubicBezTo>
                  <a:cubicBezTo>
                    <a:pt x="186" y="337"/>
                    <a:pt x="186" y="337"/>
                    <a:pt x="186" y="337"/>
                  </a:cubicBezTo>
                  <a:cubicBezTo>
                    <a:pt x="185" y="337"/>
                    <a:pt x="188" y="337"/>
                    <a:pt x="188" y="337"/>
                  </a:cubicBezTo>
                  <a:cubicBezTo>
                    <a:pt x="186" y="337"/>
                    <a:pt x="186" y="337"/>
                    <a:pt x="186" y="337"/>
                  </a:cubicBezTo>
                  <a:cubicBezTo>
                    <a:pt x="187" y="338"/>
                    <a:pt x="187" y="338"/>
                    <a:pt x="187" y="338"/>
                  </a:cubicBezTo>
                  <a:cubicBezTo>
                    <a:pt x="188" y="338"/>
                    <a:pt x="190" y="338"/>
                    <a:pt x="190" y="337"/>
                  </a:cubicBezTo>
                  <a:cubicBezTo>
                    <a:pt x="193" y="337"/>
                    <a:pt x="190" y="338"/>
                    <a:pt x="191" y="338"/>
                  </a:cubicBezTo>
                  <a:cubicBezTo>
                    <a:pt x="193" y="338"/>
                    <a:pt x="191" y="338"/>
                    <a:pt x="193" y="338"/>
                  </a:cubicBezTo>
                  <a:cubicBezTo>
                    <a:pt x="194" y="338"/>
                    <a:pt x="194" y="338"/>
                    <a:pt x="195" y="338"/>
                  </a:cubicBezTo>
                  <a:cubicBezTo>
                    <a:pt x="195" y="339"/>
                    <a:pt x="193" y="339"/>
                    <a:pt x="191" y="339"/>
                  </a:cubicBezTo>
                  <a:cubicBezTo>
                    <a:pt x="191" y="339"/>
                    <a:pt x="191" y="338"/>
                    <a:pt x="192" y="338"/>
                  </a:cubicBezTo>
                  <a:cubicBezTo>
                    <a:pt x="190" y="338"/>
                    <a:pt x="188" y="339"/>
                    <a:pt x="187" y="338"/>
                  </a:cubicBezTo>
                  <a:cubicBezTo>
                    <a:pt x="186" y="339"/>
                    <a:pt x="188" y="339"/>
                    <a:pt x="189" y="339"/>
                  </a:cubicBezTo>
                  <a:cubicBezTo>
                    <a:pt x="189" y="339"/>
                    <a:pt x="190" y="339"/>
                    <a:pt x="191" y="339"/>
                  </a:cubicBezTo>
                  <a:cubicBezTo>
                    <a:pt x="196" y="340"/>
                    <a:pt x="187" y="339"/>
                    <a:pt x="188" y="340"/>
                  </a:cubicBezTo>
                  <a:cubicBezTo>
                    <a:pt x="191" y="340"/>
                    <a:pt x="193" y="341"/>
                    <a:pt x="196" y="340"/>
                  </a:cubicBezTo>
                  <a:cubicBezTo>
                    <a:pt x="197" y="341"/>
                    <a:pt x="197" y="341"/>
                    <a:pt x="197" y="341"/>
                  </a:cubicBezTo>
                  <a:cubicBezTo>
                    <a:pt x="195" y="341"/>
                    <a:pt x="195" y="341"/>
                    <a:pt x="193" y="341"/>
                  </a:cubicBezTo>
                  <a:cubicBezTo>
                    <a:pt x="193" y="341"/>
                    <a:pt x="193" y="341"/>
                    <a:pt x="193" y="341"/>
                  </a:cubicBezTo>
                  <a:cubicBezTo>
                    <a:pt x="191" y="341"/>
                    <a:pt x="191" y="341"/>
                    <a:pt x="191" y="341"/>
                  </a:cubicBezTo>
                  <a:cubicBezTo>
                    <a:pt x="189" y="341"/>
                    <a:pt x="188" y="341"/>
                    <a:pt x="187" y="341"/>
                  </a:cubicBezTo>
                  <a:cubicBezTo>
                    <a:pt x="188" y="342"/>
                    <a:pt x="189" y="341"/>
                    <a:pt x="189" y="342"/>
                  </a:cubicBezTo>
                  <a:cubicBezTo>
                    <a:pt x="188" y="342"/>
                    <a:pt x="187" y="342"/>
                    <a:pt x="187" y="342"/>
                  </a:cubicBezTo>
                  <a:cubicBezTo>
                    <a:pt x="188" y="342"/>
                    <a:pt x="190" y="342"/>
                    <a:pt x="191" y="342"/>
                  </a:cubicBezTo>
                  <a:cubicBezTo>
                    <a:pt x="191" y="343"/>
                    <a:pt x="189" y="343"/>
                    <a:pt x="188" y="343"/>
                  </a:cubicBezTo>
                  <a:cubicBezTo>
                    <a:pt x="187" y="342"/>
                    <a:pt x="187" y="342"/>
                    <a:pt x="187" y="342"/>
                  </a:cubicBezTo>
                  <a:cubicBezTo>
                    <a:pt x="188" y="343"/>
                    <a:pt x="186" y="342"/>
                    <a:pt x="186" y="343"/>
                  </a:cubicBezTo>
                  <a:cubicBezTo>
                    <a:pt x="188" y="343"/>
                    <a:pt x="189" y="343"/>
                    <a:pt x="191" y="343"/>
                  </a:cubicBezTo>
                  <a:cubicBezTo>
                    <a:pt x="191" y="343"/>
                    <a:pt x="190" y="344"/>
                    <a:pt x="190" y="344"/>
                  </a:cubicBezTo>
                  <a:cubicBezTo>
                    <a:pt x="189" y="343"/>
                    <a:pt x="189" y="343"/>
                    <a:pt x="189" y="343"/>
                  </a:cubicBezTo>
                  <a:cubicBezTo>
                    <a:pt x="189" y="344"/>
                    <a:pt x="186" y="343"/>
                    <a:pt x="186" y="344"/>
                  </a:cubicBezTo>
                  <a:cubicBezTo>
                    <a:pt x="188" y="344"/>
                    <a:pt x="188" y="344"/>
                    <a:pt x="188" y="344"/>
                  </a:cubicBezTo>
                  <a:cubicBezTo>
                    <a:pt x="186" y="344"/>
                    <a:pt x="186" y="344"/>
                    <a:pt x="186" y="344"/>
                  </a:cubicBezTo>
                  <a:cubicBezTo>
                    <a:pt x="188" y="344"/>
                    <a:pt x="187" y="344"/>
                    <a:pt x="188" y="344"/>
                  </a:cubicBezTo>
                  <a:cubicBezTo>
                    <a:pt x="187" y="344"/>
                    <a:pt x="187" y="344"/>
                    <a:pt x="187" y="344"/>
                  </a:cubicBezTo>
                  <a:cubicBezTo>
                    <a:pt x="187" y="345"/>
                    <a:pt x="190" y="345"/>
                    <a:pt x="188" y="345"/>
                  </a:cubicBezTo>
                  <a:cubicBezTo>
                    <a:pt x="190" y="345"/>
                    <a:pt x="188" y="345"/>
                    <a:pt x="189" y="345"/>
                  </a:cubicBezTo>
                  <a:cubicBezTo>
                    <a:pt x="191" y="344"/>
                    <a:pt x="191" y="345"/>
                    <a:pt x="191" y="345"/>
                  </a:cubicBezTo>
                  <a:cubicBezTo>
                    <a:pt x="188" y="345"/>
                    <a:pt x="191" y="346"/>
                    <a:pt x="191" y="346"/>
                  </a:cubicBezTo>
                  <a:cubicBezTo>
                    <a:pt x="190" y="346"/>
                    <a:pt x="189" y="346"/>
                    <a:pt x="188" y="346"/>
                  </a:cubicBezTo>
                  <a:cubicBezTo>
                    <a:pt x="190" y="346"/>
                    <a:pt x="190" y="346"/>
                    <a:pt x="190" y="346"/>
                  </a:cubicBezTo>
                  <a:cubicBezTo>
                    <a:pt x="187" y="346"/>
                    <a:pt x="191" y="347"/>
                    <a:pt x="190" y="347"/>
                  </a:cubicBezTo>
                  <a:cubicBezTo>
                    <a:pt x="189" y="347"/>
                    <a:pt x="187" y="347"/>
                    <a:pt x="187" y="347"/>
                  </a:cubicBezTo>
                  <a:cubicBezTo>
                    <a:pt x="190" y="347"/>
                    <a:pt x="190" y="347"/>
                    <a:pt x="192" y="347"/>
                  </a:cubicBezTo>
                  <a:cubicBezTo>
                    <a:pt x="191" y="348"/>
                    <a:pt x="189" y="347"/>
                    <a:pt x="187" y="347"/>
                  </a:cubicBezTo>
                  <a:cubicBezTo>
                    <a:pt x="189" y="348"/>
                    <a:pt x="185" y="348"/>
                    <a:pt x="188" y="348"/>
                  </a:cubicBezTo>
                  <a:cubicBezTo>
                    <a:pt x="189" y="348"/>
                    <a:pt x="190" y="348"/>
                    <a:pt x="191" y="348"/>
                  </a:cubicBezTo>
                  <a:cubicBezTo>
                    <a:pt x="191" y="349"/>
                    <a:pt x="190" y="348"/>
                    <a:pt x="189" y="348"/>
                  </a:cubicBezTo>
                  <a:cubicBezTo>
                    <a:pt x="189" y="349"/>
                    <a:pt x="191" y="349"/>
                    <a:pt x="192" y="349"/>
                  </a:cubicBezTo>
                  <a:cubicBezTo>
                    <a:pt x="191" y="349"/>
                    <a:pt x="194" y="349"/>
                    <a:pt x="192" y="350"/>
                  </a:cubicBezTo>
                  <a:cubicBezTo>
                    <a:pt x="191" y="350"/>
                    <a:pt x="191" y="349"/>
                    <a:pt x="190" y="349"/>
                  </a:cubicBezTo>
                  <a:cubicBezTo>
                    <a:pt x="190" y="350"/>
                    <a:pt x="194" y="350"/>
                    <a:pt x="195" y="350"/>
                  </a:cubicBezTo>
                  <a:cubicBezTo>
                    <a:pt x="196" y="350"/>
                    <a:pt x="199" y="351"/>
                    <a:pt x="200" y="351"/>
                  </a:cubicBezTo>
                  <a:cubicBezTo>
                    <a:pt x="199" y="352"/>
                    <a:pt x="199" y="351"/>
                    <a:pt x="197" y="351"/>
                  </a:cubicBezTo>
                  <a:cubicBezTo>
                    <a:pt x="197" y="351"/>
                    <a:pt x="197" y="351"/>
                    <a:pt x="197" y="351"/>
                  </a:cubicBezTo>
                  <a:cubicBezTo>
                    <a:pt x="194" y="351"/>
                    <a:pt x="192" y="350"/>
                    <a:pt x="190" y="350"/>
                  </a:cubicBezTo>
                  <a:cubicBezTo>
                    <a:pt x="191" y="350"/>
                    <a:pt x="191" y="350"/>
                    <a:pt x="191" y="350"/>
                  </a:cubicBezTo>
                  <a:cubicBezTo>
                    <a:pt x="188" y="350"/>
                    <a:pt x="188" y="350"/>
                    <a:pt x="188" y="350"/>
                  </a:cubicBezTo>
                  <a:cubicBezTo>
                    <a:pt x="190" y="350"/>
                    <a:pt x="188" y="351"/>
                    <a:pt x="189" y="351"/>
                  </a:cubicBezTo>
                  <a:cubicBezTo>
                    <a:pt x="190" y="351"/>
                    <a:pt x="188" y="351"/>
                    <a:pt x="189" y="351"/>
                  </a:cubicBezTo>
                  <a:cubicBezTo>
                    <a:pt x="190" y="351"/>
                    <a:pt x="193" y="351"/>
                    <a:pt x="192" y="352"/>
                  </a:cubicBezTo>
                  <a:cubicBezTo>
                    <a:pt x="188" y="351"/>
                    <a:pt x="188" y="351"/>
                    <a:pt x="188" y="351"/>
                  </a:cubicBezTo>
                  <a:cubicBezTo>
                    <a:pt x="188" y="352"/>
                    <a:pt x="190" y="352"/>
                    <a:pt x="189" y="352"/>
                  </a:cubicBezTo>
                  <a:cubicBezTo>
                    <a:pt x="188" y="352"/>
                    <a:pt x="188" y="352"/>
                    <a:pt x="188" y="352"/>
                  </a:cubicBezTo>
                  <a:cubicBezTo>
                    <a:pt x="188" y="353"/>
                    <a:pt x="188" y="354"/>
                    <a:pt x="192" y="356"/>
                  </a:cubicBezTo>
                  <a:cubicBezTo>
                    <a:pt x="190" y="356"/>
                    <a:pt x="190" y="356"/>
                    <a:pt x="189" y="357"/>
                  </a:cubicBezTo>
                  <a:cubicBezTo>
                    <a:pt x="189" y="357"/>
                    <a:pt x="191" y="357"/>
                    <a:pt x="191" y="357"/>
                  </a:cubicBezTo>
                  <a:cubicBezTo>
                    <a:pt x="189" y="357"/>
                    <a:pt x="189" y="357"/>
                    <a:pt x="189" y="357"/>
                  </a:cubicBezTo>
                  <a:cubicBezTo>
                    <a:pt x="188" y="357"/>
                    <a:pt x="189" y="358"/>
                    <a:pt x="191" y="359"/>
                  </a:cubicBezTo>
                  <a:cubicBezTo>
                    <a:pt x="189" y="358"/>
                    <a:pt x="189" y="358"/>
                    <a:pt x="189" y="358"/>
                  </a:cubicBezTo>
                  <a:cubicBezTo>
                    <a:pt x="188" y="359"/>
                    <a:pt x="190" y="359"/>
                    <a:pt x="191" y="359"/>
                  </a:cubicBezTo>
                  <a:cubicBezTo>
                    <a:pt x="189" y="359"/>
                    <a:pt x="189" y="359"/>
                    <a:pt x="189" y="359"/>
                  </a:cubicBezTo>
                  <a:cubicBezTo>
                    <a:pt x="191" y="359"/>
                    <a:pt x="191" y="359"/>
                    <a:pt x="191" y="359"/>
                  </a:cubicBezTo>
                  <a:cubicBezTo>
                    <a:pt x="191" y="360"/>
                    <a:pt x="191" y="360"/>
                    <a:pt x="189" y="360"/>
                  </a:cubicBezTo>
                  <a:cubicBezTo>
                    <a:pt x="190" y="360"/>
                    <a:pt x="190" y="360"/>
                    <a:pt x="190" y="360"/>
                  </a:cubicBezTo>
                  <a:cubicBezTo>
                    <a:pt x="189" y="360"/>
                    <a:pt x="189" y="361"/>
                    <a:pt x="189" y="362"/>
                  </a:cubicBezTo>
                  <a:cubicBezTo>
                    <a:pt x="190" y="362"/>
                    <a:pt x="191" y="362"/>
                    <a:pt x="192" y="362"/>
                  </a:cubicBezTo>
                  <a:cubicBezTo>
                    <a:pt x="194" y="362"/>
                    <a:pt x="192" y="362"/>
                    <a:pt x="193" y="362"/>
                  </a:cubicBezTo>
                  <a:cubicBezTo>
                    <a:pt x="191" y="362"/>
                    <a:pt x="191" y="362"/>
                    <a:pt x="191" y="362"/>
                  </a:cubicBezTo>
                  <a:cubicBezTo>
                    <a:pt x="187" y="362"/>
                    <a:pt x="190" y="364"/>
                    <a:pt x="189" y="365"/>
                  </a:cubicBezTo>
                  <a:cubicBezTo>
                    <a:pt x="190" y="365"/>
                    <a:pt x="190" y="365"/>
                    <a:pt x="190" y="365"/>
                  </a:cubicBezTo>
                  <a:cubicBezTo>
                    <a:pt x="188" y="365"/>
                    <a:pt x="190" y="366"/>
                    <a:pt x="189" y="367"/>
                  </a:cubicBezTo>
                  <a:cubicBezTo>
                    <a:pt x="190" y="367"/>
                    <a:pt x="193" y="367"/>
                    <a:pt x="193" y="368"/>
                  </a:cubicBezTo>
                  <a:cubicBezTo>
                    <a:pt x="195" y="368"/>
                    <a:pt x="190" y="368"/>
                    <a:pt x="189" y="368"/>
                  </a:cubicBezTo>
                  <a:cubicBezTo>
                    <a:pt x="190" y="368"/>
                    <a:pt x="190" y="368"/>
                    <a:pt x="190" y="369"/>
                  </a:cubicBezTo>
                  <a:cubicBezTo>
                    <a:pt x="190" y="369"/>
                    <a:pt x="190" y="369"/>
                    <a:pt x="190" y="369"/>
                  </a:cubicBezTo>
                  <a:cubicBezTo>
                    <a:pt x="191" y="369"/>
                    <a:pt x="191" y="369"/>
                    <a:pt x="190" y="369"/>
                  </a:cubicBezTo>
                  <a:cubicBezTo>
                    <a:pt x="190" y="369"/>
                    <a:pt x="190" y="369"/>
                    <a:pt x="190" y="369"/>
                  </a:cubicBezTo>
                  <a:cubicBezTo>
                    <a:pt x="190" y="370"/>
                    <a:pt x="189" y="370"/>
                    <a:pt x="189" y="370"/>
                  </a:cubicBezTo>
                  <a:cubicBezTo>
                    <a:pt x="191" y="370"/>
                    <a:pt x="190" y="371"/>
                    <a:pt x="191" y="371"/>
                  </a:cubicBezTo>
                  <a:cubicBezTo>
                    <a:pt x="190" y="371"/>
                    <a:pt x="190" y="371"/>
                    <a:pt x="190" y="371"/>
                  </a:cubicBezTo>
                  <a:cubicBezTo>
                    <a:pt x="192" y="371"/>
                    <a:pt x="192" y="371"/>
                    <a:pt x="192" y="371"/>
                  </a:cubicBezTo>
                  <a:cubicBezTo>
                    <a:pt x="191" y="371"/>
                    <a:pt x="191" y="371"/>
                    <a:pt x="191" y="371"/>
                  </a:cubicBezTo>
                  <a:cubicBezTo>
                    <a:pt x="189" y="371"/>
                    <a:pt x="189" y="371"/>
                    <a:pt x="189" y="371"/>
                  </a:cubicBezTo>
                  <a:cubicBezTo>
                    <a:pt x="188" y="371"/>
                    <a:pt x="191" y="371"/>
                    <a:pt x="192" y="372"/>
                  </a:cubicBezTo>
                  <a:cubicBezTo>
                    <a:pt x="193" y="372"/>
                    <a:pt x="191" y="372"/>
                    <a:pt x="191" y="372"/>
                  </a:cubicBezTo>
                  <a:cubicBezTo>
                    <a:pt x="190" y="372"/>
                    <a:pt x="191" y="372"/>
                    <a:pt x="191" y="372"/>
                  </a:cubicBezTo>
                  <a:cubicBezTo>
                    <a:pt x="189" y="371"/>
                    <a:pt x="190" y="372"/>
                    <a:pt x="189" y="372"/>
                  </a:cubicBezTo>
                  <a:cubicBezTo>
                    <a:pt x="189" y="372"/>
                    <a:pt x="191" y="372"/>
                    <a:pt x="191" y="372"/>
                  </a:cubicBezTo>
                  <a:cubicBezTo>
                    <a:pt x="190" y="373"/>
                    <a:pt x="191" y="373"/>
                    <a:pt x="189" y="373"/>
                  </a:cubicBezTo>
                  <a:cubicBezTo>
                    <a:pt x="190" y="373"/>
                    <a:pt x="190" y="373"/>
                    <a:pt x="191" y="374"/>
                  </a:cubicBezTo>
                  <a:cubicBezTo>
                    <a:pt x="191" y="373"/>
                    <a:pt x="191" y="373"/>
                    <a:pt x="193" y="373"/>
                  </a:cubicBezTo>
                  <a:cubicBezTo>
                    <a:pt x="193" y="373"/>
                    <a:pt x="193" y="374"/>
                    <a:pt x="192" y="374"/>
                  </a:cubicBezTo>
                  <a:cubicBezTo>
                    <a:pt x="192" y="374"/>
                    <a:pt x="192" y="374"/>
                    <a:pt x="192" y="374"/>
                  </a:cubicBezTo>
                  <a:cubicBezTo>
                    <a:pt x="192" y="374"/>
                    <a:pt x="192" y="374"/>
                    <a:pt x="193" y="374"/>
                  </a:cubicBezTo>
                  <a:cubicBezTo>
                    <a:pt x="191" y="374"/>
                    <a:pt x="191" y="374"/>
                    <a:pt x="191" y="374"/>
                  </a:cubicBezTo>
                  <a:cubicBezTo>
                    <a:pt x="193" y="374"/>
                    <a:pt x="192" y="375"/>
                    <a:pt x="193" y="375"/>
                  </a:cubicBezTo>
                  <a:cubicBezTo>
                    <a:pt x="191" y="375"/>
                    <a:pt x="189" y="375"/>
                    <a:pt x="189" y="375"/>
                  </a:cubicBezTo>
                  <a:cubicBezTo>
                    <a:pt x="190" y="376"/>
                    <a:pt x="190" y="376"/>
                    <a:pt x="190" y="376"/>
                  </a:cubicBezTo>
                  <a:cubicBezTo>
                    <a:pt x="191" y="376"/>
                    <a:pt x="190" y="376"/>
                    <a:pt x="189" y="376"/>
                  </a:cubicBezTo>
                  <a:cubicBezTo>
                    <a:pt x="188" y="376"/>
                    <a:pt x="194" y="377"/>
                    <a:pt x="192" y="377"/>
                  </a:cubicBezTo>
                  <a:cubicBezTo>
                    <a:pt x="190" y="377"/>
                    <a:pt x="190" y="377"/>
                    <a:pt x="189" y="377"/>
                  </a:cubicBezTo>
                  <a:cubicBezTo>
                    <a:pt x="190" y="378"/>
                    <a:pt x="191" y="378"/>
                    <a:pt x="191" y="378"/>
                  </a:cubicBezTo>
                  <a:cubicBezTo>
                    <a:pt x="192" y="378"/>
                    <a:pt x="189" y="377"/>
                    <a:pt x="191" y="377"/>
                  </a:cubicBezTo>
                  <a:cubicBezTo>
                    <a:pt x="192" y="377"/>
                    <a:pt x="191" y="378"/>
                    <a:pt x="192" y="378"/>
                  </a:cubicBezTo>
                  <a:cubicBezTo>
                    <a:pt x="187" y="378"/>
                    <a:pt x="191" y="380"/>
                    <a:pt x="188" y="380"/>
                  </a:cubicBezTo>
                  <a:cubicBezTo>
                    <a:pt x="191" y="380"/>
                    <a:pt x="189" y="381"/>
                    <a:pt x="190" y="381"/>
                  </a:cubicBezTo>
                  <a:cubicBezTo>
                    <a:pt x="187" y="381"/>
                    <a:pt x="190" y="382"/>
                    <a:pt x="189" y="382"/>
                  </a:cubicBezTo>
                  <a:cubicBezTo>
                    <a:pt x="191" y="382"/>
                    <a:pt x="191" y="382"/>
                    <a:pt x="191" y="382"/>
                  </a:cubicBezTo>
                  <a:cubicBezTo>
                    <a:pt x="190" y="382"/>
                    <a:pt x="195" y="383"/>
                    <a:pt x="192" y="383"/>
                  </a:cubicBezTo>
                  <a:cubicBezTo>
                    <a:pt x="191" y="383"/>
                    <a:pt x="190" y="383"/>
                    <a:pt x="190" y="383"/>
                  </a:cubicBezTo>
                  <a:cubicBezTo>
                    <a:pt x="187" y="383"/>
                    <a:pt x="192" y="384"/>
                    <a:pt x="189" y="384"/>
                  </a:cubicBezTo>
                  <a:cubicBezTo>
                    <a:pt x="190" y="384"/>
                    <a:pt x="192" y="384"/>
                    <a:pt x="193" y="385"/>
                  </a:cubicBezTo>
                  <a:cubicBezTo>
                    <a:pt x="192" y="385"/>
                    <a:pt x="190" y="385"/>
                    <a:pt x="190" y="385"/>
                  </a:cubicBezTo>
                  <a:cubicBezTo>
                    <a:pt x="190" y="386"/>
                    <a:pt x="191" y="386"/>
                    <a:pt x="190" y="386"/>
                  </a:cubicBezTo>
                  <a:cubicBezTo>
                    <a:pt x="189" y="386"/>
                    <a:pt x="189" y="386"/>
                    <a:pt x="189" y="386"/>
                  </a:cubicBezTo>
                  <a:cubicBezTo>
                    <a:pt x="188" y="386"/>
                    <a:pt x="189" y="386"/>
                    <a:pt x="190" y="387"/>
                  </a:cubicBezTo>
                  <a:cubicBezTo>
                    <a:pt x="188" y="387"/>
                    <a:pt x="189" y="388"/>
                    <a:pt x="188" y="388"/>
                  </a:cubicBezTo>
                  <a:cubicBezTo>
                    <a:pt x="191" y="389"/>
                    <a:pt x="187" y="389"/>
                    <a:pt x="190" y="389"/>
                  </a:cubicBezTo>
                  <a:cubicBezTo>
                    <a:pt x="189" y="389"/>
                    <a:pt x="189" y="389"/>
                    <a:pt x="189" y="389"/>
                  </a:cubicBezTo>
                  <a:cubicBezTo>
                    <a:pt x="190" y="389"/>
                    <a:pt x="192" y="390"/>
                    <a:pt x="192" y="390"/>
                  </a:cubicBezTo>
                  <a:cubicBezTo>
                    <a:pt x="190" y="390"/>
                    <a:pt x="190" y="390"/>
                    <a:pt x="190" y="390"/>
                  </a:cubicBezTo>
                  <a:cubicBezTo>
                    <a:pt x="188" y="390"/>
                    <a:pt x="190" y="390"/>
                    <a:pt x="189" y="391"/>
                  </a:cubicBezTo>
                  <a:cubicBezTo>
                    <a:pt x="190" y="390"/>
                    <a:pt x="189" y="391"/>
                    <a:pt x="190" y="391"/>
                  </a:cubicBezTo>
                  <a:cubicBezTo>
                    <a:pt x="191" y="391"/>
                    <a:pt x="191" y="391"/>
                    <a:pt x="191" y="391"/>
                  </a:cubicBezTo>
                  <a:cubicBezTo>
                    <a:pt x="192" y="392"/>
                    <a:pt x="192" y="391"/>
                    <a:pt x="192" y="392"/>
                  </a:cubicBezTo>
                  <a:cubicBezTo>
                    <a:pt x="192" y="392"/>
                    <a:pt x="190" y="392"/>
                    <a:pt x="190" y="392"/>
                  </a:cubicBezTo>
                  <a:cubicBezTo>
                    <a:pt x="189" y="392"/>
                    <a:pt x="190" y="392"/>
                    <a:pt x="190" y="393"/>
                  </a:cubicBezTo>
                  <a:cubicBezTo>
                    <a:pt x="190" y="393"/>
                    <a:pt x="190" y="392"/>
                    <a:pt x="191" y="393"/>
                  </a:cubicBezTo>
                  <a:cubicBezTo>
                    <a:pt x="191" y="393"/>
                    <a:pt x="190" y="393"/>
                    <a:pt x="190" y="393"/>
                  </a:cubicBezTo>
                  <a:cubicBezTo>
                    <a:pt x="190" y="393"/>
                    <a:pt x="191" y="393"/>
                    <a:pt x="191" y="393"/>
                  </a:cubicBezTo>
                  <a:cubicBezTo>
                    <a:pt x="191" y="393"/>
                    <a:pt x="191" y="393"/>
                    <a:pt x="191" y="393"/>
                  </a:cubicBezTo>
                  <a:cubicBezTo>
                    <a:pt x="190" y="393"/>
                    <a:pt x="190" y="393"/>
                    <a:pt x="190" y="393"/>
                  </a:cubicBezTo>
                  <a:cubicBezTo>
                    <a:pt x="190" y="393"/>
                    <a:pt x="190" y="393"/>
                    <a:pt x="190" y="393"/>
                  </a:cubicBezTo>
                  <a:cubicBezTo>
                    <a:pt x="190" y="393"/>
                    <a:pt x="190" y="393"/>
                    <a:pt x="190" y="393"/>
                  </a:cubicBezTo>
                  <a:cubicBezTo>
                    <a:pt x="190" y="393"/>
                    <a:pt x="190" y="393"/>
                    <a:pt x="190" y="393"/>
                  </a:cubicBezTo>
                  <a:cubicBezTo>
                    <a:pt x="188" y="393"/>
                    <a:pt x="188" y="393"/>
                    <a:pt x="188" y="393"/>
                  </a:cubicBezTo>
                  <a:cubicBezTo>
                    <a:pt x="188" y="394"/>
                    <a:pt x="190" y="394"/>
                    <a:pt x="191" y="394"/>
                  </a:cubicBezTo>
                  <a:cubicBezTo>
                    <a:pt x="189" y="395"/>
                    <a:pt x="191" y="396"/>
                    <a:pt x="192" y="396"/>
                  </a:cubicBezTo>
                  <a:cubicBezTo>
                    <a:pt x="192" y="396"/>
                    <a:pt x="190" y="396"/>
                    <a:pt x="191" y="396"/>
                  </a:cubicBezTo>
                  <a:cubicBezTo>
                    <a:pt x="191" y="397"/>
                    <a:pt x="193" y="397"/>
                    <a:pt x="192" y="397"/>
                  </a:cubicBezTo>
                  <a:cubicBezTo>
                    <a:pt x="192" y="397"/>
                    <a:pt x="191" y="397"/>
                    <a:pt x="191" y="398"/>
                  </a:cubicBezTo>
                  <a:cubicBezTo>
                    <a:pt x="190" y="398"/>
                    <a:pt x="192" y="397"/>
                    <a:pt x="192" y="397"/>
                  </a:cubicBezTo>
                  <a:cubicBezTo>
                    <a:pt x="190" y="398"/>
                    <a:pt x="194" y="399"/>
                    <a:pt x="192" y="400"/>
                  </a:cubicBezTo>
                  <a:cubicBezTo>
                    <a:pt x="192" y="399"/>
                    <a:pt x="191" y="399"/>
                    <a:pt x="191" y="399"/>
                  </a:cubicBezTo>
                  <a:cubicBezTo>
                    <a:pt x="191" y="400"/>
                    <a:pt x="192" y="400"/>
                    <a:pt x="194" y="401"/>
                  </a:cubicBezTo>
                  <a:cubicBezTo>
                    <a:pt x="192" y="401"/>
                    <a:pt x="192" y="401"/>
                    <a:pt x="192" y="401"/>
                  </a:cubicBezTo>
                  <a:cubicBezTo>
                    <a:pt x="192" y="401"/>
                    <a:pt x="193" y="401"/>
                    <a:pt x="194" y="401"/>
                  </a:cubicBezTo>
                  <a:cubicBezTo>
                    <a:pt x="195" y="401"/>
                    <a:pt x="196" y="401"/>
                    <a:pt x="196" y="402"/>
                  </a:cubicBezTo>
                  <a:cubicBezTo>
                    <a:pt x="196" y="402"/>
                    <a:pt x="196" y="402"/>
                    <a:pt x="196" y="402"/>
                  </a:cubicBezTo>
                  <a:cubicBezTo>
                    <a:pt x="196" y="402"/>
                    <a:pt x="197" y="402"/>
                    <a:pt x="197" y="402"/>
                  </a:cubicBezTo>
                  <a:cubicBezTo>
                    <a:pt x="196" y="403"/>
                    <a:pt x="196" y="402"/>
                    <a:pt x="195" y="402"/>
                  </a:cubicBezTo>
                  <a:cubicBezTo>
                    <a:pt x="193" y="403"/>
                    <a:pt x="194" y="404"/>
                    <a:pt x="194" y="404"/>
                  </a:cubicBezTo>
                  <a:cubicBezTo>
                    <a:pt x="195" y="404"/>
                    <a:pt x="195" y="404"/>
                    <a:pt x="195" y="404"/>
                  </a:cubicBezTo>
                  <a:cubicBezTo>
                    <a:pt x="196" y="404"/>
                    <a:pt x="194" y="404"/>
                    <a:pt x="194" y="404"/>
                  </a:cubicBezTo>
                  <a:cubicBezTo>
                    <a:pt x="199" y="405"/>
                    <a:pt x="199" y="405"/>
                    <a:pt x="199" y="405"/>
                  </a:cubicBezTo>
                  <a:cubicBezTo>
                    <a:pt x="198" y="404"/>
                    <a:pt x="197" y="405"/>
                    <a:pt x="196" y="405"/>
                  </a:cubicBezTo>
                  <a:cubicBezTo>
                    <a:pt x="196" y="405"/>
                    <a:pt x="199" y="406"/>
                    <a:pt x="201" y="406"/>
                  </a:cubicBezTo>
                  <a:cubicBezTo>
                    <a:pt x="200" y="406"/>
                    <a:pt x="201" y="406"/>
                    <a:pt x="201" y="407"/>
                  </a:cubicBezTo>
                  <a:cubicBezTo>
                    <a:pt x="200" y="407"/>
                    <a:pt x="202" y="407"/>
                    <a:pt x="200" y="407"/>
                  </a:cubicBezTo>
                  <a:cubicBezTo>
                    <a:pt x="199" y="407"/>
                    <a:pt x="199" y="407"/>
                    <a:pt x="199" y="407"/>
                  </a:cubicBezTo>
                  <a:cubicBezTo>
                    <a:pt x="199" y="407"/>
                    <a:pt x="197" y="407"/>
                    <a:pt x="196" y="407"/>
                  </a:cubicBezTo>
                  <a:cubicBezTo>
                    <a:pt x="196" y="407"/>
                    <a:pt x="196" y="408"/>
                    <a:pt x="195" y="409"/>
                  </a:cubicBezTo>
                  <a:cubicBezTo>
                    <a:pt x="198" y="408"/>
                    <a:pt x="197" y="410"/>
                    <a:pt x="199" y="409"/>
                  </a:cubicBezTo>
                  <a:cubicBezTo>
                    <a:pt x="200" y="410"/>
                    <a:pt x="197" y="410"/>
                    <a:pt x="197" y="410"/>
                  </a:cubicBezTo>
                  <a:cubicBezTo>
                    <a:pt x="198" y="411"/>
                    <a:pt x="197" y="411"/>
                    <a:pt x="197" y="412"/>
                  </a:cubicBezTo>
                  <a:cubicBezTo>
                    <a:pt x="197" y="412"/>
                    <a:pt x="197" y="412"/>
                    <a:pt x="197" y="412"/>
                  </a:cubicBezTo>
                  <a:cubicBezTo>
                    <a:pt x="198" y="412"/>
                    <a:pt x="197" y="413"/>
                    <a:pt x="199" y="413"/>
                  </a:cubicBezTo>
                  <a:cubicBezTo>
                    <a:pt x="198" y="413"/>
                    <a:pt x="198" y="413"/>
                    <a:pt x="198" y="413"/>
                  </a:cubicBezTo>
                  <a:cubicBezTo>
                    <a:pt x="197" y="414"/>
                    <a:pt x="201" y="413"/>
                    <a:pt x="200" y="414"/>
                  </a:cubicBezTo>
                  <a:cubicBezTo>
                    <a:pt x="199" y="414"/>
                    <a:pt x="199" y="414"/>
                    <a:pt x="199" y="414"/>
                  </a:cubicBezTo>
                  <a:cubicBezTo>
                    <a:pt x="200" y="414"/>
                    <a:pt x="198" y="415"/>
                    <a:pt x="200" y="415"/>
                  </a:cubicBezTo>
                  <a:cubicBezTo>
                    <a:pt x="199" y="415"/>
                    <a:pt x="199" y="415"/>
                    <a:pt x="198" y="415"/>
                  </a:cubicBezTo>
                  <a:cubicBezTo>
                    <a:pt x="199" y="415"/>
                    <a:pt x="199" y="416"/>
                    <a:pt x="200" y="416"/>
                  </a:cubicBezTo>
                  <a:cubicBezTo>
                    <a:pt x="198" y="416"/>
                    <a:pt x="198" y="416"/>
                    <a:pt x="198" y="416"/>
                  </a:cubicBezTo>
                  <a:cubicBezTo>
                    <a:pt x="197" y="417"/>
                    <a:pt x="201" y="416"/>
                    <a:pt x="200" y="417"/>
                  </a:cubicBezTo>
                  <a:cubicBezTo>
                    <a:pt x="200" y="417"/>
                    <a:pt x="199" y="417"/>
                    <a:pt x="199" y="417"/>
                  </a:cubicBezTo>
                  <a:cubicBezTo>
                    <a:pt x="200" y="417"/>
                    <a:pt x="200" y="418"/>
                    <a:pt x="200" y="418"/>
                  </a:cubicBezTo>
                  <a:cubicBezTo>
                    <a:pt x="198" y="419"/>
                    <a:pt x="198" y="419"/>
                    <a:pt x="198" y="419"/>
                  </a:cubicBezTo>
                  <a:cubicBezTo>
                    <a:pt x="198" y="421"/>
                    <a:pt x="198" y="423"/>
                    <a:pt x="201" y="425"/>
                  </a:cubicBezTo>
                  <a:cubicBezTo>
                    <a:pt x="198" y="425"/>
                    <a:pt x="199" y="424"/>
                    <a:pt x="197" y="425"/>
                  </a:cubicBezTo>
                  <a:cubicBezTo>
                    <a:pt x="200" y="425"/>
                    <a:pt x="198" y="425"/>
                    <a:pt x="199" y="426"/>
                  </a:cubicBezTo>
                  <a:cubicBezTo>
                    <a:pt x="198" y="426"/>
                    <a:pt x="198" y="426"/>
                    <a:pt x="198" y="426"/>
                  </a:cubicBezTo>
                  <a:cubicBezTo>
                    <a:pt x="199" y="426"/>
                    <a:pt x="198" y="426"/>
                    <a:pt x="198" y="426"/>
                  </a:cubicBezTo>
                  <a:cubicBezTo>
                    <a:pt x="199" y="426"/>
                    <a:pt x="199" y="426"/>
                    <a:pt x="199" y="426"/>
                  </a:cubicBezTo>
                  <a:cubicBezTo>
                    <a:pt x="199" y="426"/>
                    <a:pt x="199" y="427"/>
                    <a:pt x="199" y="427"/>
                  </a:cubicBezTo>
                  <a:cubicBezTo>
                    <a:pt x="199" y="427"/>
                    <a:pt x="199" y="427"/>
                    <a:pt x="199" y="427"/>
                  </a:cubicBezTo>
                  <a:cubicBezTo>
                    <a:pt x="199" y="427"/>
                    <a:pt x="199" y="427"/>
                    <a:pt x="199" y="427"/>
                  </a:cubicBezTo>
                  <a:cubicBezTo>
                    <a:pt x="198" y="427"/>
                    <a:pt x="197" y="427"/>
                    <a:pt x="199" y="427"/>
                  </a:cubicBezTo>
                  <a:cubicBezTo>
                    <a:pt x="199" y="427"/>
                    <a:pt x="199" y="427"/>
                    <a:pt x="199" y="427"/>
                  </a:cubicBezTo>
                  <a:cubicBezTo>
                    <a:pt x="197" y="428"/>
                    <a:pt x="197" y="428"/>
                    <a:pt x="197" y="428"/>
                  </a:cubicBezTo>
                  <a:cubicBezTo>
                    <a:pt x="200" y="428"/>
                    <a:pt x="198" y="428"/>
                    <a:pt x="198" y="428"/>
                  </a:cubicBezTo>
                  <a:cubicBezTo>
                    <a:pt x="197" y="429"/>
                    <a:pt x="194" y="427"/>
                    <a:pt x="194" y="429"/>
                  </a:cubicBezTo>
                  <a:cubicBezTo>
                    <a:pt x="194" y="429"/>
                    <a:pt x="194" y="429"/>
                    <a:pt x="194" y="429"/>
                  </a:cubicBezTo>
                  <a:cubicBezTo>
                    <a:pt x="189" y="432"/>
                    <a:pt x="183" y="435"/>
                    <a:pt x="180" y="441"/>
                  </a:cubicBezTo>
                  <a:cubicBezTo>
                    <a:pt x="180" y="442"/>
                    <a:pt x="179" y="443"/>
                    <a:pt x="178" y="444"/>
                  </a:cubicBezTo>
                  <a:cubicBezTo>
                    <a:pt x="178" y="441"/>
                    <a:pt x="178" y="437"/>
                    <a:pt x="180" y="434"/>
                  </a:cubicBezTo>
                  <a:cubicBezTo>
                    <a:pt x="179" y="431"/>
                    <a:pt x="178" y="427"/>
                    <a:pt x="179" y="425"/>
                  </a:cubicBezTo>
                  <a:cubicBezTo>
                    <a:pt x="178" y="412"/>
                    <a:pt x="182" y="402"/>
                    <a:pt x="179" y="389"/>
                  </a:cubicBezTo>
                  <a:cubicBezTo>
                    <a:pt x="179" y="390"/>
                    <a:pt x="178" y="389"/>
                    <a:pt x="177" y="389"/>
                  </a:cubicBezTo>
                  <a:cubicBezTo>
                    <a:pt x="178" y="389"/>
                    <a:pt x="178" y="389"/>
                    <a:pt x="178" y="389"/>
                  </a:cubicBezTo>
                  <a:cubicBezTo>
                    <a:pt x="176" y="388"/>
                    <a:pt x="176" y="388"/>
                    <a:pt x="176" y="388"/>
                  </a:cubicBezTo>
                  <a:cubicBezTo>
                    <a:pt x="176" y="387"/>
                    <a:pt x="178" y="387"/>
                    <a:pt x="178" y="388"/>
                  </a:cubicBezTo>
                  <a:cubicBezTo>
                    <a:pt x="178" y="383"/>
                    <a:pt x="177" y="379"/>
                    <a:pt x="178" y="374"/>
                  </a:cubicBezTo>
                  <a:cubicBezTo>
                    <a:pt x="175" y="374"/>
                    <a:pt x="177" y="371"/>
                    <a:pt x="175" y="371"/>
                  </a:cubicBezTo>
                  <a:cubicBezTo>
                    <a:pt x="176" y="371"/>
                    <a:pt x="176" y="371"/>
                    <a:pt x="176" y="371"/>
                  </a:cubicBezTo>
                  <a:cubicBezTo>
                    <a:pt x="175" y="368"/>
                    <a:pt x="175" y="368"/>
                    <a:pt x="177" y="365"/>
                  </a:cubicBezTo>
                  <a:cubicBezTo>
                    <a:pt x="178" y="353"/>
                    <a:pt x="176" y="340"/>
                    <a:pt x="174" y="326"/>
                  </a:cubicBezTo>
                  <a:cubicBezTo>
                    <a:pt x="170" y="313"/>
                    <a:pt x="162" y="297"/>
                    <a:pt x="148" y="288"/>
                  </a:cubicBezTo>
                  <a:cubicBezTo>
                    <a:pt x="143" y="290"/>
                    <a:pt x="142" y="286"/>
                    <a:pt x="138" y="288"/>
                  </a:cubicBezTo>
                  <a:cubicBezTo>
                    <a:pt x="138" y="287"/>
                    <a:pt x="138" y="287"/>
                    <a:pt x="138" y="287"/>
                  </a:cubicBezTo>
                  <a:cubicBezTo>
                    <a:pt x="136" y="288"/>
                    <a:pt x="136" y="286"/>
                    <a:pt x="133" y="284"/>
                  </a:cubicBezTo>
                  <a:cubicBezTo>
                    <a:pt x="133" y="285"/>
                    <a:pt x="132" y="284"/>
                    <a:pt x="132" y="286"/>
                  </a:cubicBezTo>
                  <a:cubicBezTo>
                    <a:pt x="131" y="287"/>
                    <a:pt x="131" y="282"/>
                    <a:pt x="129" y="283"/>
                  </a:cubicBezTo>
                  <a:cubicBezTo>
                    <a:pt x="129" y="282"/>
                    <a:pt x="129" y="284"/>
                    <a:pt x="129" y="283"/>
                  </a:cubicBezTo>
                  <a:cubicBezTo>
                    <a:pt x="125" y="285"/>
                    <a:pt x="129" y="282"/>
                    <a:pt x="127" y="279"/>
                  </a:cubicBezTo>
                  <a:cubicBezTo>
                    <a:pt x="120" y="278"/>
                    <a:pt x="113" y="280"/>
                    <a:pt x="107" y="278"/>
                  </a:cubicBezTo>
                  <a:cubicBezTo>
                    <a:pt x="108" y="278"/>
                    <a:pt x="108" y="280"/>
                    <a:pt x="107" y="280"/>
                  </a:cubicBezTo>
                  <a:cubicBezTo>
                    <a:pt x="107" y="276"/>
                    <a:pt x="105" y="280"/>
                    <a:pt x="104" y="279"/>
                  </a:cubicBezTo>
                  <a:cubicBezTo>
                    <a:pt x="104" y="278"/>
                    <a:pt x="105" y="278"/>
                    <a:pt x="105" y="278"/>
                  </a:cubicBezTo>
                  <a:cubicBezTo>
                    <a:pt x="103" y="276"/>
                    <a:pt x="101" y="278"/>
                    <a:pt x="98" y="277"/>
                  </a:cubicBezTo>
                  <a:cubicBezTo>
                    <a:pt x="96" y="278"/>
                    <a:pt x="94" y="275"/>
                    <a:pt x="92" y="277"/>
                  </a:cubicBezTo>
                  <a:cubicBezTo>
                    <a:pt x="93" y="275"/>
                    <a:pt x="91" y="276"/>
                    <a:pt x="91" y="275"/>
                  </a:cubicBezTo>
                  <a:cubicBezTo>
                    <a:pt x="89" y="279"/>
                    <a:pt x="88" y="273"/>
                    <a:pt x="85" y="275"/>
                  </a:cubicBezTo>
                  <a:cubicBezTo>
                    <a:pt x="86" y="275"/>
                    <a:pt x="86" y="275"/>
                    <a:pt x="86" y="275"/>
                  </a:cubicBezTo>
                  <a:cubicBezTo>
                    <a:pt x="80" y="274"/>
                    <a:pt x="77" y="272"/>
                    <a:pt x="72" y="271"/>
                  </a:cubicBezTo>
                  <a:cubicBezTo>
                    <a:pt x="69" y="270"/>
                    <a:pt x="69" y="264"/>
                    <a:pt x="66" y="264"/>
                  </a:cubicBezTo>
                  <a:cubicBezTo>
                    <a:pt x="65" y="265"/>
                    <a:pt x="65" y="265"/>
                    <a:pt x="64" y="265"/>
                  </a:cubicBezTo>
                  <a:cubicBezTo>
                    <a:pt x="64" y="264"/>
                    <a:pt x="65" y="264"/>
                    <a:pt x="65" y="264"/>
                  </a:cubicBezTo>
                  <a:cubicBezTo>
                    <a:pt x="63" y="263"/>
                    <a:pt x="63" y="260"/>
                    <a:pt x="62" y="259"/>
                  </a:cubicBezTo>
                  <a:cubicBezTo>
                    <a:pt x="62" y="259"/>
                    <a:pt x="61" y="258"/>
                    <a:pt x="60" y="259"/>
                  </a:cubicBezTo>
                  <a:cubicBezTo>
                    <a:pt x="61" y="256"/>
                    <a:pt x="56" y="255"/>
                    <a:pt x="57" y="252"/>
                  </a:cubicBezTo>
                  <a:cubicBezTo>
                    <a:pt x="54" y="254"/>
                    <a:pt x="54" y="252"/>
                    <a:pt x="53" y="251"/>
                  </a:cubicBezTo>
                  <a:cubicBezTo>
                    <a:pt x="53" y="251"/>
                    <a:pt x="54" y="250"/>
                    <a:pt x="54" y="250"/>
                  </a:cubicBezTo>
                  <a:cubicBezTo>
                    <a:pt x="53" y="249"/>
                    <a:pt x="53" y="248"/>
                    <a:pt x="53" y="245"/>
                  </a:cubicBezTo>
                  <a:cubicBezTo>
                    <a:pt x="52" y="245"/>
                    <a:pt x="50" y="245"/>
                    <a:pt x="50" y="244"/>
                  </a:cubicBezTo>
                  <a:cubicBezTo>
                    <a:pt x="52" y="242"/>
                    <a:pt x="50" y="241"/>
                    <a:pt x="50" y="240"/>
                  </a:cubicBezTo>
                  <a:cubicBezTo>
                    <a:pt x="48" y="241"/>
                    <a:pt x="46" y="240"/>
                    <a:pt x="47" y="239"/>
                  </a:cubicBezTo>
                  <a:cubicBezTo>
                    <a:pt x="49" y="238"/>
                    <a:pt x="49" y="238"/>
                    <a:pt x="49" y="238"/>
                  </a:cubicBezTo>
                  <a:cubicBezTo>
                    <a:pt x="46" y="235"/>
                    <a:pt x="48" y="230"/>
                    <a:pt x="44" y="225"/>
                  </a:cubicBezTo>
                  <a:cubicBezTo>
                    <a:pt x="45" y="224"/>
                    <a:pt x="45" y="224"/>
                    <a:pt x="45" y="224"/>
                  </a:cubicBezTo>
                  <a:cubicBezTo>
                    <a:pt x="42" y="219"/>
                    <a:pt x="42" y="213"/>
                    <a:pt x="37" y="209"/>
                  </a:cubicBezTo>
                  <a:cubicBezTo>
                    <a:pt x="37" y="208"/>
                    <a:pt x="37" y="207"/>
                    <a:pt x="36" y="205"/>
                  </a:cubicBezTo>
                  <a:cubicBezTo>
                    <a:pt x="37" y="205"/>
                    <a:pt x="39" y="204"/>
                    <a:pt x="40" y="203"/>
                  </a:cubicBezTo>
                  <a:cubicBezTo>
                    <a:pt x="36" y="203"/>
                    <a:pt x="36" y="203"/>
                    <a:pt x="36" y="203"/>
                  </a:cubicBezTo>
                  <a:cubicBezTo>
                    <a:pt x="41" y="201"/>
                    <a:pt x="44" y="197"/>
                    <a:pt x="48" y="196"/>
                  </a:cubicBezTo>
                  <a:cubicBezTo>
                    <a:pt x="47" y="198"/>
                    <a:pt x="49" y="198"/>
                    <a:pt x="49" y="199"/>
                  </a:cubicBezTo>
                  <a:cubicBezTo>
                    <a:pt x="50" y="198"/>
                    <a:pt x="50" y="196"/>
                    <a:pt x="52" y="196"/>
                  </a:cubicBezTo>
                  <a:cubicBezTo>
                    <a:pt x="51" y="199"/>
                    <a:pt x="51" y="199"/>
                    <a:pt x="51" y="199"/>
                  </a:cubicBezTo>
                  <a:cubicBezTo>
                    <a:pt x="52" y="197"/>
                    <a:pt x="56" y="193"/>
                    <a:pt x="59" y="190"/>
                  </a:cubicBezTo>
                  <a:cubicBezTo>
                    <a:pt x="59" y="197"/>
                    <a:pt x="61" y="192"/>
                    <a:pt x="62" y="201"/>
                  </a:cubicBezTo>
                  <a:cubicBezTo>
                    <a:pt x="60" y="200"/>
                    <a:pt x="60" y="200"/>
                    <a:pt x="60" y="200"/>
                  </a:cubicBezTo>
                  <a:cubicBezTo>
                    <a:pt x="61" y="202"/>
                    <a:pt x="61" y="203"/>
                    <a:pt x="62" y="206"/>
                  </a:cubicBezTo>
                  <a:cubicBezTo>
                    <a:pt x="64" y="206"/>
                    <a:pt x="65" y="204"/>
                    <a:pt x="64" y="199"/>
                  </a:cubicBezTo>
                  <a:cubicBezTo>
                    <a:pt x="68" y="202"/>
                    <a:pt x="65" y="203"/>
                    <a:pt x="68" y="212"/>
                  </a:cubicBezTo>
                  <a:cubicBezTo>
                    <a:pt x="71" y="214"/>
                    <a:pt x="66" y="208"/>
                    <a:pt x="69" y="207"/>
                  </a:cubicBezTo>
                  <a:cubicBezTo>
                    <a:pt x="70" y="206"/>
                    <a:pt x="71" y="211"/>
                    <a:pt x="75" y="215"/>
                  </a:cubicBezTo>
                  <a:cubicBezTo>
                    <a:pt x="82" y="221"/>
                    <a:pt x="78" y="220"/>
                    <a:pt x="81" y="223"/>
                  </a:cubicBezTo>
                  <a:cubicBezTo>
                    <a:pt x="79" y="223"/>
                    <a:pt x="71" y="217"/>
                    <a:pt x="73" y="217"/>
                  </a:cubicBezTo>
                  <a:cubicBezTo>
                    <a:pt x="65" y="209"/>
                    <a:pt x="73" y="224"/>
                    <a:pt x="68" y="218"/>
                  </a:cubicBezTo>
                  <a:cubicBezTo>
                    <a:pt x="75" y="226"/>
                    <a:pt x="76" y="226"/>
                    <a:pt x="82" y="226"/>
                  </a:cubicBezTo>
                  <a:cubicBezTo>
                    <a:pt x="79" y="225"/>
                    <a:pt x="85" y="224"/>
                    <a:pt x="82" y="223"/>
                  </a:cubicBezTo>
                  <a:cubicBezTo>
                    <a:pt x="98" y="219"/>
                    <a:pt x="96" y="225"/>
                    <a:pt x="106" y="216"/>
                  </a:cubicBezTo>
                  <a:cubicBezTo>
                    <a:pt x="103" y="216"/>
                    <a:pt x="111" y="202"/>
                    <a:pt x="104" y="206"/>
                  </a:cubicBezTo>
                  <a:cubicBezTo>
                    <a:pt x="104" y="204"/>
                    <a:pt x="105" y="201"/>
                    <a:pt x="107" y="200"/>
                  </a:cubicBezTo>
                  <a:cubicBezTo>
                    <a:pt x="107" y="203"/>
                    <a:pt x="110" y="197"/>
                    <a:pt x="110" y="201"/>
                  </a:cubicBezTo>
                  <a:cubicBezTo>
                    <a:pt x="111" y="198"/>
                    <a:pt x="111" y="198"/>
                    <a:pt x="111" y="198"/>
                  </a:cubicBezTo>
                  <a:cubicBezTo>
                    <a:pt x="111" y="204"/>
                    <a:pt x="111" y="204"/>
                    <a:pt x="111" y="204"/>
                  </a:cubicBezTo>
                  <a:cubicBezTo>
                    <a:pt x="114" y="201"/>
                    <a:pt x="118" y="196"/>
                    <a:pt x="120" y="194"/>
                  </a:cubicBezTo>
                  <a:cubicBezTo>
                    <a:pt x="121" y="189"/>
                    <a:pt x="117" y="195"/>
                    <a:pt x="119" y="190"/>
                  </a:cubicBezTo>
                  <a:cubicBezTo>
                    <a:pt x="119" y="192"/>
                    <a:pt x="121" y="189"/>
                    <a:pt x="122" y="186"/>
                  </a:cubicBezTo>
                  <a:cubicBezTo>
                    <a:pt x="120" y="191"/>
                    <a:pt x="119" y="186"/>
                    <a:pt x="120" y="182"/>
                  </a:cubicBezTo>
                  <a:cubicBezTo>
                    <a:pt x="120" y="181"/>
                    <a:pt x="121" y="180"/>
                    <a:pt x="121" y="179"/>
                  </a:cubicBezTo>
                  <a:cubicBezTo>
                    <a:pt x="122" y="180"/>
                    <a:pt x="122" y="180"/>
                    <a:pt x="122" y="181"/>
                  </a:cubicBezTo>
                  <a:cubicBezTo>
                    <a:pt x="122" y="182"/>
                    <a:pt x="122" y="182"/>
                    <a:pt x="122" y="183"/>
                  </a:cubicBezTo>
                  <a:cubicBezTo>
                    <a:pt x="123" y="183"/>
                    <a:pt x="123" y="183"/>
                    <a:pt x="123" y="183"/>
                  </a:cubicBezTo>
                  <a:cubicBezTo>
                    <a:pt x="123" y="183"/>
                    <a:pt x="122" y="183"/>
                    <a:pt x="122" y="183"/>
                  </a:cubicBezTo>
                  <a:cubicBezTo>
                    <a:pt x="122" y="188"/>
                    <a:pt x="125" y="188"/>
                    <a:pt x="126" y="189"/>
                  </a:cubicBezTo>
                  <a:cubicBezTo>
                    <a:pt x="126" y="193"/>
                    <a:pt x="126" y="193"/>
                    <a:pt x="126" y="193"/>
                  </a:cubicBezTo>
                  <a:cubicBezTo>
                    <a:pt x="127" y="193"/>
                    <a:pt x="127" y="193"/>
                    <a:pt x="127" y="193"/>
                  </a:cubicBezTo>
                  <a:cubicBezTo>
                    <a:pt x="130" y="197"/>
                    <a:pt x="134" y="202"/>
                    <a:pt x="132" y="203"/>
                  </a:cubicBezTo>
                  <a:cubicBezTo>
                    <a:pt x="134" y="205"/>
                    <a:pt x="136" y="206"/>
                    <a:pt x="135" y="203"/>
                  </a:cubicBezTo>
                  <a:cubicBezTo>
                    <a:pt x="136" y="205"/>
                    <a:pt x="140" y="212"/>
                    <a:pt x="151" y="211"/>
                  </a:cubicBezTo>
                  <a:cubicBezTo>
                    <a:pt x="161" y="208"/>
                    <a:pt x="165" y="201"/>
                    <a:pt x="167" y="197"/>
                  </a:cubicBezTo>
                  <a:cubicBezTo>
                    <a:pt x="164" y="201"/>
                    <a:pt x="163" y="200"/>
                    <a:pt x="162" y="200"/>
                  </a:cubicBezTo>
                  <a:cubicBezTo>
                    <a:pt x="161" y="197"/>
                    <a:pt x="164" y="198"/>
                    <a:pt x="164" y="194"/>
                  </a:cubicBezTo>
                  <a:cubicBezTo>
                    <a:pt x="165" y="195"/>
                    <a:pt x="167" y="192"/>
                    <a:pt x="166" y="196"/>
                  </a:cubicBezTo>
                  <a:cubicBezTo>
                    <a:pt x="170" y="191"/>
                    <a:pt x="171" y="185"/>
                    <a:pt x="173" y="179"/>
                  </a:cubicBezTo>
                  <a:cubicBezTo>
                    <a:pt x="173" y="180"/>
                    <a:pt x="173" y="180"/>
                    <a:pt x="174" y="181"/>
                  </a:cubicBezTo>
                  <a:cubicBezTo>
                    <a:pt x="174" y="181"/>
                    <a:pt x="174" y="181"/>
                    <a:pt x="174" y="182"/>
                  </a:cubicBezTo>
                  <a:cubicBezTo>
                    <a:pt x="174" y="182"/>
                    <a:pt x="174" y="182"/>
                    <a:pt x="174" y="183"/>
                  </a:cubicBezTo>
                  <a:cubicBezTo>
                    <a:pt x="175" y="184"/>
                    <a:pt x="175" y="185"/>
                    <a:pt x="176" y="186"/>
                  </a:cubicBezTo>
                  <a:cubicBezTo>
                    <a:pt x="175" y="185"/>
                    <a:pt x="175" y="185"/>
                    <a:pt x="175" y="184"/>
                  </a:cubicBezTo>
                  <a:cubicBezTo>
                    <a:pt x="175" y="185"/>
                    <a:pt x="175" y="186"/>
                    <a:pt x="176" y="187"/>
                  </a:cubicBezTo>
                  <a:cubicBezTo>
                    <a:pt x="176" y="187"/>
                    <a:pt x="176" y="187"/>
                    <a:pt x="176" y="187"/>
                  </a:cubicBezTo>
                  <a:cubicBezTo>
                    <a:pt x="177" y="189"/>
                    <a:pt x="177" y="190"/>
                    <a:pt x="178" y="191"/>
                  </a:cubicBezTo>
                  <a:cubicBezTo>
                    <a:pt x="176" y="191"/>
                    <a:pt x="176" y="191"/>
                    <a:pt x="176" y="191"/>
                  </a:cubicBezTo>
                  <a:cubicBezTo>
                    <a:pt x="176" y="194"/>
                    <a:pt x="188" y="201"/>
                    <a:pt x="189" y="198"/>
                  </a:cubicBezTo>
                  <a:cubicBezTo>
                    <a:pt x="205" y="196"/>
                    <a:pt x="210" y="186"/>
                    <a:pt x="213" y="179"/>
                  </a:cubicBezTo>
                  <a:cubicBezTo>
                    <a:pt x="214" y="178"/>
                    <a:pt x="214" y="178"/>
                    <a:pt x="214" y="178"/>
                  </a:cubicBezTo>
                  <a:cubicBezTo>
                    <a:pt x="214" y="178"/>
                    <a:pt x="214" y="178"/>
                    <a:pt x="214" y="178"/>
                  </a:cubicBezTo>
                  <a:cubicBezTo>
                    <a:pt x="214" y="178"/>
                    <a:pt x="214" y="177"/>
                    <a:pt x="214" y="177"/>
                  </a:cubicBezTo>
                  <a:cubicBezTo>
                    <a:pt x="214" y="177"/>
                    <a:pt x="215" y="177"/>
                    <a:pt x="215" y="177"/>
                  </a:cubicBezTo>
                  <a:cubicBezTo>
                    <a:pt x="219" y="183"/>
                    <a:pt x="215" y="181"/>
                    <a:pt x="216" y="184"/>
                  </a:cubicBezTo>
                  <a:cubicBezTo>
                    <a:pt x="224" y="191"/>
                    <a:pt x="234" y="187"/>
                    <a:pt x="239" y="182"/>
                  </a:cubicBezTo>
                  <a:cubicBezTo>
                    <a:pt x="239" y="182"/>
                    <a:pt x="240" y="183"/>
                    <a:pt x="239" y="183"/>
                  </a:cubicBezTo>
                  <a:cubicBezTo>
                    <a:pt x="244" y="179"/>
                    <a:pt x="250" y="173"/>
                    <a:pt x="253" y="167"/>
                  </a:cubicBezTo>
                  <a:cubicBezTo>
                    <a:pt x="255" y="173"/>
                    <a:pt x="258" y="178"/>
                    <a:pt x="262" y="183"/>
                  </a:cubicBezTo>
                  <a:cubicBezTo>
                    <a:pt x="272" y="194"/>
                    <a:pt x="282" y="179"/>
                    <a:pt x="282" y="172"/>
                  </a:cubicBezTo>
                  <a:cubicBezTo>
                    <a:pt x="282" y="171"/>
                    <a:pt x="283" y="172"/>
                    <a:pt x="283" y="173"/>
                  </a:cubicBezTo>
                  <a:cubicBezTo>
                    <a:pt x="283" y="162"/>
                    <a:pt x="288" y="150"/>
                    <a:pt x="283" y="141"/>
                  </a:cubicBezTo>
                  <a:cubicBezTo>
                    <a:pt x="281" y="138"/>
                    <a:pt x="281" y="138"/>
                    <a:pt x="281" y="138"/>
                  </a:cubicBezTo>
                  <a:cubicBezTo>
                    <a:pt x="282" y="136"/>
                    <a:pt x="283" y="136"/>
                    <a:pt x="284" y="134"/>
                  </a:cubicBezTo>
                  <a:cubicBezTo>
                    <a:pt x="283" y="132"/>
                    <a:pt x="283" y="124"/>
                    <a:pt x="282" y="122"/>
                  </a:cubicBezTo>
                  <a:cubicBezTo>
                    <a:pt x="283" y="121"/>
                    <a:pt x="283" y="123"/>
                    <a:pt x="283" y="123"/>
                  </a:cubicBezTo>
                  <a:cubicBezTo>
                    <a:pt x="284" y="122"/>
                    <a:pt x="284" y="121"/>
                    <a:pt x="284" y="120"/>
                  </a:cubicBezTo>
                  <a:cubicBezTo>
                    <a:pt x="285" y="120"/>
                    <a:pt x="286" y="120"/>
                    <a:pt x="287" y="120"/>
                  </a:cubicBezTo>
                  <a:cubicBezTo>
                    <a:pt x="293" y="141"/>
                    <a:pt x="294" y="171"/>
                    <a:pt x="312" y="180"/>
                  </a:cubicBezTo>
                  <a:cubicBezTo>
                    <a:pt x="316" y="182"/>
                    <a:pt x="313" y="183"/>
                    <a:pt x="315" y="184"/>
                  </a:cubicBezTo>
                  <a:cubicBezTo>
                    <a:pt x="325" y="187"/>
                    <a:pt x="336" y="188"/>
                    <a:pt x="347" y="188"/>
                  </a:cubicBezTo>
                  <a:cubicBezTo>
                    <a:pt x="346" y="189"/>
                    <a:pt x="345" y="190"/>
                    <a:pt x="344" y="191"/>
                  </a:cubicBezTo>
                  <a:cubicBezTo>
                    <a:pt x="346" y="193"/>
                    <a:pt x="342" y="195"/>
                    <a:pt x="343" y="196"/>
                  </a:cubicBezTo>
                  <a:cubicBezTo>
                    <a:pt x="343" y="196"/>
                    <a:pt x="343" y="196"/>
                    <a:pt x="343" y="195"/>
                  </a:cubicBezTo>
                  <a:cubicBezTo>
                    <a:pt x="340" y="201"/>
                    <a:pt x="343" y="196"/>
                    <a:pt x="338" y="200"/>
                  </a:cubicBezTo>
                  <a:cubicBezTo>
                    <a:pt x="327" y="213"/>
                    <a:pt x="329" y="230"/>
                    <a:pt x="329" y="240"/>
                  </a:cubicBezTo>
                  <a:cubicBezTo>
                    <a:pt x="330" y="251"/>
                    <a:pt x="331" y="257"/>
                    <a:pt x="326" y="263"/>
                  </a:cubicBezTo>
                  <a:cubicBezTo>
                    <a:pt x="327" y="267"/>
                    <a:pt x="324" y="267"/>
                    <a:pt x="325" y="270"/>
                  </a:cubicBezTo>
                  <a:cubicBezTo>
                    <a:pt x="324" y="269"/>
                    <a:pt x="324" y="269"/>
                    <a:pt x="324" y="269"/>
                  </a:cubicBezTo>
                  <a:cubicBezTo>
                    <a:pt x="324" y="271"/>
                    <a:pt x="323" y="270"/>
                    <a:pt x="321" y="270"/>
                  </a:cubicBezTo>
                  <a:cubicBezTo>
                    <a:pt x="321" y="271"/>
                    <a:pt x="320" y="271"/>
                    <a:pt x="321" y="272"/>
                  </a:cubicBezTo>
                  <a:cubicBezTo>
                    <a:pt x="322" y="274"/>
                    <a:pt x="319" y="270"/>
                    <a:pt x="318" y="271"/>
                  </a:cubicBezTo>
                  <a:cubicBezTo>
                    <a:pt x="318" y="271"/>
                    <a:pt x="319" y="272"/>
                    <a:pt x="318" y="272"/>
                  </a:cubicBezTo>
                  <a:cubicBezTo>
                    <a:pt x="317" y="275"/>
                    <a:pt x="318" y="271"/>
                    <a:pt x="315" y="270"/>
                  </a:cubicBezTo>
                  <a:cubicBezTo>
                    <a:pt x="311" y="273"/>
                    <a:pt x="306" y="276"/>
                    <a:pt x="302" y="277"/>
                  </a:cubicBezTo>
                  <a:cubicBezTo>
                    <a:pt x="302" y="277"/>
                    <a:pt x="303" y="278"/>
                    <a:pt x="302" y="278"/>
                  </a:cubicBezTo>
                  <a:cubicBezTo>
                    <a:pt x="301" y="275"/>
                    <a:pt x="301" y="280"/>
                    <a:pt x="299" y="279"/>
                  </a:cubicBezTo>
                  <a:cubicBezTo>
                    <a:pt x="300" y="277"/>
                    <a:pt x="300" y="277"/>
                    <a:pt x="300" y="277"/>
                  </a:cubicBezTo>
                  <a:cubicBezTo>
                    <a:pt x="297" y="277"/>
                    <a:pt x="296" y="279"/>
                    <a:pt x="293" y="279"/>
                  </a:cubicBezTo>
                  <a:cubicBezTo>
                    <a:pt x="292" y="280"/>
                    <a:pt x="288" y="279"/>
                    <a:pt x="287" y="281"/>
                  </a:cubicBezTo>
                  <a:cubicBezTo>
                    <a:pt x="287" y="280"/>
                    <a:pt x="286" y="280"/>
                    <a:pt x="285" y="280"/>
                  </a:cubicBezTo>
                  <a:cubicBezTo>
                    <a:pt x="285" y="284"/>
                    <a:pt x="281" y="280"/>
                    <a:pt x="280" y="284"/>
                  </a:cubicBezTo>
                  <a:cubicBezTo>
                    <a:pt x="280" y="283"/>
                    <a:pt x="280" y="283"/>
                    <a:pt x="280" y="283"/>
                  </a:cubicBezTo>
                  <a:cubicBezTo>
                    <a:pt x="274" y="287"/>
                    <a:pt x="267" y="290"/>
                    <a:pt x="263" y="297"/>
                  </a:cubicBezTo>
                  <a:cubicBezTo>
                    <a:pt x="260" y="300"/>
                    <a:pt x="256" y="300"/>
                    <a:pt x="254" y="305"/>
                  </a:cubicBezTo>
                  <a:cubicBezTo>
                    <a:pt x="254" y="306"/>
                    <a:pt x="255" y="306"/>
                    <a:pt x="255" y="307"/>
                  </a:cubicBezTo>
                  <a:cubicBezTo>
                    <a:pt x="255" y="308"/>
                    <a:pt x="254" y="306"/>
                    <a:pt x="254" y="306"/>
                  </a:cubicBezTo>
                  <a:cubicBezTo>
                    <a:pt x="254" y="309"/>
                    <a:pt x="251" y="310"/>
                    <a:pt x="250" y="312"/>
                  </a:cubicBezTo>
                  <a:cubicBezTo>
                    <a:pt x="250" y="313"/>
                    <a:pt x="250" y="314"/>
                    <a:pt x="251" y="314"/>
                  </a:cubicBezTo>
                  <a:cubicBezTo>
                    <a:pt x="247" y="315"/>
                    <a:pt x="248" y="320"/>
                    <a:pt x="245" y="322"/>
                  </a:cubicBezTo>
                  <a:cubicBezTo>
                    <a:pt x="248" y="322"/>
                    <a:pt x="246" y="324"/>
                    <a:pt x="247" y="325"/>
                  </a:cubicBezTo>
                  <a:cubicBezTo>
                    <a:pt x="246" y="326"/>
                    <a:pt x="245" y="326"/>
                    <a:pt x="245" y="325"/>
                  </a:cubicBezTo>
                  <a:cubicBezTo>
                    <a:pt x="245" y="327"/>
                    <a:pt x="244" y="328"/>
                    <a:pt x="243" y="330"/>
                  </a:cubicBezTo>
                  <a:cubicBezTo>
                    <a:pt x="243" y="332"/>
                    <a:pt x="244" y="333"/>
                    <a:pt x="243" y="334"/>
                  </a:cubicBezTo>
                  <a:cubicBezTo>
                    <a:pt x="241" y="334"/>
                    <a:pt x="242" y="336"/>
                    <a:pt x="241" y="338"/>
                  </a:cubicBezTo>
                  <a:cubicBezTo>
                    <a:pt x="243" y="338"/>
                    <a:pt x="244" y="340"/>
                    <a:pt x="243" y="341"/>
                  </a:cubicBezTo>
                  <a:cubicBezTo>
                    <a:pt x="240" y="340"/>
                    <a:pt x="240" y="340"/>
                    <a:pt x="240" y="340"/>
                  </a:cubicBezTo>
                  <a:cubicBezTo>
                    <a:pt x="241" y="344"/>
                    <a:pt x="237" y="350"/>
                    <a:pt x="240" y="355"/>
                  </a:cubicBezTo>
                  <a:cubicBezTo>
                    <a:pt x="238" y="355"/>
                    <a:pt x="238" y="355"/>
                    <a:pt x="238" y="355"/>
                  </a:cubicBezTo>
                  <a:cubicBezTo>
                    <a:pt x="239" y="360"/>
                    <a:pt x="236" y="365"/>
                    <a:pt x="239" y="370"/>
                  </a:cubicBezTo>
                  <a:cubicBezTo>
                    <a:pt x="238" y="371"/>
                    <a:pt x="237" y="373"/>
                    <a:pt x="237" y="374"/>
                  </a:cubicBezTo>
                  <a:cubicBezTo>
                    <a:pt x="239" y="376"/>
                    <a:pt x="238" y="376"/>
                    <a:pt x="241" y="378"/>
                  </a:cubicBezTo>
                  <a:cubicBezTo>
                    <a:pt x="241" y="378"/>
                    <a:pt x="239" y="379"/>
                    <a:pt x="239" y="379"/>
                  </a:cubicBezTo>
                  <a:cubicBezTo>
                    <a:pt x="238" y="381"/>
                    <a:pt x="236" y="383"/>
                    <a:pt x="238" y="385"/>
                  </a:cubicBezTo>
                  <a:cubicBezTo>
                    <a:pt x="237" y="385"/>
                    <a:pt x="237" y="385"/>
                    <a:pt x="237" y="385"/>
                  </a:cubicBezTo>
                  <a:cubicBezTo>
                    <a:pt x="238" y="387"/>
                    <a:pt x="240" y="389"/>
                    <a:pt x="238" y="391"/>
                  </a:cubicBezTo>
                  <a:cubicBezTo>
                    <a:pt x="239" y="391"/>
                    <a:pt x="239" y="393"/>
                    <a:pt x="241" y="393"/>
                  </a:cubicBezTo>
                  <a:cubicBezTo>
                    <a:pt x="241" y="393"/>
                    <a:pt x="239" y="393"/>
                    <a:pt x="240" y="394"/>
                  </a:cubicBezTo>
                  <a:cubicBezTo>
                    <a:pt x="238" y="393"/>
                    <a:pt x="238" y="393"/>
                    <a:pt x="238" y="393"/>
                  </a:cubicBezTo>
                  <a:cubicBezTo>
                    <a:pt x="237" y="397"/>
                    <a:pt x="238" y="401"/>
                    <a:pt x="239" y="405"/>
                  </a:cubicBezTo>
                  <a:cubicBezTo>
                    <a:pt x="236" y="406"/>
                    <a:pt x="239" y="409"/>
                    <a:pt x="237" y="411"/>
                  </a:cubicBezTo>
                  <a:cubicBezTo>
                    <a:pt x="239" y="412"/>
                    <a:pt x="237" y="415"/>
                    <a:pt x="240" y="416"/>
                  </a:cubicBezTo>
                  <a:cubicBezTo>
                    <a:pt x="238" y="416"/>
                    <a:pt x="238" y="416"/>
                    <a:pt x="238" y="416"/>
                  </a:cubicBezTo>
                  <a:cubicBezTo>
                    <a:pt x="238" y="418"/>
                    <a:pt x="238" y="420"/>
                    <a:pt x="237" y="423"/>
                  </a:cubicBezTo>
                  <a:cubicBezTo>
                    <a:pt x="237" y="424"/>
                    <a:pt x="239" y="424"/>
                    <a:pt x="240" y="425"/>
                  </a:cubicBezTo>
                  <a:cubicBezTo>
                    <a:pt x="238" y="425"/>
                    <a:pt x="238" y="425"/>
                    <a:pt x="238" y="425"/>
                  </a:cubicBezTo>
                  <a:cubicBezTo>
                    <a:pt x="239" y="426"/>
                    <a:pt x="241" y="427"/>
                    <a:pt x="243" y="427"/>
                  </a:cubicBezTo>
                  <a:cubicBezTo>
                    <a:pt x="242" y="428"/>
                    <a:pt x="243" y="428"/>
                    <a:pt x="242" y="429"/>
                  </a:cubicBezTo>
                  <a:cubicBezTo>
                    <a:pt x="241" y="428"/>
                    <a:pt x="239" y="428"/>
                    <a:pt x="237" y="427"/>
                  </a:cubicBezTo>
                  <a:cubicBezTo>
                    <a:pt x="237" y="428"/>
                    <a:pt x="240" y="430"/>
                    <a:pt x="238" y="431"/>
                  </a:cubicBezTo>
                  <a:cubicBezTo>
                    <a:pt x="238" y="432"/>
                    <a:pt x="239" y="433"/>
                    <a:pt x="241" y="433"/>
                  </a:cubicBezTo>
                  <a:cubicBezTo>
                    <a:pt x="240" y="433"/>
                    <a:pt x="239" y="434"/>
                    <a:pt x="239" y="433"/>
                  </a:cubicBezTo>
                  <a:cubicBezTo>
                    <a:pt x="239" y="434"/>
                    <a:pt x="239" y="435"/>
                    <a:pt x="240" y="435"/>
                  </a:cubicBezTo>
                  <a:cubicBezTo>
                    <a:pt x="240" y="435"/>
                    <a:pt x="240" y="435"/>
                    <a:pt x="240" y="435"/>
                  </a:cubicBezTo>
                  <a:cubicBezTo>
                    <a:pt x="241" y="435"/>
                    <a:pt x="241" y="436"/>
                    <a:pt x="243" y="436"/>
                  </a:cubicBezTo>
                  <a:cubicBezTo>
                    <a:pt x="243" y="435"/>
                    <a:pt x="243" y="435"/>
                    <a:pt x="243" y="435"/>
                  </a:cubicBezTo>
                  <a:cubicBezTo>
                    <a:pt x="244" y="435"/>
                    <a:pt x="245" y="436"/>
                    <a:pt x="243" y="437"/>
                  </a:cubicBezTo>
                  <a:cubicBezTo>
                    <a:pt x="242" y="437"/>
                    <a:pt x="241" y="436"/>
                    <a:pt x="240" y="437"/>
                  </a:cubicBezTo>
                  <a:cubicBezTo>
                    <a:pt x="244" y="439"/>
                    <a:pt x="244" y="439"/>
                    <a:pt x="244" y="439"/>
                  </a:cubicBezTo>
                  <a:cubicBezTo>
                    <a:pt x="243" y="439"/>
                    <a:pt x="244" y="438"/>
                    <a:pt x="245" y="438"/>
                  </a:cubicBezTo>
                  <a:cubicBezTo>
                    <a:pt x="244" y="437"/>
                    <a:pt x="244" y="437"/>
                    <a:pt x="244" y="437"/>
                  </a:cubicBezTo>
                  <a:cubicBezTo>
                    <a:pt x="246" y="437"/>
                    <a:pt x="246" y="437"/>
                    <a:pt x="246" y="437"/>
                  </a:cubicBezTo>
                  <a:cubicBezTo>
                    <a:pt x="245" y="435"/>
                    <a:pt x="246" y="434"/>
                    <a:pt x="245" y="432"/>
                  </a:cubicBezTo>
                  <a:cubicBezTo>
                    <a:pt x="244" y="433"/>
                    <a:pt x="244" y="433"/>
                    <a:pt x="244" y="433"/>
                  </a:cubicBezTo>
                  <a:cubicBezTo>
                    <a:pt x="243" y="432"/>
                    <a:pt x="241" y="431"/>
                    <a:pt x="243" y="430"/>
                  </a:cubicBezTo>
                  <a:cubicBezTo>
                    <a:pt x="244" y="430"/>
                    <a:pt x="244" y="430"/>
                    <a:pt x="245" y="430"/>
                  </a:cubicBezTo>
                  <a:cubicBezTo>
                    <a:pt x="245" y="430"/>
                    <a:pt x="244" y="430"/>
                    <a:pt x="244" y="429"/>
                  </a:cubicBezTo>
                  <a:cubicBezTo>
                    <a:pt x="247" y="430"/>
                    <a:pt x="247" y="430"/>
                    <a:pt x="247" y="430"/>
                  </a:cubicBezTo>
                  <a:cubicBezTo>
                    <a:pt x="243" y="429"/>
                    <a:pt x="246" y="427"/>
                    <a:pt x="245" y="427"/>
                  </a:cubicBezTo>
                  <a:cubicBezTo>
                    <a:pt x="246" y="427"/>
                    <a:pt x="246" y="427"/>
                    <a:pt x="246" y="427"/>
                  </a:cubicBezTo>
                  <a:cubicBezTo>
                    <a:pt x="247" y="425"/>
                    <a:pt x="244" y="427"/>
                    <a:pt x="244" y="426"/>
                  </a:cubicBezTo>
                  <a:cubicBezTo>
                    <a:pt x="245" y="425"/>
                    <a:pt x="247" y="426"/>
                    <a:pt x="248" y="425"/>
                  </a:cubicBezTo>
                  <a:cubicBezTo>
                    <a:pt x="248" y="423"/>
                    <a:pt x="246" y="421"/>
                    <a:pt x="248" y="419"/>
                  </a:cubicBezTo>
                  <a:cubicBezTo>
                    <a:pt x="248" y="418"/>
                    <a:pt x="247" y="416"/>
                    <a:pt x="246" y="415"/>
                  </a:cubicBezTo>
                  <a:cubicBezTo>
                    <a:pt x="246" y="414"/>
                    <a:pt x="248" y="415"/>
                    <a:pt x="247" y="414"/>
                  </a:cubicBezTo>
                  <a:cubicBezTo>
                    <a:pt x="248" y="414"/>
                    <a:pt x="249" y="414"/>
                    <a:pt x="250" y="414"/>
                  </a:cubicBezTo>
                  <a:cubicBezTo>
                    <a:pt x="249" y="414"/>
                    <a:pt x="250" y="412"/>
                    <a:pt x="248" y="413"/>
                  </a:cubicBezTo>
                  <a:cubicBezTo>
                    <a:pt x="249" y="411"/>
                    <a:pt x="249" y="409"/>
                    <a:pt x="249" y="407"/>
                  </a:cubicBezTo>
                  <a:cubicBezTo>
                    <a:pt x="249" y="408"/>
                    <a:pt x="250" y="408"/>
                    <a:pt x="251" y="407"/>
                  </a:cubicBezTo>
                  <a:cubicBezTo>
                    <a:pt x="250" y="406"/>
                    <a:pt x="249" y="405"/>
                    <a:pt x="249" y="403"/>
                  </a:cubicBezTo>
                  <a:cubicBezTo>
                    <a:pt x="248" y="403"/>
                    <a:pt x="248" y="404"/>
                    <a:pt x="246" y="403"/>
                  </a:cubicBezTo>
                  <a:cubicBezTo>
                    <a:pt x="246" y="403"/>
                    <a:pt x="245" y="403"/>
                    <a:pt x="245" y="402"/>
                  </a:cubicBezTo>
                  <a:cubicBezTo>
                    <a:pt x="247" y="402"/>
                    <a:pt x="250" y="403"/>
                    <a:pt x="250" y="401"/>
                  </a:cubicBezTo>
                  <a:cubicBezTo>
                    <a:pt x="253" y="402"/>
                    <a:pt x="249" y="404"/>
                    <a:pt x="252" y="403"/>
                  </a:cubicBezTo>
                  <a:cubicBezTo>
                    <a:pt x="254" y="404"/>
                    <a:pt x="254" y="406"/>
                    <a:pt x="253" y="407"/>
                  </a:cubicBezTo>
                  <a:cubicBezTo>
                    <a:pt x="255" y="408"/>
                    <a:pt x="253" y="406"/>
                    <a:pt x="256" y="406"/>
                  </a:cubicBezTo>
                  <a:cubicBezTo>
                    <a:pt x="256" y="405"/>
                    <a:pt x="254" y="405"/>
                    <a:pt x="254" y="403"/>
                  </a:cubicBezTo>
                  <a:cubicBezTo>
                    <a:pt x="253" y="403"/>
                    <a:pt x="253" y="403"/>
                    <a:pt x="252" y="402"/>
                  </a:cubicBezTo>
                  <a:cubicBezTo>
                    <a:pt x="249" y="401"/>
                    <a:pt x="254" y="401"/>
                    <a:pt x="254" y="400"/>
                  </a:cubicBezTo>
                  <a:cubicBezTo>
                    <a:pt x="254" y="401"/>
                    <a:pt x="254" y="401"/>
                    <a:pt x="254" y="401"/>
                  </a:cubicBezTo>
                  <a:cubicBezTo>
                    <a:pt x="255" y="400"/>
                    <a:pt x="254" y="400"/>
                    <a:pt x="254" y="399"/>
                  </a:cubicBezTo>
                  <a:cubicBezTo>
                    <a:pt x="257" y="398"/>
                    <a:pt x="254" y="400"/>
                    <a:pt x="256" y="401"/>
                  </a:cubicBezTo>
                  <a:cubicBezTo>
                    <a:pt x="258" y="400"/>
                    <a:pt x="258" y="400"/>
                    <a:pt x="258" y="400"/>
                  </a:cubicBezTo>
                  <a:cubicBezTo>
                    <a:pt x="259" y="399"/>
                    <a:pt x="256" y="400"/>
                    <a:pt x="257" y="398"/>
                  </a:cubicBezTo>
                  <a:cubicBezTo>
                    <a:pt x="258" y="398"/>
                    <a:pt x="258" y="398"/>
                    <a:pt x="258" y="398"/>
                  </a:cubicBezTo>
                  <a:cubicBezTo>
                    <a:pt x="257" y="397"/>
                    <a:pt x="257" y="397"/>
                    <a:pt x="257" y="397"/>
                  </a:cubicBezTo>
                  <a:cubicBezTo>
                    <a:pt x="256" y="397"/>
                    <a:pt x="254" y="397"/>
                    <a:pt x="254" y="398"/>
                  </a:cubicBezTo>
                  <a:cubicBezTo>
                    <a:pt x="251" y="397"/>
                    <a:pt x="254" y="397"/>
                    <a:pt x="254" y="396"/>
                  </a:cubicBezTo>
                  <a:cubicBezTo>
                    <a:pt x="252" y="395"/>
                    <a:pt x="254" y="396"/>
                    <a:pt x="252" y="396"/>
                  </a:cubicBezTo>
                  <a:cubicBezTo>
                    <a:pt x="250" y="396"/>
                    <a:pt x="250" y="395"/>
                    <a:pt x="250" y="394"/>
                  </a:cubicBezTo>
                  <a:cubicBezTo>
                    <a:pt x="250" y="393"/>
                    <a:pt x="252" y="394"/>
                    <a:pt x="253" y="393"/>
                  </a:cubicBezTo>
                  <a:cubicBezTo>
                    <a:pt x="254" y="394"/>
                    <a:pt x="254" y="395"/>
                    <a:pt x="253" y="394"/>
                  </a:cubicBezTo>
                  <a:cubicBezTo>
                    <a:pt x="254" y="396"/>
                    <a:pt x="256" y="394"/>
                    <a:pt x="258" y="395"/>
                  </a:cubicBezTo>
                  <a:cubicBezTo>
                    <a:pt x="259" y="394"/>
                    <a:pt x="257" y="394"/>
                    <a:pt x="256" y="393"/>
                  </a:cubicBezTo>
                  <a:cubicBezTo>
                    <a:pt x="256" y="394"/>
                    <a:pt x="254" y="393"/>
                    <a:pt x="254" y="393"/>
                  </a:cubicBezTo>
                  <a:cubicBezTo>
                    <a:pt x="249" y="391"/>
                    <a:pt x="257" y="392"/>
                    <a:pt x="257" y="390"/>
                  </a:cubicBezTo>
                  <a:cubicBezTo>
                    <a:pt x="253" y="390"/>
                    <a:pt x="252" y="387"/>
                    <a:pt x="249" y="389"/>
                  </a:cubicBezTo>
                  <a:cubicBezTo>
                    <a:pt x="248" y="388"/>
                    <a:pt x="248" y="387"/>
                    <a:pt x="248" y="387"/>
                  </a:cubicBezTo>
                  <a:cubicBezTo>
                    <a:pt x="250" y="388"/>
                    <a:pt x="250" y="386"/>
                    <a:pt x="252" y="387"/>
                  </a:cubicBezTo>
                  <a:cubicBezTo>
                    <a:pt x="252" y="386"/>
                    <a:pt x="252" y="386"/>
                    <a:pt x="252" y="386"/>
                  </a:cubicBezTo>
                  <a:cubicBezTo>
                    <a:pt x="254" y="388"/>
                    <a:pt x="254" y="388"/>
                    <a:pt x="254" y="388"/>
                  </a:cubicBezTo>
                  <a:cubicBezTo>
                    <a:pt x="256" y="387"/>
                    <a:pt x="257" y="385"/>
                    <a:pt x="258" y="386"/>
                  </a:cubicBezTo>
                  <a:cubicBezTo>
                    <a:pt x="257" y="385"/>
                    <a:pt x="256" y="386"/>
                    <a:pt x="256" y="385"/>
                  </a:cubicBezTo>
                  <a:cubicBezTo>
                    <a:pt x="257" y="385"/>
                    <a:pt x="258" y="385"/>
                    <a:pt x="258" y="384"/>
                  </a:cubicBezTo>
                  <a:cubicBezTo>
                    <a:pt x="257" y="385"/>
                    <a:pt x="255" y="384"/>
                    <a:pt x="254" y="383"/>
                  </a:cubicBezTo>
                  <a:cubicBezTo>
                    <a:pt x="255" y="382"/>
                    <a:pt x="257" y="382"/>
                    <a:pt x="257" y="382"/>
                  </a:cubicBezTo>
                  <a:cubicBezTo>
                    <a:pt x="259" y="383"/>
                    <a:pt x="259" y="383"/>
                    <a:pt x="259" y="383"/>
                  </a:cubicBezTo>
                  <a:cubicBezTo>
                    <a:pt x="257" y="382"/>
                    <a:pt x="260" y="383"/>
                    <a:pt x="259" y="382"/>
                  </a:cubicBezTo>
                  <a:cubicBezTo>
                    <a:pt x="258" y="381"/>
                    <a:pt x="256" y="381"/>
                    <a:pt x="255" y="380"/>
                  </a:cubicBezTo>
                  <a:cubicBezTo>
                    <a:pt x="254" y="380"/>
                    <a:pt x="256" y="379"/>
                    <a:pt x="256" y="379"/>
                  </a:cubicBezTo>
                  <a:cubicBezTo>
                    <a:pt x="257" y="380"/>
                    <a:pt x="257" y="380"/>
                    <a:pt x="257" y="380"/>
                  </a:cubicBezTo>
                  <a:cubicBezTo>
                    <a:pt x="256" y="379"/>
                    <a:pt x="260" y="380"/>
                    <a:pt x="259" y="379"/>
                  </a:cubicBezTo>
                  <a:cubicBezTo>
                    <a:pt x="258" y="378"/>
                    <a:pt x="258" y="378"/>
                    <a:pt x="258" y="378"/>
                  </a:cubicBezTo>
                  <a:cubicBezTo>
                    <a:pt x="258" y="378"/>
                    <a:pt x="259" y="378"/>
                    <a:pt x="259" y="378"/>
                  </a:cubicBezTo>
                  <a:cubicBezTo>
                    <a:pt x="258" y="378"/>
                    <a:pt x="258" y="377"/>
                    <a:pt x="258" y="377"/>
                  </a:cubicBezTo>
                  <a:cubicBezTo>
                    <a:pt x="259" y="377"/>
                    <a:pt x="259" y="377"/>
                    <a:pt x="259" y="377"/>
                  </a:cubicBezTo>
                  <a:cubicBezTo>
                    <a:pt x="258" y="376"/>
                    <a:pt x="256" y="375"/>
                    <a:pt x="258" y="375"/>
                  </a:cubicBezTo>
                  <a:cubicBezTo>
                    <a:pt x="256" y="375"/>
                    <a:pt x="258" y="376"/>
                    <a:pt x="257" y="376"/>
                  </a:cubicBezTo>
                  <a:cubicBezTo>
                    <a:pt x="255" y="377"/>
                    <a:pt x="255" y="375"/>
                    <a:pt x="255" y="375"/>
                  </a:cubicBezTo>
                  <a:cubicBezTo>
                    <a:pt x="258" y="375"/>
                    <a:pt x="255" y="374"/>
                    <a:pt x="255" y="373"/>
                  </a:cubicBezTo>
                  <a:cubicBezTo>
                    <a:pt x="256" y="373"/>
                    <a:pt x="257" y="372"/>
                    <a:pt x="258" y="372"/>
                  </a:cubicBezTo>
                  <a:cubicBezTo>
                    <a:pt x="256" y="372"/>
                    <a:pt x="256" y="372"/>
                    <a:pt x="256" y="372"/>
                  </a:cubicBezTo>
                  <a:cubicBezTo>
                    <a:pt x="259" y="372"/>
                    <a:pt x="255" y="370"/>
                    <a:pt x="256" y="370"/>
                  </a:cubicBezTo>
                  <a:cubicBezTo>
                    <a:pt x="257" y="370"/>
                    <a:pt x="259" y="370"/>
                    <a:pt x="259" y="370"/>
                  </a:cubicBezTo>
                  <a:cubicBezTo>
                    <a:pt x="257" y="370"/>
                    <a:pt x="256" y="368"/>
                    <a:pt x="254" y="368"/>
                  </a:cubicBezTo>
                  <a:cubicBezTo>
                    <a:pt x="255" y="367"/>
                    <a:pt x="258" y="369"/>
                    <a:pt x="260" y="369"/>
                  </a:cubicBezTo>
                  <a:cubicBezTo>
                    <a:pt x="258" y="368"/>
                    <a:pt x="261" y="367"/>
                    <a:pt x="258" y="366"/>
                  </a:cubicBezTo>
                  <a:cubicBezTo>
                    <a:pt x="257" y="367"/>
                    <a:pt x="257" y="366"/>
                    <a:pt x="256" y="366"/>
                  </a:cubicBezTo>
                  <a:cubicBezTo>
                    <a:pt x="256" y="365"/>
                    <a:pt x="257" y="366"/>
                    <a:pt x="258" y="365"/>
                  </a:cubicBezTo>
                  <a:cubicBezTo>
                    <a:pt x="258" y="365"/>
                    <a:pt x="256" y="364"/>
                    <a:pt x="255" y="365"/>
                  </a:cubicBezTo>
                  <a:cubicBezTo>
                    <a:pt x="255" y="364"/>
                    <a:pt x="253" y="363"/>
                    <a:pt x="255" y="362"/>
                  </a:cubicBezTo>
                  <a:cubicBezTo>
                    <a:pt x="256" y="362"/>
                    <a:pt x="255" y="364"/>
                    <a:pt x="257" y="363"/>
                  </a:cubicBezTo>
                  <a:cubicBezTo>
                    <a:pt x="257" y="362"/>
                    <a:pt x="253" y="362"/>
                    <a:pt x="252" y="360"/>
                  </a:cubicBezTo>
                  <a:cubicBezTo>
                    <a:pt x="251" y="361"/>
                    <a:pt x="248" y="360"/>
                    <a:pt x="248" y="359"/>
                  </a:cubicBezTo>
                  <a:cubicBezTo>
                    <a:pt x="249" y="357"/>
                    <a:pt x="248" y="360"/>
                    <a:pt x="251" y="360"/>
                  </a:cubicBezTo>
                  <a:cubicBezTo>
                    <a:pt x="250" y="359"/>
                    <a:pt x="250" y="359"/>
                    <a:pt x="250" y="359"/>
                  </a:cubicBezTo>
                  <a:cubicBezTo>
                    <a:pt x="254" y="358"/>
                    <a:pt x="255" y="362"/>
                    <a:pt x="257" y="361"/>
                  </a:cubicBezTo>
                  <a:cubicBezTo>
                    <a:pt x="257" y="360"/>
                    <a:pt x="257" y="360"/>
                    <a:pt x="257" y="360"/>
                  </a:cubicBezTo>
                  <a:cubicBezTo>
                    <a:pt x="257" y="360"/>
                    <a:pt x="259" y="361"/>
                    <a:pt x="260" y="361"/>
                  </a:cubicBezTo>
                  <a:cubicBezTo>
                    <a:pt x="258" y="360"/>
                    <a:pt x="259" y="359"/>
                    <a:pt x="259" y="359"/>
                  </a:cubicBezTo>
                  <a:cubicBezTo>
                    <a:pt x="257" y="358"/>
                    <a:pt x="259" y="359"/>
                    <a:pt x="258" y="359"/>
                  </a:cubicBezTo>
                  <a:cubicBezTo>
                    <a:pt x="258" y="358"/>
                    <a:pt x="255" y="357"/>
                    <a:pt x="256" y="356"/>
                  </a:cubicBezTo>
                  <a:cubicBezTo>
                    <a:pt x="257" y="357"/>
                    <a:pt x="259" y="356"/>
                    <a:pt x="259" y="357"/>
                  </a:cubicBezTo>
                  <a:cubicBezTo>
                    <a:pt x="260" y="356"/>
                    <a:pt x="257" y="356"/>
                    <a:pt x="259" y="356"/>
                  </a:cubicBezTo>
                  <a:cubicBezTo>
                    <a:pt x="260" y="356"/>
                    <a:pt x="260" y="356"/>
                    <a:pt x="260" y="356"/>
                  </a:cubicBezTo>
                  <a:cubicBezTo>
                    <a:pt x="260" y="353"/>
                    <a:pt x="261" y="349"/>
                    <a:pt x="257" y="345"/>
                  </a:cubicBezTo>
                  <a:cubicBezTo>
                    <a:pt x="259" y="345"/>
                    <a:pt x="260" y="344"/>
                    <a:pt x="261" y="343"/>
                  </a:cubicBezTo>
                  <a:cubicBezTo>
                    <a:pt x="261" y="343"/>
                    <a:pt x="260" y="343"/>
                    <a:pt x="260" y="342"/>
                  </a:cubicBezTo>
                  <a:cubicBezTo>
                    <a:pt x="262" y="342"/>
                    <a:pt x="262" y="342"/>
                    <a:pt x="262" y="342"/>
                  </a:cubicBezTo>
                  <a:cubicBezTo>
                    <a:pt x="263" y="341"/>
                    <a:pt x="262" y="340"/>
                    <a:pt x="261" y="339"/>
                  </a:cubicBezTo>
                  <a:cubicBezTo>
                    <a:pt x="262" y="339"/>
                    <a:pt x="262" y="339"/>
                    <a:pt x="262" y="339"/>
                  </a:cubicBezTo>
                  <a:cubicBezTo>
                    <a:pt x="264" y="338"/>
                    <a:pt x="261" y="338"/>
                    <a:pt x="261" y="337"/>
                  </a:cubicBezTo>
                  <a:cubicBezTo>
                    <a:pt x="263" y="337"/>
                    <a:pt x="263" y="337"/>
                    <a:pt x="263" y="337"/>
                  </a:cubicBezTo>
                  <a:cubicBezTo>
                    <a:pt x="261" y="337"/>
                    <a:pt x="261" y="337"/>
                    <a:pt x="261" y="337"/>
                  </a:cubicBezTo>
                  <a:cubicBezTo>
                    <a:pt x="261" y="336"/>
                    <a:pt x="262" y="335"/>
                    <a:pt x="264" y="336"/>
                  </a:cubicBezTo>
                  <a:cubicBezTo>
                    <a:pt x="263" y="335"/>
                    <a:pt x="263" y="335"/>
                    <a:pt x="262" y="335"/>
                  </a:cubicBezTo>
                  <a:cubicBezTo>
                    <a:pt x="264" y="335"/>
                    <a:pt x="264" y="332"/>
                    <a:pt x="264" y="331"/>
                  </a:cubicBezTo>
                  <a:cubicBezTo>
                    <a:pt x="263" y="331"/>
                    <a:pt x="263" y="331"/>
                    <a:pt x="261" y="330"/>
                  </a:cubicBezTo>
                  <a:cubicBezTo>
                    <a:pt x="259" y="329"/>
                    <a:pt x="262" y="330"/>
                    <a:pt x="261" y="329"/>
                  </a:cubicBezTo>
                  <a:cubicBezTo>
                    <a:pt x="262" y="329"/>
                    <a:pt x="263" y="329"/>
                    <a:pt x="263" y="330"/>
                  </a:cubicBezTo>
                  <a:cubicBezTo>
                    <a:pt x="266" y="329"/>
                    <a:pt x="266" y="326"/>
                    <a:pt x="268" y="325"/>
                  </a:cubicBezTo>
                  <a:cubicBezTo>
                    <a:pt x="267" y="324"/>
                    <a:pt x="267" y="324"/>
                    <a:pt x="267" y="324"/>
                  </a:cubicBezTo>
                  <a:cubicBezTo>
                    <a:pt x="270" y="323"/>
                    <a:pt x="268" y="321"/>
                    <a:pt x="270" y="320"/>
                  </a:cubicBezTo>
                  <a:cubicBezTo>
                    <a:pt x="269" y="320"/>
                    <a:pt x="267" y="318"/>
                    <a:pt x="268" y="317"/>
                  </a:cubicBezTo>
                  <a:cubicBezTo>
                    <a:pt x="266" y="315"/>
                    <a:pt x="270" y="318"/>
                    <a:pt x="271" y="318"/>
                  </a:cubicBezTo>
                  <a:cubicBezTo>
                    <a:pt x="271" y="317"/>
                    <a:pt x="271" y="316"/>
                    <a:pt x="271" y="316"/>
                  </a:cubicBezTo>
                  <a:cubicBezTo>
                    <a:pt x="272" y="316"/>
                    <a:pt x="272" y="316"/>
                    <a:pt x="272" y="316"/>
                  </a:cubicBezTo>
                  <a:cubicBezTo>
                    <a:pt x="271" y="315"/>
                    <a:pt x="271" y="314"/>
                    <a:pt x="272" y="314"/>
                  </a:cubicBezTo>
                  <a:cubicBezTo>
                    <a:pt x="272" y="314"/>
                    <a:pt x="272" y="314"/>
                    <a:pt x="272" y="314"/>
                  </a:cubicBezTo>
                  <a:cubicBezTo>
                    <a:pt x="273" y="314"/>
                    <a:pt x="274" y="314"/>
                    <a:pt x="274" y="313"/>
                  </a:cubicBezTo>
                  <a:cubicBezTo>
                    <a:pt x="274" y="311"/>
                    <a:pt x="275" y="312"/>
                    <a:pt x="274" y="310"/>
                  </a:cubicBezTo>
                  <a:cubicBezTo>
                    <a:pt x="275" y="311"/>
                    <a:pt x="275" y="311"/>
                    <a:pt x="275" y="311"/>
                  </a:cubicBezTo>
                  <a:cubicBezTo>
                    <a:pt x="273" y="310"/>
                    <a:pt x="273" y="310"/>
                    <a:pt x="273" y="310"/>
                  </a:cubicBezTo>
                  <a:cubicBezTo>
                    <a:pt x="275" y="309"/>
                    <a:pt x="275" y="309"/>
                    <a:pt x="275" y="309"/>
                  </a:cubicBezTo>
                  <a:cubicBezTo>
                    <a:pt x="276" y="311"/>
                    <a:pt x="276" y="311"/>
                    <a:pt x="276" y="311"/>
                  </a:cubicBezTo>
                  <a:cubicBezTo>
                    <a:pt x="277" y="311"/>
                    <a:pt x="275" y="310"/>
                    <a:pt x="275" y="309"/>
                  </a:cubicBezTo>
                  <a:cubicBezTo>
                    <a:pt x="274" y="308"/>
                    <a:pt x="275" y="309"/>
                    <a:pt x="276" y="309"/>
                  </a:cubicBezTo>
                  <a:cubicBezTo>
                    <a:pt x="277" y="310"/>
                    <a:pt x="276" y="309"/>
                    <a:pt x="276" y="309"/>
                  </a:cubicBezTo>
                  <a:cubicBezTo>
                    <a:pt x="276" y="310"/>
                    <a:pt x="276" y="309"/>
                    <a:pt x="277" y="310"/>
                  </a:cubicBezTo>
                  <a:cubicBezTo>
                    <a:pt x="277" y="310"/>
                    <a:pt x="276" y="308"/>
                    <a:pt x="276" y="308"/>
                  </a:cubicBezTo>
                  <a:cubicBezTo>
                    <a:pt x="277" y="308"/>
                    <a:pt x="277" y="307"/>
                    <a:pt x="278" y="308"/>
                  </a:cubicBezTo>
                  <a:cubicBezTo>
                    <a:pt x="278" y="307"/>
                    <a:pt x="279" y="307"/>
                    <a:pt x="278" y="306"/>
                  </a:cubicBezTo>
                  <a:cubicBezTo>
                    <a:pt x="278" y="306"/>
                    <a:pt x="277" y="307"/>
                    <a:pt x="276" y="306"/>
                  </a:cubicBezTo>
                  <a:cubicBezTo>
                    <a:pt x="276" y="305"/>
                    <a:pt x="277" y="305"/>
                    <a:pt x="277" y="305"/>
                  </a:cubicBezTo>
                  <a:cubicBezTo>
                    <a:pt x="277" y="306"/>
                    <a:pt x="277" y="306"/>
                    <a:pt x="277" y="306"/>
                  </a:cubicBezTo>
                  <a:cubicBezTo>
                    <a:pt x="277" y="305"/>
                    <a:pt x="278" y="305"/>
                    <a:pt x="277" y="304"/>
                  </a:cubicBezTo>
                  <a:cubicBezTo>
                    <a:pt x="279" y="305"/>
                    <a:pt x="279" y="305"/>
                    <a:pt x="279" y="305"/>
                  </a:cubicBezTo>
                  <a:cubicBezTo>
                    <a:pt x="278" y="304"/>
                    <a:pt x="279" y="303"/>
                    <a:pt x="279" y="303"/>
                  </a:cubicBezTo>
                  <a:cubicBezTo>
                    <a:pt x="280" y="304"/>
                    <a:pt x="281" y="306"/>
                    <a:pt x="282" y="306"/>
                  </a:cubicBezTo>
                  <a:cubicBezTo>
                    <a:pt x="282" y="304"/>
                    <a:pt x="282" y="304"/>
                    <a:pt x="282" y="304"/>
                  </a:cubicBezTo>
                  <a:cubicBezTo>
                    <a:pt x="282" y="303"/>
                    <a:pt x="283" y="304"/>
                    <a:pt x="283" y="304"/>
                  </a:cubicBezTo>
                  <a:cubicBezTo>
                    <a:pt x="285" y="304"/>
                    <a:pt x="282" y="299"/>
                    <a:pt x="284" y="300"/>
                  </a:cubicBezTo>
                  <a:cubicBezTo>
                    <a:pt x="285" y="302"/>
                    <a:pt x="285" y="302"/>
                    <a:pt x="286" y="302"/>
                  </a:cubicBezTo>
                  <a:cubicBezTo>
                    <a:pt x="286" y="301"/>
                    <a:pt x="286" y="301"/>
                    <a:pt x="286" y="301"/>
                  </a:cubicBezTo>
                  <a:cubicBezTo>
                    <a:pt x="285" y="300"/>
                    <a:pt x="286" y="302"/>
                    <a:pt x="285" y="301"/>
                  </a:cubicBezTo>
                  <a:cubicBezTo>
                    <a:pt x="285" y="300"/>
                    <a:pt x="285" y="300"/>
                    <a:pt x="285" y="300"/>
                  </a:cubicBezTo>
                  <a:cubicBezTo>
                    <a:pt x="288" y="303"/>
                    <a:pt x="290" y="299"/>
                    <a:pt x="293" y="300"/>
                  </a:cubicBezTo>
                  <a:cubicBezTo>
                    <a:pt x="292" y="298"/>
                    <a:pt x="294" y="299"/>
                    <a:pt x="294" y="298"/>
                  </a:cubicBezTo>
                  <a:cubicBezTo>
                    <a:pt x="294" y="300"/>
                    <a:pt x="295" y="297"/>
                    <a:pt x="296" y="298"/>
                  </a:cubicBezTo>
                  <a:cubicBezTo>
                    <a:pt x="295" y="296"/>
                    <a:pt x="295" y="296"/>
                    <a:pt x="295" y="296"/>
                  </a:cubicBezTo>
                  <a:cubicBezTo>
                    <a:pt x="296" y="297"/>
                    <a:pt x="295" y="291"/>
                    <a:pt x="297" y="294"/>
                  </a:cubicBezTo>
                  <a:cubicBezTo>
                    <a:pt x="298" y="295"/>
                    <a:pt x="298" y="296"/>
                    <a:pt x="297" y="296"/>
                  </a:cubicBezTo>
                  <a:cubicBezTo>
                    <a:pt x="299" y="299"/>
                    <a:pt x="300" y="293"/>
                    <a:pt x="301" y="296"/>
                  </a:cubicBezTo>
                  <a:cubicBezTo>
                    <a:pt x="301" y="295"/>
                    <a:pt x="300" y="294"/>
                    <a:pt x="301" y="292"/>
                  </a:cubicBezTo>
                  <a:cubicBezTo>
                    <a:pt x="302" y="293"/>
                    <a:pt x="304" y="294"/>
                    <a:pt x="304" y="294"/>
                  </a:cubicBezTo>
                  <a:cubicBezTo>
                    <a:pt x="304" y="294"/>
                    <a:pt x="304" y="293"/>
                    <a:pt x="305" y="294"/>
                  </a:cubicBezTo>
                  <a:cubicBezTo>
                    <a:pt x="305" y="294"/>
                    <a:pt x="305" y="294"/>
                    <a:pt x="305" y="295"/>
                  </a:cubicBezTo>
                  <a:cubicBezTo>
                    <a:pt x="306" y="295"/>
                    <a:pt x="307" y="294"/>
                    <a:pt x="308" y="293"/>
                  </a:cubicBezTo>
                  <a:cubicBezTo>
                    <a:pt x="309" y="294"/>
                    <a:pt x="310" y="293"/>
                    <a:pt x="312" y="293"/>
                  </a:cubicBezTo>
                  <a:cubicBezTo>
                    <a:pt x="312" y="291"/>
                    <a:pt x="315" y="293"/>
                    <a:pt x="314" y="290"/>
                  </a:cubicBezTo>
                  <a:cubicBezTo>
                    <a:pt x="314" y="291"/>
                    <a:pt x="314" y="291"/>
                    <a:pt x="314" y="291"/>
                  </a:cubicBezTo>
                  <a:cubicBezTo>
                    <a:pt x="314" y="290"/>
                    <a:pt x="314" y="288"/>
                    <a:pt x="315" y="288"/>
                  </a:cubicBezTo>
                  <a:cubicBezTo>
                    <a:pt x="315" y="290"/>
                    <a:pt x="315" y="290"/>
                    <a:pt x="315" y="290"/>
                  </a:cubicBezTo>
                  <a:cubicBezTo>
                    <a:pt x="316" y="292"/>
                    <a:pt x="317" y="290"/>
                    <a:pt x="318" y="291"/>
                  </a:cubicBezTo>
                  <a:cubicBezTo>
                    <a:pt x="316" y="289"/>
                    <a:pt x="318" y="291"/>
                    <a:pt x="318" y="289"/>
                  </a:cubicBezTo>
                  <a:cubicBezTo>
                    <a:pt x="318" y="288"/>
                    <a:pt x="318" y="288"/>
                    <a:pt x="318" y="288"/>
                  </a:cubicBezTo>
                  <a:cubicBezTo>
                    <a:pt x="319" y="287"/>
                    <a:pt x="318" y="287"/>
                    <a:pt x="319" y="286"/>
                  </a:cubicBezTo>
                  <a:cubicBezTo>
                    <a:pt x="320" y="286"/>
                    <a:pt x="321" y="288"/>
                    <a:pt x="320" y="288"/>
                  </a:cubicBezTo>
                  <a:cubicBezTo>
                    <a:pt x="321" y="289"/>
                    <a:pt x="322" y="288"/>
                    <a:pt x="322" y="287"/>
                  </a:cubicBezTo>
                  <a:cubicBezTo>
                    <a:pt x="322" y="287"/>
                    <a:pt x="322" y="287"/>
                    <a:pt x="322" y="287"/>
                  </a:cubicBezTo>
                  <a:cubicBezTo>
                    <a:pt x="322" y="287"/>
                    <a:pt x="322" y="287"/>
                    <a:pt x="322" y="287"/>
                  </a:cubicBezTo>
                  <a:cubicBezTo>
                    <a:pt x="323" y="287"/>
                    <a:pt x="323" y="287"/>
                    <a:pt x="323" y="287"/>
                  </a:cubicBezTo>
                  <a:cubicBezTo>
                    <a:pt x="323" y="287"/>
                    <a:pt x="323" y="287"/>
                    <a:pt x="323" y="287"/>
                  </a:cubicBezTo>
                  <a:cubicBezTo>
                    <a:pt x="323" y="287"/>
                    <a:pt x="323" y="287"/>
                    <a:pt x="322" y="287"/>
                  </a:cubicBezTo>
                  <a:cubicBezTo>
                    <a:pt x="323" y="287"/>
                    <a:pt x="323" y="287"/>
                    <a:pt x="323" y="287"/>
                  </a:cubicBezTo>
                  <a:cubicBezTo>
                    <a:pt x="323" y="287"/>
                    <a:pt x="323" y="287"/>
                    <a:pt x="323" y="287"/>
                  </a:cubicBezTo>
                  <a:cubicBezTo>
                    <a:pt x="324" y="287"/>
                    <a:pt x="324" y="287"/>
                    <a:pt x="324" y="287"/>
                  </a:cubicBezTo>
                  <a:cubicBezTo>
                    <a:pt x="325" y="289"/>
                    <a:pt x="325" y="289"/>
                    <a:pt x="325" y="289"/>
                  </a:cubicBezTo>
                  <a:cubicBezTo>
                    <a:pt x="325" y="289"/>
                    <a:pt x="326" y="286"/>
                    <a:pt x="326" y="286"/>
                  </a:cubicBezTo>
                  <a:cubicBezTo>
                    <a:pt x="328" y="286"/>
                    <a:pt x="331" y="283"/>
                    <a:pt x="332" y="281"/>
                  </a:cubicBezTo>
                  <a:cubicBezTo>
                    <a:pt x="332" y="282"/>
                    <a:pt x="332" y="282"/>
                    <a:pt x="332" y="282"/>
                  </a:cubicBezTo>
                  <a:cubicBezTo>
                    <a:pt x="332" y="281"/>
                    <a:pt x="332" y="279"/>
                    <a:pt x="333" y="280"/>
                  </a:cubicBezTo>
                  <a:cubicBezTo>
                    <a:pt x="333" y="279"/>
                    <a:pt x="334" y="280"/>
                    <a:pt x="335" y="280"/>
                  </a:cubicBezTo>
                  <a:cubicBezTo>
                    <a:pt x="335" y="280"/>
                    <a:pt x="334" y="279"/>
                    <a:pt x="334" y="279"/>
                  </a:cubicBezTo>
                  <a:cubicBezTo>
                    <a:pt x="337" y="279"/>
                    <a:pt x="337" y="275"/>
                    <a:pt x="339" y="274"/>
                  </a:cubicBezTo>
                  <a:cubicBezTo>
                    <a:pt x="339" y="274"/>
                    <a:pt x="340" y="275"/>
                    <a:pt x="340" y="276"/>
                  </a:cubicBezTo>
                  <a:cubicBezTo>
                    <a:pt x="341" y="274"/>
                    <a:pt x="341" y="272"/>
                    <a:pt x="341" y="270"/>
                  </a:cubicBezTo>
                  <a:cubicBezTo>
                    <a:pt x="341" y="270"/>
                    <a:pt x="342" y="270"/>
                    <a:pt x="342" y="271"/>
                  </a:cubicBezTo>
                  <a:cubicBezTo>
                    <a:pt x="342" y="270"/>
                    <a:pt x="343" y="269"/>
                    <a:pt x="342" y="267"/>
                  </a:cubicBezTo>
                  <a:cubicBezTo>
                    <a:pt x="341" y="268"/>
                    <a:pt x="343" y="268"/>
                    <a:pt x="342" y="268"/>
                  </a:cubicBezTo>
                  <a:cubicBezTo>
                    <a:pt x="341" y="268"/>
                    <a:pt x="340" y="266"/>
                    <a:pt x="341" y="266"/>
                  </a:cubicBezTo>
                  <a:cubicBezTo>
                    <a:pt x="341" y="266"/>
                    <a:pt x="341" y="266"/>
                    <a:pt x="341" y="266"/>
                  </a:cubicBezTo>
                  <a:cubicBezTo>
                    <a:pt x="342" y="265"/>
                    <a:pt x="341" y="265"/>
                    <a:pt x="342" y="263"/>
                  </a:cubicBezTo>
                  <a:cubicBezTo>
                    <a:pt x="343" y="263"/>
                    <a:pt x="342" y="264"/>
                    <a:pt x="343" y="264"/>
                  </a:cubicBezTo>
                  <a:cubicBezTo>
                    <a:pt x="345" y="265"/>
                    <a:pt x="345" y="262"/>
                    <a:pt x="346" y="262"/>
                  </a:cubicBezTo>
                  <a:cubicBezTo>
                    <a:pt x="344" y="261"/>
                    <a:pt x="344" y="261"/>
                    <a:pt x="344" y="261"/>
                  </a:cubicBezTo>
                  <a:cubicBezTo>
                    <a:pt x="344" y="260"/>
                    <a:pt x="346" y="261"/>
                    <a:pt x="346" y="260"/>
                  </a:cubicBezTo>
                  <a:cubicBezTo>
                    <a:pt x="342" y="256"/>
                    <a:pt x="342" y="256"/>
                    <a:pt x="342" y="256"/>
                  </a:cubicBezTo>
                  <a:cubicBezTo>
                    <a:pt x="342" y="257"/>
                    <a:pt x="344" y="256"/>
                    <a:pt x="345" y="257"/>
                  </a:cubicBezTo>
                  <a:cubicBezTo>
                    <a:pt x="346" y="255"/>
                    <a:pt x="342" y="254"/>
                    <a:pt x="341" y="253"/>
                  </a:cubicBezTo>
                  <a:cubicBezTo>
                    <a:pt x="342" y="252"/>
                    <a:pt x="341" y="250"/>
                    <a:pt x="341" y="250"/>
                  </a:cubicBezTo>
                  <a:cubicBezTo>
                    <a:pt x="342" y="250"/>
                    <a:pt x="341" y="250"/>
                    <a:pt x="342" y="250"/>
                  </a:cubicBezTo>
                  <a:cubicBezTo>
                    <a:pt x="343" y="250"/>
                    <a:pt x="343" y="250"/>
                    <a:pt x="343" y="250"/>
                  </a:cubicBezTo>
                  <a:cubicBezTo>
                    <a:pt x="343" y="251"/>
                    <a:pt x="346" y="250"/>
                    <a:pt x="347" y="251"/>
                  </a:cubicBezTo>
                  <a:cubicBezTo>
                    <a:pt x="346" y="249"/>
                    <a:pt x="347" y="247"/>
                    <a:pt x="347" y="246"/>
                  </a:cubicBezTo>
                  <a:cubicBezTo>
                    <a:pt x="345" y="247"/>
                    <a:pt x="346" y="244"/>
                    <a:pt x="343" y="244"/>
                  </a:cubicBezTo>
                  <a:cubicBezTo>
                    <a:pt x="343" y="242"/>
                    <a:pt x="346" y="243"/>
                    <a:pt x="346" y="242"/>
                  </a:cubicBezTo>
                  <a:cubicBezTo>
                    <a:pt x="345" y="240"/>
                    <a:pt x="346" y="239"/>
                    <a:pt x="345" y="237"/>
                  </a:cubicBezTo>
                  <a:cubicBezTo>
                    <a:pt x="346" y="237"/>
                    <a:pt x="346" y="237"/>
                    <a:pt x="346" y="237"/>
                  </a:cubicBezTo>
                  <a:cubicBezTo>
                    <a:pt x="345" y="236"/>
                    <a:pt x="346" y="233"/>
                    <a:pt x="344" y="232"/>
                  </a:cubicBezTo>
                  <a:cubicBezTo>
                    <a:pt x="345" y="232"/>
                    <a:pt x="345" y="232"/>
                    <a:pt x="345" y="232"/>
                  </a:cubicBezTo>
                  <a:cubicBezTo>
                    <a:pt x="346" y="231"/>
                    <a:pt x="342" y="232"/>
                    <a:pt x="343" y="230"/>
                  </a:cubicBezTo>
                  <a:cubicBezTo>
                    <a:pt x="345" y="231"/>
                    <a:pt x="345" y="231"/>
                    <a:pt x="345" y="231"/>
                  </a:cubicBezTo>
                  <a:cubicBezTo>
                    <a:pt x="343" y="230"/>
                    <a:pt x="346" y="229"/>
                    <a:pt x="344" y="227"/>
                  </a:cubicBezTo>
                  <a:cubicBezTo>
                    <a:pt x="344" y="227"/>
                    <a:pt x="345" y="227"/>
                    <a:pt x="345" y="228"/>
                  </a:cubicBezTo>
                  <a:cubicBezTo>
                    <a:pt x="344" y="226"/>
                    <a:pt x="345" y="225"/>
                    <a:pt x="343" y="224"/>
                  </a:cubicBezTo>
                  <a:cubicBezTo>
                    <a:pt x="344" y="224"/>
                    <a:pt x="345" y="224"/>
                    <a:pt x="345" y="225"/>
                  </a:cubicBezTo>
                  <a:cubicBezTo>
                    <a:pt x="346" y="224"/>
                    <a:pt x="343" y="223"/>
                    <a:pt x="344" y="222"/>
                  </a:cubicBezTo>
                  <a:cubicBezTo>
                    <a:pt x="344" y="222"/>
                    <a:pt x="345" y="222"/>
                    <a:pt x="346" y="222"/>
                  </a:cubicBezTo>
                  <a:cubicBezTo>
                    <a:pt x="344" y="221"/>
                    <a:pt x="345" y="219"/>
                    <a:pt x="344" y="219"/>
                  </a:cubicBezTo>
                  <a:cubicBezTo>
                    <a:pt x="345" y="219"/>
                    <a:pt x="346" y="218"/>
                    <a:pt x="347" y="218"/>
                  </a:cubicBezTo>
                  <a:cubicBezTo>
                    <a:pt x="348" y="213"/>
                    <a:pt x="351" y="208"/>
                    <a:pt x="353" y="202"/>
                  </a:cubicBezTo>
                  <a:cubicBezTo>
                    <a:pt x="355" y="203"/>
                    <a:pt x="353" y="204"/>
                    <a:pt x="355" y="204"/>
                  </a:cubicBezTo>
                  <a:cubicBezTo>
                    <a:pt x="353" y="203"/>
                    <a:pt x="355" y="203"/>
                    <a:pt x="355" y="202"/>
                  </a:cubicBezTo>
                  <a:cubicBezTo>
                    <a:pt x="356" y="202"/>
                    <a:pt x="356" y="202"/>
                    <a:pt x="356" y="202"/>
                  </a:cubicBezTo>
                  <a:cubicBezTo>
                    <a:pt x="356" y="201"/>
                    <a:pt x="357" y="202"/>
                    <a:pt x="357" y="201"/>
                  </a:cubicBezTo>
                  <a:cubicBezTo>
                    <a:pt x="357" y="200"/>
                    <a:pt x="357" y="200"/>
                    <a:pt x="357" y="200"/>
                  </a:cubicBezTo>
                  <a:cubicBezTo>
                    <a:pt x="356" y="199"/>
                    <a:pt x="360" y="201"/>
                    <a:pt x="358" y="199"/>
                  </a:cubicBezTo>
                  <a:cubicBezTo>
                    <a:pt x="360" y="200"/>
                    <a:pt x="360" y="200"/>
                    <a:pt x="360" y="200"/>
                  </a:cubicBezTo>
                  <a:cubicBezTo>
                    <a:pt x="359" y="197"/>
                    <a:pt x="361" y="199"/>
                    <a:pt x="361" y="197"/>
                  </a:cubicBezTo>
                  <a:cubicBezTo>
                    <a:pt x="361" y="197"/>
                    <a:pt x="361" y="197"/>
                    <a:pt x="361" y="197"/>
                  </a:cubicBezTo>
                  <a:cubicBezTo>
                    <a:pt x="363" y="198"/>
                    <a:pt x="362" y="194"/>
                    <a:pt x="363" y="195"/>
                  </a:cubicBezTo>
                  <a:cubicBezTo>
                    <a:pt x="364" y="194"/>
                    <a:pt x="365" y="193"/>
                    <a:pt x="364" y="191"/>
                  </a:cubicBezTo>
                  <a:cubicBezTo>
                    <a:pt x="365" y="193"/>
                    <a:pt x="365" y="193"/>
                    <a:pt x="365" y="193"/>
                  </a:cubicBezTo>
                  <a:cubicBezTo>
                    <a:pt x="366" y="192"/>
                    <a:pt x="368" y="191"/>
                    <a:pt x="369" y="190"/>
                  </a:cubicBezTo>
                  <a:cubicBezTo>
                    <a:pt x="374" y="190"/>
                    <a:pt x="379" y="190"/>
                    <a:pt x="383" y="191"/>
                  </a:cubicBezTo>
                  <a:cubicBezTo>
                    <a:pt x="386" y="192"/>
                    <a:pt x="388" y="193"/>
                    <a:pt x="390" y="194"/>
                  </a:cubicBezTo>
                  <a:cubicBezTo>
                    <a:pt x="389" y="196"/>
                    <a:pt x="388" y="198"/>
                    <a:pt x="388" y="200"/>
                  </a:cubicBezTo>
                  <a:cubicBezTo>
                    <a:pt x="387" y="201"/>
                    <a:pt x="386" y="199"/>
                    <a:pt x="386" y="199"/>
                  </a:cubicBezTo>
                  <a:cubicBezTo>
                    <a:pt x="384" y="205"/>
                    <a:pt x="377" y="203"/>
                    <a:pt x="373" y="209"/>
                  </a:cubicBezTo>
                  <a:cubicBezTo>
                    <a:pt x="369" y="210"/>
                    <a:pt x="365" y="215"/>
                    <a:pt x="365" y="215"/>
                  </a:cubicBezTo>
                  <a:cubicBezTo>
                    <a:pt x="382" y="216"/>
                    <a:pt x="389" y="211"/>
                    <a:pt x="399" y="205"/>
                  </a:cubicBezTo>
                  <a:cubicBezTo>
                    <a:pt x="401" y="203"/>
                    <a:pt x="402" y="201"/>
                    <a:pt x="403" y="198"/>
                  </a:cubicBezTo>
                  <a:cubicBezTo>
                    <a:pt x="405" y="199"/>
                    <a:pt x="406" y="199"/>
                    <a:pt x="406" y="198"/>
                  </a:cubicBezTo>
                  <a:cubicBezTo>
                    <a:pt x="405" y="197"/>
                    <a:pt x="404" y="197"/>
                    <a:pt x="404" y="196"/>
                  </a:cubicBezTo>
                  <a:cubicBezTo>
                    <a:pt x="404" y="194"/>
                    <a:pt x="405" y="191"/>
                    <a:pt x="406" y="188"/>
                  </a:cubicBezTo>
                  <a:cubicBezTo>
                    <a:pt x="398" y="164"/>
                    <a:pt x="382" y="170"/>
                    <a:pt x="375" y="170"/>
                  </a:cubicBezTo>
                  <a:cubicBezTo>
                    <a:pt x="367" y="172"/>
                    <a:pt x="361" y="175"/>
                    <a:pt x="356" y="179"/>
                  </a:cubicBezTo>
                  <a:cubicBezTo>
                    <a:pt x="356" y="179"/>
                    <a:pt x="356" y="179"/>
                    <a:pt x="357" y="180"/>
                  </a:cubicBezTo>
                  <a:cubicBezTo>
                    <a:pt x="354" y="179"/>
                    <a:pt x="351" y="179"/>
                    <a:pt x="349" y="179"/>
                  </a:cubicBezTo>
                  <a:cubicBezTo>
                    <a:pt x="332" y="177"/>
                    <a:pt x="315" y="175"/>
                    <a:pt x="313" y="163"/>
                  </a:cubicBezTo>
                  <a:cubicBezTo>
                    <a:pt x="308" y="154"/>
                    <a:pt x="303" y="139"/>
                    <a:pt x="301" y="128"/>
                  </a:cubicBezTo>
                  <a:cubicBezTo>
                    <a:pt x="300" y="124"/>
                    <a:pt x="300" y="121"/>
                    <a:pt x="299" y="117"/>
                  </a:cubicBezTo>
                  <a:cubicBezTo>
                    <a:pt x="323" y="112"/>
                    <a:pt x="296" y="118"/>
                    <a:pt x="307" y="115"/>
                  </a:cubicBezTo>
                  <a:cubicBezTo>
                    <a:pt x="307" y="115"/>
                    <a:pt x="307" y="115"/>
                    <a:pt x="307" y="115"/>
                  </a:cubicBezTo>
                  <a:cubicBezTo>
                    <a:pt x="307" y="114"/>
                    <a:pt x="307" y="114"/>
                    <a:pt x="307" y="114"/>
                  </a:cubicBezTo>
                  <a:cubicBezTo>
                    <a:pt x="306" y="113"/>
                    <a:pt x="306" y="113"/>
                    <a:pt x="306" y="113"/>
                  </a:cubicBezTo>
                  <a:cubicBezTo>
                    <a:pt x="306" y="110"/>
                    <a:pt x="306" y="110"/>
                    <a:pt x="306" y="110"/>
                  </a:cubicBezTo>
                  <a:cubicBezTo>
                    <a:pt x="303" y="103"/>
                    <a:pt x="304" y="96"/>
                    <a:pt x="292" y="85"/>
                  </a:cubicBezTo>
                  <a:cubicBezTo>
                    <a:pt x="277" y="75"/>
                    <a:pt x="266" y="83"/>
                    <a:pt x="261" y="92"/>
                  </a:cubicBezTo>
                  <a:cubicBezTo>
                    <a:pt x="260" y="93"/>
                    <a:pt x="259" y="94"/>
                    <a:pt x="258" y="95"/>
                  </a:cubicBezTo>
                  <a:cubicBezTo>
                    <a:pt x="257" y="95"/>
                    <a:pt x="257" y="95"/>
                    <a:pt x="257" y="95"/>
                  </a:cubicBezTo>
                  <a:cubicBezTo>
                    <a:pt x="255" y="97"/>
                    <a:pt x="253" y="98"/>
                    <a:pt x="251" y="102"/>
                  </a:cubicBezTo>
                  <a:cubicBezTo>
                    <a:pt x="251" y="102"/>
                    <a:pt x="251" y="102"/>
                    <a:pt x="251" y="102"/>
                  </a:cubicBezTo>
                  <a:cubicBezTo>
                    <a:pt x="251" y="106"/>
                    <a:pt x="245" y="110"/>
                    <a:pt x="247" y="113"/>
                  </a:cubicBezTo>
                  <a:cubicBezTo>
                    <a:pt x="245" y="115"/>
                    <a:pt x="245" y="115"/>
                    <a:pt x="245" y="115"/>
                  </a:cubicBezTo>
                  <a:cubicBezTo>
                    <a:pt x="246" y="120"/>
                    <a:pt x="243" y="122"/>
                    <a:pt x="245" y="127"/>
                  </a:cubicBezTo>
                  <a:cubicBezTo>
                    <a:pt x="244" y="126"/>
                    <a:pt x="244" y="126"/>
                    <a:pt x="244" y="126"/>
                  </a:cubicBezTo>
                  <a:cubicBezTo>
                    <a:pt x="243" y="133"/>
                    <a:pt x="248" y="140"/>
                    <a:pt x="246" y="142"/>
                  </a:cubicBezTo>
                  <a:cubicBezTo>
                    <a:pt x="246" y="144"/>
                    <a:pt x="246" y="145"/>
                    <a:pt x="247" y="147"/>
                  </a:cubicBezTo>
                  <a:cubicBezTo>
                    <a:pt x="241" y="158"/>
                    <a:pt x="234" y="167"/>
                    <a:pt x="228" y="171"/>
                  </a:cubicBezTo>
                  <a:cubicBezTo>
                    <a:pt x="228" y="169"/>
                    <a:pt x="226" y="166"/>
                    <a:pt x="223" y="162"/>
                  </a:cubicBezTo>
                  <a:cubicBezTo>
                    <a:pt x="223" y="162"/>
                    <a:pt x="223" y="162"/>
                    <a:pt x="224" y="162"/>
                  </a:cubicBezTo>
                  <a:cubicBezTo>
                    <a:pt x="224" y="162"/>
                    <a:pt x="223" y="161"/>
                    <a:pt x="223" y="161"/>
                  </a:cubicBezTo>
                  <a:cubicBezTo>
                    <a:pt x="223" y="161"/>
                    <a:pt x="223" y="161"/>
                    <a:pt x="223" y="160"/>
                  </a:cubicBezTo>
                  <a:cubicBezTo>
                    <a:pt x="228" y="153"/>
                    <a:pt x="228" y="143"/>
                    <a:pt x="231" y="134"/>
                  </a:cubicBezTo>
                  <a:cubicBezTo>
                    <a:pt x="231" y="134"/>
                    <a:pt x="232" y="136"/>
                    <a:pt x="232" y="137"/>
                  </a:cubicBezTo>
                  <a:cubicBezTo>
                    <a:pt x="233" y="129"/>
                    <a:pt x="233" y="121"/>
                    <a:pt x="230" y="115"/>
                  </a:cubicBezTo>
                  <a:cubicBezTo>
                    <a:pt x="231" y="115"/>
                    <a:pt x="231" y="115"/>
                    <a:pt x="232" y="117"/>
                  </a:cubicBezTo>
                  <a:cubicBezTo>
                    <a:pt x="231" y="111"/>
                    <a:pt x="229" y="105"/>
                    <a:pt x="227" y="103"/>
                  </a:cubicBezTo>
                  <a:cubicBezTo>
                    <a:pt x="227" y="107"/>
                    <a:pt x="228" y="103"/>
                    <a:pt x="228" y="106"/>
                  </a:cubicBezTo>
                  <a:cubicBezTo>
                    <a:pt x="228" y="110"/>
                    <a:pt x="225" y="104"/>
                    <a:pt x="223" y="100"/>
                  </a:cubicBezTo>
                  <a:cubicBezTo>
                    <a:pt x="223" y="100"/>
                    <a:pt x="223" y="100"/>
                    <a:pt x="223" y="100"/>
                  </a:cubicBezTo>
                  <a:cubicBezTo>
                    <a:pt x="220" y="96"/>
                    <a:pt x="218" y="95"/>
                    <a:pt x="213" y="96"/>
                  </a:cubicBezTo>
                  <a:cubicBezTo>
                    <a:pt x="209" y="95"/>
                    <a:pt x="216" y="95"/>
                    <a:pt x="214" y="94"/>
                  </a:cubicBezTo>
                  <a:cubicBezTo>
                    <a:pt x="211" y="90"/>
                    <a:pt x="201" y="99"/>
                    <a:pt x="201" y="100"/>
                  </a:cubicBezTo>
                  <a:cubicBezTo>
                    <a:pt x="200" y="102"/>
                    <a:pt x="199" y="104"/>
                    <a:pt x="200" y="104"/>
                  </a:cubicBezTo>
                  <a:cubicBezTo>
                    <a:pt x="198" y="108"/>
                    <a:pt x="198" y="105"/>
                    <a:pt x="197" y="108"/>
                  </a:cubicBezTo>
                  <a:cubicBezTo>
                    <a:pt x="196" y="112"/>
                    <a:pt x="197" y="116"/>
                    <a:pt x="199" y="120"/>
                  </a:cubicBezTo>
                  <a:cubicBezTo>
                    <a:pt x="198" y="119"/>
                    <a:pt x="196" y="123"/>
                    <a:pt x="195" y="120"/>
                  </a:cubicBezTo>
                  <a:cubicBezTo>
                    <a:pt x="196" y="129"/>
                    <a:pt x="200" y="133"/>
                    <a:pt x="202" y="137"/>
                  </a:cubicBezTo>
                  <a:cubicBezTo>
                    <a:pt x="202" y="140"/>
                    <a:pt x="205" y="147"/>
                    <a:pt x="207" y="149"/>
                  </a:cubicBezTo>
                  <a:cubicBezTo>
                    <a:pt x="206" y="151"/>
                    <a:pt x="206" y="147"/>
                    <a:pt x="205" y="147"/>
                  </a:cubicBezTo>
                  <a:cubicBezTo>
                    <a:pt x="205" y="151"/>
                    <a:pt x="205" y="151"/>
                    <a:pt x="205" y="151"/>
                  </a:cubicBezTo>
                  <a:cubicBezTo>
                    <a:pt x="202" y="146"/>
                    <a:pt x="203" y="153"/>
                    <a:pt x="201" y="150"/>
                  </a:cubicBezTo>
                  <a:cubicBezTo>
                    <a:pt x="202" y="153"/>
                    <a:pt x="204" y="158"/>
                    <a:pt x="206" y="163"/>
                  </a:cubicBezTo>
                  <a:cubicBezTo>
                    <a:pt x="203" y="170"/>
                    <a:pt x="201" y="172"/>
                    <a:pt x="194" y="178"/>
                  </a:cubicBezTo>
                  <a:cubicBezTo>
                    <a:pt x="195" y="178"/>
                    <a:pt x="192" y="180"/>
                    <a:pt x="194" y="181"/>
                  </a:cubicBezTo>
                  <a:cubicBezTo>
                    <a:pt x="194" y="183"/>
                    <a:pt x="192" y="183"/>
                    <a:pt x="191" y="183"/>
                  </a:cubicBezTo>
                  <a:cubicBezTo>
                    <a:pt x="192" y="182"/>
                    <a:pt x="193" y="182"/>
                    <a:pt x="192" y="176"/>
                  </a:cubicBezTo>
                  <a:cubicBezTo>
                    <a:pt x="186" y="156"/>
                    <a:pt x="180" y="130"/>
                    <a:pt x="179" y="108"/>
                  </a:cubicBezTo>
                  <a:cubicBezTo>
                    <a:pt x="179" y="110"/>
                    <a:pt x="178" y="110"/>
                    <a:pt x="178" y="108"/>
                  </a:cubicBezTo>
                  <a:cubicBezTo>
                    <a:pt x="181" y="106"/>
                    <a:pt x="176" y="101"/>
                    <a:pt x="177" y="97"/>
                  </a:cubicBezTo>
                  <a:cubicBezTo>
                    <a:pt x="178" y="97"/>
                    <a:pt x="178" y="99"/>
                    <a:pt x="178" y="100"/>
                  </a:cubicBezTo>
                  <a:cubicBezTo>
                    <a:pt x="179" y="89"/>
                    <a:pt x="176" y="81"/>
                    <a:pt x="177" y="71"/>
                  </a:cubicBezTo>
                  <a:cubicBezTo>
                    <a:pt x="175" y="62"/>
                    <a:pt x="178" y="51"/>
                    <a:pt x="176" y="45"/>
                  </a:cubicBezTo>
                  <a:cubicBezTo>
                    <a:pt x="177" y="46"/>
                    <a:pt x="176" y="41"/>
                    <a:pt x="177" y="39"/>
                  </a:cubicBezTo>
                  <a:cubicBezTo>
                    <a:pt x="176" y="36"/>
                    <a:pt x="176" y="34"/>
                    <a:pt x="176" y="31"/>
                  </a:cubicBezTo>
                  <a:cubicBezTo>
                    <a:pt x="176" y="30"/>
                    <a:pt x="176" y="29"/>
                    <a:pt x="176" y="28"/>
                  </a:cubicBezTo>
                  <a:cubicBezTo>
                    <a:pt x="176" y="27"/>
                    <a:pt x="176" y="27"/>
                    <a:pt x="176" y="27"/>
                  </a:cubicBezTo>
                  <a:cubicBezTo>
                    <a:pt x="176" y="23"/>
                    <a:pt x="177" y="18"/>
                    <a:pt x="176" y="14"/>
                  </a:cubicBezTo>
                  <a:cubicBezTo>
                    <a:pt x="176" y="13"/>
                    <a:pt x="175" y="2"/>
                    <a:pt x="174" y="1"/>
                  </a:cubicBezTo>
                  <a:cubicBezTo>
                    <a:pt x="173" y="0"/>
                    <a:pt x="172" y="6"/>
                    <a:pt x="170" y="6"/>
                  </a:cubicBezTo>
                  <a:cubicBezTo>
                    <a:pt x="162" y="5"/>
                    <a:pt x="168" y="10"/>
                    <a:pt x="161" y="11"/>
                  </a:cubicBezTo>
                  <a:cubicBezTo>
                    <a:pt x="157" y="12"/>
                    <a:pt x="156" y="13"/>
                    <a:pt x="154" y="16"/>
                  </a:cubicBezTo>
                  <a:cubicBezTo>
                    <a:pt x="155" y="20"/>
                    <a:pt x="155" y="24"/>
                    <a:pt x="155" y="28"/>
                  </a:cubicBezTo>
                  <a:cubicBezTo>
                    <a:pt x="156" y="67"/>
                    <a:pt x="156" y="67"/>
                    <a:pt x="156" y="67"/>
                  </a:cubicBezTo>
                  <a:cubicBezTo>
                    <a:pt x="156" y="75"/>
                    <a:pt x="154" y="84"/>
                    <a:pt x="153" y="92"/>
                  </a:cubicBezTo>
                  <a:cubicBezTo>
                    <a:pt x="148" y="91"/>
                    <a:pt x="142" y="91"/>
                    <a:pt x="139" y="94"/>
                  </a:cubicBezTo>
                  <a:cubicBezTo>
                    <a:pt x="137" y="95"/>
                    <a:pt x="135" y="96"/>
                    <a:pt x="134" y="98"/>
                  </a:cubicBezTo>
                  <a:cubicBezTo>
                    <a:pt x="125" y="103"/>
                    <a:pt x="119" y="113"/>
                    <a:pt x="119" y="118"/>
                  </a:cubicBezTo>
                  <a:cubicBezTo>
                    <a:pt x="118" y="121"/>
                    <a:pt x="118" y="124"/>
                    <a:pt x="118" y="127"/>
                  </a:cubicBezTo>
                  <a:cubicBezTo>
                    <a:pt x="115" y="132"/>
                    <a:pt x="113" y="140"/>
                    <a:pt x="112" y="144"/>
                  </a:cubicBezTo>
                  <a:cubicBezTo>
                    <a:pt x="111" y="152"/>
                    <a:pt x="111" y="155"/>
                    <a:pt x="111" y="160"/>
                  </a:cubicBezTo>
                  <a:cubicBezTo>
                    <a:pt x="111" y="163"/>
                    <a:pt x="109" y="164"/>
                    <a:pt x="108" y="165"/>
                  </a:cubicBezTo>
                  <a:cubicBezTo>
                    <a:pt x="105" y="174"/>
                    <a:pt x="100" y="181"/>
                    <a:pt x="100" y="189"/>
                  </a:cubicBezTo>
                  <a:cubicBezTo>
                    <a:pt x="99" y="189"/>
                    <a:pt x="99" y="189"/>
                    <a:pt x="99" y="189"/>
                  </a:cubicBezTo>
                  <a:cubicBezTo>
                    <a:pt x="98" y="195"/>
                    <a:pt x="93" y="208"/>
                    <a:pt x="88" y="208"/>
                  </a:cubicBezTo>
                  <a:cubicBezTo>
                    <a:pt x="88" y="210"/>
                    <a:pt x="83" y="208"/>
                    <a:pt x="85" y="211"/>
                  </a:cubicBezTo>
                  <a:cubicBezTo>
                    <a:pt x="82" y="210"/>
                    <a:pt x="85" y="209"/>
                    <a:pt x="82" y="208"/>
                  </a:cubicBezTo>
                  <a:cubicBezTo>
                    <a:pt x="83" y="209"/>
                    <a:pt x="84" y="208"/>
                    <a:pt x="85" y="208"/>
                  </a:cubicBezTo>
                  <a:cubicBezTo>
                    <a:pt x="78" y="200"/>
                    <a:pt x="79" y="178"/>
                    <a:pt x="79" y="161"/>
                  </a:cubicBezTo>
                  <a:cubicBezTo>
                    <a:pt x="81" y="156"/>
                    <a:pt x="80" y="144"/>
                    <a:pt x="81" y="133"/>
                  </a:cubicBezTo>
                  <a:cubicBezTo>
                    <a:pt x="81" y="131"/>
                    <a:pt x="81" y="131"/>
                    <a:pt x="81" y="131"/>
                  </a:cubicBezTo>
                  <a:cubicBezTo>
                    <a:pt x="82" y="131"/>
                    <a:pt x="82" y="131"/>
                    <a:pt x="83" y="131"/>
                  </a:cubicBezTo>
                  <a:cubicBezTo>
                    <a:pt x="83" y="131"/>
                    <a:pt x="83" y="130"/>
                    <a:pt x="83" y="130"/>
                  </a:cubicBezTo>
                  <a:cubicBezTo>
                    <a:pt x="83" y="129"/>
                    <a:pt x="83" y="129"/>
                    <a:pt x="83" y="129"/>
                  </a:cubicBezTo>
                  <a:cubicBezTo>
                    <a:pt x="83" y="128"/>
                    <a:pt x="83" y="128"/>
                    <a:pt x="83" y="128"/>
                  </a:cubicBezTo>
                  <a:cubicBezTo>
                    <a:pt x="82" y="128"/>
                    <a:pt x="82" y="128"/>
                    <a:pt x="81" y="128"/>
                  </a:cubicBezTo>
                  <a:cubicBezTo>
                    <a:pt x="81" y="127"/>
                    <a:pt x="81" y="127"/>
                    <a:pt x="81" y="127"/>
                  </a:cubicBezTo>
                  <a:cubicBezTo>
                    <a:pt x="82" y="128"/>
                    <a:pt x="82" y="128"/>
                    <a:pt x="83" y="128"/>
                  </a:cubicBezTo>
                  <a:cubicBezTo>
                    <a:pt x="83" y="128"/>
                    <a:pt x="83" y="128"/>
                    <a:pt x="83" y="128"/>
                  </a:cubicBezTo>
                  <a:cubicBezTo>
                    <a:pt x="83" y="127"/>
                    <a:pt x="83" y="127"/>
                    <a:pt x="83" y="127"/>
                  </a:cubicBezTo>
                  <a:cubicBezTo>
                    <a:pt x="83" y="127"/>
                    <a:pt x="83" y="127"/>
                    <a:pt x="83" y="127"/>
                  </a:cubicBezTo>
                  <a:cubicBezTo>
                    <a:pt x="83" y="127"/>
                    <a:pt x="83" y="127"/>
                    <a:pt x="83" y="127"/>
                  </a:cubicBezTo>
                  <a:cubicBezTo>
                    <a:pt x="83" y="127"/>
                    <a:pt x="83" y="127"/>
                    <a:pt x="83" y="127"/>
                  </a:cubicBezTo>
                  <a:cubicBezTo>
                    <a:pt x="83" y="127"/>
                    <a:pt x="82" y="127"/>
                    <a:pt x="81" y="127"/>
                  </a:cubicBezTo>
                  <a:cubicBezTo>
                    <a:pt x="81" y="126"/>
                    <a:pt x="81" y="126"/>
                    <a:pt x="81" y="126"/>
                  </a:cubicBezTo>
                  <a:cubicBezTo>
                    <a:pt x="62" y="125"/>
                    <a:pt x="75" y="126"/>
                    <a:pt x="71" y="127"/>
                  </a:cubicBezTo>
                  <a:cubicBezTo>
                    <a:pt x="71" y="127"/>
                    <a:pt x="71" y="127"/>
                    <a:pt x="71" y="127"/>
                  </a:cubicBezTo>
                  <a:cubicBezTo>
                    <a:pt x="66" y="126"/>
                    <a:pt x="63" y="126"/>
                    <a:pt x="69" y="126"/>
                  </a:cubicBezTo>
                  <a:cubicBezTo>
                    <a:pt x="69" y="127"/>
                    <a:pt x="69" y="127"/>
                    <a:pt x="69" y="127"/>
                  </a:cubicBezTo>
                  <a:cubicBezTo>
                    <a:pt x="69" y="127"/>
                    <a:pt x="69" y="127"/>
                    <a:pt x="69" y="127"/>
                  </a:cubicBezTo>
                  <a:cubicBezTo>
                    <a:pt x="70" y="127"/>
                    <a:pt x="70" y="127"/>
                    <a:pt x="71" y="127"/>
                  </a:cubicBezTo>
                  <a:cubicBezTo>
                    <a:pt x="71" y="127"/>
                    <a:pt x="71" y="127"/>
                    <a:pt x="71" y="127"/>
                  </a:cubicBezTo>
                  <a:cubicBezTo>
                    <a:pt x="70" y="127"/>
                    <a:pt x="70" y="127"/>
                    <a:pt x="69" y="127"/>
                  </a:cubicBezTo>
                  <a:cubicBezTo>
                    <a:pt x="69" y="129"/>
                    <a:pt x="69" y="131"/>
                    <a:pt x="71" y="129"/>
                  </a:cubicBezTo>
                  <a:cubicBezTo>
                    <a:pt x="71" y="129"/>
                    <a:pt x="71" y="129"/>
                    <a:pt x="71" y="130"/>
                  </a:cubicBezTo>
                  <a:cubicBezTo>
                    <a:pt x="71" y="130"/>
                    <a:pt x="71" y="130"/>
                    <a:pt x="71" y="130"/>
                  </a:cubicBezTo>
                  <a:cubicBezTo>
                    <a:pt x="70" y="132"/>
                    <a:pt x="70" y="134"/>
                    <a:pt x="70" y="136"/>
                  </a:cubicBezTo>
                  <a:cubicBezTo>
                    <a:pt x="70" y="138"/>
                    <a:pt x="70" y="139"/>
                    <a:pt x="70" y="140"/>
                  </a:cubicBezTo>
                  <a:cubicBezTo>
                    <a:pt x="70" y="140"/>
                    <a:pt x="70" y="140"/>
                    <a:pt x="70" y="140"/>
                  </a:cubicBezTo>
                  <a:cubicBezTo>
                    <a:pt x="69" y="144"/>
                    <a:pt x="69" y="147"/>
                    <a:pt x="68" y="151"/>
                  </a:cubicBezTo>
                  <a:cubicBezTo>
                    <a:pt x="68" y="151"/>
                    <a:pt x="67" y="151"/>
                    <a:pt x="67" y="152"/>
                  </a:cubicBezTo>
                  <a:cubicBezTo>
                    <a:pt x="67" y="153"/>
                    <a:pt x="67" y="155"/>
                    <a:pt x="67" y="156"/>
                  </a:cubicBezTo>
                  <a:cubicBezTo>
                    <a:pt x="67" y="160"/>
                    <a:pt x="66" y="164"/>
                    <a:pt x="64" y="168"/>
                  </a:cubicBezTo>
                  <a:cubicBezTo>
                    <a:pt x="64" y="168"/>
                    <a:pt x="64" y="169"/>
                    <a:pt x="64" y="169"/>
                  </a:cubicBezTo>
                  <a:cubicBezTo>
                    <a:pt x="63" y="164"/>
                    <a:pt x="64" y="157"/>
                    <a:pt x="65" y="155"/>
                  </a:cubicBezTo>
                  <a:cubicBezTo>
                    <a:pt x="63" y="149"/>
                    <a:pt x="64" y="160"/>
                    <a:pt x="62" y="159"/>
                  </a:cubicBezTo>
                  <a:cubicBezTo>
                    <a:pt x="62" y="163"/>
                    <a:pt x="62" y="166"/>
                    <a:pt x="63" y="171"/>
                  </a:cubicBezTo>
                  <a:cubicBezTo>
                    <a:pt x="62" y="174"/>
                    <a:pt x="63" y="175"/>
                    <a:pt x="61" y="179"/>
                  </a:cubicBezTo>
                  <a:cubicBezTo>
                    <a:pt x="60" y="178"/>
                    <a:pt x="60" y="178"/>
                    <a:pt x="60" y="178"/>
                  </a:cubicBezTo>
                  <a:cubicBezTo>
                    <a:pt x="58" y="183"/>
                    <a:pt x="58" y="185"/>
                    <a:pt x="58" y="188"/>
                  </a:cubicBezTo>
                  <a:cubicBezTo>
                    <a:pt x="54" y="190"/>
                    <a:pt x="55" y="191"/>
                    <a:pt x="51" y="193"/>
                  </a:cubicBezTo>
                  <a:cubicBezTo>
                    <a:pt x="54" y="190"/>
                    <a:pt x="55" y="186"/>
                    <a:pt x="55" y="183"/>
                  </a:cubicBezTo>
                  <a:cubicBezTo>
                    <a:pt x="51" y="187"/>
                    <a:pt x="48" y="194"/>
                    <a:pt x="43" y="194"/>
                  </a:cubicBezTo>
                  <a:cubicBezTo>
                    <a:pt x="38" y="196"/>
                    <a:pt x="35" y="199"/>
                    <a:pt x="35" y="201"/>
                  </a:cubicBezTo>
                  <a:cubicBezTo>
                    <a:pt x="36" y="200"/>
                    <a:pt x="31" y="201"/>
                    <a:pt x="34" y="199"/>
                  </a:cubicBezTo>
                  <a:cubicBezTo>
                    <a:pt x="32" y="200"/>
                    <a:pt x="30" y="201"/>
                    <a:pt x="29" y="201"/>
                  </a:cubicBezTo>
                  <a:cubicBezTo>
                    <a:pt x="29" y="201"/>
                    <a:pt x="29" y="201"/>
                    <a:pt x="29" y="201"/>
                  </a:cubicBezTo>
                  <a:cubicBezTo>
                    <a:pt x="28" y="201"/>
                    <a:pt x="28" y="200"/>
                    <a:pt x="28" y="199"/>
                  </a:cubicBezTo>
                  <a:cubicBezTo>
                    <a:pt x="26" y="197"/>
                    <a:pt x="23" y="193"/>
                    <a:pt x="19" y="196"/>
                  </a:cubicBezTo>
                  <a:cubicBezTo>
                    <a:pt x="19" y="194"/>
                    <a:pt x="19" y="194"/>
                    <a:pt x="19" y="194"/>
                  </a:cubicBezTo>
                  <a:cubicBezTo>
                    <a:pt x="16" y="196"/>
                    <a:pt x="12" y="198"/>
                    <a:pt x="9" y="198"/>
                  </a:cubicBezTo>
                  <a:cubicBezTo>
                    <a:pt x="9" y="200"/>
                    <a:pt x="8" y="202"/>
                    <a:pt x="10" y="203"/>
                  </a:cubicBezTo>
                  <a:cubicBezTo>
                    <a:pt x="9" y="204"/>
                    <a:pt x="7" y="201"/>
                    <a:pt x="8" y="203"/>
                  </a:cubicBezTo>
                  <a:cubicBezTo>
                    <a:pt x="7" y="201"/>
                    <a:pt x="7" y="201"/>
                    <a:pt x="7" y="201"/>
                  </a:cubicBezTo>
                  <a:cubicBezTo>
                    <a:pt x="1" y="206"/>
                    <a:pt x="3" y="212"/>
                    <a:pt x="3" y="217"/>
                  </a:cubicBezTo>
                  <a:cubicBezTo>
                    <a:pt x="0" y="218"/>
                    <a:pt x="3" y="221"/>
                    <a:pt x="2" y="224"/>
                  </a:cubicBezTo>
                  <a:cubicBezTo>
                    <a:pt x="3" y="226"/>
                    <a:pt x="2" y="229"/>
                    <a:pt x="5" y="229"/>
                  </a:cubicBezTo>
                  <a:cubicBezTo>
                    <a:pt x="4" y="230"/>
                    <a:pt x="4" y="230"/>
                    <a:pt x="4" y="230"/>
                  </a:cubicBezTo>
                  <a:cubicBezTo>
                    <a:pt x="4" y="232"/>
                    <a:pt x="4" y="235"/>
                    <a:pt x="5" y="237"/>
                  </a:cubicBezTo>
                  <a:cubicBezTo>
                    <a:pt x="5" y="239"/>
                    <a:pt x="7" y="238"/>
                    <a:pt x="8" y="239"/>
                  </a:cubicBezTo>
                  <a:cubicBezTo>
                    <a:pt x="7" y="240"/>
                    <a:pt x="7" y="240"/>
                    <a:pt x="7" y="240"/>
                  </a:cubicBezTo>
                  <a:cubicBezTo>
                    <a:pt x="8" y="241"/>
                    <a:pt x="10" y="240"/>
                    <a:pt x="12" y="240"/>
                  </a:cubicBezTo>
                  <a:cubicBezTo>
                    <a:pt x="12" y="241"/>
                    <a:pt x="12" y="241"/>
                    <a:pt x="12" y="242"/>
                  </a:cubicBezTo>
                  <a:cubicBezTo>
                    <a:pt x="11" y="242"/>
                    <a:pt x="9" y="242"/>
                    <a:pt x="7" y="242"/>
                  </a:cubicBezTo>
                  <a:cubicBezTo>
                    <a:pt x="8" y="244"/>
                    <a:pt x="11" y="244"/>
                    <a:pt x="10" y="246"/>
                  </a:cubicBezTo>
                  <a:cubicBezTo>
                    <a:pt x="11" y="247"/>
                    <a:pt x="12" y="248"/>
                    <a:pt x="14" y="247"/>
                  </a:cubicBezTo>
                  <a:cubicBezTo>
                    <a:pt x="13" y="247"/>
                    <a:pt x="14" y="248"/>
                    <a:pt x="13" y="248"/>
                  </a:cubicBezTo>
                  <a:cubicBezTo>
                    <a:pt x="13" y="249"/>
                    <a:pt x="14" y="249"/>
                    <a:pt x="15" y="249"/>
                  </a:cubicBezTo>
                  <a:cubicBezTo>
                    <a:pt x="15" y="249"/>
                    <a:pt x="15" y="249"/>
                    <a:pt x="15" y="249"/>
                  </a:cubicBezTo>
                  <a:cubicBezTo>
                    <a:pt x="16" y="248"/>
                    <a:pt x="17" y="249"/>
                    <a:pt x="18" y="247"/>
                  </a:cubicBezTo>
                  <a:cubicBezTo>
                    <a:pt x="17" y="247"/>
                    <a:pt x="17" y="247"/>
                    <a:pt x="17" y="246"/>
                  </a:cubicBezTo>
                  <a:cubicBezTo>
                    <a:pt x="18" y="246"/>
                    <a:pt x="19" y="246"/>
                    <a:pt x="19" y="248"/>
                  </a:cubicBezTo>
                  <a:cubicBezTo>
                    <a:pt x="18" y="249"/>
                    <a:pt x="16" y="249"/>
                    <a:pt x="17" y="250"/>
                  </a:cubicBezTo>
                  <a:cubicBezTo>
                    <a:pt x="18" y="250"/>
                    <a:pt x="20" y="249"/>
                    <a:pt x="21" y="248"/>
                  </a:cubicBezTo>
                  <a:cubicBezTo>
                    <a:pt x="20" y="249"/>
                    <a:pt x="19" y="248"/>
                    <a:pt x="20" y="246"/>
                  </a:cubicBezTo>
                  <a:cubicBezTo>
                    <a:pt x="19" y="247"/>
                    <a:pt x="19" y="247"/>
                    <a:pt x="19" y="247"/>
                  </a:cubicBezTo>
                  <a:cubicBezTo>
                    <a:pt x="20" y="246"/>
                    <a:pt x="20" y="246"/>
                    <a:pt x="20" y="246"/>
                  </a:cubicBezTo>
                  <a:cubicBezTo>
                    <a:pt x="18" y="245"/>
                    <a:pt x="19" y="243"/>
                    <a:pt x="17" y="243"/>
                  </a:cubicBezTo>
                  <a:cubicBezTo>
                    <a:pt x="16" y="245"/>
                    <a:pt x="16" y="245"/>
                    <a:pt x="16" y="245"/>
                  </a:cubicBezTo>
                  <a:cubicBezTo>
                    <a:pt x="15" y="244"/>
                    <a:pt x="13" y="244"/>
                    <a:pt x="13" y="243"/>
                  </a:cubicBezTo>
                  <a:cubicBezTo>
                    <a:pt x="14" y="243"/>
                    <a:pt x="15" y="242"/>
                    <a:pt x="15" y="241"/>
                  </a:cubicBezTo>
                  <a:cubicBezTo>
                    <a:pt x="15" y="241"/>
                    <a:pt x="14" y="241"/>
                    <a:pt x="15" y="241"/>
                  </a:cubicBezTo>
                  <a:cubicBezTo>
                    <a:pt x="17" y="240"/>
                    <a:pt x="17" y="240"/>
                    <a:pt x="17" y="240"/>
                  </a:cubicBezTo>
                  <a:cubicBezTo>
                    <a:pt x="14" y="242"/>
                    <a:pt x="15" y="238"/>
                    <a:pt x="14" y="238"/>
                  </a:cubicBezTo>
                  <a:cubicBezTo>
                    <a:pt x="15" y="238"/>
                    <a:pt x="15" y="238"/>
                    <a:pt x="15" y="238"/>
                  </a:cubicBezTo>
                  <a:cubicBezTo>
                    <a:pt x="15" y="236"/>
                    <a:pt x="13" y="239"/>
                    <a:pt x="13" y="238"/>
                  </a:cubicBezTo>
                  <a:cubicBezTo>
                    <a:pt x="13" y="237"/>
                    <a:pt x="15" y="237"/>
                    <a:pt x="16" y="235"/>
                  </a:cubicBezTo>
                  <a:cubicBezTo>
                    <a:pt x="15" y="234"/>
                    <a:pt x="12" y="233"/>
                    <a:pt x="14" y="230"/>
                  </a:cubicBezTo>
                  <a:cubicBezTo>
                    <a:pt x="13" y="229"/>
                    <a:pt x="12" y="228"/>
                    <a:pt x="11" y="227"/>
                  </a:cubicBezTo>
                  <a:cubicBezTo>
                    <a:pt x="10" y="226"/>
                    <a:pt x="13" y="227"/>
                    <a:pt x="12" y="226"/>
                  </a:cubicBezTo>
                  <a:cubicBezTo>
                    <a:pt x="13" y="226"/>
                    <a:pt x="14" y="225"/>
                    <a:pt x="15" y="225"/>
                  </a:cubicBezTo>
                  <a:cubicBezTo>
                    <a:pt x="14" y="225"/>
                    <a:pt x="15" y="223"/>
                    <a:pt x="12" y="224"/>
                  </a:cubicBezTo>
                  <a:cubicBezTo>
                    <a:pt x="13" y="222"/>
                    <a:pt x="13" y="221"/>
                    <a:pt x="13" y="219"/>
                  </a:cubicBezTo>
                  <a:cubicBezTo>
                    <a:pt x="13" y="219"/>
                    <a:pt x="14" y="219"/>
                    <a:pt x="15" y="219"/>
                  </a:cubicBezTo>
                  <a:cubicBezTo>
                    <a:pt x="14" y="218"/>
                    <a:pt x="12" y="217"/>
                    <a:pt x="13" y="216"/>
                  </a:cubicBezTo>
                  <a:cubicBezTo>
                    <a:pt x="12" y="215"/>
                    <a:pt x="12" y="216"/>
                    <a:pt x="10" y="215"/>
                  </a:cubicBezTo>
                  <a:cubicBezTo>
                    <a:pt x="10" y="215"/>
                    <a:pt x="9" y="215"/>
                    <a:pt x="9" y="214"/>
                  </a:cubicBezTo>
                  <a:cubicBezTo>
                    <a:pt x="11" y="214"/>
                    <a:pt x="14" y="215"/>
                    <a:pt x="14" y="214"/>
                  </a:cubicBezTo>
                  <a:cubicBezTo>
                    <a:pt x="17" y="215"/>
                    <a:pt x="13" y="216"/>
                    <a:pt x="16" y="216"/>
                  </a:cubicBezTo>
                  <a:cubicBezTo>
                    <a:pt x="18" y="216"/>
                    <a:pt x="18" y="218"/>
                    <a:pt x="17" y="219"/>
                  </a:cubicBezTo>
                  <a:cubicBezTo>
                    <a:pt x="19" y="220"/>
                    <a:pt x="17" y="218"/>
                    <a:pt x="19" y="218"/>
                  </a:cubicBezTo>
                  <a:cubicBezTo>
                    <a:pt x="19" y="217"/>
                    <a:pt x="18" y="217"/>
                    <a:pt x="18" y="216"/>
                  </a:cubicBezTo>
                  <a:cubicBezTo>
                    <a:pt x="18" y="216"/>
                    <a:pt x="17" y="216"/>
                    <a:pt x="17" y="216"/>
                  </a:cubicBezTo>
                  <a:cubicBezTo>
                    <a:pt x="17" y="215"/>
                    <a:pt x="18" y="215"/>
                    <a:pt x="18" y="215"/>
                  </a:cubicBezTo>
                  <a:cubicBezTo>
                    <a:pt x="18" y="215"/>
                    <a:pt x="18" y="215"/>
                    <a:pt x="18" y="215"/>
                  </a:cubicBezTo>
                  <a:cubicBezTo>
                    <a:pt x="17" y="216"/>
                    <a:pt x="17" y="216"/>
                    <a:pt x="17" y="216"/>
                  </a:cubicBezTo>
                  <a:cubicBezTo>
                    <a:pt x="17" y="216"/>
                    <a:pt x="17" y="216"/>
                    <a:pt x="17" y="216"/>
                  </a:cubicBezTo>
                  <a:cubicBezTo>
                    <a:pt x="17" y="216"/>
                    <a:pt x="17" y="216"/>
                    <a:pt x="17" y="216"/>
                  </a:cubicBezTo>
                  <a:cubicBezTo>
                    <a:pt x="17" y="215"/>
                    <a:pt x="17" y="215"/>
                    <a:pt x="17" y="215"/>
                  </a:cubicBezTo>
                  <a:cubicBezTo>
                    <a:pt x="17" y="215"/>
                    <a:pt x="17" y="216"/>
                    <a:pt x="17" y="216"/>
                  </a:cubicBezTo>
                  <a:cubicBezTo>
                    <a:pt x="17" y="216"/>
                    <a:pt x="17" y="216"/>
                    <a:pt x="17" y="216"/>
                  </a:cubicBezTo>
                  <a:cubicBezTo>
                    <a:pt x="17" y="215"/>
                    <a:pt x="17" y="215"/>
                    <a:pt x="17" y="215"/>
                  </a:cubicBezTo>
                  <a:cubicBezTo>
                    <a:pt x="17" y="215"/>
                    <a:pt x="17" y="215"/>
                    <a:pt x="17" y="215"/>
                  </a:cubicBezTo>
                  <a:cubicBezTo>
                    <a:pt x="18" y="214"/>
                    <a:pt x="18" y="214"/>
                    <a:pt x="18" y="214"/>
                  </a:cubicBezTo>
                  <a:cubicBezTo>
                    <a:pt x="18" y="214"/>
                    <a:pt x="18" y="214"/>
                    <a:pt x="18" y="214"/>
                  </a:cubicBezTo>
                  <a:cubicBezTo>
                    <a:pt x="17" y="215"/>
                    <a:pt x="17" y="215"/>
                    <a:pt x="17" y="216"/>
                  </a:cubicBezTo>
                  <a:cubicBezTo>
                    <a:pt x="17" y="216"/>
                    <a:pt x="17" y="216"/>
                    <a:pt x="17" y="216"/>
                  </a:cubicBezTo>
                  <a:cubicBezTo>
                    <a:pt x="16" y="216"/>
                    <a:pt x="16" y="215"/>
                    <a:pt x="16" y="215"/>
                  </a:cubicBezTo>
                  <a:cubicBezTo>
                    <a:pt x="14" y="214"/>
                    <a:pt x="17" y="214"/>
                    <a:pt x="18" y="214"/>
                  </a:cubicBezTo>
                  <a:cubicBezTo>
                    <a:pt x="18" y="214"/>
                    <a:pt x="18" y="214"/>
                    <a:pt x="18" y="214"/>
                  </a:cubicBezTo>
                  <a:cubicBezTo>
                    <a:pt x="18" y="214"/>
                    <a:pt x="18" y="214"/>
                    <a:pt x="18" y="214"/>
                  </a:cubicBezTo>
                  <a:cubicBezTo>
                    <a:pt x="18" y="214"/>
                    <a:pt x="18" y="214"/>
                    <a:pt x="18" y="214"/>
                  </a:cubicBezTo>
                  <a:cubicBezTo>
                    <a:pt x="17" y="214"/>
                    <a:pt x="17" y="215"/>
                    <a:pt x="17" y="215"/>
                  </a:cubicBezTo>
                  <a:cubicBezTo>
                    <a:pt x="17" y="215"/>
                    <a:pt x="17" y="215"/>
                    <a:pt x="17" y="215"/>
                  </a:cubicBezTo>
                  <a:cubicBezTo>
                    <a:pt x="17" y="216"/>
                    <a:pt x="17" y="216"/>
                    <a:pt x="17" y="216"/>
                  </a:cubicBezTo>
                  <a:cubicBezTo>
                    <a:pt x="18" y="215"/>
                    <a:pt x="18" y="215"/>
                    <a:pt x="18" y="215"/>
                  </a:cubicBezTo>
                  <a:cubicBezTo>
                    <a:pt x="18" y="215"/>
                    <a:pt x="18" y="214"/>
                    <a:pt x="18" y="214"/>
                  </a:cubicBezTo>
                  <a:cubicBezTo>
                    <a:pt x="18" y="214"/>
                    <a:pt x="18" y="214"/>
                    <a:pt x="18" y="214"/>
                  </a:cubicBezTo>
                  <a:cubicBezTo>
                    <a:pt x="18" y="215"/>
                    <a:pt x="17" y="215"/>
                    <a:pt x="17" y="215"/>
                  </a:cubicBezTo>
                  <a:cubicBezTo>
                    <a:pt x="17" y="215"/>
                    <a:pt x="17" y="215"/>
                    <a:pt x="18" y="215"/>
                  </a:cubicBezTo>
                  <a:cubicBezTo>
                    <a:pt x="17" y="215"/>
                    <a:pt x="17" y="215"/>
                    <a:pt x="17" y="215"/>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9" y="212"/>
                  </a:cubicBezTo>
                  <a:cubicBezTo>
                    <a:pt x="19" y="212"/>
                    <a:pt x="19" y="212"/>
                    <a:pt x="19" y="212"/>
                  </a:cubicBezTo>
                  <a:cubicBezTo>
                    <a:pt x="19" y="212"/>
                    <a:pt x="19" y="212"/>
                    <a:pt x="19" y="212"/>
                  </a:cubicBezTo>
                  <a:cubicBezTo>
                    <a:pt x="19" y="212"/>
                    <a:pt x="19" y="212"/>
                    <a:pt x="19" y="212"/>
                  </a:cubicBezTo>
                  <a:cubicBezTo>
                    <a:pt x="20" y="212"/>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8" y="213"/>
                  </a:cubicBezTo>
                  <a:cubicBezTo>
                    <a:pt x="19" y="213"/>
                    <a:pt x="19" y="213"/>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9" y="213"/>
                    <a:pt x="19" y="213"/>
                  </a:cubicBezTo>
                  <a:cubicBezTo>
                    <a:pt x="18" y="213"/>
                    <a:pt x="18" y="213"/>
                    <a:pt x="18" y="213"/>
                  </a:cubicBezTo>
                  <a:cubicBezTo>
                    <a:pt x="18" y="213"/>
                    <a:pt x="18" y="214"/>
                    <a:pt x="18" y="214"/>
                  </a:cubicBezTo>
                  <a:cubicBezTo>
                    <a:pt x="18" y="214"/>
                    <a:pt x="18" y="214"/>
                    <a:pt x="18" y="213"/>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6"/>
                    <a:pt x="18" y="216"/>
                    <a:pt x="18" y="216"/>
                  </a:cubicBezTo>
                  <a:cubicBezTo>
                    <a:pt x="18" y="216"/>
                    <a:pt x="18" y="216"/>
                    <a:pt x="18" y="216"/>
                  </a:cubicBezTo>
                  <a:cubicBezTo>
                    <a:pt x="19" y="216"/>
                    <a:pt x="18" y="215"/>
                    <a:pt x="19" y="215"/>
                  </a:cubicBezTo>
                  <a:cubicBezTo>
                    <a:pt x="19" y="215"/>
                    <a:pt x="19" y="215"/>
                    <a:pt x="19" y="215"/>
                  </a:cubicBezTo>
                  <a:cubicBezTo>
                    <a:pt x="19" y="215"/>
                    <a:pt x="19" y="215"/>
                    <a:pt x="19" y="215"/>
                  </a:cubicBezTo>
                  <a:cubicBezTo>
                    <a:pt x="19" y="215"/>
                    <a:pt x="19" y="216"/>
                    <a:pt x="19" y="216"/>
                  </a:cubicBezTo>
                  <a:cubicBezTo>
                    <a:pt x="19" y="216"/>
                    <a:pt x="19" y="216"/>
                    <a:pt x="19" y="215"/>
                  </a:cubicBezTo>
                  <a:cubicBezTo>
                    <a:pt x="19" y="216"/>
                    <a:pt x="19" y="216"/>
                    <a:pt x="19" y="216"/>
                  </a:cubicBezTo>
                  <a:cubicBezTo>
                    <a:pt x="19" y="215"/>
                    <a:pt x="20" y="217"/>
                    <a:pt x="20" y="215"/>
                  </a:cubicBezTo>
                  <a:cubicBezTo>
                    <a:pt x="19" y="215"/>
                    <a:pt x="19" y="215"/>
                    <a:pt x="19" y="215"/>
                  </a:cubicBezTo>
                  <a:cubicBezTo>
                    <a:pt x="20" y="215"/>
                    <a:pt x="18" y="215"/>
                    <a:pt x="19" y="214"/>
                  </a:cubicBezTo>
                  <a:cubicBezTo>
                    <a:pt x="19" y="214"/>
                    <a:pt x="19" y="214"/>
                    <a:pt x="19" y="214"/>
                  </a:cubicBezTo>
                  <a:cubicBezTo>
                    <a:pt x="19" y="214"/>
                    <a:pt x="19" y="214"/>
                    <a:pt x="19" y="213"/>
                  </a:cubicBezTo>
                  <a:cubicBezTo>
                    <a:pt x="19" y="213"/>
                    <a:pt x="19" y="214"/>
                    <a:pt x="19" y="214"/>
                  </a:cubicBezTo>
                  <a:cubicBezTo>
                    <a:pt x="19" y="214"/>
                    <a:pt x="19" y="214"/>
                    <a:pt x="19" y="214"/>
                  </a:cubicBezTo>
                  <a:cubicBezTo>
                    <a:pt x="19" y="214"/>
                    <a:pt x="20" y="214"/>
                    <a:pt x="20" y="214"/>
                  </a:cubicBezTo>
                  <a:cubicBezTo>
                    <a:pt x="20" y="214"/>
                    <a:pt x="19" y="214"/>
                    <a:pt x="20" y="215"/>
                  </a:cubicBezTo>
                  <a:cubicBezTo>
                    <a:pt x="22" y="215"/>
                    <a:pt x="22" y="215"/>
                    <a:pt x="22" y="215"/>
                  </a:cubicBezTo>
                  <a:cubicBezTo>
                    <a:pt x="21" y="216"/>
                    <a:pt x="21" y="216"/>
                    <a:pt x="21" y="216"/>
                  </a:cubicBezTo>
                  <a:cubicBezTo>
                    <a:pt x="20" y="216"/>
                    <a:pt x="20" y="216"/>
                    <a:pt x="20" y="216"/>
                  </a:cubicBezTo>
                  <a:cubicBezTo>
                    <a:pt x="21" y="216"/>
                    <a:pt x="21" y="216"/>
                    <a:pt x="21" y="216"/>
                  </a:cubicBezTo>
                  <a:cubicBezTo>
                    <a:pt x="20" y="217"/>
                    <a:pt x="20" y="217"/>
                    <a:pt x="20" y="217"/>
                  </a:cubicBezTo>
                  <a:cubicBezTo>
                    <a:pt x="21" y="216"/>
                    <a:pt x="21" y="216"/>
                    <a:pt x="21" y="216"/>
                  </a:cubicBezTo>
                  <a:cubicBezTo>
                    <a:pt x="21" y="217"/>
                    <a:pt x="21" y="217"/>
                    <a:pt x="21" y="217"/>
                  </a:cubicBezTo>
                  <a:cubicBezTo>
                    <a:pt x="20" y="218"/>
                    <a:pt x="23" y="217"/>
                    <a:pt x="22" y="218"/>
                  </a:cubicBezTo>
                  <a:cubicBezTo>
                    <a:pt x="21" y="218"/>
                    <a:pt x="20" y="219"/>
                    <a:pt x="20" y="219"/>
                  </a:cubicBezTo>
                  <a:cubicBezTo>
                    <a:pt x="22" y="218"/>
                    <a:pt x="23" y="219"/>
                    <a:pt x="25" y="218"/>
                  </a:cubicBezTo>
                  <a:cubicBezTo>
                    <a:pt x="24" y="219"/>
                    <a:pt x="21" y="219"/>
                    <a:pt x="20" y="220"/>
                  </a:cubicBezTo>
                  <a:cubicBezTo>
                    <a:pt x="22" y="220"/>
                    <a:pt x="19" y="222"/>
                    <a:pt x="22" y="221"/>
                  </a:cubicBezTo>
                  <a:cubicBezTo>
                    <a:pt x="22" y="220"/>
                    <a:pt x="23" y="221"/>
                    <a:pt x="25" y="220"/>
                  </a:cubicBezTo>
                  <a:cubicBezTo>
                    <a:pt x="25" y="222"/>
                    <a:pt x="23" y="221"/>
                    <a:pt x="23" y="222"/>
                  </a:cubicBezTo>
                  <a:cubicBezTo>
                    <a:pt x="23" y="222"/>
                    <a:pt x="25" y="222"/>
                    <a:pt x="26" y="221"/>
                  </a:cubicBezTo>
                  <a:cubicBezTo>
                    <a:pt x="26" y="222"/>
                    <a:pt x="28" y="222"/>
                    <a:pt x="27" y="223"/>
                  </a:cubicBezTo>
                  <a:cubicBezTo>
                    <a:pt x="25" y="224"/>
                    <a:pt x="26" y="222"/>
                    <a:pt x="25" y="223"/>
                  </a:cubicBezTo>
                  <a:cubicBezTo>
                    <a:pt x="25" y="224"/>
                    <a:pt x="29" y="222"/>
                    <a:pt x="30" y="224"/>
                  </a:cubicBezTo>
                  <a:cubicBezTo>
                    <a:pt x="31" y="223"/>
                    <a:pt x="34" y="223"/>
                    <a:pt x="35" y="224"/>
                  </a:cubicBezTo>
                  <a:cubicBezTo>
                    <a:pt x="35" y="226"/>
                    <a:pt x="34" y="223"/>
                    <a:pt x="32" y="224"/>
                  </a:cubicBezTo>
                  <a:cubicBezTo>
                    <a:pt x="32" y="225"/>
                    <a:pt x="32" y="225"/>
                    <a:pt x="32" y="225"/>
                  </a:cubicBezTo>
                  <a:cubicBezTo>
                    <a:pt x="30" y="227"/>
                    <a:pt x="27" y="224"/>
                    <a:pt x="25" y="225"/>
                  </a:cubicBezTo>
                  <a:cubicBezTo>
                    <a:pt x="26" y="226"/>
                    <a:pt x="26" y="226"/>
                    <a:pt x="26" y="226"/>
                  </a:cubicBezTo>
                  <a:cubicBezTo>
                    <a:pt x="25" y="226"/>
                    <a:pt x="24" y="226"/>
                    <a:pt x="23" y="227"/>
                  </a:cubicBezTo>
                  <a:cubicBezTo>
                    <a:pt x="25" y="226"/>
                    <a:pt x="24" y="228"/>
                    <a:pt x="25" y="228"/>
                  </a:cubicBezTo>
                  <a:cubicBezTo>
                    <a:pt x="26" y="228"/>
                    <a:pt x="24" y="228"/>
                    <a:pt x="25" y="228"/>
                  </a:cubicBezTo>
                  <a:cubicBezTo>
                    <a:pt x="26" y="228"/>
                    <a:pt x="29" y="228"/>
                    <a:pt x="28" y="230"/>
                  </a:cubicBezTo>
                  <a:cubicBezTo>
                    <a:pt x="27" y="229"/>
                    <a:pt x="26" y="230"/>
                    <a:pt x="25" y="230"/>
                  </a:cubicBezTo>
                  <a:cubicBezTo>
                    <a:pt x="24" y="231"/>
                    <a:pt x="27" y="230"/>
                    <a:pt x="26" y="231"/>
                  </a:cubicBezTo>
                  <a:cubicBezTo>
                    <a:pt x="25" y="231"/>
                    <a:pt x="25" y="231"/>
                    <a:pt x="25" y="231"/>
                  </a:cubicBezTo>
                  <a:cubicBezTo>
                    <a:pt x="25" y="233"/>
                    <a:pt x="26" y="241"/>
                    <a:pt x="32" y="242"/>
                  </a:cubicBezTo>
                  <a:cubicBezTo>
                    <a:pt x="31" y="243"/>
                    <a:pt x="31" y="245"/>
                    <a:pt x="30" y="247"/>
                  </a:cubicBezTo>
                  <a:cubicBezTo>
                    <a:pt x="31" y="246"/>
                    <a:pt x="32" y="246"/>
                    <a:pt x="33" y="247"/>
                  </a:cubicBezTo>
                  <a:cubicBezTo>
                    <a:pt x="31" y="248"/>
                    <a:pt x="31" y="248"/>
                    <a:pt x="31" y="248"/>
                  </a:cubicBezTo>
                  <a:cubicBezTo>
                    <a:pt x="30" y="250"/>
                    <a:pt x="33" y="251"/>
                    <a:pt x="34" y="251"/>
                  </a:cubicBezTo>
                  <a:cubicBezTo>
                    <a:pt x="33" y="252"/>
                    <a:pt x="33" y="252"/>
                    <a:pt x="33" y="252"/>
                  </a:cubicBezTo>
                  <a:cubicBezTo>
                    <a:pt x="32" y="254"/>
                    <a:pt x="34" y="253"/>
                    <a:pt x="35" y="253"/>
                  </a:cubicBezTo>
                  <a:cubicBezTo>
                    <a:pt x="34" y="254"/>
                    <a:pt x="34" y="254"/>
                    <a:pt x="34" y="254"/>
                  </a:cubicBezTo>
                  <a:cubicBezTo>
                    <a:pt x="35" y="254"/>
                    <a:pt x="35" y="254"/>
                    <a:pt x="35" y="254"/>
                  </a:cubicBezTo>
                  <a:cubicBezTo>
                    <a:pt x="36" y="255"/>
                    <a:pt x="36" y="256"/>
                    <a:pt x="34" y="257"/>
                  </a:cubicBezTo>
                  <a:cubicBezTo>
                    <a:pt x="35" y="257"/>
                    <a:pt x="35" y="257"/>
                    <a:pt x="36" y="256"/>
                  </a:cubicBezTo>
                  <a:cubicBezTo>
                    <a:pt x="35" y="258"/>
                    <a:pt x="36" y="261"/>
                    <a:pt x="38" y="262"/>
                  </a:cubicBezTo>
                  <a:cubicBezTo>
                    <a:pt x="38" y="261"/>
                    <a:pt x="39" y="261"/>
                    <a:pt x="40" y="260"/>
                  </a:cubicBezTo>
                  <a:cubicBezTo>
                    <a:pt x="42" y="259"/>
                    <a:pt x="40" y="260"/>
                    <a:pt x="41" y="260"/>
                  </a:cubicBezTo>
                  <a:cubicBezTo>
                    <a:pt x="41" y="261"/>
                    <a:pt x="40" y="262"/>
                    <a:pt x="39" y="262"/>
                  </a:cubicBezTo>
                  <a:cubicBezTo>
                    <a:pt x="38" y="265"/>
                    <a:pt x="42" y="267"/>
                    <a:pt x="44" y="270"/>
                  </a:cubicBezTo>
                  <a:cubicBezTo>
                    <a:pt x="44" y="270"/>
                    <a:pt x="44" y="270"/>
                    <a:pt x="45" y="270"/>
                  </a:cubicBezTo>
                  <a:cubicBezTo>
                    <a:pt x="44" y="273"/>
                    <a:pt x="48" y="273"/>
                    <a:pt x="48" y="276"/>
                  </a:cubicBezTo>
                  <a:cubicBezTo>
                    <a:pt x="49" y="275"/>
                    <a:pt x="51" y="273"/>
                    <a:pt x="52" y="274"/>
                  </a:cubicBezTo>
                  <a:cubicBezTo>
                    <a:pt x="54" y="274"/>
                    <a:pt x="50" y="276"/>
                    <a:pt x="50" y="279"/>
                  </a:cubicBezTo>
                  <a:cubicBezTo>
                    <a:pt x="51" y="278"/>
                    <a:pt x="52" y="279"/>
                    <a:pt x="53" y="279"/>
                  </a:cubicBezTo>
                  <a:cubicBezTo>
                    <a:pt x="52" y="280"/>
                    <a:pt x="52" y="280"/>
                    <a:pt x="52" y="280"/>
                  </a:cubicBezTo>
                  <a:cubicBezTo>
                    <a:pt x="54" y="279"/>
                    <a:pt x="55" y="280"/>
                    <a:pt x="55" y="281"/>
                  </a:cubicBezTo>
                  <a:cubicBezTo>
                    <a:pt x="55" y="281"/>
                    <a:pt x="55" y="281"/>
                    <a:pt x="55" y="281"/>
                  </a:cubicBezTo>
                  <a:cubicBezTo>
                    <a:pt x="55" y="282"/>
                    <a:pt x="55" y="283"/>
                    <a:pt x="56" y="284"/>
                  </a:cubicBezTo>
                  <a:cubicBezTo>
                    <a:pt x="57" y="282"/>
                    <a:pt x="58" y="284"/>
                    <a:pt x="59" y="283"/>
                  </a:cubicBezTo>
                  <a:cubicBezTo>
                    <a:pt x="59" y="284"/>
                    <a:pt x="59" y="284"/>
                    <a:pt x="59" y="284"/>
                  </a:cubicBezTo>
                  <a:cubicBezTo>
                    <a:pt x="60" y="283"/>
                    <a:pt x="60" y="283"/>
                    <a:pt x="60" y="283"/>
                  </a:cubicBezTo>
                  <a:cubicBezTo>
                    <a:pt x="61" y="285"/>
                    <a:pt x="61" y="285"/>
                    <a:pt x="61" y="285"/>
                  </a:cubicBezTo>
                  <a:cubicBezTo>
                    <a:pt x="59" y="285"/>
                    <a:pt x="59" y="285"/>
                    <a:pt x="59" y="285"/>
                  </a:cubicBezTo>
                  <a:cubicBezTo>
                    <a:pt x="60" y="287"/>
                    <a:pt x="60" y="285"/>
                    <a:pt x="62" y="284"/>
                  </a:cubicBezTo>
                  <a:cubicBezTo>
                    <a:pt x="63" y="284"/>
                    <a:pt x="62" y="285"/>
                    <a:pt x="62" y="286"/>
                  </a:cubicBezTo>
                  <a:cubicBezTo>
                    <a:pt x="62" y="287"/>
                    <a:pt x="62" y="285"/>
                    <a:pt x="61" y="285"/>
                  </a:cubicBezTo>
                  <a:cubicBezTo>
                    <a:pt x="60" y="286"/>
                    <a:pt x="62" y="286"/>
                    <a:pt x="61" y="287"/>
                  </a:cubicBezTo>
                  <a:cubicBezTo>
                    <a:pt x="62" y="287"/>
                    <a:pt x="63" y="286"/>
                    <a:pt x="63" y="286"/>
                  </a:cubicBezTo>
                  <a:cubicBezTo>
                    <a:pt x="64" y="287"/>
                    <a:pt x="65" y="287"/>
                    <a:pt x="65" y="289"/>
                  </a:cubicBezTo>
                  <a:cubicBezTo>
                    <a:pt x="65" y="288"/>
                    <a:pt x="66" y="289"/>
                    <a:pt x="67" y="288"/>
                  </a:cubicBezTo>
                  <a:cubicBezTo>
                    <a:pt x="66" y="288"/>
                    <a:pt x="66" y="287"/>
                    <a:pt x="66" y="286"/>
                  </a:cubicBezTo>
                  <a:cubicBezTo>
                    <a:pt x="67" y="286"/>
                    <a:pt x="68" y="286"/>
                    <a:pt x="68" y="287"/>
                  </a:cubicBezTo>
                  <a:cubicBezTo>
                    <a:pt x="67" y="287"/>
                    <a:pt x="67" y="287"/>
                    <a:pt x="67" y="287"/>
                  </a:cubicBezTo>
                  <a:cubicBezTo>
                    <a:pt x="68" y="287"/>
                    <a:pt x="69" y="288"/>
                    <a:pt x="69" y="286"/>
                  </a:cubicBezTo>
                  <a:cubicBezTo>
                    <a:pt x="69" y="289"/>
                    <a:pt x="69" y="289"/>
                    <a:pt x="69" y="289"/>
                  </a:cubicBezTo>
                  <a:cubicBezTo>
                    <a:pt x="70" y="288"/>
                    <a:pt x="71" y="288"/>
                    <a:pt x="72" y="288"/>
                  </a:cubicBezTo>
                  <a:cubicBezTo>
                    <a:pt x="71" y="290"/>
                    <a:pt x="69" y="291"/>
                    <a:pt x="71" y="292"/>
                  </a:cubicBezTo>
                  <a:cubicBezTo>
                    <a:pt x="73" y="291"/>
                    <a:pt x="73" y="291"/>
                    <a:pt x="73" y="291"/>
                  </a:cubicBezTo>
                  <a:cubicBezTo>
                    <a:pt x="74" y="291"/>
                    <a:pt x="74" y="292"/>
                    <a:pt x="74" y="293"/>
                  </a:cubicBezTo>
                  <a:cubicBezTo>
                    <a:pt x="76" y="294"/>
                    <a:pt x="77" y="289"/>
                    <a:pt x="79" y="291"/>
                  </a:cubicBezTo>
                  <a:cubicBezTo>
                    <a:pt x="78" y="293"/>
                    <a:pt x="78" y="293"/>
                    <a:pt x="79" y="294"/>
                  </a:cubicBezTo>
                  <a:cubicBezTo>
                    <a:pt x="79" y="293"/>
                    <a:pt x="79" y="293"/>
                    <a:pt x="80" y="293"/>
                  </a:cubicBezTo>
                  <a:cubicBezTo>
                    <a:pt x="80" y="292"/>
                    <a:pt x="79" y="294"/>
                    <a:pt x="79" y="293"/>
                  </a:cubicBezTo>
                  <a:cubicBezTo>
                    <a:pt x="79" y="291"/>
                    <a:pt x="80" y="292"/>
                    <a:pt x="80" y="292"/>
                  </a:cubicBezTo>
                  <a:cubicBezTo>
                    <a:pt x="81" y="296"/>
                    <a:pt x="86" y="294"/>
                    <a:pt x="88" y="296"/>
                  </a:cubicBezTo>
                  <a:cubicBezTo>
                    <a:pt x="88" y="294"/>
                    <a:pt x="90" y="295"/>
                    <a:pt x="90" y="295"/>
                  </a:cubicBezTo>
                  <a:cubicBezTo>
                    <a:pt x="90" y="297"/>
                    <a:pt x="92" y="294"/>
                    <a:pt x="93" y="296"/>
                  </a:cubicBezTo>
                  <a:cubicBezTo>
                    <a:pt x="92" y="293"/>
                    <a:pt x="92" y="293"/>
                    <a:pt x="92" y="293"/>
                  </a:cubicBezTo>
                  <a:cubicBezTo>
                    <a:pt x="94" y="295"/>
                    <a:pt x="95" y="290"/>
                    <a:pt x="96" y="293"/>
                  </a:cubicBezTo>
                  <a:cubicBezTo>
                    <a:pt x="97" y="293"/>
                    <a:pt x="96" y="294"/>
                    <a:pt x="95" y="295"/>
                  </a:cubicBezTo>
                  <a:cubicBezTo>
                    <a:pt x="96" y="298"/>
                    <a:pt x="99" y="293"/>
                    <a:pt x="100" y="296"/>
                  </a:cubicBezTo>
                  <a:cubicBezTo>
                    <a:pt x="100" y="295"/>
                    <a:pt x="99" y="293"/>
                    <a:pt x="101" y="292"/>
                  </a:cubicBezTo>
                  <a:cubicBezTo>
                    <a:pt x="101" y="294"/>
                    <a:pt x="103" y="295"/>
                    <a:pt x="103" y="295"/>
                  </a:cubicBezTo>
                  <a:cubicBezTo>
                    <a:pt x="104" y="295"/>
                    <a:pt x="104" y="294"/>
                    <a:pt x="105" y="295"/>
                  </a:cubicBezTo>
                  <a:cubicBezTo>
                    <a:pt x="104" y="296"/>
                    <a:pt x="104" y="296"/>
                    <a:pt x="104" y="296"/>
                  </a:cubicBezTo>
                  <a:cubicBezTo>
                    <a:pt x="105" y="297"/>
                    <a:pt x="106" y="296"/>
                    <a:pt x="107" y="295"/>
                  </a:cubicBezTo>
                  <a:cubicBezTo>
                    <a:pt x="108" y="297"/>
                    <a:pt x="110" y="296"/>
                    <a:pt x="111" y="297"/>
                  </a:cubicBezTo>
                  <a:cubicBezTo>
                    <a:pt x="112" y="295"/>
                    <a:pt x="113" y="299"/>
                    <a:pt x="113" y="295"/>
                  </a:cubicBezTo>
                  <a:cubicBezTo>
                    <a:pt x="114" y="296"/>
                    <a:pt x="114" y="296"/>
                    <a:pt x="114" y="296"/>
                  </a:cubicBezTo>
                  <a:cubicBezTo>
                    <a:pt x="114" y="296"/>
                    <a:pt x="115" y="294"/>
                    <a:pt x="115" y="294"/>
                  </a:cubicBezTo>
                  <a:cubicBezTo>
                    <a:pt x="115" y="296"/>
                    <a:pt x="115" y="296"/>
                    <a:pt x="115" y="296"/>
                  </a:cubicBezTo>
                  <a:cubicBezTo>
                    <a:pt x="114" y="298"/>
                    <a:pt x="117" y="296"/>
                    <a:pt x="117" y="298"/>
                  </a:cubicBezTo>
                  <a:cubicBezTo>
                    <a:pt x="116" y="296"/>
                    <a:pt x="117" y="298"/>
                    <a:pt x="118" y="296"/>
                  </a:cubicBezTo>
                  <a:cubicBezTo>
                    <a:pt x="118" y="296"/>
                    <a:pt x="118" y="296"/>
                    <a:pt x="118" y="296"/>
                  </a:cubicBezTo>
                  <a:cubicBezTo>
                    <a:pt x="120" y="296"/>
                    <a:pt x="119" y="295"/>
                    <a:pt x="120" y="295"/>
                  </a:cubicBezTo>
                  <a:cubicBezTo>
                    <a:pt x="121" y="295"/>
                    <a:pt x="120" y="297"/>
                    <a:pt x="120" y="297"/>
                  </a:cubicBezTo>
                  <a:cubicBezTo>
                    <a:pt x="120" y="298"/>
                    <a:pt x="121" y="298"/>
                    <a:pt x="122" y="297"/>
                  </a:cubicBezTo>
                  <a:cubicBezTo>
                    <a:pt x="122" y="298"/>
                    <a:pt x="122" y="298"/>
                    <a:pt x="123" y="298"/>
                  </a:cubicBezTo>
                  <a:cubicBezTo>
                    <a:pt x="123" y="298"/>
                    <a:pt x="123" y="298"/>
                    <a:pt x="123" y="298"/>
                  </a:cubicBezTo>
                  <a:cubicBezTo>
                    <a:pt x="123" y="298"/>
                    <a:pt x="124" y="298"/>
                    <a:pt x="124" y="299"/>
                  </a:cubicBezTo>
                  <a:cubicBezTo>
                    <a:pt x="123" y="300"/>
                    <a:pt x="123" y="300"/>
                    <a:pt x="123" y="300"/>
                  </a:cubicBezTo>
                  <a:cubicBezTo>
                    <a:pt x="124" y="300"/>
                    <a:pt x="125" y="299"/>
                    <a:pt x="125" y="298"/>
                  </a:cubicBezTo>
                  <a:cubicBezTo>
                    <a:pt x="127" y="300"/>
                    <a:pt x="131" y="300"/>
                    <a:pt x="132" y="300"/>
                  </a:cubicBezTo>
                  <a:cubicBezTo>
                    <a:pt x="131" y="299"/>
                    <a:pt x="131" y="301"/>
                    <a:pt x="131" y="300"/>
                  </a:cubicBezTo>
                  <a:cubicBezTo>
                    <a:pt x="132" y="300"/>
                    <a:pt x="133" y="299"/>
                    <a:pt x="133" y="300"/>
                  </a:cubicBezTo>
                  <a:cubicBezTo>
                    <a:pt x="134" y="300"/>
                    <a:pt x="133" y="301"/>
                    <a:pt x="134" y="302"/>
                  </a:cubicBezTo>
                  <a:cubicBezTo>
                    <a:pt x="133" y="302"/>
                    <a:pt x="135" y="300"/>
                    <a:pt x="134" y="300"/>
                  </a:cubicBezTo>
                  <a:cubicBezTo>
                    <a:pt x="134" y="303"/>
                    <a:pt x="138" y="301"/>
                    <a:pt x="139" y="304"/>
                  </a:cubicBezTo>
                  <a:cubicBezTo>
                    <a:pt x="139" y="303"/>
                    <a:pt x="138" y="304"/>
                    <a:pt x="137" y="305"/>
                  </a:cubicBezTo>
                  <a:cubicBezTo>
                    <a:pt x="139" y="305"/>
                    <a:pt x="141" y="305"/>
                    <a:pt x="143" y="304"/>
                  </a:cubicBezTo>
                  <a:cubicBezTo>
                    <a:pt x="142" y="305"/>
                    <a:pt x="142" y="305"/>
                    <a:pt x="141" y="305"/>
                  </a:cubicBezTo>
                  <a:cubicBezTo>
                    <a:pt x="142" y="306"/>
                    <a:pt x="143" y="307"/>
                    <a:pt x="144" y="306"/>
                  </a:cubicBezTo>
                  <a:cubicBezTo>
                    <a:pt x="145" y="305"/>
                    <a:pt x="144" y="307"/>
                    <a:pt x="144" y="306"/>
                  </a:cubicBezTo>
                  <a:cubicBezTo>
                    <a:pt x="144" y="305"/>
                    <a:pt x="146" y="305"/>
                    <a:pt x="146" y="306"/>
                  </a:cubicBezTo>
                  <a:cubicBezTo>
                    <a:pt x="146" y="306"/>
                    <a:pt x="146" y="306"/>
                    <a:pt x="146" y="306"/>
                  </a:cubicBezTo>
                  <a:cubicBezTo>
                    <a:pt x="147" y="307"/>
                    <a:pt x="147" y="306"/>
                    <a:pt x="148" y="307"/>
                  </a:cubicBezTo>
                  <a:cubicBezTo>
                    <a:pt x="148" y="308"/>
                    <a:pt x="147" y="307"/>
                    <a:pt x="147" y="308"/>
                  </a:cubicBezTo>
                  <a:cubicBezTo>
                    <a:pt x="145" y="310"/>
                    <a:pt x="147" y="311"/>
                    <a:pt x="147" y="311"/>
                  </a:cubicBezTo>
                  <a:cubicBezTo>
                    <a:pt x="149" y="311"/>
                    <a:pt x="149" y="311"/>
                    <a:pt x="149" y="311"/>
                  </a:cubicBezTo>
                  <a:cubicBezTo>
                    <a:pt x="150" y="311"/>
                    <a:pt x="148" y="312"/>
                    <a:pt x="148" y="312"/>
                  </a:cubicBezTo>
                  <a:cubicBezTo>
                    <a:pt x="154" y="312"/>
                    <a:pt x="154" y="312"/>
                    <a:pt x="154" y="312"/>
                  </a:cubicBezTo>
                  <a:cubicBezTo>
                    <a:pt x="153" y="312"/>
                    <a:pt x="152" y="314"/>
                    <a:pt x="151" y="314"/>
                  </a:cubicBezTo>
                  <a:cubicBezTo>
                    <a:pt x="152" y="315"/>
                    <a:pt x="155" y="315"/>
                    <a:pt x="157" y="315"/>
                  </a:cubicBezTo>
                  <a:cubicBezTo>
                    <a:pt x="157" y="316"/>
                    <a:pt x="158" y="317"/>
                    <a:pt x="159" y="318"/>
                  </a:cubicBezTo>
                  <a:cubicBezTo>
                    <a:pt x="158" y="319"/>
                    <a:pt x="159" y="317"/>
                    <a:pt x="158" y="318"/>
                  </a:cubicBezTo>
                  <a:cubicBezTo>
                    <a:pt x="157" y="319"/>
                    <a:pt x="157" y="319"/>
                    <a:pt x="157" y="319"/>
                  </a:cubicBezTo>
                  <a:cubicBezTo>
                    <a:pt x="156" y="318"/>
                    <a:pt x="154" y="320"/>
                    <a:pt x="153" y="320"/>
                  </a:cubicBezTo>
                  <a:cubicBezTo>
                    <a:pt x="155" y="320"/>
                    <a:pt x="154" y="323"/>
                    <a:pt x="154" y="325"/>
                  </a:cubicBezTo>
                  <a:cubicBezTo>
                    <a:pt x="157" y="323"/>
                    <a:pt x="156" y="326"/>
                    <a:pt x="159" y="325"/>
                  </a:cubicBezTo>
                  <a:cubicBezTo>
                    <a:pt x="160" y="327"/>
                    <a:pt x="157" y="327"/>
                    <a:pt x="156" y="328"/>
                  </a:cubicBezTo>
                  <a:cubicBezTo>
                    <a:pt x="158" y="329"/>
                    <a:pt x="158" y="331"/>
                    <a:pt x="158" y="333"/>
                  </a:cubicBezTo>
                  <a:cubicBezTo>
                    <a:pt x="158" y="333"/>
                    <a:pt x="158" y="333"/>
                    <a:pt x="158" y="333"/>
                  </a:cubicBezTo>
                  <a:cubicBezTo>
                    <a:pt x="159" y="334"/>
                    <a:pt x="158" y="337"/>
                    <a:pt x="161" y="338"/>
                  </a:cubicBezTo>
                  <a:cubicBezTo>
                    <a:pt x="160" y="338"/>
                    <a:pt x="160" y="338"/>
                    <a:pt x="159" y="338"/>
                  </a:cubicBezTo>
                  <a:cubicBezTo>
                    <a:pt x="159" y="340"/>
                    <a:pt x="163" y="338"/>
                    <a:pt x="162" y="340"/>
                  </a:cubicBezTo>
                  <a:cubicBezTo>
                    <a:pt x="160" y="339"/>
                    <a:pt x="160" y="339"/>
                    <a:pt x="160" y="339"/>
                  </a:cubicBezTo>
                  <a:cubicBezTo>
                    <a:pt x="162" y="340"/>
                    <a:pt x="160" y="342"/>
                    <a:pt x="162" y="343"/>
                  </a:cubicBezTo>
                  <a:cubicBezTo>
                    <a:pt x="161" y="343"/>
                    <a:pt x="161" y="343"/>
                    <a:pt x="160" y="343"/>
                  </a:cubicBezTo>
                  <a:cubicBezTo>
                    <a:pt x="161" y="344"/>
                    <a:pt x="161" y="345"/>
                    <a:pt x="163" y="346"/>
                  </a:cubicBezTo>
                  <a:cubicBezTo>
                    <a:pt x="162" y="347"/>
                    <a:pt x="161" y="346"/>
                    <a:pt x="160" y="346"/>
                  </a:cubicBezTo>
                  <a:cubicBezTo>
                    <a:pt x="160" y="347"/>
                    <a:pt x="163" y="347"/>
                    <a:pt x="162" y="348"/>
                  </a:cubicBezTo>
                  <a:cubicBezTo>
                    <a:pt x="162" y="349"/>
                    <a:pt x="161" y="349"/>
                    <a:pt x="161" y="349"/>
                  </a:cubicBezTo>
                  <a:cubicBezTo>
                    <a:pt x="162" y="350"/>
                    <a:pt x="162" y="351"/>
                    <a:pt x="163" y="352"/>
                  </a:cubicBezTo>
                  <a:cubicBezTo>
                    <a:pt x="162" y="352"/>
                    <a:pt x="162" y="353"/>
                    <a:pt x="161" y="353"/>
                  </a:cubicBezTo>
                  <a:cubicBezTo>
                    <a:pt x="161" y="360"/>
                    <a:pt x="162" y="366"/>
                    <a:pt x="164" y="372"/>
                  </a:cubicBezTo>
                  <a:cubicBezTo>
                    <a:pt x="161" y="374"/>
                    <a:pt x="162" y="371"/>
                    <a:pt x="161" y="372"/>
                  </a:cubicBezTo>
                  <a:cubicBezTo>
                    <a:pt x="163" y="372"/>
                    <a:pt x="161" y="373"/>
                    <a:pt x="162" y="375"/>
                  </a:cubicBezTo>
                  <a:cubicBezTo>
                    <a:pt x="162" y="375"/>
                    <a:pt x="162" y="375"/>
                    <a:pt x="162" y="375"/>
                  </a:cubicBezTo>
                  <a:cubicBezTo>
                    <a:pt x="162" y="376"/>
                    <a:pt x="161" y="376"/>
                    <a:pt x="162" y="377"/>
                  </a:cubicBezTo>
                  <a:cubicBezTo>
                    <a:pt x="162" y="377"/>
                    <a:pt x="162" y="377"/>
                    <a:pt x="162" y="377"/>
                  </a:cubicBezTo>
                  <a:cubicBezTo>
                    <a:pt x="164" y="378"/>
                    <a:pt x="159" y="379"/>
                    <a:pt x="162" y="379"/>
                  </a:cubicBezTo>
                  <a:cubicBezTo>
                    <a:pt x="161" y="380"/>
                    <a:pt x="161" y="380"/>
                    <a:pt x="161" y="380"/>
                  </a:cubicBezTo>
                  <a:cubicBezTo>
                    <a:pt x="163" y="381"/>
                    <a:pt x="160" y="382"/>
                    <a:pt x="162" y="383"/>
                  </a:cubicBezTo>
                  <a:cubicBezTo>
                    <a:pt x="162" y="383"/>
                    <a:pt x="162" y="383"/>
                    <a:pt x="162" y="383"/>
                  </a:cubicBezTo>
                  <a:cubicBezTo>
                    <a:pt x="161" y="384"/>
                    <a:pt x="165" y="386"/>
                    <a:pt x="163" y="386"/>
                  </a:cubicBezTo>
                  <a:cubicBezTo>
                    <a:pt x="163" y="388"/>
                    <a:pt x="164" y="389"/>
                    <a:pt x="166" y="389"/>
                  </a:cubicBezTo>
                  <a:cubicBezTo>
                    <a:pt x="165" y="390"/>
                    <a:pt x="164" y="389"/>
                    <a:pt x="163" y="389"/>
                  </a:cubicBezTo>
                  <a:cubicBezTo>
                    <a:pt x="164" y="394"/>
                    <a:pt x="164" y="400"/>
                    <a:pt x="167" y="404"/>
                  </a:cubicBezTo>
                  <a:cubicBezTo>
                    <a:pt x="166" y="404"/>
                    <a:pt x="166" y="404"/>
                    <a:pt x="165" y="404"/>
                  </a:cubicBezTo>
                  <a:cubicBezTo>
                    <a:pt x="168" y="406"/>
                    <a:pt x="163" y="409"/>
                    <a:pt x="168" y="411"/>
                  </a:cubicBezTo>
                  <a:cubicBezTo>
                    <a:pt x="170" y="412"/>
                    <a:pt x="170" y="412"/>
                    <a:pt x="170" y="412"/>
                  </a:cubicBezTo>
                  <a:cubicBezTo>
                    <a:pt x="169" y="412"/>
                    <a:pt x="168" y="412"/>
                    <a:pt x="167" y="413"/>
                  </a:cubicBezTo>
                  <a:cubicBezTo>
                    <a:pt x="168" y="413"/>
                    <a:pt x="167" y="415"/>
                    <a:pt x="169" y="416"/>
                  </a:cubicBezTo>
                  <a:cubicBezTo>
                    <a:pt x="168" y="416"/>
                    <a:pt x="168" y="416"/>
                    <a:pt x="168" y="416"/>
                  </a:cubicBezTo>
                  <a:cubicBezTo>
                    <a:pt x="167" y="417"/>
                    <a:pt x="170" y="418"/>
                    <a:pt x="169" y="419"/>
                  </a:cubicBezTo>
                  <a:cubicBezTo>
                    <a:pt x="169" y="419"/>
                    <a:pt x="169" y="419"/>
                    <a:pt x="169" y="419"/>
                  </a:cubicBezTo>
                  <a:cubicBezTo>
                    <a:pt x="166" y="425"/>
                    <a:pt x="163" y="434"/>
                    <a:pt x="168" y="438"/>
                  </a:cubicBezTo>
                  <a:cubicBezTo>
                    <a:pt x="169" y="440"/>
                    <a:pt x="166" y="439"/>
                    <a:pt x="166" y="440"/>
                  </a:cubicBezTo>
                  <a:cubicBezTo>
                    <a:pt x="170" y="444"/>
                    <a:pt x="167" y="452"/>
                    <a:pt x="173" y="453"/>
                  </a:cubicBezTo>
                  <a:cubicBezTo>
                    <a:pt x="173" y="454"/>
                    <a:pt x="173" y="454"/>
                    <a:pt x="173" y="455"/>
                  </a:cubicBezTo>
                  <a:cubicBezTo>
                    <a:pt x="173" y="455"/>
                    <a:pt x="173" y="456"/>
                    <a:pt x="174" y="456"/>
                  </a:cubicBezTo>
                  <a:cubicBezTo>
                    <a:pt x="171" y="457"/>
                    <a:pt x="174" y="460"/>
                    <a:pt x="172" y="462"/>
                  </a:cubicBezTo>
                  <a:cubicBezTo>
                    <a:pt x="175" y="462"/>
                    <a:pt x="174" y="463"/>
                    <a:pt x="174" y="464"/>
                  </a:cubicBezTo>
                  <a:cubicBezTo>
                    <a:pt x="174" y="464"/>
                    <a:pt x="173" y="464"/>
                    <a:pt x="173" y="464"/>
                  </a:cubicBezTo>
                  <a:cubicBezTo>
                    <a:pt x="173" y="466"/>
                    <a:pt x="173" y="466"/>
                    <a:pt x="172" y="468"/>
                  </a:cubicBezTo>
                  <a:cubicBezTo>
                    <a:pt x="172" y="469"/>
                    <a:pt x="174" y="469"/>
                    <a:pt x="173" y="470"/>
                  </a:cubicBezTo>
                  <a:cubicBezTo>
                    <a:pt x="171" y="471"/>
                    <a:pt x="173" y="472"/>
                    <a:pt x="172" y="473"/>
                  </a:cubicBezTo>
                  <a:cubicBezTo>
                    <a:pt x="174" y="473"/>
                    <a:pt x="175" y="474"/>
                    <a:pt x="175" y="475"/>
                  </a:cubicBezTo>
                  <a:cubicBezTo>
                    <a:pt x="172" y="475"/>
                    <a:pt x="172" y="475"/>
                    <a:pt x="172" y="475"/>
                  </a:cubicBezTo>
                  <a:cubicBezTo>
                    <a:pt x="174" y="477"/>
                    <a:pt x="170" y="481"/>
                    <a:pt x="174" y="485"/>
                  </a:cubicBezTo>
                  <a:cubicBezTo>
                    <a:pt x="172" y="485"/>
                    <a:pt x="172" y="485"/>
                    <a:pt x="172" y="485"/>
                  </a:cubicBezTo>
                  <a:cubicBezTo>
                    <a:pt x="174" y="488"/>
                    <a:pt x="173" y="491"/>
                    <a:pt x="176" y="494"/>
                  </a:cubicBezTo>
                  <a:cubicBezTo>
                    <a:pt x="175" y="495"/>
                    <a:pt x="175" y="496"/>
                    <a:pt x="175" y="497"/>
                  </a:cubicBezTo>
                  <a:cubicBezTo>
                    <a:pt x="176" y="498"/>
                    <a:pt x="176" y="499"/>
                    <a:pt x="178" y="499"/>
                  </a:cubicBezTo>
                  <a:cubicBezTo>
                    <a:pt x="178" y="500"/>
                    <a:pt x="177" y="500"/>
                    <a:pt x="177" y="500"/>
                  </a:cubicBezTo>
                  <a:cubicBezTo>
                    <a:pt x="176" y="501"/>
                    <a:pt x="174" y="504"/>
                    <a:pt x="177" y="504"/>
                  </a:cubicBezTo>
                  <a:cubicBezTo>
                    <a:pt x="175" y="505"/>
                    <a:pt x="175" y="505"/>
                    <a:pt x="175" y="505"/>
                  </a:cubicBezTo>
                  <a:cubicBezTo>
                    <a:pt x="177" y="506"/>
                    <a:pt x="179" y="507"/>
                    <a:pt x="177" y="508"/>
                  </a:cubicBezTo>
                  <a:cubicBezTo>
                    <a:pt x="178" y="509"/>
                    <a:pt x="179" y="510"/>
                    <a:pt x="181" y="509"/>
                  </a:cubicBezTo>
                  <a:cubicBezTo>
                    <a:pt x="181" y="510"/>
                    <a:pt x="178" y="510"/>
                    <a:pt x="180" y="510"/>
                  </a:cubicBezTo>
                  <a:cubicBezTo>
                    <a:pt x="178" y="510"/>
                    <a:pt x="178" y="510"/>
                    <a:pt x="178" y="510"/>
                  </a:cubicBezTo>
                  <a:cubicBezTo>
                    <a:pt x="177" y="513"/>
                    <a:pt x="179" y="515"/>
                    <a:pt x="180" y="518"/>
                  </a:cubicBezTo>
                  <a:cubicBezTo>
                    <a:pt x="178" y="519"/>
                    <a:pt x="181" y="520"/>
                    <a:pt x="179" y="522"/>
                  </a:cubicBezTo>
                  <a:cubicBezTo>
                    <a:pt x="181" y="523"/>
                    <a:pt x="179" y="525"/>
                    <a:pt x="182" y="525"/>
                  </a:cubicBezTo>
                  <a:cubicBezTo>
                    <a:pt x="181" y="525"/>
                    <a:pt x="181" y="525"/>
                    <a:pt x="181" y="525"/>
                  </a:cubicBezTo>
                  <a:cubicBezTo>
                    <a:pt x="181" y="526"/>
                    <a:pt x="181" y="528"/>
                    <a:pt x="180" y="530"/>
                  </a:cubicBezTo>
                  <a:cubicBezTo>
                    <a:pt x="180" y="531"/>
                    <a:pt x="182" y="530"/>
                    <a:pt x="183" y="531"/>
                  </a:cubicBezTo>
                  <a:cubicBezTo>
                    <a:pt x="182" y="531"/>
                    <a:pt x="182" y="531"/>
                    <a:pt x="182" y="531"/>
                  </a:cubicBezTo>
                  <a:cubicBezTo>
                    <a:pt x="183" y="532"/>
                    <a:pt x="185" y="532"/>
                    <a:pt x="186" y="532"/>
                  </a:cubicBezTo>
                  <a:cubicBezTo>
                    <a:pt x="185" y="533"/>
                    <a:pt x="186" y="533"/>
                    <a:pt x="185" y="533"/>
                  </a:cubicBezTo>
                  <a:cubicBezTo>
                    <a:pt x="185" y="533"/>
                    <a:pt x="183" y="533"/>
                    <a:pt x="181" y="532"/>
                  </a:cubicBezTo>
                  <a:cubicBezTo>
                    <a:pt x="181" y="534"/>
                    <a:pt x="184" y="534"/>
                    <a:pt x="182" y="535"/>
                  </a:cubicBezTo>
                  <a:cubicBezTo>
                    <a:pt x="182" y="536"/>
                    <a:pt x="182" y="536"/>
                    <a:pt x="184" y="536"/>
                  </a:cubicBezTo>
                  <a:cubicBezTo>
                    <a:pt x="184" y="536"/>
                    <a:pt x="183" y="537"/>
                    <a:pt x="182" y="537"/>
                  </a:cubicBezTo>
                  <a:cubicBezTo>
                    <a:pt x="183" y="537"/>
                    <a:pt x="183" y="538"/>
                    <a:pt x="184" y="538"/>
                  </a:cubicBezTo>
                  <a:cubicBezTo>
                    <a:pt x="184" y="538"/>
                    <a:pt x="184" y="537"/>
                    <a:pt x="184" y="537"/>
                  </a:cubicBezTo>
                  <a:cubicBezTo>
                    <a:pt x="185" y="537"/>
                    <a:pt x="185" y="538"/>
                    <a:pt x="187" y="538"/>
                  </a:cubicBezTo>
                  <a:cubicBezTo>
                    <a:pt x="187" y="537"/>
                    <a:pt x="186" y="537"/>
                    <a:pt x="186" y="537"/>
                  </a:cubicBezTo>
                  <a:cubicBezTo>
                    <a:pt x="188" y="537"/>
                    <a:pt x="188" y="538"/>
                    <a:pt x="187" y="538"/>
                  </a:cubicBezTo>
                  <a:cubicBezTo>
                    <a:pt x="186" y="539"/>
                    <a:pt x="185" y="538"/>
                    <a:pt x="184" y="539"/>
                  </a:cubicBezTo>
                  <a:cubicBezTo>
                    <a:pt x="188" y="540"/>
                    <a:pt x="188" y="540"/>
                    <a:pt x="188" y="540"/>
                  </a:cubicBezTo>
                  <a:cubicBezTo>
                    <a:pt x="186" y="540"/>
                    <a:pt x="187" y="539"/>
                    <a:pt x="189" y="539"/>
                  </a:cubicBezTo>
                  <a:cubicBezTo>
                    <a:pt x="188" y="538"/>
                    <a:pt x="188" y="538"/>
                    <a:pt x="188" y="538"/>
                  </a:cubicBezTo>
                  <a:cubicBezTo>
                    <a:pt x="189" y="538"/>
                    <a:pt x="189" y="538"/>
                    <a:pt x="189" y="538"/>
                  </a:cubicBezTo>
                  <a:cubicBezTo>
                    <a:pt x="189" y="537"/>
                    <a:pt x="190" y="536"/>
                    <a:pt x="189" y="535"/>
                  </a:cubicBezTo>
                  <a:cubicBezTo>
                    <a:pt x="187" y="536"/>
                    <a:pt x="187" y="536"/>
                    <a:pt x="187" y="536"/>
                  </a:cubicBezTo>
                  <a:cubicBezTo>
                    <a:pt x="187" y="535"/>
                    <a:pt x="185" y="535"/>
                    <a:pt x="187" y="534"/>
                  </a:cubicBezTo>
                  <a:cubicBezTo>
                    <a:pt x="187" y="534"/>
                    <a:pt x="188" y="534"/>
                    <a:pt x="189" y="534"/>
                  </a:cubicBezTo>
                  <a:cubicBezTo>
                    <a:pt x="189" y="534"/>
                    <a:pt x="188" y="533"/>
                    <a:pt x="188" y="533"/>
                  </a:cubicBezTo>
                  <a:cubicBezTo>
                    <a:pt x="191" y="533"/>
                    <a:pt x="191" y="533"/>
                    <a:pt x="191" y="533"/>
                  </a:cubicBezTo>
                  <a:cubicBezTo>
                    <a:pt x="187" y="533"/>
                    <a:pt x="189" y="532"/>
                    <a:pt x="189" y="531"/>
                  </a:cubicBezTo>
                  <a:cubicBezTo>
                    <a:pt x="189" y="531"/>
                    <a:pt x="189" y="531"/>
                    <a:pt x="189" y="531"/>
                  </a:cubicBezTo>
                  <a:cubicBezTo>
                    <a:pt x="190" y="530"/>
                    <a:pt x="188" y="532"/>
                    <a:pt x="188" y="531"/>
                  </a:cubicBezTo>
                  <a:cubicBezTo>
                    <a:pt x="188" y="530"/>
                    <a:pt x="191" y="530"/>
                    <a:pt x="192" y="530"/>
                  </a:cubicBezTo>
                  <a:cubicBezTo>
                    <a:pt x="191" y="529"/>
                    <a:pt x="189" y="527"/>
                    <a:pt x="191" y="526"/>
                  </a:cubicBezTo>
                  <a:cubicBezTo>
                    <a:pt x="190" y="525"/>
                    <a:pt x="189" y="524"/>
                    <a:pt x="188" y="524"/>
                  </a:cubicBezTo>
                  <a:cubicBezTo>
                    <a:pt x="188" y="523"/>
                    <a:pt x="191" y="523"/>
                    <a:pt x="190" y="523"/>
                  </a:cubicBezTo>
                  <a:cubicBezTo>
                    <a:pt x="190" y="523"/>
                    <a:pt x="191" y="522"/>
                    <a:pt x="192" y="522"/>
                  </a:cubicBezTo>
                  <a:cubicBezTo>
                    <a:pt x="191" y="522"/>
                    <a:pt x="192" y="521"/>
                    <a:pt x="190" y="522"/>
                  </a:cubicBezTo>
                  <a:cubicBezTo>
                    <a:pt x="190" y="520"/>
                    <a:pt x="191" y="519"/>
                    <a:pt x="190" y="518"/>
                  </a:cubicBezTo>
                  <a:cubicBezTo>
                    <a:pt x="190" y="518"/>
                    <a:pt x="192" y="518"/>
                    <a:pt x="193" y="518"/>
                  </a:cubicBezTo>
                  <a:cubicBezTo>
                    <a:pt x="191" y="517"/>
                    <a:pt x="190" y="516"/>
                    <a:pt x="190" y="515"/>
                  </a:cubicBezTo>
                  <a:cubicBezTo>
                    <a:pt x="189" y="515"/>
                    <a:pt x="189" y="516"/>
                    <a:pt x="187" y="516"/>
                  </a:cubicBezTo>
                  <a:cubicBezTo>
                    <a:pt x="187" y="516"/>
                    <a:pt x="186" y="516"/>
                    <a:pt x="186" y="515"/>
                  </a:cubicBezTo>
                  <a:cubicBezTo>
                    <a:pt x="188" y="515"/>
                    <a:pt x="191" y="515"/>
                    <a:pt x="191" y="514"/>
                  </a:cubicBezTo>
                  <a:cubicBezTo>
                    <a:pt x="193" y="514"/>
                    <a:pt x="190" y="515"/>
                    <a:pt x="193" y="515"/>
                  </a:cubicBezTo>
                  <a:cubicBezTo>
                    <a:pt x="195" y="515"/>
                    <a:pt x="196" y="517"/>
                    <a:pt x="194" y="517"/>
                  </a:cubicBezTo>
                  <a:cubicBezTo>
                    <a:pt x="197" y="518"/>
                    <a:pt x="195" y="516"/>
                    <a:pt x="197" y="516"/>
                  </a:cubicBezTo>
                  <a:cubicBezTo>
                    <a:pt x="197" y="516"/>
                    <a:pt x="195" y="515"/>
                    <a:pt x="195" y="514"/>
                  </a:cubicBezTo>
                  <a:cubicBezTo>
                    <a:pt x="194" y="514"/>
                    <a:pt x="194" y="515"/>
                    <a:pt x="193" y="514"/>
                  </a:cubicBezTo>
                  <a:cubicBezTo>
                    <a:pt x="190" y="514"/>
                    <a:pt x="194" y="513"/>
                    <a:pt x="194" y="513"/>
                  </a:cubicBezTo>
                  <a:cubicBezTo>
                    <a:pt x="195" y="513"/>
                    <a:pt x="195" y="513"/>
                    <a:pt x="195" y="513"/>
                  </a:cubicBezTo>
                  <a:cubicBezTo>
                    <a:pt x="196" y="512"/>
                    <a:pt x="194" y="512"/>
                    <a:pt x="194" y="511"/>
                  </a:cubicBezTo>
                  <a:cubicBezTo>
                    <a:pt x="197" y="511"/>
                    <a:pt x="195" y="513"/>
                    <a:pt x="197" y="513"/>
                  </a:cubicBezTo>
                  <a:cubicBezTo>
                    <a:pt x="199" y="512"/>
                    <a:pt x="199" y="512"/>
                    <a:pt x="199" y="512"/>
                  </a:cubicBezTo>
                  <a:cubicBezTo>
                    <a:pt x="199" y="511"/>
                    <a:pt x="196" y="512"/>
                    <a:pt x="197" y="511"/>
                  </a:cubicBezTo>
                  <a:cubicBezTo>
                    <a:pt x="198" y="511"/>
                    <a:pt x="198" y="511"/>
                    <a:pt x="198" y="511"/>
                  </a:cubicBezTo>
                  <a:cubicBezTo>
                    <a:pt x="197" y="510"/>
                    <a:pt x="197" y="510"/>
                    <a:pt x="197" y="510"/>
                  </a:cubicBezTo>
                  <a:cubicBezTo>
                    <a:pt x="196" y="510"/>
                    <a:pt x="194" y="510"/>
                    <a:pt x="195" y="511"/>
                  </a:cubicBezTo>
                  <a:cubicBezTo>
                    <a:pt x="191" y="511"/>
                    <a:pt x="194" y="511"/>
                    <a:pt x="193" y="510"/>
                  </a:cubicBezTo>
                  <a:cubicBezTo>
                    <a:pt x="192" y="509"/>
                    <a:pt x="194" y="510"/>
                    <a:pt x="192" y="510"/>
                  </a:cubicBezTo>
                  <a:cubicBezTo>
                    <a:pt x="190" y="510"/>
                    <a:pt x="190" y="510"/>
                    <a:pt x="190" y="509"/>
                  </a:cubicBezTo>
                  <a:cubicBezTo>
                    <a:pt x="190" y="508"/>
                    <a:pt x="192" y="509"/>
                    <a:pt x="193" y="508"/>
                  </a:cubicBezTo>
                  <a:cubicBezTo>
                    <a:pt x="193" y="508"/>
                    <a:pt x="193" y="509"/>
                    <a:pt x="192" y="509"/>
                  </a:cubicBezTo>
                  <a:cubicBezTo>
                    <a:pt x="194" y="510"/>
                    <a:pt x="196" y="508"/>
                    <a:pt x="197" y="509"/>
                  </a:cubicBezTo>
                  <a:cubicBezTo>
                    <a:pt x="198" y="508"/>
                    <a:pt x="196" y="508"/>
                    <a:pt x="196" y="508"/>
                  </a:cubicBezTo>
                  <a:cubicBezTo>
                    <a:pt x="195" y="508"/>
                    <a:pt x="194" y="508"/>
                    <a:pt x="193" y="508"/>
                  </a:cubicBezTo>
                  <a:cubicBezTo>
                    <a:pt x="188" y="507"/>
                    <a:pt x="197" y="507"/>
                    <a:pt x="196" y="506"/>
                  </a:cubicBezTo>
                  <a:cubicBezTo>
                    <a:pt x="193" y="506"/>
                    <a:pt x="191" y="504"/>
                    <a:pt x="188" y="506"/>
                  </a:cubicBezTo>
                  <a:cubicBezTo>
                    <a:pt x="187" y="505"/>
                    <a:pt x="187" y="505"/>
                    <a:pt x="187" y="505"/>
                  </a:cubicBezTo>
                  <a:cubicBezTo>
                    <a:pt x="189" y="505"/>
                    <a:pt x="189" y="504"/>
                    <a:pt x="191" y="504"/>
                  </a:cubicBezTo>
                  <a:cubicBezTo>
                    <a:pt x="191" y="504"/>
                    <a:pt x="191" y="504"/>
                    <a:pt x="191" y="504"/>
                  </a:cubicBezTo>
                  <a:cubicBezTo>
                    <a:pt x="193" y="504"/>
                    <a:pt x="193" y="504"/>
                    <a:pt x="193" y="504"/>
                  </a:cubicBezTo>
                  <a:cubicBezTo>
                    <a:pt x="195" y="504"/>
                    <a:pt x="196" y="503"/>
                    <a:pt x="197" y="503"/>
                  </a:cubicBezTo>
                  <a:cubicBezTo>
                    <a:pt x="196" y="502"/>
                    <a:pt x="195" y="503"/>
                    <a:pt x="194" y="502"/>
                  </a:cubicBezTo>
                  <a:cubicBezTo>
                    <a:pt x="195" y="502"/>
                    <a:pt x="195" y="502"/>
                    <a:pt x="196" y="502"/>
                  </a:cubicBezTo>
                  <a:cubicBezTo>
                    <a:pt x="195" y="502"/>
                    <a:pt x="193" y="503"/>
                    <a:pt x="193" y="502"/>
                  </a:cubicBezTo>
                  <a:cubicBezTo>
                    <a:pt x="193" y="501"/>
                    <a:pt x="195" y="500"/>
                    <a:pt x="195" y="501"/>
                  </a:cubicBezTo>
                  <a:cubicBezTo>
                    <a:pt x="197" y="501"/>
                    <a:pt x="197" y="501"/>
                    <a:pt x="197" y="501"/>
                  </a:cubicBezTo>
                  <a:cubicBezTo>
                    <a:pt x="195" y="501"/>
                    <a:pt x="198" y="501"/>
                    <a:pt x="197" y="500"/>
                  </a:cubicBezTo>
                  <a:cubicBezTo>
                    <a:pt x="196" y="500"/>
                    <a:pt x="194" y="500"/>
                    <a:pt x="193" y="500"/>
                  </a:cubicBezTo>
                  <a:cubicBezTo>
                    <a:pt x="192" y="499"/>
                    <a:pt x="194" y="499"/>
                    <a:pt x="193" y="499"/>
                  </a:cubicBezTo>
                  <a:cubicBezTo>
                    <a:pt x="195" y="500"/>
                    <a:pt x="195" y="500"/>
                    <a:pt x="195" y="500"/>
                  </a:cubicBezTo>
                  <a:cubicBezTo>
                    <a:pt x="194" y="499"/>
                    <a:pt x="198" y="499"/>
                    <a:pt x="197" y="498"/>
                  </a:cubicBezTo>
                  <a:cubicBezTo>
                    <a:pt x="195" y="498"/>
                    <a:pt x="195" y="498"/>
                    <a:pt x="195" y="498"/>
                  </a:cubicBezTo>
                  <a:cubicBezTo>
                    <a:pt x="196" y="498"/>
                    <a:pt x="196" y="498"/>
                    <a:pt x="197" y="498"/>
                  </a:cubicBezTo>
                  <a:cubicBezTo>
                    <a:pt x="196" y="498"/>
                    <a:pt x="196" y="497"/>
                    <a:pt x="196" y="497"/>
                  </a:cubicBezTo>
                  <a:cubicBezTo>
                    <a:pt x="197" y="497"/>
                    <a:pt x="197" y="497"/>
                    <a:pt x="197" y="497"/>
                  </a:cubicBezTo>
                  <a:cubicBezTo>
                    <a:pt x="196" y="497"/>
                    <a:pt x="193" y="496"/>
                    <a:pt x="196" y="496"/>
                  </a:cubicBezTo>
                  <a:cubicBezTo>
                    <a:pt x="193" y="496"/>
                    <a:pt x="196" y="496"/>
                    <a:pt x="194" y="497"/>
                  </a:cubicBezTo>
                  <a:cubicBezTo>
                    <a:pt x="192" y="497"/>
                    <a:pt x="193" y="496"/>
                    <a:pt x="192" y="496"/>
                  </a:cubicBezTo>
                  <a:cubicBezTo>
                    <a:pt x="195" y="496"/>
                    <a:pt x="192" y="495"/>
                    <a:pt x="192" y="495"/>
                  </a:cubicBezTo>
                  <a:cubicBezTo>
                    <a:pt x="193" y="494"/>
                    <a:pt x="194" y="494"/>
                    <a:pt x="194" y="494"/>
                  </a:cubicBezTo>
                  <a:cubicBezTo>
                    <a:pt x="193" y="494"/>
                    <a:pt x="193" y="494"/>
                    <a:pt x="193" y="494"/>
                  </a:cubicBezTo>
                  <a:cubicBezTo>
                    <a:pt x="196" y="493"/>
                    <a:pt x="192" y="493"/>
                    <a:pt x="193" y="492"/>
                  </a:cubicBezTo>
                  <a:cubicBezTo>
                    <a:pt x="194" y="492"/>
                    <a:pt x="195" y="492"/>
                    <a:pt x="196" y="492"/>
                  </a:cubicBezTo>
                  <a:cubicBezTo>
                    <a:pt x="193" y="493"/>
                    <a:pt x="193" y="491"/>
                    <a:pt x="191" y="491"/>
                  </a:cubicBezTo>
                  <a:cubicBezTo>
                    <a:pt x="192" y="490"/>
                    <a:pt x="194" y="492"/>
                    <a:pt x="196" y="491"/>
                  </a:cubicBezTo>
                  <a:cubicBezTo>
                    <a:pt x="194" y="491"/>
                    <a:pt x="197" y="490"/>
                    <a:pt x="195" y="490"/>
                  </a:cubicBezTo>
                  <a:cubicBezTo>
                    <a:pt x="194" y="491"/>
                    <a:pt x="193" y="490"/>
                    <a:pt x="192" y="490"/>
                  </a:cubicBezTo>
                  <a:cubicBezTo>
                    <a:pt x="192" y="489"/>
                    <a:pt x="193" y="490"/>
                    <a:pt x="194" y="489"/>
                  </a:cubicBezTo>
                  <a:cubicBezTo>
                    <a:pt x="193" y="489"/>
                    <a:pt x="191" y="488"/>
                    <a:pt x="191" y="489"/>
                  </a:cubicBezTo>
                  <a:cubicBezTo>
                    <a:pt x="191" y="488"/>
                    <a:pt x="189" y="488"/>
                    <a:pt x="190" y="487"/>
                  </a:cubicBezTo>
                  <a:cubicBezTo>
                    <a:pt x="192" y="487"/>
                    <a:pt x="191" y="488"/>
                    <a:pt x="192" y="488"/>
                  </a:cubicBezTo>
                  <a:cubicBezTo>
                    <a:pt x="192" y="487"/>
                    <a:pt x="188" y="488"/>
                    <a:pt x="187" y="487"/>
                  </a:cubicBezTo>
                  <a:cubicBezTo>
                    <a:pt x="187" y="487"/>
                    <a:pt x="184" y="487"/>
                    <a:pt x="183" y="486"/>
                  </a:cubicBezTo>
                  <a:cubicBezTo>
                    <a:pt x="183" y="485"/>
                    <a:pt x="184" y="487"/>
                    <a:pt x="186" y="486"/>
                  </a:cubicBezTo>
                  <a:cubicBezTo>
                    <a:pt x="185" y="486"/>
                    <a:pt x="185" y="486"/>
                    <a:pt x="185" y="486"/>
                  </a:cubicBezTo>
                  <a:cubicBezTo>
                    <a:pt x="188" y="485"/>
                    <a:pt x="190" y="487"/>
                    <a:pt x="193" y="486"/>
                  </a:cubicBezTo>
                  <a:cubicBezTo>
                    <a:pt x="192" y="486"/>
                    <a:pt x="192" y="486"/>
                    <a:pt x="192" y="486"/>
                  </a:cubicBezTo>
                  <a:cubicBezTo>
                    <a:pt x="195" y="486"/>
                    <a:pt x="195" y="486"/>
                    <a:pt x="195" y="486"/>
                  </a:cubicBezTo>
                  <a:cubicBezTo>
                    <a:pt x="193" y="486"/>
                    <a:pt x="194" y="485"/>
                    <a:pt x="194" y="484"/>
                  </a:cubicBezTo>
                  <a:cubicBezTo>
                    <a:pt x="192" y="484"/>
                    <a:pt x="194" y="485"/>
                    <a:pt x="193" y="485"/>
                  </a:cubicBezTo>
                  <a:cubicBezTo>
                    <a:pt x="192" y="484"/>
                    <a:pt x="190" y="484"/>
                    <a:pt x="191" y="483"/>
                  </a:cubicBezTo>
                  <a:cubicBezTo>
                    <a:pt x="192" y="484"/>
                    <a:pt x="193" y="483"/>
                    <a:pt x="194" y="483"/>
                  </a:cubicBezTo>
                  <a:cubicBezTo>
                    <a:pt x="195" y="483"/>
                    <a:pt x="192" y="483"/>
                    <a:pt x="193" y="482"/>
                  </a:cubicBezTo>
                  <a:cubicBezTo>
                    <a:pt x="194" y="483"/>
                    <a:pt x="194" y="483"/>
                    <a:pt x="194" y="483"/>
                  </a:cubicBezTo>
                  <a:cubicBezTo>
                    <a:pt x="194" y="480"/>
                    <a:pt x="194" y="478"/>
                    <a:pt x="190" y="476"/>
                  </a:cubicBezTo>
                  <a:cubicBezTo>
                    <a:pt x="191" y="475"/>
                    <a:pt x="191" y="475"/>
                    <a:pt x="193" y="474"/>
                  </a:cubicBezTo>
                  <a:cubicBezTo>
                    <a:pt x="192" y="474"/>
                    <a:pt x="191" y="474"/>
                    <a:pt x="191" y="473"/>
                  </a:cubicBezTo>
                  <a:cubicBezTo>
                    <a:pt x="193" y="473"/>
                    <a:pt x="193" y="473"/>
                    <a:pt x="193" y="473"/>
                  </a:cubicBezTo>
                  <a:cubicBezTo>
                    <a:pt x="194" y="472"/>
                    <a:pt x="192" y="472"/>
                    <a:pt x="191" y="471"/>
                  </a:cubicBezTo>
                  <a:cubicBezTo>
                    <a:pt x="193" y="471"/>
                    <a:pt x="193" y="471"/>
                    <a:pt x="193" y="471"/>
                  </a:cubicBezTo>
                  <a:cubicBezTo>
                    <a:pt x="194" y="471"/>
                    <a:pt x="192" y="470"/>
                    <a:pt x="191" y="470"/>
                  </a:cubicBezTo>
                  <a:cubicBezTo>
                    <a:pt x="193" y="470"/>
                    <a:pt x="193" y="470"/>
                    <a:pt x="193" y="470"/>
                  </a:cubicBezTo>
                  <a:cubicBezTo>
                    <a:pt x="191" y="470"/>
                    <a:pt x="191" y="470"/>
                    <a:pt x="191" y="470"/>
                  </a:cubicBezTo>
                  <a:cubicBezTo>
                    <a:pt x="191" y="469"/>
                    <a:pt x="191" y="468"/>
                    <a:pt x="193" y="469"/>
                  </a:cubicBezTo>
                  <a:cubicBezTo>
                    <a:pt x="193" y="469"/>
                    <a:pt x="192" y="468"/>
                    <a:pt x="192" y="468"/>
                  </a:cubicBezTo>
                  <a:cubicBezTo>
                    <a:pt x="193" y="468"/>
                    <a:pt x="193" y="467"/>
                    <a:pt x="193" y="466"/>
                  </a:cubicBezTo>
                  <a:cubicBezTo>
                    <a:pt x="192" y="466"/>
                    <a:pt x="191" y="466"/>
                    <a:pt x="190" y="466"/>
                  </a:cubicBezTo>
                  <a:cubicBezTo>
                    <a:pt x="188" y="465"/>
                    <a:pt x="190" y="466"/>
                    <a:pt x="189" y="465"/>
                  </a:cubicBezTo>
                  <a:cubicBezTo>
                    <a:pt x="190" y="465"/>
                    <a:pt x="191" y="465"/>
                    <a:pt x="192" y="465"/>
                  </a:cubicBezTo>
                  <a:cubicBezTo>
                    <a:pt x="195" y="465"/>
                    <a:pt x="192" y="462"/>
                    <a:pt x="193" y="461"/>
                  </a:cubicBezTo>
                  <a:cubicBezTo>
                    <a:pt x="192" y="460"/>
                    <a:pt x="192" y="460"/>
                    <a:pt x="192" y="460"/>
                  </a:cubicBezTo>
                  <a:cubicBezTo>
                    <a:pt x="195" y="460"/>
                    <a:pt x="193" y="459"/>
                    <a:pt x="194" y="458"/>
                  </a:cubicBezTo>
                  <a:cubicBezTo>
                    <a:pt x="193" y="458"/>
                    <a:pt x="191" y="457"/>
                    <a:pt x="191" y="456"/>
                  </a:cubicBezTo>
                  <a:cubicBezTo>
                    <a:pt x="189" y="455"/>
                    <a:pt x="193" y="457"/>
                    <a:pt x="195" y="457"/>
                  </a:cubicBezTo>
                  <a:cubicBezTo>
                    <a:pt x="194" y="456"/>
                    <a:pt x="194" y="456"/>
                    <a:pt x="194" y="456"/>
                  </a:cubicBezTo>
                  <a:cubicBezTo>
                    <a:pt x="194" y="456"/>
                    <a:pt x="194" y="456"/>
                    <a:pt x="194" y="456"/>
                  </a:cubicBezTo>
                  <a:cubicBezTo>
                    <a:pt x="194" y="455"/>
                    <a:pt x="193" y="454"/>
                    <a:pt x="194" y="454"/>
                  </a:cubicBezTo>
                  <a:cubicBezTo>
                    <a:pt x="194" y="454"/>
                    <a:pt x="194" y="454"/>
                    <a:pt x="194" y="454"/>
                  </a:cubicBezTo>
                  <a:cubicBezTo>
                    <a:pt x="195" y="454"/>
                    <a:pt x="196" y="455"/>
                    <a:pt x="196" y="454"/>
                  </a:cubicBezTo>
                  <a:cubicBezTo>
                    <a:pt x="194" y="453"/>
                    <a:pt x="196" y="453"/>
                    <a:pt x="194" y="452"/>
                  </a:cubicBezTo>
                  <a:cubicBezTo>
                    <a:pt x="195" y="452"/>
                    <a:pt x="195" y="452"/>
                    <a:pt x="195" y="452"/>
                  </a:cubicBezTo>
                  <a:cubicBezTo>
                    <a:pt x="194" y="451"/>
                    <a:pt x="194" y="451"/>
                    <a:pt x="194" y="451"/>
                  </a:cubicBezTo>
                  <a:cubicBezTo>
                    <a:pt x="195" y="451"/>
                    <a:pt x="195" y="451"/>
                    <a:pt x="195" y="451"/>
                  </a:cubicBezTo>
                  <a:cubicBezTo>
                    <a:pt x="196" y="453"/>
                    <a:pt x="196" y="453"/>
                    <a:pt x="196" y="453"/>
                  </a:cubicBezTo>
                  <a:cubicBezTo>
                    <a:pt x="197" y="452"/>
                    <a:pt x="195" y="452"/>
                    <a:pt x="194" y="451"/>
                  </a:cubicBezTo>
                  <a:cubicBezTo>
                    <a:pt x="193" y="450"/>
                    <a:pt x="195" y="450"/>
                    <a:pt x="195" y="451"/>
                  </a:cubicBezTo>
                  <a:cubicBezTo>
                    <a:pt x="196" y="451"/>
                    <a:pt x="195" y="451"/>
                    <a:pt x="195" y="451"/>
                  </a:cubicBezTo>
                  <a:cubicBezTo>
                    <a:pt x="196" y="452"/>
                    <a:pt x="196" y="451"/>
                    <a:pt x="196" y="452"/>
                  </a:cubicBezTo>
                  <a:cubicBezTo>
                    <a:pt x="196" y="451"/>
                    <a:pt x="195" y="450"/>
                    <a:pt x="195" y="450"/>
                  </a:cubicBezTo>
                  <a:cubicBezTo>
                    <a:pt x="195" y="451"/>
                    <a:pt x="196" y="450"/>
                    <a:pt x="197" y="451"/>
                  </a:cubicBezTo>
                  <a:cubicBezTo>
                    <a:pt x="196" y="450"/>
                    <a:pt x="197" y="450"/>
                    <a:pt x="196" y="450"/>
                  </a:cubicBezTo>
                  <a:cubicBezTo>
                    <a:pt x="196" y="450"/>
                    <a:pt x="195" y="449"/>
                    <a:pt x="194" y="449"/>
                  </a:cubicBezTo>
                  <a:cubicBezTo>
                    <a:pt x="194" y="448"/>
                    <a:pt x="194" y="448"/>
                    <a:pt x="195" y="448"/>
                  </a:cubicBezTo>
                  <a:cubicBezTo>
                    <a:pt x="195" y="449"/>
                    <a:pt x="195" y="449"/>
                    <a:pt x="195" y="449"/>
                  </a:cubicBezTo>
                  <a:cubicBezTo>
                    <a:pt x="195" y="448"/>
                    <a:pt x="196" y="448"/>
                    <a:pt x="194" y="447"/>
                  </a:cubicBezTo>
                  <a:cubicBezTo>
                    <a:pt x="196" y="449"/>
                    <a:pt x="196" y="449"/>
                    <a:pt x="196" y="449"/>
                  </a:cubicBezTo>
                  <a:cubicBezTo>
                    <a:pt x="196" y="448"/>
                    <a:pt x="196" y="448"/>
                    <a:pt x="196" y="447"/>
                  </a:cubicBezTo>
                  <a:cubicBezTo>
                    <a:pt x="197" y="448"/>
                    <a:pt x="198" y="450"/>
                    <a:pt x="199" y="450"/>
                  </a:cubicBezTo>
                  <a:cubicBezTo>
                    <a:pt x="198" y="448"/>
                    <a:pt x="198" y="448"/>
                    <a:pt x="198" y="448"/>
                  </a:cubicBezTo>
                  <a:cubicBezTo>
                    <a:pt x="199" y="448"/>
                    <a:pt x="199" y="448"/>
                    <a:pt x="199" y="449"/>
                  </a:cubicBezTo>
                  <a:cubicBezTo>
                    <a:pt x="200" y="449"/>
                    <a:pt x="198" y="444"/>
                    <a:pt x="199" y="445"/>
                  </a:cubicBezTo>
                  <a:cubicBezTo>
                    <a:pt x="200" y="447"/>
                    <a:pt x="200" y="447"/>
                    <a:pt x="201" y="447"/>
                  </a:cubicBezTo>
                  <a:cubicBezTo>
                    <a:pt x="200" y="446"/>
                    <a:pt x="200" y="446"/>
                    <a:pt x="200" y="446"/>
                  </a:cubicBezTo>
                  <a:cubicBezTo>
                    <a:pt x="200" y="446"/>
                    <a:pt x="201" y="448"/>
                    <a:pt x="200" y="447"/>
                  </a:cubicBezTo>
                  <a:cubicBezTo>
                    <a:pt x="199" y="446"/>
                    <a:pt x="200" y="446"/>
                    <a:pt x="200" y="445"/>
                  </a:cubicBezTo>
                  <a:cubicBezTo>
                    <a:pt x="200" y="446"/>
                    <a:pt x="201" y="447"/>
                    <a:pt x="202" y="447"/>
                  </a:cubicBezTo>
                  <a:cubicBezTo>
                    <a:pt x="202" y="447"/>
                    <a:pt x="202" y="447"/>
                    <a:pt x="202" y="447"/>
                  </a:cubicBezTo>
                  <a:cubicBezTo>
                    <a:pt x="205" y="449"/>
                    <a:pt x="200" y="450"/>
                    <a:pt x="204" y="454"/>
                  </a:cubicBezTo>
                  <a:cubicBezTo>
                    <a:pt x="205" y="456"/>
                    <a:pt x="206" y="463"/>
                    <a:pt x="206" y="463"/>
                  </a:cubicBezTo>
                  <a:cubicBezTo>
                    <a:pt x="214" y="451"/>
                    <a:pt x="212" y="449"/>
                    <a:pt x="214" y="446"/>
                  </a:cubicBezTo>
                  <a:cubicBezTo>
                    <a:pt x="214" y="447"/>
                    <a:pt x="214" y="447"/>
                    <a:pt x="214" y="447"/>
                  </a:cubicBezTo>
                  <a:cubicBezTo>
                    <a:pt x="214" y="446"/>
                    <a:pt x="214" y="446"/>
                    <a:pt x="214" y="446"/>
                  </a:cubicBezTo>
                  <a:cubicBezTo>
                    <a:pt x="214" y="446"/>
                    <a:pt x="215" y="446"/>
                    <a:pt x="215" y="446"/>
                  </a:cubicBezTo>
                  <a:cubicBezTo>
                    <a:pt x="215" y="446"/>
                    <a:pt x="215" y="447"/>
                    <a:pt x="216" y="445"/>
                  </a:cubicBezTo>
                  <a:cubicBezTo>
                    <a:pt x="216" y="445"/>
                    <a:pt x="216" y="445"/>
                    <a:pt x="216" y="445"/>
                  </a:cubicBezTo>
                  <a:cubicBezTo>
                    <a:pt x="216" y="445"/>
                    <a:pt x="217" y="443"/>
                    <a:pt x="217" y="443"/>
                  </a:cubicBezTo>
                  <a:cubicBezTo>
                    <a:pt x="216" y="445"/>
                    <a:pt x="216" y="445"/>
                    <a:pt x="216" y="445"/>
                  </a:cubicBezTo>
                  <a:cubicBezTo>
                    <a:pt x="216" y="447"/>
                    <a:pt x="217" y="446"/>
                    <a:pt x="217" y="447"/>
                  </a:cubicBezTo>
                  <a:cubicBezTo>
                    <a:pt x="217" y="445"/>
                    <a:pt x="217" y="447"/>
                    <a:pt x="218" y="445"/>
                  </a:cubicBezTo>
                  <a:cubicBezTo>
                    <a:pt x="218" y="445"/>
                    <a:pt x="218" y="445"/>
                    <a:pt x="218" y="445"/>
                  </a:cubicBezTo>
                  <a:cubicBezTo>
                    <a:pt x="219" y="445"/>
                    <a:pt x="219" y="444"/>
                    <a:pt x="220" y="444"/>
                  </a:cubicBezTo>
                  <a:cubicBezTo>
                    <a:pt x="220" y="444"/>
                    <a:pt x="219" y="446"/>
                    <a:pt x="219" y="446"/>
                  </a:cubicBezTo>
                  <a:cubicBezTo>
                    <a:pt x="219" y="447"/>
                    <a:pt x="219" y="447"/>
                    <a:pt x="220" y="447"/>
                  </a:cubicBezTo>
                  <a:cubicBezTo>
                    <a:pt x="220" y="447"/>
                    <a:pt x="220" y="446"/>
                    <a:pt x="220" y="446"/>
                  </a:cubicBezTo>
                  <a:cubicBezTo>
                    <a:pt x="220" y="446"/>
                    <a:pt x="220" y="446"/>
                    <a:pt x="220" y="447"/>
                  </a:cubicBezTo>
                  <a:cubicBezTo>
                    <a:pt x="220" y="446"/>
                    <a:pt x="220" y="446"/>
                    <a:pt x="220" y="446"/>
                  </a:cubicBezTo>
                  <a:cubicBezTo>
                    <a:pt x="220" y="446"/>
                    <a:pt x="220" y="446"/>
                    <a:pt x="220" y="447"/>
                  </a:cubicBezTo>
                  <a:cubicBezTo>
                    <a:pt x="220" y="447"/>
                    <a:pt x="220" y="447"/>
                    <a:pt x="220" y="447"/>
                  </a:cubicBezTo>
                  <a:cubicBezTo>
                    <a:pt x="220" y="447"/>
                    <a:pt x="220" y="447"/>
                    <a:pt x="220" y="447"/>
                  </a:cubicBezTo>
                  <a:cubicBezTo>
                    <a:pt x="220" y="447"/>
                    <a:pt x="220" y="447"/>
                    <a:pt x="220" y="447"/>
                  </a:cubicBezTo>
                  <a:cubicBezTo>
                    <a:pt x="220" y="447"/>
                    <a:pt x="220" y="447"/>
                    <a:pt x="220" y="448"/>
                  </a:cubicBezTo>
                  <a:cubicBezTo>
                    <a:pt x="220" y="449"/>
                    <a:pt x="220" y="449"/>
                    <a:pt x="220" y="449"/>
                  </a:cubicBezTo>
                  <a:cubicBezTo>
                    <a:pt x="220" y="449"/>
                    <a:pt x="221" y="448"/>
                    <a:pt x="221" y="447"/>
                  </a:cubicBezTo>
                  <a:cubicBezTo>
                    <a:pt x="222" y="449"/>
                    <a:pt x="224" y="448"/>
                    <a:pt x="225" y="448"/>
                  </a:cubicBezTo>
                  <a:cubicBezTo>
                    <a:pt x="225" y="448"/>
                    <a:pt x="224" y="449"/>
                    <a:pt x="225" y="449"/>
                  </a:cubicBezTo>
                  <a:cubicBezTo>
                    <a:pt x="225" y="449"/>
                    <a:pt x="226" y="448"/>
                    <a:pt x="226" y="449"/>
                  </a:cubicBezTo>
                  <a:cubicBezTo>
                    <a:pt x="226" y="448"/>
                    <a:pt x="225" y="450"/>
                    <a:pt x="225" y="450"/>
                  </a:cubicBezTo>
                  <a:cubicBezTo>
                    <a:pt x="225" y="451"/>
                    <a:pt x="226" y="449"/>
                    <a:pt x="226" y="449"/>
                  </a:cubicBezTo>
                  <a:cubicBezTo>
                    <a:pt x="225" y="452"/>
                    <a:pt x="229" y="450"/>
                    <a:pt x="229" y="452"/>
                  </a:cubicBezTo>
                  <a:cubicBezTo>
                    <a:pt x="229" y="451"/>
                    <a:pt x="228" y="452"/>
                    <a:pt x="227" y="452"/>
                  </a:cubicBezTo>
                  <a:cubicBezTo>
                    <a:pt x="228" y="452"/>
                    <a:pt x="229" y="452"/>
                    <a:pt x="232" y="452"/>
                  </a:cubicBezTo>
                  <a:cubicBezTo>
                    <a:pt x="230" y="453"/>
                    <a:pt x="230" y="453"/>
                    <a:pt x="230" y="453"/>
                  </a:cubicBezTo>
                  <a:cubicBezTo>
                    <a:pt x="230" y="453"/>
                    <a:pt x="231" y="453"/>
                    <a:pt x="232" y="453"/>
                  </a:cubicBezTo>
                  <a:cubicBezTo>
                    <a:pt x="233" y="452"/>
                    <a:pt x="234" y="452"/>
                    <a:pt x="234" y="452"/>
                  </a:cubicBezTo>
                  <a:cubicBezTo>
                    <a:pt x="234" y="452"/>
                    <a:pt x="234" y="452"/>
                    <a:pt x="234" y="452"/>
                  </a:cubicBezTo>
                  <a:cubicBezTo>
                    <a:pt x="235" y="453"/>
                    <a:pt x="235" y="452"/>
                    <a:pt x="236" y="453"/>
                  </a:cubicBezTo>
                  <a:cubicBezTo>
                    <a:pt x="235" y="454"/>
                    <a:pt x="235" y="453"/>
                    <a:pt x="234" y="454"/>
                  </a:cubicBezTo>
                  <a:cubicBezTo>
                    <a:pt x="232" y="455"/>
                    <a:pt x="233" y="456"/>
                    <a:pt x="233" y="456"/>
                  </a:cubicBezTo>
                  <a:cubicBezTo>
                    <a:pt x="235" y="456"/>
                    <a:pt x="235" y="456"/>
                    <a:pt x="235" y="456"/>
                  </a:cubicBezTo>
                  <a:cubicBezTo>
                    <a:pt x="236" y="456"/>
                    <a:pt x="234" y="457"/>
                    <a:pt x="234" y="457"/>
                  </a:cubicBezTo>
                  <a:cubicBezTo>
                    <a:pt x="239" y="456"/>
                    <a:pt x="239" y="456"/>
                    <a:pt x="239" y="456"/>
                  </a:cubicBezTo>
                  <a:cubicBezTo>
                    <a:pt x="238" y="456"/>
                    <a:pt x="237" y="458"/>
                    <a:pt x="236" y="457"/>
                  </a:cubicBezTo>
                  <a:cubicBezTo>
                    <a:pt x="237" y="458"/>
                    <a:pt x="240" y="458"/>
                    <a:pt x="241" y="458"/>
                  </a:cubicBezTo>
                  <a:cubicBezTo>
                    <a:pt x="241" y="459"/>
                    <a:pt x="243" y="459"/>
                    <a:pt x="243" y="460"/>
                  </a:cubicBezTo>
                  <a:cubicBezTo>
                    <a:pt x="242" y="460"/>
                    <a:pt x="243" y="459"/>
                    <a:pt x="242" y="460"/>
                  </a:cubicBezTo>
                  <a:cubicBezTo>
                    <a:pt x="240" y="461"/>
                    <a:pt x="240" y="461"/>
                    <a:pt x="240" y="461"/>
                  </a:cubicBezTo>
                  <a:cubicBezTo>
                    <a:pt x="240" y="460"/>
                    <a:pt x="238" y="461"/>
                    <a:pt x="237" y="461"/>
                  </a:cubicBezTo>
                  <a:cubicBezTo>
                    <a:pt x="238" y="462"/>
                    <a:pt x="238" y="463"/>
                    <a:pt x="237" y="464"/>
                  </a:cubicBezTo>
                  <a:cubicBezTo>
                    <a:pt x="240" y="463"/>
                    <a:pt x="239" y="465"/>
                    <a:pt x="242" y="465"/>
                  </a:cubicBezTo>
                  <a:cubicBezTo>
                    <a:pt x="242" y="466"/>
                    <a:pt x="240" y="466"/>
                    <a:pt x="239" y="466"/>
                  </a:cubicBezTo>
                  <a:cubicBezTo>
                    <a:pt x="240" y="467"/>
                    <a:pt x="240" y="468"/>
                    <a:pt x="240" y="469"/>
                  </a:cubicBezTo>
                  <a:cubicBezTo>
                    <a:pt x="240" y="469"/>
                    <a:pt x="240" y="469"/>
                    <a:pt x="240" y="469"/>
                  </a:cubicBezTo>
                  <a:cubicBezTo>
                    <a:pt x="240" y="470"/>
                    <a:pt x="240" y="472"/>
                    <a:pt x="242" y="472"/>
                  </a:cubicBezTo>
                  <a:cubicBezTo>
                    <a:pt x="241" y="472"/>
                    <a:pt x="241" y="472"/>
                    <a:pt x="241" y="472"/>
                  </a:cubicBezTo>
                  <a:cubicBezTo>
                    <a:pt x="240" y="473"/>
                    <a:pt x="244" y="472"/>
                    <a:pt x="243" y="474"/>
                  </a:cubicBezTo>
                  <a:cubicBezTo>
                    <a:pt x="242" y="473"/>
                    <a:pt x="242" y="473"/>
                    <a:pt x="242" y="473"/>
                  </a:cubicBezTo>
                  <a:cubicBezTo>
                    <a:pt x="243" y="474"/>
                    <a:pt x="241" y="475"/>
                    <a:pt x="243" y="476"/>
                  </a:cubicBezTo>
                  <a:cubicBezTo>
                    <a:pt x="242" y="476"/>
                    <a:pt x="242" y="476"/>
                    <a:pt x="241" y="475"/>
                  </a:cubicBezTo>
                  <a:cubicBezTo>
                    <a:pt x="242" y="476"/>
                    <a:pt x="242" y="477"/>
                    <a:pt x="243" y="478"/>
                  </a:cubicBezTo>
                  <a:cubicBezTo>
                    <a:pt x="241" y="478"/>
                    <a:pt x="241" y="478"/>
                    <a:pt x="241" y="478"/>
                  </a:cubicBezTo>
                  <a:cubicBezTo>
                    <a:pt x="240" y="478"/>
                    <a:pt x="244" y="478"/>
                    <a:pt x="243" y="479"/>
                  </a:cubicBezTo>
                  <a:cubicBezTo>
                    <a:pt x="243" y="479"/>
                    <a:pt x="242" y="480"/>
                    <a:pt x="242" y="480"/>
                  </a:cubicBezTo>
                  <a:cubicBezTo>
                    <a:pt x="243" y="480"/>
                    <a:pt x="243" y="481"/>
                    <a:pt x="243" y="481"/>
                  </a:cubicBezTo>
                  <a:cubicBezTo>
                    <a:pt x="241" y="482"/>
                    <a:pt x="241" y="482"/>
                    <a:pt x="241" y="482"/>
                  </a:cubicBezTo>
                  <a:cubicBezTo>
                    <a:pt x="241" y="486"/>
                    <a:pt x="241" y="490"/>
                    <a:pt x="243" y="494"/>
                  </a:cubicBezTo>
                  <a:cubicBezTo>
                    <a:pt x="240" y="494"/>
                    <a:pt x="241" y="493"/>
                    <a:pt x="240" y="493"/>
                  </a:cubicBezTo>
                  <a:cubicBezTo>
                    <a:pt x="242" y="493"/>
                    <a:pt x="240" y="494"/>
                    <a:pt x="241" y="495"/>
                  </a:cubicBezTo>
                  <a:cubicBezTo>
                    <a:pt x="241" y="495"/>
                    <a:pt x="241" y="495"/>
                    <a:pt x="241" y="495"/>
                  </a:cubicBezTo>
                  <a:cubicBezTo>
                    <a:pt x="241" y="496"/>
                    <a:pt x="240" y="496"/>
                    <a:pt x="240" y="497"/>
                  </a:cubicBezTo>
                  <a:cubicBezTo>
                    <a:pt x="241" y="497"/>
                    <a:pt x="241" y="497"/>
                    <a:pt x="241" y="497"/>
                  </a:cubicBezTo>
                  <a:cubicBezTo>
                    <a:pt x="242" y="497"/>
                    <a:pt x="238" y="498"/>
                    <a:pt x="241" y="498"/>
                  </a:cubicBezTo>
                  <a:cubicBezTo>
                    <a:pt x="239" y="499"/>
                    <a:pt x="239" y="499"/>
                    <a:pt x="239" y="499"/>
                  </a:cubicBezTo>
                  <a:cubicBezTo>
                    <a:pt x="242" y="499"/>
                    <a:pt x="238" y="499"/>
                    <a:pt x="240" y="500"/>
                  </a:cubicBezTo>
                  <a:cubicBezTo>
                    <a:pt x="240" y="500"/>
                    <a:pt x="240" y="500"/>
                    <a:pt x="240" y="500"/>
                  </a:cubicBezTo>
                  <a:cubicBezTo>
                    <a:pt x="239" y="501"/>
                    <a:pt x="243" y="502"/>
                    <a:pt x="241" y="502"/>
                  </a:cubicBezTo>
                  <a:cubicBezTo>
                    <a:pt x="241" y="503"/>
                    <a:pt x="242" y="504"/>
                    <a:pt x="244" y="504"/>
                  </a:cubicBezTo>
                  <a:cubicBezTo>
                    <a:pt x="241" y="504"/>
                    <a:pt x="241" y="504"/>
                    <a:pt x="241" y="504"/>
                  </a:cubicBezTo>
                  <a:cubicBezTo>
                    <a:pt x="242" y="507"/>
                    <a:pt x="241" y="511"/>
                    <a:pt x="244" y="513"/>
                  </a:cubicBezTo>
                  <a:cubicBezTo>
                    <a:pt x="243" y="513"/>
                    <a:pt x="243" y="513"/>
                    <a:pt x="243" y="513"/>
                  </a:cubicBezTo>
                  <a:cubicBezTo>
                    <a:pt x="245" y="515"/>
                    <a:pt x="241" y="517"/>
                    <a:pt x="245" y="518"/>
                  </a:cubicBezTo>
                  <a:cubicBezTo>
                    <a:pt x="247" y="518"/>
                    <a:pt x="247" y="518"/>
                    <a:pt x="247" y="518"/>
                  </a:cubicBezTo>
                  <a:cubicBezTo>
                    <a:pt x="244" y="519"/>
                    <a:pt x="244" y="519"/>
                    <a:pt x="244" y="519"/>
                  </a:cubicBezTo>
                  <a:cubicBezTo>
                    <a:pt x="246" y="519"/>
                    <a:pt x="245" y="520"/>
                    <a:pt x="247" y="521"/>
                  </a:cubicBezTo>
                  <a:cubicBezTo>
                    <a:pt x="245" y="521"/>
                    <a:pt x="245" y="521"/>
                    <a:pt x="245" y="521"/>
                  </a:cubicBezTo>
                  <a:cubicBezTo>
                    <a:pt x="245" y="521"/>
                    <a:pt x="247" y="522"/>
                    <a:pt x="247" y="523"/>
                  </a:cubicBezTo>
                  <a:cubicBezTo>
                    <a:pt x="246" y="523"/>
                    <a:pt x="246" y="523"/>
                    <a:pt x="246" y="523"/>
                  </a:cubicBezTo>
                  <a:cubicBezTo>
                    <a:pt x="243" y="527"/>
                    <a:pt x="241" y="532"/>
                    <a:pt x="246" y="534"/>
                  </a:cubicBezTo>
                  <a:cubicBezTo>
                    <a:pt x="247" y="535"/>
                    <a:pt x="243" y="535"/>
                    <a:pt x="244" y="536"/>
                  </a:cubicBezTo>
                  <a:cubicBezTo>
                    <a:pt x="247" y="538"/>
                    <a:pt x="245" y="541"/>
                    <a:pt x="247" y="543"/>
                  </a:cubicBezTo>
                  <a:cubicBezTo>
                    <a:pt x="246" y="546"/>
                    <a:pt x="244" y="545"/>
                    <a:pt x="243" y="548"/>
                  </a:cubicBezTo>
                  <a:cubicBezTo>
                    <a:pt x="243" y="547"/>
                    <a:pt x="243" y="547"/>
                    <a:pt x="243" y="547"/>
                  </a:cubicBezTo>
                  <a:cubicBezTo>
                    <a:pt x="242" y="549"/>
                    <a:pt x="241" y="547"/>
                    <a:pt x="240" y="546"/>
                  </a:cubicBezTo>
                  <a:cubicBezTo>
                    <a:pt x="240" y="547"/>
                    <a:pt x="239" y="547"/>
                    <a:pt x="240" y="549"/>
                  </a:cubicBezTo>
                  <a:cubicBezTo>
                    <a:pt x="239" y="550"/>
                    <a:pt x="238" y="546"/>
                    <a:pt x="238" y="547"/>
                  </a:cubicBezTo>
                  <a:cubicBezTo>
                    <a:pt x="238" y="546"/>
                    <a:pt x="238" y="548"/>
                    <a:pt x="238" y="548"/>
                  </a:cubicBezTo>
                  <a:cubicBezTo>
                    <a:pt x="236" y="550"/>
                    <a:pt x="238" y="546"/>
                    <a:pt x="235" y="545"/>
                  </a:cubicBezTo>
                  <a:cubicBezTo>
                    <a:pt x="232" y="546"/>
                    <a:pt x="228" y="548"/>
                    <a:pt x="225" y="547"/>
                  </a:cubicBezTo>
                  <a:cubicBezTo>
                    <a:pt x="225" y="547"/>
                    <a:pt x="225" y="549"/>
                    <a:pt x="225" y="549"/>
                  </a:cubicBezTo>
                  <a:cubicBezTo>
                    <a:pt x="224" y="546"/>
                    <a:pt x="224" y="550"/>
                    <a:pt x="223" y="549"/>
                  </a:cubicBezTo>
                  <a:cubicBezTo>
                    <a:pt x="223" y="548"/>
                    <a:pt x="223" y="548"/>
                    <a:pt x="223" y="547"/>
                  </a:cubicBezTo>
                  <a:cubicBezTo>
                    <a:pt x="222" y="546"/>
                    <a:pt x="220" y="548"/>
                    <a:pt x="219" y="547"/>
                  </a:cubicBezTo>
                  <a:cubicBezTo>
                    <a:pt x="218" y="549"/>
                    <a:pt x="216" y="546"/>
                    <a:pt x="215" y="548"/>
                  </a:cubicBezTo>
                  <a:cubicBezTo>
                    <a:pt x="215" y="546"/>
                    <a:pt x="214" y="547"/>
                    <a:pt x="214" y="546"/>
                  </a:cubicBezTo>
                  <a:cubicBezTo>
                    <a:pt x="213" y="550"/>
                    <a:pt x="211" y="545"/>
                    <a:pt x="210" y="547"/>
                  </a:cubicBezTo>
                  <a:cubicBezTo>
                    <a:pt x="210" y="547"/>
                    <a:pt x="210" y="547"/>
                    <a:pt x="210" y="547"/>
                  </a:cubicBezTo>
                  <a:cubicBezTo>
                    <a:pt x="206" y="547"/>
                    <a:pt x="202" y="547"/>
                    <a:pt x="198" y="549"/>
                  </a:cubicBezTo>
                  <a:cubicBezTo>
                    <a:pt x="195" y="549"/>
                    <a:pt x="193" y="546"/>
                    <a:pt x="190" y="547"/>
                  </a:cubicBezTo>
                  <a:cubicBezTo>
                    <a:pt x="190" y="548"/>
                    <a:pt x="190" y="549"/>
                    <a:pt x="190" y="549"/>
                  </a:cubicBezTo>
                  <a:cubicBezTo>
                    <a:pt x="189" y="549"/>
                    <a:pt x="190" y="548"/>
                    <a:pt x="190" y="547"/>
                  </a:cubicBezTo>
                  <a:cubicBezTo>
                    <a:pt x="188" y="549"/>
                    <a:pt x="187" y="547"/>
                    <a:pt x="185" y="547"/>
                  </a:cubicBezTo>
                  <a:cubicBezTo>
                    <a:pt x="185" y="548"/>
                    <a:pt x="184" y="548"/>
                    <a:pt x="185" y="549"/>
                  </a:cubicBezTo>
                  <a:cubicBezTo>
                    <a:pt x="183" y="546"/>
                    <a:pt x="181" y="550"/>
                    <a:pt x="179" y="548"/>
                  </a:cubicBezTo>
                  <a:cubicBezTo>
                    <a:pt x="179" y="552"/>
                    <a:pt x="178" y="550"/>
                    <a:pt x="177" y="551"/>
                  </a:cubicBezTo>
                  <a:cubicBezTo>
                    <a:pt x="177" y="551"/>
                    <a:pt x="177" y="550"/>
                    <a:pt x="177" y="549"/>
                  </a:cubicBezTo>
                  <a:cubicBezTo>
                    <a:pt x="175" y="550"/>
                    <a:pt x="175" y="550"/>
                    <a:pt x="173" y="549"/>
                  </a:cubicBezTo>
                  <a:cubicBezTo>
                    <a:pt x="172" y="549"/>
                    <a:pt x="172" y="551"/>
                    <a:pt x="171" y="551"/>
                  </a:cubicBezTo>
                  <a:cubicBezTo>
                    <a:pt x="171" y="548"/>
                    <a:pt x="170" y="550"/>
                    <a:pt x="169" y="550"/>
                  </a:cubicBezTo>
                  <a:cubicBezTo>
                    <a:pt x="169" y="552"/>
                    <a:pt x="168" y="553"/>
                    <a:pt x="167" y="552"/>
                  </a:cubicBezTo>
                  <a:cubicBezTo>
                    <a:pt x="168" y="549"/>
                    <a:pt x="168" y="549"/>
                    <a:pt x="168" y="549"/>
                  </a:cubicBezTo>
                  <a:cubicBezTo>
                    <a:pt x="165" y="551"/>
                    <a:pt x="162" y="548"/>
                    <a:pt x="159" y="551"/>
                  </a:cubicBezTo>
                  <a:cubicBezTo>
                    <a:pt x="159" y="549"/>
                    <a:pt x="159" y="549"/>
                    <a:pt x="159" y="549"/>
                  </a:cubicBezTo>
                  <a:cubicBezTo>
                    <a:pt x="156" y="550"/>
                    <a:pt x="154" y="548"/>
                    <a:pt x="151" y="549"/>
                  </a:cubicBezTo>
                  <a:cubicBezTo>
                    <a:pt x="150" y="548"/>
                    <a:pt x="150" y="547"/>
                    <a:pt x="149" y="547"/>
                  </a:cubicBezTo>
                  <a:cubicBezTo>
                    <a:pt x="148" y="548"/>
                    <a:pt x="148" y="548"/>
                    <a:pt x="146" y="549"/>
                  </a:cubicBezTo>
                  <a:cubicBezTo>
                    <a:pt x="146" y="549"/>
                    <a:pt x="146" y="548"/>
                    <a:pt x="147" y="547"/>
                  </a:cubicBezTo>
                  <a:cubicBezTo>
                    <a:pt x="146" y="546"/>
                    <a:pt x="147" y="544"/>
                    <a:pt x="145" y="545"/>
                  </a:cubicBezTo>
                  <a:cubicBezTo>
                    <a:pt x="146" y="545"/>
                    <a:pt x="146" y="545"/>
                    <a:pt x="146" y="545"/>
                  </a:cubicBezTo>
                  <a:cubicBezTo>
                    <a:pt x="145" y="545"/>
                    <a:pt x="143" y="545"/>
                    <a:pt x="144" y="544"/>
                  </a:cubicBezTo>
                  <a:cubicBezTo>
                    <a:pt x="143" y="544"/>
                    <a:pt x="142" y="543"/>
                    <a:pt x="140" y="544"/>
                  </a:cubicBezTo>
                  <a:cubicBezTo>
                    <a:pt x="140" y="543"/>
                    <a:pt x="143" y="543"/>
                    <a:pt x="141" y="543"/>
                  </a:cubicBezTo>
                  <a:cubicBezTo>
                    <a:pt x="143" y="543"/>
                    <a:pt x="143" y="543"/>
                    <a:pt x="143" y="543"/>
                  </a:cubicBezTo>
                  <a:cubicBezTo>
                    <a:pt x="143" y="541"/>
                    <a:pt x="142" y="539"/>
                    <a:pt x="142" y="537"/>
                  </a:cubicBezTo>
                  <a:cubicBezTo>
                    <a:pt x="145" y="537"/>
                    <a:pt x="142" y="534"/>
                    <a:pt x="144" y="534"/>
                  </a:cubicBezTo>
                  <a:cubicBezTo>
                    <a:pt x="143" y="533"/>
                    <a:pt x="146" y="532"/>
                    <a:pt x="143" y="530"/>
                  </a:cubicBezTo>
                  <a:cubicBezTo>
                    <a:pt x="144" y="531"/>
                    <a:pt x="144" y="531"/>
                    <a:pt x="144" y="531"/>
                  </a:cubicBezTo>
                  <a:cubicBezTo>
                    <a:pt x="145" y="530"/>
                    <a:pt x="146" y="528"/>
                    <a:pt x="147" y="527"/>
                  </a:cubicBezTo>
                  <a:cubicBezTo>
                    <a:pt x="148" y="527"/>
                    <a:pt x="146" y="526"/>
                    <a:pt x="146" y="525"/>
                  </a:cubicBezTo>
                  <a:cubicBezTo>
                    <a:pt x="147" y="525"/>
                    <a:pt x="147" y="525"/>
                    <a:pt x="147" y="525"/>
                  </a:cubicBezTo>
                  <a:cubicBezTo>
                    <a:pt x="147" y="524"/>
                    <a:pt x="145" y="523"/>
                    <a:pt x="145" y="522"/>
                  </a:cubicBezTo>
                  <a:cubicBezTo>
                    <a:pt x="146" y="522"/>
                    <a:pt x="145" y="521"/>
                    <a:pt x="146" y="521"/>
                  </a:cubicBezTo>
                  <a:cubicBezTo>
                    <a:pt x="146" y="522"/>
                    <a:pt x="147" y="523"/>
                    <a:pt x="149" y="525"/>
                  </a:cubicBezTo>
                  <a:cubicBezTo>
                    <a:pt x="150" y="525"/>
                    <a:pt x="147" y="522"/>
                    <a:pt x="149" y="523"/>
                  </a:cubicBezTo>
                  <a:cubicBezTo>
                    <a:pt x="150" y="522"/>
                    <a:pt x="150" y="521"/>
                    <a:pt x="149" y="520"/>
                  </a:cubicBezTo>
                  <a:cubicBezTo>
                    <a:pt x="149" y="521"/>
                    <a:pt x="150" y="520"/>
                    <a:pt x="150" y="521"/>
                  </a:cubicBezTo>
                  <a:cubicBezTo>
                    <a:pt x="151" y="521"/>
                    <a:pt x="151" y="520"/>
                    <a:pt x="151" y="520"/>
                  </a:cubicBezTo>
                  <a:cubicBezTo>
                    <a:pt x="150" y="520"/>
                    <a:pt x="150" y="520"/>
                    <a:pt x="150" y="520"/>
                  </a:cubicBezTo>
                  <a:cubicBezTo>
                    <a:pt x="149" y="519"/>
                    <a:pt x="150" y="518"/>
                    <a:pt x="148" y="517"/>
                  </a:cubicBezTo>
                  <a:cubicBezTo>
                    <a:pt x="148" y="517"/>
                    <a:pt x="149" y="518"/>
                    <a:pt x="148" y="518"/>
                  </a:cubicBezTo>
                  <a:cubicBezTo>
                    <a:pt x="147" y="517"/>
                    <a:pt x="148" y="516"/>
                    <a:pt x="149" y="516"/>
                  </a:cubicBezTo>
                  <a:cubicBezTo>
                    <a:pt x="150" y="517"/>
                    <a:pt x="150" y="519"/>
                    <a:pt x="151" y="519"/>
                  </a:cubicBezTo>
                  <a:cubicBezTo>
                    <a:pt x="150" y="515"/>
                    <a:pt x="150" y="515"/>
                    <a:pt x="150" y="515"/>
                  </a:cubicBezTo>
                  <a:cubicBezTo>
                    <a:pt x="150" y="516"/>
                    <a:pt x="149" y="516"/>
                    <a:pt x="148" y="515"/>
                  </a:cubicBezTo>
                  <a:cubicBezTo>
                    <a:pt x="148" y="516"/>
                    <a:pt x="148" y="516"/>
                    <a:pt x="148" y="516"/>
                  </a:cubicBezTo>
                  <a:cubicBezTo>
                    <a:pt x="147" y="515"/>
                    <a:pt x="147" y="515"/>
                    <a:pt x="147" y="515"/>
                  </a:cubicBezTo>
                  <a:cubicBezTo>
                    <a:pt x="147" y="516"/>
                    <a:pt x="145" y="516"/>
                    <a:pt x="145" y="517"/>
                  </a:cubicBezTo>
                  <a:cubicBezTo>
                    <a:pt x="147" y="518"/>
                    <a:pt x="147" y="518"/>
                    <a:pt x="147" y="518"/>
                  </a:cubicBezTo>
                  <a:cubicBezTo>
                    <a:pt x="146" y="519"/>
                    <a:pt x="147" y="521"/>
                    <a:pt x="146" y="520"/>
                  </a:cubicBezTo>
                  <a:cubicBezTo>
                    <a:pt x="145" y="519"/>
                    <a:pt x="145" y="519"/>
                    <a:pt x="144" y="519"/>
                  </a:cubicBezTo>
                  <a:cubicBezTo>
                    <a:pt x="144" y="519"/>
                    <a:pt x="144" y="519"/>
                    <a:pt x="144" y="519"/>
                  </a:cubicBezTo>
                  <a:cubicBezTo>
                    <a:pt x="142" y="518"/>
                    <a:pt x="142" y="518"/>
                    <a:pt x="142" y="518"/>
                  </a:cubicBezTo>
                  <a:cubicBezTo>
                    <a:pt x="145" y="520"/>
                    <a:pt x="142" y="520"/>
                    <a:pt x="142" y="521"/>
                  </a:cubicBezTo>
                  <a:cubicBezTo>
                    <a:pt x="142" y="520"/>
                    <a:pt x="142" y="520"/>
                    <a:pt x="142" y="520"/>
                  </a:cubicBezTo>
                  <a:cubicBezTo>
                    <a:pt x="140" y="521"/>
                    <a:pt x="143" y="521"/>
                    <a:pt x="143" y="522"/>
                  </a:cubicBezTo>
                  <a:cubicBezTo>
                    <a:pt x="142" y="522"/>
                    <a:pt x="140" y="520"/>
                    <a:pt x="139" y="520"/>
                  </a:cubicBezTo>
                  <a:cubicBezTo>
                    <a:pt x="138" y="521"/>
                    <a:pt x="139" y="524"/>
                    <a:pt x="137" y="524"/>
                  </a:cubicBezTo>
                  <a:cubicBezTo>
                    <a:pt x="136" y="525"/>
                    <a:pt x="137" y="526"/>
                    <a:pt x="137" y="528"/>
                  </a:cubicBezTo>
                  <a:cubicBezTo>
                    <a:pt x="137" y="529"/>
                    <a:pt x="135" y="527"/>
                    <a:pt x="136" y="528"/>
                  </a:cubicBezTo>
                  <a:cubicBezTo>
                    <a:pt x="135" y="527"/>
                    <a:pt x="134" y="527"/>
                    <a:pt x="133" y="527"/>
                  </a:cubicBezTo>
                  <a:cubicBezTo>
                    <a:pt x="134" y="527"/>
                    <a:pt x="132" y="528"/>
                    <a:pt x="135" y="529"/>
                  </a:cubicBezTo>
                  <a:cubicBezTo>
                    <a:pt x="133" y="529"/>
                    <a:pt x="132" y="532"/>
                    <a:pt x="133" y="533"/>
                  </a:cubicBezTo>
                  <a:cubicBezTo>
                    <a:pt x="133" y="533"/>
                    <a:pt x="131" y="532"/>
                    <a:pt x="130" y="532"/>
                  </a:cubicBezTo>
                  <a:cubicBezTo>
                    <a:pt x="131" y="534"/>
                    <a:pt x="132" y="535"/>
                    <a:pt x="131" y="536"/>
                  </a:cubicBezTo>
                  <a:cubicBezTo>
                    <a:pt x="133" y="537"/>
                    <a:pt x="133" y="536"/>
                    <a:pt x="135" y="537"/>
                  </a:cubicBezTo>
                  <a:cubicBezTo>
                    <a:pt x="135" y="537"/>
                    <a:pt x="136" y="537"/>
                    <a:pt x="136" y="537"/>
                  </a:cubicBezTo>
                  <a:cubicBezTo>
                    <a:pt x="134" y="537"/>
                    <a:pt x="131" y="537"/>
                    <a:pt x="131" y="538"/>
                  </a:cubicBezTo>
                  <a:cubicBezTo>
                    <a:pt x="128" y="538"/>
                    <a:pt x="132" y="536"/>
                    <a:pt x="129" y="536"/>
                  </a:cubicBezTo>
                  <a:cubicBezTo>
                    <a:pt x="126" y="535"/>
                    <a:pt x="127" y="533"/>
                    <a:pt x="128" y="533"/>
                  </a:cubicBezTo>
                  <a:cubicBezTo>
                    <a:pt x="126" y="531"/>
                    <a:pt x="128" y="533"/>
                    <a:pt x="126" y="533"/>
                  </a:cubicBezTo>
                  <a:cubicBezTo>
                    <a:pt x="126" y="534"/>
                    <a:pt x="127" y="535"/>
                    <a:pt x="127" y="536"/>
                  </a:cubicBezTo>
                  <a:cubicBezTo>
                    <a:pt x="128" y="537"/>
                    <a:pt x="128" y="536"/>
                    <a:pt x="129" y="537"/>
                  </a:cubicBezTo>
                  <a:cubicBezTo>
                    <a:pt x="131" y="539"/>
                    <a:pt x="127" y="539"/>
                    <a:pt x="127" y="539"/>
                  </a:cubicBezTo>
                  <a:cubicBezTo>
                    <a:pt x="126" y="538"/>
                    <a:pt x="126" y="538"/>
                    <a:pt x="126" y="538"/>
                  </a:cubicBezTo>
                  <a:cubicBezTo>
                    <a:pt x="125" y="539"/>
                    <a:pt x="127" y="540"/>
                    <a:pt x="127" y="541"/>
                  </a:cubicBezTo>
                  <a:cubicBezTo>
                    <a:pt x="124" y="541"/>
                    <a:pt x="126" y="539"/>
                    <a:pt x="124" y="538"/>
                  </a:cubicBezTo>
                  <a:cubicBezTo>
                    <a:pt x="122" y="539"/>
                    <a:pt x="122" y="539"/>
                    <a:pt x="122" y="539"/>
                  </a:cubicBezTo>
                  <a:cubicBezTo>
                    <a:pt x="122" y="542"/>
                    <a:pt x="125" y="540"/>
                    <a:pt x="124" y="542"/>
                  </a:cubicBezTo>
                  <a:cubicBezTo>
                    <a:pt x="123" y="542"/>
                    <a:pt x="123" y="542"/>
                    <a:pt x="123" y="542"/>
                  </a:cubicBezTo>
                  <a:cubicBezTo>
                    <a:pt x="124" y="543"/>
                    <a:pt x="124" y="543"/>
                    <a:pt x="124" y="543"/>
                  </a:cubicBezTo>
                  <a:cubicBezTo>
                    <a:pt x="125" y="543"/>
                    <a:pt x="127" y="543"/>
                    <a:pt x="126" y="542"/>
                  </a:cubicBezTo>
                  <a:cubicBezTo>
                    <a:pt x="130" y="542"/>
                    <a:pt x="127" y="543"/>
                    <a:pt x="128" y="544"/>
                  </a:cubicBezTo>
                  <a:cubicBezTo>
                    <a:pt x="130" y="545"/>
                    <a:pt x="127" y="544"/>
                    <a:pt x="129" y="543"/>
                  </a:cubicBezTo>
                  <a:cubicBezTo>
                    <a:pt x="131" y="543"/>
                    <a:pt x="131" y="544"/>
                    <a:pt x="131" y="545"/>
                  </a:cubicBezTo>
                  <a:cubicBezTo>
                    <a:pt x="132" y="546"/>
                    <a:pt x="130" y="546"/>
                    <a:pt x="129" y="547"/>
                  </a:cubicBezTo>
                  <a:cubicBezTo>
                    <a:pt x="128" y="546"/>
                    <a:pt x="128" y="545"/>
                    <a:pt x="129" y="545"/>
                  </a:cubicBezTo>
                  <a:cubicBezTo>
                    <a:pt x="127" y="544"/>
                    <a:pt x="125" y="547"/>
                    <a:pt x="124" y="546"/>
                  </a:cubicBezTo>
                  <a:cubicBezTo>
                    <a:pt x="123" y="548"/>
                    <a:pt x="125" y="547"/>
                    <a:pt x="126" y="548"/>
                  </a:cubicBezTo>
                  <a:cubicBezTo>
                    <a:pt x="126" y="547"/>
                    <a:pt x="128" y="547"/>
                    <a:pt x="128" y="547"/>
                  </a:cubicBezTo>
                  <a:cubicBezTo>
                    <a:pt x="133" y="548"/>
                    <a:pt x="125" y="549"/>
                    <a:pt x="127" y="551"/>
                  </a:cubicBezTo>
                  <a:cubicBezTo>
                    <a:pt x="130" y="550"/>
                    <a:pt x="132" y="552"/>
                    <a:pt x="134" y="549"/>
                  </a:cubicBezTo>
                  <a:cubicBezTo>
                    <a:pt x="135" y="549"/>
                    <a:pt x="136" y="550"/>
                    <a:pt x="136" y="550"/>
                  </a:cubicBezTo>
                  <a:cubicBezTo>
                    <a:pt x="134" y="551"/>
                    <a:pt x="135" y="552"/>
                    <a:pt x="133" y="552"/>
                  </a:cubicBezTo>
                  <a:cubicBezTo>
                    <a:pt x="133" y="553"/>
                    <a:pt x="133" y="553"/>
                    <a:pt x="133" y="553"/>
                  </a:cubicBezTo>
                  <a:cubicBezTo>
                    <a:pt x="130" y="553"/>
                    <a:pt x="130" y="553"/>
                    <a:pt x="130" y="553"/>
                  </a:cubicBezTo>
                  <a:cubicBezTo>
                    <a:pt x="130" y="554"/>
                    <a:pt x="129" y="557"/>
                    <a:pt x="129" y="558"/>
                  </a:cubicBezTo>
                  <a:cubicBezTo>
                    <a:pt x="130" y="558"/>
                    <a:pt x="130" y="556"/>
                    <a:pt x="131" y="557"/>
                  </a:cubicBezTo>
                  <a:cubicBezTo>
                    <a:pt x="130" y="557"/>
                    <a:pt x="130" y="559"/>
                    <a:pt x="131" y="559"/>
                  </a:cubicBezTo>
                  <a:cubicBezTo>
                    <a:pt x="130" y="558"/>
                    <a:pt x="133" y="557"/>
                    <a:pt x="134" y="557"/>
                  </a:cubicBezTo>
                  <a:cubicBezTo>
                    <a:pt x="134" y="558"/>
                    <a:pt x="134" y="560"/>
                    <a:pt x="133" y="560"/>
                  </a:cubicBezTo>
                  <a:cubicBezTo>
                    <a:pt x="131" y="561"/>
                    <a:pt x="131" y="561"/>
                    <a:pt x="131" y="561"/>
                  </a:cubicBezTo>
                  <a:cubicBezTo>
                    <a:pt x="133" y="560"/>
                    <a:pt x="131" y="562"/>
                    <a:pt x="132" y="562"/>
                  </a:cubicBezTo>
                  <a:cubicBezTo>
                    <a:pt x="133" y="561"/>
                    <a:pt x="135" y="560"/>
                    <a:pt x="136" y="559"/>
                  </a:cubicBezTo>
                  <a:cubicBezTo>
                    <a:pt x="137" y="559"/>
                    <a:pt x="136" y="561"/>
                    <a:pt x="137" y="561"/>
                  </a:cubicBezTo>
                  <a:cubicBezTo>
                    <a:pt x="135" y="561"/>
                    <a:pt x="135" y="561"/>
                    <a:pt x="135" y="561"/>
                  </a:cubicBezTo>
                  <a:cubicBezTo>
                    <a:pt x="136" y="562"/>
                    <a:pt x="133" y="564"/>
                    <a:pt x="135" y="564"/>
                  </a:cubicBezTo>
                  <a:cubicBezTo>
                    <a:pt x="136" y="563"/>
                    <a:pt x="136" y="563"/>
                    <a:pt x="136" y="563"/>
                  </a:cubicBezTo>
                  <a:cubicBezTo>
                    <a:pt x="136" y="564"/>
                    <a:pt x="136" y="564"/>
                    <a:pt x="135" y="564"/>
                  </a:cubicBezTo>
                  <a:close/>
                  <a:moveTo>
                    <a:pt x="181" y="303"/>
                  </a:moveTo>
                  <a:cubicBezTo>
                    <a:pt x="181" y="303"/>
                    <a:pt x="181" y="303"/>
                    <a:pt x="181" y="303"/>
                  </a:cubicBezTo>
                  <a:cubicBezTo>
                    <a:pt x="181" y="303"/>
                    <a:pt x="181" y="303"/>
                    <a:pt x="181" y="303"/>
                  </a:cubicBezTo>
                  <a:cubicBezTo>
                    <a:pt x="181" y="303"/>
                    <a:pt x="181" y="303"/>
                    <a:pt x="181" y="303"/>
                  </a:cubicBezTo>
                  <a:close/>
                  <a:moveTo>
                    <a:pt x="191" y="308"/>
                  </a:moveTo>
                  <a:cubicBezTo>
                    <a:pt x="190" y="307"/>
                    <a:pt x="190" y="306"/>
                    <a:pt x="190" y="306"/>
                  </a:cubicBezTo>
                  <a:cubicBezTo>
                    <a:pt x="191" y="308"/>
                    <a:pt x="191" y="308"/>
                    <a:pt x="191" y="308"/>
                  </a:cubicBezTo>
                  <a:cubicBezTo>
                    <a:pt x="191" y="308"/>
                    <a:pt x="191" y="308"/>
                    <a:pt x="191" y="308"/>
                  </a:cubicBezTo>
                  <a:close/>
                  <a:moveTo>
                    <a:pt x="199" y="323"/>
                  </a:moveTo>
                  <a:cubicBezTo>
                    <a:pt x="199" y="323"/>
                    <a:pt x="199" y="323"/>
                    <a:pt x="199" y="324"/>
                  </a:cubicBezTo>
                  <a:cubicBezTo>
                    <a:pt x="199" y="324"/>
                    <a:pt x="199" y="324"/>
                    <a:pt x="199" y="324"/>
                  </a:cubicBezTo>
                  <a:cubicBezTo>
                    <a:pt x="199" y="324"/>
                    <a:pt x="199" y="324"/>
                    <a:pt x="199" y="324"/>
                  </a:cubicBezTo>
                  <a:cubicBezTo>
                    <a:pt x="199" y="324"/>
                    <a:pt x="200" y="324"/>
                    <a:pt x="200" y="324"/>
                  </a:cubicBezTo>
                  <a:cubicBezTo>
                    <a:pt x="200" y="324"/>
                    <a:pt x="200" y="324"/>
                    <a:pt x="200" y="324"/>
                  </a:cubicBezTo>
                  <a:cubicBezTo>
                    <a:pt x="198" y="324"/>
                    <a:pt x="198" y="324"/>
                    <a:pt x="199" y="323"/>
                  </a:cubicBezTo>
                  <a:close/>
                  <a:moveTo>
                    <a:pt x="198" y="307"/>
                  </a:moveTo>
                  <a:cubicBezTo>
                    <a:pt x="198" y="307"/>
                    <a:pt x="198" y="307"/>
                    <a:pt x="198" y="307"/>
                  </a:cubicBezTo>
                  <a:cubicBezTo>
                    <a:pt x="198" y="307"/>
                    <a:pt x="198" y="306"/>
                    <a:pt x="198" y="306"/>
                  </a:cubicBezTo>
                  <a:cubicBezTo>
                    <a:pt x="198" y="307"/>
                    <a:pt x="198" y="307"/>
                    <a:pt x="198" y="307"/>
                  </a:cubicBezTo>
                  <a:cubicBezTo>
                    <a:pt x="197" y="308"/>
                    <a:pt x="197" y="304"/>
                    <a:pt x="197" y="307"/>
                  </a:cubicBezTo>
                  <a:cubicBezTo>
                    <a:pt x="197" y="305"/>
                    <a:pt x="197" y="305"/>
                    <a:pt x="197" y="305"/>
                  </a:cubicBezTo>
                  <a:cubicBezTo>
                    <a:pt x="196" y="308"/>
                    <a:pt x="196" y="304"/>
                    <a:pt x="196" y="306"/>
                  </a:cubicBezTo>
                  <a:cubicBezTo>
                    <a:pt x="196" y="306"/>
                    <a:pt x="196" y="306"/>
                    <a:pt x="196" y="306"/>
                  </a:cubicBezTo>
                  <a:cubicBezTo>
                    <a:pt x="195" y="305"/>
                    <a:pt x="194" y="309"/>
                    <a:pt x="194" y="307"/>
                  </a:cubicBezTo>
                  <a:cubicBezTo>
                    <a:pt x="194" y="307"/>
                    <a:pt x="193" y="307"/>
                    <a:pt x="193" y="309"/>
                  </a:cubicBezTo>
                  <a:cubicBezTo>
                    <a:pt x="193" y="307"/>
                    <a:pt x="193" y="307"/>
                    <a:pt x="193" y="307"/>
                  </a:cubicBezTo>
                  <a:cubicBezTo>
                    <a:pt x="192" y="307"/>
                    <a:pt x="192" y="307"/>
                    <a:pt x="191" y="308"/>
                  </a:cubicBezTo>
                  <a:cubicBezTo>
                    <a:pt x="191" y="307"/>
                    <a:pt x="191" y="307"/>
                    <a:pt x="191" y="307"/>
                  </a:cubicBezTo>
                  <a:cubicBezTo>
                    <a:pt x="190" y="306"/>
                    <a:pt x="189" y="304"/>
                    <a:pt x="189" y="304"/>
                  </a:cubicBezTo>
                  <a:cubicBezTo>
                    <a:pt x="188" y="302"/>
                    <a:pt x="189" y="304"/>
                    <a:pt x="189" y="303"/>
                  </a:cubicBezTo>
                  <a:cubicBezTo>
                    <a:pt x="189" y="302"/>
                    <a:pt x="189" y="303"/>
                    <a:pt x="188" y="302"/>
                  </a:cubicBezTo>
                  <a:cubicBezTo>
                    <a:pt x="188" y="300"/>
                    <a:pt x="188" y="300"/>
                    <a:pt x="188" y="300"/>
                  </a:cubicBezTo>
                  <a:cubicBezTo>
                    <a:pt x="188" y="300"/>
                    <a:pt x="189" y="302"/>
                    <a:pt x="190" y="303"/>
                  </a:cubicBezTo>
                  <a:cubicBezTo>
                    <a:pt x="190" y="303"/>
                    <a:pt x="190" y="303"/>
                    <a:pt x="189" y="302"/>
                  </a:cubicBezTo>
                  <a:cubicBezTo>
                    <a:pt x="190" y="304"/>
                    <a:pt x="191" y="305"/>
                    <a:pt x="191" y="307"/>
                  </a:cubicBezTo>
                  <a:cubicBezTo>
                    <a:pt x="192" y="308"/>
                    <a:pt x="190" y="305"/>
                    <a:pt x="191" y="305"/>
                  </a:cubicBezTo>
                  <a:cubicBezTo>
                    <a:pt x="191" y="306"/>
                    <a:pt x="190" y="304"/>
                    <a:pt x="190" y="303"/>
                  </a:cubicBezTo>
                  <a:cubicBezTo>
                    <a:pt x="188" y="298"/>
                    <a:pt x="192" y="306"/>
                    <a:pt x="192" y="305"/>
                  </a:cubicBezTo>
                  <a:cubicBezTo>
                    <a:pt x="190" y="302"/>
                    <a:pt x="191" y="301"/>
                    <a:pt x="189" y="298"/>
                  </a:cubicBezTo>
                  <a:cubicBezTo>
                    <a:pt x="189" y="297"/>
                    <a:pt x="189" y="296"/>
                    <a:pt x="189" y="297"/>
                  </a:cubicBezTo>
                  <a:cubicBezTo>
                    <a:pt x="190" y="299"/>
                    <a:pt x="190" y="298"/>
                    <a:pt x="190" y="300"/>
                  </a:cubicBezTo>
                  <a:cubicBezTo>
                    <a:pt x="191" y="300"/>
                    <a:pt x="191" y="300"/>
                    <a:pt x="191" y="300"/>
                  </a:cubicBezTo>
                  <a:cubicBezTo>
                    <a:pt x="191" y="302"/>
                    <a:pt x="191" y="302"/>
                    <a:pt x="191" y="302"/>
                  </a:cubicBezTo>
                  <a:cubicBezTo>
                    <a:pt x="193" y="306"/>
                    <a:pt x="193" y="306"/>
                    <a:pt x="193" y="306"/>
                  </a:cubicBezTo>
                  <a:cubicBezTo>
                    <a:pt x="193" y="305"/>
                    <a:pt x="192" y="304"/>
                    <a:pt x="193" y="303"/>
                  </a:cubicBezTo>
                  <a:cubicBezTo>
                    <a:pt x="193" y="304"/>
                    <a:pt x="193" y="305"/>
                    <a:pt x="193" y="305"/>
                  </a:cubicBezTo>
                  <a:cubicBezTo>
                    <a:pt x="193" y="304"/>
                    <a:pt x="192" y="302"/>
                    <a:pt x="192" y="302"/>
                  </a:cubicBezTo>
                  <a:cubicBezTo>
                    <a:pt x="193" y="301"/>
                    <a:pt x="194" y="303"/>
                    <a:pt x="194" y="304"/>
                  </a:cubicBezTo>
                  <a:cubicBezTo>
                    <a:pt x="194" y="306"/>
                    <a:pt x="194" y="306"/>
                    <a:pt x="194" y="306"/>
                  </a:cubicBezTo>
                  <a:cubicBezTo>
                    <a:pt x="194" y="304"/>
                    <a:pt x="194" y="306"/>
                    <a:pt x="194" y="306"/>
                  </a:cubicBezTo>
                  <a:cubicBezTo>
                    <a:pt x="194" y="304"/>
                    <a:pt x="194" y="303"/>
                    <a:pt x="193" y="301"/>
                  </a:cubicBezTo>
                  <a:cubicBezTo>
                    <a:pt x="193" y="301"/>
                    <a:pt x="194" y="302"/>
                    <a:pt x="194" y="302"/>
                  </a:cubicBezTo>
                  <a:cubicBezTo>
                    <a:pt x="194" y="303"/>
                    <a:pt x="194" y="303"/>
                    <a:pt x="194" y="303"/>
                  </a:cubicBezTo>
                  <a:cubicBezTo>
                    <a:pt x="194" y="303"/>
                    <a:pt x="195" y="306"/>
                    <a:pt x="195" y="305"/>
                  </a:cubicBezTo>
                  <a:cubicBezTo>
                    <a:pt x="195" y="304"/>
                    <a:pt x="195" y="304"/>
                    <a:pt x="195" y="304"/>
                  </a:cubicBezTo>
                  <a:cubicBezTo>
                    <a:pt x="195" y="304"/>
                    <a:pt x="195" y="305"/>
                    <a:pt x="195" y="305"/>
                  </a:cubicBezTo>
                  <a:cubicBezTo>
                    <a:pt x="195" y="304"/>
                    <a:pt x="195" y="304"/>
                    <a:pt x="195" y="304"/>
                  </a:cubicBezTo>
                  <a:cubicBezTo>
                    <a:pt x="196" y="305"/>
                    <a:pt x="196" y="305"/>
                    <a:pt x="196" y="305"/>
                  </a:cubicBezTo>
                  <a:cubicBezTo>
                    <a:pt x="196" y="304"/>
                    <a:pt x="195" y="302"/>
                    <a:pt x="196" y="304"/>
                  </a:cubicBezTo>
                  <a:cubicBezTo>
                    <a:pt x="195" y="301"/>
                    <a:pt x="196" y="304"/>
                    <a:pt x="195" y="303"/>
                  </a:cubicBezTo>
                  <a:cubicBezTo>
                    <a:pt x="194" y="301"/>
                    <a:pt x="195" y="301"/>
                    <a:pt x="195" y="301"/>
                  </a:cubicBezTo>
                  <a:cubicBezTo>
                    <a:pt x="196" y="303"/>
                    <a:pt x="195" y="301"/>
                    <a:pt x="196" y="301"/>
                  </a:cubicBezTo>
                  <a:cubicBezTo>
                    <a:pt x="196" y="302"/>
                    <a:pt x="196" y="302"/>
                    <a:pt x="196" y="303"/>
                  </a:cubicBezTo>
                  <a:cubicBezTo>
                    <a:pt x="196" y="301"/>
                    <a:pt x="196" y="301"/>
                    <a:pt x="196" y="301"/>
                  </a:cubicBezTo>
                  <a:cubicBezTo>
                    <a:pt x="197" y="304"/>
                    <a:pt x="196" y="300"/>
                    <a:pt x="197" y="301"/>
                  </a:cubicBezTo>
                  <a:cubicBezTo>
                    <a:pt x="197" y="302"/>
                    <a:pt x="197" y="303"/>
                    <a:pt x="198" y="304"/>
                  </a:cubicBezTo>
                  <a:cubicBezTo>
                    <a:pt x="197" y="301"/>
                    <a:pt x="197" y="301"/>
                    <a:pt x="196" y="299"/>
                  </a:cubicBezTo>
                  <a:cubicBezTo>
                    <a:pt x="197" y="300"/>
                    <a:pt x="197" y="302"/>
                    <a:pt x="198" y="304"/>
                  </a:cubicBezTo>
                  <a:cubicBezTo>
                    <a:pt x="198" y="302"/>
                    <a:pt x="199" y="305"/>
                    <a:pt x="198" y="302"/>
                  </a:cubicBezTo>
                  <a:cubicBezTo>
                    <a:pt x="198" y="302"/>
                    <a:pt x="198" y="301"/>
                    <a:pt x="197" y="300"/>
                  </a:cubicBezTo>
                  <a:cubicBezTo>
                    <a:pt x="198" y="300"/>
                    <a:pt x="198" y="301"/>
                    <a:pt x="198" y="302"/>
                  </a:cubicBezTo>
                  <a:cubicBezTo>
                    <a:pt x="198" y="301"/>
                    <a:pt x="198" y="299"/>
                    <a:pt x="198" y="299"/>
                  </a:cubicBezTo>
                  <a:cubicBezTo>
                    <a:pt x="198" y="299"/>
                    <a:pt x="198" y="296"/>
                    <a:pt x="198" y="298"/>
                  </a:cubicBezTo>
                  <a:cubicBezTo>
                    <a:pt x="199" y="300"/>
                    <a:pt x="198" y="299"/>
                    <a:pt x="198" y="300"/>
                  </a:cubicBezTo>
                  <a:cubicBezTo>
                    <a:pt x="199" y="300"/>
                    <a:pt x="198" y="296"/>
                    <a:pt x="198" y="295"/>
                  </a:cubicBezTo>
                  <a:cubicBezTo>
                    <a:pt x="198" y="294"/>
                    <a:pt x="197" y="291"/>
                    <a:pt x="197" y="290"/>
                  </a:cubicBezTo>
                  <a:cubicBezTo>
                    <a:pt x="198" y="291"/>
                    <a:pt x="197" y="291"/>
                    <a:pt x="198" y="293"/>
                  </a:cubicBezTo>
                  <a:cubicBezTo>
                    <a:pt x="198" y="293"/>
                    <a:pt x="198" y="293"/>
                    <a:pt x="198" y="293"/>
                  </a:cubicBezTo>
                  <a:cubicBezTo>
                    <a:pt x="199" y="296"/>
                    <a:pt x="198" y="298"/>
                    <a:pt x="199" y="300"/>
                  </a:cubicBezTo>
                  <a:cubicBezTo>
                    <a:pt x="199" y="299"/>
                    <a:pt x="199" y="299"/>
                    <a:pt x="199" y="299"/>
                  </a:cubicBezTo>
                  <a:cubicBezTo>
                    <a:pt x="200" y="302"/>
                    <a:pt x="200" y="302"/>
                    <a:pt x="200" y="302"/>
                  </a:cubicBezTo>
                  <a:cubicBezTo>
                    <a:pt x="200" y="300"/>
                    <a:pt x="200" y="301"/>
                    <a:pt x="200" y="301"/>
                  </a:cubicBezTo>
                  <a:cubicBezTo>
                    <a:pt x="200" y="299"/>
                    <a:pt x="200" y="302"/>
                    <a:pt x="200" y="300"/>
                  </a:cubicBezTo>
                  <a:cubicBezTo>
                    <a:pt x="200" y="300"/>
                    <a:pt x="200" y="297"/>
                    <a:pt x="200" y="298"/>
                  </a:cubicBezTo>
                  <a:cubicBezTo>
                    <a:pt x="201" y="301"/>
                    <a:pt x="201" y="301"/>
                    <a:pt x="201" y="301"/>
                  </a:cubicBezTo>
                  <a:cubicBezTo>
                    <a:pt x="201" y="302"/>
                    <a:pt x="201" y="299"/>
                    <a:pt x="201" y="300"/>
                  </a:cubicBezTo>
                  <a:cubicBezTo>
                    <a:pt x="201" y="301"/>
                    <a:pt x="201" y="301"/>
                    <a:pt x="201" y="301"/>
                  </a:cubicBezTo>
                  <a:cubicBezTo>
                    <a:pt x="202" y="301"/>
                    <a:pt x="203" y="301"/>
                    <a:pt x="204" y="297"/>
                  </a:cubicBezTo>
                  <a:cubicBezTo>
                    <a:pt x="204" y="298"/>
                    <a:pt x="204" y="299"/>
                    <a:pt x="205" y="300"/>
                  </a:cubicBezTo>
                  <a:cubicBezTo>
                    <a:pt x="205" y="299"/>
                    <a:pt x="205" y="298"/>
                    <a:pt x="205" y="298"/>
                  </a:cubicBezTo>
                  <a:cubicBezTo>
                    <a:pt x="205" y="300"/>
                    <a:pt x="205" y="300"/>
                    <a:pt x="205" y="300"/>
                  </a:cubicBezTo>
                  <a:cubicBezTo>
                    <a:pt x="206" y="301"/>
                    <a:pt x="206" y="299"/>
                    <a:pt x="206" y="298"/>
                  </a:cubicBezTo>
                  <a:cubicBezTo>
                    <a:pt x="206" y="299"/>
                    <a:pt x="206" y="299"/>
                    <a:pt x="206" y="299"/>
                  </a:cubicBezTo>
                  <a:cubicBezTo>
                    <a:pt x="207" y="300"/>
                    <a:pt x="207" y="298"/>
                    <a:pt x="207" y="298"/>
                  </a:cubicBezTo>
                  <a:cubicBezTo>
                    <a:pt x="207" y="299"/>
                    <a:pt x="207" y="299"/>
                    <a:pt x="207" y="299"/>
                  </a:cubicBezTo>
                  <a:cubicBezTo>
                    <a:pt x="207" y="298"/>
                    <a:pt x="207" y="298"/>
                    <a:pt x="207" y="298"/>
                  </a:cubicBezTo>
                  <a:cubicBezTo>
                    <a:pt x="207" y="297"/>
                    <a:pt x="207" y="297"/>
                    <a:pt x="207" y="299"/>
                  </a:cubicBezTo>
                  <a:cubicBezTo>
                    <a:pt x="208" y="298"/>
                    <a:pt x="208" y="298"/>
                    <a:pt x="208" y="298"/>
                  </a:cubicBezTo>
                  <a:cubicBezTo>
                    <a:pt x="208" y="299"/>
                    <a:pt x="208" y="299"/>
                    <a:pt x="209" y="298"/>
                  </a:cubicBezTo>
                  <a:cubicBezTo>
                    <a:pt x="209" y="298"/>
                    <a:pt x="209" y="297"/>
                    <a:pt x="209" y="296"/>
                  </a:cubicBezTo>
                  <a:cubicBezTo>
                    <a:pt x="209" y="293"/>
                    <a:pt x="209" y="296"/>
                    <a:pt x="209" y="295"/>
                  </a:cubicBezTo>
                  <a:cubicBezTo>
                    <a:pt x="209" y="297"/>
                    <a:pt x="209" y="297"/>
                    <a:pt x="209" y="297"/>
                  </a:cubicBezTo>
                  <a:cubicBezTo>
                    <a:pt x="209" y="300"/>
                    <a:pt x="210" y="298"/>
                    <a:pt x="211" y="299"/>
                  </a:cubicBezTo>
                  <a:cubicBezTo>
                    <a:pt x="211" y="297"/>
                    <a:pt x="211" y="297"/>
                    <a:pt x="211" y="297"/>
                  </a:cubicBezTo>
                  <a:cubicBezTo>
                    <a:pt x="211" y="300"/>
                    <a:pt x="212" y="297"/>
                    <a:pt x="212" y="299"/>
                  </a:cubicBezTo>
                  <a:cubicBezTo>
                    <a:pt x="213" y="298"/>
                    <a:pt x="213" y="295"/>
                    <a:pt x="214" y="295"/>
                  </a:cubicBezTo>
                  <a:cubicBezTo>
                    <a:pt x="214" y="293"/>
                    <a:pt x="213" y="298"/>
                    <a:pt x="213" y="299"/>
                  </a:cubicBezTo>
                  <a:cubicBezTo>
                    <a:pt x="213" y="298"/>
                    <a:pt x="214" y="298"/>
                    <a:pt x="214" y="298"/>
                  </a:cubicBezTo>
                  <a:cubicBezTo>
                    <a:pt x="214" y="298"/>
                    <a:pt x="214" y="298"/>
                    <a:pt x="214" y="298"/>
                  </a:cubicBezTo>
                  <a:cubicBezTo>
                    <a:pt x="214" y="297"/>
                    <a:pt x="215" y="296"/>
                    <a:pt x="215" y="297"/>
                  </a:cubicBezTo>
                  <a:cubicBezTo>
                    <a:pt x="214" y="298"/>
                    <a:pt x="214" y="298"/>
                    <a:pt x="214" y="298"/>
                  </a:cubicBezTo>
                  <a:cubicBezTo>
                    <a:pt x="215" y="298"/>
                    <a:pt x="214" y="299"/>
                    <a:pt x="215" y="299"/>
                  </a:cubicBezTo>
                  <a:cubicBezTo>
                    <a:pt x="215" y="297"/>
                    <a:pt x="215" y="298"/>
                    <a:pt x="216" y="297"/>
                  </a:cubicBezTo>
                  <a:cubicBezTo>
                    <a:pt x="215" y="298"/>
                    <a:pt x="215" y="298"/>
                    <a:pt x="215" y="298"/>
                  </a:cubicBezTo>
                  <a:cubicBezTo>
                    <a:pt x="216" y="296"/>
                    <a:pt x="216" y="296"/>
                    <a:pt x="216" y="296"/>
                  </a:cubicBezTo>
                  <a:cubicBezTo>
                    <a:pt x="216" y="297"/>
                    <a:pt x="216" y="297"/>
                    <a:pt x="216" y="297"/>
                  </a:cubicBezTo>
                  <a:cubicBezTo>
                    <a:pt x="215" y="299"/>
                    <a:pt x="215" y="299"/>
                    <a:pt x="215" y="299"/>
                  </a:cubicBezTo>
                  <a:cubicBezTo>
                    <a:pt x="215" y="300"/>
                    <a:pt x="216" y="297"/>
                    <a:pt x="216" y="297"/>
                  </a:cubicBezTo>
                  <a:cubicBezTo>
                    <a:pt x="217" y="296"/>
                    <a:pt x="216" y="297"/>
                    <a:pt x="216" y="298"/>
                  </a:cubicBezTo>
                  <a:cubicBezTo>
                    <a:pt x="216" y="298"/>
                    <a:pt x="216" y="297"/>
                    <a:pt x="216" y="298"/>
                  </a:cubicBezTo>
                  <a:cubicBezTo>
                    <a:pt x="215" y="299"/>
                    <a:pt x="216" y="298"/>
                    <a:pt x="215" y="299"/>
                  </a:cubicBezTo>
                  <a:cubicBezTo>
                    <a:pt x="215" y="299"/>
                    <a:pt x="216" y="297"/>
                    <a:pt x="216" y="298"/>
                  </a:cubicBezTo>
                  <a:cubicBezTo>
                    <a:pt x="216" y="298"/>
                    <a:pt x="217" y="298"/>
                    <a:pt x="216" y="299"/>
                  </a:cubicBezTo>
                  <a:cubicBezTo>
                    <a:pt x="216" y="298"/>
                    <a:pt x="216" y="299"/>
                    <a:pt x="217" y="298"/>
                  </a:cubicBezTo>
                  <a:cubicBezTo>
                    <a:pt x="217" y="298"/>
                    <a:pt x="217" y="297"/>
                    <a:pt x="217" y="296"/>
                  </a:cubicBezTo>
                  <a:cubicBezTo>
                    <a:pt x="218" y="296"/>
                    <a:pt x="218" y="296"/>
                    <a:pt x="218" y="296"/>
                  </a:cubicBezTo>
                  <a:cubicBezTo>
                    <a:pt x="217" y="297"/>
                    <a:pt x="217" y="297"/>
                    <a:pt x="217" y="297"/>
                  </a:cubicBezTo>
                  <a:cubicBezTo>
                    <a:pt x="218" y="296"/>
                    <a:pt x="218" y="297"/>
                    <a:pt x="218" y="296"/>
                  </a:cubicBezTo>
                  <a:cubicBezTo>
                    <a:pt x="217" y="298"/>
                    <a:pt x="217" y="298"/>
                    <a:pt x="217" y="298"/>
                  </a:cubicBezTo>
                  <a:cubicBezTo>
                    <a:pt x="218" y="297"/>
                    <a:pt x="218" y="297"/>
                    <a:pt x="219" y="297"/>
                  </a:cubicBezTo>
                  <a:cubicBezTo>
                    <a:pt x="218" y="298"/>
                    <a:pt x="216" y="300"/>
                    <a:pt x="216" y="300"/>
                  </a:cubicBezTo>
                  <a:cubicBezTo>
                    <a:pt x="218" y="299"/>
                    <a:pt x="218" y="299"/>
                    <a:pt x="218" y="299"/>
                  </a:cubicBezTo>
                  <a:cubicBezTo>
                    <a:pt x="218" y="299"/>
                    <a:pt x="218" y="299"/>
                    <a:pt x="217" y="300"/>
                  </a:cubicBezTo>
                  <a:cubicBezTo>
                    <a:pt x="217" y="301"/>
                    <a:pt x="220" y="296"/>
                    <a:pt x="220" y="298"/>
                  </a:cubicBezTo>
                  <a:cubicBezTo>
                    <a:pt x="218" y="299"/>
                    <a:pt x="218" y="299"/>
                    <a:pt x="218" y="300"/>
                  </a:cubicBezTo>
                  <a:cubicBezTo>
                    <a:pt x="219" y="299"/>
                    <a:pt x="219" y="299"/>
                    <a:pt x="219" y="299"/>
                  </a:cubicBezTo>
                  <a:cubicBezTo>
                    <a:pt x="219" y="298"/>
                    <a:pt x="218" y="300"/>
                    <a:pt x="219" y="299"/>
                  </a:cubicBezTo>
                  <a:cubicBezTo>
                    <a:pt x="219" y="298"/>
                    <a:pt x="219" y="298"/>
                    <a:pt x="220" y="298"/>
                  </a:cubicBezTo>
                  <a:cubicBezTo>
                    <a:pt x="217" y="301"/>
                    <a:pt x="219" y="300"/>
                    <a:pt x="218" y="301"/>
                  </a:cubicBezTo>
                  <a:cubicBezTo>
                    <a:pt x="220" y="300"/>
                    <a:pt x="219" y="301"/>
                    <a:pt x="219" y="301"/>
                  </a:cubicBezTo>
                  <a:cubicBezTo>
                    <a:pt x="217" y="302"/>
                    <a:pt x="220" y="301"/>
                    <a:pt x="218" y="302"/>
                  </a:cubicBezTo>
                  <a:cubicBezTo>
                    <a:pt x="221" y="300"/>
                    <a:pt x="221" y="300"/>
                    <a:pt x="221" y="300"/>
                  </a:cubicBezTo>
                  <a:cubicBezTo>
                    <a:pt x="219" y="301"/>
                    <a:pt x="224" y="299"/>
                    <a:pt x="222" y="300"/>
                  </a:cubicBezTo>
                  <a:cubicBezTo>
                    <a:pt x="221" y="301"/>
                    <a:pt x="220" y="301"/>
                    <a:pt x="220" y="301"/>
                  </a:cubicBezTo>
                  <a:cubicBezTo>
                    <a:pt x="217" y="303"/>
                    <a:pt x="222" y="301"/>
                    <a:pt x="219" y="302"/>
                  </a:cubicBezTo>
                  <a:cubicBezTo>
                    <a:pt x="223" y="301"/>
                    <a:pt x="223" y="301"/>
                    <a:pt x="223" y="301"/>
                  </a:cubicBezTo>
                  <a:cubicBezTo>
                    <a:pt x="222" y="302"/>
                    <a:pt x="221" y="302"/>
                    <a:pt x="220" y="303"/>
                  </a:cubicBezTo>
                  <a:cubicBezTo>
                    <a:pt x="221" y="302"/>
                    <a:pt x="221" y="302"/>
                    <a:pt x="221" y="303"/>
                  </a:cubicBezTo>
                  <a:cubicBezTo>
                    <a:pt x="220" y="303"/>
                    <a:pt x="220" y="303"/>
                    <a:pt x="220" y="303"/>
                  </a:cubicBezTo>
                  <a:cubicBezTo>
                    <a:pt x="219" y="303"/>
                    <a:pt x="220" y="303"/>
                    <a:pt x="221" y="303"/>
                  </a:cubicBezTo>
                  <a:cubicBezTo>
                    <a:pt x="219" y="303"/>
                    <a:pt x="221" y="304"/>
                    <a:pt x="219" y="304"/>
                  </a:cubicBezTo>
                  <a:cubicBezTo>
                    <a:pt x="222" y="304"/>
                    <a:pt x="218" y="304"/>
                    <a:pt x="222" y="304"/>
                  </a:cubicBezTo>
                  <a:cubicBezTo>
                    <a:pt x="221" y="304"/>
                    <a:pt x="221" y="304"/>
                    <a:pt x="221" y="304"/>
                  </a:cubicBezTo>
                  <a:cubicBezTo>
                    <a:pt x="222" y="304"/>
                    <a:pt x="223" y="304"/>
                    <a:pt x="224" y="305"/>
                  </a:cubicBezTo>
                  <a:cubicBezTo>
                    <a:pt x="222" y="305"/>
                    <a:pt x="222" y="305"/>
                    <a:pt x="222" y="305"/>
                  </a:cubicBezTo>
                  <a:cubicBezTo>
                    <a:pt x="221" y="305"/>
                    <a:pt x="221" y="305"/>
                    <a:pt x="221" y="305"/>
                  </a:cubicBezTo>
                  <a:cubicBezTo>
                    <a:pt x="221" y="305"/>
                    <a:pt x="221" y="304"/>
                    <a:pt x="221" y="304"/>
                  </a:cubicBezTo>
                  <a:cubicBezTo>
                    <a:pt x="221" y="304"/>
                    <a:pt x="221" y="305"/>
                    <a:pt x="221" y="305"/>
                  </a:cubicBezTo>
                  <a:cubicBezTo>
                    <a:pt x="219" y="305"/>
                    <a:pt x="221" y="305"/>
                    <a:pt x="220" y="305"/>
                  </a:cubicBezTo>
                  <a:cubicBezTo>
                    <a:pt x="222" y="305"/>
                    <a:pt x="220" y="305"/>
                    <a:pt x="221" y="305"/>
                  </a:cubicBezTo>
                  <a:cubicBezTo>
                    <a:pt x="221" y="305"/>
                    <a:pt x="221" y="305"/>
                    <a:pt x="221" y="305"/>
                  </a:cubicBezTo>
                  <a:cubicBezTo>
                    <a:pt x="221" y="306"/>
                    <a:pt x="222" y="306"/>
                    <a:pt x="222" y="306"/>
                  </a:cubicBezTo>
                  <a:cubicBezTo>
                    <a:pt x="222" y="306"/>
                    <a:pt x="221" y="305"/>
                    <a:pt x="221" y="305"/>
                  </a:cubicBezTo>
                  <a:cubicBezTo>
                    <a:pt x="222" y="305"/>
                    <a:pt x="222" y="305"/>
                    <a:pt x="222" y="305"/>
                  </a:cubicBezTo>
                  <a:cubicBezTo>
                    <a:pt x="223" y="306"/>
                    <a:pt x="223" y="306"/>
                    <a:pt x="223" y="306"/>
                  </a:cubicBezTo>
                  <a:cubicBezTo>
                    <a:pt x="223" y="306"/>
                    <a:pt x="222" y="306"/>
                    <a:pt x="222" y="306"/>
                  </a:cubicBezTo>
                  <a:cubicBezTo>
                    <a:pt x="222" y="306"/>
                    <a:pt x="221" y="306"/>
                    <a:pt x="222" y="306"/>
                  </a:cubicBezTo>
                  <a:cubicBezTo>
                    <a:pt x="221" y="306"/>
                    <a:pt x="221" y="306"/>
                    <a:pt x="221" y="306"/>
                  </a:cubicBezTo>
                  <a:cubicBezTo>
                    <a:pt x="220"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7"/>
                    <a:pt x="221" y="307"/>
                    <a:pt x="222" y="307"/>
                  </a:cubicBezTo>
                  <a:cubicBezTo>
                    <a:pt x="222" y="307"/>
                    <a:pt x="221" y="307"/>
                    <a:pt x="221" y="307"/>
                  </a:cubicBezTo>
                  <a:cubicBezTo>
                    <a:pt x="221" y="307"/>
                    <a:pt x="221" y="307"/>
                    <a:pt x="221"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8"/>
                    <a:pt x="222" y="308"/>
                    <a:pt x="222" y="309"/>
                  </a:cubicBezTo>
                  <a:cubicBezTo>
                    <a:pt x="222" y="307"/>
                    <a:pt x="222" y="307"/>
                    <a:pt x="222" y="307"/>
                  </a:cubicBezTo>
                  <a:cubicBezTo>
                    <a:pt x="222" y="308"/>
                    <a:pt x="222" y="308"/>
                    <a:pt x="222" y="309"/>
                  </a:cubicBezTo>
                  <a:cubicBezTo>
                    <a:pt x="222" y="310"/>
                    <a:pt x="222" y="309"/>
                    <a:pt x="222" y="309"/>
                  </a:cubicBezTo>
                  <a:cubicBezTo>
                    <a:pt x="222" y="310"/>
                    <a:pt x="222" y="312"/>
                    <a:pt x="222" y="311"/>
                  </a:cubicBezTo>
                  <a:cubicBezTo>
                    <a:pt x="222" y="311"/>
                    <a:pt x="222" y="311"/>
                    <a:pt x="222" y="311"/>
                  </a:cubicBezTo>
                  <a:cubicBezTo>
                    <a:pt x="222" y="311"/>
                    <a:pt x="222" y="312"/>
                    <a:pt x="221" y="312"/>
                  </a:cubicBezTo>
                  <a:cubicBezTo>
                    <a:pt x="221" y="311"/>
                    <a:pt x="221" y="311"/>
                    <a:pt x="221" y="310"/>
                  </a:cubicBezTo>
                  <a:cubicBezTo>
                    <a:pt x="221" y="308"/>
                    <a:pt x="221" y="309"/>
                    <a:pt x="220" y="309"/>
                  </a:cubicBezTo>
                  <a:cubicBezTo>
                    <a:pt x="220" y="310"/>
                    <a:pt x="220" y="310"/>
                    <a:pt x="220" y="310"/>
                  </a:cubicBezTo>
                  <a:cubicBezTo>
                    <a:pt x="220" y="311"/>
                    <a:pt x="220" y="309"/>
                    <a:pt x="220" y="309"/>
                  </a:cubicBezTo>
                  <a:cubicBezTo>
                    <a:pt x="219" y="314"/>
                    <a:pt x="219" y="314"/>
                    <a:pt x="219" y="314"/>
                  </a:cubicBezTo>
                  <a:cubicBezTo>
                    <a:pt x="219" y="313"/>
                    <a:pt x="219" y="311"/>
                    <a:pt x="219" y="310"/>
                  </a:cubicBezTo>
                  <a:cubicBezTo>
                    <a:pt x="219" y="311"/>
                    <a:pt x="218" y="314"/>
                    <a:pt x="217" y="315"/>
                  </a:cubicBezTo>
                  <a:cubicBezTo>
                    <a:pt x="217" y="315"/>
                    <a:pt x="216" y="316"/>
                    <a:pt x="216" y="316"/>
                  </a:cubicBezTo>
                  <a:cubicBezTo>
                    <a:pt x="216" y="314"/>
                    <a:pt x="216" y="316"/>
                    <a:pt x="216" y="315"/>
                  </a:cubicBezTo>
                  <a:cubicBezTo>
                    <a:pt x="216" y="313"/>
                    <a:pt x="216" y="313"/>
                    <a:pt x="216" y="313"/>
                  </a:cubicBezTo>
                  <a:cubicBezTo>
                    <a:pt x="217" y="313"/>
                    <a:pt x="217" y="311"/>
                    <a:pt x="217" y="310"/>
                  </a:cubicBezTo>
                  <a:cubicBezTo>
                    <a:pt x="217" y="311"/>
                    <a:pt x="216" y="309"/>
                    <a:pt x="216" y="309"/>
                  </a:cubicBezTo>
                  <a:cubicBezTo>
                    <a:pt x="215" y="312"/>
                    <a:pt x="215" y="310"/>
                    <a:pt x="214" y="313"/>
                  </a:cubicBezTo>
                  <a:cubicBezTo>
                    <a:pt x="214" y="313"/>
                    <a:pt x="214" y="311"/>
                    <a:pt x="214" y="310"/>
                  </a:cubicBezTo>
                  <a:cubicBezTo>
                    <a:pt x="213" y="311"/>
                    <a:pt x="213" y="310"/>
                    <a:pt x="212" y="310"/>
                  </a:cubicBezTo>
                  <a:cubicBezTo>
                    <a:pt x="213" y="310"/>
                    <a:pt x="213" y="310"/>
                    <a:pt x="213" y="310"/>
                  </a:cubicBezTo>
                  <a:cubicBezTo>
                    <a:pt x="212" y="310"/>
                    <a:pt x="211" y="309"/>
                    <a:pt x="210" y="312"/>
                  </a:cubicBezTo>
                  <a:cubicBezTo>
                    <a:pt x="211" y="310"/>
                    <a:pt x="211" y="310"/>
                    <a:pt x="211" y="310"/>
                  </a:cubicBezTo>
                  <a:cubicBezTo>
                    <a:pt x="210" y="309"/>
                    <a:pt x="210" y="313"/>
                    <a:pt x="209" y="312"/>
                  </a:cubicBezTo>
                  <a:cubicBezTo>
                    <a:pt x="210" y="310"/>
                    <a:pt x="210" y="310"/>
                    <a:pt x="210" y="310"/>
                  </a:cubicBezTo>
                  <a:cubicBezTo>
                    <a:pt x="209" y="312"/>
                    <a:pt x="209" y="309"/>
                    <a:pt x="208" y="311"/>
                  </a:cubicBezTo>
                  <a:cubicBezTo>
                    <a:pt x="209" y="310"/>
                    <a:pt x="209" y="310"/>
                    <a:pt x="209" y="310"/>
                  </a:cubicBezTo>
                  <a:cubicBezTo>
                    <a:pt x="208" y="310"/>
                    <a:pt x="208" y="310"/>
                    <a:pt x="207" y="311"/>
                  </a:cubicBezTo>
                  <a:cubicBezTo>
                    <a:pt x="208" y="309"/>
                    <a:pt x="208" y="309"/>
                    <a:pt x="208" y="309"/>
                  </a:cubicBezTo>
                  <a:cubicBezTo>
                    <a:pt x="208" y="308"/>
                    <a:pt x="207" y="311"/>
                    <a:pt x="207" y="311"/>
                  </a:cubicBezTo>
                  <a:cubicBezTo>
                    <a:pt x="207" y="310"/>
                    <a:pt x="207" y="309"/>
                    <a:pt x="207" y="309"/>
                  </a:cubicBezTo>
                  <a:cubicBezTo>
                    <a:pt x="206" y="310"/>
                    <a:pt x="206" y="310"/>
                    <a:pt x="205" y="311"/>
                  </a:cubicBezTo>
                  <a:cubicBezTo>
                    <a:pt x="206" y="309"/>
                    <a:pt x="206" y="309"/>
                    <a:pt x="206" y="309"/>
                  </a:cubicBezTo>
                  <a:cubicBezTo>
                    <a:pt x="203" y="308"/>
                    <a:pt x="201" y="307"/>
                    <a:pt x="199" y="309"/>
                  </a:cubicBezTo>
                  <a:cubicBezTo>
                    <a:pt x="199" y="306"/>
                    <a:pt x="199" y="308"/>
                    <a:pt x="199" y="306"/>
                  </a:cubicBezTo>
                  <a:cubicBezTo>
                    <a:pt x="199" y="308"/>
                    <a:pt x="199" y="306"/>
                    <a:pt x="198" y="307"/>
                  </a:cubicBezTo>
                  <a:close/>
                  <a:moveTo>
                    <a:pt x="221" y="306"/>
                  </a:moveTo>
                  <a:cubicBezTo>
                    <a:pt x="221" y="306"/>
                    <a:pt x="222" y="306"/>
                    <a:pt x="222" y="306"/>
                  </a:cubicBezTo>
                  <a:cubicBezTo>
                    <a:pt x="222" y="306"/>
                    <a:pt x="222" y="306"/>
                    <a:pt x="222" y="306"/>
                  </a:cubicBezTo>
                  <a:cubicBezTo>
                    <a:pt x="222" y="306"/>
                    <a:pt x="222" y="306"/>
                    <a:pt x="222" y="306"/>
                  </a:cubicBezTo>
                  <a:cubicBezTo>
                    <a:pt x="222" y="306"/>
                    <a:pt x="222" y="306"/>
                    <a:pt x="222" y="306"/>
                  </a:cubicBezTo>
                  <a:cubicBezTo>
                    <a:pt x="222" y="306"/>
                    <a:pt x="222" y="307"/>
                    <a:pt x="222" y="307"/>
                  </a:cubicBezTo>
                  <a:cubicBezTo>
                    <a:pt x="222" y="307"/>
                    <a:pt x="222" y="307"/>
                    <a:pt x="222" y="307"/>
                  </a:cubicBezTo>
                  <a:cubicBezTo>
                    <a:pt x="222" y="307"/>
                    <a:pt x="222" y="306"/>
                    <a:pt x="222" y="306"/>
                  </a:cubicBezTo>
                  <a:cubicBezTo>
                    <a:pt x="222" y="306"/>
                    <a:pt x="221" y="306"/>
                    <a:pt x="221" y="306"/>
                  </a:cubicBezTo>
                  <a:close/>
                  <a:moveTo>
                    <a:pt x="222" y="306"/>
                  </a:moveTo>
                  <a:cubicBezTo>
                    <a:pt x="222" y="306"/>
                    <a:pt x="222" y="306"/>
                    <a:pt x="222" y="306"/>
                  </a:cubicBezTo>
                  <a:cubicBezTo>
                    <a:pt x="221" y="306"/>
                    <a:pt x="221" y="306"/>
                    <a:pt x="221" y="306"/>
                  </a:cubicBezTo>
                  <a:cubicBezTo>
                    <a:pt x="222" y="306"/>
                    <a:pt x="222" y="306"/>
                    <a:pt x="222" y="306"/>
                  </a:cubicBezTo>
                  <a:close/>
                  <a:moveTo>
                    <a:pt x="222" y="307"/>
                  </a:moveTo>
                  <a:cubicBezTo>
                    <a:pt x="222" y="307"/>
                    <a:pt x="222" y="307"/>
                    <a:pt x="222" y="307"/>
                  </a:cubicBez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6"/>
                    <a:pt x="222" y="307"/>
                    <a:pt x="222" y="307"/>
                  </a:cubicBezTo>
                  <a:close/>
                  <a:moveTo>
                    <a:pt x="382" y="181"/>
                  </a:moveTo>
                  <a:cubicBezTo>
                    <a:pt x="383" y="179"/>
                    <a:pt x="383" y="179"/>
                    <a:pt x="383" y="179"/>
                  </a:cubicBezTo>
                  <a:cubicBezTo>
                    <a:pt x="384" y="180"/>
                    <a:pt x="384" y="181"/>
                    <a:pt x="384" y="182"/>
                  </a:cubicBezTo>
                  <a:cubicBezTo>
                    <a:pt x="385" y="180"/>
                    <a:pt x="387" y="181"/>
                    <a:pt x="387" y="180"/>
                  </a:cubicBezTo>
                  <a:cubicBezTo>
                    <a:pt x="388" y="180"/>
                    <a:pt x="387" y="181"/>
                    <a:pt x="387" y="181"/>
                  </a:cubicBezTo>
                  <a:cubicBezTo>
                    <a:pt x="388" y="181"/>
                    <a:pt x="391" y="180"/>
                    <a:pt x="392" y="181"/>
                  </a:cubicBezTo>
                  <a:cubicBezTo>
                    <a:pt x="391" y="182"/>
                    <a:pt x="391" y="182"/>
                    <a:pt x="391" y="182"/>
                  </a:cubicBezTo>
                  <a:cubicBezTo>
                    <a:pt x="393" y="184"/>
                    <a:pt x="393" y="186"/>
                    <a:pt x="393" y="188"/>
                  </a:cubicBezTo>
                  <a:cubicBezTo>
                    <a:pt x="389" y="186"/>
                    <a:pt x="384" y="185"/>
                    <a:pt x="380" y="183"/>
                  </a:cubicBezTo>
                  <a:cubicBezTo>
                    <a:pt x="381" y="183"/>
                    <a:pt x="382" y="183"/>
                    <a:pt x="382" y="181"/>
                  </a:cubicBezTo>
                  <a:close/>
                  <a:moveTo>
                    <a:pt x="262" y="151"/>
                  </a:moveTo>
                  <a:cubicBezTo>
                    <a:pt x="262" y="150"/>
                    <a:pt x="262" y="150"/>
                    <a:pt x="262" y="150"/>
                  </a:cubicBezTo>
                  <a:cubicBezTo>
                    <a:pt x="262" y="150"/>
                    <a:pt x="262" y="150"/>
                    <a:pt x="262" y="150"/>
                  </a:cubicBezTo>
                  <a:cubicBezTo>
                    <a:pt x="263" y="148"/>
                    <a:pt x="264" y="146"/>
                    <a:pt x="264" y="144"/>
                  </a:cubicBezTo>
                  <a:cubicBezTo>
                    <a:pt x="265" y="144"/>
                    <a:pt x="265" y="145"/>
                    <a:pt x="265" y="146"/>
                  </a:cubicBezTo>
                  <a:cubicBezTo>
                    <a:pt x="267" y="141"/>
                    <a:pt x="267" y="135"/>
                    <a:pt x="267" y="130"/>
                  </a:cubicBezTo>
                  <a:cubicBezTo>
                    <a:pt x="268" y="130"/>
                    <a:pt x="268" y="131"/>
                    <a:pt x="269" y="133"/>
                  </a:cubicBezTo>
                  <a:cubicBezTo>
                    <a:pt x="271" y="128"/>
                    <a:pt x="267" y="127"/>
                    <a:pt x="269" y="122"/>
                  </a:cubicBezTo>
                  <a:cubicBezTo>
                    <a:pt x="270" y="121"/>
                    <a:pt x="271" y="118"/>
                    <a:pt x="271" y="119"/>
                  </a:cubicBezTo>
                  <a:cubicBezTo>
                    <a:pt x="271" y="117"/>
                    <a:pt x="272" y="109"/>
                    <a:pt x="271" y="107"/>
                  </a:cubicBezTo>
                  <a:cubicBezTo>
                    <a:pt x="272" y="106"/>
                    <a:pt x="272" y="105"/>
                    <a:pt x="273" y="103"/>
                  </a:cubicBezTo>
                  <a:cubicBezTo>
                    <a:pt x="274" y="104"/>
                    <a:pt x="274" y="105"/>
                    <a:pt x="275" y="107"/>
                  </a:cubicBezTo>
                  <a:cubicBezTo>
                    <a:pt x="274" y="107"/>
                    <a:pt x="273" y="107"/>
                    <a:pt x="272" y="107"/>
                  </a:cubicBezTo>
                  <a:cubicBezTo>
                    <a:pt x="272" y="107"/>
                    <a:pt x="272" y="107"/>
                    <a:pt x="272" y="107"/>
                  </a:cubicBezTo>
                  <a:cubicBezTo>
                    <a:pt x="272" y="107"/>
                    <a:pt x="272" y="107"/>
                    <a:pt x="272" y="107"/>
                  </a:cubicBezTo>
                  <a:cubicBezTo>
                    <a:pt x="272" y="108"/>
                    <a:pt x="272" y="108"/>
                    <a:pt x="272" y="108"/>
                  </a:cubicBezTo>
                  <a:cubicBezTo>
                    <a:pt x="272" y="111"/>
                    <a:pt x="272" y="111"/>
                    <a:pt x="272" y="111"/>
                  </a:cubicBezTo>
                  <a:cubicBezTo>
                    <a:pt x="272" y="120"/>
                    <a:pt x="272" y="120"/>
                    <a:pt x="272" y="120"/>
                  </a:cubicBezTo>
                  <a:cubicBezTo>
                    <a:pt x="272" y="133"/>
                    <a:pt x="272" y="145"/>
                    <a:pt x="271" y="156"/>
                  </a:cubicBezTo>
                  <a:cubicBezTo>
                    <a:pt x="271" y="160"/>
                    <a:pt x="271" y="162"/>
                    <a:pt x="270" y="164"/>
                  </a:cubicBezTo>
                  <a:cubicBezTo>
                    <a:pt x="268" y="161"/>
                    <a:pt x="265" y="157"/>
                    <a:pt x="265" y="152"/>
                  </a:cubicBezTo>
                  <a:cubicBezTo>
                    <a:pt x="265" y="155"/>
                    <a:pt x="263" y="153"/>
                    <a:pt x="262" y="151"/>
                  </a:cubicBezTo>
                  <a:cubicBezTo>
                    <a:pt x="262" y="151"/>
                    <a:pt x="262" y="151"/>
                    <a:pt x="262" y="151"/>
                  </a:cubicBezTo>
                  <a:close/>
                  <a:moveTo>
                    <a:pt x="212" y="121"/>
                  </a:moveTo>
                  <a:cubicBezTo>
                    <a:pt x="212" y="118"/>
                    <a:pt x="212" y="116"/>
                    <a:pt x="213" y="114"/>
                  </a:cubicBezTo>
                  <a:cubicBezTo>
                    <a:pt x="215" y="119"/>
                    <a:pt x="215" y="127"/>
                    <a:pt x="213" y="134"/>
                  </a:cubicBezTo>
                  <a:cubicBezTo>
                    <a:pt x="212" y="129"/>
                    <a:pt x="211" y="125"/>
                    <a:pt x="212" y="121"/>
                  </a:cubicBezTo>
                  <a:close/>
                  <a:moveTo>
                    <a:pt x="191" y="185"/>
                  </a:moveTo>
                  <a:cubicBezTo>
                    <a:pt x="191" y="185"/>
                    <a:pt x="191" y="184"/>
                    <a:pt x="191" y="185"/>
                  </a:cubicBezTo>
                  <a:cubicBezTo>
                    <a:pt x="190" y="185"/>
                    <a:pt x="190" y="184"/>
                    <a:pt x="190" y="184"/>
                  </a:cubicBezTo>
                  <a:cubicBezTo>
                    <a:pt x="190" y="184"/>
                    <a:pt x="191" y="184"/>
                    <a:pt x="191" y="185"/>
                  </a:cubicBezTo>
                  <a:close/>
                  <a:moveTo>
                    <a:pt x="148" y="192"/>
                  </a:moveTo>
                  <a:cubicBezTo>
                    <a:pt x="148" y="191"/>
                    <a:pt x="148" y="192"/>
                    <a:pt x="148" y="192"/>
                  </a:cubicBezTo>
                  <a:cubicBezTo>
                    <a:pt x="148" y="192"/>
                    <a:pt x="148" y="192"/>
                    <a:pt x="148" y="191"/>
                  </a:cubicBezTo>
                  <a:cubicBezTo>
                    <a:pt x="148" y="191"/>
                    <a:pt x="148" y="192"/>
                    <a:pt x="148" y="192"/>
                  </a:cubicBezTo>
                  <a:close/>
                  <a:moveTo>
                    <a:pt x="134" y="148"/>
                  </a:moveTo>
                  <a:cubicBezTo>
                    <a:pt x="136" y="149"/>
                    <a:pt x="136" y="149"/>
                    <a:pt x="136" y="149"/>
                  </a:cubicBezTo>
                  <a:cubicBezTo>
                    <a:pt x="135" y="142"/>
                    <a:pt x="136" y="133"/>
                    <a:pt x="139" y="125"/>
                  </a:cubicBezTo>
                  <a:cubicBezTo>
                    <a:pt x="140" y="124"/>
                    <a:pt x="140" y="124"/>
                    <a:pt x="140" y="124"/>
                  </a:cubicBezTo>
                  <a:cubicBezTo>
                    <a:pt x="140" y="124"/>
                    <a:pt x="140" y="124"/>
                    <a:pt x="139" y="124"/>
                  </a:cubicBezTo>
                  <a:cubicBezTo>
                    <a:pt x="140" y="123"/>
                    <a:pt x="140" y="123"/>
                    <a:pt x="140" y="122"/>
                  </a:cubicBezTo>
                  <a:cubicBezTo>
                    <a:pt x="140" y="121"/>
                    <a:pt x="141" y="120"/>
                    <a:pt x="141" y="120"/>
                  </a:cubicBezTo>
                  <a:cubicBezTo>
                    <a:pt x="142" y="120"/>
                    <a:pt x="142" y="121"/>
                    <a:pt x="142" y="120"/>
                  </a:cubicBezTo>
                  <a:cubicBezTo>
                    <a:pt x="142" y="119"/>
                    <a:pt x="144" y="118"/>
                    <a:pt x="145" y="117"/>
                  </a:cubicBezTo>
                  <a:cubicBezTo>
                    <a:pt x="146" y="117"/>
                    <a:pt x="147" y="118"/>
                    <a:pt x="149" y="118"/>
                  </a:cubicBezTo>
                  <a:cubicBezTo>
                    <a:pt x="142" y="122"/>
                    <a:pt x="144" y="121"/>
                    <a:pt x="149" y="118"/>
                  </a:cubicBezTo>
                  <a:cubicBezTo>
                    <a:pt x="149" y="118"/>
                    <a:pt x="150" y="119"/>
                    <a:pt x="151" y="119"/>
                  </a:cubicBezTo>
                  <a:cubicBezTo>
                    <a:pt x="151" y="121"/>
                    <a:pt x="151" y="121"/>
                    <a:pt x="151" y="121"/>
                  </a:cubicBezTo>
                  <a:cubicBezTo>
                    <a:pt x="152" y="121"/>
                    <a:pt x="154" y="120"/>
                    <a:pt x="155" y="120"/>
                  </a:cubicBezTo>
                  <a:cubicBezTo>
                    <a:pt x="155" y="123"/>
                    <a:pt x="154" y="119"/>
                    <a:pt x="153" y="121"/>
                  </a:cubicBezTo>
                  <a:cubicBezTo>
                    <a:pt x="155" y="129"/>
                    <a:pt x="153" y="139"/>
                    <a:pt x="153" y="149"/>
                  </a:cubicBezTo>
                  <a:cubicBezTo>
                    <a:pt x="154" y="151"/>
                    <a:pt x="154" y="153"/>
                    <a:pt x="155" y="153"/>
                  </a:cubicBezTo>
                  <a:cubicBezTo>
                    <a:pt x="152" y="164"/>
                    <a:pt x="154" y="178"/>
                    <a:pt x="149" y="185"/>
                  </a:cubicBezTo>
                  <a:cubicBezTo>
                    <a:pt x="153" y="184"/>
                    <a:pt x="150" y="189"/>
                    <a:pt x="149" y="191"/>
                  </a:cubicBezTo>
                  <a:cubicBezTo>
                    <a:pt x="148" y="189"/>
                    <a:pt x="146" y="186"/>
                    <a:pt x="144" y="183"/>
                  </a:cubicBezTo>
                  <a:cubicBezTo>
                    <a:pt x="143" y="180"/>
                    <a:pt x="140" y="179"/>
                    <a:pt x="140" y="174"/>
                  </a:cubicBezTo>
                  <a:cubicBezTo>
                    <a:pt x="141" y="170"/>
                    <a:pt x="137" y="163"/>
                    <a:pt x="137" y="158"/>
                  </a:cubicBezTo>
                  <a:cubicBezTo>
                    <a:pt x="136" y="160"/>
                    <a:pt x="133" y="153"/>
                    <a:pt x="134" y="148"/>
                  </a:cubicBezTo>
                  <a:close/>
                  <a:moveTo>
                    <a:pt x="65" y="183"/>
                  </a:moveTo>
                  <a:cubicBezTo>
                    <a:pt x="65" y="185"/>
                    <a:pt x="63" y="186"/>
                    <a:pt x="63" y="187"/>
                  </a:cubicBezTo>
                  <a:cubicBezTo>
                    <a:pt x="63" y="187"/>
                    <a:pt x="63" y="187"/>
                    <a:pt x="63" y="187"/>
                  </a:cubicBezTo>
                  <a:cubicBezTo>
                    <a:pt x="64" y="186"/>
                    <a:pt x="64" y="186"/>
                    <a:pt x="63" y="186"/>
                  </a:cubicBezTo>
                  <a:cubicBezTo>
                    <a:pt x="63" y="184"/>
                    <a:pt x="63" y="184"/>
                    <a:pt x="63" y="184"/>
                  </a:cubicBezTo>
                  <a:cubicBezTo>
                    <a:pt x="64" y="183"/>
                    <a:pt x="65" y="183"/>
                    <a:pt x="65" y="183"/>
                  </a:cubicBezTo>
                  <a:close/>
                  <a:moveTo>
                    <a:pt x="63" y="185"/>
                  </a:moveTo>
                  <a:cubicBezTo>
                    <a:pt x="63" y="185"/>
                    <a:pt x="63" y="186"/>
                    <a:pt x="63" y="186"/>
                  </a:cubicBezTo>
                  <a:cubicBezTo>
                    <a:pt x="62" y="186"/>
                    <a:pt x="62" y="186"/>
                    <a:pt x="63" y="185"/>
                  </a:cubicBezTo>
                  <a:close/>
                  <a:moveTo>
                    <a:pt x="62" y="188"/>
                  </a:moveTo>
                  <a:cubicBezTo>
                    <a:pt x="62" y="188"/>
                    <a:pt x="62" y="188"/>
                    <a:pt x="63" y="187"/>
                  </a:cubicBezTo>
                  <a:cubicBezTo>
                    <a:pt x="63" y="190"/>
                    <a:pt x="64" y="192"/>
                    <a:pt x="64" y="196"/>
                  </a:cubicBezTo>
                  <a:cubicBezTo>
                    <a:pt x="62" y="197"/>
                    <a:pt x="62" y="192"/>
                    <a:pt x="62" y="188"/>
                  </a:cubicBezTo>
                  <a:close/>
                  <a:moveTo>
                    <a:pt x="16" y="210"/>
                  </a:moveTo>
                  <a:cubicBezTo>
                    <a:pt x="16" y="210"/>
                    <a:pt x="16" y="210"/>
                    <a:pt x="16" y="210"/>
                  </a:cubicBezTo>
                  <a:cubicBezTo>
                    <a:pt x="16" y="210"/>
                    <a:pt x="16" y="210"/>
                    <a:pt x="16" y="210"/>
                  </a:cubicBezTo>
                  <a:cubicBezTo>
                    <a:pt x="16" y="210"/>
                    <a:pt x="16" y="210"/>
                    <a:pt x="16" y="210"/>
                  </a:cubicBezTo>
                  <a:close/>
                  <a:moveTo>
                    <a:pt x="17" y="208"/>
                  </a:moveTo>
                  <a:cubicBezTo>
                    <a:pt x="17" y="208"/>
                    <a:pt x="17" y="208"/>
                    <a:pt x="17" y="207"/>
                  </a:cubicBezTo>
                  <a:cubicBezTo>
                    <a:pt x="17" y="207"/>
                    <a:pt x="17" y="206"/>
                    <a:pt x="18" y="206"/>
                  </a:cubicBezTo>
                  <a:cubicBezTo>
                    <a:pt x="18" y="207"/>
                    <a:pt x="18" y="207"/>
                    <a:pt x="18" y="208"/>
                  </a:cubicBezTo>
                  <a:cubicBezTo>
                    <a:pt x="18" y="208"/>
                    <a:pt x="18" y="208"/>
                    <a:pt x="17" y="208"/>
                  </a:cubicBezTo>
                  <a:close/>
                  <a:moveTo>
                    <a:pt x="18" y="212"/>
                  </a:moveTo>
                  <a:cubicBezTo>
                    <a:pt x="18" y="212"/>
                    <a:pt x="18" y="212"/>
                    <a:pt x="18" y="212"/>
                  </a:cubicBezTo>
                  <a:cubicBezTo>
                    <a:pt x="18" y="212"/>
                    <a:pt x="18" y="212"/>
                    <a:pt x="18" y="212"/>
                  </a:cubicBezTo>
                  <a:close/>
                  <a:moveTo>
                    <a:pt x="19" y="213"/>
                  </a:moveTo>
                  <a:cubicBezTo>
                    <a:pt x="19" y="213"/>
                    <a:pt x="19" y="213"/>
                    <a:pt x="19" y="213"/>
                  </a:cubicBezTo>
                  <a:cubicBezTo>
                    <a:pt x="19" y="213"/>
                    <a:pt x="19" y="213"/>
                    <a:pt x="19" y="213"/>
                  </a:cubicBezTo>
                  <a:cubicBezTo>
                    <a:pt x="19" y="213"/>
                    <a:pt x="19" y="213"/>
                    <a:pt x="19" y="213"/>
                  </a:cubicBezTo>
                  <a:close/>
                  <a:moveTo>
                    <a:pt x="20" y="214"/>
                  </a:moveTo>
                  <a:cubicBezTo>
                    <a:pt x="20" y="214"/>
                    <a:pt x="20" y="214"/>
                    <a:pt x="20" y="214"/>
                  </a:cubicBezTo>
                  <a:cubicBezTo>
                    <a:pt x="20" y="214"/>
                    <a:pt x="20" y="214"/>
                    <a:pt x="20" y="214"/>
                  </a:cubicBezTo>
                  <a:cubicBezTo>
                    <a:pt x="20" y="214"/>
                    <a:pt x="20" y="214"/>
                    <a:pt x="21" y="214"/>
                  </a:cubicBezTo>
                  <a:cubicBezTo>
                    <a:pt x="21" y="214"/>
                    <a:pt x="20" y="214"/>
                    <a:pt x="20" y="214"/>
                  </a:cubicBezTo>
                  <a:close/>
                  <a:moveTo>
                    <a:pt x="21" y="217"/>
                  </a:moveTo>
                  <a:cubicBezTo>
                    <a:pt x="21" y="216"/>
                    <a:pt x="21" y="216"/>
                    <a:pt x="21" y="216"/>
                  </a:cubicBezTo>
                  <a:cubicBezTo>
                    <a:pt x="22" y="216"/>
                    <a:pt x="22" y="216"/>
                    <a:pt x="22" y="216"/>
                  </a:cubicBezTo>
                  <a:cubicBezTo>
                    <a:pt x="22" y="216"/>
                    <a:pt x="21" y="216"/>
                    <a:pt x="21" y="217"/>
                  </a:cubicBezTo>
                  <a:close/>
                  <a:moveTo>
                    <a:pt x="21" y="214"/>
                  </a:moveTo>
                  <a:cubicBezTo>
                    <a:pt x="21" y="214"/>
                    <a:pt x="21" y="214"/>
                    <a:pt x="21" y="214"/>
                  </a:cubicBezTo>
                  <a:cubicBezTo>
                    <a:pt x="21" y="214"/>
                    <a:pt x="21" y="214"/>
                    <a:pt x="21" y="214"/>
                  </a:cubicBezTo>
                  <a:cubicBezTo>
                    <a:pt x="21" y="214"/>
                    <a:pt x="21" y="214"/>
                    <a:pt x="21" y="214"/>
                  </a:cubicBezTo>
                  <a:cubicBezTo>
                    <a:pt x="21" y="214"/>
                    <a:pt x="20" y="214"/>
                    <a:pt x="20" y="214"/>
                  </a:cubicBezTo>
                  <a:cubicBezTo>
                    <a:pt x="21" y="214"/>
                    <a:pt x="21" y="214"/>
                    <a:pt x="21" y="214"/>
                  </a:cubicBezTo>
                  <a:cubicBezTo>
                    <a:pt x="21" y="214"/>
                    <a:pt x="21" y="214"/>
                    <a:pt x="21" y="214"/>
                  </a:cubicBezTo>
                  <a:cubicBezTo>
                    <a:pt x="22" y="214"/>
                    <a:pt x="22" y="214"/>
                    <a:pt x="22" y="214"/>
                  </a:cubicBezTo>
                  <a:lnTo>
                    <a:pt x="21" y="214"/>
                  </a:lnTo>
                  <a:close/>
                  <a:moveTo>
                    <a:pt x="122" y="297"/>
                  </a:moveTo>
                  <a:cubicBezTo>
                    <a:pt x="122" y="297"/>
                    <a:pt x="122" y="297"/>
                    <a:pt x="122" y="297"/>
                  </a:cubicBezTo>
                  <a:cubicBezTo>
                    <a:pt x="122" y="297"/>
                    <a:pt x="122" y="297"/>
                    <a:pt x="122" y="297"/>
                  </a:cubicBezTo>
                  <a:close/>
                  <a:moveTo>
                    <a:pt x="123" y="297"/>
                  </a:moveTo>
                  <a:cubicBezTo>
                    <a:pt x="122" y="298"/>
                    <a:pt x="122" y="297"/>
                    <a:pt x="122" y="297"/>
                  </a:cubicBezTo>
                  <a:cubicBezTo>
                    <a:pt x="122" y="297"/>
                    <a:pt x="122" y="297"/>
                    <a:pt x="123" y="297"/>
                  </a:cubicBezTo>
                  <a:cubicBezTo>
                    <a:pt x="123" y="297"/>
                    <a:pt x="123" y="297"/>
                    <a:pt x="123" y="297"/>
                  </a:cubicBezTo>
                  <a:close/>
                  <a:moveTo>
                    <a:pt x="213" y="429"/>
                  </a:moveTo>
                  <a:cubicBezTo>
                    <a:pt x="213" y="429"/>
                    <a:pt x="213" y="429"/>
                    <a:pt x="213" y="429"/>
                  </a:cubicBezTo>
                  <a:cubicBezTo>
                    <a:pt x="213" y="429"/>
                    <a:pt x="213" y="429"/>
                    <a:pt x="213" y="429"/>
                  </a:cubicBezTo>
                  <a:cubicBezTo>
                    <a:pt x="213" y="429"/>
                    <a:pt x="213" y="429"/>
                    <a:pt x="213" y="429"/>
                  </a:cubicBezTo>
                  <a:cubicBezTo>
                    <a:pt x="213" y="429"/>
                    <a:pt x="213" y="429"/>
                    <a:pt x="213" y="429"/>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 name="Freeform 437"/>
            <p:cNvSpPr/>
            <p:nvPr/>
          </p:nvSpPr>
          <p:spPr bwMode="auto">
            <a:xfrm>
              <a:off x="3695" y="2760"/>
              <a:ext cx="4" cy="2"/>
            </a:xfrm>
            <a:custGeom>
              <a:avLst/>
              <a:gdLst>
                <a:gd name="T0" fmla="*/ 1 w 2"/>
                <a:gd name="T1" fmla="*/ 0 h 1"/>
                <a:gd name="T2" fmla="*/ 2 w 2"/>
                <a:gd name="T3" fmla="*/ 0 h 1"/>
                <a:gd name="T4" fmla="*/ 1 w 2"/>
                <a:gd name="T5" fmla="*/ 0 h 1"/>
              </a:gdLst>
              <a:ahLst/>
              <a:cxnLst>
                <a:cxn ang="0">
                  <a:pos x="T0" y="T1"/>
                </a:cxn>
                <a:cxn ang="0">
                  <a:pos x="T2" y="T3"/>
                </a:cxn>
                <a:cxn ang="0">
                  <a:pos x="T4" y="T5"/>
                </a:cxn>
              </a:cxnLst>
              <a:rect l="0" t="0" r="r" b="b"/>
              <a:pathLst>
                <a:path w="2" h="1">
                  <a:moveTo>
                    <a:pt x="1" y="0"/>
                  </a:moveTo>
                  <a:cubicBezTo>
                    <a:pt x="0" y="0"/>
                    <a:pt x="1" y="1"/>
                    <a:pt x="2"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 name="Freeform 438"/>
            <p:cNvSpPr/>
            <p:nvPr/>
          </p:nvSpPr>
          <p:spPr bwMode="auto">
            <a:xfrm>
              <a:off x="3699" y="2760"/>
              <a:ext cx="5" cy="4"/>
            </a:xfrm>
            <a:custGeom>
              <a:avLst/>
              <a:gdLst>
                <a:gd name="T0" fmla="*/ 1 w 2"/>
                <a:gd name="T1" fmla="*/ 2 h 2"/>
                <a:gd name="T2" fmla="*/ 2 w 2"/>
                <a:gd name="T3" fmla="*/ 1 h 2"/>
                <a:gd name="T4" fmla="*/ 1 w 2"/>
                <a:gd name="T5" fmla="*/ 2 h 2"/>
              </a:gdLst>
              <a:ahLst/>
              <a:cxnLst>
                <a:cxn ang="0">
                  <a:pos x="T0" y="T1"/>
                </a:cxn>
                <a:cxn ang="0">
                  <a:pos x="T2" y="T3"/>
                </a:cxn>
                <a:cxn ang="0">
                  <a:pos x="T4" y="T5"/>
                </a:cxn>
              </a:cxnLst>
              <a:rect l="0" t="0" r="r" b="b"/>
              <a:pathLst>
                <a:path w="2" h="2">
                  <a:moveTo>
                    <a:pt x="1" y="2"/>
                  </a:moveTo>
                  <a:cubicBezTo>
                    <a:pt x="1" y="2"/>
                    <a:pt x="2" y="1"/>
                    <a:pt x="2" y="1"/>
                  </a:cubicBezTo>
                  <a:cubicBezTo>
                    <a:pt x="0" y="0"/>
                    <a:pt x="2"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 name="Freeform 439"/>
            <p:cNvSpPr/>
            <p:nvPr/>
          </p:nvSpPr>
          <p:spPr bwMode="auto">
            <a:xfrm>
              <a:off x="3916" y="2586"/>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0" y="0"/>
                    <a:pt x="2" y="0"/>
                    <a:pt x="1" y="0"/>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 name="Freeform 440"/>
            <p:cNvSpPr/>
            <p:nvPr/>
          </p:nvSpPr>
          <p:spPr bwMode="auto">
            <a:xfrm>
              <a:off x="3941" y="2610"/>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 name="Freeform 441"/>
            <p:cNvSpPr/>
            <p:nvPr/>
          </p:nvSpPr>
          <p:spPr bwMode="auto">
            <a:xfrm>
              <a:off x="3729" y="2272"/>
              <a:ext cx="2" cy="5"/>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0" y="1"/>
                    <a:pt x="1" y="0"/>
                    <a:pt x="1" y="1"/>
                  </a:cubicBezTo>
                  <a:cubicBezTo>
                    <a:pt x="1" y="1"/>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 name="Freeform 442"/>
            <p:cNvSpPr/>
            <p:nvPr/>
          </p:nvSpPr>
          <p:spPr bwMode="auto">
            <a:xfrm>
              <a:off x="3852" y="271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 name="Freeform 443"/>
            <p:cNvSpPr/>
            <p:nvPr/>
          </p:nvSpPr>
          <p:spPr bwMode="auto">
            <a:xfrm>
              <a:off x="3850" y="2692"/>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1"/>
                    <a:pt x="1"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 name="Freeform 444"/>
            <p:cNvSpPr/>
            <p:nvPr/>
          </p:nvSpPr>
          <p:spPr bwMode="auto">
            <a:xfrm>
              <a:off x="3848" y="2686"/>
              <a:ext cx="2"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1"/>
                    <a:pt x="0" y="1"/>
                    <a:pt x="0" y="1"/>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 name="Freeform 445"/>
            <p:cNvSpPr/>
            <p:nvPr/>
          </p:nvSpPr>
          <p:spPr bwMode="auto">
            <a:xfrm>
              <a:off x="3846" y="2711"/>
              <a:ext cx="4" cy="3"/>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1"/>
                    <a:pt x="1" y="0"/>
                    <a:pt x="2" y="0"/>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 name="Freeform 446"/>
            <p:cNvSpPr/>
            <p:nvPr/>
          </p:nvSpPr>
          <p:spPr bwMode="auto">
            <a:xfrm>
              <a:off x="3822" y="2773"/>
              <a:ext cx="5"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6" name="Freeform 447"/>
            <p:cNvSpPr/>
            <p:nvPr/>
          </p:nvSpPr>
          <p:spPr bwMode="auto">
            <a:xfrm>
              <a:off x="3765" y="2315"/>
              <a:ext cx="4" cy="0"/>
            </a:xfrm>
            <a:custGeom>
              <a:avLst/>
              <a:gdLst>
                <a:gd name="T0" fmla="*/ 0 w 4"/>
                <a:gd name="T1" fmla="*/ 0 w 4"/>
                <a:gd name="T2" fmla="*/ 4 w 4"/>
                <a:gd name="T3" fmla="*/ 0 w 4"/>
              </a:gdLst>
              <a:ahLst/>
              <a:cxnLst>
                <a:cxn ang="0">
                  <a:pos x="T0" y="0"/>
                </a:cxn>
                <a:cxn ang="0">
                  <a:pos x="T1" y="0"/>
                </a:cxn>
                <a:cxn ang="0">
                  <a:pos x="T2" y="0"/>
                </a:cxn>
                <a:cxn ang="0">
                  <a:pos x="T3" y="0"/>
                </a:cxn>
              </a:cxnLst>
              <a:rect l="0" t="0" r="r" b="b"/>
              <a:pathLst>
                <a:path w="4">
                  <a:moveTo>
                    <a:pt x="0" y="0"/>
                  </a:moveTo>
                  <a:lnTo>
                    <a:pt x="0" y="0"/>
                  </a:lnTo>
                  <a:lnTo>
                    <a:pt x="4"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7" name="Freeform 448"/>
            <p:cNvSpPr/>
            <p:nvPr/>
          </p:nvSpPr>
          <p:spPr bwMode="auto">
            <a:xfrm>
              <a:off x="3842" y="2733"/>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8" name="Freeform 449"/>
            <p:cNvSpPr/>
            <p:nvPr/>
          </p:nvSpPr>
          <p:spPr bwMode="auto">
            <a:xfrm>
              <a:off x="3822" y="2769"/>
              <a:ext cx="7" cy="2"/>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9" name="Freeform 450"/>
            <p:cNvSpPr/>
            <p:nvPr/>
          </p:nvSpPr>
          <p:spPr bwMode="auto">
            <a:xfrm>
              <a:off x="3846" y="273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0" name="Freeform 451"/>
            <p:cNvSpPr/>
            <p:nvPr/>
          </p:nvSpPr>
          <p:spPr bwMode="auto">
            <a:xfrm>
              <a:off x="3844" y="2724"/>
              <a:ext cx="4" cy="2"/>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2" y="1"/>
                    <a:pt x="2" y="1"/>
                    <a:pt x="2" y="1"/>
                  </a:cubicBezTo>
                  <a:cubicBezTo>
                    <a:pt x="2"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1" name="Freeform 452"/>
            <p:cNvSpPr/>
            <p:nvPr/>
          </p:nvSpPr>
          <p:spPr bwMode="auto">
            <a:xfrm>
              <a:off x="3844" y="2728"/>
              <a:ext cx="8" cy="3"/>
            </a:xfrm>
            <a:custGeom>
              <a:avLst/>
              <a:gdLst>
                <a:gd name="T0" fmla="*/ 0 w 4"/>
                <a:gd name="T1" fmla="*/ 1 h 1"/>
                <a:gd name="T2" fmla="*/ 1 w 4"/>
                <a:gd name="T3" fmla="*/ 1 h 1"/>
                <a:gd name="T4" fmla="*/ 2 w 4"/>
                <a:gd name="T5" fmla="*/ 0 h 1"/>
                <a:gd name="T6" fmla="*/ 4 w 4"/>
                <a:gd name="T7" fmla="*/ 0 h 1"/>
                <a:gd name="T8" fmla="*/ 0 w 4"/>
                <a:gd name="T9" fmla="*/ 1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1" y="1"/>
                    <a:pt x="1" y="1"/>
                  </a:cubicBezTo>
                  <a:cubicBezTo>
                    <a:pt x="2" y="1"/>
                    <a:pt x="3" y="0"/>
                    <a:pt x="2" y="0"/>
                  </a:cubicBezTo>
                  <a:cubicBezTo>
                    <a:pt x="3" y="0"/>
                    <a:pt x="4" y="0"/>
                    <a:pt x="4" y="0"/>
                  </a:cubicBezTo>
                  <a:cubicBezTo>
                    <a:pt x="3" y="0"/>
                    <a:pt x="1" y="0"/>
                    <a:pt x="0" y="1"/>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grpSp>
        <p:nvGrpSpPr>
          <p:cNvPr id="452" name="PA_组合 58"/>
          <p:cNvGrpSpPr/>
          <p:nvPr>
            <p:custDataLst>
              <p:tags r:id="rId1"/>
            </p:custDataLst>
          </p:nvPr>
        </p:nvGrpSpPr>
        <p:grpSpPr>
          <a:xfrm>
            <a:off x="4401327" y="2517795"/>
            <a:ext cx="633471" cy="926744"/>
            <a:chOff x="6978651" y="1811339"/>
            <a:chExt cx="685800" cy="1003300"/>
          </a:xfrm>
          <a:solidFill>
            <a:schemeClr val="tx1"/>
          </a:solidFill>
        </p:grpSpPr>
        <p:sp>
          <p:nvSpPr>
            <p:cNvPr id="453" name="chenying0907 184"/>
            <p:cNvSpPr>
              <a:spLocks noEditPoints="1"/>
            </p:cNvSpPr>
            <p:nvPr/>
          </p:nvSpPr>
          <p:spPr bwMode="auto">
            <a:xfrm>
              <a:off x="6978651" y="1811339"/>
              <a:ext cx="685800" cy="1003300"/>
            </a:xfrm>
            <a:custGeom>
              <a:avLst/>
              <a:gdLst>
                <a:gd name="T0" fmla="*/ 314 w 319"/>
                <a:gd name="T1" fmla="*/ 338 h 467"/>
                <a:gd name="T2" fmla="*/ 311 w 319"/>
                <a:gd name="T3" fmla="*/ 308 h 467"/>
                <a:gd name="T4" fmla="*/ 302 w 319"/>
                <a:gd name="T5" fmla="*/ 202 h 467"/>
                <a:gd name="T6" fmla="*/ 253 w 319"/>
                <a:gd name="T7" fmla="*/ 194 h 467"/>
                <a:gd name="T8" fmla="*/ 116 w 319"/>
                <a:gd name="T9" fmla="*/ 189 h 467"/>
                <a:gd name="T10" fmla="*/ 205 w 319"/>
                <a:gd name="T11" fmla="*/ 106 h 467"/>
                <a:gd name="T12" fmla="*/ 229 w 319"/>
                <a:gd name="T13" fmla="*/ 153 h 467"/>
                <a:gd name="T14" fmla="*/ 277 w 319"/>
                <a:gd name="T15" fmla="*/ 69 h 467"/>
                <a:gd name="T16" fmla="*/ 108 w 319"/>
                <a:gd name="T17" fmla="*/ 14 h 467"/>
                <a:gd name="T18" fmla="*/ 30 w 319"/>
                <a:gd name="T19" fmla="*/ 202 h 467"/>
                <a:gd name="T20" fmla="*/ 1 w 319"/>
                <a:gd name="T21" fmla="*/ 257 h 467"/>
                <a:gd name="T22" fmla="*/ 4 w 319"/>
                <a:gd name="T23" fmla="*/ 310 h 467"/>
                <a:gd name="T24" fmla="*/ 4 w 319"/>
                <a:gd name="T25" fmla="*/ 342 h 467"/>
                <a:gd name="T26" fmla="*/ 3 w 319"/>
                <a:gd name="T27" fmla="*/ 363 h 467"/>
                <a:gd name="T28" fmla="*/ 8 w 319"/>
                <a:gd name="T29" fmla="*/ 379 h 467"/>
                <a:gd name="T30" fmla="*/ 41 w 319"/>
                <a:gd name="T31" fmla="*/ 454 h 467"/>
                <a:gd name="T32" fmla="*/ 246 w 319"/>
                <a:gd name="T33" fmla="*/ 463 h 467"/>
                <a:gd name="T34" fmla="*/ 310 w 319"/>
                <a:gd name="T35" fmla="*/ 416 h 467"/>
                <a:gd name="T36" fmla="*/ 318 w 319"/>
                <a:gd name="T37" fmla="*/ 360 h 467"/>
                <a:gd name="T38" fmla="*/ 246 w 319"/>
                <a:gd name="T39" fmla="*/ 315 h 467"/>
                <a:gd name="T40" fmla="*/ 298 w 319"/>
                <a:gd name="T41" fmla="*/ 329 h 467"/>
                <a:gd name="T42" fmla="*/ 198 w 319"/>
                <a:gd name="T43" fmla="*/ 333 h 467"/>
                <a:gd name="T44" fmla="*/ 297 w 319"/>
                <a:gd name="T45" fmla="*/ 305 h 467"/>
                <a:gd name="T46" fmla="*/ 198 w 319"/>
                <a:gd name="T47" fmla="*/ 310 h 467"/>
                <a:gd name="T48" fmla="*/ 294 w 319"/>
                <a:gd name="T49" fmla="*/ 289 h 467"/>
                <a:gd name="T50" fmla="*/ 54 w 319"/>
                <a:gd name="T51" fmla="*/ 126 h 467"/>
                <a:gd name="T52" fmla="*/ 125 w 319"/>
                <a:gd name="T53" fmla="*/ 22 h 467"/>
                <a:gd name="T54" fmla="*/ 262 w 319"/>
                <a:gd name="T55" fmla="*/ 88 h 467"/>
                <a:gd name="T56" fmla="*/ 231 w 319"/>
                <a:gd name="T57" fmla="*/ 137 h 467"/>
                <a:gd name="T58" fmla="*/ 192 w 319"/>
                <a:gd name="T59" fmla="*/ 71 h 467"/>
                <a:gd name="T60" fmla="*/ 104 w 319"/>
                <a:gd name="T61" fmla="*/ 160 h 467"/>
                <a:gd name="T62" fmla="*/ 56 w 319"/>
                <a:gd name="T63" fmla="*/ 200 h 467"/>
                <a:gd name="T64" fmla="*/ 115 w 319"/>
                <a:gd name="T65" fmla="*/ 209 h 467"/>
                <a:gd name="T66" fmla="*/ 249 w 319"/>
                <a:gd name="T67" fmla="*/ 205 h 467"/>
                <a:gd name="T68" fmla="*/ 289 w 319"/>
                <a:gd name="T69" fmla="*/ 209 h 467"/>
                <a:gd name="T70" fmla="*/ 293 w 319"/>
                <a:gd name="T71" fmla="*/ 280 h 467"/>
                <a:gd name="T72" fmla="*/ 193 w 319"/>
                <a:gd name="T73" fmla="*/ 280 h 467"/>
                <a:gd name="T74" fmla="*/ 120 w 319"/>
                <a:gd name="T75" fmla="*/ 277 h 467"/>
                <a:gd name="T76" fmla="*/ 108 w 319"/>
                <a:gd name="T77" fmla="*/ 282 h 467"/>
                <a:gd name="T78" fmla="*/ 17 w 319"/>
                <a:gd name="T79" fmla="*/ 238 h 467"/>
                <a:gd name="T80" fmla="*/ 141 w 319"/>
                <a:gd name="T81" fmla="*/ 266 h 467"/>
                <a:gd name="T82" fmla="*/ 183 w 319"/>
                <a:gd name="T83" fmla="*/ 335 h 467"/>
                <a:gd name="T84" fmla="*/ 146 w 319"/>
                <a:gd name="T85" fmla="*/ 381 h 467"/>
                <a:gd name="T86" fmla="*/ 59 w 319"/>
                <a:gd name="T87" fmla="*/ 288 h 467"/>
                <a:gd name="T88" fmla="*/ 118 w 319"/>
                <a:gd name="T89" fmla="*/ 301 h 467"/>
                <a:gd name="T90" fmla="*/ 19 w 319"/>
                <a:gd name="T91" fmla="*/ 298 h 467"/>
                <a:gd name="T92" fmla="*/ 18 w 319"/>
                <a:gd name="T93" fmla="*/ 311 h 467"/>
                <a:gd name="T94" fmla="*/ 118 w 319"/>
                <a:gd name="T95" fmla="*/ 307 h 467"/>
                <a:gd name="T96" fmla="*/ 14 w 319"/>
                <a:gd name="T97" fmla="*/ 321 h 467"/>
                <a:gd name="T98" fmla="*/ 117 w 319"/>
                <a:gd name="T99" fmla="*/ 336 h 467"/>
                <a:gd name="T100" fmla="*/ 73 w 319"/>
                <a:gd name="T101" fmla="*/ 356 h 467"/>
                <a:gd name="T102" fmla="*/ 18 w 319"/>
                <a:gd name="T103" fmla="*/ 344 h 467"/>
                <a:gd name="T104" fmla="*/ 153 w 319"/>
                <a:gd name="T105" fmla="*/ 449 h 467"/>
                <a:gd name="T106" fmla="*/ 24 w 319"/>
                <a:gd name="T107" fmla="*/ 427 h 467"/>
                <a:gd name="T108" fmla="*/ 23 w 319"/>
                <a:gd name="T109" fmla="*/ 373 h 467"/>
                <a:gd name="T110" fmla="*/ 89 w 319"/>
                <a:gd name="T111" fmla="*/ 367 h 467"/>
                <a:gd name="T112" fmla="*/ 176 w 319"/>
                <a:gd name="T113" fmla="*/ 397 h 467"/>
                <a:gd name="T114" fmla="*/ 294 w 319"/>
                <a:gd name="T115" fmla="*/ 363 h 467"/>
                <a:gd name="T116" fmla="*/ 293 w 319"/>
                <a:gd name="T117" fmla="*/ 441 h 467"/>
                <a:gd name="T118" fmla="*/ 214 w 319"/>
                <a:gd name="T119" fmla="*/ 358 h 467"/>
                <a:gd name="T120" fmla="*/ 198 w 319"/>
                <a:gd name="T121" fmla="*/ 341 h 467"/>
                <a:gd name="T122" fmla="*/ 299 w 319"/>
                <a:gd name="T123" fmla="*/ 337 h 467"/>
                <a:gd name="T124" fmla="*/ 300 w 319"/>
                <a:gd name="T125" fmla="*/ 35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9" h="467">
                  <a:moveTo>
                    <a:pt x="318" y="352"/>
                  </a:moveTo>
                  <a:cubicBezTo>
                    <a:pt x="318" y="349"/>
                    <a:pt x="311" y="344"/>
                    <a:pt x="311" y="344"/>
                  </a:cubicBezTo>
                  <a:cubicBezTo>
                    <a:pt x="311" y="343"/>
                    <a:pt x="314" y="340"/>
                    <a:pt x="314" y="338"/>
                  </a:cubicBezTo>
                  <a:cubicBezTo>
                    <a:pt x="315" y="334"/>
                    <a:pt x="316" y="331"/>
                    <a:pt x="314" y="327"/>
                  </a:cubicBezTo>
                  <a:cubicBezTo>
                    <a:pt x="313" y="324"/>
                    <a:pt x="310" y="322"/>
                    <a:pt x="309" y="320"/>
                  </a:cubicBezTo>
                  <a:cubicBezTo>
                    <a:pt x="308" y="315"/>
                    <a:pt x="311" y="313"/>
                    <a:pt x="311" y="308"/>
                  </a:cubicBezTo>
                  <a:cubicBezTo>
                    <a:pt x="314" y="297"/>
                    <a:pt x="307" y="281"/>
                    <a:pt x="306" y="270"/>
                  </a:cubicBezTo>
                  <a:cubicBezTo>
                    <a:pt x="304" y="256"/>
                    <a:pt x="305" y="241"/>
                    <a:pt x="304" y="227"/>
                  </a:cubicBezTo>
                  <a:cubicBezTo>
                    <a:pt x="303" y="221"/>
                    <a:pt x="306" y="208"/>
                    <a:pt x="302" y="202"/>
                  </a:cubicBezTo>
                  <a:cubicBezTo>
                    <a:pt x="298" y="197"/>
                    <a:pt x="292" y="197"/>
                    <a:pt x="286" y="197"/>
                  </a:cubicBezTo>
                  <a:cubicBezTo>
                    <a:pt x="285" y="197"/>
                    <a:pt x="284" y="197"/>
                    <a:pt x="283" y="197"/>
                  </a:cubicBezTo>
                  <a:cubicBezTo>
                    <a:pt x="274" y="192"/>
                    <a:pt x="262" y="194"/>
                    <a:pt x="253" y="194"/>
                  </a:cubicBezTo>
                  <a:cubicBezTo>
                    <a:pt x="223" y="194"/>
                    <a:pt x="193" y="192"/>
                    <a:pt x="164" y="193"/>
                  </a:cubicBezTo>
                  <a:cubicBezTo>
                    <a:pt x="149" y="193"/>
                    <a:pt x="135" y="194"/>
                    <a:pt x="121" y="196"/>
                  </a:cubicBezTo>
                  <a:cubicBezTo>
                    <a:pt x="122" y="193"/>
                    <a:pt x="119" y="190"/>
                    <a:pt x="116" y="189"/>
                  </a:cubicBezTo>
                  <a:cubicBezTo>
                    <a:pt x="115" y="172"/>
                    <a:pt x="116" y="154"/>
                    <a:pt x="116" y="136"/>
                  </a:cubicBezTo>
                  <a:cubicBezTo>
                    <a:pt x="116" y="112"/>
                    <a:pt x="127" y="94"/>
                    <a:pt x="151" y="86"/>
                  </a:cubicBezTo>
                  <a:cubicBezTo>
                    <a:pt x="173" y="79"/>
                    <a:pt x="197" y="81"/>
                    <a:pt x="205" y="106"/>
                  </a:cubicBezTo>
                  <a:cubicBezTo>
                    <a:pt x="209" y="115"/>
                    <a:pt x="211" y="124"/>
                    <a:pt x="214" y="133"/>
                  </a:cubicBezTo>
                  <a:cubicBezTo>
                    <a:pt x="217" y="139"/>
                    <a:pt x="218" y="147"/>
                    <a:pt x="223" y="152"/>
                  </a:cubicBezTo>
                  <a:cubicBezTo>
                    <a:pt x="224" y="153"/>
                    <a:pt x="227" y="154"/>
                    <a:pt x="229" y="153"/>
                  </a:cubicBezTo>
                  <a:cubicBezTo>
                    <a:pt x="242" y="148"/>
                    <a:pt x="264" y="152"/>
                    <a:pt x="271" y="138"/>
                  </a:cubicBezTo>
                  <a:cubicBezTo>
                    <a:pt x="276" y="129"/>
                    <a:pt x="274" y="114"/>
                    <a:pt x="274" y="104"/>
                  </a:cubicBezTo>
                  <a:cubicBezTo>
                    <a:pt x="274" y="93"/>
                    <a:pt x="278" y="81"/>
                    <a:pt x="277" y="69"/>
                  </a:cubicBezTo>
                  <a:cubicBezTo>
                    <a:pt x="276" y="50"/>
                    <a:pt x="265" y="32"/>
                    <a:pt x="250" y="21"/>
                  </a:cubicBezTo>
                  <a:cubicBezTo>
                    <a:pt x="227" y="5"/>
                    <a:pt x="212" y="0"/>
                    <a:pt x="184" y="1"/>
                  </a:cubicBezTo>
                  <a:cubicBezTo>
                    <a:pt x="158" y="2"/>
                    <a:pt x="132" y="6"/>
                    <a:pt x="108" y="14"/>
                  </a:cubicBezTo>
                  <a:cubicBezTo>
                    <a:pt x="86" y="20"/>
                    <a:pt x="74" y="43"/>
                    <a:pt x="62" y="60"/>
                  </a:cubicBezTo>
                  <a:cubicBezTo>
                    <a:pt x="34" y="101"/>
                    <a:pt x="39" y="153"/>
                    <a:pt x="48" y="200"/>
                  </a:cubicBezTo>
                  <a:cubicBezTo>
                    <a:pt x="42" y="201"/>
                    <a:pt x="36" y="201"/>
                    <a:pt x="30" y="202"/>
                  </a:cubicBezTo>
                  <a:cubicBezTo>
                    <a:pt x="14" y="205"/>
                    <a:pt x="3" y="208"/>
                    <a:pt x="1" y="226"/>
                  </a:cubicBezTo>
                  <a:cubicBezTo>
                    <a:pt x="1" y="229"/>
                    <a:pt x="2" y="232"/>
                    <a:pt x="2" y="235"/>
                  </a:cubicBezTo>
                  <a:cubicBezTo>
                    <a:pt x="3" y="243"/>
                    <a:pt x="1" y="249"/>
                    <a:pt x="1" y="257"/>
                  </a:cubicBezTo>
                  <a:cubicBezTo>
                    <a:pt x="1" y="264"/>
                    <a:pt x="5" y="272"/>
                    <a:pt x="3" y="279"/>
                  </a:cubicBezTo>
                  <a:cubicBezTo>
                    <a:pt x="2" y="285"/>
                    <a:pt x="0" y="284"/>
                    <a:pt x="1" y="292"/>
                  </a:cubicBezTo>
                  <a:cubicBezTo>
                    <a:pt x="2" y="300"/>
                    <a:pt x="7" y="298"/>
                    <a:pt x="4" y="310"/>
                  </a:cubicBezTo>
                  <a:cubicBezTo>
                    <a:pt x="4" y="312"/>
                    <a:pt x="1" y="313"/>
                    <a:pt x="1" y="316"/>
                  </a:cubicBezTo>
                  <a:cubicBezTo>
                    <a:pt x="0" y="322"/>
                    <a:pt x="1" y="324"/>
                    <a:pt x="2" y="329"/>
                  </a:cubicBezTo>
                  <a:cubicBezTo>
                    <a:pt x="4" y="338"/>
                    <a:pt x="7" y="323"/>
                    <a:pt x="4" y="342"/>
                  </a:cubicBezTo>
                  <a:cubicBezTo>
                    <a:pt x="4" y="347"/>
                    <a:pt x="1" y="349"/>
                    <a:pt x="2" y="354"/>
                  </a:cubicBezTo>
                  <a:cubicBezTo>
                    <a:pt x="3" y="357"/>
                    <a:pt x="4" y="360"/>
                    <a:pt x="5" y="363"/>
                  </a:cubicBezTo>
                  <a:cubicBezTo>
                    <a:pt x="4" y="363"/>
                    <a:pt x="4" y="363"/>
                    <a:pt x="3" y="363"/>
                  </a:cubicBezTo>
                  <a:cubicBezTo>
                    <a:pt x="1" y="363"/>
                    <a:pt x="1" y="365"/>
                    <a:pt x="2" y="366"/>
                  </a:cubicBezTo>
                  <a:cubicBezTo>
                    <a:pt x="4" y="366"/>
                    <a:pt x="5" y="366"/>
                    <a:pt x="6" y="366"/>
                  </a:cubicBezTo>
                  <a:cubicBezTo>
                    <a:pt x="8" y="370"/>
                    <a:pt x="9" y="374"/>
                    <a:pt x="8" y="379"/>
                  </a:cubicBezTo>
                  <a:cubicBezTo>
                    <a:pt x="5" y="391"/>
                    <a:pt x="8" y="399"/>
                    <a:pt x="8" y="410"/>
                  </a:cubicBezTo>
                  <a:cubicBezTo>
                    <a:pt x="9" y="422"/>
                    <a:pt x="8" y="448"/>
                    <a:pt x="20" y="453"/>
                  </a:cubicBezTo>
                  <a:cubicBezTo>
                    <a:pt x="26" y="456"/>
                    <a:pt x="35" y="454"/>
                    <a:pt x="41" y="454"/>
                  </a:cubicBezTo>
                  <a:cubicBezTo>
                    <a:pt x="55" y="455"/>
                    <a:pt x="68" y="458"/>
                    <a:pt x="82" y="459"/>
                  </a:cubicBezTo>
                  <a:cubicBezTo>
                    <a:pt x="110" y="462"/>
                    <a:pt x="138" y="464"/>
                    <a:pt x="166" y="464"/>
                  </a:cubicBezTo>
                  <a:cubicBezTo>
                    <a:pt x="192" y="465"/>
                    <a:pt x="220" y="467"/>
                    <a:pt x="246" y="463"/>
                  </a:cubicBezTo>
                  <a:cubicBezTo>
                    <a:pt x="256" y="462"/>
                    <a:pt x="269" y="460"/>
                    <a:pt x="280" y="459"/>
                  </a:cubicBezTo>
                  <a:cubicBezTo>
                    <a:pt x="287" y="459"/>
                    <a:pt x="295" y="461"/>
                    <a:pt x="301" y="455"/>
                  </a:cubicBezTo>
                  <a:cubicBezTo>
                    <a:pt x="312" y="446"/>
                    <a:pt x="310" y="428"/>
                    <a:pt x="310" y="416"/>
                  </a:cubicBezTo>
                  <a:cubicBezTo>
                    <a:pt x="310" y="405"/>
                    <a:pt x="310" y="395"/>
                    <a:pt x="308" y="384"/>
                  </a:cubicBezTo>
                  <a:cubicBezTo>
                    <a:pt x="308" y="376"/>
                    <a:pt x="308" y="373"/>
                    <a:pt x="312" y="367"/>
                  </a:cubicBezTo>
                  <a:cubicBezTo>
                    <a:pt x="314" y="364"/>
                    <a:pt x="317" y="363"/>
                    <a:pt x="318" y="360"/>
                  </a:cubicBezTo>
                  <a:cubicBezTo>
                    <a:pt x="319" y="357"/>
                    <a:pt x="319" y="354"/>
                    <a:pt x="318" y="352"/>
                  </a:cubicBezTo>
                  <a:moveTo>
                    <a:pt x="198" y="316"/>
                  </a:moveTo>
                  <a:cubicBezTo>
                    <a:pt x="214" y="318"/>
                    <a:pt x="231" y="315"/>
                    <a:pt x="246" y="315"/>
                  </a:cubicBezTo>
                  <a:cubicBezTo>
                    <a:pt x="257" y="314"/>
                    <a:pt x="268" y="312"/>
                    <a:pt x="280" y="314"/>
                  </a:cubicBezTo>
                  <a:cubicBezTo>
                    <a:pt x="285" y="314"/>
                    <a:pt x="289" y="315"/>
                    <a:pt x="293" y="315"/>
                  </a:cubicBezTo>
                  <a:cubicBezTo>
                    <a:pt x="293" y="320"/>
                    <a:pt x="296" y="324"/>
                    <a:pt x="298" y="329"/>
                  </a:cubicBezTo>
                  <a:cubicBezTo>
                    <a:pt x="292" y="328"/>
                    <a:pt x="285" y="327"/>
                    <a:pt x="283" y="326"/>
                  </a:cubicBezTo>
                  <a:cubicBezTo>
                    <a:pt x="273" y="326"/>
                    <a:pt x="264" y="327"/>
                    <a:pt x="255" y="328"/>
                  </a:cubicBezTo>
                  <a:cubicBezTo>
                    <a:pt x="249" y="329"/>
                    <a:pt x="211" y="332"/>
                    <a:pt x="198" y="333"/>
                  </a:cubicBezTo>
                  <a:cubicBezTo>
                    <a:pt x="198" y="327"/>
                    <a:pt x="198" y="321"/>
                    <a:pt x="198" y="316"/>
                  </a:cubicBezTo>
                  <a:moveTo>
                    <a:pt x="297" y="305"/>
                  </a:moveTo>
                  <a:cubicBezTo>
                    <a:pt x="297" y="305"/>
                    <a:pt x="297" y="305"/>
                    <a:pt x="297" y="305"/>
                  </a:cubicBezTo>
                  <a:cubicBezTo>
                    <a:pt x="291" y="306"/>
                    <a:pt x="282" y="302"/>
                    <a:pt x="277" y="301"/>
                  </a:cubicBezTo>
                  <a:cubicBezTo>
                    <a:pt x="267" y="300"/>
                    <a:pt x="258" y="303"/>
                    <a:pt x="249" y="304"/>
                  </a:cubicBezTo>
                  <a:cubicBezTo>
                    <a:pt x="243" y="304"/>
                    <a:pt x="215" y="309"/>
                    <a:pt x="198" y="310"/>
                  </a:cubicBezTo>
                  <a:cubicBezTo>
                    <a:pt x="198" y="304"/>
                    <a:pt x="197" y="298"/>
                    <a:pt x="196" y="292"/>
                  </a:cubicBezTo>
                  <a:cubicBezTo>
                    <a:pt x="212" y="293"/>
                    <a:pt x="228" y="290"/>
                    <a:pt x="243" y="289"/>
                  </a:cubicBezTo>
                  <a:cubicBezTo>
                    <a:pt x="261" y="287"/>
                    <a:pt x="277" y="289"/>
                    <a:pt x="294" y="289"/>
                  </a:cubicBezTo>
                  <a:cubicBezTo>
                    <a:pt x="296" y="294"/>
                    <a:pt x="298" y="300"/>
                    <a:pt x="297" y="305"/>
                  </a:cubicBezTo>
                  <a:moveTo>
                    <a:pt x="54" y="174"/>
                  </a:moveTo>
                  <a:cubicBezTo>
                    <a:pt x="53" y="158"/>
                    <a:pt x="53" y="142"/>
                    <a:pt x="54" y="126"/>
                  </a:cubicBezTo>
                  <a:cubicBezTo>
                    <a:pt x="55" y="93"/>
                    <a:pt x="70" y="71"/>
                    <a:pt x="89" y="45"/>
                  </a:cubicBezTo>
                  <a:cubicBezTo>
                    <a:pt x="94" y="38"/>
                    <a:pt x="97" y="33"/>
                    <a:pt x="105" y="29"/>
                  </a:cubicBezTo>
                  <a:cubicBezTo>
                    <a:pt x="111" y="25"/>
                    <a:pt x="118" y="24"/>
                    <a:pt x="125" y="22"/>
                  </a:cubicBezTo>
                  <a:cubicBezTo>
                    <a:pt x="140" y="18"/>
                    <a:pt x="155" y="16"/>
                    <a:pt x="171" y="14"/>
                  </a:cubicBezTo>
                  <a:cubicBezTo>
                    <a:pt x="201" y="11"/>
                    <a:pt x="237" y="15"/>
                    <a:pt x="254" y="44"/>
                  </a:cubicBezTo>
                  <a:cubicBezTo>
                    <a:pt x="262" y="58"/>
                    <a:pt x="264" y="72"/>
                    <a:pt x="262" y="88"/>
                  </a:cubicBezTo>
                  <a:cubicBezTo>
                    <a:pt x="260" y="100"/>
                    <a:pt x="264" y="116"/>
                    <a:pt x="259" y="127"/>
                  </a:cubicBezTo>
                  <a:cubicBezTo>
                    <a:pt x="253" y="141"/>
                    <a:pt x="241" y="130"/>
                    <a:pt x="232" y="136"/>
                  </a:cubicBezTo>
                  <a:cubicBezTo>
                    <a:pt x="232" y="136"/>
                    <a:pt x="232" y="137"/>
                    <a:pt x="231" y="137"/>
                  </a:cubicBezTo>
                  <a:cubicBezTo>
                    <a:pt x="231" y="136"/>
                    <a:pt x="231" y="135"/>
                    <a:pt x="231" y="134"/>
                  </a:cubicBezTo>
                  <a:cubicBezTo>
                    <a:pt x="230" y="128"/>
                    <a:pt x="224" y="120"/>
                    <a:pt x="222" y="114"/>
                  </a:cubicBezTo>
                  <a:cubicBezTo>
                    <a:pt x="217" y="96"/>
                    <a:pt x="211" y="78"/>
                    <a:pt x="192" y="71"/>
                  </a:cubicBezTo>
                  <a:cubicBezTo>
                    <a:pt x="176" y="66"/>
                    <a:pt x="157" y="69"/>
                    <a:pt x="142" y="75"/>
                  </a:cubicBezTo>
                  <a:cubicBezTo>
                    <a:pt x="123" y="83"/>
                    <a:pt x="108" y="98"/>
                    <a:pt x="104" y="118"/>
                  </a:cubicBezTo>
                  <a:cubicBezTo>
                    <a:pt x="102" y="132"/>
                    <a:pt x="104" y="146"/>
                    <a:pt x="104" y="160"/>
                  </a:cubicBezTo>
                  <a:cubicBezTo>
                    <a:pt x="103" y="173"/>
                    <a:pt x="102" y="185"/>
                    <a:pt x="104" y="197"/>
                  </a:cubicBezTo>
                  <a:cubicBezTo>
                    <a:pt x="102" y="197"/>
                    <a:pt x="100" y="198"/>
                    <a:pt x="99" y="198"/>
                  </a:cubicBezTo>
                  <a:cubicBezTo>
                    <a:pt x="85" y="199"/>
                    <a:pt x="70" y="199"/>
                    <a:pt x="56" y="200"/>
                  </a:cubicBezTo>
                  <a:cubicBezTo>
                    <a:pt x="56" y="191"/>
                    <a:pt x="55" y="183"/>
                    <a:pt x="54" y="174"/>
                  </a:cubicBezTo>
                  <a:moveTo>
                    <a:pt x="36" y="217"/>
                  </a:moveTo>
                  <a:cubicBezTo>
                    <a:pt x="62" y="212"/>
                    <a:pt x="89" y="213"/>
                    <a:pt x="115" y="209"/>
                  </a:cubicBezTo>
                  <a:cubicBezTo>
                    <a:pt x="128" y="208"/>
                    <a:pt x="140" y="208"/>
                    <a:pt x="152" y="207"/>
                  </a:cubicBezTo>
                  <a:cubicBezTo>
                    <a:pt x="168" y="205"/>
                    <a:pt x="186" y="206"/>
                    <a:pt x="202" y="206"/>
                  </a:cubicBezTo>
                  <a:cubicBezTo>
                    <a:pt x="218" y="206"/>
                    <a:pt x="234" y="206"/>
                    <a:pt x="249" y="205"/>
                  </a:cubicBezTo>
                  <a:cubicBezTo>
                    <a:pt x="250" y="206"/>
                    <a:pt x="251" y="206"/>
                    <a:pt x="251" y="206"/>
                  </a:cubicBezTo>
                  <a:cubicBezTo>
                    <a:pt x="263" y="208"/>
                    <a:pt x="274" y="210"/>
                    <a:pt x="286" y="211"/>
                  </a:cubicBezTo>
                  <a:cubicBezTo>
                    <a:pt x="290" y="211"/>
                    <a:pt x="286" y="205"/>
                    <a:pt x="289" y="209"/>
                  </a:cubicBezTo>
                  <a:cubicBezTo>
                    <a:pt x="290" y="210"/>
                    <a:pt x="289" y="217"/>
                    <a:pt x="289" y="218"/>
                  </a:cubicBezTo>
                  <a:cubicBezTo>
                    <a:pt x="289" y="226"/>
                    <a:pt x="290" y="234"/>
                    <a:pt x="290" y="242"/>
                  </a:cubicBezTo>
                  <a:cubicBezTo>
                    <a:pt x="291" y="255"/>
                    <a:pt x="291" y="267"/>
                    <a:pt x="293" y="280"/>
                  </a:cubicBezTo>
                  <a:cubicBezTo>
                    <a:pt x="276" y="279"/>
                    <a:pt x="261" y="278"/>
                    <a:pt x="243" y="280"/>
                  </a:cubicBezTo>
                  <a:cubicBezTo>
                    <a:pt x="227" y="282"/>
                    <a:pt x="211" y="284"/>
                    <a:pt x="195" y="286"/>
                  </a:cubicBezTo>
                  <a:cubicBezTo>
                    <a:pt x="195" y="284"/>
                    <a:pt x="194" y="282"/>
                    <a:pt x="193" y="280"/>
                  </a:cubicBezTo>
                  <a:cubicBezTo>
                    <a:pt x="190" y="267"/>
                    <a:pt x="184" y="261"/>
                    <a:pt x="175" y="260"/>
                  </a:cubicBezTo>
                  <a:cubicBezTo>
                    <a:pt x="171" y="254"/>
                    <a:pt x="163" y="252"/>
                    <a:pt x="155" y="252"/>
                  </a:cubicBezTo>
                  <a:cubicBezTo>
                    <a:pt x="140" y="252"/>
                    <a:pt x="125" y="263"/>
                    <a:pt x="120" y="277"/>
                  </a:cubicBezTo>
                  <a:cubicBezTo>
                    <a:pt x="119" y="278"/>
                    <a:pt x="119" y="280"/>
                    <a:pt x="118" y="281"/>
                  </a:cubicBezTo>
                  <a:cubicBezTo>
                    <a:pt x="115" y="281"/>
                    <a:pt x="112" y="281"/>
                    <a:pt x="109" y="282"/>
                  </a:cubicBezTo>
                  <a:cubicBezTo>
                    <a:pt x="109" y="282"/>
                    <a:pt x="109" y="282"/>
                    <a:pt x="108" y="282"/>
                  </a:cubicBezTo>
                  <a:cubicBezTo>
                    <a:pt x="81" y="277"/>
                    <a:pt x="49" y="279"/>
                    <a:pt x="20" y="284"/>
                  </a:cubicBezTo>
                  <a:cubicBezTo>
                    <a:pt x="22" y="282"/>
                    <a:pt x="22" y="279"/>
                    <a:pt x="21" y="278"/>
                  </a:cubicBezTo>
                  <a:cubicBezTo>
                    <a:pt x="17" y="264"/>
                    <a:pt x="17" y="252"/>
                    <a:pt x="17" y="238"/>
                  </a:cubicBezTo>
                  <a:cubicBezTo>
                    <a:pt x="17" y="218"/>
                    <a:pt x="20" y="219"/>
                    <a:pt x="36" y="217"/>
                  </a:cubicBezTo>
                  <a:moveTo>
                    <a:pt x="128" y="311"/>
                  </a:moveTo>
                  <a:cubicBezTo>
                    <a:pt x="128" y="294"/>
                    <a:pt x="125" y="277"/>
                    <a:pt x="141" y="266"/>
                  </a:cubicBezTo>
                  <a:cubicBezTo>
                    <a:pt x="146" y="263"/>
                    <a:pt x="153" y="261"/>
                    <a:pt x="159" y="261"/>
                  </a:cubicBezTo>
                  <a:cubicBezTo>
                    <a:pt x="157" y="264"/>
                    <a:pt x="159" y="268"/>
                    <a:pt x="163" y="269"/>
                  </a:cubicBezTo>
                  <a:cubicBezTo>
                    <a:pt x="190" y="272"/>
                    <a:pt x="183" y="315"/>
                    <a:pt x="183" y="335"/>
                  </a:cubicBezTo>
                  <a:cubicBezTo>
                    <a:pt x="183" y="346"/>
                    <a:pt x="181" y="357"/>
                    <a:pt x="179" y="367"/>
                  </a:cubicBezTo>
                  <a:cubicBezTo>
                    <a:pt x="177" y="375"/>
                    <a:pt x="178" y="381"/>
                    <a:pt x="169" y="385"/>
                  </a:cubicBezTo>
                  <a:cubicBezTo>
                    <a:pt x="159" y="390"/>
                    <a:pt x="153" y="386"/>
                    <a:pt x="146" y="381"/>
                  </a:cubicBezTo>
                  <a:cubicBezTo>
                    <a:pt x="123" y="368"/>
                    <a:pt x="129" y="334"/>
                    <a:pt x="128" y="311"/>
                  </a:cubicBezTo>
                  <a:moveTo>
                    <a:pt x="16" y="289"/>
                  </a:moveTo>
                  <a:cubicBezTo>
                    <a:pt x="30" y="290"/>
                    <a:pt x="44" y="288"/>
                    <a:pt x="59" y="288"/>
                  </a:cubicBezTo>
                  <a:cubicBezTo>
                    <a:pt x="71" y="288"/>
                    <a:pt x="85" y="289"/>
                    <a:pt x="98" y="288"/>
                  </a:cubicBezTo>
                  <a:cubicBezTo>
                    <a:pt x="104" y="291"/>
                    <a:pt x="111" y="292"/>
                    <a:pt x="117" y="289"/>
                  </a:cubicBezTo>
                  <a:cubicBezTo>
                    <a:pt x="117" y="293"/>
                    <a:pt x="117" y="297"/>
                    <a:pt x="118" y="301"/>
                  </a:cubicBezTo>
                  <a:cubicBezTo>
                    <a:pt x="100" y="294"/>
                    <a:pt x="82" y="299"/>
                    <a:pt x="64" y="300"/>
                  </a:cubicBezTo>
                  <a:cubicBezTo>
                    <a:pt x="60" y="301"/>
                    <a:pt x="34" y="305"/>
                    <a:pt x="19" y="306"/>
                  </a:cubicBezTo>
                  <a:cubicBezTo>
                    <a:pt x="20" y="303"/>
                    <a:pt x="19" y="301"/>
                    <a:pt x="19" y="298"/>
                  </a:cubicBezTo>
                  <a:cubicBezTo>
                    <a:pt x="17" y="293"/>
                    <a:pt x="15" y="291"/>
                    <a:pt x="16" y="289"/>
                  </a:cubicBezTo>
                  <a:moveTo>
                    <a:pt x="14" y="321"/>
                  </a:moveTo>
                  <a:cubicBezTo>
                    <a:pt x="14" y="317"/>
                    <a:pt x="16" y="315"/>
                    <a:pt x="18" y="311"/>
                  </a:cubicBezTo>
                  <a:cubicBezTo>
                    <a:pt x="32" y="312"/>
                    <a:pt x="47" y="309"/>
                    <a:pt x="61" y="308"/>
                  </a:cubicBezTo>
                  <a:cubicBezTo>
                    <a:pt x="72" y="307"/>
                    <a:pt x="83" y="306"/>
                    <a:pt x="95" y="306"/>
                  </a:cubicBezTo>
                  <a:cubicBezTo>
                    <a:pt x="103" y="306"/>
                    <a:pt x="110" y="309"/>
                    <a:pt x="118" y="307"/>
                  </a:cubicBezTo>
                  <a:cubicBezTo>
                    <a:pt x="118" y="314"/>
                    <a:pt x="117" y="321"/>
                    <a:pt x="117" y="328"/>
                  </a:cubicBezTo>
                  <a:cubicBezTo>
                    <a:pt x="85" y="324"/>
                    <a:pt x="49" y="325"/>
                    <a:pt x="17" y="329"/>
                  </a:cubicBezTo>
                  <a:cubicBezTo>
                    <a:pt x="16" y="327"/>
                    <a:pt x="14" y="325"/>
                    <a:pt x="14" y="321"/>
                  </a:cubicBezTo>
                  <a:moveTo>
                    <a:pt x="18" y="344"/>
                  </a:moveTo>
                  <a:cubicBezTo>
                    <a:pt x="18" y="340"/>
                    <a:pt x="20" y="338"/>
                    <a:pt x="19" y="335"/>
                  </a:cubicBezTo>
                  <a:cubicBezTo>
                    <a:pt x="51" y="338"/>
                    <a:pt x="86" y="339"/>
                    <a:pt x="117" y="336"/>
                  </a:cubicBezTo>
                  <a:cubicBezTo>
                    <a:pt x="117" y="340"/>
                    <a:pt x="117" y="345"/>
                    <a:pt x="117" y="350"/>
                  </a:cubicBezTo>
                  <a:cubicBezTo>
                    <a:pt x="117" y="353"/>
                    <a:pt x="117" y="356"/>
                    <a:pt x="118" y="360"/>
                  </a:cubicBezTo>
                  <a:cubicBezTo>
                    <a:pt x="103" y="362"/>
                    <a:pt x="87" y="356"/>
                    <a:pt x="73" y="356"/>
                  </a:cubicBezTo>
                  <a:cubicBezTo>
                    <a:pt x="63" y="356"/>
                    <a:pt x="53" y="359"/>
                    <a:pt x="43" y="360"/>
                  </a:cubicBezTo>
                  <a:cubicBezTo>
                    <a:pt x="36" y="361"/>
                    <a:pt x="29" y="361"/>
                    <a:pt x="22" y="361"/>
                  </a:cubicBezTo>
                  <a:cubicBezTo>
                    <a:pt x="19" y="355"/>
                    <a:pt x="17" y="352"/>
                    <a:pt x="18" y="344"/>
                  </a:cubicBezTo>
                  <a:moveTo>
                    <a:pt x="293" y="441"/>
                  </a:moveTo>
                  <a:cubicBezTo>
                    <a:pt x="287" y="447"/>
                    <a:pt x="260" y="446"/>
                    <a:pt x="252" y="447"/>
                  </a:cubicBezTo>
                  <a:cubicBezTo>
                    <a:pt x="220" y="451"/>
                    <a:pt x="186" y="451"/>
                    <a:pt x="153" y="449"/>
                  </a:cubicBezTo>
                  <a:cubicBezTo>
                    <a:pt x="121" y="447"/>
                    <a:pt x="89" y="445"/>
                    <a:pt x="56" y="441"/>
                  </a:cubicBezTo>
                  <a:cubicBezTo>
                    <a:pt x="51" y="440"/>
                    <a:pt x="29" y="442"/>
                    <a:pt x="27" y="440"/>
                  </a:cubicBezTo>
                  <a:cubicBezTo>
                    <a:pt x="25" y="438"/>
                    <a:pt x="24" y="430"/>
                    <a:pt x="24" y="427"/>
                  </a:cubicBezTo>
                  <a:cubicBezTo>
                    <a:pt x="22" y="419"/>
                    <a:pt x="23" y="410"/>
                    <a:pt x="22" y="402"/>
                  </a:cubicBezTo>
                  <a:cubicBezTo>
                    <a:pt x="22" y="394"/>
                    <a:pt x="19" y="392"/>
                    <a:pt x="21" y="383"/>
                  </a:cubicBezTo>
                  <a:cubicBezTo>
                    <a:pt x="21" y="379"/>
                    <a:pt x="23" y="376"/>
                    <a:pt x="23" y="373"/>
                  </a:cubicBezTo>
                  <a:cubicBezTo>
                    <a:pt x="24" y="371"/>
                    <a:pt x="24" y="370"/>
                    <a:pt x="24" y="368"/>
                  </a:cubicBezTo>
                  <a:cubicBezTo>
                    <a:pt x="30" y="369"/>
                    <a:pt x="36" y="369"/>
                    <a:pt x="43" y="368"/>
                  </a:cubicBezTo>
                  <a:cubicBezTo>
                    <a:pt x="59" y="368"/>
                    <a:pt x="73" y="364"/>
                    <a:pt x="89" y="367"/>
                  </a:cubicBezTo>
                  <a:cubicBezTo>
                    <a:pt x="97" y="368"/>
                    <a:pt x="110" y="372"/>
                    <a:pt x="119" y="369"/>
                  </a:cubicBezTo>
                  <a:cubicBezTo>
                    <a:pt x="120" y="379"/>
                    <a:pt x="123" y="388"/>
                    <a:pt x="133" y="392"/>
                  </a:cubicBezTo>
                  <a:cubicBezTo>
                    <a:pt x="146" y="399"/>
                    <a:pt x="162" y="404"/>
                    <a:pt x="176" y="397"/>
                  </a:cubicBezTo>
                  <a:cubicBezTo>
                    <a:pt x="189" y="390"/>
                    <a:pt x="192" y="378"/>
                    <a:pt x="195" y="366"/>
                  </a:cubicBezTo>
                  <a:cubicBezTo>
                    <a:pt x="211" y="369"/>
                    <a:pt x="230" y="366"/>
                    <a:pt x="245" y="367"/>
                  </a:cubicBezTo>
                  <a:cubicBezTo>
                    <a:pt x="261" y="367"/>
                    <a:pt x="279" y="368"/>
                    <a:pt x="294" y="363"/>
                  </a:cubicBezTo>
                  <a:cubicBezTo>
                    <a:pt x="293" y="365"/>
                    <a:pt x="293" y="366"/>
                    <a:pt x="292" y="368"/>
                  </a:cubicBezTo>
                  <a:cubicBezTo>
                    <a:pt x="289" y="378"/>
                    <a:pt x="295" y="393"/>
                    <a:pt x="295" y="404"/>
                  </a:cubicBezTo>
                  <a:cubicBezTo>
                    <a:pt x="295" y="412"/>
                    <a:pt x="299" y="433"/>
                    <a:pt x="293" y="441"/>
                  </a:cubicBezTo>
                  <a:moveTo>
                    <a:pt x="282" y="354"/>
                  </a:moveTo>
                  <a:cubicBezTo>
                    <a:pt x="270" y="356"/>
                    <a:pt x="258" y="357"/>
                    <a:pt x="245" y="357"/>
                  </a:cubicBezTo>
                  <a:cubicBezTo>
                    <a:pt x="235" y="357"/>
                    <a:pt x="224" y="357"/>
                    <a:pt x="214" y="358"/>
                  </a:cubicBezTo>
                  <a:cubicBezTo>
                    <a:pt x="212" y="358"/>
                    <a:pt x="203" y="359"/>
                    <a:pt x="195" y="360"/>
                  </a:cubicBezTo>
                  <a:cubicBezTo>
                    <a:pt x="196" y="357"/>
                    <a:pt x="196" y="355"/>
                    <a:pt x="196" y="352"/>
                  </a:cubicBezTo>
                  <a:cubicBezTo>
                    <a:pt x="197" y="349"/>
                    <a:pt x="197" y="345"/>
                    <a:pt x="198" y="341"/>
                  </a:cubicBezTo>
                  <a:cubicBezTo>
                    <a:pt x="214" y="344"/>
                    <a:pt x="236" y="341"/>
                    <a:pt x="251" y="339"/>
                  </a:cubicBezTo>
                  <a:cubicBezTo>
                    <a:pt x="262" y="338"/>
                    <a:pt x="273" y="337"/>
                    <a:pt x="285" y="337"/>
                  </a:cubicBezTo>
                  <a:cubicBezTo>
                    <a:pt x="290" y="337"/>
                    <a:pt x="294" y="337"/>
                    <a:pt x="299" y="337"/>
                  </a:cubicBezTo>
                  <a:cubicBezTo>
                    <a:pt x="298" y="338"/>
                    <a:pt x="297" y="340"/>
                    <a:pt x="297" y="342"/>
                  </a:cubicBezTo>
                  <a:cubicBezTo>
                    <a:pt x="297" y="346"/>
                    <a:pt x="300" y="348"/>
                    <a:pt x="300" y="351"/>
                  </a:cubicBezTo>
                  <a:cubicBezTo>
                    <a:pt x="300" y="352"/>
                    <a:pt x="300" y="352"/>
                    <a:pt x="300" y="353"/>
                  </a:cubicBezTo>
                  <a:cubicBezTo>
                    <a:pt x="294" y="351"/>
                    <a:pt x="289" y="353"/>
                    <a:pt x="282" y="354"/>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54" name="chenying0907 185"/>
            <p:cNvSpPr/>
            <p:nvPr/>
          </p:nvSpPr>
          <p:spPr bwMode="auto">
            <a:xfrm>
              <a:off x="7277101" y="2409826"/>
              <a:ext cx="60325" cy="179388"/>
            </a:xfrm>
            <a:custGeom>
              <a:avLst/>
              <a:gdLst>
                <a:gd name="T0" fmla="*/ 8 w 28"/>
                <a:gd name="T1" fmla="*/ 6 h 83"/>
                <a:gd name="T2" fmla="*/ 7 w 28"/>
                <a:gd name="T3" fmla="*/ 29 h 83"/>
                <a:gd name="T4" fmla="*/ 8 w 28"/>
                <a:gd name="T5" fmla="*/ 54 h 83"/>
                <a:gd name="T6" fmla="*/ 12 w 28"/>
                <a:gd name="T7" fmla="*/ 81 h 83"/>
                <a:gd name="T8" fmla="*/ 21 w 28"/>
                <a:gd name="T9" fmla="*/ 78 h 83"/>
                <a:gd name="T10" fmla="*/ 21 w 28"/>
                <a:gd name="T11" fmla="*/ 77 h 83"/>
                <a:gd name="T12" fmla="*/ 19 w 28"/>
                <a:gd name="T13" fmla="*/ 71 h 83"/>
                <a:gd name="T14" fmla="*/ 20 w 28"/>
                <a:gd name="T15" fmla="*/ 51 h 83"/>
                <a:gd name="T16" fmla="*/ 19 w 28"/>
                <a:gd name="T17" fmla="*/ 31 h 83"/>
                <a:gd name="T18" fmla="*/ 27 w 28"/>
                <a:gd name="T19" fmla="*/ 22 h 83"/>
                <a:gd name="T20" fmla="*/ 8 w 28"/>
                <a:gd name="T21" fmla="*/ 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83">
                  <a:moveTo>
                    <a:pt x="8" y="6"/>
                  </a:moveTo>
                  <a:cubicBezTo>
                    <a:pt x="0" y="12"/>
                    <a:pt x="1" y="24"/>
                    <a:pt x="7" y="29"/>
                  </a:cubicBezTo>
                  <a:cubicBezTo>
                    <a:pt x="7" y="38"/>
                    <a:pt x="8" y="46"/>
                    <a:pt x="8" y="54"/>
                  </a:cubicBezTo>
                  <a:cubicBezTo>
                    <a:pt x="7" y="63"/>
                    <a:pt x="5" y="74"/>
                    <a:pt x="12" y="81"/>
                  </a:cubicBezTo>
                  <a:cubicBezTo>
                    <a:pt x="14" y="83"/>
                    <a:pt x="20" y="83"/>
                    <a:pt x="21" y="78"/>
                  </a:cubicBezTo>
                  <a:cubicBezTo>
                    <a:pt x="21" y="78"/>
                    <a:pt x="21" y="77"/>
                    <a:pt x="21" y="77"/>
                  </a:cubicBezTo>
                  <a:cubicBezTo>
                    <a:pt x="22" y="74"/>
                    <a:pt x="21" y="72"/>
                    <a:pt x="19" y="71"/>
                  </a:cubicBezTo>
                  <a:cubicBezTo>
                    <a:pt x="17" y="65"/>
                    <a:pt x="19" y="57"/>
                    <a:pt x="20" y="51"/>
                  </a:cubicBezTo>
                  <a:cubicBezTo>
                    <a:pt x="20" y="44"/>
                    <a:pt x="19" y="37"/>
                    <a:pt x="19" y="31"/>
                  </a:cubicBezTo>
                  <a:cubicBezTo>
                    <a:pt x="23" y="29"/>
                    <a:pt x="26" y="26"/>
                    <a:pt x="27" y="22"/>
                  </a:cubicBezTo>
                  <a:cubicBezTo>
                    <a:pt x="28" y="13"/>
                    <a:pt x="17" y="0"/>
                    <a:pt x="8" y="6"/>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55" name="chenying0907 186"/>
            <p:cNvSpPr/>
            <p:nvPr/>
          </p:nvSpPr>
          <p:spPr bwMode="auto">
            <a:xfrm>
              <a:off x="7126288" y="1857376"/>
              <a:ext cx="150813" cy="106363"/>
            </a:xfrm>
            <a:custGeom>
              <a:avLst/>
              <a:gdLst>
                <a:gd name="T0" fmla="*/ 68 w 70"/>
                <a:gd name="T1" fmla="*/ 0 h 50"/>
                <a:gd name="T2" fmla="*/ 34 w 70"/>
                <a:gd name="T3" fmla="*/ 21 h 50"/>
                <a:gd name="T4" fmla="*/ 17 w 70"/>
                <a:gd name="T5" fmla="*/ 35 h 50"/>
                <a:gd name="T6" fmla="*/ 5 w 70"/>
                <a:gd name="T7" fmla="*/ 45 h 50"/>
                <a:gd name="T8" fmla="*/ 1 w 70"/>
                <a:gd name="T9" fmla="*/ 48 h 50"/>
                <a:gd name="T10" fmla="*/ 2 w 70"/>
                <a:gd name="T11" fmla="*/ 49 h 50"/>
                <a:gd name="T12" fmla="*/ 15 w 70"/>
                <a:gd name="T13" fmla="*/ 41 h 50"/>
                <a:gd name="T14" fmla="*/ 34 w 70"/>
                <a:gd name="T15" fmla="*/ 24 h 50"/>
                <a:gd name="T16" fmla="*/ 69 w 70"/>
                <a:gd name="T17" fmla="*/ 2 h 50"/>
                <a:gd name="T18" fmla="*/ 68 w 70"/>
                <a:gd name="T1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50">
                  <a:moveTo>
                    <a:pt x="68" y="0"/>
                  </a:moveTo>
                  <a:cubicBezTo>
                    <a:pt x="55" y="3"/>
                    <a:pt x="45" y="13"/>
                    <a:pt x="34" y="21"/>
                  </a:cubicBezTo>
                  <a:cubicBezTo>
                    <a:pt x="28" y="25"/>
                    <a:pt x="22" y="29"/>
                    <a:pt x="17" y="35"/>
                  </a:cubicBezTo>
                  <a:cubicBezTo>
                    <a:pt x="13" y="39"/>
                    <a:pt x="11" y="41"/>
                    <a:pt x="5" y="45"/>
                  </a:cubicBezTo>
                  <a:cubicBezTo>
                    <a:pt x="3" y="46"/>
                    <a:pt x="3" y="46"/>
                    <a:pt x="1" y="48"/>
                  </a:cubicBezTo>
                  <a:cubicBezTo>
                    <a:pt x="0" y="49"/>
                    <a:pt x="1" y="50"/>
                    <a:pt x="2" y="49"/>
                  </a:cubicBezTo>
                  <a:cubicBezTo>
                    <a:pt x="7" y="46"/>
                    <a:pt x="11" y="46"/>
                    <a:pt x="15" y="41"/>
                  </a:cubicBezTo>
                  <a:cubicBezTo>
                    <a:pt x="21" y="35"/>
                    <a:pt x="27" y="30"/>
                    <a:pt x="34" y="24"/>
                  </a:cubicBezTo>
                  <a:cubicBezTo>
                    <a:pt x="45" y="16"/>
                    <a:pt x="55" y="5"/>
                    <a:pt x="69" y="2"/>
                  </a:cubicBezTo>
                  <a:cubicBezTo>
                    <a:pt x="70" y="2"/>
                    <a:pt x="70" y="0"/>
                    <a:pt x="68" y="0"/>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56" name="chenying0907 187"/>
            <p:cNvSpPr/>
            <p:nvPr/>
          </p:nvSpPr>
          <p:spPr bwMode="auto">
            <a:xfrm>
              <a:off x="7080251" y="1912939"/>
              <a:ext cx="150813" cy="127000"/>
            </a:xfrm>
            <a:custGeom>
              <a:avLst/>
              <a:gdLst>
                <a:gd name="T0" fmla="*/ 68 w 70"/>
                <a:gd name="T1" fmla="*/ 1 h 59"/>
                <a:gd name="T2" fmla="*/ 27 w 70"/>
                <a:gd name="T3" fmla="*/ 31 h 59"/>
                <a:gd name="T4" fmla="*/ 12 w 70"/>
                <a:gd name="T5" fmla="*/ 43 h 59"/>
                <a:gd name="T6" fmla="*/ 0 w 70"/>
                <a:gd name="T7" fmla="*/ 57 h 59"/>
                <a:gd name="T8" fmla="*/ 1 w 70"/>
                <a:gd name="T9" fmla="*/ 58 h 59"/>
                <a:gd name="T10" fmla="*/ 13 w 70"/>
                <a:gd name="T11" fmla="*/ 45 h 59"/>
                <a:gd name="T12" fmla="*/ 31 w 70"/>
                <a:gd name="T13" fmla="*/ 32 h 59"/>
                <a:gd name="T14" fmla="*/ 69 w 70"/>
                <a:gd name="T15" fmla="*/ 4 h 59"/>
                <a:gd name="T16" fmla="*/ 68 w 70"/>
                <a:gd name="T17"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59">
                  <a:moveTo>
                    <a:pt x="68" y="1"/>
                  </a:moveTo>
                  <a:cubicBezTo>
                    <a:pt x="54" y="11"/>
                    <a:pt x="41" y="22"/>
                    <a:pt x="27" y="31"/>
                  </a:cubicBezTo>
                  <a:cubicBezTo>
                    <a:pt x="22" y="35"/>
                    <a:pt x="16" y="38"/>
                    <a:pt x="12" y="43"/>
                  </a:cubicBezTo>
                  <a:cubicBezTo>
                    <a:pt x="7" y="47"/>
                    <a:pt x="4" y="52"/>
                    <a:pt x="0" y="57"/>
                  </a:cubicBezTo>
                  <a:cubicBezTo>
                    <a:pt x="0" y="58"/>
                    <a:pt x="1" y="59"/>
                    <a:pt x="1" y="58"/>
                  </a:cubicBezTo>
                  <a:cubicBezTo>
                    <a:pt x="6" y="55"/>
                    <a:pt x="8" y="50"/>
                    <a:pt x="13" y="45"/>
                  </a:cubicBezTo>
                  <a:cubicBezTo>
                    <a:pt x="18" y="40"/>
                    <a:pt x="25" y="36"/>
                    <a:pt x="31" y="32"/>
                  </a:cubicBezTo>
                  <a:cubicBezTo>
                    <a:pt x="44" y="23"/>
                    <a:pt x="56" y="13"/>
                    <a:pt x="69" y="4"/>
                  </a:cubicBezTo>
                  <a:cubicBezTo>
                    <a:pt x="70" y="3"/>
                    <a:pt x="69" y="0"/>
                    <a:pt x="68"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57" name="chenying0907 188"/>
            <p:cNvSpPr/>
            <p:nvPr/>
          </p:nvSpPr>
          <p:spPr bwMode="auto">
            <a:xfrm>
              <a:off x="7058026" y="1962151"/>
              <a:ext cx="150813" cy="128588"/>
            </a:xfrm>
            <a:custGeom>
              <a:avLst/>
              <a:gdLst>
                <a:gd name="T0" fmla="*/ 68 w 70"/>
                <a:gd name="T1" fmla="*/ 1 h 60"/>
                <a:gd name="T2" fmla="*/ 26 w 70"/>
                <a:gd name="T3" fmla="*/ 33 h 60"/>
                <a:gd name="T4" fmla="*/ 6 w 70"/>
                <a:gd name="T5" fmla="*/ 50 h 60"/>
                <a:gd name="T6" fmla="*/ 0 w 70"/>
                <a:gd name="T7" fmla="*/ 59 h 60"/>
                <a:gd name="T8" fmla="*/ 2 w 70"/>
                <a:gd name="T9" fmla="*/ 60 h 60"/>
                <a:gd name="T10" fmla="*/ 17 w 70"/>
                <a:gd name="T11" fmla="*/ 45 h 60"/>
                <a:gd name="T12" fmla="*/ 33 w 70"/>
                <a:gd name="T13" fmla="*/ 32 h 60"/>
                <a:gd name="T14" fmla="*/ 69 w 70"/>
                <a:gd name="T15" fmla="*/ 3 h 60"/>
                <a:gd name="T16" fmla="*/ 68 w 70"/>
                <a:gd name="T17" fmla="*/ 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60">
                  <a:moveTo>
                    <a:pt x="68" y="1"/>
                  </a:moveTo>
                  <a:cubicBezTo>
                    <a:pt x="54" y="11"/>
                    <a:pt x="40" y="22"/>
                    <a:pt x="26" y="33"/>
                  </a:cubicBezTo>
                  <a:cubicBezTo>
                    <a:pt x="19" y="39"/>
                    <a:pt x="12" y="44"/>
                    <a:pt x="6" y="50"/>
                  </a:cubicBezTo>
                  <a:cubicBezTo>
                    <a:pt x="2" y="53"/>
                    <a:pt x="0" y="55"/>
                    <a:pt x="0" y="59"/>
                  </a:cubicBezTo>
                  <a:cubicBezTo>
                    <a:pt x="0" y="60"/>
                    <a:pt x="1" y="60"/>
                    <a:pt x="2" y="60"/>
                  </a:cubicBezTo>
                  <a:cubicBezTo>
                    <a:pt x="4" y="54"/>
                    <a:pt x="12" y="49"/>
                    <a:pt x="17" y="45"/>
                  </a:cubicBezTo>
                  <a:cubicBezTo>
                    <a:pt x="22" y="40"/>
                    <a:pt x="27" y="36"/>
                    <a:pt x="33" y="32"/>
                  </a:cubicBezTo>
                  <a:cubicBezTo>
                    <a:pt x="45" y="22"/>
                    <a:pt x="57" y="12"/>
                    <a:pt x="69" y="3"/>
                  </a:cubicBezTo>
                  <a:cubicBezTo>
                    <a:pt x="70" y="2"/>
                    <a:pt x="69" y="0"/>
                    <a:pt x="68"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58" name="chenying0907 189"/>
            <p:cNvSpPr/>
            <p:nvPr/>
          </p:nvSpPr>
          <p:spPr bwMode="auto">
            <a:xfrm>
              <a:off x="7058026" y="2019301"/>
              <a:ext cx="114300" cy="115888"/>
            </a:xfrm>
            <a:custGeom>
              <a:avLst/>
              <a:gdLst>
                <a:gd name="T0" fmla="*/ 50 w 53"/>
                <a:gd name="T1" fmla="*/ 1 h 54"/>
                <a:gd name="T2" fmla="*/ 33 w 53"/>
                <a:gd name="T3" fmla="*/ 15 h 54"/>
                <a:gd name="T4" fmla="*/ 21 w 53"/>
                <a:gd name="T5" fmla="*/ 29 h 54"/>
                <a:gd name="T6" fmla="*/ 6 w 53"/>
                <a:gd name="T7" fmla="*/ 39 h 54"/>
                <a:gd name="T8" fmla="*/ 0 w 53"/>
                <a:gd name="T9" fmla="*/ 52 h 54"/>
                <a:gd name="T10" fmla="*/ 2 w 53"/>
                <a:gd name="T11" fmla="*/ 53 h 54"/>
                <a:gd name="T12" fmla="*/ 14 w 53"/>
                <a:gd name="T13" fmla="*/ 38 h 54"/>
                <a:gd name="T14" fmla="*/ 24 w 53"/>
                <a:gd name="T15" fmla="*/ 30 h 54"/>
                <a:gd name="T16" fmla="*/ 52 w 53"/>
                <a:gd name="T17" fmla="*/ 4 h 54"/>
                <a:gd name="T18" fmla="*/ 50 w 53"/>
                <a:gd name="T19" fmla="*/ 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54">
                  <a:moveTo>
                    <a:pt x="50" y="1"/>
                  </a:moveTo>
                  <a:cubicBezTo>
                    <a:pt x="44" y="6"/>
                    <a:pt x="39" y="10"/>
                    <a:pt x="33" y="15"/>
                  </a:cubicBezTo>
                  <a:cubicBezTo>
                    <a:pt x="29" y="19"/>
                    <a:pt x="26" y="25"/>
                    <a:pt x="21" y="29"/>
                  </a:cubicBezTo>
                  <a:cubicBezTo>
                    <a:pt x="17" y="33"/>
                    <a:pt x="11" y="35"/>
                    <a:pt x="6" y="39"/>
                  </a:cubicBezTo>
                  <a:cubicBezTo>
                    <a:pt x="3" y="43"/>
                    <a:pt x="2" y="47"/>
                    <a:pt x="0" y="52"/>
                  </a:cubicBezTo>
                  <a:cubicBezTo>
                    <a:pt x="0" y="53"/>
                    <a:pt x="1" y="54"/>
                    <a:pt x="2" y="53"/>
                  </a:cubicBezTo>
                  <a:cubicBezTo>
                    <a:pt x="6" y="47"/>
                    <a:pt x="7" y="42"/>
                    <a:pt x="14" y="38"/>
                  </a:cubicBezTo>
                  <a:cubicBezTo>
                    <a:pt x="18" y="35"/>
                    <a:pt x="21" y="33"/>
                    <a:pt x="24" y="30"/>
                  </a:cubicBezTo>
                  <a:cubicBezTo>
                    <a:pt x="33" y="21"/>
                    <a:pt x="41" y="12"/>
                    <a:pt x="52" y="4"/>
                  </a:cubicBezTo>
                  <a:cubicBezTo>
                    <a:pt x="53" y="3"/>
                    <a:pt x="52" y="0"/>
                    <a:pt x="50"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59" name="chenying0907 190"/>
            <p:cNvSpPr/>
            <p:nvPr/>
          </p:nvSpPr>
          <p:spPr bwMode="auto">
            <a:xfrm>
              <a:off x="7073901" y="2043114"/>
              <a:ext cx="123825" cy="128588"/>
            </a:xfrm>
            <a:custGeom>
              <a:avLst/>
              <a:gdLst>
                <a:gd name="T0" fmla="*/ 55 w 58"/>
                <a:gd name="T1" fmla="*/ 1 h 60"/>
                <a:gd name="T2" fmla="*/ 22 w 58"/>
                <a:gd name="T3" fmla="*/ 34 h 60"/>
                <a:gd name="T4" fmla="*/ 9 w 58"/>
                <a:gd name="T5" fmla="*/ 46 h 60"/>
                <a:gd name="T6" fmla="*/ 0 w 58"/>
                <a:gd name="T7" fmla="*/ 58 h 60"/>
                <a:gd name="T8" fmla="*/ 2 w 58"/>
                <a:gd name="T9" fmla="*/ 60 h 60"/>
                <a:gd name="T10" fmla="*/ 10 w 58"/>
                <a:gd name="T11" fmla="*/ 50 h 60"/>
                <a:gd name="T12" fmla="*/ 24 w 58"/>
                <a:gd name="T13" fmla="*/ 36 h 60"/>
                <a:gd name="T14" fmla="*/ 57 w 58"/>
                <a:gd name="T15" fmla="*/ 2 h 60"/>
                <a:gd name="T16" fmla="*/ 55 w 58"/>
                <a:gd name="T17" fmla="*/ 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60">
                  <a:moveTo>
                    <a:pt x="55" y="1"/>
                  </a:moveTo>
                  <a:cubicBezTo>
                    <a:pt x="44" y="12"/>
                    <a:pt x="33" y="23"/>
                    <a:pt x="22" y="34"/>
                  </a:cubicBezTo>
                  <a:cubicBezTo>
                    <a:pt x="18" y="38"/>
                    <a:pt x="13" y="41"/>
                    <a:pt x="9" y="46"/>
                  </a:cubicBezTo>
                  <a:cubicBezTo>
                    <a:pt x="6" y="50"/>
                    <a:pt x="3" y="54"/>
                    <a:pt x="0" y="58"/>
                  </a:cubicBezTo>
                  <a:cubicBezTo>
                    <a:pt x="0" y="59"/>
                    <a:pt x="1" y="60"/>
                    <a:pt x="2" y="60"/>
                  </a:cubicBezTo>
                  <a:cubicBezTo>
                    <a:pt x="6" y="57"/>
                    <a:pt x="7" y="54"/>
                    <a:pt x="10" y="50"/>
                  </a:cubicBezTo>
                  <a:cubicBezTo>
                    <a:pt x="14" y="45"/>
                    <a:pt x="19" y="41"/>
                    <a:pt x="24" y="36"/>
                  </a:cubicBezTo>
                  <a:cubicBezTo>
                    <a:pt x="35" y="25"/>
                    <a:pt x="46" y="13"/>
                    <a:pt x="57" y="2"/>
                  </a:cubicBezTo>
                  <a:cubicBezTo>
                    <a:pt x="58" y="1"/>
                    <a:pt x="57" y="0"/>
                    <a:pt x="55"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60" name="chenying0907 191"/>
            <p:cNvSpPr/>
            <p:nvPr/>
          </p:nvSpPr>
          <p:spPr bwMode="auto">
            <a:xfrm>
              <a:off x="7088188" y="2090739"/>
              <a:ext cx="115888" cy="109538"/>
            </a:xfrm>
            <a:custGeom>
              <a:avLst/>
              <a:gdLst>
                <a:gd name="T0" fmla="*/ 51 w 54"/>
                <a:gd name="T1" fmla="*/ 1 h 51"/>
                <a:gd name="T2" fmla="*/ 1 w 54"/>
                <a:gd name="T3" fmla="*/ 49 h 51"/>
                <a:gd name="T4" fmla="*/ 2 w 54"/>
                <a:gd name="T5" fmla="*/ 50 h 51"/>
                <a:gd name="T6" fmla="*/ 29 w 54"/>
                <a:gd name="T7" fmla="*/ 25 h 51"/>
                <a:gd name="T8" fmla="*/ 53 w 54"/>
                <a:gd name="T9" fmla="*/ 3 h 51"/>
                <a:gd name="T10" fmla="*/ 51 w 54"/>
                <a:gd name="T11" fmla="*/ 1 h 51"/>
              </a:gdLst>
              <a:ahLst/>
              <a:cxnLst>
                <a:cxn ang="0">
                  <a:pos x="T0" y="T1"/>
                </a:cxn>
                <a:cxn ang="0">
                  <a:pos x="T2" y="T3"/>
                </a:cxn>
                <a:cxn ang="0">
                  <a:pos x="T4" y="T5"/>
                </a:cxn>
                <a:cxn ang="0">
                  <a:pos x="T6" y="T7"/>
                </a:cxn>
                <a:cxn ang="0">
                  <a:pos x="T8" y="T9"/>
                </a:cxn>
                <a:cxn ang="0">
                  <a:pos x="T10" y="T11"/>
                </a:cxn>
              </a:cxnLst>
              <a:rect l="0" t="0" r="r" b="b"/>
              <a:pathLst>
                <a:path w="54" h="51">
                  <a:moveTo>
                    <a:pt x="51" y="1"/>
                  </a:moveTo>
                  <a:cubicBezTo>
                    <a:pt x="37" y="20"/>
                    <a:pt x="15" y="30"/>
                    <a:pt x="1" y="49"/>
                  </a:cubicBezTo>
                  <a:cubicBezTo>
                    <a:pt x="0" y="50"/>
                    <a:pt x="2" y="51"/>
                    <a:pt x="2" y="50"/>
                  </a:cubicBezTo>
                  <a:cubicBezTo>
                    <a:pt x="12" y="43"/>
                    <a:pt x="20" y="33"/>
                    <a:pt x="29" y="25"/>
                  </a:cubicBezTo>
                  <a:cubicBezTo>
                    <a:pt x="38" y="18"/>
                    <a:pt x="47" y="12"/>
                    <a:pt x="53" y="3"/>
                  </a:cubicBezTo>
                  <a:cubicBezTo>
                    <a:pt x="54" y="1"/>
                    <a:pt x="52" y="0"/>
                    <a:pt x="51"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61" name="chenying0907 192"/>
            <p:cNvSpPr/>
            <p:nvPr/>
          </p:nvSpPr>
          <p:spPr bwMode="auto">
            <a:xfrm>
              <a:off x="7062788" y="2144714"/>
              <a:ext cx="120650" cy="112713"/>
            </a:xfrm>
            <a:custGeom>
              <a:avLst/>
              <a:gdLst>
                <a:gd name="T0" fmla="*/ 53 w 56"/>
                <a:gd name="T1" fmla="*/ 1 h 53"/>
                <a:gd name="T2" fmla="*/ 1 w 56"/>
                <a:gd name="T3" fmla="*/ 51 h 53"/>
                <a:gd name="T4" fmla="*/ 2 w 56"/>
                <a:gd name="T5" fmla="*/ 53 h 53"/>
                <a:gd name="T6" fmla="*/ 55 w 56"/>
                <a:gd name="T7" fmla="*/ 3 h 53"/>
                <a:gd name="T8" fmla="*/ 53 w 56"/>
                <a:gd name="T9" fmla="*/ 1 h 53"/>
              </a:gdLst>
              <a:ahLst/>
              <a:cxnLst>
                <a:cxn ang="0">
                  <a:pos x="T0" y="T1"/>
                </a:cxn>
                <a:cxn ang="0">
                  <a:pos x="T2" y="T3"/>
                </a:cxn>
                <a:cxn ang="0">
                  <a:pos x="T4" y="T5"/>
                </a:cxn>
                <a:cxn ang="0">
                  <a:pos x="T6" y="T7"/>
                </a:cxn>
                <a:cxn ang="0">
                  <a:pos x="T8" y="T9"/>
                </a:cxn>
              </a:cxnLst>
              <a:rect l="0" t="0" r="r" b="b"/>
              <a:pathLst>
                <a:path w="56" h="53">
                  <a:moveTo>
                    <a:pt x="53" y="1"/>
                  </a:moveTo>
                  <a:cubicBezTo>
                    <a:pt x="36" y="18"/>
                    <a:pt x="15" y="32"/>
                    <a:pt x="1" y="51"/>
                  </a:cubicBezTo>
                  <a:cubicBezTo>
                    <a:pt x="0" y="52"/>
                    <a:pt x="1" y="53"/>
                    <a:pt x="2" y="53"/>
                  </a:cubicBezTo>
                  <a:cubicBezTo>
                    <a:pt x="21" y="38"/>
                    <a:pt x="38" y="20"/>
                    <a:pt x="55" y="3"/>
                  </a:cubicBezTo>
                  <a:cubicBezTo>
                    <a:pt x="56" y="2"/>
                    <a:pt x="54" y="0"/>
                    <a:pt x="53"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62" name="chenying0907 193"/>
            <p:cNvSpPr/>
            <p:nvPr/>
          </p:nvSpPr>
          <p:spPr bwMode="auto">
            <a:xfrm>
              <a:off x="6991351" y="2224089"/>
              <a:ext cx="133350" cy="130175"/>
            </a:xfrm>
            <a:custGeom>
              <a:avLst/>
              <a:gdLst>
                <a:gd name="T0" fmla="*/ 59 w 62"/>
                <a:gd name="T1" fmla="*/ 1 h 61"/>
                <a:gd name="T2" fmla="*/ 45 w 62"/>
                <a:gd name="T3" fmla="*/ 12 h 61"/>
                <a:gd name="T4" fmla="*/ 29 w 62"/>
                <a:gd name="T5" fmla="*/ 25 h 61"/>
                <a:gd name="T6" fmla="*/ 14 w 62"/>
                <a:gd name="T7" fmla="*/ 44 h 61"/>
                <a:gd name="T8" fmla="*/ 1 w 62"/>
                <a:gd name="T9" fmla="*/ 59 h 61"/>
                <a:gd name="T10" fmla="*/ 2 w 62"/>
                <a:gd name="T11" fmla="*/ 61 h 61"/>
                <a:gd name="T12" fmla="*/ 10 w 62"/>
                <a:gd name="T13" fmla="*/ 54 h 61"/>
                <a:gd name="T14" fmla="*/ 26 w 62"/>
                <a:gd name="T15" fmla="*/ 34 h 61"/>
                <a:gd name="T16" fmla="*/ 44 w 62"/>
                <a:gd name="T17" fmla="*/ 17 h 61"/>
                <a:gd name="T18" fmla="*/ 53 w 62"/>
                <a:gd name="T19" fmla="*/ 10 h 61"/>
                <a:gd name="T20" fmla="*/ 60 w 62"/>
                <a:gd name="T21" fmla="*/ 4 h 61"/>
                <a:gd name="T22" fmla="*/ 59 w 62"/>
                <a:gd name="T23" fmla="*/ 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61">
                  <a:moveTo>
                    <a:pt x="59" y="1"/>
                  </a:moveTo>
                  <a:cubicBezTo>
                    <a:pt x="54" y="3"/>
                    <a:pt x="50" y="8"/>
                    <a:pt x="45" y="12"/>
                  </a:cubicBezTo>
                  <a:cubicBezTo>
                    <a:pt x="40" y="16"/>
                    <a:pt x="34" y="20"/>
                    <a:pt x="29" y="25"/>
                  </a:cubicBezTo>
                  <a:cubicBezTo>
                    <a:pt x="23" y="31"/>
                    <a:pt x="18" y="37"/>
                    <a:pt x="14" y="44"/>
                  </a:cubicBezTo>
                  <a:cubicBezTo>
                    <a:pt x="10" y="49"/>
                    <a:pt x="7" y="56"/>
                    <a:pt x="1" y="59"/>
                  </a:cubicBezTo>
                  <a:cubicBezTo>
                    <a:pt x="0" y="60"/>
                    <a:pt x="1" y="61"/>
                    <a:pt x="2" y="61"/>
                  </a:cubicBezTo>
                  <a:cubicBezTo>
                    <a:pt x="6" y="60"/>
                    <a:pt x="8" y="57"/>
                    <a:pt x="10" y="54"/>
                  </a:cubicBezTo>
                  <a:cubicBezTo>
                    <a:pt x="15" y="48"/>
                    <a:pt x="20" y="40"/>
                    <a:pt x="26" y="34"/>
                  </a:cubicBezTo>
                  <a:cubicBezTo>
                    <a:pt x="31" y="27"/>
                    <a:pt x="37" y="22"/>
                    <a:pt x="44" y="17"/>
                  </a:cubicBezTo>
                  <a:cubicBezTo>
                    <a:pt x="47" y="15"/>
                    <a:pt x="50" y="13"/>
                    <a:pt x="53" y="10"/>
                  </a:cubicBezTo>
                  <a:cubicBezTo>
                    <a:pt x="56" y="8"/>
                    <a:pt x="57" y="5"/>
                    <a:pt x="60" y="4"/>
                  </a:cubicBezTo>
                  <a:cubicBezTo>
                    <a:pt x="62" y="3"/>
                    <a:pt x="60" y="0"/>
                    <a:pt x="59"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63" name="chenying0907 194"/>
            <p:cNvSpPr/>
            <p:nvPr/>
          </p:nvSpPr>
          <p:spPr bwMode="auto">
            <a:xfrm>
              <a:off x="7008813" y="2201864"/>
              <a:ext cx="195263" cy="212725"/>
            </a:xfrm>
            <a:custGeom>
              <a:avLst/>
              <a:gdLst>
                <a:gd name="T0" fmla="*/ 88 w 91"/>
                <a:gd name="T1" fmla="*/ 1 h 99"/>
                <a:gd name="T2" fmla="*/ 74 w 91"/>
                <a:gd name="T3" fmla="*/ 12 h 99"/>
                <a:gd name="T4" fmla="*/ 64 w 91"/>
                <a:gd name="T5" fmla="*/ 24 h 99"/>
                <a:gd name="T6" fmla="*/ 37 w 91"/>
                <a:gd name="T7" fmla="*/ 49 h 99"/>
                <a:gd name="T8" fmla="*/ 14 w 91"/>
                <a:gd name="T9" fmla="*/ 76 h 99"/>
                <a:gd name="T10" fmla="*/ 0 w 91"/>
                <a:gd name="T11" fmla="*/ 97 h 99"/>
                <a:gd name="T12" fmla="*/ 3 w 91"/>
                <a:gd name="T13" fmla="*/ 98 h 99"/>
                <a:gd name="T14" fmla="*/ 44 w 91"/>
                <a:gd name="T15" fmla="*/ 48 h 99"/>
                <a:gd name="T16" fmla="*/ 67 w 91"/>
                <a:gd name="T17" fmla="*/ 26 h 99"/>
                <a:gd name="T18" fmla="*/ 77 w 91"/>
                <a:gd name="T19" fmla="*/ 14 h 99"/>
                <a:gd name="T20" fmla="*/ 90 w 91"/>
                <a:gd name="T21" fmla="*/ 3 h 99"/>
                <a:gd name="T22" fmla="*/ 88 w 91"/>
                <a:gd name="T23" fmla="*/ 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1" h="99">
                  <a:moveTo>
                    <a:pt x="88" y="1"/>
                  </a:moveTo>
                  <a:cubicBezTo>
                    <a:pt x="83" y="5"/>
                    <a:pt x="79" y="8"/>
                    <a:pt x="74" y="12"/>
                  </a:cubicBezTo>
                  <a:cubicBezTo>
                    <a:pt x="71" y="16"/>
                    <a:pt x="68" y="21"/>
                    <a:pt x="64" y="24"/>
                  </a:cubicBezTo>
                  <a:cubicBezTo>
                    <a:pt x="56" y="33"/>
                    <a:pt x="46" y="40"/>
                    <a:pt x="37" y="49"/>
                  </a:cubicBezTo>
                  <a:cubicBezTo>
                    <a:pt x="29" y="57"/>
                    <a:pt x="21" y="66"/>
                    <a:pt x="14" y="76"/>
                  </a:cubicBezTo>
                  <a:cubicBezTo>
                    <a:pt x="9" y="82"/>
                    <a:pt x="2" y="89"/>
                    <a:pt x="0" y="97"/>
                  </a:cubicBezTo>
                  <a:cubicBezTo>
                    <a:pt x="0" y="98"/>
                    <a:pt x="2" y="99"/>
                    <a:pt x="3" y="98"/>
                  </a:cubicBezTo>
                  <a:cubicBezTo>
                    <a:pt x="15" y="80"/>
                    <a:pt x="28" y="63"/>
                    <a:pt x="44" y="48"/>
                  </a:cubicBezTo>
                  <a:cubicBezTo>
                    <a:pt x="51" y="40"/>
                    <a:pt x="60" y="33"/>
                    <a:pt x="67" y="26"/>
                  </a:cubicBezTo>
                  <a:cubicBezTo>
                    <a:pt x="71" y="22"/>
                    <a:pt x="73" y="18"/>
                    <a:pt x="77" y="14"/>
                  </a:cubicBezTo>
                  <a:cubicBezTo>
                    <a:pt x="81" y="10"/>
                    <a:pt x="85" y="7"/>
                    <a:pt x="90" y="3"/>
                  </a:cubicBezTo>
                  <a:cubicBezTo>
                    <a:pt x="91" y="2"/>
                    <a:pt x="89" y="0"/>
                    <a:pt x="88"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64" name="chenying0907 195"/>
            <p:cNvSpPr/>
            <p:nvPr/>
          </p:nvSpPr>
          <p:spPr bwMode="auto">
            <a:xfrm>
              <a:off x="7008813" y="2255839"/>
              <a:ext cx="188913" cy="223838"/>
            </a:xfrm>
            <a:custGeom>
              <a:avLst/>
              <a:gdLst>
                <a:gd name="T0" fmla="*/ 85 w 88"/>
                <a:gd name="T1" fmla="*/ 2 h 104"/>
                <a:gd name="T2" fmla="*/ 64 w 88"/>
                <a:gd name="T3" fmla="*/ 25 h 104"/>
                <a:gd name="T4" fmla="*/ 41 w 88"/>
                <a:gd name="T5" fmla="*/ 51 h 104"/>
                <a:gd name="T6" fmla="*/ 0 w 88"/>
                <a:gd name="T7" fmla="*/ 102 h 104"/>
                <a:gd name="T8" fmla="*/ 2 w 88"/>
                <a:gd name="T9" fmla="*/ 103 h 104"/>
                <a:gd name="T10" fmla="*/ 22 w 88"/>
                <a:gd name="T11" fmla="*/ 79 h 104"/>
                <a:gd name="T12" fmla="*/ 48 w 88"/>
                <a:gd name="T13" fmla="*/ 48 h 104"/>
                <a:gd name="T14" fmla="*/ 71 w 88"/>
                <a:gd name="T15" fmla="*/ 23 h 104"/>
                <a:gd name="T16" fmla="*/ 88 w 88"/>
                <a:gd name="T17" fmla="*/ 3 h 104"/>
                <a:gd name="T18" fmla="*/ 85 w 88"/>
                <a:gd name="T19" fmla="*/ 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104">
                  <a:moveTo>
                    <a:pt x="85" y="2"/>
                  </a:moveTo>
                  <a:cubicBezTo>
                    <a:pt x="81" y="12"/>
                    <a:pt x="72" y="18"/>
                    <a:pt x="64" y="25"/>
                  </a:cubicBezTo>
                  <a:cubicBezTo>
                    <a:pt x="56" y="33"/>
                    <a:pt x="49" y="42"/>
                    <a:pt x="41" y="51"/>
                  </a:cubicBezTo>
                  <a:cubicBezTo>
                    <a:pt x="26" y="67"/>
                    <a:pt x="13" y="84"/>
                    <a:pt x="0" y="102"/>
                  </a:cubicBezTo>
                  <a:cubicBezTo>
                    <a:pt x="0" y="103"/>
                    <a:pt x="1" y="104"/>
                    <a:pt x="2" y="103"/>
                  </a:cubicBezTo>
                  <a:cubicBezTo>
                    <a:pt x="10" y="96"/>
                    <a:pt x="16" y="87"/>
                    <a:pt x="22" y="79"/>
                  </a:cubicBezTo>
                  <a:cubicBezTo>
                    <a:pt x="30" y="68"/>
                    <a:pt x="39" y="58"/>
                    <a:pt x="48" y="48"/>
                  </a:cubicBezTo>
                  <a:cubicBezTo>
                    <a:pt x="55" y="39"/>
                    <a:pt x="62" y="30"/>
                    <a:pt x="71" y="23"/>
                  </a:cubicBezTo>
                  <a:cubicBezTo>
                    <a:pt x="78" y="17"/>
                    <a:pt x="84" y="11"/>
                    <a:pt x="88" y="3"/>
                  </a:cubicBezTo>
                  <a:cubicBezTo>
                    <a:pt x="88" y="1"/>
                    <a:pt x="86" y="0"/>
                    <a:pt x="85" y="2"/>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65" name="chenying0907 196"/>
            <p:cNvSpPr/>
            <p:nvPr/>
          </p:nvSpPr>
          <p:spPr bwMode="auto">
            <a:xfrm>
              <a:off x="6997701" y="2305051"/>
              <a:ext cx="206375" cy="249238"/>
            </a:xfrm>
            <a:custGeom>
              <a:avLst/>
              <a:gdLst>
                <a:gd name="T0" fmla="*/ 93 w 96"/>
                <a:gd name="T1" fmla="*/ 1 h 116"/>
                <a:gd name="T2" fmla="*/ 67 w 96"/>
                <a:gd name="T3" fmla="*/ 28 h 116"/>
                <a:gd name="T4" fmla="*/ 43 w 96"/>
                <a:gd name="T5" fmla="*/ 57 h 116"/>
                <a:gd name="T6" fmla="*/ 21 w 96"/>
                <a:gd name="T7" fmla="*/ 85 h 116"/>
                <a:gd name="T8" fmla="*/ 0 w 96"/>
                <a:gd name="T9" fmla="*/ 114 h 116"/>
                <a:gd name="T10" fmla="*/ 2 w 96"/>
                <a:gd name="T11" fmla="*/ 115 h 116"/>
                <a:gd name="T12" fmla="*/ 10 w 96"/>
                <a:gd name="T13" fmla="*/ 106 h 116"/>
                <a:gd name="T14" fmla="*/ 21 w 96"/>
                <a:gd name="T15" fmla="*/ 90 h 116"/>
                <a:gd name="T16" fmla="*/ 46 w 96"/>
                <a:gd name="T17" fmla="*/ 59 h 116"/>
                <a:gd name="T18" fmla="*/ 69 w 96"/>
                <a:gd name="T19" fmla="*/ 30 h 116"/>
                <a:gd name="T20" fmla="*/ 95 w 96"/>
                <a:gd name="T21" fmla="*/ 3 h 116"/>
                <a:gd name="T22" fmla="*/ 93 w 96"/>
                <a:gd name="T23"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 h="116">
                  <a:moveTo>
                    <a:pt x="93" y="1"/>
                  </a:moveTo>
                  <a:cubicBezTo>
                    <a:pt x="84" y="10"/>
                    <a:pt x="75" y="18"/>
                    <a:pt x="67" y="28"/>
                  </a:cubicBezTo>
                  <a:cubicBezTo>
                    <a:pt x="59" y="38"/>
                    <a:pt x="52" y="48"/>
                    <a:pt x="43" y="57"/>
                  </a:cubicBezTo>
                  <a:cubicBezTo>
                    <a:pt x="35" y="66"/>
                    <a:pt x="28" y="75"/>
                    <a:pt x="21" y="85"/>
                  </a:cubicBezTo>
                  <a:cubicBezTo>
                    <a:pt x="13" y="94"/>
                    <a:pt x="8" y="104"/>
                    <a:pt x="0" y="114"/>
                  </a:cubicBezTo>
                  <a:cubicBezTo>
                    <a:pt x="0" y="115"/>
                    <a:pt x="1" y="116"/>
                    <a:pt x="2" y="115"/>
                  </a:cubicBezTo>
                  <a:cubicBezTo>
                    <a:pt x="5" y="113"/>
                    <a:pt x="7" y="110"/>
                    <a:pt x="10" y="106"/>
                  </a:cubicBezTo>
                  <a:cubicBezTo>
                    <a:pt x="13" y="101"/>
                    <a:pt x="17" y="95"/>
                    <a:pt x="21" y="90"/>
                  </a:cubicBezTo>
                  <a:cubicBezTo>
                    <a:pt x="29" y="79"/>
                    <a:pt x="37" y="69"/>
                    <a:pt x="46" y="59"/>
                  </a:cubicBezTo>
                  <a:cubicBezTo>
                    <a:pt x="54" y="50"/>
                    <a:pt x="61" y="40"/>
                    <a:pt x="69" y="30"/>
                  </a:cubicBezTo>
                  <a:cubicBezTo>
                    <a:pt x="77" y="21"/>
                    <a:pt x="86" y="12"/>
                    <a:pt x="95" y="3"/>
                  </a:cubicBezTo>
                  <a:cubicBezTo>
                    <a:pt x="96" y="2"/>
                    <a:pt x="94" y="0"/>
                    <a:pt x="93"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66" name="chenying0907 197"/>
            <p:cNvSpPr/>
            <p:nvPr/>
          </p:nvSpPr>
          <p:spPr bwMode="auto">
            <a:xfrm>
              <a:off x="7004051" y="2339976"/>
              <a:ext cx="217488" cy="279400"/>
            </a:xfrm>
            <a:custGeom>
              <a:avLst/>
              <a:gdLst>
                <a:gd name="T0" fmla="*/ 97 w 101"/>
                <a:gd name="T1" fmla="*/ 2 h 130"/>
                <a:gd name="T2" fmla="*/ 66 w 101"/>
                <a:gd name="T3" fmla="*/ 39 h 130"/>
                <a:gd name="T4" fmla="*/ 40 w 101"/>
                <a:gd name="T5" fmla="*/ 72 h 130"/>
                <a:gd name="T6" fmla="*/ 14 w 101"/>
                <a:gd name="T7" fmla="*/ 107 h 130"/>
                <a:gd name="T8" fmla="*/ 2 w 101"/>
                <a:gd name="T9" fmla="*/ 129 h 130"/>
                <a:gd name="T10" fmla="*/ 5 w 101"/>
                <a:gd name="T11" fmla="*/ 128 h 130"/>
                <a:gd name="T12" fmla="*/ 14 w 101"/>
                <a:gd name="T13" fmla="*/ 114 h 130"/>
                <a:gd name="T14" fmla="*/ 23 w 101"/>
                <a:gd name="T15" fmla="*/ 101 h 130"/>
                <a:gd name="T16" fmla="*/ 46 w 101"/>
                <a:gd name="T17" fmla="*/ 70 h 130"/>
                <a:gd name="T18" fmla="*/ 73 w 101"/>
                <a:gd name="T19" fmla="*/ 36 h 130"/>
                <a:gd name="T20" fmla="*/ 100 w 101"/>
                <a:gd name="T21" fmla="*/ 5 h 130"/>
                <a:gd name="T22" fmla="*/ 97 w 101"/>
                <a:gd name="T23" fmla="*/ 2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 h="130">
                  <a:moveTo>
                    <a:pt x="97" y="2"/>
                  </a:moveTo>
                  <a:cubicBezTo>
                    <a:pt x="87" y="15"/>
                    <a:pt x="77" y="27"/>
                    <a:pt x="66" y="39"/>
                  </a:cubicBezTo>
                  <a:cubicBezTo>
                    <a:pt x="56" y="49"/>
                    <a:pt x="48" y="61"/>
                    <a:pt x="40" y="72"/>
                  </a:cubicBezTo>
                  <a:cubicBezTo>
                    <a:pt x="31" y="84"/>
                    <a:pt x="23" y="96"/>
                    <a:pt x="14" y="107"/>
                  </a:cubicBezTo>
                  <a:cubicBezTo>
                    <a:pt x="9" y="113"/>
                    <a:pt x="0" y="120"/>
                    <a:pt x="2" y="129"/>
                  </a:cubicBezTo>
                  <a:cubicBezTo>
                    <a:pt x="3" y="130"/>
                    <a:pt x="4" y="130"/>
                    <a:pt x="5" y="128"/>
                  </a:cubicBezTo>
                  <a:cubicBezTo>
                    <a:pt x="5" y="122"/>
                    <a:pt x="10" y="118"/>
                    <a:pt x="14" y="114"/>
                  </a:cubicBezTo>
                  <a:cubicBezTo>
                    <a:pt x="17" y="110"/>
                    <a:pt x="20" y="105"/>
                    <a:pt x="23" y="101"/>
                  </a:cubicBezTo>
                  <a:cubicBezTo>
                    <a:pt x="30" y="90"/>
                    <a:pt x="39" y="80"/>
                    <a:pt x="46" y="70"/>
                  </a:cubicBezTo>
                  <a:cubicBezTo>
                    <a:pt x="55" y="58"/>
                    <a:pt x="63" y="47"/>
                    <a:pt x="73" y="36"/>
                  </a:cubicBezTo>
                  <a:cubicBezTo>
                    <a:pt x="82" y="26"/>
                    <a:pt x="91" y="15"/>
                    <a:pt x="100" y="5"/>
                  </a:cubicBezTo>
                  <a:cubicBezTo>
                    <a:pt x="101" y="3"/>
                    <a:pt x="98" y="0"/>
                    <a:pt x="97" y="2"/>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67" name="chenying0907 198"/>
            <p:cNvSpPr/>
            <p:nvPr/>
          </p:nvSpPr>
          <p:spPr bwMode="auto">
            <a:xfrm>
              <a:off x="6997701" y="2419351"/>
              <a:ext cx="211138" cy="263525"/>
            </a:xfrm>
            <a:custGeom>
              <a:avLst/>
              <a:gdLst>
                <a:gd name="T0" fmla="*/ 96 w 98"/>
                <a:gd name="T1" fmla="*/ 1 h 123"/>
                <a:gd name="T2" fmla="*/ 45 w 98"/>
                <a:gd name="T3" fmla="*/ 58 h 123"/>
                <a:gd name="T4" fmla="*/ 0 w 98"/>
                <a:gd name="T5" fmla="*/ 121 h 123"/>
                <a:gd name="T6" fmla="*/ 2 w 98"/>
                <a:gd name="T7" fmla="*/ 122 h 123"/>
                <a:gd name="T8" fmla="*/ 25 w 98"/>
                <a:gd name="T9" fmla="*/ 89 h 123"/>
                <a:gd name="T10" fmla="*/ 47 w 98"/>
                <a:gd name="T11" fmla="*/ 61 h 123"/>
                <a:gd name="T12" fmla="*/ 97 w 98"/>
                <a:gd name="T13" fmla="*/ 2 h 123"/>
                <a:gd name="T14" fmla="*/ 96 w 98"/>
                <a:gd name="T15" fmla="*/ 1 h 1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123">
                  <a:moveTo>
                    <a:pt x="96" y="1"/>
                  </a:moveTo>
                  <a:cubicBezTo>
                    <a:pt x="79" y="20"/>
                    <a:pt x="60" y="38"/>
                    <a:pt x="45" y="58"/>
                  </a:cubicBezTo>
                  <a:cubicBezTo>
                    <a:pt x="30" y="79"/>
                    <a:pt x="9" y="97"/>
                    <a:pt x="0" y="121"/>
                  </a:cubicBezTo>
                  <a:cubicBezTo>
                    <a:pt x="0" y="122"/>
                    <a:pt x="2" y="123"/>
                    <a:pt x="2" y="122"/>
                  </a:cubicBezTo>
                  <a:cubicBezTo>
                    <a:pt x="10" y="111"/>
                    <a:pt x="17" y="99"/>
                    <a:pt x="25" y="89"/>
                  </a:cubicBezTo>
                  <a:cubicBezTo>
                    <a:pt x="33" y="80"/>
                    <a:pt x="40" y="71"/>
                    <a:pt x="47" y="61"/>
                  </a:cubicBezTo>
                  <a:cubicBezTo>
                    <a:pt x="62" y="40"/>
                    <a:pt x="80" y="22"/>
                    <a:pt x="97" y="2"/>
                  </a:cubicBezTo>
                  <a:cubicBezTo>
                    <a:pt x="98" y="1"/>
                    <a:pt x="96" y="0"/>
                    <a:pt x="96"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68" name="chenying0907 199"/>
            <p:cNvSpPr/>
            <p:nvPr/>
          </p:nvSpPr>
          <p:spPr bwMode="auto">
            <a:xfrm>
              <a:off x="7029451" y="2479676"/>
              <a:ext cx="150813" cy="203200"/>
            </a:xfrm>
            <a:custGeom>
              <a:avLst/>
              <a:gdLst>
                <a:gd name="T0" fmla="*/ 69 w 70"/>
                <a:gd name="T1" fmla="*/ 1 h 95"/>
                <a:gd name="T2" fmla="*/ 67 w 70"/>
                <a:gd name="T3" fmla="*/ 1 h 95"/>
                <a:gd name="T4" fmla="*/ 28 w 70"/>
                <a:gd name="T5" fmla="*/ 51 h 95"/>
                <a:gd name="T6" fmla="*/ 0 w 70"/>
                <a:gd name="T7" fmla="*/ 93 h 95"/>
                <a:gd name="T8" fmla="*/ 3 w 70"/>
                <a:gd name="T9" fmla="*/ 94 h 95"/>
                <a:gd name="T10" fmla="*/ 18 w 70"/>
                <a:gd name="T11" fmla="*/ 69 h 95"/>
                <a:gd name="T12" fmla="*/ 37 w 70"/>
                <a:gd name="T13" fmla="*/ 45 h 95"/>
                <a:gd name="T14" fmla="*/ 53 w 70"/>
                <a:gd name="T15" fmla="*/ 24 h 95"/>
                <a:gd name="T16" fmla="*/ 68 w 70"/>
                <a:gd name="T17" fmla="*/ 4 h 95"/>
                <a:gd name="T18" fmla="*/ 70 w 70"/>
                <a:gd name="T19" fmla="*/ 3 h 95"/>
                <a:gd name="T20" fmla="*/ 69 w 70"/>
                <a:gd name="T21" fmla="*/ 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95">
                  <a:moveTo>
                    <a:pt x="69" y="1"/>
                  </a:moveTo>
                  <a:cubicBezTo>
                    <a:pt x="69" y="1"/>
                    <a:pt x="68" y="0"/>
                    <a:pt x="67" y="1"/>
                  </a:cubicBezTo>
                  <a:cubicBezTo>
                    <a:pt x="54" y="18"/>
                    <a:pt x="41" y="35"/>
                    <a:pt x="28" y="51"/>
                  </a:cubicBezTo>
                  <a:cubicBezTo>
                    <a:pt x="18" y="64"/>
                    <a:pt x="2" y="77"/>
                    <a:pt x="0" y="93"/>
                  </a:cubicBezTo>
                  <a:cubicBezTo>
                    <a:pt x="0" y="95"/>
                    <a:pt x="2" y="95"/>
                    <a:pt x="3" y="94"/>
                  </a:cubicBezTo>
                  <a:cubicBezTo>
                    <a:pt x="5" y="84"/>
                    <a:pt x="11" y="76"/>
                    <a:pt x="18" y="69"/>
                  </a:cubicBezTo>
                  <a:cubicBezTo>
                    <a:pt x="24" y="61"/>
                    <a:pt x="30" y="53"/>
                    <a:pt x="37" y="45"/>
                  </a:cubicBezTo>
                  <a:cubicBezTo>
                    <a:pt x="42" y="38"/>
                    <a:pt x="48" y="31"/>
                    <a:pt x="53" y="24"/>
                  </a:cubicBezTo>
                  <a:cubicBezTo>
                    <a:pt x="55" y="22"/>
                    <a:pt x="69" y="7"/>
                    <a:pt x="68" y="4"/>
                  </a:cubicBezTo>
                  <a:cubicBezTo>
                    <a:pt x="68" y="5"/>
                    <a:pt x="70" y="4"/>
                    <a:pt x="70" y="3"/>
                  </a:cubicBezTo>
                  <a:cubicBezTo>
                    <a:pt x="70" y="2"/>
                    <a:pt x="69" y="2"/>
                    <a:pt x="69"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69" name="chenying0907 200"/>
            <p:cNvSpPr/>
            <p:nvPr/>
          </p:nvSpPr>
          <p:spPr bwMode="auto">
            <a:xfrm>
              <a:off x="7029451" y="2519364"/>
              <a:ext cx="168275" cy="222250"/>
            </a:xfrm>
            <a:custGeom>
              <a:avLst/>
              <a:gdLst>
                <a:gd name="T0" fmla="*/ 75 w 78"/>
                <a:gd name="T1" fmla="*/ 1 h 103"/>
                <a:gd name="T2" fmla="*/ 51 w 78"/>
                <a:gd name="T3" fmla="*/ 27 h 103"/>
                <a:gd name="T4" fmla="*/ 42 w 78"/>
                <a:gd name="T5" fmla="*/ 41 h 103"/>
                <a:gd name="T6" fmla="*/ 29 w 78"/>
                <a:gd name="T7" fmla="*/ 54 h 103"/>
                <a:gd name="T8" fmla="*/ 12 w 78"/>
                <a:gd name="T9" fmla="*/ 78 h 103"/>
                <a:gd name="T10" fmla="*/ 7 w 78"/>
                <a:gd name="T11" fmla="*/ 87 h 103"/>
                <a:gd name="T12" fmla="*/ 1 w 78"/>
                <a:gd name="T13" fmla="*/ 101 h 103"/>
                <a:gd name="T14" fmla="*/ 2 w 78"/>
                <a:gd name="T15" fmla="*/ 103 h 103"/>
                <a:gd name="T16" fmla="*/ 10 w 78"/>
                <a:gd name="T17" fmla="*/ 90 h 103"/>
                <a:gd name="T18" fmla="*/ 29 w 78"/>
                <a:gd name="T19" fmla="*/ 60 h 103"/>
                <a:gd name="T20" fmla="*/ 50 w 78"/>
                <a:gd name="T21" fmla="*/ 34 h 103"/>
                <a:gd name="T22" fmla="*/ 77 w 78"/>
                <a:gd name="T23" fmla="*/ 3 h 103"/>
                <a:gd name="T24" fmla="*/ 75 w 78"/>
                <a:gd name="T25"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103">
                  <a:moveTo>
                    <a:pt x="75" y="1"/>
                  </a:moveTo>
                  <a:cubicBezTo>
                    <a:pt x="67" y="9"/>
                    <a:pt x="59" y="18"/>
                    <a:pt x="51" y="27"/>
                  </a:cubicBezTo>
                  <a:cubicBezTo>
                    <a:pt x="48" y="32"/>
                    <a:pt x="45" y="36"/>
                    <a:pt x="42" y="41"/>
                  </a:cubicBezTo>
                  <a:cubicBezTo>
                    <a:pt x="38" y="46"/>
                    <a:pt x="34" y="49"/>
                    <a:pt x="29" y="54"/>
                  </a:cubicBezTo>
                  <a:cubicBezTo>
                    <a:pt x="23" y="61"/>
                    <a:pt x="17" y="70"/>
                    <a:pt x="12" y="78"/>
                  </a:cubicBezTo>
                  <a:cubicBezTo>
                    <a:pt x="10" y="81"/>
                    <a:pt x="8" y="84"/>
                    <a:pt x="7" y="87"/>
                  </a:cubicBezTo>
                  <a:cubicBezTo>
                    <a:pt x="5" y="92"/>
                    <a:pt x="6" y="98"/>
                    <a:pt x="1" y="101"/>
                  </a:cubicBezTo>
                  <a:cubicBezTo>
                    <a:pt x="0" y="101"/>
                    <a:pt x="0" y="103"/>
                    <a:pt x="2" y="103"/>
                  </a:cubicBezTo>
                  <a:cubicBezTo>
                    <a:pt x="8" y="102"/>
                    <a:pt x="8" y="95"/>
                    <a:pt x="10" y="90"/>
                  </a:cubicBezTo>
                  <a:cubicBezTo>
                    <a:pt x="13" y="79"/>
                    <a:pt x="22" y="68"/>
                    <a:pt x="29" y="60"/>
                  </a:cubicBezTo>
                  <a:cubicBezTo>
                    <a:pt x="36" y="51"/>
                    <a:pt x="44" y="44"/>
                    <a:pt x="50" y="34"/>
                  </a:cubicBezTo>
                  <a:cubicBezTo>
                    <a:pt x="57" y="23"/>
                    <a:pt x="68" y="12"/>
                    <a:pt x="77" y="3"/>
                  </a:cubicBezTo>
                  <a:cubicBezTo>
                    <a:pt x="78" y="1"/>
                    <a:pt x="77" y="0"/>
                    <a:pt x="75"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70" name="chenying0907 201"/>
            <p:cNvSpPr/>
            <p:nvPr/>
          </p:nvSpPr>
          <p:spPr bwMode="auto">
            <a:xfrm>
              <a:off x="7056438" y="2598739"/>
              <a:ext cx="136525" cy="174625"/>
            </a:xfrm>
            <a:custGeom>
              <a:avLst/>
              <a:gdLst>
                <a:gd name="T0" fmla="*/ 61 w 64"/>
                <a:gd name="T1" fmla="*/ 1 h 81"/>
                <a:gd name="T2" fmla="*/ 22 w 64"/>
                <a:gd name="T3" fmla="*/ 47 h 81"/>
                <a:gd name="T4" fmla="*/ 8 w 64"/>
                <a:gd name="T5" fmla="*/ 64 h 81"/>
                <a:gd name="T6" fmla="*/ 1 w 64"/>
                <a:gd name="T7" fmla="*/ 80 h 81"/>
                <a:gd name="T8" fmla="*/ 3 w 64"/>
                <a:gd name="T9" fmla="*/ 80 h 81"/>
                <a:gd name="T10" fmla="*/ 16 w 64"/>
                <a:gd name="T11" fmla="*/ 58 h 81"/>
                <a:gd name="T12" fmla="*/ 30 w 64"/>
                <a:gd name="T13" fmla="*/ 42 h 81"/>
                <a:gd name="T14" fmla="*/ 63 w 64"/>
                <a:gd name="T15" fmla="*/ 3 h 81"/>
                <a:gd name="T16" fmla="*/ 61 w 64"/>
                <a:gd name="T17" fmla="*/ 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81">
                  <a:moveTo>
                    <a:pt x="61" y="1"/>
                  </a:moveTo>
                  <a:cubicBezTo>
                    <a:pt x="46" y="15"/>
                    <a:pt x="35" y="32"/>
                    <a:pt x="22" y="47"/>
                  </a:cubicBezTo>
                  <a:cubicBezTo>
                    <a:pt x="17" y="53"/>
                    <a:pt x="12" y="58"/>
                    <a:pt x="8" y="64"/>
                  </a:cubicBezTo>
                  <a:cubicBezTo>
                    <a:pt x="5" y="69"/>
                    <a:pt x="0" y="74"/>
                    <a:pt x="1" y="80"/>
                  </a:cubicBezTo>
                  <a:cubicBezTo>
                    <a:pt x="1" y="81"/>
                    <a:pt x="3" y="81"/>
                    <a:pt x="3" y="80"/>
                  </a:cubicBezTo>
                  <a:cubicBezTo>
                    <a:pt x="4" y="73"/>
                    <a:pt x="11" y="63"/>
                    <a:pt x="16" y="58"/>
                  </a:cubicBezTo>
                  <a:cubicBezTo>
                    <a:pt x="21" y="53"/>
                    <a:pt x="26" y="47"/>
                    <a:pt x="30" y="42"/>
                  </a:cubicBezTo>
                  <a:cubicBezTo>
                    <a:pt x="41" y="28"/>
                    <a:pt x="51" y="15"/>
                    <a:pt x="63" y="3"/>
                  </a:cubicBezTo>
                  <a:cubicBezTo>
                    <a:pt x="64" y="2"/>
                    <a:pt x="62" y="0"/>
                    <a:pt x="61"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71" name="chenying0907 202"/>
            <p:cNvSpPr/>
            <p:nvPr/>
          </p:nvSpPr>
          <p:spPr bwMode="auto">
            <a:xfrm>
              <a:off x="7105651" y="2595564"/>
              <a:ext cx="134938" cy="177800"/>
            </a:xfrm>
            <a:custGeom>
              <a:avLst/>
              <a:gdLst>
                <a:gd name="T0" fmla="*/ 60 w 63"/>
                <a:gd name="T1" fmla="*/ 1 h 83"/>
                <a:gd name="T2" fmla="*/ 27 w 63"/>
                <a:gd name="T3" fmla="*/ 45 h 83"/>
                <a:gd name="T4" fmla="*/ 11 w 63"/>
                <a:gd name="T5" fmla="*/ 63 h 83"/>
                <a:gd name="T6" fmla="*/ 1 w 63"/>
                <a:gd name="T7" fmla="*/ 81 h 83"/>
                <a:gd name="T8" fmla="*/ 2 w 63"/>
                <a:gd name="T9" fmla="*/ 83 h 83"/>
                <a:gd name="T10" fmla="*/ 9 w 63"/>
                <a:gd name="T11" fmla="*/ 74 h 83"/>
                <a:gd name="T12" fmla="*/ 27 w 63"/>
                <a:gd name="T13" fmla="*/ 49 h 83"/>
                <a:gd name="T14" fmla="*/ 62 w 63"/>
                <a:gd name="T15" fmla="*/ 2 h 83"/>
                <a:gd name="T16" fmla="*/ 60 w 63"/>
                <a:gd name="T17" fmla="*/ 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83">
                  <a:moveTo>
                    <a:pt x="60" y="1"/>
                  </a:moveTo>
                  <a:cubicBezTo>
                    <a:pt x="49" y="15"/>
                    <a:pt x="39" y="31"/>
                    <a:pt x="27" y="45"/>
                  </a:cubicBezTo>
                  <a:cubicBezTo>
                    <a:pt x="22" y="51"/>
                    <a:pt x="16" y="57"/>
                    <a:pt x="11" y="63"/>
                  </a:cubicBezTo>
                  <a:cubicBezTo>
                    <a:pt x="8" y="68"/>
                    <a:pt x="5" y="79"/>
                    <a:pt x="1" y="81"/>
                  </a:cubicBezTo>
                  <a:cubicBezTo>
                    <a:pt x="0" y="81"/>
                    <a:pt x="0" y="83"/>
                    <a:pt x="2" y="83"/>
                  </a:cubicBezTo>
                  <a:cubicBezTo>
                    <a:pt x="6" y="82"/>
                    <a:pt x="7" y="78"/>
                    <a:pt x="9" y="74"/>
                  </a:cubicBezTo>
                  <a:cubicBezTo>
                    <a:pt x="13" y="65"/>
                    <a:pt x="21" y="57"/>
                    <a:pt x="27" y="49"/>
                  </a:cubicBezTo>
                  <a:cubicBezTo>
                    <a:pt x="40" y="34"/>
                    <a:pt x="51" y="19"/>
                    <a:pt x="62" y="2"/>
                  </a:cubicBezTo>
                  <a:cubicBezTo>
                    <a:pt x="63" y="1"/>
                    <a:pt x="61" y="0"/>
                    <a:pt x="60"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72" name="chenying0907 203"/>
            <p:cNvSpPr/>
            <p:nvPr/>
          </p:nvSpPr>
          <p:spPr bwMode="auto">
            <a:xfrm>
              <a:off x="7165976" y="2643189"/>
              <a:ext cx="96838" cy="134938"/>
            </a:xfrm>
            <a:custGeom>
              <a:avLst/>
              <a:gdLst>
                <a:gd name="T0" fmla="*/ 42 w 45"/>
                <a:gd name="T1" fmla="*/ 2 h 63"/>
                <a:gd name="T2" fmla="*/ 15 w 45"/>
                <a:gd name="T3" fmla="*/ 36 h 63"/>
                <a:gd name="T4" fmla="*/ 4 w 45"/>
                <a:gd name="T5" fmla="*/ 54 h 63"/>
                <a:gd name="T6" fmla="*/ 0 w 45"/>
                <a:gd name="T7" fmla="*/ 62 h 63"/>
                <a:gd name="T8" fmla="*/ 2 w 45"/>
                <a:gd name="T9" fmla="*/ 62 h 63"/>
                <a:gd name="T10" fmla="*/ 9 w 45"/>
                <a:gd name="T11" fmla="*/ 50 h 63"/>
                <a:gd name="T12" fmla="*/ 20 w 45"/>
                <a:gd name="T13" fmla="*/ 33 h 63"/>
                <a:gd name="T14" fmla="*/ 44 w 45"/>
                <a:gd name="T15" fmla="*/ 3 h 63"/>
                <a:gd name="T16" fmla="*/ 42 w 45"/>
                <a:gd name="T17" fmla="*/ 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63">
                  <a:moveTo>
                    <a:pt x="42" y="2"/>
                  </a:moveTo>
                  <a:cubicBezTo>
                    <a:pt x="34" y="14"/>
                    <a:pt x="24" y="24"/>
                    <a:pt x="15" y="36"/>
                  </a:cubicBezTo>
                  <a:cubicBezTo>
                    <a:pt x="11" y="42"/>
                    <a:pt x="8" y="48"/>
                    <a:pt x="4" y="54"/>
                  </a:cubicBezTo>
                  <a:cubicBezTo>
                    <a:pt x="2" y="57"/>
                    <a:pt x="0" y="59"/>
                    <a:pt x="0" y="62"/>
                  </a:cubicBezTo>
                  <a:cubicBezTo>
                    <a:pt x="0" y="63"/>
                    <a:pt x="1" y="63"/>
                    <a:pt x="2" y="62"/>
                  </a:cubicBezTo>
                  <a:cubicBezTo>
                    <a:pt x="3" y="58"/>
                    <a:pt x="7" y="54"/>
                    <a:pt x="9" y="50"/>
                  </a:cubicBezTo>
                  <a:cubicBezTo>
                    <a:pt x="13" y="45"/>
                    <a:pt x="17" y="39"/>
                    <a:pt x="20" y="33"/>
                  </a:cubicBezTo>
                  <a:cubicBezTo>
                    <a:pt x="28" y="23"/>
                    <a:pt x="37" y="14"/>
                    <a:pt x="44" y="3"/>
                  </a:cubicBezTo>
                  <a:cubicBezTo>
                    <a:pt x="45" y="2"/>
                    <a:pt x="43" y="0"/>
                    <a:pt x="42" y="2"/>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73" name="chenying0907 204"/>
            <p:cNvSpPr/>
            <p:nvPr/>
          </p:nvSpPr>
          <p:spPr bwMode="auto">
            <a:xfrm>
              <a:off x="7208838" y="2657476"/>
              <a:ext cx="96838" cy="138113"/>
            </a:xfrm>
            <a:custGeom>
              <a:avLst/>
              <a:gdLst>
                <a:gd name="T0" fmla="*/ 42 w 45"/>
                <a:gd name="T1" fmla="*/ 2 h 64"/>
                <a:gd name="T2" fmla="*/ 16 w 45"/>
                <a:gd name="T3" fmla="*/ 35 h 64"/>
                <a:gd name="T4" fmla="*/ 4 w 45"/>
                <a:gd name="T5" fmla="*/ 53 h 64"/>
                <a:gd name="T6" fmla="*/ 0 w 45"/>
                <a:gd name="T7" fmla="*/ 63 h 64"/>
                <a:gd name="T8" fmla="*/ 2 w 45"/>
                <a:gd name="T9" fmla="*/ 63 h 64"/>
                <a:gd name="T10" fmla="*/ 10 w 45"/>
                <a:gd name="T11" fmla="*/ 51 h 64"/>
                <a:gd name="T12" fmla="*/ 21 w 45"/>
                <a:gd name="T13" fmla="*/ 34 h 64"/>
                <a:gd name="T14" fmla="*/ 44 w 45"/>
                <a:gd name="T15" fmla="*/ 3 h 64"/>
                <a:gd name="T16" fmla="*/ 42 w 45"/>
                <a:gd name="T17" fmla="*/ 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64">
                  <a:moveTo>
                    <a:pt x="42" y="2"/>
                  </a:moveTo>
                  <a:cubicBezTo>
                    <a:pt x="35" y="14"/>
                    <a:pt x="24" y="23"/>
                    <a:pt x="16" y="35"/>
                  </a:cubicBezTo>
                  <a:cubicBezTo>
                    <a:pt x="12" y="41"/>
                    <a:pt x="8" y="47"/>
                    <a:pt x="4" y="53"/>
                  </a:cubicBezTo>
                  <a:cubicBezTo>
                    <a:pt x="2" y="57"/>
                    <a:pt x="0" y="59"/>
                    <a:pt x="0" y="63"/>
                  </a:cubicBezTo>
                  <a:cubicBezTo>
                    <a:pt x="0" y="64"/>
                    <a:pt x="1" y="64"/>
                    <a:pt x="2" y="63"/>
                  </a:cubicBezTo>
                  <a:cubicBezTo>
                    <a:pt x="4" y="59"/>
                    <a:pt x="7" y="55"/>
                    <a:pt x="10" y="51"/>
                  </a:cubicBezTo>
                  <a:cubicBezTo>
                    <a:pt x="14" y="45"/>
                    <a:pt x="17" y="39"/>
                    <a:pt x="21" y="34"/>
                  </a:cubicBezTo>
                  <a:cubicBezTo>
                    <a:pt x="28" y="23"/>
                    <a:pt x="38" y="15"/>
                    <a:pt x="44" y="3"/>
                  </a:cubicBezTo>
                  <a:cubicBezTo>
                    <a:pt x="45" y="2"/>
                    <a:pt x="43" y="0"/>
                    <a:pt x="42" y="2"/>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74" name="chenying0907 206"/>
            <p:cNvSpPr/>
            <p:nvPr/>
          </p:nvSpPr>
          <p:spPr bwMode="auto">
            <a:xfrm>
              <a:off x="7253289" y="2663826"/>
              <a:ext cx="96838" cy="120650"/>
            </a:xfrm>
            <a:custGeom>
              <a:avLst/>
              <a:gdLst>
                <a:gd name="T0" fmla="*/ 41 w 45"/>
                <a:gd name="T1" fmla="*/ 1 h 56"/>
                <a:gd name="T2" fmla="*/ 33 w 45"/>
                <a:gd name="T3" fmla="*/ 12 h 56"/>
                <a:gd name="T4" fmla="*/ 20 w 45"/>
                <a:gd name="T5" fmla="*/ 25 h 56"/>
                <a:gd name="T6" fmla="*/ 8 w 45"/>
                <a:gd name="T7" fmla="*/ 41 h 56"/>
                <a:gd name="T8" fmla="*/ 2 w 45"/>
                <a:gd name="T9" fmla="*/ 51 h 56"/>
                <a:gd name="T10" fmla="*/ 1 w 45"/>
                <a:gd name="T11" fmla="*/ 52 h 56"/>
                <a:gd name="T12" fmla="*/ 1 w 45"/>
                <a:gd name="T13" fmla="*/ 53 h 56"/>
                <a:gd name="T14" fmla="*/ 3 w 45"/>
                <a:gd name="T15" fmla="*/ 55 h 56"/>
                <a:gd name="T16" fmla="*/ 11 w 45"/>
                <a:gd name="T17" fmla="*/ 42 h 56"/>
                <a:gd name="T18" fmla="*/ 21 w 45"/>
                <a:gd name="T19" fmla="*/ 29 h 56"/>
                <a:gd name="T20" fmla="*/ 34 w 45"/>
                <a:gd name="T21" fmla="*/ 18 h 56"/>
                <a:gd name="T22" fmla="*/ 35 w 45"/>
                <a:gd name="T23" fmla="*/ 15 h 56"/>
                <a:gd name="T24" fmla="*/ 43 w 45"/>
                <a:gd name="T25" fmla="*/ 3 h 56"/>
                <a:gd name="T26" fmla="*/ 41 w 45"/>
                <a:gd name="T27"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 h="56">
                  <a:moveTo>
                    <a:pt x="41" y="1"/>
                  </a:moveTo>
                  <a:cubicBezTo>
                    <a:pt x="37" y="5"/>
                    <a:pt x="35" y="7"/>
                    <a:pt x="33" y="12"/>
                  </a:cubicBezTo>
                  <a:cubicBezTo>
                    <a:pt x="29" y="18"/>
                    <a:pt x="25" y="20"/>
                    <a:pt x="20" y="25"/>
                  </a:cubicBezTo>
                  <a:cubicBezTo>
                    <a:pt x="16" y="31"/>
                    <a:pt x="12" y="35"/>
                    <a:pt x="8" y="41"/>
                  </a:cubicBezTo>
                  <a:cubicBezTo>
                    <a:pt x="6" y="44"/>
                    <a:pt x="4" y="48"/>
                    <a:pt x="2" y="51"/>
                  </a:cubicBezTo>
                  <a:cubicBezTo>
                    <a:pt x="2" y="51"/>
                    <a:pt x="1" y="52"/>
                    <a:pt x="1" y="52"/>
                  </a:cubicBezTo>
                  <a:cubicBezTo>
                    <a:pt x="1" y="53"/>
                    <a:pt x="1" y="53"/>
                    <a:pt x="1" y="53"/>
                  </a:cubicBezTo>
                  <a:cubicBezTo>
                    <a:pt x="0" y="55"/>
                    <a:pt x="2" y="56"/>
                    <a:pt x="3" y="55"/>
                  </a:cubicBezTo>
                  <a:cubicBezTo>
                    <a:pt x="7" y="51"/>
                    <a:pt x="8" y="46"/>
                    <a:pt x="11" y="42"/>
                  </a:cubicBezTo>
                  <a:cubicBezTo>
                    <a:pt x="15" y="38"/>
                    <a:pt x="18" y="34"/>
                    <a:pt x="21" y="29"/>
                  </a:cubicBezTo>
                  <a:cubicBezTo>
                    <a:pt x="25" y="24"/>
                    <a:pt x="30" y="22"/>
                    <a:pt x="34" y="18"/>
                  </a:cubicBezTo>
                  <a:cubicBezTo>
                    <a:pt x="34" y="17"/>
                    <a:pt x="34" y="16"/>
                    <a:pt x="35" y="15"/>
                  </a:cubicBezTo>
                  <a:cubicBezTo>
                    <a:pt x="37" y="10"/>
                    <a:pt x="39" y="7"/>
                    <a:pt x="43" y="3"/>
                  </a:cubicBezTo>
                  <a:cubicBezTo>
                    <a:pt x="45" y="2"/>
                    <a:pt x="43" y="0"/>
                    <a:pt x="41"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75" name="chenying0907 207"/>
            <p:cNvSpPr/>
            <p:nvPr/>
          </p:nvSpPr>
          <p:spPr bwMode="auto">
            <a:xfrm>
              <a:off x="7299326" y="2659064"/>
              <a:ext cx="107950" cy="131763"/>
            </a:xfrm>
            <a:custGeom>
              <a:avLst/>
              <a:gdLst>
                <a:gd name="T0" fmla="*/ 48 w 50"/>
                <a:gd name="T1" fmla="*/ 1 h 61"/>
                <a:gd name="T2" fmla="*/ 23 w 50"/>
                <a:gd name="T3" fmla="*/ 31 h 61"/>
                <a:gd name="T4" fmla="*/ 0 w 50"/>
                <a:gd name="T5" fmla="*/ 59 h 61"/>
                <a:gd name="T6" fmla="*/ 2 w 50"/>
                <a:gd name="T7" fmla="*/ 60 h 61"/>
                <a:gd name="T8" fmla="*/ 13 w 50"/>
                <a:gd name="T9" fmla="*/ 48 h 61"/>
                <a:gd name="T10" fmla="*/ 26 w 50"/>
                <a:gd name="T11" fmla="*/ 31 h 61"/>
                <a:gd name="T12" fmla="*/ 50 w 50"/>
                <a:gd name="T13" fmla="*/ 2 h 61"/>
                <a:gd name="T14" fmla="*/ 48 w 50"/>
                <a:gd name="T15" fmla="*/ 1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61">
                  <a:moveTo>
                    <a:pt x="48" y="1"/>
                  </a:moveTo>
                  <a:cubicBezTo>
                    <a:pt x="41" y="13"/>
                    <a:pt x="32" y="21"/>
                    <a:pt x="23" y="31"/>
                  </a:cubicBezTo>
                  <a:cubicBezTo>
                    <a:pt x="15" y="40"/>
                    <a:pt x="7" y="49"/>
                    <a:pt x="0" y="59"/>
                  </a:cubicBezTo>
                  <a:cubicBezTo>
                    <a:pt x="0" y="60"/>
                    <a:pt x="1" y="61"/>
                    <a:pt x="2" y="60"/>
                  </a:cubicBezTo>
                  <a:cubicBezTo>
                    <a:pt x="7" y="57"/>
                    <a:pt x="9" y="52"/>
                    <a:pt x="13" y="48"/>
                  </a:cubicBezTo>
                  <a:cubicBezTo>
                    <a:pt x="16" y="42"/>
                    <a:pt x="22" y="37"/>
                    <a:pt x="26" y="31"/>
                  </a:cubicBezTo>
                  <a:cubicBezTo>
                    <a:pt x="35" y="22"/>
                    <a:pt x="45" y="14"/>
                    <a:pt x="50" y="2"/>
                  </a:cubicBezTo>
                  <a:cubicBezTo>
                    <a:pt x="50" y="1"/>
                    <a:pt x="48" y="0"/>
                    <a:pt x="48"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76" name="chenying0907 208"/>
            <p:cNvSpPr/>
            <p:nvPr/>
          </p:nvSpPr>
          <p:spPr bwMode="auto">
            <a:xfrm>
              <a:off x="7364414" y="2717801"/>
              <a:ext cx="55563" cy="87313"/>
            </a:xfrm>
            <a:custGeom>
              <a:avLst/>
              <a:gdLst>
                <a:gd name="T0" fmla="*/ 23 w 26"/>
                <a:gd name="T1" fmla="*/ 2 h 41"/>
                <a:gd name="T2" fmla="*/ 10 w 26"/>
                <a:gd name="T3" fmla="*/ 22 h 41"/>
                <a:gd name="T4" fmla="*/ 0 w 26"/>
                <a:gd name="T5" fmla="*/ 39 h 41"/>
                <a:gd name="T6" fmla="*/ 2 w 26"/>
                <a:gd name="T7" fmla="*/ 40 h 41"/>
                <a:gd name="T8" fmla="*/ 13 w 26"/>
                <a:gd name="T9" fmla="*/ 23 h 41"/>
                <a:gd name="T10" fmla="*/ 25 w 26"/>
                <a:gd name="T11" fmla="*/ 3 h 41"/>
                <a:gd name="T12" fmla="*/ 23 w 26"/>
                <a:gd name="T13" fmla="*/ 2 h 41"/>
              </a:gdLst>
              <a:ahLst/>
              <a:cxnLst>
                <a:cxn ang="0">
                  <a:pos x="T0" y="T1"/>
                </a:cxn>
                <a:cxn ang="0">
                  <a:pos x="T2" y="T3"/>
                </a:cxn>
                <a:cxn ang="0">
                  <a:pos x="T4" y="T5"/>
                </a:cxn>
                <a:cxn ang="0">
                  <a:pos x="T6" y="T7"/>
                </a:cxn>
                <a:cxn ang="0">
                  <a:pos x="T8" y="T9"/>
                </a:cxn>
                <a:cxn ang="0">
                  <a:pos x="T10" y="T11"/>
                </a:cxn>
                <a:cxn ang="0">
                  <a:pos x="T12" y="T13"/>
                </a:cxn>
              </a:cxnLst>
              <a:rect l="0" t="0" r="r" b="b"/>
              <a:pathLst>
                <a:path w="26" h="41">
                  <a:moveTo>
                    <a:pt x="23" y="2"/>
                  </a:moveTo>
                  <a:cubicBezTo>
                    <a:pt x="18" y="8"/>
                    <a:pt x="14" y="15"/>
                    <a:pt x="10" y="22"/>
                  </a:cubicBezTo>
                  <a:cubicBezTo>
                    <a:pt x="7" y="28"/>
                    <a:pt x="2" y="33"/>
                    <a:pt x="0" y="39"/>
                  </a:cubicBezTo>
                  <a:cubicBezTo>
                    <a:pt x="0" y="40"/>
                    <a:pt x="2" y="41"/>
                    <a:pt x="2" y="40"/>
                  </a:cubicBezTo>
                  <a:cubicBezTo>
                    <a:pt x="6" y="34"/>
                    <a:pt x="10" y="29"/>
                    <a:pt x="13" y="23"/>
                  </a:cubicBezTo>
                  <a:cubicBezTo>
                    <a:pt x="17" y="16"/>
                    <a:pt x="21" y="9"/>
                    <a:pt x="25" y="3"/>
                  </a:cubicBezTo>
                  <a:cubicBezTo>
                    <a:pt x="26" y="1"/>
                    <a:pt x="23" y="0"/>
                    <a:pt x="23" y="2"/>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77" name="chenying0907 209"/>
            <p:cNvSpPr/>
            <p:nvPr/>
          </p:nvSpPr>
          <p:spPr bwMode="auto">
            <a:xfrm>
              <a:off x="7367589" y="1919289"/>
              <a:ext cx="58738" cy="66675"/>
            </a:xfrm>
            <a:custGeom>
              <a:avLst/>
              <a:gdLst>
                <a:gd name="T0" fmla="*/ 23 w 27"/>
                <a:gd name="T1" fmla="*/ 1 h 31"/>
                <a:gd name="T2" fmla="*/ 8 w 27"/>
                <a:gd name="T3" fmla="*/ 15 h 31"/>
                <a:gd name="T4" fmla="*/ 1 w 27"/>
                <a:gd name="T5" fmla="*/ 29 h 31"/>
                <a:gd name="T6" fmla="*/ 3 w 27"/>
                <a:gd name="T7" fmla="*/ 30 h 31"/>
                <a:gd name="T8" fmla="*/ 13 w 27"/>
                <a:gd name="T9" fmla="*/ 15 h 31"/>
                <a:gd name="T10" fmla="*/ 25 w 27"/>
                <a:gd name="T11" fmla="*/ 3 h 31"/>
                <a:gd name="T12" fmla="*/ 23 w 27"/>
                <a:gd name="T13" fmla="*/ 1 h 31"/>
              </a:gdLst>
              <a:ahLst/>
              <a:cxnLst>
                <a:cxn ang="0">
                  <a:pos x="T0" y="T1"/>
                </a:cxn>
                <a:cxn ang="0">
                  <a:pos x="T2" y="T3"/>
                </a:cxn>
                <a:cxn ang="0">
                  <a:pos x="T4" y="T5"/>
                </a:cxn>
                <a:cxn ang="0">
                  <a:pos x="T6" y="T7"/>
                </a:cxn>
                <a:cxn ang="0">
                  <a:pos x="T8" y="T9"/>
                </a:cxn>
                <a:cxn ang="0">
                  <a:pos x="T10" y="T11"/>
                </a:cxn>
                <a:cxn ang="0">
                  <a:pos x="T12" y="T13"/>
                </a:cxn>
              </a:cxnLst>
              <a:rect l="0" t="0" r="r" b="b"/>
              <a:pathLst>
                <a:path w="27" h="31">
                  <a:moveTo>
                    <a:pt x="23" y="1"/>
                  </a:moveTo>
                  <a:cubicBezTo>
                    <a:pt x="18" y="6"/>
                    <a:pt x="13" y="10"/>
                    <a:pt x="8" y="15"/>
                  </a:cubicBezTo>
                  <a:cubicBezTo>
                    <a:pt x="5" y="19"/>
                    <a:pt x="0" y="24"/>
                    <a:pt x="1" y="29"/>
                  </a:cubicBezTo>
                  <a:cubicBezTo>
                    <a:pt x="1" y="30"/>
                    <a:pt x="2" y="31"/>
                    <a:pt x="3" y="30"/>
                  </a:cubicBezTo>
                  <a:cubicBezTo>
                    <a:pt x="6" y="24"/>
                    <a:pt x="8" y="20"/>
                    <a:pt x="13" y="15"/>
                  </a:cubicBezTo>
                  <a:cubicBezTo>
                    <a:pt x="17" y="11"/>
                    <a:pt x="21" y="7"/>
                    <a:pt x="25" y="3"/>
                  </a:cubicBezTo>
                  <a:cubicBezTo>
                    <a:pt x="27" y="2"/>
                    <a:pt x="25" y="0"/>
                    <a:pt x="23"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78" name="chenying0907 210"/>
            <p:cNvSpPr/>
            <p:nvPr/>
          </p:nvSpPr>
          <p:spPr bwMode="auto">
            <a:xfrm>
              <a:off x="7400926" y="1919289"/>
              <a:ext cx="61913" cy="73025"/>
            </a:xfrm>
            <a:custGeom>
              <a:avLst/>
              <a:gdLst>
                <a:gd name="T0" fmla="*/ 26 w 29"/>
                <a:gd name="T1" fmla="*/ 1 h 34"/>
                <a:gd name="T2" fmla="*/ 1 w 29"/>
                <a:gd name="T3" fmla="*/ 32 h 34"/>
                <a:gd name="T4" fmla="*/ 3 w 29"/>
                <a:gd name="T5" fmla="*/ 33 h 34"/>
                <a:gd name="T6" fmla="*/ 14 w 29"/>
                <a:gd name="T7" fmla="*/ 16 h 34"/>
                <a:gd name="T8" fmla="*/ 28 w 29"/>
                <a:gd name="T9" fmla="*/ 3 h 34"/>
                <a:gd name="T10" fmla="*/ 26 w 29"/>
                <a:gd name="T11" fmla="*/ 1 h 34"/>
              </a:gdLst>
              <a:ahLst/>
              <a:cxnLst>
                <a:cxn ang="0">
                  <a:pos x="T0" y="T1"/>
                </a:cxn>
                <a:cxn ang="0">
                  <a:pos x="T2" y="T3"/>
                </a:cxn>
                <a:cxn ang="0">
                  <a:pos x="T4" y="T5"/>
                </a:cxn>
                <a:cxn ang="0">
                  <a:pos x="T6" y="T7"/>
                </a:cxn>
                <a:cxn ang="0">
                  <a:pos x="T8" y="T9"/>
                </a:cxn>
                <a:cxn ang="0">
                  <a:pos x="T10" y="T11"/>
                </a:cxn>
              </a:cxnLst>
              <a:rect l="0" t="0" r="r" b="b"/>
              <a:pathLst>
                <a:path w="29" h="34">
                  <a:moveTo>
                    <a:pt x="26" y="1"/>
                  </a:moveTo>
                  <a:cubicBezTo>
                    <a:pt x="17" y="10"/>
                    <a:pt x="3" y="19"/>
                    <a:pt x="1" y="32"/>
                  </a:cubicBezTo>
                  <a:cubicBezTo>
                    <a:pt x="0" y="33"/>
                    <a:pt x="2" y="34"/>
                    <a:pt x="3" y="33"/>
                  </a:cubicBezTo>
                  <a:cubicBezTo>
                    <a:pt x="6" y="27"/>
                    <a:pt x="9" y="21"/>
                    <a:pt x="14" y="16"/>
                  </a:cubicBezTo>
                  <a:cubicBezTo>
                    <a:pt x="19" y="12"/>
                    <a:pt x="23" y="7"/>
                    <a:pt x="28" y="3"/>
                  </a:cubicBezTo>
                  <a:cubicBezTo>
                    <a:pt x="29" y="2"/>
                    <a:pt x="27" y="0"/>
                    <a:pt x="26"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79" name="chenying0907 211"/>
            <p:cNvSpPr/>
            <p:nvPr/>
          </p:nvSpPr>
          <p:spPr bwMode="auto">
            <a:xfrm>
              <a:off x="7427914" y="1943101"/>
              <a:ext cx="47625" cy="60325"/>
            </a:xfrm>
            <a:custGeom>
              <a:avLst/>
              <a:gdLst>
                <a:gd name="T0" fmla="*/ 19 w 22"/>
                <a:gd name="T1" fmla="*/ 1 h 28"/>
                <a:gd name="T2" fmla="*/ 18 w 22"/>
                <a:gd name="T3" fmla="*/ 3 h 28"/>
                <a:gd name="T4" fmla="*/ 18 w 22"/>
                <a:gd name="T5" fmla="*/ 4 h 28"/>
                <a:gd name="T6" fmla="*/ 11 w 22"/>
                <a:gd name="T7" fmla="*/ 13 h 28"/>
                <a:gd name="T8" fmla="*/ 1 w 22"/>
                <a:gd name="T9" fmla="*/ 25 h 28"/>
                <a:gd name="T10" fmla="*/ 3 w 22"/>
                <a:gd name="T11" fmla="*/ 28 h 28"/>
                <a:gd name="T12" fmla="*/ 4 w 22"/>
                <a:gd name="T13" fmla="*/ 27 h 28"/>
                <a:gd name="T14" fmla="*/ 5 w 22"/>
                <a:gd name="T15" fmla="*/ 26 h 28"/>
                <a:gd name="T16" fmla="*/ 15 w 22"/>
                <a:gd name="T17" fmla="*/ 13 h 28"/>
                <a:gd name="T18" fmla="*/ 21 w 22"/>
                <a:gd name="T19" fmla="*/ 2 h 28"/>
                <a:gd name="T20" fmla="*/ 19 w 22"/>
                <a:gd name="T21"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28">
                  <a:moveTo>
                    <a:pt x="19" y="1"/>
                  </a:moveTo>
                  <a:cubicBezTo>
                    <a:pt x="19" y="2"/>
                    <a:pt x="18" y="2"/>
                    <a:pt x="18" y="3"/>
                  </a:cubicBezTo>
                  <a:cubicBezTo>
                    <a:pt x="18" y="3"/>
                    <a:pt x="18" y="4"/>
                    <a:pt x="18" y="4"/>
                  </a:cubicBezTo>
                  <a:cubicBezTo>
                    <a:pt x="16" y="7"/>
                    <a:pt x="14" y="10"/>
                    <a:pt x="11" y="13"/>
                  </a:cubicBezTo>
                  <a:cubicBezTo>
                    <a:pt x="7" y="17"/>
                    <a:pt x="3" y="21"/>
                    <a:pt x="1" y="25"/>
                  </a:cubicBezTo>
                  <a:cubicBezTo>
                    <a:pt x="0" y="27"/>
                    <a:pt x="2" y="28"/>
                    <a:pt x="3" y="28"/>
                  </a:cubicBezTo>
                  <a:cubicBezTo>
                    <a:pt x="3" y="27"/>
                    <a:pt x="4" y="27"/>
                    <a:pt x="4" y="27"/>
                  </a:cubicBezTo>
                  <a:cubicBezTo>
                    <a:pt x="5" y="27"/>
                    <a:pt x="5" y="26"/>
                    <a:pt x="5" y="26"/>
                  </a:cubicBezTo>
                  <a:cubicBezTo>
                    <a:pt x="9" y="22"/>
                    <a:pt x="12" y="18"/>
                    <a:pt x="15" y="13"/>
                  </a:cubicBezTo>
                  <a:cubicBezTo>
                    <a:pt x="18" y="10"/>
                    <a:pt x="20" y="6"/>
                    <a:pt x="21" y="2"/>
                  </a:cubicBezTo>
                  <a:cubicBezTo>
                    <a:pt x="22" y="1"/>
                    <a:pt x="20" y="0"/>
                    <a:pt x="19"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80" name="chenying0907 212"/>
            <p:cNvSpPr/>
            <p:nvPr/>
          </p:nvSpPr>
          <p:spPr bwMode="auto">
            <a:xfrm>
              <a:off x="7450139" y="1987551"/>
              <a:ext cx="33338" cy="55563"/>
            </a:xfrm>
            <a:custGeom>
              <a:avLst/>
              <a:gdLst>
                <a:gd name="T0" fmla="*/ 13 w 16"/>
                <a:gd name="T1" fmla="*/ 1 h 26"/>
                <a:gd name="T2" fmla="*/ 6 w 16"/>
                <a:gd name="T3" fmla="*/ 13 h 26"/>
                <a:gd name="T4" fmla="*/ 0 w 16"/>
                <a:gd name="T5" fmla="*/ 25 h 26"/>
                <a:gd name="T6" fmla="*/ 2 w 16"/>
                <a:gd name="T7" fmla="*/ 25 h 26"/>
                <a:gd name="T8" fmla="*/ 9 w 16"/>
                <a:gd name="T9" fmla="*/ 14 h 26"/>
                <a:gd name="T10" fmla="*/ 15 w 16"/>
                <a:gd name="T11" fmla="*/ 4 h 26"/>
                <a:gd name="T12" fmla="*/ 13 w 16"/>
                <a:gd name="T13" fmla="*/ 1 h 26"/>
              </a:gdLst>
              <a:ahLst/>
              <a:cxnLst>
                <a:cxn ang="0">
                  <a:pos x="T0" y="T1"/>
                </a:cxn>
                <a:cxn ang="0">
                  <a:pos x="T2" y="T3"/>
                </a:cxn>
                <a:cxn ang="0">
                  <a:pos x="T4" y="T5"/>
                </a:cxn>
                <a:cxn ang="0">
                  <a:pos x="T6" y="T7"/>
                </a:cxn>
                <a:cxn ang="0">
                  <a:pos x="T8" y="T9"/>
                </a:cxn>
                <a:cxn ang="0">
                  <a:pos x="T10" y="T11"/>
                </a:cxn>
                <a:cxn ang="0">
                  <a:pos x="T12" y="T13"/>
                </a:cxn>
              </a:cxnLst>
              <a:rect l="0" t="0" r="r" b="b"/>
              <a:pathLst>
                <a:path w="16" h="26">
                  <a:moveTo>
                    <a:pt x="13" y="1"/>
                  </a:moveTo>
                  <a:cubicBezTo>
                    <a:pt x="9" y="5"/>
                    <a:pt x="8" y="9"/>
                    <a:pt x="6" y="13"/>
                  </a:cubicBezTo>
                  <a:cubicBezTo>
                    <a:pt x="4" y="17"/>
                    <a:pt x="0" y="20"/>
                    <a:pt x="0" y="25"/>
                  </a:cubicBezTo>
                  <a:cubicBezTo>
                    <a:pt x="0" y="26"/>
                    <a:pt x="2" y="26"/>
                    <a:pt x="2" y="25"/>
                  </a:cubicBezTo>
                  <a:cubicBezTo>
                    <a:pt x="4" y="21"/>
                    <a:pt x="7" y="18"/>
                    <a:pt x="9" y="14"/>
                  </a:cubicBezTo>
                  <a:cubicBezTo>
                    <a:pt x="11" y="10"/>
                    <a:pt x="11" y="7"/>
                    <a:pt x="15" y="4"/>
                  </a:cubicBezTo>
                  <a:cubicBezTo>
                    <a:pt x="16" y="2"/>
                    <a:pt x="14" y="0"/>
                    <a:pt x="13"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grpSp>
      <p:grpSp>
        <p:nvGrpSpPr>
          <p:cNvPr id="481" name="PA_组合 87"/>
          <p:cNvGrpSpPr/>
          <p:nvPr>
            <p:custDataLst>
              <p:tags r:id="rId2"/>
            </p:custDataLst>
          </p:nvPr>
        </p:nvGrpSpPr>
        <p:grpSpPr>
          <a:xfrm>
            <a:off x="9659399" y="2630707"/>
            <a:ext cx="923808" cy="700920"/>
            <a:chOff x="8066089" y="3116264"/>
            <a:chExt cx="1000125" cy="758825"/>
          </a:xfrm>
          <a:solidFill>
            <a:schemeClr val="tx1"/>
          </a:solidFill>
        </p:grpSpPr>
        <p:sp>
          <p:nvSpPr>
            <p:cNvPr id="482" name="chenying0907 354"/>
            <p:cNvSpPr>
              <a:spLocks noEditPoints="1"/>
            </p:cNvSpPr>
            <p:nvPr/>
          </p:nvSpPr>
          <p:spPr bwMode="auto">
            <a:xfrm>
              <a:off x="8066089" y="3116264"/>
              <a:ext cx="723900" cy="758825"/>
            </a:xfrm>
            <a:custGeom>
              <a:avLst/>
              <a:gdLst>
                <a:gd name="T0" fmla="*/ 327 w 337"/>
                <a:gd name="T1" fmla="*/ 88 h 353"/>
                <a:gd name="T2" fmla="*/ 314 w 337"/>
                <a:gd name="T3" fmla="*/ 12 h 353"/>
                <a:gd name="T4" fmla="*/ 222 w 337"/>
                <a:gd name="T5" fmla="*/ 5 h 353"/>
                <a:gd name="T6" fmla="*/ 25 w 337"/>
                <a:gd name="T7" fmla="*/ 22 h 353"/>
                <a:gd name="T8" fmla="*/ 1 w 337"/>
                <a:gd name="T9" fmla="*/ 111 h 353"/>
                <a:gd name="T10" fmla="*/ 5 w 337"/>
                <a:gd name="T11" fmla="*/ 206 h 353"/>
                <a:gd name="T12" fmla="*/ 34 w 337"/>
                <a:gd name="T13" fmla="*/ 270 h 353"/>
                <a:gd name="T14" fmla="*/ 133 w 337"/>
                <a:gd name="T15" fmla="*/ 287 h 353"/>
                <a:gd name="T16" fmla="*/ 81 w 337"/>
                <a:gd name="T17" fmla="*/ 311 h 353"/>
                <a:gd name="T18" fmla="*/ 98 w 337"/>
                <a:gd name="T19" fmla="*/ 348 h 353"/>
                <a:gd name="T20" fmla="*/ 220 w 337"/>
                <a:gd name="T21" fmla="*/ 349 h 353"/>
                <a:gd name="T22" fmla="*/ 260 w 337"/>
                <a:gd name="T23" fmla="*/ 305 h 353"/>
                <a:gd name="T24" fmla="*/ 221 w 337"/>
                <a:gd name="T25" fmla="*/ 301 h 353"/>
                <a:gd name="T26" fmla="*/ 216 w 337"/>
                <a:gd name="T27" fmla="*/ 286 h 353"/>
                <a:gd name="T28" fmla="*/ 262 w 337"/>
                <a:gd name="T29" fmla="*/ 283 h 353"/>
                <a:gd name="T30" fmla="*/ 321 w 337"/>
                <a:gd name="T31" fmla="*/ 251 h 353"/>
                <a:gd name="T32" fmla="*/ 204 w 337"/>
                <a:gd name="T33" fmla="*/ 301 h 353"/>
                <a:gd name="T34" fmla="*/ 179 w 337"/>
                <a:gd name="T35" fmla="*/ 303 h 353"/>
                <a:gd name="T36" fmla="*/ 155 w 337"/>
                <a:gd name="T37" fmla="*/ 308 h 353"/>
                <a:gd name="T38" fmla="*/ 143 w 337"/>
                <a:gd name="T39" fmla="*/ 302 h 353"/>
                <a:gd name="T40" fmla="*/ 142 w 337"/>
                <a:gd name="T41" fmla="*/ 287 h 353"/>
                <a:gd name="T42" fmla="*/ 204 w 337"/>
                <a:gd name="T43" fmla="*/ 301 h 353"/>
                <a:gd name="T44" fmla="*/ 250 w 337"/>
                <a:gd name="T45" fmla="*/ 320 h 353"/>
                <a:gd name="T46" fmla="*/ 211 w 337"/>
                <a:gd name="T47" fmla="*/ 338 h 353"/>
                <a:gd name="T48" fmla="*/ 104 w 337"/>
                <a:gd name="T49" fmla="*/ 338 h 353"/>
                <a:gd name="T50" fmla="*/ 126 w 337"/>
                <a:gd name="T51" fmla="*/ 318 h 353"/>
                <a:gd name="T52" fmla="*/ 152 w 337"/>
                <a:gd name="T53" fmla="*/ 319 h 353"/>
                <a:gd name="T54" fmla="*/ 157 w 337"/>
                <a:gd name="T55" fmla="*/ 319 h 353"/>
                <a:gd name="T56" fmla="*/ 189 w 337"/>
                <a:gd name="T57" fmla="*/ 318 h 353"/>
                <a:gd name="T58" fmla="*/ 211 w 337"/>
                <a:gd name="T59" fmla="*/ 314 h 353"/>
                <a:gd name="T60" fmla="*/ 313 w 337"/>
                <a:gd name="T61" fmla="*/ 223 h 353"/>
                <a:gd name="T62" fmla="*/ 227 w 337"/>
                <a:gd name="T63" fmla="*/ 271 h 353"/>
                <a:gd name="T64" fmla="*/ 116 w 337"/>
                <a:gd name="T65" fmla="*/ 271 h 353"/>
                <a:gd name="T66" fmla="*/ 36 w 337"/>
                <a:gd name="T67" fmla="*/ 255 h 353"/>
                <a:gd name="T68" fmla="*/ 18 w 337"/>
                <a:gd name="T69" fmla="*/ 175 h 353"/>
                <a:gd name="T70" fmla="*/ 18 w 337"/>
                <a:gd name="T71" fmla="*/ 72 h 353"/>
                <a:gd name="T72" fmla="*/ 42 w 337"/>
                <a:gd name="T73" fmla="*/ 32 h 353"/>
                <a:gd name="T74" fmla="*/ 161 w 337"/>
                <a:gd name="T75" fmla="*/ 20 h 353"/>
                <a:gd name="T76" fmla="*/ 190 w 337"/>
                <a:gd name="T77" fmla="*/ 19 h 353"/>
                <a:gd name="T78" fmla="*/ 297 w 337"/>
                <a:gd name="T79" fmla="*/ 20 h 353"/>
                <a:gd name="T80" fmla="*/ 312 w 337"/>
                <a:gd name="T81" fmla="*/ 111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7" h="353">
                  <a:moveTo>
                    <a:pt x="328" y="125"/>
                  </a:moveTo>
                  <a:cubicBezTo>
                    <a:pt x="327" y="112"/>
                    <a:pt x="328" y="100"/>
                    <a:pt x="327" y="88"/>
                  </a:cubicBezTo>
                  <a:cubicBezTo>
                    <a:pt x="327" y="77"/>
                    <a:pt x="325" y="67"/>
                    <a:pt x="325" y="56"/>
                  </a:cubicBezTo>
                  <a:cubicBezTo>
                    <a:pt x="325" y="42"/>
                    <a:pt x="324" y="22"/>
                    <a:pt x="314" y="12"/>
                  </a:cubicBezTo>
                  <a:cubicBezTo>
                    <a:pt x="302" y="0"/>
                    <a:pt x="275" y="1"/>
                    <a:pt x="260" y="1"/>
                  </a:cubicBezTo>
                  <a:cubicBezTo>
                    <a:pt x="246" y="2"/>
                    <a:pt x="234" y="3"/>
                    <a:pt x="222" y="5"/>
                  </a:cubicBezTo>
                  <a:cubicBezTo>
                    <a:pt x="197" y="5"/>
                    <a:pt x="172" y="6"/>
                    <a:pt x="148" y="9"/>
                  </a:cubicBezTo>
                  <a:cubicBezTo>
                    <a:pt x="107" y="14"/>
                    <a:pt x="65" y="9"/>
                    <a:pt x="25" y="22"/>
                  </a:cubicBezTo>
                  <a:cubicBezTo>
                    <a:pt x="11" y="26"/>
                    <a:pt x="9" y="35"/>
                    <a:pt x="7" y="48"/>
                  </a:cubicBezTo>
                  <a:cubicBezTo>
                    <a:pt x="5" y="69"/>
                    <a:pt x="1" y="90"/>
                    <a:pt x="1" y="111"/>
                  </a:cubicBezTo>
                  <a:cubicBezTo>
                    <a:pt x="0" y="132"/>
                    <a:pt x="2" y="155"/>
                    <a:pt x="4" y="175"/>
                  </a:cubicBezTo>
                  <a:cubicBezTo>
                    <a:pt x="5" y="186"/>
                    <a:pt x="5" y="196"/>
                    <a:pt x="5" y="206"/>
                  </a:cubicBezTo>
                  <a:cubicBezTo>
                    <a:pt x="6" y="217"/>
                    <a:pt x="10" y="227"/>
                    <a:pt x="13" y="238"/>
                  </a:cubicBezTo>
                  <a:cubicBezTo>
                    <a:pt x="17" y="253"/>
                    <a:pt x="19" y="263"/>
                    <a:pt x="34" y="270"/>
                  </a:cubicBezTo>
                  <a:cubicBezTo>
                    <a:pt x="51" y="279"/>
                    <a:pt x="74" y="281"/>
                    <a:pt x="93" y="283"/>
                  </a:cubicBezTo>
                  <a:cubicBezTo>
                    <a:pt x="106" y="285"/>
                    <a:pt x="119" y="286"/>
                    <a:pt x="133" y="287"/>
                  </a:cubicBezTo>
                  <a:cubicBezTo>
                    <a:pt x="133" y="294"/>
                    <a:pt x="131" y="301"/>
                    <a:pt x="132" y="308"/>
                  </a:cubicBezTo>
                  <a:cubicBezTo>
                    <a:pt x="115" y="307"/>
                    <a:pt x="98" y="307"/>
                    <a:pt x="81" y="311"/>
                  </a:cubicBezTo>
                  <a:cubicBezTo>
                    <a:pt x="79" y="312"/>
                    <a:pt x="78" y="314"/>
                    <a:pt x="77" y="316"/>
                  </a:cubicBezTo>
                  <a:cubicBezTo>
                    <a:pt x="77" y="332"/>
                    <a:pt x="81" y="344"/>
                    <a:pt x="98" y="348"/>
                  </a:cubicBezTo>
                  <a:cubicBezTo>
                    <a:pt x="123" y="353"/>
                    <a:pt x="154" y="349"/>
                    <a:pt x="180" y="349"/>
                  </a:cubicBezTo>
                  <a:cubicBezTo>
                    <a:pt x="193" y="349"/>
                    <a:pt x="207" y="350"/>
                    <a:pt x="220" y="349"/>
                  </a:cubicBezTo>
                  <a:cubicBezTo>
                    <a:pt x="228" y="348"/>
                    <a:pt x="242" y="348"/>
                    <a:pt x="250" y="345"/>
                  </a:cubicBezTo>
                  <a:cubicBezTo>
                    <a:pt x="264" y="338"/>
                    <a:pt x="262" y="317"/>
                    <a:pt x="260" y="305"/>
                  </a:cubicBezTo>
                  <a:cubicBezTo>
                    <a:pt x="260" y="303"/>
                    <a:pt x="258" y="301"/>
                    <a:pt x="256" y="301"/>
                  </a:cubicBezTo>
                  <a:cubicBezTo>
                    <a:pt x="244" y="298"/>
                    <a:pt x="233" y="300"/>
                    <a:pt x="221" y="301"/>
                  </a:cubicBezTo>
                  <a:cubicBezTo>
                    <a:pt x="220" y="301"/>
                    <a:pt x="218" y="302"/>
                    <a:pt x="216" y="302"/>
                  </a:cubicBezTo>
                  <a:cubicBezTo>
                    <a:pt x="217" y="296"/>
                    <a:pt x="216" y="291"/>
                    <a:pt x="216" y="286"/>
                  </a:cubicBezTo>
                  <a:cubicBezTo>
                    <a:pt x="222" y="286"/>
                    <a:pt x="227" y="286"/>
                    <a:pt x="233" y="286"/>
                  </a:cubicBezTo>
                  <a:cubicBezTo>
                    <a:pt x="243" y="286"/>
                    <a:pt x="253" y="284"/>
                    <a:pt x="262" y="283"/>
                  </a:cubicBezTo>
                  <a:cubicBezTo>
                    <a:pt x="271" y="283"/>
                    <a:pt x="280" y="285"/>
                    <a:pt x="289" y="283"/>
                  </a:cubicBezTo>
                  <a:cubicBezTo>
                    <a:pt x="305" y="279"/>
                    <a:pt x="315" y="266"/>
                    <a:pt x="321" y="251"/>
                  </a:cubicBezTo>
                  <a:cubicBezTo>
                    <a:pt x="337" y="212"/>
                    <a:pt x="334" y="166"/>
                    <a:pt x="328" y="125"/>
                  </a:cubicBezTo>
                  <a:moveTo>
                    <a:pt x="204" y="301"/>
                  </a:moveTo>
                  <a:cubicBezTo>
                    <a:pt x="204" y="301"/>
                    <a:pt x="203" y="301"/>
                    <a:pt x="203" y="302"/>
                  </a:cubicBezTo>
                  <a:cubicBezTo>
                    <a:pt x="195" y="301"/>
                    <a:pt x="187" y="301"/>
                    <a:pt x="179" y="303"/>
                  </a:cubicBezTo>
                  <a:cubicBezTo>
                    <a:pt x="177" y="303"/>
                    <a:pt x="176" y="305"/>
                    <a:pt x="177" y="307"/>
                  </a:cubicBezTo>
                  <a:cubicBezTo>
                    <a:pt x="170" y="307"/>
                    <a:pt x="163" y="307"/>
                    <a:pt x="155" y="308"/>
                  </a:cubicBezTo>
                  <a:cubicBezTo>
                    <a:pt x="153" y="308"/>
                    <a:pt x="150" y="308"/>
                    <a:pt x="148" y="308"/>
                  </a:cubicBezTo>
                  <a:cubicBezTo>
                    <a:pt x="143" y="308"/>
                    <a:pt x="142" y="306"/>
                    <a:pt x="143" y="302"/>
                  </a:cubicBezTo>
                  <a:cubicBezTo>
                    <a:pt x="142" y="298"/>
                    <a:pt x="143" y="292"/>
                    <a:pt x="142" y="288"/>
                  </a:cubicBezTo>
                  <a:cubicBezTo>
                    <a:pt x="142" y="288"/>
                    <a:pt x="142" y="287"/>
                    <a:pt x="142" y="287"/>
                  </a:cubicBezTo>
                  <a:cubicBezTo>
                    <a:pt x="163" y="287"/>
                    <a:pt x="184" y="287"/>
                    <a:pt x="204" y="286"/>
                  </a:cubicBezTo>
                  <a:cubicBezTo>
                    <a:pt x="205" y="291"/>
                    <a:pt x="205" y="298"/>
                    <a:pt x="204" y="301"/>
                  </a:cubicBezTo>
                  <a:moveTo>
                    <a:pt x="238" y="311"/>
                  </a:moveTo>
                  <a:cubicBezTo>
                    <a:pt x="246" y="311"/>
                    <a:pt x="249" y="312"/>
                    <a:pt x="250" y="320"/>
                  </a:cubicBezTo>
                  <a:cubicBezTo>
                    <a:pt x="251" y="328"/>
                    <a:pt x="247" y="333"/>
                    <a:pt x="240" y="335"/>
                  </a:cubicBezTo>
                  <a:cubicBezTo>
                    <a:pt x="233" y="337"/>
                    <a:pt x="218" y="338"/>
                    <a:pt x="211" y="338"/>
                  </a:cubicBezTo>
                  <a:cubicBezTo>
                    <a:pt x="185" y="338"/>
                    <a:pt x="159" y="338"/>
                    <a:pt x="133" y="338"/>
                  </a:cubicBezTo>
                  <a:cubicBezTo>
                    <a:pt x="124" y="338"/>
                    <a:pt x="113" y="339"/>
                    <a:pt x="104" y="338"/>
                  </a:cubicBezTo>
                  <a:cubicBezTo>
                    <a:pt x="94" y="337"/>
                    <a:pt x="89" y="330"/>
                    <a:pt x="88" y="320"/>
                  </a:cubicBezTo>
                  <a:cubicBezTo>
                    <a:pt x="101" y="318"/>
                    <a:pt x="113" y="319"/>
                    <a:pt x="126" y="318"/>
                  </a:cubicBezTo>
                  <a:cubicBezTo>
                    <a:pt x="130" y="318"/>
                    <a:pt x="133" y="318"/>
                    <a:pt x="137" y="317"/>
                  </a:cubicBezTo>
                  <a:cubicBezTo>
                    <a:pt x="141" y="319"/>
                    <a:pt x="147" y="320"/>
                    <a:pt x="152" y="319"/>
                  </a:cubicBezTo>
                  <a:cubicBezTo>
                    <a:pt x="153" y="320"/>
                    <a:pt x="153" y="320"/>
                    <a:pt x="154" y="320"/>
                  </a:cubicBezTo>
                  <a:cubicBezTo>
                    <a:pt x="155" y="321"/>
                    <a:pt x="156" y="320"/>
                    <a:pt x="157" y="319"/>
                  </a:cubicBezTo>
                  <a:cubicBezTo>
                    <a:pt x="157" y="319"/>
                    <a:pt x="158" y="319"/>
                    <a:pt x="158" y="319"/>
                  </a:cubicBezTo>
                  <a:cubicBezTo>
                    <a:pt x="168" y="319"/>
                    <a:pt x="179" y="319"/>
                    <a:pt x="189" y="318"/>
                  </a:cubicBezTo>
                  <a:cubicBezTo>
                    <a:pt x="195" y="318"/>
                    <a:pt x="203" y="318"/>
                    <a:pt x="209" y="315"/>
                  </a:cubicBezTo>
                  <a:cubicBezTo>
                    <a:pt x="209" y="315"/>
                    <a:pt x="210" y="315"/>
                    <a:pt x="211" y="314"/>
                  </a:cubicBezTo>
                  <a:cubicBezTo>
                    <a:pt x="220" y="313"/>
                    <a:pt x="229" y="310"/>
                    <a:pt x="238" y="311"/>
                  </a:cubicBezTo>
                  <a:moveTo>
                    <a:pt x="313" y="223"/>
                  </a:moveTo>
                  <a:cubicBezTo>
                    <a:pt x="309" y="244"/>
                    <a:pt x="303" y="267"/>
                    <a:pt x="277" y="269"/>
                  </a:cubicBezTo>
                  <a:cubicBezTo>
                    <a:pt x="261" y="270"/>
                    <a:pt x="244" y="271"/>
                    <a:pt x="227" y="271"/>
                  </a:cubicBezTo>
                  <a:cubicBezTo>
                    <a:pt x="211" y="271"/>
                    <a:pt x="195" y="274"/>
                    <a:pt x="180" y="274"/>
                  </a:cubicBezTo>
                  <a:cubicBezTo>
                    <a:pt x="159" y="273"/>
                    <a:pt x="137" y="272"/>
                    <a:pt x="116" y="271"/>
                  </a:cubicBezTo>
                  <a:cubicBezTo>
                    <a:pt x="98" y="270"/>
                    <a:pt x="79" y="267"/>
                    <a:pt x="61" y="263"/>
                  </a:cubicBezTo>
                  <a:cubicBezTo>
                    <a:pt x="53" y="262"/>
                    <a:pt x="43" y="260"/>
                    <a:pt x="36" y="255"/>
                  </a:cubicBezTo>
                  <a:cubicBezTo>
                    <a:pt x="28" y="249"/>
                    <a:pt x="26" y="235"/>
                    <a:pt x="23" y="225"/>
                  </a:cubicBezTo>
                  <a:cubicBezTo>
                    <a:pt x="18" y="209"/>
                    <a:pt x="20" y="192"/>
                    <a:pt x="18" y="175"/>
                  </a:cubicBezTo>
                  <a:cubicBezTo>
                    <a:pt x="16" y="157"/>
                    <a:pt x="15" y="138"/>
                    <a:pt x="14" y="120"/>
                  </a:cubicBezTo>
                  <a:cubicBezTo>
                    <a:pt x="14" y="105"/>
                    <a:pt x="15" y="87"/>
                    <a:pt x="18" y="72"/>
                  </a:cubicBezTo>
                  <a:cubicBezTo>
                    <a:pt x="19" y="64"/>
                    <a:pt x="19" y="54"/>
                    <a:pt x="21" y="46"/>
                  </a:cubicBezTo>
                  <a:cubicBezTo>
                    <a:pt x="25" y="34"/>
                    <a:pt x="32" y="34"/>
                    <a:pt x="42" y="32"/>
                  </a:cubicBezTo>
                  <a:cubicBezTo>
                    <a:pt x="62" y="27"/>
                    <a:pt x="83" y="24"/>
                    <a:pt x="103" y="25"/>
                  </a:cubicBezTo>
                  <a:cubicBezTo>
                    <a:pt x="123" y="25"/>
                    <a:pt x="142" y="22"/>
                    <a:pt x="161" y="20"/>
                  </a:cubicBezTo>
                  <a:cubicBezTo>
                    <a:pt x="170" y="19"/>
                    <a:pt x="178" y="18"/>
                    <a:pt x="187" y="17"/>
                  </a:cubicBezTo>
                  <a:cubicBezTo>
                    <a:pt x="187" y="18"/>
                    <a:pt x="188" y="19"/>
                    <a:pt x="190" y="19"/>
                  </a:cubicBezTo>
                  <a:cubicBezTo>
                    <a:pt x="206" y="19"/>
                    <a:pt x="221" y="16"/>
                    <a:pt x="237" y="15"/>
                  </a:cubicBezTo>
                  <a:cubicBezTo>
                    <a:pt x="255" y="15"/>
                    <a:pt x="280" y="12"/>
                    <a:pt x="297" y="20"/>
                  </a:cubicBezTo>
                  <a:cubicBezTo>
                    <a:pt x="314" y="27"/>
                    <a:pt x="310" y="51"/>
                    <a:pt x="310" y="65"/>
                  </a:cubicBezTo>
                  <a:cubicBezTo>
                    <a:pt x="310" y="80"/>
                    <a:pt x="312" y="95"/>
                    <a:pt x="312" y="111"/>
                  </a:cubicBezTo>
                  <a:cubicBezTo>
                    <a:pt x="313" y="149"/>
                    <a:pt x="322" y="185"/>
                    <a:pt x="313" y="223"/>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83" name="chenying0907 355"/>
            <p:cNvSpPr>
              <a:spLocks noEditPoints="1"/>
            </p:cNvSpPr>
            <p:nvPr/>
          </p:nvSpPr>
          <p:spPr bwMode="auto">
            <a:xfrm>
              <a:off x="8810626" y="3143251"/>
              <a:ext cx="255588" cy="714375"/>
            </a:xfrm>
            <a:custGeom>
              <a:avLst/>
              <a:gdLst>
                <a:gd name="T0" fmla="*/ 115 w 119"/>
                <a:gd name="T1" fmla="*/ 148 h 333"/>
                <a:gd name="T2" fmla="*/ 115 w 119"/>
                <a:gd name="T3" fmla="*/ 29 h 333"/>
                <a:gd name="T4" fmla="*/ 113 w 119"/>
                <a:gd name="T5" fmla="*/ 7 h 333"/>
                <a:gd name="T6" fmla="*/ 86 w 119"/>
                <a:gd name="T7" fmla="*/ 2 h 333"/>
                <a:gd name="T8" fmla="*/ 55 w 119"/>
                <a:gd name="T9" fmla="*/ 4 h 333"/>
                <a:gd name="T10" fmla="*/ 10 w 119"/>
                <a:gd name="T11" fmla="*/ 8 h 333"/>
                <a:gd name="T12" fmla="*/ 3 w 119"/>
                <a:gd name="T13" fmla="*/ 27 h 333"/>
                <a:gd name="T14" fmla="*/ 8 w 119"/>
                <a:gd name="T15" fmla="*/ 77 h 333"/>
                <a:gd name="T16" fmla="*/ 9 w 119"/>
                <a:gd name="T17" fmla="*/ 128 h 333"/>
                <a:gd name="T18" fmla="*/ 8 w 119"/>
                <a:gd name="T19" fmla="*/ 196 h 333"/>
                <a:gd name="T20" fmla="*/ 9 w 119"/>
                <a:gd name="T21" fmla="*/ 267 h 333"/>
                <a:gd name="T22" fmla="*/ 8 w 119"/>
                <a:gd name="T23" fmla="*/ 276 h 333"/>
                <a:gd name="T24" fmla="*/ 6 w 119"/>
                <a:gd name="T25" fmla="*/ 279 h 333"/>
                <a:gd name="T26" fmla="*/ 6 w 119"/>
                <a:gd name="T27" fmla="*/ 308 h 333"/>
                <a:gd name="T28" fmla="*/ 7 w 119"/>
                <a:gd name="T29" fmla="*/ 328 h 333"/>
                <a:gd name="T30" fmla="*/ 35 w 119"/>
                <a:gd name="T31" fmla="*/ 331 h 333"/>
                <a:gd name="T32" fmla="*/ 92 w 119"/>
                <a:gd name="T33" fmla="*/ 325 h 333"/>
                <a:gd name="T34" fmla="*/ 115 w 119"/>
                <a:gd name="T35" fmla="*/ 268 h 333"/>
                <a:gd name="T36" fmla="*/ 115 w 119"/>
                <a:gd name="T37" fmla="*/ 148 h 333"/>
                <a:gd name="T38" fmla="*/ 29 w 119"/>
                <a:gd name="T39" fmla="*/ 317 h 333"/>
                <a:gd name="T40" fmla="*/ 16 w 119"/>
                <a:gd name="T41" fmla="*/ 318 h 333"/>
                <a:gd name="T42" fmla="*/ 17 w 119"/>
                <a:gd name="T43" fmla="*/ 306 h 333"/>
                <a:gd name="T44" fmla="*/ 17 w 119"/>
                <a:gd name="T45" fmla="*/ 301 h 333"/>
                <a:gd name="T46" fmla="*/ 19 w 119"/>
                <a:gd name="T47" fmla="*/ 285 h 333"/>
                <a:gd name="T48" fmla="*/ 19 w 119"/>
                <a:gd name="T49" fmla="*/ 235 h 333"/>
                <a:gd name="T50" fmla="*/ 20 w 119"/>
                <a:gd name="T51" fmla="*/ 136 h 333"/>
                <a:gd name="T52" fmla="*/ 21 w 119"/>
                <a:gd name="T53" fmla="*/ 105 h 333"/>
                <a:gd name="T54" fmla="*/ 19 w 119"/>
                <a:gd name="T55" fmla="*/ 63 h 333"/>
                <a:gd name="T56" fmla="*/ 15 w 119"/>
                <a:gd name="T57" fmla="*/ 29 h 333"/>
                <a:gd name="T58" fmla="*/ 19 w 119"/>
                <a:gd name="T59" fmla="*/ 18 h 333"/>
                <a:gd name="T60" fmla="*/ 43 w 119"/>
                <a:gd name="T61" fmla="*/ 18 h 333"/>
                <a:gd name="T62" fmla="*/ 60 w 119"/>
                <a:gd name="T63" fmla="*/ 15 h 333"/>
                <a:gd name="T64" fmla="*/ 59 w 119"/>
                <a:gd name="T65" fmla="*/ 93 h 333"/>
                <a:gd name="T66" fmla="*/ 56 w 119"/>
                <a:gd name="T67" fmla="*/ 168 h 333"/>
                <a:gd name="T68" fmla="*/ 54 w 119"/>
                <a:gd name="T69" fmla="*/ 241 h 333"/>
                <a:gd name="T70" fmla="*/ 54 w 119"/>
                <a:gd name="T71" fmla="*/ 314 h 333"/>
                <a:gd name="T72" fmla="*/ 54 w 119"/>
                <a:gd name="T73" fmla="*/ 314 h 333"/>
                <a:gd name="T74" fmla="*/ 54 w 119"/>
                <a:gd name="T75" fmla="*/ 314 h 333"/>
                <a:gd name="T76" fmla="*/ 49 w 119"/>
                <a:gd name="T77" fmla="*/ 314 h 333"/>
                <a:gd name="T78" fmla="*/ 29 w 119"/>
                <a:gd name="T79" fmla="*/ 317 h 333"/>
                <a:gd name="T80" fmla="*/ 102 w 119"/>
                <a:gd name="T81" fmla="*/ 52 h 333"/>
                <a:gd name="T82" fmla="*/ 102 w 119"/>
                <a:gd name="T83" fmla="*/ 105 h 333"/>
                <a:gd name="T84" fmla="*/ 102 w 119"/>
                <a:gd name="T85" fmla="*/ 203 h 333"/>
                <a:gd name="T86" fmla="*/ 101 w 119"/>
                <a:gd name="T87" fmla="*/ 289 h 333"/>
                <a:gd name="T88" fmla="*/ 99 w 119"/>
                <a:gd name="T89" fmla="*/ 304 h 333"/>
                <a:gd name="T90" fmla="*/ 77 w 119"/>
                <a:gd name="T91" fmla="*/ 313 h 333"/>
                <a:gd name="T92" fmla="*/ 59 w 119"/>
                <a:gd name="T93" fmla="*/ 314 h 333"/>
                <a:gd name="T94" fmla="*/ 59 w 119"/>
                <a:gd name="T95" fmla="*/ 314 h 333"/>
                <a:gd name="T96" fmla="*/ 63 w 119"/>
                <a:gd name="T97" fmla="*/ 274 h 333"/>
                <a:gd name="T98" fmla="*/ 64 w 119"/>
                <a:gd name="T99" fmla="*/ 241 h 333"/>
                <a:gd name="T100" fmla="*/ 66 w 119"/>
                <a:gd name="T101" fmla="*/ 168 h 333"/>
                <a:gd name="T102" fmla="*/ 67 w 119"/>
                <a:gd name="T103" fmla="*/ 14 h 333"/>
                <a:gd name="T104" fmla="*/ 103 w 119"/>
                <a:gd name="T105" fmla="*/ 18 h 333"/>
                <a:gd name="T106" fmla="*/ 103 w 119"/>
                <a:gd name="T107" fmla="*/ 32 h 333"/>
                <a:gd name="T108" fmla="*/ 102 w 119"/>
                <a:gd name="T109" fmla="*/ 52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333">
                  <a:moveTo>
                    <a:pt x="115" y="148"/>
                  </a:moveTo>
                  <a:cubicBezTo>
                    <a:pt x="115" y="109"/>
                    <a:pt x="113" y="68"/>
                    <a:pt x="115" y="29"/>
                  </a:cubicBezTo>
                  <a:cubicBezTo>
                    <a:pt x="115" y="22"/>
                    <a:pt x="118" y="13"/>
                    <a:pt x="113" y="7"/>
                  </a:cubicBezTo>
                  <a:cubicBezTo>
                    <a:pt x="107" y="0"/>
                    <a:pt x="94" y="2"/>
                    <a:pt x="86" y="2"/>
                  </a:cubicBezTo>
                  <a:cubicBezTo>
                    <a:pt x="76" y="2"/>
                    <a:pt x="66" y="3"/>
                    <a:pt x="55" y="4"/>
                  </a:cubicBezTo>
                  <a:cubicBezTo>
                    <a:pt x="41" y="6"/>
                    <a:pt x="23" y="2"/>
                    <a:pt x="10" y="8"/>
                  </a:cubicBezTo>
                  <a:cubicBezTo>
                    <a:pt x="2" y="12"/>
                    <a:pt x="2" y="18"/>
                    <a:pt x="3" y="27"/>
                  </a:cubicBezTo>
                  <a:cubicBezTo>
                    <a:pt x="5" y="43"/>
                    <a:pt x="8" y="61"/>
                    <a:pt x="8" y="77"/>
                  </a:cubicBezTo>
                  <a:cubicBezTo>
                    <a:pt x="7" y="94"/>
                    <a:pt x="11" y="111"/>
                    <a:pt x="9" y="128"/>
                  </a:cubicBezTo>
                  <a:cubicBezTo>
                    <a:pt x="6" y="150"/>
                    <a:pt x="8" y="174"/>
                    <a:pt x="8" y="196"/>
                  </a:cubicBezTo>
                  <a:cubicBezTo>
                    <a:pt x="8" y="220"/>
                    <a:pt x="8" y="244"/>
                    <a:pt x="9" y="267"/>
                  </a:cubicBezTo>
                  <a:cubicBezTo>
                    <a:pt x="9" y="270"/>
                    <a:pt x="8" y="273"/>
                    <a:pt x="8" y="276"/>
                  </a:cubicBezTo>
                  <a:cubicBezTo>
                    <a:pt x="7" y="277"/>
                    <a:pt x="6" y="277"/>
                    <a:pt x="6" y="279"/>
                  </a:cubicBezTo>
                  <a:cubicBezTo>
                    <a:pt x="5" y="289"/>
                    <a:pt x="7" y="298"/>
                    <a:pt x="6" y="308"/>
                  </a:cubicBezTo>
                  <a:cubicBezTo>
                    <a:pt x="5" y="315"/>
                    <a:pt x="0" y="323"/>
                    <a:pt x="7" y="328"/>
                  </a:cubicBezTo>
                  <a:cubicBezTo>
                    <a:pt x="13" y="333"/>
                    <a:pt x="28" y="331"/>
                    <a:pt x="35" y="331"/>
                  </a:cubicBezTo>
                  <a:cubicBezTo>
                    <a:pt x="54" y="329"/>
                    <a:pt x="74" y="329"/>
                    <a:pt x="92" y="325"/>
                  </a:cubicBezTo>
                  <a:cubicBezTo>
                    <a:pt x="119" y="317"/>
                    <a:pt x="115" y="291"/>
                    <a:pt x="115" y="268"/>
                  </a:cubicBezTo>
                  <a:cubicBezTo>
                    <a:pt x="115" y="228"/>
                    <a:pt x="115" y="188"/>
                    <a:pt x="115" y="148"/>
                  </a:cubicBezTo>
                  <a:moveTo>
                    <a:pt x="29" y="317"/>
                  </a:moveTo>
                  <a:cubicBezTo>
                    <a:pt x="28" y="317"/>
                    <a:pt x="18" y="316"/>
                    <a:pt x="16" y="318"/>
                  </a:cubicBezTo>
                  <a:cubicBezTo>
                    <a:pt x="16" y="314"/>
                    <a:pt x="17" y="307"/>
                    <a:pt x="17" y="306"/>
                  </a:cubicBezTo>
                  <a:cubicBezTo>
                    <a:pt x="17" y="304"/>
                    <a:pt x="17" y="303"/>
                    <a:pt x="17" y="301"/>
                  </a:cubicBezTo>
                  <a:cubicBezTo>
                    <a:pt x="18" y="296"/>
                    <a:pt x="18" y="291"/>
                    <a:pt x="19" y="285"/>
                  </a:cubicBezTo>
                  <a:cubicBezTo>
                    <a:pt x="19" y="269"/>
                    <a:pt x="19" y="252"/>
                    <a:pt x="19" y="235"/>
                  </a:cubicBezTo>
                  <a:cubicBezTo>
                    <a:pt x="20" y="202"/>
                    <a:pt x="18" y="169"/>
                    <a:pt x="20" y="136"/>
                  </a:cubicBezTo>
                  <a:cubicBezTo>
                    <a:pt x="20" y="125"/>
                    <a:pt x="23" y="116"/>
                    <a:pt x="21" y="105"/>
                  </a:cubicBezTo>
                  <a:cubicBezTo>
                    <a:pt x="19" y="90"/>
                    <a:pt x="21" y="77"/>
                    <a:pt x="19" y="63"/>
                  </a:cubicBezTo>
                  <a:cubicBezTo>
                    <a:pt x="18" y="51"/>
                    <a:pt x="18" y="40"/>
                    <a:pt x="15" y="29"/>
                  </a:cubicBezTo>
                  <a:cubicBezTo>
                    <a:pt x="14" y="20"/>
                    <a:pt x="12" y="21"/>
                    <a:pt x="19" y="18"/>
                  </a:cubicBezTo>
                  <a:cubicBezTo>
                    <a:pt x="26" y="15"/>
                    <a:pt x="35" y="18"/>
                    <a:pt x="43" y="18"/>
                  </a:cubicBezTo>
                  <a:cubicBezTo>
                    <a:pt x="46" y="18"/>
                    <a:pt x="53" y="16"/>
                    <a:pt x="60" y="15"/>
                  </a:cubicBezTo>
                  <a:cubicBezTo>
                    <a:pt x="58" y="41"/>
                    <a:pt x="60" y="67"/>
                    <a:pt x="59" y="93"/>
                  </a:cubicBezTo>
                  <a:cubicBezTo>
                    <a:pt x="59" y="118"/>
                    <a:pt x="56" y="143"/>
                    <a:pt x="56" y="168"/>
                  </a:cubicBezTo>
                  <a:cubicBezTo>
                    <a:pt x="56" y="192"/>
                    <a:pt x="54" y="216"/>
                    <a:pt x="54" y="241"/>
                  </a:cubicBezTo>
                  <a:cubicBezTo>
                    <a:pt x="54" y="264"/>
                    <a:pt x="46" y="291"/>
                    <a:pt x="54" y="314"/>
                  </a:cubicBezTo>
                  <a:cubicBezTo>
                    <a:pt x="54" y="314"/>
                    <a:pt x="54" y="314"/>
                    <a:pt x="54" y="314"/>
                  </a:cubicBezTo>
                  <a:cubicBezTo>
                    <a:pt x="54" y="314"/>
                    <a:pt x="54" y="314"/>
                    <a:pt x="54" y="314"/>
                  </a:cubicBezTo>
                  <a:cubicBezTo>
                    <a:pt x="52" y="314"/>
                    <a:pt x="51" y="314"/>
                    <a:pt x="49" y="314"/>
                  </a:cubicBezTo>
                  <a:cubicBezTo>
                    <a:pt x="42" y="315"/>
                    <a:pt x="36" y="317"/>
                    <a:pt x="29" y="317"/>
                  </a:cubicBezTo>
                  <a:moveTo>
                    <a:pt x="102" y="52"/>
                  </a:moveTo>
                  <a:cubicBezTo>
                    <a:pt x="102" y="70"/>
                    <a:pt x="102" y="87"/>
                    <a:pt x="102" y="105"/>
                  </a:cubicBezTo>
                  <a:cubicBezTo>
                    <a:pt x="102" y="203"/>
                    <a:pt x="102" y="203"/>
                    <a:pt x="102" y="203"/>
                  </a:cubicBezTo>
                  <a:cubicBezTo>
                    <a:pt x="102" y="231"/>
                    <a:pt x="105" y="262"/>
                    <a:pt x="101" y="289"/>
                  </a:cubicBezTo>
                  <a:cubicBezTo>
                    <a:pt x="100" y="293"/>
                    <a:pt x="101" y="302"/>
                    <a:pt x="99" y="304"/>
                  </a:cubicBezTo>
                  <a:cubicBezTo>
                    <a:pt x="96" y="312"/>
                    <a:pt x="84" y="312"/>
                    <a:pt x="77" y="313"/>
                  </a:cubicBezTo>
                  <a:cubicBezTo>
                    <a:pt x="71" y="314"/>
                    <a:pt x="65" y="314"/>
                    <a:pt x="59" y="314"/>
                  </a:cubicBezTo>
                  <a:cubicBezTo>
                    <a:pt x="59" y="314"/>
                    <a:pt x="59" y="314"/>
                    <a:pt x="59" y="314"/>
                  </a:cubicBezTo>
                  <a:cubicBezTo>
                    <a:pt x="63" y="301"/>
                    <a:pt x="61" y="288"/>
                    <a:pt x="63" y="274"/>
                  </a:cubicBezTo>
                  <a:cubicBezTo>
                    <a:pt x="64" y="263"/>
                    <a:pt x="64" y="252"/>
                    <a:pt x="64" y="241"/>
                  </a:cubicBezTo>
                  <a:cubicBezTo>
                    <a:pt x="64" y="216"/>
                    <a:pt x="66" y="192"/>
                    <a:pt x="66" y="168"/>
                  </a:cubicBezTo>
                  <a:cubicBezTo>
                    <a:pt x="66" y="117"/>
                    <a:pt x="71" y="66"/>
                    <a:pt x="67" y="14"/>
                  </a:cubicBezTo>
                  <a:cubicBezTo>
                    <a:pt x="82" y="12"/>
                    <a:pt x="100" y="11"/>
                    <a:pt x="103" y="18"/>
                  </a:cubicBezTo>
                  <a:cubicBezTo>
                    <a:pt x="105" y="21"/>
                    <a:pt x="103" y="29"/>
                    <a:pt x="103" y="32"/>
                  </a:cubicBezTo>
                  <a:cubicBezTo>
                    <a:pt x="102" y="39"/>
                    <a:pt x="103" y="46"/>
                    <a:pt x="102" y="52"/>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84" name="chenying0907 356"/>
            <p:cNvSpPr>
              <a:spLocks noEditPoints="1"/>
            </p:cNvSpPr>
            <p:nvPr/>
          </p:nvSpPr>
          <p:spPr bwMode="auto">
            <a:xfrm>
              <a:off x="8969376" y="3390901"/>
              <a:ext cx="52388" cy="47625"/>
            </a:xfrm>
            <a:custGeom>
              <a:avLst/>
              <a:gdLst>
                <a:gd name="T0" fmla="*/ 19 w 24"/>
                <a:gd name="T1" fmla="*/ 4 h 22"/>
                <a:gd name="T2" fmla="*/ 10 w 24"/>
                <a:gd name="T3" fmla="*/ 1 h 22"/>
                <a:gd name="T4" fmla="*/ 9 w 24"/>
                <a:gd name="T5" fmla="*/ 0 h 22"/>
                <a:gd name="T6" fmla="*/ 8 w 24"/>
                <a:gd name="T7" fmla="*/ 1 h 22"/>
                <a:gd name="T8" fmla="*/ 4 w 24"/>
                <a:gd name="T9" fmla="*/ 4 h 22"/>
                <a:gd name="T10" fmla="*/ 3 w 24"/>
                <a:gd name="T11" fmla="*/ 4 h 22"/>
                <a:gd name="T12" fmla="*/ 3 w 24"/>
                <a:gd name="T13" fmla="*/ 5 h 22"/>
                <a:gd name="T14" fmla="*/ 0 w 24"/>
                <a:gd name="T15" fmla="*/ 13 h 22"/>
                <a:gd name="T16" fmla="*/ 12 w 24"/>
                <a:gd name="T17" fmla="*/ 20 h 22"/>
                <a:gd name="T18" fmla="*/ 19 w 24"/>
                <a:gd name="T19" fmla="*/ 4 h 22"/>
                <a:gd name="T20" fmla="*/ 10 w 24"/>
                <a:gd name="T21" fmla="*/ 14 h 22"/>
                <a:gd name="T22" fmla="*/ 4 w 24"/>
                <a:gd name="T23" fmla="*/ 10 h 22"/>
                <a:gd name="T24" fmla="*/ 4 w 24"/>
                <a:gd name="T25" fmla="*/ 8 h 22"/>
                <a:gd name="T26" fmla="*/ 11 w 24"/>
                <a:gd name="T27" fmla="*/ 10 h 22"/>
                <a:gd name="T28" fmla="*/ 13 w 24"/>
                <a:gd name="T29" fmla="*/ 11 h 22"/>
                <a:gd name="T30" fmla="*/ 10 w 24"/>
                <a:gd name="T31" fmla="*/ 1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22">
                  <a:moveTo>
                    <a:pt x="19" y="4"/>
                  </a:moveTo>
                  <a:cubicBezTo>
                    <a:pt x="17" y="2"/>
                    <a:pt x="14" y="1"/>
                    <a:pt x="10" y="1"/>
                  </a:cubicBezTo>
                  <a:cubicBezTo>
                    <a:pt x="10" y="0"/>
                    <a:pt x="10" y="0"/>
                    <a:pt x="9" y="0"/>
                  </a:cubicBezTo>
                  <a:cubicBezTo>
                    <a:pt x="9" y="0"/>
                    <a:pt x="8" y="1"/>
                    <a:pt x="8" y="1"/>
                  </a:cubicBezTo>
                  <a:cubicBezTo>
                    <a:pt x="6" y="1"/>
                    <a:pt x="4" y="2"/>
                    <a:pt x="4" y="4"/>
                  </a:cubicBezTo>
                  <a:cubicBezTo>
                    <a:pt x="4" y="4"/>
                    <a:pt x="3" y="4"/>
                    <a:pt x="3" y="4"/>
                  </a:cubicBezTo>
                  <a:cubicBezTo>
                    <a:pt x="3" y="4"/>
                    <a:pt x="3" y="5"/>
                    <a:pt x="3" y="5"/>
                  </a:cubicBezTo>
                  <a:cubicBezTo>
                    <a:pt x="1" y="7"/>
                    <a:pt x="0" y="10"/>
                    <a:pt x="0" y="13"/>
                  </a:cubicBezTo>
                  <a:cubicBezTo>
                    <a:pt x="1" y="19"/>
                    <a:pt x="7" y="22"/>
                    <a:pt x="12" y="20"/>
                  </a:cubicBezTo>
                  <a:cubicBezTo>
                    <a:pt x="19" y="18"/>
                    <a:pt x="24" y="10"/>
                    <a:pt x="19" y="4"/>
                  </a:cubicBezTo>
                  <a:moveTo>
                    <a:pt x="10" y="14"/>
                  </a:moveTo>
                  <a:cubicBezTo>
                    <a:pt x="7" y="15"/>
                    <a:pt x="4" y="13"/>
                    <a:pt x="4" y="10"/>
                  </a:cubicBezTo>
                  <a:cubicBezTo>
                    <a:pt x="4" y="9"/>
                    <a:pt x="4" y="9"/>
                    <a:pt x="4" y="8"/>
                  </a:cubicBezTo>
                  <a:cubicBezTo>
                    <a:pt x="6" y="10"/>
                    <a:pt x="9" y="10"/>
                    <a:pt x="11" y="10"/>
                  </a:cubicBezTo>
                  <a:cubicBezTo>
                    <a:pt x="12" y="10"/>
                    <a:pt x="13" y="10"/>
                    <a:pt x="13" y="11"/>
                  </a:cubicBezTo>
                  <a:cubicBezTo>
                    <a:pt x="13" y="12"/>
                    <a:pt x="10" y="14"/>
                    <a:pt x="10" y="14"/>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85" name="chenying0907 357"/>
            <p:cNvSpPr>
              <a:spLocks noEditPoints="1"/>
            </p:cNvSpPr>
            <p:nvPr/>
          </p:nvSpPr>
          <p:spPr bwMode="auto">
            <a:xfrm>
              <a:off x="8139114" y="3179764"/>
              <a:ext cx="584200" cy="488950"/>
            </a:xfrm>
            <a:custGeom>
              <a:avLst/>
              <a:gdLst>
                <a:gd name="T0" fmla="*/ 267 w 272"/>
                <a:gd name="T1" fmla="*/ 58 h 228"/>
                <a:gd name="T2" fmla="*/ 257 w 272"/>
                <a:gd name="T3" fmla="*/ 12 h 228"/>
                <a:gd name="T4" fmla="*/ 212 w 272"/>
                <a:gd name="T5" fmla="*/ 3 h 228"/>
                <a:gd name="T6" fmla="*/ 178 w 272"/>
                <a:gd name="T7" fmla="*/ 1 h 228"/>
                <a:gd name="T8" fmla="*/ 147 w 272"/>
                <a:gd name="T9" fmla="*/ 4 h 228"/>
                <a:gd name="T10" fmla="*/ 116 w 272"/>
                <a:gd name="T11" fmla="*/ 9 h 228"/>
                <a:gd name="T12" fmla="*/ 79 w 272"/>
                <a:gd name="T13" fmla="*/ 11 h 228"/>
                <a:gd name="T14" fmla="*/ 5 w 272"/>
                <a:gd name="T15" fmla="*/ 34 h 228"/>
                <a:gd name="T16" fmla="*/ 3 w 272"/>
                <a:gd name="T17" fmla="*/ 78 h 228"/>
                <a:gd name="T18" fmla="*/ 3 w 272"/>
                <a:gd name="T19" fmla="*/ 143 h 228"/>
                <a:gd name="T20" fmla="*/ 8 w 272"/>
                <a:gd name="T21" fmla="*/ 200 h 228"/>
                <a:gd name="T22" fmla="*/ 21 w 272"/>
                <a:gd name="T23" fmla="*/ 219 h 228"/>
                <a:gd name="T24" fmla="*/ 63 w 272"/>
                <a:gd name="T25" fmla="*/ 224 h 228"/>
                <a:gd name="T26" fmla="*/ 118 w 272"/>
                <a:gd name="T27" fmla="*/ 225 h 228"/>
                <a:gd name="T28" fmla="*/ 145 w 272"/>
                <a:gd name="T29" fmla="*/ 228 h 228"/>
                <a:gd name="T30" fmla="*/ 173 w 272"/>
                <a:gd name="T31" fmla="*/ 225 h 228"/>
                <a:gd name="T32" fmla="*/ 235 w 272"/>
                <a:gd name="T33" fmla="*/ 218 h 228"/>
                <a:gd name="T34" fmla="*/ 267 w 272"/>
                <a:gd name="T35" fmla="*/ 167 h 228"/>
                <a:gd name="T36" fmla="*/ 267 w 272"/>
                <a:gd name="T37" fmla="*/ 58 h 228"/>
                <a:gd name="T38" fmla="*/ 255 w 272"/>
                <a:gd name="T39" fmla="*/ 156 h 228"/>
                <a:gd name="T40" fmla="*/ 252 w 272"/>
                <a:gd name="T41" fmla="*/ 187 h 228"/>
                <a:gd name="T42" fmla="*/ 213 w 272"/>
                <a:gd name="T43" fmla="*/ 209 h 228"/>
                <a:gd name="T44" fmla="*/ 166 w 272"/>
                <a:gd name="T45" fmla="*/ 214 h 228"/>
                <a:gd name="T46" fmla="*/ 141 w 272"/>
                <a:gd name="T47" fmla="*/ 215 h 228"/>
                <a:gd name="T48" fmla="*/ 121 w 272"/>
                <a:gd name="T49" fmla="*/ 213 h 228"/>
                <a:gd name="T50" fmla="*/ 40 w 272"/>
                <a:gd name="T51" fmla="*/ 211 h 228"/>
                <a:gd name="T52" fmla="*/ 19 w 272"/>
                <a:gd name="T53" fmla="*/ 197 h 228"/>
                <a:gd name="T54" fmla="*/ 17 w 272"/>
                <a:gd name="T55" fmla="*/ 177 h 228"/>
                <a:gd name="T56" fmla="*/ 14 w 272"/>
                <a:gd name="T57" fmla="*/ 127 h 228"/>
                <a:gd name="T58" fmla="*/ 14 w 272"/>
                <a:gd name="T59" fmla="*/ 81 h 228"/>
                <a:gd name="T60" fmla="*/ 17 w 272"/>
                <a:gd name="T61" fmla="*/ 35 h 228"/>
                <a:gd name="T62" fmla="*/ 73 w 272"/>
                <a:gd name="T63" fmla="*/ 22 h 228"/>
                <a:gd name="T64" fmla="*/ 110 w 272"/>
                <a:gd name="T65" fmla="*/ 20 h 228"/>
                <a:gd name="T66" fmla="*/ 116 w 272"/>
                <a:gd name="T67" fmla="*/ 21 h 228"/>
                <a:gd name="T68" fmla="*/ 118 w 272"/>
                <a:gd name="T69" fmla="*/ 20 h 228"/>
                <a:gd name="T70" fmla="*/ 153 w 272"/>
                <a:gd name="T71" fmla="*/ 18 h 228"/>
                <a:gd name="T72" fmla="*/ 171 w 272"/>
                <a:gd name="T73" fmla="*/ 14 h 228"/>
                <a:gd name="T74" fmla="*/ 198 w 272"/>
                <a:gd name="T75" fmla="*/ 14 h 228"/>
                <a:gd name="T76" fmla="*/ 222 w 272"/>
                <a:gd name="T77" fmla="*/ 16 h 228"/>
                <a:gd name="T78" fmla="*/ 241 w 272"/>
                <a:gd name="T79" fmla="*/ 18 h 228"/>
                <a:gd name="T80" fmla="*/ 255 w 272"/>
                <a:gd name="T81" fmla="*/ 59 h 228"/>
                <a:gd name="T82" fmla="*/ 255 w 272"/>
                <a:gd name="T83" fmla="*/ 156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2" h="228">
                  <a:moveTo>
                    <a:pt x="267" y="58"/>
                  </a:moveTo>
                  <a:cubicBezTo>
                    <a:pt x="265" y="44"/>
                    <a:pt x="269" y="22"/>
                    <a:pt x="257" y="12"/>
                  </a:cubicBezTo>
                  <a:cubicBezTo>
                    <a:pt x="247" y="2"/>
                    <a:pt x="225" y="4"/>
                    <a:pt x="212" y="3"/>
                  </a:cubicBezTo>
                  <a:cubicBezTo>
                    <a:pt x="200" y="2"/>
                    <a:pt x="189" y="0"/>
                    <a:pt x="178" y="1"/>
                  </a:cubicBezTo>
                  <a:cubicBezTo>
                    <a:pt x="167" y="1"/>
                    <a:pt x="157" y="3"/>
                    <a:pt x="147" y="4"/>
                  </a:cubicBezTo>
                  <a:cubicBezTo>
                    <a:pt x="136" y="4"/>
                    <a:pt x="125" y="4"/>
                    <a:pt x="116" y="9"/>
                  </a:cubicBezTo>
                  <a:cubicBezTo>
                    <a:pt x="104" y="10"/>
                    <a:pt x="91" y="10"/>
                    <a:pt x="79" y="11"/>
                  </a:cubicBezTo>
                  <a:cubicBezTo>
                    <a:pt x="57" y="13"/>
                    <a:pt x="15" y="9"/>
                    <a:pt x="5" y="34"/>
                  </a:cubicBezTo>
                  <a:cubicBezTo>
                    <a:pt x="0" y="47"/>
                    <a:pt x="3" y="64"/>
                    <a:pt x="3" y="78"/>
                  </a:cubicBezTo>
                  <a:cubicBezTo>
                    <a:pt x="3" y="100"/>
                    <a:pt x="3" y="122"/>
                    <a:pt x="3" y="143"/>
                  </a:cubicBezTo>
                  <a:cubicBezTo>
                    <a:pt x="3" y="162"/>
                    <a:pt x="6" y="181"/>
                    <a:pt x="8" y="200"/>
                  </a:cubicBezTo>
                  <a:cubicBezTo>
                    <a:pt x="9" y="209"/>
                    <a:pt x="12" y="215"/>
                    <a:pt x="21" y="219"/>
                  </a:cubicBezTo>
                  <a:cubicBezTo>
                    <a:pt x="33" y="225"/>
                    <a:pt x="50" y="223"/>
                    <a:pt x="63" y="224"/>
                  </a:cubicBezTo>
                  <a:cubicBezTo>
                    <a:pt x="81" y="226"/>
                    <a:pt x="100" y="225"/>
                    <a:pt x="118" y="225"/>
                  </a:cubicBezTo>
                  <a:cubicBezTo>
                    <a:pt x="128" y="225"/>
                    <a:pt x="136" y="227"/>
                    <a:pt x="145" y="228"/>
                  </a:cubicBezTo>
                  <a:cubicBezTo>
                    <a:pt x="155" y="228"/>
                    <a:pt x="164" y="226"/>
                    <a:pt x="173" y="225"/>
                  </a:cubicBezTo>
                  <a:cubicBezTo>
                    <a:pt x="194" y="224"/>
                    <a:pt x="214" y="221"/>
                    <a:pt x="235" y="218"/>
                  </a:cubicBezTo>
                  <a:cubicBezTo>
                    <a:pt x="262" y="214"/>
                    <a:pt x="265" y="190"/>
                    <a:pt x="267" y="167"/>
                  </a:cubicBezTo>
                  <a:cubicBezTo>
                    <a:pt x="269" y="130"/>
                    <a:pt x="272" y="94"/>
                    <a:pt x="267" y="58"/>
                  </a:cubicBezTo>
                  <a:moveTo>
                    <a:pt x="255" y="156"/>
                  </a:moveTo>
                  <a:cubicBezTo>
                    <a:pt x="254" y="167"/>
                    <a:pt x="255" y="177"/>
                    <a:pt x="252" y="187"/>
                  </a:cubicBezTo>
                  <a:cubicBezTo>
                    <a:pt x="248" y="207"/>
                    <a:pt x="229" y="205"/>
                    <a:pt x="213" y="209"/>
                  </a:cubicBezTo>
                  <a:cubicBezTo>
                    <a:pt x="197" y="212"/>
                    <a:pt x="182" y="213"/>
                    <a:pt x="166" y="214"/>
                  </a:cubicBezTo>
                  <a:cubicBezTo>
                    <a:pt x="158" y="214"/>
                    <a:pt x="149" y="216"/>
                    <a:pt x="141" y="215"/>
                  </a:cubicBezTo>
                  <a:cubicBezTo>
                    <a:pt x="134" y="215"/>
                    <a:pt x="128" y="213"/>
                    <a:pt x="121" y="213"/>
                  </a:cubicBezTo>
                  <a:cubicBezTo>
                    <a:pt x="94" y="214"/>
                    <a:pt x="67" y="213"/>
                    <a:pt x="40" y="211"/>
                  </a:cubicBezTo>
                  <a:cubicBezTo>
                    <a:pt x="29" y="211"/>
                    <a:pt x="23" y="209"/>
                    <a:pt x="19" y="197"/>
                  </a:cubicBezTo>
                  <a:cubicBezTo>
                    <a:pt x="17" y="192"/>
                    <a:pt x="18" y="183"/>
                    <a:pt x="17" y="177"/>
                  </a:cubicBezTo>
                  <a:cubicBezTo>
                    <a:pt x="15" y="160"/>
                    <a:pt x="14" y="144"/>
                    <a:pt x="14" y="127"/>
                  </a:cubicBezTo>
                  <a:cubicBezTo>
                    <a:pt x="14" y="112"/>
                    <a:pt x="14" y="97"/>
                    <a:pt x="14" y="81"/>
                  </a:cubicBezTo>
                  <a:cubicBezTo>
                    <a:pt x="14" y="70"/>
                    <a:pt x="10" y="46"/>
                    <a:pt x="17" y="35"/>
                  </a:cubicBezTo>
                  <a:cubicBezTo>
                    <a:pt x="26" y="22"/>
                    <a:pt x="59" y="23"/>
                    <a:pt x="73" y="22"/>
                  </a:cubicBezTo>
                  <a:cubicBezTo>
                    <a:pt x="86" y="21"/>
                    <a:pt x="97" y="20"/>
                    <a:pt x="110" y="20"/>
                  </a:cubicBezTo>
                  <a:cubicBezTo>
                    <a:pt x="111" y="21"/>
                    <a:pt x="114" y="22"/>
                    <a:pt x="116" y="21"/>
                  </a:cubicBezTo>
                  <a:cubicBezTo>
                    <a:pt x="117" y="20"/>
                    <a:pt x="117" y="20"/>
                    <a:pt x="118" y="20"/>
                  </a:cubicBezTo>
                  <a:cubicBezTo>
                    <a:pt x="130" y="19"/>
                    <a:pt x="141" y="16"/>
                    <a:pt x="153" y="18"/>
                  </a:cubicBezTo>
                  <a:cubicBezTo>
                    <a:pt x="160" y="19"/>
                    <a:pt x="165" y="18"/>
                    <a:pt x="171" y="14"/>
                  </a:cubicBezTo>
                  <a:cubicBezTo>
                    <a:pt x="180" y="13"/>
                    <a:pt x="189" y="13"/>
                    <a:pt x="198" y="14"/>
                  </a:cubicBezTo>
                  <a:cubicBezTo>
                    <a:pt x="206" y="14"/>
                    <a:pt x="214" y="15"/>
                    <a:pt x="222" y="16"/>
                  </a:cubicBezTo>
                  <a:cubicBezTo>
                    <a:pt x="226" y="17"/>
                    <a:pt x="237" y="16"/>
                    <a:pt x="241" y="18"/>
                  </a:cubicBezTo>
                  <a:cubicBezTo>
                    <a:pt x="256" y="26"/>
                    <a:pt x="253" y="45"/>
                    <a:pt x="255" y="59"/>
                  </a:cubicBezTo>
                  <a:cubicBezTo>
                    <a:pt x="259" y="91"/>
                    <a:pt x="259" y="124"/>
                    <a:pt x="255" y="156"/>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86" name="chenying0907 358"/>
            <p:cNvSpPr/>
            <p:nvPr/>
          </p:nvSpPr>
          <p:spPr bwMode="auto">
            <a:xfrm>
              <a:off x="8085139" y="3159126"/>
              <a:ext cx="117475" cy="219075"/>
            </a:xfrm>
            <a:custGeom>
              <a:avLst/>
              <a:gdLst>
                <a:gd name="T0" fmla="*/ 53 w 55"/>
                <a:gd name="T1" fmla="*/ 1 h 102"/>
                <a:gd name="T2" fmla="*/ 46 w 55"/>
                <a:gd name="T3" fmla="*/ 13 h 102"/>
                <a:gd name="T4" fmla="*/ 35 w 55"/>
                <a:gd name="T5" fmla="*/ 28 h 102"/>
                <a:gd name="T6" fmla="*/ 21 w 55"/>
                <a:gd name="T7" fmla="*/ 53 h 102"/>
                <a:gd name="T8" fmla="*/ 0 w 55"/>
                <a:gd name="T9" fmla="*/ 101 h 102"/>
                <a:gd name="T10" fmla="*/ 2 w 55"/>
                <a:gd name="T11" fmla="*/ 101 h 102"/>
                <a:gd name="T12" fmla="*/ 26 w 55"/>
                <a:gd name="T13" fmla="*/ 51 h 102"/>
                <a:gd name="T14" fmla="*/ 40 w 55"/>
                <a:gd name="T15" fmla="*/ 24 h 102"/>
                <a:gd name="T16" fmla="*/ 54 w 55"/>
                <a:gd name="T17" fmla="*/ 1 h 102"/>
                <a:gd name="T18" fmla="*/ 53 w 55"/>
                <a:gd name="T19" fmla="*/ 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102">
                  <a:moveTo>
                    <a:pt x="53" y="1"/>
                  </a:moveTo>
                  <a:cubicBezTo>
                    <a:pt x="50" y="4"/>
                    <a:pt x="49" y="9"/>
                    <a:pt x="46" y="13"/>
                  </a:cubicBezTo>
                  <a:cubicBezTo>
                    <a:pt x="43" y="18"/>
                    <a:pt x="38" y="23"/>
                    <a:pt x="35" y="28"/>
                  </a:cubicBezTo>
                  <a:cubicBezTo>
                    <a:pt x="29" y="36"/>
                    <a:pt x="27" y="45"/>
                    <a:pt x="21" y="53"/>
                  </a:cubicBezTo>
                  <a:cubicBezTo>
                    <a:pt x="12" y="67"/>
                    <a:pt x="2" y="85"/>
                    <a:pt x="0" y="101"/>
                  </a:cubicBezTo>
                  <a:cubicBezTo>
                    <a:pt x="0" y="102"/>
                    <a:pt x="1" y="102"/>
                    <a:pt x="2" y="101"/>
                  </a:cubicBezTo>
                  <a:cubicBezTo>
                    <a:pt x="6" y="83"/>
                    <a:pt x="16" y="66"/>
                    <a:pt x="26" y="51"/>
                  </a:cubicBezTo>
                  <a:cubicBezTo>
                    <a:pt x="31" y="42"/>
                    <a:pt x="34" y="33"/>
                    <a:pt x="40" y="24"/>
                  </a:cubicBezTo>
                  <a:cubicBezTo>
                    <a:pt x="46" y="17"/>
                    <a:pt x="49" y="9"/>
                    <a:pt x="54" y="1"/>
                  </a:cubicBezTo>
                  <a:cubicBezTo>
                    <a:pt x="55" y="1"/>
                    <a:pt x="53" y="0"/>
                    <a:pt x="53"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87" name="chenying0907 359"/>
            <p:cNvSpPr/>
            <p:nvPr/>
          </p:nvSpPr>
          <p:spPr bwMode="auto">
            <a:xfrm>
              <a:off x="8096251" y="3194051"/>
              <a:ext cx="130175" cy="231775"/>
            </a:xfrm>
            <a:custGeom>
              <a:avLst/>
              <a:gdLst>
                <a:gd name="T0" fmla="*/ 57 w 61"/>
                <a:gd name="T1" fmla="*/ 2 h 108"/>
                <a:gd name="T2" fmla="*/ 43 w 61"/>
                <a:gd name="T3" fmla="*/ 25 h 108"/>
                <a:gd name="T4" fmla="*/ 28 w 61"/>
                <a:gd name="T5" fmla="*/ 53 h 108"/>
                <a:gd name="T6" fmla="*/ 11 w 61"/>
                <a:gd name="T7" fmla="*/ 83 h 108"/>
                <a:gd name="T8" fmla="*/ 0 w 61"/>
                <a:gd name="T9" fmla="*/ 107 h 108"/>
                <a:gd name="T10" fmla="*/ 2 w 61"/>
                <a:gd name="T11" fmla="*/ 108 h 108"/>
                <a:gd name="T12" fmla="*/ 29 w 61"/>
                <a:gd name="T13" fmla="*/ 59 h 108"/>
                <a:gd name="T14" fmla="*/ 44 w 61"/>
                <a:gd name="T15" fmla="*/ 29 h 108"/>
                <a:gd name="T16" fmla="*/ 59 w 61"/>
                <a:gd name="T17" fmla="*/ 4 h 108"/>
                <a:gd name="T18" fmla="*/ 57 w 61"/>
                <a:gd name="T19" fmla="*/ 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108">
                  <a:moveTo>
                    <a:pt x="57" y="2"/>
                  </a:moveTo>
                  <a:cubicBezTo>
                    <a:pt x="52" y="8"/>
                    <a:pt x="48" y="17"/>
                    <a:pt x="43" y="25"/>
                  </a:cubicBezTo>
                  <a:cubicBezTo>
                    <a:pt x="37" y="34"/>
                    <a:pt x="32" y="43"/>
                    <a:pt x="28" y="53"/>
                  </a:cubicBezTo>
                  <a:cubicBezTo>
                    <a:pt x="23" y="64"/>
                    <a:pt x="17" y="73"/>
                    <a:pt x="11" y="83"/>
                  </a:cubicBezTo>
                  <a:cubicBezTo>
                    <a:pt x="7" y="91"/>
                    <a:pt x="1" y="98"/>
                    <a:pt x="0" y="107"/>
                  </a:cubicBezTo>
                  <a:cubicBezTo>
                    <a:pt x="0" y="108"/>
                    <a:pt x="2" y="108"/>
                    <a:pt x="2" y="108"/>
                  </a:cubicBezTo>
                  <a:cubicBezTo>
                    <a:pt x="6" y="90"/>
                    <a:pt x="22" y="75"/>
                    <a:pt x="29" y="59"/>
                  </a:cubicBezTo>
                  <a:cubicBezTo>
                    <a:pt x="33" y="48"/>
                    <a:pt x="38" y="39"/>
                    <a:pt x="44" y="29"/>
                  </a:cubicBezTo>
                  <a:cubicBezTo>
                    <a:pt x="49" y="21"/>
                    <a:pt x="53" y="11"/>
                    <a:pt x="59" y="4"/>
                  </a:cubicBezTo>
                  <a:cubicBezTo>
                    <a:pt x="61" y="2"/>
                    <a:pt x="59" y="0"/>
                    <a:pt x="57" y="2"/>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88" name="chenying0907 360"/>
            <p:cNvSpPr/>
            <p:nvPr/>
          </p:nvSpPr>
          <p:spPr bwMode="auto">
            <a:xfrm>
              <a:off x="8104189" y="3211514"/>
              <a:ext cx="149225" cy="292100"/>
            </a:xfrm>
            <a:custGeom>
              <a:avLst/>
              <a:gdLst>
                <a:gd name="T0" fmla="*/ 66 w 69"/>
                <a:gd name="T1" fmla="*/ 1 h 136"/>
                <a:gd name="T2" fmla="*/ 59 w 69"/>
                <a:gd name="T3" fmla="*/ 16 h 136"/>
                <a:gd name="T4" fmla="*/ 50 w 69"/>
                <a:gd name="T5" fmla="*/ 35 h 136"/>
                <a:gd name="T6" fmla="*/ 41 w 69"/>
                <a:gd name="T7" fmla="*/ 53 h 136"/>
                <a:gd name="T8" fmla="*/ 28 w 69"/>
                <a:gd name="T9" fmla="*/ 72 h 136"/>
                <a:gd name="T10" fmla="*/ 9 w 69"/>
                <a:gd name="T11" fmla="*/ 111 h 136"/>
                <a:gd name="T12" fmla="*/ 1 w 69"/>
                <a:gd name="T13" fmla="*/ 135 h 136"/>
                <a:gd name="T14" fmla="*/ 3 w 69"/>
                <a:gd name="T15" fmla="*/ 134 h 136"/>
                <a:gd name="T16" fmla="*/ 13 w 69"/>
                <a:gd name="T17" fmla="*/ 108 h 136"/>
                <a:gd name="T18" fmla="*/ 35 w 69"/>
                <a:gd name="T19" fmla="*/ 67 h 136"/>
                <a:gd name="T20" fmla="*/ 54 w 69"/>
                <a:gd name="T21" fmla="*/ 34 h 136"/>
                <a:gd name="T22" fmla="*/ 68 w 69"/>
                <a:gd name="T23" fmla="*/ 3 h 136"/>
                <a:gd name="T24" fmla="*/ 66 w 69"/>
                <a:gd name="T25" fmla="*/ 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36">
                  <a:moveTo>
                    <a:pt x="66" y="1"/>
                  </a:moveTo>
                  <a:cubicBezTo>
                    <a:pt x="63" y="6"/>
                    <a:pt x="61" y="11"/>
                    <a:pt x="59" y="16"/>
                  </a:cubicBezTo>
                  <a:cubicBezTo>
                    <a:pt x="57" y="23"/>
                    <a:pt x="53" y="29"/>
                    <a:pt x="50" y="35"/>
                  </a:cubicBezTo>
                  <a:cubicBezTo>
                    <a:pt x="46" y="41"/>
                    <a:pt x="44" y="47"/>
                    <a:pt x="41" y="53"/>
                  </a:cubicBezTo>
                  <a:cubicBezTo>
                    <a:pt x="37" y="60"/>
                    <a:pt x="32" y="66"/>
                    <a:pt x="28" y="72"/>
                  </a:cubicBezTo>
                  <a:cubicBezTo>
                    <a:pt x="19" y="84"/>
                    <a:pt x="15" y="98"/>
                    <a:pt x="9" y="111"/>
                  </a:cubicBezTo>
                  <a:cubicBezTo>
                    <a:pt x="5" y="118"/>
                    <a:pt x="0" y="126"/>
                    <a:pt x="1" y="135"/>
                  </a:cubicBezTo>
                  <a:cubicBezTo>
                    <a:pt x="1" y="136"/>
                    <a:pt x="3" y="136"/>
                    <a:pt x="3" y="134"/>
                  </a:cubicBezTo>
                  <a:cubicBezTo>
                    <a:pt x="3" y="125"/>
                    <a:pt x="10" y="116"/>
                    <a:pt x="13" y="108"/>
                  </a:cubicBezTo>
                  <a:cubicBezTo>
                    <a:pt x="20" y="94"/>
                    <a:pt x="25" y="80"/>
                    <a:pt x="35" y="67"/>
                  </a:cubicBezTo>
                  <a:cubicBezTo>
                    <a:pt x="42" y="57"/>
                    <a:pt x="47" y="45"/>
                    <a:pt x="54" y="34"/>
                  </a:cubicBezTo>
                  <a:cubicBezTo>
                    <a:pt x="60" y="24"/>
                    <a:pt x="61" y="12"/>
                    <a:pt x="68" y="3"/>
                  </a:cubicBezTo>
                  <a:cubicBezTo>
                    <a:pt x="69" y="1"/>
                    <a:pt x="67" y="0"/>
                    <a:pt x="66"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89" name="chenying0907 361"/>
            <p:cNvSpPr/>
            <p:nvPr/>
          </p:nvSpPr>
          <p:spPr bwMode="auto">
            <a:xfrm>
              <a:off x="8115301" y="3303589"/>
              <a:ext cx="127000" cy="250825"/>
            </a:xfrm>
            <a:custGeom>
              <a:avLst/>
              <a:gdLst>
                <a:gd name="T0" fmla="*/ 56 w 59"/>
                <a:gd name="T1" fmla="*/ 1 h 117"/>
                <a:gd name="T2" fmla="*/ 47 w 59"/>
                <a:gd name="T3" fmla="*/ 20 h 117"/>
                <a:gd name="T4" fmla="*/ 39 w 59"/>
                <a:gd name="T5" fmla="*/ 33 h 117"/>
                <a:gd name="T6" fmla="*/ 33 w 59"/>
                <a:gd name="T7" fmla="*/ 49 h 117"/>
                <a:gd name="T8" fmla="*/ 25 w 59"/>
                <a:gd name="T9" fmla="*/ 65 h 117"/>
                <a:gd name="T10" fmla="*/ 10 w 59"/>
                <a:gd name="T11" fmla="*/ 94 h 117"/>
                <a:gd name="T12" fmla="*/ 1 w 59"/>
                <a:gd name="T13" fmla="*/ 115 h 117"/>
                <a:gd name="T14" fmla="*/ 3 w 59"/>
                <a:gd name="T15" fmla="*/ 116 h 117"/>
                <a:gd name="T16" fmla="*/ 5 w 59"/>
                <a:gd name="T17" fmla="*/ 115 h 117"/>
                <a:gd name="T18" fmla="*/ 4 w 59"/>
                <a:gd name="T19" fmla="*/ 113 h 117"/>
                <a:gd name="T20" fmla="*/ 3 w 59"/>
                <a:gd name="T21" fmla="*/ 113 h 117"/>
                <a:gd name="T22" fmla="*/ 16 w 59"/>
                <a:gd name="T23" fmla="*/ 89 h 117"/>
                <a:gd name="T24" fmla="*/ 31 w 59"/>
                <a:gd name="T25" fmla="*/ 59 h 117"/>
                <a:gd name="T26" fmla="*/ 43 w 59"/>
                <a:gd name="T27" fmla="*/ 31 h 117"/>
                <a:gd name="T28" fmla="*/ 58 w 59"/>
                <a:gd name="T29" fmla="*/ 2 h 117"/>
                <a:gd name="T30" fmla="*/ 56 w 59"/>
                <a:gd name="T31" fmla="*/ 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 h="117">
                  <a:moveTo>
                    <a:pt x="56" y="1"/>
                  </a:moveTo>
                  <a:cubicBezTo>
                    <a:pt x="53" y="8"/>
                    <a:pt x="50" y="14"/>
                    <a:pt x="47" y="20"/>
                  </a:cubicBezTo>
                  <a:cubicBezTo>
                    <a:pt x="44" y="25"/>
                    <a:pt x="41" y="29"/>
                    <a:pt x="39" y="33"/>
                  </a:cubicBezTo>
                  <a:cubicBezTo>
                    <a:pt x="36" y="38"/>
                    <a:pt x="35" y="44"/>
                    <a:pt x="33" y="49"/>
                  </a:cubicBezTo>
                  <a:cubicBezTo>
                    <a:pt x="31" y="54"/>
                    <a:pt x="28" y="60"/>
                    <a:pt x="25" y="65"/>
                  </a:cubicBezTo>
                  <a:cubicBezTo>
                    <a:pt x="20" y="75"/>
                    <a:pt x="16" y="85"/>
                    <a:pt x="10" y="94"/>
                  </a:cubicBezTo>
                  <a:cubicBezTo>
                    <a:pt x="6" y="101"/>
                    <a:pt x="0" y="107"/>
                    <a:pt x="1" y="115"/>
                  </a:cubicBezTo>
                  <a:cubicBezTo>
                    <a:pt x="1" y="117"/>
                    <a:pt x="2" y="117"/>
                    <a:pt x="3" y="116"/>
                  </a:cubicBezTo>
                  <a:cubicBezTo>
                    <a:pt x="3" y="116"/>
                    <a:pt x="4" y="115"/>
                    <a:pt x="5" y="115"/>
                  </a:cubicBezTo>
                  <a:cubicBezTo>
                    <a:pt x="5" y="114"/>
                    <a:pt x="5" y="113"/>
                    <a:pt x="4" y="113"/>
                  </a:cubicBezTo>
                  <a:cubicBezTo>
                    <a:pt x="4" y="113"/>
                    <a:pt x="4" y="113"/>
                    <a:pt x="3" y="113"/>
                  </a:cubicBezTo>
                  <a:cubicBezTo>
                    <a:pt x="6" y="104"/>
                    <a:pt x="12" y="97"/>
                    <a:pt x="16" y="89"/>
                  </a:cubicBezTo>
                  <a:cubicBezTo>
                    <a:pt x="22" y="79"/>
                    <a:pt x="26" y="69"/>
                    <a:pt x="31" y="59"/>
                  </a:cubicBezTo>
                  <a:cubicBezTo>
                    <a:pt x="35" y="50"/>
                    <a:pt x="38" y="39"/>
                    <a:pt x="43" y="31"/>
                  </a:cubicBezTo>
                  <a:cubicBezTo>
                    <a:pt x="49" y="21"/>
                    <a:pt x="54" y="12"/>
                    <a:pt x="58" y="2"/>
                  </a:cubicBezTo>
                  <a:cubicBezTo>
                    <a:pt x="59" y="0"/>
                    <a:pt x="56" y="0"/>
                    <a:pt x="56"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90" name="chenying0907 362"/>
            <p:cNvSpPr/>
            <p:nvPr/>
          </p:nvSpPr>
          <p:spPr bwMode="auto">
            <a:xfrm>
              <a:off x="8116889" y="3357564"/>
              <a:ext cx="150813" cy="282575"/>
            </a:xfrm>
            <a:custGeom>
              <a:avLst/>
              <a:gdLst>
                <a:gd name="T0" fmla="*/ 67 w 70"/>
                <a:gd name="T1" fmla="*/ 1 h 132"/>
                <a:gd name="T2" fmla="*/ 30 w 70"/>
                <a:gd name="T3" fmla="*/ 71 h 132"/>
                <a:gd name="T4" fmla="*/ 13 w 70"/>
                <a:gd name="T5" fmla="*/ 104 h 132"/>
                <a:gd name="T6" fmla="*/ 0 w 70"/>
                <a:gd name="T7" fmla="*/ 131 h 132"/>
                <a:gd name="T8" fmla="*/ 2 w 70"/>
                <a:gd name="T9" fmla="*/ 132 h 132"/>
                <a:gd name="T10" fmla="*/ 19 w 70"/>
                <a:gd name="T11" fmla="*/ 99 h 132"/>
                <a:gd name="T12" fmla="*/ 36 w 70"/>
                <a:gd name="T13" fmla="*/ 65 h 132"/>
                <a:gd name="T14" fmla="*/ 69 w 70"/>
                <a:gd name="T15" fmla="*/ 2 h 132"/>
                <a:gd name="T16" fmla="*/ 67 w 70"/>
                <a:gd name="T17" fmla="*/ 1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132">
                  <a:moveTo>
                    <a:pt x="67" y="1"/>
                  </a:moveTo>
                  <a:cubicBezTo>
                    <a:pt x="58" y="26"/>
                    <a:pt x="42" y="48"/>
                    <a:pt x="30" y="71"/>
                  </a:cubicBezTo>
                  <a:cubicBezTo>
                    <a:pt x="24" y="82"/>
                    <a:pt x="19" y="93"/>
                    <a:pt x="13" y="104"/>
                  </a:cubicBezTo>
                  <a:cubicBezTo>
                    <a:pt x="8" y="112"/>
                    <a:pt x="1" y="122"/>
                    <a:pt x="0" y="131"/>
                  </a:cubicBezTo>
                  <a:cubicBezTo>
                    <a:pt x="0" y="132"/>
                    <a:pt x="1" y="132"/>
                    <a:pt x="2" y="132"/>
                  </a:cubicBezTo>
                  <a:cubicBezTo>
                    <a:pt x="6" y="120"/>
                    <a:pt x="13" y="109"/>
                    <a:pt x="19" y="99"/>
                  </a:cubicBezTo>
                  <a:cubicBezTo>
                    <a:pt x="25" y="88"/>
                    <a:pt x="30" y="76"/>
                    <a:pt x="36" y="65"/>
                  </a:cubicBezTo>
                  <a:cubicBezTo>
                    <a:pt x="47" y="44"/>
                    <a:pt x="61" y="25"/>
                    <a:pt x="69" y="2"/>
                  </a:cubicBezTo>
                  <a:cubicBezTo>
                    <a:pt x="70" y="0"/>
                    <a:pt x="68" y="0"/>
                    <a:pt x="67"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91" name="chenying0907 363"/>
            <p:cNvSpPr/>
            <p:nvPr/>
          </p:nvSpPr>
          <p:spPr bwMode="auto">
            <a:xfrm>
              <a:off x="8145464" y="3425826"/>
              <a:ext cx="114300" cy="225425"/>
            </a:xfrm>
            <a:custGeom>
              <a:avLst/>
              <a:gdLst>
                <a:gd name="T0" fmla="*/ 49 w 53"/>
                <a:gd name="T1" fmla="*/ 2 h 105"/>
                <a:gd name="T2" fmla="*/ 38 w 53"/>
                <a:gd name="T3" fmla="*/ 32 h 105"/>
                <a:gd name="T4" fmla="*/ 21 w 53"/>
                <a:gd name="T5" fmla="*/ 60 h 105"/>
                <a:gd name="T6" fmla="*/ 10 w 53"/>
                <a:gd name="T7" fmla="*/ 85 h 105"/>
                <a:gd name="T8" fmla="*/ 0 w 53"/>
                <a:gd name="T9" fmla="*/ 104 h 105"/>
                <a:gd name="T10" fmla="*/ 1 w 53"/>
                <a:gd name="T11" fmla="*/ 105 h 105"/>
                <a:gd name="T12" fmla="*/ 14 w 53"/>
                <a:gd name="T13" fmla="*/ 84 h 105"/>
                <a:gd name="T14" fmla="*/ 27 w 53"/>
                <a:gd name="T15" fmla="*/ 56 h 105"/>
                <a:gd name="T16" fmla="*/ 52 w 53"/>
                <a:gd name="T17" fmla="*/ 2 h 105"/>
                <a:gd name="T18" fmla="*/ 49 w 53"/>
                <a:gd name="T19"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105">
                  <a:moveTo>
                    <a:pt x="49" y="2"/>
                  </a:moveTo>
                  <a:cubicBezTo>
                    <a:pt x="45" y="12"/>
                    <a:pt x="42" y="22"/>
                    <a:pt x="38" y="32"/>
                  </a:cubicBezTo>
                  <a:cubicBezTo>
                    <a:pt x="33" y="42"/>
                    <a:pt x="27" y="50"/>
                    <a:pt x="21" y="60"/>
                  </a:cubicBezTo>
                  <a:cubicBezTo>
                    <a:pt x="16" y="68"/>
                    <a:pt x="14" y="77"/>
                    <a:pt x="10" y="85"/>
                  </a:cubicBezTo>
                  <a:cubicBezTo>
                    <a:pt x="7" y="92"/>
                    <a:pt x="0" y="97"/>
                    <a:pt x="0" y="104"/>
                  </a:cubicBezTo>
                  <a:cubicBezTo>
                    <a:pt x="0" y="105"/>
                    <a:pt x="1" y="105"/>
                    <a:pt x="1" y="105"/>
                  </a:cubicBezTo>
                  <a:cubicBezTo>
                    <a:pt x="5" y="97"/>
                    <a:pt x="10" y="91"/>
                    <a:pt x="14" y="84"/>
                  </a:cubicBezTo>
                  <a:cubicBezTo>
                    <a:pt x="18" y="74"/>
                    <a:pt x="21" y="65"/>
                    <a:pt x="27" y="56"/>
                  </a:cubicBezTo>
                  <a:cubicBezTo>
                    <a:pt x="39" y="40"/>
                    <a:pt x="45" y="21"/>
                    <a:pt x="52" y="2"/>
                  </a:cubicBezTo>
                  <a:cubicBezTo>
                    <a:pt x="53" y="1"/>
                    <a:pt x="50" y="0"/>
                    <a:pt x="49" y="2"/>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92" name="chenying0907 364"/>
            <p:cNvSpPr/>
            <p:nvPr/>
          </p:nvSpPr>
          <p:spPr bwMode="auto">
            <a:xfrm>
              <a:off x="8175626" y="3473451"/>
              <a:ext cx="109538" cy="209550"/>
            </a:xfrm>
            <a:custGeom>
              <a:avLst/>
              <a:gdLst>
                <a:gd name="T0" fmla="*/ 48 w 51"/>
                <a:gd name="T1" fmla="*/ 2 h 98"/>
                <a:gd name="T2" fmla="*/ 21 w 51"/>
                <a:gd name="T3" fmla="*/ 54 h 98"/>
                <a:gd name="T4" fmla="*/ 0 w 51"/>
                <a:gd name="T5" fmla="*/ 96 h 98"/>
                <a:gd name="T6" fmla="*/ 3 w 51"/>
                <a:gd name="T7" fmla="*/ 97 h 98"/>
                <a:gd name="T8" fmla="*/ 4 w 51"/>
                <a:gd name="T9" fmla="*/ 96 h 98"/>
                <a:gd name="T10" fmla="*/ 4 w 51"/>
                <a:gd name="T11" fmla="*/ 94 h 98"/>
                <a:gd name="T12" fmla="*/ 3 w 51"/>
                <a:gd name="T13" fmla="*/ 94 h 98"/>
                <a:gd name="T14" fmla="*/ 26 w 51"/>
                <a:gd name="T15" fmla="*/ 49 h 98"/>
                <a:gd name="T16" fmla="*/ 50 w 51"/>
                <a:gd name="T17" fmla="*/ 3 h 98"/>
                <a:gd name="T18" fmla="*/ 48 w 51"/>
                <a:gd name="T19" fmla="*/ 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98">
                  <a:moveTo>
                    <a:pt x="48" y="2"/>
                  </a:moveTo>
                  <a:cubicBezTo>
                    <a:pt x="36" y="18"/>
                    <a:pt x="30" y="36"/>
                    <a:pt x="21" y="54"/>
                  </a:cubicBezTo>
                  <a:cubicBezTo>
                    <a:pt x="14" y="67"/>
                    <a:pt x="1" y="80"/>
                    <a:pt x="0" y="96"/>
                  </a:cubicBezTo>
                  <a:cubicBezTo>
                    <a:pt x="0" y="98"/>
                    <a:pt x="2" y="98"/>
                    <a:pt x="3" y="97"/>
                  </a:cubicBezTo>
                  <a:cubicBezTo>
                    <a:pt x="3" y="97"/>
                    <a:pt x="4" y="96"/>
                    <a:pt x="4" y="96"/>
                  </a:cubicBezTo>
                  <a:cubicBezTo>
                    <a:pt x="5" y="95"/>
                    <a:pt x="5" y="94"/>
                    <a:pt x="4" y="94"/>
                  </a:cubicBezTo>
                  <a:cubicBezTo>
                    <a:pt x="4" y="94"/>
                    <a:pt x="3" y="94"/>
                    <a:pt x="3" y="94"/>
                  </a:cubicBezTo>
                  <a:cubicBezTo>
                    <a:pt x="6" y="78"/>
                    <a:pt x="19" y="64"/>
                    <a:pt x="26" y="49"/>
                  </a:cubicBezTo>
                  <a:cubicBezTo>
                    <a:pt x="34" y="34"/>
                    <a:pt x="40" y="18"/>
                    <a:pt x="50" y="3"/>
                  </a:cubicBezTo>
                  <a:cubicBezTo>
                    <a:pt x="51" y="2"/>
                    <a:pt x="49" y="0"/>
                    <a:pt x="48" y="2"/>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93" name="chenying0907 365"/>
            <p:cNvSpPr/>
            <p:nvPr/>
          </p:nvSpPr>
          <p:spPr bwMode="auto">
            <a:xfrm>
              <a:off x="8207376" y="3549651"/>
              <a:ext cx="79375" cy="138113"/>
            </a:xfrm>
            <a:custGeom>
              <a:avLst/>
              <a:gdLst>
                <a:gd name="T0" fmla="*/ 36 w 37"/>
                <a:gd name="T1" fmla="*/ 1 h 64"/>
                <a:gd name="T2" fmla="*/ 17 w 37"/>
                <a:gd name="T3" fmla="*/ 32 h 64"/>
                <a:gd name="T4" fmla="*/ 10 w 37"/>
                <a:gd name="T5" fmla="*/ 45 h 64"/>
                <a:gd name="T6" fmla="*/ 2 w 37"/>
                <a:gd name="T7" fmla="*/ 61 h 64"/>
                <a:gd name="T8" fmla="*/ 1 w 37"/>
                <a:gd name="T9" fmla="*/ 61 h 64"/>
                <a:gd name="T10" fmla="*/ 0 w 37"/>
                <a:gd name="T11" fmla="*/ 63 h 64"/>
                <a:gd name="T12" fmla="*/ 2 w 37"/>
                <a:gd name="T13" fmla="*/ 63 h 64"/>
                <a:gd name="T14" fmla="*/ 37 w 37"/>
                <a:gd name="T15" fmla="*/ 2 h 64"/>
                <a:gd name="T16" fmla="*/ 36 w 37"/>
                <a:gd name="T17" fmla="*/ 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64">
                  <a:moveTo>
                    <a:pt x="36" y="1"/>
                  </a:moveTo>
                  <a:cubicBezTo>
                    <a:pt x="29" y="11"/>
                    <a:pt x="23" y="21"/>
                    <a:pt x="17" y="32"/>
                  </a:cubicBezTo>
                  <a:cubicBezTo>
                    <a:pt x="15" y="36"/>
                    <a:pt x="12" y="41"/>
                    <a:pt x="10" y="45"/>
                  </a:cubicBezTo>
                  <a:cubicBezTo>
                    <a:pt x="7" y="50"/>
                    <a:pt x="2" y="57"/>
                    <a:pt x="2" y="61"/>
                  </a:cubicBezTo>
                  <a:cubicBezTo>
                    <a:pt x="2" y="61"/>
                    <a:pt x="1" y="60"/>
                    <a:pt x="1" y="61"/>
                  </a:cubicBezTo>
                  <a:cubicBezTo>
                    <a:pt x="1" y="62"/>
                    <a:pt x="1" y="62"/>
                    <a:pt x="0" y="63"/>
                  </a:cubicBezTo>
                  <a:cubicBezTo>
                    <a:pt x="0" y="64"/>
                    <a:pt x="2" y="64"/>
                    <a:pt x="2" y="63"/>
                  </a:cubicBezTo>
                  <a:cubicBezTo>
                    <a:pt x="15" y="44"/>
                    <a:pt x="24" y="22"/>
                    <a:pt x="37" y="2"/>
                  </a:cubicBezTo>
                  <a:cubicBezTo>
                    <a:pt x="37" y="1"/>
                    <a:pt x="36" y="0"/>
                    <a:pt x="36"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94" name="chenying0907 366"/>
            <p:cNvSpPr/>
            <p:nvPr/>
          </p:nvSpPr>
          <p:spPr bwMode="auto">
            <a:xfrm>
              <a:off x="8239126" y="3543301"/>
              <a:ext cx="88900" cy="150813"/>
            </a:xfrm>
            <a:custGeom>
              <a:avLst/>
              <a:gdLst>
                <a:gd name="T0" fmla="*/ 38 w 41"/>
                <a:gd name="T1" fmla="*/ 2 h 70"/>
                <a:gd name="T2" fmla="*/ 17 w 41"/>
                <a:gd name="T3" fmla="*/ 36 h 70"/>
                <a:gd name="T4" fmla="*/ 1 w 41"/>
                <a:gd name="T5" fmla="*/ 68 h 70"/>
                <a:gd name="T6" fmla="*/ 2 w 41"/>
                <a:gd name="T7" fmla="*/ 70 h 70"/>
                <a:gd name="T8" fmla="*/ 4 w 41"/>
                <a:gd name="T9" fmla="*/ 70 h 70"/>
                <a:gd name="T10" fmla="*/ 4 w 41"/>
                <a:gd name="T11" fmla="*/ 69 h 70"/>
                <a:gd name="T12" fmla="*/ 22 w 41"/>
                <a:gd name="T13" fmla="*/ 34 h 70"/>
                <a:gd name="T14" fmla="*/ 40 w 41"/>
                <a:gd name="T15" fmla="*/ 2 h 70"/>
                <a:gd name="T16" fmla="*/ 38 w 41"/>
                <a:gd name="T17"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70">
                  <a:moveTo>
                    <a:pt x="38" y="2"/>
                  </a:moveTo>
                  <a:cubicBezTo>
                    <a:pt x="33" y="15"/>
                    <a:pt x="25" y="25"/>
                    <a:pt x="17" y="36"/>
                  </a:cubicBezTo>
                  <a:cubicBezTo>
                    <a:pt x="10" y="46"/>
                    <a:pt x="4" y="57"/>
                    <a:pt x="1" y="68"/>
                  </a:cubicBezTo>
                  <a:cubicBezTo>
                    <a:pt x="0" y="69"/>
                    <a:pt x="1" y="70"/>
                    <a:pt x="2" y="70"/>
                  </a:cubicBezTo>
                  <a:cubicBezTo>
                    <a:pt x="2" y="70"/>
                    <a:pt x="3" y="70"/>
                    <a:pt x="4" y="70"/>
                  </a:cubicBezTo>
                  <a:cubicBezTo>
                    <a:pt x="5" y="70"/>
                    <a:pt x="5" y="69"/>
                    <a:pt x="4" y="69"/>
                  </a:cubicBezTo>
                  <a:cubicBezTo>
                    <a:pt x="1" y="67"/>
                    <a:pt x="20" y="37"/>
                    <a:pt x="22" y="34"/>
                  </a:cubicBezTo>
                  <a:cubicBezTo>
                    <a:pt x="29" y="24"/>
                    <a:pt x="36" y="14"/>
                    <a:pt x="40" y="2"/>
                  </a:cubicBezTo>
                  <a:cubicBezTo>
                    <a:pt x="41" y="1"/>
                    <a:pt x="38" y="0"/>
                    <a:pt x="38" y="2"/>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95" name="chenying0907 367"/>
            <p:cNvSpPr/>
            <p:nvPr/>
          </p:nvSpPr>
          <p:spPr bwMode="auto">
            <a:xfrm>
              <a:off x="8275639" y="3582989"/>
              <a:ext cx="66675" cy="122238"/>
            </a:xfrm>
            <a:custGeom>
              <a:avLst/>
              <a:gdLst>
                <a:gd name="T0" fmla="*/ 28 w 31"/>
                <a:gd name="T1" fmla="*/ 1 h 57"/>
                <a:gd name="T2" fmla="*/ 11 w 31"/>
                <a:gd name="T3" fmla="*/ 35 h 57"/>
                <a:gd name="T4" fmla="*/ 1 w 31"/>
                <a:gd name="T5" fmla="*/ 56 h 57"/>
                <a:gd name="T6" fmla="*/ 2 w 31"/>
                <a:gd name="T7" fmla="*/ 56 h 57"/>
                <a:gd name="T8" fmla="*/ 16 w 31"/>
                <a:gd name="T9" fmla="*/ 32 h 57"/>
                <a:gd name="T10" fmla="*/ 30 w 31"/>
                <a:gd name="T11" fmla="*/ 2 h 57"/>
                <a:gd name="T12" fmla="*/ 28 w 31"/>
                <a:gd name="T13" fmla="*/ 1 h 57"/>
              </a:gdLst>
              <a:ahLst/>
              <a:cxnLst>
                <a:cxn ang="0">
                  <a:pos x="T0" y="T1"/>
                </a:cxn>
                <a:cxn ang="0">
                  <a:pos x="T2" y="T3"/>
                </a:cxn>
                <a:cxn ang="0">
                  <a:pos x="T4" y="T5"/>
                </a:cxn>
                <a:cxn ang="0">
                  <a:pos x="T6" y="T7"/>
                </a:cxn>
                <a:cxn ang="0">
                  <a:pos x="T8" y="T9"/>
                </a:cxn>
                <a:cxn ang="0">
                  <a:pos x="T10" y="T11"/>
                </a:cxn>
                <a:cxn ang="0">
                  <a:pos x="T12" y="T13"/>
                </a:cxn>
              </a:cxnLst>
              <a:rect l="0" t="0" r="r" b="b"/>
              <a:pathLst>
                <a:path w="31" h="57">
                  <a:moveTo>
                    <a:pt x="28" y="1"/>
                  </a:moveTo>
                  <a:cubicBezTo>
                    <a:pt x="23" y="12"/>
                    <a:pt x="17" y="24"/>
                    <a:pt x="11" y="35"/>
                  </a:cubicBezTo>
                  <a:cubicBezTo>
                    <a:pt x="7" y="42"/>
                    <a:pt x="0" y="48"/>
                    <a:pt x="1" y="56"/>
                  </a:cubicBezTo>
                  <a:cubicBezTo>
                    <a:pt x="1" y="57"/>
                    <a:pt x="2" y="57"/>
                    <a:pt x="2" y="56"/>
                  </a:cubicBezTo>
                  <a:cubicBezTo>
                    <a:pt x="4" y="48"/>
                    <a:pt x="12" y="40"/>
                    <a:pt x="16" y="32"/>
                  </a:cubicBezTo>
                  <a:cubicBezTo>
                    <a:pt x="21" y="22"/>
                    <a:pt x="26" y="12"/>
                    <a:pt x="30" y="2"/>
                  </a:cubicBezTo>
                  <a:cubicBezTo>
                    <a:pt x="31" y="1"/>
                    <a:pt x="29" y="0"/>
                    <a:pt x="28"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96" name="chenying0907 368"/>
            <p:cNvSpPr/>
            <p:nvPr/>
          </p:nvSpPr>
          <p:spPr bwMode="auto">
            <a:xfrm>
              <a:off x="8302626" y="3590926"/>
              <a:ext cx="68263" cy="114300"/>
            </a:xfrm>
            <a:custGeom>
              <a:avLst/>
              <a:gdLst>
                <a:gd name="T0" fmla="*/ 29 w 32"/>
                <a:gd name="T1" fmla="*/ 2 h 53"/>
                <a:gd name="T2" fmla="*/ 10 w 32"/>
                <a:gd name="T3" fmla="*/ 33 h 53"/>
                <a:gd name="T4" fmla="*/ 2 w 32"/>
                <a:gd name="T5" fmla="*/ 53 h 53"/>
                <a:gd name="T6" fmla="*/ 3 w 32"/>
                <a:gd name="T7" fmla="*/ 53 h 53"/>
                <a:gd name="T8" fmla="*/ 16 w 32"/>
                <a:gd name="T9" fmla="*/ 29 h 53"/>
                <a:gd name="T10" fmla="*/ 31 w 32"/>
                <a:gd name="T11" fmla="*/ 3 h 53"/>
                <a:gd name="T12" fmla="*/ 29 w 32"/>
                <a:gd name="T13" fmla="*/ 2 h 53"/>
              </a:gdLst>
              <a:ahLst/>
              <a:cxnLst>
                <a:cxn ang="0">
                  <a:pos x="T0" y="T1"/>
                </a:cxn>
                <a:cxn ang="0">
                  <a:pos x="T2" y="T3"/>
                </a:cxn>
                <a:cxn ang="0">
                  <a:pos x="T4" y="T5"/>
                </a:cxn>
                <a:cxn ang="0">
                  <a:pos x="T6" y="T7"/>
                </a:cxn>
                <a:cxn ang="0">
                  <a:pos x="T8" y="T9"/>
                </a:cxn>
                <a:cxn ang="0">
                  <a:pos x="T10" y="T11"/>
                </a:cxn>
                <a:cxn ang="0">
                  <a:pos x="T12" y="T13"/>
                </a:cxn>
              </a:cxnLst>
              <a:rect l="0" t="0" r="r" b="b"/>
              <a:pathLst>
                <a:path w="32" h="53">
                  <a:moveTo>
                    <a:pt x="29" y="2"/>
                  </a:moveTo>
                  <a:cubicBezTo>
                    <a:pt x="22" y="12"/>
                    <a:pt x="16" y="23"/>
                    <a:pt x="10" y="33"/>
                  </a:cubicBezTo>
                  <a:cubicBezTo>
                    <a:pt x="6" y="39"/>
                    <a:pt x="0" y="45"/>
                    <a:pt x="2" y="53"/>
                  </a:cubicBezTo>
                  <a:cubicBezTo>
                    <a:pt x="2" y="53"/>
                    <a:pt x="3" y="53"/>
                    <a:pt x="3" y="53"/>
                  </a:cubicBezTo>
                  <a:cubicBezTo>
                    <a:pt x="5" y="44"/>
                    <a:pt x="12" y="36"/>
                    <a:pt x="16" y="29"/>
                  </a:cubicBezTo>
                  <a:cubicBezTo>
                    <a:pt x="21" y="20"/>
                    <a:pt x="26" y="12"/>
                    <a:pt x="31" y="3"/>
                  </a:cubicBezTo>
                  <a:cubicBezTo>
                    <a:pt x="32" y="2"/>
                    <a:pt x="30" y="0"/>
                    <a:pt x="29" y="2"/>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97" name="chenying0907 369"/>
            <p:cNvSpPr/>
            <p:nvPr/>
          </p:nvSpPr>
          <p:spPr bwMode="auto">
            <a:xfrm>
              <a:off x="8315326" y="3622676"/>
              <a:ext cx="66675" cy="96838"/>
            </a:xfrm>
            <a:custGeom>
              <a:avLst/>
              <a:gdLst>
                <a:gd name="T0" fmla="*/ 28 w 31"/>
                <a:gd name="T1" fmla="*/ 2 h 45"/>
                <a:gd name="T2" fmla="*/ 5 w 31"/>
                <a:gd name="T3" fmla="*/ 37 h 45"/>
                <a:gd name="T4" fmla="*/ 6 w 31"/>
                <a:gd name="T5" fmla="*/ 45 h 45"/>
                <a:gd name="T6" fmla="*/ 7 w 31"/>
                <a:gd name="T7" fmla="*/ 44 h 45"/>
                <a:gd name="T8" fmla="*/ 16 w 31"/>
                <a:gd name="T9" fmla="*/ 25 h 45"/>
                <a:gd name="T10" fmla="*/ 30 w 31"/>
                <a:gd name="T11" fmla="*/ 3 h 45"/>
                <a:gd name="T12" fmla="*/ 28 w 31"/>
                <a:gd name="T13" fmla="*/ 2 h 45"/>
              </a:gdLst>
              <a:ahLst/>
              <a:cxnLst>
                <a:cxn ang="0">
                  <a:pos x="T0" y="T1"/>
                </a:cxn>
                <a:cxn ang="0">
                  <a:pos x="T2" y="T3"/>
                </a:cxn>
                <a:cxn ang="0">
                  <a:pos x="T4" y="T5"/>
                </a:cxn>
                <a:cxn ang="0">
                  <a:pos x="T6" y="T7"/>
                </a:cxn>
                <a:cxn ang="0">
                  <a:pos x="T8" y="T9"/>
                </a:cxn>
                <a:cxn ang="0">
                  <a:pos x="T10" y="T11"/>
                </a:cxn>
                <a:cxn ang="0">
                  <a:pos x="T12" y="T13"/>
                </a:cxn>
              </a:cxnLst>
              <a:rect l="0" t="0" r="r" b="b"/>
              <a:pathLst>
                <a:path w="31" h="45">
                  <a:moveTo>
                    <a:pt x="28" y="2"/>
                  </a:moveTo>
                  <a:cubicBezTo>
                    <a:pt x="20" y="13"/>
                    <a:pt x="13" y="25"/>
                    <a:pt x="5" y="37"/>
                  </a:cubicBezTo>
                  <a:cubicBezTo>
                    <a:pt x="3" y="40"/>
                    <a:pt x="0" y="45"/>
                    <a:pt x="6" y="45"/>
                  </a:cubicBezTo>
                  <a:cubicBezTo>
                    <a:pt x="7" y="45"/>
                    <a:pt x="7" y="44"/>
                    <a:pt x="7" y="44"/>
                  </a:cubicBezTo>
                  <a:cubicBezTo>
                    <a:pt x="3" y="43"/>
                    <a:pt x="15" y="26"/>
                    <a:pt x="16" y="25"/>
                  </a:cubicBezTo>
                  <a:cubicBezTo>
                    <a:pt x="21" y="18"/>
                    <a:pt x="25" y="10"/>
                    <a:pt x="30" y="3"/>
                  </a:cubicBezTo>
                  <a:cubicBezTo>
                    <a:pt x="31" y="2"/>
                    <a:pt x="29" y="0"/>
                    <a:pt x="28" y="2"/>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98" name="chenying0907 370"/>
            <p:cNvSpPr/>
            <p:nvPr/>
          </p:nvSpPr>
          <p:spPr bwMode="auto">
            <a:xfrm>
              <a:off x="8356601" y="3644901"/>
              <a:ext cx="50800" cy="103188"/>
            </a:xfrm>
            <a:custGeom>
              <a:avLst/>
              <a:gdLst>
                <a:gd name="T0" fmla="*/ 21 w 24"/>
                <a:gd name="T1" fmla="*/ 2 h 48"/>
                <a:gd name="T2" fmla="*/ 0 w 24"/>
                <a:gd name="T3" fmla="*/ 47 h 48"/>
                <a:gd name="T4" fmla="*/ 0 w 24"/>
                <a:gd name="T5" fmla="*/ 47 h 48"/>
                <a:gd name="T6" fmla="*/ 23 w 24"/>
                <a:gd name="T7" fmla="*/ 3 h 48"/>
                <a:gd name="T8" fmla="*/ 21 w 24"/>
                <a:gd name="T9" fmla="*/ 2 h 48"/>
              </a:gdLst>
              <a:ahLst/>
              <a:cxnLst>
                <a:cxn ang="0">
                  <a:pos x="T0" y="T1"/>
                </a:cxn>
                <a:cxn ang="0">
                  <a:pos x="T2" y="T3"/>
                </a:cxn>
                <a:cxn ang="0">
                  <a:pos x="T4" y="T5"/>
                </a:cxn>
                <a:cxn ang="0">
                  <a:pos x="T6" y="T7"/>
                </a:cxn>
                <a:cxn ang="0">
                  <a:pos x="T8" y="T9"/>
                </a:cxn>
              </a:cxnLst>
              <a:rect l="0" t="0" r="r" b="b"/>
              <a:pathLst>
                <a:path w="24" h="48">
                  <a:moveTo>
                    <a:pt x="21" y="2"/>
                  </a:moveTo>
                  <a:cubicBezTo>
                    <a:pt x="12" y="16"/>
                    <a:pt x="1" y="30"/>
                    <a:pt x="0" y="47"/>
                  </a:cubicBezTo>
                  <a:cubicBezTo>
                    <a:pt x="0" y="48"/>
                    <a:pt x="0" y="48"/>
                    <a:pt x="0" y="47"/>
                  </a:cubicBezTo>
                  <a:cubicBezTo>
                    <a:pt x="5" y="31"/>
                    <a:pt x="14" y="17"/>
                    <a:pt x="23" y="3"/>
                  </a:cubicBezTo>
                  <a:cubicBezTo>
                    <a:pt x="24" y="2"/>
                    <a:pt x="22" y="0"/>
                    <a:pt x="21" y="2"/>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499" name="chenying0907 371"/>
            <p:cNvSpPr/>
            <p:nvPr/>
          </p:nvSpPr>
          <p:spPr bwMode="auto">
            <a:xfrm>
              <a:off x="8342314" y="3698876"/>
              <a:ext cx="84138" cy="120650"/>
            </a:xfrm>
            <a:custGeom>
              <a:avLst/>
              <a:gdLst>
                <a:gd name="T0" fmla="*/ 38 w 39"/>
                <a:gd name="T1" fmla="*/ 0 h 56"/>
                <a:gd name="T2" fmla="*/ 29 w 39"/>
                <a:gd name="T3" fmla="*/ 9 h 56"/>
                <a:gd name="T4" fmla="*/ 20 w 39"/>
                <a:gd name="T5" fmla="*/ 25 h 56"/>
                <a:gd name="T6" fmla="*/ 0 w 39"/>
                <a:gd name="T7" fmla="*/ 54 h 56"/>
                <a:gd name="T8" fmla="*/ 2 w 39"/>
                <a:gd name="T9" fmla="*/ 56 h 56"/>
                <a:gd name="T10" fmla="*/ 3 w 39"/>
                <a:gd name="T11" fmla="*/ 55 h 56"/>
                <a:gd name="T12" fmla="*/ 4 w 39"/>
                <a:gd name="T13" fmla="*/ 54 h 56"/>
                <a:gd name="T14" fmla="*/ 4 w 39"/>
                <a:gd name="T15" fmla="*/ 52 h 56"/>
                <a:gd name="T16" fmla="*/ 4 w 39"/>
                <a:gd name="T17" fmla="*/ 52 h 56"/>
                <a:gd name="T18" fmla="*/ 22 w 39"/>
                <a:gd name="T19" fmla="*/ 27 h 56"/>
                <a:gd name="T20" fmla="*/ 31 w 39"/>
                <a:gd name="T21" fmla="*/ 13 h 56"/>
                <a:gd name="T22" fmla="*/ 38 w 39"/>
                <a:gd name="T23" fmla="*/ 4 h 56"/>
                <a:gd name="T24" fmla="*/ 38 w 39"/>
                <a:gd name="T25" fmla="*/ 2 h 56"/>
                <a:gd name="T26" fmla="*/ 39 w 39"/>
                <a:gd name="T27" fmla="*/ 2 h 56"/>
                <a:gd name="T28" fmla="*/ 39 w 39"/>
                <a:gd name="T29" fmla="*/ 1 h 56"/>
                <a:gd name="T30" fmla="*/ 38 w 39"/>
                <a:gd name="T31"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 h="56">
                  <a:moveTo>
                    <a:pt x="38" y="0"/>
                  </a:moveTo>
                  <a:cubicBezTo>
                    <a:pt x="35" y="4"/>
                    <a:pt x="32" y="5"/>
                    <a:pt x="29" y="9"/>
                  </a:cubicBezTo>
                  <a:cubicBezTo>
                    <a:pt x="26" y="15"/>
                    <a:pt x="23" y="20"/>
                    <a:pt x="20" y="25"/>
                  </a:cubicBezTo>
                  <a:cubicBezTo>
                    <a:pt x="13" y="35"/>
                    <a:pt x="4" y="43"/>
                    <a:pt x="0" y="54"/>
                  </a:cubicBezTo>
                  <a:cubicBezTo>
                    <a:pt x="0" y="55"/>
                    <a:pt x="1" y="56"/>
                    <a:pt x="2" y="56"/>
                  </a:cubicBezTo>
                  <a:cubicBezTo>
                    <a:pt x="3" y="55"/>
                    <a:pt x="3" y="55"/>
                    <a:pt x="3" y="55"/>
                  </a:cubicBezTo>
                  <a:cubicBezTo>
                    <a:pt x="4" y="55"/>
                    <a:pt x="4" y="55"/>
                    <a:pt x="4" y="54"/>
                  </a:cubicBezTo>
                  <a:cubicBezTo>
                    <a:pt x="4" y="54"/>
                    <a:pt x="4" y="53"/>
                    <a:pt x="4" y="52"/>
                  </a:cubicBezTo>
                  <a:cubicBezTo>
                    <a:pt x="4" y="52"/>
                    <a:pt x="4" y="52"/>
                    <a:pt x="4" y="52"/>
                  </a:cubicBezTo>
                  <a:cubicBezTo>
                    <a:pt x="9" y="43"/>
                    <a:pt x="17" y="36"/>
                    <a:pt x="22" y="27"/>
                  </a:cubicBezTo>
                  <a:cubicBezTo>
                    <a:pt x="25" y="23"/>
                    <a:pt x="28" y="18"/>
                    <a:pt x="31" y="13"/>
                  </a:cubicBezTo>
                  <a:cubicBezTo>
                    <a:pt x="33" y="9"/>
                    <a:pt x="33" y="7"/>
                    <a:pt x="38" y="4"/>
                  </a:cubicBezTo>
                  <a:cubicBezTo>
                    <a:pt x="38" y="3"/>
                    <a:pt x="38" y="3"/>
                    <a:pt x="38" y="2"/>
                  </a:cubicBezTo>
                  <a:cubicBezTo>
                    <a:pt x="38" y="3"/>
                    <a:pt x="39" y="3"/>
                    <a:pt x="39" y="2"/>
                  </a:cubicBezTo>
                  <a:cubicBezTo>
                    <a:pt x="39" y="2"/>
                    <a:pt x="39" y="1"/>
                    <a:pt x="39" y="1"/>
                  </a:cubicBezTo>
                  <a:cubicBezTo>
                    <a:pt x="39" y="0"/>
                    <a:pt x="39" y="0"/>
                    <a:pt x="38" y="0"/>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00" name="chenying0907 372"/>
            <p:cNvSpPr/>
            <p:nvPr/>
          </p:nvSpPr>
          <p:spPr bwMode="auto">
            <a:xfrm>
              <a:off x="8372476" y="3698876"/>
              <a:ext cx="77788" cy="112713"/>
            </a:xfrm>
            <a:custGeom>
              <a:avLst/>
              <a:gdLst>
                <a:gd name="T0" fmla="*/ 33 w 36"/>
                <a:gd name="T1" fmla="*/ 2 h 53"/>
                <a:gd name="T2" fmla="*/ 24 w 36"/>
                <a:gd name="T3" fmla="*/ 14 h 53"/>
                <a:gd name="T4" fmla="*/ 12 w 36"/>
                <a:gd name="T5" fmla="*/ 32 h 53"/>
                <a:gd name="T6" fmla="*/ 1 w 36"/>
                <a:gd name="T7" fmla="*/ 53 h 53"/>
                <a:gd name="T8" fmla="*/ 3 w 36"/>
                <a:gd name="T9" fmla="*/ 53 h 53"/>
                <a:gd name="T10" fmla="*/ 17 w 36"/>
                <a:gd name="T11" fmla="*/ 30 h 53"/>
                <a:gd name="T12" fmla="*/ 36 w 36"/>
                <a:gd name="T13" fmla="*/ 3 h 53"/>
                <a:gd name="T14" fmla="*/ 33 w 36"/>
                <a:gd name="T15" fmla="*/ 2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53">
                  <a:moveTo>
                    <a:pt x="33" y="2"/>
                  </a:moveTo>
                  <a:cubicBezTo>
                    <a:pt x="31" y="6"/>
                    <a:pt x="27" y="10"/>
                    <a:pt x="24" y="14"/>
                  </a:cubicBezTo>
                  <a:cubicBezTo>
                    <a:pt x="19" y="20"/>
                    <a:pt x="16" y="26"/>
                    <a:pt x="12" y="32"/>
                  </a:cubicBezTo>
                  <a:cubicBezTo>
                    <a:pt x="8" y="37"/>
                    <a:pt x="0" y="46"/>
                    <a:pt x="1" y="53"/>
                  </a:cubicBezTo>
                  <a:cubicBezTo>
                    <a:pt x="1" y="53"/>
                    <a:pt x="2" y="53"/>
                    <a:pt x="3" y="53"/>
                  </a:cubicBezTo>
                  <a:cubicBezTo>
                    <a:pt x="7" y="45"/>
                    <a:pt x="12" y="37"/>
                    <a:pt x="17" y="30"/>
                  </a:cubicBezTo>
                  <a:cubicBezTo>
                    <a:pt x="23" y="21"/>
                    <a:pt x="31" y="13"/>
                    <a:pt x="36" y="3"/>
                  </a:cubicBezTo>
                  <a:cubicBezTo>
                    <a:pt x="36" y="1"/>
                    <a:pt x="34" y="0"/>
                    <a:pt x="33" y="2"/>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01" name="chenying0907 373"/>
            <p:cNvSpPr/>
            <p:nvPr/>
          </p:nvSpPr>
          <p:spPr bwMode="auto">
            <a:xfrm>
              <a:off x="8393114" y="3802064"/>
              <a:ext cx="14288" cy="31750"/>
            </a:xfrm>
            <a:custGeom>
              <a:avLst/>
              <a:gdLst>
                <a:gd name="T0" fmla="*/ 4 w 7"/>
                <a:gd name="T1" fmla="*/ 1 h 15"/>
                <a:gd name="T2" fmla="*/ 0 w 7"/>
                <a:gd name="T3" fmla="*/ 14 h 15"/>
                <a:gd name="T4" fmla="*/ 1 w 7"/>
                <a:gd name="T5" fmla="*/ 14 h 15"/>
                <a:gd name="T6" fmla="*/ 6 w 7"/>
                <a:gd name="T7" fmla="*/ 2 h 15"/>
                <a:gd name="T8" fmla="*/ 4 w 7"/>
                <a:gd name="T9" fmla="*/ 1 h 15"/>
              </a:gdLst>
              <a:ahLst/>
              <a:cxnLst>
                <a:cxn ang="0">
                  <a:pos x="T0" y="T1"/>
                </a:cxn>
                <a:cxn ang="0">
                  <a:pos x="T2" y="T3"/>
                </a:cxn>
                <a:cxn ang="0">
                  <a:pos x="T4" y="T5"/>
                </a:cxn>
                <a:cxn ang="0">
                  <a:pos x="T6" y="T7"/>
                </a:cxn>
                <a:cxn ang="0">
                  <a:pos x="T8" y="T9"/>
                </a:cxn>
              </a:cxnLst>
              <a:rect l="0" t="0" r="r" b="b"/>
              <a:pathLst>
                <a:path w="7" h="15">
                  <a:moveTo>
                    <a:pt x="4" y="1"/>
                  </a:moveTo>
                  <a:cubicBezTo>
                    <a:pt x="2" y="5"/>
                    <a:pt x="0" y="10"/>
                    <a:pt x="0" y="14"/>
                  </a:cubicBezTo>
                  <a:cubicBezTo>
                    <a:pt x="0" y="15"/>
                    <a:pt x="1" y="15"/>
                    <a:pt x="1" y="14"/>
                  </a:cubicBezTo>
                  <a:cubicBezTo>
                    <a:pt x="2" y="10"/>
                    <a:pt x="4" y="6"/>
                    <a:pt x="6" y="2"/>
                  </a:cubicBezTo>
                  <a:cubicBezTo>
                    <a:pt x="7" y="1"/>
                    <a:pt x="5" y="0"/>
                    <a:pt x="4"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02" name="chenying0907 374"/>
            <p:cNvSpPr/>
            <p:nvPr/>
          </p:nvSpPr>
          <p:spPr bwMode="auto">
            <a:xfrm>
              <a:off x="8842376" y="3121026"/>
              <a:ext cx="85725" cy="146050"/>
            </a:xfrm>
            <a:custGeom>
              <a:avLst/>
              <a:gdLst>
                <a:gd name="T0" fmla="*/ 38 w 40"/>
                <a:gd name="T1" fmla="*/ 2 h 68"/>
                <a:gd name="T2" fmla="*/ 29 w 40"/>
                <a:gd name="T3" fmla="*/ 18 h 68"/>
                <a:gd name="T4" fmla="*/ 17 w 40"/>
                <a:gd name="T5" fmla="*/ 34 h 68"/>
                <a:gd name="T6" fmla="*/ 9 w 40"/>
                <a:gd name="T7" fmla="*/ 49 h 68"/>
                <a:gd name="T8" fmla="*/ 1 w 40"/>
                <a:gd name="T9" fmla="*/ 66 h 68"/>
                <a:gd name="T10" fmla="*/ 1 w 40"/>
                <a:gd name="T11" fmla="*/ 67 h 68"/>
                <a:gd name="T12" fmla="*/ 8 w 40"/>
                <a:gd name="T13" fmla="*/ 61 h 68"/>
                <a:gd name="T14" fmla="*/ 19 w 40"/>
                <a:gd name="T15" fmla="*/ 37 h 68"/>
                <a:gd name="T16" fmla="*/ 34 w 40"/>
                <a:gd name="T17" fmla="*/ 14 h 68"/>
                <a:gd name="T18" fmla="*/ 40 w 40"/>
                <a:gd name="T19" fmla="*/ 2 h 68"/>
                <a:gd name="T20" fmla="*/ 38 w 40"/>
                <a:gd name="T21" fmla="*/ 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68">
                  <a:moveTo>
                    <a:pt x="38" y="2"/>
                  </a:moveTo>
                  <a:cubicBezTo>
                    <a:pt x="38" y="8"/>
                    <a:pt x="32" y="12"/>
                    <a:pt x="29" y="18"/>
                  </a:cubicBezTo>
                  <a:cubicBezTo>
                    <a:pt x="25" y="23"/>
                    <a:pt x="21" y="29"/>
                    <a:pt x="17" y="34"/>
                  </a:cubicBezTo>
                  <a:cubicBezTo>
                    <a:pt x="14" y="39"/>
                    <a:pt x="11" y="44"/>
                    <a:pt x="9" y="49"/>
                  </a:cubicBezTo>
                  <a:cubicBezTo>
                    <a:pt x="6" y="54"/>
                    <a:pt x="6" y="63"/>
                    <a:pt x="1" y="66"/>
                  </a:cubicBezTo>
                  <a:cubicBezTo>
                    <a:pt x="0" y="66"/>
                    <a:pt x="0" y="68"/>
                    <a:pt x="1" y="67"/>
                  </a:cubicBezTo>
                  <a:cubicBezTo>
                    <a:pt x="5" y="67"/>
                    <a:pt x="6" y="64"/>
                    <a:pt x="8" y="61"/>
                  </a:cubicBezTo>
                  <a:cubicBezTo>
                    <a:pt x="11" y="53"/>
                    <a:pt x="13" y="45"/>
                    <a:pt x="19" y="37"/>
                  </a:cubicBezTo>
                  <a:cubicBezTo>
                    <a:pt x="24" y="30"/>
                    <a:pt x="28" y="22"/>
                    <a:pt x="34" y="14"/>
                  </a:cubicBezTo>
                  <a:cubicBezTo>
                    <a:pt x="37" y="10"/>
                    <a:pt x="40" y="7"/>
                    <a:pt x="40" y="2"/>
                  </a:cubicBezTo>
                  <a:cubicBezTo>
                    <a:pt x="40" y="0"/>
                    <a:pt x="38" y="0"/>
                    <a:pt x="38" y="2"/>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03" name="chenying0907 375"/>
            <p:cNvSpPr/>
            <p:nvPr/>
          </p:nvSpPr>
          <p:spPr bwMode="auto">
            <a:xfrm>
              <a:off x="8848726" y="3179764"/>
              <a:ext cx="103188" cy="138113"/>
            </a:xfrm>
            <a:custGeom>
              <a:avLst/>
              <a:gdLst>
                <a:gd name="T0" fmla="*/ 45 w 48"/>
                <a:gd name="T1" fmla="*/ 1 h 65"/>
                <a:gd name="T2" fmla="*/ 34 w 48"/>
                <a:gd name="T3" fmla="*/ 16 h 65"/>
                <a:gd name="T4" fmla="*/ 19 w 48"/>
                <a:gd name="T5" fmla="*/ 33 h 65"/>
                <a:gd name="T6" fmla="*/ 0 w 48"/>
                <a:gd name="T7" fmla="*/ 64 h 65"/>
                <a:gd name="T8" fmla="*/ 1 w 48"/>
                <a:gd name="T9" fmla="*/ 65 h 65"/>
                <a:gd name="T10" fmla="*/ 10 w 48"/>
                <a:gd name="T11" fmla="*/ 51 h 65"/>
                <a:gd name="T12" fmla="*/ 22 w 48"/>
                <a:gd name="T13" fmla="*/ 34 h 65"/>
                <a:gd name="T14" fmla="*/ 33 w 48"/>
                <a:gd name="T15" fmla="*/ 22 h 65"/>
                <a:gd name="T16" fmla="*/ 47 w 48"/>
                <a:gd name="T17" fmla="*/ 3 h 65"/>
                <a:gd name="T18" fmla="*/ 45 w 48"/>
                <a:gd name="T19" fmla="*/ 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65">
                  <a:moveTo>
                    <a:pt x="45" y="1"/>
                  </a:moveTo>
                  <a:cubicBezTo>
                    <a:pt x="40" y="6"/>
                    <a:pt x="37" y="10"/>
                    <a:pt x="34" y="16"/>
                  </a:cubicBezTo>
                  <a:cubicBezTo>
                    <a:pt x="30" y="22"/>
                    <a:pt x="25" y="27"/>
                    <a:pt x="19" y="33"/>
                  </a:cubicBezTo>
                  <a:cubicBezTo>
                    <a:pt x="11" y="42"/>
                    <a:pt x="6" y="53"/>
                    <a:pt x="0" y="64"/>
                  </a:cubicBezTo>
                  <a:cubicBezTo>
                    <a:pt x="0" y="65"/>
                    <a:pt x="1" y="65"/>
                    <a:pt x="1" y="65"/>
                  </a:cubicBezTo>
                  <a:cubicBezTo>
                    <a:pt x="5" y="61"/>
                    <a:pt x="7" y="56"/>
                    <a:pt x="10" y="51"/>
                  </a:cubicBezTo>
                  <a:cubicBezTo>
                    <a:pt x="13" y="45"/>
                    <a:pt x="18" y="39"/>
                    <a:pt x="22" y="34"/>
                  </a:cubicBezTo>
                  <a:cubicBezTo>
                    <a:pt x="26" y="30"/>
                    <a:pt x="30" y="26"/>
                    <a:pt x="33" y="22"/>
                  </a:cubicBezTo>
                  <a:cubicBezTo>
                    <a:pt x="38" y="15"/>
                    <a:pt x="41" y="9"/>
                    <a:pt x="47" y="3"/>
                  </a:cubicBezTo>
                  <a:cubicBezTo>
                    <a:pt x="48" y="2"/>
                    <a:pt x="46" y="0"/>
                    <a:pt x="45"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04" name="chenying0907 376"/>
            <p:cNvSpPr/>
            <p:nvPr/>
          </p:nvSpPr>
          <p:spPr bwMode="auto">
            <a:xfrm>
              <a:off x="8842376" y="3222626"/>
              <a:ext cx="114300" cy="160338"/>
            </a:xfrm>
            <a:custGeom>
              <a:avLst/>
              <a:gdLst>
                <a:gd name="T0" fmla="*/ 50 w 53"/>
                <a:gd name="T1" fmla="*/ 1 h 75"/>
                <a:gd name="T2" fmla="*/ 19 w 53"/>
                <a:gd name="T3" fmla="*/ 42 h 75"/>
                <a:gd name="T4" fmla="*/ 7 w 53"/>
                <a:gd name="T5" fmla="*/ 59 h 75"/>
                <a:gd name="T6" fmla="*/ 1 w 53"/>
                <a:gd name="T7" fmla="*/ 67 h 75"/>
                <a:gd name="T8" fmla="*/ 0 w 53"/>
                <a:gd name="T9" fmla="*/ 70 h 75"/>
                <a:gd name="T10" fmla="*/ 0 w 53"/>
                <a:gd name="T11" fmla="*/ 71 h 75"/>
                <a:gd name="T12" fmla="*/ 2 w 53"/>
                <a:gd name="T13" fmla="*/ 72 h 75"/>
                <a:gd name="T14" fmla="*/ 1 w 53"/>
                <a:gd name="T15" fmla="*/ 72 h 75"/>
                <a:gd name="T16" fmla="*/ 0 w 53"/>
                <a:gd name="T17" fmla="*/ 73 h 75"/>
                <a:gd name="T18" fmla="*/ 2 w 53"/>
                <a:gd name="T19" fmla="*/ 74 h 75"/>
                <a:gd name="T20" fmla="*/ 12 w 53"/>
                <a:gd name="T21" fmla="*/ 56 h 75"/>
                <a:gd name="T22" fmla="*/ 26 w 53"/>
                <a:gd name="T23" fmla="*/ 38 h 75"/>
                <a:gd name="T24" fmla="*/ 52 w 53"/>
                <a:gd name="T25" fmla="*/ 3 h 75"/>
                <a:gd name="T26" fmla="*/ 50 w 53"/>
                <a:gd name="T27" fmla="*/ 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75">
                  <a:moveTo>
                    <a:pt x="50" y="1"/>
                  </a:moveTo>
                  <a:cubicBezTo>
                    <a:pt x="38" y="13"/>
                    <a:pt x="31" y="29"/>
                    <a:pt x="19" y="42"/>
                  </a:cubicBezTo>
                  <a:cubicBezTo>
                    <a:pt x="15" y="47"/>
                    <a:pt x="11" y="53"/>
                    <a:pt x="7" y="59"/>
                  </a:cubicBezTo>
                  <a:cubicBezTo>
                    <a:pt x="5" y="61"/>
                    <a:pt x="3" y="64"/>
                    <a:pt x="1" y="67"/>
                  </a:cubicBezTo>
                  <a:cubicBezTo>
                    <a:pt x="1" y="68"/>
                    <a:pt x="1" y="69"/>
                    <a:pt x="0" y="70"/>
                  </a:cubicBezTo>
                  <a:cubicBezTo>
                    <a:pt x="0" y="70"/>
                    <a:pt x="0" y="71"/>
                    <a:pt x="0" y="71"/>
                  </a:cubicBezTo>
                  <a:cubicBezTo>
                    <a:pt x="0" y="70"/>
                    <a:pt x="1" y="67"/>
                    <a:pt x="2" y="72"/>
                  </a:cubicBezTo>
                  <a:cubicBezTo>
                    <a:pt x="2" y="71"/>
                    <a:pt x="1" y="71"/>
                    <a:pt x="1" y="72"/>
                  </a:cubicBezTo>
                  <a:cubicBezTo>
                    <a:pt x="1" y="72"/>
                    <a:pt x="0" y="73"/>
                    <a:pt x="0" y="73"/>
                  </a:cubicBezTo>
                  <a:cubicBezTo>
                    <a:pt x="0" y="74"/>
                    <a:pt x="2" y="75"/>
                    <a:pt x="2" y="74"/>
                  </a:cubicBezTo>
                  <a:cubicBezTo>
                    <a:pt x="3" y="67"/>
                    <a:pt x="8" y="62"/>
                    <a:pt x="12" y="56"/>
                  </a:cubicBezTo>
                  <a:cubicBezTo>
                    <a:pt x="16" y="50"/>
                    <a:pt x="21" y="44"/>
                    <a:pt x="26" y="38"/>
                  </a:cubicBezTo>
                  <a:cubicBezTo>
                    <a:pt x="35" y="26"/>
                    <a:pt x="42" y="13"/>
                    <a:pt x="52" y="3"/>
                  </a:cubicBezTo>
                  <a:cubicBezTo>
                    <a:pt x="53" y="2"/>
                    <a:pt x="51" y="0"/>
                    <a:pt x="50"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05" name="chenying0907 377"/>
            <p:cNvSpPr/>
            <p:nvPr/>
          </p:nvSpPr>
          <p:spPr bwMode="auto">
            <a:xfrm>
              <a:off x="8842376" y="3375026"/>
              <a:ext cx="0" cy="1588"/>
            </a:xfrm>
            <a:custGeom>
              <a:avLst/>
              <a:gdLst>
                <a:gd name="T0" fmla="*/ 0 h 1"/>
                <a:gd name="T1" fmla="*/ 0 h 1"/>
              </a:gdLst>
              <a:ahLst/>
              <a:cxnLst>
                <a:cxn ang="0">
                  <a:pos x="0" y="T0"/>
                </a:cxn>
                <a:cxn ang="0">
                  <a:pos x="0" y="T1"/>
                </a:cxn>
              </a:cxnLst>
              <a:rect l="0" t="0" r="r" b="b"/>
              <a:pathLst>
                <a:path h="1">
                  <a:moveTo>
                    <a:pt x="0" y="0"/>
                  </a:moveTo>
                  <a:cubicBezTo>
                    <a:pt x="0" y="1"/>
                    <a:pt x="0" y="1"/>
                    <a:pt x="0" y="0"/>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06" name="chenying0907 378"/>
            <p:cNvSpPr/>
            <p:nvPr/>
          </p:nvSpPr>
          <p:spPr bwMode="auto">
            <a:xfrm>
              <a:off x="8853489" y="3243264"/>
              <a:ext cx="123825" cy="161925"/>
            </a:xfrm>
            <a:custGeom>
              <a:avLst/>
              <a:gdLst>
                <a:gd name="T0" fmla="*/ 55 w 58"/>
                <a:gd name="T1" fmla="*/ 1 h 75"/>
                <a:gd name="T2" fmla="*/ 28 w 58"/>
                <a:gd name="T3" fmla="*/ 38 h 75"/>
                <a:gd name="T4" fmla="*/ 1 w 58"/>
                <a:gd name="T5" fmla="*/ 74 h 75"/>
                <a:gd name="T6" fmla="*/ 2 w 58"/>
                <a:gd name="T7" fmla="*/ 75 h 75"/>
                <a:gd name="T8" fmla="*/ 17 w 58"/>
                <a:gd name="T9" fmla="*/ 57 h 75"/>
                <a:gd name="T10" fmla="*/ 30 w 58"/>
                <a:gd name="T11" fmla="*/ 40 h 75"/>
                <a:gd name="T12" fmla="*/ 57 w 58"/>
                <a:gd name="T13" fmla="*/ 3 h 75"/>
                <a:gd name="T14" fmla="*/ 55 w 58"/>
                <a:gd name="T15" fmla="*/ 1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75">
                  <a:moveTo>
                    <a:pt x="55" y="1"/>
                  </a:moveTo>
                  <a:cubicBezTo>
                    <a:pt x="49" y="15"/>
                    <a:pt x="37" y="25"/>
                    <a:pt x="28" y="38"/>
                  </a:cubicBezTo>
                  <a:cubicBezTo>
                    <a:pt x="19" y="50"/>
                    <a:pt x="9" y="61"/>
                    <a:pt x="1" y="74"/>
                  </a:cubicBezTo>
                  <a:cubicBezTo>
                    <a:pt x="0" y="75"/>
                    <a:pt x="1" y="75"/>
                    <a:pt x="2" y="75"/>
                  </a:cubicBezTo>
                  <a:cubicBezTo>
                    <a:pt x="8" y="70"/>
                    <a:pt x="12" y="62"/>
                    <a:pt x="17" y="57"/>
                  </a:cubicBezTo>
                  <a:cubicBezTo>
                    <a:pt x="22" y="52"/>
                    <a:pt x="26" y="46"/>
                    <a:pt x="30" y="40"/>
                  </a:cubicBezTo>
                  <a:cubicBezTo>
                    <a:pt x="39" y="27"/>
                    <a:pt x="51" y="17"/>
                    <a:pt x="57" y="3"/>
                  </a:cubicBezTo>
                  <a:cubicBezTo>
                    <a:pt x="58" y="1"/>
                    <a:pt x="56" y="0"/>
                    <a:pt x="55"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07" name="chenying0907 379"/>
            <p:cNvSpPr/>
            <p:nvPr/>
          </p:nvSpPr>
          <p:spPr bwMode="auto">
            <a:xfrm>
              <a:off x="8842376" y="3286126"/>
              <a:ext cx="131763" cy="214313"/>
            </a:xfrm>
            <a:custGeom>
              <a:avLst/>
              <a:gdLst>
                <a:gd name="T0" fmla="*/ 60 w 61"/>
                <a:gd name="T1" fmla="*/ 3 h 100"/>
                <a:gd name="T2" fmla="*/ 58 w 61"/>
                <a:gd name="T3" fmla="*/ 1 h 100"/>
                <a:gd name="T4" fmla="*/ 29 w 61"/>
                <a:gd name="T5" fmla="*/ 42 h 100"/>
                <a:gd name="T6" fmla="*/ 10 w 61"/>
                <a:gd name="T7" fmla="*/ 82 h 100"/>
                <a:gd name="T8" fmla="*/ 12 w 61"/>
                <a:gd name="T9" fmla="*/ 83 h 100"/>
                <a:gd name="T10" fmla="*/ 14 w 61"/>
                <a:gd name="T11" fmla="*/ 83 h 100"/>
                <a:gd name="T12" fmla="*/ 12 w 61"/>
                <a:gd name="T13" fmla="*/ 85 h 100"/>
                <a:gd name="T14" fmla="*/ 1 w 61"/>
                <a:gd name="T15" fmla="*/ 99 h 100"/>
                <a:gd name="T16" fmla="*/ 1 w 61"/>
                <a:gd name="T17" fmla="*/ 100 h 100"/>
                <a:gd name="T18" fmla="*/ 10 w 61"/>
                <a:gd name="T19" fmla="*/ 91 h 100"/>
                <a:gd name="T20" fmla="*/ 25 w 61"/>
                <a:gd name="T21" fmla="*/ 71 h 100"/>
                <a:gd name="T22" fmla="*/ 40 w 61"/>
                <a:gd name="T23" fmla="*/ 46 h 100"/>
                <a:gd name="T24" fmla="*/ 50 w 61"/>
                <a:gd name="T25" fmla="*/ 27 h 100"/>
                <a:gd name="T26" fmla="*/ 47 w 61"/>
                <a:gd name="T27" fmla="*/ 27 h 100"/>
                <a:gd name="T28" fmla="*/ 38 w 61"/>
                <a:gd name="T29" fmla="*/ 44 h 100"/>
                <a:gd name="T30" fmla="*/ 25 w 61"/>
                <a:gd name="T31" fmla="*/ 65 h 100"/>
                <a:gd name="T32" fmla="*/ 14 w 61"/>
                <a:gd name="T33" fmla="*/ 81 h 100"/>
                <a:gd name="T34" fmla="*/ 14 w 61"/>
                <a:gd name="T35" fmla="*/ 81 h 100"/>
                <a:gd name="T36" fmla="*/ 35 w 61"/>
                <a:gd name="T37" fmla="*/ 39 h 100"/>
                <a:gd name="T38" fmla="*/ 60 w 61"/>
                <a:gd name="T39" fmla="*/ 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100">
                  <a:moveTo>
                    <a:pt x="60" y="3"/>
                  </a:moveTo>
                  <a:cubicBezTo>
                    <a:pt x="61" y="2"/>
                    <a:pt x="59" y="0"/>
                    <a:pt x="58" y="1"/>
                  </a:cubicBezTo>
                  <a:cubicBezTo>
                    <a:pt x="47" y="14"/>
                    <a:pt x="39" y="28"/>
                    <a:pt x="29" y="42"/>
                  </a:cubicBezTo>
                  <a:cubicBezTo>
                    <a:pt x="21" y="52"/>
                    <a:pt x="6" y="67"/>
                    <a:pt x="10" y="82"/>
                  </a:cubicBezTo>
                  <a:cubicBezTo>
                    <a:pt x="11" y="82"/>
                    <a:pt x="11" y="83"/>
                    <a:pt x="12" y="83"/>
                  </a:cubicBezTo>
                  <a:cubicBezTo>
                    <a:pt x="14" y="83"/>
                    <a:pt x="14" y="83"/>
                    <a:pt x="14" y="83"/>
                  </a:cubicBezTo>
                  <a:cubicBezTo>
                    <a:pt x="13" y="83"/>
                    <a:pt x="13" y="84"/>
                    <a:pt x="12" y="85"/>
                  </a:cubicBezTo>
                  <a:cubicBezTo>
                    <a:pt x="9" y="89"/>
                    <a:pt x="6" y="97"/>
                    <a:pt x="1" y="99"/>
                  </a:cubicBezTo>
                  <a:cubicBezTo>
                    <a:pt x="0" y="99"/>
                    <a:pt x="1" y="100"/>
                    <a:pt x="1" y="100"/>
                  </a:cubicBezTo>
                  <a:cubicBezTo>
                    <a:pt x="6" y="99"/>
                    <a:pt x="8" y="95"/>
                    <a:pt x="10" y="91"/>
                  </a:cubicBezTo>
                  <a:cubicBezTo>
                    <a:pt x="15" y="85"/>
                    <a:pt x="20" y="78"/>
                    <a:pt x="25" y="71"/>
                  </a:cubicBezTo>
                  <a:cubicBezTo>
                    <a:pt x="30" y="63"/>
                    <a:pt x="35" y="54"/>
                    <a:pt x="40" y="46"/>
                  </a:cubicBezTo>
                  <a:cubicBezTo>
                    <a:pt x="44" y="40"/>
                    <a:pt x="48" y="34"/>
                    <a:pt x="50" y="27"/>
                  </a:cubicBezTo>
                  <a:cubicBezTo>
                    <a:pt x="51" y="26"/>
                    <a:pt x="48" y="25"/>
                    <a:pt x="47" y="27"/>
                  </a:cubicBezTo>
                  <a:cubicBezTo>
                    <a:pt x="45" y="33"/>
                    <a:pt x="42" y="38"/>
                    <a:pt x="38" y="44"/>
                  </a:cubicBezTo>
                  <a:cubicBezTo>
                    <a:pt x="34" y="51"/>
                    <a:pt x="29" y="58"/>
                    <a:pt x="25" y="65"/>
                  </a:cubicBezTo>
                  <a:cubicBezTo>
                    <a:pt x="21" y="70"/>
                    <a:pt x="18" y="76"/>
                    <a:pt x="14" y="81"/>
                  </a:cubicBezTo>
                  <a:cubicBezTo>
                    <a:pt x="14" y="81"/>
                    <a:pt x="14" y="81"/>
                    <a:pt x="14" y="81"/>
                  </a:cubicBezTo>
                  <a:cubicBezTo>
                    <a:pt x="5" y="77"/>
                    <a:pt x="32" y="44"/>
                    <a:pt x="35" y="39"/>
                  </a:cubicBezTo>
                  <a:cubicBezTo>
                    <a:pt x="43" y="27"/>
                    <a:pt x="50" y="14"/>
                    <a:pt x="60" y="3"/>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08" name="chenying0907 380"/>
            <p:cNvSpPr/>
            <p:nvPr/>
          </p:nvSpPr>
          <p:spPr bwMode="auto">
            <a:xfrm>
              <a:off x="8842376" y="3441701"/>
              <a:ext cx="163513" cy="184150"/>
            </a:xfrm>
            <a:custGeom>
              <a:avLst/>
              <a:gdLst>
                <a:gd name="T0" fmla="*/ 75 w 76"/>
                <a:gd name="T1" fmla="*/ 34 h 86"/>
                <a:gd name="T2" fmla="*/ 53 w 76"/>
                <a:gd name="T3" fmla="*/ 33 h 86"/>
                <a:gd name="T4" fmla="*/ 39 w 76"/>
                <a:gd name="T5" fmla="*/ 36 h 86"/>
                <a:gd name="T6" fmla="*/ 35 w 76"/>
                <a:gd name="T7" fmla="*/ 37 h 86"/>
                <a:gd name="T8" fmla="*/ 45 w 76"/>
                <a:gd name="T9" fmla="*/ 21 h 86"/>
                <a:gd name="T10" fmla="*/ 52 w 76"/>
                <a:gd name="T11" fmla="*/ 21 h 86"/>
                <a:gd name="T12" fmla="*/ 74 w 76"/>
                <a:gd name="T13" fmla="*/ 19 h 86"/>
                <a:gd name="T14" fmla="*/ 74 w 76"/>
                <a:gd name="T15" fmla="*/ 16 h 86"/>
                <a:gd name="T16" fmla="*/ 47 w 76"/>
                <a:gd name="T17" fmla="*/ 16 h 86"/>
                <a:gd name="T18" fmla="*/ 34 w 76"/>
                <a:gd name="T19" fmla="*/ 19 h 86"/>
                <a:gd name="T20" fmla="*/ 43 w 76"/>
                <a:gd name="T21" fmla="*/ 3 h 86"/>
                <a:gd name="T22" fmla="*/ 40 w 76"/>
                <a:gd name="T23" fmla="*/ 2 h 86"/>
                <a:gd name="T24" fmla="*/ 30 w 76"/>
                <a:gd name="T25" fmla="*/ 21 h 86"/>
                <a:gd name="T26" fmla="*/ 24 w 76"/>
                <a:gd name="T27" fmla="*/ 22 h 86"/>
                <a:gd name="T28" fmla="*/ 23 w 76"/>
                <a:gd name="T29" fmla="*/ 22 h 86"/>
                <a:gd name="T30" fmla="*/ 23 w 76"/>
                <a:gd name="T31" fmla="*/ 24 h 86"/>
                <a:gd name="T32" fmla="*/ 24 w 76"/>
                <a:gd name="T33" fmla="*/ 25 h 86"/>
                <a:gd name="T34" fmla="*/ 27 w 76"/>
                <a:gd name="T35" fmla="*/ 24 h 86"/>
                <a:gd name="T36" fmla="*/ 17 w 76"/>
                <a:gd name="T37" fmla="*/ 39 h 86"/>
                <a:gd name="T38" fmla="*/ 3 w 76"/>
                <a:gd name="T39" fmla="*/ 65 h 86"/>
                <a:gd name="T40" fmla="*/ 4 w 76"/>
                <a:gd name="T41" fmla="*/ 65 h 86"/>
                <a:gd name="T42" fmla="*/ 32 w 76"/>
                <a:gd name="T43" fmla="*/ 23 h 86"/>
                <a:gd name="T44" fmla="*/ 41 w 76"/>
                <a:gd name="T45" fmla="*/ 22 h 86"/>
                <a:gd name="T46" fmla="*/ 30 w 76"/>
                <a:gd name="T47" fmla="*/ 38 h 86"/>
                <a:gd name="T48" fmla="*/ 28 w 76"/>
                <a:gd name="T49" fmla="*/ 39 h 86"/>
                <a:gd name="T50" fmla="*/ 26 w 76"/>
                <a:gd name="T51" fmla="*/ 38 h 86"/>
                <a:gd name="T52" fmla="*/ 21 w 76"/>
                <a:gd name="T53" fmla="*/ 41 h 86"/>
                <a:gd name="T54" fmla="*/ 22 w 76"/>
                <a:gd name="T55" fmla="*/ 45 h 86"/>
                <a:gd name="T56" fmla="*/ 27 w 76"/>
                <a:gd name="T57" fmla="*/ 44 h 86"/>
                <a:gd name="T58" fmla="*/ 21 w 76"/>
                <a:gd name="T59" fmla="*/ 53 h 86"/>
                <a:gd name="T60" fmla="*/ 11 w 76"/>
                <a:gd name="T61" fmla="*/ 68 h 86"/>
                <a:gd name="T62" fmla="*/ 0 w 76"/>
                <a:gd name="T63" fmla="*/ 83 h 86"/>
                <a:gd name="T64" fmla="*/ 3 w 76"/>
                <a:gd name="T65" fmla="*/ 85 h 86"/>
                <a:gd name="T66" fmla="*/ 24 w 76"/>
                <a:gd name="T67" fmla="*/ 54 h 86"/>
                <a:gd name="T68" fmla="*/ 31 w 76"/>
                <a:gd name="T69" fmla="*/ 43 h 86"/>
                <a:gd name="T70" fmla="*/ 46 w 76"/>
                <a:gd name="T71" fmla="*/ 40 h 86"/>
                <a:gd name="T72" fmla="*/ 56 w 76"/>
                <a:gd name="T73" fmla="*/ 38 h 86"/>
                <a:gd name="T74" fmla="*/ 71 w 76"/>
                <a:gd name="T75" fmla="*/ 37 h 86"/>
                <a:gd name="T76" fmla="*/ 71 w 76"/>
                <a:gd name="T77" fmla="*/ 38 h 86"/>
                <a:gd name="T78" fmla="*/ 73 w 76"/>
                <a:gd name="T79" fmla="*/ 39 h 86"/>
                <a:gd name="T80" fmla="*/ 75 w 76"/>
                <a:gd name="T81" fmla="*/ 38 h 86"/>
                <a:gd name="T82" fmla="*/ 75 w 76"/>
                <a:gd name="T83" fmla="*/ 37 h 86"/>
                <a:gd name="T84" fmla="*/ 75 w 76"/>
                <a:gd name="T85" fmla="*/ 3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6" h="86">
                  <a:moveTo>
                    <a:pt x="75" y="34"/>
                  </a:moveTo>
                  <a:cubicBezTo>
                    <a:pt x="68" y="30"/>
                    <a:pt x="60" y="31"/>
                    <a:pt x="53" y="33"/>
                  </a:cubicBezTo>
                  <a:cubicBezTo>
                    <a:pt x="48" y="34"/>
                    <a:pt x="44" y="35"/>
                    <a:pt x="39" y="36"/>
                  </a:cubicBezTo>
                  <a:cubicBezTo>
                    <a:pt x="38" y="36"/>
                    <a:pt x="36" y="37"/>
                    <a:pt x="35" y="37"/>
                  </a:cubicBezTo>
                  <a:cubicBezTo>
                    <a:pt x="38" y="32"/>
                    <a:pt x="42" y="27"/>
                    <a:pt x="45" y="21"/>
                  </a:cubicBezTo>
                  <a:cubicBezTo>
                    <a:pt x="47" y="21"/>
                    <a:pt x="49" y="21"/>
                    <a:pt x="52" y="21"/>
                  </a:cubicBezTo>
                  <a:cubicBezTo>
                    <a:pt x="59" y="20"/>
                    <a:pt x="67" y="21"/>
                    <a:pt x="74" y="19"/>
                  </a:cubicBezTo>
                  <a:cubicBezTo>
                    <a:pt x="75" y="18"/>
                    <a:pt x="75" y="16"/>
                    <a:pt x="74" y="16"/>
                  </a:cubicBezTo>
                  <a:cubicBezTo>
                    <a:pt x="65" y="14"/>
                    <a:pt x="56" y="15"/>
                    <a:pt x="47" y="16"/>
                  </a:cubicBezTo>
                  <a:cubicBezTo>
                    <a:pt x="46" y="16"/>
                    <a:pt x="40" y="18"/>
                    <a:pt x="34" y="19"/>
                  </a:cubicBezTo>
                  <a:cubicBezTo>
                    <a:pt x="37" y="14"/>
                    <a:pt x="40" y="9"/>
                    <a:pt x="43" y="3"/>
                  </a:cubicBezTo>
                  <a:cubicBezTo>
                    <a:pt x="44" y="1"/>
                    <a:pt x="40" y="0"/>
                    <a:pt x="40" y="2"/>
                  </a:cubicBezTo>
                  <a:cubicBezTo>
                    <a:pt x="37" y="8"/>
                    <a:pt x="33" y="15"/>
                    <a:pt x="30" y="21"/>
                  </a:cubicBezTo>
                  <a:cubicBezTo>
                    <a:pt x="27" y="21"/>
                    <a:pt x="24" y="22"/>
                    <a:pt x="24" y="22"/>
                  </a:cubicBezTo>
                  <a:cubicBezTo>
                    <a:pt x="24" y="22"/>
                    <a:pt x="23" y="22"/>
                    <a:pt x="23" y="22"/>
                  </a:cubicBezTo>
                  <a:cubicBezTo>
                    <a:pt x="23" y="24"/>
                    <a:pt x="23" y="24"/>
                    <a:pt x="23" y="24"/>
                  </a:cubicBezTo>
                  <a:cubicBezTo>
                    <a:pt x="23" y="25"/>
                    <a:pt x="24" y="25"/>
                    <a:pt x="24" y="25"/>
                  </a:cubicBezTo>
                  <a:cubicBezTo>
                    <a:pt x="25" y="25"/>
                    <a:pt x="26" y="24"/>
                    <a:pt x="27" y="24"/>
                  </a:cubicBezTo>
                  <a:cubicBezTo>
                    <a:pt x="24" y="29"/>
                    <a:pt x="21" y="34"/>
                    <a:pt x="17" y="39"/>
                  </a:cubicBezTo>
                  <a:cubicBezTo>
                    <a:pt x="12" y="46"/>
                    <a:pt x="2" y="56"/>
                    <a:pt x="3" y="65"/>
                  </a:cubicBezTo>
                  <a:cubicBezTo>
                    <a:pt x="3" y="66"/>
                    <a:pt x="4" y="66"/>
                    <a:pt x="4" y="65"/>
                  </a:cubicBezTo>
                  <a:cubicBezTo>
                    <a:pt x="12" y="51"/>
                    <a:pt x="23" y="37"/>
                    <a:pt x="32" y="23"/>
                  </a:cubicBezTo>
                  <a:cubicBezTo>
                    <a:pt x="35" y="23"/>
                    <a:pt x="38" y="22"/>
                    <a:pt x="41" y="22"/>
                  </a:cubicBezTo>
                  <a:cubicBezTo>
                    <a:pt x="38" y="28"/>
                    <a:pt x="34" y="33"/>
                    <a:pt x="30" y="38"/>
                  </a:cubicBezTo>
                  <a:cubicBezTo>
                    <a:pt x="30" y="39"/>
                    <a:pt x="29" y="39"/>
                    <a:pt x="28" y="39"/>
                  </a:cubicBezTo>
                  <a:cubicBezTo>
                    <a:pt x="28" y="38"/>
                    <a:pt x="27" y="37"/>
                    <a:pt x="26" y="38"/>
                  </a:cubicBezTo>
                  <a:cubicBezTo>
                    <a:pt x="23" y="39"/>
                    <a:pt x="23" y="39"/>
                    <a:pt x="21" y="41"/>
                  </a:cubicBezTo>
                  <a:cubicBezTo>
                    <a:pt x="19" y="42"/>
                    <a:pt x="20" y="45"/>
                    <a:pt x="22" y="45"/>
                  </a:cubicBezTo>
                  <a:cubicBezTo>
                    <a:pt x="24" y="45"/>
                    <a:pt x="25" y="44"/>
                    <a:pt x="27" y="44"/>
                  </a:cubicBezTo>
                  <a:cubicBezTo>
                    <a:pt x="25" y="47"/>
                    <a:pt x="23" y="50"/>
                    <a:pt x="21" y="53"/>
                  </a:cubicBezTo>
                  <a:cubicBezTo>
                    <a:pt x="18" y="58"/>
                    <a:pt x="15" y="63"/>
                    <a:pt x="11" y="68"/>
                  </a:cubicBezTo>
                  <a:cubicBezTo>
                    <a:pt x="8" y="73"/>
                    <a:pt x="3" y="78"/>
                    <a:pt x="0" y="83"/>
                  </a:cubicBezTo>
                  <a:cubicBezTo>
                    <a:pt x="0" y="85"/>
                    <a:pt x="2" y="86"/>
                    <a:pt x="3" y="85"/>
                  </a:cubicBezTo>
                  <a:cubicBezTo>
                    <a:pt x="10" y="74"/>
                    <a:pt x="18" y="65"/>
                    <a:pt x="24" y="54"/>
                  </a:cubicBezTo>
                  <a:cubicBezTo>
                    <a:pt x="26" y="50"/>
                    <a:pt x="28" y="47"/>
                    <a:pt x="31" y="43"/>
                  </a:cubicBezTo>
                  <a:cubicBezTo>
                    <a:pt x="36" y="42"/>
                    <a:pt x="41" y="41"/>
                    <a:pt x="46" y="40"/>
                  </a:cubicBezTo>
                  <a:cubicBezTo>
                    <a:pt x="49" y="39"/>
                    <a:pt x="52" y="38"/>
                    <a:pt x="56" y="38"/>
                  </a:cubicBezTo>
                  <a:cubicBezTo>
                    <a:pt x="59" y="37"/>
                    <a:pt x="68" y="38"/>
                    <a:pt x="71" y="37"/>
                  </a:cubicBezTo>
                  <a:cubicBezTo>
                    <a:pt x="70" y="37"/>
                    <a:pt x="70" y="38"/>
                    <a:pt x="71" y="38"/>
                  </a:cubicBezTo>
                  <a:cubicBezTo>
                    <a:pt x="72" y="38"/>
                    <a:pt x="72" y="39"/>
                    <a:pt x="73" y="39"/>
                  </a:cubicBezTo>
                  <a:cubicBezTo>
                    <a:pt x="73" y="39"/>
                    <a:pt x="74" y="39"/>
                    <a:pt x="75" y="38"/>
                  </a:cubicBezTo>
                  <a:cubicBezTo>
                    <a:pt x="75" y="38"/>
                    <a:pt x="75" y="37"/>
                    <a:pt x="75" y="37"/>
                  </a:cubicBezTo>
                  <a:cubicBezTo>
                    <a:pt x="76" y="36"/>
                    <a:pt x="76" y="34"/>
                    <a:pt x="75" y="34"/>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09" name="chenying0907 381"/>
            <p:cNvSpPr/>
            <p:nvPr/>
          </p:nvSpPr>
          <p:spPr bwMode="auto">
            <a:xfrm>
              <a:off x="8848726" y="3535364"/>
              <a:ext cx="146050" cy="138113"/>
            </a:xfrm>
            <a:custGeom>
              <a:avLst/>
              <a:gdLst>
                <a:gd name="T0" fmla="*/ 66 w 68"/>
                <a:gd name="T1" fmla="*/ 9 h 64"/>
                <a:gd name="T2" fmla="*/ 48 w 68"/>
                <a:gd name="T3" fmla="*/ 8 h 64"/>
                <a:gd name="T4" fmla="*/ 35 w 68"/>
                <a:gd name="T5" fmla="*/ 11 h 64"/>
                <a:gd name="T6" fmla="*/ 40 w 68"/>
                <a:gd name="T7" fmla="*/ 4 h 64"/>
                <a:gd name="T8" fmla="*/ 37 w 68"/>
                <a:gd name="T9" fmla="*/ 2 h 64"/>
                <a:gd name="T10" fmla="*/ 31 w 68"/>
                <a:gd name="T11" fmla="*/ 13 h 64"/>
                <a:gd name="T12" fmla="*/ 23 w 68"/>
                <a:gd name="T13" fmla="*/ 14 h 64"/>
                <a:gd name="T14" fmla="*/ 23 w 68"/>
                <a:gd name="T15" fmla="*/ 18 h 64"/>
                <a:gd name="T16" fmla="*/ 27 w 68"/>
                <a:gd name="T17" fmla="*/ 18 h 64"/>
                <a:gd name="T18" fmla="*/ 11 w 68"/>
                <a:gd name="T19" fmla="*/ 43 h 64"/>
                <a:gd name="T20" fmla="*/ 3 w 68"/>
                <a:gd name="T21" fmla="*/ 64 h 64"/>
                <a:gd name="T22" fmla="*/ 4 w 68"/>
                <a:gd name="T23" fmla="*/ 63 h 64"/>
                <a:gd name="T24" fmla="*/ 18 w 68"/>
                <a:gd name="T25" fmla="*/ 38 h 64"/>
                <a:gd name="T26" fmla="*/ 32 w 68"/>
                <a:gd name="T27" fmla="*/ 16 h 64"/>
                <a:gd name="T28" fmla="*/ 42 w 68"/>
                <a:gd name="T29" fmla="*/ 14 h 64"/>
                <a:gd name="T30" fmla="*/ 65 w 68"/>
                <a:gd name="T31" fmla="*/ 14 h 64"/>
                <a:gd name="T32" fmla="*/ 67 w 68"/>
                <a:gd name="T33" fmla="*/ 14 h 64"/>
                <a:gd name="T34" fmla="*/ 67 w 68"/>
                <a:gd name="T35" fmla="*/ 12 h 64"/>
                <a:gd name="T36" fmla="*/ 66 w 68"/>
                <a:gd name="T37" fmla="*/ 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8" h="64">
                  <a:moveTo>
                    <a:pt x="66" y="9"/>
                  </a:moveTo>
                  <a:cubicBezTo>
                    <a:pt x="59" y="7"/>
                    <a:pt x="55" y="6"/>
                    <a:pt x="48" y="8"/>
                  </a:cubicBezTo>
                  <a:cubicBezTo>
                    <a:pt x="44" y="9"/>
                    <a:pt x="40" y="10"/>
                    <a:pt x="35" y="11"/>
                  </a:cubicBezTo>
                  <a:cubicBezTo>
                    <a:pt x="37" y="9"/>
                    <a:pt x="38" y="7"/>
                    <a:pt x="40" y="4"/>
                  </a:cubicBezTo>
                  <a:cubicBezTo>
                    <a:pt x="41" y="2"/>
                    <a:pt x="38" y="0"/>
                    <a:pt x="37" y="2"/>
                  </a:cubicBezTo>
                  <a:cubicBezTo>
                    <a:pt x="35" y="6"/>
                    <a:pt x="33" y="9"/>
                    <a:pt x="31" y="13"/>
                  </a:cubicBezTo>
                  <a:cubicBezTo>
                    <a:pt x="28" y="13"/>
                    <a:pt x="26" y="14"/>
                    <a:pt x="23" y="14"/>
                  </a:cubicBezTo>
                  <a:cubicBezTo>
                    <a:pt x="20" y="14"/>
                    <a:pt x="20" y="18"/>
                    <a:pt x="23" y="18"/>
                  </a:cubicBezTo>
                  <a:cubicBezTo>
                    <a:pt x="25" y="18"/>
                    <a:pt x="26" y="18"/>
                    <a:pt x="27" y="18"/>
                  </a:cubicBezTo>
                  <a:cubicBezTo>
                    <a:pt x="22" y="26"/>
                    <a:pt x="16" y="35"/>
                    <a:pt x="11" y="43"/>
                  </a:cubicBezTo>
                  <a:cubicBezTo>
                    <a:pt x="8" y="49"/>
                    <a:pt x="0" y="57"/>
                    <a:pt x="3" y="64"/>
                  </a:cubicBezTo>
                  <a:cubicBezTo>
                    <a:pt x="3" y="64"/>
                    <a:pt x="4" y="64"/>
                    <a:pt x="4" y="63"/>
                  </a:cubicBezTo>
                  <a:cubicBezTo>
                    <a:pt x="5" y="55"/>
                    <a:pt x="14" y="45"/>
                    <a:pt x="18" y="38"/>
                  </a:cubicBezTo>
                  <a:cubicBezTo>
                    <a:pt x="22" y="31"/>
                    <a:pt x="27" y="24"/>
                    <a:pt x="32" y="16"/>
                  </a:cubicBezTo>
                  <a:cubicBezTo>
                    <a:pt x="35" y="16"/>
                    <a:pt x="39" y="14"/>
                    <a:pt x="42" y="14"/>
                  </a:cubicBezTo>
                  <a:cubicBezTo>
                    <a:pt x="48" y="13"/>
                    <a:pt x="61" y="9"/>
                    <a:pt x="65" y="14"/>
                  </a:cubicBezTo>
                  <a:cubicBezTo>
                    <a:pt x="65" y="15"/>
                    <a:pt x="67" y="15"/>
                    <a:pt x="67" y="14"/>
                  </a:cubicBezTo>
                  <a:cubicBezTo>
                    <a:pt x="67" y="13"/>
                    <a:pt x="67" y="13"/>
                    <a:pt x="67" y="12"/>
                  </a:cubicBezTo>
                  <a:cubicBezTo>
                    <a:pt x="68" y="11"/>
                    <a:pt x="67" y="10"/>
                    <a:pt x="66" y="9"/>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10" name="chenying0907 382"/>
            <p:cNvSpPr/>
            <p:nvPr/>
          </p:nvSpPr>
          <p:spPr bwMode="auto">
            <a:xfrm>
              <a:off x="8858251" y="3589339"/>
              <a:ext cx="119063" cy="122238"/>
            </a:xfrm>
            <a:custGeom>
              <a:avLst/>
              <a:gdLst>
                <a:gd name="T0" fmla="*/ 54 w 56"/>
                <a:gd name="T1" fmla="*/ 0 h 57"/>
                <a:gd name="T2" fmla="*/ 43 w 56"/>
                <a:gd name="T3" fmla="*/ 4 h 57"/>
                <a:gd name="T4" fmla="*/ 37 w 56"/>
                <a:gd name="T5" fmla="*/ 6 h 57"/>
                <a:gd name="T6" fmla="*/ 38 w 56"/>
                <a:gd name="T7" fmla="*/ 4 h 57"/>
                <a:gd name="T8" fmla="*/ 36 w 56"/>
                <a:gd name="T9" fmla="*/ 2 h 57"/>
                <a:gd name="T10" fmla="*/ 33 w 56"/>
                <a:gd name="T11" fmla="*/ 6 h 57"/>
                <a:gd name="T12" fmla="*/ 27 w 56"/>
                <a:gd name="T13" fmla="*/ 6 h 57"/>
                <a:gd name="T14" fmla="*/ 27 w 56"/>
                <a:gd name="T15" fmla="*/ 10 h 57"/>
                <a:gd name="T16" fmla="*/ 30 w 56"/>
                <a:gd name="T17" fmla="*/ 10 h 57"/>
                <a:gd name="T18" fmla="*/ 13 w 56"/>
                <a:gd name="T19" fmla="*/ 34 h 57"/>
                <a:gd name="T20" fmla="*/ 2 w 56"/>
                <a:gd name="T21" fmla="*/ 48 h 57"/>
                <a:gd name="T22" fmla="*/ 1 w 56"/>
                <a:gd name="T23" fmla="*/ 56 h 57"/>
                <a:gd name="T24" fmla="*/ 2 w 56"/>
                <a:gd name="T25" fmla="*/ 56 h 57"/>
                <a:gd name="T26" fmla="*/ 18 w 56"/>
                <a:gd name="T27" fmla="*/ 33 h 57"/>
                <a:gd name="T28" fmla="*/ 34 w 56"/>
                <a:gd name="T29" fmla="*/ 10 h 57"/>
                <a:gd name="T30" fmla="*/ 43 w 56"/>
                <a:gd name="T31" fmla="*/ 8 h 57"/>
                <a:gd name="T32" fmla="*/ 55 w 56"/>
                <a:gd name="T33" fmla="*/ 2 h 57"/>
                <a:gd name="T34" fmla="*/ 54 w 56"/>
                <a:gd name="T3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6" h="57">
                  <a:moveTo>
                    <a:pt x="54" y="0"/>
                  </a:moveTo>
                  <a:cubicBezTo>
                    <a:pt x="50" y="1"/>
                    <a:pt x="47" y="3"/>
                    <a:pt x="43" y="4"/>
                  </a:cubicBezTo>
                  <a:cubicBezTo>
                    <a:pt x="41" y="5"/>
                    <a:pt x="39" y="5"/>
                    <a:pt x="37" y="6"/>
                  </a:cubicBezTo>
                  <a:cubicBezTo>
                    <a:pt x="37" y="5"/>
                    <a:pt x="37" y="5"/>
                    <a:pt x="38" y="4"/>
                  </a:cubicBezTo>
                  <a:cubicBezTo>
                    <a:pt x="39" y="3"/>
                    <a:pt x="37" y="1"/>
                    <a:pt x="36" y="2"/>
                  </a:cubicBezTo>
                  <a:cubicBezTo>
                    <a:pt x="35" y="4"/>
                    <a:pt x="34" y="5"/>
                    <a:pt x="33" y="6"/>
                  </a:cubicBezTo>
                  <a:cubicBezTo>
                    <a:pt x="31" y="6"/>
                    <a:pt x="29" y="6"/>
                    <a:pt x="27" y="6"/>
                  </a:cubicBezTo>
                  <a:cubicBezTo>
                    <a:pt x="24" y="6"/>
                    <a:pt x="24" y="10"/>
                    <a:pt x="27" y="10"/>
                  </a:cubicBezTo>
                  <a:cubicBezTo>
                    <a:pt x="28" y="10"/>
                    <a:pt x="29" y="10"/>
                    <a:pt x="30" y="10"/>
                  </a:cubicBezTo>
                  <a:cubicBezTo>
                    <a:pt x="24" y="18"/>
                    <a:pt x="19" y="26"/>
                    <a:pt x="13" y="34"/>
                  </a:cubicBezTo>
                  <a:cubicBezTo>
                    <a:pt x="10" y="39"/>
                    <a:pt x="5" y="43"/>
                    <a:pt x="2" y="48"/>
                  </a:cubicBezTo>
                  <a:cubicBezTo>
                    <a:pt x="0" y="51"/>
                    <a:pt x="0" y="53"/>
                    <a:pt x="1" y="56"/>
                  </a:cubicBezTo>
                  <a:cubicBezTo>
                    <a:pt x="1" y="57"/>
                    <a:pt x="2" y="57"/>
                    <a:pt x="2" y="56"/>
                  </a:cubicBezTo>
                  <a:cubicBezTo>
                    <a:pt x="4" y="48"/>
                    <a:pt x="13" y="40"/>
                    <a:pt x="18" y="33"/>
                  </a:cubicBezTo>
                  <a:cubicBezTo>
                    <a:pt x="23" y="25"/>
                    <a:pt x="28" y="18"/>
                    <a:pt x="34" y="10"/>
                  </a:cubicBezTo>
                  <a:cubicBezTo>
                    <a:pt x="37" y="10"/>
                    <a:pt x="40" y="9"/>
                    <a:pt x="43" y="8"/>
                  </a:cubicBezTo>
                  <a:cubicBezTo>
                    <a:pt x="48" y="7"/>
                    <a:pt x="51" y="4"/>
                    <a:pt x="55" y="2"/>
                  </a:cubicBezTo>
                  <a:cubicBezTo>
                    <a:pt x="56" y="1"/>
                    <a:pt x="55" y="0"/>
                    <a:pt x="54" y="0"/>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11" name="chenying0907 383"/>
            <p:cNvSpPr/>
            <p:nvPr/>
          </p:nvSpPr>
          <p:spPr bwMode="auto">
            <a:xfrm>
              <a:off x="8864601" y="3627439"/>
              <a:ext cx="87313" cy="150813"/>
            </a:xfrm>
            <a:custGeom>
              <a:avLst/>
              <a:gdLst>
                <a:gd name="T0" fmla="*/ 40 w 41"/>
                <a:gd name="T1" fmla="*/ 4 h 70"/>
                <a:gd name="T2" fmla="*/ 37 w 41"/>
                <a:gd name="T3" fmla="*/ 2 h 70"/>
                <a:gd name="T4" fmla="*/ 0 w 41"/>
                <a:gd name="T5" fmla="*/ 57 h 70"/>
                <a:gd name="T6" fmla="*/ 1 w 41"/>
                <a:gd name="T7" fmla="*/ 59 h 70"/>
                <a:gd name="T8" fmla="*/ 8 w 41"/>
                <a:gd name="T9" fmla="*/ 57 h 70"/>
                <a:gd name="T10" fmla="*/ 12 w 41"/>
                <a:gd name="T11" fmla="*/ 53 h 70"/>
                <a:gd name="T12" fmla="*/ 19 w 41"/>
                <a:gd name="T13" fmla="*/ 51 h 70"/>
                <a:gd name="T14" fmla="*/ 7 w 41"/>
                <a:gd name="T15" fmla="*/ 68 h 70"/>
                <a:gd name="T16" fmla="*/ 10 w 41"/>
                <a:gd name="T17" fmla="*/ 68 h 70"/>
                <a:gd name="T18" fmla="*/ 22 w 41"/>
                <a:gd name="T19" fmla="*/ 48 h 70"/>
                <a:gd name="T20" fmla="*/ 21 w 41"/>
                <a:gd name="T21" fmla="*/ 47 h 70"/>
                <a:gd name="T22" fmla="*/ 12 w 41"/>
                <a:gd name="T23" fmla="*/ 53 h 70"/>
                <a:gd name="T24" fmla="*/ 5 w 41"/>
                <a:gd name="T25" fmla="*/ 54 h 70"/>
                <a:gd name="T26" fmla="*/ 11 w 41"/>
                <a:gd name="T27" fmla="*/ 45 h 70"/>
                <a:gd name="T28" fmla="*/ 40 w 41"/>
                <a:gd name="T29" fmla="*/ 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70">
                  <a:moveTo>
                    <a:pt x="40" y="4"/>
                  </a:moveTo>
                  <a:cubicBezTo>
                    <a:pt x="41" y="2"/>
                    <a:pt x="39" y="0"/>
                    <a:pt x="37" y="2"/>
                  </a:cubicBezTo>
                  <a:cubicBezTo>
                    <a:pt x="22" y="18"/>
                    <a:pt x="10" y="36"/>
                    <a:pt x="0" y="57"/>
                  </a:cubicBezTo>
                  <a:cubicBezTo>
                    <a:pt x="0" y="57"/>
                    <a:pt x="0" y="58"/>
                    <a:pt x="1" y="59"/>
                  </a:cubicBezTo>
                  <a:cubicBezTo>
                    <a:pt x="4" y="59"/>
                    <a:pt x="6" y="59"/>
                    <a:pt x="8" y="57"/>
                  </a:cubicBezTo>
                  <a:cubicBezTo>
                    <a:pt x="10" y="56"/>
                    <a:pt x="11" y="55"/>
                    <a:pt x="12" y="53"/>
                  </a:cubicBezTo>
                  <a:cubicBezTo>
                    <a:pt x="14" y="52"/>
                    <a:pt x="21" y="46"/>
                    <a:pt x="19" y="51"/>
                  </a:cubicBezTo>
                  <a:cubicBezTo>
                    <a:pt x="16" y="58"/>
                    <a:pt x="6" y="59"/>
                    <a:pt x="7" y="68"/>
                  </a:cubicBezTo>
                  <a:cubicBezTo>
                    <a:pt x="8" y="70"/>
                    <a:pt x="10" y="69"/>
                    <a:pt x="10" y="68"/>
                  </a:cubicBezTo>
                  <a:cubicBezTo>
                    <a:pt x="11" y="60"/>
                    <a:pt x="23" y="56"/>
                    <a:pt x="22" y="48"/>
                  </a:cubicBezTo>
                  <a:cubicBezTo>
                    <a:pt x="22" y="47"/>
                    <a:pt x="21" y="47"/>
                    <a:pt x="21" y="47"/>
                  </a:cubicBezTo>
                  <a:cubicBezTo>
                    <a:pt x="17" y="48"/>
                    <a:pt x="15" y="50"/>
                    <a:pt x="12" y="53"/>
                  </a:cubicBezTo>
                  <a:cubicBezTo>
                    <a:pt x="10" y="54"/>
                    <a:pt x="6" y="59"/>
                    <a:pt x="5" y="54"/>
                  </a:cubicBezTo>
                  <a:cubicBezTo>
                    <a:pt x="5" y="52"/>
                    <a:pt x="10" y="46"/>
                    <a:pt x="11" y="45"/>
                  </a:cubicBezTo>
                  <a:cubicBezTo>
                    <a:pt x="18" y="29"/>
                    <a:pt x="28" y="17"/>
                    <a:pt x="40" y="4"/>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grpSp>
      <p:grpSp>
        <p:nvGrpSpPr>
          <p:cNvPr id="512" name="PA_组合 118"/>
          <p:cNvGrpSpPr/>
          <p:nvPr>
            <p:custDataLst>
              <p:tags r:id="rId3"/>
            </p:custDataLst>
          </p:nvPr>
        </p:nvGrpSpPr>
        <p:grpSpPr>
          <a:xfrm>
            <a:off x="6888859" y="2613109"/>
            <a:ext cx="916479" cy="736115"/>
            <a:chOff x="8067676" y="5365751"/>
            <a:chExt cx="992188" cy="796925"/>
          </a:xfrm>
          <a:solidFill>
            <a:schemeClr val="tx1"/>
          </a:solidFill>
        </p:grpSpPr>
        <p:sp>
          <p:nvSpPr>
            <p:cNvPr id="513" name="chenying0907 626"/>
            <p:cNvSpPr>
              <a:spLocks noEditPoints="1"/>
            </p:cNvSpPr>
            <p:nvPr/>
          </p:nvSpPr>
          <p:spPr bwMode="auto">
            <a:xfrm>
              <a:off x="8067676" y="5365751"/>
              <a:ext cx="992188" cy="796925"/>
            </a:xfrm>
            <a:custGeom>
              <a:avLst/>
              <a:gdLst>
                <a:gd name="T0" fmla="*/ 416 w 461"/>
                <a:gd name="T1" fmla="*/ 11 h 371"/>
                <a:gd name="T2" fmla="*/ 104 w 461"/>
                <a:gd name="T3" fmla="*/ 24 h 371"/>
                <a:gd name="T4" fmla="*/ 31 w 461"/>
                <a:gd name="T5" fmla="*/ 32 h 371"/>
                <a:gd name="T6" fmla="*/ 2 w 461"/>
                <a:gd name="T7" fmla="*/ 42 h 371"/>
                <a:gd name="T8" fmla="*/ 4 w 461"/>
                <a:gd name="T9" fmla="*/ 90 h 371"/>
                <a:gd name="T10" fmla="*/ 9 w 461"/>
                <a:gd name="T11" fmla="*/ 188 h 371"/>
                <a:gd name="T12" fmla="*/ 15 w 461"/>
                <a:gd name="T13" fmla="*/ 287 h 371"/>
                <a:gd name="T14" fmla="*/ 35 w 461"/>
                <a:gd name="T15" fmla="*/ 369 h 371"/>
                <a:gd name="T16" fmla="*/ 118 w 461"/>
                <a:gd name="T17" fmla="*/ 356 h 371"/>
                <a:gd name="T18" fmla="*/ 328 w 461"/>
                <a:gd name="T19" fmla="*/ 342 h 371"/>
                <a:gd name="T20" fmla="*/ 421 w 461"/>
                <a:gd name="T21" fmla="*/ 337 h 371"/>
                <a:gd name="T22" fmla="*/ 452 w 461"/>
                <a:gd name="T23" fmla="*/ 314 h 371"/>
                <a:gd name="T24" fmla="*/ 456 w 461"/>
                <a:gd name="T25" fmla="*/ 221 h 371"/>
                <a:gd name="T26" fmla="*/ 458 w 461"/>
                <a:gd name="T27" fmla="*/ 68 h 371"/>
                <a:gd name="T28" fmla="*/ 444 w 461"/>
                <a:gd name="T29" fmla="*/ 35 h 371"/>
                <a:gd name="T30" fmla="*/ 440 w 461"/>
                <a:gd name="T31" fmla="*/ 242 h 371"/>
                <a:gd name="T32" fmla="*/ 436 w 461"/>
                <a:gd name="T33" fmla="*/ 303 h 371"/>
                <a:gd name="T34" fmla="*/ 426 w 461"/>
                <a:gd name="T35" fmla="*/ 321 h 371"/>
                <a:gd name="T36" fmla="*/ 401 w 461"/>
                <a:gd name="T37" fmla="*/ 321 h 371"/>
                <a:gd name="T38" fmla="*/ 327 w 461"/>
                <a:gd name="T39" fmla="*/ 326 h 371"/>
                <a:gd name="T40" fmla="*/ 144 w 461"/>
                <a:gd name="T41" fmla="*/ 337 h 371"/>
                <a:gd name="T42" fmla="*/ 40 w 461"/>
                <a:gd name="T43" fmla="*/ 354 h 371"/>
                <a:gd name="T44" fmla="*/ 28 w 461"/>
                <a:gd name="T45" fmla="*/ 306 h 371"/>
                <a:gd name="T46" fmla="*/ 14 w 461"/>
                <a:gd name="T47" fmla="*/ 123 h 371"/>
                <a:gd name="T48" fmla="*/ 37 w 461"/>
                <a:gd name="T49" fmla="*/ 72 h 371"/>
                <a:gd name="T50" fmla="*/ 138 w 461"/>
                <a:gd name="T51" fmla="*/ 117 h 371"/>
                <a:gd name="T52" fmla="*/ 215 w 461"/>
                <a:gd name="T53" fmla="*/ 156 h 371"/>
                <a:gd name="T54" fmla="*/ 177 w 461"/>
                <a:gd name="T55" fmla="*/ 183 h 371"/>
                <a:gd name="T56" fmla="*/ 89 w 461"/>
                <a:gd name="T57" fmla="*/ 272 h 371"/>
                <a:gd name="T58" fmla="*/ 54 w 461"/>
                <a:gd name="T59" fmla="*/ 323 h 371"/>
                <a:gd name="T60" fmla="*/ 141 w 461"/>
                <a:gd name="T61" fmla="*/ 231 h 371"/>
                <a:gd name="T62" fmla="*/ 220 w 461"/>
                <a:gd name="T63" fmla="*/ 158 h 371"/>
                <a:gd name="T64" fmla="*/ 276 w 461"/>
                <a:gd name="T65" fmla="*/ 168 h 371"/>
                <a:gd name="T66" fmla="*/ 336 w 461"/>
                <a:gd name="T67" fmla="*/ 236 h 371"/>
                <a:gd name="T68" fmla="*/ 403 w 461"/>
                <a:gd name="T69" fmla="*/ 291 h 371"/>
                <a:gd name="T70" fmla="*/ 435 w 461"/>
                <a:gd name="T71" fmla="*/ 300 h 371"/>
                <a:gd name="T72" fmla="*/ 350 w 461"/>
                <a:gd name="T73" fmla="*/ 234 h 371"/>
                <a:gd name="T74" fmla="*/ 304 w 461"/>
                <a:gd name="T75" fmla="*/ 194 h 371"/>
                <a:gd name="T76" fmla="*/ 334 w 461"/>
                <a:gd name="T77" fmla="*/ 129 h 371"/>
                <a:gd name="T78" fmla="*/ 423 w 461"/>
                <a:gd name="T79" fmla="*/ 43 h 371"/>
                <a:gd name="T80" fmla="*/ 417 w 461"/>
                <a:gd name="T81" fmla="*/ 47 h 371"/>
                <a:gd name="T82" fmla="*/ 329 w 461"/>
                <a:gd name="T83" fmla="*/ 115 h 371"/>
                <a:gd name="T84" fmla="*/ 249 w 461"/>
                <a:gd name="T85" fmla="*/ 155 h 371"/>
                <a:gd name="T86" fmla="*/ 170 w 461"/>
                <a:gd name="T87" fmla="*/ 120 h 371"/>
                <a:gd name="T88" fmla="*/ 91 w 461"/>
                <a:gd name="T89" fmla="*/ 87 h 371"/>
                <a:gd name="T90" fmla="*/ 9 w 461"/>
                <a:gd name="T91" fmla="*/ 56 h 371"/>
                <a:gd name="T92" fmla="*/ 7 w 461"/>
                <a:gd name="T93" fmla="*/ 43 h 371"/>
                <a:gd name="T94" fmla="*/ 183 w 461"/>
                <a:gd name="T95" fmla="*/ 34 h 371"/>
                <a:gd name="T96" fmla="*/ 375 w 461"/>
                <a:gd name="T97" fmla="*/ 27 h 371"/>
                <a:gd name="T98" fmla="*/ 437 w 461"/>
                <a:gd name="T99" fmla="*/ 22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61" h="371">
                  <a:moveTo>
                    <a:pt x="459" y="18"/>
                  </a:moveTo>
                  <a:cubicBezTo>
                    <a:pt x="455" y="0"/>
                    <a:pt x="428" y="9"/>
                    <a:pt x="416" y="11"/>
                  </a:cubicBezTo>
                  <a:cubicBezTo>
                    <a:pt x="347" y="19"/>
                    <a:pt x="277" y="14"/>
                    <a:pt x="209" y="19"/>
                  </a:cubicBezTo>
                  <a:cubicBezTo>
                    <a:pt x="174" y="22"/>
                    <a:pt x="139" y="22"/>
                    <a:pt x="104" y="24"/>
                  </a:cubicBezTo>
                  <a:cubicBezTo>
                    <a:pt x="89" y="25"/>
                    <a:pt x="73" y="28"/>
                    <a:pt x="58" y="30"/>
                  </a:cubicBezTo>
                  <a:cubicBezTo>
                    <a:pt x="49" y="31"/>
                    <a:pt x="40" y="31"/>
                    <a:pt x="31" y="32"/>
                  </a:cubicBezTo>
                  <a:cubicBezTo>
                    <a:pt x="22" y="33"/>
                    <a:pt x="13" y="36"/>
                    <a:pt x="4" y="37"/>
                  </a:cubicBezTo>
                  <a:cubicBezTo>
                    <a:pt x="1" y="37"/>
                    <a:pt x="0" y="41"/>
                    <a:pt x="2" y="42"/>
                  </a:cubicBezTo>
                  <a:cubicBezTo>
                    <a:pt x="1" y="43"/>
                    <a:pt x="1" y="43"/>
                    <a:pt x="1" y="45"/>
                  </a:cubicBezTo>
                  <a:cubicBezTo>
                    <a:pt x="0" y="60"/>
                    <a:pt x="3" y="75"/>
                    <a:pt x="4" y="90"/>
                  </a:cubicBezTo>
                  <a:cubicBezTo>
                    <a:pt x="4" y="104"/>
                    <a:pt x="2" y="117"/>
                    <a:pt x="4" y="131"/>
                  </a:cubicBezTo>
                  <a:cubicBezTo>
                    <a:pt x="6" y="150"/>
                    <a:pt x="8" y="169"/>
                    <a:pt x="9" y="188"/>
                  </a:cubicBezTo>
                  <a:cubicBezTo>
                    <a:pt x="10" y="205"/>
                    <a:pt x="8" y="221"/>
                    <a:pt x="9" y="237"/>
                  </a:cubicBezTo>
                  <a:cubicBezTo>
                    <a:pt x="11" y="253"/>
                    <a:pt x="15" y="270"/>
                    <a:pt x="15" y="287"/>
                  </a:cubicBezTo>
                  <a:cubicBezTo>
                    <a:pt x="16" y="302"/>
                    <a:pt x="15" y="317"/>
                    <a:pt x="14" y="332"/>
                  </a:cubicBezTo>
                  <a:cubicBezTo>
                    <a:pt x="14" y="348"/>
                    <a:pt x="13" y="371"/>
                    <a:pt x="35" y="369"/>
                  </a:cubicBezTo>
                  <a:cubicBezTo>
                    <a:pt x="47" y="369"/>
                    <a:pt x="59" y="363"/>
                    <a:pt x="72" y="361"/>
                  </a:cubicBezTo>
                  <a:cubicBezTo>
                    <a:pt x="87" y="358"/>
                    <a:pt x="102" y="358"/>
                    <a:pt x="118" y="356"/>
                  </a:cubicBezTo>
                  <a:cubicBezTo>
                    <a:pt x="150" y="352"/>
                    <a:pt x="184" y="344"/>
                    <a:pt x="217" y="344"/>
                  </a:cubicBezTo>
                  <a:cubicBezTo>
                    <a:pt x="253" y="344"/>
                    <a:pt x="291" y="344"/>
                    <a:pt x="328" y="342"/>
                  </a:cubicBezTo>
                  <a:cubicBezTo>
                    <a:pt x="329" y="344"/>
                    <a:pt x="331" y="345"/>
                    <a:pt x="334" y="345"/>
                  </a:cubicBezTo>
                  <a:cubicBezTo>
                    <a:pt x="363" y="344"/>
                    <a:pt x="391" y="336"/>
                    <a:pt x="421" y="337"/>
                  </a:cubicBezTo>
                  <a:cubicBezTo>
                    <a:pt x="429" y="337"/>
                    <a:pt x="439" y="344"/>
                    <a:pt x="446" y="339"/>
                  </a:cubicBezTo>
                  <a:cubicBezTo>
                    <a:pt x="454" y="334"/>
                    <a:pt x="452" y="322"/>
                    <a:pt x="452" y="314"/>
                  </a:cubicBezTo>
                  <a:cubicBezTo>
                    <a:pt x="451" y="300"/>
                    <a:pt x="450" y="285"/>
                    <a:pt x="451" y="270"/>
                  </a:cubicBezTo>
                  <a:cubicBezTo>
                    <a:pt x="452" y="254"/>
                    <a:pt x="456" y="238"/>
                    <a:pt x="456" y="221"/>
                  </a:cubicBezTo>
                  <a:cubicBezTo>
                    <a:pt x="456" y="187"/>
                    <a:pt x="454" y="152"/>
                    <a:pt x="457" y="117"/>
                  </a:cubicBezTo>
                  <a:cubicBezTo>
                    <a:pt x="458" y="101"/>
                    <a:pt x="458" y="85"/>
                    <a:pt x="458" y="68"/>
                  </a:cubicBezTo>
                  <a:cubicBezTo>
                    <a:pt x="458" y="53"/>
                    <a:pt x="461" y="34"/>
                    <a:pt x="459" y="18"/>
                  </a:cubicBezTo>
                  <a:moveTo>
                    <a:pt x="444" y="35"/>
                  </a:moveTo>
                  <a:cubicBezTo>
                    <a:pt x="443" y="68"/>
                    <a:pt x="443" y="101"/>
                    <a:pt x="442" y="133"/>
                  </a:cubicBezTo>
                  <a:cubicBezTo>
                    <a:pt x="440" y="169"/>
                    <a:pt x="444" y="206"/>
                    <a:pt x="440" y="242"/>
                  </a:cubicBezTo>
                  <a:cubicBezTo>
                    <a:pt x="438" y="254"/>
                    <a:pt x="434" y="267"/>
                    <a:pt x="434" y="279"/>
                  </a:cubicBezTo>
                  <a:cubicBezTo>
                    <a:pt x="434" y="287"/>
                    <a:pt x="436" y="295"/>
                    <a:pt x="436" y="303"/>
                  </a:cubicBezTo>
                  <a:cubicBezTo>
                    <a:pt x="436" y="308"/>
                    <a:pt x="438" y="318"/>
                    <a:pt x="436" y="324"/>
                  </a:cubicBezTo>
                  <a:cubicBezTo>
                    <a:pt x="433" y="323"/>
                    <a:pt x="430" y="321"/>
                    <a:pt x="426" y="321"/>
                  </a:cubicBezTo>
                  <a:cubicBezTo>
                    <a:pt x="419" y="320"/>
                    <a:pt x="411" y="321"/>
                    <a:pt x="403" y="321"/>
                  </a:cubicBezTo>
                  <a:cubicBezTo>
                    <a:pt x="403" y="321"/>
                    <a:pt x="402" y="321"/>
                    <a:pt x="401" y="321"/>
                  </a:cubicBezTo>
                  <a:cubicBezTo>
                    <a:pt x="390" y="320"/>
                    <a:pt x="377" y="321"/>
                    <a:pt x="365" y="322"/>
                  </a:cubicBezTo>
                  <a:cubicBezTo>
                    <a:pt x="353" y="324"/>
                    <a:pt x="340" y="324"/>
                    <a:pt x="327" y="326"/>
                  </a:cubicBezTo>
                  <a:cubicBezTo>
                    <a:pt x="294" y="329"/>
                    <a:pt x="260" y="330"/>
                    <a:pt x="226" y="329"/>
                  </a:cubicBezTo>
                  <a:cubicBezTo>
                    <a:pt x="199" y="329"/>
                    <a:pt x="170" y="332"/>
                    <a:pt x="144" y="337"/>
                  </a:cubicBezTo>
                  <a:cubicBezTo>
                    <a:pt x="115" y="342"/>
                    <a:pt x="86" y="342"/>
                    <a:pt x="57" y="349"/>
                  </a:cubicBezTo>
                  <a:cubicBezTo>
                    <a:pt x="51" y="350"/>
                    <a:pt x="46" y="353"/>
                    <a:pt x="40" y="354"/>
                  </a:cubicBezTo>
                  <a:cubicBezTo>
                    <a:pt x="30" y="357"/>
                    <a:pt x="30" y="354"/>
                    <a:pt x="28" y="346"/>
                  </a:cubicBezTo>
                  <a:cubicBezTo>
                    <a:pt x="25" y="334"/>
                    <a:pt x="28" y="318"/>
                    <a:pt x="28" y="306"/>
                  </a:cubicBezTo>
                  <a:cubicBezTo>
                    <a:pt x="29" y="276"/>
                    <a:pt x="22" y="246"/>
                    <a:pt x="22" y="216"/>
                  </a:cubicBezTo>
                  <a:cubicBezTo>
                    <a:pt x="23" y="185"/>
                    <a:pt x="17" y="154"/>
                    <a:pt x="14" y="123"/>
                  </a:cubicBezTo>
                  <a:cubicBezTo>
                    <a:pt x="13" y="101"/>
                    <a:pt x="12" y="80"/>
                    <a:pt x="10" y="59"/>
                  </a:cubicBezTo>
                  <a:cubicBezTo>
                    <a:pt x="19" y="61"/>
                    <a:pt x="28" y="67"/>
                    <a:pt x="37" y="72"/>
                  </a:cubicBezTo>
                  <a:cubicBezTo>
                    <a:pt x="50" y="78"/>
                    <a:pt x="63" y="85"/>
                    <a:pt x="76" y="92"/>
                  </a:cubicBezTo>
                  <a:cubicBezTo>
                    <a:pt x="96" y="101"/>
                    <a:pt x="118" y="107"/>
                    <a:pt x="138" y="117"/>
                  </a:cubicBezTo>
                  <a:cubicBezTo>
                    <a:pt x="154" y="125"/>
                    <a:pt x="169" y="136"/>
                    <a:pt x="187" y="143"/>
                  </a:cubicBezTo>
                  <a:cubicBezTo>
                    <a:pt x="196" y="146"/>
                    <a:pt x="206" y="151"/>
                    <a:pt x="215" y="156"/>
                  </a:cubicBezTo>
                  <a:cubicBezTo>
                    <a:pt x="209" y="163"/>
                    <a:pt x="202" y="164"/>
                    <a:pt x="194" y="169"/>
                  </a:cubicBezTo>
                  <a:cubicBezTo>
                    <a:pt x="188" y="172"/>
                    <a:pt x="183" y="178"/>
                    <a:pt x="177" y="183"/>
                  </a:cubicBezTo>
                  <a:cubicBezTo>
                    <a:pt x="161" y="197"/>
                    <a:pt x="144" y="213"/>
                    <a:pt x="130" y="229"/>
                  </a:cubicBezTo>
                  <a:cubicBezTo>
                    <a:pt x="116" y="243"/>
                    <a:pt x="104" y="259"/>
                    <a:pt x="89" y="272"/>
                  </a:cubicBezTo>
                  <a:cubicBezTo>
                    <a:pt x="74" y="286"/>
                    <a:pt x="59" y="301"/>
                    <a:pt x="48" y="317"/>
                  </a:cubicBezTo>
                  <a:cubicBezTo>
                    <a:pt x="45" y="321"/>
                    <a:pt x="50" y="326"/>
                    <a:pt x="54" y="323"/>
                  </a:cubicBezTo>
                  <a:cubicBezTo>
                    <a:pt x="70" y="311"/>
                    <a:pt x="81" y="293"/>
                    <a:pt x="97" y="280"/>
                  </a:cubicBezTo>
                  <a:cubicBezTo>
                    <a:pt x="113" y="265"/>
                    <a:pt x="126" y="247"/>
                    <a:pt x="141" y="231"/>
                  </a:cubicBezTo>
                  <a:cubicBezTo>
                    <a:pt x="156" y="215"/>
                    <a:pt x="173" y="200"/>
                    <a:pt x="189" y="185"/>
                  </a:cubicBezTo>
                  <a:cubicBezTo>
                    <a:pt x="199" y="176"/>
                    <a:pt x="213" y="170"/>
                    <a:pt x="220" y="158"/>
                  </a:cubicBezTo>
                  <a:cubicBezTo>
                    <a:pt x="228" y="162"/>
                    <a:pt x="236" y="166"/>
                    <a:pt x="244" y="170"/>
                  </a:cubicBezTo>
                  <a:cubicBezTo>
                    <a:pt x="257" y="176"/>
                    <a:pt x="265" y="176"/>
                    <a:pt x="276" y="168"/>
                  </a:cubicBezTo>
                  <a:cubicBezTo>
                    <a:pt x="283" y="178"/>
                    <a:pt x="288" y="192"/>
                    <a:pt x="297" y="201"/>
                  </a:cubicBezTo>
                  <a:cubicBezTo>
                    <a:pt x="309" y="213"/>
                    <a:pt x="322" y="225"/>
                    <a:pt x="336" y="236"/>
                  </a:cubicBezTo>
                  <a:cubicBezTo>
                    <a:pt x="351" y="250"/>
                    <a:pt x="368" y="262"/>
                    <a:pt x="384" y="276"/>
                  </a:cubicBezTo>
                  <a:cubicBezTo>
                    <a:pt x="390" y="281"/>
                    <a:pt x="396" y="287"/>
                    <a:pt x="403" y="291"/>
                  </a:cubicBezTo>
                  <a:cubicBezTo>
                    <a:pt x="407" y="294"/>
                    <a:pt x="421" y="299"/>
                    <a:pt x="422" y="304"/>
                  </a:cubicBezTo>
                  <a:cubicBezTo>
                    <a:pt x="425" y="312"/>
                    <a:pt x="437" y="308"/>
                    <a:pt x="435" y="300"/>
                  </a:cubicBezTo>
                  <a:cubicBezTo>
                    <a:pt x="432" y="288"/>
                    <a:pt x="416" y="285"/>
                    <a:pt x="407" y="279"/>
                  </a:cubicBezTo>
                  <a:cubicBezTo>
                    <a:pt x="387" y="265"/>
                    <a:pt x="369" y="248"/>
                    <a:pt x="350" y="234"/>
                  </a:cubicBezTo>
                  <a:cubicBezTo>
                    <a:pt x="341" y="227"/>
                    <a:pt x="333" y="219"/>
                    <a:pt x="325" y="211"/>
                  </a:cubicBezTo>
                  <a:cubicBezTo>
                    <a:pt x="318" y="205"/>
                    <a:pt x="310" y="200"/>
                    <a:pt x="304" y="194"/>
                  </a:cubicBezTo>
                  <a:cubicBezTo>
                    <a:pt x="295" y="186"/>
                    <a:pt x="290" y="173"/>
                    <a:pt x="281" y="164"/>
                  </a:cubicBezTo>
                  <a:cubicBezTo>
                    <a:pt x="298" y="150"/>
                    <a:pt x="315" y="140"/>
                    <a:pt x="334" y="129"/>
                  </a:cubicBezTo>
                  <a:cubicBezTo>
                    <a:pt x="371" y="110"/>
                    <a:pt x="398" y="80"/>
                    <a:pt x="430" y="54"/>
                  </a:cubicBezTo>
                  <a:cubicBezTo>
                    <a:pt x="436" y="49"/>
                    <a:pt x="429" y="42"/>
                    <a:pt x="423" y="43"/>
                  </a:cubicBezTo>
                  <a:cubicBezTo>
                    <a:pt x="423" y="43"/>
                    <a:pt x="422" y="43"/>
                    <a:pt x="422" y="43"/>
                  </a:cubicBezTo>
                  <a:cubicBezTo>
                    <a:pt x="419" y="43"/>
                    <a:pt x="418" y="45"/>
                    <a:pt x="417" y="47"/>
                  </a:cubicBezTo>
                  <a:cubicBezTo>
                    <a:pt x="403" y="58"/>
                    <a:pt x="390" y="70"/>
                    <a:pt x="376" y="83"/>
                  </a:cubicBezTo>
                  <a:cubicBezTo>
                    <a:pt x="363" y="95"/>
                    <a:pt x="345" y="106"/>
                    <a:pt x="329" y="115"/>
                  </a:cubicBezTo>
                  <a:cubicBezTo>
                    <a:pt x="312" y="125"/>
                    <a:pt x="294" y="133"/>
                    <a:pt x="278" y="145"/>
                  </a:cubicBezTo>
                  <a:cubicBezTo>
                    <a:pt x="268" y="154"/>
                    <a:pt x="263" y="162"/>
                    <a:pt x="249" y="155"/>
                  </a:cubicBezTo>
                  <a:cubicBezTo>
                    <a:pt x="240" y="151"/>
                    <a:pt x="232" y="145"/>
                    <a:pt x="223" y="142"/>
                  </a:cubicBezTo>
                  <a:cubicBezTo>
                    <a:pt x="205" y="135"/>
                    <a:pt x="186" y="129"/>
                    <a:pt x="170" y="120"/>
                  </a:cubicBezTo>
                  <a:cubicBezTo>
                    <a:pt x="155" y="112"/>
                    <a:pt x="141" y="103"/>
                    <a:pt x="125" y="97"/>
                  </a:cubicBezTo>
                  <a:cubicBezTo>
                    <a:pt x="114" y="94"/>
                    <a:pt x="102" y="91"/>
                    <a:pt x="91" y="87"/>
                  </a:cubicBezTo>
                  <a:cubicBezTo>
                    <a:pt x="79" y="83"/>
                    <a:pt x="67" y="76"/>
                    <a:pt x="54" y="71"/>
                  </a:cubicBezTo>
                  <a:cubicBezTo>
                    <a:pt x="40" y="65"/>
                    <a:pt x="25" y="57"/>
                    <a:pt x="9" y="56"/>
                  </a:cubicBezTo>
                  <a:cubicBezTo>
                    <a:pt x="9" y="52"/>
                    <a:pt x="8" y="48"/>
                    <a:pt x="7" y="44"/>
                  </a:cubicBezTo>
                  <a:cubicBezTo>
                    <a:pt x="7" y="43"/>
                    <a:pt x="7" y="43"/>
                    <a:pt x="7" y="43"/>
                  </a:cubicBezTo>
                  <a:cubicBezTo>
                    <a:pt x="34" y="45"/>
                    <a:pt x="63" y="42"/>
                    <a:pt x="90" y="39"/>
                  </a:cubicBezTo>
                  <a:cubicBezTo>
                    <a:pt x="121" y="35"/>
                    <a:pt x="151" y="34"/>
                    <a:pt x="183" y="34"/>
                  </a:cubicBezTo>
                  <a:cubicBezTo>
                    <a:pt x="213" y="34"/>
                    <a:pt x="243" y="29"/>
                    <a:pt x="273" y="29"/>
                  </a:cubicBezTo>
                  <a:cubicBezTo>
                    <a:pt x="307" y="29"/>
                    <a:pt x="341" y="28"/>
                    <a:pt x="375" y="27"/>
                  </a:cubicBezTo>
                  <a:cubicBezTo>
                    <a:pt x="391" y="26"/>
                    <a:pt x="405" y="26"/>
                    <a:pt x="421" y="24"/>
                  </a:cubicBezTo>
                  <a:cubicBezTo>
                    <a:pt x="426" y="24"/>
                    <a:pt x="433" y="22"/>
                    <a:pt x="437" y="22"/>
                  </a:cubicBezTo>
                  <a:cubicBezTo>
                    <a:pt x="447" y="22"/>
                    <a:pt x="444" y="25"/>
                    <a:pt x="444" y="35"/>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14" name="chenying0907 627"/>
            <p:cNvSpPr/>
            <p:nvPr/>
          </p:nvSpPr>
          <p:spPr bwMode="auto">
            <a:xfrm>
              <a:off x="8088313" y="5449888"/>
              <a:ext cx="76200" cy="147638"/>
            </a:xfrm>
            <a:custGeom>
              <a:avLst/>
              <a:gdLst>
                <a:gd name="T0" fmla="*/ 34 w 35"/>
                <a:gd name="T1" fmla="*/ 0 h 69"/>
                <a:gd name="T2" fmla="*/ 23 w 35"/>
                <a:gd name="T3" fmla="*/ 21 h 69"/>
                <a:gd name="T4" fmla="*/ 10 w 35"/>
                <a:gd name="T5" fmla="*/ 41 h 69"/>
                <a:gd name="T6" fmla="*/ 4 w 35"/>
                <a:gd name="T7" fmla="*/ 57 h 69"/>
                <a:gd name="T8" fmla="*/ 1 w 35"/>
                <a:gd name="T9" fmla="*/ 68 h 69"/>
                <a:gd name="T10" fmla="*/ 2 w 35"/>
                <a:gd name="T11" fmla="*/ 68 h 69"/>
                <a:gd name="T12" fmla="*/ 9 w 35"/>
                <a:gd name="T13" fmla="*/ 54 h 69"/>
                <a:gd name="T14" fmla="*/ 15 w 35"/>
                <a:gd name="T15" fmla="*/ 37 h 69"/>
                <a:gd name="T16" fmla="*/ 34 w 35"/>
                <a:gd name="T17" fmla="*/ 1 h 69"/>
                <a:gd name="T18" fmla="*/ 34 w 35"/>
                <a:gd name="T19"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69">
                  <a:moveTo>
                    <a:pt x="34" y="0"/>
                  </a:moveTo>
                  <a:cubicBezTo>
                    <a:pt x="30" y="7"/>
                    <a:pt x="27" y="14"/>
                    <a:pt x="23" y="21"/>
                  </a:cubicBezTo>
                  <a:cubicBezTo>
                    <a:pt x="19" y="28"/>
                    <a:pt x="13" y="34"/>
                    <a:pt x="10" y="41"/>
                  </a:cubicBezTo>
                  <a:cubicBezTo>
                    <a:pt x="7" y="46"/>
                    <a:pt x="7" y="52"/>
                    <a:pt x="4" y="57"/>
                  </a:cubicBezTo>
                  <a:cubicBezTo>
                    <a:pt x="1" y="61"/>
                    <a:pt x="0" y="64"/>
                    <a:pt x="1" y="68"/>
                  </a:cubicBezTo>
                  <a:cubicBezTo>
                    <a:pt x="1" y="69"/>
                    <a:pt x="2" y="69"/>
                    <a:pt x="2" y="68"/>
                  </a:cubicBezTo>
                  <a:cubicBezTo>
                    <a:pt x="3" y="62"/>
                    <a:pt x="6" y="59"/>
                    <a:pt x="9" y="54"/>
                  </a:cubicBezTo>
                  <a:cubicBezTo>
                    <a:pt x="11" y="48"/>
                    <a:pt x="11" y="43"/>
                    <a:pt x="15" y="37"/>
                  </a:cubicBezTo>
                  <a:cubicBezTo>
                    <a:pt x="23" y="26"/>
                    <a:pt x="29" y="14"/>
                    <a:pt x="34" y="1"/>
                  </a:cubicBezTo>
                  <a:cubicBezTo>
                    <a:pt x="35" y="0"/>
                    <a:pt x="34" y="0"/>
                    <a:pt x="34" y="0"/>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15" name="chenying0907 628"/>
            <p:cNvSpPr/>
            <p:nvPr/>
          </p:nvSpPr>
          <p:spPr bwMode="auto">
            <a:xfrm>
              <a:off x="8105776" y="5484813"/>
              <a:ext cx="103188" cy="149225"/>
            </a:xfrm>
            <a:custGeom>
              <a:avLst/>
              <a:gdLst>
                <a:gd name="T0" fmla="*/ 45 w 48"/>
                <a:gd name="T1" fmla="*/ 2 h 70"/>
                <a:gd name="T2" fmla="*/ 29 w 48"/>
                <a:gd name="T3" fmla="*/ 23 h 70"/>
                <a:gd name="T4" fmla="*/ 13 w 48"/>
                <a:gd name="T5" fmla="*/ 42 h 70"/>
                <a:gd name="T6" fmla="*/ 0 w 48"/>
                <a:gd name="T7" fmla="*/ 70 h 70"/>
                <a:gd name="T8" fmla="*/ 1 w 48"/>
                <a:gd name="T9" fmla="*/ 70 h 70"/>
                <a:gd name="T10" fmla="*/ 21 w 48"/>
                <a:gd name="T11" fmla="*/ 37 h 70"/>
                <a:gd name="T12" fmla="*/ 47 w 48"/>
                <a:gd name="T13" fmla="*/ 3 h 70"/>
                <a:gd name="T14" fmla="*/ 45 w 48"/>
                <a:gd name="T15" fmla="*/ 2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70">
                  <a:moveTo>
                    <a:pt x="45" y="2"/>
                  </a:moveTo>
                  <a:cubicBezTo>
                    <a:pt x="40" y="9"/>
                    <a:pt x="35" y="16"/>
                    <a:pt x="29" y="23"/>
                  </a:cubicBezTo>
                  <a:cubicBezTo>
                    <a:pt x="24" y="30"/>
                    <a:pt x="18" y="35"/>
                    <a:pt x="13" y="42"/>
                  </a:cubicBezTo>
                  <a:cubicBezTo>
                    <a:pt x="7" y="49"/>
                    <a:pt x="1" y="60"/>
                    <a:pt x="0" y="70"/>
                  </a:cubicBezTo>
                  <a:cubicBezTo>
                    <a:pt x="0" y="70"/>
                    <a:pt x="1" y="70"/>
                    <a:pt x="1" y="70"/>
                  </a:cubicBezTo>
                  <a:cubicBezTo>
                    <a:pt x="5" y="58"/>
                    <a:pt x="12" y="46"/>
                    <a:pt x="21" y="37"/>
                  </a:cubicBezTo>
                  <a:cubicBezTo>
                    <a:pt x="31" y="27"/>
                    <a:pt x="39" y="14"/>
                    <a:pt x="47" y="3"/>
                  </a:cubicBezTo>
                  <a:cubicBezTo>
                    <a:pt x="48" y="1"/>
                    <a:pt x="46" y="0"/>
                    <a:pt x="45" y="2"/>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16" name="chenying0907 629"/>
            <p:cNvSpPr/>
            <p:nvPr/>
          </p:nvSpPr>
          <p:spPr bwMode="auto">
            <a:xfrm>
              <a:off x="8096251" y="5480051"/>
              <a:ext cx="160338" cy="225425"/>
            </a:xfrm>
            <a:custGeom>
              <a:avLst/>
              <a:gdLst>
                <a:gd name="T0" fmla="*/ 73 w 75"/>
                <a:gd name="T1" fmla="*/ 1 h 105"/>
                <a:gd name="T2" fmla="*/ 29 w 75"/>
                <a:gd name="T3" fmla="*/ 58 h 105"/>
                <a:gd name="T4" fmla="*/ 13 w 75"/>
                <a:gd name="T5" fmla="*/ 81 h 105"/>
                <a:gd name="T6" fmla="*/ 0 w 75"/>
                <a:gd name="T7" fmla="*/ 104 h 105"/>
                <a:gd name="T8" fmla="*/ 2 w 75"/>
                <a:gd name="T9" fmla="*/ 104 h 105"/>
                <a:gd name="T10" fmla="*/ 74 w 75"/>
                <a:gd name="T11" fmla="*/ 2 h 105"/>
                <a:gd name="T12" fmla="*/ 73 w 75"/>
                <a:gd name="T13" fmla="*/ 1 h 105"/>
              </a:gdLst>
              <a:ahLst/>
              <a:cxnLst>
                <a:cxn ang="0">
                  <a:pos x="T0" y="T1"/>
                </a:cxn>
                <a:cxn ang="0">
                  <a:pos x="T2" y="T3"/>
                </a:cxn>
                <a:cxn ang="0">
                  <a:pos x="T4" y="T5"/>
                </a:cxn>
                <a:cxn ang="0">
                  <a:pos x="T6" y="T7"/>
                </a:cxn>
                <a:cxn ang="0">
                  <a:pos x="T8" y="T9"/>
                </a:cxn>
                <a:cxn ang="0">
                  <a:pos x="T10" y="T11"/>
                </a:cxn>
                <a:cxn ang="0">
                  <a:pos x="T12" y="T13"/>
                </a:cxn>
              </a:cxnLst>
              <a:rect l="0" t="0" r="r" b="b"/>
              <a:pathLst>
                <a:path w="75" h="105">
                  <a:moveTo>
                    <a:pt x="73" y="1"/>
                  </a:moveTo>
                  <a:cubicBezTo>
                    <a:pt x="58" y="21"/>
                    <a:pt x="43" y="39"/>
                    <a:pt x="29" y="58"/>
                  </a:cubicBezTo>
                  <a:cubicBezTo>
                    <a:pt x="23" y="66"/>
                    <a:pt x="18" y="73"/>
                    <a:pt x="13" y="81"/>
                  </a:cubicBezTo>
                  <a:cubicBezTo>
                    <a:pt x="9" y="88"/>
                    <a:pt x="3" y="96"/>
                    <a:pt x="0" y="104"/>
                  </a:cubicBezTo>
                  <a:cubicBezTo>
                    <a:pt x="0" y="105"/>
                    <a:pt x="1" y="105"/>
                    <a:pt x="2" y="104"/>
                  </a:cubicBezTo>
                  <a:cubicBezTo>
                    <a:pt x="22" y="68"/>
                    <a:pt x="50" y="36"/>
                    <a:pt x="74" y="2"/>
                  </a:cubicBezTo>
                  <a:cubicBezTo>
                    <a:pt x="75" y="1"/>
                    <a:pt x="73" y="0"/>
                    <a:pt x="73"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17" name="chenying0907 630"/>
            <p:cNvSpPr/>
            <p:nvPr/>
          </p:nvSpPr>
          <p:spPr bwMode="auto">
            <a:xfrm>
              <a:off x="8105776" y="5495926"/>
              <a:ext cx="184150" cy="290513"/>
            </a:xfrm>
            <a:custGeom>
              <a:avLst/>
              <a:gdLst>
                <a:gd name="T0" fmla="*/ 82 w 85"/>
                <a:gd name="T1" fmla="*/ 1 h 136"/>
                <a:gd name="T2" fmla="*/ 60 w 85"/>
                <a:gd name="T3" fmla="*/ 32 h 136"/>
                <a:gd name="T4" fmla="*/ 38 w 85"/>
                <a:gd name="T5" fmla="*/ 65 h 136"/>
                <a:gd name="T6" fmla="*/ 16 w 85"/>
                <a:gd name="T7" fmla="*/ 101 h 136"/>
                <a:gd name="T8" fmla="*/ 0 w 85"/>
                <a:gd name="T9" fmla="*/ 134 h 136"/>
                <a:gd name="T10" fmla="*/ 1 w 85"/>
                <a:gd name="T11" fmla="*/ 135 h 136"/>
                <a:gd name="T12" fmla="*/ 16 w 85"/>
                <a:gd name="T13" fmla="*/ 107 h 136"/>
                <a:gd name="T14" fmla="*/ 38 w 85"/>
                <a:gd name="T15" fmla="*/ 71 h 136"/>
                <a:gd name="T16" fmla="*/ 47 w 85"/>
                <a:gd name="T17" fmla="*/ 54 h 136"/>
                <a:gd name="T18" fmla="*/ 59 w 85"/>
                <a:gd name="T19" fmla="*/ 39 h 136"/>
                <a:gd name="T20" fmla="*/ 68 w 85"/>
                <a:gd name="T21" fmla="*/ 22 h 136"/>
                <a:gd name="T22" fmla="*/ 84 w 85"/>
                <a:gd name="T23" fmla="*/ 3 h 136"/>
                <a:gd name="T24" fmla="*/ 82 w 85"/>
                <a:gd name="T25" fmla="*/ 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 h="136">
                  <a:moveTo>
                    <a:pt x="82" y="1"/>
                  </a:moveTo>
                  <a:cubicBezTo>
                    <a:pt x="74" y="11"/>
                    <a:pt x="66" y="21"/>
                    <a:pt x="60" y="32"/>
                  </a:cubicBezTo>
                  <a:cubicBezTo>
                    <a:pt x="53" y="44"/>
                    <a:pt x="44" y="53"/>
                    <a:pt x="38" y="65"/>
                  </a:cubicBezTo>
                  <a:cubicBezTo>
                    <a:pt x="31" y="77"/>
                    <a:pt x="23" y="88"/>
                    <a:pt x="16" y="101"/>
                  </a:cubicBezTo>
                  <a:cubicBezTo>
                    <a:pt x="10" y="111"/>
                    <a:pt x="8" y="124"/>
                    <a:pt x="0" y="134"/>
                  </a:cubicBezTo>
                  <a:cubicBezTo>
                    <a:pt x="0" y="135"/>
                    <a:pt x="1" y="136"/>
                    <a:pt x="1" y="135"/>
                  </a:cubicBezTo>
                  <a:cubicBezTo>
                    <a:pt x="10" y="128"/>
                    <a:pt x="12" y="116"/>
                    <a:pt x="16" y="107"/>
                  </a:cubicBezTo>
                  <a:cubicBezTo>
                    <a:pt x="22" y="94"/>
                    <a:pt x="31" y="83"/>
                    <a:pt x="38" y="71"/>
                  </a:cubicBezTo>
                  <a:cubicBezTo>
                    <a:pt x="41" y="65"/>
                    <a:pt x="44" y="60"/>
                    <a:pt x="47" y="54"/>
                  </a:cubicBezTo>
                  <a:cubicBezTo>
                    <a:pt x="51" y="49"/>
                    <a:pt x="56" y="44"/>
                    <a:pt x="59" y="39"/>
                  </a:cubicBezTo>
                  <a:cubicBezTo>
                    <a:pt x="63" y="33"/>
                    <a:pt x="65" y="28"/>
                    <a:pt x="68" y="22"/>
                  </a:cubicBezTo>
                  <a:cubicBezTo>
                    <a:pt x="73" y="15"/>
                    <a:pt x="79" y="9"/>
                    <a:pt x="84" y="3"/>
                  </a:cubicBezTo>
                  <a:cubicBezTo>
                    <a:pt x="85" y="2"/>
                    <a:pt x="84" y="0"/>
                    <a:pt x="82"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18" name="chenying0907 631"/>
            <p:cNvSpPr/>
            <p:nvPr/>
          </p:nvSpPr>
          <p:spPr bwMode="auto">
            <a:xfrm>
              <a:off x="8121651" y="5553076"/>
              <a:ext cx="201613" cy="309563"/>
            </a:xfrm>
            <a:custGeom>
              <a:avLst/>
              <a:gdLst>
                <a:gd name="T0" fmla="*/ 90 w 94"/>
                <a:gd name="T1" fmla="*/ 2 h 144"/>
                <a:gd name="T2" fmla="*/ 67 w 94"/>
                <a:gd name="T3" fmla="*/ 37 h 144"/>
                <a:gd name="T4" fmla="*/ 42 w 94"/>
                <a:gd name="T5" fmla="*/ 71 h 144"/>
                <a:gd name="T6" fmla="*/ 20 w 94"/>
                <a:gd name="T7" fmla="*/ 106 h 144"/>
                <a:gd name="T8" fmla="*/ 11 w 94"/>
                <a:gd name="T9" fmla="*/ 123 h 144"/>
                <a:gd name="T10" fmla="*/ 1 w 94"/>
                <a:gd name="T11" fmla="*/ 142 h 144"/>
                <a:gd name="T12" fmla="*/ 2 w 94"/>
                <a:gd name="T13" fmla="*/ 143 h 144"/>
                <a:gd name="T14" fmla="*/ 9 w 94"/>
                <a:gd name="T15" fmla="*/ 132 h 144"/>
                <a:gd name="T16" fmla="*/ 18 w 94"/>
                <a:gd name="T17" fmla="*/ 117 h 144"/>
                <a:gd name="T18" fmla="*/ 42 w 94"/>
                <a:gd name="T19" fmla="*/ 77 h 144"/>
                <a:gd name="T20" fmla="*/ 68 w 94"/>
                <a:gd name="T21" fmla="*/ 41 h 144"/>
                <a:gd name="T22" fmla="*/ 93 w 94"/>
                <a:gd name="T23" fmla="*/ 3 h 144"/>
                <a:gd name="T24" fmla="*/ 90 w 94"/>
                <a:gd name="T25" fmla="*/ 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4" h="144">
                  <a:moveTo>
                    <a:pt x="90" y="2"/>
                  </a:moveTo>
                  <a:cubicBezTo>
                    <a:pt x="82" y="13"/>
                    <a:pt x="75" y="26"/>
                    <a:pt x="67" y="37"/>
                  </a:cubicBezTo>
                  <a:cubicBezTo>
                    <a:pt x="59" y="49"/>
                    <a:pt x="50" y="60"/>
                    <a:pt x="42" y="71"/>
                  </a:cubicBezTo>
                  <a:cubicBezTo>
                    <a:pt x="34" y="82"/>
                    <a:pt x="27" y="94"/>
                    <a:pt x="20" y="106"/>
                  </a:cubicBezTo>
                  <a:cubicBezTo>
                    <a:pt x="17" y="112"/>
                    <a:pt x="14" y="117"/>
                    <a:pt x="11" y="123"/>
                  </a:cubicBezTo>
                  <a:cubicBezTo>
                    <a:pt x="7" y="129"/>
                    <a:pt x="5" y="137"/>
                    <a:pt x="1" y="142"/>
                  </a:cubicBezTo>
                  <a:cubicBezTo>
                    <a:pt x="0" y="143"/>
                    <a:pt x="1" y="144"/>
                    <a:pt x="2" y="143"/>
                  </a:cubicBezTo>
                  <a:cubicBezTo>
                    <a:pt x="6" y="140"/>
                    <a:pt x="7" y="137"/>
                    <a:pt x="9" y="132"/>
                  </a:cubicBezTo>
                  <a:cubicBezTo>
                    <a:pt x="12" y="127"/>
                    <a:pt x="15" y="122"/>
                    <a:pt x="18" y="117"/>
                  </a:cubicBezTo>
                  <a:cubicBezTo>
                    <a:pt x="26" y="103"/>
                    <a:pt x="33" y="90"/>
                    <a:pt x="42" y="77"/>
                  </a:cubicBezTo>
                  <a:cubicBezTo>
                    <a:pt x="50" y="65"/>
                    <a:pt x="59" y="53"/>
                    <a:pt x="68" y="41"/>
                  </a:cubicBezTo>
                  <a:cubicBezTo>
                    <a:pt x="76" y="29"/>
                    <a:pt x="84" y="16"/>
                    <a:pt x="93" y="3"/>
                  </a:cubicBezTo>
                  <a:cubicBezTo>
                    <a:pt x="94" y="2"/>
                    <a:pt x="91" y="0"/>
                    <a:pt x="90" y="2"/>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19" name="chenying0907 632"/>
            <p:cNvSpPr/>
            <p:nvPr/>
          </p:nvSpPr>
          <p:spPr bwMode="auto">
            <a:xfrm>
              <a:off x="8164513" y="5645151"/>
              <a:ext cx="134938" cy="220663"/>
            </a:xfrm>
            <a:custGeom>
              <a:avLst/>
              <a:gdLst>
                <a:gd name="T0" fmla="*/ 61 w 63"/>
                <a:gd name="T1" fmla="*/ 1 h 103"/>
                <a:gd name="T2" fmla="*/ 46 w 63"/>
                <a:gd name="T3" fmla="*/ 24 h 103"/>
                <a:gd name="T4" fmla="*/ 26 w 63"/>
                <a:gd name="T5" fmla="*/ 54 h 103"/>
                <a:gd name="T6" fmla="*/ 12 w 63"/>
                <a:gd name="T7" fmla="*/ 76 h 103"/>
                <a:gd name="T8" fmla="*/ 1 w 63"/>
                <a:gd name="T9" fmla="*/ 102 h 103"/>
                <a:gd name="T10" fmla="*/ 2 w 63"/>
                <a:gd name="T11" fmla="*/ 103 h 103"/>
                <a:gd name="T12" fmla="*/ 12 w 63"/>
                <a:gd name="T13" fmla="*/ 82 h 103"/>
                <a:gd name="T14" fmla="*/ 29 w 63"/>
                <a:gd name="T15" fmla="*/ 55 h 103"/>
                <a:gd name="T16" fmla="*/ 43 w 63"/>
                <a:gd name="T17" fmla="*/ 33 h 103"/>
                <a:gd name="T18" fmla="*/ 62 w 63"/>
                <a:gd name="T19" fmla="*/ 3 h 103"/>
                <a:gd name="T20" fmla="*/ 61 w 63"/>
                <a:gd name="T21"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103">
                  <a:moveTo>
                    <a:pt x="61" y="1"/>
                  </a:moveTo>
                  <a:cubicBezTo>
                    <a:pt x="55" y="8"/>
                    <a:pt x="51" y="16"/>
                    <a:pt x="46" y="24"/>
                  </a:cubicBezTo>
                  <a:cubicBezTo>
                    <a:pt x="40" y="34"/>
                    <a:pt x="33" y="45"/>
                    <a:pt x="26" y="54"/>
                  </a:cubicBezTo>
                  <a:cubicBezTo>
                    <a:pt x="21" y="61"/>
                    <a:pt x="16" y="68"/>
                    <a:pt x="12" y="76"/>
                  </a:cubicBezTo>
                  <a:cubicBezTo>
                    <a:pt x="8" y="84"/>
                    <a:pt x="6" y="94"/>
                    <a:pt x="1" y="102"/>
                  </a:cubicBezTo>
                  <a:cubicBezTo>
                    <a:pt x="0" y="102"/>
                    <a:pt x="1" y="103"/>
                    <a:pt x="2" y="103"/>
                  </a:cubicBezTo>
                  <a:cubicBezTo>
                    <a:pt x="7" y="97"/>
                    <a:pt x="9" y="89"/>
                    <a:pt x="12" y="82"/>
                  </a:cubicBezTo>
                  <a:cubicBezTo>
                    <a:pt x="17" y="72"/>
                    <a:pt x="22" y="63"/>
                    <a:pt x="29" y="55"/>
                  </a:cubicBezTo>
                  <a:cubicBezTo>
                    <a:pt x="34" y="48"/>
                    <a:pt x="39" y="40"/>
                    <a:pt x="43" y="33"/>
                  </a:cubicBezTo>
                  <a:cubicBezTo>
                    <a:pt x="49" y="23"/>
                    <a:pt x="55" y="12"/>
                    <a:pt x="62" y="3"/>
                  </a:cubicBezTo>
                  <a:cubicBezTo>
                    <a:pt x="63" y="2"/>
                    <a:pt x="62" y="0"/>
                    <a:pt x="61"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20" name="chenying0907 633"/>
            <p:cNvSpPr/>
            <p:nvPr/>
          </p:nvSpPr>
          <p:spPr bwMode="auto">
            <a:xfrm>
              <a:off x="8110538" y="5681663"/>
              <a:ext cx="209550" cy="314325"/>
            </a:xfrm>
            <a:custGeom>
              <a:avLst/>
              <a:gdLst>
                <a:gd name="T0" fmla="*/ 97 w 97"/>
                <a:gd name="T1" fmla="*/ 0 h 146"/>
                <a:gd name="T2" fmla="*/ 96 w 97"/>
                <a:gd name="T3" fmla="*/ 0 h 146"/>
                <a:gd name="T4" fmla="*/ 91 w 97"/>
                <a:gd name="T5" fmla="*/ 8 h 146"/>
                <a:gd name="T6" fmla="*/ 87 w 97"/>
                <a:gd name="T7" fmla="*/ 15 h 146"/>
                <a:gd name="T8" fmla="*/ 73 w 97"/>
                <a:gd name="T9" fmla="*/ 33 h 146"/>
                <a:gd name="T10" fmla="*/ 51 w 97"/>
                <a:gd name="T11" fmla="*/ 66 h 146"/>
                <a:gd name="T12" fmla="*/ 24 w 97"/>
                <a:gd name="T13" fmla="*/ 105 h 146"/>
                <a:gd name="T14" fmla="*/ 11 w 97"/>
                <a:gd name="T15" fmla="*/ 126 h 146"/>
                <a:gd name="T16" fmla="*/ 6 w 97"/>
                <a:gd name="T17" fmla="*/ 134 h 146"/>
                <a:gd name="T18" fmla="*/ 1 w 97"/>
                <a:gd name="T19" fmla="*/ 144 h 146"/>
                <a:gd name="T20" fmla="*/ 2 w 97"/>
                <a:gd name="T21" fmla="*/ 145 h 146"/>
                <a:gd name="T22" fmla="*/ 12 w 97"/>
                <a:gd name="T23" fmla="*/ 130 h 146"/>
                <a:gd name="T24" fmla="*/ 25 w 97"/>
                <a:gd name="T25" fmla="*/ 110 h 146"/>
                <a:gd name="T26" fmla="*/ 55 w 97"/>
                <a:gd name="T27" fmla="*/ 64 h 146"/>
                <a:gd name="T28" fmla="*/ 68 w 97"/>
                <a:gd name="T29" fmla="*/ 44 h 146"/>
                <a:gd name="T30" fmla="*/ 83 w 97"/>
                <a:gd name="T31" fmla="*/ 26 h 146"/>
                <a:gd name="T32" fmla="*/ 93 w 97"/>
                <a:gd name="T33" fmla="*/ 7 h 146"/>
                <a:gd name="T34" fmla="*/ 97 w 97"/>
                <a:gd name="T35"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7" h="146">
                  <a:moveTo>
                    <a:pt x="97" y="0"/>
                  </a:moveTo>
                  <a:cubicBezTo>
                    <a:pt x="97" y="0"/>
                    <a:pt x="96" y="0"/>
                    <a:pt x="96" y="0"/>
                  </a:cubicBezTo>
                  <a:cubicBezTo>
                    <a:pt x="96" y="5"/>
                    <a:pt x="93" y="5"/>
                    <a:pt x="91" y="8"/>
                  </a:cubicBezTo>
                  <a:cubicBezTo>
                    <a:pt x="89" y="10"/>
                    <a:pt x="88" y="13"/>
                    <a:pt x="87" y="15"/>
                  </a:cubicBezTo>
                  <a:cubicBezTo>
                    <a:pt x="84" y="22"/>
                    <a:pt x="79" y="28"/>
                    <a:pt x="73" y="33"/>
                  </a:cubicBezTo>
                  <a:cubicBezTo>
                    <a:pt x="64" y="43"/>
                    <a:pt x="59" y="54"/>
                    <a:pt x="51" y="66"/>
                  </a:cubicBezTo>
                  <a:cubicBezTo>
                    <a:pt x="43" y="79"/>
                    <a:pt x="33" y="92"/>
                    <a:pt x="24" y="105"/>
                  </a:cubicBezTo>
                  <a:cubicBezTo>
                    <a:pt x="20" y="112"/>
                    <a:pt x="16" y="119"/>
                    <a:pt x="11" y="126"/>
                  </a:cubicBezTo>
                  <a:cubicBezTo>
                    <a:pt x="10" y="129"/>
                    <a:pt x="7" y="131"/>
                    <a:pt x="6" y="134"/>
                  </a:cubicBezTo>
                  <a:cubicBezTo>
                    <a:pt x="4" y="137"/>
                    <a:pt x="3" y="142"/>
                    <a:pt x="1" y="144"/>
                  </a:cubicBezTo>
                  <a:cubicBezTo>
                    <a:pt x="0" y="145"/>
                    <a:pt x="1" y="146"/>
                    <a:pt x="2" y="145"/>
                  </a:cubicBezTo>
                  <a:cubicBezTo>
                    <a:pt x="6" y="141"/>
                    <a:pt x="8" y="135"/>
                    <a:pt x="12" y="130"/>
                  </a:cubicBezTo>
                  <a:cubicBezTo>
                    <a:pt x="17" y="123"/>
                    <a:pt x="21" y="117"/>
                    <a:pt x="25" y="110"/>
                  </a:cubicBezTo>
                  <a:cubicBezTo>
                    <a:pt x="35" y="94"/>
                    <a:pt x="46" y="80"/>
                    <a:pt x="55" y="64"/>
                  </a:cubicBezTo>
                  <a:cubicBezTo>
                    <a:pt x="59" y="57"/>
                    <a:pt x="63" y="50"/>
                    <a:pt x="68" y="44"/>
                  </a:cubicBezTo>
                  <a:cubicBezTo>
                    <a:pt x="72" y="38"/>
                    <a:pt x="78" y="32"/>
                    <a:pt x="83" y="26"/>
                  </a:cubicBezTo>
                  <a:cubicBezTo>
                    <a:pt x="87" y="20"/>
                    <a:pt x="89" y="13"/>
                    <a:pt x="93" y="7"/>
                  </a:cubicBezTo>
                  <a:cubicBezTo>
                    <a:pt x="96" y="4"/>
                    <a:pt x="97" y="4"/>
                    <a:pt x="97" y="0"/>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21" name="chenying0907 634"/>
            <p:cNvSpPr/>
            <p:nvPr/>
          </p:nvSpPr>
          <p:spPr bwMode="auto">
            <a:xfrm>
              <a:off x="8128001" y="5737226"/>
              <a:ext cx="193675" cy="311150"/>
            </a:xfrm>
            <a:custGeom>
              <a:avLst/>
              <a:gdLst>
                <a:gd name="T0" fmla="*/ 87 w 90"/>
                <a:gd name="T1" fmla="*/ 1 h 145"/>
                <a:gd name="T2" fmla="*/ 38 w 90"/>
                <a:gd name="T3" fmla="*/ 73 h 145"/>
                <a:gd name="T4" fmla="*/ 16 w 90"/>
                <a:gd name="T5" fmla="*/ 111 h 145"/>
                <a:gd name="T6" fmla="*/ 0 w 90"/>
                <a:gd name="T7" fmla="*/ 144 h 145"/>
                <a:gd name="T8" fmla="*/ 1 w 90"/>
                <a:gd name="T9" fmla="*/ 144 h 145"/>
                <a:gd name="T10" fmla="*/ 17 w 90"/>
                <a:gd name="T11" fmla="*/ 115 h 145"/>
                <a:gd name="T12" fmla="*/ 40 w 90"/>
                <a:gd name="T13" fmla="*/ 76 h 145"/>
                <a:gd name="T14" fmla="*/ 89 w 90"/>
                <a:gd name="T15" fmla="*/ 2 h 145"/>
                <a:gd name="T16" fmla="*/ 87 w 90"/>
                <a:gd name="T17" fmla="*/ 1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 h="145">
                  <a:moveTo>
                    <a:pt x="87" y="1"/>
                  </a:moveTo>
                  <a:cubicBezTo>
                    <a:pt x="73" y="26"/>
                    <a:pt x="53" y="48"/>
                    <a:pt x="38" y="73"/>
                  </a:cubicBezTo>
                  <a:cubicBezTo>
                    <a:pt x="31" y="86"/>
                    <a:pt x="24" y="98"/>
                    <a:pt x="16" y="111"/>
                  </a:cubicBezTo>
                  <a:cubicBezTo>
                    <a:pt x="10" y="121"/>
                    <a:pt x="7" y="134"/>
                    <a:pt x="0" y="144"/>
                  </a:cubicBezTo>
                  <a:cubicBezTo>
                    <a:pt x="0" y="144"/>
                    <a:pt x="1" y="145"/>
                    <a:pt x="1" y="144"/>
                  </a:cubicBezTo>
                  <a:cubicBezTo>
                    <a:pt x="9" y="136"/>
                    <a:pt x="11" y="125"/>
                    <a:pt x="17" y="115"/>
                  </a:cubicBezTo>
                  <a:cubicBezTo>
                    <a:pt x="25" y="102"/>
                    <a:pt x="33" y="89"/>
                    <a:pt x="40" y="76"/>
                  </a:cubicBezTo>
                  <a:cubicBezTo>
                    <a:pt x="55" y="50"/>
                    <a:pt x="75" y="28"/>
                    <a:pt x="89" y="2"/>
                  </a:cubicBezTo>
                  <a:cubicBezTo>
                    <a:pt x="90" y="1"/>
                    <a:pt x="88" y="0"/>
                    <a:pt x="87"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22" name="chenying0907 635"/>
            <p:cNvSpPr/>
            <p:nvPr/>
          </p:nvSpPr>
          <p:spPr bwMode="auto">
            <a:xfrm>
              <a:off x="8132763" y="5786438"/>
              <a:ext cx="193675" cy="322263"/>
            </a:xfrm>
            <a:custGeom>
              <a:avLst/>
              <a:gdLst>
                <a:gd name="T0" fmla="*/ 88 w 90"/>
                <a:gd name="T1" fmla="*/ 1 h 150"/>
                <a:gd name="T2" fmla="*/ 63 w 90"/>
                <a:gd name="T3" fmla="*/ 38 h 150"/>
                <a:gd name="T4" fmla="*/ 38 w 90"/>
                <a:gd name="T5" fmla="*/ 77 h 150"/>
                <a:gd name="T6" fmla="*/ 18 w 90"/>
                <a:gd name="T7" fmla="*/ 114 h 150"/>
                <a:gd name="T8" fmla="*/ 8 w 90"/>
                <a:gd name="T9" fmla="*/ 132 h 150"/>
                <a:gd name="T10" fmla="*/ 1 w 90"/>
                <a:gd name="T11" fmla="*/ 148 h 150"/>
                <a:gd name="T12" fmla="*/ 2 w 90"/>
                <a:gd name="T13" fmla="*/ 149 h 150"/>
                <a:gd name="T14" fmla="*/ 10 w 90"/>
                <a:gd name="T15" fmla="*/ 134 h 150"/>
                <a:gd name="T16" fmla="*/ 20 w 90"/>
                <a:gd name="T17" fmla="*/ 115 h 150"/>
                <a:gd name="T18" fmla="*/ 41 w 90"/>
                <a:gd name="T19" fmla="*/ 77 h 150"/>
                <a:gd name="T20" fmla="*/ 67 w 90"/>
                <a:gd name="T21" fmla="*/ 37 h 150"/>
                <a:gd name="T22" fmla="*/ 90 w 90"/>
                <a:gd name="T23" fmla="*/ 1 h 150"/>
                <a:gd name="T24" fmla="*/ 88 w 90"/>
                <a:gd name="T25" fmla="*/ 1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150">
                  <a:moveTo>
                    <a:pt x="88" y="1"/>
                  </a:moveTo>
                  <a:cubicBezTo>
                    <a:pt x="82" y="15"/>
                    <a:pt x="72" y="26"/>
                    <a:pt x="63" y="38"/>
                  </a:cubicBezTo>
                  <a:cubicBezTo>
                    <a:pt x="54" y="50"/>
                    <a:pt x="46" y="64"/>
                    <a:pt x="38" y="77"/>
                  </a:cubicBezTo>
                  <a:cubicBezTo>
                    <a:pt x="30" y="89"/>
                    <a:pt x="24" y="101"/>
                    <a:pt x="18" y="114"/>
                  </a:cubicBezTo>
                  <a:cubicBezTo>
                    <a:pt x="15" y="120"/>
                    <a:pt x="12" y="126"/>
                    <a:pt x="8" y="132"/>
                  </a:cubicBezTo>
                  <a:cubicBezTo>
                    <a:pt x="5" y="137"/>
                    <a:pt x="4" y="143"/>
                    <a:pt x="1" y="148"/>
                  </a:cubicBezTo>
                  <a:cubicBezTo>
                    <a:pt x="0" y="149"/>
                    <a:pt x="1" y="150"/>
                    <a:pt x="2" y="149"/>
                  </a:cubicBezTo>
                  <a:cubicBezTo>
                    <a:pt x="6" y="145"/>
                    <a:pt x="7" y="139"/>
                    <a:pt x="10" y="134"/>
                  </a:cubicBezTo>
                  <a:cubicBezTo>
                    <a:pt x="13" y="128"/>
                    <a:pt x="17" y="122"/>
                    <a:pt x="20" y="115"/>
                  </a:cubicBezTo>
                  <a:cubicBezTo>
                    <a:pt x="27" y="102"/>
                    <a:pt x="33" y="89"/>
                    <a:pt x="41" y="77"/>
                  </a:cubicBezTo>
                  <a:cubicBezTo>
                    <a:pt x="50" y="63"/>
                    <a:pt x="58" y="49"/>
                    <a:pt x="67" y="37"/>
                  </a:cubicBezTo>
                  <a:cubicBezTo>
                    <a:pt x="75" y="25"/>
                    <a:pt x="85" y="15"/>
                    <a:pt x="90" y="1"/>
                  </a:cubicBezTo>
                  <a:cubicBezTo>
                    <a:pt x="90" y="0"/>
                    <a:pt x="88" y="0"/>
                    <a:pt x="88"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23" name="chenying0907 636"/>
            <p:cNvSpPr/>
            <p:nvPr/>
          </p:nvSpPr>
          <p:spPr bwMode="auto">
            <a:xfrm>
              <a:off x="8188326" y="5810251"/>
              <a:ext cx="204788" cy="307975"/>
            </a:xfrm>
            <a:custGeom>
              <a:avLst/>
              <a:gdLst>
                <a:gd name="T0" fmla="*/ 92 w 95"/>
                <a:gd name="T1" fmla="*/ 2 h 143"/>
                <a:gd name="T2" fmla="*/ 65 w 95"/>
                <a:gd name="T3" fmla="*/ 41 h 143"/>
                <a:gd name="T4" fmla="*/ 35 w 95"/>
                <a:gd name="T5" fmla="*/ 79 h 143"/>
                <a:gd name="T6" fmla="*/ 23 w 95"/>
                <a:gd name="T7" fmla="*/ 99 h 143"/>
                <a:gd name="T8" fmla="*/ 11 w 95"/>
                <a:gd name="T9" fmla="*/ 116 h 143"/>
                <a:gd name="T10" fmla="*/ 2 w 95"/>
                <a:gd name="T11" fmla="*/ 143 h 143"/>
                <a:gd name="T12" fmla="*/ 4 w 95"/>
                <a:gd name="T13" fmla="*/ 143 h 143"/>
                <a:gd name="T14" fmla="*/ 20 w 95"/>
                <a:gd name="T15" fmla="*/ 110 h 143"/>
                <a:gd name="T16" fmla="*/ 41 w 95"/>
                <a:gd name="T17" fmla="*/ 75 h 143"/>
                <a:gd name="T18" fmla="*/ 68 w 95"/>
                <a:gd name="T19" fmla="*/ 41 h 143"/>
                <a:gd name="T20" fmla="*/ 94 w 95"/>
                <a:gd name="T21" fmla="*/ 3 h 143"/>
                <a:gd name="T22" fmla="*/ 92 w 95"/>
                <a:gd name="T23" fmla="*/ 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5" h="143">
                  <a:moveTo>
                    <a:pt x="92" y="2"/>
                  </a:moveTo>
                  <a:cubicBezTo>
                    <a:pt x="82" y="15"/>
                    <a:pt x="74" y="28"/>
                    <a:pt x="65" y="41"/>
                  </a:cubicBezTo>
                  <a:cubicBezTo>
                    <a:pt x="55" y="54"/>
                    <a:pt x="44" y="66"/>
                    <a:pt x="35" y="79"/>
                  </a:cubicBezTo>
                  <a:cubicBezTo>
                    <a:pt x="31" y="86"/>
                    <a:pt x="27" y="92"/>
                    <a:pt x="23" y="99"/>
                  </a:cubicBezTo>
                  <a:cubicBezTo>
                    <a:pt x="20" y="105"/>
                    <a:pt x="15" y="110"/>
                    <a:pt x="11" y="116"/>
                  </a:cubicBezTo>
                  <a:cubicBezTo>
                    <a:pt x="7" y="122"/>
                    <a:pt x="0" y="134"/>
                    <a:pt x="2" y="143"/>
                  </a:cubicBezTo>
                  <a:cubicBezTo>
                    <a:pt x="2" y="143"/>
                    <a:pt x="3" y="143"/>
                    <a:pt x="4" y="143"/>
                  </a:cubicBezTo>
                  <a:cubicBezTo>
                    <a:pt x="7" y="130"/>
                    <a:pt x="11" y="120"/>
                    <a:pt x="20" y="110"/>
                  </a:cubicBezTo>
                  <a:cubicBezTo>
                    <a:pt x="28" y="99"/>
                    <a:pt x="33" y="86"/>
                    <a:pt x="41" y="75"/>
                  </a:cubicBezTo>
                  <a:cubicBezTo>
                    <a:pt x="50" y="63"/>
                    <a:pt x="59" y="52"/>
                    <a:pt x="68" y="41"/>
                  </a:cubicBezTo>
                  <a:cubicBezTo>
                    <a:pt x="77" y="28"/>
                    <a:pt x="85" y="16"/>
                    <a:pt x="94" y="3"/>
                  </a:cubicBezTo>
                  <a:cubicBezTo>
                    <a:pt x="95" y="2"/>
                    <a:pt x="93" y="0"/>
                    <a:pt x="92" y="2"/>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24" name="chenying0907 637"/>
            <p:cNvSpPr/>
            <p:nvPr/>
          </p:nvSpPr>
          <p:spPr bwMode="auto">
            <a:xfrm>
              <a:off x="8235951" y="5865813"/>
              <a:ext cx="171450" cy="247650"/>
            </a:xfrm>
            <a:custGeom>
              <a:avLst/>
              <a:gdLst>
                <a:gd name="T0" fmla="*/ 77 w 80"/>
                <a:gd name="T1" fmla="*/ 1 h 115"/>
                <a:gd name="T2" fmla="*/ 34 w 80"/>
                <a:gd name="T3" fmla="*/ 61 h 115"/>
                <a:gd name="T4" fmla="*/ 15 w 80"/>
                <a:gd name="T5" fmla="*/ 89 h 115"/>
                <a:gd name="T6" fmla="*/ 3 w 80"/>
                <a:gd name="T7" fmla="*/ 113 h 115"/>
                <a:gd name="T8" fmla="*/ 4 w 80"/>
                <a:gd name="T9" fmla="*/ 115 h 115"/>
                <a:gd name="T10" fmla="*/ 6 w 80"/>
                <a:gd name="T11" fmla="*/ 115 h 115"/>
                <a:gd name="T12" fmla="*/ 6 w 80"/>
                <a:gd name="T13" fmla="*/ 113 h 115"/>
                <a:gd name="T14" fmla="*/ 79 w 80"/>
                <a:gd name="T15" fmla="*/ 2 h 115"/>
                <a:gd name="T16" fmla="*/ 77 w 80"/>
                <a:gd name="T17" fmla="*/ 1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15">
                  <a:moveTo>
                    <a:pt x="77" y="1"/>
                  </a:moveTo>
                  <a:cubicBezTo>
                    <a:pt x="64" y="21"/>
                    <a:pt x="49" y="41"/>
                    <a:pt x="34" y="61"/>
                  </a:cubicBezTo>
                  <a:cubicBezTo>
                    <a:pt x="27" y="70"/>
                    <a:pt x="21" y="79"/>
                    <a:pt x="15" y="89"/>
                  </a:cubicBezTo>
                  <a:cubicBezTo>
                    <a:pt x="10" y="96"/>
                    <a:pt x="5" y="104"/>
                    <a:pt x="3" y="113"/>
                  </a:cubicBezTo>
                  <a:cubicBezTo>
                    <a:pt x="3" y="114"/>
                    <a:pt x="4" y="115"/>
                    <a:pt x="4" y="115"/>
                  </a:cubicBezTo>
                  <a:cubicBezTo>
                    <a:pt x="5" y="115"/>
                    <a:pt x="5" y="115"/>
                    <a:pt x="6" y="115"/>
                  </a:cubicBezTo>
                  <a:cubicBezTo>
                    <a:pt x="7" y="115"/>
                    <a:pt x="7" y="114"/>
                    <a:pt x="6" y="113"/>
                  </a:cubicBezTo>
                  <a:cubicBezTo>
                    <a:pt x="0" y="110"/>
                    <a:pt x="73" y="11"/>
                    <a:pt x="79" y="2"/>
                  </a:cubicBezTo>
                  <a:cubicBezTo>
                    <a:pt x="80" y="1"/>
                    <a:pt x="78" y="0"/>
                    <a:pt x="77"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25" name="chenying0907 638"/>
            <p:cNvSpPr/>
            <p:nvPr/>
          </p:nvSpPr>
          <p:spPr bwMode="auto">
            <a:xfrm>
              <a:off x="8286751" y="5845176"/>
              <a:ext cx="180975" cy="257175"/>
            </a:xfrm>
            <a:custGeom>
              <a:avLst/>
              <a:gdLst>
                <a:gd name="T0" fmla="*/ 81 w 84"/>
                <a:gd name="T1" fmla="*/ 1 h 120"/>
                <a:gd name="T2" fmla="*/ 66 w 84"/>
                <a:gd name="T3" fmla="*/ 24 h 120"/>
                <a:gd name="T4" fmla="*/ 43 w 84"/>
                <a:gd name="T5" fmla="*/ 57 h 120"/>
                <a:gd name="T6" fmla="*/ 20 w 84"/>
                <a:gd name="T7" fmla="*/ 87 h 120"/>
                <a:gd name="T8" fmla="*/ 1 w 84"/>
                <a:gd name="T9" fmla="*/ 118 h 120"/>
                <a:gd name="T10" fmla="*/ 3 w 84"/>
                <a:gd name="T11" fmla="*/ 120 h 120"/>
                <a:gd name="T12" fmla="*/ 20 w 84"/>
                <a:gd name="T13" fmla="*/ 94 h 120"/>
                <a:gd name="T14" fmla="*/ 43 w 84"/>
                <a:gd name="T15" fmla="*/ 62 h 120"/>
                <a:gd name="T16" fmla="*/ 66 w 84"/>
                <a:gd name="T17" fmla="*/ 28 h 120"/>
                <a:gd name="T18" fmla="*/ 83 w 84"/>
                <a:gd name="T19" fmla="*/ 2 h 120"/>
                <a:gd name="T20" fmla="*/ 81 w 84"/>
                <a:gd name="T21" fmla="*/ 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120">
                  <a:moveTo>
                    <a:pt x="81" y="1"/>
                  </a:moveTo>
                  <a:cubicBezTo>
                    <a:pt x="75" y="8"/>
                    <a:pt x="71" y="16"/>
                    <a:pt x="66" y="24"/>
                  </a:cubicBezTo>
                  <a:cubicBezTo>
                    <a:pt x="59" y="35"/>
                    <a:pt x="51" y="47"/>
                    <a:pt x="43" y="57"/>
                  </a:cubicBezTo>
                  <a:cubicBezTo>
                    <a:pt x="35" y="67"/>
                    <a:pt x="28" y="77"/>
                    <a:pt x="20" y="87"/>
                  </a:cubicBezTo>
                  <a:cubicBezTo>
                    <a:pt x="13" y="97"/>
                    <a:pt x="8" y="108"/>
                    <a:pt x="1" y="118"/>
                  </a:cubicBezTo>
                  <a:cubicBezTo>
                    <a:pt x="0" y="119"/>
                    <a:pt x="2" y="120"/>
                    <a:pt x="3" y="120"/>
                  </a:cubicBezTo>
                  <a:cubicBezTo>
                    <a:pt x="10" y="113"/>
                    <a:pt x="14" y="103"/>
                    <a:pt x="20" y="94"/>
                  </a:cubicBezTo>
                  <a:cubicBezTo>
                    <a:pt x="27" y="83"/>
                    <a:pt x="35" y="72"/>
                    <a:pt x="43" y="62"/>
                  </a:cubicBezTo>
                  <a:cubicBezTo>
                    <a:pt x="51" y="51"/>
                    <a:pt x="59" y="40"/>
                    <a:pt x="66" y="28"/>
                  </a:cubicBezTo>
                  <a:cubicBezTo>
                    <a:pt x="72" y="20"/>
                    <a:pt x="76" y="10"/>
                    <a:pt x="83" y="2"/>
                  </a:cubicBezTo>
                  <a:cubicBezTo>
                    <a:pt x="84" y="1"/>
                    <a:pt x="82" y="0"/>
                    <a:pt x="81"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26" name="chenying0907 639"/>
            <p:cNvSpPr/>
            <p:nvPr/>
          </p:nvSpPr>
          <p:spPr bwMode="auto">
            <a:xfrm>
              <a:off x="8358188" y="5853113"/>
              <a:ext cx="168275" cy="238125"/>
            </a:xfrm>
            <a:custGeom>
              <a:avLst/>
              <a:gdLst>
                <a:gd name="T0" fmla="*/ 75 w 78"/>
                <a:gd name="T1" fmla="*/ 2 h 111"/>
                <a:gd name="T2" fmla="*/ 51 w 78"/>
                <a:gd name="T3" fmla="*/ 30 h 111"/>
                <a:gd name="T4" fmla="*/ 33 w 78"/>
                <a:gd name="T5" fmla="*/ 57 h 111"/>
                <a:gd name="T6" fmla="*/ 12 w 78"/>
                <a:gd name="T7" fmla="*/ 86 h 111"/>
                <a:gd name="T8" fmla="*/ 6 w 78"/>
                <a:gd name="T9" fmla="*/ 99 h 111"/>
                <a:gd name="T10" fmla="*/ 0 w 78"/>
                <a:gd name="T11" fmla="*/ 110 h 111"/>
                <a:gd name="T12" fmla="*/ 2 w 78"/>
                <a:gd name="T13" fmla="*/ 110 h 111"/>
                <a:gd name="T14" fmla="*/ 9 w 78"/>
                <a:gd name="T15" fmla="*/ 102 h 111"/>
                <a:gd name="T16" fmla="*/ 15 w 78"/>
                <a:gd name="T17" fmla="*/ 87 h 111"/>
                <a:gd name="T18" fmla="*/ 34 w 78"/>
                <a:gd name="T19" fmla="*/ 59 h 111"/>
                <a:gd name="T20" fmla="*/ 56 w 78"/>
                <a:gd name="T21" fmla="*/ 30 h 111"/>
                <a:gd name="T22" fmla="*/ 77 w 78"/>
                <a:gd name="T23" fmla="*/ 3 h 111"/>
                <a:gd name="T24" fmla="*/ 75 w 78"/>
                <a:gd name="T25" fmla="*/ 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111">
                  <a:moveTo>
                    <a:pt x="75" y="2"/>
                  </a:moveTo>
                  <a:cubicBezTo>
                    <a:pt x="67" y="10"/>
                    <a:pt x="60" y="21"/>
                    <a:pt x="51" y="30"/>
                  </a:cubicBezTo>
                  <a:cubicBezTo>
                    <a:pt x="44" y="38"/>
                    <a:pt x="39" y="48"/>
                    <a:pt x="33" y="57"/>
                  </a:cubicBezTo>
                  <a:cubicBezTo>
                    <a:pt x="26" y="66"/>
                    <a:pt x="18" y="75"/>
                    <a:pt x="12" y="86"/>
                  </a:cubicBezTo>
                  <a:cubicBezTo>
                    <a:pt x="9" y="90"/>
                    <a:pt x="8" y="94"/>
                    <a:pt x="6" y="99"/>
                  </a:cubicBezTo>
                  <a:cubicBezTo>
                    <a:pt x="5" y="103"/>
                    <a:pt x="2" y="106"/>
                    <a:pt x="0" y="110"/>
                  </a:cubicBezTo>
                  <a:cubicBezTo>
                    <a:pt x="0" y="111"/>
                    <a:pt x="2" y="111"/>
                    <a:pt x="2" y="110"/>
                  </a:cubicBezTo>
                  <a:cubicBezTo>
                    <a:pt x="5" y="107"/>
                    <a:pt x="7" y="106"/>
                    <a:pt x="9" y="102"/>
                  </a:cubicBezTo>
                  <a:cubicBezTo>
                    <a:pt x="11" y="97"/>
                    <a:pt x="12" y="92"/>
                    <a:pt x="15" y="87"/>
                  </a:cubicBezTo>
                  <a:cubicBezTo>
                    <a:pt x="20" y="77"/>
                    <a:pt x="28" y="69"/>
                    <a:pt x="34" y="59"/>
                  </a:cubicBezTo>
                  <a:cubicBezTo>
                    <a:pt x="41" y="49"/>
                    <a:pt x="47" y="39"/>
                    <a:pt x="56" y="30"/>
                  </a:cubicBezTo>
                  <a:cubicBezTo>
                    <a:pt x="63" y="22"/>
                    <a:pt x="69" y="12"/>
                    <a:pt x="77" y="3"/>
                  </a:cubicBezTo>
                  <a:cubicBezTo>
                    <a:pt x="78" y="2"/>
                    <a:pt x="77" y="0"/>
                    <a:pt x="75" y="2"/>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27" name="chenying0907 640"/>
            <p:cNvSpPr/>
            <p:nvPr/>
          </p:nvSpPr>
          <p:spPr bwMode="auto">
            <a:xfrm>
              <a:off x="8412163" y="5849938"/>
              <a:ext cx="157163" cy="220663"/>
            </a:xfrm>
            <a:custGeom>
              <a:avLst/>
              <a:gdLst>
                <a:gd name="T0" fmla="*/ 70 w 73"/>
                <a:gd name="T1" fmla="*/ 1 h 103"/>
                <a:gd name="T2" fmla="*/ 54 w 73"/>
                <a:gd name="T3" fmla="*/ 28 h 103"/>
                <a:gd name="T4" fmla="*/ 34 w 73"/>
                <a:gd name="T5" fmla="*/ 51 h 103"/>
                <a:gd name="T6" fmla="*/ 16 w 73"/>
                <a:gd name="T7" fmla="*/ 74 h 103"/>
                <a:gd name="T8" fmla="*/ 1 w 73"/>
                <a:gd name="T9" fmla="*/ 102 h 103"/>
                <a:gd name="T10" fmla="*/ 2 w 73"/>
                <a:gd name="T11" fmla="*/ 102 h 103"/>
                <a:gd name="T12" fmla="*/ 20 w 73"/>
                <a:gd name="T13" fmla="*/ 74 h 103"/>
                <a:gd name="T14" fmla="*/ 38 w 73"/>
                <a:gd name="T15" fmla="*/ 50 h 103"/>
                <a:gd name="T16" fmla="*/ 56 w 73"/>
                <a:gd name="T17" fmla="*/ 29 h 103"/>
                <a:gd name="T18" fmla="*/ 72 w 73"/>
                <a:gd name="T19" fmla="*/ 3 h 103"/>
                <a:gd name="T20" fmla="*/ 70 w 73"/>
                <a:gd name="T21"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103">
                  <a:moveTo>
                    <a:pt x="70" y="1"/>
                  </a:moveTo>
                  <a:cubicBezTo>
                    <a:pt x="65" y="11"/>
                    <a:pt x="58" y="19"/>
                    <a:pt x="54" y="28"/>
                  </a:cubicBezTo>
                  <a:cubicBezTo>
                    <a:pt x="49" y="37"/>
                    <a:pt x="40" y="43"/>
                    <a:pt x="34" y="51"/>
                  </a:cubicBezTo>
                  <a:cubicBezTo>
                    <a:pt x="28" y="59"/>
                    <a:pt x="22" y="67"/>
                    <a:pt x="16" y="74"/>
                  </a:cubicBezTo>
                  <a:cubicBezTo>
                    <a:pt x="10" y="82"/>
                    <a:pt x="2" y="92"/>
                    <a:pt x="1" y="102"/>
                  </a:cubicBezTo>
                  <a:cubicBezTo>
                    <a:pt x="0" y="103"/>
                    <a:pt x="1" y="103"/>
                    <a:pt x="2" y="102"/>
                  </a:cubicBezTo>
                  <a:cubicBezTo>
                    <a:pt x="8" y="93"/>
                    <a:pt x="13" y="83"/>
                    <a:pt x="20" y="74"/>
                  </a:cubicBezTo>
                  <a:cubicBezTo>
                    <a:pt x="27" y="66"/>
                    <a:pt x="32" y="58"/>
                    <a:pt x="38" y="50"/>
                  </a:cubicBezTo>
                  <a:cubicBezTo>
                    <a:pt x="44" y="43"/>
                    <a:pt x="51" y="38"/>
                    <a:pt x="56" y="29"/>
                  </a:cubicBezTo>
                  <a:cubicBezTo>
                    <a:pt x="61" y="20"/>
                    <a:pt x="68" y="12"/>
                    <a:pt x="72" y="3"/>
                  </a:cubicBezTo>
                  <a:cubicBezTo>
                    <a:pt x="73" y="1"/>
                    <a:pt x="71" y="0"/>
                    <a:pt x="70"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28" name="chenying0907 641"/>
            <p:cNvSpPr/>
            <p:nvPr/>
          </p:nvSpPr>
          <p:spPr bwMode="auto">
            <a:xfrm>
              <a:off x="8461376" y="5859463"/>
              <a:ext cx="161925" cy="212725"/>
            </a:xfrm>
            <a:custGeom>
              <a:avLst/>
              <a:gdLst>
                <a:gd name="T0" fmla="*/ 72 w 75"/>
                <a:gd name="T1" fmla="*/ 1 h 99"/>
                <a:gd name="T2" fmla="*/ 52 w 75"/>
                <a:gd name="T3" fmla="*/ 23 h 99"/>
                <a:gd name="T4" fmla="*/ 36 w 75"/>
                <a:gd name="T5" fmla="*/ 46 h 99"/>
                <a:gd name="T6" fmla="*/ 19 w 75"/>
                <a:gd name="T7" fmla="*/ 66 h 99"/>
                <a:gd name="T8" fmla="*/ 0 w 75"/>
                <a:gd name="T9" fmla="*/ 94 h 99"/>
                <a:gd name="T10" fmla="*/ 1 w 75"/>
                <a:gd name="T11" fmla="*/ 96 h 99"/>
                <a:gd name="T12" fmla="*/ 2 w 75"/>
                <a:gd name="T13" fmla="*/ 98 h 99"/>
                <a:gd name="T14" fmla="*/ 4 w 75"/>
                <a:gd name="T15" fmla="*/ 96 h 99"/>
                <a:gd name="T16" fmla="*/ 20 w 75"/>
                <a:gd name="T17" fmla="*/ 70 h 99"/>
                <a:gd name="T18" fmla="*/ 37 w 75"/>
                <a:gd name="T19" fmla="*/ 50 h 99"/>
                <a:gd name="T20" fmla="*/ 54 w 75"/>
                <a:gd name="T21" fmla="*/ 25 h 99"/>
                <a:gd name="T22" fmla="*/ 74 w 75"/>
                <a:gd name="T23" fmla="*/ 3 h 99"/>
                <a:gd name="T24" fmla="*/ 72 w 75"/>
                <a:gd name="T25" fmla="*/ 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 h="99">
                  <a:moveTo>
                    <a:pt x="72" y="1"/>
                  </a:moveTo>
                  <a:cubicBezTo>
                    <a:pt x="65" y="8"/>
                    <a:pt x="58" y="16"/>
                    <a:pt x="52" y="23"/>
                  </a:cubicBezTo>
                  <a:cubicBezTo>
                    <a:pt x="46" y="31"/>
                    <a:pt x="41" y="39"/>
                    <a:pt x="36" y="46"/>
                  </a:cubicBezTo>
                  <a:cubicBezTo>
                    <a:pt x="31" y="53"/>
                    <a:pt x="24" y="58"/>
                    <a:pt x="19" y="66"/>
                  </a:cubicBezTo>
                  <a:cubicBezTo>
                    <a:pt x="13" y="75"/>
                    <a:pt x="7" y="85"/>
                    <a:pt x="0" y="94"/>
                  </a:cubicBezTo>
                  <a:cubicBezTo>
                    <a:pt x="0" y="95"/>
                    <a:pt x="0" y="96"/>
                    <a:pt x="1" y="96"/>
                  </a:cubicBezTo>
                  <a:cubicBezTo>
                    <a:pt x="1" y="97"/>
                    <a:pt x="2" y="97"/>
                    <a:pt x="2" y="98"/>
                  </a:cubicBezTo>
                  <a:cubicBezTo>
                    <a:pt x="3" y="99"/>
                    <a:pt x="5" y="97"/>
                    <a:pt x="4" y="96"/>
                  </a:cubicBezTo>
                  <a:cubicBezTo>
                    <a:pt x="2" y="93"/>
                    <a:pt x="18" y="73"/>
                    <a:pt x="20" y="70"/>
                  </a:cubicBezTo>
                  <a:cubicBezTo>
                    <a:pt x="25" y="63"/>
                    <a:pt x="31" y="57"/>
                    <a:pt x="37" y="50"/>
                  </a:cubicBezTo>
                  <a:cubicBezTo>
                    <a:pt x="43" y="43"/>
                    <a:pt x="47" y="33"/>
                    <a:pt x="54" y="25"/>
                  </a:cubicBezTo>
                  <a:cubicBezTo>
                    <a:pt x="60" y="18"/>
                    <a:pt x="67" y="10"/>
                    <a:pt x="74" y="3"/>
                  </a:cubicBezTo>
                  <a:cubicBezTo>
                    <a:pt x="75" y="2"/>
                    <a:pt x="73" y="0"/>
                    <a:pt x="72"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29" name="chenying0907 642"/>
            <p:cNvSpPr/>
            <p:nvPr/>
          </p:nvSpPr>
          <p:spPr bwMode="auto">
            <a:xfrm>
              <a:off x="8493126" y="5862638"/>
              <a:ext cx="169863" cy="225425"/>
            </a:xfrm>
            <a:custGeom>
              <a:avLst/>
              <a:gdLst>
                <a:gd name="T0" fmla="*/ 77 w 79"/>
                <a:gd name="T1" fmla="*/ 1 h 105"/>
                <a:gd name="T2" fmla="*/ 56 w 79"/>
                <a:gd name="T3" fmla="*/ 29 h 105"/>
                <a:gd name="T4" fmla="*/ 32 w 79"/>
                <a:gd name="T5" fmla="*/ 56 h 105"/>
                <a:gd name="T6" fmla="*/ 11 w 79"/>
                <a:gd name="T7" fmla="*/ 83 h 105"/>
                <a:gd name="T8" fmla="*/ 0 w 79"/>
                <a:gd name="T9" fmla="*/ 103 h 105"/>
                <a:gd name="T10" fmla="*/ 1 w 79"/>
                <a:gd name="T11" fmla="*/ 104 h 105"/>
                <a:gd name="T12" fmla="*/ 19 w 79"/>
                <a:gd name="T13" fmla="*/ 78 h 105"/>
                <a:gd name="T14" fmla="*/ 43 w 79"/>
                <a:gd name="T15" fmla="*/ 48 h 105"/>
                <a:gd name="T16" fmla="*/ 65 w 79"/>
                <a:gd name="T17" fmla="*/ 22 h 105"/>
                <a:gd name="T18" fmla="*/ 79 w 79"/>
                <a:gd name="T19" fmla="*/ 1 h 105"/>
                <a:gd name="T20" fmla="*/ 77 w 79"/>
                <a:gd name="T21" fmla="*/ 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05">
                  <a:moveTo>
                    <a:pt x="77" y="1"/>
                  </a:moveTo>
                  <a:cubicBezTo>
                    <a:pt x="74" y="12"/>
                    <a:pt x="64" y="20"/>
                    <a:pt x="56" y="29"/>
                  </a:cubicBezTo>
                  <a:cubicBezTo>
                    <a:pt x="48" y="38"/>
                    <a:pt x="40" y="47"/>
                    <a:pt x="32" y="56"/>
                  </a:cubicBezTo>
                  <a:cubicBezTo>
                    <a:pt x="24" y="64"/>
                    <a:pt x="18" y="74"/>
                    <a:pt x="11" y="83"/>
                  </a:cubicBezTo>
                  <a:cubicBezTo>
                    <a:pt x="6" y="89"/>
                    <a:pt x="0" y="95"/>
                    <a:pt x="0" y="103"/>
                  </a:cubicBezTo>
                  <a:cubicBezTo>
                    <a:pt x="0" y="104"/>
                    <a:pt x="1" y="105"/>
                    <a:pt x="1" y="104"/>
                  </a:cubicBezTo>
                  <a:cubicBezTo>
                    <a:pt x="6" y="94"/>
                    <a:pt x="12" y="86"/>
                    <a:pt x="19" y="78"/>
                  </a:cubicBezTo>
                  <a:cubicBezTo>
                    <a:pt x="26" y="67"/>
                    <a:pt x="34" y="58"/>
                    <a:pt x="43" y="48"/>
                  </a:cubicBezTo>
                  <a:cubicBezTo>
                    <a:pt x="50" y="39"/>
                    <a:pt x="58" y="30"/>
                    <a:pt x="65" y="22"/>
                  </a:cubicBezTo>
                  <a:cubicBezTo>
                    <a:pt x="71" y="15"/>
                    <a:pt x="76" y="10"/>
                    <a:pt x="79" y="1"/>
                  </a:cubicBezTo>
                  <a:cubicBezTo>
                    <a:pt x="79" y="0"/>
                    <a:pt x="78" y="0"/>
                    <a:pt x="77"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30" name="chenying0907 643"/>
            <p:cNvSpPr/>
            <p:nvPr/>
          </p:nvSpPr>
          <p:spPr bwMode="auto">
            <a:xfrm>
              <a:off x="8535988" y="5911851"/>
              <a:ext cx="147638" cy="187325"/>
            </a:xfrm>
            <a:custGeom>
              <a:avLst/>
              <a:gdLst>
                <a:gd name="T0" fmla="*/ 65 w 68"/>
                <a:gd name="T1" fmla="*/ 2 h 87"/>
                <a:gd name="T2" fmla="*/ 24 w 68"/>
                <a:gd name="T3" fmla="*/ 49 h 87"/>
                <a:gd name="T4" fmla="*/ 9 w 68"/>
                <a:gd name="T5" fmla="*/ 71 h 87"/>
                <a:gd name="T6" fmla="*/ 0 w 68"/>
                <a:gd name="T7" fmla="*/ 85 h 87"/>
                <a:gd name="T8" fmla="*/ 2 w 68"/>
                <a:gd name="T9" fmla="*/ 86 h 87"/>
                <a:gd name="T10" fmla="*/ 15 w 68"/>
                <a:gd name="T11" fmla="*/ 67 h 87"/>
                <a:gd name="T12" fmla="*/ 32 w 68"/>
                <a:gd name="T13" fmla="*/ 45 h 87"/>
                <a:gd name="T14" fmla="*/ 67 w 68"/>
                <a:gd name="T15" fmla="*/ 4 h 87"/>
                <a:gd name="T16" fmla="*/ 65 w 68"/>
                <a:gd name="T17" fmla="*/ 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87">
                  <a:moveTo>
                    <a:pt x="65" y="2"/>
                  </a:moveTo>
                  <a:cubicBezTo>
                    <a:pt x="51" y="18"/>
                    <a:pt x="37" y="33"/>
                    <a:pt x="24" y="49"/>
                  </a:cubicBezTo>
                  <a:cubicBezTo>
                    <a:pt x="19" y="56"/>
                    <a:pt x="14" y="64"/>
                    <a:pt x="9" y="71"/>
                  </a:cubicBezTo>
                  <a:cubicBezTo>
                    <a:pt x="5" y="75"/>
                    <a:pt x="0" y="79"/>
                    <a:pt x="0" y="85"/>
                  </a:cubicBezTo>
                  <a:cubicBezTo>
                    <a:pt x="0" y="86"/>
                    <a:pt x="1" y="87"/>
                    <a:pt x="2" y="86"/>
                  </a:cubicBezTo>
                  <a:cubicBezTo>
                    <a:pt x="4" y="79"/>
                    <a:pt x="11" y="73"/>
                    <a:pt x="15" y="67"/>
                  </a:cubicBezTo>
                  <a:cubicBezTo>
                    <a:pt x="20" y="60"/>
                    <a:pt x="26" y="52"/>
                    <a:pt x="32" y="45"/>
                  </a:cubicBezTo>
                  <a:cubicBezTo>
                    <a:pt x="43" y="31"/>
                    <a:pt x="56" y="18"/>
                    <a:pt x="67" y="4"/>
                  </a:cubicBezTo>
                  <a:cubicBezTo>
                    <a:pt x="68" y="3"/>
                    <a:pt x="66" y="0"/>
                    <a:pt x="65" y="2"/>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31" name="chenying0907 644"/>
            <p:cNvSpPr/>
            <p:nvPr/>
          </p:nvSpPr>
          <p:spPr bwMode="auto">
            <a:xfrm>
              <a:off x="8594726" y="5876926"/>
              <a:ext cx="157163" cy="193675"/>
            </a:xfrm>
            <a:custGeom>
              <a:avLst/>
              <a:gdLst>
                <a:gd name="T0" fmla="*/ 70 w 73"/>
                <a:gd name="T1" fmla="*/ 1 h 90"/>
                <a:gd name="T2" fmla="*/ 34 w 73"/>
                <a:gd name="T3" fmla="*/ 48 h 90"/>
                <a:gd name="T4" fmla="*/ 15 w 73"/>
                <a:gd name="T5" fmla="*/ 67 h 90"/>
                <a:gd name="T6" fmla="*/ 0 w 73"/>
                <a:gd name="T7" fmla="*/ 88 h 90"/>
                <a:gd name="T8" fmla="*/ 2 w 73"/>
                <a:gd name="T9" fmla="*/ 90 h 90"/>
                <a:gd name="T10" fmla="*/ 17 w 73"/>
                <a:gd name="T11" fmla="*/ 69 h 90"/>
                <a:gd name="T12" fmla="*/ 37 w 73"/>
                <a:gd name="T13" fmla="*/ 48 h 90"/>
                <a:gd name="T14" fmla="*/ 72 w 73"/>
                <a:gd name="T15" fmla="*/ 2 h 90"/>
                <a:gd name="T16" fmla="*/ 70 w 73"/>
                <a:gd name="T17" fmla="*/ 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90">
                  <a:moveTo>
                    <a:pt x="70" y="1"/>
                  </a:moveTo>
                  <a:cubicBezTo>
                    <a:pt x="58" y="16"/>
                    <a:pt x="47" y="33"/>
                    <a:pt x="34" y="48"/>
                  </a:cubicBezTo>
                  <a:cubicBezTo>
                    <a:pt x="28" y="55"/>
                    <a:pt x="21" y="60"/>
                    <a:pt x="15" y="67"/>
                  </a:cubicBezTo>
                  <a:cubicBezTo>
                    <a:pt x="9" y="74"/>
                    <a:pt x="5" y="81"/>
                    <a:pt x="0" y="88"/>
                  </a:cubicBezTo>
                  <a:cubicBezTo>
                    <a:pt x="0" y="89"/>
                    <a:pt x="1" y="90"/>
                    <a:pt x="2" y="90"/>
                  </a:cubicBezTo>
                  <a:cubicBezTo>
                    <a:pt x="8" y="84"/>
                    <a:pt x="12" y="76"/>
                    <a:pt x="17" y="69"/>
                  </a:cubicBezTo>
                  <a:cubicBezTo>
                    <a:pt x="24" y="62"/>
                    <a:pt x="31" y="56"/>
                    <a:pt x="37" y="48"/>
                  </a:cubicBezTo>
                  <a:cubicBezTo>
                    <a:pt x="49" y="34"/>
                    <a:pt x="60" y="17"/>
                    <a:pt x="72" y="2"/>
                  </a:cubicBezTo>
                  <a:cubicBezTo>
                    <a:pt x="73" y="1"/>
                    <a:pt x="71" y="0"/>
                    <a:pt x="70"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32" name="chenying0907 645"/>
            <p:cNvSpPr/>
            <p:nvPr/>
          </p:nvSpPr>
          <p:spPr bwMode="auto">
            <a:xfrm>
              <a:off x="8648701" y="5913438"/>
              <a:ext cx="125413" cy="157163"/>
            </a:xfrm>
            <a:custGeom>
              <a:avLst/>
              <a:gdLst>
                <a:gd name="T0" fmla="*/ 55 w 58"/>
                <a:gd name="T1" fmla="*/ 1 h 73"/>
                <a:gd name="T2" fmla="*/ 39 w 58"/>
                <a:gd name="T3" fmla="*/ 21 h 73"/>
                <a:gd name="T4" fmla="*/ 24 w 58"/>
                <a:gd name="T5" fmla="*/ 40 h 73"/>
                <a:gd name="T6" fmla="*/ 11 w 58"/>
                <a:gd name="T7" fmla="*/ 54 h 73"/>
                <a:gd name="T8" fmla="*/ 1 w 58"/>
                <a:gd name="T9" fmla="*/ 71 h 73"/>
                <a:gd name="T10" fmla="*/ 2 w 58"/>
                <a:gd name="T11" fmla="*/ 73 h 73"/>
                <a:gd name="T12" fmla="*/ 10 w 58"/>
                <a:gd name="T13" fmla="*/ 61 h 73"/>
                <a:gd name="T14" fmla="*/ 25 w 58"/>
                <a:gd name="T15" fmla="*/ 42 h 73"/>
                <a:gd name="T16" fmla="*/ 57 w 58"/>
                <a:gd name="T17" fmla="*/ 3 h 73"/>
                <a:gd name="T18" fmla="*/ 55 w 58"/>
                <a:gd name="T19" fmla="*/ 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73">
                  <a:moveTo>
                    <a:pt x="55" y="1"/>
                  </a:moveTo>
                  <a:cubicBezTo>
                    <a:pt x="50" y="8"/>
                    <a:pt x="45" y="14"/>
                    <a:pt x="39" y="21"/>
                  </a:cubicBezTo>
                  <a:cubicBezTo>
                    <a:pt x="34" y="28"/>
                    <a:pt x="30" y="34"/>
                    <a:pt x="24" y="40"/>
                  </a:cubicBezTo>
                  <a:cubicBezTo>
                    <a:pt x="19" y="44"/>
                    <a:pt x="15" y="49"/>
                    <a:pt x="11" y="54"/>
                  </a:cubicBezTo>
                  <a:cubicBezTo>
                    <a:pt x="7" y="59"/>
                    <a:pt x="5" y="66"/>
                    <a:pt x="1" y="71"/>
                  </a:cubicBezTo>
                  <a:cubicBezTo>
                    <a:pt x="0" y="72"/>
                    <a:pt x="1" y="73"/>
                    <a:pt x="2" y="73"/>
                  </a:cubicBezTo>
                  <a:cubicBezTo>
                    <a:pt x="6" y="70"/>
                    <a:pt x="7" y="65"/>
                    <a:pt x="10" y="61"/>
                  </a:cubicBezTo>
                  <a:cubicBezTo>
                    <a:pt x="13" y="55"/>
                    <a:pt x="19" y="47"/>
                    <a:pt x="25" y="42"/>
                  </a:cubicBezTo>
                  <a:cubicBezTo>
                    <a:pt x="37" y="31"/>
                    <a:pt x="46" y="16"/>
                    <a:pt x="57" y="3"/>
                  </a:cubicBezTo>
                  <a:cubicBezTo>
                    <a:pt x="58" y="2"/>
                    <a:pt x="56" y="0"/>
                    <a:pt x="55"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33" name="chenying0907 646"/>
            <p:cNvSpPr/>
            <p:nvPr/>
          </p:nvSpPr>
          <p:spPr bwMode="auto">
            <a:xfrm>
              <a:off x="8696326" y="5953126"/>
              <a:ext cx="87313" cy="101600"/>
            </a:xfrm>
            <a:custGeom>
              <a:avLst/>
              <a:gdLst>
                <a:gd name="T0" fmla="*/ 38 w 41"/>
                <a:gd name="T1" fmla="*/ 1 h 48"/>
                <a:gd name="T2" fmla="*/ 15 w 41"/>
                <a:gd name="T3" fmla="*/ 27 h 48"/>
                <a:gd name="T4" fmla="*/ 1 w 41"/>
                <a:gd name="T5" fmla="*/ 46 h 48"/>
                <a:gd name="T6" fmla="*/ 3 w 41"/>
                <a:gd name="T7" fmla="*/ 47 h 48"/>
                <a:gd name="T8" fmla="*/ 40 w 41"/>
                <a:gd name="T9" fmla="*/ 2 h 48"/>
                <a:gd name="T10" fmla="*/ 38 w 41"/>
                <a:gd name="T11" fmla="*/ 1 h 48"/>
              </a:gdLst>
              <a:ahLst/>
              <a:cxnLst>
                <a:cxn ang="0">
                  <a:pos x="T0" y="T1"/>
                </a:cxn>
                <a:cxn ang="0">
                  <a:pos x="T2" y="T3"/>
                </a:cxn>
                <a:cxn ang="0">
                  <a:pos x="T4" y="T5"/>
                </a:cxn>
                <a:cxn ang="0">
                  <a:pos x="T6" y="T7"/>
                </a:cxn>
                <a:cxn ang="0">
                  <a:pos x="T8" y="T9"/>
                </a:cxn>
                <a:cxn ang="0">
                  <a:pos x="T10" y="T11"/>
                </a:cxn>
              </a:cxnLst>
              <a:rect l="0" t="0" r="r" b="b"/>
              <a:pathLst>
                <a:path w="41" h="48">
                  <a:moveTo>
                    <a:pt x="38" y="1"/>
                  </a:moveTo>
                  <a:cubicBezTo>
                    <a:pt x="31" y="10"/>
                    <a:pt x="23" y="18"/>
                    <a:pt x="15" y="27"/>
                  </a:cubicBezTo>
                  <a:cubicBezTo>
                    <a:pt x="10" y="33"/>
                    <a:pt x="4" y="39"/>
                    <a:pt x="1" y="46"/>
                  </a:cubicBezTo>
                  <a:cubicBezTo>
                    <a:pt x="0" y="47"/>
                    <a:pt x="2" y="48"/>
                    <a:pt x="3" y="47"/>
                  </a:cubicBezTo>
                  <a:cubicBezTo>
                    <a:pt x="13" y="30"/>
                    <a:pt x="29" y="18"/>
                    <a:pt x="40" y="2"/>
                  </a:cubicBezTo>
                  <a:cubicBezTo>
                    <a:pt x="41" y="1"/>
                    <a:pt x="39" y="0"/>
                    <a:pt x="38"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34" name="chenying0907 647"/>
            <p:cNvSpPr/>
            <p:nvPr/>
          </p:nvSpPr>
          <p:spPr bwMode="auto">
            <a:xfrm>
              <a:off x="8753476" y="5956301"/>
              <a:ext cx="90488" cy="101600"/>
            </a:xfrm>
            <a:custGeom>
              <a:avLst/>
              <a:gdLst>
                <a:gd name="T0" fmla="*/ 39 w 42"/>
                <a:gd name="T1" fmla="*/ 1 h 47"/>
                <a:gd name="T2" fmla="*/ 17 w 42"/>
                <a:gd name="T3" fmla="*/ 25 h 47"/>
                <a:gd name="T4" fmla="*/ 0 w 42"/>
                <a:gd name="T5" fmla="*/ 46 h 47"/>
                <a:gd name="T6" fmla="*/ 1 w 42"/>
                <a:gd name="T7" fmla="*/ 47 h 47"/>
                <a:gd name="T8" fmla="*/ 2 w 42"/>
                <a:gd name="T9" fmla="*/ 47 h 47"/>
                <a:gd name="T10" fmla="*/ 2 w 42"/>
                <a:gd name="T11" fmla="*/ 47 h 47"/>
                <a:gd name="T12" fmla="*/ 19 w 42"/>
                <a:gd name="T13" fmla="*/ 26 h 47"/>
                <a:gd name="T14" fmla="*/ 40 w 42"/>
                <a:gd name="T15" fmla="*/ 3 h 47"/>
                <a:gd name="T16" fmla="*/ 39 w 42"/>
                <a:gd name="T17"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7">
                  <a:moveTo>
                    <a:pt x="39" y="1"/>
                  </a:moveTo>
                  <a:cubicBezTo>
                    <a:pt x="31" y="9"/>
                    <a:pt x="24" y="17"/>
                    <a:pt x="17" y="25"/>
                  </a:cubicBezTo>
                  <a:cubicBezTo>
                    <a:pt x="11" y="32"/>
                    <a:pt x="4" y="38"/>
                    <a:pt x="0" y="46"/>
                  </a:cubicBezTo>
                  <a:cubicBezTo>
                    <a:pt x="0" y="47"/>
                    <a:pt x="0" y="47"/>
                    <a:pt x="1" y="47"/>
                  </a:cubicBezTo>
                  <a:cubicBezTo>
                    <a:pt x="1" y="47"/>
                    <a:pt x="2" y="47"/>
                    <a:pt x="2" y="47"/>
                  </a:cubicBezTo>
                  <a:cubicBezTo>
                    <a:pt x="3" y="47"/>
                    <a:pt x="3" y="47"/>
                    <a:pt x="2" y="47"/>
                  </a:cubicBezTo>
                  <a:cubicBezTo>
                    <a:pt x="1" y="46"/>
                    <a:pt x="18" y="28"/>
                    <a:pt x="19" y="26"/>
                  </a:cubicBezTo>
                  <a:cubicBezTo>
                    <a:pt x="26" y="18"/>
                    <a:pt x="33" y="10"/>
                    <a:pt x="40" y="3"/>
                  </a:cubicBezTo>
                  <a:cubicBezTo>
                    <a:pt x="42" y="2"/>
                    <a:pt x="40" y="0"/>
                    <a:pt x="39"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35" name="chenying0907 648"/>
            <p:cNvSpPr/>
            <p:nvPr/>
          </p:nvSpPr>
          <p:spPr bwMode="auto">
            <a:xfrm>
              <a:off x="8794751" y="5961063"/>
              <a:ext cx="82550" cy="120650"/>
            </a:xfrm>
            <a:custGeom>
              <a:avLst/>
              <a:gdLst>
                <a:gd name="T0" fmla="*/ 34 w 38"/>
                <a:gd name="T1" fmla="*/ 1 h 56"/>
                <a:gd name="T2" fmla="*/ 14 w 38"/>
                <a:gd name="T3" fmla="*/ 27 h 56"/>
                <a:gd name="T4" fmla="*/ 3 w 38"/>
                <a:gd name="T5" fmla="*/ 35 h 56"/>
                <a:gd name="T6" fmla="*/ 3 w 38"/>
                <a:gd name="T7" fmla="*/ 35 h 56"/>
                <a:gd name="T8" fmla="*/ 13 w 38"/>
                <a:gd name="T9" fmla="*/ 29 h 56"/>
                <a:gd name="T10" fmla="*/ 11 w 38"/>
                <a:gd name="T11" fmla="*/ 33 h 56"/>
                <a:gd name="T12" fmla="*/ 2 w 38"/>
                <a:gd name="T13" fmla="*/ 55 h 56"/>
                <a:gd name="T14" fmla="*/ 4 w 38"/>
                <a:gd name="T15" fmla="*/ 55 h 56"/>
                <a:gd name="T16" fmla="*/ 13 w 38"/>
                <a:gd name="T17" fmla="*/ 36 h 56"/>
                <a:gd name="T18" fmla="*/ 13 w 38"/>
                <a:gd name="T19" fmla="*/ 38 h 56"/>
                <a:gd name="T20" fmla="*/ 14 w 38"/>
                <a:gd name="T21" fmla="*/ 38 h 56"/>
                <a:gd name="T22" fmla="*/ 16 w 38"/>
                <a:gd name="T23" fmla="*/ 32 h 56"/>
                <a:gd name="T24" fmla="*/ 16 w 38"/>
                <a:gd name="T25" fmla="*/ 31 h 56"/>
                <a:gd name="T26" fmla="*/ 37 w 38"/>
                <a:gd name="T27" fmla="*/ 4 h 56"/>
                <a:gd name="T28" fmla="*/ 34 w 38"/>
                <a:gd name="T2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 h="56">
                  <a:moveTo>
                    <a:pt x="34" y="1"/>
                  </a:moveTo>
                  <a:cubicBezTo>
                    <a:pt x="27" y="10"/>
                    <a:pt x="21" y="18"/>
                    <a:pt x="14" y="27"/>
                  </a:cubicBezTo>
                  <a:cubicBezTo>
                    <a:pt x="10" y="29"/>
                    <a:pt x="7" y="32"/>
                    <a:pt x="3" y="35"/>
                  </a:cubicBezTo>
                  <a:cubicBezTo>
                    <a:pt x="3" y="35"/>
                    <a:pt x="3" y="35"/>
                    <a:pt x="3" y="35"/>
                  </a:cubicBezTo>
                  <a:cubicBezTo>
                    <a:pt x="7" y="33"/>
                    <a:pt x="10" y="30"/>
                    <a:pt x="13" y="29"/>
                  </a:cubicBezTo>
                  <a:cubicBezTo>
                    <a:pt x="12" y="30"/>
                    <a:pt x="11" y="32"/>
                    <a:pt x="11" y="33"/>
                  </a:cubicBezTo>
                  <a:cubicBezTo>
                    <a:pt x="7" y="39"/>
                    <a:pt x="0" y="48"/>
                    <a:pt x="2" y="55"/>
                  </a:cubicBezTo>
                  <a:cubicBezTo>
                    <a:pt x="2" y="56"/>
                    <a:pt x="4" y="56"/>
                    <a:pt x="4" y="55"/>
                  </a:cubicBezTo>
                  <a:cubicBezTo>
                    <a:pt x="5" y="48"/>
                    <a:pt x="9" y="42"/>
                    <a:pt x="13" y="36"/>
                  </a:cubicBezTo>
                  <a:cubicBezTo>
                    <a:pt x="12" y="37"/>
                    <a:pt x="13" y="37"/>
                    <a:pt x="13" y="38"/>
                  </a:cubicBezTo>
                  <a:cubicBezTo>
                    <a:pt x="13" y="38"/>
                    <a:pt x="13" y="38"/>
                    <a:pt x="14" y="38"/>
                  </a:cubicBezTo>
                  <a:cubicBezTo>
                    <a:pt x="15" y="36"/>
                    <a:pt x="15" y="34"/>
                    <a:pt x="16" y="32"/>
                  </a:cubicBezTo>
                  <a:cubicBezTo>
                    <a:pt x="16" y="32"/>
                    <a:pt x="16" y="31"/>
                    <a:pt x="16" y="31"/>
                  </a:cubicBezTo>
                  <a:cubicBezTo>
                    <a:pt x="23" y="21"/>
                    <a:pt x="29" y="12"/>
                    <a:pt x="37" y="4"/>
                  </a:cubicBezTo>
                  <a:cubicBezTo>
                    <a:pt x="38" y="2"/>
                    <a:pt x="36" y="0"/>
                    <a:pt x="34"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36" name="chenying0907 649"/>
            <p:cNvSpPr>
              <a:spLocks noEditPoints="1"/>
            </p:cNvSpPr>
            <p:nvPr/>
          </p:nvSpPr>
          <p:spPr bwMode="auto">
            <a:xfrm>
              <a:off x="8751888" y="5497513"/>
              <a:ext cx="200025" cy="193675"/>
            </a:xfrm>
            <a:custGeom>
              <a:avLst/>
              <a:gdLst>
                <a:gd name="T0" fmla="*/ 91 w 93"/>
                <a:gd name="T1" fmla="*/ 35 h 90"/>
                <a:gd name="T2" fmla="*/ 83 w 93"/>
                <a:gd name="T3" fmla="*/ 17 h 90"/>
                <a:gd name="T4" fmla="*/ 81 w 93"/>
                <a:gd name="T5" fmla="*/ 15 h 90"/>
                <a:gd name="T6" fmla="*/ 74 w 93"/>
                <a:gd name="T7" fmla="*/ 8 h 90"/>
                <a:gd name="T8" fmla="*/ 43 w 93"/>
                <a:gd name="T9" fmla="*/ 4 h 90"/>
                <a:gd name="T10" fmla="*/ 27 w 93"/>
                <a:gd name="T11" fmla="*/ 6 h 90"/>
                <a:gd name="T12" fmla="*/ 7 w 93"/>
                <a:gd name="T13" fmla="*/ 22 h 90"/>
                <a:gd name="T14" fmla="*/ 1 w 93"/>
                <a:gd name="T15" fmla="*/ 45 h 90"/>
                <a:gd name="T16" fmla="*/ 0 w 93"/>
                <a:gd name="T17" fmla="*/ 56 h 90"/>
                <a:gd name="T18" fmla="*/ 21 w 93"/>
                <a:gd name="T19" fmla="*/ 80 h 90"/>
                <a:gd name="T20" fmla="*/ 45 w 93"/>
                <a:gd name="T21" fmla="*/ 88 h 90"/>
                <a:gd name="T22" fmla="*/ 63 w 93"/>
                <a:gd name="T23" fmla="*/ 89 h 90"/>
                <a:gd name="T24" fmla="*/ 87 w 93"/>
                <a:gd name="T25" fmla="*/ 67 h 90"/>
                <a:gd name="T26" fmla="*/ 91 w 93"/>
                <a:gd name="T27" fmla="*/ 35 h 90"/>
                <a:gd name="T28" fmla="*/ 39 w 93"/>
                <a:gd name="T29" fmla="*/ 83 h 90"/>
                <a:gd name="T30" fmla="*/ 26 w 93"/>
                <a:gd name="T31" fmla="*/ 78 h 90"/>
                <a:gd name="T32" fmla="*/ 40 w 93"/>
                <a:gd name="T33" fmla="*/ 80 h 90"/>
                <a:gd name="T34" fmla="*/ 41 w 93"/>
                <a:gd name="T35" fmla="*/ 77 h 90"/>
                <a:gd name="T36" fmla="*/ 14 w 93"/>
                <a:gd name="T37" fmla="*/ 66 h 90"/>
                <a:gd name="T38" fmla="*/ 15 w 93"/>
                <a:gd name="T39" fmla="*/ 34 h 90"/>
                <a:gd name="T40" fmla="*/ 66 w 93"/>
                <a:gd name="T41" fmla="*/ 12 h 90"/>
                <a:gd name="T42" fmla="*/ 82 w 93"/>
                <a:gd name="T43" fmla="*/ 62 h 90"/>
                <a:gd name="T44" fmla="*/ 39 w 93"/>
                <a:gd name="T45" fmla="*/ 83 h 90"/>
                <a:gd name="T46" fmla="*/ 5 w 93"/>
                <a:gd name="T47" fmla="*/ 48 h 90"/>
                <a:gd name="T48" fmla="*/ 6 w 93"/>
                <a:gd name="T49" fmla="*/ 42 h 90"/>
                <a:gd name="T50" fmla="*/ 23 w 93"/>
                <a:gd name="T51" fmla="*/ 20 h 90"/>
                <a:gd name="T52" fmla="*/ 14 w 93"/>
                <a:gd name="T53" fmla="*/ 29 h 90"/>
                <a:gd name="T54" fmla="*/ 8 w 93"/>
                <a:gd name="T55" fmla="*/ 62 h 90"/>
                <a:gd name="T56" fmla="*/ 5 w 93"/>
                <a:gd name="T57" fmla="*/ 48 h 90"/>
                <a:gd name="T58" fmla="*/ 32 w 93"/>
                <a:gd name="T59" fmla="*/ 14 h 90"/>
                <a:gd name="T60" fmla="*/ 47 w 93"/>
                <a:gd name="T61" fmla="*/ 6 h 90"/>
                <a:gd name="T62" fmla="*/ 53 w 93"/>
                <a:gd name="T63" fmla="*/ 9 h 90"/>
                <a:gd name="T64" fmla="*/ 47 w 93"/>
                <a:gd name="T65" fmla="*/ 9 h 90"/>
                <a:gd name="T66" fmla="*/ 32 w 93"/>
                <a:gd name="T67" fmla="*/ 14 h 90"/>
                <a:gd name="T68" fmla="*/ 51 w 93"/>
                <a:gd name="T69" fmla="*/ 5 h 90"/>
                <a:gd name="T70" fmla="*/ 70 w 93"/>
                <a:gd name="T71" fmla="*/ 9 h 90"/>
                <a:gd name="T72" fmla="*/ 54 w 93"/>
                <a:gd name="T73" fmla="*/ 9 h 90"/>
                <a:gd name="T74" fmla="*/ 53 w 93"/>
                <a:gd name="T75" fmla="*/ 8 h 90"/>
                <a:gd name="T76" fmla="*/ 50 w 93"/>
                <a:gd name="T77" fmla="*/ 6 h 90"/>
                <a:gd name="T78" fmla="*/ 51 w 93"/>
                <a:gd name="T79" fmla="*/ 5 h 90"/>
                <a:gd name="T80" fmla="*/ 21 w 93"/>
                <a:gd name="T81" fmla="*/ 10 h 90"/>
                <a:gd name="T82" fmla="*/ 39 w 93"/>
                <a:gd name="T83" fmla="*/ 5 h 90"/>
                <a:gd name="T84" fmla="*/ 11 w 93"/>
                <a:gd name="T85" fmla="*/ 25 h 90"/>
                <a:gd name="T86" fmla="*/ 6 w 93"/>
                <a:gd name="T87" fmla="*/ 33 h 90"/>
                <a:gd name="T88" fmla="*/ 21 w 93"/>
                <a:gd name="T89" fmla="*/ 10 h 90"/>
                <a:gd name="T90" fmla="*/ 60 w 93"/>
                <a:gd name="T91" fmla="*/ 86 h 90"/>
                <a:gd name="T92" fmla="*/ 78 w 93"/>
                <a:gd name="T93" fmla="*/ 75 h 90"/>
                <a:gd name="T94" fmla="*/ 82 w 93"/>
                <a:gd name="T95" fmla="*/ 69 h 90"/>
                <a:gd name="T96" fmla="*/ 60 w 93"/>
                <a:gd name="T97" fmla="*/ 86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 h="90">
                  <a:moveTo>
                    <a:pt x="91" y="35"/>
                  </a:moveTo>
                  <a:cubicBezTo>
                    <a:pt x="90" y="28"/>
                    <a:pt x="88" y="22"/>
                    <a:pt x="83" y="17"/>
                  </a:cubicBezTo>
                  <a:cubicBezTo>
                    <a:pt x="83" y="16"/>
                    <a:pt x="82" y="15"/>
                    <a:pt x="81" y="15"/>
                  </a:cubicBezTo>
                  <a:cubicBezTo>
                    <a:pt x="79" y="12"/>
                    <a:pt x="77" y="10"/>
                    <a:pt x="74" y="8"/>
                  </a:cubicBezTo>
                  <a:cubicBezTo>
                    <a:pt x="65" y="1"/>
                    <a:pt x="54" y="0"/>
                    <a:pt x="43" y="4"/>
                  </a:cubicBezTo>
                  <a:cubicBezTo>
                    <a:pt x="38" y="4"/>
                    <a:pt x="32" y="5"/>
                    <a:pt x="27" y="6"/>
                  </a:cubicBezTo>
                  <a:cubicBezTo>
                    <a:pt x="18" y="7"/>
                    <a:pt x="11" y="15"/>
                    <a:pt x="7" y="22"/>
                  </a:cubicBezTo>
                  <a:cubicBezTo>
                    <a:pt x="3" y="28"/>
                    <a:pt x="1" y="37"/>
                    <a:pt x="1" y="45"/>
                  </a:cubicBezTo>
                  <a:cubicBezTo>
                    <a:pt x="0" y="49"/>
                    <a:pt x="0" y="52"/>
                    <a:pt x="0" y="56"/>
                  </a:cubicBezTo>
                  <a:cubicBezTo>
                    <a:pt x="2" y="67"/>
                    <a:pt x="13" y="74"/>
                    <a:pt x="21" y="80"/>
                  </a:cubicBezTo>
                  <a:cubicBezTo>
                    <a:pt x="28" y="86"/>
                    <a:pt x="36" y="88"/>
                    <a:pt x="45" y="88"/>
                  </a:cubicBezTo>
                  <a:cubicBezTo>
                    <a:pt x="51" y="90"/>
                    <a:pt x="57" y="90"/>
                    <a:pt x="63" y="89"/>
                  </a:cubicBezTo>
                  <a:cubicBezTo>
                    <a:pt x="74" y="86"/>
                    <a:pt x="82" y="77"/>
                    <a:pt x="87" y="67"/>
                  </a:cubicBezTo>
                  <a:cubicBezTo>
                    <a:pt x="91" y="57"/>
                    <a:pt x="93" y="46"/>
                    <a:pt x="91" y="35"/>
                  </a:cubicBezTo>
                  <a:moveTo>
                    <a:pt x="39" y="83"/>
                  </a:moveTo>
                  <a:cubicBezTo>
                    <a:pt x="35" y="82"/>
                    <a:pt x="30" y="80"/>
                    <a:pt x="26" y="78"/>
                  </a:cubicBezTo>
                  <a:cubicBezTo>
                    <a:pt x="31" y="79"/>
                    <a:pt x="35" y="79"/>
                    <a:pt x="40" y="80"/>
                  </a:cubicBezTo>
                  <a:cubicBezTo>
                    <a:pt x="42" y="81"/>
                    <a:pt x="43" y="77"/>
                    <a:pt x="41" y="77"/>
                  </a:cubicBezTo>
                  <a:cubicBezTo>
                    <a:pt x="31" y="75"/>
                    <a:pt x="20" y="75"/>
                    <a:pt x="14" y="66"/>
                  </a:cubicBezTo>
                  <a:cubicBezTo>
                    <a:pt x="9" y="56"/>
                    <a:pt x="9" y="43"/>
                    <a:pt x="15" y="34"/>
                  </a:cubicBezTo>
                  <a:cubicBezTo>
                    <a:pt x="27" y="17"/>
                    <a:pt x="47" y="11"/>
                    <a:pt x="66" y="12"/>
                  </a:cubicBezTo>
                  <a:cubicBezTo>
                    <a:pt x="89" y="14"/>
                    <a:pt x="90" y="46"/>
                    <a:pt x="82" y="62"/>
                  </a:cubicBezTo>
                  <a:cubicBezTo>
                    <a:pt x="74" y="79"/>
                    <a:pt x="57" y="86"/>
                    <a:pt x="39" y="83"/>
                  </a:cubicBezTo>
                  <a:moveTo>
                    <a:pt x="5" y="48"/>
                  </a:moveTo>
                  <a:cubicBezTo>
                    <a:pt x="5" y="46"/>
                    <a:pt x="6" y="44"/>
                    <a:pt x="6" y="42"/>
                  </a:cubicBezTo>
                  <a:cubicBezTo>
                    <a:pt x="10" y="33"/>
                    <a:pt x="15" y="25"/>
                    <a:pt x="23" y="20"/>
                  </a:cubicBezTo>
                  <a:cubicBezTo>
                    <a:pt x="20" y="23"/>
                    <a:pt x="16" y="26"/>
                    <a:pt x="14" y="29"/>
                  </a:cubicBezTo>
                  <a:cubicBezTo>
                    <a:pt x="6" y="39"/>
                    <a:pt x="4" y="51"/>
                    <a:pt x="8" y="62"/>
                  </a:cubicBezTo>
                  <a:cubicBezTo>
                    <a:pt x="6" y="58"/>
                    <a:pt x="5" y="53"/>
                    <a:pt x="5" y="48"/>
                  </a:cubicBezTo>
                  <a:moveTo>
                    <a:pt x="32" y="14"/>
                  </a:moveTo>
                  <a:cubicBezTo>
                    <a:pt x="37" y="11"/>
                    <a:pt x="42" y="8"/>
                    <a:pt x="47" y="6"/>
                  </a:cubicBezTo>
                  <a:cubicBezTo>
                    <a:pt x="50" y="7"/>
                    <a:pt x="51" y="8"/>
                    <a:pt x="53" y="9"/>
                  </a:cubicBezTo>
                  <a:cubicBezTo>
                    <a:pt x="51" y="9"/>
                    <a:pt x="49" y="9"/>
                    <a:pt x="47" y="9"/>
                  </a:cubicBezTo>
                  <a:cubicBezTo>
                    <a:pt x="42" y="10"/>
                    <a:pt x="37" y="12"/>
                    <a:pt x="32" y="14"/>
                  </a:cubicBezTo>
                  <a:moveTo>
                    <a:pt x="51" y="5"/>
                  </a:moveTo>
                  <a:cubicBezTo>
                    <a:pt x="58" y="4"/>
                    <a:pt x="65" y="6"/>
                    <a:pt x="70" y="9"/>
                  </a:cubicBezTo>
                  <a:cubicBezTo>
                    <a:pt x="65" y="8"/>
                    <a:pt x="59" y="8"/>
                    <a:pt x="54" y="9"/>
                  </a:cubicBezTo>
                  <a:cubicBezTo>
                    <a:pt x="54" y="9"/>
                    <a:pt x="54" y="8"/>
                    <a:pt x="53" y="8"/>
                  </a:cubicBezTo>
                  <a:cubicBezTo>
                    <a:pt x="52" y="7"/>
                    <a:pt x="51" y="6"/>
                    <a:pt x="50" y="6"/>
                  </a:cubicBezTo>
                  <a:cubicBezTo>
                    <a:pt x="50" y="6"/>
                    <a:pt x="51" y="5"/>
                    <a:pt x="51" y="5"/>
                  </a:cubicBezTo>
                  <a:moveTo>
                    <a:pt x="21" y="10"/>
                  </a:moveTo>
                  <a:cubicBezTo>
                    <a:pt x="25" y="7"/>
                    <a:pt x="32" y="5"/>
                    <a:pt x="39" y="5"/>
                  </a:cubicBezTo>
                  <a:cubicBezTo>
                    <a:pt x="30" y="10"/>
                    <a:pt x="18" y="17"/>
                    <a:pt x="11" y="25"/>
                  </a:cubicBezTo>
                  <a:cubicBezTo>
                    <a:pt x="10" y="27"/>
                    <a:pt x="8" y="30"/>
                    <a:pt x="6" y="33"/>
                  </a:cubicBezTo>
                  <a:cubicBezTo>
                    <a:pt x="8" y="24"/>
                    <a:pt x="13" y="16"/>
                    <a:pt x="21" y="10"/>
                  </a:cubicBezTo>
                  <a:moveTo>
                    <a:pt x="60" y="86"/>
                  </a:moveTo>
                  <a:cubicBezTo>
                    <a:pt x="67" y="83"/>
                    <a:pt x="73" y="80"/>
                    <a:pt x="78" y="75"/>
                  </a:cubicBezTo>
                  <a:cubicBezTo>
                    <a:pt x="79" y="73"/>
                    <a:pt x="81" y="71"/>
                    <a:pt x="82" y="69"/>
                  </a:cubicBezTo>
                  <a:cubicBezTo>
                    <a:pt x="77" y="77"/>
                    <a:pt x="70" y="84"/>
                    <a:pt x="60" y="86"/>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37" name="chenying0907 650"/>
            <p:cNvSpPr/>
            <p:nvPr/>
          </p:nvSpPr>
          <p:spPr bwMode="auto">
            <a:xfrm>
              <a:off x="8534401" y="5521326"/>
              <a:ext cx="200025" cy="80963"/>
            </a:xfrm>
            <a:custGeom>
              <a:avLst/>
              <a:gdLst>
                <a:gd name="T0" fmla="*/ 58 w 93"/>
                <a:gd name="T1" fmla="*/ 5 h 38"/>
                <a:gd name="T2" fmla="*/ 35 w 93"/>
                <a:gd name="T3" fmla="*/ 21 h 38"/>
                <a:gd name="T4" fmla="*/ 20 w 93"/>
                <a:gd name="T5" fmla="*/ 31 h 38"/>
                <a:gd name="T6" fmla="*/ 2 w 93"/>
                <a:gd name="T7" fmla="*/ 26 h 38"/>
                <a:gd name="T8" fmla="*/ 1 w 93"/>
                <a:gd name="T9" fmla="*/ 29 h 38"/>
                <a:gd name="T10" fmla="*/ 17 w 93"/>
                <a:gd name="T11" fmla="*/ 37 h 38"/>
                <a:gd name="T12" fmla="*/ 35 w 93"/>
                <a:gd name="T13" fmla="*/ 27 h 38"/>
                <a:gd name="T14" fmla="*/ 58 w 93"/>
                <a:gd name="T15" fmla="*/ 10 h 38"/>
                <a:gd name="T16" fmla="*/ 74 w 93"/>
                <a:gd name="T17" fmla="*/ 7 h 38"/>
                <a:gd name="T18" fmla="*/ 81 w 93"/>
                <a:gd name="T19" fmla="*/ 8 h 38"/>
                <a:gd name="T20" fmla="*/ 89 w 93"/>
                <a:gd name="T21" fmla="*/ 14 h 38"/>
                <a:gd name="T22" fmla="*/ 89 w 93"/>
                <a:gd name="T23" fmla="*/ 16 h 38"/>
                <a:gd name="T24" fmla="*/ 92 w 93"/>
                <a:gd name="T25" fmla="*/ 16 h 38"/>
                <a:gd name="T26" fmla="*/ 92 w 93"/>
                <a:gd name="T27" fmla="*/ 14 h 38"/>
                <a:gd name="T28" fmla="*/ 58 w 93"/>
                <a:gd name="T29"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3" h="38">
                  <a:moveTo>
                    <a:pt x="58" y="5"/>
                  </a:moveTo>
                  <a:cubicBezTo>
                    <a:pt x="50" y="9"/>
                    <a:pt x="42" y="15"/>
                    <a:pt x="35" y="21"/>
                  </a:cubicBezTo>
                  <a:cubicBezTo>
                    <a:pt x="31" y="25"/>
                    <a:pt x="26" y="29"/>
                    <a:pt x="20" y="31"/>
                  </a:cubicBezTo>
                  <a:cubicBezTo>
                    <a:pt x="11" y="35"/>
                    <a:pt x="9" y="28"/>
                    <a:pt x="2" y="26"/>
                  </a:cubicBezTo>
                  <a:cubicBezTo>
                    <a:pt x="1" y="26"/>
                    <a:pt x="0" y="28"/>
                    <a:pt x="1" y="29"/>
                  </a:cubicBezTo>
                  <a:cubicBezTo>
                    <a:pt x="6" y="33"/>
                    <a:pt x="10" y="38"/>
                    <a:pt x="17" y="37"/>
                  </a:cubicBezTo>
                  <a:cubicBezTo>
                    <a:pt x="23" y="37"/>
                    <a:pt x="30" y="31"/>
                    <a:pt x="35" y="27"/>
                  </a:cubicBezTo>
                  <a:cubicBezTo>
                    <a:pt x="43" y="21"/>
                    <a:pt x="49" y="15"/>
                    <a:pt x="58" y="10"/>
                  </a:cubicBezTo>
                  <a:cubicBezTo>
                    <a:pt x="63" y="7"/>
                    <a:pt x="68" y="7"/>
                    <a:pt x="74" y="7"/>
                  </a:cubicBezTo>
                  <a:cubicBezTo>
                    <a:pt x="76" y="7"/>
                    <a:pt x="79" y="7"/>
                    <a:pt x="81" y="8"/>
                  </a:cubicBezTo>
                  <a:cubicBezTo>
                    <a:pt x="83" y="8"/>
                    <a:pt x="91" y="14"/>
                    <a:pt x="89" y="14"/>
                  </a:cubicBezTo>
                  <a:cubicBezTo>
                    <a:pt x="88" y="15"/>
                    <a:pt x="88" y="16"/>
                    <a:pt x="89" y="16"/>
                  </a:cubicBezTo>
                  <a:cubicBezTo>
                    <a:pt x="90" y="16"/>
                    <a:pt x="91" y="16"/>
                    <a:pt x="92" y="16"/>
                  </a:cubicBezTo>
                  <a:cubicBezTo>
                    <a:pt x="92" y="15"/>
                    <a:pt x="93" y="15"/>
                    <a:pt x="92" y="14"/>
                  </a:cubicBezTo>
                  <a:cubicBezTo>
                    <a:pt x="89" y="1"/>
                    <a:pt x="68" y="0"/>
                    <a:pt x="58" y="5"/>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38" name="chenying0907 651"/>
            <p:cNvSpPr/>
            <p:nvPr/>
          </p:nvSpPr>
          <p:spPr bwMode="auto">
            <a:xfrm>
              <a:off x="8539163" y="5565776"/>
              <a:ext cx="184150" cy="71438"/>
            </a:xfrm>
            <a:custGeom>
              <a:avLst/>
              <a:gdLst>
                <a:gd name="T0" fmla="*/ 65 w 86"/>
                <a:gd name="T1" fmla="*/ 4 h 33"/>
                <a:gd name="T2" fmla="*/ 41 w 86"/>
                <a:gd name="T3" fmla="*/ 18 h 33"/>
                <a:gd name="T4" fmla="*/ 23 w 86"/>
                <a:gd name="T5" fmla="*/ 27 h 33"/>
                <a:gd name="T6" fmla="*/ 14 w 86"/>
                <a:gd name="T7" fmla="*/ 22 h 33"/>
                <a:gd name="T8" fmla="*/ 11 w 86"/>
                <a:gd name="T9" fmla="*/ 21 h 33"/>
                <a:gd name="T10" fmla="*/ 29 w 86"/>
                <a:gd name="T11" fmla="*/ 31 h 33"/>
                <a:gd name="T12" fmla="*/ 57 w 86"/>
                <a:gd name="T13" fmla="*/ 12 h 33"/>
                <a:gd name="T14" fmla="*/ 81 w 86"/>
                <a:gd name="T15" fmla="*/ 12 h 33"/>
                <a:gd name="T16" fmla="*/ 83 w 86"/>
                <a:gd name="T17" fmla="*/ 12 h 33"/>
                <a:gd name="T18" fmla="*/ 65 w 86"/>
                <a:gd name="T19"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 h="33">
                  <a:moveTo>
                    <a:pt x="65" y="4"/>
                  </a:moveTo>
                  <a:cubicBezTo>
                    <a:pt x="56" y="7"/>
                    <a:pt x="48" y="12"/>
                    <a:pt x="41" y="18"/>
                  </a:cubicBezTo>
                  <a:cubicBezTo>
                    <a:pt x="35" y="23"/>
                    <a:pt x="30" y="26"/>
                    <a:pt x="23" y="27"/>
                  </a:cubicBezTo>
                  <a:cubicBezTo>
                    <a:pt x="19" y="27"/>
                    <a:pt x="12" y="28"/>
                    <a:pt x="14" y="22"/>
                  </a:cubicBezTo>
                  <a:cubicBezTo>
                    <a:pt x="14" y="21"/>
                    <a:pt x="12" y="20"/>
                    <a:pt x="11" y="21"/>
                  </a:cubicBezTo>
                  <a:cubicBezTo>
                    <a:pt x="0" y="32"/>
                    <a:pt x="23" y="33"/>
                    <a:pt x="29" y="31"/>
                  </a:cubicBezTo>
                  <a:cubicBezTo>
                    <a:pt x="40" y="28"/>
                    <a:pt x="47" y="17"/>
                    <a:pt x="57" y="12"/>
                  </a:cubicBezTo>
                  <a:cubicBezTo>
                    <a:pt x="61" y="10"/>
                    <a:pt x="82" y="0"/>
                    <a:pt x="81" y="12"/>
                  </a:cubicBezTo>
                  <a:cubicBezTo>
                    <a:pt x="81" y="13"/>
                    <a:pt x="83" y="13"/>
                    <a:pt x="83" y="12"/>
                  </a:cubicBezTo>
                  <a:cubicBezTo>
                    <a:pt x="86" y="1"/>
                    <a:pt x="72" y="3"/>
                    <a:pt x="65" y="4"/>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39" name="chenying0907 652"/>
            <p:cNvSpPr/>
            <p:nvPr/>
          </p:nvSpPr>
          <p:spPr bwMode="auto">
            <a:xfrm>
              <a:off x="8594726" y="5634038"/>
              <a:ext cx="168275" cy="79375"/>
            </a:xfrm>
            <a:custGeom>
              <a:avLst/>
              <a:gdLst>
                <a:gd name="T0" fmla="*/ 76 w 78"/>
                <a:gd name="T1" fmla="*/ 4 h 37"/>
                <a:gd name="T2" fmla="*/ 59 w 78"/>
                <a:gd name="T3" fmla="*/ 1 h 37"/>
                <a:gd name="T4" fmla="*/ 39 w 78"/>
                <a:gd name="T5" fmla="*/ 12 h 37"/>
                <a:gd name="T6" fmla="*/ 3 w 78"/>
                <a:gd name="T7" fmla="*/ 26 h 37"/>
                <a:gd name="T8" fmla="*/ 0 w 78"/>
                <a:gd name="T9" fmla="*/ 27 h 37"/>
                <a:gd name="T10" fmla="*/ 20 w 78"/>
                <a:gd name="T11" fmla="*/ 28 h 37"/>
                <a:gd name="T12" fmla="*/ 41 w 78"/>
                <a:gd name="T13" fmla="*/ 15 h 37"/>
                <a:gd name="T14" fmla="*/ 54 w 78"/>
                <a:gd name="T15" fmla="*/ 7 h 37"/>
                <a:gd name="T16" fmla="*/ 76 w 78"/>
                <a:gd name="T17" fmla="*/ 6 h 37"/>
                <a:gd name="T18" fmla="*/ 76 w 78"/>
                <a:gd name="T19"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37">
                  <a:moveTo>
                    <a:pt x="76" y="4"/>
                  </a:moveTo>
                  <a:cubicBezTo>
                    <a:pt x="71" y="3"/>
                    <a:pt x="65" y="0"/>
                    <a:pt x="59" y="1"/>
                  </a:cubicBezTo>
                  <a:cubicBezTo>
                    <a:pt x="52" y="3"/>
                    <a:pt x="45" y="8"/>
                    <a:pt x="39" y="12"/>
                  </a:cubicBezTo>
                  <a:cubicBezTo>
                    <a:pt x="35" y="15"/>
                    <a:pt x="8" y="34"/>
                    <a:pt x="3" y="26"/>
                  </a:cubicBezTo>
                  <a:cubicBezTo>
                    <a:pt x="2" y="25"/>
                    <a:pt x="0" y="25"/>
                    <a:pt x="0" y="27"/>
                  </a:cubicBezTo>
                  <a:cubicBezTo>
                    <a:pt x="0" y="37"/>
                    <a:pt x="15" y="30"/>
                    <a:pt x="20" y="28"/>
                  </a:cubicBezTo>
                  <a:cubicBezTo>
                    <a:pt x="28" y="25"/>
                    <a:pt x="34" y="20"/>
                    <a:pt x="41" y="15"/>
                  </a:cubicBezTo>
                  <a:cubicBezTo>
                    <a:pt x="45" y="12"/>
                    <a:pt x="50" y="9"/>
                    <a:pt x="54" y="7"/>
                  </a:cubicBezTo>
                  <a:cubicBezTo>
                    <a:pt x="62" y="3"/>
                    <a:pt x="68" y="4"/>
                    <a:pt x="76" y="6"/>
                  </a:cubicBezTo>
                  <a:cubicBezTo>
                    <a:pt x="77" y="6"/>
                    <a:pt x="78" y="4"/>
                    <a:pt x="76" y="4"/>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40" name="chenying0907 653"/>
            <p:cNvSpPr/>
            <p:nvPr/>
          </p:nvSpPr>
          <p:spPr bwMode="auto">
            <a:xfrm>
              <a:off x="8878888" y="6016626"/>
              <a:ext cx="28575" cy="22225"/>
            </a:xfrm>
            <a:custGeom>
              <a:avLst/>
              <a:gdLst>
                <a:gd name="T0" fmla="*/ 11 w 13"/>
                <a:gd name="T1" fmla="*/ 1 h 10"/>
                <a:gd name="T2" fmla="*/ 6 w 13"/>
                <a:gd name="T3" fmla="*/ 5 h 10"/>
                <a:gd name="T4" fmla="*/ 3 w 13"/>
                <a:gd name="T5" fmla="*/ 7 h 10"/>
                <a:gd name="T6" fmla="*/ 1 w 13"/>
                <a:gd name="T7" fmla="*/ 8 h 10"/>
                <a:gd name="T8" fmla="*/ 2 w 13"/>
                <a:gd name="T9" fmla="*/ 10 h 10"/>
                <a:gd name="T10" fmla="*/ 6 w 13"/>
                <a:gd name="T11" fmla="*/ 7 h 10"/>
                <a:gd name="T12" fmla="*/ 12 w 13"/>
                <a:gd name="T13" fmla="*/ 2 h 10"/>
                <a:gd name="T14" fmla="*/ 11 w 13"/>
                <a:gd name="T15" fmla="*/ 1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0">
                  <a:moveTo>
                    <a:pt x="11" y="1"/>
                  </a:moveTo>
                  <a:cubicBezTo>
                    <a:pt x="9" y="2"/>
                    <a:pt x="8" y="3"/>
                    <a:pt x="6" y="5"/>
                  </a:cubicBezTo>
                  <a:cubicBezTo>
                    <a:pt x="5" y="5"/>
                    <a:pt x="4" y="6"/>
                    <a:pt x="3" y="7"/>
                  </a:cubicBezTo>
                  <a:cubicBezTo>
                    <a:pt x="3" y="7"/>
                    <a:pt x="2" y="8"/>
                    <a:pt x="1" y="8"/>
                  </a:cubicBezTo>
                  <a:cubicBezTo>
                    <a:pt x="0" y="9"/>
                    <a:pt x="1" y="10"/>
                    <a:pt x="2" y="10"/>
                  </a:cubicBezTo>
                  <a:cubicBezTo>
                    <a:pt x="3" y="10"/>
                    <a:pt x="5" y="8"/>
                    <a:pt x="6" y="7"/>
                  </a:cubicBezTo>
                  <a:cubicBezTo>
                    <a:pt x="8" y="5"/>
                    <a:pt x="10" y="3"/>
                    <a:pt x="12" y="2"/>
                  </a:cubicBezTo>
                  <a:cubicBezTo>
                    <a:pt x="13" y="2"/>
                    <a:pt x="12" y="0"/>
                    <a:pt x="11"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grpSp>
      <p:grpSp>
        <p:nvGrpSpPr>
          <p:cNvPr id="541" name="PA_组合 147"/>
          <p:cNvGrpSpPr/>
          <p:nvPr>
            <p:custDataLst>
              <p:tags r:id="rId4"/>
            </p:custDataLst>
          </p:nvPr>
        </p:nvGrpSpPr>
        <p:grpSpPr>
          <a:xfrm>
            <a:off x="1594129" y="2596981"/>
            <a:ext cx="953136" cy="768375"/>
            <a:chOff x="3130551" y="1903413"/>
            <a:chExt cx="1031875" cy="831850"/>
          </a:xfrm>
          <a:solidFill>
            <a:schemeClr val="tx1"/>
          </a:solidFill>
        </p:grpSpPr>
        <p:sp>
          <p:nvSpPr>
            <p:cNvPr id="542" name="chenying0907 654"/>
            <p:cNvSpPr>
              <a:spLocks noEditPoints="1"/>
            </p:cNvSpPr>
            <p:nvPr/>
          </p:nvSpPr>
          <p:spPr bwMode="auto">
            <a:xfrm>
              <a:off x="3130551" y="1903413"/>
              <a:ext cx="1031875" cy="831850"/>
            </a:xfrm>
            <a:custGeom>
              <a:avLst/>
              <a:gdLst>
                <a:gd name="T0" fmla="*/ 433 w 480"/>
                <a:gd name="T1" fmla="*/ 295 h 387"/>
                <a:gd name="T2" fmla="*/ 422 w 480"/>
                <a:gd name="T3" fmla="*/ 335 h 387"/>
                <a:gd name="T4" fmla="*/ 408 w 480"/>
                <a:gd name="T5" fmla="*/ 336 h 387"/>
                <a:gd name="T6" fmla="*/ 311 w 480"/>
                <a:gd name="T7" fmla="*/ 341 h 387"/>
                <a:gd name="T8" fmla="*/ 150 w 480"/>
                <a:gd name="T9" fmla="*/ 350 h 387"/>
                <a:gd name="T10" fmla="*/ 41 w 480"/>
                <a:gd name="T11" fmla="*/ 343 h 387"/>
                <a:gd name="T12" fmla="*/ 41 w 480"/>
                <a:gd name="T13" fmla="*/ 324 h 387"/>
                <a:gd name="T14" fmla="*/ 35 w 480"/>
                <a:gd name="T15" fmla="*/ 71 h 387"/>
                <a:gd name="T16" fmla="*/ 70 w 480"/>
                <a:gd name="T17" fmla="*/ 63 h 387"/>
                <a:gd name="T18" fmla="*/ 53 w 480"/>
                <a:gd name="T19" fmla="*/ 16 h 387"/>
                <a:gd name="T20" fmla="*/ 42 w 480"/>
                <a:gd name="T21" fmla="*/ 5 h 387"/>
                <a:gd name="T22" fmla="*/ 20 w 480"/>
                <a:gd name="T23" fmla="*/ 22 h 387"/>
                <a:gd name="T24" fmla="*/ 0 w 480"/>
                <a:gd name="T25" fmla="*/ 57 h 387"/>
                <a:gd name="T26" fmla="*/ 27 w 480"/>
                <a:gd name="T27" fmla="*/ 70 h 387"/>
                <a:gd name="T28" fmla="*/ 23 w 480"/>
                <a:gd name="T29" fmla="*/ 191 h 387"/>
                <a:gd name="T30" fmla="*/ 26 w 480"/>
                <a:gd name="T31" fmla="*/ 326 h 387"/>
                <a:gd name="T32" fmla="*/ 58 w 480"/>
                <a:gd name="T33" fmla="*/ 359 h 387"/>
                <a:gd name="T34" fmla="*/ 185 w 480"/>
                <a:gd name="T35" fmla="*/ 364 h 387"/>
                <a:gd name="T36" fmla="*/ 311 w 480"/>
                <a:gd name="T37" fmla="*/ 356 h 387"/>
                <a:gd name="T38" fmla="*/ 418 w 480"/>
                <a:gd name="T39" fmla="*/ 352 h 387"/>
                <a:gd name="T40" fmla="*/ 436 w 480"/>
                <a:gd name="T41" fmla="*/ 384 h 387"/>
                <a:gd name="T42" fmla="*/ 475 w 480"/>
                <a:gd name="T43" fmla="*/ 338 h 387"/>
                <a:gd name="T44" fmla="*/ 23 w 480"/>
                <a:gd name="T45" fmla="*/ 55 h 387"/>
                <a:gd name="T46" fmla="*/ 20 w 480"/>
                <a:gd name="T47" fmla="*/ 47 h 387"/>
                <a:gd name="T48" fmla="*/ 36 w 480"/>
                <a:gd name="T49" fmla="*/ 13 h 387"/>
                <a:gd name="T50" fmla="*/ 40 w 480"/>
                <a:gd name="T51" fmla="*/ 20 h 387"/>
                <a:gd name="T52" fmla="*/ 56 w 480"/>
                <a:gd name="T53" fmla="*/ 56 h 387"/>
                <a:gd name="T54" fmla="*/ 23 w 480"/>
                <a:gd name="T55" fmla="*/ 55 h 387"/>
                <a:gd name="T56" fmla="*/ 435 w 480"/>
                <a:gd name="T57" fmla="*/ 363 h 387"/>
                <a:gd name="T58" fmla="*/ 435 w 480"/>
                <a:gd name="T59" fmla="*/ 345 h 387"/>
                <a:gd name="T60" fmla="*/ 434 w 480"/>
                <a:gd name="T61" fmla="*/ 313 h 387"/>
                <a:gd name="T62" fmla="*/ 444 w 480"/>
                <a:gd name="T63" fmla="*/ 349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0" h="387">
                  <a:moveTo>
                    <a:pt x="473" y="325"/>
                  </a:moveTo>
                  <a:cubicBezTo>
                    <a:pt x="456" y="320"/>
                    <a:pt x="449" y="299"/>
                    <a:pt x="433" y="295"/>
                  </a:cubicBezTo>
                  <a:cubicBezTo>
                    <a:pt x="422" y="292"/>
                    <a:pt x="418" y="302"/>
                    <a:pt x="419" y="311"/>
                  </a:cubicBezTo>
                  <a:cubicBezTo>
                    <a:pt x="419" y="316"/>
                    <a:pt x="424" y="330"/>
                    <a:pt x="422" y="335"/>
                  </a:cubicBezTo>
                  <a:cubicBezTo>
                    <a:pt x="421" y="336"/>
                    <a:pt x="420" y="336"/>
                    <a:pt x="419" y="337"/>
                  </a:cubicBezTo>
                  <a:cubicBezTo>
                    <a:pt x="415" y="337"/>
                    <a:pt x="409" y="336"/>
                    <a:pt x="408" y="336"/>
                  </a:cubicBezTo>
                  <a:cubicBezTo>
                    <a:pt x="401" y="336"/>
                    <a:pt x="395" y="336"/>
                    <a:pt x="388" y="336"/>
                  </a:cubicBezTo>
                  <a:cubicBezTo>
                    <a:pt x="362" y="336"/>
                    <a:pt x="337" y="340"/>
                    <a:pt x="311" y="341"/>
                  </a:cubicBezTo>
                  <a:cubicBezTo>
                    <a:pt x="284" y="342"/>
                    <a:pt x="257" y="344"/>
                    <a:pt x="230" y="346"/>
                  </a:cubicBezTo>
                  <a:cubicBezTo>
                    <a:pt x="204" y="348"/>
                    <a:pt x="177" y="348"/>
                    <a:pt x="150" y="350"/>
                  </a:cubicBezTo>
                  <a:cubicBezTo>
                    <a:pt x="123" y="353"/>
                    <a:pt x="93" y="350"/>
                    <a:pt x="66" y="346"/>
                  </a:cubicBezTo>
                  <a:cubicBezTo>
                    <a:pt x="61" y="345"/>
                    <a:pt x="44" y="346"/>
                    <a:pt x="41" y="343"/>
                  </a:cubicBezTo>
                  <a:cubicBezTo>
                    <a:pt x="39" y="341"/>
                    <a:pt x="38" y="336"/>
                    <a:pt x="38" y="330"/>
                  </a:cubicBezTo>
                  <a:cubicBezTo>
                    <a:pt x="39" y="329"/>
                    <a:pt x="41" y="327"/>
                    <a:pt x="41" y="324"/>
                  </a:cubicBezTo>
                  <a:cubicBezTo>
                    <a:pt x="41" y="281"/>
                    <a:pt x="45" y="237"/>
                    <a:pt x="39" y="195"/>
                  </a:cubicBezTo>
                  <a:cubicBezTo>
                    <a:pt x="33" y="154"/>
                    <a:pt x="42" y="111"/>
                    <a:pt x="35" y="71"/>
                  </a:cubicBezTo>
                  <a:cubicBezTo>
                    <a:pt x="45" y="72"/>
                    <a:pt x="55" y="71"/>
                    <a:pt x="65" y="68"/>
                  </a:cubicBezTo>
                  <a:cubicBezTo>
                    <a:pt x="67" y="67"/>
                    <a:pt x="69" y="65"/>
                    <a:pt x="70" y="63"/>
                  </a:cubicBezTo>
                  <a:cubicBezTo>
                    <a:pt x="72" y="53"/>
                    <a:pt x="66" y="43"/>
                    <a:pt x="62" y="34"/>
                  </a:cubicBezTo>
                  <a:cubicBezTo>
                    <a:pt x="59" y="28"/>
                    <a:pt x="56" y="22"/>
                    <a:pt x="53" y="16"/>
                  </a:cubicBezTo>
                  <a:cubicBezTo>
                    <a:pt x="52" y="11"/>
                    <a:pt x="51" y="9"/>
                    <a:pt x="47" y="6"/>
                  </a:cubicBezTo>
                  <a:cubicBezTo>
                    <a:pt x="45" y="5"/>
                    <a:pt x="44" y="5"/>
                    <a:pt x="42" y="5"/>
                  </a:cubicBezTo>
                  <a:cubicBezTo>
                    <a:pt x="43" y="2"/>
                    <a:pt x="40" y="0"/>
                    <a:pt x="37" y="0"/>
                  </a:cubicBezTo>
                  <a:cubicBezTo>
                    <a:pt x="28" y="3"/>
                    <a:pt x="24" y="15"/>
                    <a:pt x="20" y="22"/>
                  </a:cubicBezTo>
                  <a:cubicBezTo>
                    <a:pt x="16" y="29"/>
                    <a:pt x="13" y="36"/>
                    <a:pt x="9" y="42"/>
                  </a:cubicBezTo>
                  <a:cubicBezTo>
                    <a:pt x="5" y="47"/>
                    <a:pt x="2" y="51"/>
                    <a:pt x="0" y="57"/>
                  </a:cubicBezTo>
                  <a:cubicBezTo>
                    <a:pt x="0" y="59"/>
                    <a:pt x="0" y="62"/>
                    <a:pt x="2" y="63"/>
                  </a:cubicBezTo>
                  <a:cubicBezTo>
                    <a:pt x="8" y="69"/>
                    <a:pt x="18" y="69"/>
                    <a:pt x="27" y="70"/>
                  </a:cubicBezTo>
                  <a:cubicBezTo>
                    <a:pt x="23" y="90"/>
                    <a:pt x="24" y="110"/>
                    <a:pt x="24" y="130"/>
                  </a:cubicBezTo>
                  <a:cubicBezTo>
                    <a:pt x="24" y="150"/>
                    <a:pt x="22" y="171"/>
                    <a:pt x="23" y="191"/>
                  </a:cubicBezTo>
                  <a:cubicBezTo>
                    <a:pt x="28" y="235"/>
                    <a:pt x="26" y="279"/>
                    <a:pt x="26" y="324"/>
                  </a:cubicBezTo>
                  <a:cubicBezTo>
                    <a:pt x="26" y="325"/>
                    <a:pt x="26" y="325"/>
                    <a:pt x="26" y="326"/>
                  </a:cubicBezTo>
                  <a:cubicBezTo>
                    <a:pt x="24" y="335"/>
                    <a:pt x="24" y="344"/>
                    <a:pt x="27" y="350"/>
                  </a:cubicBezTo>
                  <a:cubicBezTo>
                    <a:pt x="34" y="360"/>
                    <a:pt x="49" y="357"/>
                    <a:pt x="58" y="359"/>
                  </a:cubicBezTo>
                  <a:cubicBezTo>
                    <a:pt x="77" y="362"/>
                    <a:pt x="96" y="364"/>
                    <a:pt x="115" y="365"/>
                  </a:cubicBezTo>
                  <a:cubicBezTo>
                    <a:pt x="138" y="367"/>
                    <a:pt x="162" y="364"/>
                    <a:pt x="185" y="364"/>
                  </a:cubicBezTo>
                  <a:cubicBezTo>
                    <a:pt x="206" y="364"/>
                    <a:pt x="226" y="363"/>
                    <a:pt x="246" y="360"/>
                  </a:cubicBezTo>
                  <a:cubicBezTo>
                    <a:pt x="268" y="358"/>
                    <a:pt x="289" y="357"/>
                    <a:pt x="311" y="356"/>
                  </a:cubicBezTo>
                  <a:cubicBezTo>
                    <a:pt x="331" y="355"/>
                    <a:pt x="351" y="351"/>
                    <a:pt x="371" y="351"/>
                  </a:cubicBezTo>
                  <a:cubicBezTo>
                    <a:pt x="386" y="351"/>
                    <a:pt x="402" y="354"/>
                    <a:pt x="418" y="352"/>
                  </a:cubicBezTo>
                  <a:cubicBezTo>
                    <a:pt x="419" y="362"/>
                    <a:pt x="423" y="372"/>
                    <a:pt x="425" y="379"/>
                  </a:cubicBezTo>
                  <a:cubicBezTo>
                    <a:pt x="427" y="383"/>
                    <a:pt x="432" y="387"/>
                    <a:pt x="436" y="384"/>
                  </a:cubicBezTo>
                  <a:cubicBezTo>
                    <a:pt x="442" y="379"/>
                    <a:pt x="444" y="373"/>
                    <a:pt x="448" y="367"/>
                  </a:cubicBezTo>
                  <a:cubicBezTo>
                    <a:pt x="455" y="357"/>
                    <a:pt x="465" y="345"/>
                    <a:pt x="475" y="338"/>
                  </a:cubicBezTo>
                  <a:cubicBezTo>
                    <a:pt x="480" y="334"/>
                    <a:pt x="480" y="327"/>
                    <a:pt x="473" y="325"/>
                  </a:cubicBezTo>
                  <a:moveTo>
                    <a:pt x="23" y="55"/>
                  </a:moveTo>
                  <a:cubicBezTo>
                    <a:pt x="21" y="55"/>
                    <a:pt x="17" y="56"/>
                    <a:pt x="14" y="55"/>
                  </a:cubicBezTo>
                  <a:cubicBezTo>
                    <a:pt x="16" y="52"/>
                    <a:pt x="18" y="50"/>
                    <a:pt x="20" y="47"/>
                  </a:cubicBezTo>
                  <a:cubicBezTo>
                    <a:pt x="23" y="42"/>
                    <a:pt x="25" y="37"/>
                    <a:pt x="27" y="32"/>
                  </a:cubicBezTo>
                  <a:cubicBezTo>
                    <a:pt x="30" y="27"/>
                    <a:pt x="33" y="19"/>
                    <a:pt x="36" y="13"/>
                  </a:cubicBezTo>
                  <a:cubicBezTo>
                    <a:pt x="36" y="13"/>
                    <a:pt x="36" y="14"/>
                    <a:pt x="36" y="14"/>
                  </a:cubicBezTo>
                  <a:cubicBezTo>
                    <a:pt x="38" y="16"/>
                    <a:pt x="39" y="18"/>
                    <a:pt x="40" y="20"/>
                  </a:cubicBezTo>
                  <a:cubicBezTo>
                    <a:pt x="42" y="24"/>
                    <a:pt x="44" y="29"/>
                    <a:pt x="46" y="33"/>
                  </a:cubicBezTo>
                  <a:cubicBezTo>
                    <a:pt x="49" y="39"/>
                    <a:pt x="55" y="48"/>
                    <a:pt x="56" y="56"/>
                  </a:cubicBezTo>
                  <a:cubicBezTo>
                    <a:pt x="49" y="57"/>
                    <a:pt x="42" y="58"/>
                    <a:pt x="35" y="57"/>
                  </a:cubicBezTo>
                  <a:cubicBezTo>
                    <a:pt x="31" y="57"/>
                    <a:pt x="27" y="56"/>
                    <a:pt x="23" y="55"/>
                  </a:cubicBezTo>
                  <a:moveTo>
                    <a:pt x="444" y="349"/>
                  </a:moveTo>
                  <a:cubicBezTo>
                    <a:pt x="441" y="352"/>
                    <a:pt x="438" y="358"/>
                    <a:pt x="435" y="363"/>
                  </a:cubicBezTo>
                  <a:cubicBezTo>
                    <a:pt x="434" y="359"/>
                    <a:pt x="432" y="354"/>
                    <a:pt x="431" y="350"/>
                  </a:cubicBezTo>
                  <a:cubicBezTo>
                    <a:pt x="433" y="349"/>
                    <a:pt x="434" y="347"/>
                    <a:pt x="435" y="345"/>
                  </a:cubicBezTo>
                  <a:cubicBezTo>
                    <a:pt x="436" y="337"/>
                    <a:pt x="437" y="328"/>
                    <a:pt x="435" y="319"/>
                  </a:cubicBezTo>
                  <a:cubicBezTo>
                    <a:pt x="434" y="313"/>
                    <a:pt x="428" y="306"/>
                    <a:pt x="434" y="313"/>
                  </a:cubicBezTo>
                  <a:cubicBezTo>
                    <a:pt x="441" y="321"/>
                    <a:pt x="450" y="328"/>
                    <a:pt x="459" y="334"/>
                  </a:cubicBezTo>
                  <a:cubicBezTo>
                    <a:pt x="453" y="339"/>
                    <a:pt x="448" y="344"/>
                    <a:pt x="444" y="349"/>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43" name="chenying0907 655"/>
            <p:cNvSpPr/>
            <p:nvPr/>
          </p:nvSpPr>
          <p:spPr bwMode="auto">
            <a:xfrm>
              <a:off x="3267076" y="2025651"/>
              <a:ext cx="717550" cy="569913"/>
            </a:xfrm>
            <a:custGeom>
              <a:avLst/>
              <a:gdLst>
                <a:gd name="T0" fmla="*/ 330 w 333"/>
                <a:gd name="T1" fmla="*/ 7 h 265"/>
                <a:gd name="T2" fmla="*/ 329 w 333"/>
                <a:gd name="T3" fmla="*/ 5 h 265"/>
                <a:gd name="T4" fmla="*/ 317 w 333"/>
                <a:gd name="T5" fmla="*/ 11 h 265"/>
                <a:gd name="T6" fmla="*/ 281 w 333"/>
                <a:gd name="T7" fmla="*/ 74 h 265"/>
                <a:gd name="T8" fmla="*/ 276 w 333"/>
                <a:gd name="T9" fmla="*/ 83 h 265"/>
                <a:gd name="T10" fmla="*/ 261 w 333"/>
                <a:gd name="T11" fmla="*/ 78 h 265"/>
                <a:gd name="T12" fmla="*/ 224 w 333"/>
                <a:gd name="T13" fmla="*/ 67 h 265"/>
                <a:gd name="T14" fmla="*/ 225 w 333"/>
                <a:gd name="T15" fmla="*/ 58 h 265"/>
                <a:gd name="T16" fmla="*/ 214 w 333"/>
                <a:gd name="T17" fmla="*/ 42 h 265"/>
                <a:gd name="T18" fmla="*/ 188 w 333"/>
                <a:gd name="T19" fmla="*/ 57 h 265"/>
                <a:gd name="T20" fmla="*/ 192 w 333"/>
                <a:gd name="T21" fmla="*/ 73 h 265"/>
                <a:gd name="T22" fmla="*/ 190 w 333"/>
                <a:gd name="T23" fmla="*/ 78 h 265"/>
                <a:gd name="T24" fmla="*/ 157 w 333"/>
                <a:gd name="T25" fmla="*/ 155 h 265"/>
                <a:gd name="T26" fmla="*/ 146 w 333"/>
                <a:gd name="T27" fmla="*/ 178 h 265"/>
                <a:gd name="T28" fmla="*/ 136 w 333"/>
                <a:gd name="T29" fmla="*/ 170 h 265"/>
                <a:gd name="T30" fmla="*/ 121 w 333"/>
                <a:gd name="T31" fmla="*/ 162 h 265"/>
                <a:gd name="T32" fmla="*/ 86 w 333"/>
                <a:gd name="T33" fmla="*/ 142 h 265"/>
                <a:gd name="T34" fmla="*/ 86 w 333"/>
                <a:gd name="T35" fmla="*/ 135 h 265"/>
                <a:gd name="T36" fmla="*/ 59 w 333"/>
                <a:gd name="T37" fmla="*/ 123 h 265"/>
                <a:gd name="T38" fmla="*/ 54 w 333"/>
                <a:gd name="T39" fmla="*/ 130 h 265"/>
                <a:gd name="T40" fmla="*/ 49 w 333"/>
                <a:gd name="T41" fmla="*/ 136 h 265"/>
                <a:gd name="T42" fmla="*/ 53 w 333"/>
                <a:gd name="T43" fmla="*/ 153 h 265"/>
                <a:gd name="T44" fmla="*/ 46 w 333"/>
                <a:gd name="T45" fmla="*/ 170 h 265"/>
                <a:gd name="T46" fmla="*/ 27 w 333"/>
                <a:gd name="T47" fmla="*/ 206 h 265"/>
                <a:gd name="T48" fmla="*/ 12 w 333"/>
                <a:gd name="T49" fmla="*/ 233 h 265"/>
                <a:gd name="T50" fmla="*/ 1 w 333"/>
                <a:gd name="T51" fmla="*/ 261 h 265"/>
                <a:gd name="T52" fmla="*/ 1 w 333"/>
                <a:gd name="T53" fmla="*/ 261 h 265"/>
                <a:gd name="T54" fmla="*/ 7 w 333"/>
                <a:gd name="T55" fmla="*/ 262 h 265"/>
                <a:gd name="T56" fmla="*/ 38 w 333"/>
                <a:gd name="T57" fmla="*/ 209 h 265"/>
                <a:gd name="T58" fmla="*/ 61 w 333"/>
                <a:gd name="T59" fmla="*/ 165 h 265"/>
                <a:gd name="T60" fmla="*/ 65 w 333"/>
                <a:gd name="T61" fmla="*/ 157 h 265"/>
                <a:gd name="T62" fmla="*/ 66 w 333"/>
                <a:gd name="T63" fmla="*/ 157 h 265"/>
                <a:gd name="T64" fmla="*/ 80 w 333"/>
                <a:gd name="T65" fmla="*/ 153 h 265"/>
                <a:gd name="T66" fmla="*/ 90 w 333"/>
                <a:gd name="T67" fmla="*/ 159 h 265"/>
                <a:gd name="T68" fmla="*/ 129 w 333"/>
                <a:gd name="T69" fmla="*/ 181 h 265"/>
                <a:gd name="T70" fmla="*/ 147 w 333"/>
                <a:gd name="T71" fmla="*/ 193 h 265"/>
                <a:gd name="T72" fmla="*/ 171 w 333"/>
                <a:gd name="T73" fmla="*/ 156 h 265"/>
                <a:gd name="T74" fmla="*/ 202 w 333"/>
                <a:gd name="T75" fmla="*/ 86 h 265"/>
                <a:gd name="T76" fmla="*/ 205 w 333"/>
                <a:gd name="T77" fmla="*/ 79 h 265"/>
                <a:gd name="T78" fmla="*/ 214 w 333"/>
                <a:gd name="T79" fmla="*/ 77 h 265"/>
                <a:gd name="T80" fmla="*/ 225 w 333"/>
                <a:gd name="T81" fmla="*/ 83 h 265"/>
                <a:gd name="T82" fmla="*/ 254 w 333"/>
                <a:gd name="T83" fmla="*/ 91 h 265"/>
                <a:gd name="T84" fmla="*/ 291 w 333"/>
                <a:gd name="T85" fmla="*/ 84 h 265"/>
                <a:gd name="T86" fmla="*/ 331 w 333"/>
                <a:gd name="T87" fmla="*/ 15 h 265"/>
                <a:gd name="T88" fmla="*/ 330 w 333"/>
                <a:gd name="T89" fmla="*/ 7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3" h="265">
                  <a:moveTo>
                    <a:pt x="330" y="7"/>
                  </a:moveTo>
                  <a:cubicBezTo>
                    <a:pt x="330" y="6"/>
                    <a:pt x="329" y="5"/>
                    <a:pt x="329" y="5"/>
                  </a:cubicBezTo>
                  <a:cubicBezTo>
                    <a:pt x="324" y="0"/>
                    <a:pt x="316" y="5"/>
                    <a:pt x="317" y="11"/>
                  </a:cubicBezTo>
                  <a:cubicBezTo>
                    <a:pt x="303" y="30"/>
                    <a:pt x="292" y="53"/>
                    <a:pt x="281" y="74"/>
                  </a:cubicBezTo>
                  <a:cubicBezTo>
                    <a:pt x="280" y="76"/>
                    <a:pt x="278" y="82"/>
                    <a:pt x="276" y="83"/>
                  </a:cubicBezTo>
                  <a:cubicBezTo>
                    <a:pt x="274" y="84"/>
                    <a:pt x="264" y="79"/>
                    <a:pt x="261" y="78"/>
                  </a:cubicBezTo>
                  <a:cubicBezTo>
                    <a:pt x="248" y="75"/>
                    <a:pt x="236" y="74"/>
                    <a:pt x="224" y="67"/>
                  </a:cubicBezTo>
                  <a:cubicBezTo>
                    <a:pt x="226" y="64"/>
                    <a:pt x="226" y="61"/>
                    <a:pt x="225" y="58"/>
                  </a:cubicBezTo>
                  <a:cubicBezTo>
                    <a:pt x="224" y="52"/>
                    <a:pt x="219" y="45"/>
                    <a:pt x="214" y="42"/>
                  </a:cubicBezTo>
                  <a:cubicBezTo>
                    <a:pt x="203" y="34"/>
                    <a:pt x="190" y="45"/>
                    <a:pt x="188" y="57"/>
                  </a:cubicBezTo>
                  <a:cubicBezTo>
                    <a:pt x="186" y="63"/>
                    <a:pt x="188" y="69"/>
                    <a:pt x="192" y="73"/>
                  </a:cubicBezTo>
                  <a:cubicBezTo>
                    <a:pt x="191" y="75"/>
                    <a:pt x="190" y="77"/>
                    <a:pt x="190" y="78"/>
                  </a:cubicBezTo>
                  <a:cubicBezTo>
                    <a:pt x="179" y="104"/>
                    <a:pt x="167" y="129"/>
                    <a:pt x="157" y="155"/>
                  </a:cubicBezTo>
                  <a:cubicBezTo>
                    <a:pt x="156" y="158"/>
                    <a:pt x="151" y="178"/>
                    <a:pt x="146" y="178"/>
                  </a:cubicBezTo>
                  <a:cubicBezTo>
                    <a:pt x="146" y="178"/>
                    <a:pt x="137" y="170"/>
                    <a:pt x="136" y="170"/>
                  </a:cubicBezTo>
                  <a:cubicBezTo>
                    <a:pt x="131" y="167"/>
                    <a:pt x="126" y="164"/>
                    <a:pt x="121" y="162"/>
                  </a:cubicBezTo>
                  <a:cubicBezTo>
                    <a:pt x="110" y="156"/>
                    <a:pt x="98" y="147"/>
                    <a:pt x="86" y="142"/>
                  </a:cubicBezTo>
                  <a:cubicBezTo>
                    <a:pt x="86" y="139"/>
                    <a:pt x="86" y="137"/>
                    <a:pt x="86" y="135"/>
                  </a:cubicBezTo>
                  <a:cubicBezTo>
                    <a:pt x="83" y="123"/>
                    <a:pt x="70" y="113"/>
                    <a:pt x="59" y="123"/>
                  </a:cubicBezTo>
                  <a:cubicBezTo>
                    <a:pt x="57" y="125"/>
                    <a:pt x="56" y="127"/>
                    <a:pt x="54" y="130"/>
                  </a:cubicBezTo>
                  <a:cubicBezTo>
                    <a:pt x="52" y="131"/>
                    <a:pt x="50" y="133"/>
                    <a:pt x="49" y="136"/>
                  </a:cubicBezTo>
                  <a:cubicBezTo>
                    <a:pt x="45" y="143"/>
                    <a:pt x="48" y="149"/>
                    <a:pt x="53" y="153"/>
                  </a:cubicBezTo>
                  <a:cubicBezTo>
                    <a:pt x="51" y="159"/>
                    <a:pt x="48" y="165"/>
                    <a:pt x="46" y="170"/>
                  </a:cubicBezTo>
                  <a:cubicBezTo>
                    <a:pt x="39" y="182"/>
                    <a:pt x="32" y="193"/>
                    <a:pt x="27" y="206"/>
                  </a:cubicBezTo>
                  <a:cubicBezTo>
                    <a:pt x="22" y="216"/>
                    <a:pt x="17" y="224"/>
                    <a:pt x="12" y="233"/>
                  </a:cubicBezTo>
                  <a:cubicBezTo>
                    <a:pt x="8" y="240"/>
                    <a:pt x="0" y="252"/>
                    <a:pt x="1" y="261"/>
                  </a:cubicBezTo>
                  <a:cubicBezTo>
                    <a:pt x="1" y="261"/>
                    <a:pt x="1" y="261"/>
                    <a:pt x="1" y="261"/>
                  </a:cubicBezTo>
                  <a:cubicBezTo>
                    <a:pt x="1" y="264"/>
                    <a:pt x="6" y="265"/>
                    <a:pt x="7" y="262"/>
                  </a:cubicBezTo>
                  <a:cubicBezTo>
                    <a:pt x="15" y="243"/>
                    <a:pt x="29" y="228"/>
                    <a:pt x="38" y="209"/>
                  </a:cubicBezTo>
                  <a:cubicBezTo>
                    <a:pt x="44" y="194"/>
                    <a:pt x="53" y="180"/>
                    <a:pt x="61" y="165"/>
                  </a:cubicBezTo>
                  <a:cubicBezTo>
                    <a:pt x="62" y="163"/>
                    <a:pt x="64" y="160"/>
                    <a:pt x="65" y="157"/>
                  </a:cubicBezTo>
                  <a:cubicBezTo>
                    <a:pt x="65" y="157"/>
                    <a:pt x="66" y="157"/>
                    <a:pt x="66" y="157"/>
                  </a:cubicBezTo>
                  <a:cubicBezTo>
                    <a:pt x="71" y="157"/>
                    <a:pt x="76" y="156"/>
                    <a:pt x="80" y="153"/>
                  </a:cubicBezTo>
                  <a:cubicBezTo>
                    <a:pt x="84" y="155"/>
                    <a:pt x="87" y="157"/>
                    <a:pt x="90" y="159"/>
                  </a:cubicBezTo>
                  <a:cubicBezTo>
                    <a:pt x="103" y="166"/>
                    <a:pt x="117" y="173"/>
                    <a:pt x="129" y="181"/>
                  </a:cubicBezTo>
                  <a:cubicBezTo>
                    <a:pt x="135" y="185"/>
                    <a:pt x="140" y="193"/>
                    <a:pt x="147" y="193"/>
                  </a:cubicBezTo>
                  <a:cubicBezTo>
                    <a:pt x="162" y="194"/>
                    <a:pt x="167" y="166"/>
                    <a:pt x="171" y="156"/>
                  </a:cubicBezTo>
                  <a:cubicBezTo>
                    <a:pt x="182" y="133"/>
                    <a:pt x="192" y="109"/>
                    <a:pt x="202" y="86"/>
                  </a:cubicBezTo>
                  <a:cubicBezTo>
                    <a:pt x="203" y="83"/>
                    <a:pt x="204" y="81"/>
                    <a:pt x="205" y="79"/>
                  </a:cubicBezTo>
                  <a:cubicBezTo>
                    <a:pt x="208" y="79"/>
                    <a:pt x="211" y="78"/>
                    <a:pt x="214" y="77"/>
                  </a:cubicBezTo>
                  <a:cubicBezTo>
                    <a:pt x="218" y="78"/>
                    <a:pt x="222" y="81"/>
                    <a:pt x="225" y="83"/>
                  </a:cubicBezTo>
                  <a:cubicBezTo>
                    <a:pt x="234" y="87"/>
                    <a:pt x="244" y="89"/>
                    <a:pt x="254" y="91"/>
                  </a:cubicBezTo>
                  <a:cubicBezTo>
                    <a:pt x="274" y="95"/>
                    <a:pt x="280" y="104"/>
                    <a:pt x="291" y="84"/>
                  </a:cubicBezTo>
                  <a:cubicBezTo>
                    <a:pt x="304" y="60"/>
                    <a:pt x="316" y="37"/>
                    <a:pt x="331" y="15"/>
                  </a:cubicBezTo>
                  <a:cubicBezTo>
                    <a:pt x="333" y="12"/>
                    <a:pt x="332" y="9"/>
                    <a:pt x="330" y="7"/>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44" name="chenying0907 656"/>
            <p:cNvSpPr/>
            <p:nvPr/>
          </p:nvSpPr>
          <p:spPr bwMode="auto">
            <a:xfrm>
              <a:off x="3259138" y="1952626"/>
              <a:ext cx="204788" cy="673100"/>
            </a:xfrm>
            <a:custGeom>
              <a:avLst/>
              <a:gdLst>
                <a:gd name="T0" fmla="*/ 83 w 95"/>
                <a:gd name="T1" fmla="*/ 230 h 313"/>
                <a:gd name="T2" fmla="*/ 78 w 95"/>
                <a:gd name="T3" fmla="*/ 172 h 313"/>
                <a:gd name="T4" fmla="*/ 82 w 95"/>
                <a:gd name="T5" fmla="*/ 80 h 313"/>
                <a:gd name="T6" fmla="*/ 80 w 95"/>
                <a:gd name="T7" fmla="*/ 80 h 313"/>
                <a:gd name="T8" fmla="*/ 76 w 95"/>
                <a:gd name="T9" fmla="*/ 192 h 313"/>
                <a:gd name="T10" fmla="*/ 77 w 95"/>
                <a:gd name="T11" fmla="*/ 235 h 313"/>
                <a:gd name="T12" fmla="*/ 45 w 95"/>
                <a:gd name="T13" fmla="*/ 269 h 313"/>
                <a:gd name="T14" fmla="*/ 64 w 95"/>
                <a:gd name="T15" fmla="*/ 214 h 313"/>
                <a:gd name="T16" fmla="*/ 43 w 95"/>
                <a:gd name="T17" fmla="*/ 229 h 313"/>
                <a:gd name="T18" fmla="*/ 54 w 95"/>
                <a:gd name="T19" fmla="*/ 191 h 313"/>
                <a:gd name="T20" fmla="*/ 40 w 95"/>
                <a:gd name="T21" fmla="*/ 186 h 313"/>
                <a:gd name="T22" fmla="*/ 50 w 95"/>
                <a:gd name="T23" fmla="*/ 163 h 313"/>
                <a:gd name="T24" fmla="*/ 37 w 95"/>
                <a:gd name="T25" fmla="*/ 143 h 313"/>
                <a:gd name="T26" fmla="*/ 37 w 95"/>
                <a:gd name="T27" fmla="*/ 139 h 313"/>
                <a:gd name="T28" fmla="*/ 57 w 95"/>
                <a:gd name="T29" fmla="*/ 75 h 313"/>
                <a:gd name="T30" fmla="*/ 36 w 95"/>
                <a:gd name="T31" fmla="*/ 75 h 313"/>
                <a:gd name="T32" fmla="*/ 57 w 95"/>
                <a:gd name="T33" fmla="*/ 38 h 313"/>
                <a:gd name="T34" fmla="*/ 35 w 95"/>
                <a:gd name="T35" fmla="*/ 48 h 313"/>
                <a:gd name="T36" fmla="*/ 36 w 95"/>
                <a:gd name="T37" fmla="*/ 45 h 313"/>
                <a:gd name="T38" fmla="*/ 31 w 95"/>
                <a:gd name="T39" fmla="*/ 24 h 313"/>
                <a:gd name="T40" fmla="*/ 33 w 95"/>
                <a:gd name="T41" fmla="*/ 37 h 313"/>
                <a:gd name="T42" fmla="*/ 13 w 95"/>
                <a:gd name="T43" fmla="*/ 76 h 313"/>
                <a:gd name="T44" fmla="*/ 32 w 95"/>
                <a:gd name="T45" fmla="*/ 52 h 313"/>
                <a:gd name="T46" fmla="*/ 13 w 95"/>
                <a:gd name="T47" fmla="*/ 103 h 313"/>
                <a:gd name="T48" fmla="*/ 16 w 95"/>
                <a:gd name="T49" fmla="*/ 103 h 313"/>
                <a:gd name="T50" fmla="*/ 33 w 95"/>
                <a:gd name="T51" fmla="*/ 82 h 313"/>
                <a:gd name="T52" fmla="*/ 8 w 95"/>
                <a:gd name="T53" fmla="*/ 141 h 313"/>
                <a:gd name="T54" fmla="*/ 34 w 95"/>
                <a:gd name="T55" fmla="*/ 107 h 313"/>
                <a:gd name="T56" fmla="*/ 3 w 95"/>
                <a:gd name="T57" fmla="*/ 178 h 313"/>
                <a:gd name="T58" fmla="*/ 32 w 95"/>
                <a:gd name="T59" fmla="*/ 149 h 313"/>
                <a:gd name="T60" fmla="*/ 36 w 95"/>
                <a:gd name="T61" fmla="*/ 179 h 313"/>
                <a:gd name="T62" fmla="*/ 1 w 95"/>
                <a:gd name="T63" fmla="*/ 219 h 313"/>
                <a:gd name="T64" fmla="*/ 36 w 95"/>
                <a:gd name="T65" fmla="*/ 181 h 313"/>
                <a:gd name="T66" fmla="*/ 38 w 95"/>
                <a:gd name="T67" fmla="*/ 207 h 313"/>
                <a:gd name="T68" fmla="*/ 3 w 95"/>
                <a:gd name="T69" fmla="*/ 248 h 313"/>
                <a:gd name="T70" fmla="*/ 27 w 95"/>
                <a:gd name="T71" fmla="*/ 223 h 313"/>
                <a:gd name="T72" fmla="*/ 34 w 95"/>
                <a:gd name="T73" fmla="*/ 244 h 313"/>
                <a:gd name="T74" fmla="*/ 14 w 95"/>
                <a:gd name="T75" fmla="*/ 272 h 313"/>
                <a:gd name="T76" fmla="*/ 40 w 95"/>
                <a:gd name="T77" fmla="*/ 242 h 313"/>
                <a:gd name="T78" fmla="*/ 23 w 95"/>
                <a:gd name="T79" fmla="*/ 297 h 313"/>
                <a:gd name="T80" fmla="*/ 36 w 95"/>
                <a:gd name="T81" fmla="*/ 286 h 313"/>
                <a:gd name="T82" fmla="*/ 44 w 95"/>
                <a:gd name="T83" fmla="*/ 300 h 313"/>
                <a:gd name="T84" fmla="*/ 49 w 95"/>
                <a:gd name="T85" fmla="*/ 298 h 313"/>
                <a:gd name="T86" fmla="*/ 45 w 95"/>
                <a:gd name="T87" fmla="*/ 275 h 313"/>
                <a:gd name="T88" fmla="*/ 79 w 95"/>
                <a:gd name="T89" fmla="*/ 237 h 313"/>
                <a:gd name="T90" fmla="*/ 50 w 95"/>
                <a:gd name="T91" fmla="*/ 300 h 313"/>
                <a:gd name="T92" fmla="*/ 81 w 95"/>
                <a:gd name="T93" fmla="*/ 267 h 313"/>
                <a:gd name="T94" fmla="*/ 84 w 95"/>
                <a:gd name="T95" fmla="*/ 300 h 313"/>
                <a:gd name="T96" fmla="*/ 85 w 95"/>
                <a:gd name="T97" fmla="*/ 283 h 313"/>
                <a:gd name="T98" fmla="*/ 94 w 95"/>
                <a:gd name="T99" fmla="*/ 252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5" h="313">
                  <a:moveTo>
                    <a:pt x="92" y="250"/>
                  </a:moveTo>
                  <a:cubicBezTo>
                    <a:pt x="90" y="253"/>
                    <a:pt x="88" y="255"/>
                    <a:pt x="85" y="258"/>
                  </a:cubicBezTo>
                  <a:cubicBezTo>
                    <a:pt x="85" y="249"/>
                    <a:pt x="84" y="239"/>
                    <a:pt x="83" y="230"/>
                  </a:cubicBezTo>
                  <a:cubicBezTo>
                    <a:pt x="82" y="223"/>
                    <a:pt x="80" y="217"/>
                    <a:pt x="80" y="210"/>
                  </a:cubicBezTo>
                  <a:cubicBezTo>
                    <a:pt x="80" y="204"/>
                    <a:pt x="81" y="198"/>
                    <a:pt x="80" y="192"/>
                  </a:cubicBezTo>
                  <a:cubicBezTo>
                    <a:pt x="80" y="186"/>
                    <a:pt x="78" y="179"/>
                    <a:pt x="78" y="172"/>
                  </a:cubicBezTo>
                  <a:cubicBezTo>
                    <a:pt x="77" y="165"/>
                    <a:pt x="78" y="159"/>
                    <a:pt x="79" y="152"/>
                  </a:cubicBezTo>
                  <a:cubicBezTo>
                    <a:pt x="81" y="140"/>
                    <a:pt x="79" y="129"/>
                    <a:pt x="80" y="117"/>
                  </a:cubicBezTo>
                  <a:cubicBezTo>
                    <a:pt x="80" y="105"/>
                    <a:pt x="82" y="93"/>
                    <a:pt x="82" y="80"/>
                  </a:cubicBezTo>
                  <a:cubicBezTo>
                    <a:pt x="82" y="54"/>
                    <a:pt x="82" y="27"/>
                    <a:pt x="81" y="1"/>
                  </a:cubicBezTo>
                  <a:cubicBezTo>
                    <a:pt x="81" y="0"/>
                    <a:pt x="80" y="0"/>
                    <a:pt x="80" y="1"/>
                  </a:cubicBezTo>
                  <a:cubicBezTo>
                    <a:pt x="79" y="27"/>
                    <a:pt x="79" y="54"/>
                    <a:pt x="80" y="80"/>
                  </a:cubicBezTo>
                  <a:cubicBezTo>
                    <a:pt x="80" y="94"/>
                    <a:pt x="77" y="106"/>
                    <a:pt x="77" y="119"/>
                  </a:cubicBezTo>
                  <a:cubicBezTo>
                    <a:pt x="76" y="132"/>
                    <a:pt x="76" y="145"/>
                    <a:pt x="74" y="158"/>
                  </a:cubicBezTo>
                  <a:cubicBezTo>
                    <a:pt x="72" y="170"/>
                    <a:pt x="76" y="181"/>
                    <a:pt x="76" y="192"/>
                  </a:cubicBezTo>
                  <a:cubicBezTo>
                    <a:pt x="77" y="204"/>
                    <a:pt x="76" y="215"/>
                    <a:pt x="78" y="227"/>
                  </a:cubicBezTo>
                  <a:cubicBezTo>
                    <a:pt x="78" y="230"/>
                    <a:pt x="79" y="232"/>
                    <a:pt x="79" y="235"/>
                  </a:cubicBezTo>
                  <a:cubicBezTo>
                    <a:pt x="78" y="235"/>
                    <a:pt x="78" y="234"/>
                    <a:pt x="77" y="235"/>
                  </a:cubicBezTo>
                  <a:cubicBezTo>
                    <a:pt x="67" y="246"/>
                    <a:pt x="59" y="258"/>
                    <a:pt x="48" y="268"/>
                  </a:cubicBezTo>
                  <a:cubicBezTo>
                    <a:pt x="47" y="269"/>
                    <a:pt x="46" y="270"/>
                    <a:pt x="45" y="271"/>
                  </a:cubicBezTo>
                  <a:cubicBezTo>
                    <a:pt x="45" y="270"/>
                    <a:pt x="45" y="270"/>
                    <a:pt x="45" y="269"/>
                  </a:cubicBezTo>
                  <a:cubicBezTo>
                    <a:pt x="45" y="262"/>
                    <a:pt x="46" y="256"/>
                    <a:pt x="46" y="249"/>
                  </a:cubicBezTo>
                  <a:cubicBezTo>
                    <a:pt x="45" y="245"/>
                    <a:pt x="44" y="241"/>
                    <a:pt x="44" y="238"/>
                  </a:cubicBezTo>
                  <a:cubicBezTo>
                    <a:pt x="50" y="230"/>
                    <a:pt x="57" y="222"/>
                    <a:pt x="64" y="214"/>
                  </a:cubicBezTo>
                  <a:cubicBezTo>
                    <a:pt x="66" y="213"/>
                    <a:pt x="64" y="211"/>
                    <a:pt x="62" y="212"/>
                  </a:cubicBezTo>
                  <a:cubicBezTo>
                    <a:pt x="55" y="219"/>
                    <a:pt x="49" y="226"/>
                    <a:pt x="43" y="234"/>
                  </a:cubicBezTo>
                  <a:cubicBezTo>
                    <a:pt x="43" y="232"/>
                    <a:pt x="43" y="231"/>
                    <a:pt x="43" y="229"/>
                  </a:cubicBezTo>
                  <a:cubicBezTo>
                    <a:pt x="42" y="222"/>
                    <a:pt x="43" y="216"/>
                    <a:pt x="42" y="209"/>
                  </a:cubicBezTo>
                  <a:cubicBezTo>
                    <a:pt x="42" y="208"/>
                    <a:pt x="42" y="207"/>
                    <a:pt x="42" y="206"/>
                  </a:cubicBezTo>
                  <a:cubicBezTo>
                    <a:pt x="47" y="202"/>
                    <a:pt x="51" y="197"/>
                    <a:pt x="54" y="191"/>
                  </a:cubicBezTo>
                  <a:cubicBezTo>
                    <a:pt x="55" y="190"/>
                    <a:pt x="53" y="189"/>
                    <a:pt x="52" y="190"/>
                  </a:cubicBezTo>
                  <a:cubicBezTo>
                    <a:pt x="49" y="195"/>
                    <a:pt x="46" y="199"/>
                    <a:pt x="42" y="203"/>
                  </a:cubicBezTo>
                  <a:cubicBezTo>
                    <a:pt x="41" y="197"/>
                    <a:pt x="40" y="192"/>
                    <a:pt x="40" y="186"/>
                  </a:cubicBezTo>
                  <a:cubicBezTo>
                    <a:pt x="40" y="183"/>
                    <a:pt x="40" y="180"/>
                    <a:pt x="40" y="177"/>
                  </a:cubicBezTo>
                  <a:cubicBezTo>
                    <a:pt x="44" y="173"/>
                    <a:pt x="47" y="168"/>
                    <a:pt x="51" y="164"/>
                  </a:cubicBezTo>
                  <a:cubicBezTo>
                    <a:pt x="52" y="163"/>
                    <a:pt x="51" y="162"/>
                    <a:pt x="50" y="163"/>
                  </a:cubicBezTo>
                  <a:cubicBezTo>
                    <a:pt x="47" y="167"/>
                    <a:pt x="43" y="171"/>
                    <a:pt x="39" y="175"/>
                  </a:cubicBezTo>
                  <a:cubicBezTo>
                    <a:pt x="39" y="166"/>
                    <a:pt x="37" y="157"/>
                    <a:pt x="37" y="148"/>
                  </a:cubicBezTo>
                  <a:cubicBezTo>
                    <a:pt x="37" y="147"/>
                    <a:pt x="37" y="145"/>
                    <a:pt x="37" y="143"/>
                  </a:cubicBezTo>
                  <a:cubicBezTo>
                    <a:pt x="45" y="134"/>
                    <a:pt x="53" y="126"/>
                    <a:pt x="59" y="116"/>
                  </a:cubicBezTo>
                  <a:cubicBezTo>
                    <a:pt x="60" y="115"/>
                    <a:pt x="58" y="115"/>
                    <a:pt x="57" y="115"/>
                  </a:cubicBezTo>
                  <a:cubicBezTo>
                    <a:pt x="51" y="124"/>
                    <a:pt x="45" y="132"/>
                    <a:pt x="37" y="139"/>
                  </a:cubicBezTo>
                  <a:cubicBezTo>
                    <a:pt x="37" y="128"/>
                    <a:pt x="37" y="116"/>
                    <a:pt x="37" y="104"/>
                  </a:cubicBezTo>
                  <a:cubicBezTo>
                    <a:pt x="45" y="96"/>
                    <a:pt x="52" y="86"/>
                    <a:pt x="59" y="76"/>
                  </a:cubicBezTo>
                  <a:cubicBezTo>
                    <a:pt x="60" y="75"/>
                    <a:pt x="58" y="74"/>
                    <a:pt x="57" y="75"/>
                  </a:cubicBezTo>
                  <a:cubicBezTo>
                    <a:pt x="52" y="82"/>
                    <a:pt x="47" y="90"/>
                    <a:pt x="41" y="97"/>
                  </a:cubicBezTo>
                  <a:cubicBezTo>
                    <a:pt x="40" y="98"/>
                    <a:pt x="38" y="100"/>
                    <a:pt x="37" y="101"/>
                  </a:cubicBezTo>
                  <a:cubicBezTo>
                    <a:pt x="37" y="92"/>
                    <a:pt x="36" y="84"/>
                    <a:pt x="36" y="75"/>
                  </a:cubicBezTo>
                  <a:cubicBezTo>
                    <a:pt x="37" y="73"/>
                    <a:pt x="38" y="72"/>
                    <a:pt x="39" y="70"/>
                  </a:cubicBezTo>
                  <a:cubicBezTo>
                    <a:pt x="46" y="60"/>
                    <a:pt x="55" y="51"/>
                    <a:pt x="59" y="39"/>
                  </a:cubicBezTo>
                  <a:cubicBezTo>
                    <a:pt x="59" y="38"/>
                    <a:pt x="58" y="37"/>
                    <a:pt x="57" y="38"/>
                  </a:cubicBezTo>
                  <a:cubicBezTo>
                    <a:pt x="53" y="51"/>
                    <a:pt x="44" y="61"/>
                    <a:pt x="36" y="72"/>
                  </a:cubicBezTo>
                  <a:cubicBezTo>
                    <a:pt x="35" y="70"/>
                    <a:pt x="35" y="67"/>
                    <a:pt x="35" y="65"/>
                  </a:cubicBezTo>
                  <a:cubicBezTo>
                    <a:pt x="35" y="59"/>
                    <a:pt x="35" y="53"/>
                    <a:pt x="35" y="48"/>
                  </a:cubicBezTo>
                  <a:cubicBezTo>
                    <a:pt x="40" y="42"/>
                    <a:pt x="44" y="36"/>
                    <a:pt x="49" y="29"/>
                  </a:cubicBezTo>
                  <a:cubicBezTo>
                    <a:pt x="49" y="28"/>
                    <a:pt x="48" y="28"/>
                    <a:pt x="48" y="28"/>
                  </a:cubicBezTo>
                  <a:cubicBezTo>
                    <a:pt x="44" y="34"/>
                    <a:pt x="40" y="39"/>
                    <a:pt x="36" y="45"/>
                  </a:cubicBezTo>
                  <a:cubicBezTo>
                    <a:pt x="36" y="43"/>
                    <a:pt x="36" y="41"/>
                    <a:pt x="36" y="39"/>
                  </a:cubicBezTo>
                  <a:cubicBezTo>
                    <a:pt x="36" y="35"/>
                    <a:pt x="36" y="26"/>
                    <a:pt x="32" y="24"/>
                  </a:cubicBezTo>
                  <a:cubicBezTo>
                    <a:pt x="31" y="23"/>
                    <a:pt x="31" y="24"/>
                    <a:pt x="31" y="24"/>
                  </a:cubicBezTo>
                  <a:cubicBezTo>
                    <a:pt x="30" y="25"/>
                    <a:pt x="30" y="25"/>
                    <a:pt x="30" y="26"/>
                  </a:cubicBezTo>
                  <a:cubicBezTo>
                    <a:pt x="30" y="26"/>
                    <a:pt x="31" y="27"/>
                    <a:pt x="31" y="26"/>
                  </a:cubicBezTo>
                  <a:cubicBezTo>
                    <a:pt x="31" y="26"/>
                    <a:pt x="33" y="35"/>
                    <a:pt x="33" y="37"/>
                  </a:cubicBezTo>
                  <a:cubicBezTo>
                    <a:pt x="33" y="41"/>
                    <a:pt x="32" y="45"/>
                    <a:pt x="32" y="49"/>
                  </a:cubicBezTo>
                  <a:cubicBezTo>
                    <a:pt x="30" y="51"/>
                    <a:pt x="28" y="54"/>
                    <a:pt x="26" y="56"/>
                  </a:cubicBezTo>
                  <a:cubicBezTo>
                    <a:pt x="20" y="63"/>
                    <a:pt x="16" y="67"/>
                    <a:pt x="13" y="76"/>
                  </a:cubicBezTo>
                  <a:cubicBezTo>
                    <a:pt x="12" y="76"/>
                    <a:pt x="13" y="77"/>
                    <a:pt x="14" y="76"/>
                  </a:cubicBezTo>
                  <a:cubicBezTo>
                    <a:pt x="17" y="71"/>
                    <a:pt x="19" y="67"/>
                    <a:pt x="22" y="62"/>
                  </a:cubicBezTo>
                  <a:cubicBezTo>
                    <a:pt x="26" y="59"/>
                    <a:pt x="29" y="56"/>
                    <a:pt x="32" y="52"/>
                  </a:cubicBezTo>
                  <a:cubicBezTo>
                    <a:pt x="32" y="60"/>
                    <a:pt x="32" y="68"/>
                    <a:pt x="33" y="76"/>
                  </a:cubicBezTo>
                  <a:cubicBezTo>
                    <a:pt x="29" y="81"/>
                    <a:pt x="25" y="87"/>
                    <a:pt x="20" y="93"/>
                  </a:cubicBezTo>
                  <a:cubicBezTo>
                    <a:pt x="19" y="94"/>
                    <a:pt x="14" y="103"/>
                    <a:pt x="13" y="103"/>
                  </a:cubicBezTo>
                  <a:cubicBezTo>
                    <a:pt x="13" y="103"/>
                    <a:pt x="13" y="104"/>
                    <a:pt x="13" y="104"/>
                  </a:cubicBezTo>
                  <a:cubicBezTo>
                    <a:pt x="14" y="104"/>
                    <a:pt x="15" y="104"/>
                    <a:pt x="15" y="104"/>
                  </a:cubicBezTo>
                  <a:cubicBezTo>
                    <a:pt x="16" y="104"/>
                    <a:pt x="16" y="104"/>
                    <a:pt x="16" y="103"/>
                  </a:cubicBezTo>
                  <a:cubicBezTo>
                    <a:pt x="17" y="97"/>
                    <a:pt x="22" y="93"/>
                    <a:pt x="26" y="88"/>
                  </a:cubicBezTo>
                  <a:cubicBezTo>
                    <a:pt x="29" y="85"/>
                    <a:pt x="31" y="82"/>
                    <a:pt x="33" y="78"/>
                  </a:cubicBezTo>
                  <a:cubicBezTo>
                    <a:pt x="33" y="80"/>
                    <a:pt x="33" y="81"/>
                    <a:pt x="33" y="82"/>
                  </a:cubicBezTo>
                  <a:cubicBezTo>
                    <a:pt x="34" y="90"/>
                    <a:pt x="34" y="97"/>
                    <a:pt x="34" y="104"/>
                  </a:cubicBezTo>
                  <a:cubicBezTo>
                    <a:pt x="32" y="106"/>
                    <a:pt x="29" y="109"/>
                    <a:pt x="27" y="111"/>
                  </a:cubicBezTo>
                  <a:cubicBezTo>
                    <a:pt x="21" y="119"/>
                    <a:pt x="10" y="130"/>
                    <a:pt x="8" y="141"/>
                  </a:cubicBezTo>
                  <a:cubicBezTo>
                    <a:pt x="8" y="141"/>
                    <a:pt x="8" y="142"/>
                    <a:pt x="9" y="141"/>
                  </a:cubicBezTo>
                  <a:cubicBezTo>
                    <a:pt x="15" y="130"/>
                    <a:pt x="24" y="117"/>
                    <a:pt x="33" y="108"/>
                  </a:cubicBezTo>
                  <a:cubicBezTo>
                    <a:pt x="34" y="108"/>
                    <a:pt x="34" y="107"/>
                    <a:pt x="34" y="107"/>
                  </a:cubicBezTo>
                  <a:cubicBezTo>
                    <a:pt x="34" y="113"/>
                    <a:pt x="34" y="119"/>
                    <a:pt x="34" y="124"/>
                  </a:cubicBezTo>
                  <a:cubicBezTo>
                    <a:pt x="34" y="131"/>
                    <a:pt x="34" y="137"/>
                    <a:pt x="34" y="144"/>
                  </a:cubicBezTo>
                  <a:cubicBezTo>
                    <a:pt x="23" y="155"/>
                    <a:pt x="12" y="166"/>
                    <a:pt x="3" y="178"/>
                  </a:cubicBezTo>
                  <a:cubicBezTo>
                    <a:pt x="2" y="179"/>
                    <a:pt x="3" y="179"/>
                    <a:pt x="4" y="179"/>
                  </a:cubicBezTo>
                  <a:cubicBezTo>
                    <a:pt x="9" y="176"/>
                    <a:pt x="12" y="170"/>
                    <a:pt x="16" y="165"/>
                  </a:cubicBezTo>
                  <a:cubicBezTo>
                    <a:pt x="21" y="159"/>
                    <a:pt x="26" y="154"/>
                    <a:pt x="32" y="149"/>
                  </a:cubicBezTo>
                  <a:cubicBezTo>
                    <a:pt x="32" y="148"/>
                    <a:pt x="33" y="148"/>
                    <a:pt x="33" y="147"/>
                  </a:cubicBezTo>
                  <a:cubicBezTo>
                    <a:pt x="33" y="153"/>
                    <a:pt x="33" y="159"/>
                    <a:pt x="34" y="165"/>
                  </a:cubicBezTo>
                  <a:cubicBezTo>
                    <a:pt x="35" y="170"/>
                    <a:pt x="36" y="174"/>
                    <a:pt x="36" y="179"/>
                  </a:cubicBezTo>
                  <a:cubicBezTo>
                    <a:pt x="32" y="183"/>
                    <a:pt x="29" y="187"/>
                    <a:pt x="25" y="192"/>
                  </a:cubicBezTo>
                  <a:cubicBezTo>
                    <a:pt x="17" y="200"/>
                    <a:pt x="10" y="211"/>
                    <a:pt x="0" y="218"/>
                  </a:cubicBezTo>
                  <a:cubicBezTo>
                    <a:pt x="0" y="218"/>
                    <a:pt x="0" y="219"/>
                    <a:pt x="1" y="219"/>
                  </a:cubicBezTo>
                  <a:cubicBezTo>
                    <a:pt x="4" y="218"/>
                    <a:pt x="6" y="215"/>
                    <a:pt x="9" y="213"/>
                  </a:cubicBezTo>
                  <a:cubicBezTo>
                    <a:pt x="13" y="207"/>
                    <a:pt x="18" y="202"/>
                    <a:pt x="22" y="197"/>
                  </a:cubicBezTo>
                  <a:cubicBezTo>
                    <a:pt x="27" y="192"/>
                    <a:pt x="32" y="186"/>
                    <a:pt x="36" y="181"/>
                  </a:cubicBezTo>
                  <a:cubicBezTo>
                    <a:pt x="36" y="181"/>
                    <a:pt x="36" y="182"/>
                    <a:pt x="36" y="182"/>
                  </a:cubicBezTo>
                  <a:cubicBezTo>
                    <a:pt x="36" y="188"/>
                    <a:pt x="36" y="194"/>
                    <a:pt x="37" y="200"/>
                  </a:cubicBezTo>
                  <a:cubicBezTo>
                    <a:pt x="38" y="202"/>
                    <a:pt x="38" y="205"/>
                    <a:pt x="38" y="207"/>
                  </a:cubicBezTo>
                  <a:cubicBezTo>
                    <a:pt x="33" y="212"/>
                    <a:pt x="28" y="217"/>
                    <a:pt x="23" y="223"/>
                  </a:cubicBezTo>
                  <a:cubicBezTo>
                    <a:pt x="20" y="228"/>
                    <a:pt x="15" y="231"/>
                    <a:pt x="11" y="235"/>
                  </a:cubicBezTo>
                  <a:cubicBezTo>
                    <a:pt x="7" y="239"/>
                    <a:pt x="6" y="244"/>
                    <a:pt x="3" y="248"/>
                  </a:cubicBezTo>
                  <a:cubicBezTo>
                    <a:pt x="2" y="249"/>
                    <a:pt x="3" y="250"/>
                    <a:pt x="4" y="249"/>
                  </a:cubicBezTo>
                  <a:cubicBezTo>
                    <a:pt x="8" y="246"/>
                    <a:pt x="9" y="241"/>
                    <a:pt x="13" y="237"/>
                  </a:cubicBezTo>
                  <a:cubicBezTo>
                    <a:pt x="17" y="232"/>
                    <a:pt x="23" y="228"/>
                    <a:pt x="27" y="223"/>
                  </a:cubicBezTo>
                  <a:cubicBezTo>
                    <a:pt x="30" y="218"/>
                    <a:pt x="34" y="214"/>
                    <a:pt x="38" y="210"/>
                  </a:cubicBezTo>
                  <a:cubicBezTo>
                    <a:pt x="39" y="220"/>
                    <a:pt x="39" y="229"/>
                    <a:pt x="40" y="238"/>
                  </a:cubicBezTo>
                  <a:cubicBezTo>
                    <a:pt x="38" y="240"/>
                    <a:pt x="36" y="242"/>
                    <a:pt x="34" y="244"/>
                  </a:cubicBezTo>
                  <a:cubicBezTo>
                    <a:pt x="30" y="249"/>
                    <a:pt x="26" y="253"/>
                    <a:pt x="22" y="257"/>
                  </a:cubicBezTo>
                  <a:cubicBezTo>
                    <a:pt x="19" y="260"/>
                    <a:pt x="16" y="268"/>
                    <a:pt x="13" y="270"/>
                  </a:cubicBezTo>
                  <a:cubicBezTo>
                    <a:pt x="12" y="270"/>
                    <a:pt x="12" y="272"/>
                    <a:pt x="14" y="272"/>
                  </a:cubicBezTo>
                  <a:cubicBezTo>
                    <a:pt x="17" y="271"/>
                    <a:pt x="17" y="270"/>
                    <a:pt x="19" y="267"/>
                  </a:cubicBezTo>
                  <a:cubicBezTo>
                    <a:pt x="23" y="261"/>
                    <a:pt x="28" y="256"/>
                    <a:pt x="33" y="250"/>
                  </a:cubicBezTo>
                  <a:cubicBezTo>
                    <a:pt x="36" y="247"/>
                    <a:pt x="38" y="245"/>
                    <a:pt x="40" y="242"/>
                  </a:cubicBezTo>
                  <a:cubicBezTo>
                    <a:pt x="42" y="253"/>
                    <a:pt x="40" y="264"/>
                    <a:pt x="41" y="275"/>
                  </a:cubicBezTo>
                  <a:cubicBezTo>
                    <a:pt x="39" y="276"/>
                    <a:pt x="38" y="278"/>
                    <a:pt x="37" y="279"/>
                  </a:cubicBezTo>
                  <a:cubicBezTo>
                    <a:pt x="33" y="286"/>
                    <a:pt x="29" y="291"/>
                    <a:pt x="23" y="297"/>
                  </a:cubicBezTo>
                  <a:cubicBezTo>
                    <a:pt x="23" y="297"/>
                    <a:pt x="23" y="297"/>
                    <a:pt x="23" y="297"/>
                  </a:cubicBezTo>
                  <a:cubicBezTo>
                    <a:pt x="22" y="298"/>
                    <a:pt x="24" y="300"/>
                    <a:pt x="25" y="298"/>
                  </a:cubicBezTo>
                  <a:cubicBezTo>
                    <a:pt x="29" y="295"/>
                    <a:pt x="33" y="291"/>
                    <a:pt x="36" y="286"/>
                  </a:cubicBezTo>
                  <a:cubicBezTo>
                    <a:pt x="38" y="283"/>
                    <a:pt x="39" y="281"/>
                    <a:pt x="41" y="279"/>
                  </a:cubicBezTo>
                  <a:cubicBezTo>
                    <a:pt x="41" y="280"/>
                    <a:pt x="41" y="280"/>
                    <a:pt x="41" y="281"/>
                  </a:cubicBezTo>
                  <a:cubicBezTo>
                    <a:pt x="42" y="287"/>
                    <a:pt x="43" y="293"/>
                    <a:pt x="44" y="300"/>
                  </a:cubicBezTo>
                  <a:cubicBezTo>
                    <a:pt x="44" y="304"/>
                    <a:pt x="45" y="307"/>
                    <a:pt x="47" y="311"/>
                  </a:cubicBezTo>
                  <a:cubicBezTo>
                    <a:pt x="48" y="313"/>
                    <a:pt x="51" y="312"/>
                    <a:pt x="50" y="310"/>
                  </a:cubicBezTo>
                  <a:cubicBezTo>
                    <a:pt x="50" y="306"/>
                    <a:pt x="50" y="302"/>
                    <a:pt x="49" y="298"/>
                  </a:cubicBezTo>
                  <a:cubicBezTo>
                    <a:pt x="49" y="298"/>
                    <a:pt x="48" y="297"/>
                    <a:pt x="48" y="298"/>
                  </a:cubicBezTo>
                  <a:cubicBezTo>
                    <a:pt x="48" y="296"/>
                    <a:pt x="48" y="294"/>
                    <a:pt x="47" y="292"/>
                  </a:cubicBezTo>
                  <a:cubicBezTo>
                    <a:pt x="46" y="286"/>
                    <a:pt x="45" y="280"/>
                    <a:pt x="45" y="275"/>
                  </a:cubicBezTo>
                  <a:cubicBezTo>
                    <a:pt x="47" y="273"/>
                    <a:pt x="48" y="272"/>
                    <a:pt x="50" y="270"/>
                  </a:cubicBezTo>
                  <a:cubicBezTo>
                    <a:pt x="60" y="260"/>
                    <a:pt x="69" y="247"/>
                    <a:pt x="79" y="237"/>
                  </a:cubicBezTo>
                  <a:cubicBezTo>
                    <a:pt x="79" y="237"/>
                    <a:pt x="79" y="237"/>
                    <a:pt x="79" y="237"/>
                  </a:cubicBezTo>
                  <a:cubicBezTo>
                    <a:pt x="80" y="245"/>
                    <a:pt x="81" y="255"/>
                    <a:pt x="81" y="263"/>
                  </a:cubicBezTo>
                  <a:cubicBezTo>
                    <a:pt x="78" y="267"/>
                    <a:pt x="75" y="270"/>
                    <a:pt x="73" y="274"/>
                  </a:cubicBezTo>
                  <a:cubicBezTo>
                    <a:pt x="67" y="281"/>
                    <a:pt x="60" y="296"/>
                    <a:pt x="50" y="300"/>
                  </a:cubicBezTo>
                  <a:cubicBezTo>
                    <a:pt x="49" y="300"/>
                    <a:pt x="49" y="302"/>
                    <a:pt x="51" y="302"/>
                  </a:cubicBezTo>
                  <a:cubicBezTo>
                    <a:pt x="58" y="301"/>
                    <a:pt x="62" y="293"/>
                    <a:pt x="66" y="287"/>
                  </a:cubicBezTo>
                  <a:cubicBezTo>
                    <a:pt x="71" y="280"/>
                    <a:pt x="76" y="274"/>
                    <a:pt x="81" y="267"/>
                  </a:cubicBezTo>
                  <a:cubicBezTo>
                    <a:pt x="81" y="267"/>
                    <a:pt x="81" y="268"/>
                    <a:pt x="81" y="268"/>
                  </a:cubicBezTo>
                  <a:cubicBezTo>
                    <a:pt x="81" y="274"/>
                    <a:pt x="80" y="280"/>
                    <a:pt x="81" y="286"/>
                  </a:cubicBezTo>
                  <a:cubicBezTo>
                    <a:pt x="81" y="291"/>
                    <a:pt x="83" y="296"/>
                    <a:pt x="84" y="300"/>
                  </a:cubicBezTo>
                  <a:cubicBezTo>
                    <a:pt x="84" y="303"/>
                    <a:pt x="88" y="302"/>
                    <a:pt x="88" y="300"/>
                  </a:cubicBezTo>
                  <a:cubicBezTo>
                    <a:pt x="88" y="300"/>
                    <a:pt x="88" y="300"/>
                    <a:pt x="88" y="300"/>
                  </a:cubicBezTo>
                  <a:cubicBezTo>
                    <a:pt x="88" y="294"/>
                    <a:pt x="86" y="289"/>
                    <a:pt x="85" y="283"/>
                  </a:cubicBezTo>
                  <a:cubicBezTo>
                    <a:pt x="85" y="278"/>
                    <a:pt x="86" y="273"/>
                    <a:pt x="86" y="268"/>
                  </a:cubicBezTo>
                  <a:cubicBezTo>
                    <a:pt x="86" y="266"/>
                    <a:pt x="85" y="264"/>
                    <a:pt x="85" y="262"/>
                  </a:cubicBezTo>
                  <a:cubicBezTo>
                    <a:pt x="88" y="258"/>
                    <a:pt x="91" y="255"/>
                    <a:pt x="94" y="252"/>
                  </a:cubicBezTo>
                  <a:cubicBezTo>
                    <a:pt x="95" y="250"/>
                    <a:pt x="93" y="249"/>
                    <a:pt x="92" y="250"/>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45" name="chenying0907 657"/>
            <p:cNvSpPr/>
            <p:nvPr/>
          </p:nvSpPr>
          <p:spPr bwMode="auto">
            <a:xfrm>
              <a:off x="3508376" y="1931988"/>
              <a:ext cx="39688" cy="660400"/>
            </a:xfrm>
            <a:custGeom>
              <a:avLst/>
              <a:gdLst>
                <a:gd name="T0" fmla="*/ 15 w 18"/>
                <a:gd name="T1" fmla="*/ 304 h 308"/>
                <a:gd name="T2" fmla="*/ 12 w 18"/>
                <a:gd name="T3" fmla="*/ 263 h 308"/>
                <a:gd name="T4" fmla="*/ 10 w 18"/>
                <a:gd name="T5" fmla="*/ 226 h 308"/>
                <a:gd name="T6" fmla="*/ 8 w 18"/>
                <a:gd name="T7" fmla="*/ 193 h 308"/>
                <a:gd name="T8" fmla="*/ 7 w 18"/>
                <a:gd name="T9" fmla="*/ 151 h 308"/>
                <a:gd name="T10" fmla="*/ 4 w 18"/>
                <a:gd name="T11" fmla="*/ 70 h 308"/>
                <a:gd name="T12" fmla="*/ 3 w 18"/>
                <a:gd name="T13" fmla="*/ 32 h 308"/>
                <a:gd name="T14" fmla="*/ 3 w 18"/>
                <a:gd name="T15" fmla="*/ 14 h 308"/>
                <a:gd name="T16" fmla="*/ 5 w 18"/>
                <a:gd name="T17" fmla="*/ 1 h 308"/>
                <a:gd name="T18" fmla="*/ 4 w 18"/>
                <a:gd name="T19" fmla="*/ 1 h 308"/>
                <a:gd name="T20" fmla="*/ 1 w 18"/>
                <a:gd name="T21" fmla="*/ 14 h 308"/>
                <a:gd name="T22" fmla="*/ 1 w 18"/>
                <a:gd name="T23" fmla="*/ 32 h 308"/>
                <a:gd name="T24" fmla="*/ 1 w 18"/>
                <a:gd name="T25" fmla="*/ 70 h 308"/>
                <a:gd name="T26" fmla="*/ 3 w 18"/>
                <a:gd name="T27" fmla="*/ 155 h 308"/>
                <a:gd name="T28" fmla="*/ 3 w 18"/>
                <a:gd name="T29" fmla="*/ 191 h 308"/>
                <a:gd name="T30" fmla="*/ 5 w 18"/>
                <a:gd name="T31" fmla="*/ 231 h 308"/>
                <a:gd name="T32" fmla="*/ 7 w 18"/>
                <a:gd name="T33" fmla="*/ 268 h 308"/>
                <a:gd name="T34" fmla="*/ 10 w 18"/>
                <a:gd name="T35" fmla="*/ 306 h 308"/>
                <a:gd name="T36" fmla="*/ 13 w 18"/>
                <a:gd name="T37" fmla="*/ 308 h 308"/>
                <a:gd name="T38" fmla="*/ 15 w 18"/>
                <a:gd name="T39" fmla="*/ 308 h 308"/>
                <a:gd name="T40" fmla="*/ 15 w 18"/>
                <a:gd name="T41" fmla="*/ 30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308">
                  <a:moveTo>
                    <a:pt x="15" y="304"/>
                  </a:moveTo>
                  <a:cubicBezTo>
                    <a:pt x="11" y="303"/>
                    <a:pt x="12" y="268"/>
                    <a:pt x="12" y="263"/>
                  </a:cubicBezTo>
                  <a:cubicBezTo>
                    <a:pt x="11" y="250"/>
                    <a:pt x="10" y="238"/>
                    <a:pt x="10" y="226"/>
                  </a:cubicBezTo>
                  <a:cubicBezTo>
                    <a:pt x="10" y="214"/>
                    <a:pt x="10" y="204"/>
                    <a:pt x="8" y="193"/>
                  </a:cubicBezTo>
                  <a:cubicBezTo>
                    <a:pt x="6" y="179"/>
                    <a:pt x="7" y="165"/>
                    <a:pt x="7" y="151"/>
                  </a:cubicBezTo>
                  <a:cubicBezTo>
                    <a:pt x="6" y="124"/>
                    <a:pt x="4" y="97"/>
                    <a:pt x="4" y="70"/>
                  </a:cubicBezTo>
                  <a:cubicBezTo>
                    <a:pt x="4" y="57"/>
                    <a:pt x="4" y="44"/>
                    <a:pt x="3" y="32"/>
                  </a:cubicBezTo>
                  <a:cubicBezTo>
                    <a:pt x="3" y="26"/>
                    <a:pt x="2" y="20"/>
                    <a:pt x="3" y="14"/>
                  </a:cubicBezTo>
                  <a:cubicBezTo>
                    <a:pt x="3" y="9"/>
                    <a:pt x="5" y="6"/>
                    <a:pt x="5" y="1"/>
                  </a:cubicBezTo>
                  <a:cubicBezTo>
                    <a:pt x="5" y="0"/>
                    <a:pt x="4" y="0"/>
                    <a:pt x="4" y="1"/>
                  </a:cubicBezTo>
                  <a:cubicBezTo>
                    <a:pt x="4" y="6"/>
                    <a:pt x="1" y="9"/>
                    <a:pt x="1" y="14"/>
                  </a:cubicBezTo>
                  <a:cubicBezTo>
                    <a:pt x="0" y="20"/>
                    <a:pt x="1" y="26"/>
                    <a:pt x="1" y="32"/>
                  </a:cubicBezTo>
                  <a:cubicBezTo>
                    <a:pt x="1" y="44"/>
                    <a:pt x="1" y="57"/>
                    <a:pt x="1" y="70"/>
                  </a:cubicBezTo>
                  <a:cubicBezTo>
                    <a:pt x="1" y="98"/>
                    <a:pt x="2" y="127"/>
                    <a:pt x="3" y="155"/>
                  </a:cubicBezTo>
                  <a:cubicBezTo>
                    <a:pt x="3" y="167"/>
                    <a:pt x="1" y="179"/>
                    <a:pt x="3" y="191"/>
                  </a:cubicBezTo>
                  <a:cubicBezTo>
                    <a:pt x="5" y="204"/>
                    <a:pt x="5" y="217"/>
                    <a:pt x="5" y="231"/>
                  </a:cubicBezTo>
                  <a:cubicBezTo>
                    <a:pt x="5" y="243"/>
                    <a:pt x="7" y="255"/>
                    <a:pt x="7" y="268"/>
                  </a:cubicBezTo>
                  <a:cubicBezTo>
                    <a:pt x="8" y="281"/>
                    <a:pt x="7" y="293"/>
                    <a:pt x="10" y="306"/>
                  </a:cubicBezTo>
                  <a:cubicBezTo>
                    <a:pt x="11" y="307"/>
                    <a:pt x="12" y="308"/>
                    <a:pt x="13" y="308"/>
                  </a:cubicBezTo>
                  <a:cubicBezTo>
                    <a:pt x="13" y="308"/>
                    <a:pt x="14" y="308"/>
                    <a:pt x="15" y="308"/>
                  </a:cubicBezTo>
                  <a:cubicBezTo>
                    <a:pt x="17" y="308"/>
                    <a:pt x="18" y="304"/>
                    <a:pt x="15" y="304"/>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46" name="chenying0907 658"/>
            <p:cNvSpPr/>
            <p:nvPr/>
          </p:nvSpPr>
          <p:spPr bwMode="auto">
            <a:xfrm>
              <a:off x="3609976" y="1931988"/>
              <a:ext cx="42863" cy="646113"/>
            </a:xfrm>
            <a:custGeom>
              <a:avLst/>
              <a:gdLst>
                <a:gd name="T0" fmla="*/ 19 w 20"/>
                <a:gd name="T1" fmla="*/ 290 h 301"/>
                <a:gd name="T2" fmla="*/ 17 w 20"/>
                <a:gd name="T3" fmla="*/ 289 h 301"/>
                <a:gd name="T4" fmla="*/ 14 w 20"/>
                <a:gd name="T5" fmla="*/ 263 h 301"/>
                <a:gd name="T6" fmla="*/ 10 w 20"/>
                <a:gd name="T7" fmla="*/ 225 h 301"/>
                <a:gd name="T8" fmla="*/ 7 w 20"/>
                <a:gd name="T9" fmla="*/ 190 h 301"/>
                <a:gd name="T10" fmla="*/ 5 w 20"/>
                <a:gd name="T11" fmla="*/ 153 h 301"/>
                <a:gd name="T12" fmla="*/ 7 w 20"/>
                <a:gd name="T13" fmla="*/ 77 h 301"/>
                <a:gd name="T14" fmla="*/ 7 w 20"/>
                <a:gd name="T15" fmla="*/ 38 h 301"/>
                <a:gd name="T16" fmla="*/ 6 w 20"/>
                <a:gd name="T17" fmla="*/ 20 h 301"/>
                <a:gd name="T18" fmla="*/ 3 w 20"/>
                <a:gd name="T19" fmla="*/ 1 h 301"/>
                <a:gd name="T20" fmla="*/ 2 w 20"/>
                <a:gd name="T21" fmla="*/ 1 h 301"/>
                <a:gd name="T22" fmla="*/ 3 w 20"/>
                <a:gd name="T23" fmla="*/ 15 h 301"/>
                <a:gd name="T24" fmla="*/ 4 w 20"/>
                <a:gd name="T25" fmla="*/ 38 h 301"/>
                <a:gd name="T26" fmla="*/ 4 w 20"/>
                <a:gd name="T27" fmla="*/ 77 h 301"/>
                <a:gd name="T28" fmla="*/ 1 w 20"/>
                <a:gd name="T29" fmla="*/ 121 h 301"/>
                <a:gd name="T30" fmla="*/ 0 w 20"/>
                <a:gd name="T31" fmla="*/ 156 h 301"/>
                <a:gd name="T32" fmla="*/ 5 w 20"/>
                <a:gd name="T33" fmla="*/ 230 h 301"/>
                <a:gd name="T34" fmla="*/ 9 w 20"/>
                <a:gd name="T35" fmla="*/ 263 h 301"/>
                <a:gd name="T36" fmla="*/ 13 w 20"/>
                <a:gd name="T37" fmla="*/ 298 h 301"/>
                <a:gd name="T38" fmla="*/ 18 w 20"/>
                <a:gd name="T39" fmla="*/ 299 h 301"/>
                <a:gd name="T40" fmla="*/ 19 w 20"/>
                <a:gd name="T41" fmla="*/ 29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301">
                  <a:moveTo>
                    <a:pt x="19" y="290"/>
                  </a:moveTo>
                  <a:cubicBezTo>
                    <a:pt x="19" y="289"/>
                    <a:pt x="18" y="289"/>
                    <a:pt x="17" y="289"/>
                  </a:cubicBezTo>
                  <a:cubicBezTo>
                    <a:pt x="15" y="280"/>
                    <a:pt x="16" y="271"/>
                    <a:pt x="14" y="263"/>
                  </a:cubicBezTo>
                  <a:cubicBezTo>
                    <a:pt x="12" y="251"/>
                    <a:pt x="11" y="237"/>
                    <a:pt x="10" y="225"/>
                  </a:cubicBezTo>
                  <a:cubicBezTo>
                    <a:pt x="10" y="213"/>
                    <a:pt x="8" y="202"/>
                    <a:pt x="7" y="190"/>
                  </a:cubicBezTo>
                  <a:cubicBezTo>
                    <a:pt x="6" y="178"/>
                    <a:pt x="5" y="166"/>
                    <a:pt x="5" y="153"/>
                  </a:cubicBezTo>
                  <a:cubicBezTo>
                    <a:pt x="5" y="127"/>
                    <a:pt x="8" y="102"/>
                    <a:pt x="7" y="77"/>
                  </a:cubicBezTo>
                  <a:cubicBezTo>
                    <a:pt x="7" y="64"/>
                    <a:pt x="7" y="51"/>
                    <a:pt x="7" y="38"/>
                  </a:cubicBezTo>
                  <a:cubicBezTo>
                    <a:pt x="6" y="32"/>
                    <a:pt x="7" y="26"/>
                    <a:pt x="6" y="20"/>
                  </a:cubicBezTo>
                  <a:cubicBezTo>
                    <a:pt x="5" y="13"/>
                    <a:pt x="3" y="8"/>
                    <a:pt x="3" y="1"/>
                  </a:cubicBezTo>
                  <a:cubicBezTo>
                    <a:pt x="3" y="0"/>
                    <a:pt x="2" y="0"/>
                    <a:pt x="2" y="1"/>
                  </a:cubicBezTo>
                  <a:cubicBezTo>
                    <a:pt x="2" y="6"/>
                    <a:pt x="2" y="10"/>
                    <a:pt x="3" y="15"/>
                  </a:cubicBezTo>
                  <a:cubicBezTo>
                    <a:pt x="4" y="23"/>
                    <a:pt x="4" y="30"/>
                    <a:pt x="4" y="38"/>
                  </a:cubicBezTo>
                  <a:cubicBezTo>
                    <a:pt x="4" y="51"/>
                    <a:pt x="3" y="64"/>
                    <a:pt x="4" y="77"/>
                  </a:cubicBezTo>
                  <a:cubicBezTo>
                    <a:pt x="4" y="92"/>
                    <a:pt x="4" y="106"/>
                    <a:pt x="1" y="121"/>
                  </a:cubicBezTo>
                  <a:cubicBezTo>
                    <a:pt x="0" y="133"/>
                    <a:pt x="1" y="145"/>
                    <a:pt x="0" y="156"/>
                  </a:cubicBezTo>
                  <a:cubicBezTo>
                    <a:pt x="0" y="181"/>
                    <a:pt x="4" y="205"/>
                    <a:pt x="5" y="230"/>
                  </a:cubicBezTo>
                  <a:cubicBezTo>
                    <a:pt x="6" y="240"/>
                    <a:pt x="7" y="252"/>
                    <a:pt x="9" y="263"/>
                  </a:cubicBezTo>
                  <a:cubicBezTo>
                    <a:pt x="11" y="274"/>
                    <a:pt x="10" y="287"/>
                    <a:pt x="13" y="298"/>
                  </a:cubicBezTo>
                  <a:cubicBezTo>
                    <a:pt x="14" y="300"/>
                    <a:pt x="17" y="301"/>
                    <a:pt x="18" y="299"/>
                  </a:cubicBezTo>
                  <a:cubicBezTo>
                    <a:pt x="20" y="296"/>
                    <a:pt x="20" y="294"/>
                    <a:pt x="19" y="290"/>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47" name="chenying0907 659"/>
            <p:cNvSpPr/>
            <p:nvPr/>
          </p:nvSpPr>
          <p:spPr bwMode="auto">
            <a:xfrm>
              <a:off x="3705226" y="1931988"/>
              <a:ext cx="30163" cy="654050"/>
            </a:xfrm>
            <a:custGeom>
              <a:avLst/>
              <a:gdLst>
                <a:gd name="T0" fmla="*/ 11 w 14"/>
                <a:gd name="T1" fmla="*/ 299 h 305"/>
                <a:gd name="T2" fmla="*/ 11 w 14"/>
                <a:gd name="T3" fmla="*/ 265 h 305"/>
                <a:gd name="T4" fmla="*/ 9 w 14"/>
                <a:gd name="T5" fmla="*/ 228 h 305"/>
                <a:gd name="T6" fmla="*/ 6 w 14"/>
                <a:gd name="T7" fmla="*/ 194 h 305"/>
                <a:gd name="T8" fmla="*/ 6 w 14"/>
                <a:gd name="T9" fmla="*/ 156 h 305"/>
                <a:gd name="T10" fmla="*/ 8 w 14"/>
                <a:gd name="T11" fmla="*/ 76 h 305"/>
                <a:gd name="T12" fmla="*/ 8 w 14"/>
                <a:gd name="T13" fmla="*/ 42 h 305"/>
                <a:gd name="T14" fmla="*/ 5 w 14"/>
                <a:gd name="T15" fmla="*/ 23 h 305"/>
                <a:gd name="T16" fmla="*/ 4 w 14"/>
                <a:gd name="T17" fmla="*/ 1 h 305"/>
                <a:gd name="T18" fmla="*/ 3 w 14"/>
                <a:gd name="T19" fmla="*/ 1 h 305"/>
                <a:gd name="T20" fmla="*/ 4 w 14"/>
                <a:gd name="T21" fmla="*/ 36 h 305"/>
                <a:gd name="T22" fmla="*/ 4 w 14"/>
                <a:gd name="T23" fmla="*/ 76 h 305"/>
                <a:gd name="T24" fmla="*/ 1 w 14"/>
                <a:gd name="T25" fmla="*/ 156 h 305"/>
                <a:gd name="T26" fmla="*/ 1 w 14"/>
                <a:gd name="T27" fmla="*/ 194 h 305"/>
                <a:gd name="T28" fmla="*/ 4 w 14"/>
                <a:gd name="T29" fmla="*/ 228 h 305"/>
                <a:gd name="T30" fmla="*/ 6 w 14"/>
                <a:gd name="T31" fmla="*/ 263 h 305"/>
                <a:gd name="T32" fmla="*/ 6 w 14"/>
                <a:gd name="T33" fmla="*/ 302 h 305"/>
                <a:gd name="T34" fmla="*/ 11 w 14"/>
                <a:gd name="T35" fmla="*/ 304 h 305"/>
                <a:gd name="T36" fmla="*/ 12 w 14"/>
                <a:gd name="T37" fmla="*/ 302 h 305"/>
                <a:gd name="T38" fmla="*/ 11 w 14"/>
                <a:gd name="T39" fmla="*/ 29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 h="305">
                  <a:moveTo>
                    <a:pt x="11" y="299"/>
                  </a:moveTo>
                  <a:cubicBezTo>
                    <a:pt x="12" y="288"/>
                    <a:pt x="11" y="276"/>
                    <a:pt x="11" y="265"/>
                  </a:cubicBezTo>
                  <a:cubicBezTo>
                    <a:pt x="11" y="252"/>
                    <a:pt x="9" y="240"/>
                    <a:pt x="9" y="228"/>
                  </a:cubicBezTo>
                  <a:cubicBezTo>
                    <a:pt x="9" y="216"/>
                    <a:pt x="7" y="206"/>
                    <a:pt x="6" y="194"/>
                  </a:cubicBezTo>
                  <a:cubicBezTo>
                    <a:pt x="5" y="182"/>
                    <a:pt x="6" y="168"/>
                    <a:pt x="6" y="156"/>
                  </a:cubicBezTo>
                  <a:cubicBezTo>
                    <a:pt x="6" y="129"/>
                    <a:pt x="8" y="103"/>
                    <a:pt x="8" y="76"/>
                  </a:cubicBezTo>
                  <a:cubicBezTo>
                    <a:pt x="8" y="65"/>
                    <a:pt x="9" y="53"/>
                    <a:pt x="8" y="42"/>
                  </a:cubicBezTo>
                  <a:cubicBezTo>
                    <a:pt x="7" y="36"/>
                    <a:pt x="5" y="30"/>
                    <a:pt x="5" y="23"/>
                  </a:cubicBezTo>
                  <a:cubicBezTo>
                    <a:pt x="4" y="16"/>
                    <a:pt x="4" y="8"/>
                    <a:pt x="4" y="1"/>
                  </a:cubicBezTo>
                  <a:cubicBezTo>
                    <a:pt x="4" y="0"/>
                    <a:pt x="3" y="0"/>
                    <a:pt x="3" y="1"/>
                  </a:cubicBezTo>
                  <a:cubicBezTo>
                    <a:pt x="3" y="13"/>
                    <a:pt x="2" y="25"/>
                    <a:pt x="4" y="36"/>
                  </a:cubicBezTo>
                  <a:cubicBezTo>
                    <a:pt x="6" y="49"/>
                    <a:pt x="5" y="63"/>
                    <a:pt x="4" y="76"/>
                  </a:cubicBezTo>
                  <a:cubicBezTo>
                    <a:pt x="4" y="103"/>
                    <a:pt x="2" y="129"/>
                    <a:pt x="1" y="156"/>
                  </a:cubicBezTo>
                  <a:cubicBezTo>
                    <a:pt x="1" y="168"/>
                    <a:pt x="0" y="182"/>
                    <a:pt x="1" y="194"/>
                  </a:cubicBezTo>
                  <a:cubicBezTo>
                    <a:pt x="2" y="206"/>
                    <a:pt x="4" y="217"/>
                    <a:pt x="4" y="228"/>
                  </a:cubicBezTo>
                  <a:cubicBezTo>
                    <a:pt x="4" y="240"/>
                    <a:pt x="6" y="251"/>
                    <a:pt x="6" y="263"/>
                  </a:cubicBezTo>
                  <a:cubicBezTo>
                    <a:pt x="6" y="276"/>
                    <a:pt x="7" y="289"/>
                    <a:pt x="6" y="302"/>
                  </a:cubicBezTo>
                  <a:cubicBezTo>
                    <a:pt x="6" y="305"/>
                    <a:pt x="9" y="305"/>
                    <a:pt x="11" y="304"/>
                  </a:cubicBezTo>
                  <a:cubicBezTo>
                    <a:pt x="11" y="303"/>
                    <a:pt x="12" y="303"/>
                    <a:pt x="12" y="302"/>
                  </a:cubicBezTo>
                  <a:cubicBezTo>
                    <a:pt x="14" y="302"/>
                    <a:pt x="13" y="299"/>
                    <a:pt x="11" y="299"/>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48" name="chenying0907 660"/>
            <p:cNvSpPr/>
            <p:nvPr/>
          </p:nvSpPr>
          <p:spPr bwMode="auto">
            <a:xfrm>
              <a:off x="3811588" y="1957388"/>
              <a:ext cx="41275" cy="646113"/>
            </a:xfrm>
            <a:custGeom>
              <a:avLst/>
              <a:gdLst>
                <a:gd name="T0" fmla="*/ 10 w 19"/>
                <a:gd name="T1" fmla="*/ 224 h 301"/>
                <a:gd name="T2" fmla="*/ 8 w 19"/>
                <a:gd name="T3" fmla="*/ 186 h 301"/>
                <a:gd name="T4" fmla="*/ 8 w 19"/>
                <a:gd name="T5" fmla="*/ 150 h 301"/>
                <a:gd name="T6" fmla="*/ 8 w 19"/>
                <a:gd name="T7" fmla="*/ 71 h 301"/>
                <a:gd name="T8" fmla="*/ 2 w 19"/>
                <a:gd name="T9" fmla="*/ 1 h 301"/>
                <a:gd name="T10" fmla="*/ 0 w 19"/>
                <a:gd name="T11" fmla="*/ 2 h 301"/>
                <a:gd name="T12" fmla="*/ 4 w 19"/>
                <a:gd name="T13" fmla="*/ 154 h 301"/>
                <a:gd name="T14" fmla="*/ 3 w 19"/>
                <a:gd name="T15" fmla="*/ 190 h 301"/>
                <a:gd name="T16" fmla="*/ 6 w 19"/>
                <a:gd name="T17" fmla="*/ 226 h 301"/>
                <a:gd name="T18" fmla="*/ 9 w 19"/>
                <a:gd name="T19" fmla="*/ 262 h 301"/>
                <a:gd name="T20" fmla="*/ 12 w 19"/>
                <a:gd name="T21" fmla="*/ 299 h 301"/>
                <a:gd name="T22" fmla="*/ 15 w 19"/>
                <a:gd name="T23" fmla="*/ 299 h 301"/>
                <a:gd name="T24" fmla="*/ 10 w 19"/>
                <a:gd name="T25" fmla="*/ 224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301">
                  <a:moveTo>
                    <a:pt x="10" y="224"/>
                  </a:moveTo>
                  <a:cubicBezTo>
                    <a:pt x="10" y="211"/>
                    <a:pt x="7" y="199"/>
                    <a:pt x="8" y="186"/>
                  </a:cubicBezTo>
                  <a:cubicBezTo>
                    <a:pt x="8" y="174"/>
                    <a:pt x="8" y="162"/>
                    <a:pt x="8" y="150"/>
                  </a:cubicBezTo>
                  <a:cubicBezTo>
                    <a:pt x="8" y="124"/>
                    <a:pt x="8" y="97"/>
                    <a:pt x="8" y="71"/>
                  </a:cubicBezTo>
                  <a:cubicBezTo>
                    <a:pt x="8" y="47"/>
                    <a:pt x="8" y="23"/>
                    <a:pt x="2" y="1"/>
                  </a:cubicBezTo>
                  <a:cubicBezTo>
                    <a:pt x="2" y="0"/>
                    <a:pt x="0" y="1"/>
                    <a:pt x="0" y="2"/>
                  </a:cubicBezTo>
                  <a:cubicBezTo>
                    <a:pt x="7" y="52"/>
                    <a:pt x="4" y="103"/>
                    <a:pt x="4" y="154"/>
                  </a:cubicBezTo>
                  <a:cubicBezTo>
                    <a:pt x="4" y="166"/>
                    <a:pt x="3" y="178"/>
                    <a:pt x="3" y="190"/>
                  </a:cubicBezTo>
                  <a:cubicBezTo>
                    <a:pt x="3" y="202"/>
                    <a:pt x="5" y="214"/>
                    <a:pt x="6" y="226"/>
                  </a:cubicBezTo>
                  <a:cubicBezTo>
                    <a:pt x="6" y="238"/>
                    <a:pt x="8" y="250"/>
                    <a:pt x="9" y="262"/>
                  </a:cubicBezTo>
                  <a:cubicBezTo>
                    <a:pt x="11" y="274"/>
                    <a:pt x="10" y="287"/>
                    <a:pt x="12" y="299"/>
                  </a:cubicBezTo>
                  <a:cubicBezTo>
                    <a:pt x="12" y="301"/>
                    <a:pt x="15" y="301"/>
                    <a:pt x="15" y="299"/>
                  </a:cubicBezTo>
                  <a:cubicBezTo>
                    <a:pt x="19" y="274"/>
                    <a:pt x="11" y="249"/>
                    <a:pt x="10" y="224"/>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49" name="chenying0907 661"/>
            <p:cNvSpPr/>
            <p:nvPr/>
          </p:nvSpPr>
          <p:spPr bwMode="auto">
            <a:xfrm>
              <a:off x="3919538" y="1949451"/>
              <a:ext cx="28575" cy="685800"/>
            </a:xfrm>
            <a:custGeom>
              <a:avLst/>
              <a:gdLst>
                <a:gd name="T0" fmla="*/ 12 w 13"/>
                <a:gd name="T1" fmla="*/ 310 h 320"/>
                <a:gd name="T2" fmla="*/ 11 w 13"/>
                <a:gd name="T3" fmla="*/ 309 h 320"/>
                <a:gd name="T4" fmla="*/ 10 w 13"/>
                <a:gd name="T5" fmla="*/ 298 h 320"/>
                <a:gd name="T6" fmla="*/ 9 w 13"/>
                <a:gd name="T7" fmla="*/ 279 h 320"/>
                <a:gd name="T8" fmla="*/ 7 w 13"/>
                <a:gd name="T9" fmla="*/ 243 h 320"/>
                <a:gd name="T10" fmla="*/ 6 w 13"/>
                <a:gd name="T11" fmla="*/ 202 h 320"/>
                <a:gd name="T12" fmla="*/ 6 w 13"/>
                <a:gd name="T13" fmla="*/ 162 h 320"/>
                <a:gd name="T14" fmla="*/ 7 w 13"/>
                <a:gd name="T15" fmla="*/ 124 h 320"/>
                <a:gd name="T16" fmla="*/ 9 w 13"/>
                <a:gd name="T17" fmla="*/ 81 h 320"/>
                <a:gd name="T18" fmla="*/ 9 w 13"/>
                <a:gd name="T19" fmla="*/ 0 h 320"/>
                <a:gd name="T20" fmla="*/ 8 w 13"/>
                <a:gd name="T21" fmla="*/ 0 h 320"/>
                <a:gd name="T22" fmla="*/ 5 w 13"/>
                <a:gd name="T23" fmla="*/ 83 h 320"/>
                <a:gd name="T24" fmla="*/ 3 w 13"/>
                <a:gd name="T25" fmla="*/ 124 h 320"/>
                <a:gd name="T26" fmla="*/ 1 w 13"/>
                <a:gd name="T27" fmla="*/ 166 h 320"/>
                <a:gd name="T28" fmla="*/ 1 w 13"/>
                <a:gd name="T29" fmla="*/ 206 h 320"/>
                <a:gd name="T30" fmla="*/ 1 w 13"/>
                <a:gd name="T31" fmla="*/ 241 h 320"/>
                <a:gd name="T32" fmla="*/ 3 w 13"/>
                <a:gd name="T33" fmla="*/ 284 h 320"/>
                <a:gd name="T34" fmla="*/ 5 w 13"/>
                <a:gd name="T35" fmla="*/ 300 h 320"/>
                <a:gd name="T36" fmla="*/ 7 w 13"/>
                <a:gd name="T37" fmla="*/ 318 h 320"/>
                <a:gd name="T38" fmla="*/ 11 w 13"/>
                <a:gd name="T39" fmla="*/ 318 h 320"/>
                <a:gd name="T40" fmla="*/ 12 w 13"/>
                <a:gd name="T41" fmla="*/ 31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320">
                  <a:moveTo>
                    <a:pt x="12" y="310"/>
                  </a:moveTo>
                  <a:cubicBezTo>
                    <a:pt x="12" y="309"/>
                    <a:pt x="11" y="309"/>
                    <a:pt x="11" y="309"/>
                  </a:cubicBezTo>
                  <a:cubicBezTo>
                    <a:pt x="11" y="305"/>
                    <a:pt x="11" y="302"/>
                    <a:pt x="10" y="298"/>
                  </a:cubicBezTo>
                  <a:cubicBezTo>
                    <a:pt x="9" y="292"/>
                    <a:pt x="9" y="286"/>
                    <a:pt x="9" y="279"/>
                  </a:cubicBezTo>
                  <a:cubicBezTo>
                    <a:pt x="9" y="267"/>
                    <a:pt x="9" y="255"/>
                    <a:pt x="7" y="243"/>
                  </a:cubicBezTo>
                  <a:cubicBezTo>
                    <a:pt x="5" y="230"/>
                    <a:pt x="6" y="216"/>
                    <a:pt x="6" y="202"/>
                  </a:cubicBezTo>
                  <a:cubicBezTo>
                    <a:pt x="6" y="189"/>
                    <a:pt x="6" y="175"/>
                    <a:pt x="6" y="162"/>
                  </a:cubicBezTo>
                  <a:cubicBezTo>
                    <a:pt x="6" y="149"/>
                    <a:pt x="6" y="137"/>
                    <a:pt x="7" y="124"/>
                  </a:cubicBezTo>
                  <a:cubicBezTo>
                    <a:pt x="8" y="110"/>
                    <a:pt x="7" y="96"/>
                    <a:pt x="9" y="81"/>
                  </a:cubicBezTo>
                  <a:cubicBezTo>
                    <a:pt x="12" y="54"/>
                    <a:pt x="10" y="28"/>
                    <a:pt x="9" y="0"/>
                  </a:cubicBezTo>
                  <a:cubicBezTo>
                    <a:pt x="9" y="0"/>
                    <a:pt x="8" y="0"/>
                    <a:pt x="8" y="0"/>
                  </a:cubicBezTo>
                  <a:cubicBezTo>
                    <a:pt x="8" y="28"/>
                    <a:pt x="8" y="56"/>
                    <a:pt x="5" y="83"/>
                  </a:cubicBezTo>
                  <a:cubicBezTo>
                    <a:pt x="3" y="97"/>
                    <a:pt x="4" y="110"/>
                    <a:pt x="3" y="124"/>
                  </a:cubicBezTo>
                  <a:cubicBezTo>
                    <a:pt x="1" y="138"/>
                    <a:pt x="1" y="152"/>
                    <a:pt x="1" y="166"/>
                  </a:cubicBezTo>
                  <a:cubicBezTo>
                    <a:pt x="1" y="179"/>
                    <a:pt x="1" y="192"/>
                    <a:pt x="1" y="206"/>
                  </a:cubicBezTo>
                  <a:cubicBezTo>
                    <a:pt x="1" y="217"/>
                    <a:pt x="0" y="230"/>
                    <a:pt x="1" y="241"/>
                  </a:cubicBezTo>
                  <a:cubicBezTo>
                    <a:pt x="3" y="256"/>
                    <a:pt x="3" y="270"/>
                    <a:pt x="3" y="284"/>
                  </a:cubicBezTo>
                  <a:cubicBezTo>
                    <a:pt x="3" y="290"/>
                    <a:pt x="4" y="294"/>
                    <a:pt x="5" y="300"/>
                  </a:cubicBezTo>
                  <a:cubicBezTo>
                    <a:pt x="6" y="306"/>
                    <a:pt x="5" y="312"/>
                    <a:pt x="7" y="318"/>
                  </a:cubicBezTo>
                  <a:cubicBezTo>
                    <a:pt x="7" y="320"/>
                    <a:pt x="10" y="320"/>
                    <a:pt x="11" y="318"/>
                  </a:cubicBezTo>
                  <a:cubicBezTo>
                    <a:pt x="13" y="315"/>
                    <a:pt x="13" y="313"/>
                    <a:pt x="12" y="310"/>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50" name="chenying0907 662"/>
            <p:cNvSpPr/>
            <p:nvPr/>
          </p:nvSpPr>
          <p:spPr bwMode="auto">
            <a:xfrm>
              <a:off x="3160713" y="1919288"/>
              <a:ext cx="66675" cy="96838"/>
            </a:xfrm>
            <a:custGeom>
              <a:avLst/>
              <a:gdLst>
                <a:gd name="T0" fmla="*/ 29 w 31"/>
                <a:gd name="T1" fmla="*/ 1 h 45"/>
                <a:gd name="T2" fmla="*/ 11 w 31"/>
                <a:gd name="T3" fmla="*/ 26 h 45"/>
                <a:gd name="T4" fmla="*/ 1 w 31"/>
                <a:gd name="T5" fmla="*/ 44 h 45"/>
                <a:gd name="T6" fmla="*/ 2 w 31"/>
                <a:gd name="T7" fmla="*/ 45 h 45"/>
                <a:gd name="T8" fmla="*/ 15 w 31"/>
                <a:gd name="T9" fmla="*/ 24 h 45"/>
                <a:gd name="T10" fmla="*/ 30 w 31"/>
                <a:gd name="T11" fmla="*/ 3 h 45"/>
                <a:gd name="T12" fmla="*/ 29 w 31"/>
                <a:gd name="T13" fmla="*/ 1 h 45"/>
              </a:gdLst>
              <a:ahLst/>
              <a:cxnLst>
                <a:cxn ang="0">
                  <a:pos x="T0" y="T1"/>
                </a:cxn>
                <a:cxn ang="0">
                  <a:pos x="T2" y="T3"/>
                </a:cxn>
                <a:cxn ang="0">
                  <a:pos x="T4" y="T5"/>
                </a:cxn>
                <a:cxn ang="0">
                  <a:pos x="T6" y="T7"/>
                </a:cxn>
                <a:cxn ang="0">
                  <a:pos x="T8" y="T9"/>
                </a:cxn>
                <a:cxn ang="0">
                  <a:pos x="T10" y="T11"/>
                </a:cxn>
                <a:cxn ang="0">
                  <a:pos x="T12" y="T13"/>
                </a:cxn>
              </a:cxnLst>
              <a:rect l="0" t="0" r="r" b="b"/>
              <a:pathLst>
                <a:path w="31" h="45">
                  <a:moveTo>
                    <a:pt x="29" y="1"/>
                  </a:moveTo>
                  <a:cubicBezTo>
                    <a:pt x="22" y="9"/>
                    <a:pt x="17" y="18"/>
                    <a:pt x="11" y="26"/>
                  </a:cubicBezTo>
                  <a:cubicBezTo>
                    <a:pt x="6" y="31"/>
                    <a:pt x="0" y="37"/>
                    <a:pt x="1" y="44"/>
                  </a:cubicBezTo>
                  <a:cubicBezTo>
                    <a:pt x="1" y="45"/>
                    <a:pt x="2" y="45"/>
                    <a:pt x="2" y="45"/>
                  </a:cubicBezTo>
                  <a:cubicBezTo>
                    <a:pt x="5" y="36"/>
                    <a:pt x="10" y="31"/>
                    <a:pt x="15" y="24"/>
                  </a:cubicBezTo>
                  <a:cubicBezTo>
                    <a:pt x="20" y="17"/>
                    <a:pt x="24" y="9"/>
                    <a:pt x="30" y="3"/>
                  </a:cubicBezTo>
                  <a:cubicBezTo>
                    <a:pt x="31" y="2"/>
                    <a:pt x="29" y="0"/>
                    <a:pt x="29"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sp>
          <p:nvSpPr>
            <p:cNvPr id="551" name="chenying0907 663"/>
            <p:cNvSpPr/>
            <p:nvPr/>
          </p:nvSpPr>
          <p:spPr bwMode="auto">
            <a:xfrm>
              <a:off x="3187701" y="1968501"/>
              <a:ext cx="49213" cy="65088"/>
            </a:xfrm>
            <a:custGeom>
              <a:avLst/>
              <a:gdLst>
                <a:gd name="T0" fmla="*/ 21 w 23"/>
                <a:gd name="T1" fmla="*/ 1 h 30"/>
                <a:gd name="T2" fmla="*/ 12 w 23"/>
                <a:gd name="T3" fmla="*/ 15 h 30"/>
                <a:gd name="T4" fmla="*/ 1 w 23"/>
                <a:gd name="T5" fmla="*/ 28 h 30"/>
                <a:gd name="T6" fmla="*/ 2 w 23"/>
                <a:gd name="T7" fmla="*/ 30 h 30"/>
                <a:gd name="T8" fmla="*/ 16 w 23"/>
                <a:gd name="T9" fmla="*/ 14 h 30"/>
                <a:gd name="T10" fmla="*/ 22 w 23"/>
                <a:gd name="T11" fmla="*/ 1 h 30"/>
                <a:gd name="T12" fmla="*/ 21 w 23"/>
                <a:gd name="T13" fmla="*/ 1 h 30"/>
              </a:gdLst>
              <a:ahLst/>
              <a:cxnLst>
                <a:cxn ang="0">
                  <a:pos x="T0" y="T1"/>
                </a:cxn>
                <a:cxn ang="0">
                  <a:pos x="T2" y="T3"/>
                </a:cxn>
                <a:cxn ang="0">
                  <a:pos x="T4" y="T5"/>
                </a:cxn>
                <a:cxn ang="0">
                  <a:pos x="T6" y="T7"/>
                </a:cxn>
                <a:cxn ang="0">
                  <a:pos x="T8" y="T9"/>
                </a:cxn>
                <a:cxn ang="0">
                  <a:pos x="T10" y="T11"/>
                </a:cxn>
                <a:cxn ang="0">
                  <a:pos x="T12" y="T13"/>
                </a:cxn>
              </a:cxnLst>
              <a:rect l="0" t="0" r="r" b="b"/>
              <a:pathLst>
                <a:path w="23" h="30">
                  <a:moveTo>
                    <a:pt x="21" y="1"/>
                  </a:moveTo>
                  <a:cubicBezTo>
                    <a:pt x="21" y="7"/>
                    <a:pt x="15" y="12"/>
                    <a:pt x="12" y="15"/>
                  </a:cubicBezTo>
                  <a:cubicBezTo>
                    <a:pt x="8" y="20"/>
                    <a:pt x="4" y="24"/>
                    <a:pt x="1" y="28"/>
                  </a:cubicBezTo>
                  <a:cubicBezTo>
                    <a:pt x="0" y="29"/>
                    <a:pt x="1" y="30"/>
                    <a:pt x="2" y="30"/>
                  </a:cubicBezTo>
                  <a:cubicBezTo>
                    <a:pt x="7" y="25"/>
                    <a:pt x="11" y="19"/>
                    <a:pt x="16" y="14"/>
                  </a:cubicBezTo>
                  <a:cubicBezTo>
                    <a:pt x="19" y="10"/>
                    <a:pt x="23" y="6"/>
                    <a:pt x="22" y="1"/>
                  </a:cubicBezTo>
                  <a:cubicBezTo>
                    <a:pt x="22" y="0"/>
                    <a:pt x="20" y="0"/>
                    <a:pt x="21" y="1"/>
                  </a:cubicBezTo>
                </a:path>
              </a:pathLst>
            </a:custGeom>
            <a:grpFill/>
            <a:ln w="9525">
              <a:solidFill>
                <a:schemeClr val="tx1"/>
              </a:solidFill>
              <a:round/>
            </a:ln>
          </p:spPr>
          <p:txBody>
            <a:bodyPr vert="horz" wrap="square" lIns="121920" tIns="60960" rIns="121920" bIns="60960" numCol="1" anchor="t" anchorCtr="0" compatLnSpc="1"/>
            <a:lstStyle/>
            <a:p>
              <a:endParaRPr lang="zh-CN" altLang="en-US" sz="2800">
                <a:latin typeface="Senty小丸子" panose="03000600000000000000" pitchFamily="66" charset="-122"/>
                <a:ea typeface="Senty小丸子" panose="03000600000000000000" pitchFamily="66" charset="-122"/>
              </a:endParaRPr>
            </a:p>
          </p:txBody>
        </p:sp>
      </p:grpSp>
      <p:sp>
        <p:nvSpPr>
          <p:cNvPr id="552" name="文本框 551"/>
          <p:cNvSpPr txBox="1"/>
          <p:nvPr/>
        </p:nvSpPr>
        <p:spPr>
          <a:xfrm>
            <a:off x="1175907" y="3573049"/>
            <a:ext cx="1721946" cy="400110"/>
          </a:xfrm>
          <a:prstGeom prst="rect">
            <a:avLst/>
          </a:prstGeom>
          <a:noFill/>
          <a:ln>
            <a:noFill/>
          </a:ln>
        </p:spPr>
        <p:txBody>
          <a:bodyPr wrap="none" rtlCol="0">
            <a:spAutoFit/>
          </a:bodyPr>
          <a:lstStyle/>
          <a:p>
            <a:pPr algn="ctr"/>
            <a:r>
              <a:rPr lang="zh-CN" altLang="en-US" sz="2000" b="1" dirty="0">
                <a:latin typeface="Senty小丸子" panose="03000600000000000000" pitchFamily="66" charset="-122"/>
                <a:ea typeface="Senty小丸子" panose="03000600000000000000" pitchFamily="66" charset="-122"/>
              </a:rPr>
              <a:t>请输入标题</a:t>
            </a:r>
            <a:endParaRPr lang="zh-CN" altLang="en-US" sz="2000" b="1" dirty="0">
              <a:latin typeface="Senty小丸子" panose="03000600000000000000" pitchFamily="66" charset="-122"/>
              <a:ea typeface="Senty小丸子" panose="03000600000000000000" pitchFamily="66" charset="-122"/>
            </a:endParaRPr>
          </a:p>
        </p:txBody>
      </p:sp>
      <p:sp>
        <p:nvSpPr>
          <p:cNvPr id="553" name="文本框 552"/>
          <p:cNvSpPr txBox="1"/>
          <p:nvPr/>
        </p:nvSpPr>
        <p:spPr>
          <a:xfrm>
            <a:off x="858008" y="4006113"/>
            <a:ext cx="2378315" cy="819455"/>
          </a:xfrm>
          <a:prstGeom prst="rect">
            <a:avLst/>
          </a:prstGeom>
          <a:noFill/>
          <a:ln>
            <a:noFill/>
          </a:ln>
        </p:spPr>
        <p:txBody>
          <a:bodyPr wrap="square" rtlCol="0">
            <a:spAutoFit/>
          </a:bodyPr>
          <a:lstStyle/>
          <a:p>
            <a:pPr algn="ctr">
              <a:lnSpc>
                <a:spcPct val="150000"/>
              </a:lnSpc>
            </a:pPr>
            <a:r>
              <a:rPr lang="zh-CN" altLang="en-US" sz="1050" dirty="0">
                <a:latin typeface="Senty小丸子" panose="03000600000000000000" pitchFamily="66" charset="-122"/>
                <a:ea typeface="Senty小丸子" panose="03000600000000000000" pitchFamily="66" charset="-122"/>
              </a:rPr>
              <a:t>添加相关内容的文字添加相关内容的文字添加相关内容的文字添加相关内容的文字添加相关内容的文字</a:t>
            </a:r>
            <a:r>
              <a:rPr lang="en-US" altLang="zh-CN" sz="1050" dirty="0">
                <a:latin typeface="Senty小丸子" panose="03000600000000000000" pitchFamily="66" charset="-122"/>
                <a:ea typeface="Senty小丸子" panose="03000600000000000000" pitchFamily="66" charset="-122"/>
              </a:rPr>
              <a:t> </a:t>
            </a:r>
            <a:endParaRPr lang="en-US" altLang="zh-CN" sz="1050" dirty="0">
              <a:latin typeface="Senty小丸子" panose="03000600000000000000" pitchFamily="66" charset="-122"/>
              <a:ea typeface="Senty小丸子" panose="03000600000000000000" pitchFamily="66" charset="-122"/>
            </a:endParaRPr>
          </a:p>
        </p:txBody>
      </p:sp>
      <p:sp>
        <p:nvSpPr>
          <p:cNvPr id="554" name="文本框 553"/>
          <p:cNvSpPr txBox="1"/>
          <p:nvPr/>
        </p:nvSpPr>
        <p:spPr>
          <a:xfrm>
            <a:off x="3893350" y="3663201"/>
            <a:ext cx="1721946" cy="400110"/>
          </a:xfrm>
          <a:prstGeom prst="rect">
            <a:avLst/>
          </a:prstGeom>
          <a:noFill/>
          <a:ln>
            <a:noFill/>
          </a:ln>
        </p:spPr>
        <p:txBody>
          <a:bodyPr wrap="none" rtlCol="0">
            <a:spAutoFit/>
          </a:bodyPr>
          <a:lstStyle/>
          <a:p>
            <a:pPr algn="ctr"/>
            <a:r>
              <a:rPr lang="zh-CN" altLang="en-US" sz="2000" b="1" dirty="0">
                <a:latin typeface="Senty小丸子" panose="03000600000000000000" pitchFamily="66" charset="-122"/>
                <a:ea typeface="Senty小丸子" panose="03000600000000000000" pitchFamily="66" charset="-122"/>
              </a:rPr>
              <a:t>请输入标题</a:t>
            </a:r>
            <a:endParaRPr lang="zh-CN" altLang="en-US" sz="2000" b="1" dirty="0">
              <a:latin typeface="Senty小丸子" panose="03000600000000000000" pitchFamily="66" charset="-122"/>
              <a:ea typeface="Senty小丸子" panose="03000600000000000000" pitchFamily="66" charset="-122"/>
            </a:endParaRPr>
          </a:p>
        </p:txBody>
      </p:sp>
      <p:sp>
        <p:nvSpPr>
          <p:cNvPr id="555" name="文本框 554"/>
          <p:cNvSpPr txBox="1"/>
          <p:nvPr/>
        </p:nvSpPr>
        <p:spPr>
          <a:xfrm>
            <a:off x="3575451" y="4096265"/>
            <a:ext cx="2378315" cy="819455"/>
          </a:xfrm>
          <a:prstGeom prst="rect">
            <a:avLst/>
          </a:prstGeom>
          <a:noFill/>
          <a:ln>
            <a:noFill/>
          </a:ln>
        </p:spPr>
        <p:txBody>
          <a:bodyPr wrap="square" rtlCol="0">
            <a:spAutoFit/>
          </a:bodyPr>
          <a:lstStyle/>
          <a:p>
            <a:pPr algn="ctr">
              <a:lnSpc>
                <a:spcPct val="150000"/>
              </a:lnSpc>
            </a:pPr>
            <a:r>
              <a:rPr lang="zh-CN" altLang="en-US" sz="1050" dirty="0">
                <a:latin typeface="Senty小丸子" panose="03000600000000000000" pitchFamily="66" charset="-122"/>
                <a:ea typeface="Senty小丸子" panose="03000600000000000000" pitchFamily="66" charset="-122"/>
              </a:rPr>
              <a:t>添加相关内容的文字添加相关内容的文字添加相关内容的文字添加相关内容的文字添加相关内容的文字</a:t>
            </a:r>
            <a:r>
              <a:rPr lang="en-US" altLang="zh-CN" sz="1050" dirty="0">
                <a:latin typeface="Senty小丸子" panose="03000600000000000000" pitchFamily="66" charset="-122"/>
                <a:ea typeface="Senty小丸子" panose="03000600000000000000" pitchFamily="66" charset="-122"/>
              </a:rPr>
              <a:t> </a:t>
            </a:r>
            <a:endParaRPr lang="en-US" altLang="zh-CN" sz="1050" dirty="0">
              <a:latin typeface="Senty小丸子" panose="03000600000000000000" pitchFamily="66" charset="-122"/>
              <a:ea typeface="Senty小丸子" panose="03000600000000000000" pitchFamily="66" charset="-122"/>
            </a:endParaRPr>
          </a:p>
        </p:txBody>
      </p:sp>
      <p:sp>
        <p:nvSpPr>
          <p:cNvPr id="556" name="文本框 555"/>
          <p:cNvSpPr txBox="1"/>
          <p:nvPr/>
        </p:nvSpPr>
        <p:spPr>
          <a:xfrm>
            <a:off x="6469125" y="3611685"/>
            <a:ext cx="1721946" cy="400110"/>
          </a:xfrm>
          <a:prstGeom prst="rect">
            <a:avLst/>
          </a:prstGeom>
          <a:noFill/>
          <a:ln>
            <a:noFill/>
          </a:ln>
        </p:spPr>
        <p:txBody>
          <a:bodyPr wrap="none" rtlCol="0">
            <a:spAutoFit/>
          </a:bodyPr>
          <a:lstStyle/>
          <a:p>
            <a:pPr algn="ctr"/>
            <a:r>
              <a:rPr lang="zh-CN" altLang="en-US" sz="2000" b="1" dirty="0">
                <a:latin typeface="Senty小丸子" panose="03000600000000000000" pitchFamily="66" charset="-122"/>
                <a:ea typeface="Senty小丸子" panose="03000600000000000000" pitchFamily="66" charset="-122"/>
              </a:rPr>
              <a:t>请输入标题</a:t>
            </a:r>
            <a:endParaRPr lang="zh-CN" altLang="en-US" sz="2000" b="1" dirty="0">
              <a:latin typeface="Senty小丸子" panose="03000600000000000000" pitchFamily="66" charset="-122"/>
              <a:ea typeface="Senty小丸子" panose="03000600000000000000" pitchFamily="66" charset="-122"/>
            </a:endParaRPr>
          </a:p>
        </p:txBody>
      </p:sp>
      <p:sp>
        <p:nvSpPr>
          <p:cNvPr id="557" name="文本框 556"/>
          <p:cNvSpPr txBox="1"/>
          <p:nvPr/>
        </p:nvSpPr>
        <p:spPr>
          <a:xfrm>
            <a:off x="6151226" y="4044749"/>
            <a:ext cx="2378315" cy="819455"/>
          </a:xfrm>
          <a:prstGeom prst="rect">
            <a:avLst/>
          </a:prstGeom>
          <a:noFill/>
          <a:ln>
            <a:noFill/>
          </a:ln>
        </p:spPr>
        <p:txBody>
          <a:bodyPr wrap="square" rtlCol="0">
            <a:spAutoFit/>
          </a:bodyPr>
          <a:lstStyle/>
          <a:p>
            <a:pPr algn="ctr">
              <a:lnSpc>
                <a:spcPct val="150000"/>
              </a:lnSpc>
            </a:pPr>
            <a:r>
              <a:rPr lang="zh-CN" altLang="en-US" sz="1050" dirty="0">
                <a:latin typeface="Senty小丸子" panose="03000600000000000000" pitchFamily="66" charset="-122"/>
                <a:ea typeface="Senty小丸子" panose="03000600000000000000" pitchFamily="66" charset="-122"/>
              </a:rPr>
              <a:t>添加相关内容的文字添加相关内容的文字添加相关内容的文字添加相关内容的文字添加相关内容的文字</a:t>
            </a:r>
            <a:r>
              <a:rPr lang="en-US" altLang="zh-CN" sz="1050" dirty="0">
                <a:latin typeface="Senty小丸子" panose="03000600000000000000" pitchFamily="66" charset="-122"/>
                <a:ea typeface="Senty小丸子" panose="03000600000000000000" pitchFamily="66" charset="-122"/>
              </a:rPr>
              <a:t> </a:t>
            </a:r>
            <a:endParaRPr lang="en-US" altLang="zh-CN" sz="1050" dirty="0">
              <a:latin typeface="Senty小丸子" panose="03000600000000000000" pitchFamily="66" charset="-122"/>
              <a:ea typeface="Senty小丸子" panose="03000600000000000000" pitchFamily="66" charset="-122"/>
            </a:endParaRPr>
          </a:p>
        </p:txBody>
      </p:sp>
      <p:sp>
        <p:nvSpPr>
          <p:cNvPr id="558" name="文本框 557"/>
          <p:cNvSpPr txBox="1"/>
          <p:nvPr/>
        </p:nvSpPr>
        <p:spPr>
          <a:xfrm>
            <a:off x="9160810" y="3573048"/>
            <a:ext cx="1721946" cy="400110"/>
          </a:xfrm>
          <a:prstGeom prst="rect">
            <a:avLst/>
          </a:prstGeom>
          <a:noFill/>
          <a:ln>
            <a:noFill/>
          </a:ln>
        </p:spPr>
        <p:txBody>
          <a:bodyPr wrap="none" rtlCol="0">
            <a:spAutoFit/>
          </a:bodyPr>
          <a:lstStyle/>
          <a:p>
            <a:pPr algn="ctr"/>
            <a:r>
              <a:rPr lang="zh-CN" altLang="en-US" sz="2000" b="1" dirty="0">
                <a:latin typeface="Senty小丸子" panose="03000600000000000000" pitchFamily="66" charset="-122"/>
                <a:ea typeface="Senty小丸子" panose="03000600000000000000" pitchFamily="66" charset="-122"/>
              </a:rPr>
              <a:t>请输入标题</a:t>
            </a:r>
            <a:endParaRPr lang="zh-CN" altLang="en-US" sz="2000" b="1" dirty="0">
              <a:latin typeface="Senty小丸子" panose="03000600000000000000" pitchFamily="66" charset="-122"/>
              <a:ea typeface="Senty小丸子" panose="03000600000000000000" pitchFamily="66" charset="-122"/>
            </a:endParaRPr>
          </a:p>
        </p:txBody>
      </p:sp>
      <p:sp>
        <p:nvSpPr>
          <p:cNvPr id="559" name="文本框 558"/>
          <p:cNvSpPr txBox="1"/>
          <p:nvPr/>
        </p:nvSpPr>
        <p:spPr>
          <a:xfrm>
            <a:off x="8842911" y="4006112"/>
            <a:ext cx="2378315" cy="819455"/>
          </a:xfrm>
          <a:prstGeom prst="rect">
            <a:avLst/>
          </a:prstGeom>
          <a:noFill/>
          <a:ln>
            <a:noFill/>
          </a:ln>
        </p:spPr>
        <p:txBody>
          <a:bodyPr wrap="square" rtlCol="0">
            <a:spAutoFit/>
          </a:bodyPr>
          <a:lstStyle/>
          <a:p>
            <a:pPr algn="ctr">
              <a:lnSpc>
                <a:spcPct val="150000"/>
              </a:lnSpc>
            </a:pPr>
            <a:r>
              <a:rPr lang="zh-CN" altLang="en-US" sz="1050" dirty="0">
                <a:latin typeface="Senty小丸子" panose="03000600000000000000" pitchFamily="66" charset="-122"/>
                <a:ea typeface="Senty小丸子" panose="03000600000000000000" pitchFamily="66" charset="-122"/>
              </a:rPr>
              <a:t>添加相关内容的文字添加相关内容的文字添加相关内容的文字添加相关内容的文字添加相关内容的文字</a:t>
            </a:r>
            <a:r>
              <a:rPr lang="en-US" altLang="zh-CN" sz="1050" dirty="0">
                <a:latin typeface="Senty小丸子" panose="03000600000000000000" pitchFamily="66" charset="-122"/>
                <a:ea typeface="Senty小丸子" panose="03000600000000000000" pitchFamily="66" charset="-122"/>
              </a:rPr>
              <a:t> </a:t>
            </a:r>
            <a:endParaRPr lang="en-US" altLang="zh-CN" sz="1050" dirty="0">
              <a:latin typeface="Senty小丸子" panose="03000600000000000000" pitchFamily="66" charset="-122"/>
              <a:ea typeface="Senty小丸子" panose="03000600000000000000" pitchFamily="66"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mc:AlternateContent xmlns:mc="http://schemas.openxmlformats.org/markup-compatibility/2006">
    <mc:Choice xmlns:p14="http://schemas.microsoft.com/office/powerpoint/2010/main"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 presetClass="entr" presetSubtype="4" accel="56000" fill="hold" nodeType="afterEffect" p14:presetBounceEnd="56000">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14:bounceEnd="56000">
                                          <p:cBhvr additive="base">
                                            <p:cTn id="11" dur="1000" fill="hold"/>
                                            <p:tgtEl>
                                              <p:spTgt spid="3"/>
                                            </p:tgtEl>
                                            <p:attrNameLst>
                                              <p:attrName>ppt_x</p:attrName>
                                            </p:attrNameLst>
                                          </p:cBhvr>
                                          <p:tavLst>
                                            <p:tav tm="0">
                                              <p:val>
                                                <p:strVal val="#ppt_x"/>
                                              </p:val>
                                            </p:tav>
                                            <p:tav tm="100000">
                                              <p:val>
                                                <p:strVal val="#ppt_x"/>
                                              </p:val>
                                            </p:tav>
                                          </p:tavLst>
                                        </p:anim>
                                        <p:anim calcmode="lin" valueType="num" p14:bounceEnd="56000">
                                          <p:cBhvr additive="base">
                                            <p:cTn id="12" dur="10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53" presetClass="entr" presetSubtype="16" fill="hold" nodeType="clickEffect">
                                      <p:stCondLst>
                                        <p:cond delay="0"/>
                                      </p:stCondLst>
                                      <p:childTnLst>
                                        <p:set>
                                          <p:cBhvr>
                                            <p:cTn id="16" dur="1" fill="hold">
                                              <p:stCondLst>
                                                <p:cond delay="0"/>
                                              </p:stCondLst>
                                            </p:cTn>
                                            <p:tgtEl>
                                              <p:spTgt spid="452"/>
                                            </p:tgtEl>
                                            <p:attrNameLst>
                                              <p:attrName>style.visibility</p:attrName>
                                            </p:attrNameLst>
                                          </p:cBhvr>
                                          <p:to>
                                            <p:strVal val="visible"/>
                                          </p:to>
                                        </p:set>
                                        <p:anim calcmode="lin" valueType="num">
                                          <p:cBhvr>
                                            <p:cTn id="17" dur="500" fill="hold"/>
                                            <p:tgtEl>
                                              <p:spTgt spid="452"/>
                                            </p:tgtEl>
                                            <p:attrNameLst>
                                              <p:attrName>ppt_w</p:attrName>
                                            </p:attrNameLst>
                                          </p:cBhvr>
                                          <p:tavLst>
                                            <p:tav tm="0">
                                              <p:val>
                                                <p:fltVal val="0"/>
                                              </p:val>
                                            </p:tav>
                                            <p:tav tm="100000">
                                              <p:val>
                                                <p:strVal val="#ppt_w"/>
                                              </p:val>
                                            </p:tav>
                                          </p:tavLst>
                                        </p:anim>
                                        <p:anim calcmode="lin" valueType="num">
                                          <p:cBhvr>
                                            <p:cTn id="18" dur="500" fill="hold"/>
                                            <p:tgtEl>
                                              <p:spTgt spid="452"/>
                                            </p:tgtEl>
                                            <p:attrNameLst>
                                              <p:attrName>ppt_h</p:attrName>
                                            </p:attrNameLst>
                                          </p:cBhvr>
                                          <p:tavLst>
                                            <p:tav tm="0">
                                              <p:val>
                                                <p:fltVal val="0"/>
                                              </p:val>
                                            </p:tav>
                                            <p:tav tm="100000">
                                              <p:val>
                                                <p:strVal val="#ppt_h"/>
                                              </p:val>
                                            </p:tav>
                                          </p:tavLst>
                                        </p:anim>
                                        <p:animEffect transition="in" filter="fade">
                                          <p:cBhvr>
                                            <p:cTn id="19" dur="500"/>
                                            <p:tgtEl>
                                              <p:spTgt spid="452"/>
                                            </p:tgtEl>
                                          </p:cBhvr>
                                        </p:animEffect>
                                      </p:childTnLst>
                                    </p:cTn>
                                  </p:par>
                                  <p:par>
                                    <p:cTn id="20" presetID="53" presetClass="entr" presetSubtype="16" fill="hold" nodeType="withEffect">
                                      <p:stCondLst>
                                        <p:cond delay="0"/>
                                      </p:stCondLst>
                                      <p:childTnLst>
                                        <p:set>
                                          <p:cBhvr>
                                            <p:cTn id="21" dur="1" fill="hold">
                                              <p:stCondLst>
                                                <p:cond delay="0"/>
                                              </p:stCondLst>
                                            </p:cTn>
                                            <p:tgtEl>
                                              <p:spTgt spid="481"/>
                                            </p:tgtEl>
                                            <p:attrNameLst>
                                              <p:attrName>style.visibility</p:attrName>
                                            </p:attrNameLst>
                                          </p:cBhvr>
                                          <p:to>
                                            <p:strVal val="visible"/>
                                          </p:to>
                                        </p:set>
                                        <p:anim calcmode="lin" valueType="num">
                                          <p:cBhvr>
                                            <p:cTn id="22" dur="500" fill="hold"/>
                                            <p:tgtEl>
                                              <p:spTgt spid="481"/>
                                            </p:tgtEl>
                                            <p:attrNameLst>
                                              <p:attrName>ppt_w</p:attrName>
                                            </p:attrNameLst>
                                          </p:cBhvr>
                                          <p:tavLst>
                                            <p:tav tm="0">
                                              <p:val>
                                                <p:fltVal val="0"/>
                                              </p:val>
                                            </p:tav>
                                            <p:tav tm="100000">
                                              <p:val>
                                                <p:strVal val="#ppt_w"/>
                                              </p:val>
                                            </p:tav>
                                          </p:tavLst>
                                        </p:anim>
                                        <p:anim calcmode="lin" valueType="num">
                                          <p:cBhvr>
                                            <p:cTn id="23" dur="500" fill="hold"/>
                                            <p:tgtEl>
                                              <p:spTgt spid="481"/>
                                            </p:tgtEl>
                                            <p:attrNameLst>
                                              <p:attrName>ppt_h</p:attrName>
                                            </p:attrNameLst>
                                          </p:cBhvr>
                                          <p:tavLst>
                                            <p:tav tm="0">
                                              <p:val>
                                                <p:fltVal val="0"/>
                                              </p:val>
                                            </p:tav>
                                            <p:tav tm="100000">
                                              <p:val>
                                                <p:strVal val="#ppt_h"/>
                                              </p:val>
                                            </p:tav>
                                          </p:tavLst>
                                        </p:anim>
                                        <p:animEffect transition="in" filter="fade">
                                          <p:cBhvr>
                                            <p:cTn id="24" dur="500"/>
                                            <p:tgtEl>
                                              <p:spTgt spid="481"/>
                                            </p:tgtEl>
                                          </p:cBhvr>
                                        </p:animEffect>
                                      </p:childTnLst>
                                    </p:cTn>
                                  </p:par>
                                  <p:par>
                                    <p:cTn id="25" presetID="53" presetClass="entr" presetSubtype="16" fill="hold" nodeType="withEffect">
                                      <p:stCondLst>
                                        <p:cond delay="0"/>
                                      </p:stCondLst>
                                      <p:childTnLst>
                                        <p:set>
                                          <p:cBhvr>
                                            <p:cTn id="26" dur="1" fill="hold">
                                              <p:stCondLst>
                                                <p:cond delay="0"/>
                                              </p:stCondLst>
                                            </p:cTn>
                                            <p:tgtEl>
                                              <p:spTgt spid="512"/>
                                            </p:tgtEl>
                                            <p:attrNameLst>
                                              <p:attrName>style.visibility</p:attrName>
                                            </p:attrNameLst>
                                          </p:cBhvr>
                                          <p:to>
                                            <p:strVal val="visible"/>
                                          </p:to>
                                        </p:set>
                                        <p:anim calcmode="lin" valueType="num">
                                          <p:cBhvr>
                                            <p:cTn id="27" dur="500" fill="hold"/>
                                            <p:tgtEl>
                                              <p:spTgt spid="512"/>
                                            </p:tgtEl>
                                            <p:attrNameLst>
                                              <p:attrName>ppt_w</p:attrName>
                                            </p:attrNameLst>
                                          </p:cBhvr>
                                          <p:tavLst>
                                            <p:tav tm="0">
                                              <p:val>
                                                <p:fltVal val="0"/>
                                              </p:val>
                                            </p:tav>
                                            <p:tav tm="100000">
                                              <p:val>
                                                <p:strVal val="#ppt_w"/>
                                              </p:val>
                                            </p:tav>
                                          </p:tavLst>
                                        </p:anim>
                                        <p:anim calcmode="lin" valueType="num">
                                          <p:cBhvr>
                                            <p:cTn id="28" dur="500" fill="hold"/>
                                            <p:tgtEl>
                                              <p:spTgt spid="512"/>
                                            </p:tgtEl>
                                            <p:attrNameLst>
                                              <p:attrName>ppt_h</p:attrName>
                                            </p:attrNameLst>
                                          </p:cBhvr>
                                          <p:tavLst>
                                            <p:tav tm="0">
                                              <p:val>
                                                <p:fltVal val="0"/>
                                              </p:val>
                                            </p:tav>
                                            <p:tav tm="100000">
                                              <p:val>
                                                <p:strVal val="#ppt_h"/>
                                              </p:val>
                                            </p:tav>
                                          </p:tavLst>
                                        </p:anim>
                                        <p:animEffect transition="in" filter="fade">
                                          <p:cBhvr>
                                            <p:cTn id="29" dur="500"/>
                                            <p:tgtEl>
                                              <p:spTgt spid="512"/>
                                            </p:tgtEl>
                                          </p:cBhvr>
                                        </p:animEffect>
                                      </p:childTnLst>
                                    </p:cTn>
                                  </p:par>
                                  <p:par>
                                    <p:cTn id="30" presetID="53" presetClass="entr" presetSubtype="16" fill="hold" nodeType="withEffect">
                                      <p:stCondLst>
                                        <p:cond delay="0"/>
                                      </p:stCondLst>
                                      <p:childTnLst>
                                        <p:set>
                                          <p:cBhvr>
                                            <p:cTn id="31" dur="1" fill="hold">
                                              <p:stCondLst>
                                                <p:cond delay="0"/>
                                              </p:stCondLst>
                                            </p:cTn>
                                            <p:tgtEl>
                                              <p:spTgt spid="541"/>
                                            </p:tgtEl>
                                            <p:attrNameLst>
                                              <p:attrName>style.visibility</p:attrName>
                                            </p:attrNameLst>
                                          </p:cBhvr>
                                          <p:to>
                                            <p:strVal val="visible"/>
                                          </p:to>
                                        </p:set>
                                        <p:anim calcmode="lin" valueType="num">
                                          <p:cBhvr>
                                            <p:cTn id="32" dur="500" fill="hold"/>
                                            <p:tgtEl>
                                              <p:spTgt spid="541"/>
                                            </p:tgtEl>
                                            <p:attrNameLst>
                                              <p:attrName>ppt_w</p:attrName>
                                            </p:attrNameLst>
                                          </p:cBhvr>
                                          <p:tavLst>
                                            <p:tav tm="0">
                                              <p:val>
                                                <p:fltVal val="0"/>
                                              </p:val>
                                            </p:tav>
                                            <p:tav tm="100000">
                                              <p:val>
                                                <p:strVal val="#ppt_w"/>
                                              </p:val>
                                            </p:tav>
                                          </p:tavLst>
                                        </p:anim>
                                        <p:anim calcmode="lin" valueType="num">
                                          <p:cBhvr>
                                            <p:cTn id="33" dur="500" fill="hold"/>
                                            <p:tgtEl>
                                              <p:spTgt spid="541"/>
                                            </p:tgtEl>
                                            <p:attrNameLst>
                                              <p:attrName>ppt_h</p:attrName>
                                            </p:attrNameLst>
                                          </p:cBhvr>
                                          <p:tavLst>
                                            <p:tav tm="0">
                                              <p:val>
                                                <p:fltVal val="0"/>
                                              </p:val>
                                            </p:tav>
                                            <p:tav tm="100000">
                                              <p:val>
                                                <p:strVal val="#ppt_h"/>
                                              </p:val>
                                            </p:tav>
                                          </p:tavLst>
                                        </p:anim>
                                        <p:animEffect transition="in" filter="fade">
                                          <p:cBhvr>
                                            <p:cTn id="34" dur="500"/>
                                            <p:tgtEl>
                                              <p:spTgt spid="541"/>
                                            </p:tgtEl>
                                          </p:cBhvr>
                                        </p:animEffect>
                                      </p:childTnLst>
                                    </p:cTn>
                                  </p:par>
                                  <p:par>
                                    <p:cTn id="35" presetID="53" presetClass="entr" presetSubtype="16" fill="hold" grpId="0" nodeType="withEffect">
                                      <p:stCondLst>
                                        <p:cond delay="0"/>
                                      </p:stCondLst>
                                      <p:childTnLst>
                                        <p:set>
                                          <p:cBhvr>
                                            <p:cTn id="36" dur="1" fill="hold">
                                              <p:stCondLst>
                                                <p:cond delay="0"/>
                                              </p:stCondLst>
                                            </p:cTn>
                                            <p:tgtEl>
                                              <p:spTgt spid="552"/>
                                            </p:tgtEl>
                                            <p:attrNameLst>
                                              <p:attrName>style.visibility</p:attrName>
                                            </p:attrNameLst>
                                          </p:cBhvr>
                                          <p:to>
                                            <p:strVal val="visible"/>
                                          </p:to>
                                        </p:set>
                                        <p:anim calcmode="lin" valueType="num">
                                          <p:cBhvr>
                                            <p:cTn id="37" dur="500" fill="hold"/>
                                            <p:tgtEl>
                                              <p:spTgt spid="552"/>
                                            </p:tgtEl>
                                            <p:attrNameLst>
                                              <p:attrName>ppt_w</p:attrName>
                                            </p:attrNameLst>
                                          </p:cBhvr>
                                          <p:tavLst>
                                            <p:tav tm="0">
                                              <p:val>
                                                <p:fltVal val="0"/>
                                              </p:val>
                                            </p:tav>
                                            <p:tav tm="100000">
                                              <p:val>
                                                <p:strVal val="#ppt_w"/>
                                              </p:val>
                                            </p:tav>
                                          </p:tavLst>
                                        </p:anim>
                                        <p:anim calcmode="lin" valueType="num">
                                          <p:cBhvr>
                                            <p:cTn id="38" dur="500" fill="hold"/>
                                            <p:tgtEl>
                                              <p:spTgt spid="552"/>
                                            </p:tgtEl>
                                            <p:attrNameLst>
                                              <p:attrName>ppt_h</p:attrName>
                                            </p:attrNameLst>
                                          </p:cBhvr>
                                          <p:tavLst>
                                            <p:tav tm="0">
                                              <p:val>
                                                <p:fltVal val="0"/>
                                              </p:val>
                                            </p:tav>
                                            <p:tav tm="100000">
                                              <p:val>
                                                <p:strVal val="#ppt_h"/>
                                              </p:val>
                                            </p:tav>
                                          </p:tavLst>
                                        </p:anim>
                                        <p:animEffect transition="in" filter="fade">
                                          <p:cBhvr>
                                            <p:cTn id="39" dur="500"/>
                                            <p:tgtEl>
                                              <p:spTgt spid="552"/>
                                            </p:tgtEl>
                                          </p:cBhvr>
                                        </p:animEffect>
                                      </p:childTnLst>
                                    </p:cTn>
                                  </p:par>
                                  <p:par>
                                    <p:cTn id="40" presetID="53" presetClass="entr" presetSubtype="16" fill="hold" grpId="0" nodeType="withEffect">
                                      <p:stCondLst>
                                        <p:cond delay="0"/>
                                      </p:stCondLst>
                                      <p:childTnLst>
                                        <p:set>
                                          <p:cBhvr>
                                            <p:cTn id="41" dur="1" fill="hold">
                                              <p:stCondLst>
                                                <p:cond delay="0"/>
                                              </p:stCondLst>
                                            </p:cTn>
                                            <p:tgtEl>
                                              <p:spTgt spid="553"/>
                                            </p:tgtEl>
                                            <p:attrNameLst>
                                              <p:attrName>style.visibility</p:attrName>
                                            </p:attrNameLst>
                                          </p:cBhvr>
                                          <p:to>
                                            <p:strVal val="visible"/>
                                          </p:to>
                                        </p:set>
                                        <p:anim calcmode="lin" valueType="num">
                                          <p:cBhvr>
                                            <p:cTn id="42" dur="500" fill="hold"/>
                                            <p:tgtEl>
                                              <p:spTgt spid="553"/>
                                            </p:tgtEl>
                                            <p:attrNameLst>
                                              <p:attrName>ppt_w</p:attrName>
                                            </p:attrNameLst>
                                          </p:cBhvr>
                                          <p:tavLst>
                                            <p:tav tm="0">
                                              <p:val>
                                                <p:fltVal val="0"/>
                                              </p:val>
                                            </p:tav>
                                            <p:tav tm="100000">
                                              <p:val>
                                                <p:strVal val="#ppt_w"/>
                                              </p:val>
                                            </p:tav>
                                          </p:tavLst>
                                        </p:anim>
                                        <p:anim calcmode="lin" valueType="num">
                                          <p:cBhvr>
                                            <p:cTn id="43" dur="500" fill="hold"/>
                                            <p:tgtEl>
                                              <p:spTgt spid="553"/>
                                            </p:tgtEl>
                                            <p:attrNameLst>
                                              <p:attrName>ppt_h</p:attrName>
                                            </p:attrNameLst>
                                          </p:cBhvr>
                                          <p:tavLst>
                                            <p:tav tm="0">
                                              <p:val>
                                                <p:fltVal val="0"/>
                                              </p:val>
                                            </p:tav>
                                            <p:tav tm="100000">
                                              <p:val>
                                                <p:strVal val="#ppt_h"/>
                                              </p:val>
                                            </p:tav>
                                          </p:tavLst>
                                        </p:anim>
                                        <p:animEffect transition="in" filter="fade">
                                          <p:cBhvr>
                                            <p:cTn id="44" dur="500"/>
                                            <p:tgtEl>
                                              <p:spTgt spid="553"/>
                                            </p:tgtEl>
                                          </p:cBhvr>
                                        </p:animEffect>
                                      </p:childTnLst>
                                    </p:cTn>
                                  </p:par>
                                  <p:par>
                                    <p:cTn id="45" presetID="53" presetClass="entr" presetSubtype="16" fill="hold" grpId="0" nodeType="withEffect">
                                      <p:stCondLst>
                                        <p:cond delay="0"/>
                                      </p:stCondLst>
                                      <p:childTnLst>
                                        <p:set>
                                          <p:cBhvr>
                                            <p:cTn id="46" dur="1" fill="hold">
                                              <p:stCondLst>
                                                <p:cond delay="0"/>
                                              </p:stCondLst>
                                            </p:cTn>
                                            <p:tgtEl>
                                              <p:spTgt spid="554"/>
                                            </p:tgtEl>
                                            <p:attrNameLst>
                                              <p:attrName>style.visibility</p:attrName>
                                            </p:attrNameLst>
                                          </p:cBhvr>
                                          <p:to>
                                            <p:strVal val="visible"/>
                                          </p:to>
                                        </p:set>
                                        <p:anim calcmode="lin" valueType="num">
                                          <p:cBhvr>
                                            <p:cTn id="47" dur="500" fill="hold"/>
                                            <p:tgtEl>
                                              <p:spTgt spid="554"/>
                                            </p:tgtEl>
                                            <p:attrNameLst>
                                              <p:attrName>ppt_w</p:attrName>
                                            </p:attrNameLst>
                                          </p:cBhvr>
                                          <p:tavLst>
                                            <p:tav tm="0">
                                              <p:val>
                                                <p:fltVal val="0"/>
                                              </p:val>
                                            </p:tav>
                                            <p:tav tm="100000">
                                              <p:val>
                                                <p:strVal val="#ppt_w"/>
                                              </p:val>
                                            </p:tav>
                                          </p:tavLst>
                                        </p:anim>
                                        <p:anim calcmode="lin" valueType="num">
                                          <p:cBhvr>
                                            <p:cTn id="48" dur="500" fill="hold"/>
                                            <p:tgtEl>
                                              <p:spTgt spid="554"/>
                                            </p:tgtEl>
                                            <p:attrNameLst>
                                              <p:attrName>ppt_h</p:attrName>
                                            </p:attrNameLst>
                                          </p:cBhvr>
                                          <p:tavLst>
                                            <p:tav tm="0">
                                              <p:val>
                                                <p:fltVal val="0"/>
                                              </p:val>
                                            </p:tav>
                                            <p:tav tm="100000">
                                              <p:val>
                                                <p:strVal val="#ppt_h"/>
                                              </p:val>
                                            </p:tav>
                                          </p:tavLst>
                                        </p:anim>
                                        <p:animEffect transition="in" filter="fade">
                                          <p:cBhvr>
                                            <p:cTn id="49" dur="500"/>
                                            <p:tgtEl>
                                              <p:spTgt spid="554"/>
                                            </p:tgtEl>
                                          </p:cBhvr>
                                        </p:animEffect>
                                      </p:childTnLst>
                                    </p:cTn>
                                  </p:par>
                                  <p:par>
                                    <p:cTn id="50" presetID="53" presetClass="entr" presetSubtype="16" fill="hold" grpId="0" nodeType="withEffect">
                                      <p:stCondLst>
                                        <p:cond delay="0"/>
                                      </p:stCondLst>
                                      <p:childTnLst>
                                        <p:set>
                                          <p:cBhvr>
                                            <p:cTn id="51" dur="1" fill="hold">
                                              <p:stCondLst>
                                                <p:cond delay="0"/>
                                              </p:stCondLst>
                                            </p:cTn>
                                            <p:tgtEl>
                                              <p:spTgt spid="555"/>
                                            </p:tgtEl>
                                            <p:attrNameLst>
                                              <p:attrName>style.visibility</p:attrName>
                                            </p:attrNameLst>
                                          </p:cBhvr>
                                          <p:to>
                                            <p:strVal val="visible"/>
                                          </p:to>
                                        </p:set>
                                        <p:anim calcmode="lin" valueType="num">
                                          <p:cBhvr>
                                            <p:cTn id="52" dur="500" fill="hold"/>
                                            <p:tgtEl>
                                              <p:spTgt spid="555"/>
                                            </p:tgtEl>
                                            <p:attrNameLst>
                                              <p:attrName>ppt_w</p:attrName>
                                            </p:attrNameLst>
                                          </p:cBhvr>
                                          <p:tavLst>
                                            <p:tav tm="0">
                                              <p:val>
                                                <p:fltVal val="0"/>
                                              </p:val>
                                            </p:tav>
                                            <p:tav tm="100000">
                                              <p:val>
                                                <p:strVal val="#ppt_w"/>
                                              </p:val>
                                            </p:tav>
                                          </p:tavLst>
                                        </p:anim>
                                        <p:anim calcmode="lin" valueType="num">
                                          <p:cBhvr>
                                            <p:cTn id="53" dur="500" fill="hold"/>
                                            <p:tgtEl>
                                              <p:spTgt spid="555"/>
                                            </p:tgtEl>
                                            <p:attrNameLst>
                                              <p:attrName>ppt_h</p:attrName>
                                            </p:attrNameLst>
                                          </p:cBhvr>
                                          <p:tavLst>
                                            <p:tav tm="0">
                                              <p:val>
                                                <p:fltVal val="0"/>
                                              </p:val>
                                            </p:tav>
                                            <p:tav tm="100000">
                                              <p:val>
                                                <p:strVal val="#ppt_h"/>
                                              </p:val>
                                            </p:tav>
                                          </p:tavLst>
                                        </p:anim>
                                        <p:animEffect transition="in" filter="fade">
                                          <p:cBhvr>
                                            <p:cTn id="54" dur="500"/>
                                            <p:tgtEl>
                                              <p:spTgt spid="555"/>
                                            </p:tgtEl>
                                          </p:cBhvr>
                                        </p:animEffect>
                                      </p:childTnLst>
                                    </p:cTn>
                                  </p:par>
                                  <p:par>
                                    <p:cTn id="55" presetID="53" presetClass="entr" presetSubtype="16" fill="hold" grpId="0" nodeType="withEffect">
                                      <p:stCondLst>
                                        <p:cond delay="0"/>
                                      </p:stCondLst>
                                      <p:childTnLst>
                                        <p:set>
                                          <p:cBhvr>
                                            <p:cTn id="56" dur="1" fill="hold">
                                              <p:stCondLst>
                                                <p:cond delay="0"/>
                                              </p:stCondLst>
                                            </p:cTn>
                                            <p:tgtEl>
                                              <p:spTgt spid="556"/>
                                            </p:tgtEl>
                                            <p:attrNameLst>
                                              <p:attrName>style.visibility</p:attrName>
                                            </p:attrNameLst>
                                          </p:cBhvr>
                                          <p:to>
                                            <p:strVal val="visible"/>
                                          </p:to>
                                        </p:set>
                                        <p:anim calcmode="lin" valueType="num">
                                          <p:cBhvr>
                                            <p:cTn id="57" dur="500" fill="hold"/>
                                            <p:tgtEl>
                                              <p:spTgt spid="556"/>
                                            </p:tgtEl>
                                            <p:attrNameLst>
                                              <p:attrName>ppt_w</p:attrName>
                                            </p:attrNameLst>
                                          </p:cBhvr>
                                          <p:tavLst>
                                            <p:tav tm="0">
                                              <p:val>
                                                <p:fltVal val="0"/>
                                              </p:val>
                                            </p:tav>
                                            <p:tav tm="100000">
                                              <p:val>
                                                <p:strVal val="#ppt_w"/>
                                              </p:val>
                                            </p:tav>
                                          </p:tavLst>
                                        </p:anim>
                                        <p:anim calcmode="lin" valueType="num">
                                          <p:cBhvr>
                                            <p:cTn id="58" dur="500" fill="hold"/>
                                            <p:tgtEl>
                                              <p:spTgt spid="556"/>
                                            </p:tgtEl>
                                            <p:attrNameLst>
                                              <p:attrName>ppt_h</p:attrName>
                                            </p:attrNameLst>
                                          </p:cBhvr>
                                          <p:tavLst>
                                            <p:tav tm="0">
                                              <p:val>
                                                <p:fltVal val="0"/>
                                              </p:val>
                                            </p:tav>
                                            <p:tav tm="100000">
                                              <p:val>
                                                <p:strVal val="#ppt_h"/>
                                              </p:val>
                                            </p:tav>
                                          </p:tavLst>
                                        </p:anim>
                                        <p:animEffect transition="in" filter="fade">
                                          <p:cBhvr>
                                            <p:cTn id="59" dur="500"/>
                                            <p:tgtEl>
                                              <p:spTgt spid="556"/>
                                            </p:tgtEl>
                                          </p:cBhvr>
                                        </p:animEffect>
                                      </p:childTnLst>
                                    </p:cTn>
                                  </p:par>
                                  <p:par>
                                    <p:cTn id="60" presetID="53" presetClass="entr" presetSubtype="16" fill="hold" grpId="0" nodeType="withEffect">
                                      <p:stCondLst>
                                        <p:cond delay="0"/>
                                      </p:stCondLst>
                                      <p:childTnLst>
                                        <p:set>
                                          <p:cBhvr>
                                            <p:cTn id="61" dur="1" fill="hold">
                                              <p:stCondLst>
                                                <p:cond delay="0"/>
                                              </p:stCondLst>
                                            </p:cTn>
                                            <p:tgtEl>
                                              <p:spTgt spid="557"/>
                                            </p:tgtEl>
                                            <p:attrNameLst>
                                              <p:attrName>style.visibility</p:attrName>
                                            </p:attrNameLst>
                                          </p:cBhvr>
                                          <p:to>
                                            <p:strVal val="visible"/>
                                          </p:to>
                                        </p:set>
                                        <p:anim calcmode="lin" valueType="num">
                                          <p:cBhvr>
                                            <p:cTn id="62" dur="500" fill="hold"/>
                                            <p:tgtEl>
                                              <p:spTgt spid="557"/>
                                            </p:tgtEl>
                                            <p:attrNameLst>
                                              <p:attrName>ppt_w</p:attrName>
                                            </p:attrNameLst>
                                          </p:cBhvr>
                                          <p:tavLst>
                                            <p:tav tm="0">
                                              <p:val>
                                                <p:fltVal val="0"/>
                                              </p:val>
                                            </p:tav>
                                            <p:tav tm="100000">
                                              <p:val>
                                                <p:strVal val="#ppt_w"/>
                                              </p:val>
                                            </p:tav>
                                          </p:tavLst>
                                        </p:anim>
                                        <p:anim calcmode="lin" valueType="num">
                                          <p:cBhvr>
                                            <p:cTn id="63" dur="500" fill="hold"/>
                                            <p:tgtEl>
                                              <p:spTgt spid="557"/>
                                            </p:tgtEl>
                                            <p:attrNameLst>
                                              <p:attrName>ppt_h</p:attrName>
                                            </p:attrNameLst>
                                          </p:cBhvr>
                                          <p:tavLst>
                                            <p:tav tm="0">
                                              <p:val>
                                                <p:fltVal val="0"/>
                                              </p:val>
                                            </p:tav>
                                            <p:tav tm="100000">
                                              <p:val>
                                                <p:strVal val="#ppt_h"/>
                                              </p:val>
                                            </p:tav>
                                          </p:tavLst>
                                        </p:anim>
                                        <p:animEffect transition="in" filter="fade">
                                          <p:cBhvr>
                                            <p:cTn id="64" dur="500"/>
                                            <p:tgtEl>
                                              <p:spTgt spid="557"/>
                                            </p:tgtEl>
                                          </p:cBhvr>
                                        </p:animEffect>
                                      </p:childTnLst>
                                    </p:cTn>
                                  </p:par>
                                  <p:par>
                                    <p:cTn id="65" presetID="53" presetClass="entr" presetSubtype="16" fill="hold" grpId="0" nodeType="withEffect">
                                      <p:stCondLst>
                                        <p:cond delay="0"/>
                                      </p:stCondLst>
                                      <p:childTnLst>
                                        <p:set>
                                          <p:cBhvr>
                                            <p:cTn id="66" dur="1" fill="hold">
                                              <p:stCondLst>
                                                <p:cond delay="0"/>
                                              </p:stCondLst>
                                            </p:cTn>
                                            <p:tgtEl>
                                              <p:spTgt spid="558"/>
                                            </p:tgtEl>
                                            <p:attrNameLst>
                                              <p:attrName>style.visibility</p:attrName>
                                            </p:attrNameLst>
                                          </p:cBhvr>
                                          <p:to>
                                            <p:strVal val="visible"/>
                                          </p:to>
                                        </p:set>
                                        <p:anim calcmode="lin" valueType="num">
                                          <p:cBhvr>
                                            <p:cTn id="67" dur="500" fill="hold"/>
                                            <p:tgtEl>
                                              <p:spTgt spid="558"/>
                                            </p:tgtEl>
                                            <p:attrNameLst>
                                              <p:attrName>ppt_w</p:attrName>
                                            </p:attrNameLst>
                                          </p:cBhvr>
                                          <p:tavLst>
                                            <p:tav tm="0">
                                              <p:val>
                                                <p:fltVal val="0"/>
                                              </p:val>
                                            </p:tav>
                                            <p:tav tm="100000">
                                              <p:val>
                                                <p:strVal val="#ppt_w"/>
                                              </p:val>
                                            </p:tav>
                                          </p:tavLst>
                                        </p:anim>
                                        <p:anim calcmode="lin" valueType="num">
                                          <p:cBhvr>
                                            <p:cTn id="68" dur="500" fill="hold"/>
                                            <p:tgtEl>
                                              <p:spTgt spid="558"/>
                                            </p:tgtEl>
                                            <p:attrNameLst>
                                              <p:attrName>ppt_h</p:attrName>
                                            </p:attrNameLst>
                                          </p:cBhvr>
                                          <p:tavLst>
                                            <p:tav tm="0">
                                              <p:val>
                                                <p:fltVal val="0"/>
                                              </p:val>
                                            </p:tav>
                                            <p:tav tm="100000">
                                              <p:val>
                                                <p:strVal val="#ppt_h"/>
                                              </p:val>
                                            </p:tav>
                                          </p:tavLst>
                                        </p:anim>
                                        <p:animEffect transition="in" filter="fade">
                                          <p:cBhvr>
                                            <p:cTn id="69" dur="500"/>
                                            <p:tgtEl>
                                              <p:spTgt spid="558"/>
                                            </p:tgtEl>
                                          </p:cBhvr>
                                        </p:animEffect>
                                      </p:childTnLst>
                                    </p:cTn>
                                  </p:par>
                                  <p:par>
                                    <p:cTn id="70" presetID="53" presetClass="entr" presetSubtype="16" fill="hold" grpId="0" nodeType="withEffect">
                                      <p:stCondLst>
                                        <p:cond delay="0"/>
                                      </p:stCondLst>
                                      <p:childTnLst>
                                        <p:set>
                                          <p:cBhvr>
                                            <p:cTn id="71" dur="1" fill="hold">
                                              <p:stCondLst>
                                                <p:cond delay="0"/>
                                              </p:stCondLst>
                                            </p:cTn>
                                            <p:tgtEl>
                                              <p:spTgt spid="559"/>
                                            </p:tgtEl>
                                            <p:attrNameLst>
                                              <p:attrName>style.visibility</p:attrName>
                                            </p:attrNameLst>
                                          </p:cBhvr>
                                          <p:to>
                                            <p:strVal val="visible"/>
                                          </p:to>
                                        </p:set>
                                        <p:anim calcmode="lin" valueType="num">
                                          <p:cBhvr>
                                            <p:cTn id="72" dur="500" fill="hold"/>
                                            <p:tgtEl>
                                              <p:spTgt spid="559"/>
                                            </p:tgtEl>
                                            <p:attrNameLst>
                                              <p:attrName>ppt_w</p:attrName>
                                            </p:attrNameLst>
                                          </p:cBhvr>
                                          <p:tavLst>
                                            <p:tav tm="0">
                                              <p:val>
                                                <p:fltVal val="0"/>
                                              </p:val>
                                            </p:tav>
                                            <p:tav tm="100000">
                                              <p:val>
                                                <p:strVal val="#ppt_w"/>
                                              </p:val>
                                            </p:tav>
                                          </p:tavLst>
                                        </p:anim>
                                        <p:anim calcmode="lin" valueType="num">
                                          <p:cBhvr>
                                            <p:cTn id="73" dur="500" fill="hold"/>
                                            <p:tgtEl>
                                              <p:spTgt spid="559"/>
                                            </p:tgtEl>
                                            <p:attrNameLst>
                                              <p:attrName>ppt_h</p:attrName>
                                            </p:attrNameLst>
                                          </p:cBhvr>
                                          <p:tavLst>
                                            <p:tav tm="0">
                                              <p:val>
                                                <p:fltVal val="0"/>
                                              </p:val>
                                            </p:tav>
                                            <p:tav tm="100000">
                                              <p:val>
                                                <p:strVal val="#ppt_h"/>
                                              </p:val>
                                            </p:tav>
                                          </p:tavLst>
                                        </p:anim>
                                        <p:animEffect transition="in" filter="fade">
                                          <p:cBhvr>
                                            <p:cTn id="74" dur="500"/>
                                            <p:tgtEl>
                                              <p:spTgt spid="5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52" grpId="0"/>
          <p:bldP spid="553" grpId="0"/>
          <p:bldP spid="554" grpId="0"/>
          <p:bldP spid="555" grpId="0"/>
          <p:bldP spid="556" grpId="0"/>
          <p:bldP spid="557" grpId="0"/>
          <p:bldP spid="558" grpId="0"/>
          <p:bldP spid="559" grpId="0"/>
        </p:bldLst>
      </p:timing>
    </mc:Choice>
    <mc:Fallback>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 presetClass="entr" presetSubtype="4" accel="5600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000" fill="hold"/>
                                            <p:tgtEl>
                                              <p:spTgt spid="3"/>
                                            </p:tgtEl>
                                            <p:attrNameLst>
                                              <p:attrName>ppt_x</p:attrName>
                                            </p:attrNameLst>
                                          </p:cBhvr>
                                          <p:tavLst>
                                            <p:tav tm="0">
                                              <p:val>
                                                <p:strVal val="#ppt_x"/>
                                              </p:val>
                                            </p:tav>
                                            <p:tav tm="100000">
                                              <p:val>
                                                <p:strVal val="#ppt_x"/>
                                              </p:val>
                                            </p:tav>
                                          </p:tavLst>
                                        </p:anim>
                                        <p:anim calcmode="lin" valueType="num">
                                          <p:cBhvr additive="base">
                                            <p:cTn id="12" dur="10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53" presetClass="entr" presetSubtype="16" fill="hold" nodeType="clickEffect">
                                      <p:stCondLst>
                                        <p:cond delay="0"/>
                                      </p:stCondLst>
                                      <p:childTnLst>
                                        <p:set>
                                          <p:cBhvr>
                                            <p:cTn id="16" dur="1" fill="hold">
                                              <p:stCondLst>
                                                <p:cond delay="0"/>
                                              </p:stCondLst>
                                            </p:cTn>
                                            <p:tgtEl>
                                              <p:spTgt spid="452"/>
                                            </p:tgtEl>
                                            <p:attrNameLst>
                                              <p:attrName>style.visibility</p:attrName>
                                            </p:attrNameLst>
                                          </p:cBhvr>
                                          <p:to>
                                            <p:strVal val="visible"/>
                                          </p:to>
                                        </p:set>
                                        <p:anim calcmode="lin" valueType="num">
                                          <p:cBhvr>
                                            <p:cTn id="17" dur="500" fill="hold"/>
                                            <p:tgtEl>
                                              <p:spTgt spid="452"/>
                                            </p:tgtEl>
                                            <p:attrNameLst>
                                              <p:attrName>ppt_w</p:attrName>
                                            </p:attrNameLst>
                                          </p:cBhvr>
                                          <p:tavLst>
                                            <p:tav tm="0">
                                              <p:val>
                                                <p:fltVal val="0"/>
                                              </p:val>
                                            </p:tav>
                                            <p:tav tm="100000">
                                              <p:val>
                                                <p:strVal val="#ppt_w"/>
                                              </p:val>
                                            </p:tav>
                                          </p:tavLst>
                                        </p:anim>
                                        <p:anim calcmode="lin" valueType="num">
                                          <p:cBhvr>
                                            <p:cTn id="18" dur="500" fill="hold"/>
                                            <p:tgtEl>
                                              <p:spTgt spid="452"/>
                                            </p:tgtEl>
                                            <p:attrNameLst>
                                              <p:attrName>ppt_h</p:attrName>
                                            </p:attrNameLst>
                                          </p:cBhvr>
                                          <p:tavLst>
                                            <p:tav tm="0">
                                              <p:val>
                                                <p:fltVal val="0"/>
                                              </p:val>
                                            </p:tav>
                                            <p:tav tm="100000">
                                              <p:val>
                                                <p:strVal val="#ppt_h"/>
                                              </p:val>
                                            </p:tav>
                                          </p:tavLst>
                                        </p:anim>
                                        <p:animEffect transition="in" filter="fade">
                                          <p:cBhvr>
                                            <p:cTn id="19" dur="500"/>
                                            <p:tgtEl>
                                              <p:spTgt spid="452"/>
                                            </p:tgtEl>
                                          </p:cBhvr>
                                        </p:animEffect>
                                      </p:childTnLst>
                                    </p:cTn>
                                  </p:par>
                                  <p:par>
                                    <p:cTn id="20" presetID="53" presetClass="entr" presetSubtype="16" fill="hold" nodeType="withEffect">
                                      <p:stCondLst>
                                        <p:cond delay="0"/>
                                      </p:stCondLst>
                                      <p:childTnLst>
                                        <p:set>
                                          <p:cBhvr>
                                            <p:cTn id="21" dur="1" fill="hold">
                                              <p:stCondLst>
                                                <p:cond delay="0"/>
                                              </p:stCondLst>
                                            </p:cTn>
                                            <p:tgtEl>
                                              <p:spTgt spid="481"/>
                                            </p:tgtEl>
                                            <p:attrNameLst>
                                              <p:attrName>style.visibility</p:attrName>
                                            </p:attrNameLst>
                                          </p:cBhvr>
                                          <p:to>
                                            <p:strVal val="visible"/>
                                          </p:to>
                                        </p:set>
                                        <p:anim calcmode="lin" valueType="num">
                                          <p:cBhvr>
                                            <p:cTn id="22" dur="500" fill="hold"/>
                                            <p:tgtEl>
                                              <p:spTgt spid="481"/>
                                            </p:tgtEl>
                                            <p:attrNameLst>
                                              <p:attrName>ppt_w</p:attrName>
                                            </p:attrNameLst>
                                          </p:cBhvr>
                                          <p:tavLst>
                                            <p:tav tm="0">
                                              <p:val>
                                                <p:fltVal val="0"/>
                                              </p:val>
                                            </p:tav>
                                            <p:tav tm="100000">
                                              <p:val>
                                                <p:strVal val="#ppt_w"/>
                                              </p:val>
                                            </p:tav>
                                          </p:tavLst>
                                        </p:anim>
                                        <p:anim calcmode="lin" valueType="num">
                                          <p:cBhvr>
                                            <p:cTn id="23" dur="500" fill="hold"/>
                                            <p:tgtEl>
                                              <p:spTgt spid="481"/>
                                            </p:tgtEl>
                                            <p:attrNameLst>
                                              <p:attrName>ppt_h</p:attrName>
                                            </p:attrNameLst>
                                          </p:cBhvr>
                                          <p:tavLst>
                                            <p:tav tm="0">
                                              <p:val>
                                                <p:fltVal val="0"/>
                                              </p:val>
                                            </p:tav>
                                            <p:tav tm="100000">
                                              <p:val>
                                                <p:strVal val="#ppt_h"/>
                                              </p:val>
                                            </p:tav>
                                          </p:tavLst>
                                        </p:anim>
                                        <p:animEffect transition="in" filter="fade">
                                          <p:cBhvr>
                                            <p:cTn id="24" dur="500"/>
                                            <p:tgtEl>
                                              <p:spTgt spid="481"/>
                                            </p:tgtEl>
                                          </p:cBhvr>
                                        </p:animEffect>
                                      </p:childTnLst>
                                    </p:cTn>
                                  </p:par>
                                  <p:par>
                                    <p:cTn id="25" presetID="53" presetClass="entr" presetSubtype="16" fill="hold" nodeType="withEffect">
                                      <p:stCondLst>
                                        <p:cond delay="0"/>
                                      </p:stCondLst>
                                      <p:childTnLst>
                                        <p:set>
                                          <p:cBhvr>
                                            <p:cTn id="26" dur="1" fill="hold">
                                              <p:stCondLst>
                                                <p:cond delay="0"/>
                                              </p:stCondLst>
                                            </p:cTn>
                                            <p:tgtEl>
                                              <p:spTgt spid="512"/>
                                            </p:tgtEl>
                                            <p:attrNameLst>
                                              <p:attrName>style.visibility</p:attrName>
                                            </p:attrNameLst>
                                          </p:cBhvr>
                                          <p:to>
                                            <p:strVal val="visible"/>
                                          </p:to>
                                        </p:set>
                                        <p:anim calcmode="lin" valueType="num">
                                          <p:cBhvr>
                                            <p:cTn id="27" dur="500" fill="hold"/>
                                            <p:tgtEl>
                                              <p:spTgt spid="512"/>
                                            </p:tgtEl>
                                            <p:attrNameLst>
                                              <p:attrName>ppt_w</p:attrName>
                                            </p:attrNameLst>
                                          </p:cBhvr>
                                          <p:tavLst>
                                            <p:tav tm="0">
                                              <p:val>
                                                <p:fltVal val="0"/>
                                              </p:val>
                                            </p:tav>
                                            <p:tav tm="100000">
                                              <p:val>
                                                <p:strVal val="#ppt_w"/>
                                              </p:val>
                                            </p:tav>
                                          </p:tavLst>
                                        </p:anim>
                                        <p:anim calcmode="lin" valueType="num">
                                          <p:cBhvr>
                                            <p:cTn id="28" dur="500" fill="hold"/>
                                            <p:tgtEl>
                                              <p:spTgt spid="512"/>
                                            </p:tgtEl>
                                            <p:attrNameLst>
                                              <p:attrName>ppt_h</p:attrName>
                                            </p:attrNameLst>
                                          </p:cBhvr>
                                          <p:tavLst>
                                            <p:tav tm="0">
                                              <p:val>
                                                <p:fltVal val="0"/>
                                              </p:val>
                                            </p:tav>
                                            <p:tav tm="100000">
                                              <p:val>
                                                <p:strVal val="#ppt_h"/>
                                              </p:val>
                                            </p:tav>
                                          </p:tavLst>
                                        </p:anim>
                                        <p:animEffect transition="in" filter="fade">
                                          <p:cBhvr>
                                            <p:cTn id="29" dur="500"/>
                                            <p:tgtEl>
                                              <p:spTgt spid="512"/>
                                            </p:tgtEl>
                                          </p:cBhvr>
                                        </p:animEffect>
                                      </p:childTnLst>
                                    </p:cTn>
                                  </p:par>
                                  <p:par>
                                    <p:cTn id="30" presetID="53" presetClass="entr" presetSubtype="16" fill="hold" nodeType="withEffect">
                                      <p:stCondLst>
                                        <p:cond delay="0"/>
                                      </p:stCondLst>
                                      <p:childTnLst>
                                        <p:set>
                                          <p:cBhvr>
                                            <p:cTn id="31" dur="1" fill="hold">
                                              <p:stCondLst>
                                                <p:cond delay="0"/>
                                              </p:stCondLst>
                                            </p:cTn>
                                            <p:tgtEl>
                                              <p:spTgt spid="541"/>
                                            </p:tgtEl>
                                            <p:attrNameLst>
                                              <p:attrName>style.visibility</p:attrName>
                                            </p:attrNameLst>
                                          </p:cBhvr>
                                          <p:to>
                                            <p:strVal val="visible"/>
                                          </p:to>
                                        </p:set>
                                        <p:anim calcmode="lin" valueType="num">
                                          <p:cBhvr>
                                            <p:cTn id="32" dur="500" fill="hold"/>
                                            <p:tgtEl>
                                              <p:spTgt spid="541"/>
                                            </p:tgtEl>
                                            <p:attrNameLst>
                                              <p:attrName>ppt_w</p:attrName>
                                            </p:attrNameLst>
                                          </p:cBhvr>
                                          <p:tavLst>
                                            <p:tav tm="0">
                                              <p:val>
                                                <p:fltVal val="0"/>
                                              </p:val>
                                            </p:tav>
                                            <p:tav tm="100000">
                                              <p:val>
                                                <p:strVal val="#ppt_w"/>
                                              </p:val>
                                            </p:tav>
                                          </p:tavLst>
                                        </p:anim>
                                        <p:anim calcmode="lin" valueType="num">
                                          <p:cBhvr>
                                            <p:cTn id="33" dur="500" fill="hold"/>
                                            <p:tgtEl>
                                              <p:spTgt spid="541"/>
                                            </p:tgtEl>
                                            <p:attrNameLst>
                                              <p:attrName>ppt_h</p:attrName>
                                            </p:attrNameLst>
                                          </p:cBhvr>
                                          <p:tavLst>
                                            <p:tav tm="0">
                                              <p:val>
                                                <p:fltVal val="0"/>
                                              </p:val>
                                            </p:tav>
                                            <p:tav tm="100000">
                                              <p:val>
                                                <p:strVal val="#ppt_h"/>
                                              </p:val>
                                            </p:tav>
                                          </p:tavLst>
                                        </p:anim>
                                        <p:animEffect transition="in" filter="fade">
                                          <p:cBhvr>
                                            <p:cTn id="34" dur="500"/>
                                            <p:tgtEl>
                                              <p:spTgt spid="541"/>
                                            </p:tgtEl>
                                          </p:cBhvr>
                                        </p:animEffect>
                                      </p:childTnLst>
                                    </p:cTn>
                                  </p:par>
                                  <p:par>
                                    <p:cTn id="35" presetID="53" presetClass="entr" presetSubtype="16" fill="hold" grpId="0" nodeType="withEffect">
                                      <p:stCondLst>
                                        <p:cond delay="0"/>
                                      </p:stCondLst>
                                      <p:childTnLst>
                                        <p:set>
                                          <p:cBhvr>
                                            <p:cTn id="36" dur="1" fill="hold">
                                              <p:stCondLst>
                                                <p:cond delay="0"/>
                                              </p:stCondLst>
                                            </p:cTn>
                                            <p:tgtEl>
                                              <p:spTgt spid="552"/>
                                            </p:tgtEl>
                                            <p:attrNameLst>
                                              <p:attrName>style.visibility</p:attrName>
                                            </p:attrNameLst>
                                          </p:cBhvr>
                                          <p:to>
                                            <p:strVal val="visible"/>
                                          </p:to>
                                        </p:set>
                                        <p:anim calcmode="lin" valueType="num">
                                          <p:cBhvr>
                                            <p:cTn id="37" dur="500" fill="hold"/>
                                            <p:tgtEl>
                                              <p:spTgt spid="552"/>
                                            </p:tgtEl>
                                            <p:attrNameLst>
                                              <p:attrName>ppt_w</p:attrName>
                                            </p:attrNameLst>
                                          </p:cBhvr>
                                          <p:tavLst>
                                            <p:tav tm="0">
                                              <p:val>
                                                <p:fltVal val="0"/>
                                              </p:val>
                                            </p:tav>
                                            <p:tav tm="100000">
                                              <p:val>
                                                <p:strVal val="#ppt_w"/>
                                              </p:val>
                                            </p:tav>
                                          </p:tavLst>
                                        </p:anim>
                                        <p:anim calcmode="lin" valueType="num">
                                          <p:cBhvr>
                                            <p:cTn id="38" dur="500" fill="hold"/>
                                            <p:tgtEl>
                                              <p:spTgt spid="552"/>
                                            </p:tgtEl>
                                            <p:attrNameLst>
                                              <p:attrName>ppt_h</p:attrName>
                                            </p:attrNameLst>
                                          </p:cBhvr>
                                          <p:tavLst>
                                            <p:tav tm="0">
                                              <p:val>
                                                <p:fltVal val="0"/>
                                              </p:val>
                                            </p:tav>
                                            <p:tav tm="100000">
                                              <p:val>
                                                <p:strVal val="#ppt_h"/>
                                              </p:val>
                                            </p:tav>
                                          </p:tavLst>
                                        </p:anim>
                                        <p:animEffect transition="in" filter="fade">
                                          <p:cBhvr>
                                            <p:cTn id="39" dur="500"/>
                                            <p:tgtEl>
                                              <p:spTgt spid="552"/>
                                            </p:tgtEl>
                                          </p:cBhvr>
                                        </p:animEffect>
                                      </p:childTnLst>
                                    </p:cTn>
                                  </p:par>
                                  <p:par>
                                    <p:cTn id="40" presetID="53" presetClass="entr" presetSubtype="16" fill="hold" grpId="0" nodeType="withEffect">
                                      <p:stCondLst>
                                        <p:cond delay="0"/>
                                      </p:stCondLst>
                                      <p:childTnLst>
                                        <p:set>
                                          <p:cBhvr>
                                            <p:cTn id="41" dur="1" fill="hold">
                                              <p:stCondLst>
                                                <p:cond delay="0"/>
                                              </p:stCondLst>
                                            </p:cTn>
                                            <p:tgtEl>
                                              <p:spTgt spid="553"/>
                                            </p:tgtEl>
                                            <p:attrNameLst>
                                              <p:attrName>style.visibility</p:attrName>
                                            </p:attrNameLst>
                                          </p:cBhvr>
                                          <p:to>
                                            <p:strVal val="visible"/>
                                          </p:to>
                                        </p:set>
                                        <p:anim calcmode="lin" valueType="num">
                                          <p:cBhvr>
                                            <p:cTn id="42" dur="500" fill="hold"/>
                                            <p:tgtEl>
                                              <p:spTgt spid="553"/>
                                            </p:tgtEl>
                                            <p:attrNameLst>
                                              <p:attrName>ppt_w</p:attrName>
                                            </p:attrNameLst>
                                          </p:cBhvr>
                                          <p:tavLst>
                                            <p:tav tm="0">
                                              <p:val>
                                                <p:fltVal val="0"/>
                                              </p:val>
                                            </p:tav>
                                            <p:tav tm="100000">
                                              <p:val>
                                                <p:strVal val="#ppt_w"/>
                                              </p:val>
                                            </p:tav>
                                          </p:tavLst>
                                        </p:anim>
                                        <p:anim calcmode="lin" valueType="num">
                                          <p:cBhvr>
                                            <p:cTn id="43" dur="500" fill="hold"/>
                                            <p:tgtEl>
                                              <p:spTgt spid="553"/>
                                            </p:tgtEl>
                                            <p:attrNameLst>
                                              <p:attrName>ppt_h</p:attrName>
                                            </p:attrNameLst>
                                          </p:cBhvr>
                                          <p:tavLst>
                                            <p:tav tm="0">
                                              <p:val>
                                                <p:fltVal val="0"/>
                                              </p:val>
                                            </p:tav>
                                            <p:tav tm="100000">
                                              <p:val>
                                                <p:strVal val="#ppt_h"/>
                                              </p:val>
                                            </p:tav>
                                          </p:tavLst>
                                        </p:anim>
                                        <p:animEffect transition="in" filter="fade">
                                          <p:cBhvr>
                                            <p:cTn id="44" dur="500"/>
                                            <p:tgtEl>
                                              <p:spTgt spid="553"/>
                                            </p:tgtEl>
                                          </p:cBhvr>
                                        </p:animEffect>
                                      </p:childTnLst>
                                    </p:cTn>
                                  </p:par>
                                  <p:par>
                                    <p:cTn id="45" presetID="53" presetClass="entr" presetSubtype="16" fill="hold" grpId="0" nodeType="withEffect">
                                      <p:stCondLst>
                                        <p:cond delay="0"/>
                                      </p:stCondLst>
                                      <p:childTnLst>
                                        <p:set>
                                          <p:cBhvr>
                                            <p:cTn id="46" dur="1" fill="hold">
                                              <p:stCondLst>
                                                <p:cond delay="0"/>
                                              </p:stCondLst>
                                            </p:cTn>
                                            <p:tgtEl>
                                              <p:spTgt spid="554"/>
                                            </p:tgtEl>
                                            <p:attrNameLst>
                                              <p:attrName>style.visibility</p:attrName>
                                            </p:attrNameLst>
                                          </p:cBhvr>
                                          <p:to>
                                            <p:strVal val="visible"/>
                                          </p:to>
                                        </p:set>
                                        <p:anim calcmode="lin" valueType="num">
                                          <p:cBhvr>
                                            <p:cTn id="47" dur="500" fill="hold"/>
                                            <p:tgtEl>
                                              <p:spTgt spid="554"/>
                                            </p:tgtEl>
                                            <p:attrNameLst>
                                              <p:attrName>ppt_w</p:attrName>
                                            </p:attrNameLst>
                                          </p:cBhvr>
                                          <p:tavLst>
                                            <p:tav tm="0">
                                              <p:val>
                                                <p:fltVal val="0"/>
                                              </p:val>
                                            </p:tav>
                                            <p:tav tm="100000">
                                              <p:val>
                                                <p:strVal val="#ppt_w"/>
                                              </p:val>
                                            </p:tav>
                                          </p:tavLst>
                                        </p:anim>
                                        <p:anim calcmode="lin" valueType="num">
                                          <p:cBhvr>
                                            <p:cTn id="48" dur="500" fill="hold"/>
                                            <p:tgtEl>
                                              <p:spTgt spid="554"/>
                                            </p:tgtEl>
                                            <p:attrNameLst>
                                              <p:attrName>ppt_h</p:attrName>
                                            </p:attrNameLst>
                                          </p:cBhvr>
                                          <p:tavLst>
                                            <p:tav tm="0">
                                              <p:val>
                                                <p:fltVal val="0"/>
                                              </p:val>
                                            </p:tav>
                                            <p:tav tm="100000">
                                              <p:val>
                                                <p:strVal val="#ppt_h"/>
                                              </p:val>
                                            </p:tav>
                                          </p:tavLst>
                                        </p:anim>
                                        <p:animEffect transition="in" filter="fade">
                                          <p:cBhvr>
                                            <p:cTn id="49" dur="500"/>
                                            <p:tgtEl>
                                              <p:spTgt spid="554"/>
                                            </p:tgtEl>
                                          </p:cBhvr>
                                        </p:animEffect>
                                      </p:childTnLst>
                                    </p:cTn>
                                  </p:par>
                                  <p:par>
                                    <p:cTn id="50" presetID="53" presetClass="entr" presetSubtype="16" fill="hold" grpId="0" nodeType="withEffect">
                                      <p:stCondLst>
                                        <p:cond delay="0"/>
                                      </p:stCondLst>
                                      <p:childTnLst>
                                        <p:set>
                                          <p:cBhvr>
                                            <p:cTn id="51" dur="1" fill="hold">
                                              <p:stCondLst>
                                                <p:cond delay="0"/>
                                              </p:stCondLst>
                                            </p:cTn>
                                            <p:tgtEl>
                                              <p:spTgt spid="555"/>
                                            </p:tgtEl>
                                            <p:attrNameLst>
                                              <p:attrName>style.visibility</p:attrName>
                                            </p:attrNameLst>
                                          </p:cBhvr>
                                          <p:to>
                                            <p:strVal val="visible"/>
                                          </p:to>
                                        </p:set>
                                        <p:anim calcmode="lin" valueType="num">
                                          <p:cBhvr>
                                            <p:cTn id="52" dur="500" fill="hold"/>
                                            <p:tgtEl>
                                              <p:spTgt spid="555"/>
                                            </p:tgtEl>
                                            <p:attrNameLst>
                                              <p:attrName>ppt_w</p:attrName>
                                            </p:attrNameLst>
                                          </p:cBhvr>
                                          <p:tavLst>
                                            <p:tav tm="0">
                                              <p:val>
                                                <p:fltVal val="0"/>
                                              </p:val>
                                            </p:tav>
                                            <p:tav tm="100000">
                                              <p:val>
                                                <p:strVal val="#ppt_w"/>
                                              </p:val>
                                            </p:tav>
                                          </p:tavLst>
                                        </p:anim>
                                        <p:anim calcmode="lin" valueType="num">
                                          <p:cBhvr>
                                            <p:cTn id="53" dur="500" fill="hold"/>
                                            <p:tgtEl>
                                              <p:spTgt spid="555"/>
                                            </p:tgtEl>
                                            <p:attrNameLst>
                                              <p:attrName>ppt_h</p:attrName>
                                            </p:attrNameLst>
                                          </p:cBhvr>
                                          <p:tavLst>
                                            <p:tav tm="0">
                                              <p:val>
                                                <p:fltVal val="0"/>
                                              </p:val>
                                            </p:tav>
                                            <p:tav tm="100000">
                                              <p:val>
                                                <p:strVal val="#ppt_h"/>
                                              </p:val>
                                            </p:tav>
                                          </p:tavLst>
                                        </p:anim>
                                        <p:animEffect transition="in" filter="fade">
                                          <p:cBhvr>
                                            <p:cTn id="54" dur="500"/>
                                            <p:tgtEl>
                                              <p:spTgt spid="555"/>
                                            </p:tgtEl>
                                          </p:cBhvr>
                                        </p:animEffect>
                                      </p:childTnLst>
                                    </p:cTn>
                                  </p:par>
                                  <p:par>
                                    <p:cTn id="55" presetID="53" presetClass="entr" presetSubtype="16" fill="hold" grpId="0" nodeType="withEffect">
                                      <p:stCondLst>
                                        <p:cond delay="0"/>
                                      </p:stCondLst>
                                      <p:childTnLst>
                                        <p:set>
                                          <p:cBhvr>
                                            <p:cTn id="56" dur="1" fill="hold">
                                              <p:stCondLst>
                                                <p:cond delay="0"/>
                                              </p:stCondLst>
                                            </p:cTn>
                                            <p:tgtEl>
                                              <p:spTgt spid="556"/>
                                            </p:tgtEl>
                                            <p:attrNameLst>
                                              <p:attrName>style.visibility</p:attrName>
                                            </p:attrNameLst>
                                          </p:cBhvr>
                                          <p:to>
                                            <p:strVal val="visible"/>
                                          </p:to>
                                        </p:set>
                                        <p:anim calcmode="lin" valueType="num">
                                          <p:cBhvr>
                                            <p:cTn id="57" dur="500" fill="hold"/>
                                            <p:tgtEl>
                                              <p:spTgt spid="556"/>
                                            </p:tgtEl>
                                            <p:attrNameLst>
                                              <p:attrName>ppt_w</p:attrName>
                                            </p:attrNameLst>
                                          </p:cBhvr>
                                          <p:tavLst>
                                            <p:tav tm="0">
                                              <p:val>
                                                <p:fltVal val="0"/>
                                              </p:val>
                                            </p:tav>
                                            <p:tav tm="100000">
                                              <p:val>
                                                <p:strVal val="#ppt_w"/>
                                              </p:val>
                                            </p:tav>
                                          </p:tavLst>
                                        </p:anim>
                                        <p:anim calcmode="lin" valueType="num">
                                          <p:cBhvr>
                                            <p:cTn id="58" dur="500" fill="hold"/>
                                            <p:tgtEl>
                                              <p:spTgt spid="556"/>
                                            </p:tgtEl>
                                            <p:attrNameLst>
                                              <p:attrName>ppt_h</p:attrName>
                                            </p:attrNameLst>
                                          </p:cBhvr>
                                          <p:tavLst>
                                            <p:tav tm="0">
                                              <p:val>
                                                <p:fltVal val="0"/>
                                              </p:val>
                                            </p:tav>
                                            <p:tav tm="100000">
                                              <p:val>
                                                <p:strVal val="#ppt_h"/>
                                              </p:val>
                                            </p:tav>
                                          </p:tavLst>
                                        </p:anim>
                                        <p:animEffect transition="in" filter="fade">
                                          <p:cBhvr>
                                            <p:cTn id="59" dur="500"/>
                                            <p:tgtEl>
                                              <p:spTgt spid="556"/>
                                            </p:tgtEl>
                                          </p:cBhvr>
                                        </p:animEffect>
                                      </p:childTnLst>
                                    </p:cTn>
                                  </p:par>
                                  <p:par>
                                    <p:cTn id="60" presetID="53" presetClass="entr" presetSubtype="16" fill="hold" grpId="0" nodeType="withEffect">
                                      <p:stCondLst>
                                        <p:cond delay="0"/>
                                      </p:stCondLst>
                                      <p:childTnLst>
                                        <p:set>
                                          <p:cBhvr>
                                            <p:cTn id="61" dur="1" fill="hold">
                                              <p:stCondLst>
                                                <p:cond delay="0"/>
                                              </p:stCondLst>
                                            </p:cTn>
                                            <p:tgtEl>
                                              <p:spTgt spid="557"/>
                                            </p:tgtEl>
                                            <p:attrNameLst>
                                              <p:attrName>style.visibility</p:attrName>
                                            </p:attrNameLst>
                                          </p:cBhvr>
                                          <p:to>
                                            <p:strVal val="visible"/>
                                          </p:to>
                                        </p:set>
                                        <p:anim calcmode="lin" valueType="num">
                                          <p:cBhvr>
                                            <p:cTn id="62" dur="500" fill="hold"/>
                                            <p:tgtEl>
                                              <p:spTgt spid="557"/>
                                            </p:tgtEl>
                                            <p:attrNameLst>
                                              <p:attrName>ppt_w</p:attrName>
                                            </p:attrNameLst>
                                          </p:cBhvr>
                                          <p:tavLst>
                                            <p:tav tm="0">
                                              <p:val>
                                                <p:fltVal val="0"/>
                                              </p:val>
                                            </p:tav>
                                            <p:tav tm="100000">
                                              <p:val>
                                                <p:strVal val="#ppt_w"/>
                                              </p:val>
                                            </p:tav>
                                          </p:tavLst>
                                        </p:anim>
                                        <p:anim calcmode="lin" valueType="num">
                                          <p:cBhvr>
                                            <p:cTn id="63" dur="500" fill="hold"/>
                                            <p:tgtEl>
                                              <p:spTgt spid="557"/>
                                            </p:tgtEl>
                                            <p:attrNameLst>
                                              <p:attrName>ppt_h</p:attrName>
                                            </p:attrNameLst>
                                          </p:cBhvr>
                                          <p:tavLst>
                                            <p:tav tm="0">
                                              <p:val>
                                                <p:fltVal val="0"/>
                                              </p:val>
                                            </p:tav>
                                            <p:tav tm="100000">
                                              <p:val>
                                                <p:strVal val="#ppt_h"/>
                                              </p:val>
                                            </p:tav>
                                          </p:tavLst>
                                        </p:anim>
                                        <p:animEffect transition="in" filter="fade">
                                          <p:cBhvr>
                                            <p:cTn id="64" dur="500"/>
                                            <p:tgtEl>
                                              <p:spTgt spid="557"/>
                                            </p:tgtEl>
                                          </p:cBhvr>
                                        </p:animEffect>
                                      </p:childTnLst>
                                    </p:cTn>
                                  </p:par>
                                  <p:par>
                                    <p:cTn id="65" presetID="53" presetClass="entr" presetSubtype="16" fill="hold" grpId="0" nodeType="withEffect">
                                      <p:stCondLst>
                                        <p:cond delay="0"/>
                                      </p:stCondLst>
                                      <p:childTnLst>
                                        <p:set>
                                          <p:cBhvr>
                                            <p:cTn id="66" dur="1" fill="hold">
                                              <p:stCondLst>
                                                <p:cond delay="0"/>
                                              </p:stCondLst>
                                            </p:cTn>
                                            <p:tgtEl>
                                              <p:spTgt spid="558"/>
                                            </p:tgtEl>
                                            <p:attrNameLst>
                                              <p:attrName>style.visibility</p:attrName>
                                            </p:attrNameLst>
                                          </p:cBhvr>
                                          <p:to>
                                            <p:strVal val="visible"/>
                                          </p:to>
                                        </p:set>
                                        <p:anim calcmode="lin" valueType="num">
                                          <p:cBhvr>
                                            <p:cTn id="67" dur="500" fill="hold"/>
                                            <p:tgtEl>
                                              <p:spTgt spid="558"/>
                                            </p:tgtEl>
                                            <p:attrNameLst>
                                              <p:attrName>ppt_w</p:attrName>
                                            </p:attrNameLst>
                                          </p:cBhvr>
                                          <p:tavLst>
                                            <p:tav tm="0">
                                              <p:val>
                                                <p:fltVal val="0"/>
                                              </p:val>
                                            </p:tav>
                                            <p:tav tm="100000">
                                              <p:val>
                                                <p:strVal val="#ppt_w"/>
                                              </p:val>
                                            </p:tav>
                                          </p:tavLst>
                                        </p:anim>
                                        <p:anim calcmode="lin" valueType="num">
                                          <p:cBhvr>
                                            <p:cTn id="68" dur="500" fill="hold"/>
                                            <p:tgtEl>
                                              <p:spTgt spid="558"/>
                                            </p:tgtEl>
                                            <p:attrNameLst>
                                              <p:attrName>ppt_h</p:attrName>
                                            </p:attrNameLst>
                                          </p:cBhvr>
                                          <p:tavLst>
                                            <p:tav tm="0">
                                              <p:val>
                                                <p:fltVal val="0"/>
                                              </p:val>
                                            </p:tav>
                                            <p:tav tm="100000">
                                              <p:val>
                                                <p:strVal val="#ppt_h"/>
                                              </p:val>
                                            </p:tav>
                                          </p:tavLst>
                                        </p:anim>
                                        <p:animEffect transition="in" filter="fade">
                                          <p:cBhvr>
                                            <p:cTn id="69" dur="500"/>
                                            <p:tgtEl>
                                              <p:spTgt spid="558"/>
                                            </p:tgtEl>
                                          </p:cBhvr>
                                        </p:animEffect>
                                      </p:childTnLst>
                                    </p:cTn>
                                  </p:par>
                                  <p:par>
                                    <p:cTn id="70" presetID="53" presetClass="entr" presetSubtype="16" fill="hold" grpId="0" nodeType="withEffect">
                                      <p:stCondLst>
                                        <p:cond delay="0"/>
                                      </p:stCondLst>
                                      <p:childTnLst>
                                        <p:set>
                                          <p:cBhvr>
                                            <p:cTn id="71" dur="1" fill="hold">
                                              <p:stCondLst>
                                                <p:cond delay="0"/>
                                              </p:stCondLst>
                                            </p:cTn>
                                            <p:tgtEl>
                                              <p:spTgt spid="559"/>
                                            </p:tgtEl>
                                            <p:attrNameLst>
                                              <p:attrName>style.visibility</p:attrName>
                                            </p:attrNameLst>
                                          </p:cBhvr>
                                          <p:to>
                                            <p:strVal val="visible"/>
                                          </p:to>
                                        </p:set>
                                        <p:anim calcmode="lin" valueType="num">
                                          <p:cBhvr>
                                            <p:cTn id="72" dur="500" fill="hold"/>
                                            <p:tgtEl>
                                              <p:spTgt spid="559"/>
                                            </p:tgtEl>
                                            <p:attrNameLst>
                                              <p:attrName>ppt_w</p:attrName>
                                            </p:attrNameLst>
                                          </p:cBhvr>
                                          <p:tavLst>
                                            <p:tav tm="0">
                                              <p:val>
                                                <p:fltVal val="0"/>
                                              </p:val>
                                            </p:tav>
                                            <p:tav tm="100000">
                                              <p:val>
                                                <p:strVal val="#ppt_w"/>
                                              </p:val>
                                            </p:tav>
                                          </p:tavLst>
                                        </p:anim>
                                        <p:anim calcmode="lin" valueType="num">
                                          <p:cBhvr>
                                            <p:cTn id="73" dur="500" fill="hold"/>
                                            <p:tgtEl>
                                              <p:spTgt spid="559"/>
                                            </p:tgtEl>
                                            <p:attrNameLst>
                                              <p:attrName>ppt_h</p:attrName>
                                            </p:attrNameLst>
                                          </p:cBhvr>
                                          <p:tavLst>
                                            <p:tav tm="0">
                                              <p:val>
                                                <p:fltVal val="0"/>
                                              </p:val>
                                            </p:tav>
                                            <p:tav tm="100000">
                                              <p:val>
                                                <p:strVal val="#ppt_h"/>
                                              </p:val>
                                            </p:tav>
                                          </p:tavLst>
                                        </p:anim>
                                        <p:animEffect transition="in" filter="fade">
                                          <p:cBhvr>
                                            <p:cTn id="74" dur="500"/>
                                            <p:tgtEl>
                                              <p:spTgt spid="5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52" grpId="0"/>
          <p:bldP spid="553" grpId="0"/>
          <p:bldP spid="554" grpId="0"/>
          <p:bldP spid="555" grpId="0"/>
          <p:bldP spid="556" grpId="0"/>
          <p:bldP spid="557" grpId="0"/>
          <p:bldP spid="558" grpId="0"/>
          <p:bldP spid="559" grpId="0"/>
        </p:bldLst>
      </p:timing>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718097" y="215973"/>
            <a:ext cx="2794359" cy="584775"/>
          </a:xfrm>
          <a:prstGeom prst="rect">
            <a:avLst/>
          </a:prstGeom>
          <a:noFill/>
        </p:spPr>
        <p:txBody>
          <a:bodyPr wrap="square" rtlCol="0">
            <a:spAutoFit/>
          </a:bodyPr>
          <a:lstStyle/>
          <a:p>
            <a:r>
              <a:rPr lang="en-US" altLang="zh-CN" sz="3200" dirty="0" smtClean="0">
                <a:latin typeface="Senty小丸子" panose="03000600000000000000" pitchFamily="66" charset="-122"/>
                <a:ea typeface="Senty小丸子" panose="03000600000000000000" pitchFamily="66" charset="-122"/>
              </a:rPr>
              <a:t>02 </a:t>
            </a:r>
            <a:r>
              <a:rPr lang="zh-CN" altLang="en-US" sz="3200" dirty="0" smtClean="0">
                <a:latin typeface="Senty小丸子" panose="03000600000000000000" pitchFamily="66" charset="-122"/>
                <a:ea typeface="Senty小丸子" panose="03000600000000000000" pitchFamily="66" charset="-122"/>
              </a:rPr>
              <a:t>教学课程</a:t>
            </a:r>
            <a:endParaRPr lang="zh-CN" altLang="en-US" sz="3200" dirty="0">
              <a:latin typeface="Senty小丸子" panose="03000600000000000000" pitchFamily="66" charset="-122"/>
              <a:ea typeface="Senty小丸子" panose="03000600000000000000" pitchFamily="66" charset="-122"/>
            </a:endParaRPr>
          </a:p>
        </p:txBody>
      </p:sp>
      <p:grpSp>
        <p:nvGrpSpPr>
          <p:cNvPr id="3" name="Group 4"/>
          <p:cNvGrpSpPr>
            <a:grpSpLocks noChangeAspect="1"/>
          </p:cNvGrpSpPr>
          <p:nvPr/>
        </p:nvGrpSpPr>
        <p:grpSpPr bwMode="auto">
          <a:xfrm>
            <a:off x="145143" y="171426"/>
            <a:ext cx="439541" cy="518530"/>
            <a:chOff x="3082" y="1214"/>
            <a:chExt cx="1623" cy="1896"/>
          </a:xfrm>
          <a:solidFill>
            <a:schemeClr val="tx1"/>
          </a:solidFill>
        </p:grpSpPr>
        <p:grpSp>
          <p:nvGrpSpPr>
            <p:cNvPr id="4" name="Group 205"/>
            <p:cNvGrpSpPr/>
            <p:nvPr/>
          </p:nvGrpSpPr>
          <p:grpSpPr bwMode="auto">
            <a:xfrm>
              <a:off x="3082" y="1214"/>
              <a:ext cx="1623" cy="1603"/>
              <a:chOff x="3082" y="1214"/>
              <a:chExt cx="1623" cy="1603"/>
            </a:xfrm>
            <a:grpFill/>
          </p:grpSpPr>
          <p:sp>
            <p:nvSpPr>
              <p:cNvPr id="252" name="Freeform 5"/>
              <p:cNvSpPr/>
              <p:nvPr/>
            </p:nvSpPr>
            <p:spPr bwMode="auto">
              <a:xfrm>
                <a:off x="3608" y="2103"/>
                <a:ext cx="13" cy="0"/>
              </a:xfrm>
              <a:custGeom>
                <a:avLst/>
                <a:gdLst>
                  <a:gd name="T0" fmla="*/ 0 w 6"/>
                  <a:gd name="T1" fmla="*/ 6 w 6"/>
                  <a:gd name="T2" fmla="*/ 0 w 6"/>
                </a:gdLst>
                <a:ahLst/>
                <a:cxnLst>
                  <a:cxn ang="0">
                    <a:pos x="T0" y="0"/>
                  </a:cxn>
                  <a:cxn ang="0">
                    <a:pos x="T1" y="0"/>
                  </a:cxn>
                  <a:cxn ang="0">
                    <a:pos x="T2" y="0"/>
                  </a:cxn>
                </a:cxnLst>
                <a:rect l="0" t="0" r="r" b="b"/>
                <a:pathLst>
                  <a:path w="6">
                    <a:moveTo>
                      <a:pt x="0" y="0"/>
                    </a:moveTo>
                    <a:cubicBezTo>
                      <a:pt x="1" y="0"/>
                      <a:pt x="3" y="0"/>
                      <a:pt x="6" y="0"/>
                    </a:cubicBezTo>
                    <a:cubicBezTo>
                      <a:pt x="3" y="0"/>
                      <a:pt x="2"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3" name="Freeform 6"/>
              <p:cNvSpPr/>
              <p:nvPr/>
            </p:nvSpPr>
            <p:spPr bwMode="auto">
              <a:xfrm>
                <a:off x="3576" y="1893"/>
                <a:ext cx="5"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0" y="0"/>
                      <a:pt x="0" y="0"/>
                    </a:cubicBezTo>
                    <a:cubicBezTo>
                      <a:pt x="0" y="0"/>
                      <a:pt x="0" y="0"/>
                      <a:pt x="0" y="0"/>
                    </a:cubicBezTo>
                    <a:cubicBezTo>
                      <a:pt x="0" y="0"/>
                      <a:pt x="0" y="0"/>
                      <a:pt x="0" y="0"/>
                    </a:cubicBezTo>
                    <a:cubicBezTo>
                      <a:pt x="1" y="0"/>
                      <a:pt x="1" y="0"/>
                      <a:pt x="2" y="0"/>
                    </a:cubicBezTo>
                    <a:cubicBezTo>
                      <a:pt x="2" y="0"/>
                      <a:pt x="2" y="0"/>
                      <a:pt x="2"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4" name="Freeform 7"/>
              <p:cNvSpPr/>
              <p:nvPr/>
            </p:nvSpPr>
            <p:spPr bwMode="auto">
              <a:xfrm>
                <a:off x="3615" y="1903"/>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0"/>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5" name="Freeform 8"/>
              <p:cNvSpPr/>
              <p:nvPr/>
            </p:nvSpPr>
            <p:spPr bwMode="auto">
              <a:xfrm>
                <a:off x="3566" y="1893"/>
                <a:ext cx="6" cy="0"/>
              </a:xfrm>
              <a:custGeom>
                <a:avLst/>
                <a:gdLst>
                  <a:gd name="T0" fmla="*/ 3 w 3"/>
                  <a:gd name="T1" fmla="*/ 3 w 3"/>
                </a:gdLst>
                <a:ahLst/>
                <a:cxnLst>
                  <a:cxn ang="0">
                    <a:pos x="T0" y="0"/>
                  </a:cxn>
                  <a:cxn ang="0">
                    <a:pos x="T1" y="0"/>
                  </a:cxn>
                </a:cxnLst>
                <a:rect l="0" t="0" r="r" b="b"/>
                <a:pathLst>
                  <a:path w="3">
                    <a:moveTo>
                      <a:pt x="3" y="0"/>
                    </a:moveTo>
                    <a:cubicBezTo>
                      <a:pt x="0" y="0"/>
                      <a:pt x="1"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6" name="Freeform 9"/>
              <p:cNvSpPr/>
              <p:nvPr/>
            </p:nvSpPr>
            <p:spPr bwMode="auto">
              <a:xfrm>
                <a:off x="3820" y="2304"/>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7" name="Freeform 10"/>
              <p:cNvSpPr/>
              <p:nvPr/>
            </p:nvSpPr>
            <p:spPr bwMode="auto">
              <a:xfrm>
                <a:off x="3642" y="2209"/>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8" name="Freeform 11"/>
              <p:cNvSpPr/>
              <p:nvPr/>
            </p:nvSpPr>
            <p:spPr bwMode="auto">
              <a:xfrm>
                <a:off x="3549" y="2154"/>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0"/>
                      <a:pt x="1" y="1"/>
                      <a:pt x="1"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9" name="Freeform 12"/>
              <p:cNvSpPr/>
              <p:nvPr/>
            </p:nvSpPr>
            <p:spPr bwMode="auto">
              <a:xfrm>
                <a:off x="3610" y="1895"/>
                <a:ext cx="9" cy="8"/>
              </a:xfrm>
              <a:custGeom>
                <a:avLst/>
                <a:gdLst>
                  <a:gd name="T0" fmla="*/ 1 w 4"/>
                  <a:gd name="T1" fmla="*/ 1 h 4"/>
                  <a:gd name="T2" fmla="*/ 1 w 4"/>
                  <a:gd name="T3" fmla="*/ 2 h 4"/>
                  <a:gd name="T4" fmla="*/ 0 w 4"/>
                  <a:gd name="T5" fmla="*/ 2 h 4"/>
                  <a:gd name="T6" fmla="*/ 2 w 4"/>
                  <a:gd name="T7" fmla="*/ 4 h 4"/>
                  <a:gd name="T8" fmla="*/ 2 w 4"/>
                  <a:gd name="T9" fmla="*/ 2 h 4"/>
                  <a:gd name="T10" fmla="*/ 3 w 4"/>
                  <a:gd name="T11" fmla="*/ 1 h 4"/>
                  <a:gd name="T12" fmla="*/ 4 w 4"/>
                  <a:gd name="T13" fmla="*/ 0 h 4"/>
                  <a:gd name="T14" fmla="*/ 4 w 4"/>
                  <a:gd name="T15" fmla="*/ 0 h 4"/>
                  <a:gd name="T16" fmla="*/ 4 w 4"/>
                  <a:gd name="T17" fmla="*/ 0 h 4"/>
                  <a:gd name="T18" fmla="*/ 2 w 4"/>
                  <a:gd name="T19" fmla="*/ 0 h 4"/>
                  <a:gd name="T20" fmla="*/ 2 w 4"/>
                  <a:gd name="T21" fmla="*/ 0 h 4"/>
                  <a:gd name="T22" fmla="*/ 1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1" y="1"/>
                    </a:moveTo>
                    <a:cubicBezTo>
                      <a:pt x="1" y="2"/>
                      <a:pt x="1" y="2"/>
                      <a:pt x="1" y="2"/>
                    </a:cubicBezTo>
                    <a:cubicBezTo>
                      <a:pt x="1" y="2"/>
                      <a:pt x="0" y="2"/>
                      <a:pt x="0" y="2"/>
                    </a:cubicBezTo>
                    <a:cubicBezTo>
                      <a:pt x="1" y="2"/>
                      <a:pt x="2" y="3"/>
                      <a:pt x="2" y="4"/>
                    </a:cubicBezTo>
                    <a:cubicBezTo>
                      <a:pt x="2" y="3"/>
                      <a:pt x="2" y="3"/>
                      <a:pt x="2" y="2"/>
                    </a:cubicBezTo>
                    <a:cubicBezTo>
                      <a:pt x="3" y="1"/>
                      <a:pt x="3" y="1"/>
                      <a:pt x="3" y="1"/>
                    </a:cubicBezTo>
                    <a:cubicBezTo>
                      <a:pt x="4" y="0"/>
                      <a:pt x="4" y="0"/>
                      <a:pt x="4" y="0"/>
                    </a:cubicBezTo>
                    <a:cubicBezTo>
                      <a:pt x="4" y="0"/>
                      <a:pt x="4" y="0"/>
                      <a:pt x="4" y="0"/>
                    </a:cubicBezTo>
                    <a:cubicBezTo>
                      <a:pt x="4" y="0"/>
                      <a:pt x="4" y="0"/>
                      <a:pt x="4" y="0"/>
                    </a:cubicBezTo>
                    <a:cubicBezTo>
                      <a:pt x="3" y="0"/>
                      <a:pt x="2" y="0"/>
                      <a:pt x="2" y="0"/>
                    </a:cubicBezTo>
                    <a:cubicBezTo>
                      <a:pt x="2" y="0"/>
                      <a:pt x="2" y="0"/>
                      <a:pt x="2" y="0"/>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0" name="Freeform 13"/>
              <p:cNvSpPr/>
              <p:nvPr/>
            </p:nvSpPr>
            <p:spPr bwMode="auto">
              <a:xfrm>
                <a:off x="3926" y="1914"/>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1" name="Freeform 14"/>
              <p:cNvSpPr/>
              <p:nvPr/>
            </p:nvSpPr>
            <p:spPr bwMode="auto">
              <a:xfrm>
                <a:off x="3810" y="1774"/>
                <a:ext cx="2" cy="4"/>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0" y="2"/>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2" name="Freeform 15"/>
              <p:cNvSpPr/>
              <p:nvPr/>
            </p:nvSpPr>
            <p:spPr bwMode="auto">
              <a:xfrm>
                <a:off x="3846" y="2474"/>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3" name="Freeform 16"/>
              <p:cNvSpPr/>
              <p:nvPr/>
            </p:nvSpPr>
            <p:spPr bwMode="auto">
              <a:xfrm>
                <a:off x="3943" y="2546"/>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4" name="Freeform 17"/>
              <p:cNvSpPr/>
              <p:nvPr/>
            </p:nvSpPr>
            <p:spPr bwMode="auto">
              <a:xfrm>
                <a:off x="3846" y="2474"/>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5" name="Freeform 18"/>
              <p:cNvSpPr/>
              <p:nvPr/>
            </p:nvSpPr>
            <p:spPr bwMode="auto">
              <a:xfrm>
                <a:off x="4156" y="22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6" name="Freeform 19"/>
              <p:cNvSpPr/>
              <p:nvPr/>
            </p:nvSpPr>
            <p:spPr bwMode="auto">
              <a:xfrm>
                <a:off x="4056" y="2213"/>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7" name="Freeform 20"/>
              <p:cNvSpPr/>
              <p:nvPr/>
            </p:nvSpPr>
            <p:spPr bwMode="auto">
              <a:xfrm>
                <a:off x="3837" y="2470"/>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8" name="Freeform 21"/>
              <p:cNvSpPr/>
              <p:nvPr/>
            </p:nvSpPr>
            <p:spPr bwMode="auto">
              <a:xfrm>
                <a:off x="3954" y="2311"/>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9" name="Freeform 22"/>
              <p:cNvSpPr/>
              <p:nvPr/>
            </p:nvSpPr>
            <p:spPr bwMode="auto">
              <a:xfrm>
                <a:off x="3576" y="18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0" name="Freeform 23"/>
              <p:cNvSpPr/>
              <p:nvPr/>
            </p:nvSpPr>
            <p:spPr bwMode="auto">
              <a:xfrm>
                <a:off x="3281" y="254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1" name="Freeform 24"/>
              <p:cNvSpPr/>
              <p:nvPr/>
            </p:nvSpPr>
            <p:spPr bwMode="auto">
              <a:xfrm>
                <a:off x="3364" y="2470"/>
                <a:ext cx="2" cy="4"/>
              </a:xfrm>
              <a:custGeom>
                <a:avLst/>
                <a:gdLst>
                  <a:gd name="T0" fmla="*/ 1 w 1"/>
                  <a:gd name="T1" fmla="*/ 2 h 2"/>
                  <a:gd name="T2" fmla="*/ 1 w 1"/>
                  <a:gd name="T3" fmla="*/ 1 h 2"/>
                  <a:gd name="T4" fmla="*/ 1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0" y="0"/>
                      <a:pt x="1" y="1"/>
                      <a:pt x="1" y="1"/>
                    </a:cubicBezTo>
                    <a:cubicBezTo>
                      <a:pt x="1" y="1"/>
                      <a:pt x="1"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2" name="Freeform 25"/>
              <p:cNvSpPr/>
              <p:nvPr/>
            </p:nvSpPr>
            <p:spPr bwMode="auto">
              <a:xfrm>
                <a:off x="3360" y="2470"/>
                <a:ext cx="2"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3" name="Freeform 26"/>
              <p:cNvSpPr/>
              <p:nvPr/>
            </p:nvSpPr>
            <p:spPr bwMode="auto">
              <a:xfrm>
                <a:off x="3353" y="2470"/>
                <a:ext cx="3" cy="4"/>
              </a:xfrm>
              <a:custGeom>
                <a:avLst/>
                <a:gdLst>
                  <a:gd name="T0" fmla="*/ 1 w 1"/>
                  <a:gd name="T1" fmla="*/ 2 h 2"/>
                  <a:gd name="T2" fmla="*/ 0 w 1"/>
                  <a:gd name="T3" fmla="*/ 1 h 2"/>
                  <a:gd name="T4" fmla="*/ 1 w 1"/>
                  <a:gd name="T5" fmla="*/ 2 h 2"/>
                </a:gdLst>
                <a:ahLst/>
                <a:cxnLst>
                  <a:cxn ang="0">
                    <a:pos x="T0" y="T1"/>
                  </a:cxn>
                  <a:cxn ang="0">
                    <a:pos x="T2" y="T3"/>
                  </a:cxn>
                  <a:cxn ang="0">
                    <a:pos x="T4" y="T5"/>
                  </a:cxn>
                </a:cxnLst>
                <a:rect l="0" t="0" r="r" b="b"/>
                <a:pathLst>
                  <a:path w="1" h="2">
                    <a:moveTo>
                      <a:pt x="1" y="2"/>
                    </a:moveTo>
                    <a:cubicBezTo>
                      <a:pt x="0" y="0"/>
                      <a:pt x="1" y="1"/>
                      <a:pt x="0" y="1"/>
                    </a:cubicBezTo>
                    <a:cubicBezTo>
                      <a:pt x="1" y="1"/>
                      <a:pt x="1"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4" name="Freeform 27"/>
              <p:cNvSpPr/>
              <p:nvPr/>
            </p:nvSpPr>
            <p:spPr bwMode="auto">
              <a:xfrm>
                <a:off x="3392" y="2482"/>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1"/>
                      <a:pt x="1" y="1"/>
                    </a:cubicBezTo>
                    <a:cubicBezTo>
                      <a:pt x="0" y="0"/>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5" name="Freeform 28"/>
              <p:cNvSpPr/>
              <p:nvPr/>
            </p:nvSpPr>
            <p:spPr bwMode="auto">
              <a:xfrm>
                <a:off x="3390" y="2480"/>
                <a:ext cx="2" cy="7"/>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0"/>
                      <a:pt x="0" y="0"/>
                      <a:pt x="0" y="0"/>
                    </a:cubicBezTo>
                    <a:cubicBezTo>
                      <a:pt x="0" y="2"/>
                      <a:pt x="1" y="2"/>
                      <a:pt x="1"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6" name="Freeform 29"/>
              <p:cNvSpPr/>
              <p:nvPr/>
            </p:nvSpPr>
            <p:spPr bwMode="auto">
              <a:xfrm>
                <a:off x="3341" y="2474"/>
                <a:ext cx="2" cy="4"/>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1"/>
                      <a:pt x="1" y="1"/>
                      <a:pt x="1" y="2"/>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7" name="Freeform 30"/>
              <p:cNvSpPr/>
              <p:nvPr/>
            </p:nvSpPr>
            <p:spPr bwMode="auto">
              <a:xfrm>
                <a:off x="3822" y="2279"/>
                <a:ext cx="5" cy="4"/>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0" y="1"/>
                      <a:pt x="0" y="1"/>
                    </a:cubicBezTo>
                    <a:cubicBezTo>
                      <a:pt x="0" y="2"/>
                      <a:pt x="0" y="2"/>
                      <a:pt x="0" y="2"/>
                    </a:cubicBezTo>
                    <a:cubicBezTo>
                      <a:pt x="1" y="1"/>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8" name="Freeform 31"/>
              <p:cNvSpPr/>
              <p:nvPr/>
            </p:nvSpPr>
            <p:spPr bwMode="auto">
              <a:xfrm>
                <a:off x="3292" y="2529"/>
                <a:ext cx="2" cy="2"/>
              </a:xfrm>
              <a:custGeom>
                <a:avLst/>
                <a:gdLst>
                  <a:gd name="T0" fmla="*/ 2 w 2"/>
                  <a:gd name="T1" fmla="*/ 2 h 2"/>
                  <a:gd name="T2" fmla="*/ 0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0" y="0"/>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9" name="Freeform 32"/>
              <p:cNvSpPr/>
              <p:nvPr/>
            </p:nvSpPr>
            <p:spPr bwMode="auto">
              <a:xfrm>
                <a:off x="3699" y="2796"/>
                <a:ext cx="7" cy="5"/>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3" y="1"/>
                      <a:pt x="2" y="0"/>
                      <a:pt x="2" y="0"/>
                    </a:cubicBezTo>
                    <a:cubicBezTo>
                      <a:pt x="0" y="0"/>
                      <a:pt x="3"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0" name="Freeform 33"/>
              <p:cNvSpPr/>
              <p:nvPr/>
            </p:nvSpPr>
            <p:spPr bwMode="auto">
              <a:xfrm>
                <a:off x="4616" y="1870"/>
                <a:ext cx="2"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1" name="Freeform 34"/>
              <p:cNvSpPr/>
              <p:nvPr/>
            </p:nvSpPr>
            <p:spPr bwMode="auto">
              <a:xfrm>
                <a:off x="3262" y="2567"/>
                <a:ext cx="4" cy="4"/>
              </a:xfrm>
              <a:custGeom>
                <a:avLst/>
                <a:gdLst>
                  <a:gd name="T0" fmla="*/ 0 w 4"/>
                  <a:gd name="T1" fmla="*/ 2 h 4"/>
                  <a:gd name="T2" fmla="*/ 4 w 4"/>
                  <a:gd name="T3" fmla="*/ 4 h 4"/>
                  <a:gd name="T4" fmla="*/ 0 w 4"/>
                  <a:gd name="T5" fmla="*/ 0 h 4"/>
                  <a:gd name="T6" fmla="*/ 0 w 4"/>
                  <a:gd name="T7" fmla="*/ 2 h 4"/>
                </a:gdLst>
                <a:ahLst/>
                <a:cxnLst>
                  <a:cxn ang="0">
                    <a:pos x="T0" y="T1"/>
                  </a:cxn>
                  <a:cxn ang="0">
                    <a:pos x="T2" y="T3"/>
                  </a:cxn>
                  <a:cxn ang="0">
                    <a:pos x="T4" y="T5"/>
                  </a:cxn>
                  <a:cxn ang="0">
                    <a:pos x="T6" y="T7"/>
                  </a:cxn>
                </a:cxnLst>
                <a:rect l="0" t="0" r="r" b="b"/>
                <a:pathLst>
                  <a:path w="4" h="4">
                    <a:moveTo>
                      <a:pt x="0" y="2"/>
                    </a:moveTo>
                    <a:lnTo>
                      <a:pt x="4" y="4"/>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2" name="Freeform 35"/>
              <p:cNvSpPr/>
              <p:nvPr/>
            </p:nvSpPr>
            <p:spPr bwMode="auto">
              <a:xfrm>
                <a:off x="3570" y="1893"/>
                <a:ext cx="6" cy="6"/>
              </a:xfrm>
              <a:custGeom>
                <a:avLst/>
                <a:gdLst>
                  <a:gd name="T0" fmla="*/ 1 w 3"/>
                  <a:gd name="T1" fmla="*/ 0 h 3"/>
                  <a:gd name="T2" fmla="*/ 1 w 3"/>
                  <a:gd name="T3" fmla="*/ 0 h 3"/>
                  <a:gd name="T4" fmla="*/ 1 w 3"/>
                  <a:gd name="T5" fmla="*/ 0 h 3"/>
                  <a:gd name="T6" fmla="*/ 1 w 3"/>
                  <a:gd name="T7" fmla="*/ 0 h 3"/>
                  <a:gd name="T8" fmla="*/ 1 w 3"/>
                  <a:gd name="T9" fmla="*/ 0 h 3"/>
                  <a:gd name="T10" fmla="*/ 2 w 3"/>
                  <a:gd name="T11" fmla="*/ 1 h 3"/>
                  <a:gd name="T12" fmla="*/ 0 w 3"/>
                  <a:gd name="T13" fmla="*/ 2 h 3"/>
                  <a:gd name="T14" fmla="*/ 2 w 3"/>
                  <a:gd name="T15" fmla="*/ 2 h 3"/>
                  <a:gd name="T16" fmla="*/ 3 w 3"/>
                  <a:gd name="T17" fmla="*/ 0 h 3"/>
                  <a:gd name="T18" fmla="*/ 1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1" y="0"/>
                    </a:moveTo>
                    <a:cubicBezTo>
                      <a:pt x="1" y="0"/>
                      <a:pt x="1" y="0"/>
                      <a:pt x="1" y="0"/>
                    </a:cubicBezTo>
                    <a:cubicBezTo>
                      <a:pt x="1" y="0"/>
                      <a:pt x="1" y="0"/>
                      <a:pt x="1" y="0"/>
                    </a:cubicBezTo>
                    <a:cubicBezTo>
                      <a:pt x="1" y="0"/>
                      <a:pt x="1" y="0"/>
                      <a:pt x="1" y="0"/>
                    </a:cubicBezTo>
                    <a:cubicBezTo>
                      <a:pt x="1" y="0"/>
                      <a:pt x="1" y="0"/>
                      <a:pt x="1" y="0"/>
                    </a:cubicBezTo>
                    <a:cubicBezTo>
                      <a:pt x="2" y="1"/>
                      <a:pt x="2" y="1"/>
                      <a:pt x="2" y="1"/>
                    </a:cubicBezTo>
                    <a:cubicBezTo>
                      <a:pt x="1" y="2"/>
                      <a:pt x="0" y="0"/>
                      <a:pt x="0" y="2"/>
                    </a:cubicBezTo>
                    <a:cubicBezTo>
                      <a:pt x="0" y="3"/>
                      <a:pt x="1" y="3"/>
                      <a:pt x="2" y="2"/>
                    </a:cubicBezTo>
                    <a:cubicBezTo>
                      <a:pt x="3" y="0"/>
                      <a:pt x="3" y="0"/>
                      <a:pt x="3" y="0"/>
                    </a:cubicBezTo>
                    <a:cubicBezTo>
                      <a:pt x="3"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3" name="Freeform 36"/>
              <p:cNvSpPr/>
              <p:nvPr/>
            </p:nvSpPr>
            <p:spPr bwMode="auto">
              <a:xfrm>
                <a:off x="3207" y="2465"/>
                <a:ext cx="183" cy="174"/>
              </a:xfrm>
              <a:custGeom>
                <a:avLst/>
                <a:gdLst>
                  <a:gd name="T0" fmla="*/ 83 w 86"/>
                  <a:gd name="T1" fmla="*/ 5 h 82"/>
                  <a:gd name="T2" fmla="*/ 80 w 86"/>
                  <a:gd name="T3" fmla="*/ 4 h 82"/>
                  <a:gd name="T4" fmla="*/ 77 w 86"/>
                  <a:gd name="T5" fmla="*/ 8 h 82"/>
                  <a:gd name="T6" fmla="*/ 76 w 86"/>
                  <a:gd name="T7" fmla="*/ 6 h 82"/>
                  <a:gd name="T8" fmla="*/ 72 w 86"/>
                  <a:gd name="T9" fmla="*/ 7 h 82"/>
                  <a:gd name="T10" fmla="*/ 70 w 86"/>
                  <a:gd name="T11" fmla="*/ 4 h 82"/>
                  <a:gd name="T12" fmla="*/ 67 w 86"/>
                  <a:gd name="T13" fmla="*/ 1 h 82"/>
                  <a:gd name="T14" fmla="*/ 68 w 86"/>
                  <a:gd name="T15" fmla="*/ 6 h 82"/>
                  <a:gd name="T16" fmla="*/ 70 w 86"/>
                  <a:gd name="T17" fmla="*/ 10 h 82"/>
                  <a:gd name="T18" fmla="*/ 65 w 86"/>
                  <a:gd name="T19" fmla="*/ 6 h 82"/>
                  <a:gd name="T20" fmla="*/ 65 w 86"/>
                  <a:gd name="T21" fmla="*/ 8 h 82"/>
                  <a:gd name="T22" fmla="*/ 62 w 86"/>
                  <a:gd name="T23" fmla="*/ 6 h 82"/>
                  <a:gd name="T24" fmla="*/ 61 w 86"/>
                  <a:gd name="T25" fmla="*/ 8 h 82"/>
                  <a:gd name="T26" fmla="*/ 59 w 86"/>
                  <a:gd name="T27" fmla="*/ 9 h 82"/>
                  <a:gd name="T28" fmla="*/ 62 w 86"/>
                  <a:gd name="T29" fmla="*/ 15 h 82"/>
                  <a:gd name="T30" fmla="*/ 58 w 86"/>
                  <a:gd name="T31" fmla="*/ 10 h 82"/>
                  <a:gd name="T32" fmla="*/ 57 w 86"/>
                  <a:gd name="T33" fmla="*/ 12 h 82"/>
                  <a:gd name="T34" fmla="*/ 53 w 86"/>
                  <a:gd name="T35" fmla="*/ 17 h 82"/>
                  <a:gd name="T36" fmla="*/ 51 w 86"/>
                  <a:gd name="T37" fmla="*/ 19 h 82"/>
                  <a:gd name="T38" fmla="*/ 48 w 86"/>
                  <a:gd name="T39" fmla="*/ 22 h 82"/>
                  <a:gd name="T40" fmla="*/ 48 w 86"/>
                  <a:gd name="T41" fmla="*/ 24 h 82"/>
                  <a:gd name="T42" fmla="*/ 46 w 86"/>
                  <a:gd name="T43" fmla="*/ 24 h 82"/>
                  <a:gd name="T44" fmla="*/ 45 w 86"/>
                  <a:gd name="T45" fmla="*/ 25 h 82"/>
                  <a:gd name="T46" fmla="*/ 46 w 86"/>
                  <a:gd name="T47" fmla="*/ 27 h 82"/>
                  <a:gd name="T48" fmla="*/ 43 w 86"/>
                  <a:gd name="T49" fmla="*/ 28 h 82"/>
                  <a:gd name="T50" fmla="*/ 40 w 86"/>
                  <a:gd name="T51" fmla="*/ 30 h 82"/>
                  <a:gd name="T52" fmla="*/ 38 w 86"/>
                  <a:gd name="T53" fmla="*/ 32 h 82"/>
                  <a:gd name="T54" fmla="*/ 36 w 86"/>
                  <a:gd name="T55" fmla="*/ 34 h 82"/>
                  <a:gd name="T56" fmla="*/ 36 w 86"/>
                  <a:gd name="T57" fmla="*/ 37 h 82"/>
                  <a:gd name="T58" fmla="*/ 34 w 86"/>
                  <a:gd name="T59" fmla="*/ 36 h 82"/>
                  <a:gd name="T60" fmla="*/ 34 w 86"/>
                  <a:gd name="T61" fmla="*/ 37 h 82"/>
                  <a:gd name="T62" fmla="*/ 31 w 86"/>
                  <a:gd name="T63" fmla="*/ 41 h 82"/>
                  <a:gd name="T64" fmla="*/ 32 w 86"/>
                  <a:gd name="T65" fmla="*/ 45 h 82"/>
                  <a:gd name="T66" fmla="*/ 31 w 86"/>
                  <a:gd name="T67" fmla="*/ 48 h 82"/>
                  <a:gd name="T68" fmla="*/ 28 w 86"/>
                  <a:gd name="T69" fmla="*/ 47 h 82"/>
                  <a:gd name="T70" fmla="*/ 25 w 86"/>
                  <a:gd name="T71" fmla="*/ 53 h 82"/>
                  <a:gd name="T72" fmla="*/ 24 w 86"/>
                  <a:gd name="T73" fmla="*/ 55 h 82"/>
                  <a:gd name="T74" fmla="*/ 18 w 86"/>
                  <a:gd name="T75" fmla="*/ 59 h 82"/>
                  <a:gd name="T76" fmla="*/ 15 w 86"/>
                  <a:gd name="T77" fmla="*/ 59 h 82"/>
                  <a:gd name="T78" fmla="*/ 14 w 86"/>
                  <a:gd name="T79" fmla="*/ 60 h 82"/>
                  <a:gd name="T80" fmla="*/ 11 w 86"/>
                  <a:gd name="T81" fmla="*/ 69 h 82"/>
                  <a:gd name="T82" fmla="*/ 2 w 86"/>
                  <a:gd name="T83" fmla="*/ 75 h 82"/>
                  <a:gd name="T84" fmla="*/ 23 w 86"/>
                  <a:gd name="T85" fmla="*/ 72 h 82"/>
                  <a:gd name="T86" fmla="*/ 28 w 86"/>
                  <a:gd name="T87" fmla="*/ 68 h 82"/>
                  <a:gd name="T88" fmla="*/ 42 w 86"/>
                  <a:gd name="T89" fmla="*/ 48 h 82"/>
                  <a:gd name="T90" fmla="*/ 49 w 86"/>
                  <a:gd name="T91" fmla="*/ 45 h 82"/>
                  <a:gd name="T92" fmla="*/ 55 w 86"/>
                  <a:gd name="T93" fmla="*/ 43 h 82"/>
                  <a:gd name="T94" fmla="*/ 63 w 86"/>
                  <a:gd name="T95" fmla="*/ 35 h 82"/>
                  <a:gd name="T96" fmla="*/ 68 w 86"/>
                  <a:gd name="T97" fmla="*/ 31 h 82"/>
                  <a:gd name="T98" fmla="*/ 74 w 86"/>
                  <a:gd name="T99" fmla="*/ 23 h 82"/>
                  <a:gd name="T100" fmla="*/ 75 w 86"/>
                  <a:gd name="T101" fmla="*/ 16 h 82"/>
                  <a:gd name="T102" fmla="*/ 82 w 86"/>
                  <a:gd name="T103" fmla="*/ 14 h 82"/>
                  <a:gd name="T104" fmla="*/ 84 w 86"/>
                  <a:gd name="T105" fmla="*/ 13 h 82"/>
                  <a:gd name="T106" fmla="*/ 84 w 86"/>
                  <a:gd name="T107" fmla="*/ 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82">
                    <a:moveTo>
                      <a:pt x="84" y="7"/>
                    </a:moveTo>
                    <a:cubicBezTo>
                      <a:pt x="85" y="8"/>
                      <a:pt x="85" y="9"/>
                      <a:pt x="86" y="10"/>
                    </a:cubicBezTo>
                    <a:cubicBezTo>
                      <a:pt x="85" y="6"/>
                      <a:pt x="85" y="6"/>
                      <a:pt x="85" y="6"/>
                    </a:cubicBezTo>
                    <a:cubicBezTo>
                      <a:pt x="85" y="7"/>
                      <a:pt x="85" y="6"/>
                      <a:pt x="84" y="5"/>
                    </a:cubicBezTo>
                    <a:cubicBezTo>
                      <a:pt x="84" y="6"/>
                      <a:pt x="84" y="6"/>
                      <a:pt x="84" y="6"/>
                    </a:cubicBezTo>
                    <a:cubicBezTo>
                      <a:pt x="83" y="5"/>
                      <a:pt x="83" y="5"/>
                      <a:pt x="83" y="5"/>
                    </a:cubicBezTo>
                    <a:cubicBezTo>
                      <a:pt x="83" y="5"/>
                      <a:pt x="82" y="4"/>
                      <a:pt x="82" y="6"/>
                    </a:cubicBezTo>
                    <a:cubicBezTo>
                      <a:pt x="83" y="7"/>
                      <a:pt x="83" y="7"/>
                      <a:pt x="83" y="7"/>
                    </a:cubicBezTo>
                    <a:cubicBezTo>
                      <a:pt x="83" y="7"/>
                      <a:pt x="84" y="9"/>
                      <a:pt x="83" y="8"/>
                    </a:cubicBezTo>
                    <a:cubicBezTo>
                      <a:pt x="82" y="6"/>
                      <a:pt x="82" y="6"/>
                      <a:pt x="82" y="6"/>
                    </a:cubicBezTo>
                    <a:cubicBezTo>
                      <a:pt x="82" y="6"/>
                      <a:pt x="82" y="6"/>
                      <a:pt x="82" y="6"/>
                    </a:cubicBezTo>
                    <a:cubicBezTo>
                      <a:pt x="80" y="4"/>
                      <a:pt x="80" y="4"/>
                      <a:pt x="80" y="4"/>
                    </a:cubicBezTo>
                    <a:cubicBezTo>
                      <a:pt x="82" y="7"/>
                      <a:pt x="80" y="5"/>
                      <a:pt x="81" y="6"/>
                    </a:cubicBezTo>
                    <a:cubicBezTo>
                      <a:pt x="80" y="6"/>
                      <a:pt x="80" y="6"/>
                      <a:pt x="80" y="6"/>
                    </a:cubicBezTo>
                    <a:cubicBezTo>
                      <a:pt x="79" y="5"/>
                      <a:pt x="81" y="7"/>
                      <a:pt x="81" y="7"/>
                    </a:cubicBezTo>
                    <a:cubicBezTo>
                      <a:pt x="80" y="7"/>
                      <a:pt x="79" y="5"/>
                      <a:pt x="79" y="4"/>
                    </a:cubicBezTo>
                    <a:cubicBezTo>
                      <a:pt x="78" y="4"/>
                      <a:pt x="79" y="6"/>
                      <a:pt x="77" y="5"/>
                    </a:cubicBezTo>
                    <a:cubicBezTo>
                      <a:pt x="77" y="5"/>
                      <a:pt x="77" y="6"/>
                      <a:pt x="77" y="8"/>
                    </a:cubicBezTo>
                    <a:cubicBezTo>
                      <a:pt x="77" y="8"/>
                      <a:pt x="76" y="5"/>
                      <a:pt x="76" y="6"/>
                    </a:cubicBezTo>
                    <a:cubicBezTo>
                      <a:pt x="75" y="5"/>
                      <a:pt x="74" y="3"/>
                      <a:pt x="74" y="2"/>
                    </a:cubicBezTo>
                    <a:cubicBezTo>
                      <a:pt x="74" y="2"/>
                      <a:pt x="73" y="1"/>
                      <a:pt x="73" y="2"/>
                    </a:cubicBezTo>
                    <a:cubicBezTo>
                      <a:pt x="73" y="1"/>
                      <a:pt x="72" y="0"/>
                      <a:pt x="72" y="0"/>
                    </a:cubicBezTo>
                    <a:cubicBezTo>
                      <a:pt x="73" y="1"/>
                      <a:pt x="74" y="3"/>
                      <a:pt x="74" y="3"/>
                    </a:cubicBezTo>
                    <a:cubicBezTo>
                      <a:pt x="76" y="5"/>
                      <a:pt x="74" y="4"/>
                      <a:pt x="76" y="6"/>
                    </a:cubicBezTo>
                    <a:cubicBezTo>
                      <a:pt x="75" y="6"/>
                      <a:pt x="74" y="6"/>
                      <a:pt x="74" y="7"/>
                    </a:cubicBezTo>
                    <a:cubicBezTo>
                      <a:pt x="74" y="7"/>
                      <a:pt x="73" y="5"/>
                      <a:pt x="73" y="4"/>
                    </a:cubicBezTo>
                    <a:cubicBezTo>
                      <a:pt x="73" y="6"/>
                      <a:pt x="73" y="7"/>
                      <a:pt x="73" y="7"/>
                    </a:cubicBezTo>
                    <a:cubicBezTo>
                      <a:pt x="74" y="8"/>
                      <a:pt x="74" y="8"/>
                      <a:pt x="75" y="10"/>
                    </a:cubicBezTo>
                    <a:cubicBezTo>
                      <a:pt x="75" y="10"/>
                      <a:pt x="75" y="11"/>
                      <a:pt x="75" y="11"/>
                    </a:cubicBezTo>
                    <a:cubicBezTo>
                      <a:pt x="74" y="9"/>
                      <a:pt x="72" y="7"/>
                      <a:pt x="72" y="7"/>
                    </a:cubicBezTo>
                    <a:cubicBezTo>
                      <a:pt x="71" y="5"/>
                      <a:pt x="73" y="7"/>
                      <a:pt x="71" y="5"/>
                    </a:cubicBezTo>
                    <a:cubicBezTo>
                      <a:pt x="70" y="3"/>
                      <a:pt x="71" y="2"/>
                      <a:pt x="72" y="3"/>
                    </a:cubicBezTo>
                    <a:cubicBezTo>
                      <a:pt x="71" y="1"/>
                      <a:pt x="71" y="3"/>
                      <a:pt x="70" y="1"/>
                    </a:cubicBezTo>
                    <a:cubicBezTo>
                      <a:pt x="70" y="1"/>
                      <a:pt x="70" y="3"/>
                      <a:pt x="70" y="3"/>
                    </a:cubicBezTo>
                    <a:cubicBezTo>
                      <a:pt x="71" y="4"/>
                      <a:pt x="71" y="4"/>
                      <a:pt x="71" y="5"/>
                    </a:cubicBezTo>
                    <a:cubicBezTo>
                      <a:pt x="72" y="8"/>
                      <a:pt x="70" y="4"/>
                      <a:pt x="70" y="4"/>
                    </a:cubicBezTo>
                    <a:cubicBezTo>
                      <a:pt x="69" y="3"/>
                      <a:pt x="69" y="3"/>
                      <a:pt x="69" y="3"/>
                    </a:cubicBezTo>
                    <a:cubicBezTo>
                      <a:pt x="69" y="3"/>
                      <a:pt x="69" y="4"/>
                      <a:pt x="69" y="4"/>
                    </a:cubicBezTo>
                    <a:cubicBezTo>
                      <a:pt x="67" y="2"/>
                      <a:pt x="69" y="4"/>
                      <a:pt x="68" y="2"/>
                    </a:cubicBezTo>
                    <a:cubicBezTo>
                      <a:pt x="67" y="0"/>
                      <a:pt x="67" y="0"/>
                      <a:pt x="67" y="0"/>
                    </a:cubicBezTo>
                    <a:cubicBezTo>
                      <a:pt x="66" y="0"/>
                      <a:pt x="68" y="2"/>
                      <a:pt x="67" y="2"/>
                    </a:cubicBezTo>
                    <a:cubicBezTo>
                      <a:pt x="67" y="1"/>
                      <a:pt x="67" y="1"/>
                      <a:pt x="67" y="1"/>
                    </a:cubicBezTo>
                    <a:cubicBezTo>
                      <a:pt x="67" y="2"/>
                      <a:pt x="67" y="2"/>
                      <a:pt x="67" y="2"/>
                    </a:cubicBezTo>
                    <a:cubicBezTo>
                      <a:pt x="68" y="3"/>
                      <a:pt x="69" y="4"/>
                      <a:pt x="69" y="4"/>
                    </a:cubicBezTo>
                    <a:cubicBezTo>
                      <a:pt x="70" y="7"/>
                      <a:pt x="69" y="4"/>
                      <a:pt x="69" y="5"/>
                    </a:cubicBezTo>
                    <a:cubicBezTo>
                      <a:pt x="69" y="7"/>
                      <a:pt x="69" y="5"/>
                      <a:pt x="70" y="6"/>
                    </a:cubicBezTo>
                    <a:cubicBezTo>
                      <a:pt x="71" y="8"/>
                      <a:pt x="70" y="8"/>
                      <a:pt x="70" y="8"/>
                    </a:cubicBezTo>
                    <a:cubicBezTo>
                      <a:pt x="70" y="9"/>
                      <a:pt x="69" y="7"/>
                      <a:pt x="68" y="6"/>
                    </a:cubicBezTo>
                    <a:cubicBezTo>
                      <a:pt x="68" y="6"/>
                      <a:pt x="68" y="5"/>
                      <a:pt x="69" y="6"/>
                    </a:cubicBezTo>
                    <a:cubicBezTo>
                      <a:pt x="68" y="4"/>
                      <a:pt x="67" y="3"/>
                      <a:pt x="66" y="2"/>
                    </a:cubicBezTo>
                    <a:cubicBezTo>
                      <a:pt x="65" y="1"/>
                      <a:pt x="67" y="4"/>
                      <a:pt x="67" y="4"/>
                    </a:cubicBezTo>
                    <a:cubicBezTo>
                      <a:pt x="67" y="3"/>
                      <a:pt x="68" y="5"/>
                      <a:pt x="68" y="6"/>
                    </a:cubicBezTo>
                    <a:cubicBezTo>
                      <a:pt x="70" y="10"/>
                      <a:pt x="66" y="3"/>
                      <a:pt x="66" y="4"/>
                    </a:cubicBezTo>
                    <a:cubicBezTo>
                      <a:pt x="68" y="6"/>
                      <a:pt x="67" y="8"/>
                      <a:pt x="70" y="10"/>
                    </a:cubicBezTo>
                    <a:cubicBezTo>
                      <a:pt x="70" y="11"/>
                      <a:pt x="70" y="12"/>
                      <a:pt x="70" y="12"/>
                    </a:cubicBezTo>
                    <a:cubicBezTo>
                      <a:pt x="69" y="10"/>
                      <a:pt x="69" y="10"/>
                      <a:pt x="68" y="8"/>
                    </a:cubicBezTo>
                    <a:cubicBezTo>
                      <a:pt x="68" y="9"/>
                      <a:pt x="68" y="9"/>
                      <a:pt x="68" y="9"/>
                    </a:cubicBezTo>
                    <a:cubicBezTo>
                      <a:pt x="66" y="6"/>
                      <a:pt x="66" y="6"/>
                      <a:pt x="66" y="6"/>
                    </a:cubicBezTo>
                    <a:cubicBezTo>
                      <a:pt x="64" y="3"/>
                      <a:pt x="64" y="3"/>
                      <a:pt x="64" y="3"/>
                    </a:cubicBezTo>
                    <a:cubicBezTo>
                      <a:pt x="64" y="4"/>
                      <a:pt x="65" y="5"/>
                      <a:pt x="65" y="6"/>
                    </a:cubicBezTo>
                    <a:cubicBezTo>
                      <a:pt x="64" y="5"/>
                      <a:pt x="64" y="4"/>
                      <a:pt x="64" y="4"/>
                    </a:cubicBezTo>
                    <a:cubicBezTo>
                      <a:pt x="64" y="5"/>
                      <a:pt x="65" y="7"/>
                      <a:pt x="65" y="7"/>
                    </a:cubicBezTo>
                    <a:cubicBezTo>
                      <a:pt x="65" y="7"/>
                      <a:pt x="64" y="6"/>
                      <a:pt x="63" y="5"/>
                    </a:cubicBezTo>
                    <a:cubicBezTo>
                      <a:pt x="63" y="4"/>
                      <a:pt x="63" y="4"/>
                      <a:pt x="63" y="4"/>
                    </a:cubicBezTo>
                    <a:cubicBezTo>
                      <a:pt x="63" y="5"/>
                      <a:pt x="62" y="3"/>
                      <a:pt x="62" y="4"/>
                    </a:cubicBezTo>
                    <a:cubicBezTo>
                      <a:pt x="63" y="5"/>
                      <a:pt x="64" y="6"/>
                      <a:pt x="65" y="8"/>
                    </a:cubicBezTo>
                    <a:cubicBezTo>
                      <a:pt x="65" y="8"/>
                      <a:pt x="64" y="7"/>
                      <a:pt x="64" y="7"/>
                    </a:cubicBezTo>
                    <a:cubicBezTo>
                      <a:pt x="63" y="6"/>
                      <a:pt x="63" y="6"/>
                      <a:pt x="63" y="6"/>
                    </a:cubicBezTo>
                    <a:cubicBezTo>
                      <a:pt x="63" y="7"/>
                      <a:pt x="62" y="4"/>
                      <a:pt x="62" y="5"/>
                    </a:cubicBezTo>
                    <a:cubicBezTo>
                      <a:pt x="62" y="6"/>
                      <a:pt x="62" y="6"/>
                      <a:pt x="62" y="6"/>
                    </a:cubicBezTo>
                    <a:cubicBezTo>
                      <a:pt x="62" y="6"/>
                      <a:pt x="62" y="5"/>
                      <a:pt x="61" y="5"/>
                    </a:cubicBezTo>
                    <a:cubicBezTo>
                      <a:pt x="62" y="6"/>
                      <a:pt x="62" y="6"/>
                      <a:pt x="62" y="6"/>
                    </a:cubicBezTo>
                    <a:cubicBezTo>
                      <a:pt x="61" y="5"/>
                      <a:pt x="61" y="5"/>
                      <a:pt x="61" y="5"/>
                    </a:cubicBezTo>
                    <a:cubicBezTo>
                      <a:pt x="62" y="6"/>
                      <a:pt x="63" y="8"/>
                      <a:pt x="61" y="6"/>
                    </a:cubicBezTo>
                    <a:cubicBezTo>
                      <a:pt x="63" y="8"/>
                      <a:pt x="61" y="6"/>
                      <a:pt x="62" y="7"/>
                    </a:cubicBezTo>
                    <a:cubicBezTo>
                      <a:pt x="64" y="9"/>
                      <a:pt x="63" y="9"/>
                      <a:pt x="63" y="9"/>
                    </a:cubicBezTo>
                    <a:cubicBezTo>
                      <a:pt x="62" y="7"/>
                      <a:pt x="63" y="9"/>
                      <a:pt x="63" y="9"/>
                    </a:cubicBezTo>
                    <a:cubicBezTo>
                      <a:pt x="61" y="8"/>
                      <a:pt x="61" y="8"/>
                      <a:pt x="61" y="8"/>
                    </a:cubicBezTo>
                    <a:cubicBezTo>
                      <a:pt x="62" y="9"/>
                      <a:pt x="62" y="9"/>
                      <a:pt x="62" y="9"/>
                    </a:cubicBezTo>
                    <a:cubicBezTo>
                      <a:pt x="60" y="6"/>
                      <a:pt x="62" y="10"/>
                      <a:pt x="61" y="10"/>
                    </a:cubicBezTo>
                    <a:cubicBezTo>
                      <a:pt x="61" y="9"/>
                      <a:pt x="60" y="7"/>
                      <a:pt x="60" y="7"/>
                    </a:cubicBezTo>
                    <a:cubicBezTo>
                      <a:pt x="61" y="9"/>
                      <a:pt x="61" y="10"/>
                      <a:pt x="62" y="11"/>
                    </a:cubicBezTo>
                    <a:cubicBezTo>
                      <a:pt x="61" y="11"/>
                      <a:pt x="60" y="9"/>
                      <a:pt x="59" y="7"/>
                    </a:cubicBezTo>
                    <a:cubicBezTo>
                      <a:pt x="60" y="9"/>
                      <a:pt x="58" y="7"/>
                      <a:pt x="59" y="9"/>
                    </a:cubicBezTo>
                    <a:cubicBezTo>
                      <a:pt x="60" y="9"/>
                      <a:pt x="60" y="10"/>
                      <a:pt x="61" y="11"/>
                    </a:cubicBezTo>
                    <a:cubicBezTo>
                      <a:pt x="61" y="11"/>
                      <a:pt x="60" y="10"/>
                      <a:pt x="60" y="10"/>
                    </a:cubicBezTo>
                    <a:cubicBezTo>
                      <a:pt x="60" y="10"/>
                      <a:pt x="61" y="12"/>
                      <a:pt x="61" y="12"/>
                    </a:cubicBezTo>
                    <a:cubicBezTo>
                      <a:pt x="61" y="12"/>
                      <a:pt x="62" y="14"/>
                      <a:pt x="61" y="13"/>
                    </a:cubicBezTo>
                    <a:cubicBezTo>
                      <a:pt x="60" y="12"/>
                      <a:pt x="61" y="12"/>
                      <a:pt x="60" y="11"/>
                    </a:cubicBezTo>
                    <a:cubicBezTo>
                      <a:pt x="60" y="11"/>
                      <a:pt x="62" y="15"/>
                      <a:pt x="62" y="15"/>
                    </a:cubicBezTo>
                    <a:cubicBezTo>
                      <a:pt x="63" y="16"/>
                      <a:pt x="65" y="18"/>
                      <a:pt x="65" y="19"/>
                    </a:cubicBezTo>
                    <a:cubicBezTo>
                      <a:pt x="64" y="19"/>
                      <a:pt x="65" y="18"/>
                      <a:pt x="63" y="17"/>
                    </a:cubicBezTo>
                    <a:cubicBezTo>
                      <a:pt x="63" y="17"/>
                      <a:pt x="63" y="17"/>
                      <a:pt x="63" y="17"/>
                    </a:cubicBezTo>
                    <a:cubicBezTo>
                      <a:pt x="61" y="15"/>
                      <a:pt x="61" y="13"/>
                      <a:pt x="59" y="11"/>
                    </a:cubicBezTo>
                    <a:cubicBezTo>
                      <a:pt x="60" y="12"/>
                      <a:pt x="60" y="12"/>
                      <a:pt x="60" y="12"/>
                    </a:cubicBezTo>
                    <a:cubicBezTo>
                      <a:pt x="59" y="12"/>
                      <a:pt x="58" y="10"/>
                      <a:pt x="58" y="10"/>
                    </a:cubicBezTo>
                    <a:cubicBezTo>
                      <a:pt x="59" y="12"/>
                      <a:pt x="57" y="11"/>
                      <a:pt x="58" y="11"/>
                    </a:cubicBezTo>
                    <a:cubicBezTo>
                      <a:pt x="59" y="12"/>
                      <a:pt x="58" y="11"/>
                      <a:pt x="58" y="12"/>
                    </a:cubicBezTo>
                    <a:cubicBezTo>
                      <a:pt x="58" y="12"/>
                      <a:pt x="60" y="14"/>
                      <a:pt x="59" y="14"/>
                    </a:cubicBezTo>
                    <a:cubicBezTo>
                      <a:pt x="57" y="11"/>
                      <a:pt x="57" y="11"/>
                      <a:pt x="57" y="11"/>
                    </a:cubicBezTo>
                    <a:cubicBezTo>
                      <a:pt x="56" y="11"/>
                      <a:pt x="58" y="13"/>
                      <a:pt x="57" y="12"/>
                    </a:cubicBezTo>
                    <a:cubicBezTo>
                      <a:pt x="57" y="12"/>
                      <a:pt x="57" y="12"/>
                      <a:pt x="57" y="12"/>
                    </a:cubicBezTo>
                    <a:cubicBezTo>
                      <a:pt x="56" y="12"/>
                      <a:pt x="55" y="13"/>
                      <a:pt x="57" y="17"/>
                    </a:cubicBezTo>
                    <a:cubicBezTo>
                      <a:pt x="56" y="16"/>
                      <a:pt x="55" y="16"/>
                      <a:pt x="54" y="15"/>
                    </a:cubicBezTo>
                    <a:cubicBezTo>
                      <a:pt x="55" y="16"/>
                      <a:pt x="55" y="17"/>
                      <a:pt x="55" y="17"/>
                    </a:cubicBezTo>
                    <a:cubicBezTo>
                      <a:pt x="54" y="16"/>
                      <a:pt x="54" y="16"/>
                      <a:pt x="54" y="16"/>
                    </a:cubicBezTo>
                    <a:cubicBezTo>
                      <a:pt x="53" y="15"/>
                      <a:pt x="54" y="17"/>
                      <a:pt x="54" y="18"/>
                    </a:cubicBezTo>
                    <a:cubicBezTo>
                      <a:pt x="53" y="17"/>
                      <a:pt x="53" y="17"/>
                      <a:pt x="53" y="17"/>
                    </a:cubicBezTo>
                    <a:cubicBezTo>
                      <a:pt x="52" y="16"/>
                      <a:pt x="54" y="18"/>
                      <a:pt x="54" y="18"/>
                    </a:cubicBezTo>
                    <a:cubicBezTo>
                      <a:pt x="53" y="17"/>
                      <a:pt x="53" y="17"/>
                      <a:pt x="53" y="17"/>
                    </a:cubicBezTo>
                    <a:cubicBezTo>
                      <a:pt x="54" y="18"/>
                      <a:pt x="54" y="18"/>
                      <a:pt x="54" y="18"/>
                    </a:cubicBezTo>
                    <a:cubicBezTo>
                      <a:pt x="54" y="19"/>
                      <a:pt x="53" y="19"/>
                      <a:pt x="52" y="17"/>
                    </a:cubicBezTo>
                    <a:cubicBezTo>
                      <a:pt x="53" y="18"/>
                      <a:pt x="53" y="18"/>
                      <a:pt x="53" y="18"/>
                    </a:cubicBezTo>
                    <a:cubicBezTo>
                      <a:pt x="52" y="18"/>
                      <a:pt x="51" y="18"/>
                      <a:pt x="51" y="19"/>
                    </a:cubicBezTo>
                    <a:cubicBezTo>
                      <a:pt x="52" y="19"/>
                      <a:pt x="52" y="20"/>
                      <a:pt x="53" y="21"/>
                    </a:cubicBezTo>
                    <a:cubicBezTo>
                      <a:pt x="55" y="22"/>
                      <a:pt x="53" y="20"/>
                      <a:pt x="54" y="22"/>
                    </a:cubicBezTo>
                    <a:cubicBezTo>
                      <a:pt x="53" y="21"/>
                      <a:pt x="52" y="20"/>
                      <a:pt x="52" y="20"/>
                    </a:cubicBezTo>
                    <a:cubicBezTo>
                      <a:pt x="49" y="18"/>
                      <a:pt x="50" y="21"/>
                      <a:pt x="50" y="20"/>
                    </a:cubicBezTo>
                    <a:cubicBezTo>
                      <a:pt x="50" y="21"/>
                      <a:pt x="50" y="21"/>
                      <a:pt x="50" y="21"/>
                    </a:cubicBezTo>
                    <a:cubicBezTo>
                      <a:pt x="48" y="20"/>
                      <a:pt x="50" y="22"/>
                      <a:pt x="48" y="22"/>
                    </a:cubicBezTo>
                    <a:cubicBezTo>
                      <a:pt x="49" y="22"/>
                      <a:pt x="51" y="25"/>
                      <a:pt x="51" y="25"/>
                    </a:cubicBezTo>
                    <a:cubicBezTo>
                      <a:pt x="52" y="26"/>
                      <a:pt x="49" y="23"/>
                      <a:pt x="48" y="22"/>
                    </a:cubicBezTo>
                    <a:cubicBezTo>
                      <a:pt x="48" y="23"/>
                      <a:pt x="48" y="23"/>
                      <a:pt x="48" y="23"/>
                    </a:cubicBezTo>
                    <a:cubicBezTo>
                      <a:pt x="48" y="23"/>
                      <a:pt x="48" y="23"/>
                      <a:pt x="48" y="23"/>
                    </a:cubicBezTo>
                    <a:cubicBezTo>
                      <a:pt x="48" y="24"/>
                      <a:pt x="49" y="25"/>
                      <a:pt x="48" y="24"/>
                    </a:cubicBezTo>
                    <a:cubicBezTo>
                      <a:pt x="48" y="24"/>
                      <a:pt x="48" y="24"/>
                      <a:pt x="48" y="24"/>
                    </a:cubicBezTo>
                    <a:cubicBezTo>
                      <a:pt x="48" y="24"/>
                      <a:pt x="47" y="23"/>
                      <a:pt x="47" y="23"/>
                    </a:cubicBezTo>
                    <a:cubicBezTo>
                      <a:pt x="48" y="25"/>
                      <a:pt x="47" y="24"/>
                      <a:pt x="48" y="25"/>
                    </a:cubicBezTo>
                    <a:cubicBezTo>
                      <a:pt x="47" y="25"/>
                      <a:pt x="47" y="25"/>
                      <a:pt x="47" y="25"/>
                    </a:cubicBezTo>
                    <a:cubicBezTo>
                      <a:pt x="48" y="26"/>
                      <a:pt x="48" y="26"/>
                      <a:pt x="48" y="26"/>
                    </a:cubicBezTo>
                    <a:cubicBezTo>
                      <a:pt x="47" y="26"/>
                      <a:pt x="47" y="26"/>
                      <a:pt x="47" y="26"/>
                    </a:cubicBezTo>
                    <a:cubicBezTo>
                      <a:pt x="46" y="24"/>
                      <a:pt x="46" y="24"/>
                      <a:pt x="46" y="24"/>
                    </a:cubicBezTo>
                    <a:cubicBezTo>
                      <a:pt x="45" y="24"/>
                      <a:pt x="47" y="25"/>
                      <a:pt x="47" y="26"/>
                    </a:cubicBezTo>
                    <a:cubicBezTo>
                      <a:pt x="48" y="27"/>
                      <a:pt x="47" y="26"/>
                      <a:pt x="46" y="26"/>
                    </a:cubicBezTo>
                    <a:cubicBezTo>
                      <a:pt x="46" y="25"/>
                      <a:pt x="47" y="26"/>
                      <a:pt x="47" y="25"/>
                    </a:cubicBezTo>
                    <a:cubicBezTo>
                      <a:pt x="46" y="24"/>
                      <a:pt x="46" y="25"/>
                      <a:pt x="46" y="25"/>
                    </a:cubicBezTo>
                    <a:cubicBezTo>
                      <a:pt x="46" y="25"/>
                      <a:pt x="47" y="26"/>
                      <a:pt x="46" y="26"/>
                    </a:cubicBezTo>
                    <a:cubicBezTo>
                      <a:pt x="46" y="26"/>
                      <a:pt x="46" y="26"/>
                      <a:pt x="45" y="25"/>
                    </a:cubicBezTo>
                    <a:cubicBezTo>
                      <a:pt x="46" y="26"/>
                      <a:pt x="45" y="26"/>
                      <a:pt x="46" y="27"/>
                    </a:cubicBezTo>
                    <a:cubicBezTo>
                      <a:pt x="46" y="27"/>
                      <a:pt x="47" y="27"/>
                      <a:pt x="47" y="28"/>
                    </a:cubicBezTo>
                    <a:cubicBezTo>
                      <a:pt x="47" y="28"/>
                      <a:pt x="47" y="28"/>
                      <a:pt x="47" y="28"/>
                    </a:cubicBezTo>
                    <a:cubicBezTo>
                      <a:pt x="47" y="27"/>
                      <a:pt x="47" y="27"/>
                      <a:pt x="47" y="27"/>
                    </a:cubicBezTo>
                    <a:cubicBezTo>
                      <a:pt x="47" y="28"/>
                      <a:pt x="46" y="28"/>
                      <a:pt x="47" y="29"/>
                    </a:cubicBezTo>
                    <a:cubicBezTo>
                      <a:pt x="46" y="27"/>
                      <a:pt x="46" y="27"/>
                      <a:pt x="46" y="27"/>
                    </a:cubicBezTo>
                    <a:cubicBezTo>
                      <a:pt x="47" y="28"/>
                      <a:pt x="46" y="28"/>
                      <a:pt x="46" y="29"/>
                    </a:cubicBezTo>
                    <a:cubicBezTo>
                      <a:pt x="45" y="27"/>
                      <a:pt x="44" y="26"/>
                      <a:pt x="44" y="26"/>
                    </a:cubicBezTo>
                    <a:cubicBezTo>
                      <a:pt x="44" y="27"/>
                      <a:pt x="44" y="27"/>
                      <a:pt x="44" y="27"/>
                    </a:cubicBezTo>
                    <a:cubicBezTo>
                      <a:pt x="44" y="28"/>
                      <a:pt x="44" y="27"/>
                      <a:pt x="43" y="27"/>
                    </a:cubicBezTo>
                    <a:cubicBezTo>
                      <a:pt x="42" y="26"/>
                      <a:pt x="46" y="31"/>
                      <a:pt x="45" y="30"/>
                    </a:cubicBezTo>
                    <a:cubicBezTo>
                      <a:pt x="44" y="28"/>
                      <a:pt x="43" y="28"/>
                      <a:pt x="43" y="28"/>
                    </a:cubicBezTo>
                    <a:cubicBezTo>
                      <a:pt x="43" y="29"/>
                      <a:pt x="43" y="29"/>
                      <a:pt x="43" y="29"/>
                    </a:cubicBezTo>
                    <a:cubicBezTo>
                      <a:pt x="44" y="29"/>
                      <a:pt x="42" y="28"/>
                      <a:pt x="44" y="28"/>
                    </a:cubicBezTo>
                    <a:cubicBezTo>
                      <a:pt x="44" y="29"/>
                      <a:pt x="44" y="29"/>
                      <a:pt x="44" y="30"/>
                    </a:cubicBezTo>
                    <a:cubicBezTo>
                      <a:pt x="41" y="27"/>
                      <a:pt x="42" y="30"/>
                      <a:pt x="40" y="29"/>
                    </a:cubicBezTo>
                    <a:cubicBezTo>
                      <a:pt x="42" y="30"/>
                      <a:pt x="41" y="29"/>
                      <a:pt x="41" y="30"/>
                    </a:cubicBezTo>
                    <a:cubicBezTo>
                      <a:pt x="39" y="28"/>
                      <a:pt x="41" y="31"/>
                      <a:pt x="40" y="30"/>
                    </a:cubicBezTo>
                    <a:cubicBezTo>
                      <a:pt x="42" y="32"/>
                      <a:pt x="42" y="32"/>
                      <a:pt x="42" y="32"/>
                    </a:cubicBezTo>
                    <a:cubicBezTo>
                      <a:pt x="40" y="31"/>
                      <a:pt x="44" y="35"/>
                      <a:pt x="41" y="33"/>
                    </a:cubicBezTo>
                    <a:cubicBezTo>
                      <a:pt x="40" y="31"/>
                      <a:pt x="40" y="31"/>
                      <a:pt x="40" y="31"/>
                    </a:cubicBezTo>
                    <a:cubicBezTo>
                      <a:pt x="38" y="29"/>
                      <a:pt x="41" y="33"/>
                      <a:pt x="39" y="31"/>
                    </a:cubicBezTo>
                    <a:cubicBezTo>
                      <a:pt x="39" y="32"/>
                      <a:pt x="40" y="33"/>
                      <a:pt x="41" y="34"/>
                    </a:cubicBezTo>
                    <a:cubicBezTo>
                      <a:pt x="40" y="33"/>
                      <a:pt x="39" y="33"/>
                      <a:pt x="38" y="32"/>
                    </a:cubicBezTo>
                    <a:cubicBezTo>
                      <a:pt x="39" y="33"/>
                      <a:pt x="39" y="33"/>
                      <a:pt x="38" y="33"/>
                    </a:cubicBezTo>
                    <a:cubicBezTo>
                      <a:pt x="38" y="32"/>
                      <a:pt x="38" y="32"/>
                      <a:pt x="38" y="32"/>
                    </a:cubicBezTo>
                    <a:cubicBezTo>
                      <a:pt x="37" y="32"/>
                      <a:pt x="38" y="33"/>
                      <a:pt x="38" y="33"/>
                    </a:cubicBezTo>
                    <a:cubicBezTo>
                      <a:pt x="37" y="32"/>
                      <a:pt x="37" y="33"/>
                      <a:pt x="36" y="33"/>
                    </a:cubicBezTo>
                    <a:cubicBezTo>
                      <a:pt x="37" y="35"/>
                      <a:pt x="35" y="32"/>
                      <a:pt x="37" y="35"/>
                    </a:cubicBezTo>
                    <a:cubicBezTo>
                      <a:pt x="36" y="34"/>
                      <a:pt x="36" y="34"/>
                      <a:pt x="36" y="34"/>
                    </a:cubicBezTo>
                    <a:cubicBezTo>
                      <a:pt x="37" y="35"/>
                      <a:pt x="38" y="36"/>
                      <a:pt x="38" y="37"/>
                    </a:cubicBezTo>
                    <a:cubicBezTo>
                      <a:pt x="36" y="35"/>
                      <a:pt x="36" y="35"/>
                      <a:pt x="36" y="35"/>
                    </a:cubicBezTo>
                    <a:cubicBezTo>
                      <a:pt x="35" y="33"/>
                      <a:pt x="36" y="35"/>
                      <a:pt x="35" y="34"/>
                    </a:cubicBezTo>
                    <a:cubicBezTo>
                      <a:pt x="36" y="35"/>
                      <a:pt x="35" y="34"/>
                      <a:pt x="36" y="35"/>
                    </a:cubicBezTo>
                    <a:cubicBezTo>
                      <a:pt x="36" y="36"/>
                      <a:pt x="36" y="36"/>
                      <a:pt x="36" y="36"/>
                    </a:cubicBezTo>
                    <a:cubicBezTo>
                      <a:pt x="36" y="37"/>
                      <a:pt x="36" y="37"/>
                      <a:pt x="36" y="37"/>
                    </a:cubicBezTo>
                    <a:cubicBezTo>
                      <a:pt x="36" y="38"/>
                      <a:pt x="35" y="36"/>
                      <a:pt x="35" y="36"/>
                    </a:cubicBezTo>
                    <a:cubicBezTo>
                      <a:pt x="34" y="35"/>
                      <a:pt x="34" y="36"/>
                      <a:pt x="35" y="36"/>
                    </a:cubicBezTo>
                    <a:cubicBezTo>
                      <a:pt x="35" y="36"/>
                      <a:pt x="35" y="36"/>
                      <a:pt x="35" y="37"/>
                    </a:cubicBezTo>
                    <a:cubicBezTo>
                      <a:pt x="35" y="36"/>
                      <a:pt x="35" y="36"/>
                      <a:pt x="35" y="36"/>
                    </a:cubicBezTo>
                    <a:cubicBezTo>
                      <a:pt x="35" y="36"/>
                      <a:pt x="35" y="36"/>
                      <a:pt x="35" y="37"/>
                    </a:cubicBezTo>
                    <a:cubicBezTo>
                      <a:pt x="35" y="36"/>
                      <a:pt x="35" y="36"/>
                      <a:pt x="34" y="36"/>
                    </a:cubicBezTo>
                    <a:cubicBezTo>
                      <a:pt x="34" y="36"/>
                      <a:pt x="34" y="36"/>
                      <a:pt x="35" y="36"/>
                    </a:cubicBezTo>
                    <a:cubicBezTo>
                      <a:pt x="34" y="36"/>
                      <a:pt x="34" y="36"/>
                      <a:pt x="34" y="36"/>
                    </a:cubicBezTo>
                    <a:cubicBezTo>
                      <a:pt x="34" y="36"/>
                      <a:pt x="34" y="36"/>
                      <a:pt x="34" y="36"/>
                    </a:cubicBezTo>
                    <a:cubicBezTo>
                      <a:pt x="34" y="36"/>
                      <a:pt x="34" y="36"/>
                      <a:pt x="34" y="36"/>
                    </a:cubicBezTo>
                    <a:cubicBezTo>
                      <a:pt x="33" y="35"/>
                      <a:pt x="33" y="35"/>
                      <a:pt x="33" y="35"/>
                    </a:cubicBezTo>
                    <a:cubicBezTo>
                      <a:pt x="33" y="35"/>
                      <a:pt x="33" y="36"/>
                      <a:pt x="34" y="37"/>
                    </a:cubicBezTo>
                    <a:cubicBezTo>
                      <a:pt x="32" y="36"/>
                      <a:pt x="33" y="38"/>
                      <a:pt x="33" y="39"/>
                    </a:cubicBezTo>
                    <a:cubicBezTo>
                      <a:pt x="33" y="39"/>
                      <a:pt x="32" y="38"/>
                      <a:pt x="33" y="38"/>
                    </a:cubicBezTo>
                    <a:cubicBezTo>
                      <a:pt x="33" y="39"/>
                      <a:pt x="33" y="40"/>
                      <a:pt x="33" y="39"/>
                    </a:cubicBezTo>
                    <a:cubicBezTo>
                      <a:pt x="33" y="40"/>
                      <a:pt x="32" y="38"/>
                      <a:pt x="32" y="38"/>
                    </a:cubicBezTo>
                    <a:cubicBezTo>
                      <a:pt x="31" y="38"/>
                      <a:pt x="33" y="40"/>
                      <a:pt x="32" y="40"/>
                    </a:cubicBezTo>
                    <a:cubicBezTo>
                      <a:pt x="30" y="38"/>
                      <a:pt x="33" y="42"/>
                      <a:pt x="31" y="41"/>
                    </a:cubicBezTo>
                    <a:cubicBezTo>
                      <a:pt x="31" y="41"/>
                      <a:pt x="31" y="40"/>
                      <a:pt x="30" y="39"/>
                    </a:cubicBezTo>
                    <a:cubicBezTo>
                      <a:pt x="30" y="40"/>
                      <a:pt x="30" y="41"/>
                      <a:pt x="31" y="43"/>
                    </a:cubicBezTo>
                    <a:cubicBezTo>
                      <a:pt x="30" y="41"/>
                      <a:pt x="30" y="41"/>
                      <a:pt x="30" y="41"/>
                    </a:cubicBezTo>
                    <a:cubicBezTo>
                      <a:pt x="30" y="41"/>
                      <a:pt x="30" y="42"/>
                      <a:pt x="31" y="43"/>
                    </a:cubicBezTo>
                    <a:cubicBezTo>
                      <a:pt x="32" y="44"/>
                      <a:pt x="32" y="45"/>
                      <a:pt x="32" y="45"/>
                    </a:cubicBezTo>
                    <a:cubicBezTo>
                      <a:pt x="32" y="45"/>
                      <a:pt x="32" y="45"/>
                      <a:pt x="32" y="45"/>
                    </a:cubicBezTo>
                    <a:cubicBezTo>
                      <a:pt x="32" y="46"/>
                      <a:pt x="32" y="46"/>
                      <a:pt x="32" y="46"/>
                    </a:cubicBezTo>
                    <a:cubicBezTo>
                      <a:pt x="31" y="45"/>
                      <a:pt x="31" y="45"/>
                      <a:pt x="31" y="45"/>
                    </a:cubicBezTo>
                    <a:cubicBezTo>
                      <a:pt x="29" y="43"/>
                      <a:pt x="29" y="44"/>
                      <a:pt x="29" y="44"/>
                    </a:cubicBezTo>
                    <a:cubicBezTo>
                      <a:pt x="30" y="45"/>
                      <a:pt x="30" y="45"/>
                      <a:pt x="30" y="45"/>
                    </a:cubicBezTo>
                    <a:cubicBezTo>
                      <a:pt x="30" y="46"/>
                      <a:pt x="29" y="44"/>
                      <a:pt x="29" y="44"/>
                    </a:cubicBezTo>
                    <a:cubicBezTo>
                      <a:pt x="31" y="48"/>
                      <a:pt x="31" y="48"/>
                      <a:pt x="31" y="48"/>
                    </a:cubicBezTo>
                    <a:cubicBezTo>
                      <a:pt x="31" y="48"/>
                      <a:pt x="30" y="47"/>
                      <a:pt x="29" y="46"/>
                    </a:cubicBezTo>
                    <a:cubicBezTo>
                      <a:pt x="29" y="46"/>
                      <a:pt x="31" y="49"/>
                      <a:pt x="31" y="50"/>
                    </a:cubicBezTo>
                    <a:cubicBezTo>
                      <a:pt x="31" y="50"/>
                      <a:pt x="31" y="51"/>
                      <a:pt x="31" y="51"/>
                    </a:cubicBezTo>
                    <a:cubicBezTo>
                      <a:pt x="30" y="50"/>
                      <a:pt x="31" y="51"/>
                      <a:pt x="31" y="51"/>
                    </a:cubicBezTo>
                    <a:cubicBezTo>
                      <a:pt x="30" y="50"/>
                      <a:pt x="30" y="50"/>
                      <a:pt x="30" y="50"/>
                    </a:cubicBezTo>
                    <a:cubicBezTo>
                      <a:pt x="30" y="49"/>
                      <a:pt x="28" y="48"/>
                      <a:pt x="28" y="47"/>
                    </a:cubicBezTo>
                    <a:cubicBezTo>
                      <a:pt x="28" y="48"/>
                      <a:pt x="27" y="47"/>
                      <a:pt x="26" y="47"/>
                    </a:cubicBezTo>
                    <a:cubicBezTo>
                      <a:pt x="28" y="49"/>
                      <a:pt x="27" y="49"/>
                      <a:pt x="28" y="51"/>
                    </a:cubicBezTo>
                    <a:cubicBezTo>
                      <a:pt x="28" y="51"/>
                      <a:pt x="27" y="49"/>
                      <a:pt x="26" y="49"/>
                    </a:cubicBezTo>
                    <a:cubicBezTo>
                      <a:pt x="27" y="50"/>
                      <a:pt x="26" y="50"/>
                      <a:pt x="25" y="50"/>
                    </a:cubicBezTo>
                    <a:cubicBezTo>
                      <a:pt x="25" y="50"/>
                      <a:pt x="25" y="50"/>
                      <a:pt x="25" y="50"/>
                    </a:cubicBezTo>
                    <a:cubicBezTo>
                      <a:pt x="25" y="51"/>
                      <a:pt x="24" y="51"/>
                      <a:pt x="25" y="53"/>
                    </a:cubicBezTo>
                    <a:cubicBezTo>
                      <a:pt x="25" y="52"/>
                      <a:pt x="25" y="52"/>
                      <a:pt x="25" y="52"/>
                    </a:cubicBezTo>
                    <a:cubicBezTo>
                      <a:pt x="24" y="51"/>
                      <a:pt x="27" y="54"/>
                      <a:pt x="25" y="53"/>
                    </a:cubicBezTo>
                    <a:cubicBezTo>
                      <a:pt x="25" y="52"/>
                      <a:pt x="25" y="52"/>
                      <a:pt x="25" y="52"/>
                    </a:cubicBezTo>
                    <a:cubicBezTo>
                      <a:pt x="25" y="53"/>
                      <a:pt x="23" y="52"/>
                      <a:pt x="24" y="54"/>
                    </a:cubicBezTo>
                    <a:cubicBezTo>
                      <a:pt x="24" y="53"/>
                      <a:pt x="24" y="53"/>
                      <a:pt x="24" y="53"/>
                    </a:cubicBezTo>
                    <a:cubicBezTo>
                      <a:pt x="24" y="53"/>
                      <a:pt x="23" y="53"/>
                      <a:pt x="24" y="55"/>
                    </a:cubicBezTo>
                    <a:cubicBezTo>
                      <a:pt x="23" y="53"/>
                      <a:pt x="23" y="53"/>
                      <a:pt x="23" y="53"/>
                    </a:cubicBezTo>
                    <a:cubicBezTo>
                      <a:pt x="22" y="52"/>
                      <a:pt x="24" y="55"/>
                      <a:pt x="23" y="55"/>
                    </a:cubicBezTo>
                    <a:cubicBezTo>
                      <a:pt x="23" y="55"/>
                      <a:pt x="22" y="54"/>
                      <a:pt x="22" y="54"/>
                    </a:cubicBezTo>
                    <a:cubicBezTo>
                      <a:pt x="23" y="55"/>
                      <a:pt x="22" y="55"/>
                      <a:pt x="23" y="55"/>
                    </a:cubicBezTo>
                    <a:cubicBezTo>
                      <a:pt x="21" y="54"/>
                      <a:pt x="21" y="54"/>
                      <a:pt x="21" y="54"/>
                    </a:cubicBezTo>
                    <a:cubicBezTo>
                      <a:pt x="20" y="55"/>
                      <a:pt x="18" y="56"/>
                      <a:pt x="18" y="59"/>
                    </a:cubicBezTo>
                    <a:cubicBezTo>
                      <a:pt x="16" y="57"/>
                      <a:pt x="17" y="57"/>
                      <a:pt x="16" y="56"/>
                    </a:cubicBezTo>
                    <a:cubicBezTo>
                      <a:pt x="18" y="58"/>
                      <a:pt x="16" y="57"/>
                      <a:pt x="16" y="58"/>
                    </a:cubicBezTo>
                    <a:cubicBezTo>
                      <a:pt x="16" y="57"/>
                      <a:pt x="16" y="57"/>
                      <a:pt x="16" y="57"/>
                    </a:cubicBezTo>
                    <a:cubicBezTo>
                      <a:pt x="16" y="58"/>
                      <a:pt x="15" y="57"/>
                      <a:pt x="16" y="58"/>
                    </a:cubicBezTo>
                    <a:cubicBezTo>
                      <a:pt x="16" y="58"/>
                      <a:pt x="16" y="58"/>
                      <a:pt x="16" y="58"/>
                    </a:cubicBezTo>
                    <a:cubicBezTo>
                      <a:pt x="17" y="59"/>
                      <a:pt x="14" y="56"/>
                      <a:pt x="15" y="59"/>
                    </a:cubicBezTo>
                    <a:cubicBezTo>
                      <a:pt x="14" y="57"/>
                      <a:pt x="14" y="57"/>
                      <a:pt x="14" y="57"/>
                    </a:cubicBezTo>
                    <a:cubicBezTo>
                      <a:pt x="16" y="60"/>
                      <a:pt x="13" y="57"/>
                      <a:pt x="15" y="59"/>
                    </a:cubicBezTo>
                    <a:cubicBezTo>
                      <a:pt x="14" y="59"/>
                      <a:pt x="14" y="59"/>
                      <a:pt x="14" y="59"/>
                    </a:cubicBezTo>
                    <a:cubicBezTo>
                      <a:pt x="13" y="58"/>
                      <a:pt x="15" y="61"/>
                      <a:pt x="14" y="60"/>
                    </a:cubicBezTo>
                    <a:cubicBezTo>
                      <a:pt x="14" y="60"/>
                      <a:pt x="14" y="61"/>
                      <a:pt x="15" y="63"/>
                    </a:cubicBezTo>
                    <a:cubicBezTo>
                      <a:pt x="14" y="60"/>
                      <a:pt x="14" y="60"/>
                      <a:pt x="14" y="60"/>
                    </a:cubicBezTo>
                    <a:cubicBezTo>
                      <a:pt x="13" y="62"/>
                      <a:pt x="12" y="63"/>
                      <a:pt x="13" y="65"/>
                    </a:cubicBezTo>
                    <a:cubicBezTo>
                      <a:pt x="12" y="65"/>
                      <a:pt x="12" y="65"/>
                      <a:pt x="12" y="65"/>
                    </a:cubicBezTo>
                    <a:cubicBezTo>
                      <a:pt x="13" y="67"/>
                      <a:pt x="9" y="64"/>
                      <a:pt x="12" y="67"/>
                    </a:cubicBezTo>
                    <a:cubicBezTo>
                      <a:pt x="13" y="69"/>
                      <a:pt x="13" y="69"/>
                      <a:pt x="13" y="69"/>
                    </a:cubicBezTo>
                    <a:cubicBezTo>
                      <a:pt x="11" y="67"/>
                      <a:pt x="11" y="67"/>
                      <a:pt x="11" y="67"/>
                    </a:cubicBezTo>
                    <a:cubicBezTo>
                      <a:pt x="11" y="68"/>
                      <a:pt x="10" y="68"/>
                      <a:pt x="11" y="69"/>
                    </a:cubicBezTo>
                    <a:cubicBezTo>
                      <a:pt x="10" y="68"/>
                      <a:pt x="10" y="68"/>
                      <a:pt x="10" y="68"/>
                    </a:cubicBezTo>
                    <a:cubicBezTo>
                      <a:pt x="10" y="68"/>
                      <a:pt x="11" y="70"/>
                      <a:pt x="11" y="70"/>
                    </a:cubicBezTo>
                    <a:cubicBezTo>
                      <a:pt x="10" y="69"/>
                      <a:pt x="10" y="69"/>
                      <a:pt x="10" y="69"/>
                    </a:cubicBezTo>
                    <a:cubicBezTo>
                      <a:pt x="7" y="68"/>
                      <a:pt x="4" y="67"/>
                      <a:pt x="5" y="71"/>
                    </a:cubicBezTo>
                    <a:cubicBezTo>
                      <a:pt x="5" y="72"/>
                      <a:pt x="3" y="70"/>
                      <a:pt x="3" y="70"/>
                    </a:cubicBezTo>
                    <a:cubicBezTo>
                      <a:pt x="5" y="73"/>
                      <a:pt x="0" y="70"/>
                      <a:pt x="2" y="75"/>
                    </a:cubicBezTo>
                    <a:cubicBezTo>
                      <a:pt x="2" y="77"/>
                      <a:pt x="6" y="82"/>
                      <a:pt x="6" y="82"/>
                    </a:cubicBezTo>
                    <a:cubicBezTo>
                      <a:pt x="7" y="78"/>
                      <a:pt x="10" y="79"/>
                      <a:pt x="14" y="80"/>
                    </a:cubicBezTo>
                    <a:cubicBezTo>
                      <a:pt x="14" y="79"/>
                      <a:pt x="14" y="77"/>
                      <a:pt x="15" y="78"/>
                    </a:cubicBezTo>
                    <a:cubicBezTo>
                      <a:pt x="18" y="75"/>
                      <a:pt x="23" y="77"/>
                      <a:pt x="24" y="73"/>
                    </a:cubicBezTo>
                    <a:cubicBezTo>
                      <a:pt x="23" y="73"/>
                      <a:pt x="23" y="72"/>
                      <a:pt x="23" y="71"/>
                    </a:cubicBezTo>
                    <a:cubicBezTo>
                      <a:pt x="23" y="72"/>
                      <a:pt x="23" y="72"/>
                      <a:pt x="23" y="72"/>
                    </a:cubicBezTo>
                    <a:cubicBezTo>
                      <a:pt x="22" y="71"/>
                      <a:pt x="22" y="71"/>
                      <a:pt x="22" y="71"/>
                    </a:cubicBezTo>
                    <a:cubicBezTo>
                      <a:pt x="23" y="70"/>
                      <a:pt x="24" y="72"/>
                      <a:pt x="24" y="72"/>
                    </a:cubicBezTo>
                    <a:cubicBezTo>
                      <a:pt x="25" y="71"/>
                      <a:pt x="25" y="70"/>
                      <a:pt x="26" y="70"/>
                    </a:cubicBezTo>
                    <a:cubicBezTo>
                      <a:pt x="25" y="68"/>
                      <a:pt x="27" y="69"/>
                      <a:pt x="25" y="67"/>
                    </a:cubicBezTo>
                    <a:cubicBezTo>
                      <a:pt x="26" y="68"/>
                      <a:pt x="26" y="68"/>
                      <a:pt x="26" y="68"/>
                    </a:cubicBezTo>
                    <a:cubicBezTo>
                      <a:pt x="26" y="67"/>
                      <a:pt x="26" y="67"/>
                      <a:pt x="28" y="68"/>
                    </a:cubicBezTo>
                    <a:cubicBezTo>
                      <a:pt x="32" y="68"/>
                      <a:pt x="33" y="64"/>
                      <a:pt x="36" y="63"/>
                    </a:cubicBezTo>
                    <a:cubicBezTo>
                      <a:pt x="39" y="60"/>
                      <a:pt x="40" y="57"/>
                      <a:pt x="43" y="54"/>
                    </a:cubicBezTo>
                    <a:cubicBezTo>
                      <a:pt x="41" y="51"/>
                      <a:pt x="42" y="52"/>
                      <a:pt x="41" y="49"/>
                    </a:cubicBezTo>
                    <a:cubicBezTo>
                      <a:pt x="42" y="50"/>
                      <a:pt x="42" y="50"/>
                      <a:pt x="42" y="50"/>
                    </a:cubicBezTo>
                    <a:cubicBezTo>
                      <a:pt x="41" y="48"/>
                      <a:pt x="42" y="49"/>
                      <a:pt x="44" y="50"/>
                    </a:cubicBezTo>
                    <a:cubicBezTo>
                      <a:pt x="43" y="49"/>
                      <a:pt x="44" y="50"/>
                      <a:pt x="42" y="48"/>
                    </a:cubicBezTo>
                    <a:cubicBezTo>
                      <a:pt x="41" y="47"/>
                      <a:pt x="44" y="50"/>
                      <a:pt x="44" y="49"/>
                    </a:cubicBezTo>
                    <a:cubicBezTo>
                      <a:pt x="45" y="50"/>
                      <a:pt x="43" y="48"/>
                      <a:pt x="44" y="49"/>
                    </a:cubicBezTo>
                    <a:cubicBezTo>
                      <a:pt x="43" y="46"/>
                      <a:pt x="44" y="50"/>
                      <a:pt x="47" y="50"/>
                    </a:cubicBezTo>
                    <a:cubicBezTo>
                      <a:pt x="47" y="49"/>
                      <a:pt x="47" y="46"/>
                      <a:pt x="49" y="46"/>
                    </a:cubicBezTo>
                    <a:cubicBezTo>
                      <a:pt x="49" y="46"/>
                      <a:pt x="48" y="45"/>
                      <a:pt x="48" y="45"/>
                    </a:cubicBezTo>
                    <a:cubicBezTo>
                      <a:pt x="50" y="47"/>
                      <a:pt x="48" y="44"/>
                      <a:pt x="49" y="45"/>
                    </a:cubicBezTo>
                    <a:cubicBezTo>
                      <a:pt x="50" y="46"/>
                      <a:pt x="50" y="46"/>
                      <a:pt x="50" y="46"/>
                    </a:cubicBezTo>
                    <a:cubicBezTo>
                      <a:pt x="51" y="46"/>
                      <a:pt x="50" y="45"/>
                      <a:pt x="52" y="45"/>
                    </a:cubicBezTo>
                    <a:cubicBezTo>
                      <a:pt x="51" y="44"/>
                      <a:pt x="54" y="45"/>
                      <a:pt x="53" y="44"/>
                    </a:cubicBezTo>
                    <a:cubicBezTo>
                      <a:pt x="54" y="45"/>
                      <a:pt x="54" y="44"/>
                      <a:pt x="54" y="45"/>
                    </a:cubicBezTo>
                    <a:cubicBezTo>
                      <a:pt x="52" y="42"/>
                      <a:pt x="56" y="45"/>
                      <a:pt x="55" y="43"/>
                    </a:cubicBezTo>
                    <a:cubicBezTo>
                      <a:pt x="55" y="43"/>
                      <a:pt x="55" y="43"/>
                      <a:pt x="55" y="43"/>
                    </a:cubicBezTo>
                    <a:cubicBezTo>
                      <a:pt x="56" y="42"/>
                      <a:pt x="58" y="42"/>
                      <a:pt x="58" y="39"/>
                    </a:cubicBezTo>
                    <a:cubicBezTo>
                      <a:pt x="59" y="38"/>
                      <a:pt x="62" y="40"/>
                      <a:pt x="62" y="38"/>
                    </a:cubicBezTo>
                    <a:cubicBezTo>
                      <a:pt x="61" y="37"/>
                      <a:pt x="61" y="37"/>
                      <a:pt x="61" y="37"/>
                    </a:cubicBezTo>
                    <a:cubicBezTo>
                      <a:pt x="61" y="36"/>
                      <a:pt x="62" y="37"/>
                      <a:pt x="62" y="38"/>
                    </a:cubicBezTo>
                    <a:cubicBezTo>
                      <a:pt x="61" y="36"/>
                      <a:pt x="63" y="37"/>
                      <a:pt x="64" y="37"/>
                    </a:cubicBezTo>
                    <a:cubicBezTo>
                      <a:pt x="63" y="36"/>
                      <a:pt x="63" y="36"/>
                      <a:pt x="63" y="35"/>
                    </a:cubicBezTo>
                    <a:cubicBezTo>
                      <a:pt x="66" y="36"/>
                      <a:pt x="63" y="33"/>
                      <a:pt x="66" y="34"/>
                    </a:cubicBezTo>
                    <a:cubicBezTo>
                      <a:pt x="63" y="32"/>
                      <a:pt x="65" y="33"/>
                      <a:pt x="64" y="32"/>
                    </a:cubicBezTo>
                    <a:cubicBezTo>
                      <a:pt x="64" y="32"/>
                      <a:pt x="65" y="33"/>
                      <a:pt x="65" y="33"/>
                    </a:cubicBezTo>
                    <a:cubicBezTo>
                      <a:pt x="66" y="33"/>
                      <a:pt x="66" y="32"/>
                      <a:pt x="67" y="33"/>
                    </a:cubicBezTo>
                    <a:cubicBezTo>
                      <a:pt x="67" y="32"/>
                      <a:pt x="66" y="31"/>
                      <a:pt x="66" y="31"/>
                    </a:cubicBezTo>
                    <a:cubicBezTo>
                      <a:pt x="68" y="33"/>
                      <a:pt x="67" y="31"/>
                      <a:pt x="68" y="31"/>
                    </a:cubicBezTo>
                    <a:cubicBezTo>
                      <a:pt x="66" y="29"/>
                      <a:pt x="66" y="28"/>
                      <a:pt x="66" y="28"/>
                    </a:cubicBezTo>
                    <a:cubicBezTo>
                      <a:pt x="68" y="31"/>
                      <a:pt x="68" y="31"/>
                      <a:pt x="68" y="31"/>
                    </a:cubicBezTo>
                    <a:cubicBezTo>
                      <a:pt x="68" y="29"/>
                      <a:pt x="71" y="30"/>
                      <a:pt x="70" y="27"/>
                    </a:cubicBezTo>
                    <a:cubicBezTo>
                      <a:pt x="71" y="28"/>
                      <a:pt x="71" y="28"/>
                      <a:pt x="71" y="28"/>
                    </a:cubicBezTo>
                    <a:cubicBezTo>
                      <a:pt x="71" y="25"/>
                      <a:pt x="73" y="26"/>
                      <a:pt x="72" y="23"/>
                    </a:cubicBezTo>
                    <a:cubicBezTo>
                      <a:pt x="73" y="23"/>
                      <a:pt x="73" y="24"/>
                      <a:pt x="74" y="23"/>
                    </a:cubicBezTo>
                    <a:cubicBezTo>
                      <a:pt x="73" y="22"/>
                      <a:pt x="73" y="22"/>
                      <a:pt x="72" y="20"/>
                    </a:cubicBezTo>
                    <a:cubicBezTo>
                      <a:pt x="72" y="20"/>
                      <a:pt x="73" y="21"/>
                      <a:pt x="74" y="21"/>
                    </a:cubicBezTo>
                    <a:cubicBezTo>
                      <a:pt x="74" y="21"/>
                      <a:pt x="76" y="23"/>
                      <a:pt x="75" y="20"/>
                    </a:cubicBezTo>
                    <a:cubicBezTo>
                      <a:pt x="76" y="21"/>
                      <a:pt x="76" y="21"/>
                      <a:pt x="76" y="21"/>
                    </a:cubicBezTo>
                    <a:cubicBezTo>
                      <a:pt x="76" y="20"/>
                      <a:pt x="75" y="18"/>
                      <a:pt x="76" y="19"/>
                    </a:cubicBezTo>
                    <a:cubicBezTo>
                      <a:pt x="76" y="18"/>
                      <a:pt x="76" y="17"/>
                      <a:pt x="75" y="16"/>
                    </a:cubicBezTo>
                    <a:cubicBezTo>
                      <a:pt x="75" y="16"/>
                      <a:pt x="76" y="18"/>
                      <a:pt x="76" y="17"/>
                    </a:cubicBezTo>
                    <a:cubicBezTo>
                      <a:pt x="77" y="19"/>
                      <a:pt x="77" y="19"/>
                      <a:pt x="77" y="19"/>
                    </a:cubicBezTo>
                    <a:cubicBezTo>
                      <a:pt x="78" y="18"/>
                      <a:pt x="78" y="17"/>
                      <a:pt x="79" y="15"/>
                    </a:cubicBezTo>
                    <a:cubicBezTo>
                      <a:pt x="80" y="17"/>
                      <a:pt x="80" y="15"/>
                      <a:pt x="81" y="15"/>
                    </a:cubicBezTo>
                    <a:cubicBezTo>
                      <a:pt x="81" y="14"/>
                      <a:pt x="82" y="15"/>
                      <a:pt x="81" y="13"/>
                    </a:cubicBezTo>
                    <a:cubicBezTo>
                      <a:pt x="82" y="14"/>
                      <a:pt x="82" y="14"/>
                      <a:pt x="82" y="14"/>
                    </a:cubicBezTo>
                    <a:cubicBezTo>
                      <a:pt x="82" y="14"/>
                      <a:pt x="83" y="13"/>
                      <a:pt x="84" y="14"/>
                    </a:cubicBezTo>
                    <a:cubicBezTo>
                      <a:pt x="84" y="14"/>
                      <a:pt x="83" y="12"/>
                      <a:pt x="83" y="11"/>
                    </a:cubicBezTo>
                    <a:cubicBezTo>
                      <a:pt x="84" y="12"/>
                      <a:pt x="84" y="12"/>
                      <a:pt x="84" y="12"/>
                    </a:cubicBezTo>
                    <a:cubicBezTo>
                      <a:pt x="84" y="11"/>
                      <a:pt x="83" y="10"/>
                      <a:pt x="82" y="8"/>
                    </a:cubicBezTo>
                    <a:cubicBezTo>
                      <a:pt x="83" y="9"/>
                      <a:pt x="82" y="8"/>
                      <a:pt x="83" y="9"/>
                    </a:cubicBezTo>
                    <a:cubicBezTo>
                      <a:pt x="83" y="10"/>
                      <a:pt x="84" y="11"/>
                      <a:pt x="84" y="13"/>
                    </a:cubicBezTo>
                    <a:cubicBezTo>
                      <a:pt x="85" y="13"/>
                      <a:pt x="84" y="10"/>
                      <a:pt x="85" y="11"/>
                    </a:cubicBezTo>
                    <a:cubicBezTo>
                      <a:pt x="86" y="12"/>
                      <a:pt x="86" y="11"/>
                      <a:pt x="85" y="9"/>
                    </a:cubicBezTo>
                    <a:cubicBezTo>
                      <a:pt x="85" y="10"/>
                      <a:pt x="85" y="10"/>
                      <a:pt x="86" y="11"/>
                    </a:cubicBezTo>
                    <a:cubicBezTo>
                      <a:pt x="86" y="11"/>
                      <a:pt x="86" y="11"/>
                      <a:pt x="86" y="10"/>
                    </a:cubicBezTo>
                    <a:cubicBezTo>
                      <a:pt x="86" y="10"/>
                      <a:pt x="85" y="10"/>
                      <a:pt x="85" y="10"/>
                    </a:cubicBezTo>
                    <a:cubicBezTo>
                      <a:pt x="85" y="9"/>
                      <a:pt x="85" y="8"/>
                      <a:pt x="84" y="7"/>
                    </a:cubicBezTo>
                    <a:cubicBezTo>
                      <a:pt x="84" y="7"/>
                      <a:pt x="84" y="7"/>
                      <a:pt x="84" y="7"/>
                    </a:cubicBezTo>
                    <a:cubicBezTo>
                      <a:pt x="83" y="6"/>
                      <a:pt x="84" y="5"/>
                      <a:pt x="84"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4" name="Freeform 37"/>
              <p:cNvSpPr/>
              <p:nvPr/>
            </p:nvSpPr>
            <p:spPr bwMode="auto">
              <a:xfrm>
                <a:off x="3725" y="2268"/>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5" name="Freeform 38"/>
              <p:cNvSpPr/>
              <p:nvPr/>
            </p:nvSpPr>
            <p:spPr bwMode="auto">
              <a:xfrm>
                <a:off x="3474"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6" name="Freeform 39"/>
              <p:cNvSpPr/>
              <p:nvPr/>
            </p:nvSpPr>
            <p:spPr bwMode="auto">
              <a:xfrm>
                <a:off x="3799" y="2608"/>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7" name="Freeform 40"/>
              <p:cNvSpPr/>
              <p:nvPr/>
            </p:nvSpPr>
            <p:spPr bwMode="auto">
              <a:xfrm>
                <a:off x="3470" y="2079"/>
                <a:ext cx="2" cy="3"/>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8" name="Freeform 41"/>
              <p:cNvSpPr/>
              <p:nvPr/>
            </p:nvSpPr>
            <p:spPr bwMode="auto">
              <a:xfrm>
                <a:off x="3825" y="27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9" name="Freeform 42"/>
              <p:cNvSpPr/>
              <p:nvPr/>
            </p:nvSpPr>
            <p:spPr bwMode="auto">
              <a:xfrm>
                <a:off x="3466" y="215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0" name="Freeform 43"/>
              <p:cNvSpPr/>
              <p:nvPr/>
            </p:nvSpPr>
            <p:spPr bwMode="auto">
              <a:xfrm>
                <a:off x="3916" y="258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1" name="Freeform 44"/>
              <p:cNvSpPr/>
              <p:nvPr/>
            </p:nvSpPr>
            <p:spPr bwMode="auto">
              <a:xfrm>
                <a:off x="3899" y="27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2" name="Freeform 45"/>
              <p:cNvSpPr/>
              <p:nvPr/>
            </p:nvSpPr>
            <p:spPr bwMode="auto">
              <a:xfrm>
                <a:off x="3926" y="2582"/>
                <a:ext cx="3" cy="2"/>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3" name="Freeform 46"/>
              <p:cNvSpPr/>
              <p:nvPr/>
            </p:nvSpPr>
            <p:spPr bwMode="auto">
              <a:xfrm>
                <a:off x="3850" y="2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4" name="Freeform 47"/>
              <p:cNvSpPr/>
              <p:nvPr/>
            </p:nvSpPr>
            <p:spPr bwMode="auto">
              <a:xfrm>
                <a:off x="3926" y="25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5" name="Freeform 48"/>
              <p:cNvSpPr/>
              <p:nvPr/>
            </p:nvSpPr>
            <p:spPr bwMode="auto">
              <a:xfrm>
                <a:off x="3810" y="27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6" name="Freeform 49"/>
              <p:cNvSpPr/>
              <p:nvPr/>
            </p:nvSpPr>
            <p:spPr bwMode="auto">
              <a:xfrm>
                <a:off x="3827" y="2270"/>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7" name="Freeform 50"/>
              <p:cNvSpPr/>
              <p:nvPr/>
            </p:nvSpPr>
            <p:spPr bwMode="auto">
              <a:xfrm>
                <a:off x="3470" y="2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8" name="Freeform 51"/>
              <p:cNvSpPr/>
              <p:nvPr/>
            </p:nvSpPr>
            <p:spPr bwMode="auto">
              <a:xfrm>
                <a:off x="4497" y="2332"/>
                <a:ext cx="2" cy="4"/>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1"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9" name="Freeform 52"/>
              <p:cNvSpPr/>
              <p:nvPr/>
            </p:nvSpPr>
            <p:spPr bwMode="auto">
              <a:xfrm>
                <a:off x="4468" y="2319"/>
                <a:ext cx="2" cy="2"/>
              </a:xfrm>
              <a:custGeom>
                <a:avLst/>
                <a:gdLst>
                  <a:gd name="T0" fmla="*/ 2 w 2"/>
                  <a:gd name="T1" fmla="*/ 2 h 2"/>
                  <a:gd name="T2" fmla="*/ 2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2"/>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0" name="Freeform 53"/>
              <p:cNvSpPr/>
              <p:nvPr/>
            </p:nvSpPr>
            <p:spPr bwMode="auto">
              <a:xfrm>
                <a:off x="4451" y="227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1" name="Freeform 54"/>
              <p:cNvSpPr/>
              <p:nvPr/>
            </p:nvSpPr>
            <p:spPr bwMode="auto">
              <a:xfrm>
                <a:off x="4385" y="228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2" name="Freeform 55"/>
              <p:cNvSpPr/>
              <p:nvPr/>
            </p:nvSpPr>
            <p:spPr bwMode="auto">
              <a:xfrm>
                <a:off x="4381" y="2277"/>
                <a:ext cx="4" cy="2"/>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0" y="1"/>
                      <a:pt x="1" y="1"/>
                      <a:pt x="1" y="1"/>
                    </a:cubicBezTo>
                    <a:cubicBezTo>
                      <a:pt x="1" y="0"/>
                      <a:pt x="2" y="0"/>
                      <a:pt x="1" y="0"/>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3" name="Freeform 56"/>
              <p:cNvSpPr/>
              <p:nvPr/>
            </p:nvSpPr>
            <p:spPr bwMode="auto">
              <a:xfrm>
                <a:off x="4383" y="2281"/>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4" name="Freeform 57"/>
              <p:cNvSpPr/>
              <p:nvPr/>
            </p:nvSpPr>
            <p:spPr bwMode="auto">
              <a:xfrm>
                <a:off x="4504" y="23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5" name="Freeform 58"/>
              <p:cNvSpPr/>
              <p:nvPr/>
            </p:nvSpPr>
            <p:spPr bwMode="auto">
              <a:xfrm>
                <a:off x="3602" y="1893"/>
                <a:ext cx="27" cy="2"/>
              </a:xfrm>
              <a:custGeom>
                <a:avLst/>
                <a:gdLst>
                  <a:gd name="T0" fmla="*/ 4 w 13"/>
                  <a:gd name="T1" fmla="*/ 1 h 1"/>
                  <a:gd name="T2" fmla="*/ 6 w 13"/>
                  <a:gd name="T3" fmla="*/ 1 h 1"/>
                  <a:gd name="T4" fmla="*/ 6 w 13"/>
                  <a:gd name="T5" fmla="*/ 1 h 1"/>
                  <a:gd name="T6" fmla="*/ 6 w 13"/>
                  <a:gd name="T7" fmla="*/ 1 h 1"/>
                  <a:gd name="T8" fmla="*/ 6 w 13"/>
                  <a:gd name="T9" fmla="*/ 1 h 1"/>
                  <a:gd name="T10" fmla="*/ 6 w 13"/>
                  <a:gd name="T11" fmla="*/ 1 h 1"/>
                  <a:gd name="T12" fmla="*/ 6 w 13"/>
                  <a:gd name="T13" fmla="*/ 1 h 1"/>
                  <a:gd name="T14" fmla="*/ 6 w 13"/>
                  <a:gd name="T15" fmla="*/ 1 h 1"/>
                  <a:gd name="T16" fmla="*/ 4 w 13"/>
                  <a:gd name="T17" fmla="*/ 1 h 1"/>
                  <a:gd name="T18" fmla="*/ 4 w 1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
                    <a:moveTo>
                      <a:pt x="4" y="1"/>
                    </a:moveTo>
                    <a:cubicBezTo>
                      <a:pt x="4" y="1"/>
                      <a:pt x="5"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0" y="0"/>
                      <a:pt x="13" y="1"/>
                      <a:pt x="4" y="1"/>
                    </a:cubicBezTo>
                    <a:cubicBezTo>
                      <a:pt x="4" y="1"/>
                      <a:pt x="4" y="1"/>
                      <a:pt x="4"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6" name="Freeform 59"/>
              <p:cNvSpPr/>
              <p:nvPr/>
            </p:nvSpPr>
            <p:spPr bwMode="auto">
              <a:xfrm>
                <a:off x="4495" y="233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7" name="Freeform 60"/>
              <p:cNvSpPr/>
              <p:nvPr/>
            </p:nvSpPr>
            <p:spPr bwMode="auto">
              <a:xfrm>
                <a:off x="4381" y="2277"/>
                <a:ext cx="4" cy="8"/>
              </a:xfrm>
              <a:custGeom>
                <a:avLst/>
                <a:gdLst>
                  <a:gd name="T0" fmla="*/ 2 w 2"/>
                  <a:gd name="T1" fmla="*/ 1 h 4"/>
                  <a:gd name="T2" fmla="*/ 2 w 2"/>
                  <a:gd name="T3" fmla="*/ 0 h 4"/>
                  <a:gd name="T4" fmla="*/ 1 w 2"/>
                  <a:gd name="T5" fmla="*/ 2 h 4"/>
                  <a:gd name="T6" fmla="*/ 1 w 2"/>
                  <a:gd name="T7" fmla="*/ 2 h 4"/>
                  <a:gd name="T8" fmla="*/ 0 w 2"/>
                  <a:gd name="T9" fmla="*/ 4 h 4"/>
                  <a:gd name="T10" fmla="*/ 2 w 2"/>
                  <a:gd name="T11" fmla="*/ 1 h 4"/>
                </a:gdLst>
                <a:ahLst/>
                <a:cxnLst>
                  <a:cxn ang="0">
                    <a:pos x="T0" y="T1"/>
                  </a:cxn>
                  <a:cxn ang="0">
                    <a:pos x="T2" y="T3"/>
                  </a:cxn>
                  <a:cxn ang="0">
                    <a:pos x="T4" y="T5"/>
                  </a:cxn>
                  <a:cxn ang="0">
                    <a:pos x="T6" y="T7"/>
                  </a:cxn>
                  <a:cxn ang="0">
                    <a:pos x="T8" y="T9"/>
                  </a:cxn>
                  <a:cxn ang="0">
                    <a:pos x="T10" y="T11"/>
                  </a:cxn>
                </a:cxnLst>
                <a:rect l="0" t="0" r="r" b="b"/>
                <a:pathLst>
                  <a:path w="2" h="4">
                    <a:moveTo>
                      <a:pt x="2" y="1"/>
                    </a:moveTo>
                    <a:cubicBezTo>
                      <a:pt x="2" y="1"/>
                      <a:pt x="2" y="0"/>
                      <a:pt x="2" y="0"/>
                    </a:cubicBezTo>
                    <a:cubicBezTo>
                      <a:pt x="1" y="1"/>
                      <a:pt x="1" y="1"/>
                      <a:pt x="1" y="2"/>
                    </a:cubicBezTo>
                    <a:cubicBezTo>
                      <a:pt x="1" y="2"/>
                      <a:pt x="0" y="3"/>
                      <a:pt x="1" y="2"/>
                    </a:cubicBezTo>
                    <a:cubicBezTo>
                      <a:pt x="0" y="3"/>
                      <a:pt x="0" y="4"/>
                      <a:pt x="0" y="4"/>
                    </a:cubicBezTo>
                    <a:cubicBezTo>
                      <a:pt x="1" y="3"/>
                      <a:pt x="1" y="1"/>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8" name="Freeform 61"/>
              <p:cNvSpPr/>
              <p:nvPr/>
            </p:nvSpPr>
            <p:spPr bwMode="auto">
              <a:xfrm>
                <a:off x="4519" y="2328"/>
                <a:ext cx="2" cy="2"/>
              </a:xfrm>
              <a:custGeom>
                <a:avLst/>
                <a:gdLst>
                  <a:gd name="T0" fmla="*/ 0 w 2"/>
                  <a:gd name="T1" fmla="*/ 2 h 2"/>
                  <a:gd name="T2" fmla="*/ 0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0" y="2"/>
                    </a:lnTo>
                    <a:lnTo>
                      <a:pt x="2"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9" name="Freeform 62"/>
              <p:cNvSpPr/>
              <p:nvPr/>
            </p:nvSpPr>
            <p:spPr bwMode="auto">
              <a:xfrm>
                <a:off x="4504" y="2325"/>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0" name="Freeform 63"/>
              <p:cNvSpPr/>
              <p:nvPr/>
            </p:nvSpPr>
            <p:spPr bwMode="auto">
              <a:xfrm>
                <a:off x="4391" y="2294"/>
                <a:ext cx="4" cy="4"/>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0" y="2"/>
                      <a:pt x="1" y="1"/>
                      <a:pt x="1" y="1"/>
                    </a:cubicBezTo>
                    <a:cubicBezTo>
                      <a:pt x="2" y="0"/>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1" name="Freeform 64"/>
              <p:cNvSpPr/>
              <p:nvPr/>
            </p:nvSpPr>
            <p:spPr bwMode="auto">
              <a:xfrm>
                <a:off x="4381" y="2281"/>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2" name="Freeform 65"/>
              <p:cNvSpPr/>
              <p:nvPr/>
            </p:nvSpPr>
            <p:spPr bwMode="auto">
              <a:xfrm>
                <a:off x="3332" y="1903"/>
                <a:ext cx="2" cy="7"/>
              </a:xfrm>
              <a:custGeom>
                <a:avLst/>
                <a:gdLst>
                  <a:gd name="T0" fmla="*/ 0 w 1"/>
                  <a:gd name="T1" fmla="*/ 3 h 3"/>
                  <a:gd name="T2" fmla="*/ 1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1" y="3"/>
                    </a:cubicBezTo>
                    <a:cubicBezTo>
                      <a:pt x="1" y="2"/>
                      <a:pt x="1" y="1"/>
                      <a:pt x="1" y="0"/>
                    </a:cubicBezTo>
                    <a:lnTo>
                      <a:pt x="0" y="3"/>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3" name="Freeform 66"/>
              <p:cNvSpPr/>
              <p:nvPr/>
            </p:nvSpPr>
            <p:spPr bwMode="auto">
              <a:xfrm>
                <a:off x="3566" y="2372"/>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4" name="Freeform 67"/>
              <p:cNvSpPr/>
              <p:nvPr/>
            </p:nvSpPr>
            <p:spPr bwMode="auto">
              <a:xfrm>
                <a:off x="3474" y="2073"/>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5" name="Freeform 68"/>
              <p:cNvSpPr/>
              <p:nvPr/>
            </p:nvSpPr>
            <p:spPr bwMode="auto">
              <a:xfrm>
                <a:off x="4060" y="1568"/>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6" name="Freeform 69"/>
              <p:cNvSpPr/>
              <p:nvPr/>
            </p:nvSpPr>
            <p:spPr bwMode="auto">
              <a:xfrm>
                <a:off x="3472" y="2073"/>
                <a:ext cx="2"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0" y="0"/>
                      <a:pt x="0" y="0"/>
                      <a:pt x="0" y="0"/>
                    </a:cubicBezTo>
                    <a:cubicBezTo>
                      <a:pt x="0" y="0"/>
                      <a:pt x="0" y="0"/>
                      <a:pt x="1"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7" name="Freeform 70"/>
              <p:cNvSpPr/>
              <p:nvPr/>
            </p:nvSpPr>
            <p:spPr bwMode="auto">
              <a:xfrm>
                <a:off x="3474" y="2073"/>
                <a:ext cx="0" cy="2"/>
              </a:xfrm>
              <a:custGeom>
                <a:avLst/>
                <a:gdLst>
                  <a:gd name="T0" fmla="*/ 0 h 1"/>
                  <a:gd name="T1" fmla="*/ 1 h 1"/>
                  <a:gd name="T2" fmla="*/ 1 h 1"/>
                  <a:gd name="T3" fmla="*/ 1 h 1"/>
                  <a:gd name="T4" fmla="*/ 1 h 1"/>
                  <a:gd name="T5" fmla="*/ 1 h 1"/>
                  <a:gd name="T6" fmla="*/ 0 h 1"/>
                  <a:gd name="T7" fmla="*/ 0 h 1"/>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
                    <a:moveTo>
                      <a:pt x="0" y="0"/>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8" name="Freeform 71"/>
              <p:cNvSpPr/>
              <p:nvPr/>
            </p:nvSpPr>
            <p:spPr bwMode="auto">
              <a:xfrm>
                <a:off x="3702" y="1530"/>
                <a:ext cx="4" cy="2"/>
              </a:xfrm>
              <a:custGeom>
                <a:avLst/>
                <a:gdLst>
                  <a:gd name="T0" fmla="*/ 0 w 2"/>
                  <a:gd name="T1" fmla="*/ 1 h 1"/>
                  <a:gd name="T2" fmla="*/ 0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0" y="1"/>
                      <a:pt x="1" y="0"/>
                      <a:pt x="2"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9" name="Freeform 72"/>
              <p:cNvSpPr/>
              <p:nvPr/>
            </p:nvSpPr>
            <p:spPr bwMode="auto">
              <a:xfrm>
                <a:off x="3421" y="2084"/>
                <a:ext cx="17" cy="15"/>
              </a:xfrm>
              <a:custGeom>
                <a:avLst/>
                <a:gdLst>
                  <a:gd name="T0" fmla="*/ 2 w 8"/>
                  <a:gd name="T1" fmla="*/ 5 h 7"/>
                  <a:gd name="T2" fmla="*/ 4 w 8"/>
                  <a:gd name="T3" fmla="*/ 2 h 7"/>
                  <a:gd name="T4" fmla="*/ 2 w 8"/>
                  <a:gd name="T5" fmla="*/ 5 h 7"/>
                </a:gdLst>
                <a:ahLst/>
                <a:cxnLst>
                  <a:cxn ang="0">
                    <a:pos x="T0" y="T1"/>
                  </a:cxn>
                  <a:cxn ang="0">
                    <a:pos x="T2" y="T3"/>
                  </a:cxn>
                  <a:cxn ang="0">
                    <a:pos x="T4" y="T5"/>
                  </a:cxn>
                </a:cxnLst>
                <a:rect l="0" t="0" r="r" b="b"/>
                <a:pathLst>
                  <a:path w="8" h="7">
                    <a:moveTo>
                      <a:pt x="2" y="5"/>
                    </a:moveTo>
                    <a:cubicBezTo>
                      <a:pt x="8" y="0"/>
                      <a:pt x="0" y="7"/>
                      <a:pt x="4" y="2"/>
                    </a:cubicBezTo>
                    <a:cubicBezTo>
                      <a:pt x="2" y="3"/>
                      <a:pt x="2" y="4"/>
                      <a:pt x="2" y="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0" name="Freeform 73"/>
              <p:cNvSpPr/>
              <p:nvPr/>
            </p:nvSpPr>
            <p:spPr bwMode="auto">
              <a:xfrm>
                <a:off x="4381" y="2247"/>
                <a:ext cx="2" cy="4"/>
              </a:xfrm>
              <a:custGeom>
                <a:avLst/>
                <a:gdLst>
                  <a:gd name="T0" fmla="*/ 0 w 1"/>
                  <a:gd name="T1" fmla="*/ 1 h 2"/>
                  <a:gd name="T2" fmla="*/ 1 w 1"/>
                  <a:gd name="T3" fmla="*/ 0 h 2"/>
                  <a:gd name="T4" fmla="*/ 0 w 1"/>
                  <a:gd name="T5" fmla="*/ 1 h 2"/>
                </a:gdLst>
                <a:ahLst/>
                <a:cxnLst>
                  <a:cxn ang="0">
                    <a:pos x="T0" y="T1"/>
                  </a:cxn>
                  <a:cxn ang="0">
                    <a:pos x="T2" y="T3"/>
                  </a:cxn>
                  <a:cxn ang="0">
                    <a:pos x="T4" y="T5"/>
                  </a:cxn>
                </a:cxnLst>
                <a:rect l="0" t="0" r="r" b="b"/>
                <a:pathLst>
                  <a:path w="1" h="2">
                    <a:moveTo>
                      <a:pt x="0" y="1"/>
                    </a:moveTo>
                    <a:cubicBezTo>
                      <a:pt x="0" y="2"/>
                      <a:pt x="0" y="0"/>
                      <a:pt x="1" y="0"/>
                    </a:cubicBezTo>
                    <a:cubicBezTo>
                      <a:pt x="1" y="0"/>
                      <a:pt x="1"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1" name="Freeform 74"/>
              <p:cNvSpPr/>
              <p:nvPr/>
            </p:nvSpPr>
            <p:spPr bwMode="auto">
              <a:xfrm>
                <a:off x="4381" y="2247"/>
                <a:ext cx="2" cy="6"/>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2" name="Freeform 75"/>
              <p:cNvSpPr/>
              <p:nvPr/>
            </p:nvSpPr>
            <p:spPr bwMode="auto">
              <a:xfrm>
                <a:off x="3914" y="15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3" name="Freeform 76"/>
              <p:cNvSpPr/>
              <p:nvPr/>
            </p:nvSpPr>
            <p:spPr bwMode="auto">
              <a:xfrm>
                <a:off x="3317" y="1492"/>
                <a:ext cx="1064" cy="1219"/>
              </a:xfrm>
              <a:custGeom>
                <a:avLst/>
                <a:gdLst>
                  <a:gd name="T0" fmla="*/ 307 w 501"/>
                  <a:gd name="T1" fmla="*/ 7 h 575"/>
                  <a:gd name="T2" fmla="*/ 204 w 501"/>
                  <a:gd name="T3" fmla="*/ 13 h 575"/>
                  <a:gd name="T4" fmla="*/ 130 w 501"/>
                  <a:gd name="T5" fmla="*/ 42 h 575"/>
                  <a:gd name="T6" fmla="*/ 23 w 501"/>
                  <a:gd name="T7" fmla="*/ 152 h 575"/>
                  <a:gd name="T8" fmla="*/ 0 w 501"/>
                  <a:gd name="T9" fmla="*/ 247 h 575"/>
                  <a:gd name="T10" fmla="*/ 50 w 501"/>
                  <a:gd name="T11" fmla="*/ 385 h 575"/>
                  <a:gd name="T12" fmla="*/ 111 w 501"/>
                  <a:gd name="T13" fmla="*/ 430 h 575"/>
                  <a:gd name="T14" fmla="*/ 184 w 501"/>
                  <a:gd name="T15" fmla="*/ 490 h 575"/>
                  <a:gd name="T16" fmla="*/ 202 w 501"/>
                  <a:gd name="T17" fmla="*/ 528 h 575"/>
                  <a:gd name="T18" fmla="*/ 213 w 501"/>
                  <a:gd name="T19" fmla="*/ 562 h 575"/>
                  <a:gd name="T20" fmla="*/ 214 w 501"/>
                  <a:gd name="T21" fmla="*/ 567 h 575"/>
                  <a:gd name="T22" fmla="*/ 211 w 501"/>
                  <a:gd name="T23" fmla="*/ 536 h 575"/>
                  <a:gd name="T24" fmla="*/ 199 w 501"/>
                  <a:gd name="T25" fmla="*/ 494 h 575"/>
                  <a:gd name="T26" fmla="*/ 165 w 501"/>
                  <a:gd name="T27" fmla="*/ 454 h 575"/>
                  <a:gd name="T28" fmla="*/ 164 w 501"/>
                  <a:gd name="T29" fmla="*/ 451 h 575"/>
                  <a:gd name="T30" fmla="*/ 135 w 501"/>
                  <a:gd name="T31" fmla="*/ 430 h 575"/>
                  <a:gd name="T32" fmla="*/ 134 w 501"/>
                  <a:gd name="T33" fmla="*/ 428 h 575"/>
                  <a:gd name="T34" fmla="*/ 125 w 501"/>
                  <a:gd name="T35" fmla="*/ 419 h 575"/>
                  <a:gd name="T36" fmla="*/ 97 w 501"/>
                  <a:gd name="T37" fmla="*/ 407 h 575"/>
                  <a:gd name="T38" fmla="*/ 85 w 501"/>
                  <a:gd name="T39" fmla="*/ 394 h 575"/>
                  <a:gd name="T40" fmla="*/ 77 w 501"/>
                  <a:gd name="T41" fmla="*/ 384 h 575"/>
                  <a:gd name="T42" fmla="*/ 63 w 501"/>
                  <a:gd name="T43" fmla="*/ 368 h 575"/>
                  <a:gd name="T44" fmla="*/ 49 w 501"/>
                  <a:gd name="T45" fmla="*/ 353 h 575"/>
                  <a:gd name="T46" fmla="*/ 40 w 501"/>
                  <a:gd name="T47" fmla="*/ 338 h 575"/>
                  <a:gd name="T48" fmla="*/ 25 w 501"/>
                  <a:gd name="T49" fmla="*/ 323 h 575"/>
                  <a:gd name="T50" fmla="*/ 29 w 501"/>
                  <a:gd name="T51" fmla="*/ 315 h 575"/>
                  <a:gd name="T52" fmla="*/ 21 w 501"/>
                  <a:gd name="T53" fmla="*/ 247 h 575"/>
                  <a:gd name="T54" fmla="*/ 23 w 501"/>
                  <a:gd name="T55" fmla="*/ 221 h 575"/>
                  <a:gd name="T56" fmla="*/ 26 w 501"/>
                  <a:gd name="T57" fmla="*/ 191 h 575"/>
                  <a:gd name="T58" fmla="*/ 56 w 501"/>
                  <a:gd name="T59" fmla="*/ 133 h 575"/>
                  <a:gd name="T60" fmla="*/ 74 w 501"/>
                  <a:gd name="T61" fmla="*/ 107 h 575"/>
                  <a:gd name="T62" fmla="*/ 84 w 501"/>
                  <a:gd name="T63" fmla="*/ 99 h 575"/>
                  <a:gd name="T64" fmla="*/ 90 w 501"/>
                  <a:gd name="T65" fmla="*/ 91 h 575"/>
                  <a:gd name="T66" fmla="*/ 110 w 501"/>
                  <a:gd name="T67" fmla="*/ 80 h 575"/>
                  <a:gd name="T68" fmla="*/ 129 w 501"/>
                  <a:gd name="T69" fmla="*/ 65 h 575"/>
                  <a:gd name="T70" fmla="*/ 182 w 501"/>
                  <a:gd name="T71" fmla="*/ 36 h 575"/>
                  <a:gd name="T72" fmla="*/ 211 w 501"/>
                  <a:gd name="T73" fmla="*/ 29 h 575"/>
                  <a:gd name="T74" fmla="*/ 253 w 501"/>
                  <a:gd name="T75" fmla="*/ 19 h 575"/>
                  <a:gd name="T76" fmla="*/ 281 w 501"/>
                  <a:gd name="T77" fmla="*/ 19 h 575"/>
                  <a:gd name="T78" fmla="*/ 284 w 501"/>
                  <a:gd name="T79" fmla="*/ 19 h 575"/>
                  <a:gd name="T80" fmla="*/ 320 w 501"/>
                  <a:gd name="T81" fmla="*/ 24 h 575"/>
                  <a:gd name="T82" fmla="*/ 369 w 501"/>
                  <a:gd name="T83" fmla="*/ 42 h 575"/>
                  <a:gd name="T84" fmla="*/ 388 w 501"/>
                  <a:gd name="T85" fmla="*/ 53 h 575"/>
                  <a:gd name="T86" fmla="*/ 407 w 501"/>
                  <a:gd name="T87" fmla="*/ 71 h 575"/>
                  <a:gd name="T88" fmla="*/ 435 w 501"/>
                  <a:gd name="T89" fmla="*/ 107 h 575"/>
                  <a:gd name="T90" fmla="*/ 462 w 501"/>
                  <a:gd name="T91" fmla="*/ 154 h 575"/>
                  <a:gd name="T92" fmla="*/ 471 w 501"/>
                  <a:gd name="T93" fmla="*/ 184 h 575"/>
                  <a:gd name="T94" fmla="*/ 464 w 501"/>
                  <a:gd name="T95" fmla="*/ 279 h 575"/>
                  <a:gd name="T96" fmla="*/ 451 w 501"/>
                  <a:gd name="T97" fmla="*/ 307 h 575"/>
                  <a:gd name="T98" fmla="*/ 395 w 501"/>
                  <a:gd name="T99" fmla="*/ 377 h 575"/>
                  <a:gd name="T100" fmla="*/ 368 w 501"/>
                  <a:gd name="T101" fmla="*/ 412 h 575"/>
                  <a:gd name="T102" fmla="*/ 363 w 501"/>
                  <a:gd name="T103" fmla="*/ 573 h 575"/>
                  <a:gd name="T104" fmla="*/ 446 w 501"/>
                  <a:gd name="T105" fmla="*/ 342 h 575"/>
                  <a:gd name="T106" fmla="*/ 463 w 501"/>
                  <a:gd name="T107" fmla="*/ 118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1" h="575">
                    <a:moveTo>
                      <a:pt x="463" y="118"/>
                    </a:moveTo>
                    <a:cubicBezTo>
                      <a:pt x="439" y="74"/>
                      <a:pt x="402" y="38"/>
                      <a:pt x="355" y="17"/>
                    </a:cubicBezTo>
                    <a:cubicBezTo>
                      <a:pt x="347" y="17"/>
                      <a:pt x="337" y="12"/>
                      <a:pt x="328" y="12"/>
                    </a:cubicBezTo>
                    <a:cubicBezTo>
                      <a:pt x="328" y="11"/>
                      <a:pt x="328" y="11"/>
                      <a:pt x="328" y="11"/>
                    </a:cubicBezTo>
                    <a:cubicBezTo>
                      <a:pt x="320" y="11"/>
                      <a:pt x="319" y="8"/>
                      <a:pt x="310" y="5"/>
                    </a:cubicBezTo>
                    <a:cubicBezTo>
                      <a:pt x="309" y="7"/>
                      <a:pt x="306" y="5"/>
                      <a:pt x="307" y="7"/>
                    </a:cubicBezTo>
                    <a:cubicBezTo>
                      <a:pt x="303" y="8"/>
                      <a:pt x="301" y="3"/>
                      <a:pt x="296" y="4"/>
                    </a:cubicBezTo>
                    <a:cubicBezTo>
                      <a:pt x="296" y="3"/>
                      <a:pt x="296" y="5"/>
                      <a:pt x="295" y="4"/>
                    </a:cubicBezTo>
                    <a:cubicBezTo>
                      <a:pt x="282" y="5"/>
                      <a:pt x="298" y="3"/>
                      <a:pt x="282" y="0"/>
                    </a:cubicBezTo>
                    <a:cubicBezTo>
                      <a:pt x="259" y="0"/>
                      <a:pt x="236" y="5"/>
                      <a:pt x="215" y="9"/>
                    </a:cubicBezTo>
                    <a:cubicBezTo>
                      <a:pt x="216" y="9"/>
                      <a:pt x="217" y="10"/>
                      <a:pt x="215" y="11"/>
                    </a:cubicBezTo>
                    <a:cubicBezTo>
                      <a:pt x="212" y="8"/>
                      <a:pt x="208" y="13"/>
                      <a:pt x="204" y="13"/>
                    </a:cubicBezTo>
                    <a:cubicBezTo>
                      <a:pt x="204" y="12"/>
                      <a:pt x="206" y="12"/>
                      <a:pt x="207" y="11"/>
                    </a:cubicBezTo>
                    <a:cubicBezTo>
                      <a:pt x="197" y="13"/>
                      <a:pt x="190" y="17"/>
                      <a:pt x="181" y="19"/>
                    </a:cubicBezTo>
                    <a:cubicBezTo>
                      <a:pt x="173" y="24"/>
                      <a:pt x="163" y="25"/>
                      <a:pt x="158" y="29"/>
                    </a:cubicBezTo>
                    <a:cubicBezTo>
                      <a:pt x="159" y="27"/>
                      <a:pt x="154" y="30"/>
                      <a:pt x="152" y="30"/>
                    </a:cubicBezTo>
                    <a:cubicBezTo>
                      <a:pt x="148" y="37"/>
                      <a:pt x="136" y="37"/>
                      <a:pt x="131" y="43"/>
                    </a:cubicBezTo>
                    <a:cubicBezTo>
                      <a:pt x="130" y="42"/>
                      <a:pt x="130" y="42"/>
                      <a:pt x="130" y="42"/>
                    </a:cubicBezTo>
                    <a:cubicBezTo>
                      <a:pt x="110" y="54"/>
                      <a:pt x="88" y="68"/>
                      <a:pt x="70" y="87"/>
                    </a:cubicBezTo>
                    <a:cubicBezTo>
                      <a:pt x="59" y="96"/>
                      <a:pt x="48" y="108"/>
                      <a:pt x="39" y="121"/>
                    </a:cubicBezTo>
                    <a:cubicBezTo>
                      <a:pt x="38" y="123"/>
                      <a:pt x="40" y="122"/>
                      <a:pt x="39" y="124"/>
                    </a:cubicBezTo>
                    <a:cubicBezTo>
                      <a:pt x="37" y="127"/>
                      <a:pt x="38" y="123"/>
                      <a:pt x="37" y="124"/>
                    </a:cubicBezTo>
                    <a:cubicBezTo>
                      <a:pt x="34" y="132"/>
                      <a:pt x="28" y="140"/>
                      <a:pt x="23" y="148"/>
                    </a:cubicBezTo>
                    <a:cubicBezTo>
                      <a:pt x="23" y="150"/>
                      <a:pt x="22" y="152"/>
                      <a:pt x="23" y="152"/>
                    </a:cubicBezTo>
                    <a:cubicBezTo>
                      <a:pt x="17" y="161"/>
                      <a:pt x="14" y="176"/>
                      <a:pt x="9" y="185"/>
                    </a:cubicBezTo>
                    <a:cubicBezTo>
                      <a:pt x="14" y="183"/>
                      <a:pt x="10" y="192"/>
                      <a:pt x="10" y="196"/>
                    </a:cubicBezTo>
                    <a:cubicBezTo>
                      <a:pt x="9" y="198"/>
                      <a:pt x="8" y="198"/>
                      <a:pt x="8" y="197"/>
                    </a:cubicBezTo>
                    <a:cubicBezTo>
                      <a:pt x="6" y="205"/>
                      <a:pt x="5" y="209"/>
                      <a:pt x="3" y="219"/>
                    </a:cubicBezTo>
                    <a:cubicBezTo>
                      <a:pt x="2" y="223"/>
                      <a:pt x="4" y="225"/>
                      <a:pt x="3" y="230"/>
                    </a:cubicBezTo>
                    <a:cubicBezTo>
                      <a:pt x="0" y="233"/>
                      <a:pt x="1" y="241"/>
                      <a:pt x="0" y="247"/>
                    </a:cubicBezTo>
                    <a:cubicBezTo>
                      <a:pt x="2" y="245"/>
                      <a:pt x="4" y="252"/>
                      <a:pt x="3" y="257"/>
                    </a:cubicBezTo>
                    <a:cubicBezTo>
                      <a:pt x="0" y="256"/>
                      <a:pt x="0" y="256"/>
                      <a:pt x="0" y="256"/>
                    </a:cubicBezTo>
                    <a:cubicBezTo>
                      <a:pt x="1" y="272"/>
                      <a:pt x="0" y="297"/>
                      <a:pt x="9" y="316"/>
                    </a:cubicBezTo>
                    <a:cubicBezTo>
                      <a:pt x="8" y="318"/>
                      <a:pt x="8" y="318"/>
                      <a:pt x="8" y="318"/>
                    </a:cubicBezTo>
                    <a:cubicBezTo>
                      <a:pt x="17" y="337"/>
                      <a:pt x="25" y="356"/>
                      <a:pt x="39" y="370"/>
                    </a:cubicBezTo>
                    <a:cubicBezTo>
                      <a:pt x="42" y="375"/>
                      <a:pt x="47" y="381"/>
                      <a:pt x="50" y="385"/>
                    </a:cubicBezTo>
                    <a:cubicBezTo>
                      <a:pt x="56" y="390"/>
                      <a:pt x="58" y="391"/>
                      <a:pt x="63" y="393"/>
                    </a:cubicBezTo>
                    <a:cubicBezTo>
                      <a:pt x="65" y="395"/>
                      <a:pt x="65" y="397"/>
                      <a:pt x="65" y="398"/>
                    </a:cubicBezTo>
                    <a:cubicBezTo>
                      <a:pt x="71" y="405"/>
                      <a:pt x="76" y="411"/>
                      <a:pt x="83" y="414"/>
                    </a:cubicBezTo>
                    <a:cubicBezTo>
                      <a:pt x="83" y="415"/>
                      <a:pt x="83" y="415"/>
                      <a:pt x="83" y="415"/>
                    </a:cubicBezTo>
                    <a:cubicBezTo>
                      <a:pt x="89" y="419"/>
                      <a:pt x="98" y="423"/>
                      <a:pt x="104" y="429"/>
                    </a:cubicBezTo>
                    <a:cubicBezTo>
                      <a:pt x="106" y="429"/>
                      <a:pt x="113" y="433"/>
                      <a:pt x="111" y="430"/>
                    </a:cubicBezTo>
                    <a:cubicBezTo>
                      <a:pt x="114" y="431"/>
                      <a:pt x="111" y="433"/>
                      <a:pt x="115" y="433"/>
                    </a:cubicBezTo>
                    <a:cubicBezTo>
                      <a:pt x="111" y="433"/>
                      <a:pt x="111" y="433"/>
                      <a:pt x="111" y="433"/>
                    </a:cubicBezTo>
                    <a:cubicBezTo>
                      <a:pt x="125" y="443"/>
                      <a:pt x="138" y="450"/>
                      <a:pt x="152" y="459"/>
                    </a:cubicBezTo>
                    <a:cubicBezTo>
                      <a:pt x="154" y="464"/>
                      <a:pt x="165" y="469"/>
                      <a:pt x="170" y="476"/>
                    </a:cubicBezTo>
                    <a:cubicBezTo>
                      <a:pt x="175" y="479"/>
                      <a:pt x="180" y="487"/>
                      <a:pt x="185" y="489"/>
                    </a:cubicBezTo>
                    <a:cubicBezTo>
                      <a:pt x="184" y="490"/>
                      <a:pt x="184" y="490"/>
                      <a:pt x="184" y="490"/>
                    </a:cubicBezTo>
                    <a:cubicBezTo>
                      <a:pt x="188" y="495"/>
                      <a:pt x="194" y="503"/>
                      <a:pt x="196" y="512"/>
                    </a:cubicBezTo>
                    <a:cubicBezTo>
                      <a:pt x="198" y="518"/>
                      <a:pt x="200" y="517"/>
                      <a:pt x="202" y="521"/>
                    </a:cubicBezTo>
                    <a:cubicBezTo>
                      <a:pt x="201" y="521"/>
                      <a:pt x="201" y="521"/>
                      <a:pt x="201" y="521"/>
                    </a:cubicBezTo>
                    <a:cubicBezTo>
                      <a:pt x="203" y="525"/>
                      <a:pt x="206" y="526"/>
                      <a:pt x="207" y="528"/>
                    </a:cubicBezTo>
                    <a:cubicBezTo>
                      <a:pt x="207" y="532"/>
                      <a:pt x="208" y="532"/>
                      <a:pt x="208" y="536"/>
                    </a:cubicBezTo>
                    <a:cubicBezTo>
                      <a:pt x="207" y="532"/>
                      <a:pt x="205" y="530"/>
                      <a:pt x="202" y="528"/>
                    </a:cubicBezTo>
                    <a:cubicBezTo>
                      <a:pt x="203" y="534"/>
                      <a:pt x="207" y="539"/>
                      <a:pt x="206" y="543"/>
                    </a:cubicBezTo>
                    <a:cubicBezTo>
                      <a:pt x="207" y="547"/>
                      <a:pt x="207" y="551"/>
                      <a:pt x="209" y="551"/>
                    </a:cubicBezTo>
                    <a:cubicBezTo>
                      <a:pt x="209" y="552"/>
                      <a:pt x="208" y="555"/>
                      <a:pt x="207" y="552"/>
                    </a:cubicBezTo>
                    <a:cubicBezTo>
                      <a:pt x="208" y="556"/>
                      <a:pt x="208" y="558"/>
                      <a:pt x="209" y="560"/>
                    </a:cubicBezTo>
                    <a:cubicBezTo>
                      <a:pt x="209" y="560"/>
                      <a:pt x="209" y="559"/>
                      <a:pt x="209" y="558"/>
                    </a:cubicBezTo>
                    <a:cubicBezTo>
                      <a:pt x="211" y="560"/>
                      <a:pt x="211" y="563"/>
                      <a:pt x="213" y="562"/>
                    </a:cubicBezTo>
                    <a:cubicBezTo>
                      <a:pt x="212" y="561"/>
                      <a:pt x="212" y="560"/>
                      <a:pt x="212" y="558"/>
                    </a:cubicBezTo>
                    <a:cubicBezTo>
                      <a:pt x="213" y="559"/>
                      <a:pt x="214" y="565"/>
                      <a:pt x="213" y="567"/>
                    </a:cubicBezTo>
                    <a:cubicBezTo>
                      <a:pt x="212" y="569"/>
                      <a:pt x="210" y="563"/>
                      <a:pt x="210" y="566"/>
                    </a:cubicBezTo>
                    <a:cubicBezTo>
                      <a:pt x="213" y="575"/>
                      <a:pt x="213" y="575"/>
                      <a:pt x="213" y="575"/>
                    </a:cubicBezTo>
                    <a:cubicBezTo>
                      <a:pt x="213" y="573"/>
                      <a:pt x="214" y="570"/>
                      <a:pt x="215" y="571"/>
                    </a:cubicBezTo>
                    <a:cubicBezTo>
                      <a:pt x="214" y="567"/>
                      <a:pt x="214" y="567"/>
                      <a:pt x="214" y="567"/>
                    </a:cubicBezTo>
                    <a:cubicBezTo>
                      <a:pt x="215" y="567"/>
                      <a:pt x="215" y="567"/>
                      <a:pt x="215" y="567"/>
                    </a:cubicBezTo>
                    <a:cubicBezTo>
                      <a:pt x="214" y="560"/>
                      <a:pt x="215" y="555"/>
                      <a:pt x="214" y="548"/>
                    </a:cubicBezTo>
                    <a:cubicBezTo>
                      <a:pt x="212" y="551"/>
                      <a:pt x="212" y="551"/>
                      <a:pt x="212" y="551"/>
                    </a:cubicBezTo>
                    <a:cubicBezTo>
                      <a:pt x="212" y="547"/>
                      <a:pt x="209" y="543"/>
                      <a:pt x="210" y="539"/>
                    </a:cubicBezTo>
                    <a:cubicBezTo>
                      <a:pt x="211" y="541"/>
                      <a:pt x="211" y="539"/>
                      <a:pt x="212" y="539"/>
                    </a:cubicBezTo>
                    <a:cubicBezTo>
                      <a:pt x="212" y="538"/>
                      <a:pt x="211" y="537"/>
                      <a:pt x="211" y="536"/>
                    </a:cubicBezTo>
                    <a:cubicBezTo>
                      <a:pt x="214" y="538"/>
                      <a:pt x="214" y="538"/>
                      <a:pt x="214" y="538"/>
                    </a:cubicBezTo>
                    <a:cubicBezTo>
                      <a:pt x="210" y="536"/>
                      <a:pt x="210" y="526"/>
                      <a:pt x="210" y="525"/>
                    </a:cubicBezTo>
                    <a:cubicBezTo>
                      <a:pt x="210" y="525"/>
                      <a:pt x="210" y="525"/>
                      <a:pt x="210" y="525"/>
                    </a:cubicBezTo>
                    <a:cubicBezTo>
                      <a:pt x="209" y="519"/>
                      <a:pt x="209" y="527"/>
                      <a:pt x="208" y="523"/>
                    </a:cubicBezTo>
                    <a:cubicBezTo>
                      <a:pt x="207" y="519"/>
                      <a:pt x="210" y="520"/>
                      <a:pt x="210" y="517"/>
                    </a:cubicBezTo>
                    <a:cubicBezTo>
                      <a:pt x="207" y="511"/>
                      <a:pt x="202" y="501"/>
                      <a:pt x="199" y="494"/>
                    </a:cubicBezTo>
                    <a:cubicBezTo>
                      <a:pt x="196" y="489"/>
                      <a:pt x="191" y="484"/>
                      <a:pt x="186" y="481"/>
                    </a:cubicBezTo>
                    <a:cubicBezTo>
                      <a:pt x="183" y="477"/>
                      <a:pt x="189" y="480"/>
                      <a:pt x="184" y="476"/>
                    </a:cubicBezTo>
                    <a:cubicBezTo>
                      <a:pt x="186" y="476"/>
                      <a:pt x="186" y="475"/>
                      <a:pt x="186" y="474"/>
                    </a:cubicBezTo>
                    <a:cubicBezTo>
                      <a:pt x="185" y="474"/>
                      <a:pt x="179" y="467"/>
                      <a:pt x="181" y="471"/>
                    </a:cubicBezTo>
                    <a:cubicBezTo>
                      <a:pt x="176" y="466"/>
                      <a:pt x="169" y="460"/>
                      <a:pt x="163" y="455"/>
                    </a:cubicBezTo>
                    <a:cubicBezTo>
                      <a:pt x="165" y="457"/>
                      <a:pt x="167" y="456"/>
                      <a:pt x="165" y="454"/>
                    </a:cubicBezTo>
                    <a:cubicBezTo>
                      <a:pt x="162" y="453"/>
                      <a:pt x="156" y="450"/>
                      <a:pt x="151" y="445"/>
                    </a:cubicBezTo>
                    <a:cubicBezTo>
                      <a:pt x="150" y="447"/>
                      <a:pt x="152" y="448"/>
                      <a:pt x="150" y="449"/>
                    </a:cubicBezTo>
                    <a:cubicBezTo>
                      <a:pt x="149" y="449"/>
                      <a:pt x="147" y="449"/>
                      <a:pt x="146" y="447"/>
                    </a:cubicBezTo>
                    <a:cubicBezTo>
                      <a:pt x="147" y="445"/>
                      <a:pt x="148" y="443"/>
                      <a:pt x="144" y="440"/>
                    </a:cubicBezTo>
                    <a:cubicBezTo>
                      <a:pt x="146" y="438"/>
                      <a:pt x="152" y="446"/>
                      <a:pt x="151" y="442"/>
                    </a:cubicBezTo>
                    <a:cubicBezTo>
                      <a:pt x="154" y="442"/>
                      <a:pt x="163" y="448"/>
                      <a:pt x="164" y="451"/>
                    </a:cubicBezTo>
                    <a:cubicBezTo>
                      <a:pt x="170" y="452"/>
                      <a:pt x="161" y="448"/>
                      <a:pt x="163" y="447"/>
                    </a:cubicBezTo>
                    <a:cubicBezTo>
                      <a:pt x="159" y="444"/>
                      <a:pt x="157" y="444"/>
                      <a:pt x="151" y="440"/>
                    </a:cubicBezTo>
                    <a:cubicBezTo>
                      <a:pt x="150" y="440"/>
                      <a:pt x="152" y="442"/>
                      <a:pt x="148" y="441"/>
                    </a:cubicBezTo>
                    <a:cubicBezTo>
                      <a:pt x="142" y="439"/>
                      <a:pt x="143" y="435"/>
                      <a:pt x="141" y="434"/>
                    </a:cubicBezTo>
                    <a:cubicBezTo>
                      <a:pt x="144" y="435"/>
                      <a:pt x="144" y="435"/>
                      <a:pt x="144" y="435"/>
                    </a:cubicBezTo>
                    <a:cubicBezTo>
                      <a:pt x="141" y="432"/>
                      <a:pt x="139" y="432"/>
                      <a:pt x="135" y="430"/>
                    </a:cubicBezTo>
                    <a:cubicBezTo>
                      <a:pt x="136" y="426"/>
                      <a:pt x="142" y="434"/>
                      <a:pt x="144" y="433"/>
                    </a:cubicBezTo>
                    <a:cubicBezTo>
                      <a:pt x="143" y="429"/>
                      <a:pt x="143" y="429"/>
                      <a:pt x="143" y="429"/>
                    </a:cubicBezTo>
                    <a:cubicBezTo>
                      <a:pt x="137" y="425"/>
                      <a:pt x="140" y="430"/>
                      <a:pt x="134" y="425"/>
                    </a:cubicBezTo>
                    <a:cubicBezTo>
                      <a:pt x="135" y="425"/>
                      <a:pt x="135" y="425"/>
                      <a:pt x="135" y="425"/>
                    </a:cubicBezTo>
                    <a:cubicBezTo>
                      <a:pt x="131" y="423"/>
                      <a:pt x="131" y="423"/>
                      <a:pt x="131" y="423"/>
                    </a:cubicBezTo>
                    <a:cubicBezTo>
                      <a:pt x="131" y="424"/>
                      <a:pt x="130" y="426"/>
                      <a:pt x="134" y="428"/>
                    </a:cubicBezTo>
                    <a:cubicBezTo>
                      <a:pt x="130" y="429"/>
                      <a:pt x="131" y="427"/>
                      <a:pt x="125" y="424"/>
                    </a:cubicBezTo>
                    <a:cubicBezTo>
                      <a:pt x="122" y="424"/>
                      <a:pt x="127" y="425"/>
                      <a:pt x="126" y="427"/>
                    </a:cubicBezTo>
                    <a:cubicBezTo>
                      <a:pt x="126" y="428"/>
                      <a:pt x="123" y="426"/>
                      <a:pt x="120" y="425"/>
                    </a:cubicBezTo>
                    <a:cubicBezTo>
                      <a:pt x="116" y="422"/>
                      <a:pt x="119" y="421"/>
                      <a:pt x="118" y="419"/>
                    </a:cubicBezTo>
                    <a:cubicBezTo>
                      <a:pt x="119" y="420"/>
                      <a:pt x="122" y="422"/>
                      <a:pt x="121" y="422"/>
                    </a:cubicBezTo>
                    <a:cubicBezTo>
                      <a:pt x="127" y="424"/>
                      <a:pt x="121" y="418"/>
                      <a:pt x="125" y="419"/>
                    </a:cubicBezTo>
                    <a:cubicBezTo>
                      <a:pt x="122" y="415"/>
                      <a:pt x="121" y="417"/>
                      <a:pt x="118" y="416"/>
                    </a:cubicBezTo>
                    <a:cubicBezTo>
                      <a:pt x="119" y="417"/>
                      <a:pt x="117" y="418"/>
                      <a:pt x="117" y="419"/>
                    </a:cubicBezTo>
                    <a:cubicBezTo>
                      <a:pt x="108" y="418"/>
                      <a:pt x="115" y="413"/>
                      <a:pt x="108" y="409"/>
                    </a:cubicBezTo>
                    <a:cubicBezTo>
                      <a:pt x="108" y="413"/>
                      <a:pt x="98" y="407"/>
                      <a:pt x="100" y="413"/>
                    </a:cubicBezTo>
                    <a:cubicBezTo>
                      <a:pt x="98" y="412"/>
                      <a:pt x="96" y="411"/>
                      <a:pt x="95" y="410"/>
                    </a:cubicBezTo>
                    <a:cubicBezTo>
                      <a:pt x="98" y="409"/>
                      <a:pt x="93" y="407"/>
                      <a:pt x="97" y="407"/>
                    </a:cubicBezTo>
                    <a:cubicBezTo>
                      <a:pt x="95" y="405"/>
                      <a:pt x="95" y="405"/>
                      <a:pt x="95" y="405"/>
                    </a:cubicBezTo>
                    <a:cubicBezTo>
                      <a:pt x="100" y="406"/>
                      <a:pt x="100" y="406"/>
                      <a:pt x="100" y="406"/>
                    </a:cubicBezTo>
                    <a:cubicBezTo>
                      <a:pt x="98" y="403"/>
                      <a:pt x="95" y="399"/>
                      <a:pt x="94" y="397"/>
                    </a:cubicBezTo>
                    <a:cubicBezTo>
                      <a:pt x="91" y="395"/>
                      <a:pt x="94" y="399"/>
                      <a:pt x="90" y="397"/>
                    </a:cubicBezTo>
                    <a:cubicBezTo>
                      <a:pt x="92" y="397"/>
                      <a:pt x="91" y="394"/>
                      <a:pt x="89" y="393"/>
                    </a:cubicBezTo>
                    <a:cubicBezTo>
                      <a:pt x="92" y="396"/>
                      <a:pt x="87" y="395"/>
                      <a:pt x="85" y="394"/>
                    </a:cubicBezTo>
                    <a:cubicBezTo>
                      <a:pt x="82" y="392"/>
                      <a:pt x="81" y="388"/>
                      <a:pt x="81" y="388"/>
                    </a:cubicBezTo>
                    <a:cubicBezTo>
                      <a:pt x="86" y="389"/>
                      <a:pt x="86" y="389"/>
                      <a:pt x="86" y="389"/>
                    </a:cubicBezTo>
                    <a:cubicBezTo>
                      <a:pt x="82" y="388"/>
                      <a:pt x="85" y="388"/>
                      <a:pt x="82" y="386"/>
                    </a:cubicBezTo>
                    <a:cubicBezTo>
                      <a:pt x="81" y="386"/>
                      <a:pt x="78" y="386"/>
                      <a:pt x="77" y="387"/>
                    </a:cubicBezTo>
                    <a:cubicBezTo>
                      <a:pt x="75" y="385"/>
                      <a:pt x="74" y="383"/>
                      <a:pt x="73" y="383"/>
                    </a:cubicBezTo>
                    <a:cubicBezTo>
                      <a:pt x="77" y="384"/>
                      <a:pt x="77" y="384"/>
                      <a:pt x="77" y="384"/>
                    </a:cubicBezTo>
                    <a:cubicBezTo>
                      <a:pt x="73" y="381"/>
                      <a:pt x="79" y="381"/>
                      <a:pt x="74" y="378"/>
                    </a:cubicBezTo>
                    <a:cubicBezTo>
                      <a:pt x="72" y="378"/>
                      <a:pt x="72" y="378"/>
                      <a:pt x="72" y="378"/>
                    </a:cubicBezTo>
                    <a:cubicBezTo>
                      <a:pt x="72" y="377"/>
                      <a:pt x="72" y="376"/>
                      <a:pt x="73" y="377"/>
                    </a:cubicBezTo>
                    <a:cubicBezTo>
                      <a:pt x="71" y="377"/>
                      <a:pt x="69" y="375"/>
                      <a:pt x="68" y="374"/>
                    </a:cubicBezTo>
                    <a:cubicBezTo>
                      <a:pt x="69" y="373"/>
                      <a:pt x="69" y="373"/>
                      <a:pt x="69" y="373"/>
                    </a:cubicBezTo>
                    <a:cubicBezTo>
                      <a:pt x="67" y="372"/>
                      <a:pt x="63" y="371"/>
                      <a:pt x="63" y="368"/>
                    </a:cubicBezTo>
                    <a:cubicBezTo>
                      <a:pt x="62" y="371"/>
                      <a:pt x="65" y="370"/>
                      <a:pt x="66" y="373"/>
                    </a:cubicBezTo>
                    <a:cubicBezTo>
                      <a:pt x="66" y="377"/>
                      <a:pt x="62" y="372"/>
                      <a:pt x="62" y="371"/>
                    </a:cubicBezTo>
                    <a:cubicBezTo>
                      <a:pt x="64" y="370"/>
                      <a:pt x="58" y="367"/>
                      <a:pt x="56" y="364"/>
                    </a:cubicBezTo>
                    <a:cubicBezTo>
                      <a:pt x="56" y="363"/>
                      <a:pt x="55" y="361"/>
                      <a:pt x="55" y="360"/>
                    </a:cubicBezTo>
                    <a:cubicBezTo>
                      <a:pt x="53" y="360"/>
                      <a:pt x="53" y="360"/>
                      <a:pt x="53" y="360"/>
                    </a:cubicBezTo>
                    <a:cubicBezTo>
                      <a:pt x="56" y="357"/>
                      <a:pt x="49" y="356"/>
                      <a:pt x="49" y="353"/>
                    </a:cubicBezTo>
                    <a:cubicBezTo>
                      <a:pt x="50" y="354"/>
                      <a:pt x="51" y="353"/>
                      <a:pt x="51" y="351"/>
                    </a:cubicBezTo>
                    <a:cubicBezTo>
                      <a:pt x="50" y="355"/>
                      <a:pt x="45" y="349"/>
                      <a:pt x="44" y="350"/>
                    </a:cubicBezTo>
                    <a:cubicBezTo>
                      <a:pt x="42" y="345"/>
                      <a:pt x="48" y="349"/>
                      <a:pt x="48" y="347"/>
                    </a:cubicBezTo>
                    <a:cubicBezTo>
                      <a:pt x="45" y="346"/>
                      <a:pt x="46" y="341"/>
                      <a:pt x="43" y="341"/>
                    </a:cubicBezTo>
                    <a:cubicBezTo>
                      <a:pt x="44" y="345"/>
                      <a:pt x="41" y="341"/>
                      <a:pt x="40" y="341"/>
                    </a:cubicBezTo>
                    <a:cubicBezTo>
                      <a:pt x="38" y="337"/>
                      <a:pt x="41" y="341"/>
                      <a:pt x="40" y="338"/>
                    </a:cubicBezTo>
                    <a:cubicBezTo>
                      <a:pt x="39" y="336"/>
                      <a:pt x="36" y="335"/>
                      <a:pt x="37" y="338"/>
                    </a:cubicBezTo>
                    <a:cubicBezTo>
                      <a:pt x="36" y="335"/>
                      <a:pt x="32" y="333"/>
                      <a:pt x="32" y="330"/>
                    </a:cubicBezTo>
                    <a:cubicBezTo>
                      <a:pt x="33" y="328"/>
                      <a:pt x="36" y="335"/>
                      <a:pt x="36" y="333"/>
                    </a:cubicBezTo>
                    <a:cubicBezTo>
                      <a:pt x="32" y="326"/>
                      <a:pt x="30" y="331"/>
                      <a:pt x="27" y="325"/>
                    </a:cubicBezTo>
                    <a:cubicBezTo>
                      <a:pt x="27" y="328"/>
                      <a:pt x="24" y="327"/>
                      <a:pt x="22" y="324"/>
                    </a:cubicBezTo>
                    <a:cubicBezTo>
                      <a:pt x="19" y="317"/>
                      <a:pt x="24" y="327"/>
                      <a:pt x="25" y="323"/>
                    </a:cubicBezTo>
                    <a:cubicBezTo>
                      <a:pt x="23" y="321"/>
                      <a:pt x="23" y="321"/>
                      <a:pt x="23" y="321"/>
                    </a:cubicBezTo>
                    <a:cubicBezTo>
                      <a:pt x="25" y="316"/>
                      <a:pt x="31" y="327"/>
                      <a:pt x="32" y="322"/>
                    </a:cubicBezTo>
                    <a:cubicBezTo>
                      <a:pt x="30" y="320"/>
                      <a:pt x="30" y="320"/>
                      <a:pt x="30" y="320"/>
                    </a:cubicBezTo>
                    <a:cubicBezTo>
                      <a:pt x="31" y="320"/>
                      <a:pt x="32" y="321"/>
                      <a:pt x="33" y="319"/>
                    </a:cubicBezTo>
                    <a:cubicBezTo>
                      <a:pt x="30" y="319"/>
                      <a:pt x="30" y="313"/>
                      <a:pt x="29" y="312"/>
                    </a:cubicBezTo>
                    <a:cubicBezTo>
                      <a:pt x="27" y="312"/>
                      <a:pt x="30" y="315"/>
                      <a:pt x="29" y="315"/>
                    </a:cubicBezTo>
                    <a:cubicBezTo>
                      <a:pt x="27" y="312"/>
                      <a:pt x="24" y="311"/>
                      <a:pt x="24" y="306"/>
                    </a:cubicBezTo>
                    <a:cubicBezTo>
                      <a:pt x="26" y="308"/>
                      <a:pt x="26" y="304"/>
                      <a:pt x="27" y="305"/>
                    </a:cubicBezTo>
                    <a:cubicBezTo>
                      <a:pt x="27" y="303"/>
                      <a:pt x="25" y="305"/>
                      <a:pt x="25" y="301"/>
                    </a:cubicBezTo>
                    <a:cubicBezTo>
                      <a:pt x="26" y="301"/>
                      <a:pt x="26" y="301"/>
                      <a:pt x="26" y="301"/>
                    </a:cubicBezTo>
                    <a:cubicBezTo>
                      <a:pt x="23" y="289"/>
                      <a:pt x="22" y="272"/>
                      <a:pt x="18" y="260"/>
                    </a:cubicBezTo>
                    <a:cubicBezTo>
                      <a:pt x="20" y="258"/>
                      <a:pt x="20" y="254"/>
                      <a:pt x="21" y="247"/>
                    </a:cubicBezTo>
                    <a:cubicBezTo>
                      <a:pt x="21" y="250"/>
                      <a:pt x="19" y="247"/>
                      <a:pt x="19" y="246"/>
                    </a:cubicBezTo>
                    <a:cubicBezTo>
                      <a:pt x="21" y="242"/>
                      <a:pt x="21" y="242"/>
                      <a:pt x="21" y="242"/>
                    </a:cubicBezTo>
                    <a:cubicBezTo>
                      <a:pt x="23" y="239"/>
                      <a:pt x="22" y="233"/>
                      <a:pt x="21" y="230"/>
                    </a:cubicBezTo>
                    <a:cubicBezTo>
                      <a:pt x="22" y="229"/>
                      <a:pt x="22" y="229"/>
                      <a:pt x="23" y="229"/>
                    </a:cubicBezTo>
                    <a:cubicBezTo>
                      <a:pt x="24" y="225"/>
                      <a:pt x="22" y="225"/>
                      <a:pt x="22" y="224"/>
                    </a:cubicBezTo>
                    <a:cubicBezTo>
                      <a:pt x="23" y="221"/>
                      <a:pt x="23" y="221"/>
                      <a:pt x="23" y="221"/>
                    </a:cubicBezTo>
                    <a:cubicBezTo>
                      <a:pt x="22" y="221"/>
                      <a:pt x="22" y="221"/>
                      <a:pt x="22" y="221"/>
                    </a:cubicBezTo>
                    <a:cubicBezTo>
                      <a:pt x="22" y="217"/>
                      <a:pt x="23" y="213"/>
                      <a:pt x="25" y="213"/>
                    </a:cubicBezTo>
                    <a:cubicBezTo>
                      <a:pt x="25" y="212"/>
                      <a:pt x="25" y="211"/>
                      <a:pt x="24" y="212"/>
                    </a:cubicBezTo>
                    <a:cubicBezTo>
                      <a:pt x="26" y="209"/>
                      <a:pt x="28" y="200"/>
                      <a:pt x="29" y="193"/>
                    </a:cubicBezTo>
                    <a:cubicBezTo>
                      <a:pt x="28" y="196"/>
                      <a:pt x="27" y="196"/>
                      <a:pt x="26" y="196"/>
                    </a:cubicBezTo>
                    <a:cubicBezTo>
                      <a:pt x="24" y="194"/>
                      <a:pt x="27" y="194"/>
                      <a:pt x="26" y="191"/>
                    </a:cubicBezTo>
                    <a:cubicBezTo>
                      <a:pt x="27" y="192"/>
                      <a:pt x="28" y="189"/>
                      <a:pt x="28" y="192"/>
                    </a:cubicBezTo>
                    <a:cubicBezTo>
                      <a:pt x="33" y="185"/>
                      <a:pt x="36" y="173"/>
                      <a:pt x="40" y="164"/>
                    </a:cubicBezTo>
                    <a:cubicBezTo>
                      <a:pt x="40" y="162"/>
                      <a:pt x="40" y="162"/>
                      <a:pt x="39" y="161"/>
                    </a:cubicBezTo>
                    <a:cubicBezTo>
                      <a:pt x="45" y="156"/>
                      <a:pt x="47" y="148"/>
                      <a:pt x="51" y="142"/>
                    </a:cubicBezTo>
                    <a:cubicBezTo>
                      <a:pt x="49" y="143"/>
                      <a:pt x="48" y="139"/>
                      <a:pt x="50" y="136"/>
                    </a:cubicBezTo>
                    <a:cubicBezTo>
                      <a:pt x="51" y="131"/>
                      <a:pt x="53" y="136"/>
                      <a:pt x="56" y="133"/>
                    </a:cubicBezTo>
                    <a:cubicBezTo>
                      <a:pt x="57" y="131"/>
                      <a:pt x="59" y="128"/>
                      <a:pt x="60" y="127"/>
                    </a:cubicBezTo>
                    <a:cubicBezTo>
                      <a:pt x="60" y="127"/>
                      <a:pt x="60" y="127"/>
                      <a:pt x="60" y="127"/>
                    </a:cubicBezTo>
                    <a:cubicBezTo>
                      <a:pt x="61" y="125"/>
                      <a:pt x="63" y="121"/>
                      <a:pt x="65" y="120"/>
                    </a:cubicBezTo>
                    <a:cubicBezTo>
                      <a:pt x="65" y="120"/>
                      <a:pt x="65" y="120"/>
                      <a:pt x="65" y="120"/>
                    </a:cubicBezTo>
                    <a:cubicBezTo>
                      <a:pt x="67" y="118"/>
                      <a:pt x="69" y="117"/>
                      <a:pt x="71" y="115"/>
                    </a:cubicBezTo>
                    <a:cubicBezTo>
                      <a:pt x="70" y="113"/>
                      <a:pt x="75" y="109"/>
                      <a:pt x="74" y="107"/>
                    </a:cubicBezTo>
                    <a:cubicBezTo>
                      <a:pt x="75" y="107"/>
                      <a:pt x="74" y="107"/>
                      <a:pt x="75" y="107"/>
                    </a:cubicBezTo>
                    <a:cubicBezTo>
                      <a:pt x="74" y="106"/>
                      <a:pt x="74" y="106"/>
                      <a:pt x="74" y="106"/>
                    </a:cubicBezTo>
                    <a:cubicBezTo>
                      <a:pt x="78" y="103"/>
                      <a:pt x="78" y="103"/>
                      <a:pt x="78" y="103"/>
                    </a:cubicBezTo>
                    <a:cubicBezTo>
                      <a:pt x="78" y="104"/>
                      <a:pt x="78" y="105"/>
                      <a:pt x="78" y="106"/>
                    </a:cubicBezTo>
                    <a:cubicBezTo>
                      <a:pt x="82" y="103"/>
                      <a:pt x="78" y="104"/>
                      <a:pt x="79" y="101"/>
                    </a:cubicBezTo>
                    <a:cubicBezTo>
                      <a:pt x="81" y="98"/>
                      <a:pt x="82" y="99"/>
                      <a:pt x="84" y="99"/>
                    </a:cubicBezTo>
                    <a:cubicBezTo>
                      <a:pt x="84" y="100"/>
                      <a:pt x="82" y="100"/>
                      <a:pt x="81" y="101"/>
                    </a:cubicBezTo>
                    <a:cubicBezTo>
                      <a:pt x="81" y="103"/>
                      <a:pt x="83" y="100"/>
                      <a:pt x="84" y="101"/>
                    </a:cubicBezTo>
                    <a:cubicBezTo>
                      <a:pt x="85" y="100"/>
                      <a:pt x="84" y="98"/>
                      <a:pt x="86" y="97"/>
                    </a:cubicBezTo>
                    <a:cubicBezTo>
                      <a:pt x="88" y="96"/>
                      <a:pt x="92" y="92"/>
                      <a:pt x="92" y="93"/>
                    </a:cubicBezTo>
                    <a:cubicBezTo>
                      <a:pt x="93" y="91"/>
                      <a:pt x="95" y="90"/>
                      <a:pt x="96" y="88"/>
                    </a:cubicBezTo>
                    <a:cubicBezTo>
                      <a:pt x="94" y="89"/>
                      <a:pt x="91" y="91"/>
                      <a:pt x="90" y="91"/>
                    </a:cubicBezTo>
                    <a:cubicBezTo>
                      <a:pt x="91" y="90"/>
                      <a:pt x="94" y="87"/>
                      <a:pt x="94" y="87"/>
                    </a:cubicBezTo>
                    <a:cubicBezTo>
                      <a:pt x="94" y="88"/>
                      <a:pt x="94" y="88"/>
                      <a:pt x="94" y="88"/>
                    </a:cubicBezTo>
                    <a:cubicBezTo>
                      <a:pt x="94" y="87"/>
                      <a:pt x="99" y="84"/>
                      <a:pt x="96" y="85"/>
                    </a:cubicBezTo>
                    <a:cubicBezTo>
                      <a:pt x="100" y="84"/>
                      <a:pt x="100" y="84"/>
                      <a:pt x="100" y="84"/>
                    </a:cubicBezTo>
                    <a:cubicBezTo>
                      <a:pt x="100" y="82"/>
                      <a:pt x="103" y="80"/>
                      <a:pt x="105" y="78"/>
                    </a:cubicBezTo>
                    <a:cubicBezTo>
                      <a:pt x="106" y="80"/>
                      <a:pt x="106" y="82"/>
                      <a:pt x="110" y="80"/>
                    </a:cubicBezTo>
                    <a:cubicBezTo>
                      <a:pt x="113" y="76"/>
                      <a:pt x="113" y="76"/>
                      <a:pt x="113" y="76"/>
                    </a:cubicBezTo>
                    <a:cubicBezTo>
                      <a:pt x="115" y="74"/>
                      <a:pt x="116" y="74"/>
                      <a:pt x="116" y="75"/>
                    </a:cubicBezTo>
                    <a:cubicBezTo>
                      <a:pt x="124" y="71"/>
                      <a:pt x="121" y="66"/>
                      <a:pt x="128" y="64"/>
                    </a:cubicBezTo>
                    <a:cubicBezTo>
                      <a:pt x="126" y="67"/>
                      <a:pt x="129" y="66"/>
                      <a:pt x="132" y="65"/>
                    </a:cubicBezTo>
                    <a:cubicBezTo>
                      <a:pt x="131" y="65"/>
                      <a:pt x="131" y="64"/>
                      <a:pt x="132" y="63"/>
                    </a:cubicBezTo>
                    <a:cubicBezTo>
                      <a:pt x="131" y="63"/>
                      <a:pt x="132" y="65"/>
                      <a:pt x="129" y="65"/>
                    </a:cubicBezTo>
                    <a:cubicBezTo>
                      <a:pt x="128" y="65"/>
                      <a:pt x="131" y="63"/>
                      <a:pt x="132" y="62"/>
                    </a:cubicBezTo>
                    <a:cubicBezTo>
                      <a:pt x="139" y="63"/>
                      <a:pt x="150" y="53"/>
                      <a:pt x="160" y="50"/>
                    </a:cubicBezTo>
                    <a:cubicBezTo>
                      <a:pt x="158" y="48"/>
                      <a:pt x="163" y="48"/>
                      <a:pt x="164" y="46"/>
                    </a:cubicBezTo>
                    <a:cubicBezTo>
                      <a:pt x="165" y="49"/>
                      <a:pt x="169" y="43"/>
                      <a:pt x="172" y="44"/>
                    </a:cubicBezTo>
                    <a:cubicBezTo>
                      <a:pt x="170" y="42"/>
                      <a:pt x="170" y="42"/>
                      <a:pt x="170" y="42"/>
                    </a:cubicBezTo>
                    <a:cubicBezTo>
                      <a:pt x="176" y="41"/>
                      <a:pt x="177" y="34"/>
                      <a:pt x="182" y="36"/>
                    </a:cubicBezTo>
                    <a:cubicBezTo>
                      <a:pt x="185" y="35"/>
                      <a:pt x="182" y="38"/>
                      <a:pt x="181" y="39"/>
                    </a:cubicBezTo>
                    <a:cubicBezTo>
                      <a:pt x="186" y="40"/>
                      <a:pt x="191" y="32"/>
                      <a:pt x="196" y="34"/>
                    </a:cubicBezTo>
                    <a:cubicBezTo>
                      <a:pt x="196" y="33"/>
                      <a:pt x="194" y="32"/>
                      <a:pt x="197" y="30"/>
                    </a:cubicBezTo>
                    <a:cubicBezTo>
                      <a:pt x="201" y="30"/>
                      <a:pt x="207" y="29"/>
                      <a:pt x="207" y="29"/>
                    </a:cubicBezTo>
                    <a:cubicBezTo>
                      <a:pt x="209" y="28"/>
                      <a:pt x="210" y="27"/>
                      <a:pt x="213" y="27"/>
                    </a:cubicBezTo>
                    <a:cubicBezTo>
                      <a:pt x="213" y="28"/>
                      <a:pt x="212" y="28"/>
                      <a:pt x="211" y="29"/>
                    </a:cubicBezTo>
                    <a:cubicBezTo>
                      <a:pt x="215" y="28"/>
                      <a:pt x="219" y="26"/>
                      <a:pt x="222" y="24"/>
                    </a:cubicBezTo>
                    <a:cubicBezTo>
                      <a:pt x="225" y="26"/>
                      <a:pt x="233" y="23"/>
                      <a:pt x="238" y="23"/>
                    </a:cubicBezTo>
                    <a:cubicBezTo>
                      <a:pt x="241" y="20"/>
                      <a:pt x="247" y="23"/>
                      <a:pt x="247" y="20"/>
                    </a:cubicBezTo>
                    <a:cubicBezTo>
                      <a:pt x="247" y="20"/>
                      <a:pt x="247" y="20"/>
                      <a:pt x="248" y="21"/>
                    </a:cubicBezTo>
                    <a:cubicBezTo>
                      <a:pt x="249" y="19"/>
                      <a:pt x="251" y="17"/>
                      <a:pt x="253" y="17"/>
                    </a:cubicBezTo>
                    <a:cubicBezTo>
                      <a:pt x="253" y="19"/>
                      <a:pt x="253" y="19"/>
                      <a:pt x="253" y="19"/>
                    </a:cubicBezTo>
                    <a:cubicBezTo>
                      <a:pt x="252" y="22"/>
                      <a:pt x="260" y="19"/>
                      <a:pt x="261" y="20"/>
                    </a:cubicBezTo>
                    <a:cubicBezTo>
                      <a:pt x="258" y="19"/>
                      <a:pt x="263" y="20"/>
                      <a:pt x="263" y="18"/>
                    </a:cubicBezTo>
                    <a:cubicBezTo>
                      <a:pt x="266" y="18"/>
                      <a:pt x="266" y="18"/>
                      <a:pt x="266" y="18"/>
                    </a:cubicBezTo>
                    <a:cubicBezTo>
                      <a:pt x="271" y="17"/>
                      <a:pt x="267" y="17"/>
                      <a:pt x="273" y="16"/>
                    </a:cubicBezTo>
                    <a:cubicBezTo>
                      <a:pt x="276" y="16"/>
                      <a:pt x="274" y="19"/>
                      <a:pt x="273" y="19"/>
                    </a:cubicBezTo>
                    <a:cubicBezTo>
                      <a:pt x="275" y="20"/>
                      <a:pt x="278" y="19"/>
                      <a:pt x="281" y="19"/>
                    </a:cubicBezTo>
                    <a:cubicBezTo>
                      <a:pt x="280" y="18"/>
                      <a:pt x="280" y="18"/>
                      <a:pt x="281" y="18"/>
                    </a:cubicBezTo>
                    <a:cubicBezTo>
                      <a:pt x="281" y="18"/>
                      <a:pt x="281" y="18"/>
                      <a:pt x="281" y="19"/>
                    </a:cubicBezTo>
                    <a:cubicBezTo>
                      <a:pt x="282" y="18"/>
                      <a:pt x="283" y="18"/>
                      <a:pt x="285" y="18"/>
                    </a:cubicBezTo>
                    <a:cubicBezTo>
                      <a:pt x="285" y="19"/>
                      <a:pt x="285" y="19"/>
                      <a:pt x="285" y="19"/>
                    </a:cubicBezTo>
                    <a:cubicBezTo>
                      <a:pt x="283" y="19"/>
                      <a:pt x="282" y="19"/>
                      <a:pt x="281" y="19"/>
                    </a:cubicBezTo>
                    <a:cubicBezTo>
                      <a:pt x="282" y="19"/>
                      <a:pt x="283" y="19"/>
                      <a:pt x="284" y="19"/>
                    </a:cubicBezTo>
                    <a:cubicBezTo>
                      <a:pt x="285" y="19"/>
                      <a:pt x="285" y="19"/>
                      <a:pt x="285" y="19"/>
                    </a:cubicBezTo>
                    <a:cubicBezTo>
                      <a:pt x="286" y="19"/>
                      <a:pt x="287" y="19"/>
                      <a:pt x="288" y="20"/>
                    </a:cubicBezTo>
                    <a:cubicBezTo>
                      <a:pt x="287" y="21"/>
                      <a:pt x="287" y="21"/>
                      <a:pt x="287" y="21"/>
                    </a:cubicBezTo>
                    <a:cubicBezTo>
                      <a:pt x="289" y="22"/>
                      <a:pt x="294" y="20"/>
                      <a:pt x="294" y="20"/>
                    </a:cubicBezTo>
                    <a:cubicBezTo>
                      <a:pt x="303" y="22"/>
                      <a:pt x="318" y="23"/>
                      <a:pt x="322" y="24"/>
                    </a:cubicBezTo>
                    <a:cubicBezTo>
                      <a:pt x="319" y="23"/>
                      <a:pt x="318" y="24"/>
                      <a:pt x="320" y="24"/>
                    </a:cubicBezTo>
                    <a:cubicBezTo>
                      <a:pt x="323" y="25"/>
                      <a:pt x="326" y="24"/>
                      <a:pt x="326" y="25"/>
                    </a:cubicBezTo>
                    <a:cubicBezTo>
                      <a:pt x="329" y="25"/>
                      <a:pt x="328" y="27"/>
                      <a:pt x="332" y="28"/>
                    </a:cubicBezTo>
                    <a:cubicBezTo>
                      <a:pt x="332" y="29"/>
                      <a:pt x="333" y="27"/>
                      <a:pt x="332" y="27"/>
                    </a:cubicBezTo>
                    <a:cubicBezTo>
                      <a:pt x="337" y="31"/>
                      <a:pt x="347" y="31"/>
                      <a:pt x="354" y="36"/>
                    </a:cubicBezTo>
                    <a:cubicBezTo>
                      <a:pt x="353" y="36"/>
                      <a:pt x="352" y="36"/>
                      <a:pt x="351" y="37"/>
                    </a:cubicBezTo>
                    <a:cubicBezTo>
                      <a:pt x="357" y="38"/>
                      <a:pt x="363" y="41"/>
                      <a:pt x="369" y="42"/>
                    </a:cubicBezTo>
                    <a:cubicBezTo>
                      <a:pt x="368" y="42"/>
                      <a:pt x="368" y="43"/>
                      <a:pt x="366" y="43"/>
                    </a:cubicBezTo>
                    <a:cubicBezTo>
                      <a:pt x="369" y="44"/>
                      <a:pt x="372" y="46"/>
                      <a:pt x="375" y="47"/>
                    </a:cubicBezTo>
                    <a:cubicBezTo>
                      <a:pt x="375" y="47"/>
                      <a:pt x="375" y="47"/>
                      <a:pt x="375" y="47"/>
                    </a:cubicBezTo>
                    <a:cubicBezTo>
                      <a:pt x="373" y="44"/>
                      <a:pt x="378" y="46"/>
                      <a:pt x="381" y="48"/>
                    </a:cubicBezTo>
                    <a:cubicBezTo>
                      <a:pt x="380" y="48"/>
                      <a:pt x="380" y="48"/>
                      <a:pt x="380" y="48"/>
                    </a:cubicBezTo>
                    <a:cubicBezTo>
                      <a:pt x="384" y="51"/>
                      <a:pt x="385" y="50"/>
                      <a:pt x="388" y="53"/>
                    </a:cubicBezTo>
                    <a:cubicBezTo>
                      <a:pt x="390" y="55"/>
                      <a:pt x="386" y="52"/>
                      <a:pt x="386" y="53"/>
                    </a:cubicBezTo>
                    <a:cubicBezTo>
                      <a:pt x="386" y="56"/>
                      <a:pt x="393" y="61"/>
                      <a:pt x="394" y="62"/>
                    </a:cubicBezTo>
                    <a:cubicBezTo>
                      <a:pt x="395" y="62"/>
                      <a:pt x="396" y="63"/>
                      <a:pt x="397" y="62"/>
                    </a:cubicBezTo>
                    <a:cubicBezTo>
                      <a:pt x="400" y="64"/>
                      <a:pt x="397" y="64"/>
                      <a:pt x="399" y="66"/>
                    </a:cubicBezTo>
                    <a:cubicBezTo>
                      <a:pt x="409" y="69"/>
                      <a:pt x="409" y="69"/>
                      <a:pt x="409" y="69"/>
                    </a:cubicBezTo>
                    <a:cubicBezTo>
                      <a:pt x="408" y="69"/>
                      <a:pt x="410" y="73"/>
                      <a:pt x="407" y="71"/>
                    </a:cubicBezTo>
                    <a:cubicBezTo>
                      <a:pt x="412" y="76"/>
                      <a:pt x="417" y="77"/>
                      <a:pt x="422" y="80"/>
                    </a:cubicBezTo>
                    <a:cubicBezTo>
                      <a:pt x="423" y="82"/>
                      <a:pt x="428" y="87"/>
                      <a:pt x="430" y="89"/>
                    </a:cubicBezTo>
                    <a:cubicBezTo>
                      <a:pt x="429" y="90"/>
                      <a:pt x="428" y="87"/>
                      <a:pt x="427" y="87"/>
                    </a:cubicBezTo>
                    <a:cubicBezTo>
                      <a:pt x="428" y="91"/>
                      <a:pt x="428" y="91"/>
                      <a:pt x="428" y="91"/>
                    </a:cubicBezTo>
                    <a:cubicBezTo>
                      <a:pt x="425" y="87"/>
                      <a:pt x="427" y="93"/>
                      <a:pt x="424" y="91"/>
                    </a:cubicBezTo>
                    <a:cubicBezTo>
                      <a:pt x="428" y="94"/>
                      <a:pt x="432" y="102"/>
                      <a:pt x="435" y="107"/>
                    </a:cubicBezTo>
                    <a:cubicBezTo>
                      <a:pt x="435" y="102"/>
                      <a:pt x="440" y="113"/>
                      <a:pt x="443" y="111"/>
                    </a:cubicBezTo>
                    <a:cubicBezTo>
                      <a:pt x="447" y="117"/>
                      <a:pt x="443" y="115"/>
                      <a:pt x="443" y="118"/>
                    </a:cubicBezTo>
                    <a:cubicBezTo>
                      <a:pt x="448" y="124"/>
                      <a:pt x="451" y="130"/>
                      <a:pt x="453" y="136"/>
                    </a:cubicBezTo>
                    <a:cubicBezTo>
                      <a:pt x="453" y="136"/>
                      <a:pt x="453" y="136"/>
                      <a:pt x="453" y="136"/>
                    </a:cubicBezTo>
                    <a:cubicBezTo>
                      <a:pt x="456" y="141"/>
                      <a:pt x="459" y="150"/>
                      <a:pt x="464" y="155"/>
                    </a:cubicBezTo>
                    <a:cubicBezTo>
                      <a:pt x="463" y="154"/>
                      <a:pt x="463" y="155"/>
                      <a:pt x="462" y="154"/>
                    </a:cubicBezTo>
                    <a:cubicBezTo>
                      <a:pt x="463" y="160"/>
                      <a:pt x="465" y="154"/>
                      <a:pt x="466" y="161"/>
                    </a:cubicBezTo>
                    <a:cubicBezTo>
                      <a:pt x="465" y="160"/>
                      <a:pt x="465" y="160"/>
                      <a:pt x="465" y="160"/>
                    </a:cubicBezTo>
                    <a:cubicBezTo>
                      <a:pt x="467" y="164"/>
                      <a:pt x="467" y="169"/>
                      <a:pt x="470" y="173"/>
                    </a:cubicBezTo>
                    <a:cubicBezTo>
                      <a:pt x="469" y="174"/>
                      <a:pt x="469" y="173"/>
                      <a:pt x="468" y="172"/>
                    </a:cubicBezTo>
                    <a:cubicBezTo>
                      <a:pt x="470" y="177"/>
                      <a:pt x="471" y="182"/>
                      <a:pt x="474" y="186"/>
                    </a:cubicBezTo>
                    <a:cubicBezTo>
                      <a:pt x="473" y="186"/>
                      <a:pt x="472" y="186"/>
                      <a:pt x="471" y="184"/>
                    </a:cubicBezTo>
                    <a:cubicBezTo>
                      <a:pt x="471" y="189"/>
                      <a:pt x="474" y="189"/>
                      <a:pt x="474" y="193"/>
                    </a:cubicBezTo>
                    <a:cubicBezTo>
                      <a:pt x="475" y="194"/>
                      <a:pt x="474" y="197"/>
                      <a:pt x="474" y="196"/>
                    </a:cubicBezTo>
                    <a:cubicBezTo>
                      <a:pt x="475" y="198"/>
                      <a:pt x="476" y="205"/>
                      <a:pt x="477" y="207"/>
                    </a:cubicBezTo>
                    <a:cubicBezTo>
                      <a:pt x="476" y="208"/>
                      <a:pt x="476" y="209"/>
                      <a:pt x="475" y="212"/>
                    </a:cubicBezTo>
                    <a:cubicBezTo>
                      <a:pt x="478" y="236"/>
                      <a:pt x="473" y="260"/>
                      <a:pt x="467" y="283"/>
                    </a:cubicBezTo>
                    <a:cubicBezTo>
                      <a:pt x="463" y="286"/>
                      <a:pt x="467" y="277"/>
                      <a:pt x="464" y="279"/>
                    </a:cubicBezTo>
                    <a:cubicBezTo>
                      <a:pt x="467" y="280"/>
                      <a:pt x="464" y="283"/>
                      <a:pt x="461" y="290"/>
                    </a:cubicBezTo>
                    <a:cubicBezTo>
                      <a:pt x="461" y="290"/>
                      <a:pt x="461" y="290"/>
                      <a:pt x="461" y="290"/>
                    </a:cubicBezTo>
                    <a:cubicBezTo>
                      <a:pt x="460" y="293"/>
                      <a:pt x="458" y="294"/>
                      <a:pt x="457" y="297"/>
                    </a:cubicBezTo>
                    <a:cubicBezTo>
                      <a:pt x="458" y="297"/>
                      <a:pt x="458" y="297"/>
                      <a:pt x="458" y="297"/>
                    </a:cubicBezTo>
                    <a:cubicBezTo>
                      <a:pt x="458" y="301"/>
                      <a:pt x="452" y="303"/>
                      <a:pt x="453" y="306"/>
                    </a:cubicBezTo>
                    <a:cubicBezTo>
                      <a:pt x="451" y="307"/>
                      <a:pt x="451" y="307"/>
                      <a:pt x="451" y="307"/>
                    </a:cubicBezTo>
                    <a:cubicBezTo>
                      <a:pt x="451" y="312"/>
                      <a:pt x="447" y="312"/>
                      <a:pt x="447" y="316"/>
                    </a:cubicBezTo>
                    <a:cubicBezTo>
                      <a:pt x="447" y="316"/>
                      <a:pt x="447" y="316"/>
                      <a:pt x="447" y="316"/>
                    </a:cubicBezTo>
                    <a:cubicBezTo>
                      <a:pt x="443" y="320"/>
                      <a:pt x="442" y="327"/>
                      <a:pt x="439" y="328"/>
                    </a:cubicBezTo>
                    <a:cubicBezTo>
                      <a:pt x="437" y="332"/>
                      <a:pt x="434" y="337"/>
                      <a:pt x="435" y="339"/>
                    </a:cubicBezTo>
                    <a:cubicBezTo>
                      <a:pt x="433" y="339"/>
                      <a:pt x="433" y="338"/>
                      <a:pt x="433" y="337"/>
                    </a:cubicBezTo>
                    <a:cubicBezTo>
                      <a:pt x="422" y="352"/>
                      <a:pt x="406" y="365"/>
                      <a:pt x="395" y="377"/>
                    </a:cubicBezTo>
                    <a:cubicBezTo>
                      <a:pt x="394" y="378"/>
                      <a:pt x="395" y="377"/>
                      <a:pt x="395" y="376"/>
                    </a:cubicBezTo>
                    <a:cubicBezTo>
                      <a:pt x="389" y="385"/>
                      <a:pt x="378" y="390"/>
                      <a:pt x="378" y="398"/>
                    </a:cubicBezTo>
                    <a:cubicBezTo>
                      <a:pt x="377" y="402"/>
                      <a:pt x="377" y="402"/>
                      <a:pt x="377" y="402"/>
                    </a:cubicBezTo>
                    <a:cubicBezTo>
                      <a:pt x="375" y="403"/>
                      <a:pt x="375" y="402"/>
                      <a:pt x="373" y="403"/>
                    </a:cubicBezTo>
                    <a:cubicBezTo>
                      <a:pt x="373" y="406"/>
                      <a:pt x="368" y="411"/>
                      <a:pt x="369" y="413"/>
                    </a:cubicBezTo>
                    <a:cubicBezTo>
                      <a:pt x="368" y="414"/>
                      <a:pt x="369" y="412"/>
                      <a:pt x="368" y="412"/>
                    </a:cubicBezTo>
                    <a:cubicBezTo>
                      <a:pt x="365" y="416"/>
                      <a:pt x="365" y="422"/>
                      <a:pt x="363" y="426"/>
                    </a:cubicBezTo>
                    <a:cubicBezTo>
                      <a:pt x="363" y="424"/>
                      <a:pt x="363" y="424"/>
                      <a:pt x="363" y="424"/>
                    </a:cubicBezTo>
                    <a:cubicBezTo>
                      <a:pt x="349" y="443"/>
                      <a:pt x="340" y="473"/>
                      <a:pt x="342" y="493"/>
                    </a:cubicBezTo>
                    <a:cubicBezTo>
                      <a:pt x="343" y="498"/>
                      <a:pt x="340" y="495"/>
                      <a:pt x="340" y="497"/>
                    </a:cubicBezTo>
                    <a:cubicBezTo>
                      <a:pt x="342" y="517"/>
                      <a:pt x="338" y="542"/>
                      <a:pt x="349" y="558"/>
                    </a:cubicBezTo>
                    <a:cubicBezTo>
                      <a:pt x="355" y="570"/>
                      <a:pt x="363" y="573"/>
                      <a:pt x="363" y="573"/>
                    </a:cubicBezTo>
                    <a:cubicBezTo>
                      <a:pt x="346" y="542"/>
                      <a:pt x="349" y="513"/>
                      <a:pt x="356" y="481"/>
                    </a:cubicBezTo>
                    <a:cubicBezTo>
                      <a:pt x="356" y="470"/>
                      <a:pt x="359" y="457"/>
                      <a:pt x="363" y="448"/>
                    </a:cubicBezTo>
                    <a:cubicBezTo>
                      <a:pt x="376" y="404"/>
                      <a:pt x="410" y="388"/>
                      <a:pt x="444" y="349"/>
                    </a:cubicBezTo>
                    <a:cubicBezTo>
                      <a:pt x="442" y="350"/>
                      <a:pt x="443" y="348"/>
                      <a:pt x="444" y="346"/>
                    </a:cubicBezTo>
                    <a:cubicBezTo>
                      <a:pt x="445" y="345"/>
                      <a:pt x="445" y="345"/>
                      <a:pt x="445" y="345"/>
                    </a:cubicBezTo>
                    <a:cubicBezTo>
                      <a:pt x="446" y="342"/>
                      <a:pt x="446" y="342"/>
                      <a:pt x="446" y="342"/>
                    </a:cubicBezTo>
                    <a:cubicBezTo>
                      <a:pt x="448" y="339"/>
                      <a:pt x="449" y="341"/>
                      <a:pt x="447" y="344"/>
                    </a:cubicBezTo>
                    <a:cubicBezTo>
                      <a:pt x="459" y="329"/>
                      <a:pt x="467" y="314"/>
                      <a:pt x="475" y="297"/>
                    </a:cubicBezTo>
                    <a:cubicBezTo>
                      <a:pt x="474" y="295"/>
                      <a:pt x="479" y="288"/>
                      <a:pt x="477" y="286"/>
                    </a:cubicBezTo>
                    <a:cubicBezTo>
                      <a:pt x="478" y="286"/>
                      <a:pt x="478" y="286"/>
                      <a:pt x="478" y="287"/>
                    </a:cubicBezTo>
                    <a:cubicBezTo>
                      <a:pt x="481" y="274"/>
                      <a:pt x="482" y="274"/>
                      <a:pt x="487" y="263"/>
                    </a:cubicBezTo>
                    <a:cubicBezTo>
                      <a:pt x="501" y="211"/>
                      <a:pt x="485" y="161"/>
                      <a:pt x="463" y="118"/>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4" name="Rectangle 77"/>
              <p:cNvSpPr>
                <a:spLocks noChangeArrowheads="1"/>
              </p:cNvSpPr>
              <p:nvPr/>
            </p:nvSpPr>
            <p:spPr bwMode="auto">
              <a:xfrm>
                <a:off x="4586" y="1893"/>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5" name="Freeform 78"/>
              <p:cNvSpPr/>
              <p:nvPr/>
            </p:nvSpPr>
            <p:spPr bwMode="auto">
              <a:xfrm>
                <a:off x="3937" y="2817"/>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6" name="Freeform 79"/>
              <p:cNvSpPr/>
              <p:nvPr/>
            </p:nvSpPr>
            <p:spPr bwMode="auto">
              <a:xfrm>
                <a:off x="4629" y="1859"/>
                <a:ext cx="2" cy="2"/>
              </a:xfrm>
              <a:custGeom>
                <a:avLst/>
                <a:gdLst>
                  <a:gd name="T0" fmla="*/ 2 w 2"/>
                  <a:gd name="T1" fmla="*/ 2 h 2"/>
                  <a:gd name="T2" fmla="*/ 2 w 2"/>
                  <a:gd name="T3" fmla="*/ 2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2"/>
                    </a:lnTo>
                    <a:lnTo>
                      <a:pt x="0" y="0"/>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7" name="Freeform 80"/>
              <p:cNvSpPr/>
              <p:nvPr/>
            </p:nvSpPr>
            <p:spPr bwMode="auto">
              <a:xfrm>
                <a:off x="3967" y="28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8" name="Freeform 81"/>
              <p:cNvSpPr/>
              <p:nvPr/>
            </p:nvSpPr>
            <p:spPr bwMode="auto">
              <a:xfrm>
                <a:off x="4618" y="1878"/>
                <a:ext cx="2" cy="4"/>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0"/>
                      <a:pt x="1" y="2"/>
                      <a:pt x="1" y="2"/>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9" name="Freeform 82"/>
              <p:cNvSpPr/>
              <p:nvPr/>
            </p:nvSpPr>
            <p:spPr bwMode="auto">
              <a:xfrm>
                <a:off x="3814" y="226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0" name="Freeform 83"/>
              <p:cNvSpPr/>
              <p:nvPr/>
            </p:nvSpPr>
            <p:spPr bwMode="auto">
              <a:xfrm>
                <a:off x="3876" y="243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1" name="Freeform 84"/>
              <p:cNvSpPr/>
              <p:nvPr/>
            </p:nvSpPr>
            <p:spPr bwMode="auto">
              <a:xfrm>
                <a:off x="4618" y="187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2" name="Freeform 85"/>
              <p:cNvSpPr/>
              <p:nvPr/>
            </p:nvSpPr>
            <p:spPr bwMode="auto">
              <a:xfrm>
                <a:off x="3801" y="227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3" name="Freeform 86"/>
              <p:cNvSpPr/>
              <p:nvPr/>
            </p:nvSpPr>
            <p:spPr bwMode="auto">
              <a:xfrm>
                <a:off x="3808" y="2266"/>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0"/>
                      <a:pt x="1" y="1"/>
                      <a:pt x="1"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4" name="Freeform 87"/>
              <p:cNvSpPr/>
              <p:nvPr/>
            </p:nvSpPr>
            <p:spPr bwMode="auto">
              <a:xfrm>
                <a:off x="3878" y="2393"/>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5" name="Freeform 88"/>
              <p:cNvSpPr/>
              <p:nvPr/>
            </p:nvSpPr>
            <p:spPr bwMode="auto">
              <a:xfrm>
                <a:off x="3810" y="2266"/>
                <a:ext cx="6" cy="0"/>
              </a:xfrm>
              <a:custGeom>
                <a:avLst/>
                <a:gdLst>
                  <a:gd name="T0" fmla="*/ 1 w 3"/>
                  <a:gd name="T1" fmla="*/ 0 w 3"/>
                  <a:gd name="T2" fmla="*/ 1 w 3"/>
                </a:gdLst>
                <a:ahLst/>
                <a:cxnLst>
                  <a:cxn ang="0">
                    <a:pos x="T0" y="0"/>
                  </a:cxn>
                  <a:cxn ang="0">
                    <a:pos x="T1" y="0"/>
                  </a:cxn>
                  <a:cxn ang="0">
                    <a:pos x="T2" y="0"/>
                  </a:cxn>
                </a:cxnLst>
                <a:rect l="0" t="0" r="r" b="b"/>
                <a:pathLst>
                  <a:path w="3">
                    <a:moveTo>
                      <a:pt x="1" y="0"/>
                    </a:moveTo>
                    <a:cubicBezTo>
                      <a:pt x="0" y="0"/>
                      <a:pt x="0" y="0"/>
                      <a:pt x="0" y="0"/>
                    </a:cubicBezTo>
                    <a:cubicBezTo>
                      <a:pt x="3"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6" name="Freeform 89"/>
              <p:cNvSpPr/>
              <p:nvPr/>
            </p:nvSpPr>
            <p:spPr bwMode="auto">
              <a:xfrm>
                <a:off x="3935" y="224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7" name="Freeform 90"/>
              <p:cNvSpPr/>
              <p:nvPr/>
            </p:nvSpPr>
            <p:spPr bwMode="auto">
              <a:xfrm>
                <a:off x="3876" y="2213"/>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8" name="Oval 91"/>
              <p:cNvSpPr>
                <a:spLocks noChangeArrowheads="1"/>
              </p:cNvSpPr>
              <p:nvPr/>
            </p:nvSpPr>
            <p:spPr bwMode="auto">
              <a:xfrm>
                <a:off x="3814" y="2266"/>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9" name="Freeform 92"/>
              <p:cNvSpPr/>
              <p:nvPr/>
            </p:nvSpPr>
            <p:spPr bwMode="auto">
              <a:xfrm>
                <a:off x="3801" y="2007"/>
                <a:ext cx="5" cy="7"/>
              </a:xfrm>
              <a:custGeom>
                <a:avLst/>
                <a:gdLst>
                  <a:gd name="T0" fmla="*/ 1 w 2"/>
                  <a:gd name="T1" fmla="*/ 0 h 3"/>
                  <a:gd name="T2" fmla="*/ 2 w 2"/>
                  <a:gd name="T3" fmla="*/ 3 h 3"/>
                  <a:gd name="T4" fmla="*/ 1 w 2"/>
                  <a:gd name="T5" fmla="*/ 2 h 3"/>
                  <a:gd name="T6" fmla="*/ 1 w 2"/>
                  <a:gd name="T7" fmla="*/ 0 h 3"/>
                </a:gdLst>
                <a:ahLst/>
                <a:cxnLst>
                  <a:cxn ang="0">
                    <a:pos x="T0" y="T1"/>
                  </a:cxn>
                  <a:cxn ang="0">
                    <a:pos x="T2" y="T3"/>
                  </a:cxn>
                  <a:cxn ang="0">
                    <a:pos x="T4" y="T5"/>
                  </a:cxn>
                  <a:cxn ang="0">
                    <a:pos x="T6" y="T7"/>
                  </a:cxn>
                </a:cxnLst>
                <a:rect l="0" t="0" r="r" b="b"/>
                <a:pathLst>
                  <a:path w="2" h="3">
                    <a:moveTo>
                      <a:pt x="1" y="0"/>
                    </a:moveTo>
                    <a:cubicBezTo>
                      <a:pt x="0" y="0"/>
                      <a:pt x="0" y="1"/>
                      <a:pt x="2" y="3"/>
                    </a:cubicBezTo>
                    <a:cubicBezTo>
                      <a:pt x="1" y="2"/>
                      <a:pt x="1" y="2"/>
                      <a:pt x="1" y="2"/>
                    </a:cubicBezTo>
                    <a:cubicBezTo>
                      <a:pt x="1" y="1"/>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0" name="Freeform 93"/>
              <p:cNvSpPr/>
              <p:nvPr/>
            </p:nvSpPr>
            <p:spPr bwMode="auto">
              <a:xfrm>
                <a:off x="3837" y="24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1" name="Freeform 94"/>
              <p:cNvSpPr/>
              <p:nvPr/>
            </p:nvSpPr>
            <p:spPr bwMode="auto">
              <a:xfrm>
                <a:off x="4398" y="2296"/>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2" name="Freeform 95"/>
              <p:cNvSpPr/>
              <p:nvPr/>
            </p:nvSpPr>
            <p:spPr bwMode="auto">
              <a:xfrm>
                <a:off x="4376" y="2249"/>
                <a:ext cx="227" cy="119"/>
              </a:xfrm>
              <a:custGeom>
                <a:avLst/>
                <a:gdLst>
                  <a:gd name="T0" fmla="*/ 90 w 107"/>
                  <a:gd name="T1" fmla="*/ 34 h 56"/>
                  <a:gd name="T2" fmla="*/ 75 w 107"/>
                  <a:gd name="T3" fmla="*/ 23 h 56"/>
                  <a:gd name="T4" fmla="*/ 59 w 107"/>
                  <a:gd name="T5" fmla="*/ 22 h 56"/>
                  <a:gd name="T6" fmla="*/ 54 w 107"/>
                  <a:gd name="T7" fmla="*/ 18 h 56"/>
                  <a:gd name="T8" fmla="*/ 44 w 107"/>
                  <a:gd name="T9" fmla="*/ 13 h 56"/>
                  <a:gd name="T10" fmla="*/ 37 w 107"/>
                  <a:gd name="T11" fmla="*/ 9 h 56"/>
                  <a:gd name="T12" fmla="*/ 30 w 107"/>
                  <a:gd name="T13" fmla="*/ 11 h 56"/>
                  <a:gd name="T14" fmla="*/ 20 w 107"/>
                  <a:gd name="T15" fmla="*/ 8 h 56"/>
                  <a:gd name="T16" fmla="*/ 15 w 107"/>
                  <a:gd name="T17" fmla="*/ 6 h 56"/>
                  <a:gd name="T18" fmla="*/ 9 w 107"/>
                  <a:gd name="T19" fmla="*/ 1 h 56"/>
                  <a:gd name="T20" fmla="*/ 6 w 107"/>
                  <a:gd name="T21" fmla="*/ 1 h 56"/>
                  <a:gd name="T22" fmla="*/ 3 w 107"/>
                  <a:gd name="T23" fmla="*/ 3 h 56"/>
                  <a:gd name="T24" fmla="*/ 0 w 107"/>
                  <a:gd name="T25" fmla="*/ 5 h 56"/>
                  <a:gd name="T26" fmla="*/ 1 w 107"/>
                  <a:gd name="T27" fmla="*/ 8 h 56"/>
                  <a:gd name="T28" fmla="*/ 6 w 107"/>
                  <a:gd name="T29" fmla="*/ 9 h 56"/>
                  <a:gd name="T30" fmla="*/ 8 w 107"/>
                  <a:gd name="T31" fmla="*/ 14 h 56"/>
                  <a:gd name="T32" fmla="*/ 3 w 107"/>
                  <a:gd name="T33" fmla="*/ 19 h 56"/>
                  <a:gd name="T34" fmla="*/ 5 w 107"/>
                  <a:gd name="T35" fmla="*/ 20 h 56"/>
                  <a:gd name="T36" fmla="*/ 8 w 107"/>
                  <a:gd name="T37" fmla="*/ 18 h 56"/>
                  <a:gd name="T38" fmla="*/ 8 w 107"/>
                  <a:gd name="T39" fmla="*/ 20 h 56"/>
                  <a:gd name="T40" fmla="*/ 12 w 107"/>
                  <a:gd name="T41" fmla="*/ 17 h 56"/>
                  <a:gd name="T42" fmla="*/ 11 w 107"/>
                  <a:gd name="T43" fmla="*/ 22 h 56"/>
                  <a:gd name="T44" fmla="*/ 11 w 107"/>
                  <a:gd name="T45" fmla="*/ 25 h 56"/>
                  <a:gd name="T46" fmla="*/ 13 w 107"/>
                  <a:gd name="T47" fmla="*/ 23 h 56"/>
                  <a:gd name="T48" fmla="*/ 14 w 107"/>
                  <a:gd name="T49" fmla="*/ 25 h 56"/>
                  <a:gd name="T50" fmla="*/ 17 w 107"/>
                  <a:gd name="T51" fmla="*/ 22 h 56"/>
                  <a:gd name="T52" fmla="*/ 21 w 107"/>
                  <a:gd name="T53" fmla="*/ 18 h 56"/>
                  <a:gd name="T54" fmla="*/ 20 w 107"/>
                  <a:gd name="T55" fmla="*/ 23 h 56"/>
                  <a:gd name="T56" fmla="*/ 24 w 107"/>
                  <a:gd name="T57" fmla="*/ 26 h 56"/>
                  <a:gd name="T58" fmla="*/ 26 w 107"/>
                  <a:gd name="T59" fmla="*/ 27 h 56"/>
                  <a:gd name="T60" fmla="*/ 28 w 107"/>
                  <a:gd name="T61" fmla="*/ 27 h 56"/>
                  <a:gd name="T62" fmla="*/ 33 w 107"/>
                  <a:gd name="T63" fmla="*/ 29 h 56"/>
                  <a:gd name="T64" fmla="*/ 35 w 107"/>
                  <a:gd name="T65" fmla="*/ 30 h 56"/>
                  <a:gd name="T66" fmla="*/ 36 w 107"/>
                  <a:gd name="T67" fmla="*/ 30 h 56"/>
                  <a:gd name="T68" fmla="*/ 38 w 107"/>
                  <a:gd name="T69" fmla="*/ 28 h 56"/>
                  <a:gd name="T70" fmla="*/ 39 w 107"/>
                  <a:gd name="T71" fmla="*/ 31 h 56"/>
                  <a:gd name="T72" fmla="*/ 41 w 107"/>
                  <a:gd name="T73" fmla="*/ 30 h 56"/>
                  <a:gd name="T74" fmla="*/ 44 w 107"/>
                  <a:gd name="T75" fmla="*/ 33 h 56"/>
                  <a:gd name="T76" fmla="*/ 48 w 107"/>
                  <a:gd name="T77" fmla="*/ 34 h 56"/>
                  <a:gd name="T78" fmla="*/ 50 w 107"/>
                  <a:gd name="T79" fmla="*/ 37 h 56"/>
                  <a:gd name="T80" fmla="*/ 52 w 107"/>
                  <a:gd name="T81" fmla="*/ 36 h 56"/>
                  <a:gd name="T82" fmla="*/ 52 w 107"/>
                  <a:gd name="T83" fmla="*/ 37 h 56"/>
                  <a:gd name="T84" fmla="*/ 55 w 107"/>
                  <a:gd name="T85" fmla="*/ 37 h 56"/>
                  <a:gd name="T86" fmla="*/ 58 w 107"/>
                  <a:gd name="T87" fmla="*/ 38 h 56"/>
                  <a:gd name="T88" fmla="*/ 61 w 107"/>
                  <a:gd name="T89" fmla="*/ 38 h 56"/>
                  <a:gd name="T90" fmla="*/ 67 w 107"/>
                  <a:gd name="T91" fmla="*/ 33 h 56"/>
                  <a:gd name="T92" fmla="*/ 67 w 107"/>
                  <a:gd name="T93" fmla="*/ 38 h 56"/>
                  <a:gd name="T94" fmla="*/ 71 w 107"/>
                  <a:gd name="T95" fmla="*/ 39 h 56"/>
                  <a:gd name="T96" fmla="*/ 73 w 107"/>
                  <a:gd name="T97" fmla="*/ 40 h 56"/>
                  <a:gd name="T98" fmla="*/ 79 w 107"/>
                  <a:gd name="T99" fmla="*/ 44 h 56"/>
                  <a:gd name="T100" fmla="*/ 81 w 107"/>
                  <a:gd name="T101" fmla="*/ 46 h 56"/>
                  <a:gd name="T102" fmla="*/ 90 w 107"/>
                  <a:gd name="T103" fmla="*/ 46 h 56"/>
                  <a:gd name="T104" fmla="*/ 93 w 107"/>
                  <a:gd name="T105" fmla="*/ 4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56">
                    <a:moveTo>
                      <a:pt x="102" y="41"/>
                    </a:moveTo>
                    <a:cubicBezTo>
                      <a:pt x="101" y="41"/>
                      <a:pt x="100" y="41"/>
                      <a:pt x="100" y="40"/>
                    </a:cubicBezTo>
                    <a:cubicBezTo>
                      <a:pt x="96" y="38"/>
                      <a:pt x="96" y="32"/>
                      <a:pt x="92" y="32"/>
                    </a:cubicBezTo>
                    <a:cubicBezTo>
                      <a:pt x="91" y="33"/>
                      <a:pt x="91" y="34"/>
                      <a:pt x="90" y="34"/>
                    </a:cubicBezTo>
                    <a:cubicBezTo>
                      <a:pt x="91" y="33"/>
                      <a:pt x="91" y="33"/>
                      <a:pt x="91" y="33"/>
                    </a:cubicBezTo>
                    <a:cubicBezTo>
                      <a:pt x="90" y="34"/>
                      <a:pt x="90" y="34"/>
                      <a:pt x="90" y="34"/>
                    </a:cubicBezTo>
                    <a:cubicBezTo>
                      <a:pt x="89" y="34"/>
                      <a:pt x="90" y="33"/>
                      <a:pt x="91" y="33"/>
                    </a:cubicBezTo>
                    <a:cubicBezTo>
                      <a:pt x="89" y="32"/>
                      <a:pt x="88" y="32"/>
                      <a:pt x="87" y="31"/>
                    </a:cubicBezTo>
                    <a:cubicBezTo>
                      <a:pt x="86" y="32"/>
                      <a:pt x="86" y="30"/>
                      <a:pt x="85" y="32"/>
                    </a:cubicBezTo>
                    <a:cubicBezTo>
                      <a:pt x="86" y="31"/>
                      <a:pt x="86" y="31"/>
                      <a:pt x="86" y="31"/>
                    </a:cubicBezTo>
                    <a:cubicBezTo>
                      <a:pt x="84" y="32"/>
                      <a:pt x="84" y="32"/>
                      <a:pt x="85" y="29"/>
                    </a:cubicBezTo>
                    <a:cubicBezTo>
                      <a:pt x="82" y="25"/>
                      <a:pt x="78" y="26"/>
                      <a:pt x="75" y="23"/>
                    </a:cubicBezTo>
                    <a:cubicBezTo>
                      <a:pt x="72" y="22"/>
                      <a:pt x="68" y="22"/>
                      <a:pt x="64" y="21"/>
                    </a:cubicBezTo>
                    <a:cubicBezTo>
                      <a:pt x="62" y="24"/>
                      <a:pt x="62" y="23"/>
                      <a:pt x="60" y="25"/>
                    </a:cubicBezTo>
                    <a:cubicBezTo>
                      <a:pt x="61" y="24"/>
                      <a:pt x="61" y="24"/>
                      <a:pt x="61" y="24"/>
                    </a:cubicBezTo>
                    <a:cubicBezTo>
                      <a:pt x="60" y="25"/>
                      <a:pt x="60" y="24"/>
                      <a:pt x="60" y="22"/>
                    </a:cubicBezTo>
                    <a:cubicBezTo>
                      <a:pt x="60" y="23"/>
                      <a:pt x="60" y="22"/>
                      <a:pt x="59" y="24"/>
                    </a:cubicBezTo>
                    <a:cubicBezTo>
                      <a:pt x="58" y="26"/>
                      <a:pt x="60" y="21"/>
                      <a:pt x="59" y="22"/>
                    </a:cubicBezTo>
                    <a:cubicBezTo>
                      <a:pt x="60" y="21"/>
                      <a:pt x="59" y="23"/>
                      <a:pt x="59" y="22"/>
                    </a:cubicBezTo>
                    <a:cubicBezTo>
                      <a:pt x="57" y="24"/>
                      <a:pt x="60" y="22"/>
                      <a:pt x="59" y="19"/>
                    </a:cubicBezTo>
                    <a:cubicBezTo>
                      <a:pt x="57" y="19"/>
                      <a:pt x="55" y="20"/>
                      <a:pt x="54" y="19"/>
                    </a:cubicBezTo>
                    <a:cubicBezTo>
                      <a:pt x="54" y="19"/>
                      <a:pt x="54" y="20"/>
                      <a:pt x="54" y="20"/>
                    </a:cubicBezTo>
                    <a:cubicBezTo>
                      <a:pt x="55" y="17"/>
                      <a:pt x="53" y="21"/>
                      <a:pt x="53" y="19"/>
                    </a:cubicBezTo>
                    <a:cubicBezTo>
                      <a:pt x="53" y="19"/>
                      <a:pt x="53" y="19"/>
                      <a:pt x="54" y="18"/>
                    </a:cubicBezTo>
                    <a:cubicBezTo>
                      <a:pt x="54" y="17"/>
                      <a:pt x="52" y="18"/>
                      <a:pt x="52" y="17"/>
                    </a:cubicBezTo>
                    <a:cubicBezTo>
                      <a:pt x="51" y="18"/>
                      <a:pt x="52" y="15"/>
                      <a:pt x="51" y="16"/>
                    </a:cubicBezTo>
                    <a:cubicBezTo>
                      <a:pt x="51" y="15"/>
                      <a:pt x="51" y="15"/>
                      <a:pt x="51" y="15"/>
                    </a:cubicBezTo>
                    <a:cubicBezTo>
                      <a:pt x="49" y="18"/>
                      <a:pt x="50" y="13"/>
                      <a:pt x="49" y="15"/>
                    </a:cubicBezTo>
                    <a:cubicBezTo>
                      <a:pt x="49" y="14"/>
                      <a:pt x="49" y="14"/>
                      <a:pt x="49" y="14"/>
                    </a:cubicBezTo>
                    <a:cubicBezTo>
                      <a:pt x="47" y="14"/>
                      <a:pt x="46" y="12"/>
                      <a:pt x="44" y="13"/>
                    </a:cubicBezTo>
                    <a:cubicBezTo>
                      <a:pt x="43" y="13"/>
                      <a:pt x="43" y="10"/>
                      <a:pt x="41" y="11"/>
                    </a:cubicBezTo>
                    <a:cubicBezTo>
                      <a:pt x="40" y="12"/>
                      <a:pt x="40" y="12"/>
                      <a:pt x="40" y="12"/>
                    </a:cubicBezTo>
                    <a:cubicBezTo>
                      <a:pt x="40" y="12"/>
                      <a:pt x="41" y="11"/>
                      <a:pt x="41" y="11"/>
                    </a:cubicBezTo>
                    <a:cubicBezTo>
                      <a:pt x="40" y="12"/>
                      <a:pt x="40" y="10"/>
                      <a:pt x="39" y="10"/>
                    </a:cubicBezTo>
                    <a:cubicBezTo>
                      <a:pt x="39" y="10"/>
                      <a:pt x="39" y="10"/>
                      <a:pt x="39" y="11"/>
                    </a:cubicBezTo>
                    <a:cubicBezTo>
                      <a:pt x="39" y="9"/>
                      <a:pt x="37" y="11"/>
                      <a:pt x="37" y="9"/>
                    </a:cubicBezTo>
                    <a:cubicBezTo>
                      <a:pt x="35" y="12"/>
                      <a:pt x="35" y="11"/>
                      <a:pt x="35" y="11"/>
                    </a:cubicBezTo>
                    <a:cubicBezTo>
                      <a:pt x="35" y="11"/>
                      <a:pt x="35" y="10"/>
                      <a:pt x="35" y="10"/>
                    </a:cubicBezTo>
                    <a:cubicBezTo>
                      <a:pt x="35" y="10"/>
                      <a:pt x="34" y="10"/>
                      <a:pt x="34" y="9"/>
                    </a:cubicBezTo>
                    <a:cubicBezTo>
                      <a:pt x="34" y="9"/>
                      <a:pt x="33" y="11"/>
                      <a:pt x="33" y="10"/>
                    </a:cubicBezTo>
                    <a:cubicBezTo>
                      <a:pt x="34" y="8"/>
                      <a:pt x="32" y="10"/>
                      <a:pt x="32" y="9"/>
                    </a:cubicBezTo>
                    <a:cubicBezTo>
                      <a:pt x="31" y="10"/>
                      <a:pt x="30" y="12"/>
                      <a:pt x="30" y="11"/>
                    </a:cubicBezTo>
                    <a:cubicBezTo>
                      <a:pt x="32" y="8"/>
                      <a:pt x="32" y="8"/>
                      <a:pt x="32" y="8"/>
                    </a:cubicBezTo>
                    <a:cubicBezTo>
                      <a:pt x="30" y="9"/>
                      <a:pt x="30" y="6"/>
                      <a:pt x="27" y="8"/>
                    </a:cubicBezTo>
                    <a:cubicBezTo>
                      <a:pt x="28" y="7"/>
                      <a:pt x="28" y="7"/>
                      <a:pt x="28" y="7"/>
                    </a:cubicBezTo>
                    <a:cubicBezTo>
                      <a:pt x="26" y="8"/>
                      <a:pt x="25" y="5"/>
                      <a:pt x="23" y="7"/>
                    </a:cubicBezTo>
                    <a:cubicBezTo>
                      <a:pt x="23" y="6"/>
                      <a:pt x="23" y="6"/>
                      <a:pt x="22" y="5"/>
                    </a:cubicBezTo>
                    <a:cubicBezTo>
                      <a:pt x="21" y="7"/>
                      <a:pt x="21" y="6"/>
                      <a:pt x="20" y="8"/>
                    </a:cubicBezTo>
                    <a:cubicBezTo>
                      <a:pt x="19" y="8"/>
                      <a:pt x="20" y="7"/>
                      <a:pt x="20" y="6"/>
                    </a:cubicBezTo>
                    <a:cubicBezTo>
                      <a:pt x="20" y="6"/>
                      <a:pt x="21" y="3"/>
                      <a:pt x="19" y="5"/>
                    </a:cubicBezTo>
                    <a:cubicBezTo>
                      <a:pt x="20" y="4"/>
                      <a:pt x="20" y="4"/>
                      <a:pt x="20" y="4"/>
                    </a:cubicBezTo>
                    <a:cubicBezTo>
                      <a:pt x="18" y="5"/>
                      <a:pt x="17" y="6"/>
                      <a:pt x="17" y="5"/>
                    </a:cubicBezTo>
                    <a:cubicBezTo>
                      <a:pt x="16" y="6"/>
                      <a:pt x="16" y="6"/>
                      <a:pt x="15" y="7"/>
                    </a:cubicBezTo>
                    <a:cubicBezTo>
                      <a:pt x="15" y="7"/>
                      <a:pt x="16" y="5"/>
                      <a:pt x="15" y="6"/>
                    </a:cubicBezTo>
                    <a:cubicBezTo>
                      <a:pt x="16" y="5"/>
                      <a:pt x="16" y="5"/>
                      <a:pt x="16" y="5"/>
                    </a:cubicBezTo>
                    <a:cubicBezTo>
                      <a:pt x="16" y="4"/>
                      <a:pt x="14" y="4"/>
                      <a:pt x="13" y="4"/>
                    </a:cubicBezTo>
                    <a:cubicBezTo>
                      <a:pt x="14" y="2"/>
                      <a:pt x="11" y="4"/>
                      <a:pt x="12" y="2"/>
                    </a:cubicBezTo>
                    <a:cubicBezTo>
                      <a:pt x="11" y="3"/>
                      <a:pt x="11" y="1"/>
                      <a:pt x="9" y="4"/>
                    </a:cubicBezTo>
                    <a:cubicBezTo>
                      <a:pt x="10" y="3"/>
                      <a:pt x="10" y="3"/>
                      <a:pt x="10" y="3"/>
                    </a:cubicBezTo>
                    <a:cubicBezTo>
                      <a:pt x="9" y="2"/>
                      <a:pt x="9" y="2"/>
                      <a:pt x="9" y="1"/>
                    </a:cubicBezTo>
                    <a:cubicBezTo>
                      <a:pt x="8" y="0"/>
                      <a:pt x="7" y="2"/>
                      <a:pt x="7" y="3"/>
                    </a:cubicBezTo>
                    <a:cubicBezTo>
                      <a:pt x="7" y="1"/>
                      <a:pt x="7" y="1"/>
                      <a:pt x="7" y="1"/>
                    </a:cubicBezTo>
                    <a:cubicBezTo>
                      <a:pt x="7" y="2"/>
                      <a:pt x="5" y="4"/>
                      <a:pt x="4" y="5"/>
                    </a:cubicBezTo>
                    <a:cubicBezTo>
                      <a:pt x="5" y="4"/>
                      <a:pt x="4" y="5"/>
                      <a:pt x="4" y="4"/>
                    </a:cubicBezTo>
                    <a:cubicBezTo>
                      <a:pt x="5" y="3"/>
                      <a:pt x="6" y="2"/>
                      <a:pt x="7" y="1"/>
                    </a:cubicBezTo>
                    <a:cubicBezTo>
                      <a:pt x="7" y="0"/>
                      <a:pt x="5" y="3"/>
                      <a:pt x="6" y="1"/>
                    </a:cubicBezTo>
                    <a:cubicBezTo>
                      <a:pt x="6" y="0"/>
                      <a:pt x="5" y="0"/>
                      <a:pt x="4" y="2"/>
                    </a:cubicBezTo>
                    <a:cubicBezTo>
                      <a:pt x="5" y="1"/>
                      <a:pt x="5" y="1"/>
                      <a:pt x="5" y="0"/>
                    </a:cubicBezTo>
                    <a:cubicBezTo>
                      <a:pt x="5" y="0"/>
                      <a:pt x="5" y="0"/>
                      <a:pt x="4" y="1"/>
                    </a:cubicBezTo>
                    <a:cubicBezTo>
                      <a:pt x="4" y="1"/>
                      <a:pt x="4" y="1"/>
                      <a:pt x="4" y="1"/>
                    </a:cubicBezTo>
                    <a:cubicBezTo>
                      <a:pt x="3" y="2"/>
                      <a:pt x="3" y="2"/>
                      <a:pt x="2" y="4"/>
                    </a:cubicBezTo>
                    <a:cubicBezTo>
                      <a:pt x="2" y="3"/>
                      <a:pt x="3" y="3"/>
                      <a:pt x="3" y="3"/>
                    </a:cubicBezTo>
                    <a:cubicBezTo>
                      <a:pt x="2" y="4"/>
                      <a:pt x="1" y="5"/>
                      <a:pt x="2" y="3"/>
                    </a:cubicBezTo>
                    <a:cubicBezTo>
                      <a:pt x="2" y="2"/>
                      <a:pt x="3" y="2"/>
                      <a:pt x="4" y="1"/>
                    </a:cubicBezTo>
                    <a:cubicBezTo>
                      <a:pt x="1" y="3"/>
                      <a:pt x="1" y="3"/>
                      <a:pt x="1" y="3"/>
                    </a:cubicBezTo>
                    <a:cubicBezTo>
                      <a:pt x="2" y="2"/>
                      <a:pt x="1" y="3"/>
                      <a:pt x="0" y="5"/>
                    </a:cubicBezTo>
                    <a:cubicBezTo>
                      <a:pt x="1" y="4"/>
                      <a:pt x="1" y="4"/>
                      <a:pt x="1" y="4"/>
                    </a:cubicBezTo>
                    <a:cubicBezTo>
                      <a:pt x="0" y="5"/>
                      <a:pt x="0" y="5"/>
                      <a:pt x="0" y="5"/>
                    </a:cubicBezTo>
                    <a:cubicBezTo>
                      <a:pt x="1" y="5"/>
                      <a:pt x="0" y="6"/>
                      <a:pt x="2" y="6"/>
                    </a:cubicBezTo>
                    <a:cubicBezTo>
                      <a:pt x="2" y="4"/>
                      <a:pt x="2" y="4"/>
                      <a:pt x="2" y="4"/>
                    </a:cubicBezTo>
                    <a:cubicBezTo>
                      <a:pt x="3" y="4"/>
                      <a:pt x="4" y="3"/>
                      <a:pt x="3" y="4"/>
                    </a:cubicBezTo>
                    <a:cubicBezTo>
                      <a:pt x="2" y="6"/>
                      <a:pt x="2" y="6"/>
                      <a:pt x="2" y="6"/>
                    </a:cubicBezTo>
                    <a:cubicBezTo>
                      <a:pt x="2" y="6"/>
                      <a:pt x="3" y="6"/>
                      <a:pt x="3" y="6"/>
                    </a:cubicBezTo>
                    <a:cubicBezTo>
                      <a:pt x="1" y="8"/>
                      <a:pt x="1" y="8"/>
                      <a:pt x="1" y="8"/>
                    </a:cubicBezTo>
                    <a:cubicBezTo>
                      <a:pt x="3" y="5"/>
                      <a:pt x="3" y="7"/>
                      <a:pt x="3" y="7"/>
                    </a:cubicBezTo>
                    <a:cubicBezTo>
                      <a:pt x="3" y="7"/>
                      <a:pt x="3" y="7"/>
                      <a:pt x="3" y="7"/>
                    </a:cubicBezTo>
                    <a:cubicBezTo>
                      <a:pt x="2" y="9"/>
                      <a:pt x="3" y="6"/>
                      <a:pt x="4" y="6"/>
                    </a:cubicBezTo>
                    <a:cubicBezTo>
                      <a:pt x="4" y="7"/>
                      <a:pt x="2" y="9"/>
                      <a:pt x="2" y="10"/>
                    </a:cubicBezTo>
                    <a:cubicBezTo>
                      <a:pt x="2" y="10"/>
                      <a:pt x="4" y="9"/>
                      <a:pt x="3" y="11"/>
                    </a:cubicBezTo>
                    <a:cubicBezTo>
                      <a:pt x="4" y="10"/>
                      <a:pt x="5" y="10"/>
                      <a:pt x="6" y="9"/>
                    </a:cubicBezTo>
                    <a:cubicBezTo>
                      <a:pt x="6" y="9"/>
                      <a:pt x="4" y="11"/>
                      <a:pt x="5" y="11"/>
                    </a:cubicBezTo>
                    <a:cubicBezTo>
                      <a:pt x="5" y="11"/>
                      <a:pt x="4" y="12"/>
                      <a:pt x="4" y="13"/>
                    </a:cubicBezTo>
                    <a:cubicBezTo>
                      <a:pt x="5" y="12"/>
                      <a:pt x="4" y="13"/>
                      <a:pt x="5" y="11"/>
                    </a:cubicBezTo>
                    <a:cubicBezTo>
                      <a:pt x="6" y="12"/>
                      <a:pt x="6" y="13"/>
                      <a:pt x="7" y="12"/>
                    </a:cubicBezTo>
                    <a:cubicBezTo>
                      <a:pt x="7" y="12"/>
                      <a:pt x="6" y="14"/>
                      <a:pt x="5" y="15"/>
                    </a:cubicBezTo>
                    <a:cubicBezTo>
                      <a:pt x="6" y="13"/>
                      <a:pt x="7" y="13"/>
                      <a:pt x="8" y="14"/>
                    </a:cubicBezTo>
                    <a:cubicBezTo>
                      <a:pt x="9" y="12"/>
                      <a:pt x="8" y="12"/>
                      <a:pt x="9" y="11"/>
                    </a:cubicBezTo>
                    <a:cubicBezTo>
                      <a:pt x="10" y="10"/>
                      <a:pt x="10" y="10"/>
                      <a:pt x="10" y="10"/>
                    </a:cubicBezTo>
                    <a:cubicBezTo>
                      <a:pt x="9" y="11"/>
                      <a:pt x="8" y="14"/>
                      <a:pt x="8" y="14"/>
                    </a:cubicBezTo>
                    <a:cubicBezTo>
                      <a:pt x="6" y="16"/>
                      <a:pt x="8" y="13"/>
                      <a:pt x="6" y="16"/>
                    </a:cubicBezTo>
                    <a:cubicBezTo>
                      <a:pt x="5" y="18"/>
                      <a:pt x="4" y="17"/>
                      <a:pt x="5" y="16"/>
                    </a:cubicBezTo>
                    <a:cubicBezTo>
                      <a:pt x="3" y="18"/>
                      <a:pt x="5" y="17"/>
                      <a:pt x="3" y="19"/>
                    </a:cubicBezTo>
                    <a:cubicBezTo>
                      <a:pt x="4" y="19"/>
                      <a:pt x="5" y="18"/>
                      <a:pt x="5" y="18"/>
                    </a:cubicBezTo>
                    <a:cubicBezTo>
                      <a:pt x="6" y="17"/>
                      <a:pt x="6" y="16"/>
                      <a:pt x="7" y="16"/>
                    </a:cubicBezTo>
                    <a:cubicBezTo>
                      <a:pt x="8" y="14"/>
                      <a:pt x="6" y="17"/>
                      <a:pt x="6" y="18"/>
                    </a:cubicBezTo>
                    <a:cubicBezTo>
                      <a:pt x="6" y="18"/>
                      <a:pt x="6" y="18"/>
                      <a:pt x="6" y="18"/>
                    </a:cubicBezTo>
                    <a:cubicBezTo>
                      <a:pt x="6" y="19"/>
                      <a:pt x="7" y="18"/>
                      <a:pt x="7" y="18"/>
                    </a:cubicBezTo>
                    <a:cubicBezTo>
                      <a:pt x="5" y="21"/>
                      <a:pt x="6" y="18"/>
                      <a:pt x="5" y="20"/>
                    </a:cubicBezTo>
                    <a:cubicBezTo>
                      <a:pt x="4" y="22"/>
                      <a:pt x="4" y="22"/>
                      <a:pt x="4" y="22"/>
                    </a:cubicBezTo>
                    <a:cubicBezTo>
                      <a:pt x="4" y="22"/>
                      <a:pt x="6" y="19"/>
                      <a:pt x="6" y="20"/>
                    </a:cubicBezTo>
                    <a:cubicBezTo>
                      <a:pt x="5" y="21"/>
                      <a:pt x="5" y="21"/>
                      <a:pt x="5" y="21"/>
                    </a:cubicBezTo>
                    <a:cubicBezTo>
                      <a:pt x="6" y="21"/>
                      <a:pt x="6" y="21"/>
                      <a:pt x="6" y="21"/>
                    </a:cubicBezTo>
                    <a:cubicBezTo>
                      <a:pt x="6" y="20"/>
                      <a:pt x="7" y="18"/>
                      <a:pt x="7" y="18"/>
                    </a:cubicBezTo>
                    <a:cubicBezTo>
                      <a:pt x="9" y="16"/>
                      <a:pt x="7" y="18"/>
                      <a:pt x="8" y="18"/>
                    </a:cubicBezTo>
                    <a:cubicBezTo>
                      <a:pt x="9" y="16"/>
                      <a:pt x="8" y="18"/>
                      <a:pt x="9" y="16"/>
                    </a:cubicBezTo>
                    <a:cubicBezTo>
                      <a:pt x="9" y="15"/>
                      <a:pt x="10" y="15"/>
                      <a:pt x="10" y="15"/>
                    </a:cubicBezTo>
                    <a:cubicBezTo>
                      <a:pt x="10" y="15"/>
                      <a:pt x="9" y="17"/>
                      <a:pt x="9" y="18"/>
                    </a:cubicBezTo>
                    <a:cubicBezTo>
                      <a:pt x="9" y="18"/>
                      <a:pt x="8" y="18"/>
                      <a:pt x="9" y="17"/>
                    </a:cubicBezTo>
                    <a:cubicBezTo>
                      <a:pt x="7" y="19"/>
                      <a:pt x="7" y="21"/>
                      <a:pt x="6" y="21"/>
                    </a:cubicBezTo>
                    <a:cubicBezTo>
                      <a:pt x="6" y="23"/>
                      <a:pt x="7" y="20"/>
                      <a:pt x="8" y="20"/>
                    </a:cubicBezTo>
                    <a:cubicBezTo>
                      <a:pt x="7" y="21"/>
                      <a:pt x="8" y="19"/>
                      <a:pt x="9" y="18"/>
                    </a:cubicBezTo>
                    <a:cubicBezTo>
                      <a:pt x="12" y="14"/>
                      <a:pt x="7" y="21"/>
                      <a:pt x="8" y="21"/>
                    </a:cubicBezTo>
                    <a:cubicBezTo>
                      <a:pt x="10" y="18"/>
                      <a:pt x="11" y="18"/>
                      <a:pt x="12" y="15"/>
                    </a:cubicBezTo>
                    <a:cubicBezTo>
                      <a:pt x="13" y="14"/>
                      <a:pt x="13" y="14"/>
                      <a:pt x="13" y="14"/>
                    </a:cubicBezTo>
                    <a:cubicBezTo>
                      <a:pt x="12" y="16"/>
                      <a:pt x="13" y="16"/>
                      <a:pt x="11" y="17"/>
                    </a:cubicBezTo>
                    <a:cubicBezTo>
                      <a:pt x="12" y="17"/>
                      <a:pt x="12" y="17"/>
                      <a:pt x="12" y="17"/>
                    </a:cubicBezTo>
                    <a:cubicBezTo>
                      <a:pt x="10" y="19"/>
                      <a:pt x="10" y="19"/>
                      <a:pt x="10" y="19"/>
                    </a:cubicBezTo>
                    <a:cubicBezTo>
                      <a:pt x="10" y="21"/>
                      <a:pt x="9" y="22"/>
                      <a:pt x="9" y="23"/>
                    </a:cubicBezTo>
                    <a:cubicBezTo>
                      <a:pt x="10" y="22"/>
                      <a:pt x="10" y="21"/>
                      <a:pt x="10" y="21"/>
                    </a:cubicBezTo>
                    <a:cubicBezTo>
                      <a:pt x="10" y="22"/>
                      <a:pt x="9" y="23"/>
                      <a:pt x="10" y="23"/>
                    </a:cubicBezTo>
                    <a:cubicBezTo>
                      <a:pt x="10" y="22"/>
                      <a:pt x="11" y="20"/>
                      <a:pt x="11" y="20"/>
                    </a:cubicBezTo>
                    <a:cubicBezTo>
                      <a:pt x="12" y="20"/>
                      <a:pt x="11" y="22"/>
                      <a:pt x="11" y="22"/>
                    </a:cubicBezTo>
                    <a:cubicBezTo>
                      <a:pt x="10" y="24"/>
                      <a:pt x="10" y="24"/>
                      <a:pt x="10" y="24"/>
                    </a:cubicBezTo>
                    <a:cubicBezTo>
                      <a:pt x="11" y="23"/>
                      <a:pt x="9" y="24"/>
                      <a:pt x="10" y="24"/>
                    </a:cubicBezTo>
                    <a:cubicBezTo>
                      <a:pt x="12" y="20"/>
                      <a:pt x="12" y="20"/>
                      <a:pt x="12" y="20"/>
                    </a:cubicBezTo>
                    <a:cubicBezTo>
                      <a:pt x="13" y="20"/>
                      <a:pt x="12" y="21"/>
                      <a:pt x="12" y="21"/>
                    </a:cubicBezTo>
                    <a:cubicBezTo>
                      <a:pt x="11" y="22"/>
                      <a:pt x="11" y="22"/>
                      <a:pt x="11" y="22"/>
                    </a:cubicBezTo>
                    <a:cubicBezTo>
                      <a:pt x="12" y="22"/>
                      <a:pt x="10" y="25"/>
                      <a:pt x="11" y="25"/>
                    </a:cubicBezTo>
                    <a:cubicBezTo>
                      <a:pt x="12" y="23"/>
                      <a:pt x="12" y="23"/>
                      <a:pt x="12" y="23"/>
                    </a:cubicBezTo>
                    <a:cubicBezTo>
                      <a:pt x="11" y="25"/>
                      <a:pt x="11" y="25"/>
                      <a:pt x="11" y="25"/>
                    </a:cubicBezTo>
                    <a:cubicBezTo>
                      <a:pt x="11" y="24"/>
                      <a:pt x="12" y="24"/>
                      <a:pt x="12" y="24"/>
                    </a:cubicBezTo>
                    <a:cubicBezTo>
                      <a:pt x="11" y="25"/>
                      <a:pt x="11" y="25"/>
                      <a:pt x="11" y="25"/>
                    </a:cubicBezTo>
                    <a:cubicBezTo>
                      <a:pt x="12" y="24"/>
                      <a:pt x="13" y="22"/>
                      <a:pt x="12" y="24"/>
                    </a:cubicBezTo>
                    <a:cubicBezTo>
                      <a:pt x="14" y="22"/>
                      <a:pt x="12" y="24"/>
                      <a:pt x="13" y="23"/>
                    </a:cubicBezTo>
                    <a:cubicBezTo>
                      <a:pt x="13" y="21"/>
                      <a:pt x="14" y="21"/>
                      <a:pt x="14" y="21"/>
                    </a:cubicBezTo>
                    <a:cubicBezTo>
                      <a:pt x="13" y="24"/>
                      <a:pt x="14" y="22"/>
                      <a:pt x="14" y="22"/>
                    </a:cubicBezTo>
                    <a:cubicBezTo>
                      <a:pt x="14" y="23"/>
                      <a:pt x="14" y="23"/>
                      <a:pt x="14" y="24"/>
                    </a:cubicBezTo>
                    <a:cubicBezTo>
                      <a:pt x="15" y="22"/>
                      <a:pt x="15" y="22"/>
                      <a:pt x="15" y="22"/>
                    </a:cubicBezTo>
                    <a:cubicBezTo>
                      <a:pt x="13" y="25"/>
                      <a:pt x="15" y="22"/>
                      <a:pt x="15" y="23"/>
                    </a:cubicBezTo>
                    <a:cubicBezTo>
                      <a:pt x="14" y="24"/>
                      <a:pt x="14" y="25"/>
                      <a:pt x="14" y="25"/>
                    </a:cubicBezTo>
                    <a:cubicBezTo>
                      <a:pt x="15" y="23"/>
                      <a:pt x="16" y="23"/>
                      <a:pt x="16" y="21"/>
                    </a:cubicBezTo>
                    <a:cubicBezTo>
                      <a:pt x="16" y="22"/>
                      <a:pt x="15" y="24"/>
                      <a:pt x="14" y="26"/>
                    </a:cubicBezTo>
                    <a:cubicBezTo>
                      <a:pt x="15" y="24"/>
                      <a:pt x="14" y="27"/>
                      <a:pt x="15" y="25"/>
                    </a:cubicBezTo>
                    <a:cubicBezTo>
                      <a:pt x="15" y="24"/>
                      <a:pt x="16" y="23"/>
                      <a:pt x="17" y="22"/>
                    </a:cubicBezTo>
                    <a:cubicBezTo>
                      <a:pt x="17" y="23"/>
                      <a:pt x="16" y="23"/>
                      <a:pt x="16" y="24"/>
                    </a:cubicBezTo>
                    <a:cubicBezTo>
                      <a:pt x="16" y="24"/>
                      <a:pt x="17" y="23"/>
                      <a:pt x="17" y="22"/>
                    </a:cubicBezTo>
                    <a:cubicBezTo>
                      <a:pt x="17" y="22"/>
                      <a:pt x="19" y="20"/>
                      <a:pt x="18" y="22"/>
                    </a:cubicBezTo>
                    <a:cubicBezTo>
                      <a:pt x="18" y="23"/>
                      <a:pt x="17" y="22"/>
                      <a:pt x="17" y="23"/>
                    </a:cubicBezTo>
                    <a:cubicBezTo>
                      <a:pt x="17" y="24"/>
                      <a:pt x="19" y="20"/>
                      <a:pt x="20" y="20"/>
                    </a:cubicBezTo>
                    <a:cubicBezTo>
                      <a:pt x="20" y="19"/>
                      <a:pt x="22" y="16"/>
                      <a:pt x="22" y="15"/>
                    </a:cubicBezTo>
                    <a:cubicBezTo>
                      <a:pt x="23" y="16"/>
                      <a:pt x="22" y="16"/>
                      <a:pt x="21" y="18"/>
                    </a:cubicBezTo>
                    <a:cubicBezTo>
                      <a:pt x="21" y="18"/>
                      <a:pt x="21" y="18"/>
                      <a:pt x="21" y="18"/>
                    </a:cubicBezTo>
                    <a:cubicBezTo>
                      <a:pt x="20" y="21"/>
                      <a:pt x="18" y="22"/>
                      <a:pt x="18" y="24"/>
                    </a:cubicBezTo>
                    <a:cubicBezTo>
                      <a:pt x="18" y="23"/>
                      <a:pt x="18" y="23"/>
                      <a:pt x="18" y="23"/>
                    </a:cubicBezTo>
                    <a:cubicBezTo>
                      <a:pt x="17" y="26"/>
                      <a:pt x="17" y="26"/>
                      <a:pt x="17" y="26"/>
                    </a:cubicBezTo>
                    <a:cubicBezTo>
                      <a:pt x="18" y="24"/>
                      <a:pt x="18" y="26"/>
                      <a:pt x="18" y="26"/>
                    </a:cubicBezTo>
                    <a:cubicBezTo>
                      <a:pt x="19" y="24"/>
                      <a:pt x="17" y="26"/>
                      <a:pt x="18" y="25"/>
                    </a:cubicBezTo>
                    <a:cubicBezTo>
                      <a:pt x="19" y="25"/>
                      <a:pt x="20" y="22"/>
                      <a:pt x="20" y="23"/>
                    </a:cubicBezTo>
                    <a:cubicBezTo>
                      <a:pt x="18" y="26"/>
                      <a:pt x="18" y="26"/>
                      <a:pt x="18" y="26"/>
                    </a:cubicBezTo>
                    <a:cubicBezTo>
                      <a:pt x="18" y="27"/>
                      <a:pt x="19" y="24"/>
                      <a:pt x="19" y="25"/>
                    </a:cubicBezTo>
                    <a:cubicBezTo>
                      <a:pt x="19" y="26"/>
                      <a:pt x="19" y="26"/>
                      <a:pt x="19" y="26"/>
                    </a:cubicBezTo>
                    <a:cubicBezTo>
                      <a:pt x="19" y="27"/>
                      <a:pt x="21" y="28"/>
                      <a:pt x="23" y="24"/>
                    </a:cubicBezTo>
                    <a:cubicBezTo>
                      <a:pt x="23" y="26"/>
                      <a:pt x="23" y="26"/>
                      <a:pt x="23" y="27"/>
                    </a:cubicBezTo>
                    <a:cubicBezTo>
                      <a:pt x="23" y="27"/>
                      <a:pt x="24" y="26"/>
                      <a:pt x="24" y="26"/>
                    </a:cubicBezTo>
                    <a:cubicBezTo>
                      <a:pt x="23" y="28"/>
                      <a:pt x="23" y="28"/>
                      <a:pt x="23" y="28"/>
                    </a:cubicBezTo>
                    <a:cubicBezTo>
                      <a:pt x="23" y="29"/>
                      <a:pt x="24" y="27"/>
                      <a:pt x="25" y="26"/>
                    </a:cubicBezTo>
                    <a:cubicBezTo>
                      <a:pt x="25" y="28"/>
                      <a:pt x="25" y="28"/>
                      <a:pt x="25" y="28"/>
                    </a:cubicBezTo>
                    <a:cubicBezTo>
                      <a:pt x="24" y="29"/>
                      <a:pt x="25" y="27"/>
                      <a:pt x="26" y="26"/>
                    </a:cubicBezTo>
                    <a:cubicBezTo>
                      <a:pt x="25" y="28"/>
                      <a:pt x="25" y="28"/>
                      <a:pt x="25" y="28"/>
                    </a:cubicBezTo>
                    <a:cubicBezTo>
                      <a:pt x="26" y="27"/>
                      <a:pt x="26" y="27"/>
                      <a:pt x="26" y="27"/>
                    </a:cubicBezTo>
                    <a:cubicBezTo>
                      <a:pt x="26" y="26"/>
                      <a:pt x="27" y="26"/>
                      <a:pt x="26" y="28"/>
                    </a:cubicBezTo>
                    <a:cubicBezTo>
                      <a:pt x="26" y="27"/>
                      <a:pt x="26" y="27"/>
                      <a:pt x="26" y="27"/>
                    </a:cubicBezTo>
                    <a:cubicBezTo>
                      <a:pt x="26" y="28"/>
                      <a:pt x="27" y="29"/>
                      <a:pt x="27" y="28"/>
                    </a:cubicBezTo>
                    <a:cubicBezTo>
                      <a:pt x="28" y="28"/>
                      <a:pt x="28" y="27"/>
                      <a:pt x="28" y="26"/>
                    </a:cubicBezTo>
                    <a:cubicBezTo>
                      <a:pt x="29" y="24"/>
                      <a:pt x="28" y="26"/>
                      <a:pt x="29" y="25"/>
                    </a:cubicBezTo>
                    <a:cubicBezTo>
                      <a:pt x="28" y="27"/>
                      <a:pt x="28" y="27"/>
                      <a:pt x="28" y="27"/>
                    </a:cubicBezTo>
                    <a:cubicBezTo>
                      <a:pt x="27" y="30"/>
                      <a:pt x="29" y="28"/>
                      <a:pt x="30" y="29"/>
                    </a:cubicBezTo>
                    <a:cubicBezTo>
                      <a:pt x="31" y="28"/>
                      <a:pt x="31" y="28"/>
                      <a:pt x="31" y="28"/>
                    </a:cubicBezTo>
                    <a:cubicBezTo>
                      <a:pt x="30" y="30"/>
                      <a:pt x="32" y="28"/>
                      <a:pt x="32" y="30"/>
                    </a:cubicBezTo>
                    <a:cubicBezTo>
                      <a:pt x="32" y="29"/>
                      <a:pt x="33" y="26"/>
                      <a:pt x="34" y="26"/>
                    </a:cubicBezTo>
                    <a:cubicBezTo>
                      <a:pt x="35" y="25"/>
                      <a:pt x="33" y="29"/>
                      <a:pt x="32" y="30"/>
                    </a:cubicBezTo>
                    <a:cubicBezTo>
                      <a:pt x="33" y="29"/>
                      <a:pt x="33" y="29"/>
                      <a:pt x="33" y="29"/>
                    </a:cubicBezTo>
                    <a:cubicBezTo>
                      <a:pt x="33" y="30"/>
                      <a:pt x="33" y="30"/>
                      <a:pt x="33" y="30"/>
                    </a:cubicBezTo>
                    <a:cubicBezTo>
                      <a:pt x="34" y="29"/>
                      <a:pt x="34" y="28"/>
                      <a:pt x="34" y="29"/>
                    </a:cubicBezTo>
                    <a:cubicBezTo>
                      <a:pt x="34" y="29"/>
                      <a:pt x="34" y="29"/>
                      <a:pt x="34" y="29"/>
                    </a:cubicBezTo>
                    <a:cubicBezTo>
                      <a:pt x="34" y="30"/>
                      <a:pt x="34" y="31"/>
                      <a:pt x="34" y="31"/>
                    </a:cubicBezTo>
                    <a:cubicBezTo>
                      <a:pt x="35" y="29"/>
                      <a:pt x="35" y="30"/>
                      <a:pt x="36" y="29"/>
                    </a:cubicBezTo>
                    <a:cubicBezTo>
                      <a:pt x="35" y="30"/>
                      <a:pt x="35" y="30"/>
                      <a:pt x="35" y="30"/>
                    </a:cubicBezTo>
                    <a:cubicBezTo>
                      <a:pt x="36" y="28"/>
                      <a:pt x="36" y="28"/>
                      <a:pt x="36" y="28"/>
                    </a:cubicBezTo>
                    <a:cubicBezTo>
                      <a:pt x="36" y="29"/>
                      <a:pt x="36" y="29"/>
                      <a:pt x="36" y="29"/>
                    </a:cubicBezTo>
                    <a:cubicBezTo>
                      <a:pt x="35" y="31"/>
                      <a:pt x="35" y="31"/>
                      <a:pt x="35" y="31"/>
                    </a:cubicBezTo>
                    <a:cubicBezTo>
                      <a:pt x="35" y="32"/>
                      <a:pt x="36" y="29"/>
                      <a:pt x="36" y="29"/>
                    </a:cubicBezTo>
                    <a:cubicBezTo>
                      <a:pt x="37" y="28"/>
                      <a:pt x="37" y="29"/>
                      <a:pt x="36" y="30"/>
                    </a:cubicBezTo>
                    <a:cubicBezTo>
                      <a:pt x="36" y="30"/>
                      <a:pt x="36" y="29"/>
                      <a:pt x="36" y="30"/>
                    </a:cubicBezTo>
                    <a:cubicBezTo>
                      <a:pt x="35" y="31"/>
                      <a:pt x="36" y="30"/>
                      <a:pt x="36" y="31"/>
                    </a:cubicBezTo>
                    <a:cubicBezTo>
                      <a:pt x="36" y="31"/>
                      <a:pt x="37" y="29"/>
                      <a:pt x="37" y="30"/>
                    </a:cubicBezTo>
                    <a:cubicBezTo>
                      <a:pt x="37" y="30"/>
                      <a:pt x="37" y="30"/>
                      <a:pt x="37" y="31"/>
                    </a:cubicBezTo>
                    <a:cubicBezTo>
                      <a:pt x="37" y="30"/>
                      <a:pt x="37" y="31"/>
                      <a:pt x="38" y="30"/>
                    </a:cubicBezTo>
                    <a:cubicBezTo>
                      <a:pt x="38" y="30"/>
                      <a:pt x="38" y="29"/>
                      <a:pt x="38" y="28"/>
                    </a:cubicBezTo>
                    <a:cubicBezTo>
                      <a:pt x="38" y="28"/>
                      <a:pt x="39" y="28"/>
                      <a:pt x="38" y="28"/>
                    </a:cubicBezTo>
                    <a:cubicBezTo>
                      <a:pt x="38" y="29"/>
                      <a:pt x="38" y="29"/>
                      <a:pt x="38" y="29"/>
                    </a:cubicBezTo>
                    <a:cubicBezTo>
                      <a:pt x="38" y="28"/>
                      <a:pt x="38" y="29"/>
                      <a:pt x="39" y="28"/>
                    </a:cubicBezTo>
                    <a:cubicBezTo>
                      <a:pt x="38" y="30"/>
                      <a:pt x="38" y="30"/>
                      <a:pt x="38" y="30"/>
                    </a:cubicBezTo>
                    <a:cubicBezTo>
                      <a:pt x="39" y="29"/>
                      <a:pt x="39" y="29"/>
                      <a:pt x="39" y="29"/>
                    </a:cubicBezTo>
                    <a:cubicBezTo>
                      <a:pt x="39" y="30"/>
                      <a:pt x="38" y="32"/>
                      <a:pt x="38" y="32"/>
                    </a:cubicBezTo>
                    <a:cubicBezTo>
                      <a:pt x="39" y="31"/>
                      <a:pt x="39" y="31"/>
                      <a:pt x="39" y="31"/>
                    </a:cubicBezTo>
                    <a:cubicBezTo>
                      <a:pt x="39" y="31"/>
                      <a:pt x="39" y="31"/>
                      <a:pt x="39" y="32"/>
                    </a:cubicBezTo>
                    <a:cubicBezTo>
                      <a:pt x="39" y="33"/>
                      <a:pt x="41" y="28"/>
                      <a:pt x="41" y="30"/>
                    </a:cubicBezTo>
                    <a:cubicBezTo>
                      <a:pt x="40" y="31"/>
                      <a:pt x="40" y="32"/>
                      <a:pt x="40" y="32"/>
                    </a:cubicBezTo>
                    <a:cubicBezTo>
                      <a:pt x="40" y="32"/>
                      <a:pt x="41" y="31"/>
                      <a:pt x="41" y="31"/>
                    </a:cubicBezTo>
                    <a:cubicBezTo>
                      <a:pt x="41" y="31"/>
                      <a:pt x="40" y="33"/>
                      <a:pt x="40" y="31"/>
                    </a:cubicBezTo>
                    <a:cubicBezTo>
                      <a:pt x="41" y="30"/>
                      <a:pt x="41" y="31"/>
                      <a:pt x="41" y="30"/>
                    </a:cubicBezTo>
                    <a:cubicBezTo>
                      <a:pt x="40" y="35"/>
                      <a:pt x="42" y="32"/>
                      <a:pt x="42" y="34"/>
                    </a:cubicBezTo>
                    <a:cubicBezTo>
                      <a:pt x="43" y="32"/>
                      <a:pt x="43" y="34"/>
                      <a:pt x="43" y="33"/>
                    </a:cubicBezTo>
                    <a:cubicBezTo>
                      <a:pt x="42" y="35"/>
                      <a:pt x="44" y="33"/>
                      <a:pt x="43" y="34"/>
                    </a:cubicBezTo>
                    <a:cubicBezTo>
                      <a:pt x="44" y="32"/>
                      <a:pt x="44" y="32"/>
                      <a:pt x="44" y="32"/>
                    </a:cubicBezTo>
                    <a:cubicBezTo>
                      <a:pt x="44" y="33"/>
                      <a:pt x="46" y="29"/>
                      <a:pt x="45" y="31"/>
                    </a:cubicBezTo>
                    <a:cubicBezTo>
                      <a:pt x="45" y="32"/>
                      <a:pt x="45" y="33"/>
                      <a:pt x="44" y="33"/>
                    </a:cubicBezTo>
                    <a:cubicBezTo>
                      <a:pt x="44" y="36"/>
                      <a:pt x="46" y="32"/>
                      <a:pt x="45" y="35"/>
                    </a:cubicBezTo>
                    <a:cubicBezTo>
                      <a:pt x="46" y="34"/>
                      <a:pt x="46" y="32"/>
                      <a:pt x="47" y="31"/>
                    </a:cubicBezTo>
                    <a:cubicBezTo>
                      <a:pt x="47" y="33"/>
                      <a:pt x="47" y="34"/>
                      <a:pt x="46" y="34"/>
                    </a:cubicBezTo>
                    <a:cubicBezTo>
                      <a:pt x="47" y="34"/>
                      <a:pt x="47" y="33"/>
                      <a:pt x="47" y="34"/>
                    </a:cubicBezTo>
                    <a:cubicBezTo>
                      <a:pt x="47" y="35"/>
                      <a:pt x="47" y="35"/>
                      <a:pt x="46" y="35"/>
                    </a:cubicBezTo>
                    <a:cubicBezTo>
                      <a:pt x="46" y="36"/>
                      <a:pt x="47" y="35"/>
                      <a:pt x="48" y="34"/>
                    </a:cubicBezTo>
                    <a:cubicBezTo>
                      <a:pt x="47" y="36"/>
                      <a:pt x="48" y="35"/>
                      <a:pt x="48" y="37"/>
                    </a:cubicBezTo>
                    <a:cubicBezTo>
                      <a:pt x="49" y="35"/>
                      <a:pt x="48" y="38"/>
                      <a:pt x="49" y="35"/>
                    </a:cubicBezTo>
                    <a:cubicBezTo>
                      <a:pt x="49" y="36"/>
                      <a:pt x="49" y="36"/>
                      <a:pt x="49" y="36"/>
                    </a:cubicBezTo>
                    <a:cubicBezTo>
                      <a:pt x="50" y="35"/>
                      <a:pt x="51" y="33"/>
                      <a:pt x="51" y="33"/>
                    </a:cubicBezTo>
                    <a:cubicBezTo>
                      <a:pt x="50" y="35"/>
                      <a:pt x="50" y="35"/>
                      <a:pt x="50" y="35"/>
                    </a:cubicBezTo>
                    <a:cubicBezTo>
                      <a:pt x="49" y="37"/>
                      <a:pt x="50" y="36"/>
                      <a:pt x="50" y="37"/>
                    </a:cubicBezTo>
                    <a:cubicBezTo>
                      <a:pt x="50" y="35"/>
                      <a:pt x="50" y="37"/>
                      <a:pt x="51" y="36"/>
                    </a:cubicBezTo>
                    <a:cubicBezTo>
                      <a:pt x="51" y="35"/>
                      <a:pt x="51" y="35"/>
                      <a:pt x="51" y="35"/>
                    </a:cubicBezTo>
                    <a:cubicBezTo>
                      <a:pt x="52" y="35"/>
                      <a:pt x="52" y="34"/>
                      <a:pt x="52" y="34"/>
                    </a:cubicBezTo>
                    <a:cubicBezTo>
                      <a:pt x="52" y="34"/>
                      <a:pt x="51" y="36"/>
                      <a:pt x="51" y="36"/>
                    </a:cubicBezTo>
                    <a:cubicBezTo>
                      <a:pt x="51" y="37"/>
                      <a:pt x="51" y="37"/>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7"/>
                      <a:pt x="52" y="37"/>
                      <a:pt x="52" y="37"/>
                    </a:cubicBezTo>
                    <a:cubicBezTo>
                      <a:pt x="52" y="37"/>
                      <a:pt x="52" y="37"/>
                      <a:pt x="52" y="37"/>
                    </a:cubicBezTo>
                    <a:cubicBezTo>
                      <a:pt x="52" y="37"/>
                      <a:pt x="52" y="37"/>
                      <a:pt x="52" y="37"/>
                    </a:cubicBezTo>
                    <a:cubicBezTo>
                      <a:pt x="51" y="39"/>
                      <a:pt x="51" y="39"/>
                      <a:pt x="51" y="39"/>
                    </a:cubicBezTo>
                    <a:cubicBezTo>
                      <a:pt x="51" y="39"/>
                      <a:pt x="52" y="37"/>
                      <a:pt x="53" y="37"/>
                    </a:cubicBezTo>
                    <a:cubicBezTo>
                      <a:pt x="53" y="38"/>
                      <a:pt x="54" y="37"/>
                      <a:pt x="55" y="37"/>
                    </a:cubicBezTo>
                    <a:cubicBezTo>
                      <a:pt x="55" y="37"/>
                      <a:pt x="54" y="38"/>
                      <a:pt x="55" y="37"/>
                    </a:cubicBezTo>
                    <a:cubicBezTo>
                      <a:pt x="55" y="37"/>
                      <a:pt x="56" y="36"/>
                      <a:pt x="55" y="37"/>
                    </a:cubicBezTo>
                    <a:cubicBezTo>
                      <a:pt x="56" y="36"/>
                      <a:pt x="55" y="38"/>
                      <a:pt x="55" y="38"/>
                    </a:cubicBezTo>
                    <a:cubicBezTo>
                      <a:pt x="55" y="38"/>
                      <a:pt x="56" y="37"/>
                      <a:pt x="56" y="37"/>
                    </a:cubicBezTo>
                    <a:cubicBezTo>
                      <a:pt x="55" y="39"/>
                      <a:pt x="58" y="36"/>
                      <a:pt x="57" y="38"/>
                    </a:cubicBezTo>
                    <a:cubicBezTo>
                      <a:pt x="58" y="37"/>
                      <a:pt x="57" y="38"/>
                      <a:pt x="57" y="39"/>
                    </a:cubicBezTo>
                    <a:cubicBezTo>
                      <a:pt x="57" y="38"/>
                      <a:pt x="58" y="38"/>
                      <a:pt x="59" y="36"/>
                    </a:cubicBezTo>
                    <a:cubicBezTo>
                      <a:pt x="58" y="38"/>
                      <a:pt x="58" y="38"/>
                      <a:pt x="58" y="38"/>
                    </a:cubicBezTo>
                    <a:cubicBezTo>
                      <a:pt x="59" y="38"/>
                      <a:pt x="59" y="38"/>
                      <a:pt x="60" y="37"/>
                    </a:cubicBezTo>
                    <a:cubicBezTo>
                      <a:pt x="60" y="36"/>
                      <a:pt x="61" y="35"/>
                      <a:pt x="61" y="35"/>
                    </a:cubicBezTo>
                    <a:cubicBezTo>
                      <a:pt x="61" y="35"/>
                      <a:pt x="61" y="35"/>
                      <a:pt x="61" y="35"/>
                    </a:cubicBezTo>
                    <a:cubicBezTo>
                      <a:pt x="61" y="36"/>
                      <a:pt x="62" y="35"/>
                      <a:pt x="62" y="35"/>
                    </a:cubicBezTo>
                    <a:cubicBezTo>
                      <a:pt x="62" y="36"/>
                      <a:pt x="62" y="35"/>
                      <a:pt x="61" y="36"/>
                    </a:cubicBezTo>
                    <a:cubicBezTo>
                      <a:pt x="60" y="39"/>
                      <a:pt x="61" y="38"/>
                      <a:pt x="61" y="38"/>
                    </a:cubicBezTo>
                    <a:cubicBezTo>
                      <a:pt x="62" y="37"/>
                      <a:pt x="62" y="37"/>
                      <a:pt x="62" y="37"/>
                    </a:cubicBezTo>
                    <a:cubicBezTo>
                      <a:pt x="63" y="36"/>
                      <a:pt x="61" y="38"/>
                      <a:pt x="62" y="38"/>
                    </a:cubicBezTo>
                    <a:cubicBezTo>
                      <a:pt x="64" y="34"/>
                      <a:pt x="64" y="34"/>
                      <a:pt x="64" y="34"/>
                    </a:cubicBezTo>
                    <a:cubicBezTo>
                      <a:pt x="64" y="34"/>
                      <a:pt x="64" y="36"/>
                      <a:pt x="63" y="37"/>
                    </a:cubicBezTo>
                    <a:cubicBezTo>
                      <a:pt x="64" y="37"/>
                      <a:pt x="65" y="34"/>
                      <a:pt x="66" y="33"/>
                    </a:cubicBezTo>
                    <a:cubicBezTo>
                      <a:pt x="66" y="34"/>
                      <a:pt x="67" y="33"/>
                      <a:pt x="67" y="33"/>
                    </a:cubicBezTo>
                    <a:cubicBezTo>
                      <a:pt x="67" y="34"/>
                      <a:pt x="67" y="33"/>
                      <a:pt x="67" y="34"/>
                    </a:cubicBezTo>
                    <a:cubicBezTo>
                      <a:pt x="66" y="35"/>
                      <a:pt x="66" y="35"/>
                      <a:pt x="66" y="35"/>
                    </a:cubicBezTo>
                    <a:cubicBezTo>
                      <a:pt x="66" y="35"/>
                      <a:pt x="65" y="37"/>
                      <a:pt x="65" y="38"/>
                    </a:cubicBezTo>
                    <a:cubicBezTo>
                      <a:pt x="65" y="37"/>
                      <a:pt x="66" y="39"/>
                      <a:pt x="66" y="39"/>
                    </a:cubicBezTo>
                    <a:cubicBezTo>
                      <a:pt x="67" y="36"/>
                      <a:pt x="67" y="38"/>
                      <a:pt x="68" y="36"/>
                    </a:cubicBezTo>
                    <a:cubicBezTo>
                      <a:pt x="69" y="36"/>
                      <a:pt x="67" y="38"/>
                      <a:pt x="67" y="38"/>
                    </a:cubicBezTo>
                    <a:cubicBezTo>
                      <a:pt x="68" y="38"/>
                      <a:pt x="68" y="39"/>
                      <a:pt x="69" y="39"/>
                    </a:cubicBezTo>
                    <a:cubicBezTo>
                      <a:pt x="69" y="39"/>
                      <a:pt x="69" y="39"/>
                      <a:pt x="69" y="39"/>
                    </a:cubicBezTo>
                    <a:cubicBezTo>
                      <a:pt x="69" y="38"/>
                      <a:pt x="70" y="39"/>
                      <a:pt x="71" y="38"/>
                    </a:cubicBezTo>
                    <a:cubicBezTo>
                      <a:pt x="70" y="39"/>
                      <a:pt x="70" y="39"/>
                      <a:pt x="70" y="39"/>
                    </a:cubicBezTo>
                    <a:cubicBezTo>
                      <a:pt x="70" y="40"/>
                      <a:pt x="72" y="36"/>
                      <a:pt x="72" y="37"/>
                    </a:cubicBezTo>
                    <a:cubicBezTo>
                      <a:pt x="71" y="39"/>
                      <a:pt x="71" y="39"/>
                      <a:pt x="71" y="39"/>
                    </a:cubicBezTo>
                    <a:cubicBezTo>
                      <a:pt x="72" y="38"/>
                      <a:pt x="71" y="40"/>
                      <a:pt x="72" y="38"/>
                    </a:cubicBezTo>
                    <a:cubicBezTo>
                      <a:pt x="72" y="39"/>
                      <a:pt x="72" y="39"/>
                      <a:pt x="72" y="39"/>
                    </a:cubicBezTo>
                    <a:cubicBezTo>
                      <a:pt x="72" y="39"/>
                      <a:pt x="73" y="39"/>
                      <a:pt x="74" y="38"/>
                    </a:cubicBezTo>
                    <a:cubicBezTo>
                      <a:pt x="73" y="40"/>
                      <a:pt x="73" y="40"/>
                      <a:pt x="73" y="40"/>
                    </a:cubicBezTo>
                    <a:cubicBezTo>
                      <a:pt x="72" y="41"/>
                      <a:pt x="74" y="38"/>
                      <a:pt x="74" y="39"/>
                    </a:cubicBezTo>
                    <a:cubicBezTo>
                      <a:pt x="74" y="39"/>
                      <a:pt x="74" y="40"/>
                      <a:pt x="73" y="40"/>
                    </a:cubicBezTo>
                    <a:cubicBezTo>
                      <a:pt x="74" y="39"/>
                      <a:pt x="75" y="39"/>
                      <a:pt x="75" y="39"/>
                    </a:cubicBezTo>
                    <a:cubicBezTo>
                      <a:pt x="74" y="41"/>
                      <a:pt x="74" y="41"/>
                      <a:pt x="74" y="41"/>
                    </a:cubicBezTo>
                    <a:cubicBezTo>
                      <a:pt x="76" y="42"/>
                      <a:pt x="77" y="43"/>
                      <a:pt x="80" y="42"/>
                    </a:cubicBezTo>
                    <a:cubicBezTo>
                      <a:pt x="79" y="44"/>
                      <a:pt x="79" y="43"/>
                      <a:pt x="78" y="45"/>
                    </a:cubicBezTo>
                    <a:cubicBezTo>
                      <a:pt x="79" y="43"/>
                      <a:pt x="79" y="44"/>
                      <a:pt x="79" y="44"/>
                    </a:cubicBezTo>
                    <a:cubicBezTo>
                      <a:pt x="79" y="44"/>
                      <a:pt x="79" y="44"/>
                      <a:pt x="79" y="44"/>
                    </a:cubicBezTo>
                    <a:cubicBezTo>
                      <a:pt x="80" y="44"/>
                      <a:pt x="79" y="45"/>
                      <a:pt x="80" y="45"/>
                    </a:cubicBezTo>
                    <a:cubicBezTo>
                      <a:pt x="80" y="44"/>
                      <a:pt x="80" y="44"/>
                      <a:pt x="80" y="44"/>
                    </a:cubicBezTo>
                    <a:cubicBezTo>
                      <a:pt x="81" y="43"/>
                      <a:pt x="79" y="47"/>
                      <a:pt x="81" y="45"/>
                    </a:cubicBezTo>
                    <a:cubicBezTo>
                      <a:pt x="80" y="46"/>
                      <a:pt x="80" y="46"/>
                      <a:pt x="80" y="46"/>
                    </a:cubicBezTo>
                    <a:cubicBezTo>
                      <a:pt x="81" y="44"/>
                      <a:pt x="80" y="47"/>
                      <a:pt x="81" y="46"/>
                    </a:cubicBezTo>
                    <a:cubicBezTo>
                      <a:pt x="81" y="46"/>
                      <a:pt x="81" y="46"/>
                      <a:pt x="81" y="46"/>
                    </a:cubicBezTo>
                    <a:cubicBezTo>
                      <a:pt x="81" y="47"/>
                      <a:pt x="83" y="44"/>
                      <a:pt x="82" y="46"/>
                    </a:cubicBezTo>
                    <a:cubicBezTo>
                      <a:pt x="83" y="46"/>
                      <a:pt x="83" y="46"/>
                      <a:pt x="84" y="44"/>
                    </a:cubicBezTo>
                    <a:cubicBezTo>
                      <a:pt x="83" y="46"/>
                      <a:pt x="83" y="46"/>
                      <a:pt x="83" y="46"/>
                    </a:cubicBezTo>
                    <a:cubicBezTo>
                      <a:pt x="85" y="46"/>
                      <a:pt x="86" y="47"/>
                      <a:pt x="88" y="46"/>
                    </a:cubicBezTo>
                    <a:cubicBezTo>
                      <a:pt x="87" y="47"/>
                      <a:pt x="87" y="47"/>
                      <a:pt x="87" y="47"/>
                    </a:cubicBezTo>
                    <a:cubicBezTo>
                      <a:pt x="89" y="45"/>
                      <a:pt x="87" y="49"/>
                      <a:pt x="90" y="46"/>
                    </a:cubicBezTo>
                    <a:cubicBezTo>
                      <a:pt x="92" y="45"/>
                      <a:pt x="92" y="45"/>
                      <a:pt x="92" y="45"/>
                    </a:cubicBezTo>
                    <a:cubicBezTo>
                      <a:pt x="90" y="47"/>
                      <a:pt x="90" y="47"/>
                      <a:pt x="90" y="47"/>
                    </a:cubicBezTo>
                    <a:cubicBezTo>
                      <a:pt x="91" y="46"/>
                      <a:pt x="91" y="47"/>
                      <a:pt x="92" y="46"/>
                    </a:cubicBezTo>
                    <a:cubicBezTo>
                      <a:pt x="91" y="47"/>
                      <a:pt x="91" y="47"/>
                      <a:pt x="91" y="47"/>
                    </a:cubicBezTo>
                    <a:cubicBezTo>
                      <a:pt x="91" y="47"/>
                      <a:pt x="93" y="45"/>
                      <a:pt x="93" y="46"/>
                    </a:cubicBezTo>
                    <a:cubicBezTo>
                      <a:pt x="93" y="47"/>
                      <a:pt x="93" y="47"/>
                      <a:pt x="93" y="47"/>
                    </a:cubicBezTo>
                    <a:cubicBezTo>
                      <a:pt x="92" y="50"/>
                      <a:pt x="93" y="54"/>
                      <a:pt x="96" y="51"/>
                    </a:cubicBezTo>
                    <a:cubicBezTo>
                      <a:pt x="97" y="51"/>
                      <a:pt x="95" y="53"/>
                      <a:pt x="95" y="53"/>
                    </a:cubicBezTo>
                    <a:cubicBezTo>
                      <a:pt x="99" y="51"/>
                      <a:pt x="97" y="56"/>
                      <a:pt x="101" y="53"/>
                    </a:cubicBezTo>
                    <a:cubicBezTo>
                      <a:pt x="103" y="52"/>
                      <a:pt x="107" y="48"/>
                      <a:pt x="107" y="48"/>
                    </a:cubicBezTo>
                    <a:cubicBezTo>
                      <a:pt x="103" y="48"/>
                      <a:pt x="103" y="45"/>
                      <a:pt x="102" y="4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3" name="Freeform 96"/>
              <p:cNvSpPr/>
              <p:nvPr/>
            </p:nvSpPr>
            <p:spPr bwMode="auto">
              <a:xfrm>
                <a:off x="4117" y="22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4" name="Freeform 97"/>
              <p:cNvSpPr/>
              <p:nvPr/>
            </p:nvSpPr>
            <p:spPr bwMode="auto">
              <a:xfrm>
                <a:off x="4487" y="23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5" name="Freeform 98"/>
              <p:cNvSpPr/>
              <p:nvPr/>
            </p:nvSpPr>
            <p:spPr bwMode="auto">
              <a:xfrm>
                <a:off x="4387" y="2285"/>
                <a:ext cx="2" cy="4"/>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1"/>
                      <a:pt x="0"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6" name="Freeform 99"/>
              <p:cNvSpPr/>
              <p:nvPr/>
            </p:nvSpPr>
            <p:spPr bwMode="auto">
              <a:xfrm>
                <a:off x="4508" y="193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7" name="Freeform 100"/>
              <p:cNvSpPr/>
              <p:nvPr/>
            </p:nvSpPr>
            <p:spPr bwMode="auto">
              <a:xfrm>
                <a:off x="4487" y="2285"/>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8" name="Freeform 101"/>
              <p:cNvSpPr/>
              <p:nvPr/>
            </p:nvSpPr>
            <p:spPr bwMode="auto">
              <a:xfrm>
                <a:off x="4514" y="1929"/>
                <a:ext cx="0" cy="4"/>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9" name="Freeform 102"/>
              <p:cNvSpPr/>
              <p:nvPr/>
            </p:nvSpPr>
            <p:spPr bwMode="auto">
              <a:xfrm>
                <a:off x="4506" y="1927"/>
                <a:ext cx="0" cy="4"/>
              </a:xfrm>
              <a:custGeom>
                <a:avLst/>
                <a:gdLst>
                  <a:gd name="T0" fmla="*/ 1 h 2"/>
                  <a:gd name="T1" fmla="*/ 0 h 2"/>
                  <a:gd name="T2" fmla="*/ 1 h 2"/>
                </a:gdLst>
                <a:ahLst/>
                <a:cxnLst>
                  <a:cxn ang="0">
                    <a:pos x="0" y="T0"/>
                  </a:cxn>
                  <a:cxn ang="0">
                    <a:pos x="0" y="T1"/>
                  </a:cxn>
                  <a:cxn ang="0">
                    <a:pos x="0" y="T2"/>
                  </a:cxn>
                </a:cxnLst>
                <a:rect l="0" t="0" r="r" b="b"/>
                <a:pathLst>
                  <a:path h="2">
                    <a:moveTo>
                      <a:pt x="0" y="1"/>
                    </a:moveTo>
                    <a:cubicBezTo>
                      <a:pt x="0" y="1"/>
                      <a:pt x="0" y="0"/>
                      <a:pt x="0" y="0"/>
                    </a:cubicBezTo>
                    <a:cubicBezTo>
                      <a:pt x="0" y="2"/>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0" name="Freeform 103"/>
              <p:cNvSpPr/>
              <p:nvPr/>
            </p:nvSpPr>
            <p:spPr bwMode="auto">
              <a:xfrm>
                <a:off x="4516" y="1927"/>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1" name="Freeform 104"/>
              <p:cNvSpPr/>
              <p:nvPr/>
            </p:nvSpPr>
            <p:spPr bwMode="auto">
              <a:xfrm>
                <a:off x="4495" y="1925"/>
                <a:ext cx="2" cy="4"/>
              </a:xfrm>
              <a:custGeom>
                <a:avLst/>
                <a:gdLst>
                  <a:gd name="T0" fmla="*/ 1 w 1"/>
                  <a:gd name="T1" fmla="*/ 1 h 2"/>
                  <a:gd name="T2" fmla="*/ 0 w 1"/>
                  <a:gd name="T3" fmla="*/ 0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1"/>
                      <a:pt x="1" y="1"/>
                      <a:pt x="1"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2" name="Freeform 105"/>
              <p:cNvSpPr/>
              <p:nvPr/>
            </p:nvSpPr>
            <p:spPr bwMode="auto">
              <a:xfrm>
                <a:off x="3201" y="2162"/>
                <a:ext cx="0" cy="4"/>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3" name="Freeform 106"/>
              <p:cNvSpPr/>
              <p:nvPr/>
            </p:nvSpPr>
            <p:spPr bwMode="auto">
              <a:xfrm>
                <a:off x="3544" y="154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4" name="Freeform 107"/>
              <p:cNvSpPr/>
              <p:nvPr/>
            </p:nvSpPr>
            <p:spPr bwMode="auto">
              <a:xfrm>
                <a:off x="3914" y="141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5" name="Freeform 108"/>
              <p:cNvSpPr/>
              <p:nvPr/>
            </p:nvSpPr>
            <p:spPr bwMode="auto">
              <a:xfrm>
                <a:off x="3916" y="1409"/>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2" y="1"/>
                      <a:pt x="0" y="1"/>
                      <a:pt x="1" y="0"/>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6" name="Freeform 109"/>
              <p:cNvSpPr/>
              <p:nvPr/>
            </p:nvSpPr>
            <p:spPr bwMode="auto">
              <a:xfrm>
                <a:off x="3893" y="1441"/>
                <a:ext cx="4" cy="4"/>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0"/>
                      <a:pt x="1" y="1"/>
                      <a:pt x="1" y="1"/>
                    </a:cubicBezTo>
                    <a:cubicBezTo>
                      <a:pt x="0" y="2"/>
                      <a:pt x="1" y="1"/>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7" name="Freeform 110"/>
              <p:cNvSpPr/>
              <p:nvPr/>
            </p:nvSpPr>
            <p:spPr bwMode="auto">
              <a:xfrm>
                <a:off x="3893" y="1437"/>
                <a:ext cx="6" cy="6"/>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cubicBezTo>
                      <a:pt x="3" y="0"/>
                      <a:pt x="3" y="0"/>
                      <a:pt x="3" y="0"/>
                    </a:cubicBezTo>
                    <a:cubicBezTo>
                      <a:pt x="1" y="1"/>
                      <a:pt x="1"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8" name="Freeform 111"/>
              <p:cNvSpPr/>
              <p:nvPr/>
            </p:nvSpPr>
            <p:spPr bwMode="auto">
              <a:xfrm>
                <a:off x="3909" y="1418"/>
                <a:ext cx="5"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2"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9" name="Freeform 112"/>
              <p:cNvSpPr/>
              <p:nvPr/>
            </p:nvSpPr>
            <p:spPr bwMode="auto">
              <a:xfrm>
                <a:off x="3912" y="1416"/>
                <a:ext cx="4"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0" name="Freeform 113"/>
              <p:cNvSpPr/>
              <p:nvPr/>
            </p:nvSpPr>
            <p:spPr bwMode="auto">
              <a:xfrm>
                <a:off x="4472" y="1804"/>
                <a:ext cx="233" cy="133"/>
              </a:xfrm>
              <a:custGeom>
                <a:avLst/>
                <a:gdLst>
                  <a:gd name="T0" fmla="*/ 86 w 110"/>
                  <a:gd name="T1" fmla="*/ 5 h 63"/>
                  <a:gd name="T2" fmla="*/ 79 w 110"/>
                  <a:gd name="T3" fmla="*/ 7 h 63"/>
                  <a:gd name="T4" fmla="*/ 58 w 110"/>
                  <a:gd name="T5" fmla="*/ 24 h 63"/>
                  <a:gd name="T6" fmla="*/ 50 w 110"/>
                  <a:gd name="T7" fmla="*/ 26 h 63"/>
                  <a:gd name="T8" fmla="*/ 44 w 110"/>
                  <a:gd name="T9" fmla="*/ 26 h 63"/>
                  <a:gd name="T10" fmla="*/ 34 w 110"/>
                  <a:gd name="T11" fmla="*/ 31 h 63"/>
                  <a:gd name="T12" fmla="*/ 28 w 110"/>
                  <a:gd name="T13" fmla="*/ 33 h 63"/>
                  <a:gd name="T14" fmla="*/ 17 w 110"/>
                  <a:gd name="T15" fmla="*/ 38 h 63"/>
                  <a:gd name="T16" fmla="*/ 13 w 110"/>
                  <a:gd name="T17" fmla="*/ 45 h 63"/>
                  <a:gd name="T18" fmla="*/ 5 w 110"/>
                  <a:gd name="T19" fmla="*/ 47 h 63"/>
                  <a:gd name="T20" fmla="*/ 1 w 110"/>
                  <a:gd name="T21" fmla="*/ 50 h 63"/>
                  <a:gd name="T22" fmla="*/ 3 w 110"/>
                  <a:gd name="T23" fmla="*/ 55 h 63"/>
                  <a:gd name="T24" fmla="*/ 3 w 110"/>
                  <a:gd name="T25" fmla="*/ 56 h 63"/>
                  <a:gd name="T26" fmla="*/ 5 w 110"/>
                  <a:gd name="T27" fmla="*/ 55 h 63"/>
                  <a:gd name="T28" fmla="*/ 9 w 110"/>
                  <a:gd name="T29" fmla="*/ 56 h 63"/>
                  <a:gd name="T30" fmla="*/ 12 w 110"/>
                  <a:gd name="T31" fmla="*/ 58 h 63"/>
                  <a:gd name="T32" fmla="*/ 12 w 110"/>
                  <a:gd name="T33" fmla="*/ 51 h 63"/>
                  <a:gd name="T34" fmla="*/ 15 w 110"/>
                  <a:gd name="T35" fmla="*/ 57 h 63"/>
                  <a:gd name="T36" fmla="*/ 18 w 110"/>
                  <a:gd name="T37" fmla="*/ 61 h 63"/>
                  <a:gd name="T38" fmla="*/ 16 w 110"/>
                  <a:gd name="T39" fmla="*/ 54 h 63"/>
                  <a:gd name="T40" fmla="*/ 19 w 110"/>
                  <a:gd name="T41" fmla="*/ 59 h 63"/>
                  <a:gd name="T42" fmla="*/ 21 w 110"/>
                  <a:gd name="T43" fmla="*/ 60 h 63"/>
                  <a:gd name="T44" fmla="*/ 22 w 110"/>
                  <a:gd name="T45" fmla="*/ 60 h 63"/>
                  <a:gd name="T46" fmla="*/ 23 w 110"/>
                  <a:gd name="T47" fmla="*/ 60 h 63"/>
                  <a:gd name="T48" fmla="*/ 23 w 110"/>
                  <a:gd name="T49" fmla="*/ 55 h 63"/>
                  <a:gd name="T50" fmla="*/ 26 w 110"/>
                  <a:gd name="T51" fmla="*/ 58 h 63"/>
                  <a:gd name="T52" fmla="*/ 26 w 110"/>
                  <a:gd name="T53" fmla="*/ 54 h 63"/>
                  <a:gd name="T54" fmla="*/ 27 w 110"/>
                  <a:gd name="T55" fmla="*/ 54 h 63"/>
                  <a:gd name="T56" fmla="*/ 29 w 110"/>
                  <a:gd name="T57" fmla="*/ 54 h 63"/>
                  <a:gd name="T58" fmla="*/ 34 w 110"/>
                  <a:gd name="T59" fmla="*/ 51 h 63"/>
                  <a:gd name="T60" fmla="*/ 36 w 110"/>
                  <a:gd name="T61" fmla="*/ 51 h 63"/>
                  <a:gd name="T62" fmla="*/ 40 w 110"/>
                  <a:gd name="T63" fmla="*/ 49 h 63"/>
                  <a:gd name="T64" fmla="*/ 44 w 110"/>
                  <a:gd name="T65" fmla="*/ 47 h 63"/>
                  <a:gd name="T66" fmla="*/ 45 w 110"/>
                  <a:gd name="T67" fmla="*/ 45 h 63"/>
                  <a:gd name="T68" fmla="*/ 46 w 110"/>
                  <a:gd name="T69" fmla="*/ 45 h 63"/>
                  <a:gd name="T70" fmla="*/ 46 w 110"/>
                  <a:gd name="T71" fmla="*/ 42 h 63"/>
                  <a:gd name="T72" fmla="*/ 49 w 110"/>
                  <a:gd name="T73" fmla="*/ 42 h 63"/>
                  <a:gd name="T74" fmla="*/ 53 w 110"/>
                  <a:gd name="T75" fmla="*/ 42 h 63"/>
                  <a:gd name="T76" fmla="*/ 55 w 110"/>
                  <a:gd name="T77" fmla="*/ 39 h 63"/>
                  <a:gd name="T78" fmla="*/ 60 w 110"/>
                  <a:gd name="T79" fmla="*/ 39 h 63"/>
                  <a:gd name="T80" fmla="*/ 61 w 110"/>
                  <a:gd name="T81" fmla="*/ 38 h 63"/>
                  <a:gd name="T82" fmla="*/ 62 w 110"/>
                  <a:gd name="T83" fmla="*/ 38 h 63"/>
                  <a:gd name="T84" fmla="*/ 64 w 110"/>
                  <a:gd name="T85" fmla="*/ 40 h 63"/>
                  <a:gd name="T86" fmla="*/ 66 w 110"/>
                  <a:gd name="T87" fmla="*/ 35 h 63"/>
                  <a:gd name="T88" fmla="*/ 68 w 110"/>
                  <a:gd name="T89" fmla="*/ 30 h 63"/>
                  <a:gd name="T90" fmla="*/ 71 w 110"/>
                  <a:gd name="T91" fmla="*/ 31 h 63"/>
                  <a:gd name="T92" fmla="*/ 72 w 110"/>
                  <a:gd name="T93" fmla="*/ 26 h 63"/>
                  <a:gd name="T94" fmla="*/ 76 w 110"/>
                  <a:gd name="T95" fmla="*/ 26 h 63"/>
                  <a:gd name="T96" fmla="*/ 79 w 110"/>
                  <a:gd name="T97" fmla="*/ 24 h 63"/>
                  <a:gd name="T98" fmla="*/ 82 w 110"/>
                  <a:gd name="T99" fmla="*/ 23 h 63"/>
                  <a:gd name="T100" fmla="*/ 88 w 110"/>
                  <a:gd name="T101" fmla="*/ 20 h 63"/>
                  <a:gd name="T102" fmla="*/ 91 w 110"/>
                  <a:gd name="T103" fmla="*/ 16 h 63"/>
                  <a:gd name="T104" fmla="*/ 97 w 110"/>
                  <a:gd name="T105" fmla="*/ 13 h 63"/>
                  <a:gd name="T106" fmla="*/ 105 w 110"/>
                  <a:gd name="T107" fmla="*/ 1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 h="63">
                    <a:moveTo>
                      <a:pt x="108" y="1"/>
                    </a:moveTo>
                    <a:cubicBezTo>
                      <a:pt x="106" y="4"/>
                      <a:pt x="103" y="2"/>
                      <a:pt x="100" y="0"/>
                    </a:cubicBezTo>
                    <a:cubicBezTo>
                      <a:pt x="99" y="1"/>
                      <a:pt x="98" y="2"/>
                      <a:pt x="97" y="1"/>
                    </a:cubicBezTo>
                    <a:cubicBezTo>
                      <a:pt x="94" y="3"/>
                      <a:pt x="88" y="0"/>
                      <a:pt x="85" y="3"/>
                    </a:cubicBezTo>
                    <a:cubicBezTo>
                      <a:pt x="86" y="4"/>
                      <a:pt x="86" y="5"/>
                      <a:pt x="86" y="5"/>
                    </a:cubicBezTo>
                    <a:cubicBezTo>
                      <a:pt x="86" y="5"/>
                      <a:pt x="86" y="5"/>
                      <a:pt x="86" y="5"/>
                    </a:cubicBezTo>
                    <a:cubicBezTo>
                      <a:pt x="86" y="6"/>
                      <a:pt x="86" y="6"/>
                      <a:pt x="86" y="6"/>
                    </a:cubicBezTo>
                    <a:cubicBezTo>
                      <a:pt x="86" y="7"/>
                      <a:pt x="85" y="5"/>
                      <a:pt x="85" y="5"/>
                    </a:cubicBezTo>
                    <a:cubicBezTo>
                      <a:pt x="84" y="5"/>
                      <a:pt x="83" y="6"/>
                      <a:pt x="82" y="6"/>
                    </a:cubicBezTo>
                    <a:cubicBezTo>
                      <a:pt x="82" y="8"/>
                      <a:pt x="81" y="7"/>
                      <a:pt x="82" y="9"/>
                    </a:cubicBezTo>
                    <a:cubicBezTo>
                      <a:pt x="81" y="8"/>
                      <a:pt x="81" y="8"/>
                      <a:pt x="81" y="8"/>
                    </a:cubicBezTo>
                    <a:cubicBezTo>
                      <a:pt x="81" y="10"/>
                      <a:pt x="81" y="10"/>
                      <a:pt x="79" y="7"/>
                    </a:cubicBezTo>
                    <a:cubicBezTo>
                      <a:pt x="75" y="7"/>
                      <a:pt x="72" y="10"/>
                      <a:pt x="68" y="11"/>
                    </a:cubicBezTo>
                    <a:cubicBezTo>
                      <a:pt x="65" y="13"/>
                      <a:pt x="63" y="16"/>
                      <a:pt x="60" y="19"/>
                    </a:cubicBezTo>
                    <a:cubicBezTo>
                      <a:pt x="60" y="22"/>
                      <a:pt x="59" y="21"/>
                      <a:pt x="60" y="24"/>
                    </a:cubicBezTo>
                    <a:cubicBezTo>
                      <a:pt x="59" y="23"/>
                      <a:pt x="59" y="23"/>
                      <a:pt x="59" y="23"/>
                    </a:cubicBezTo>
                    <a:cubicBezTo>
                      <a:pt x="59" y="24"/>
                      <a:pt x="59" y="23"/>
                      <a:pt x="57" y="22"/>
                    </a:cubicBezTo>
                    <a:cubicBezTo>
                      <a:pt x="58" y="23"/>
                      <a:pt x="57" y="22"/>
                      <a:pt x="58" y="24"/>
                    </a:cubicBezTo>
                    <a:cubicBezTo>
                      <a:pt x="59" y="26"/>
                      <a:pt x="57" y="22"/>
                      <a:pt x="57" y="23"/>
                    </a:cubicBezTo>
                    <a:cubicBezTo>
                      <a:pt x="56" y="22"/>
                      <a:pt x="57" y="24"/>
                      <a:pt x="57" y="23"/>
                    </a:cubicBezTo>
                    <a:cubicBezTo>
                      <a:pt x="57" y="26"/>
                      <a:pt x="56" y="22"/>
                      <a:pt x="55" y="21"/>
                    </a:cubicBezTo>
                    <a:cubicBezTo>
                      <a:pt x="53" y="22"/>
                      <a:pt x="53" y="25"/>
                      <a:pt x="51" y="25"/>
                    </a:cubicBezTo>
                    <a:cubicBezTo>
                      <a:pt x="51" y="24"/>
                      <a:pt x="51" y="26"/>
                      <a:pt x="51" y="26"/>
                    </a:cubicBezTo>
                    <a:cubicBezTo>
                      <a:pt x="50" y="23"/>
                      <a:pt x="51" y="27"/>
                      <a:pt x="50" y="26"/>
                    </a:cubicBezTo>
                    <a:cubicBezTo>
                      <a:pt x="50" y="25"/>
                      <a:pt x="50" y="25"/>
                      <a:pt x="50" y="25"/>
                    </a:cubicBezTo>
                    <a:cubicBezTo>
                      <a:pt x="49" y="24"/>
                      <a:pt x="49" y="26"/>
                      <a:pt x="48" y="25"/>
                    </a:cubicBezTo>
                    <a:cubicBezTo>
                      <a:pt x="48" y="26"/>
                      <a:pt x="46" y="24"/>
                      <a:pt x="46" y="26"/>
                    </a:cubicBezTo>
                    <a:cubicBezTo>
                      <a:pt x="46" y="24"/>
                      <a:pt x="46" y="25"/>
                      <a:pt x="45" y="24"/>
                    </a:cubicBezTo>
                    <a:cubicBezTo>
                      <a:pt x="46" y="28"/>
                      <a:pt x="44" y="24"/>
                      <a:pt x="44" y="26"/>
                    </a:cubicBezTo>
                    <a:cubicBezTo>
                      <a:pt x="44" y="26"/>
                      <a:pt x="44" y="26"/>
                      <a:pt x="44" y="26"/>
                    </a:cubicBezTo>
                    <a:cubicBezTo>
                      <a:pt x="42" y="26"/>
                      <a:pt x="40" y="26"/>
                      <a:pt x="39" y="29"/>
                    </a:cubicBezTo>
                    <a:cubicBezTo>
                      <a:pt x="39" y="29"/>
                      <a:pt x="36" y="27"/>
                      <a:pt x="36" y="29"/>
                    </a:cubicBezTo>
                    <a:cubicBezTo>
                      <a:pt x="36" y="30"/>
                      <a:pt x="36" y="30"/>
                      <a:pt x="36" y="30"/>
                    </a:cubicBezTo>
                    <a:cubicBezTo>
                      <a:pt x="36" y="30"/>
                      <a:pt x="36" y="29"/>
                      <a:pt x="36" y="29"/>
                    </a:cubicBezTo>
                    <a:cubicBezTo>
                      <a:pt x="36" y="30"/>
                      <a:pt x="34" y="29"/>
                      <a:pt x="34" y="29"/>
                    </a:cubicBezTo>
                    <a:cubicBezTo>
                      <a:pt x="34" y="30"/>
                      <a:pt x="34" y="30"/>
                      <a:pt x="34" y="31"/>
                    </a:cubicBezTo>
                    <a:cubicBezTo>
                      <a:pt x="32" y="29"/>
                      <a:pt x="33" y="33"/>
                      <a:pt x="31" y="31"/>
                    </a:cubicBezTo>
                    <a:cubicBezTo>
                      <a:pt x="32" y="34"/>
                      <a:pt x="32" y="33"/>
                      <a:pt x="32" y="34"/>
                    </a:cubicBezTo>
                    <a:cubicBezTo>
                      <a:pt x="32" y="33"/>
                      <a:pt x="31" y="33"/>
                      <a:pt x="31" y="32"/>
                    </a:cubicBezTo>
                    <a:cubicBezTo>
                      <a:pt x="31" y="32"/>
                      <a:pt x="30" y="33"/>
                      <a:pt x="30" y="32"/>
                    </a:cubicBezTo>
                    <a:cubicBezTo>
                      <a:pt x="29" y="32"/>
                      <a:pt x="30" y="34"/>
                      <a:pt x="29" y="34"/>
                    </a:cubicBezTo>
                    <a:cubicBezTo>
                      <a:pt x="28" y="32"/>
                      <a:pt x="28" y="34"/>
                      <a:pt x="28" y="33"/>
                    </a:cubicBezTo>
                    <a:cubicBezTo>
                      <a:pt x="28" y="35"/>
                      <a:pt x="28" y="37"/>
                      <a:pt x="28" y="36"/>
                    </a:cubicBezTo>
                    <a:cubicBezTo>
                      <a:pt x="27" y="33"/>
                      <a:pt x="27" y="33"/>
                      <a:pt x="27" y="33"/>
                    </a:cubicBezTo>
                    <a:cubicBezTo>
                      <a:pt x="26" y="35"/>
                      <a:pt x="24" y="32"/>
                      <a:pt x="23" y="36"/>
                    </a:cubicBezTo>
                    <a:cubicBezTo>
                      <a:pt x="23" y="35"/>
                      <a:pt x="23" y="35"/>
                      <a:pt x="23" y="35"/>
                    </a:cubicBezTo>
                    <a:cubicBezTo>
                      <a:pt x="22" y="37"/>
                      <a:pt x="20" y="36"/>
                      <a:pt x="19" y="39"/>
                    </a:cubicBezTo>
                    <a:cubicBezTo>
                      <a:pt x="18" y="38"/>
                      <a:pt x="18" y="38"/>
                      <a:pt x="17" y="38"/>
                    </a:cubicBezTo>
                    <a:cubicBezTo>
                      <a:pt x="17" y="40"/>
                      <a:pt x="17" y="40"/>
                      <a:pt x="17" y="42"/>
                    </a:cubicBezTo>
                    <a:cubicBezTo>
                      <a:pt x="17" y="42"/>
                      <a:pt x="16" y="41"/>
                      <a:pt x="16" y="40"/>
                    </a:cubicBezTo>
                    <a:cubicBezTo>
                      <a:pt x="15" y="40"/>
                      <a:pt x="14" y="38"/>
                      <a:pt x="14" y="41"/>
                    </a:cubicBezTo>
                    <a:cubicBezTo>
                      <a:pt x="14" y="39"/>
                      <a:pt x="14" y="39"/>
                      <a:pt x="14" y="39"/>
                    </a:cubicBezTo>
                    <a:cubicBezTo>
                      <a:pt x="14" y="41"/>
                      <a:pt x="13" y="43"/>
                      <a:pt x="12" y="42"/>
                    </a:cubicBezTo>
                    <a:cubicBezTo>
                      <a:pt x="13" y="43"/>
                      <a:pt x="12" y="44"/>
                      <a:pt x="13" y="45"/>
                    </a:cubicBezTo>
                    <a:cubicBezTo>
                      <a:pt x="13" y="45"/>
                      <a:pt x="12" y="43"/>
                      <a:pt x="12" y="44"/>
                    </a:cubicBezTo>
                    <a:cubicBezTo>
                      <a:pt x="12" y="42"/>
                      <a:pt x="12" y="42"/>
                      <a:pt x="12" y="42"/>
                    </a:cubicBezTo>
                    <a:cubicBezTo>
                      <a:pt x="10" y="43"/>
                      <a:pt x="9" y="44"/>
                      <a:pt x="8" y="46"/>
                    </a:cubicBezTo>
                    <a:cubicBezTo>
                      <a:pt x="7" y="44"/>
                      <a:pt x="7" y="46"/>
                      <a:pt x="6" y="45"/>
                    </a:cubicBezTo>
                    <a:cubicBezTo>
                      <a:pt x="6" y="47"/>
                      <a:pt x="4" y="46"/>
                      <a:pt x="6" y="48"/>
                    </a:cubicBezTo>
                    <a:cubicBezTo>
                      <a:pt x="5" y="47"/>
                      <a:pt x="5" y="47"/>
                      <a:pt x="5" y="47"/>
                    </a:cubicBezTo>
                    <a:cubicBezTo>
                      <a:pt x="4" y="47"/>
                      <a:pt x="4" y="48"/>
                      <a:pt x="2" y="48"/>
                    </a:cubicBezTo>
                    <a:cubicBezTo>
                      <a:pt x="2" y="48"/>
                      <a:pt x="3" y="50"/>
                      <a:pt x="3" y="51"/>
                    </a:cubicBezTo>
                    <a:cubicBezTo>
                      <a:pt x="2" y="50"/>
                      <a:pt x="2" y="50"/>
                      <a:pt x="2" y="50"/>
                    </a:cubicBezTo>
                    <a:cubicBezTo>
                      <a:pt x="2" y="51"/>
                      <a:pt x="4" y="52"/>
                      <a:pt x="5" y="53"/>
                    </a:cubicBezTo>
                    <a:cubicBezTo>
                      <a:pt x="4" y="53"/>
                      <a:pt x="4" y="54"/>
                      <a:pt x="4" y="53"/>
                    </a:cubicBezTo>
                    <a:cubicBezTo>
                      <a:pt x="3" y="52"/>
                      <a:pt x="2" y="51"/>
                      <a:pt x="1" y="50"/>
                    </a:cubicBezTo>
                    <a:cubicBezTo>
                      <a:pt x="0" y="50"/>
                      <a:pt x="2" y="53"/>
                      <a:pt x="1" y="51"/>
                    </a:cubicBezTo>
                    <a:cubicBezTo>
                      <a:pt x="0" y="51"/>
                      <a:pt x="0" y="52"/>
                      <a:pt x="1" y="53"/>
                    </a:cubicBezTo>
                    <a:cubicBezTo>
                      <a:pt x="1" y="53"/>
                      <a:pt x="0" y="53"/>
                      <a:pt x="0" y="52"/>
                    </a:cubicBezTo>
                    <a:cubicBezTo>
                      <a:pt x="0" y="52"/>
                      <a:pt x="0" y="53"/>
                      <a:pt x="0" y="53"/>
                    </a:cubicBezTo>
                    <a:cubicBezTo>
                      <a:pt x="0" y="53"/>
                      <a:pt x="0" y="53"/>
                      <a:pt x="0" y="53"/>
                    </a:cubicBezTo>
                    <a:cubicBezTo>
                      <a:pt x="1" y="54"/>
                      <a:pt x="1" y="54"/>
                      <a:pt x="3" y="55"/>
                    </a:cubicBezTo>
                    <a:cubicBezTo>
                      <a:pt x="3" y="55"/>
                      <a:pt x="2" y="55"/>
                      <a:pt x="3" y="55"/>
                    </a:cubicBezTo>
                    <a:cubicBezTo>
                      <a:pt x="4" y="56"/>
                      <a:pt x="4" y="56"/>
                      <a:pt x="3" y="56"/>
                    </a:cubicBezTo>
                    <a:cubicBezTo>
                      <a:pt x="1" y="55"/>
                      <a:pt x="1" y="54"/>
                      <a:pt x="0" y="54"/>
                    </a:cubicBezTo>
                    <a:cubicBezTo>
                      <a:pt x="2" y="56"/>
                      <a:pt x="2" y="56"/>
                      <a:pt x="2" y="56"/>
                    </a:cubicBezTo>
                    <a:cubicBezTo>
                      <a:pt x="2" y="56"/>
                      <a:pt x="3" y="56"/>
                      <a:pt x="4" y="57"/>
                    </a:cubicBezTo>
                    <a:cubicBezTo>
                      <a:pt x="3" y="56"/>
                      <a:pt x="3" y="56"/>
                      <a:pt x="3" y="56"/>
                    </a:cubicBezTo>
                    <a:cubicBezTo>
                      <a:pt x="4" y="57"/>
                      <a:pt x="4" y="57"/>
                      <a:pt x="4" y="57"/>
                    </a:cubicBezTo>
                    <a:cubicBezTo>
                      <a:pt x="4" y="56"/>
                      <a:pt x="6" y="57"/>
                      <a:pt x="5" y="56"/>
                    </a:cubicBezTo>
                    <a:cubicBezTo>
                      <a:pt x="4" y="55"/>
                      <a:pt x="4" y="55"/>
                      <a:pt x="4" y="55"/>
                    </a:cubicBezTo>
                    <a:cubicBezTo>
                      <a:pt x="4" y="55"/>
                      <a:pt x="3" y="53"/>
                      <a:pt x="4" y="54"/>
                    </a:cubicBezTo>
                    <a:cubicBezTo>
                      <a:pt x="6" y="56"/>
                      <a:pt x="6" y="56"/>
                      <a:pt x="6" y="56"/>
                    </a:cubicBezTo>
                    <a:cubicBezTo>
                      <a:pt x="6" y="56"/>
                      <a:pt x="5" y="55"/>
                      <a:pt x="5" y="55"/>
                    </a:cubicBezTo>
                    <a:cubicBezTo>
                      <a:pt x="7" y="57"/>
                      <a:pt x="7" y="57"/>
                      <a:pt x="7" y="57"/>
                    </a:cubicBezTo>
                    <a:cubicBezTo>
                      <a:pt x="5" y="55"/>
                      <a:pt x="7" y="56"/>
                      <a:pt x="7" y="55"/>
                    </a:cubicBezTo>
                    <a:cubicBezTo>
                      <a:pt x="7" y="56"/>
                      <a:pt x="7" y="56"/>
                      <a:pt x="7" y="56"/>
                    </a:cubicBezTo>
                    <a:cubicBezTo>
                      <a:pt x="8" y="56"/>
                      <a:pt x="6" y="55"/>
                      <a:pt x="6" y="54"/>
                    </a:cubicBezTo>
                    <a:cubicBezTo>
                      <a:pt x="6" y="55"/>
                      <a:pt x="8" y="56"/>
                      <a:pt x="9" y="57"/>
                    </a:cubicBezTo>
                    <a:cubicBezTo>
                      <a:pt x="9" y="57"/>
                      <a:pt x="8" y="55"/>
                      <a:pt x="9" y="56"/>
                    </a:cubicBezTo>
                    <a:cubicBezTo>
                      <a:pt x="9" y="56"/>
                      <a:pt x="9" y="55"/>
                      <a:pt x="9" y="53"/>
                    </a:cubicBezTo>
                    <a:cubicBezTo>
                      <a:pt x="9" y="53"/>
                      <a:pt x="10" y="56"/>
                      <a:pt x="10" y="55"/>
                    </a:cubicBezTo>
                    <a:cubicBezTo>
                      <a:pt x="11" y="56"/>
                      <a:pt x="12" y="58"/>
                      <a:pt x="12" y="59"/>
                    </a:cubicBezTo>
                    <a:cubicBezTo>
                      <a:pt x="13" y="59"/>
                      <a:pt x="14" y="60"/>
                      <a:pt x="13" y="60"/>
                    </a:cubicBezTo>
                    <a:cubicBezTo>
                      <a:pt x="13" y="60"/>
                      <a:pt x="14" y="61"/>
                      <a:pt x="14" y="61"/>
                    </a:cubicBezTo>
                    <a:cubicBezTo>
                      <a:pt x="14" y="60"/>
                      <a:pt x="12" y="58"/>
                      <a:pt x="12" y="58"/>
                    </a:cubicBezTo>
                    <a:cubicBezTo>
                      <a:pt x="11" y="56"/>
                      <a:pt x="12" y="57"/>
                      <a:pt x="11" y="55"/>
                    </a:cubicBezTo>
                    <a:cubicBezTo>
                      <a:pt x="11" y="55"/>
                      <a:pt x="12" y="55"/>
                      <a:pt x="12" y="55"/>
                    </a:cubicBezTo>
                    <a:cubicBezTo>
                      <a:pt x="12" y="55"/>
                      <a:pt x="13" y="56"/>
                      <a:pt x="14" y="57"/>
                    </a:cubicBezTo>
                    <a:cubicBezTo>
                      <a:pt x="13" y="56"/>
                      <a:pt x="13" y="55"/>
                      <a:pt x="14" y="55"/>
                    </a:cubicBezTo>
                    <a:cubicBezTo>
                      <a:pt x="13" y="53"/>
                      <a:pt x="13" y="53"/>
                      <a:pt x="12" y="52"/>
                    </a:cubicBezTo>
                    <a:cubicBezTo>
                      <a:pt x="12" y="51"/>
                      <a:pt x="12" y="51"/>
                      <a:pt x="12" y="51"/>
                    </a:cubicBezTo>
                    <a:cubicBezTo>
                      <a:pt x="13" y="52"/>
                      <a:pt x="14" y="55"/>
                      <a:pt x="14" y="55"/>
                    </a:cubicBezTo>
                    <a:cubicBezTo>
                      <a:pt x="15" y="57"/>
                      <a:pt x="14" y="55"/>
                      <a:pt x="15" y="57"/>
                    </a:cubicBezTo>
                    <a:cubicBezTo>
                      <a:pt x="16" y="59"/>
                      <a:pt x="15" y="60"/>
                      <a:pt x="14" y="58"/>
                    </a:cubicBezTo>
                    <a:cubicBezTo>
                      <a:pt x="15" y="61"/>
                      <a:pt x="15" y="59"/>
                      <a:pt x="16" y="61"/>
                    </a:cubicBezTo>
                    <a:cubicBezTo>
                      <a:pt x="16" y="61"/>
                      <a:pt x="15" y="59"/>
                      <a:pt x="16" y="59"/>
                    </a:cubicBezTo>
                    <a:cubicBezTo>
                      <a:pt x="15" y="58"/>
                      <a:pt x="15" y="58"/>
                      <a:pt x="15" y="57"/>
                    </a:cubicBezTo>
                    <a:cubicBezTo>
                      <a:pt x="14" y="54"/>
                      <a:pt x="16" y="58"/>
                      <a:pt x="16" y="58"/>
                    </a:cubicBezTo>
                    <a:cubicBezTo>
                      <a:pt x="16" y="59"/>
                      <a:pt x="16" y="59"/>
                      <a:pt x="16" y="59"/>
                    </a:cubicBezTo>
                    <a:cubicBezTo>
                      <a:pt x="17" y="60"/>
                      <a:pt x="16" y="58"/>
                      <a:pt x="17" y="58"/>
                    </a:cubicBezTo>
                    <a:cubicBezTo>
                      <a:pt x="18" y="61"/>
                      <a:pt x="16" y="58"/>
                      <a:pt x="17" y="60"/>
                    </a:cubicBezTo>
                    <a:cubicBezTo>
                      <a:pt x="18" y="62"/>
                      <a:pt x="18" y="62"/>
                      <a:pt x="18" y="62"/>
                    </a:cubicBezTo>
                    <a:cubicBezTo>
                      <a:pt x="19" y="63"/>
                      <a:pt x="17" y="60"/>
                      <a:pt x="18" y="61"/>
                    </a:cubicBezTo>
                    <a:cubicBezTo>
                      <a:pt x="18" y="62"/>
                      <a:pt x="18" y="62"/>
                      <a:pt x="18" y="62"/>
                    </a:cubicBezTo>
                    <a:cubicBezTo>
                      <a:pt x="18" y="61"/>
                      <a:pt x="18" y="61"/>
                      <a:pt x="18" y="61"/>
                    </a:cubicBezTo>
                    <a:cubicBezTo>
                      <a:pt x="18" y="60"/>
                      <a:pt x="17" y="58"/>
                      <a:pt x="17" y="58"/>
                    </a:cubicBezTo>
                    <a:cubicBezTo>
                      <a:pt x="16" y="55"/>
                      <a:pt x="17" y="58"/>
                      <a:pt x="17" y="57"/>
                    </a:cubicBezTo>
                    <a:cubicBezTo>
                      <a:pt x="16" y="55"/>
                      <a:pt x="17" y="57"/>
                      <a:pt x="16" y="56"/>
                    </a:cubicBezTo>
                    <a:cubicBezTo>
                      <a:pt x="16" y="54"/>
                      <a:pt x="16" y="54"/>
                      <a:pt x="16" y="54"/>
                    </a:cubicBezTo>
                    <a:cubicBezTo>
                      <a:pt x="16" y="54"/>
                      <a:pt x="17" y="55"/>
                      <a:pt x="17" y="57"/>
                    </a:cubicBezTo>
                    <a:cubicBezTo>
                      <a:pt x="17" y="57"/>
                      <a:pt x="17" y="57"/>
                      <a:pt x="17" y="56"/>
                    </a:cubicBezTo>
                    <a:cubicBezTo>
                      <a:pt x="17" y="58"/>
                      <a:pt x="18" y="60"/>
                      <a:pt x="19" y="61"/>
                    </a:cubicBezTo>
                    <a:cubicBezTo>
                      <a:pt x="19" y="62"/>
                      <a:pt x="18" y="60"/>
                      <a:pt x="18" y="59"/>
                    </a:cubicBezTo>
                    <a:cubicBezTo>
                      <a:pt x="18" y="59"/>
                      <a:pt x="18" y="57"/>
                      <a:pt x="18" y="57"/>
                    </a:cubicBezTo>
                    <a:cubicBezTo>
                      <a:pt x="16" y="52"/>
                      <a:pt x="19" y="60"/>
                      <a:pt x="19" y="59"/>
                    </a:cubicBezTo>
                    <a:cubicBezTo>
                      <a:pt x="18" y="56"/>
                      <a:pt x="18" y="55"/>
                      <a:pt x="17" y="52"/>
                    </a:cubicBezTo>
                    <a:cubicBezTo>
                      <a:pt x="17" y="51"/>
                      <a:pt x="17" y="50"/>
                      <a:pt x="17" y="51"/>
                    </a:cubicBezTo>
                    <a:cubicBezTo>
                      <a:pt x="18" y="53"/>
                      <a:pt x="18" y="52"/>
                      <a:pt x="18" y="54"/>
                    </a:cubicBezTo>
                    <a:cubicBezTo>
                      <a:pt x="18" y="54"/>
                      <a:pt x="18" y="54"/>
                      <a:pt x="18" y="54"/>
                    </a:cubicBezTo>
                    <a:cubicBezTo>
                      <a:pt x="19" y="56"/>
                      <a:pt x="19" y="56"/>
                      <a:pt x="19" y="56"/>
                    </a:cubicBezTo>
                    <a:cubicBezTo>
                      <a:pt x="21" y="60"/>
                      <a:pt x="21" y="60"/>
                      <a:pt x="21" y="60"/>
                    </a:cubicBezTo>
                    <a:cubicBezTo>
                      <a:pt x="21" y="59"/>
                      <a:pt x="20" y="58"/>
                      <a:pt x="20" y="57"/>
                    </a:cubicBezTo>
                    <a:cubicBezTo>
                      <a:pt x="20" y="58"/>
                      <a:pt x="21" y="59"/>
                      <a:pt x="21" y="59"/>
                    </a:cubicBezTo>
                    <a:cubicBezTo>
                      <a:pt x="20" y="59"/>
                      <a:pt x="20" y="56"/>
                      <a:pt x="20" y="56"/>
                    </a:cubicBezTo>
                    <a:cubicBezTo>
                      <a:pt x="20" y="56"/>
                      <a:pt x="21" y="58"/>
                      <a:pt x="21" y="58"/>
                    </a:cubicBezTo>
                    <a:cubicBezTo>
                      <a:pt x="22" y="60"/>
                      <a:pt x="22" y="60"/>
                      <a:pt x="22" y="60"/>
                    </a:cubicBezTo>
                    <a:cubicBezTo>
                      <a:pt x="21" y="58"/>
                      <a:pt x="22" y="61"/>
                      <a:pt x="22" y="60"/>
                    </a:cubicBezTo>
                    <a:cubicBezTo>
                      <a:pt x="22" y="59"/>
                      <a:pt x="21" y="57"/>
                      <a:pt x="21" y="56"/>
                    </a:cubicBezTo>
                    <a:cubicBezTo>
                      <a:pt x="21" y="55"/>
                      <a:pt x="22" y="56"/>
                      <a:pt x="22" y="56"/>
                    </a:cubicBezTo>
                    <a:cubicBezTo>
                      <a:pt x="22" y="57"/>
                      <a:pt x="22" y="57"/>
                      <a:pt x="22" y="57"/>
                    </a:cubicBezTo>
                    <a:cubicBezTo>
                      <a:pt x="22" y="57"/>
                      <a:pt x="23" y="61"/>
                      <a:pt x="23" y="60"/>
                    </a:cubicBezTo>
                    <a:cubicBezTo>
                      <a:pt x="22" y="58"/>
                      <a:pt x="22" y="58"/>
                      <a:pt x="22" y="58"/>
                    </a:cubicBezTo>
                    <a:cubicBezTo>
                      <a:pt x="23" y="58"/>
                      <a:pt x="23" y="59"/>
                      <a:pt x="23" y="60"/>
                    </a:cubicBezTo>
                    <a:cubicBezTo>
                      <a:pt x="23" y="58"/>
                      <a:pt x="23" y="59"/>
                      <a:pt x="23" y="58"/>
                    </a:cubicBezTo>
                    <a:cubicBezTo>
                      <a:pt x="23" y="59"/>
                      <a:pt x="23" y="59"/>
                      <a:pt x="23" y="59"/>
                    </a:cubicBezTo>
                    <a:cubicBezTo>
                      <a:pt x="23" y="58"/>
                      <a:pt x="23" y="56"/>
                      <a:pt x="24" y="58"/>
                    </a:cubicBezTo>
                    <a:cubicBezTo>
                      <a:pt x="23" y="56"/>
                      <a:pt x="23" y="58"/>
                      <a:pt x="23" y="57"/>
                    </a:cubicBezTo>
                    <a:cubicBezTo>
                      <a:pt x="22" y="55"/>
                      <a:pt x="22" y="55"/>
                      <a:pt x="22" y="55"/>
                    </a:cubicBezTo>
                    <a:cubicBezTo>
                      <a:pt x="23" y="58"/>
                      <a:pt x="23" y="55"/>
                      <a:pt x="23" y="55"/>
                    </a:cubicBezTo>
                    <a:cubicBezTo>
                      <a:pt x="24" y="56"/>
                      <a:pt x="24" y="56"/>
                      <a:pt x="24" y="57"/>
                    </a:cubicBezTo>
                    <a:cubicBezTo>
                      <a:pt x="24" y="55"/>
                      <a:pt x="24" y="55"/>
                      <a:pt x="24" y="55"/>
                    </a:cubicBezTo>
                    <a:cubicBezTo>
                      <a:pt x="25" y="59"/>
                      <a:pt x="24" y="54"/>
                      <a:pt x="24" y="55"/>
                    </a:cubicBezTo>
                    <a:cubicBezTo>
                      <a:pt x="25" y="56"/>
                      <a:pt x="25" y="58"/>
                      <a:pt x="25" y="58"/>
                    </a:cubicBezTo>
                    <a:cubicBezTo>
                      <a:pt x="24" y="56"/>
                      <a:pt x="25" y="55"/>
                      <a:pt x="24" y="53"/>
                    </a:cubicBezTo>
                    <a:cubicBezTo>
                      <a:pt x="25" y="54"/>
                      <a:pt x="25" y="56"/>
                      <a:pt x="26" y="58"/>
                    </a:cubicBezTo>
                    <a:cubicBezTo>
                      <a:pt x="25" y="56"/>
                      <a:pt x="26" y="59"/>
                      <a:pt x="26" y="57"/>
                    </a:cubicBezTo>
                    <a:cubicBezTo>
                      <a:pt x="25" y="56"/>
                      <a:pt x="25" y="55"/>
                      <a:pt x="25" y="54"/>
                    </a:cubicBezTo>
                    <a:cubicBezTo>
                      <a:pt x="26" y="54"/>
                      <a:pt x="25" y="55"/>
                      <a:pt x="26" y="56"/>
                    </a:cubicBezTo>
                    <a:cubicBezTo>
                      <a:pt x="26" y="56"/>
                      <a:pt x="26" y="54"/>
                      <a:pt x="25" y="53"/>
                    </a:cubicBezTo>
                    <a:cubicBezTo>
                      <a:pt x="26" y="53"/>
                      <a:pt x="25" y="51"/>
                      <a:pt x="26" y="52"/>
                    </a:cubicBezTo>
                    <a:cubicBezTo>
                      <a:pt x="26" y="54"/>
                      <a:pt x="26" y="53"/>
                      <a:pt x="26" y="54"/>
                    </a:cubicBezTo>
                    <a:cubicBezTo>
                      <a:pt x="27" y="54"/>
                      <a:pt x="25" y="50"/>
                      <a:pt x="26" y="50"/>
                    </a:cubicBezTo>
                    <a:cubicBezTo>
                      <a:pt x="25" y="49"/>
                      <a:pt x="25" y="46"/>
                      <a:pt x="25" y="45"/>
                    </a:cubicBezTo>
                    <a:cubicBezTo>
                      <a:pt x="25" y="45"/>
                      <a:pt x="25" y="46"/>
                      <a:pt x="25" y="48"/>
                    </a:cubicBezTo>
                    <a:cubicBezTo>
                      <a:pt x="25" y="48"/>
                      <a:pt x="25" y="48"/>
                      <a:pt x="25" y="48"/>
                    </a:cubicBezTo>
                    <a:cubicBezTo>
                      <a:pt x="27" y="50"/>
                      <a:pt x="26" y="52"/>
                      <a:pt x="27" y="55"/>
                    </a:cubicBezTo>
                    <a:cubicBezTo>
                      <a:pt x="27" y="54"/>
                      <a:pt x="27" y="54"/>
                      <a:pt x="27" y="54"/>
                    </a:cubicBezTo>
                    <a:cubicBezTo>
                      <a:pt x="28" y="57"/>
                      <a:pt x="28" y="57"/>
                      <a:pt x="28" y="57"/>
                    </a:cubicBezTo>
                    <a:cubicBezTo>
                      <a:pt x="27" y="55"/>
                      <a:pt x="28" y="56"/>
                      <a:pt x="28" y="55"/>
                    </a:cubicBezTo>
                    <a:cubicBezTo>
                      <a:pt x="28" y="54"/>
                      <a:pt x="28" y="56"/>
                      <a:pt x="28" y="55"/>
                    </a:cubicBezTo>
                    <a:cubicBezTo>
                      <a:pt x="28" y="54"/>
                      <a:pt x="27" y="51"/>
                      <a:pt x="28" y="52"/>
                    </a:cubicBezTo>
                    <a:cubicBezTo>
                      <a:pt x="29" y="55"/>
                      <a:pt x="29" y="55"/>
                      <a:pt x="29" y="55"/>
                    </a:cubicBezTo>
                    <a:cubicBezTo>
                      <a:pt x="29" y="56"/>
                      <a:pt x="28" y="53"/>
                      <a:pt x="29" y="54"/>
                    </a:cubicBezTo>
                    <a:cubicBezTo>
                      <a:pt x="29" y="55"/>
                      <a:pt x="29" y="55"/>
                      <a:pt x="29" y="55"/>
                    </a:cubicBezTo>
                    <a:cubicBezTo>
                      <a:pt x="30" y="55"/>
                      <a:pt x="32" y="55"/>
                      <a:pt x="31" y="51"/>
                    </a:cubicBezTo>
                    <a:cubicBezTo>
                      <a:pt x="32" y="52"/>
                      <a:pt x="32" y="52"/>
                      <a:pt x="33" y="53"/>
                    </a:cubicBezTo>
                    <a:cubicBezTo>
                      <a:pt x="33" y="53"/>
                      <a:pt x="33" y="51"/>
                      <a:pt x="33" y="51"/>
                    </a:cubicBezTo>
                    <a:cubicBezTo>
                      <a:pt x="34" y="53"/>
                      <a:pt x="34" y="53"/>
                      <a:pt x="34" y="53"/>
                    </a:cubicBezTo>
                    <a:cubicBezTo>
                      <a:pt x="34" y="54"/>
                      <a:pt x="34" y="52"/>
                      <a:pt x="34" y="51"/>
                    </a:cubicBezTo>
                    <a:cubicBezTo>
                      <a:pt x="35" y="52"/>
                      <a:pt x="35" y="52"/>
                      <a:pt x="35" y="52"/>
                    </a:cubicBezTo>
                    <a:cubicBezTo>
                      <a:pt x="35" y="54"/>
                      <a:pt x="35" y="51"/>
                      <a:pt x="35" y="51"/>
                    </a:cubicBezTo>
                    <a:cubicBezTo>
                      <a:pt x="35" y="52"/>
                      <a:pt x="35" y="52"/>
                      <a:pt x="35" y="52"/>
                    </a:cubicBezTo>
                    <a:cubicBezTo>
                      <a:pt x="35" y="51"/>
                      <a:pt x="35" y="51"/>
                      <a:pt x="35" y="51"/>
                    </a:cubicBezTo>
                    <a:cubicBezTo>
                      <a:pt x="35" y="50"/>
                      <a:pt x="35" y="50"/>
                      <a:pt x="36" y="52"/>
                    </a:cubicBezTo>
                    <a:cubicBezTo>
                      <a:pt x="36" y="51"/>
                      <a:pt x="36" y="51"/>
                      <a:pt x="36" y="51"/>
                    </a:cubicBezTo>
                    <a:cubicBezTo>
                      <a:pt x="37" y="52"/>
                      <a:pt x="37" y="52"/>
                      <a:pt x="38" y="51"/>
                    </a:cubicBezTo>
                    <a:cubicBezTo>
                      <a:pt x="37" y="51"/>
                      <a:pt x="37" y="50"/>
                      <a:pt x="37" y="49"/>
                    </a:cubicBezTo>
                    <a:cubicBezTo>
                      <a:pt x="36" y="46"/>
                      <a:pt x="37" y="49"/>
                      <a:pt x="37" y="47"/>
                    </a:cubicBezTo>
                    <a:cubicBezTo>
                      <a:pt x="37" y="48"/>
                      <a:pt x="38" y="49"/>
                      <a:pt x="38" y="50"/>
                    </a:cubicBezTo>
                    <a:cubicBezTo>
                      <a:pt x="39" y="52"/>
                      <a:pt x="39" y="50"/>
                      <a:pt x="40" y="50"/>
                    </a:cubicBezTo>
                    <a:cubicBezTo>
                      <a:pt x="40" y="49"/>
                      <a:pt x="40" y="49"/>
                      <a:pt x="40" y="49"/>
                    </a:cubicBezTo>
                    <a:cubicBezTo>
                      <a:pt x="42" y="51"/>
                      <a:pt x="41" y="48"/>
                      <a:pt x="42" y="49"/>
                    </a:cubicBezTo>
                    <a:cubicBezTo>
                      <a:pt x="42" y="48"/>
                      <a:pt x="41" y="45"/>
                      <a:pt x="41" y="45"/>
                    </a:cubicBezTo>
                    <a:cubicBezTo>
                      <a:pt x="41" y="43"/>
                      <a:pt x="42" y="47"/>
                      <a:pt x="43" y="48"/>
                    </a:cubicBezTo>
                    <a:cubicBezTo>
                      <a:pt x="43" y="48"/>
                      <a:pt x="43" y="47"/>
                      <a:pt x="43" y="47"/>
                    </a:cubicBezTo>
                    <a:cubicBezTo>
                      <a:pt x="43" y="48"/>
                      <a:pt x="43" y="48"/>
                      <a:pt x="43" y="48"/>
                    </a:cubicBezTo>
                    <a:cubicBezTo>
                      <a:pt x="43" y="47"/>
                      <a:pt x="43" y="46"/>
                      <a:pt x="44" y="47"/>
                    </a:cubicBezTo>
                    <a:cubicBezTo>
                      <a:pt x="44" y="47"/>
                      <a:pt x="44" y="47"/>
                      <a:pt x="44" y="47"/>
                    </a:cubicBezTo>
                    <a:cubicBezTo>
                      <a:pt x="44" y="47"/>
                      <a:pt x="45" y="48"/>
                      <a:pt x="45" y="48"/>
                    </a:cubicBezTo>
                    <a:cubicBezTo>
                      <a:pt x="44" y="46"/>
                      <a:pt x="45" y="47"/>
                      <a:pt x="45" y="45"/>
                    </a:cubicBezTo>
                    <a:cubicBezTo>
                      <a:pt x="45" y="46"/>
                      <a:pt x="45" y="46"/>
                      <a:pt x="45" y="46"/>
                    </a:cubicBezTo>
                    <a:cubicBezTo>
                      <a:pt x="45" y="44"/>
                      <a:pt x="45" y="44"/>
                      <a:pt x="45" y="44"/>
                    </a:cubicBezTo>
                    <a:cubicBezTo>
                      <a:pt x="45" y="45"/>
                      <a:pt x="45" y="45"/>
                      <a:pt x="45" y="45"/>
                    </a:cubicBezTo>
                    <a:cubicBezTo>
                      <a:pt x="46" y="47"/>
                      <a:pt x="46" y="47"/>
                      <a:pt x="46" y="47"/>
                    </a:cubicBezTo>
                    <a:cubicBezTo>
                      <a:pt x="46" y="48"/>
                      <a:pt x="45" y="45"/>
                      <a:pt x="45" y="45"/>
                    </a:cubicBezTo>
                    <a:cubicBezTo>
                      <a:pt x="45" y="43"/>
                      <a:pt x="46" y="45"/>
                      <a:pt x="46" y="45"/>
                    </a:cubicBezTo>
                    <a:cubicBezTo>
                      <a:pt x="46" y="46"/>
                      <a:pt x="46" y="45"/>
                      <a:pt x="46" y="45"/>
                    </a:cubicBezTo>
                    <a:cubicBezTo>
                      <a:pt x="46" y="47"/>
                      <a:pt x="46" y="46"/>
                      <a:pt x="46" y="47"/>
                    </a:cubicBezTo>
                    <a:cubicBezTo>
                      <a:pt x="46" y="47"/>
                      <a:pt x="46" y="45"/>
                      <a:pt x="46" y="45"/>
                    </a:cubicBezTo>
                    <a:cubicBezTo>
                      <a:pt x="46" y="45"/>
                      <a:pt x="47" y="45"/>
                      <a:pt x="47" y="46"/>
                    </a:cubicBezTo>
                    <a:cubicBezTo>
                      <a:pt x="47" y="45"/>
                      <a:pt x="47" y="45"/>
                      <a:pt x="47" y="45"/>
                    </a:cubicBezTo>
                    <a:cubicBezTo>
                      <a:pt x="47" y="44"/>
                      <a:pt x="46" y="44"/>
                      <a:pt x="46" y="43"/>
                    </a:cubicBezTo>
                    <a:cubicBezTo>
                      <a:pt x="46" y="43"/>
                      <a:pt x="46" y="42"/>
                      <a:pt x="46" y="43"/>
                    </a:cubicBezTo>
                    <a:cubicBezTo>
                      <a:pt x="46" y="43"/>
                      <a:pt x="46" y="43"/>
                      <a:pt x="46" y="43"/>
                    </a:cubicBezTo>
                    <a:cubicBezTo>
                      <a:pt x="46" y="43"/>
                      <a:pt x="47" y="43"/>
                      <a:pt x="46" y="42"/>
                    </a:cubicBezTo>
                    <a:cubicBezTo>
                      <a:pt x="47" y="44"/>
                      <a:pt x="47" y="44"/>
                      <a:pt x="47" y="44"/>
                    </a:cubicBezTo>
                    <a:cubicBezTo>
                      <a:pt x="47" y="43"/>
                      <a:pt x="47" y="43"/>
                      <a:pt x="47" y="42"/>
                    </a:cubicBezTo>
                    <a:cubicBezTo>
                      <a:pt x="48" y="44"/>
                      <a:pt x="49" y="46"/>
                      <a:pt x="49" y="46"/>
                    </a:cubicBezTo>
                    <a:cubicBezTo>
                      <a:pt x="49" y="44"/>
                      <a:pt x="49" y="44"/>
                      <a:pt x="49" y="44"/>
                    </a:cubicBezTo>
                    <a:cubicBezTo>
                      <a:pt x="49" y="44"/>
                      <a:pt x="49" y="44"/>
                      <a:pt x="50" y="45"/>
                    </a:cubicBezTo>
                    <a:cubicBezTo>
                      <a:pt x="51" y="46"/>
                      <a:pt x="48" y="40"/>
                      <a:pt x="49" y="42"/>
                    </a:cubicBezTo>
                    <a:cubicBezTo>
                      <a:pt x="50" y="44"/>
                      <a:pt x="50" y="44"/>
                      <a:pt x="51" y="44"/>
                    </a:cubicBezTo>
                    <a:cubicBezTo>
                      <a:pt x="50" y="43"/>
                      <a:pt x="50" y="43"/>
                      <a:pt x="50" y="43"/>
                    </a:cubicBezTo>
                    <a:cubicBezTo>
                      <a:pt x="50" y="42"/>
                      <a:pt x="51" y="45"/>
                      <a:pt x="50" y="43"/>
                    </a:cubicBezTo>
                    <a:cubicBezTo>
                      <a:pt x="50" y="42"/>
                      <a:pt x="50" y="42"/>
                      <a:pt x="50" y="42"/>
                    </a:cubicBezTo>
                    <a:cubicBezTo>
                      <a:pt x="52" y="46"/>
                      <a:pt x="52" y="42"/>
                      <a:pt x="54" y="44"/>
                    </a:cubicBezTo>
                    <a:cubicBezTo>
                      <a:pt x="52" y="42"/>
                      <a:pt x="54" y="43"/>
                      <a:pt x="53" y="42"/>
                    </a:cubicBezTo>
                    <a:cubicBezTo>
                      <a:pt x="54" y="45"/>
                      <a:pt x="54" y="42"/>
                      <a:pt x="54" y="43"/>
                    </a:cubicBezTo>
                    <a:cubicBezTo>
                      <a:pt x="53" y="41"/>
                      <a:pt x="53" y="41"/>
                      <a:pt x="53" y="41"/>
                    </a:cubicBezTo>
                    <a:cubicBezTo>
                      <a:pt x="54" y="42"/>
                      <a:pt x="53" y="37"/>
                      <a:pt x="54" y="40"/>
                    </a:cubicBezTo>
                    <a:cubicBezTo>
                      <a:pt x="55" y="40"/>
                      <a:pt x="55" y="41"/>
                      <a:pt x="55" y="42"/>
                    </a:cubicBezTo>
                    <a:cubicBezTo>
                      <a:pt x="56" y="44"/>
                      <a:pt x="55" y="39"/>
                      <a:pt x="56" y="42"/>
                    </a:cubicBezTo>
                    <a:cubicBezTo>
                      <a:pt x="56" y="41"/>
                      <a:pt x="55" y="40"/>
                      <a:pt x="55" y="39"/>
                    </a:cubicBezTo>
                    <a:cubicBezTo>
                      <a:pt x="56" y="40"/>
                      <a:pt x="57" y="41"/>
                      <a:pt x="57" y="41"/>
                    </a:cubicBezTo>
                    <a:cubicBezTo>
                      <a:pt x="57" y="41"/>
                      <a:pt x="57" y="40"/>
                      <a:pt x="57" y="40"/>
                    </a:cubicBezTo>
                    <a:cubicBezTo>
                      <a:pt x="57" y="41"/>
                      <a:pt x="57" y="41"/>
                      <a:pt x="57" y="42"/>
                    </a:cubicBezTo>
                    <a:cubicBezTo>
                      <a:pt x="58" y="42"/>
                      <a:pt x="58" y="41"/>
                      <a:pt x="58" y="40"/>
                    </a:cubicBezTo>
                    <a:cubicBezTo>
                      <a:pt x="59" y="41"/>
                      <a:pt x="59" y="40"/>
                      <a:pt x="60" y="41"/>
                    </a:cubicBezTo>
                    <a:cubicBezTo>
                      <a:pt x="59" y="39"/>
                      <a:pt x="61" y="42"/>
                      <a:pt x="60" y="39"/>
                    </a:cubicBezTo>
                    <a:cubicBezTo>
                      <a:pt x="60" y="40"/>
                      <a:pt x="60" y="40"/>
                      <a:pt x="60" y="40"/>
                    </a:cubicBezTo>
                    <a:cubicBezTo>
                      <a:pt x="60" y="39"/>
                      <a:pt x="59" y="37"/>
                      <a:pt x="59" y="37"/>
                    </a:cubicBezTo>
                    <a:cubicBezTo>
                      <a:pt x="60" y="39"/>
                      <a:pt x="60" y="39"/>
                      <a:pt x="60" y="39"/>
                    </a:cubicBezTo>
                    <a:cubicBezTo>
                      <a:pt x="61" y="41"/>
                      <a:pt x="61" y="39"/>
                      <a:pt x="61" y="40"/>
                    </a:cubicBezTo>
                    <a:cubicBezTo>
                      <a:pt x="60" y="38"/>
                      <a:pt x="62" y="40"/>
                      <a:pt x="61" y="38"/>
                    </a:cubicBezTo>
                    <a:cubicBezTo>
                      <a:pt x="61" y="38"/>
                      <a:pt x="61" y="38"/>
                      <a:pt x="61" y="38"/>
                    </a:cubicBezTo>
                    <a:cubicBezTo>
                      <a:pt x="61" y="37"/>
                      <a:pt x="60" y="37"/>
                      <a:pt x="61" y="36"/>
                    </a:cubicBezTo>
                    <a:cubicBezTo>
                      <a:pt x="61" y="36"/>
                      <a:pt x="62" y="38"/>
                      <a:pt x="62" y="38"/>
                    </a:cubicBezTo>
                    <a:cubicBezTo>
                      <a:pt x="62" y="39"/>
                      <a:pt x="62" y="38"/>
                      <a:pt x="62" y="38"/>
                    </a:cubicBezTo>
                    <a:cubicBezTo>
                      <a:pt x="62" y="38"/>
                      <a:pt x="62" y="38"/>
                      <a:pt x="62" y="37"/>
                    </a:cubicBezTo>
                    <a:cubicBezTo>
                      <a:pt x="62" y="38"/>
                      <a:pt x="62" y="38"/>
                      <a:pt x="62" y="38"/>
                    </a:cubicBezTo>
                    <a:cubicBezTo>
                      <a:pt x="62" y="38"/>
                      <a:pt x="62" y="38"/>
                      <a:pt x="62" y="38"/>
                    </a:cubicBezTo>
                    <a:cubicBezTo>
                      <a:pt x="62" y="38"/>
                      <a:pt x="62" y="38"/>
                      <a:pt x="62" y="38"/>
                    </a:cubicBezTo>
                    <a:cubicBezTo>
                      <a:pt x="62" y="38"/>
                      <a:pt x="62" y="38"/>
                      <a:pt x="62" y="38"/>
                    </a:cubicBezTo>
                    <a:cubicBezTo>
                      <a:pt x="62" y="38"/>
                      <a:pt x="63" y="38"/>
                      <a:pt x="63" y="38"/>
                    </a:cubicBezTo>
                    <a:cubicBezTo>
                      <a:pt x="63" y="38"/>
                      <a:pt x="63" y="38"/>
                      <a:pt x="63" y="38"/>
                    </a:cubicBezTo>
                    <a:cubicBezTo>
                      <a:pt x="63" y="38"/>
                      <a:pt x="63" y="38"/>
                      <a:pt x="63" y="38"/>
                    </a:cubicBezTo>
                    <a:cubicBezTo>
                      <a:pt x="64" y="40"/>
                      <a:pt x="64" y="40"/>
                      <a:pt x="64" y="40"/>
                    </a:cubicBezTo>
                    <a:cubicBezTo>
                      <a:pt x="64" y="40"/>
                      <a:pt x="64" y="38"/>
                      <a:pt x="63" y="37"/>
                    </a:cubicBezTo>
                    <a:cubicBezTo>
                      <a:pt x="64" y="38"/>
                      <a:pt x="65" y="36"/>
                      <a:pt x="65" y="36"/>
                    </a:cubicBezTo>
                    <a:cubicBezTo>
                      <a:pt x="65" y="36"/>
                      <a:pt x="65" y="37"/>
                      <a:pt x="65" y="36"/>
                    </a:cubicBezTo>
                    <a:cubicBezTo>
                      <a:pt x="65" y="36"/>
                      <a:pt x="65" y="34"/>
                      <a:pt x="65" y="35"/>
                    </a:cubicBezTo>
                    <a:cubicBezTo>
                      <a:pt x="65" y="35"/>
                      <a:pt x="66" y="36"/>
                      <a:pt x="66" y="36"/>
                    </a:cubicBezTo>
                    <a:cubicBezTo>
                      <a:pt x="66" y="37"/>
                      <a:pt x="66" y="35"/>
                      <a:pt x="66" y="35"/>
                    </a:cubicBezTo>
                    <a:cubicBezTo>
                      <a:pt x="67" y="37"/>
                      <a:pt x="66" y="33"/>
                      <a:pt x="67" y="34"/>
                    </a:cubicBezTo>
                    <a:cubicBezTo>
                      <a:pt x="67" y="34"/>
                      <a:pt x="68" y="35"/>
                      <a:pt x="68" y="36"/>
                    </a:cubicBezTo>
                    <a:cubicBezTo>
                      <a:pt x="68" y="35"/>
                      <a:pt x="68" y="34"/>
                      <a:pt x="68" y="32"/>
                    </a:cubicBezTo>
                    <a:cubicBezTo>
                      <a:pt x="68" y="34"/>
                      <a:pt x="68" y="34"/>
                      <a:pt x="68" y="34"/>
                    </a:cubicBezTo>
                    <a:cubicBezTo>
                      <a:pt x="69" y="34"/>
                      <a:pt x="69" y="33"/>
                      <a:pt x="69" y="32"/>
                    </a:cubicBezTo>
                    <a:cubicBezTo>
                      <a:pt x="68" y="31"/>
                      <a:pt x="68" y="30"/>
                      <a:pt x="68" y="30"/>
                    </a:cubicBezTo>
                    <a:cubicBezTo>
                      <a:pt x="68" y="30"/>
                      <a:pt x="68" y="30"/>
                      <a:pt x="68" y="30"/>
                    </a:cubicBezTo>
                    <a:cubicBezTo>
                      <a:pt x="68" y="29"/>
                      <a:pt x="68" y="29"/>
                      <a:pt x="68" y="29"/>
                    </a:cubicBezTo>
                    <a:cubicBezTo>
                      <a:pt x="69" y="30"/>
                      <a:pt x="68" y="30"/>
                      <a:pt x="69" y="30"/>
                    </a:cubicBezTo>
                    <a:cubicBezTo>
                      <a:pt x="70" y="33"/>
                      <a:pt x="70" y="31"/>
                      <a:pt x="70" y="32"/>
                    </a:cubicBezTo>
                    <a:cubicBezTo>
                      <a:pt x="70" y="30"/>
                      <a:pt x="70" y="30"/>
                      <a:pt x="70" y="30"/>
                    </a:cubicBezTo>
                    <a:cubicBezTo>
                      <a:pt x="70" y="29"/>
                      <a:pt x="71" y="31"/>
                      <a:pt x="71" y="31"/>
                    </a:cubicBezTo>
                    <a:cubicBezTo>
                      <a:pt x="69" y="26"/>
                      <a:pt x="69" y="26"/>
                      <a:pt x="69" y="26"/>
                    </a:cubicBezTo>
                    <a:cubicBezTo>
                      <a:pt x="69" y="27"/>
                      <a:pt x="71" y="28"/>
                      <a:pt x="71" y="29"/>
                    </a:cubicBezTo>
                    <a:cubicBezTo>
                      <a:pt x="71" y="29"/>
                      <a:pt x="70" y="26"/>
                      <a:pt x="70" y="24"/>
                    </a:cubicBezTo>
                    <a:cubicBezTo>
                      <a:pt x="70" y="25"/>
                      <a:pt x="70" y="24"/>
                      <a:pt x="70" y="23"/>
                    </a:cubicBezTo>
                    <a:cubicBezTo>
                      <a:pt x="71" y="25"/>
                      <a:pt x="70" y="23"/>
                      <a:pt x="71" y="24"/>
                    </a:cubicBezTo>
                    <a:cubicBezTo>
                      <a:pt x="72" y="26"/>
                      <a:pt x="72" y="26"/>
                      <a:pt x="72" y="26"/>
                    </a:cubicBezTo>
                    <a:cubicBezTo>
                      <a:pt x="71" y="26"/>
                      <a:pt x="73" y="28"/>
                      <a:pt x="73" y="29"/>
                    </a:cubicBezTo>
                    <a:cubicBezTo>
                      <a:pt x="73" y="28"/>
                      <a:pt x="74" y="28"/>
                      <a:pt x="75" y="29"/>
                    </a:cubicBezTo>
                    <a:cubicBezTo>
                      <a:pt x="73" y="26"/>
                      <a:pt x="74" y="27"/>
                      <a:pt x="73" y="25"/>
                    </a:cubicBezTo>
                    <a:cubicBezTo>
                      <a:pt x="74" y="24"/>
                      <a:pt x="74" y="27"/>
                      <a:pt x="75" y="27"/>
                    </a:cubicBezTo>
                    <a:cubicBezTo>
                      <a:pt x="75" y="26"/>
                      <a:pt x="76" y="26"/>
                      <a:pt x="76" y="26"/>
                    </a:cubicBezTo>
                    <a:cubicBezTo>
                      <a:pt x="76" y="26"/>
                      <a:pt x="76" y="26"/>
                      <a:pt x="76" y="26"/>
                    </a:cubicBezTo>
                    <a:cubicBezTo>
                      <a:pt x="76" y="25"/>
                      <a:pt x="77" y="26"/>
                      <a:pt x="77" y="23"/>
                    </a:cubicBezTo>
                    <a:cubicBezTo>
                      <a:pt x="77" y="25"/>
                      <a:pt x="77" y="25"/>
                      <a:pt x="77" y="25"/>
                    </a:cubicBezTo>
                    <a:cubicBezTo>
                      <a:pt x="78" y="25"/>
                      <a:pt x="76" y="22"/>
                      <a:pt x="77" y="23"/>
                    </a:cubicBezTo>
                    <a:cubicBezTo>
                      <a:pt x="78" y="24"/>
                      <a:pt x="78" y="24"/>
                      <a:pt x="78" y="24"/>
                    </a:cubicBezTo>
                    <a:cubicBezTo>
                      <a:pt x="78" y="23"/>
                      <a:pt x="79" y="25"/>
                      <a:pt x="78" y="23"/>
                    </a:cubicBezTo>
                    <a:cubicBezTo>
                      <a:pt x="79" y="24"/>
                      <a:pt x="79" y="24"/>
                      <a:pt x="79" y="24"/>
                    </a:cubicBezTo>
                    <a:cubicBezTo>
                      <a:pt x="79" y="23"/>
                      <a:pt x="79" y="24"/>
                      <a:pt x="79" y="22"/>
                    </a:cubicBezTo>
                    <a:cubicBezTo>
                      <a:pt x="80" y="24"/>
                      <a:pt x="80" y="24"/>
                      <a:pt x="80" y="24"/>
                    </a:cubicBezTo>
                    <a:cubicBezTo>
                      <a:pt x="80" y="25"/>
                      <a:pt x="79" y="22"/>
                      <a:pt x="80" y="22"/>
                    </a:cubicBezTo>
                    <a:cubicBezTo>
                      <a:pt x="80" y="22"/>
                      <a:pt x="81" y="23"/>
                      <a:pt x="81" y="23"/>
                    </a:cubicBezTo>
                    <a:cubicBezTo>
                      <a:pt x="80" y="22"/>
                      <a:pt x="81" y="22"/>
                      <a:pt x="81" y="21"/>
                    </a:cubicBezTo>
                    <a:cubicBezTo>
                      <a:pt x="82" y="23"/>
                      <a:pt x="82" y="23"/>
                      <a:pt x="82" y="23"/>
                    </a:cubicBezTo>
                    <a:cubicBezTo>
                      <a:pt x="84" y="22"/>
                      <a:pt x="86" y="22"/>
                      <a:pt x="86" y="19"/>
                    </a:cubicBezTo>
                    <a:cubicBezTo>
                      <a:pt x="88" y="21"/>
                      <a:pt x="87" y="21"/>
                      <a:pt x="87" y="22"/>
                    </a:cubicBezTo>
                    <a:cubicBezTo>
                      <a:pt x="87" y="20"/>
                      <a:pt x="87" y="22"/>
                      <a:pt x="88" y="21"/>
                    </a:cubicBezTo>
                    <a:cubicBezTo>
                      <a:pt x="88" y="21"/>
                      <a:pt x="88" y="21"/>
                      <a:pt x="88" y="21"/>
                    </a:cubicBezTo>
                    <a:cubicBezTo>
                      <a:pt x="88" y="20"/>
                      <a:pt x="89" y="22"/>
                      <a:pt x="89" y="21"/>
                    </a:cubicBezTo>
                    <a:cubicBezTo>
                      <a:pt x="88" y="20"/>
                      <a:pt x="88" y="20"/>
                      <a:pt x="88" y="20"/>
                    </a:cubicBezTo>
                    <a:cubicBezTo>
                      <a:pt x="88" y="19"/>
                      <a:pt x="90" y="23"/>
                      <a:pt x="89" y="20"/>
                    </a:cubicBezTo>
                    <a:cubicBezTo>
                      <a:pt x="90" y="22"/>
                      <a:pt x="90" y="22"/>
                      <a:pt x="90" y="22"/>
                    </a:cubicBezTo>
                    <a:cubicBezTo>
                      <a:pt x="89" y="19"/>
                      <a:pt x="91" y="22"/>
                      <a:pt x="90" y="20"/>
                    </a:cubicBezTo>
                    <a:cubicBezTo>
                      <a:pt x="90" y="20"/>
                      <a:pt x="90" y="20"/>
                      <a:pt x="90" y="20"/>
                    </a:cubicBezTo>
                    <a:cubicBezTo>
                      <a:pt x="91" y="21"/>
                      <a:pt x="90" y="17"/>
                      <a:pt x="91" y="19"/>
                    </a:cubicBezTo>
                    <a:cubicBezTo>
                      <a:pt x="91" y="19"/>
                      <a:pt x="91" y="18"/>
                      <a:pt x="91" y="16"/>
                    </a:cubicBezTo>
                    <a:cubicBezTo>
                      <a:pt x="92" y="19"/>
                      <a:pt x="92" y="19"/>
                      <a:pt x="92" y="19"/>
                    </a:cubicBezTo>
                    <a:cubicBezTo>
                      <a:pt x="93" y="17"/>
                      <a:pt x="94" y="17"/>
                      <a:pt x="94" y="14"/>
                    </a:cubicBezTo>
                    <a:cubicBezTo>
                      <a:pt x="95" y="15"/>
                      <a:pt x="95" y="15"/>
                      <a:pt x="95" y="15"/>
                    </a:cubicBezTo>
                    <a:cubicBezTo>
                      <a:pt x="95" y="13"/>
                      <a:pt x="97" y="17"/>
                      <a:pt x="96" y="13"/>
                    </a:cubicBezTo>
                    <a:cubicBezTo>
                      <a:pt x="96" y="11"/>
                      <a:pt x="96" y="11"/>
                      <a:pt x="96" y="11"/>
                    </a:cubicBezTo>
                    <a:cubicBezTo>
                      <a:pt x="97" y="13"/>
                      <a:pt x="97" y="13"/>
                      <a:pt x="97" y="13"/>
                    </a:cubicBezTo>
                    <a:cubicBezTo>
                      <a:pt x="97" y="12"/>
                      <a:pt x="98" y="13"/>
                      <a:pt x="97" y="11"/>
                    </a:cubicBezTo>
                    <a:cubicBezTo>
                      <a:pt x="98" y="13"/>
                      <a:pt x="98" y="13"/>
                      <a:pt x="98" y="13"/>
                    </a:cubicBezTo>
                    <a:cubicBezTo>
                      <a:pt x="98" y="13"/>
                      <a:pt x="98" y="10"/>
                      <a:pt x="98" y="11"/>
                    </a:cubicBezTo>
                    <a:cubicBezTo>
                      <a:pt x="98" y="11"/>
                      <a:pt x="98" y="11"/>
                      <a:pt x="98" y="11"/>
                    </a:cubicBezTo>
                    <a:cubicBezTo>
                      <a:pt x="101" y="14"/>
                      <a:pt x="104" y="15"/>
                      <a:pt x="104" y="11"/>
                    </a:cubicBezTo>
                    <a:cubicBezTo>
                      <a:pt x="104" y="10"/>
                      <a:pt x="105" y="13"/>
                      <a:pt x="105" y="13"/>
                    </a:cubicBezTo>
                    <a:cubicBezTo>
                      <a:pt x="106" y="9"/>
                      <a:pt x="109" y="14"/>
                      <a:pt x="109" y="8"/>
                    </a:cubicBezTo>
                    <a:cubicBezTo>
                      <a:pt x="110" y="6"/>
                      <a:pt x="108" y="1"/>
                      <a:pt x="108"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1" name="Freeform 114"/>
              <p:cNvSpPr/>
              <p:nvPr/>
            </p:nvSpPr>
            <p:spPr bwMode="auto">
              <a:xfrm>
                <a:off x="3897" y="1269"/>
                <a:ext cx="6" cy="2"/>
              </a:xfrm>
              <a:custGeom>
                <a:avLst/>
                <a:gdLst>
                  <a:gd name="T0" fmla="*/ 6 w 6"/>
                  <a:gd name="T1" fmla="*/ 0 h 2"/>
                  <a:gd name="T2" fmla="*/ 6 w 6"/>
                  <a:gd name="T3" fmla="*/ 0 h 2"/>
                  <a:gd name="T4" fmla="*/ 0 w 6"/>
                  <a:gd name="T5" fmla="*/ 2 h 2"/>
                  <a:gd name="T6" fmla="*/ 6 w 6"/>
                  <a:gd name="T7" fmla="*/ 0 h 2"/>
                </a:gdLst>
                <a:ahLst/>
                <a:cxnLst>
                  <a:cxn ang="0">
                    <a:pos x="T0" y="T1"/>
                  </a:cxn>
                  <a:cxn ang="0">
                    <a:pos x="T2" y="T3"/>
                  </a:cxn>
                  <a:cxn ang="0">
                    <a:pos x="T4" y="T5"/>
                  </a:cxn>
                  <a:cxn ang="0">
                    <a:pos x="T6" y="T7"/>
                  </a:cxn>
                </a:cxnLst>
                <a:rect l="0" t="0" r="r" b="b"/>
                <a:pathLst>
                  <a:path w="6" h="2">
                    <a:moveTo>
                      <a:pt x="6" y="0"/>
                    </a:moveTo>
                    <a:lnTo>
                      <a:pt x="6" y="0"/>
                    </a:lnTo>
                    <a:lnTo>
                      <a:pt x="0" y="2"/>
                    </a:lnTo>
                    <a:lnTo>
                      <a:pt x="6"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2" name="Freeform 115"/>
              <p:cNvSpPr/>
              <p:nvPr/>
            </p:nvSpPr>
            <p:spPr bwMode="auto">
              <a:xfrm>
                <a:off x="3935" y="1214"/>
                <a:ext cx="78" cy="253"/>
              </a:xfrm>
              <a:custGeom>
                <a:avLst/>
                <a:gdLst>
                  <a:gd name="T0" fmla="*/ 15 w 37"/>
                  <a:gd name="T1" fmla="*/ 54 h 119"/>
                  <a:gd name="T2" fmla="*/ 12 w 37"/>
                  <a:gd name="T3" fmla="*/ 62 h 119"/>
                  <a:gd name="T4" fmla="*/ 8 w 37"/>
                  <a:gd name="T5" fmla="*/ 67 h 119"/>
                  <a:gd name="T6" fmla="*/ 6 w 37"/>
                  <a:gd name="T7" fmla="*/ 78 h 119"/>
                  <a:gd name="T8" fmla="*/ 4 w 37"/>
                  <a:gd name="T9" fmla="*/ 84 h 119"/>
                  <a:gd name="T10" fmla="*/ 2 w 37"/>
                  <a:gd name="T11" fmla="*/ 96 h 119"/>
                  <a:gd name="T12" fmla="*/ 5 w 37"/>
                  <a:gd name="T13" fmla="*/ 103 h 119"/>
                  <a:gd name="T14" fmla="*/ 2 w 37"/>
                  <a:gd name="T15" fmla="*/ 111 h 119"/>
                  <a:gd name="T16" fmla="*/ 2 w 37"/>
                  <a:gd name="T17" fmla="*/ 115 h 119"/>
                  <a:gd name="T18" fmla="*/ 7 w 37"/>
                  <a:gd name="T19" fmla="*/ 117 h 119"/>
                  <a:gd name="T20" fmla="*/ 8 w 37"/>
                  <a:gd name="T21" fmla="*/ 117 h 119"/>
                  <a:gd name="T22" fmla="*/ 9 w 37"/>
                  <a:gd name="T23" fmla="*/ 115 h 119"/>
                  <a:gd name="T24" fmla="*/ 12 w 37"/>
                  <a:gd name="T25" fmla="*/ 113 h 119"/>
                  <a:gd name="T26" fmla="*/ 15 w 37"/>
                  <a:gd name="T27" fmla="*/ 110 h 119"/>
                  <a:gd name="T28" fmla="*/ 17 w 37"/>
                  <a:gd name="T29" fmla="*/ 110 h 119"/>
                  <a:gd name="T30" fmla="*/ 17 w 37"/>
                  <a:gd name="T31" fmla="*/ 108 h 119"/>
                  <a:gd name="T32" fmla="*/ 18 w 37"/>
                  <a:gd name="T33" fmla="*/ 108 h 119"/>
                  <a:gd name="T34" fmla="*/ 21 w 37"/>
                  <a:gd name="T35" fmla="*/ 108 h 119"/>
                  <a:gd name="T36" fmla="*/ 15 w 37"/>
                  <a:gd name="T37" fmla="*/ 104 h 119"/>
                  <a:gd name="T38" fmla="*/ 18 w 37"/>
                  <a:gd name="T39" fmla="*/ 104 h 119"/>
                  <a:gd name="T40" fmla="*/ 20 w 37"/>
                  <a:gd name="T41" fmla="*/ 104 h 119"/>
                  <a:gd name="T42" fmla="*/ 22 w 37"/>
                  <a:gd name="T43" fmla="*/ 102 h 119"/>
                  <a:gd name="T44" fmla="*/ 20 w 37"/>
                  <a:gd name="T45" fmla="*/ 100 h 119"/>
                  <a:gd name="T46" fmla="*/ 22 w 37"/>
                  <a:gd name="T47" fmla="*/ 99 h 119"/>
                  <a:gd name="T48" fmla="*/ 15 w 37"/>
                  <a:gd name="T49" fmla="*/ 95 h 119"/>
                  <a:gd name="T50" fmla="*/ 21 w 37"/>
                  <a:gd name="T51" fmla="*/ 97 h 119"/>
                  <a:gd name="T52" fmla="*/ 24 w 37"/>
                  <a:gd name="T53" fmla="*/ 92 h 119"/>
                  <a:gd name="T54" fmla="*/ 24 w 37"/>
                  <a:gd name="T55" fmla="*/ 89 h 119"/>
                  <a:gd name="T56" fmla="*/ 21 w 37"/>
                  <a:gd name="T57" fmla="*/ 85 h 119"/>
                  <a:gd name="T58" fmla="*/ 26 w 37"/>
                  <a:gd name="T59" fmla="*/ 81 h 119"/>
                  <a:gd name="T60" fmla="*/ 24 w 37"/>
                  <a:gd name="T61" fmla="*/ 78 h 119"/>
                  <a:gd name="T62" fmla="*/ 25 w 37"/>
                  <a:gd name="T63" fmla="*/ 77 h 119"/>
                  <a:gd name="T64" fmla="*/ 23 w 37"/>
                  <a:gd name="T65" fmla="*/ 75 h 119"/>
                  <a:gd name="T66" fmla="*/ 27 w 37"/>
                  <a:gd name="T67" fmla="*/ 75 h 119"/>
                  <a:gd name="T68" fmla="*/ 26 w 37"/>
                  <a:gd name="T69" fmla="*/ 72 h 119"/>
                  <a:gd name="T70" fmla="*/ 25 w 37"/>
                  <a:gd name="T71" fmla="*/ 67 h 119"/>
                  <a:gd name="T72" fmla="*/ 29 w 37"/>
                  <a:gd name="T73" fmla="*/ 65 h 119"/>
                  <a:gd name="T74" fmla="*/ 28 w 37"/>
                  <a:gd name="T75" fmla="*/ 61 h 119"/>
                  <a:gd name="T76" fmla="*/ 29 w 37"/>
                  <a:gd name="T77" fmla="*/ 59 h 119"/>
                  <a:gd name="T78" fmla="*/ 29 w 37"/>
                  <a:gd name="T79" fmla="*/ 59 h 119"/>
                  <a:gd name="T80" fmla="*/ 29 w 37"/>
                  <a:gd name="T81" fmla="*/ 56 h 119"/>
                  <a:gd name="T82" fmla="*/ 27 w 37"/>
                  <a:gd name="T83" fmla="*/ 51 h 119"/>
                  <a:gd name="T84" fmla="*/ 25 w 37"/>
                  <a:gd name="T85" fmla="*/ 49 h 119"/>
                  <a:gd name="T86" fmla="*/ 27 w 37"/>
                  <a:gd name="T87" fmla="*/ 47 h 119"/>
                  <a:gd name="T88" fmla="*/ 29 w 37"/>
                  <a:gd name="T89" fmla="*/ 44 h 119"/>
                  <a:gd name="T90" fmla="*/ 27 w 37"/>
                  <a:gd name="T91" fmla="*/ 39 h 119"/>
                  <a:gd name="T92" fmla="*/ 28 w 37"/>
                  <a:gd name="T93" fmla="*/ 37 h 119"/>
                  <a:gd name="T94" fmla="*/ 31 w 37"/>
                  <a:gd name="T95" fmla="*/ 30 h 119"/>
                  <a:gd name="T96" fmla="*/ 32 w 37"/>
                  <a:gd name="T97" fmla="*/ 27 h 119"/>
                  <a:gd name="T98" fmla="*/ 29 w 37"/>
                  <a:gd name="T99" fmla="*/ 19 h 119"/>
                  <a:gd name="T100" fmla="*/ 30 w 37"/>
                  <a:gd name="T101" fmla="*/ 16 h 119"/>
                  <a:gd name="T102" fmla="*/ 26 w 37"/>
                  <a:gd name="T103" fmla="*/ 0 h 119"/>
                  <a:gd name="T104" fmla="*/ 18 w 37"/>
                  <a:gd name="T105" fmla="*/ 21 h 119"/>
                  <a:gd name="T106" fmla="*/ 11 w 37"/>
                  <a:gd name="T107" fmla="*/ 3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 h="119">
                    <a:moveTo>
                      <a:pt x="11" y="38"/>
                    </a:moveTo>
                    <a:cubicBezTo>
                      <a:pt x="11" y="42"/>
                      <a:pt x="12" y="46"/>
                      <a:pt x="12" y="50"/>
                    </a:cubicBezTo>
                    <a:cubicBezTo>
                      <a:pt x="15" y="51"/>
                      <a:pt x="13" y="52"/>
                      <a:pt x="16" y="53"/>
                    </a:cubicBezTo>
                    <a:cubicBezTo>
                      <a:pt x="15" y="53"/>
                      <a:pt x="15" y="53"/>
                      <a:pt x="15" y="53"/>
                    </a:cubicBezTo>
                    <a:cubicBezTo>
                      <a:pt x="16" y="53"/>
                      <a:pt x="14" y="53"/>
                      <a:pt x="13" y="54"/>
                    </a:cubicBezTo>
                    <a:cubicBezTo>
                      <a:pt x="14" y="54"/>
                      <a:pt x="13" y="54"/>
                      <a:pt x="15" y="54"/>
                    </a:cubicBezTo>
                    <a:cubicBezTo>
                      <a:pt x="17" y="55"/>
                      <a:pt x="12" y="54"/>
                      <a:pt x="13" y="55"/>
                    </a:cubicBezTo>
                    <a:cubicBezTo>
                      <a:pt x="13" y="55"/>
                      <a:pt x="14" y="55"/>
                      <a:pt x="14" y="55"/>
                    </a:cubicBezTo>
                    <a:cubicBezTo>
                      <a:pt x="16" y="56"/>
                      <a:pt x="13" y="55"/>
                      <a:pt x="11" y="55"/>
                    </a:cubicBezTo>
                    <a:cubicBezTo>
                      <a:pt x="11" y="57"/>
                      <a:pt x="13" y="59"/>
                      <a:pt x="11" y="61"/>
                    </a:cubicBezTo>
                    <a:cubicBezTo>
                      <a:pt x="11" y="60"/>
                      <a:pt x="13" y="61"/>
                      <a:pt x="13" y="61"/>
                    </a:cubicBezTo>
                    <a:cubicBezTo>
                      <a:pt x="9" y="60"/>
                      <a:pt x="13" y="62"/>
                      <a:pt x="12" y="62"/>
                    </a:cubicBezTo>
                    <a:cubicBezTo>
                      <a:pt x="11" y="61"/>
                      <a:pt x="11" y="61"/>
                      <a:pt x="11" y="61"/>
                    </a:cubicBezTo>
                    <a:cubicBezTo>
                      <a:pt x="9" y="62"/>
                      <a:pt x="11" y="63"/>
                      <a:pt x="10" y="63"/>
                    </a:cubicBezTo>
                    <a:cubicBezTo>
                      <a:pt x="11" y="64"/>
                      <a:pt x="8" y="64"/>
                      <a:pt x="9" y="65"/>
                    </a:cubicBezTo>
                    <a:cubicBezTo>
                      <a:pt x="8" y="64"/>
                      <a:pt x="8" y="65"/>
                      <a:pt x="8" y="65"/>
                    </a:cubicBezTo>
                    <a:cubicBezTo>
                      <a:pt x="11" y="66"/>
                      <a:pt x="6" y="66"/>
                      <a:pt x="8" y="67"/>
                    </a:cubicBezTo>
                    <a:cubicBezTo>
                      <a:pt x="8" y="67"/>
                      <a:pt x="8" y="67"/>
                      <a:pt x="8" y="67"/>
                    </a:cubicBezTo>
                    <a:cubicBezTo>
                      <a:pt x="8" y="68"/>
                      <a:pt x="6" y="70"/>
                      <a:pt x="8" y="72"/>
                    </a:cubicBezTo>
                    <a:cubicBezTo>
                      <a:pt x="8" y="73"/>
                      <a:pt x="4" y="73"/>
                      <a:pt x="5" y="75"/>
                    </a:cubicBezTo>
                    <a:cubicBezTo>
                      <a:pt x="7" y="76"/>
                      <a:pt x="7" y="76"/>
                      <a:pt x="7" y="76"/>
                    </a:cubicBezTo>
                    <a:cubicBezTo>
                      <a:pt x="7" y="76"/>
                      <a:pt x="6" y="75"/>
                      <a:pt x="5" y="75"/>
                    </a:cubicBezTo>
                    <a:cubicBezTo>
                      <a:pt x="7" y="76"/>
                      <a:pt x="5" y="76"/>
                      <a:pt x="5" y="77"/>
                    </a:cubicBezTo>
                    <a:cubicBezTo>
                      <a:pt x="5" y="77"/>
                      <a:pt x="5" y="78"/>
                      <a:pt x="6" y="78"/>
                    </a:cubicBezTo>
                    <a:cubicBezTo>
                      <a:pt x="4" y="78"/>
                      <a:pt x="7" y="80"/>
                      <a:pt x="5" y="80"/>
                    </a:cubicBezTo>
                    <a:cubicBezTo>
                      <a:pt x="8" y="81"/>
                      <a:pt x="6" y="80"/>
                      <a:pt x="7" y="81"/>
                    </a:cubicBezTo>
                    <a:cubicBezTo>
                      <a:pt x="7" y="81"/>
                      <a:pt x="6" y="81"/>
                      <a:pt x="5" y="81"/>
                    </a:cubicBezTo>
                    <a:cubicBezTo>
                      <a:pt x="6" y="81"/>
                      <a:pt x="6" y="82"/>
                      <a:pt x="4" y="82"/>
                    </a:cubicBezTo>
                    <a:cubicBezTo>
                      <a:pt x="5" y="82"/>
                      <a:pt x="6" y="83"/>
                      <a:pt x="6" y="83"/>
                    </a:cubicBezTo>
                    <a:cubicBezTo>
                      <a:pt x="3" y="83"/>
                      <a:pt x="5" y="84"/>
                      <a:pt x="4" y="84"/>
                    </a:cubicBezTo>
                    <a:cubicBezTo>
                      <a:pt x="6" y="85"/>
                      <a:pt x="8" y="86"/>
                      <a:pt x="7" y="86"/>
                    </a:cubicBezTo>
                    <a:cubicBezTo>
                      <a:pt x="4" y="85"/>
                      <a:pt x="4" y="85"/>
                      <a:pt x="4" y="85"/>
                    </a:cubicBezTo>
                    <a:cubicBezTo>
                      <a:pt x="5" y="86"/>
                      <a:pt x="2" y="87"/>
                      <a:pt x="4" y="90"/>
                    </a:cubicBezTo>
                    <a:cubicBezTo>
                      <a:pt x="3" y="89"/>
                      <a:pt x="3" y="89"/>
                      <a:pt x="3" y="89"/>
                    </a:cubicBezTo>
                    <a:cubicBezTo>
                      <a:pt x="4" y="91"/>
                      <a:pt x="1" y="92"/>
                      <a:pt x="4" y="95"/>
                    </a:cubicBezTo>
                    <a:cubicBezTo>
                      <a:pt x="3" y="95"/>
                      <a:pt x="2" y="95"/>
                      <a:pt x="2" y="96"/>
                    </a:cubicBezTo>
                    <a:cubicBezTo>
                      <a:pt x="3" y="97"/>
                      <a:pt x="3" y="97"/>
                      <a:pt x="5" y="98"/>
                    </a:cubicBezTo>
                    <a:cubicBezTo>
                      <a:pt x="5" y="98"/>
                      <a:pt x="4" y="98"/>
                      <a:pt x="3" y="98"/>
                    </a:cubicBezTo>
                    <a:cubicBezTo>
                      <a:pt x="2" y="98"/>
                      <a:pt x="0" y="98"/>
                      <a:pt x="2" y="99"/>
                    </a:cubicBezTo>
                    <a:cubicBezTo>
                      <a:pt x="1" y="99"/>
                      <a:pt x="1" y="99"/>
                      <a:pt x="1" y="99"/>
                    </a:cubicBezTo>
                    <a:cubicBezTo>
                      <a:pt x="2" y="100"/>
                      <a:pt x="4" y="101"/>
                      <a:pt x="2" y="102"/>
                    </a:cubicBezTo>
                    <a:cubicBezTo>
                      <a:pt x="3" y="102"/>
                      <a:pt x="3" y="103"/>
                      <a:pt x="5" y="103"/>
                    </a:cubicBezTo>
                    <a:cubicBezTo>
                      <a:pt x="5" y="103"/>
                      <a:pt x="3" y="103"/>
                      <a:pt x="4" y="103"/>
                    </a:cubicBezTo>
                    <a:cubicBezTo>
                      <a:pt x="2" y="102"/>
                      <a:pt x="2" y="102"/>
                      <a:pt x="2" y="102"/>
                    </a:cubicBezTo>
                    <a:cubicBezTo>
                      <a:pt x="1" y="104"/>
                      <a:pt x="2" y="105"/>
                      <a:pt x="3" y="107"/>
                    </a:cubicBezTo>
                    <a:cubicBezTo>
                      <a:pt x="0" y="107"/>
                      <a:pt x="3" y="108"/>
                      <a:pt x="1" y="109"/>
                    </a:cubicBezTo>
                    <a:cubicBezTo>
                      <a:pt x="2" y="110"/>
                      <a:pt x="0" y="110"/>
                      <a:pt x="3" y="111"/>
                    </a:cubicBezTo>
                    <a:cubicBezTo>
                      <a:pt x="2" y="111"/>
                      <a:pt x="2" y="111"/>
                      <a:pt x="2" y="111"/>
                    </a:cubicBezTo>
                    <a:cubicBezTo>
                      <a:pt x="1" y="111"/>
                      <a:pt x="2" y="112"/>
                      <a:pt x="1" y="113"/>
                    </a:cubicBezTo>
                    <a:cubicBezTo>
                      <a:pt x="1" y="114"/>
                      <a:pt x="3" y="114"/>
                      <a:pt x="4" y="114"/>
                    </a:cubicBezTo>
                    <a:cubicBezTo>
                      <a:pt x="2" y="114"/>
                      <a:pt x="2" y="114"/>
                      <a:pt x="2" y="114"/>
                    </a:cubicBezTo>
                    <a:cubicBezTo>
                      <a:pt x="3" y="115"/>
                      <a:pt x="5" y="115"/>
                      <a:pt x="7" y="115"/>
                    </a:cubicBezTo>
                    <a:cubicBezTo>
                      <a:pt x="6" y="115"/>
                      <a:pt x="7" y="115"/>
                      <a:pt x="6" y="115"/>
                    </a:cubicBezTo>
                    <a:cubicBezTo>
                      <a:pt x="5" y="115"/>
                      <a:pt x="4" y="115"/>
                      <a:pt x="2" y="115"/>
                    </a:cubicBezTo>
                    <a:cubicBezTo>
                      <a:pt x="1" y="116"/>
                      <a:pt x="5" y="116"/>
                      <a:pt x="3" y="117"/>
                    </a:cubicBezTo>
                    <a:cubicBezTo>
                      <a:pt x="2" y="117"/>
                      <a:pt x="3" y="118"/>
                      <a:pt x="5" y="117"/>
                    </a:cubicBezTo>
                    <a:cubicBezTo>
                      <a:pt x="4" y="117"/>
                      <a:pt x="4" y="118"/>
                      <a:pt x="3" y="118"/>
                    </a:cubicBezTo>
                    <a:cubicBezTo>
                      <a:pt x="3" y="118"/>
                      <a:pt x="3" y="118"/>
                      <a:pt x="4" y="118"/>
                    </a:cubicBezTo>
                    <a:cubicBezTo>
                      <a:pt x="4" y="118"/>
                      <a:pt x="4" y="118"/>
                      <a:pt x="4" y="118"/>
                    </a:cubicBezTo>
                    <a:cubicBezTo>
                      <a:pt x="5" y="118"/>
                      <a:pt x="5" y="118"/>
                      <a:pt x="7" y="117"/>
                    </a:cubicBezTo>
                    <a:cubicBezTo>
                      <a:pt x="7" y="117"/>
                      <a:pt x="6" y="117"/>
                      <a:pt x="7" y="117"/>
                    </a:cubicBezTo>
                    <a:cubicBezTo>
                      <a:pt x="8" y="117"/>
                      <a:pt x="8" y="117"/>
                      <a:pt x="7" y="118"/>
                    </a:cubicBezTo>
                    <a:cubicBezTo>
                      <a:pt x="6" y="118"/>
                      <a:pt x="5" y="118"/>
                      <a:pt x="4" y="119"/>
                    </a:cubicBezTo>
                    <a:cubicBezTo>
                      <a:pt x="7" y="118"/>
                      <a:pt x="7" y="118"/>
                      <a:pt x="7" y="118"/>
                    </a:cubicBezTo>
                    <a:cubicBezTo>
                      <a:pt x="7" y="118"/>
                      <a:pt x="8" y="118"/>
                      <a:pt x="9" y="117"/>
                    </a:cubicBezTo>
                    <a:cubicBezTo>
                      <a:pt x="8" y="117"/>
                      <a:pt x="8" y="117"/>
                      <a:pt x="8" y="117"/>
                    </a:cubicBezTo>
                    <a:cubicBezTo>
                      <a:pt x="9" y="117"/>
                      <a:pt x="9" y="117"/>
                      <a:pt x="9" y="117"/>
                    </a:cubicBezTo>
                    <a:cubicBezTo>
                      <a:pt x="9" y="117"/>
                      <a:pt x="10" y="116"/>
                      <a:pt x="9" y="116"/>
                    </a:cubicBezTo>
                    <a:cubicBezTo>
                      <a:pt x="7" y="116"/>
                      <a:pt x="7" y="116"/>
                      <a:pt x="7" y="116"/>
                    </a:cubicBezTo>
                    <a:cubicBezTo>
                      <a:pt x="7" y="116"/>
                      <a:pt x="5" y="116"/>
                      <a:pt x="7" y="116"/>
                    </a:cubicBezTo>
                    <a:cubicBezTo>
                      <a:pt x="9" y="115"/>
                      <a:pt x="9" y="115"/>
                      <a:pt x="9" y="115"/>
                    </a:cubicBezTo>
                    <a:cubicBezTo>
                      <a:pt x="9" y="115"/>
                      <a:pt x="8" y="115"/>
                      <a:pt x="9" y="115"/>
                    </a:cubicBezTo>
                    <a:cubicBezTo>
                      <a:pt x="11" y="115"/>
                      <a:pt x="11" y="115"/>
                      <a:pt x="11" y="115"/>
                    </a:cubicBezTo>
                    <a:cubicBezTo>
                      <a:pt x="8" y="115"/>
                      <a:pt x="10" y="114"/>
                      <a:pt x="9" y="114"/>
                    </a:cubicBezTo>
                    <a:cubicBezTo>
                      <a:pt x="10" y="114"/>
                      <a:pt x="10" y="114"/>
                      <a:pt x="10" y="114"/>
                    </a:cubicBezTo>
                    <a:cubicBezTo>
                      <a:pt x="11" y="114"/>
                      <a:pt x="8" y="114"/>
                      <a:pt x="8" y="114"/>
                    </a:cubicBezTo>
                    <a:cubicBezTo>
                      <a:pt x="9" y="114"/>
                      <a:pt x="11" y="114"/>
                      <a:pt x="12" y="114"/>
                    </a:cubicBezTo>
                    <a:cubicBezTo>
                      <a:pt x="12" y="113"/>
                      <a:pt x="10" y="113"/>
                      <a:pt x="12" y="113"/>
                    </a:cubicBezTo>
                    <a:cubicBezTo>
                      <a:pt x="11" y="112"/>
                      <a:pt x="10" y="112"/>
                      <a:pt x="9" y="111"/>
                    </a:cubicBezTo>
                    <a:cubicBezTo>
                      <a:pt x="9" y="111"/>
                      <a:pt x="12" y="112"/>
                      <a:pt x="11" y="111"/>
                    </a:cubicBezTo>
                    <a:cubicBezTo>
                      <a:pt x="12" y="111"/>
                      <a:pt x="13" y="111"/>
                      <a:pt x="14" y="111"/>
                    </a:cubicBezTo>
                    <a:cubicBezTo>
                      <a:pt x="13" y="111"/>
                      <a:pt x="14" y="111"/>
                      <a:pt x="12" y="111"/>
                    </a:cubicBezTo>
                    <a:cubicBezTo>
                      <a:pt x="12" y="110"/>
                      <a:pt x="13" y="110"/>
                      <a:pt x="12" y="109"/>
                    </a:cubicBezTo>
                    <a:cubicBezTo>
                      <a:pt x="12" y="109"/>
                      <a:pt x="14" y="110"/>
                      <a:pt x="15" y="110"/>
                    </a:cubicBezTo>
                    <a:cubicBezTo>
                      <a:pt x="13" y="109"/>
                      <a:pt x="13" y="109"/>
                      <a:pt x="13" y="108"/>
                    </a:cubicBezTo>
                    <a:cubicBezTo>
                      <a:pt x="11" y="108"/>
                      <a:pt x="11" y="108"/>
                      <a:pt x="10" y="108"/>
                    </a:cubicBezTo>
                    <a:cubicBezTo>
                      <a:pt x="9" y="108"/>
                      <a:pt x="9" y="107"/>
                      <a:pt x="9" y="107"/>
                    </a:cubicBezTo>
                    <a:cubicBezTo>
                      <a:pt x="11" y="108"/>
                      <a:pt x="13" y="108"/>
                      <a:pt x="14" y="108"/>
                    </a:cubicBezTo>
                    <a:cubicBezTo>
                      <a:pt x="16" y="108"/>
                      <a:pt x="13" y="108"/>
                      <a:pt x="16" y="109"/>
                    </a:cubicBezTo>
                    <a:cubicBezTo>
                      <a:pt x="18" y="109"/>
                      <a:pt x="18" y="110"/>
                      <a:pt x="17" y="110"/>
                    </a:cubicBezTo>
                    <a:cubicBezTo>
                      <a:pt x="19" y="111"/>
                      <a:pt x="17" y="110"/>
                      <a:pt x="19" y="110"/>
                    </a:cubicBezTo>
                    <a:cubicBezTo>
                      <a:pt x="19" y="110"/>
                      <a:pt x="18" y="110"/>
                      <a:pt x="18" y="109"/>
                    </a:cubicBezTo>
                    <a:cubicBezTo>
                      <a:pt x="17" y="109"/>
                      <a:pt x="16" y="109"/>
                      <a:pt x="15" y="108"/>
                    </a:cubicBezTo>
                    <a:cubicBezTo>
                      <a:pt x="13" y="108"/>
                      <a:pt x="17" y="108"/>
                      <a:pt x="17" y="108"/>
                    </a:cubicBezTo>
                    <a:cubicBezTo>
                      <a:pt x="18" y="109"/>
                      <a:pt x="18" y="109"/>
                      <a:pt x="18" y="109"/>
                    </a:cubicBezTo>
                    <a:cubicBezTo>
                      <a:pt x="19" y="109"/>
                      <a:pt x="17" y="108"/>
                      <a:pt x="17" y="108"/>
                    </a:cubicBezTo>
                    <a:cubicBezTo>
                      <a:pt x="21" y="109"/>
                      <a:pt x="18" y="108"/>
                      <a:pt x="20" y="109"/>
                    </a:cubicBezTo>
                    <a:cubicBezTo>
                      <a:pt x="22" y="109"/>
                      <a:pt x="22" y="109"/>
                      <a:pt x="22" y="109"/>
                    </a:cubicBezTo>
                    <a:cubicBezTo>
                      <a:pt x="22" y="109"/>
                      <a:pt x="19" y="109"/>
                      <a:pt x="20" y="108"/>
                    </a:cubicBezTo>
                    <a:cubicBezTo>
                      <a:pt x="21" y="109"/>
                      <a:pt x="21" y="109"/>
                      <a:pt x="21" y="109"/>
                    </a:cubicBezTo>
                    <a:cubicBezTo>
                      <a:pt x="21" y="108"/>
                      <a:pt x="21" y="108"/>
                      <a:pt x="21" y="108"/>
                    </a:cubicBezTo>
                    <a:cubicBezTo>
                      <a:pt x="20" y="108"/>
                      <a:pt x="18" y="108"/>
                      <a:pt x="18" y="108"/>
                    </a:cubicBezTo>
                    <a:cubicBezTo>
                      <a:pt x="15" y="107"/>
                      <a:pt x="18" y="108"/>
                      <a:pt x="17" y="107"/>
                    </a:cubicBezTo>
                    <a:cubicBezTo>
                      <a:pt x="15" y="106"/>
                      <a:pt x="17" y="107"/>
                      <a:pt x="16" y="107"/>
                    </a:cubicBezTo>
                    <a:cubicBezTo>
                      <a:pt x="14" y="106"/>
                      <a:pt x="14" y="106"/>
                      <a:pt x="14" y="106"/>
                    </a:cubicBezTo>
                    <a:cubicBezTo>
                      <a:pt x="14" y="105"/>
                      <a:pt x="16" y="106"/>
                      <a:pt x="17" y="106"/>
                    </a:cubicBezTo>
                    <a:cubicBezTo>
                      <a:pt x="17" y="106"/>
                      <a:pt x="17" y="107"/>
                      <a:pt x="16" y="106"/>
                    </a:cubicBezTo>
                    <a:cubicBezTo>
                      <a:pt x="18" y="107"/>
                      <a:pt x="20" y="107"/>
                      <a:pt x="21" y="108"/>
                    </a:cubicBezTo>
                    <a:cubicBezTo>
                      <a:pt x="22" y="108"/>
                      <a:pt x="20" y="107"/>
                      <a:pt x="20" y="107"/>
                    </a:cubicBezTo>
                    <a:cubicBezTo>
                      <a:pt x="19" y="107"/>
                      <a:pt x="18" y="107"/>
                      <a:pt x="17" y="106"/>
                    </a:cubicBezTo>
                    <a:cubicBezTo>
                      <a:pt x="13" y="105"/>
                      <a:pt x="21" y="107"/>
                      <a:pt x="20" y="106"/>
                    </a:cubicBezTo>
                    <a:cubicBezTo>
                      <a:pt x="17" y="106"/>
                      <a:pt x="16" y="104"/>
                      <a:pt x="13" y="104"/>
                    </a:cubicBezTo>
                    <a:cubicBezTo>
                      <a:pt x="12" y="104"/>
                      <a:pt x="12" y="103"/>
                      <a:pt x="12" y="103"/>
                    </a:cubicBezTo>
                    <a:cubicBezTo>
                      <a:pt x="14" y="104"/>
                      <a:pt x="13" y="103"/>
                      <a:pt x="15" y="104"/>
                    </a:cubicBezTo>
                    <a:cubicBezTo>
                      <a:pt x="15" y="104"/>
                      <a:pt x="15" y="104"/>
                      <a:pt x="15" y="104"/>
                    </a:cubicBezTo>
                    <a:cubicBezTo>
                      <a:pt x="18" y="105"/>
                      <a:pt x="18" y="105"/>
                      <a:pt x="18" y="105"/>
                    </a:cubicBezTo>
                    <a:cubicBezTo>
                      <a:pt x="22" y="106"/>
                      <a:pt x="22" y="106"/>
                      <a:pt x="22" y="106"/>
                    </a:cubicBezTo>
                    <a:cubicBezTo>
                      <a:pt x="21" y="105"/>
                      <a:pt x="20" y="105"/>
                      <a:pt x="19" y="105"/>
                    </a:cubicBezTo>
                    <a:cubicBezTo>
                      <a:pt x="20" y="105"/>
                      <a:pt x="21" y="105"/>
                      <a:pt x="21" y="105"/>
                    </a:cubicBezTo>
                    <a:cubicBezTo>
                      <a:pt x="20" y="105"/>
                      <a:pt x="18" y="104"/>
                      <a:pt x="18" y="104"/>
                    </a:cubicBezTo>
                    <a:cubicBezTo>
                      <a:pt x="18" y="103"/>
                      <a:pt x="20" y="104"/>
                      <a:pt x="20" y="104"/>
                    </a:cubicBezTo>
                    <a:cubicBezTo>
                      <a:pt x="22" y="105"/>
                      <a:pt x="22" y="105"/>
                      <a:pt x="22" y="105"/>
                    </a:cubicBezTo>
                    <a:cubicBezTo>
                      <a:pt x="21" y="104"/>
                      <a:pt x="23" y="105"/>
                      <a:pt x="22" y="105"/>
                    </a:cubicBezTo>
                    <a:cubicBezTo>
                      <a:pt x="21" y="104"/>
                      <a:pt x="20" y="104"/>
                      <a:pt x="18" y="103"/>
                    </a:cubicBezTo>
                    <a:cubicBezTo>
                      <a:pt x="18" y="103"/>
                      <a:pt x="19" y="103"/>
                      <a:pt x="19" y="103"/>
                    </a:cubicBezTo>
                    <a:cubicBezTo>
                      <a:pt x="20" y="104"/>
                      <a:pt x="20" y="104"/>
                      <a:pt x="20" y="104"/>
                    </a:cubicBezTo>
                    <a:cubicBezTo>
                      <a:pt x="20" y="103"/>
                      <a:pt x="23" y="104"/>
                      <a:pt x="23" y="104"/>
                    </a:cubicBezTo>
                    <a:cubicBezTo>
                      <a:pt x="21" y="103"/>
                      <a:pt x="21" y="103"/>
                      <a:pt x="21" y="103"/>
                    </a:cubicBezTo>
                    <a:cubicBezTo>
                      <a:pt x="23" y="104"/>
                      <a:pt x="23" y="104"/>
                      <a:pt x="23" y="104"/>
                    </a:cubicBezTo>
                    <a:cubicBezTo>
                      <a:pt x="22" y="103"/>
                      <a:pt x="22" y="103"/>
                      <a:pt x="21" y="103"/>
                    </a:cubicBezTo>
                    <a:cubicBezTo>
                      <a:pt x="23" y="103"/>
                      <a:pt x="23" y="103"/>
                      <a:pt x="23" y="103"/>
                    </a:cubicBezTo>
                    <a:cubicBezTo>
                      <a:pt x="22" y="103"/>
                      <a:pt x="20" y="102"/>
                      <a:pt x="22" y="102"/>
                    </a:cubicBezTo>
                    <a:cubicBezTo>
                      <a:pt x="19" y="102"/>
                      <a:pt x="22" y="103"/>
                      <a:pt x="20" y="102"/>
                    </a:cubicBezTo>
                    <a:cubicBezTo>
                      <a:pt x="19" y="102"/>
                      <a:pt x="19" y="101"/>
                      <a:pt x="19" y="101"/>
                    </a:cubicBezTo>
                    <a:cubicBezTo>
                      <a:pt x="21" y="102"/>
                      <a:pt x="19" y="101"/>
                      <a:pt x="19" y="101"/>
                    </a:cubicBezTo>
                    <a:cubicBezTo>
                      <a:pt x="20" y="101"/>
                      <a:pt x="21" y="101"/>
                      <a:pt x="21" y="101"/>
                    </a:cubicBezTo>
                    <a:cubicBezTo>
                      <a:pt x="19" y="101"/>
                      <a:pt x="19" y="101"/>
                      <a:pt x="19" y="101"/>
                    </a:cubicBezTo>
                    <a:cubicBezTo>
                      <a:pt x="23" y="102"/>
                      <a:pt x="19" y="100"/>
                      <a:pt x="20" y="100"/>
                    </a:cubicBezTo>
                    <a:cubicBezTo>
                      <a:pt x="21" y="101"/>
                      <a:pt x="22" y="101"/>
                      <a:pt x="23" y="101"/>
                    </a:cubicBezTo>
                    <a:cubicBezTo>
                      <a:pt x="20" y="100"/>
                      <a:pt x="20" y="99"/>
                      <a:pt x="18" y="99"/>
                    </a:cubicBezTo>
                    <a:cubicBezTo>
                      <a:pt x="19" y="99"/>
                      <a:pt x="21" y="100"/>
                      <a:pt x="23" y="101"/>
                    </a:cubicBezTo>
                    <a:cubicBezTo>
                      <a:pt x="21" y="100"/>
                      <a:pt x="25" y="101"/>
                      <a:pt x="22" y="100"/>
                    </a:cubicBezTo>
                    <a:cubicBezTo>
                      <a:pt x="21" y="100"/>
                      <a:pt x="21" y="99"/>
                      <a:pt x="19" y="99"/>
                    </a:cubicBezTo>
                    <a:cubicBezTo>
                      <a:pt x="20" y="98"/>
                      <a:pt x="21" y="99"/>
                      <a:pt x="22" y="99"/>
                    </a:cubicBezTo>
                    <a:cubicBezTo>
                      <a:pt x="21" y="99"/>
                      <a:pt x="19" y="98"/>
                      <a:pt x="19" y="98"/>
                    </a:cubicBezTo>
                    <a:cubicBezTo>
                      <a:pt x="19" y="98"/>
                      <a:pt x="17" y="97"/>
                      <a:pt x="19" y="97"/>
                    </a:cubicBezTo>
                    <a:cubicBezTo>
                      <a:pt x="20" y="98"/>
                      <a:pt x="19" y="98"/>
                      <a:pt x="20" y="98"/>
                    </a:cubicBezTo>
                    <a:cubicBezTo>
                      <a:pt x="21" y="98"/>
                      <a:pt x="17" y="96"/>
                      <a:pt x="16" y="96"/>
                    </a:cubicBezTo>
                    <a:cubicBezTo>
                      <a:pt x="15" y="95"/>
                      <a:pt x="13" y="94"/>
                      <a:pt x="12" y="94"/>
                    </a:cubicBezTo>
                    <a:cubicBezTo>
                      <a:pt x="13" y="93"/>
                      <a:pt x="13" y="94"/>
                      <a:pt x="15" y="95"/>
                    </a:cubicBezTo>
                    <a:cubicBezTo>
                      <a:pt x="14" y="94"/>
                      <a:pt x="14" y="94"/>
                      <a:pt x="14" y="94"/>
                    </a:cubicBezTo>
                    <a:cubicBezTo>
                      <a:pt x="17" y="95"/>
                      <a:pt x="19" y="97"/>
                      <a:pt x="21" y="97"/>
                    </a:cubicBezTo>
                    <a:cubicBezTo>
                      <a:pt x="20" y="97"/>
                      <a:pt x="20" y="97"/>
                      <a:pt x="20" y="97"/>
                    </a:cubicBezTo>
                    <a:cubicBezTo>
                      <a:pt x="23" y="98"/>
                      <a:pt x="23" y="98"/>
                      <a:pt x="23" y="98"/>
                    </a:cubicBezTo>
                    <a:cubicBezTo>
                      <a:pt x="21" y="97"/>
                      <a:pt x="23" y="97"/>
                      <a:pt x="22" y="97"/>
                    </a:cubicBezTo>
                    <a:cubicBezTo>
                      <a:pt x="21" y="96"/>
                      <a:pt x="23" y="97"/>
                      <a:pt x="21" y="97"/>
                    </a:cubicBezTo>
                    <a:cubicBezTo>
                      <a:pt x="21" y="97"/>
                      <a:pt x="19" y="95"/>
                      <a:pt x="20" y="95"/>
                    </a:cubicBezTo>
                    <a:cubicBezTo>
                      <a:pt x="23" y="97"/>
                      <a:pt x="23" y="97"/>
                      <a:pt x="23" y="97"/>
                    </a:cubicBezTo>
                    <a:cubicBezTo>
                      <a:pt x="23" y="97"/>
                      <a:pt x="21" y="96"/>
                      <a:pt x="22" y="96"/>
                    </a:cubicBezTo>
                    <a:cubicBezTo>
                      <a:pt x="23" y="96"/>
                      <a:pt x="23" y="96"/>
                      <a:pt x="23" y="96"/>
                    </a:cubicBezTo>
                    <a:cubicBezTo>
                      <a:pt x="23" y="96"/>
                      <a:pt x="24" y="94"/>
                      <a:pt x="20" y="92"/>
                    </a:cubicBezTo>
                    <a:cubicBezTo>
                      <a:pt x="22" y="92"/>
                      <a:pt x="22" y="92"/>
                      <a:pt x="24" y="92"/>
                    </a:cubicBezTo>
                    <a:cubicBezTo>
                      <a:pt x="23" y="92"/>
                      <a:pt x="22" y="91"/>
                      <a:pt x="22" y="91"/>
                    </a:cubicBezTo>
                    <a:cubicBezTo>
                      <a:pt x="24" y="91"/>
                      <a:pt x="24" y="91"/>
                      <a:pt x="24" y="91"/>
                    </a:cubicBezTo>
                    <a:cubicBezTo>
                      <a:pt x="25" y="91"/>
                      <a:pt x="23" y="90"/>
                      <a:pt x="23" y="90"/>
                    </a:cubicBezTo>
                    <a:cubicBezTo>
                      <a:pt x="24" y="90"/>
                      <a:pt x="24" y="90"/>
                      <a:pt x="24" y="90"/>
                    </a:cubicBezTo>
                    <a:cubicBezTo>
                      <a:pt x="25" y="90"/>
                      <a:pt x="23" y="89"/>
                      <a:pt x="23" y="89"/>
                    </a:cubicBezTo>
                    <a:cubicBezTo>
                      <a:pt x="24" y="89"/>
                      <a:pt x="24" y="89"/>
                      <a:pt x="24" y="89"/>
                    </a:cubicBezTo>
                    <a:cubicBezTo>
                      <a:pt x="23" y="89"/>
                      <a:pt x="23" y="89"/>
                      <a:pt x="23" y="89"/>
                    </a:cubicBezTo>
                    <a:cubicBezTo>
                      <a:pt x="22" y="88"/>
                      <a:pt x="23" y="88"/>
                      <a:pt x="25" y="89"/>
                    </a:cubicBezTo>
                    <a:cubicBezTo>
                      <a:pt x="23" y="88"/>
                      <a:pt x="23" y="88"/>
                      <a:pt x="23" y="88"/>
                    </a:cubicBezTo>
                    <a:cubicBezTo>
                      <a:pt x="25" y="88"/>
                      <a:pt x="25" y="88"/>
                      <a:pt x="25" y="86"/>
                    </a:cubicBezTo>
                    <a:cubicBezTo>
                      <a:pt x="24" y="87"/>
                      <a:pt x="23" y="86"/>
                      <a:pt x="22" y="86"/>
                    </a:cubicBezTo>
                    <a:cubicBezTo>
                      <a:pt x="20" y="86"/>
                      <a:pt x="22" y="86"/>
                      <a:pt x="21" y="85"/>
                    </a:cubicBezTo>
                    <a:cubicBezTo>
                      <a:pt x="24" y="86"/>
                      <a:pt x="24" y="86"/>
                      <a:pt x="24" y="86"/>
                    </a:cubicBezTo>
                    <a:cubicBezTo>
                      <a:pt x="27" y="86"/>
                      <a:pt x="25" y="85"/>
                      <a:pt x="25" y="84"/>
                    </a:cubicBezTo>
                    <a:cubicBezTo>
                      <a:pt x="24" y="83"/>
                      <a:pt x="24" y="83"/>
                      <a:pt x="24" y="83"/>
                    </a:cubicBezTo>
                    <a:cubicBezTo>
                      <a:pt x="27" y="83"/>
                      <a:pt x="24" y="82"/>
                      <a:pt x="25" y="82"/>
                    </a:cubicBezTo>
                    <a:cubicBezTo>
                      <a:pt x="24" y="82"/>
                      <a:pt x="22" y="81"/>
                      <a:pt x="22" y="80"/>
                    </a:cubicBezTo>
                    <a:cubicBezTo>
                      <a:pt x="20" y="79"/>
                      <a:pt x="25" y="81"/>
                      <a:pt x="26" y="81"/>
                    </a:cubicBezTo>
                    <a:cubicBezTo>
                      <a:pt x="25" y="80"/>
                      <a:pt x="25" y="80"/>
                      <a:pt x="25" y="80"/>
                    </a:cubicBezTo>
                    <a:cubicBezTo>
                      <a:pt x="25" y="80"/>
                      <a:pt x="25" y="80"/>
                      <a:pt x="25" y="80"/>
                    </a:cubicBezTo>
                    <a:cubicBezTo>
                      <a:pt x="24" y="80"/>
                      <a:pt x="24" y="79"/>
                      <a:pt x="25" y="79"/>
                    </a:cubicBezTo>
                    <a:cubicBezTo>
                      <a:pt x="25" y="79"/>
                      <a:pt x="25" y="79"/>
                      <a:pt x="25" y="79"/>
                    </a:cubicBezTo>
                    <a:cubicBezTo>
                      <a:pt x="25" y="79"/>
                      <a:pt x="26" y="79"/>
                      <a:pt x="26" y="79"/>
                    </a:cubicBezTo>
                    <a:cubicBezTo>
                      <a:pt x="24" y="78"/>
                      <a:pt x="26" y="78"/>
                      <a:pt x="24" y="78"/>
                    </a:cubicBezTo>
                    <a:cubicBezTo>
                      <a:pt x="25" y="78"/>
                      <a:pt x="25" y="78"/>
                      <a:pt x="25" y="78"/>
                    </a:cubicBezTo>
                    <a:cubicBezTo>
                      <a:pt x="23" y="77"/>
                      <a:pt x="23" y="77"/>
                      <a:pt x="23" y="77"/>
                    </a:cubicBezTo>
                    <a:cubicBezTo>
                      <a:pt x="24" y="77"/>
                      <a:pt x="24" y="77"/>
                      <a:pt x="24" y="77"/>
                    </a:cubicBezTo>
                    <a:cubicBezTo>
                      <a:pt x="26" y="78"/>
                      <a:pt x="26" y="78"/>
                      <a:pt x="26" y="78"/>
                    </a:cubicBezTo>
                    <a:cubicBezTo>
                      <a:pt x="27" y="78"/>
                      <a:pt x="25" y="77"/>
                      <a:pt x="24" y="77"/>
                    </a:cubicBezTo>
                    <a:cubicBezTo>
                      <a:pt x="23" y="76"/>
                      <a:pt x="24" y="77"/>
                      <a:pt x="25" y="77"/>
                    </a:cubicBezTo>
                    <a:cubicBezTo>
                      <a:pt x="26" y="77"/>
                      <a:pt x="25" y="77"/>
                      <a:pt x="25" y="77"/>
                    </a:cubicBezTo>
                    <a:cubicBezTo>
                      <a:pt x="26" y="78"/>
                      <a:pt x="25" y="77"/>
                      <a:pt x="26" y="77"/>
                    </a:cubicBezTo>
                    <a:cubicBezTo>
                      <a:pt x="26" y="77"/>
                      <a:pt x="24" y="77"/>
                      <a:pt x="25" y="77"/>
                    </a:cubicBezTo>
                    <a:cubicBezTo>
                      <a:pt x="25" y="76"/>
                      <a:pt x="25" y="76"/>
                      <a:pt x="26" y="76"/>
                    </a:cubicBezTo>
                    <a:cubicBezTo>
                      <a:pt x="26" y="76"/>
                      <a:pt x="26" y="76"/>
                      <a:pt x="25" y="75"/>
                    </a:cubicBezTo>
                    <a:cubicBezTo>
                      <a:pt x="25" y="76"/>
                      <a:pt x="24" y="76"/>
                      <a:pt x="23" y="75"/>
                    </a:cubicBezTo>
                    <a:cubicBezTo>
                      <a:pt x="23" y="75"/>
                      <a:pt x="23" y="75"/>
                      <a:pt x="23" y="75"/>
                    </a:cubicBezTo>
                    <a:cubicBezTo>
                      <a:pt x="24" y="75"/>
                      <a:pt x="24" y="75"/>
                      <a:pt x="24" y="75"/>
                    </a:cubicBezTo>
                    <a:cubicBezTo>
                      <a:pt x="23" y="75"/>
                      <a:pt x="24" y="75"/>
                      <a:pt x="22" y="75"/>
                    </a:cubicBezTo>
                    <a:cubicBezTo>
                      <a:pt x="25" y="75"/>
                      <a:pt x="25" y="75"/>
                      <a:pt x="25" y="75"/>
                    </a:cubicBezTo>
                    <a:cubicBezTo>
                      <a:pt x="23" y="74"/>
                      <a:pt x="23" y="74"/>
                      <a:pt x="23" y="74"/>
                    </a:cubicBezTo>
                    <a:cubicBezTo>
                      <a:pt x="25" y="74"/>
                      <a:pt x="27" y="75"/>
                      <a:pt x="27" y="75"/>
                    </a:cubicBezTo>
                    <a:cubicBezTo>
                      <a:pt x="26" y="74"/>
                      <a:pt x="26" y="74"/>
                      <a:pt x="26" y="74"/>
                    </a:cubicBezTo>
                    <a:cubicBezTo>
                      <a:pt x="26" y="73"/>
                      <a:pt x="26" y="74"/>
                      <a:pt x="27" y="74"/>
                    </a:cubicBezTo>
                    <a:cubicBezTo>
                      <a:pt x="28" y="73"/>
                      <a:pt x="22" y="72"/>
                      <a:pt x="24" y="72"/>
                    </a:cubicBezTo>
                    <a:cubicBezTo>
                      <a:pt x="26" y="72"/>
                      <a:pt x="26" y="72"/>
                      <a:pt x="27" y="72"/>
                    </a:cubicBezTo>
                    <a:cubicBezTo>
                      <a:pt x="27" y="72"/>
                      <a:pt x="26" y="72"/>
                      <a:pt x="26" y="72"/>
                    </a:cubicBezTo>
                    <a:cubicBezTo>
                      <a:pt x="25" y="72"/>
                      <a:pt x="27" y="72"/>
                      <a:pt x="26" y="72"/>
                    </a:cubicBezTo>
                    <a:cubicBezTo>
                      <a:pt x="25" y="72"/>
                      <a:pt x="25" y="72"/>
                      <a:pt x="25" y="72"/>
                    </a:cubicBezTo>
                    <a:cubicBezTo>
                      <a:pt x="29" y="72"/>
                      <a:pt x="26" y="70"/>
                      <a:pt x="28" y="70"/>
                    </a:cubicBezTo>
                    <a:cubicBezTo>
                      <a:pt x="26" y="69"/>
                      <a:pt x="28" y="69"/>
                      <a:pt x="27" y="69"/>
                    </a:cubicBezTo>
                    <a:cubicBezTo>
                      <a:pt x="29" y="70"/>
                      <a:pt x="27" y="68"/>
                      <a:pt x="28" y="69"/>
                    </a:cubicBezTo>
                    <a:cubicBezTo>
                      <a:pt x="26" y="68"/>
                      <a:pt x="26" y="68"/>
                      <a:pt x="26" y="68"/>
                    </a:cubicBezTo>
                    <a:cubicBezTo>
                      <a:pt x="27" y="68"/>
                      <a:pt x="22" y="66"/>
                      <a:pt x="25" y="67"/>
                    </a:cubicBezTo>
                    <a:cubicBezTo>
                      <a:pt x="26" y="67"/>
                      <a:pt x="27" y="67"/>
                      <a:pt x="27" y="68"/>
                    </a:cubicBezTo>
                    <a:cubicBezTo>
                      <a:pt x="30" y="68"/>
                      <a:pt x="25" y="66"/>
                      <a:pt x="29" y="67"/>
                    </a:cubicBezTo>
                    <a:cubicBezTo>
                      <a:pt x="28" y="66"/>
                      <a:pt x="26" y="66"/>
                      <a:pt x="25" y="65"/>
                    </a:cubicBezTo>
                    <a:cubicBezTo>
                      <a:pt x="26" y="65"/>
                      <a:pt x="28" y="65"/>
                      <a:pt x="28" y="65"/>
                    </a:cubicBezTo>
                    <a:cubicBezTo>
                      <a:pt x="28" y="65"/>
                      <a:pt x="27" y="65"/>
                      <a:pt x="28" y="65"/>
                    </a:cubicBezTo>
                    <a:cubicBezTo>
                      <a:pt x="28" y="65"/>
                      <a:pt x="28" y="65"/>
                      <a:pt x="29" y="65"/>
                    </a:cubicBezTo>
                    <a:cubicBezTo>
                      <a:pt x="30" y="65"/>
                      <a:pt x="28" y="64"/>
                      <a:pt x="28" y="64"/>
                    </a:cubicBezTo>
                    <a:cubicBezTo>
                      <a:pt x="30" y="64"/>
                      <a:pt x="29" y="63"/>
                      <a:pt x="30" y="63"/>
                    </a:cubicBezTo>
                    <a:cubicBezTo>
                      <a:pt x="28" y="62"/>
                      <a:pt x="31" y="63"/>
                      <a:pt x="28" y="62"/>
                    </a:cubicBezTo>
                    <a:cubicBezTo>
                      <a:pt x="29" y="62"/>
                      <a:pt x="29" y="62"/>
                      <a:pt x="29" y="62"/>
                    </a:cubicBezTo>
                    <a:cubicBezTo>
                      <a:pt x="28" y="62"/>
                      <a:pt x="26" y="61"/>
                      <a:pt x="26" y="61"/>
                    </a:cubicBezTo>
                    <a:cubicBezTo>
                      <a:pt x="28" y="61"/>
                      <a:pt x="28" y="61"/>
                      <a:pt x="28" y="61"/>
                    </a:cubicBezTo>
                    <a:cubicBezTo>
                      <a:pt x="30" y="62"/>
                      <a:pt x="29" y="61"/>
                      <a:pt x="30" y="61"/>
                    </a:cubicBezTo>
                    <a:cubicBezTo>
                      <a:pt x="28" y="61"/>
                      <a:pt x="30" y="61"/>
                      <a:pt x="28" y="61"/>
                    </a:cubicBezTo>
                    <a:cubicBezTo>
                      <a:pt x="28" y="60"/>
                      <a:pt x="28" y="60"/>
                      <a:pt x="28" y="60"/>
                    </a:cubicBezTo>
                    <a:cubicBezTo>
                      <a:pt x="27" y="60"/>
                      <a:pt x="27" y="60"/>
                      <a:pt x="27" y="59"/>
                    </a:cubicBezTo>
                    <a:cubicBezTo>
                      <a:pt x="27" y="59"/>
                      <a:pt x="29" y="60"/>
                      <a:pt x="29" y="60"/>
                    </a:cubicBezTo>
                    <a:cubicBezTo>
                      <a:pt x="30" y="60"/>
                      <a:pt x="29" y="60"/>
                      <a:pt x="29" y="59"/>
                    </a:cubicBezTo>
                    <a:cubicBezTo>
                      <a:pt x="29" y="59"/>
                      <a:pt x="29" y="59"/>
                      <a:pt x="28"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30" y="59"/>
                    </a:cubicBezTo>
                    <a:cubicBezTo>
                      <a:pt x="31" y="59"/>
                      <a:pt x="31" y="59"/>
                      <a:pt x="31" y="59"/>
                    </a:cubicBezTo>
                    <a:cubicBezTo>
                      <a:pt x="31" y="59"/>
                      <a:pt x="30" y="58"/>
                      <a:pt x="29" y="58"/>
                    </a:cubicBezTo>
                    <a:cubicBezTo>
                      <a:pt x="30" y="58"/>
                      <a:pt x="29" y="56"/>
                      <a:pt x="28" y="56"/>
                    </a:cubicBezTo>
                    <a:cubicBezTo>
                      <a:pt x="28" y="56"/>
                      <a:pt x="30" y="56"/>
                      <a:pt x="29" y="56"/>
                    </a:cubicBezTo>
                    <a:cubicBezTo>
                      <a:pt x="29" y="56"/>
                      <a:pt x="27" y="55"/>
                      <a:pt x="28" y="55"/>
                    </a:cubicBezTo>
                    <a:cubicBezTo>
                      <a:pt x="28" y="55"/>
                      <a:pt x="30" y="55"/>
                      <a:pt x="30" y="55"/>
                    </a:cubicBezTo>
                    <a:cubicBezTo>
                      <a:pt x="30" y="55"/>
                      <a:pt x="28" y="55"/>
                      <a:pt x="28" y="55"/>
                    </a:cubicBezTo>
                    <a:cubicBezTo>
                      <a:pt x="31" y="55"/>
                      <a:pt x="27" y="53"/>
                      <a:pt x="29" y="53"/>
                    </a:cubicBezTo>
                    <a:cubicBezTo>
                      <a:pt x="29" y="53"/>
                      <a:pt x="30" y="53"/>
                      <a:pt x="30" y="53"/>
                    </a:cubicBezTo>
                    <a:cubicBezTo>
                      <a:pt x="30" y="53"/>
                      <a:pt x="29" y="52"/>
                      <a:pt x="27" y="51"/>
                    </a:cubicBezTo>
                    <a:cubicBezTo>
                      <a:pt x="29" y="52"/>
                      <a:pt x="29" y="52"/>
                      <a:pt x="29" y="52"/>
                    </a:cubicBezTo>
                    <a:cubicBezTo>
                      <a:pt x="29" y="51"/>
                      <a:pt x="29" y="51"/>
                      <a:pt x="27" y="50"/>
                    </a:cubicBezTo>
                    <a:cubicBezTo>
                      <a:pt x="27" y="51"/>
                      <a:pt x="28" y="51"/>
                      <a:pt x="28" y="51"/>
                    </a:cubicBezTo>
                    <a:cubicBezTo>
                      <a:pt x="27" y="51"/>
                      <a:pt x="25" y="50"/>
                      <a:pt x="26" y="50"/>
                    </a:cubicBezTo>
                    <a:cubicBezTo>
                      <a:pt x="26" y="50"/>
                      <a:pt x="26" y="50"/>
                      <a:pt x="26" y="50"/>
                    </a:cubicBezTo>
                    <a:cubicBezTo>
                      <a:pt x="26" y="50"/>
                      <a:pt x="25" y="49"/>
                      <a:pt x="25" y="49"/>
                    </a:cubicBezTo>
                    <a:cubicBezTo>
                      <a:pt x="26" y="49"/>
                      <a:pt x="26" y="49"/>
                      <a:pt x="27" y="49"/>
                    </a:cubicBezTo>
                    <a:cubicBezTo>
                      <a:pt x="29" y="50"/>
                      <a:pt x="28" y="49"/>
                      <a:pt x="29" y="49"/>
                    </a:cubicBezTo>
                    <a:cubicBezTo>
                      <a:pt x="27" y="48"/>
                      <a:pt x="27" y="48"/>
                      <a:pt x="27" y="48"/>
                    </a:cubicBezTo>
                    <a:cubicBezTo>
                      <a:pt x="26" y="48"/>
                      <a:pt x="29" y="49"/>
                      <a:pt x="29" y="48"/>
                    </a:cubicBezTo>
                    <a:cubicBezTo>
                      <a:pt x="24" y="47"/>
                      <a:pt x="24" y="47"/>
                      <a:pt x="24" y="47"/>
                    </a:cubicBezTo>
                    <a:cubicBezTo>
                      <a:pt x="24" y="47"/>
                      <a:pt x="26" y="47"/>
                      <a:pt x="27" y="47"/>
                    </a:cubicBezTo>
                    <a:cubicBezTo>
                      <a:pt x="27" y="47"/>
                      <a:pt x="24" y="46"/>
                      <a:pt x="22" y="45"/>
                    </a:cubicBezTo>
                    <a:cubicBezTo>
                      <a:pt x="23" y="45"/>
                      <a:pt x="22" y="44"/>
                      <a:pt x="22" y="44"/>
                    </a:cubicBezTo>
                    <a:cubicBezTo>
                      <a:pt x="23" y="44"/>
                      <a:pt x="22" y="44"/>
                      <a:pt x="23" y="44"/>
                    </a:cubicBezTo>
                    <a:cubicBezTo>
                      <a:pt x="25" y="44"/>
                      <a:pt x="25" y="44"/>
                      <a:pt x="25" y="44"/>
                    </a:cubicBezTo>
                    <a:cubicBezTo>
                      <a:pt x="25" y="45"/>
                      <a:pt x="27" y="45"/>
                      <a:pt x="28" y="45"/>
                    </a:cubicBezTo>
                    <a:cubicBezTo>
                      <a:pt x="27" y="45"/>
                      <a:pt x="28" y="44"/>
                      <a:pt x="29" y="44"/>
                    </a:cubicBezTo>
                    <a:cubicBezTo>
                      <a:pt x="26" y="44"/>
                      <a:pt x="27" y="43"/>
                      <a:pt x="25" y="42"/>
                    </a:cubicBezTo>
                    <a:cubicBezTo>
                      <a:pt x="24" y="42"/>
                      <a:pt x="27" y="43"/>
                      <a:pt x="28" y="43"/>
                    </a:cubicBezTo>
                    <a:cubicBezTo>
                      <a:pt x="27" y="42"/>
                      <a:pt x="27" y="41"/>
                      <a:pt x="27" y="41"/>
                    </a:cubicBezTo>
                    <a:cubicBezTo>
                      <a:pt x="28" y="41"/>
                      <a:pt x="28" y="41"/>
                      <a:pt x="28" y="41"/>
                    </a:cubicBezTo>
                    <a:cubicBezTo>
                      <a:pt x="27" y="40"/>
                      <a:pt x="28" y="40"/>
                      <a:pt x="26" y="39"/>
                    </a:cubicBezTo>
                    <a:cubicBezTo>
                      <a:pt x="27" y="39"/>
                      <a:pt x="27" y="39"/>
                      <a:pt x="27" y="39"/>
                    </a:cubicBezTo>
                    <a:cubicBezTo>
                      <a:pt x="28" y="39"/>
                      <a:pt x="24" y="38"/>
                      <a:pt x="26" y="38"/>
                    </a:cubicBezTo>
                    <a:cubicBezTo>
                      <a:pt x="27" y="39"/>
                      <a:pt x="27" y="39"/>
                      <a:pt x="27" y="39"/>
                    </a:cubicBezTo>
                    <a:cubicBezTo>
                      <a:pt x="26" y="38"/>
                      <a:pt x="28" y="38"/>
                      <a:pt x="26" y="37"/>
                    </a:cubicBezTo>
                    <a:cubicBezTo>
                      <a:pt x="27" y="37"/>
                      <a:pt x="27" y="38"/>
                      <a:pt x="28" y="38"/>
                    </a:cubicBezTo>
                    <a:cubicBezTo>
                      <a:pt x="27" y="37"/>
                      <a:pt x="27" y="37"/>
                      <a:pt x="26" y="36"/>
                    </a:cubicBezTo>
                    <a:cubicBezTo>
                      <a:pt x="28" y="37"/>
                      <a:pt x="28" y="37"/>
                      <a:pt x="28" y="37"/>
                    </a:cubicBezTo>
                    <a:cubicBezTo>
                      <a:pt x="29" y="37"/>
                      <a:pt x="26" y="36"/>
                      <a:pt x="27" y="36"/>
                    </a:cubicBezTo>
                    <a:cubicBezTo>
                      <a:pt x="27" y="36"/>
                      <a:pt x="28" y="36"/>
                      <a:pt x="28" y="36"/>
                    </a:cubicBezTo>
                    <a:cubicBezTo>
                      <a:pt x="27" y="35"/>
                      <a:pt x="27" y="35"/>
                      <a:pt x="27" y="35"/>
                    </a:cubicBezTo>
                    <a:cubicBezTo>
                      <a:pt x="29" y="35"/>
                      <a:pt x="29" y="35"/>
                      <a:pt x="29" y="35"/>
                    </a:cubicBezTo>
                    <a:cubicBezTo>
                      <a:pt x="29" y="33"/>
                      <a:pt x="30" y="31"/>
                      <a:pt x="28" y="29"/>
                    </a:cubicBezTo>
                    <a:cubicBezTo>
                      <a:pt x="31" y="29"/>
                      <a:pt x="30" y="30"/>
                      <a:pt x="31" y="30"/>
                    </a:cubicBezTo>
                    <a:cubicBezTo>
                      <a:pt x="29" y="29"/>
                      <a:pt x="31" y="29"/>
                      <a:pt x="30" y="29"/>
                    </a:cubicBezTo>
                    <a:cubicBezTo>
                      <a:pt x="30" y="29"/>
                      <a:pt x="30" y="29"/>
                      <a:pt x="30" y="29"/>
                    </a:cubicBezTo>
                    <a:cubicBezTo>
                      <a:pt x="30" y="28"/>
                      <a:pt x="31" y="28"/>
                      <a:pt x="31" y="28"/>
                    </a:cubicBezTo>
                    <a:cubicBezTo>
                      <a:pt x="30" y="28"/>
                      <a:pt x="30" y="28"/>
                      <a:pt x="30" y="28"/>
                    </a:cubicBezTo>
                    <a:cubicBezTo>
                      <a:pt x="29" y="27"/>
                      <a:pt x="33" y="28"/>
                      <a:pt x="30" y="27"/>
                    </a:cubicBezTo>
                    <a:cubicBezTo>
                      <a:pt x="32" y="27"/>
                      <a:pt x="32" y="27"/>
                      <a:pt x="32" y="27"/>
                    </a:cubicBezTo>
                    <a:cubicBezTo>
                      <a:pt x="30" y="26"/>
                      <a:pt x="33" y="27"/>
                      <a:pt x="31" y="26"/>
                    </a:cubicBezTo>
                    <a:cubicBezTo>
                      <a:pt x="31" y="26"/>
                      <a:pt x="31" y="26"/>
                      <a:pt x="31" y="26"/>
                    </a:cubicBezTo>
                    <a:cubicBezTo>
                      <a:pt x="33" y="26"/>
                      <a:pt x="29" y="25"/>
                      <a:pt x="31" y="25"/>
                    </a:cubicBezTo>
                    <a:cubicBezTo>
                      <a:pt x="31" y="25"/>
                      <a:pt x="30" y="24"/>
                      <a:pt x="28" y="24"/>
                    </a:cubicBezTo>
                    <a:cubicBezTo>
                      <a:pt x="31" y="24"/>
                      <a:pt x="31" y="24"/>
                      <a:pt x="31" y="24"/>
                    </a:cubicBezTo>
                    <a:cubicBezTo>
                      <a:pt x="30" y="23"/>
                      <a:pt x="31" y="21"/>
                      <a:pt x="29" y="19"/>
                    </a:cubicBezTo>
                    <a:cubicBezTo>
                      <a:pt x="30" y="20"/>
                      <a:pt x="30" y="20"/>
                      <a:pt x="30" y="20"/>
                    </a:cubicBezTo>
                    <a:cubicBezTo>
                      <a:pt x="28" y="18"/>
                      <a:pt x="33" y="19"/>
                      <a:pt x="29" y="17"/>
                    </a:cubicBezTo>
                    <a:cubicBezTo>
                      <a:pt x="27" y="16"/>
                      <a:pt x="27" y="16"/>
                      <a:pt x="27" y="16"/>
                    </a:cubicBezTo>
                    <a:cubicBezTo>
                      <a:pt x="30" y="17"/>
                      <a:pt x="30" y="17"/>
                      <a:pt x="30" y="17"/>
                    </a:cubicBezTo>
                    <a:cubicBezTo>
                      <a:pt x="29" y="16"/>
                      <a:pt x="30" y="16"/>
                      <a:pt x="28" y="15"/>
                    </a:cubicBezTo>
                    <a:cubicBezTo>
                      <a:pt x="30" y="16"/>
                      <a:pt x="30" y="16"/>
                      <a:pt x="30" y="16"/>
                    </a:cubicBezTo>
                    <a:cubicBezTo>
                      <a:pt x="30" y="15"/>
                      <a:pt x="28" y="14"/>
                      <a:pt x="28" y="14"/>
                    </a:cubicBezTo>
                    <a:cubicBezTo>
                      <a:pt x="29" y="14"/>
                      <a:pt x="29" y="14"/>
                      <a:pt x="29" y="14"/>
                    </a:cubicBezTo>
                    <a:cubicBezTo>
                      <a:pt x="33" y="14"/>
                      <a:pt x="36" y="12"/>
                      <a:pt x="32" y="9"/>
                    </a:cubicBezTo>
                    <a:cubicBezTo>
                      <a:pt x="32" y="9"/>
                      <a:pt x="35" y="10"/>
                      <a:pt x="34" y="10"/>
                    </a:cubicBezTo>
                    <a:cubicBezTo>
                      <a:pt x="32" y="7"/>
                      <a:pt x="37" y="7"/>
                      <a:pt x="33" y="4"/>
                    </a:cubicBezTo>
                    <a:cubicBezTo>
                      <a:pt x="32" y="2"/>
                      <a:pt x="26" y="0"/>
                      <a:pt x="26" y="0"/>
                    </a:cubicBezTo>
                    <a:cubicBezTo>
                      <a:pt x="28" y="3"/>
                      <a:pt x="24" y="5"/>
                      <a:pt x="21" y="7"/>
                    </a:cubicBezTo>
                    <a:cubicBezTo>
                      <a:pt x="21" y="8"/>
                      <a:pt x="21" y="9"/>
                      <a:pt x="20" y="10"/>
                    </a:cubicBezTo>
                    <a:cubicBezTo>
                      <a:pt x="20" y="13"/>
                      <a:pt x="14" y="16"/>
                      <a:pt x="15" y="20"/>
                    </a:cubicBezTo>
                    <a:cubicBezTo>
                      <a:pt x="16" y="20"/>
                      <a:pt x="17" y="21"/>
                      <a:pt x="17" y="21"/>
                    </a:cubicBezTo>
                    <a:cubicBezTo>
                      <a:pt x="16" y="21"/>
                      <a:pt x="16" y="21"/>
                      <a:pt x="16" y="21"/>
                    </a:cubicBezTo>
                    <a:cubicBezTo>
                      <a:pt x="18" y="21"/>
                      <a:pt x="18" y="21"/>
                      <a:pt x="18" y="21"/>
                    </a:cubicBezTo>
                    <a:cubicBezTo>
                      <a:pt x="18" y="22"/>
                      <a:pt x="16" y="21"/>
                      <a:pt x="16" y="21"/>
                    </a:cubicBezTo>
                    <a:cubicBezTo>
                      <a:pt x="15" y="22"/>
                      <a:pt x="16" y="24"/>
                      <a:pt x="15" y="25"/>
                    </a:cubicBezTo>
                    <a:cubicBezTo>
                      <a:pt x="17" y="25"/>
                      <a:pt x="15" y="26"/>
                      <a:pt x="17" y="26"/>
                    </a:cubicBezTo>
                    <a:cubicBezTo>
                      <a:pt x="16" y="26"/>
                      <a:pt x="16" y="26"/>
                      <a:pt x="16" y="26"/>
                    </a:cubicBezTo>
                    <a:cubicBezTo>
                      <a:pt x="17" y="27"/>
                      <a:pt x="17" y="27"/>
                      <a:pt x="14" y="28"/>
                    </a:cubicBezTo>
                    <a:cubicBezTo>
                      <a:pt x="12" y="31"/>
                      <a:pt x="12" y="35"/>
                      <a:pt x="11" y="38"/>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3" name="Freeform 116"/>
              <p:cNvSpPr/>
              <p:nvPr/>
            </p:nvSpPr>
            <p:spPr bwMode="auto">
              <a:xfrm>
                <a:off x="3914" y="130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4" name="Freeform 117"/>
              <p:cNvSpPr/>
              <p:nvPr/>
            </p:nvSpPr>
            <p:spPr bwMode="auto">
              <a:xfrm>
                <a:off x="3364" y="24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5" name="Freeform 118"/>
              <p:cNvSpPr/>
              <p:nvPr/>
            </p:nvSpPr>
            <p:spPr bwMode="auto">
              <a:xfrm>
                <a:off x="3920" y="1403"/>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6" name="Freeform 119"/>
              <p:cNvSpPr/>
              <p:nvPr/>
            </p:nvSpPr>
            <p:spPr bwMode="auto">
              <a:xfrm>
                <a:off x="3918" y="1401"/>
                <a:ext cx="4"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2"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7" name="Freeform 120"/>
              <p:cNvSpPr/>
              <p:nvPr/>
            </p:nvSpPr>
            <p:spPr bwMode="auto">
              <a:xfrm>
                <a:off x="3920" y="1411"/>
                <a:ext cx="4"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8" name="Freeform 121"/>
              <p:cNvSpPr/>
              <p:nvPr/>
            </p:nvSpPr>
            <p:spPr bwMode="auto">
              <a:xfrm>
                <a:off x="3477" y="150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9" name="Freeform 122"/>
              <p:cNvSpPr/>
              <p:nvPr/>
            </p:nvSpPr>
            <p:spPr bwMode="auto">
              <a:xfrm>
                <a:off x="3453" y="145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0" name="Freeform 123"/>
              <p:cNvSpPr/>
              <p:nvPr/>
            </p:nvSpPr>
            <p:spPr bwMode="auto">
              <a:xfrm>
                <a:off x="3477" y="142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1" name="Freeform 124"/>
              <p:cNvSpPr/>
              <p:nvPr/>
            </p:nvSpPr>
            <p:spPr bwMode="auto">
              <a:xfrm>
                <a:off x="4603" y="18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2" name="Freeform 125"/>
              <p:cNvSpPr/>
              <p:nvPr/>
            </p:nvSpPr>
            <p:spPr bwMode="auto">
              <a:xfrm>
                <a:off x="3540" y="1530"/>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0"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3" name="Rectangle 126"/>
              <p:cNvSpPr>
                <a:spLocks noChangeArrowheads="1"/>
              </p:cNvSpPr>
              <p:nvPr/>
            </p:nvSpPr>
            <p:spPr bwMode="auto">
              <a:xfrm>
                <a:off x="3489" y="1441"/>
                <a:ext cx="2"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4" name="Freeform 127"/>
              <p:cNvSpPr/>
              <p:nvPr/>
            </p:nvSpPr>
            <p:spPr bwMode="auto">
              <a:xfrm>
                <a:off x="3375" y="1310"/>
                <a:ext cx="174" cy="269"/>
              </a:xfrm>
              <a:custGeom>
                <a:avLst/>
                <a:gdLst>
                  <a:gd name="T0" fmla="*/ 11 w 82"/>
                  <a:gd name="T1" fmla="*/ 27 h 127"/>
                  <a:gd name="T2" fmla="*/ 20 w 82"/>
                  <a:gd name="T3" fmla="*/ 47 h 127"/>
                  <a:gd name="T4" fmla="*/ 34 w 82"/>
                  <a:gd name="T5" fmla="*/ 60 h 127"/>
                  <a:gd name="T6" fmla="*/ 37 w 82"/>
                  <a:gd name="T7" fmla="*/ 68 h 127"/>
                  <a:gd name="T8" fmla="*/ 43 w 82"/>
                  <a:gd name="T9" fmla="*/ 80 h 127"/>
                  <a:gd name="T10" fmla="*/ 47 w 82"/>
                  <a:gd name="T11" fmla="*/ 89 h 127"/>
                  <a:gd name="T12" fmla="*/ 53 w 82"/>
                  <a:gd name="T13" fmla="*/ 94 h 127"/>
                  <a:gd name="T14" fmla="*/ 60 w 82"/>
                  <a:gd name="T15" fmla="*/ 105 h 127"/>
                  <a:gd name="T16" fmla="*/ 63 w 82"/>
                  <a:gd name="T17" fmla="*/ 111 h 127"/>
                  <a:gd name="T18" fmla="*/ 63 w 82"/>
                  <a:gd name="T19" fmla="*/ 121 h 127"/>
                  <a:gd name="T20" fmla="*/ 65 w 82"/>
                  <a:gd name="T21" fmla="*/ 124 h 127"/>
                  <a:gd name="T22" fmla="*/ 69 w 82"/>
                  <a:gd name="T23" fmla="*/ 126 h 127"/>
                  <a:gd name="T24" fmla="*/ 72 w 82"/>
                  <a:gd name="T25" fmla="*/ 126 h 127"/>
                  <a:gd name="T26" fmla="*/ 73 w 82"/>
                  <a:gd name="T27" fmla="*/ 123 h 127"/>
                  <a:gd name="T28" fmla="*/ 71 w 82"/>
                  <a:gd name="T29" fmla="*/ 118 h 127"/>
                  <a:gd name="T30" fmla="*/ 73 w 82"/>
                  <a:gd name="T31" fmla="*/ 112 h 127"/>
                  <a:gd name="T32" fmla="*/ 80 w 82"/>
                  <a:gd name="T33" fmla="*/ 112 h 127"/>
                  <a:gd name="T34" fmla="*/ 80 w 82"/>
                  <a:gd name="T35" fmla="*/ 109 h 127"/>
                  <a:gd name="T36" fmla="*/ 76 w 82"/>
                  <a:gd name="T37" fmla="*/ 108 h 127"/>
                  <a:gd name="T38" fmla="*/ 78 w 82"/>
                  <a:gd name="T39" fmla="*/ 107 h 127"/>
                  <a:gd name="T40" fmla="*/ 73 w 82"/>
                  <a:gd name="T41" fmla="*/ 105 h 127"/>
                  <a:gd name="T42" fmla="*/ 77 w 82"/>
                  <a:gd name="T43" fmla="*/ 102 h 127"/>
                  <a:gd name="T44" fmla="*/ 78 w 82"/>
                  <a:gd name="T45" fmla="*/ 100 h 127"/>
                  <a:gd name="T46" fmla="*/ 76 w 82"/>
                  <a:gd name="T47" fmla="*/ 100 h 127"/>
                  <a:gd name="T48" fmla="*/ 76 w 82"/>
                  <a:gd name="T49" fmla="*/ 96 h 127"/>
                  <a:gd name="T50" fmla="*/ 71 w 82"/>
                  <a:gd name="T51" fmla="*/ 96 h 127"/>
                  <a:gd name="T52" fmla="*/ 65 w 82"/>
                  <a:gd name="T53" fmla="*/ 95 h 127"/>
                  <a:gd name="T54" fmla="*/ 70 w 82"/>
                  <a:gd name="T55" fmla="*/ 92 h 127"/>
                  <a:gd name="T56" fmla="*/ 68 w 82"/>
                  <a:gd name="T57" fmla="*/ 86 h 127"/>
                  <a:gd name="T58" fmla="*/ 67 w 82"/>
                  <a:gd name="T59" fmla="*/ 84 h 127"/>
                  <a:gd name="T60" fmla="*/ 65 w 82"/>
                  <a:gd name="T61" fmla="*/ 81 h 127"/>
                  <a:gd name="T62" fmla="*/ 62 w 82"/>
                  <a:gd name="T63" fmla="*/ 75 h 127"/>
                  <a:gd name="T64" fmla="*/ 60 w 82"/>
                  <a:gd name="T65" fmla="*/ 73 h 127"/>
                  <a:gd name="T66" fmla="*/ 59 w 82"/>
                  <a:gd name="T67" fmla="*/ 72 h 127"/>
                  <a:gd name="T68" fmla="*/ 57 w 82"/>
                  <a:gd name="T69" fmla="*/ 71 h 127"/>
                  <a:gd name="T70" fmla="*/ 58 w 82"/>
                  <a:gd name="T71" fmla="*/ 68 h 127"/>
                  <a:gd name="T72" fmla="*/ 55 w 82"/>
                  <a:gd name="T73" fmla="*/ 67 h 127"/>
                  <a:gd name="T74" fmla="*/ 54 w 82"/>
                  <a:gd name="T75" fmla="*/ 62 h 127"/>
                  <a:gd name="T76" fmla="*/ 51 w 82"/>
                  <a:gd name="T77" fmla="*/ 58 h 127"/>
                  <a:gd name="T78" fmla="*/ 51 w 82"/>
                  <a:gd name="T79" fmla="*/ 54 h 127"/>
                  <a:gd name="T80" fmla="*/ 48 w 82"/>
                  <a:gd name="T81" fmla="*/ 53 h 127"/>
                  <a:gd name="T82" fmla="*/ 49 w 82"/>
                  <a:gd name="T83" fmla="*/ 53 h 127"/>
                  <a:gd name="T84" fmla="*/ 45 w 82"/>
                  <a:gd name="T85" fmla="*/ 50 h 127"/>
                  <a:gd name="T86" fmla="*/ 43 w 82"/>
                  <a:gd name="T87" fmla="*/ 46 h 127"/>
                  <a:gd name="T88" fmla="*/ 41 w 82"/>
                  <a:gd name="T89" fmla="*/ 44 h 127"/>
                  <a:gd name="T90" fmla="*/ 32 w 82"/>
                  <a:gd name="T91" fmla="*/ 44 h 127"/>
                  <a:gd name="T92" fmla="*/ 35 w 82"/>
                  <a:gd name="T93" fmla="*/ 39 h 127"/>
                  <a:gd name="T94" fmla="*/ 31 w 82"/>
                  <a:gd name="T95" fmla="*/ 36 h 127"/>
                  <a:gd name="T96" fmla="*/ 30 w 82"/>
                  <a:gd name="T97" fmla="*/ 32 h 127"/>
                  <a:gd name="T98" fmla="*/ 26 w 82"/>
                  <a:gd name="T99" fmla="*/ 24 h 127"/>
                  <a:gd name="T100" fmla="*/ 25 w 82"/>
                  <a:gd name="T101" fmla="*/ 21 h 127"/>
                  <a:gd name="T102" fmla="*/ 15 w 82"/>
                  <a:gd name="T103" fmla="*/ 15 h 127"/>
                  <a:gd name="T104" fmla="*/ 13 w 82"/>
                  <a:gd name="T105" fmla="*/ 1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 h="127">
                    <a:moveTo>
                      <a:pt x="1" y="12"/>
                    </a:moveTo>
                    <a:cubicBezTo>
                      <a:pt x="2" y="13"/>
                      <a:pt x="4" y="14"/>
                      <a:pt x="3" y="15"/>
                    </a:cubicBezTo>
                    <a:cubicBezTo>
                      <a:pt x="6" y="19"/>
                      <a:pt x="4" y="25"/>
                      <a:pt x="8" y="28"/>
                    </a:cubicBezTo>
                    <a:cubicBezTo>
                      <a:pt x="9" y="27"/>
                      <a:pt x="10" y="27"/>
                      <a:pt x="10" y="27"/>
                    </a:cubicBezTo>
                    <a:cubicBezTo>
                      <a:pt x="10" y="27"/>
                      <a:pt x="10" y="27"/>
                      <a:pt x="10" y="27"/>
                    </a:cubicBezTo>
                    <a:cubicBezTo>
                      <a:pt x="11" y="27"/>
                      <a:pt x="11" y="27"/>
                      <a:pt x="11" y="27"/>
                    </a:cubicBezTo>
                    <a:cubicBezTo>
                      <a:pt x="11" y="27"/>
                      <a:pt x="10" y="28"/>
                      <a:pt x="9" y="28"/>
                    </a:cubicBezTo>
                    <a:cubicBezTo>
                      <a:pt x="10" y="29"/>
                      <a:pt x="12" y="30"/>
                      <a:pt x="12" y="32"/>
                    </a:cubicBezTo>
                    <a:cubicBezTo>
                      <a:pt x="14" y="31"/>
                      <a:pt x="13" y="33"/>
                      <a:pt x="15" y="32"/>
                    </a:cubicBezTo>
                    <a:cubicBezTo>
                      <a:pt x="14" y="32"/>
                      <a:pt x="14" y="32"/>
                      <a:pt x="14" y="32"/>
                    </a:cubicBezTo>
                    <a:cubicBezTo>
                      <a:pt x="15" y="33"/>
                      <a:pt x="15" y="33"/>
                      <a:pt x="13" y="35"/>
                    </a:cubicBezTo>
                    <a:cubicBezTo>
                      <a:pt x="14" y="40"/>
                      <a:pt x="18" y="43"/>
                      <a:pt x="20" y="47"/>
                    </a:cubicBezTo>
                    <a:cubicBezTo>
                      <a:pt x="22" y="50"/>
                      <a:pt x="26" y="53"/>
                      <a:pt x="29" y="57"/>
                    </a:cubicBezTo>
                    <a:cubicBezTo>
                      <a:pt x="32" y="56"/>
                      <a:pt x="31" y="57"/>
                      <a:pt x="34" y="56"/>
                    </a:cubicBezTo>
                    <a:cubicBezTo>
                      <a:pt x="33" y="57"/>
                      <a:pt x="33" y="57"/>
                      <a:pt x="33" y="57"/>
                    </a:cubicBezTo>
                    <a:cubicBezTo>
                      <a:pt x="35" y="57"/>
                      <a:pt x="34" y="58"/>
                      <a:pt x="33" y="59"/>
                    </a:cubicBezTo>
                    <a:cubicBezTo>
                      <a:pt x="34" y="59"/>
                      <a:pt x="33" y="59"/>
                      <a:pt x="35" y="58"/>
                    </a:cubicBezTo>
                    <a:cubicBezTo>
                      <a:pt x="37" y="58"/>
                      <a:pt x="33" y="60"/>
                      <a:pt x="34" y="60"/>
                    </a:cubicBezTo>
                    <a:cubicBezTo>
                      <a:pt x="33" y="60"/>
                      <a:pt x="35" y="59"/>
                      <a:pt x="35" y="60"/>
                    </a:cubicBezTo>
                    <a:cubicBezTo>
                      <a:pt x="37" y="60"/>
                      <a:pt x="33" y="60"/>
                      <a:pt x="32" y="62"/>
                    </a:cubicBezTo>
                    <a:cubicBezTo>
                      <a:pt x="34" y="64"/>
                      <a:pt x="37" y="65"/>
                      <a:pt x="37" y="67"/>
                    </a:cubicBezTo>
                    <a:cubicBezTo>
                      <a:pt x="37" y="67"/>
                      <a:pt x="38" y="66"/>
                      <a:pt x="38" y="66"/>
                    </a:cubicBezTo>
                    <a:cubicBezTo>
                      <a:pt x="35" y="68"/>
                      <a:pt x="39" y="66"/>
                      <a:pt x="38" y="67"/>
                    </a:cubicBezTo>
                    <a:cubicBezTo>
                      <a:pt x="37" y="68"/>
                      <a:pt x="37" y="68"/>
                      <a:pt x="37" y="68"/>
                    </a:cubicBezTo>
                    <a:cubicBezTo>
                      <a:pt x="36" y="69"/>
                      <a:pt x="39" y="69"/>
                      <a:pt x="38" y="70"/>
                    </a:cubicBezTo>
                    <a:cubicBezTo>
                      <a:pt x="39" y="70"/>
                      <a:pt x="37" y="72"/>
                      <a:pt x="39" y="72"/>
                    </a:cubicBezTo>
                    <a:cubicBezTo>
                      <a:pt x="38" y="72"/>
                      <a:pt x="38" y="73"/>
                      <a:pt x="38" y="73"/>
                    </a:cubicBezTo>
                    <a:cubicBezTo>
                      <a:pt x="41" y="72"/>
                      <a:pt x="37" y="75"/>
                      <a:pt x="40" y="74"/>
                    </a:cubicBezTo>
                    <a:cubicBezTo>
                      <a:pt x="39" y="75"/>
                      <a:pt x="39" y="75"/>
                      <a:pt x="39" y="75"/>
                    </a:cubicBezTo>
                    <a:cubicBezTo>
                      <a:pt x="41" y="76"/>
                      <a:pt x="41" y="79"/>
                      <a:pt x="43" y="80"/>
                    </a:cubicBezTo>
                    <a:cubicBezTo>
                      <a:pt x="44" y="81"/>
                      <a:pt x="42" y="84"/>
                      <a:pt x="44" y="84"/>
                    </a:cubicBezTo>
                    <a:cubicBezTo>
                      <a:pt x="46" y="84"/>
                      <a:pt x="46" y="84"/>
                      <a:pt x="46" y="84"/>
                    </a:cubicBezTo>
                    <a:cubicBezTo>
                      <a:pt x="46" y="84"/>
                      <a:pt x="45" y="84"/>
                      <a:pt x="44" y="84"/>
                    </a:cubicBezTo>
                    <a:cubicBezTo>
                      <a:pt x="46" y="84"/>
                      <a:pt x="45" y="86"/>
                      <a:pt x="45" y="87"/>
                    </a:cubicBezTo>
                    <a:cubicBezTo>
                      <a:pt x="46" y="87"/>
                      <a:pt x="46" y="87"/>
                      <a:pt x="47" y="86"/>
                    </a:cubicBezTo>
                    <a:cubicBezTo>
                      <a:pt x="45" y="88"/>
                      <a:pt x="48" y="88"/>
                      <a:pt x="47" y="89"/>
                    </a:cubicBezTo>
                    <a:cubicBezTo>
                      <a:pt x="50" y="88"/>
                      <a:pt x="49" y="89"/>
                      <a:pt x="50" y="89"/>
                    </a:cubicBezTo>
                    <a:cubicBezTo>
                      <a:pt x="50" y="89"/>
                      <a:pt x="49" y="90"/>
                      <a:pt x="48" y="90"/>
                    </a:cubicBezTo>
                    <a:cubicBezTo>
                      <a:pt x="49" y="91"/>
                      <a:pt x="49" y="91"/>
                      <a:pt x="49" y="92"/>
                    </a:cubicBezTo>
                    <a:cubicBezTo>
                      <a:pt x="49" y="92"/>
                      <a:pt x="51" y="92"/>
                      <a:pt x="51" y="92"/>
                    </a:cubicBezTo>
                    <a:cubicBezTo>
                      <a:pt x="49" y="93"/>
                      <a:pt x="51" y="93"/>
                      <a:pt x="50" y="94"/>
                    </a:cubicBezTo>
                    <a:cubicBezTo>
                      <a:pt x="52" y="93"/>
                      <a:pt x="54" y="93"/>
                      <a:pt x="53" y="94"/>
                    </a:cubicBezTo>
                    <a:cubicBezTo>
                      <a:pt x="51" y="95"/>
                      <a:pt x="51" y="95"/>
                      <a:pt x="51" y="95"/>
                    </a:cubicBezTo>
                    <a:cubicBezTo>
                      <a:pt x="53" y="95"/>
                      <a:pt x="51" y="98"/>
                      <a:pt x="55" y="99"/>
                    </a:cubicBezTo>
                    <a:cubicBezTo>
                      <a:pt x="53" y="99"/>
                      <a:pt x="53" y="99"/>
                      <a:pt x="53" y="99"/>
                    </a:cubicBezTo>
                    <a:cubicBezTo>
                      <a:pt x="56" y="100"/>
                      <a:pt x="54" y="103"/>
                      <a:pt x="58" y="103"/>
                    </a:cubicBezTo>
                    <a:cubicBezTo>
                      <a:pt x="57" y="104"/>
                      <a:pt x="56" y="105"/>
                      <a:pt x="57" y="105"/>
                    </a:cubicBezTo>
                    <a:cubicBezTo>
                      <a:pt x="58" y="105"/>
                      <a:pt x="58" y="106"/>
                      <a:pt x="60" y="105"/>
                    </a:cubicBezTo>
                    <a:cubicBezTo>
                      <a:pt x="61" y="106"/>
                      <a:pt x="59" y="106"/>
                      <a:pt x="59" y="106"/>
                    </a:cubicBezTo>
                    <a:cubicBezTo>
                      <a:pt x="59" y="107"/>
                      <a:pt x="57" y="108"/>
                      <a:pt x="59" y="108"/>
                    </a:cubicBezTo>
                    <a:cubicBezTo>
                      <a:pt x="58" y="109"/>
                      <a:pt x="58" y="109"/>
                      <a:pt x="58" y="109"/>
                    </a:cubicBezTo>
                    <a:cubicBezTo>
                      <a:pt x="59" y="109"/>
                      <a:pt x="61" y="109"/>
                      <a:pt x="60" y="110"/>
                    </a:cubicBezTo>
                    <a:cubicBezTo>
                      <a:pt x="61" y="110"/>
                      <a:pt x="62" y="111"/>
                      <a:pt x="64" y="110"/>
                    </a:cubicBezTo>
                    <a:cubicBezTo>
                      <a:pt x="64" y="110"/>
                      <a:pt x="61" y="111"/>
                      <a:pt x="63" y="111"/>
                    </a:cubicBezTo>
                    <a:cubicBezTo>
                      <a:pt x="61" y="111"/>
                      <a:pt x="61" y="111"/>
                      <a:pt x="61" y="111"/>
                    </a:cubicBezTo>
                    <a:cubicBezTo>
                      <a:pt x="61" y="113"/>
                      <a:pt x="62" y="114"/>
                      <a:pt x="63" y="115"/>
                    </a:cubicBezTo>
                    <a:cubicBezTo>
                      <a:pt x="61" y="116"/>
                      <a:pt x="64" y="116"/>
                      <a:pt x="62" y="117"/>
                    </a:cubicBezTo>
                    <a:cubicBezTo>
                      <a:pt x="64" y="118"/>
                      <a:pt x="62" y="119"/>
                      <a:pt x="65" y="119"/>
                    </a:cubicBezTo>
                    <a:cubicBezTo>
                      <a:pt x="64" y="119"/>
                      <a:pt x="64" y="119"/>
                      <a:pt x="64" y="119"/>
                    </a:cubicBezTo>
                    <a:cubicBezTo>
                      <a:pt x="64" y="120"/>
                      <a:pt x="64" y="121"/>
                      <a:pt x="63" y="121"/>
                    </a:cubicBezTo>
                    <a:cubicBezTo>
                      <a:pt x="63" y="122"/>
                      <a:pt x="65" y="122"/>
                      <a:pt x="66" y="122"/>
                    </a:cubicBezTo>
                    <a:cubicBezTo>
                      <a:pt x="64" y="122"/>
                      <a:pt x="64" y="122"/>
                      <a:pt x="64" y="122"/>
                    </a:cubicBezTo>
                    <a:cubicBezTo>
                      <a:pt x="65" y="123"/>
                      <a:pt x="67" y="123"/>
                      <a:pt x="69" y="123"/>
                    </a:cubicBezTo>
                    <a:cubicBezTo>
                      <a:pt x="68" y="123"/>
                      <a:pt x="69" y="123"/>
                      <a:pt x="68" y="124"/>
                    </a:cubicBezTo>
                    <a:cubicBezTo>
                      <a:pt x="67" y="123"/>
                      <a:pt x="66" y="123"/>
                      <a:pt x="64" y="123"/>
                    </a:cubicBezTo>
                    <a:cubicBezTo>
                      <a:pt x="63" y="123"/>
                      <a:pt x="67" y="124"/>
                      <a:pt x="65" y="124"/>
                    </a:cubicBezTo>
                    <a:cubicBezTo>
                      <a:pt x="64" y="125"/>
                      <a:pt x="65" y="125"/>
                      <a:pt x="67" y="125"/>
                    </a:cubicBezTo>
                    <a:cubicBezTo>
                      <a:pt x="66" y="125"/>
                      <a:pt x="66" y="125"/>
                      <a:pt x="65" y="125"/>
                    </a:cubicBezTo>
                    <a:cubicBezTo>
                      <a:pt x="65" y="126"/>
                      <a:pt x="65" y="126"/>
                      <a:pt x="66" y="126"/>
                    </a:cubicBezTo>
                    <a:cubicBezTo>
                      <a:pt x="66" y="126"/>
                      <a:pt x="66" y="126"/>
                      <a:pt x="66" y="126"/>
                    </a:cubicBezTo>
                    <a:cubicBezTo>
                      <a:pt x="67" y="126"/>
                      <a:pt x="67" y="126"/>
                      <a:pt x="69" y="126"/>
                    </a:cubicBezTo>
                    <a:cubicBezTo>
                      <a:pt x="69" y="126"/>
                      <a:pt x="68" y="126"/>
                      <a:pt x="69" y="126"/>
                    </a:cubicBezTo>
                    <a:cubicBezTo>
                      <a:pt x="70" y="126"/>
                      <a:pt x="71" y="126"/>
                      <a:pt x="69" y="126"/>
                    </a:cubicBezTo>
                    <a:cubicBezTo>
                      <a:pt x="68" y="127"/>
                      <a:pt x="67" y="126"/>
                      <a:pt x="66" y="126"/>
                    </a:cubicBezTo>
                    <a:cubicBezTo>
                      <a:pt x="70" y="127"/>
                      <a:pt x="70" y="127"/>
                      <a:pt x="70" y="127"/>
                    </a:cubicBezTo>
                    <a:cubicBezTo>
                      <a:pt x="69" y="127"/>
                      <a:pt x="69" y="127"/>
                      <a:pt x="71" y="127"/>
                    </a:cubicBezTo>
                    <a:cubicBezTo>
                      <a:pt x="70" y="126"/>
                      <a:pt x="70" y="126"/>
                      <a:pt x="70" y="126"/>
                    </a:cubicBezTo>
                    <a:cubicBezTo>
                      <a:pt x="72" y="126"/>
                      <a:pt x="72" y="126"/>
                      <a:pt x="72" y="126"/>
                    </a:cubicBezTo>
                    <a:cubicBezTo>
                      <a:pt x="71" y="126"/>
                      <a:pt x="72" y="125"/>
                      <a:pt x="71" y="125"/>
                    </a:cubicBezTo>
                    <a:cubicBezTo>
                      <a:pt x="70" y="125"/>
                      <a:pt x="70" y="125"/>
                      <a:pt x="70" y="125"/>
                    </a:cubicBezTo>
                    <a:cubicBezTo>
                      <a:pt x="69" y="125"/>
                      <a:pt x="67" y="124"/>
                      <a:pt x="69" y="124"/>
                    </a:cubicBezTo>
                    <a:cubicBezTo>
                      <a:pt x="71" y="124"/>
                      <a:pt x="71" y="124"/>
                      <a:pt x="71" y="124"/>
                    </a:cubicBezTo>
                    <a:cubicBezTo>
                      <a:pt x="71" y="124"/>
                      <a:pt x="70" y="124"/>
                      <a:pt x="71" y="123"/>
                    </a:cubicBezTo>
                    <a:cubicBezTo>
                      <a:pt x="73" y="123"/>
                      <a:pt x="73" y="123"/>
                      <a:pt x="73" y="123"/>
                    </a:cubicBezTo>
                    <a:cubicBezTo>
                      <a:pt x="70" y="124"/>
                      <a:pt x="72" y="122"/>
                      <a:pt x="71" y="122"/>
                    </a:cubicBezTo>
                    <a:cubicBezTo>
                      <a:pt x="72" y="122"/>
                      <a:pt x="72" y="122"/>
                      <a:pt x="72" y="122"/>
                    </a:cubicBezTo>
                    <a:cubicBezTo>
                      <a:pt x="73" y="122"/>
                      <a:pt x="70" y="123"/>
                      <a:pt x="70" y="122"/>
                    </a:cubicBezTo>
                    <a:cubicBezTo>
                      <a:pt x="71" y="122"/>
                      <a:pt x="73" y="122"/>
                      <a:pt x="74" y="121"/>
                    </a:cubicBezTo>
                    <a:cubicBezTo>
                      <a:pt x="74" y="121"/>
                      <a:pt x="72" y="120"/>
                      <a:pt x="74" y="119"/>
                    </a:cubicBezTo>
                    <a:cubicBezTo>
                      <a:pt x="73" y="118"/>
                      <a:pt x="72" y="118"/>
                      <a:pt x="71" y="118"/>
                    </a:cubicBezTo>
                    <a:cubicBezTo>
                      <a:pt x="71" y="117"/>
                      <a:pt x="74" y="117"/>
                      <a:pt x="73" y="117"/>
                    </a:cubicBezTo>
                    <a:cubicBezTo>
                      <a:pt x="74" y="117"/>
                      <a:pt x="75" y="117"/>
                      <a:pt x="75" y="116"/>
                    </a:cubicBezTo>
                    <a:cubicBezTo>
                      <a:pt x="74" y="116"/>
                      <a:pt x="75" y="115"/>
                      <a:pt x="73" y="116"/>
                    </a:cubicBezTo>
                    <a:cubicBezTo>
                      <a:pt x="74" y="115"/>
                      <a:pt x="74" y="114"/>
                      <a:pt x="73" y="114"/>
                    </a:cubicBezTo>
                    <a:cubicBezTo>
                      <a:pt x="73" y="114"/>
                      <a:pt x="75" y="114"/>
                      <a:pt x="76" y="113"/>
                    </a:cubicBezTo>
                    <a:cubicBezTo>
                      <a:pt x="74" y="113"/>
                      <a:pt x="73" y="113"/>
                      <a:pt x="73" y="112"/>
                    </a:cubicBezTo>
                    <a:cubicBezTo>
                      <a:pt x="72" y="112"/>
                      <a:pt x="72" y="113"/>
                      <a:pt x="70" y="113"/>
                    </a:cubicBezTo>
                    <a:cubicBezTo>
                      <a:pt x="70" y="113"/>
                      <a:pt x="69" y="113"/>
                      <a:pt x="69" y="113"/>
                    </a:cubicBezTo>
                    <a:cubicBezTo>
                      <a:pt x="71" y="112"/>
                      <a:pt x="74" y="112"/>
                      <a:pt x="74" y="111"/>
                    </a:cubicBezTo>
                    <a:cubicBezTo>
                      <a:pt x="77" y="111"/>
                      <a:pt x="73" y="112"/>
                      <a:pt x="76" y="111"/>
                    </a:cubicBezTo>
                    <a:cubicBezTo>
                      <a:pt x="78" y="111"/>
                      <a:pt x="79" y="112"/>
                      <a:pt x="77" y="113"/>
                    </a:cubicBezTo>
                    <a:cubicBezTo>
                      <a:pt x="80" y="113"/>
                      <a:pt x="78" y="112"/>
                      <a:pt x="80" y="112"/>
                    </a:cubicBezTo>
                    <a:cubicBezTo>
                      <a:pt x="80" y="111"/>
                      <a:pt x="78" y="111"/>
                      <a:pt x="78" y="111"/>
                    </a:cubicBezTo>
                    <a:cubicBezTo>
                      <a:pt x="77" y="111"/>
                      <a:pt x="77" y="111"/>
                      <a:pt x="76" y="111"/>
                    </a:cubicBezTo>
                    <a:cubicBezTo>
                      <a:pt x="73" y="111"/>
                      <a:pt x="77" y="110"/>
                      <a:pt x="77" y="110"/>
                    </a:cubicBezTo>
                    <a:cubicBezTo>
                      <a:pt x="78" y="110"/>
                      <a:pt x="78" y="110"/>
                      <a:pt x="78" y="110"/>
                    </a:cubicBezTo>
                    <a:cubicBezTo>
                      <a:pt x="79" y="109"/>
                      <a:pt x="77" y="110"/>
                      <a:pt x="77" y="109"/>
                    </a:cubicBezTo>
                    <a:cubicBezTo>
                      <a:pt x="80" y="108"/>
                      <a:pt x="78" y="110"/>
                      <a:pt x="80" y="109"/>
                    </a:cubicBezTo>
                    <a:cubicBezTo>
                      <a:pt x="82" y="109"/>
                      <a:pt x="82" y="109"/>
                      <a:pt x="82" y="109"/>
                    </a:cubicBezTo>
                    <a:cubicBezTo>
                      <a:pt x="82" y="108"/>
                      <a:pt x="79" y="109"/>
                      <a:pt x="80" y="108"/>
                    </a:cubicBezTo>
                    <a:cubicBezTo>
                      <a:pt x="81" y="108"/>
                      <a:pt x="81" y="108"/>
                      <a:pt x="81" y="108"/>
                    </a:cubicBezTo>
                    <a:cubicBezTo>
                      <a:pt x="80" y="108"/>
                      <a:pt x="80" y="108"/>
                      <a:pt x="80" y="108"/>
                    </a:cubicBezTo>
                    <a:cubicBezTo>
                      <a:pt x="79" y="108"/>
                      <a:pt x="77" y="108"/>
                      <a:pt x="77" y="109"/>
                    </a:cubicBezTo>
                    <a:cubicBezTo>
                      <a:pt x="74" y="109"/>
                      <a:pt x="77" y="109"/>
                      <a:pt x="76" y="108"/>
                    </a:cubicBezTo>
                    <a:cubicBezTo>
                      <a:pt x="74" y="108"/>
                      <a:pt x="76" y="108"/>
                      <a:pt x="75" y="109"/>
                    </a:cubicBezTo>
                    <a:cubicBezTo>
                      <a:pt x="73" y="109"/>
                      <a:pt x="73" y="109"/>
                      <a:pt x="73" y="108"/>
                    </a:cubicBezTo>
                    <a:cubicBezTo>
                      <a:pt x="72" y="108"/>
                      <a:pt x="74" y="108"/>
                      <a:pt x="75" y="107"/>
                    </a:cubicBezTo>
                    <a:cubicBezTo>
                      <a:pt x="76" y="107"/>
                      <a:pt x="76" y="108"/>
                      <a:pt x="75" y="108"/>
                    </a:cubicBezTo>
                    <a:cubicBezTo>
                      <a:pt x="77" y="108"/>
                      <a:pt x="79" y="107"/>
                      <a:pt x="80" y="107"/>
                    </a:cubicBezTo>
                    <a:cubicBezTo>
                      <a:pt x="81" y="106"/>
                      <a:pt x="79" y="107"/>
                      <a:pt x="78" y="107"/>
                    </a:cubicBezTo>
                    <a:cubicBezTo>
                      <a:pt x="78" y="107"/>
                      <a:pt x="76" y="107"/>
                      <a:pt x="76" y="107"/>
                    </a:cubicBezTo>
                    <a:cubicBezTo>
                      <a:pt x="71" y="107"/>
                      <a:pt x="79" y="106"/>
                      <a:pt x="78" y="105"/>
                    </a:cubicBezTo>
                    <a:cubicBezTo>
                      <a:pt x="75" y="106"/>
                      <a:pt x="74" y="105"/>
                      <a:pt x="70" y="107"/>
                    </a:cubicBezTo>
                    <a:cubicBezTo>
                      <a:pt x="70" y="107"/>
                      <a:pt x="69" y="107"/>
                      <a:pt x="69" y="106"/>
                    </a:cubicBezTo>
                    <a:cubicBezTo>
                      <a:pt x="71" y="106"/>
                      <a:pt x="71" y="106"/>
                      <a:pt x="73" y="105"/>
                    </a:cubicBezTo>
                    <a:cubicBezTo>
                      <a:pt x="73" y="105"/>
                      <a:pt x="73" y="105"/>
                      <a:pt x="73" y="105"/>
                    </a:cubicBezTo>
                    <a:cubicBezTo>
                      <a:pt x="75" y="105"/>
                      <a:pt x="75" y="105"/>
                      <a:pt x="75" y="105"/>
                    </a:cubicBezTo>
                    <a:cubicBezTo>
                      <a:pt x="79" y="103"/>
                      <a:pt x="79" y="103"/>
                      <a:pt x="79" y="103"/>
                    </a:cubicBezTo>
                    <a:cubicBezTo>
                      <a:pt x="78" y="103"/>
                      <a:pt x="77" y="104"/>
                      <a:pt x="76" y="103"/>
                    </a:cubicBezTo>
                    <a:cubicBezTo>
                      <a:pt x="77" y="103"/>
                      <a:pt x="78" y="103"/>
                      <a:pt x="78" y="102"/>
                    </a:cubicBezTo>
                    <a:cubicBezTo>
                      <a:pt x="77" y="103"/>
                      <a:pt x="75" y="103"/>
                      <a:pt x="75" y="103"/>
                    </a:cubicBezTo>
                    <a:cubicBezTo>
                      <a:pt x="74" y="103"/>
                      <a:pt x="76" y="102"/>
                      <a:pt x="77" y="102"/>
                    </a:cubicBezTo>
                    <a:cubicBezTo>
                      <a:pt x="79" y="102"/>
                      <a:pt x="79" y="102"/>
                      <a:pt x="79" y="102"/>
                    </a:cubicBezTo>
                    <a:cubicBezTo>
                      <a:pt x="77" y="102"/>
                      <a:pt x="79" y="101"/>
                      <a:pt x="79" y="101"/>
                    </a:cubicBezTo>
                    <a:cubicBezTo>
                      <a:pt x="77" y="101"/>
                      <a:pt x="76" y="102"/>
                      <a:pt x="74" y="102"/>
                    </a:cubicBezTo>
                    <a:cubicBezTo>
                      <a:pt x="74" y="102"/>
                      <a:pt x="75" y="101"/>
                      <a:pt x="75" y="101"/>
                    </a:cubicBezTo>
                    <a:cubicBezTo>
                      <a:pt x="76" y="101"/>
                      <a:pt x="76" y="101"/>
                      <a:pt x="76" y="101"/>
                    </a:cubicBezTo>
                    <a:cubicBezTo>
                      <a:pt x="76" y="101"/>
                      <a:pt x="79" y="100"/>
                      <a:pt x="78" y="100"/>
                    </a:cubicBezTo>
                    <a:cubicBezTo>
                      <a:pt x="77" y="100"/>
                      <a:pt x="77" y="100"/>
                      <a:pt x="77" y="100"/>
                    </a:cubicBezTo>
                    <a:cubicBezTo>
                      <a:pt x="77" y="100"/>
                      <a:pt x="78" y="100"/>
                      <a:pt x="78" y="100"/>
                    </a:cubicBezTo>
                    <a:cubicBezTo>
                      <a:pt x="77" y="100"/>
                      <a:pt x="77" y="99"/>
                      <a:pt x="77" y="99"/>
                    </a:cubicBezTo>
                    <a:cubicBezTo>
                      <a:pt x="78" y="99"/>
                      <a:pt x="78" y="99"/>
                      <a:pt x="78" y="99"/>
                    </a:cubicBezTo>
                    <a:cubicBezTo>
                      <a:pt x="77" y="99"/>
                      <a:pt x="75" y="99"/>
                      <a:pt x="76" y="99"/>
                    </a:cubicBezTo>
                    <a:cubicBezTo>
                      <a:pt x="74" y="100"/>
                      <a:pt x="77" y="99"/>
                      <a:pt x="76" y="100"/>
                    </a:cubicBezTo>
                    <a:cubicBezTo>
                      <a:pt x="74" y="100"/>
                      <a:pt x="74" y="100"/>
                      <a:pt x="73" y="100"/>
                    </a:cubicBezTo>
                    <a:cubicBezTo>
                      <a:pt x="76" y="99"/>
                      <a:pt x="73" y="99"/>
                      <a:pt x="73" y="99"/>
                    </a:cubicBezTo>
                    <a:cubicBezTo>
                      <a:pt x="74" y="98"/>
                      <a:pt x="75" y="98"/>
                      <a:pt x="75" y="98"/>
                    </a:cubicBezTo>
                    <a:cubicBezTo>
                      <a:pt x="73" y="98"/>
                      <a:pt x="73" y="98"/>
                      <a:pt x="73" y="98"/>
                    </a:cubicBezTo>
                    <a:cubicBezTo>
                      <a:pt x="77" y="97"/>
                      <a:pt x="73" y="98"/>
                      <a:pt x="73" y="97"/>
                    </a:cubicBezTo>
                    <a:cubicBezTo>
                      <a:pt x="75" y="97"/>
                      <a:pt x="76" y="96"/>
                      <a:pt x="76" y="96"/>
                    </a:cubicBezTo>
                    <a:cubicBezTo>
                      <a:pt x="74" y="97"/>
                      <a:pt x="73" y="97"/>
                      <a:pt x="71" y="97"/>
                    </a:cubicBezTo>
                    <a:cubicBezTo>
                      <a:pt x="72" y="96"/>
                      <a:pt x="75" y="96"/>
                      <a:pt x="76" y="96"/>
                    </a:cubicBezTo>
                    <a:cubicBezTo>
                      <a:pt x="74" y="96"/>
                      <a:pt x="77" y="94"/>
                      <a:pt x="75" y="95"/>
                    </a:cubicBezTo>
                    <a:cubicBezTo>
                      <a:pt x="74" y="96"/>
                      <a:pt x="73" y="96"/>
                      <a:pt x="72" y="96"/>
                    </a:cubicBezTo>
                    <a:cubicBezTo>
                      <a:pt x="72" y="95"/>
                      <a:pt x="73" y="96"/>
                      <a:pt x="74" y="95"/>
                    </a:cubicBezTo>
                    <a:cubicBezTo>
                      <a:pt x="74" y="95"/>
                      <a:pt x="72" y="95"/>
                      <a:pt x="71" y="96"/>
                    </a:cubicBezTo>
                    <a:cubicBezTo>
                      <a:pt x="71" y="95"/>
                      <a:pt x="69" y="96"/>
                      <a:pt x="70" y="95"/>
                    </a:cubicBezTo>
                    <a:cubicBezTo>
                      <a:pt x="72" y="94"/>
                      <a:pt x="71" y="95"/>
                      <a:pt x="72" y="95"/>
                    </a:cubicBezTo>
                    <a:cubicBezTo>
                      <a:pt x="72" y="94"/>
                      <a:pt x="68" y="96"/>
                      <a:pt x="68" y="95"/>
                    </a:cubicBezTo>
                    <a:cubicBezTo>
                      <a:pt x="67" y="96"/>
                      <a:pt x="64" y="97"/>
                      <a:pt x="63" y="97"/>
                    </a:cubicBezTo>
                    <a:cubicBezTo>
                      <a:pt x="63" y="96"/>
                      <a:pt x="64" y="97"/>
                      <a:pt x="66" y="96"/>
                    </a:cubicBezTo>
                    <a:cubicBezTo>
                      <a:pt x="65" y="95"/>
                      <a:pt x="65" y="95"/>
                      <a:pt x="65" y="95"/>
                    </a:cubicBezTo>
                    <a:cubicBezTo>
                      <a:pt x="68" y="94"/>
                      <a:pt x="70" y="95"/>
                      <a:pt x="72" y="93"/>
                    </a:cubicBezTo>
                    <a:cubicBezTo>
                      <a:pt x="71" y="93"/>
                      <a:pt x="71" y="93"/>
                      <a:pt x="71" y="93"/>
                    </a:cubicBezTo>
                    <a:cubicBezTo>
                      <a:pt x="72" y="93"/>
                      <a:pt x="74" y="93"/>
                      <a:pt x="74" y="92"/>
                    </a:cubicBezTo>
                    <a:cubicBezTo>
                      <a:pt x="72" y="93"/>
                      <a:pt x="74" y="92"/>
                      <a:pt x="73" y="92"/>
                    </a:cubicBezTo>
                    <a:cubicBezTo>
                      <a:pt x="71" y="92"/>
                      <a:pt x="74" y="92"/>
                      <a:pt x="72" y="92"/>
                    </a:cubicBezTo>
                    <a:cubicBezTo>
                      <a:pt x="72" y="92"/>
                      <a:pt x="69" y="93"/>
                      <a:pt x="70" y="92"/>
                    </a:cubicBezTo>
                    <a:cubicBezTo>
                      <a:pt x="73" y="91"/>
                      <a:pt x="73" y="91"/>
                      <a:pt x="73" y="91"/>
                    </a:cubicBezTo>
                    <a:cubicBezTo>
                      <a:pt x="74" y="91"/>
                      <a:pt x="71" y="92"/>
                      <a:pt x="72" y="91"/>
                    </a:cubicBezTo>
                    <a:cubicBezTo>
                      <a:pt x="73" y="91"/>
                      <a:pt x="73" y="91"/>
                      <a:pt x="73" y="91"/>
                    </a:cubicBezTo>
                    <a:cubicBezTo>
                      <a:pt x="72" y="89"/>
                      <a:pt x="72" y="88"/>
                      <a:pt x="67" y="88"/>
                    </a:cubicBezTo>
                    <a:cubicBezTo>
                      <a:pt x="69" y="87"/>
                      <a:pt x="69" y="87"/>
                      <a:pt x="70" y="86"/>
                    </a:cubicBezTo>
                    <a:cubicBezTo>
                      <a:pt x="69" y="86"/>
                      <a:pt x="68" y="86"/>
                      <a:pt x="68" y="86"/>
                    </a:cubicBezTo>
                    <a:cubicBezTo>
                      <a:pt x="69" y="85"/>
                      <a:pt x="69" y="85"/>
                      <a:pt x="69" y="85"/>
                    </a:cubicBezTo>
                    <a:cubicBezTo>
                      <a:pt x="70" y="84"/>
                      <a:pt x="68" y="85"/>
                      <a:pt x="67" y="85"/>
                    </a:cubicBezTo>
                    <a:cubicBezTo>
                      <a:pt x="68" y="84"/>
                      <a:pt x="68" y="84"/>
                      <a:pt x="68" y="84"/>
                    </a:cubicBezTo>
                    <a:cubicBezTo>
                      <a:pt x="69" y="83"/>
                      <a:pt x="67" y="84"/>
                      <a:pt x="67" y="84"/>
                    </a:cubicBezTo>
                    <a:cubicBezTo>
                      <a:pt x="68" y="84"/>
                      <a:pt x="68" y="84"/>
                      <a:pt x="68" y="84"/>
                    </a:cubicBezTo>
                    <a:cubicBezTo>
                      <a:pt x="67" y="84"/>
                      <a:pt x="67" y="84"/>
                      <a:pt x="67" y="84"/>
                    </a:cubicBezTo>
                    <a:cubicBezTo>
                      <a:pt x="66" y="84"/>
                      <a:pt x="66" y="83"/>
                      <a:pt x="68" y="83"/>
                    </a:cubicBezTo>
                    <a:cubicBezTo>
                      <a:pt x="67" y="83"/>
                      <a:pt x="67" y="83"/>
                      <a:pt x="67" y="83"/>
                    </a:cubicBezTo>
                    <a:cubicBezTo>
                      <a:pt x="68" y="82"/>
                      <a:pt x="67" y="81"/>
                      <a:pt x="66" y="81"/>
                    </a:cubicBezTo>
                    <a:cubicBezTo>
                      <a:pt x="66" y="82"/>
                      <a:pt x="65" y="82"/>
                      <a:pt x="64" y="82"/>
                    </a:cubicBezTo>
                    <a:cubicBezTo>
                      <a:pt x="62" y="83"/>
                      <a:pt x="64" y="82"/>
                      <a:pt x="63" y="82"/>
                    </a:cubicBezTo>
                    <a:cubicBezTo>
                      <a:pt x="64" y="82"/>
                      <a:pt x="64" y="81"/>
                      <a:pt x="65" y="81"/>
                    </a:cubicBezTo>
                    <a:cubicBezTo>
                      <a:pt x="68" y="79"/>
                      <a:pt x="65" y="79"/>
                      <a:pt x="65" y="78"/>
                    </a:cubicBezTo>
                    <a:cubicBezTo>
                      <a:pt x="64" y="78"/>
                      <a:pt x="64" y="78"/>
                      <a:pt x="64" y="78"/>
                    </a:cubicBezTo>
                    <a:cubicBezTo>
                      <a:pt x="66" y="77"/>
                      <a:pt x="63" y="77"/>
                      <a:pt x="64" y="76"/>
                    </a:cubicBezTo>
                    <a:cubicBezTo>
                      <a:pt x="63" y="76"/>
                      <a:pt x="60" y="77"/>
                      <a:pt x="60" y="77"/>
                    </a:cubicBezTo>
                    <a:cubicBezTo>
                      <a:pt x="58" y="78"/>
                      <a:pt x="62" y="76"/>
                      <a:pt x="63" y="75"/>
                    </a:cubicBezTo>
                    <a:cubicBezTo>
                      <a:pt x="62" y="75"/>
                      <a:pt x="62" y="75"/>
                      <a:pt x="62" y="75"/>
                    </a:cubicBezTo>
                    <a:cubicBezTo>
                      <a:pt x="62" y="75"/>
                      <a:pt x="62" y="75"/>
                      <a:pt x="62" y="75"/>
                    </a:cubicBezTo>
                    <a:cubicBezTo>
                      <a:pt x="61" y="75"/>
                      <a:pt x="60" y="75"/>
                      <a:pt x="61" y="74"/>
                    </a:cubicBezTo>
                    <a:cubicBezTo>
                      <a:pt x="61" y="74"/>
                      <a:pt x="61" y="74"/>
                      <a:pt x="61" y="74"/>
                    </a:cubicBezTo>
                    <a:cubicBezTo>
                      <a:pt x="61" y="74"/>
                      <a:pt x="62" y="73"/>
                      <a:pt x="62" y="73"/>
                    </a:cubicBezTo>
                    <a:cubicBezTo>
                      <a:pt x="60" y="74"/>
                      <a:pt x="61" y="72"/>
                      <a:pt x="59" y="73"/>
                    </a:cubicBezTo>
                    <a:cubicBezTo>
                      <a:pt x="60" y="73"/>
                      <a:pt x="60" y="73"/>
                      <a:pt x="60" y="73"/>
                    </a:cubicBezTo>
                    <a:cubicBezTo>
                      <a:pt x="59" y="73"/>
                      <a:pt x="59" y="73"/>
                      <a:pt x="59" y="73"/>
                    </a:cubicBezTo>
                    <a:cubicBezTo>
                      <a:pt x="59" y="73"/>
                      <a:pt x="59" y="73"/>
                      <a:pt x="59" y="73"/>
                    </a:cubicBezTo>
                    <a:cubicBezTo>
                      <a:pt x="61" y="72"/>
                      <a:pt x="61" y="72"/>
                      <a:pt x="61" y="72"/>
                    </a:cubicBezTo>
                    <a:cubicBezTo>
                      <a:pt x="62" y="71"/>
                      <a:pt x="60" y="72"/>
                      <a:pt x="59" y="73"/>
                    </a:cubicBezTo>
                    <a:cubicBezTo>
                      <a:pt x="57" y="73"/>
                      <a:pt x="59" y="72"/>
                      <a:pt x="59" y="72"/>
                    </a:cubicBezTo>
                    <a:cubicBezTo>
                      <a:pt x="60" y="71"/>
                      <a:pt x="59" y="72"/>
                      <a:pt x="59" y="72"/>
                    </a:cubicBezTo>
                    <a:cubicBezTo>
                      <a:pt x="61" y="72"/>
                      <a:pt x="60" y="72"/>
                      <a:pt x="61" y="71"/>
                    </a:cubicBezTo>
                    <a:cubicBezTo>
                      <a:pt x="61" y="71"/>
                      <a:pt x="59" y="72"/>
                      <a:pt x="59" y="72"/>
                    </a:cubicBezTo>
                    <a:cubicBezTo>
                      <a:pt x="59" y="71"/>
                      <a:pt x="58" y="71"/>
                      <a:pt x="60" y="70"/>
                    </a:cubicBezTo>
                    <a:cubicBezTo>
                      <a:pt x="59" y="71"/>
                      <a:pt x="59" y="70"/>
                      <a:pt x="58" y="70"/>
                    </a:cubicBezTo>
                    <a:cubicBezTo>
                      <a:pt x="58" y="71"/>
                      <a:pt x="58" y="71"/>
                      <a:pt x="57" y="72"/>
                    </a:cubicBezTo>
                    <a:cubicBezTo>
                      <a:pt x="57" y="72"/>
                      <a:pt x="56" y="72"/>
                      <a:pt x="57" y="71"/>
                    </a:cubicBezTo>
                    <a:cubicBezTo>
                      <a:pt x="57" y="71"/>
                      <a:pt x="57" y="71"/>
                      <a:pt x="57" y="71"/>
                    </a:cubicBezTo>
                    <a:cubicBezTo>
                      <a:pt x="57" y="71"/>
                      <a:pt x="57" y="71"/>
                      <a:pt x="56" y="72"/>
                    </a:cubicBezTo>
                    <a:cubicBezTo>
                      <a:pt x="58" y="70"/>
                      <a:pt x="58" y="70"/>
                      <a:pt x="58" y="70"/>
                    </a:cubicBezTo>
                    <a:cubicBezTo>
                      <a:pt x="56" y="71"/>
                      <a:pt x="56" y="70"/>
                      <a:pt x="56" y="70"/>
                    </a:cubicBezTo>
                    <a:cubicBezTo>
                      <a:pt x="57" y="69"/>
                      <a:pt x="59" y="69"/>
                      <a:pt x="59" y="68"/>
                    </a:cubicBezTo>
                    <a:cubicBezTo>
                      <a:pt x="58" y="68"/>
                      <a:pt x="58" y="68"/>
                      <a:pt x="58" y="68"/>
                    </a:cubicBezTo>
                    <a:cubicBezTo>
                      <a:pt x="57" y="68"/>
                      <a:pt x="58" y="68"/>
                      <a:pt x="59" y="68"/>
                    </a:cubicBezTo>
                    <a:cubicBezTo>
                      <a:pt x="59" y="66"/>
                      <a:pt x="54" y="69"/>
                      <a:pt x="55" y="68"/>
                    </a:cubicBezTo>
                    <a:cubicBezTo>
                      <a:pt x="57" y="67"/>
                      <a:pt x="57" y="67"/>
                      <a:pt x="57" y="66"/>
                    </a:cubicBezTo>
                    <a:cubicBezTo>
                      <a:pt x="56" y="67"/>
                      <a:pt x="56" y="67"/>
                      <a:pt x="56" y="67"/>
                    </a:cubicBezTo>
                    <a:cubicBezTo>
                      <a:pt x="55" y="67"/>
                      <a:pt x="58" y="66"/>
                      <a:pt x="56" y="67"/>
                    </a:cubicBezTo>
                    <a:cubicBezTo>
                      <a:pt x="55" y="68"/>
                      <a:pt x="56" y="67"/>
                      <a:pt x="55" y="67"/>
                    </a:cubicBezTo>
                    <a:cubicBezTo>
                      <a:pt x="59" y="65"/>
                      <a:pt x="55" y="65"/>
                      <a:pt x="57" y="63"/>
                    </a:cubicBezTo>
                    <a:cubicBezTo>
                      <a:pt x="54" y="64"/>
                      <a:pt x="56" y="63"/>
                      <a:pt x="55" y="63"/>
                    </a:cubicBezTo>
                    <a:cubicBezTo>
                      <a:pt x="57" y="62"/>
                      <a:pt x="54" y="63"/>
                      <a:pt x="55" y="62"/>
                    </a:cubicBezTo>
                    <a:cubicBezTo>
                      <a:pt x="53" y="63"/>
                      <a:pt x="53" y="63"/>
                      <a:pt x="53" y="63"/>
                    </a:cubicBezTo>
                    <a:cubicBezTo>
                      <a:pt x="54" y="62"/>
                      <a:pt x="49" y="64"/>
                      <a:pt x="52" y="63"/>
                    </a:cubicBezTo>
                    <a:cubicBezTo>
                      <a:pt x="52" y="62"/>
                      <a:pt x="54" y="62"/>
                      <a:pt x="54" y="62"/>
                    </a:cubicBezTo>
                    <a:cubicBezTo>
                      <a:pt x="56" y="60"/>
                      <a:pt x="51" y="62"/>
                      <a:pt x="54" y="60"/>
                    </a:cubicBezTo>
                    <a:cubicBezTo>
                      <a:pt x="53" y="60"/>
                      <a:pt x="52" y="61"/>
                      <a:pt x="51" y="61"/>
                    </a:cubicBezTo>
                    <a:cubicBezTo>
                      <a:pt x="52" y="61"/>
                      <a:pt x="52" y="59"/>
                      <a:pt x="53" y="59"/>
                    </a:cubicBezTo>
                    <a:cubicBezTo>
                      <a:pt x="52" y="59"/>
                      <a:pt x="52" y="60"/>
                      <a:pt x="52" y="59"/>
                    </a:cubicBezTo>
                    <a:cubicBezTo>
                      <a:pt x="53" y="59"/>
                      <a:pt x="53" y="59"/>
                      <a:pt x="53" y="59"/>
                    </a:cubicBezTo>
                    <a:cubicBezTo>
                      <a:pt x="54" y="58"/>
                      <a:pt x="52" y="58"/>
                      <a:pt x="51" y="58"/>
                    </a:cubicBezTo>
                    <a:cubicBezTo>
                      <a:pt x="53" y="57"/>
                      <a:pt x="52" y="57"/>
                      <a:pt x="52" y="56"/>
                    </a:cubicBezTo>
                    <a:cubicBezTo>
                      <a:pt x="50" y="57"/>
                      <a:pt x="53" y="55"/>
                      <a:pt x="50" y="56"/>
                    </a:cubicBezTo>
                    <a:cubicBezTo>
                      <a:pt x="51" y="56"/>
                      <a:pt x="51" y="56"/>
                      <a:pt x="51" y="56"/>
                    </a:cubicBezTo>
                    <a:cubicBezTo>
                      <a:pt x="50" y="56"/>
                      <a:pt x="48" y="57"/>
                      <a:pt x="48" y="57"/>
                    </a:cubicBezTo>
                    <a:cubicBezTo>
                      <a:pt x="50" y="56"/>
                      <a:pt x="50" y="56"/>
                      <a:pt x="50" y="56"/>
                    </a:cubicBezTo>
                    <a:cubicBezTo>
                      <a:pt x="52" y="54"/>
                      <a:pt x="50" y="55"/>
                      <a:pt x="51" y="54"/>
                    </a:cubicBezTo>
                    <a:cubicBezTo>
                      <a:pt x="49" y="55"/>
                      <a:pt x="51" y="54"/>
                      <a:pt x="49" y="55"/>
                    </a:cubicBezTo>
                    <a:cubicBezTo>
                      <a:pt x="49" y="55"/>
                      <a:pt x="49" y="55"/>
                      <a:pt x="49" y="55"/>
                    </a:cubicBezTo>
                    <a:cubicBezTo>
                      <a:pt x="48" y="55"/>
                      <a:pt x="48" y="55"/>
                      <a:pt x="47" y="55"/>
                    </a:cubicBezTo>
                    <a:cubicBezTo>
                      <a:pt x="47" y="55"/>
                      <a:pt x="49" y="54"/>
                      <a:pt x="49" y="54"/>
                    </a:cubicBezTo>
                    <a:cubicBezTo>
                      <a:pt x="50" y="53"/>
                      <a:pt x="49" y="53"/>
                      <a:pt x="49" y="53"/>
                    </a:cubicBezTo>
                    <a:cubicBezTo>
                      <a:pt x="49" y="53"/>
                      <a:pt x="49" y="53"/>
                      <a:pt x="48" y="53"/>
                    </a:cubicBezTo>
                    <a:cubicBezTo>
                      <a:pt x="48" y="53"/>
                      <a:pt x="48" y="53"/>
                      <a:pt x="48" y="53"/>
                    </a:cubicBezTo>
                    <a:cubicBezTo>
                      <a:pt x="48" y="53"/>
                      <a:pt x="48" y="53"/>
                      <a:pt x="48" y="53"/>
                    </a:cubicBezTo>
                    <a:cubicBezTo>
                      <a:pt x="48" y="53"/>
                      <a:pt x="48" y="53"/>
                      <a:pt x="48" y="53"/>
                    </a:cubicBezTo>
                    <a:cubicBezTo>
                      <a:pt x="48" y="53"/>
                      <a:pt x="48" y="53"/>
                      <a:pt x="49" y="53"/>
                    </a:cubicBezTo>
                    <a:cubicBezTo>
                      <a:pt x="49" y="53"/>
                      <a:pt x="49" y="53"/>
                      <a:pt x="49" y="53"/>
                    </a:cubicBezTo>
                    <a:cubicBezTo>
                      <a:pt x="49" y="53"/>
                      <a:pt x="49" y="53"/>
                      <a:pt x="49" y="53"/>
                    </a:cubicBezTo>
                    <a:cubicBezTo>
                      <a:pt x="49" y="52"/>
                      <a:pt x="49" y="52"/>
                      <a:pt x="49" y="52"/>
                    </a:cubicBezTo>
                    <a:cubicBezTo>
                      <a:pt x="50" y="51"/>
                      <a:pt x="50" y="51"/>
                      <a:pt x="50" y="51"/>
                    </a:cubicBezTo>
                    <a:cubicBezTo>
                      <a:pt x="50" y="51"/>
                      <a:pt x="48" y="52"/>
                      <a:pt x="48" y="52"/>
                    </a:cubicBezTo>
                    <a:cubicBezTo>
                      <a:pt x="49" y="50"/>
                      <a:pt x="46" y="50"/>
                      <a:pt x="46" y="50"/>
                    </a:cubicBezTo>
                    <a:cubicBezTo>
                      <a:pt x="46" y="50"/>
                      <a:pt x="47" y="50"/>
                      <a:pt x="46" y="50"/>
                    </a:cubicBezTo>
                    <a:cubicBezTo>
                      <a:pt x="46" y="50"/>
                      <a:pt x="44" y="50"/>
                      <a:pt x="45" y="50"/>
                    </a:cubicBezTo>
                    <a:cubicBezTo>
                      <a:pt x="45" y="50"/>
                      <a:pt x="46" y="49"/>
                      <a:pt x="46" y="49"/>
                    </a:cubicBezTo>
                    <a:cubicBezTo>
                      <a:pt x="46" y="48"/>
                      <a:pt x="45" y="49"/>
                      <a:pt x="45" y="49"/>
                    </a:cubicBezTo>
                    <a:cubicBezTo>
                      <a:pt x="47" y="47"/>
                      <a:pt x="43" y="49"/>
                      <a:pt x="44" y="47"/>
                    </a:cubicBezTo>
                    <a:cubicBezTo>
                      <a:pt x="44" y="47"/>
                      <a:pt x="45" y="47"/>
                      <a:pt x="45" y="47"/>
                    </a:cubicBezTo>
                    <a:cubicBezTo>
                      <a:pt x="44" y="47"/>
                      <a:pt x="43" y="46"/>
                      <a:pt x="41" y="47"/>
                    </a:cubicBezTo>
                    <a:cubicBezTo>
                      <a:pt x="43" y="46"/>
                      <a:pt x="43" y="46"/>
                      <a:pt x="43" y="46"/>
                    </a:cubicBezTo>
                    <a:cubicBezTo>
                      <a:pt x="43" y="46"/>
                      <a:pt x="42" y="46"/>
                      <a:pt x="41" y="46"/>
                    </a:cubicBezTo>
                    <a:cubicBezTo>
                      <a:pt x="40" y="47"/>
                      <a:pt x="39" y="47"/>
                      <a:pt x="39" y="47"/>
                    </a:cubicBezTo>
                    <a:cubicBezTo>
                      <a:pt x="39" y="47"/>
                      <a:pt x="39" y="47"/>
                      <a:pt x="39" y="47"/>
                    </a:cubicBezTo>
                    <a:cubicBezTo>
                      <a:pt x="38" y="46"/>
                      <a:pt x="38" y="46"/>
                      <a:pt x="38" y="46"/>
                    </a:cubicBezTo>
                    <a:cubicBezTo>
                      <a:pt x="39" y="46"/>
                      <a:pt x="39" y="46"/>
                      <a:pt x="39" y="46"/>
                    </a:cubicBezTo>
                    <a:cubicBezTo>
                      <a:pt x="42" y="44"/>
                      <a:pt x="40" y="44"/>
                      <a:pt x="41" y="44"/>
                    </a:cubicBezTo>
                    <a:cubicBezTo>
                      <a:pt x="39" y="44"/>
                      <a:pt x="39" y="44"/>
                      <a:pt x="39" y="44"/>
                    </a:cubicBezTo>
                    <a:cubicBezTo>
                      <a:pt x="38" y="44"/>
                      <a:pt x="40" y="43"/>
                      <a:pt x="40" y="43"/>
                    </a:cubicBezTo>
                    <a:cubicBezTo>
                      <a:pt x="35" y="45"/>
                      <a:pt x="35" y="45"/>
                      <a:pt x="35" y="45"/>
                    </a:cubicBezTo>
                    <a:cubicBezTo>
                      <a:pt x="36" y="45"/>
                      <a:pt x="37" y="44"/>
                      <a:pt x="38" y="43"/>
                    </a:cubicBezTo>
                    <a:cubicBezTo>
                      <a:pt x="37" y="43"/>
                      <a:pt x="35" y="44"/>
                      <a:pt x="33" y="45"/>
                    </a:cubicBezTo>
                    <a:cubicBezTo>
                      <a:pt x="33" y="44"/>
                      <a:pt x="32" y="44"/>
                      <a:pt x="32" y="44"/>
                    </a:cubicBezTo>
                    <a:cubicBezTo>
                      <a:pt x="33" y="43"/>
                      <a:pt x="32" y="44"/>
                      <a:pt x="33" y="44"/>
                    </a:cubicBezTo>
                    <a:cubicBezTo>
                      <a:pt x="34" y="43"/>
                      <a:pt x="34" y="43"/>
                      <a:pt x="34" y="43"/>
                    </a:cubicBezTo>
                    <a:cubicBezTo>
                      <a:pt x="34" y="43"/>
                      <a:pt x="36" y="41"/>
                      <a:pt x="37" y="41"/>
                    </a:cubicBezTo>
                    <a:cubicBezTo>
                      <a:pt x="36" y="41"/>
                      <a:pt x="36" y="40"/>
                      <a:pt x="36" y="39"/>
                    </a:cubicBezTo>
                    <a:cubicBezTo>
                      <a:pt x="34" y="41"/>
                      <a:pt x="35" y="39"/>
                      <a:pt x="33" y="41"/>
                    </a:cubicBezTo>
                    <a:cubicBezTo>
                      <a:pt x="32" y="40"/>
                      <a:pt x="34" y="39"/>
                      <a:pt x="35" y="39"/>
                    </a:cubicBezTo>
                    <a:cubicBezTo>
                      <a:pt x="33" y="39"/>
                      <a:pt x="34" y="38"/>
                      <a:pt x="33" y="37"/>
                    </a:cubicBezTo>
                    <a:cubicBezTo>
                      <a:pt x="34" y="37"/>
                      <a:pt x="34" y="37"/>
                      <a:pt x="34" y="37"/>
                    </a:cubicBezTo>
                    <a:cubicBezTo>
                      <a:pt x="33" y="37"/>
                      <a:pt x="33" y="36"/>
                      <a:pt x="31" y="37"/>
                    </a:cubicBezTo>
                    <a:cubicBezTo>
                      <a:pt x="32" y="36"/>
                      <a:pt x="32" y="36"/>
                      <a:pt x="32" y="36"/>
                    </a:cubicBezTo>
                    <a:cubicBezTo>
                      <a:pt x="32" y="35"/>
                      <a:pt x="29" y="38"/>
                      <a:pt x="30" y="36"/>
                    </a:cubicBezTo>
                    <a:cubicBezTo>
                      <a:pt x="31" y="36"/>
                      <a:pt x="31" y="36"/>
                      <a:pt x="31" y="36"/>
                    </a:cubicBezTo>
                    <a:cubicBezTo>
                      <a:pt x="30" y="36"/>
                      <a:pt x="32" y="34"/>
                      <a:pt x="30" y="35"/>
                    </a:cubicBezTo>
                    <a:cubicBezTo>
                      <a:pt x="31" y="34"/>
                      <a:pt x="31" y="34"/>
                      <a:pt x="31" y="34"/>
                    </a:cubicBezTo>
                    <a:cubicBezTo>
                      <a:pt x="30" y="34"/>
                      <a:pt x="30" y="34"/>
                      <a:pt x="28" y="34"/>
                    </a:cubicBezTo>
                    <a:cubicBezTo>
                      <a:pt x="30" y="33"/>
                      <a:pt x="30" y="33"/>
                      <a:pt x="30" y="33"/>
                    </a:cubicBezTo>
                    <a:cubicBezTo>
                      <a:pt x="31" y="32"/>
                      <a:pt x="28" y="34"/>
                      <a:pt x="29" y="33"/>
                    </a:cubicBezTo>
                    <a:cubicBezTo>
                      <a:pt x="29" y="33"/>
                      <a:pt x="29" y="32"/>
                      <a:pt x="30" y="32"/>
                    </a:cubicBezTo>
                    <a:cubicBezTo>
                      <a:pt x="28" y="33"/>
                      <a:pt x="28" y="32"/>
                      <a:pt x="28" y="32"/>
                    </a:cubicBezTo>
                    <a:cubicBezTo>
                      <a:pt x="29" y="31"/>
                      <a:pt x="29" y="31"/>
                      <a:pt x="29" y="31"/>
                    </a:cubicBezTo>
                    <a:cubicBezTo>
                      <a:pt x="28" y="29"/>
                      <a:pt x="27" y="27"/>
                      <a:pt x="24" y="26"/>
                    </a:cubicBezTo>
                    <a:cubicBezTo>
                      <a:pt x="26" y="24"/>
                      <a:pt x="26" y="26"/>
                      <a:pt x="27" y="24"/>
                    </a:cubicBezTo>
                    <a:cubicBezTo>
                      <a:pt x="25" y="26"/>
                      <a:pt x="26" y="24"/>
                      <a:pt x="25" y="24"/>
                    </a:cubicBezTo>
                    <a:cubicBezTo>
                      <a:pt x="26" y="24"/>
                      <a:pt x="26" y="24"/>
                      <a:pt x="26" y="24"/>
                    </a:cubicBezTo>
                    <a:cubicBezTo>
                      <a:pt x="25" y="24"/>
                      <a:pt x="26" y="23"/>
                      <a:pt x="25" y="23"/>
                    </a:cubicBezTo>
                    <a:cubicBezTo>
                      <a:pt x="25" y="24"/>
                      <a:pt x="25" y="24"/>
                      <a:pt x="25" y="24"/>
                    </a:cubicBezTo>
                    <a:cubicBezTo>
                      <a:pt x="24" y="24"/>
                      <a:pt x="27" y="21"/>
                      <a:pt x="25" y="23"/>
                    </a:cubicBezTo>
                    <a:cubicBezTo>
                      <a:pt x="26" y="22"/>
                      <a:pt x="26" y="22"/>
                      <a:pt x="26" y="22"/>
                    </a:cubicBezTo>
                    <a:cubicBezTo>
                      <a:pt x="23" y="23"/>
                      <a:pt x="26" y="21"/>
                      <a:pt x="24" y="22"/>
                    </a:cubicBezTo>
                    <a:cubicBezTo>
                      <a:pt x="25" y="21"/>
                      <a:pt x="25" y="21"/>
                      <a:pt x="25" y="21"/>
                    </a:cubicBezTo>
                    <a:cubicBezTo>
                      <a:pt x="25" y="20"/>
                      <a:pt x="22" y="22"/>
                      <a:pt x="23" y="21"/>
                    </a:cubicBezTo>
                    <a:cubicBezTo>
                      <a:pt x="23" y="20"/>
                      <a:pt x="22" y="20"/>
                      <a:pt x="20" y="21"/>
                    </a:cubicBezTo>
                    <a:cubicBezTo>
                      <a:pt x="23" y="20"/>
                      <a:pt x="23" y="20"/>
                      <a:pt x="23" y="20"/>
                    </a:cubicBezTo>
                    <a:cubicBezTo>
                      <a:pt x="21" y="19"/>
                      <a:pt x="20" y="17"/>
                      <a:pt x="17" y="17"/>
                    </a:cubicBezTo>
                    <a:cubicBezTo>
                      <a:pt x="18" y="16"/>
                      <a:pt x="18" y="16"/>
                      <a:pt x="18" y="16"/>
                    </a:cubicBezTo>
                    <a:cubicBezTo>
                      <a:pt x="16" y="17"/>
                      <a:pt x="19" y="13"/>
                      <a:pt x="15" y="15"/>
                    </a:cubicBezTo>
                    <a:cubicBezTo>
                      <a:pt x="13" y="16"/>
                      <a:pt x="13" y="16"/>
                      <a:pt x="13" y="16"/>
                    </a:cubicBezTo>
                    <a:cubicBezTo>
                      <a:pt x="15" y="14"/>
                      <a:pt x="15" y="14"/>
                      <a:pt x="15" y="14"/>
                    </a:cubicBezTo>
                    <a:cubicBezTo>
                      <a:pt x="14" y="14"/>
                      <a:pt x="15" y="13"/>
                      <a:pt x="13" y="14"/>
                    </a:cubicBezTo>
                    <a:cubicBezTo>
                      <a:pt x="15" y="13"/>
                      <a:pt x="15" y="13"/>
                      <a:pt x="15" y="13"/>
                    </a:cubicBezTo>
                    <a:cubicBezTo>
                      <a:pt x="15" y="13"/>
                      <a:pt x="12" y="14"/>
                      <a:pt x="12" y="13"/>
                    </a:cubicBezTo>
                    <a:cubicBezTo>
                      <a:pt x="13" y="13"/>
                      <a:pt x="13" y="13"/>
                      <a:pt x="13" y="13"/>
                    </a:cubicBezTo>
                    <a:cubicBezTo>
                      <a:pt x="15" y="9"/>
                      <a:pt x="16" y="6"/>
                      <a:pt x="11" y="6"/>
                    </a:cubicBezTo>
                    <a:cubicBezTo>
                      <a:pt x="11" y="6"/>
                      <a:pt x="13" y="4"/>
                      <a:pt x="13" y="4"/>
                    </a:cubicBezTo>
                    <a:cubicBezTo>
                      <a:pt x="9" y="4"/>
                      <a:pt x="13" y="0"/>
                      <a:pt x="7" y="1"/>
                    </a:cubicBezTo>
                    <a:cubicBezTo>
                      <a:pt x="6" y="0"/>
                      <a:pt x="0" y="2"/>
                      <a:pt x="0" y="2"/>
                    </a:cubicBezTo>
                    <a:cubicBezTo>
                      <a:pt x="3" y="4"/>
                      <a:pt x="3" y="8"/>
                      <a:pt x="1" y="1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5" name="Freeform 128"/>
              <p:cNvSpPr/>
              <p:nvPr/>
            </p:nvSpPr>
            <p:spPr bwMode="auto">
              <a:xfrm>
                <a:off x="3538" y="1526"/>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6" name="Freeform 129"/>
              <p:cNvSpPr/>
              <p:nvPr/>
            </p:nvSpPr>
            <p:spPr bwMode="auto">
              <a:xfrm>
                <a:off x="3460" y="1407"/>
                <a:ext cx="2"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7" name="Freeform 130"/>
              <p:cNvSpPr/>
              <p:nvPr/>
            </p:nvSpPr>
            <p:spPr bwMode="auto">
              <a:xfrm>
                <a:off x="3445" y="1392"/>
                <a:ext cx="4" cy="2"/>
              </a:xfrm>
              <a:custGeom>
                <a:avLst/>
                <a:gdLst>
                  <a:gd name="T0" fmla="*/ 4 w 4"/>
                  <a:gd name="T1" fmla="*/ 0 h 2"/>
                  <a:gd name="T2" fmla="*/ 4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4" y="0"/>
                    </a:lnTo>
                    <a:lnTo>
                      <a:pt x="0" y="2"/>
                    </a:lnTo>
                    <a:lnTo>
                      <a:pt x="4"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8" name="Freeform 131"/>
              <p:cNvSpPr/>
              <p:nvPr/>
            </p:nvSpPr>
            <p:spPr bwMode="auto">
              <a:xfrm>
                <a:off x="3468" y="1405"/>
                <a:ext cx="4"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2" y="0"/>
                      <a:pt x="0" y="0"/>
                      <a:pt x="1" y="0"/>
                    </a:cubicBezTo>
                    <a:cubicBezTo>
                      <a:pt x="1" y="0"/>
                      <a:pt x="2"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9" name="Freeform 132"/>
              <p:cNvSpPr/>
              <p:nvPr/>
            </p:nvSpPr>
            <p:spPr bwMode="auto">
              <a:xfrm>
                <a:off x="3515" y="15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0" name="Freeform 133"/>
              <p:cNvSpPr/>
              <p:nvPr/>
            </p:nvSpPr>
            <p:spPr bwMode="auto">
              <a:xfrm>
                <a:off x="3470" y="140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1" name="Freeform 134"/>
              <p:cNvSpPr/>
              <p:nvPr/>
            </p:nvSpPr>
            <p:spPr bwMode="auto">
              <a:xfrm>
                <a:off x="3462" y="140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2" name="Freeform 135"/>
              <p:cNvSpPr/>
              <p:nvPr/>
            </p:nvSpPr>
            <p:spPr bwMode="auto">
              <a:xfrm>
                <a:off x="3909" y="1416"/>
                <a:ext cx="11" cy="2"/>
              </a:xfrm>
              <a:custGeom>
                <a:avLst/>
                <a:gdLst>
                  <a:gd name="T0" fmla="*/ 1 w 5"/>
                  <a:gd name="T1" fmla="*/ 1 h 1"/>
                  <a:gd name="T2" fmla="*/ 0 w 5"/>
                  <a:gd name="T3" fmla="*/ 1 h 1"/>
                  <a:gd name="T4" fmla="*/ 2 w 5"/>
                  <a:gd name="T5" fmla="*/ 1 h 1"/>
                  <a:gd name="T6" fmla="*/ 3 w 5"/>
                  <a:gd name="T7" fmla="*/ 1 h 1"/>
                  <a:gd name="T8" fmla="*/ 5 w 5"/>
                  <a:gd name="T9" fmla="*/ 0 h 1"/>
                  <a:gd name="T10" fmla="*/ 1 w 5"/>
                  <a:gd name="T11" fmla="*/ 1 h 1"/>
                </a:gdLst>
                <a:ahLst/>
                <a:cxnLst>
                  <a:cxn ang="0">
                    <a:pos x="T0" y="T1"/>
                  </a:cxn>
                  <a:cxn ang="0">
                    <a:pos x="T2" y="T3"/>
                  </a:cxn>
                  <a:cxn ang="0">
                    <a:pos x="T4" y="T5"/>
                  </a:cxn>
                  <a:cxn ang="0">
                    <a:pos x="T6" y="T7"/>
                  </a:cxn>
                  <a:cxn ang="0">
                    <a:pos x="T8" y="T9"/>
                  </a:cxn>
                  <a:cxn ang="0">
                    <a:pos x="T10" y="T11"/>
                  </a:cxn>
                </a:cxnLst>
                <a:rect l="0" t="0" r="r" b="b"/>
                <a:pathLst>
                  <a:path w="5" h="1">
                    <a:moveTo>
                      <a:pt x="1" y="1"/>
                    </a:moveTo>
                    <a:cubicBezTo>
                      <a:pt x="1" y="1"/>
                      <a:pt x="1" y="1"/>
                      <a:pt x="0" y="1"/>
                    </a:cubicBezTo>
                    <a:cubicBezTo>
                      <a:pt x="1" y="1"/>
                      <a:pt x="2" y="1"/>
                      <a:pt x="2" y="1"/>
                    </a:cubicBezTo>
                    <a:cubicBezTo>
                      <a:pt x="3" y="1"/>
                      <a:pt x="4" y="1"/>
                      <a:pt x="3" y="1"/>
                    </a:cubicBezTo>
                    <a:cubicBezTo>
                      <a:pt x="4" y="0"/>
                      <a:pt x="5" y="0"/>
                      <a:pt x="5" y="0"/>
                    </a:cubicBezTo>
                    <a:cubicBezTo>
                      <a:pt x="4" y="0"/>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3" name="Freeform 136"/>
              <p:cNvSpPr/>
              <p:nvPr/>
            </p:nvSpPr>
            <p:spPr bwMode="auto">
              <a:xfrm>
                <a:off x="4491" y="1382"/>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4" name="Freeform 137"/>
              <p:cNvSpPr/>
              <p:nvPr/>
            </p:nvSpPr>
            <p:spPr bwMode="auto">
              <a:xfrm>
                <a:off x="4368" y="1484"/>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5" name="Freeform 138"/>
              <p:cNvSpPr/>
              <p:nvPr/>
            </p:nvSpPr>
            <p:spPr bwMode="auto">
              <a:xfrm>
                <a:off x="4504" y="1378"/>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6" name="Freeform 139"/>
              <p:cNvSpPr/>
              <p:nvPr/>
            </p:nvSpPr>
            <p:spPr bwMode="auto">
              <a:xfrm>
                <a:off x="4506" y="138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7" name="Freeform 140"/>
              <p:cNvSpPr/>
              <p:nvPr/>
            </p:nvSpPr>
            <p:spPr bwMode="auto">
              <a:xfrm>
                <a:off x="4368" y="14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8" name="Freeform 141"/>
              <p:cNvSpPr/>
              <p:nvPr/>
            </p:nvSpPr>
            <p:spPr bwMode="auto">
              <a:xfrm>
                <a:off x="4364" y="1484"/>
                <a:ext cx="2" cy="4"/>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0"/>
                      <a:pt x="0" y="0"/>
                    </a:cubicBezTo>
                    <a:cubicBezTo>
                      <a:pt x="0" y="0"/>
                      <a:pt x="1"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9" name="Freeform 142"/>
              <p:cNvSpPr/>
              <p:nvPr/>
            </p:nvSpPr>
            <p:spPr bwMode="auto">
              <a:xfrm>
                <a:off x="4368" y="1492"/>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0" name="Freeform 143"/>
              <p:cNvSpPr/>
              <p:nvPr/>
            </p:nvSpPr>
            <p:spPr bwMode="auto">
              <a:xfrm>
                <a:off x="4487" y="1388"/>
                <a:ext cx="2"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1"/>
                      <a:pt x="0" y="1"/>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1" name="Freeform 144"/>
              <p:cNvSpPr/>
              <p:nvPr/>
            </p:nvSpPr>
            <p:spPr bwMode="auto">
              <a:xfrm>
                <a:off x="4514" y="1382"/>
                <a:ext cx="2" cy="4"/>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0" y="0"/>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2" name="Freeform 145"/>
              <p:cNvSpPr/>
              <p:nvPr/>
            </p:nvSpPr>
            <p:spPr bwMode="auto">
              <a:xfrm>
                <a:off x="4548" y="1397"/>
                <a:ext cx="2" cy="6"/>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3" name="Freeform 146"/>
              <p:cNvSpPr/>
              <p:nvPr/>
            </p:nvSpPr>
            <p:spPr bwMode="auto">
              <a:xfrm>
                <a:off x="4550" y="1399"/>
                <a:ext cx="3" cy="4"/>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2"/>
                      <a:pt x="1" y="1"/>
                    </a:cubicBezTo>
                    <a:cubicBezTo>
                      <a:pt x="0" y="0"/>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4" name="Freeform 147"/>
              <p:cNvSpPr/>
              <p:nvPr/>
            </p:nvSpPr>
            <p:spPr bwMode="auto">
              <a:xfrm>
                <a:off x="4521" y="1382"/>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5" name="Freeform 148"/>
              <p:cNvSpPr/>
              <p:nvPr/>
            </p:nvSpPr>
            <p:spPr bwMode="auto">
              <a:xfrm>
                <a:off x="4516" y="1378"/>
                <a:ext cx="5" cy="8"/>
              </a:xfrm>
              <a:custGeom>
                <a:avLst/>
                <a:gdLst>
                  <a:gd name="T0" fmla="*/ 2 w 2"/>
                  <a:gd name="T1" fmla="*/ 4 h 4"/>
                  <a:gd name="T2" fmla="*/ 1 w 2"/>
                  <a:gd name="T3" fmla="*/ 2 h 4"/>
                  <a:gd name="T4" fmla="*/ 0 w 2"/>
                  <a:gd name="T5" fmla="*/ 2 h 4"/>
                  <a:gd name="T6" fmla="*/ 0 w 2"/>
                  <a:gd name="T7" fmla="*/ 0 h 4"/>
                  <a:gd name="T8" fmla="*/ 2 w 2"/>
                  <a:gd name="T9" fmla="*/ 4 h 4"/>
                  <a:gd name="T10" fmla="*/ 2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2" y="4"/>
                    </a:moveTo>
                    <a:cubicBezTo>
                      <a:pt x="2" y="3"/>
                      <a:pt x="1" y="3"/>
                      <a:pt x="1" y="2"/>
                    </a:cubicBezTo>
                    <a:cubicBezTo>
                      <a:pt x="1" y="2"/>
                      <a:pt x="0" y="1"/>
                      <a:pt x="0" y="2"/>
                    </a:cubicBezTo>
                    <a:cubicBezTo>
                      <a:pt x="0" y="1"/>
                      <a:pt x="0" y="0"/>
                      <a:pt x="0" y="0"/>
                    </a:cubicBezTo>
                    <a:cubicBezTo>
                      <a:pt x="0" y="1"/>
                      <a:pt x="1" y="3"/>
                      <a:pt x="2" y="4"/>
                    </a:cubicBezTo>
                    <a:cubicBezTo>
                      <a:pt x="2" y="4"/>
                      <a:pt x="2" y="4"/>
                      <a:pt x="2" y="4"/>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6" name="Freeform 149"/>
              <p:cNvSpPr/>
              <p:nvPr/>
            </p:nvSpPr>
            <p:spPr bwMode="auto">
              <a:xfrm>
                <a:off x="4519" y="1380"/>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7" name="Freeform 150"/>
              <p:cNvSpPr/>
              <p:nvPr/>
            </p:nvSpPr>
            <p:spPr bwMode="auto">
              <a:xfrm>
                <a:off x="3876" y="13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8" name="Freeform 151"/>
              <p:cNvSpPr/>
              <p:nvPr/>
            </p:nvSpPr>
            <p:spPr bwMode="auto">
              <a:xfrm>
                <a:off x="4465" y="1920"/>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9" name="Freeform 152"/>
              <p:cNvSpPr/>
              <p:nvPr/>
            </p:nvSpPr>
            <p:spPr bwMode="auto">
              <a:xfrm>
                <a:off x="4468" y="1918"/>
                <a:ext cx="6"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0" name="Freeform 153"/>
              <p:cNvSpPr/>
              <p:nvPr/>
            </p:nvSpPr>
            <p:spPr bwMode="auto">
              <a:xfrm>
                <a:off x="3912" y="1286"/>
                <a:ext cx="4" cy="2"/>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2" y="1"/>
                      <a:pt x="0" y="1"/>
                      <a:pt x="1" y="1"/>
                    </a:cubicBezTo>
                    <a:cubicBezTo>
                      <a:pt x="1" y="0"/>
                      <a:pt x="2"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1" name="Freeform 154"/>
              <p:cNvSpPr/>
              <p:nvPr/>
            </p:nvSpPr>
            <p:spPr bwMode="auto">
              <a:xfrm>
                <a:off x="3876" y="132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2" name="Rectangle 155"/>
              <p:cNvSpPr>
                <a:spLocks noChangeArrowheads="1"/>
              </p:cNvSpPr>
              <p:nvPr/>
            </p:nvSpPr>
            <p:spPr bwMode="auto">
              <a:xfrm>
                <a:off x="4402" y="1454"/>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3" name="Freeform 156"/>
              <p:cNvSpPr/>
              <p:nvPr/>
            </p:nvSpPr>
            <p:spPr bwMode="auto">
              <a:xfrm>
                <a:off x="4546" y="140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4" name="Freeform 157"/>
              <p:cNvSpPr/>
              <p:nvPr/>
            </p:nvSpPr>
            <p:spPr bwMode="auto">
              <a:xfrm>
                <a:off x="3914" y="12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5" name="Freeform 158"/>
              <p:cNvSpPr/>
              <p:nvPr/>
            </p:nvSpPr>
            <p:spPr bwMode="auto">
              <a:xfrm>
                <a:off x="4423" y="14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6" name="Freeform 159"/>
              <p:cNvSpPr/>
              <p:nvPr/>
            </p:nvSpPr>
            <p:spPr bwMode="auto">
              <a:xfrm>
                <a:off x="4465" y="1456"/>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7" name="Freeform 160"/>
              <p:cNvSpPr/>
              <p:nvPr/>
            </p:nvSpPr>
            <p:spPr bwMode="auto">
              <a:xfrm>
                <a:off x="4355" y="1509"/>
                <a:ext cx="4" cy="4"/>
              </a:xfrm>
              <a:custGeom>
                <a:avLst/>
                <a:gdLst>
                  <a:gd name="T0" fmla="*/ 0 w 4"/>
                  <a:gd name="T1" fmla="*/ 0 h 4"/>
                  <a:gd name="T2" fmla="*/ 0 w 4"/>
                  <a:gd name="T3" fmla="*/ 2 h 4"/>
                  <a:gd name="T4" fmla="*/ 4 w 4"/>
                  <a:gd name="T5" fmla="*/ 4 h 4"/>
                  <a:gd name="T6" fmla="*/ 0 w 4"/>
                  <a:gd name="T7" fmla="*/ 0 h 4"/>
                </a:gdLst>
                <a:ahLst/>
                <a:cxnLst>
                  <a:cxn ang="0">
                    <a:pos x="T0" y="T1"/>
                  </a:cxn>
                  <a:cxn ang="0">
                    <a:pos x="T2" y="T3"/>
                  </a:cxn>
                  <a:cxn ang="0">
                    <a:pos x="T4" y="T5"/>
                  </a:cxn>
                  <a:cxn ang="0">
                    <a:pos x="T6" y="T7"/>
                  </a:cxn>
                </a:cxnLst>
                <a:rect l="0" t="0" r="r" b="b"/>
                <a:pathLst>
                  <a:path w="4" h="4">
                    <a:moveTo>
                      <a:pt x="0" y="0"/>
                    </a:moveTo>
                    <a:lnTo>
                      <a:pt x="0" y="2"/>
                    </a:lnTo>
                    <a:lnTo>
                      <a:pt x="4"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8" name="Freeform 161"/>
              <p:cNvSpPr/>
              <p:nvPr/>
            </p:nvSpPr>
            <p:spPr bwMode="auto">
              <a:xfrm>
                <a:off x="4383" y="14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9" name="Freeform 162"/>
              <p:cNvSpPr/>
              <p:nvPr/>
            </p:nvSpPr>
            <p:spPr bwMode="auto">
              <a:xfrm>
                <a:off x="4287" y="1378"/>
                <a:ext cx="261" cy="237"/>
              </a:xfrm>
              <a:custGeom>
                <a:avLst/>
                <a:gdLst>
                  <a:gd name="T0" fmla="*/ 27 w 123"/>
                  <a:gd name="T1" fmla="*/ 92 h 112"/>
                  <a:gd name="T2" fmla="*/ 33 w 123"/>
                  <a:gd name="T3" fmla="*/ 85 h 112"/>
                  <a:gd name="T4" fmla="*/ 52 w 123"/>
                  <a:gd name="T5" fmla="*/ 57 h 112"/>
                  <a:gd name="T6" fmla="*/ 61 w 123"/>
                  <a:gd name="T7" fmla="*/ 52 h 112"/>
                  <a:gd name="T8" fmla="*/ 69 w 123"/>
                  <a:gd name="T9" fmla="*/ 49 h 112"/>
                  <a:gd name="T10" fmla="*/ 81 w 123"/>
                  <a:gd name="T11" fmla="*/ 39 h 112"/>
                  <a:gd name="T12" fmla="*/ 89 w 123"/>
                  <a:gd name="T13" fmla="*/ 34 h 112"/>
                  <a:gd name="T14" fmla="*/ 100 w 123"/>
                  <a:gd name="T15" fmla="*/ 25 h 112"/>
                  <a:gd name="T16" fmla="*/ 105 w 123"/>
                  <a:gd name="T17" fmla="*/ 17 h 112"/>
                  <a:gd name="T18" fmla="*/ 115 w 123"/>
                  <a:gd name="T19" fmla="*/ 15 h 112"/>
                  <a:gd name="T20" fmla="*/ 119 w 123"/>
                  <a:gd name="T21" fmla="*/ 14 h 112"/>
                  <a:gd name="T22" fmla="*/ 121 w 123"/>
                  <a:gd name="T23" fmla="*/ 8 h 112"/>
                  <a:gd name="T24" fmla="*/ 122 w 123"/>
                  <a:gd name="T25" fmla="*/ 7 h 112"/>
                  <a:gd name="T26" fmla="*/ 118 w 123"/>
                  <a:gd name="T27" fmla="*/ 7 h 112"/>
                  <a:gd name="T28" fmla="*/ 113 w 123"/>
                  <a:gd name="T29" fmla="*/ 5 h 112"/>
                  <a:gd name="T30" fmla="*/ 107 w 123"/>
                  <a:gd name="T31" fmla="*/ 4 h 112"/>
                  <a:gd name="T32" fmla="*/ 106 w 123"/>
                  <a:gd name="T33" fmla="*/ 3 h 112"/>
                  <a:gd name="T34" fmla="*/ 102 w 123"/>
                  <a:gd name="T35" fmla="*/ 4 h 112"/>
                  <a:gd name="T36" fmla="*/ 101 w 123"/>
                  <a:gd name="T37" fmla="*/ 4 h 112"/>
                  <a:gd name="T38" fmla="*/ 99 w 123"/>
                  <a:gd name="T39" fmla="*/ 2 h 112"/>
                  <a:gd name="T40" fmla="*/ 98 w 123"/>
                  <a:gd name="T41" fmla="*/ 9 h 112"/>
                  <a:gd name="T42" fmla="*/ 96 w 123"/>
                  <a:gd name="T43" fmla="*/ 8 h 112"/>
                  <a:gd name="T44" fmla="*/ 93 w 123"/>
                  <a:gd name="T45" fmla="*/ 7 h 112"/>
                  <a:gd name="T46" fmla="*/ 91 w 123"/>
                  <a:gd name="T47" fmla="*/ 7 h 112"/>
                  <a:gd name="T48" fmla="*/ 89 w 123"/>
                  <a:gd name="T49" fmla="*/ 10 h 112"/>
                  <a:gd name="T50" fmla="*/ 87 w 123"/>
                  <a:gd name="T51" fmla="*/ 10 h 112"/>
                  <a:gd name="T52" fmla="*/ 89 w 123"/>
                  <a:gd name="T53" fmla="*/ 18 h 112"/>
                  <a:gd name="T54" fmla="*/ 85 w 123"/>
                  <a:gd name="T55" fmla="*/ 12 h 112"/>
                  <a:gd name="T56" fmla="*/ 78 w 123"/>
                  <a:gd name="T57" fmla="*/ 16 h 112"/>
                  <a:gd name="T58" fmla="*/ 75 w 123"/>
                  <a:gd name="T59" fmla="*/ 18 h 112"/>
                  <a:gd name="T60" fmla="*/ 75 w 123"/>
                  <a:gd name="T61" fmla="*/ 24 h 112"/>
                  <a:gd name="T62" fmla="*/ 67 w 123"/>
                  <a:gd name="T63" fmla="*/ 25 h 112"/>
                  <a:gd name="T64" fmla="*/ 65 w 123"/>
                  <a:gd name="T65" fmla="*/ 29 h 112"/>
                  <a:gd name="T66" fmla="*/ 64 w 123"/>
                  <a:gd name="T67" fmla="*/ 29 h 112"/>
                  <a:gd name="T68" fmla="*/ 64 w 123"/>
                  <a:gd name="T69" fmla="*/ 32 h 112"/>
                  <a:gd name="T70" fmla="*/ 60 w 123"/>
                  <a:gd name="T71" fmla="*/ 30 h 112"/>
                  <a:gd name="T72" fmla="*/ 59 w 123"/>
                  <a:gd name="T73" fmla="*/ 34 h 112"/>
                  <a:gd name="T74" fmla="*/ 55 w 123"/>
                  <a:gd name="T75" fmla="*/ 39 h 112"/>
                  <a:gd name="T76" fmla="*/ 50 w 123"/>
                  <a:gd name="T77" fmla="*/ 39 h 112"/>
                  <a:gd name="T78" fmla="*/ 47 w 123"/>
                  <a:gd name="T79" fmla="*/ 43 h 112"/>
                  <a:gd name="T80" fmla="*/ 45 w 123"/>
                  <a:gd name="T81" fmla="*/ 45 h 112"/>
                  <a:gd name="T82" fmla="*/ 44 w 123"/>
                  <a:gd name="T83" fmla="*/ 45 h 112"/>
                  <a:gd name="T84" fmla="*/ 42 w 123"/>
                  <a:gd name="T85" fmla="*/ 48 h 112"/>
                  <a:gd name="T86" fmla="*/ 39 w 123"/>
                  <a:gd name="T87" fmla="*/ 54 h 112"/>
                  <a:gd name="T88" fmla="*/ 38 w 123"/>
                  <a:gd name="T89" fmla="*/ 56 h 112"/>
                  <a:gd name="T90" fmla="*/ 38 w 123"/>
                  <a:gd name="T91" fmla="*/ 63 h 112"/>
                  <a:gd name="T92" fmla="*/ 34 w 123"/>
                  <a:gd name="T93" fmla="*/ 65 h 112"/>
                  <a:gd name="T94" fmla="*/ 30 w 123"/>
                  <a:gd name="T95" fmla="*/ 69 h 112"/>
                  <a:gd name="T96" fmla="*/ 27 w 123"/>
                  <a:gd name="T97" fmla="*/ 71 h 112"/>
                  <a:gd name="T98" fmla="*/ 19 w 123"/>
                  <a:gd name="T99" fmla="*/ 78 h 112"/>
                  <a:gd name="T100" fmla="*/ 17 w 123"/>
                  <a:gd name="T101" fmla="*/ 80 h 112"/>
                  <a:gd name="T102" fmla="*/ 13 w 123"/>
                  <a:gd name="T103" fmla="*/ 88 h 112"/>
                  <a:gd name="T104" fmla="*/ 12 w 123"/>
                  <a:gd name="T105" fmla="*/ 9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12">
                    <a:moveTo>
                      <a:pt x="9" y="112"/>
                    </a:moveTo>
                    <a:cubicBezTo>
                      <a:pt x="9" y="108"/>
                      <a:pt x="13" y="106"/>
                      <a:pt x="17" y="105"/>
                    </a:cubicBezTo>
                    <a:cubicBezTo>
                      <a:pt x="17" y="104"/>
                      <a:pt x="17" y="102"/>
                      <a:pt x="18" y="102"/>
                    </a:cubicBezTo>
                    <a:cubicBezTo>
                      <a:pt x="20" y="98"/>
                      <a:pt x="27" y="98"/>
                      <a:pt x="28" y="93"/>
                    </a:cubicBezTo>
                    <a:cubicBezTo>
                      <a:pt x="27" y="93"/>
                      <a:pt x="27" y="92"/>
                      <a:pt x="26" y="91"/>
                    </a:cubicBezTo>
                    <a:cubicBezTo>
                      <a:pt x="27" y="92"/>
                      <a:pt x="27" y="92"/>
                      <a:pt x="27" y="92"/>
                    </a:cubicBezTo>
                    <a:cubicBezTo>
                      <a:pt x="26" y="91"/>
                      <a:pt x="26" y="91"/>
                      <a:pt x="26" y="91"/>
                    </a:cubicBezTo>
                    <a:cubicBezTo>
                      <a:pt x="26" y="90"/>
                      <a:pt x="28" y="92"/>
                      <a:pt x="28" y="92"/>
                    </a:cubicBezTo>
                    <a:cubicBezTo>
                      <a:pt x="29" y="91"/>
                      <a:pt x="29" y="89"/>
                      <a:pt x="31" y="88"/>
                    </a:cubicBezTo>
                    <a:cubicBezTo>
                      <a:pt x="29" y="86"/>
                      <a:pt x="31" y="87"/>
                      <a:pt x="29" y="85"/>
                    </a:cubicBezTo>
                    <a:cubicBezTo>
                      <a:pt x="30" y="86"/>
                      <a:pt x="30" y="86"/>
                      <a:pt x="30" y="86"/>
                    </a:cubicBezTo>
                    <a:cubicBezTo>
                      <a:pt x="30" y="84"/>
                      <a:pt x="30" y="84"/>
                      <a:pt x="33" y="85"/>
                    </a:cubicBezTo>
                    <a:cubicBezTo>
                      <a:pt x="38" y="83"/>
                      <a:pt x="40" y="79"/>
                      <a:pt x="43" y="76"/>
                    </a:cubicBezTo>
                    <a:cubicBezTo>
                      <a:pt x="46" y="72"/>
                      <a:pt x="48" y="68"/>
                      <a:pt x="52" y="64"/>
                    </a:cubicBezTo>
                    <a:cubicBezTo>
                      <a:pt x="50" y="61"/>
                      <a:pt x="52" y="61"/>
                      <a:pt x="50" y="59"/>
                    </a:cubicBezTo>
                    <a:cubicBezTo>
                      <a:pt x="51" y="59"/>
                      <a:pt x="51" y="59"/>
                      <a:pt x="51" y="59"/>
                    </a:cubicBezTo>
                    <a:cubicBezTo>
                      <a:pt x="51" y="58"/>
                      <a:pt x="52" y="59"/>
                      <a:pt x="54" y="59"/>
                    </a:cubicBezTo>
                    <a:cubicBezTo>
                      <a:pt x="53" y="58"/>
                      <a:pt x="54" y="59"/>
                      <a:pt x="52" y="57"/>
                    </a:cubicBezTo>
                    <a:cubicBezTo>
                      <a:pt x="51" y="56"/>
                      <a:pt x="55" y="59"/>
                      <a:pt x="54" y="58"/>
                    </a:cubicBezTo>
                    <a:cubicBezTo>
                      <a:pt x="55" y="59"/>
                      <a:pt x="53" y="57"/>
                      <a:pt x="54" y="58"/>
                    </a:cubicBezTo>
                    <a:cubicBezTo>
                      <a:pt x="53" y="55"/>
                      <a:pt x="55" y="59"/>
                      <a:pt x="57" y="59"/>
                    </a:cubicBezTo>
                    <a:cubicBezTo>
                      <a:pt x="58" y="57"/>
                      <a:pt x="58" y="54"/>
                      <a:pt x="61" y="54"/>
                    </a:cubicBezTo>
                    <a:cubicBezTo>
                      <a:pt x="61" y="54"/>
                      <a:pt x="60" y="52"/>
                      <a:pt x="60" y="52"/>
                    </a:cubicBezTo>
                    <a:cubicBezTo>
                      <a:pt x="62" y="55"/>
                      <a:pt x="60" y="51"/>
                      <a:pt x="61" y="52"/>
                    </a:cubicBezTo>
                    <a:cubicBezTo>
                      <a:pt x="62" y="53"/>
                      <a:pt x="62" y="53"/>
                      <a:pt x="62" y="53"/>
                    </a:cubicBezTo>
                    <a:cubicBezTo>
                      <a:pt x="63" y="54"/>
                      <a:pt x="63" y="51"/>
                      <a:pt x="64" y="52"/>
                    </a:cubicBezTo>
                    <a:cubicBezTo>
                      <a:pt x="64" y="50"/>
                      <a:pt x="67" y="52"/>
                      <a:pt x="66" y="50"/>
                    </a:cubicBezTo>
                    <a:cubicBezTo>
                      <a:pt x="67" y="52"/>
                      <a:pt x="67" y="51"/>
                      <a:pt x="68" y="51"/>
                    </a:cubicBezTo>
                    <a:cubicBezTo>
                      <a:pt x="66" y="48"/>
                      <a:pt x="70" y="51"/>
                      <a:pt x="69" y="49"/>
                    </a:cubicBezTo>
                    <a:cubicBezTo>
                      <a:pt x="69" y="49"/>
                      <a:pt x="69" y="49"/>
                      <a:pt x="69" y="49"/>
                    </a:cubicBezTo>
                    <a:cubicBezTo>
                      <a:pt x="71" y="48"/>
                      <a:pt x="73" y="47"/>
                      <a:pt x="74" y="44"/>
                    </a:cubicBezTo>
                    <a:cubicBezTo>
                      <a:pt x="75" y="43"/>
                      <a:pt x="78" y="45"/>
                      <a:pt x="79" y="42"/>
                    </a:cubicBezTo>
                    <a:cubicBezTo>
                      <a:pt x="78" y="41"/>
                      <a:pt x="78" y="41"/>
                      <a:pt x="78" y="41"/>
                    </a:cubicBezTo>
                    <a:cubicBezTo>
                      <a:pt x="78" y="41"/>
                      <a:pt x="79" y="42"/>
                      <a:pt x="79" y="42"/>
                    </a:cubicBezTo>
                    <a:cubicBezTo>
                      <a:pt x="79" y="40"/>
                      <a:pt x="81" y="41"/>
                      <a:pt x="81" y="41"/>
                    </a:cubicBezTo>
                    <a:cubicBezTo>
                      <a:pt x="81" y="40"/>
                      <a:pt x="81" y="40"/>
                      <a:pt x="81" y="39"/>
                    </a:cubicBezTo>
                    <a:cubicBezTo>
                      <a:pt x="83" y="41"/>
                      <a:pt x="82" y="37"/>
                      <a:pt x="84" y="38"/>
                    </a:cubicBezTo>
                    <a:cubicBezTo>
                      <a:pt x="82" y="36"/>
                      <a:pt x="84" y="37"/>
                      <a:pt x="84" y="36"/>
                    </a:cubicBezTo>
                    <a:cubicBezTo>
                      <a:pt x="84" y="36"/>
                      <a:pt x="84" y="36"/>
                      <a:pt x="85" y="37"/>
                    </a:cubicBezTo>
                    <a:cubicBezTo>
                      <a:pt x="85" y="36"/>
                      <a:pt x="85" y="36"/>
                      <a:pt x="87" y="36"/>
                    </a:cubicBezTo>
                    <a:cubicBezTo>
                      <a:pt x="87" y="36"/>
                      <a:pt x="86" y="34"/>
                      <a:pt x="87" y="34"/>
                    </a:cubicBezTo>
                    <a:cubicBezTo>
                      <a:pt x="88" y="36"/>
                      <a:pt x="88" y="34"/>
                      <a:pt x="89" y="34"/>
                    </a:cubicBezTo>
                    <a:cubicBezTo>
                      <a:pt x="87" y="32"/>
                      <a:pt x="87" y="31"/>
                      <a:pt x="88" y="31"/>
                    </a:cubicBezTo>
                    <a:cubicBezTo>
                      <a:pt x="89" y="34"/>
                      <a:pt x="89" y="34"/>
                      <a:pt x="89" y="34"/>
                    </a:cubicBezTo>
                    <a:cubicBezTo>
                      <a:pt x="90" y="31"/>
                      <a:pt x="93" y="33"/>
                      <a:pt x="93" y="29"/>
                    </a:cubicBezTo>
                    <a:cubicBezTo>
                      <a:pt x="94" y="30"/>
                      <a:pt x="94" y="30"/>
                      <a:pt x="94" y="30"/>
                    </a:cubicBezTo>
                    <a:cubicBezTo>
                      <a:pt x="95" y="28"/>
                      <a:pt x="98" y="29"/>
                      <a:pt x="98" y="25"/>
                    </a:cubicBezTo>
                    <a:cubicBezTo>
                      <a:pt x="99" y="25"/>
                      <a:pt x="100" y="26"/>
                      <a:pt x="100" y="25"/>
                    </a:cubicBezTo>
                    <a:cubicBezTo>
                      <a:pt x="100" y="24"/>
                      <a:pt x="101" y="24"/>
                      <a:pt x="100" y="22"/>
                    </a:cubicBezTo>
                    <a:cubicBezTo>
                      <a:pt x="100" y="21"/>
                      <a:pt x="101" y="22"/>
                      <a:pt x="101" y="23"/>
                    </a:cubicBezTo>
                    <a:cubicBezTo>
                      <a:pt x="102" y="23"/>
                      <a:pt x="104" y="25"/>
                      <a:pt x="103" y="22"/>
                    </a:cubicBezTo>
                    <a:cubicBezTo>
                      <a:pt x="104" y="23"/>
                      <a:pt x="104" y="23"/>
                      <a:pt x="104" y="23"/>
                    </a:cubicBezTo>
                    <a:cubicBezTo>
                      <a:pt x="104" y="22"/>
                      <a:pt x="104" y="20"/>
                      <a:pt x="106" y="21"/>
                    </a:cubicBezTo>
                    <a:cubicBezTo>
                      <a:pt x="105" y="19"/>
                      <a:pt x="106" y="19"/>
                      <a:pt x="105" y="17"/>
                    </a:cubicBezTo>
                    <a:cubicBezTo>
                      <a:pt x="105" y="17"/>
                      <a:pt x="106" y="19"/>
                      <a:pt x="106" y="18"/>
                    </a:cubicBezTo>
                    <a:cubicBezTo>
                      <a:pt x="106" y="20"/>
                      <a:pt x="106" y="20"/>
                      <a:pt x="106" y="20"/>
                    </a:cubicBezTo>
                    <a:cubicBezTo>
                      <a:pt x="108" y="20"/>
                      <a:pt x="109" y="18"/>
                      <a:pt x="110" y="16"/>
                    </a:cubicBezTo>
                    <a:cubicBezTo>
                      <a:pt x="112" y="19"/>
                      <a:pt x="112" y="16"/>
                      <a:pt x="113" y="17"/>
                    </a:cubicBezTo>
                    <a:cubicBezTo>
                      <a:pt x="113" y="15"/>
                      <a:pt x="115" y="17"/>
                      <a:pt x="114" y="14"/>
                    </a:cubicBezTo>
                    <a:cubicBezTo>
                      <a:pt x="115" y="15"/>
                      <a:pt x="115" y="15"/>
                      <a:pt x="115" y="15"/>
                    </a:cubicBezTo>
                    <a:cubicBezTo>
                      <a:pt x="115" y="15"/>
                      <a:pt x="116" y="15"/>
                      <a:pt x="117" y="15"/>
                    </a:cubicBezTo>
                    <a:cubicBezTo>
                      <a:pt x="118" y="16"/>
                      <a:pt x="118" y="14"/>
                      <a:pt x="118" y="13"/>
                    </a:cubicBezTo>
                    <a:cubicBezTo>
                      <a:pt x="118" y="14"/>
                      <a:pt x="118" y="14"/>
                      <a:pt x="118" y="14"/>
                    </a:cubicBezTo>
                    <a:cubicBezTo>
                      <a:pt x="118" y="13"/>
                      <a:pt x="118" y="11"/>
                      <a:pt x="118" y="9"/>
                    </a:cubicBezTo>
                    <a:cubicBezTo>
                      <a:pt x="119" y="10"/>
                      <a:pt x="118" y="9"/>
                      <a:pt x="119" y="10"/>
                    </a:cubicBezTo>
                    <a:cubicBezTo>
                      <a:pt x="119" y="11"/>
                      <a:pt x="119" y="13"/>
                      <a:pt x="119" y="14"/>
                    </a:cubicBezTo>
                    <a:cubicBezTo>
                      <a:pt x="120" y="15"/>
                      <a:pt x="119" y="11"/>
                      <a:pt x="120" y="13"/>
                    </a:cubicBezTo>
                    <a:cubicBezTo>
                      <a:pt x="121" y="14"/>
                      <a:pt x="121" y="13"/>
                      <a:pt x="121" y="11"/>
                    </a:cubicBezTo>
                    <a:cubicBezTo>
                      <a:pt x="121" y="12"/>
                      <a:pt x="121" y="12"/>
                      <a:pt x="121" y="13"/>
                    </a:cubicBezTo>
                    <a:cubicBezTo>
                      <a:pt x="122" y="13"/>
                      <a:pt x="122" y="13"/>
                      <a:pt x="122" y="12"/>
                    </a:cubicBezTo>
                    <a:cubicBezTo>
                      <a:pt x="122" y="12"/>
                      <a:pt x="122" y="12"/>
                      <a:pt x="122" y="12"/>
                    </a:cubicBezTo>
                    <a:cubicBezTo>
                      <a:pt x="122" y="10"/>
                      <a:pt x="122" y="10"/>
                      <a:pt x="121" y="8"/>
                    </a:cubicBezTo>
                    <a:cubicBezTo>
                      <a:pt x="121" y="9"/>
                      <a:pt x="121" y="9"/>
                      <a:pt x="121" y="9"/>
                    </a:cubicBezTo>
                    <a:cubicBezTo>
                      <a:pt x="121" y="7"/>
                      <a:pt x="121" y="7"/>
                      <a:pt x="122" y="8"/>
                    </a:cubicBezTo>
                    <a:cubicBezTo>
                      <a:pt x="122" y="10"/>
                      <a:pt x="122" y="11"/>
                      <a:pt x="122" y="11"/>
                    </a:cubicBezTo>
                    <a:cubicBezTo>
                      <a:pt x="123" y="7"/>
                      <a:pt x="123" y="7"/>
                      <a:pt x="123" y="7"/>
                    </a:cubicBezTo>
                    <a:cubicBezTo>
                      <a:pt x="123" y="9"/>
                      <a:pt x="122" y="8"/>
                      <a:pt x="122" y="6"/>
                    </a:cubicBezTo>
                    <a:cubicBezTo>
                      <a:pt x="122" y="7"/>
                      <a:pt x="122" y="7"/>
                      <a:pt x="122" y="7"/>
                    </a:cubicBezTo>
                    <a:cubicBezTo>
                      <a:pt x="122" y="6"/>
                      <a:pt x="122" y="6"/>
                      <a:pt x="122" y="6"/>
                    </a:cubicBezTo>
                    <a:cubicBezTo>
                      <a:pt x="121" y="7"/>
                      <a:pt x="120" y="5"/>
                      <a:pt x="120" y="7"/>
                    </a:cubicBezTo>
                    <a:cubicBezTo>
                      <a:pt x="120" y="8"/>
                      <a:pt x="120" y="8"/>
                      <a:pt x="120" y="8"/>
                    </a:cubicBezTo>
                    <a:cubicBezTo>
                      <a:pt x="120" y="8"/>
                      <a:pt x="120" y="11"/>
                      <a:pt x="119" y="9"/>
                    </a:cubicBezTo>
                    <a:cubicBezTo>
                      <a:pt x="119" y="7"/>
                      <a:pt x="119" y="7"/>
                      <a:pt x="119" y="7"/>
                    </a:cubicBezTo>
                    <a:cubicBezTo>
                      <a:pt x="119" y="7"/>
                      <a:pt x="119" y="8"/>
                      <a:pt x="118" y="7"/>
                    </a:cubicBezTo>
                    <a:cubicBezTo>
                      <a:pt x="118" y="5"/>
                      <a:pt x="118" y="5"/>
                      <a:pt x="118" y="5"/>
                    </a:cubicBezTo>
                    <a:cubicBezTo>
                      <a:pt x="119" y="8"/>
                      <a:pt x="117" y="6"/>
                      <a:pt x="117" y="7"/>
                    </a:cubicBezTo>
                    <a:cubicBezTo>
                      <a:pt x="117" y="6"/>
                      <a:pt x="117" y="6"/>
                      <a:pt x="117" y="6"/>
                    </a:cubicBezTo>
                    <a:cubicBezTo>
                      <a:pt x="116" y="6"/>
                      <a:pt x="117" y="8"/>
                      <a:pt x="117" y="8"/>
                    </a:cubicBezTo>
                    <a:cubicBezTo>
                      <a:pt x="117" y="8"/>
                      <a:pt x="116" y="5"/>
                      <a:pt x="115" y="4"/>
                    </a:cubicBezTo>
                    <a:cubicBezTo>
                      <a:pt x="115" y="5"/>
                      <a:pt x="114" y="7"/>
                      <a:pt x="113" y="5"/>
                    </a:cubicBezTo>
                    <a:cubicBezTo>
                      <a:pt x="112" y="6"/>
                      <a:pt x="112" y="7"/>
                      <a:pt x="112" y="8"/>
                    </a:cubicBezTo>
                    <a:cubicBezTo>
                      <a:pt x="111" y="8"/>
                      <a:pt x="111" y="6"/>
                      <a:pt x="111" y="7"/>
                    </a:cubicBezTo>
                    <a:cubicBezTo>
                      <a:pt x="111" y="6"/>
                      <a:pt x="110" y="5"/>
                      <a:pt x="110" y="4"/>
                    </a:cubicBezTo>
                    <a:cubicBezTo>
                      <a:pt x="110" y="5"/>
                      <a:pt x="109" y="4"/>
                      <a:pt x="110" y="7"/>
                    </a:cubicBezTo>
                    <a:cubicBezTo>
                      <a:pt x="109" y="6"/>
                      <a:pt x="108" y="6"/>
                      <a:pt x="107" y="7"/>
                    </a:cubicBezTo>
                    <a:cubicBezTo>
                      <a:pt x="108" y="7"/>
                      <a:pt x="107" y="5"/>
                      <a:pt x="107" y="4"/>
                    </a:cubicBezTo>
                    <a:cubicBezTo>
                      <a:pt x="107" y="6"/>
                      <a:pt x="106" y="7"/>
                      <a:pt x="106" y="7"/>
                    </a:cubicBezTo>
                    <a:cubicBezTo>
                      <a:pt x="106" y="9"/>
                      <a:pt x="106" y="9"/>
                      <a:pt x="107" y="10"/>
                    </a:cubicBezTo>
                    <a:cubicBezTo>
                      <a:pt x="107" y="10"/>
                      <a:pt x="107" y="11"/>
                      <a:pt x="107" y="11"/>
                    </a:cubicBezTo>
                    <a:cubicBezTo>
                      <a:pt x="106" y="9"/>
                      <a:pt x="105" y="7"/>
                      <a:pt x="104" y="7"/>
                    </a:cubicBezTo>
                    <a:cubicBezTo>
                      <a:pt x="104" y="4"/>
                      <a:pt x="106" y="7"/>
                      <a:pt x="104" y="4"/>
                    </a:cubicBezTo>
                    <a:cubicBezTo>
                      <a:pt x="104" y="2"/>
                      <a:pt x="105" y="2"/>
                      <a:pt x="106" y="3"/>
                    </a:cubicBezTo>
                    <a:cubicBezTo>
                      <a:pt x="105" y="1"/>
                      <a:pt x="105" y="3"/>
                      <a:pt x="104" y="1"/>
                    </a:cubicBezTo>
                    <a:cubicBezTo>
                      <a:pt x="104" y="1"/>
                      <a:pt x="104" y="2"/>
                      <a:pt x="103" y="3"/>
                    </a:cubicBezTo>
                    <a:cubicBezTo>
                      <a:pt x="104" y="4"/>
                      <a:pt x="104" y="4"/>
                      <a:pt x="104" y="5"/>
                    </a:cubicBezTo>
                    <a:cubicBezTo>
                      <a:pt x="105" y="8"/>
                      <a:pt x="103" y="4"/>
                      <a:pt x="103" y="4"/>
                    </a:cubicBezTo>
                    <a:cubicBezTo>
                      <a:pt x="103" y="3"/>
                      <a:pt x="103" y="3"/>
                      <a:pt x="103" y="3"/>
                    </a:cubicBezTo>
                    <a:cubicBezTo>
                      <a:pt x="102" y="2"/>
                      <a:pt x="102" y="4"/>
                      <a:pt x="102" y="4"/>
                    </a:cubicBezTo>
                    <a:cubicBezTo>
                      <a:pt x="100" y="1"/>
                      <a:pt x="102" y="3"/>
                      <a:pt x="102" y="1"/>
                    </a:cubicBezTo>
                    <a:cubicBezTo>
                      <a:pt x="101" y="0"/>
                      <a:pt x="101" y="0"/>
                      <a:pt x="101" y="0"/>
                    </a:cubicBezTo>
                    <a:cubicBezTo>
                      <a:pt x="100" y="0"/>
                      <a:pt x="101" y="2"/>
                      <a:pt x="100" y="2"/>
                    </a:cubicBezTo>
                    <a:cubicBezTo>
                      <a:pt x="100" y="1"/>
                      <a:pt x="100" y="1"/>
                      <a:pt x="100" y="1"/>
                    </a:cubicBezTo>
                    <a:cubicBezTo>
                      <a:pt x="100" y="1"/>
                      <a:pt x="100" y="1"/>
                      <a:pt x="100" y="1"/>
                    </a:cubicBezTo>
                    <a:cubicBezTo>
                      <a:pt x="100" y="3"/>
                      <a:pt x="101" y="4"/>
                      <a:pt x="101" y="4"/>
                    </a:cubicBezTo>
                    <a:cubicBezTo>
                      <a:pt x="102" y="7"/>
                      <a:pt x="101" y="4"/>
                      <a:pt x="101" y="5"/>
                    </a:cubicBezTo>
                    <a:cubicBezTo>
                      <a:pt x="101" y="7"/>
                      <a:pt x="101" y="5"/>
                      <a:pt x="102" y="7"/>
                    </a:cubicBezTo>
                    <a:cubicBezTo>
                      <a:pt x="102" y="8"/>
                      <a:pt x="102" y="8"/>
                      <a:pt x="102" y="9"/>
                    </a:cubicBezTo>
                    <a:cubicBezTo>
                      <a:pt x="101" y="9"/>
                      <a:pt x="101" y="7"/>
                      <a:pt x="100" y="6"/>
                    </a:cubicBezTo>
                    <a:cubicBezTo>
                      <a:pt x="100" y="6"/>
                      <a:pt x="100" y="5"/>
                      <a:pt x="101" y="6"/>
                    </a:cubicBezTo>
                    <a:cubicBezTo>
                      <a:pt x="101" y="4"/>
                      <a:pt x="99" y="3"/>
                      <a:pt x="99" y="2"/>
                    </a:cubicBezTo>
                    <a:cubicBezTo>
                      <a:pt x="98" y="1"/>
                      <a:pt x="99" y="4"/>
                      <a:pt x="99" y="4"/>
                    </a:cubicBezTo>
                    <a:cubicBezTo>
                      <a:pt x="99" y="3"/>
                      <a:pt x="99" y="5"/>
                      <a:pt x="100" y="6"/>
                    </a:cubicBezTo>
                    <a:cubicBezTo>
                      <a:pt x="101" y="11"/>
                      <a:pt x="98" y="3"/>
                      <a:pt x="97" y="4"/>
                    </a:cubicBezTo>
                    <a:cubicBezTo>
                      <a:pt x="99" y="7"/>
                      <a:pt x="98" y="8"/>
                      <a:pt x="100" y="11"/>
                    </a:cubicBezTo>
                    <a:cubicBezTo>
                      <a:pt x="100" y="12"/>
                      <a:pt x="100" y="13"/>
                      <a:pt x="100" y="12"/>
                    </a:cubicBezTo>
                    <a:cubicBezTo>
                      <a:pt x="99" y="10"/>
                      <a:pt x="99" y="11"/>
                      <a:pt x="98" y="9"/>
                    </a:cubicBezTo>
                    <a:cubicBezTo>
                      <a:pt x="98" y="9"/>
                      <a:pt x="98" y="9"/>
                      <a:pt x="98" y="9"/>
                    </a:cubicBezTo>
                    <a:cubicBezTo>
                      <a:pt x="98" y="7"/>
                      <a:pt x="98" y="7"/>
                      <a:pt x="98" y="7"/>
                    </a:cubicBezTo>
                    <a:cubicBezTo>
                      <a:pt x="97" y="5"/>
                      <a:pt x="95" y="4"/>
                      <a:pt x="95" y="4"/>
                    </a:cubicBezTo>
                    <a:cubicBezTo>
                      <a:pt x="95" y="5"/>
                      <a:pt x="96" y="5"/>
                      <a:pt x="96" y="6"/>
                    </a:cubicBezTo>
                    <a:cubicBezTo>
                      <a:pt x="95" y="5"/>
                      <a:pt x="95" y="4"/>
                      <a:pt x="94" y="4"/>
                    </a:cubicBezTo>
                    <a:cubicBezTo>
                      <a:pt x="95" y="5"/>
                      <a:pt x="96" y="7"/>
                      <a:pt x="96" y="8"/>
                    </a:cubicBezTo>
                    <a:cubicBezTo>
                      <a:pt x="95" y="8"/>
                      <a:pt x="94" y="6"/>
                      <a:pt x="94" y="6"/>
                    </a:cubicBezTo>
                    <a:cubicBezTo>
                      <a:pt x="94" y="4"/>
                      <a:pt x="94" y="4"/>
                      <a:pt x="94" y="4"/>
                    </a:cubicBezTo>
                    <a:cubicBezTo>
                      <a:pt x="94" y="6"/>
                      <a:pt x="93" y="3"/>
                      <a:pt x="93" y="4"/>
                    </a:cubicBezTo>
                    <a:cubicBezTo>
                      <a:pt x="93" y="5"/>
                      <a:pt x="94" y="7"/>
                      <a:pt x="94" y="8"/>
                    </a:cubicBezTo>
                    <a:cubicBezTo>
                      <a:pt x="94" y="9"/>
                      <a:pt x="94" y="8"/>
                      <a:pt x="94" y="8"/>
                    </a:cubicBezTo>
                    <a:cubicBezTo>
                      <a:pt x="93" y="7"/>
                      <a:pt x="93" y="7"/>
                      <a:pt x="93" y="7"/>
                    </a:cubicBezTo>
                    <a:cubicBezTo>
                      <a:pt x="93" y="7"/>
                      <a:pt x="92" y="4"/>
                      <a:pt x="92" y="5"/>
                    </a:cubicBezTo>
                    <a:cubicBezTo>
                      <a:pt x="92" y="6"/>
                      <a:pt x="92" y="6"/>
                      <a:pt x="92" y="6"/>
                    </a:cubicBezTo>
                    <a:cubicBezTo>
                      <a:pt x="92" y="6"/>
                      <a:pt x="92" y="6"/>
                      <a:pt x="91" y="5"/>
                    </a:cubicBezTo>
                    <a:cubicBezTo>
                      <a:pt x="92" y="6"/>
                      <a:pt x="91" y="6"/>
                      <a:pt x="92" y="6"/>
                    </a:cubicBezTo>
                    <a:cubicBezTo>
                      <a:pt x="91" y="5"/>
                      <a:pt x="91" y="5"/>
                      <a:pt x="91" y="5"/>
                    </a:cubicBezTo>
                    <a:cubicBezTo>
                      <a:pt x="91" y="6"/>
                      <a:pt x="92" y="9"/>
                      <a:pt x="91" y="7"/>
                    </a:cubicBezTo>
                    <a:cubicBezTo>
                      <a:pt x="92" y="9"/>
                      <a:pt x="91" y="7"/>
                      <a:pt x="92" y="8"/>
                    </a:cubicBezTo>
                    <a:cubicBezTo>
                      <a:pt x="93" y="9"/>
                      <a:pt x="92" y="9"/>
                      <a:pt x="92" y="10"/>
                    </a:cubicBezTo>
                    <a:cubicBezTo>
                      <a:pt x="91" y="7"/>
                      <a:pt x="91" y="10"/>
                      <a:pt x="91" y="10"/>
                    </a:cubicBezTo>
                    <a:cubicBezTo>
                      <a:pt x="91" y="9"/>
                      <a:pt x="90" y="9"/>
                      <a:pt x="90" y="8"/>
                    </a:cubicBezTo>
                    <a:cubicBezTo>
                      <a:pt x="91" y="10"/>
                      <a:pt x="91" y="10"/>
                      <a:pt x="91" y="10"/>
                    </a:cubicBezTo>
                    <a:cubicBezTo>
                      <a:pt x="89" y="7"/>
                      <a:pt x="90" y="11"/>
                      <a:pt x="89" y="10"/>
                    </a:cubicBezTo>
                    <a:cubicBezTo>
                      <a:pt x="89" y="9"/>
                      <a:pt x="88" y="8"/>
                      <a:pt x="88" y="7"/>
                    </a:cubicBezTo>
                    <a:cubicBezTo>
                      <a:pt x="90" y="10"/>
                      <a:pt x="89" y="11"/>
                      <a:pt x="90" y="12"/>
                    </a:cubicBezTo>
                    <a:cubicBezTo>
                      <a:pt x="89" y="12"/>
                      <a:pt x="88" y="9"/>
                      <a:pt x="87" y="8"/>
                    </a:cubicBezTo>
                    <a:cubicBezTo>
                      <a:pt x="88" y="10"/>
                      <a:pt x="86" y="7"/>
                      <a:pt x="87" y="9"/>
                    </a:cubicBezTo>
                    <a:cubicBezTo>
                      <a:pt x="88" y="10"/>
                      <a:pt x="88" y="11"/>
                      <a:pt x="88" y="12"/>
                    </a:cubicBezTo>
                    <a:cubicBezTo>
                      <a:pt x="88" y="12"/>
                      <a:pt x="88" y="11"/>
                      <a:pt x="87" y="10"/>
                    </a:cubicBezTo>
                    <a:cubicBezTo>
                      <a:pt x="87" y="10"/>
                      <a:pt x="88" y="12"/>
                      <a:pt x="88" y="13"/>
                    </a:cubicBezTo>
                    <a:cubicBezTo>
                      <a:pt x="88" y="13"/>
                      <a:pt x="89" y="15"/>
                      <a:pt x="88" y="14"/>
                    </a:cubicBezTo>
                    <a:cubicBezTo>
                      <a:pt x="87" y="12"/>
                      <a:pt x="88" y="13"/>
                      <a:pt x="87" y="12"/>
                    </a:cubicBezTo>
                    <a:cubicBezTo>
                      <a:pt x="86" y="12"/>
                      <a:pt x="89" y="16"/>
                      <a:pt x="88" y="16"/>
                    </a:cubicBezTo>
                    <a:cubicBezTo>
                      <a:pt x="89" y="17"/>
                      <a:pt x="90" y="20"/>
                      <a:pt x="90" y="21"/>
                    </a:cubicBezTo>
                    <a:cubicBezTo>
                      <a:pt x="89" y="21"/>
                      <a:pt x="90" y="20"/>
                      <a:pt x="89" y="18"/>
                    </a:cubicBezTo>
                    <a:cubicBezTo>
                      <a:pt x="89" y="18"/>
                      <a:pt x="89" y="18"/>
                      <a:pt x="89" y="18"/>
                    </a:cubicBezTo>
                    <a:cubicBezTo>
                      <a:pt x="87" y="16"/>
                      <a:pt x="87" y="14"/>
                      <a:pt x="86" y="12"/>
                    </a:cubicBezTo>
                    <a:cubicBezTo>
                      <a:pt x="86" y="13"/>
                      <a:pt x="86" y="13"/>
                      <a:pt x="86" y="13"/>
                    </a:cubicBezTo>
                    <a:cubicBezTo>
                      <a:pt x="85" y="12"/>
                      <a:pt x="85" y="11"/>
                      <a:pt x="84" y="10"/>
                    </a:cubicBezTo>
                    <a:cubicBezTo>
                      <a:pt x="85" y="12"/>
                      <a:pt x="84" y="11"/>
                      <a:pt x="84" y="11"/>
                    </a:cubicBezTo>
                    <a:cubicBezTo>
                      <a:pt x="85" y="13"/>
                      <a:pt x="84" y="11"/>
                      <a:pt x="85" y="12"/>
                    </a:cubicBezTo>
                    <a:cubicBezTo>
                      <a:pt x="84" y="13"/>
                      <a:pt x="86" y="15"/>
                      <a:pt x="85" y="15"/>
                    </a:cubicBezTo>
                    <a:cubicBezTo>
                      <a:pt x="83" y="12"/>
                      <a:pt x="83" y="12"/>
                      <a:pt x="83" y="12"/>
                    </a:cubicBezTo>
                    <a:cubicBezTo>
                      <a:pt x="82" y="11"/>
                      <a:pt x="84" y="14"/>
                      <a:pt x="83" y="13"/>
                    </a:cubicBezTo>
                    <a:cubicBezTo>
                      <a:pt x="83" y="12"/>
                      <a:pt x="83" y="12"/>
                      <a:pt x="83" y="12"/>
                    </a:cubicBezTo>
                    <a:cubicBezTo>
                      <a:pt x="81" y="13"/>
                      <a:pt x="80" y="14"/>
                      <a:pt x="81" y="18"/>
                    </a:cubicBezTo>
                    <a:cubicBezTo>
                      <a:pt x="80" y="17"/>
                      <a:pt x="79" y="17"/>
                      <a:pt x="78" y="16"/>
                    </a:cubicBezTo>
                    <a:cubicBezTo>
                      <a:pt x="78" y="17"/>
                      <a:pt x="79" y="18"/>
                      <a:pt x="79" y="18"/>
                    </a:cubicBezTo>
                    <a:cubicBezTo>
                      <a:pt x="77" y="17"/>
                      <a:pt x="77" y="17"/>
                      <a:pt x="77" y="17"/>
                    </a:cubicBezTo>
                    <a:cubicBezTo>
                      <a:pt x="76" y="16"/>
                      <a:pt x="77" y="18"/>
                      <a:pt x="77" y="19"/>
                    </a:cubicBezTo>
                    <a:cubicBezTo>
                      <a:pt x="76" y="18"/>
                      <a:pt x="76" y="18"/>
                      <a:pt x="76" y="18"/>
                    </a:cubicBezTo>
                    <a:cubicBezTo>
                      <a:pt x="75" y="17"/>
                      <a:pt x="76" y="19"/>
                      <a:pt x="76" y="19"/>
                    </a:cubicBezTo>
                    <a:cubicBezTo>
                      <a:pt x="75" y="18"/>
                      <a:pt x="75" y="18"/>
                      <a:pt x="75" y="18"/>
                    </a:cubicBezTo>
                    <a:cubicBezTo>
                      <a:pt x="76" y="20"/>
                      <a:pt x="76" y="20"/>
                      <a:pt x="76" y="20"/>
                    </a:cubicBezTo>
                    <a:cubicBezTo>
                      <a:pt x="76" y="20"/>
                      <a:pt x="76" y="20"/>
                      <a:pt x="74" y="19"/>
                    </a:cubicBezTo>
                    <a:cubicBezTo>
                      <a:pt x="75" y="19"/>
                      <a:pt x="75" y="19"/>
                      <a:pt x="75" y="20"/>
                    </a:cubicBezTo>
                    <a:cubicBezTo>
                      <a:pt x="74" y="19"/>
                      <a:pt x="73" y="20"/>
                      <a:pt x="73" y="21"/>
                    </a:cubicBezTo>
                    <a:cubicBezTo>
                      <a:pt x="74" y="21"/>
                      <a:pt x="74" y="21"/>
                      <a:pt x="75" y="23"/>
                    </a:cubicBezTo>
                    <a:cubicBezTo>
                      <a:pt x="76" y="25"/>
                      <a:pt x="74" y="22"/>
                      <a:pt x="75" y="24"/>
                    </a:cubicBezTo>
                    <a:cubicBezTo>
                      <a:pt x="74" y="23"/>
                      <a:pt x="74" y="22"/>
                      <a:pt x="73" y="22"/>
                    </a:cubicBezTo>
                    <a:cubicBezTo>
                      <a:pt x="71" y="20"/>
                      <a:pt x="71" y="22"/>
                      <a:pt x="70" y="23"/>
                    </a:cubicBezTo>
                    <a:cubicBezTo>
                      <a:pt x="70" y="24"/>
                      <a:pt x="70" y="24"/>
                      <a:pt x="70" y="24"/>
                    </a:cubicBezTo>
                    <a:cubicBezTo>
                      <a:pt x="68" y="22"/>
                      <a:pt x="69" y="25"/>
                      <a:pt x="68" y="24"/>
                    </a:cubicBezTo>
                    <a:cubicBezTo>
                      <a:pt x="68" y="25"/>
                      <a:pt x="70" y="28"/>
                      <a:pt x="69" y="28"/>
                    </a:cubicBezTo>
                    <a:cubicBezTo>
                      <a:pt x="70" y="30"/>
                      <a:pt x="68" y="26"/>
                      <a:pt x="67" y="25"/>
                    </a:cubicBezTo>
                    <a:cubicBezTo>
                      <a:pt x="67" y="26"/>
                      <a:pt x="67" y="26"/>
                      <a:pt x="67" y="26"/>
                    </a:cubicBezTo>
                    <a:cubicBezTo>
                      <a:pt x="66" y="26"/>
                      <a:pt x="66" y="26"/>
                      <a:pt x="66" y="26"/>
                    </a:cubicBezTo>
                    <a:cubicBezTo>
                      <a:pt x="67" y="27"/>
                      <a:pt x="67" y="28"/>
                      <a:pt x="66" y="27"/>
                    </a:cubicBezTo>
                    <a:cubicBezTo>
                      <a:pt x="66" y="27"/>
                      <a:pt x="66" y="27"/>
                      <a:pt x="66" y="27"/>
                    </a:cubicBezTo>
                    <a:cubicBezTo>
                      <a:pt x="66" y="27"/>
                      <a:pt x="65" y="26"/>
                      <a:pt x="64" y="27"/>
                    </a:cubicBezTo>
                    <a:cubicBezTo>
                      <a:pt x="65" y="28"/>
                      <a:pt x="64" y="28"/>
                      <a:pt x="65" y="29"/>
                    </a:cubicBezTo>
                    <a:cubicBezTo>
                      <a:pt x="65" y="28"/>
                      <a:pt x="65" y="28"/>
                      <a:pt x="65" y="28"/>
                    </a:cubicBezTo>
                    <a:cubicBezTo>
                      <a:pt x="65" y="30"/>
                      <a:pt x="65" y="30"/>
                      <a:pt x="65" y="30"/>
                    </a:cubicBezTo>
                    <a:cubicBezTo>
                      <a:pt x="65" y="29"/>
                      <a:pt x="65" y="29"/>
                      <a:pt x="65" y="29"/>
                    </a:cubicBezTo>
                    <a:cubicBezTo>
                      <a:pt x="64" y="28"/>
                      <a:pt x="64" y="28"/>
                      <a:pt x="64" y="28"/>
                    </a:cubicBezTo>
                    <a:cubicBezTo>
                      <a:pt x="63" y="27"/>
                      <a:pt x="64" y="29"/>
                      <a:pt x="65" y="30"/>
                    </a:cubicBezTo>
                    <a:cubicBezTo>
                      <a:pt x="65" y="31"/>
                      <a:pt x="64" y="30"/>
                      <a:pt x="64" y="29"/>
                    </a:cubicBezTo>
                    <a:cubicBezTo>
                      <a:pt x="63" y="29"/>
                      <a:pt x="64" y="30"/>
                      <a:pt x="64" y="29"/>
                    </a:cubicBezTo>
                    <a:cubicBezTo>
                      <a:pt x="63" y="28"/>
                      <a:pt x="63" y="29"/>
                      <a:pt x="63" y="28"/>
                    </a:cubicBezTo>
                    <a:cubicBezTo>
                      <a:pt x="63" y="28"/>
                      <a:pt x="64" y="30"/>
                      <a:pt x="63" y="30"/>
                    </a:cubicBezTo>
                    <a:cubicBezTo>
                      <a:pt x="63" y="30"/>
                      <a:pt x="63" y="31"/>
                      <a:pt x="62" y="29"/>
                    </a:cubicBezTo>
                    <a:cubicBezTo>
                      <a:pt x="62" y="30"/>
                      <a:pt x="62" y="30"/>
                      <a:pt x="62" y="31"/>
                    </a:cubicBezTo>
                    <a:cubicBezTo>
                      <a:pt x="63" y="31"/>
                      <a:pt x="63" y="31"/>
                      <a:pt x="64" y="32"/>
                    </a:cubicBezTo>
                    <a:cubicBezTo>
                      <a:pt x="64" y="32"/>
                      <a:pt x="64" y="33"/>
                      <a:pt x="63" y="32"/>
                    </a:cubicBezTo>
                    <a:cubicBezTo>
                      <a:pt x="63" y="32"/>
                      <a:pt x="63" y="32"/>
                      <a:pt x="63" y="32"/>
                    </a:cubicBezTo>
                    <a:cubicBezTo>
                      <a:pt x="63" y="32"/>
                      <a:pt x="63" y="32"/>
                      <a:pt x="64" y="33"/>
                    </a:cubicBezTo>
                    <a:cubicBezTo>
                      <a:pt x="62" y="32"/>
                      <a:pt x="62" y="32"/>
                      <a:pt x="62" y="32"/>
                    </a:cubicBezTo>
                    <a:cubicBezTo>
                      <a:pt x="63" y="33"/>
                      <a:pt x="62" y="33"/>
                      <a:pt x="62" y="33"/>
                    </a:cubicBezTo>
                    <a:cubicBezTo>
                      <a:pt x="61" y="32"/>
                      <a:pt x="60" y="30"/>
                      <a:pt x="60" y="30"/>
                    </a:cubicBezTo>
                    <a:cubicBezTo>
                      <a:pt x="60" y="32"/>
                      <a:pt x="60" y="32"/>
                      <a:pt x="60" y="32"/>
                    </a:cubicBezTo>
                    <a:cubicBezTo>
                      <a:pt x="60" y="32"/>
                      <a:pt x="60" y="32"/>
                      <a:pt x="59" y="31"/>
                    </a:cubicBezTo>
                    <a:cubicBezTo>
                      <a:pt x="58" y="31"/>
                      <a:pt x="61" y="36"/>
                      <a:pt x="60" y="35"/>
                    </a:cubicBezTo>
                    <a:cubicBezTo>
                      <a:pt x="59" y="33"/>
                      <a:pt x="59" y="33"/>
                      <a:pt x="58" y="33"/>
                    </a:cubicBezTo>
                    <a:cubicBezTo>
                      <a:pt x="58" y="34"/>
                      <a:pt x="58" y="34"/>
                      <a:pt x="58" y="34"/>
                    </a:cubicBezTo>
                    <a:cubicBezTo>
                      <a:pt x="59" y="35"/>
                      <a:pt x="58" y="33"/>
                      <a:pt x="59" y="34"/>
                    </a:cubicBezTo>
                    <a:cubicBezTo>
                      <a:pt x="60" y="34"/>
                      <a:pt x="59" y="34"/>
                      <a:pt x="59" y="35"/>
                    </a:cubicBezTo>
                    <a:cubicBezTo>
                      <a:pt x="56" y="32"/>
                      <a:pt x="57" y="35"/>
                      <a:pt x="55" y="34"/>
                    </a:cubicBezTo>
                    <a:cubicBezTo>
                      <a:pt x="56" y="36"/>
                      <a:pt x="55" y="35"/>
                      <a:pt x="55" y="36"/>
                    </a:cubicBezTo>
                    <a:cubicBezTo>
                      <a:pt x="54" y="34"/>
                      <a:pt x="55" y="37"/>
                      <a:pt x="54" y="36"/>
                    </a:cubicBezTo>
                    <a:cubicBezTo>
                      <a:pt x="55" y="38"/>
                      <a:pt x="55" y="38"/>
                      <a:pt x="55" y="38"/>
                    </a:cubicBezTo>
                    <a:cubicBezTo>
                      <a:pt x="54" y="37"/>
                      <a:pt x="57" y="41"/>
                      <a:pt x="55" y="39"/>
                    </a:cubicBezTo>
                    <a:cubicBezTo>
                      <a:pt x="54" y="39"/>
                      <a:pt x="54" y="38"/>
                      <a:pt x="53" y="37"/>
                    </a:cubicBezTo>
                    <a:cubicBezTo>
                      <a:pt x="51" y="35"/>
                      <a:pt x="54" y="40"/>
                      <a:pt x="52" y="38"/>
                    </a:cubicBezTo>
                    <a:cubicBezTo>
                      <a:pt x="52" y="38"/>
                      <a:pt x="53" y="40"/>
                      <a:pt x="54" y="41"/>
                    </a:cubicBezTo>
                    <a:cubicBezTo>
                      <a:pt x="53" y="40"/>
                      <a:pt x="51" y="39"/>
                      <a:pt x="51" y="39"/>
                    </a:cubicBezTo>
                    <a:cubicBezTo>
                      <a:pt x="51" y="40"/>
                      <a:pt x="51" y="40"/>
                      <a:pt x="51" y="40"/>
                    </a:cubicBezTo>
                    <a:cubicBezTo>
                      <a:pt x="50" y="39"/>
                      <a:pt x="50" y="39"/>
                      <a:pt x="50" y="39"/>
                    </a:cubicBezTo>
                    <a:cubicBezTo>
                      <a:pt x="49" y="39"/>
                      <a:pt x="50" y="40"/>
                      <a:pt x="50" y="41"/>
                    </a:cubicBezTo>
                    <a:cubicBezTo>
                      <a:pt x="49" y="39"/>
                      <a:pt x="48" y="41"/>
                      <a:pt x="47" y="40"/>
                    </a:cubicBezTo>
                    <a:cubicBezTo>
                      <a:pt x="49" y="42"/>
                      <a:pt x="46" y="40"/>
                      <a:pt x="48" y="43"/>
                    </a:cubicBezTo>
                    <a:cubicBezTo>
                      <a:pt x="47" y="42"/>
                      <a:pt x="47" y="42"/>
                      <a:pt x="47" y="42"/>
                    </a:cubicBezTo>
                    <a:cubicBezTo>
                      <a:pt x="48" y="43"/>
                      <a:pt x="49" y="44"/>
                      <a:pt x="49" y="45"/>
                    </a:cubicBezTo>
                    <a:cubicBezTo>
                      <a:pt x="47" y="43"/>
                      <a:pt x="47" y="43"/>
                      <a:pt x="47" y="43"/>
                    </a:cubicBezTo>
                    <a:cubicBezTo>
                      <a:pt x="46" y="41"/>
                      <a:pt x="47" y="43"/>
                      <a:pt x="46" y="42"/>
                    </a:cubicBezTo>
                    <a:cubicBezTo>
                      <a:pt x="47" y="43"/>
                      <a:pt x="45" y="42"/>
                      <a:pt x="46" y="44"/>
                    </a:cubicBezTo>
                    <a:cubicBezTo>
                      <a:pt x="47" y="44"/>
                      <a:pt x="47" y="44"/>
                      <a:pt x="47" y="44"/>
                    </a:cubicBezTo>
                    <a:cubicBezTo>
                      <a:pt x="47" y="45"/>
                      <a:pt x="47" y="45"/>
                      <a:pt x="47" y="46"/>
                    </a:cubicBezTo>
                    <a:cubicBezTo>
                      <a:pt x="47" y="46"/>
                      <a:pt x="45" y="44"/>
                      <a:pt x="45" y="44"/>
                    </a:cubicBezTo>
                    <a:cubicBezTo>
                      <a:pt x="45" y="44"/>
                      <a:pt x="45" y="44"/>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4" y="45"/>
                      <a:pt x="44" y="45"/>
                    </a:cubicBezTo>
                    <a:cubicBezTo>
                      <a:pt x="44" y="45"/>
                      <a:pt x="44" y="45"/>
                      <a:pt x="44" y="45"/>
                    </a:cubicBezTo>
                    <a:cubicBezTo>
                      <a:pt x="44" y="45"/>
                      <a:pt x="44" y="45"/>
                      <a:pt x="44" y="45"/>
                    </a:cubicBezTo>
                    <a:cubicBezTo>
                      <a:pt x="43" y="44"/>
                      <a:pt x="43" y="44"/>
                      <a:pt x="43" y="44"/>
                    </a:cubicBezTo>
                    <a:cubicBezTo>
                      <a:pt x="43" y="44"/>
                      <a:pt x="43" y="45"/>
                      <a:pt x="44" y="46"/>
                    </a:cubicBezTo>
                    <a:cubicBezTo>
                      <a:pt x="42" y="46"/>
                      <a:pt x="42" y="48"/>
                      <a:pt x="42" y="49"/>
                    </a:cubicBezTo>
                    <a:cubicBezTo>
                      <a:pt x="42" y="49"/>
                      <a:pt x="41" y="48"/>
                      <a:pt x="42" y="48"/>
                    </a:cubicBezTo>
                    <a:cubicBezTo>
                      <a:pt x="42" y="49"/>
                      <a:pt x="42" y="50"/>
                      <a:pt x="42" y="49"/>
                    </a:cubicBezTo>
                    <a:cubicBezTo>
                      <a:pt x="42" y="50"/>
                      <a:pt x="41" y="48"/>
                      <a:pt x="40" y="49"/>
                    </a:cubicBezTo>
                    <a:cubicBezTo>
                      <a:pt x="40" y="48"/>
                      <a:pt x="41" y="50"/>
                      <a:pt x="41" y="50"/>
                    </a:cubicBezTo>
                    <a:cubicBezTo>
                      <a:pt x="39" y="48"/>
                      <a:pt x="41" y="52"/>
                      <a:pt x="39" y="51"/>
                    </a:cubicBezTo>
                    <a:cubicBezTo>
                      <a:pt x="40" y="52"/>
                      <a:pt x="39" y="51"/>
                      <a:pt x="39" y="50"/>
                    </a:cubicBezTo>
                    <a:cubicBezTo>
                      <a:pt x="39" y="51"/>
                      <a:pt x="38" y="52"/>
                      <a:pt x="39" y="54"/>
                    </a:cubicBezTo>
                    <a:cubicBezTo>
                      <a:pt x="38" y="53"/>
                      <a:pt x="38" y="53"/>
                      <a:pt x="38" y="53"/>
                    </a:cubicBezTo>
                    <a:cubicBezTo>
                      <a:pt x="38" y="53"/>
                      <a:pt x="38" y="53"/>
                      <a:pt x="38" y="54"/>
                    </a:cubicBezTo>
                    <a:cubicBezTo>
                      <a:pt x="39" y="55"/>
                      <a:pt x="40" y="56"/>
                      <a:pt x="39" y="56"/>
                    </a:cubicBezTo>
                    <a:cubicBezTo>
                      <a:pt x="39" y="56"/>
                      <a:pt x="39" y="56"/>
                      <a:pt x="39" y="56"/>
                    </a:cubicBezTo>
                    <a:cubicBezTo>
                      <a:pt x="39" y="56"/>
                      <a:pt x="39" y="57"/>
                      <a:pt x="39" y="57"/>
                    </a:cubicBezTo>
                    <a:cubicBezTo>
                      <a:pt x="38" y="57"/>
                      <a:pt x="39" y="57"/>
                      <a:pt x="38" y="56"/>
                    </a:cubicBezTo>
                    <a:cubicBezTo>
                      <a:pt x="36" y="54"/>
                      <a:pt x="36" y="56"/>
                      <a:pt x="36" y="56"/>
                    </a:cubicBezTo>
                    <a:cubicBezTo>
                      <a:pt x="37" y="57"/>
                      <a:pt x="37" y="57"/>
                      <a:pt x="37" y="57"/>
                    </a:cubicBezTo>
                    <a:cubicBezTo>
                      <a:pt x="37" y="58"/>
                      <a:pt x="36" y="56"/>
                      <a:pt x="36" y="56"/>
                    </a:cubicBezTo>
                    <a:cubicBezTo>
                      <a:pt x="38" y="61"/>
                      <a:pt x="38" y="61"/>
                      <a:pt x="38" y="61"/>
                    </a:cubicBezTo>
                    <a:cubicBezTo>
                      <a:pt x="38" y="60"/>
                      <a:pt x="37" y="59"/>
                      <a:pt x="36" y="58"/>
                    </a:cubicBezTo>
                    <a:cubicBezTo>
                      <a:pt x="36" y="59"/>
                      <a:pt x="37" y="61"/>
                      <a:pt x="38" y="63"/>
                    </a:cubicBezTo>
                    <a:cubicBezTo>
                      <a:pt x="38" y="63"/>
                      <a:pt x="38" y="64"/>
                      <a:pt x="38" y="64"/>
                    </a:cubicBezTo>
                    <a:cubicBezTo>
                      <a:pt x="37" y="63"/>
                      <a:pt x="38" y="64"/>
                      <a:pt x="37" y="63"/>
                    </a:cubicBezTo>
                    <a:cubicBezTo>
                      <a:pt x="36" y="63"/>
                      <a:pt x="36" y="63"/>
                      <a:pt x="36" y="63"/>
                    </a:cubicBezTo>
                    <a:cubicBezTo>
                      <a:pt x="36" y="62"/>
                      <a:pt x="34" y="61"/>
                      <a:pt x="34" y="60"/>
                    </a:cubicBezTo>
                    <a:cubicBezTo>
                      <a:pt x="34" y="61"/>
                      <a:pt x="33" y="61"/>
                      <a:pt x="32" y="61"/>
                    </a:cubicBezTo>
                    <a:cubicBezTo>
                      <a:pt x="34" y="63"/>
                      <a:pt x="32" y="63"/>
                      <a:pt x="34" y="65"/>
                    </a:cubicBezTo>
                    <a:cubicBezTo>
                      <a:pt x="34" y="65"/>
                      <a:pt x="32" y="63"/>
                      <a:pt x="32" y="63"/>
                    </a:cubicBezTo>
                    <a:cubicBezTo>
                      <a:pt x="32" y="64"/>
                      <a:pt x="31" y="64"/>
                      <a:pt x="31" y="65"/>
                    </a:cubicBezTo>
                    <a:cubicBezTo>
                      <a:pt x="30" y="65"/>
                      <a:pt x="30" y="65"/>
                      <a:pt x="30" y="65"/>
                    </a:cubicBezTo>
                    <a:cubicBezTo>
                      <a:pt x="30" y="66"/>
                      <a:pt x="29" y="66"/>
                      <a:pt x="30" y="68"/>
                    </a:cubicBezTo>
                    <a:cubicBezTo>
                      <a:pt x="30" y="67"/>
                      <a:pt x="30" y="67"/>
                      <a:pt x="30" y="67"/>
                    </a:cubicBezTo>
                    <a:cubicBezTo>
                      <a:pt x="28" y="67"/>
                      <a:pt x="32" y="69"/>
                      <a:pt x="30" y="69"/>
                    </a:cubicBezTo>
                    <a:cubicBezTo>
                      <a:pt x="29" y="68"/>
                      <a:pt x="29" y="68"/>
                      <a:pt x="29" y="68"/>
                    </a:cubicBezTo>
                    <a:cubicBezTo>
                      <a:pt x="30" y="69"/>
                      <a:pt x="28" y="68"/>
                      <a:pt x="29" y="70"/>
                    </a:cubicBezTo>
                    <a:cubicBezTo>
                      <a:pt x="28" y="68"/>
                      <a:pt x="28" y="68"/>
                      <a:pt x="28" y="68"/>
                    </a:cubicBezTo>
                    <a:cubicBezTo>
                      <a:pt x="28" y="69"/>
                      <a:pt x="28" y="69"/>
                      <a:pt x="28" y="71"/>
                    </a:cubicBezTo>
                    <a:cubicBezTo>
                      <a:pt x="27" y="69"/>
                      <a:pt x="27" y="69"/>
                      <a:pt x="27" y="69"/>
                    </a:cubicBezTo>
                    <a:cubicBezTo>
                      <a:pt x="26" y="69"/>
                      <a:pt x="28" y="71"/>
                      <a:pt x="27" y="71"/>
                    </a:cubicBezTo>
                    <a:cubicBezTo>
                      <a:pt x="27" y="71"/>
                      <a:pt x="26" y="71"/>
                      <a:pt x="26" y="70"/>
                    </a:cubicBezTo>
                    <a:cubicBezTo>
                      <a:pt x="27" y="71"/>
                      <a:pt x="26" y="72"/>
                      <a:pt x="27" y="72"/>
                    </a:cubicBezTo>
                    <a:cubicBezTo>
                      <a:pt x="25" y="71"/>
                      <a:pt x="25" y="71"/>
                      <a:pt x="25" y="71"/>
                    </a:cubicBezTo>
                    <a:cubicBezTo>
                      <a:pt x="23" y="73"/>
                      <a:pt x="21" y="75"/>
                      <a:pt x="21" y="78"/>
                    </a:cubicBezTo>
                    <a:cubicBezTo>
                      <a:pt x="19" y="77"/>
                      <a:pt x="20" y="77"/>
                      <a:pt x="19" y="76"/>
                    </a:cubicBezTo>
                    <a:cubicBezTo>
                      <a:pt x="20" y="77"/>
                      <a:pt x="19" y="77"/>
                      <a:pt x="19" y="78"/>
                    </a:cubicBezTo>
                    <a:cubicBezTo>
                      <a:pt x="19" y="77"/>
                      <a:pt x="19" y="77"/>
                      <a:pt x="19" y="77"/>
                    </a:cubicBezTo>
                    <a:cubicBezTo>
                      <a:pt x="19" y="78"/>
                      <a:pt x="18" y="77"/>
                      <a:pt x="18" y="78"/>
                    </a:cubicBezTo>
                    <a:cubicBezTo>
                      <a:pt x="18" y="78"/>
                      <a:pt x="18" y="78"/>
                      <a:pt x="18" y="78"/>
                    </a:cubicBezTo>
                    <a:cubicBezTo>
                      <a:pt x="19" y="80"/>
                      <a:pt x="16" y="77"/>
                      <a:pt x="18" y="79"/>
                    </a:cubicBezTo>
                    <a:cubicBezTo>
                      <a:pt x="16" y="78"/>
                      <a:pt x="16" y="78"/>
                      <a:pt x="16" y="78"/>
                    </a:cubicBezTo>
                    <a:cubicBezTo>
                      <a:pt x="18" y="80"/>
                      <a:pt x="15" y="78"/>
                      <a:pt x="17" y="80"/>
                    </a:cubicBezTo>
                    <a:cubicBezTo>
                      <a:pt x="16" y="80"/>
                      <a:pt x="16" y="80"/>
                      <a:pt x="16" y="80"/>
                    </a:cubicBezTo>
                    <a:cubicBezTo>
                      <a:pt x="15" y="79"/>
                      <a:pt x="18" y="82"/>
                      <a:pt x="16" y="81"/>
                    </a:cubicBezTo>
                    <a:cubicBezTo>
                      <a:pt x="16" y="82"/>
                      <a:pt x="16" y="83"/>
                      <a:pt x="17" y="84"/>
                    </a:cubicBezTo>
                    <a:cubicBezTo>
                      <a:pt x="15" y="82"/>
                      <a:pt x="15" y="82"/>
                      <a:pt x="15" y="82"/>
                    </a:cubicBezTo>
                    <a:cubicBezTo>
                      <a:pt x="15" y="85"/>
                      <a:pt x="13" y="86"/>
                      <a:pt x="14" y="89"/>
                    </a:cubicBezTo>
                    <a:cubicBezTo>
                      <a:pt x="13" y="88"/>
                      <a:pt x="13" y="88"/>
                      <a:pt x="13" y="88"/>
                    </a:cubicBezTo>
                    <a:cubicBezTo>
                      <a:pt x="14" y="90"/>
                      <a:pt x="10" y="89"/>
                      <a:pt x="13" y="92"/>
                    </a:cubicBezTo>
                    <a:cubicBezTo>
                      <a:pt x="14" y="93"/>
                      <a:pt x="14" y="93"/>
                      <a:pt x="14" y="93"/>
                    </a:cubicBezTo>
                    <a:cubicBezTo>
                      <a:pt x="12" y="92"/>
                      <a:pt x="12" y="92"/>
                      <a:pt x="12" y="92"/>
                    </a:cubicBezTo>
                    <a:cubicBezTo>
                      <a:pt x="13" y="93"/>
                      <a:pt x="11" y="93"/>
                      <a:pt x="13" y="94"/>
                    </a:cubicBezTo>
                    <a:cubicBezTo>
                      <a:pt x="12" y="94"/>
                      <a:pt x="12" y="93"/>
                      <a:pt x="12" y="93"/>
                    </a:cubicBezTo>
                    <a:cubicBezTo>
                      <a:pt x="11" y="93"/>
                      <a:pt x="13" y="95"/>
                      <a:pt x="12" y="95"/>
                    </a:cubicBezTo>
                    <a:cubicBezTo>
                      <a:pt x="11" y="95"/>
                      <a:pt x="11" y="95"/>
                      <a:pt x="11" y="95"/>
                    </a:cubicBezTo>
                    <a:cubicBezTo>
                      <a:pt x="8" y="95"/>
                      <a:pt x="4" y="96"/>
                      <a:pt x="6" y="100"/>
                    </a:cubicBezTo>
                    <a:cubicBezTo>
                      <a:pt x="6" y="101"/>
                      <a:pt x="4" y="99"/>
                      <a:pt x="4" y="99"/>
                    </a:cubicBezTo>
                    <a:cubicBezTo>
                      <a:pt x="6" y="103"/>
                      <a:pt x="0" y="102"/>
                      <a:pt x="3" y="107"/>
                    </a:cubicBezTo>
                    <a:cubicBezTo>
                      <a:pt x="4" y="109"/>
                      <a:pt x="9" y="112"/>
                      <a:pt x="9" y="11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0" name="Freeform 163"/>
              <p:cNvSpPr/>
              <p:nvPr/>
            </p:nvSpPr>
            <p:spPr bwMode="auto">
              <a:xfrm>
                <a:off x="4499" y="1925"/>
                <a:ext cx="3"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1" y="2"/>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1" name="Freeform 164"/>
              <p:cNvSpPr/>
              <p:nvPr/>
            </p:nvSpPr>
            <p:spPr bwMode="auto">
              <a:xfrm>
                <a:off x="3914" y="1322"/>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2" name="Freeform 165"/>
              <p:cNvSpPr/>
              <p:nvPr/>
            </p:nvSpPr>
            <p:spPr bwMode="auto">
              <a:xfrm>
                <a:off x="3122" y="2198"/>
                <a:ext cx="2" cy="4"/>
              </a:xfrm>
              <a:custGeom>
                <a:avLst/>
                <a:gdLst>
                  <a:gd name="T0" fmla="*/ 0 w 2"/>
                  <a:gd name="T1" fmla="*/ 0 h 4"/>
                  <a:gd name="T2" fmla="*/ 0 w 2"/>
                  <a:gd name="T3" fmla="*/ 0 h 4"/>
                  <a:gd name="T4" fmla="*/ 2 w 2"/>
                  <a:gd name="T5" fmla="*/ 4 h 4"/>
                  <a:gd name="T6" fmla="*/ 0 w 2"/>
                  <a:gd name="T7" fmla="*/ 0 h 4"/>
                </a:gdLst>
                <a:ahLst/>
                <a:cxnLst>
                  <a:cxn ang="0">
                    <a:pos x="T0" y="T1"/>
                  </a:cxn>
                  <a:cxn ang="0">
                    <a:pos x="T2" y="T3"/>
                  </a:cxn>
                  <a:cxn ang="0">
                    <a:pos x="T4" y="T5"/>
                  </a:cxn>
                  <a:cxn ang="0">
                    <a:pos x="T6" y="T7"/>
                  </a:cxn>
                </a:cxnLst>
                <a:rect l="0" t="0" r="r" b="b"/>
                <a:pathLst>
                  <a:path w="2" h="4">
                    <a:moveTo>
                      <a:pt x="0" y="0"/>
                    </a:moveTo>
                    <a:lnTo>
                      <a:pt x="0" y="0"/>
                    </a:lnTo>
                    <a:lnTo>
                      <a:pt x="2"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3" name="Freeform 166"/>
              <p:cNvSpPr/>
              <p:nvPr/>
            </p:nvSpPr>
            <p:spPr bwMode="auto">
              <a:xfrm>
                <a:off x="3126" y="2183"/>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0" y="0"/>
                    </a:cubicBezTo>
                    <a:cubicBezTo>
                      <a:pt x="0"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4" name="Freeform 167"/>
              <p:cNvSpPr/>
              <p:nvPr/>
            </p:nvSpPr>
            <p:spPr bwMode="auto">
              <a:xfrm>
                <a:off x="3540" y="1543"/>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1"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5" name="Freeform 168"/>
              <p:cNvSpPr/>
              <p:nvPr/>
            </p:nvSpPr>
            <p:spPr bwMode="auto">
              <a:xfrm>
                <a:off x="3156" y="221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6" name="Freeform 169"/>
              <p:cNvSpPr/>
              <p:nvPr/>
            </p:nvSpPr>
            <p:spPr bwMode="auto">
              <a:xfrm>
                <a:off x="3129" y="218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7" name="Freeform 170"/>
              <p:cNvSpPr/>
              <p:nvPr/>
            </p:nvSpPr>
            <p:spPr bwMode="auto">
              <a:xfrm>
                <a:off x="3129" y="21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8" name="Freeform 171"/>
              <p:cNvSpPr/>
              <p:nvPr/>
            </p:nvSpPr>
            <p:spPr bwMode="auto">
              <a:xfrm>
                <a:off x="3129" y="219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9" name="Freeform 172"/>
              <p:cNvSpPr/>
              <p:nvPr/>
            </p:nvSpPr>
            <p:spPr bwMode="auto">
              <a:xfrm>
                <a:off x="3205" y="2162"/>
                <a:ext cx="2" cy="9"/>
              </a:xfrm>
              <a:custGeom>
                <a:avLst/>
                <a:gdLst>
                  <a:gd name="T0" fmla="*/ 1 w 1"/>
                  <a:gd name="T1" fmla="*/ 2 h 4"/>
                  <a:gd name="T2" fmla="*/ 1 w 1"/>
                  <a:gd name="T3" fmla="*/ 0 h 4"/>
                  <a:gd name="T4" fmla="*/ 1 w 1"/>
                  <a:gd name="T5" fmla="*/ 4 h 4"/>
                  <a:gd name="T6" fmla="*/ 1 w 1"/>
                  <a:gd name="T7" fmla="*/ 4 h 4"/>
                  <a:gd name="T8" fmla="*/ 1 w 1"/>
                  <a:gd name="T9" fmla="*/ 3 h 4"/>
                  <a:gd name="T10" fmla="*/ 1 w 1"/>
                  <a:gd name="T11" fmla="*/ 2 h 4"/>
                </a:gdLst>
                <a:ahLst/>
                <a:cxnLst>
                  <a:cxn ang="0">
                    <a:pos x="T0" y="T1"/>
                  </a:cxn>
                  <a:cxn ang="0">
                    <a:pos x="T2" y="T3"/>
                  </a:cxn>
                  <a:cxn ang="0">
                    <a:pos x="T4" y="T5"/>
                  </a:cxn>
                  <a:cxn ang="0">
                    <a:pos x="T6" y="T7"/>
                  </a:cxn>
                  <a:cxn ang="0">
                    <a:pos x="T8" y="T9"/>
                  </a:cxn>
                  <a:cxn ang="0">
                    <a:pos x="T10" y="T11"/>
                  </a:cxn>
                </a:cxnLst>
                <a:rect l="0" t="0" r="r" b="b"/>
                <a:pathLst>
                  <a:path w="1" h="4">
                    <a:moveTo>
                      <a:pt x="1" y="2"/>
                    </a:moveTo>
                    <a:cubicBezTo>
                      <a:pt x="1" y="1"/>
                      <a:pt x="1" y="0"/>
                      <a:pt x="1" y="0"/>
                    </a:cubicBezTo>
                    <a:cubicBezTo>
                      <a:pt x="1" y="1"/>
                      <a:pt x="0" y="3"/>
                      <a:pt x="1" y="4"/>
                    </a:cubicBezTo>
                    <a:cubicBezTo>
                      <a:pt x="1" y="4"/>
                      <a:pt x="1" y="4"/>
                      <a:pt x="1" y="4"/>
                    </a:cubicBezTo>
                    <a:cubicBezTo>
                      <a:pt x="1" y="4"/>
                      <a:pt x="1" y="3"/>
                      <a:pt x="1" y="3"/>
                    </a:cubicBezTo>
                    <a:cubicBezTo>
                      <a:pt x="1" y="3"/>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0" name="Freeform 173"/>
              <p:cNvSpPr/>
              <p:nvPr/>
            </p:nvSpPr>
            <p:spPr bwMode="auto">
              <a:xfrm>
                <a:off x="3207" y="216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1" name="Freeform 174"/>
              <p:cNvSpPr/>
              <p:nvPr/>
            </p:nvSpPr>
            <p:spPr bwMode="auto">
              <a:xfrm>
                <a:off x="3207" y="2169"/>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2" name="Freeform 175"/>
              <p:cNvSpPr/>
              <p:nvPr/>
            </p:nvSpPr>
            <p:spPr bwMode="auto">
              <a:xfrm>
                <a:off x="3194" y="2156"/>
                <a:ext cx="0" cy="6"/>
              </a:xfrm>
              <a:custGeom>
                <a:avLst/>
                <a:gdLst>
                  <a:gd name="T0" fmla="*/ 2 h 3"/>
                  <a:gd name="T1" fmla="*/ 2 h 3"/>
                  <a:gd name="T2" fmla="*/ 2 h 3"/>
                </a:gdLst>
                <a:ahLst/>
                <a:cxnLst>
                  <a:cxn ang="0">
                    <a:pos x="0" y="T0"/>
                  </a:cxn>
                  <a:cxn ang="0">
                    <a:pos x="0" y="T1"/>
                  </a:cxn>
                  <a:cxn ang="0">
                    <a:pos x="0" y="T2"/>
                  </a:cxn>
                </a:cxnLst>
                <a:rect l="0" t="0" r="r" b="b"/>
                <a:pathLst>
                  <a:path h="3">
                    <a:moveTo>
                      <a:pt x="0" y="2"/>
                    </a:moveTo>
                    <a:cubicBezTo>
                      <a:pt x="0" y="0"/>
                      <a:pt x="0" y="2"/>
                      <a:pt x="0" y="2"/>
                    </a:cubicBezTo>
                    <a:cubicBezTo>
                      <a:pt x="0" y="3"/>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3" name="Freeform 176"/>
              <p:cNvSpPr/>
              <p:nvPr/>
            </p:nvSpPr>
            <p:spPr bwMode="auto">
              <a:xfrm>
                <a:off x="3209" y="219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4" name="Freeform 177"/>
              <p:cNvSpPr/>
              <p:nvPr/>
            </p:nvSpPr>
            <p:spPr bwMode="auto">
              <a:xfrm>
                <a:off x="3472" y="20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5" name="Freeform 178"/>
              <p:cNvSpPr/>
              <p:nvPr/>
            </p:nvSpPr>
            <p:spPr bwMode="auto">
              <a:xfrm>
                <a:off x="3201" y="2158"/>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6" name="Freeform 179"/>
              <p:cNvSpPr/>
              <p:nvPr/>
            </p:nvSpPr>
            <p:spPr bwMode="auto">
              <a:xfrm>
                <a:off x="3211" y="2194"/>
                <a:ext cx="2" cy="4"/>
              </a:xfrm>
              <a:custGeom>
                <a:avLst/>
                <a:gdLst>
                  <a:gd name="T0" fmla="*/ 1 w 1"/>
                  <a:gd name="T1" fmla="*/ 1 h 2"/>
                  <a:gd name="T2" fmla="*/ 0 w 1"/>
                  <a:gd name="T3" fmla="*/ 2 h 2"/>
                  <a:gd name="T4" fmla="*/ 1 w 1"/>
                  <a:gd name="T5" fmla="*/ 1 h 2"/>
                </a:gdLst>
                <a:ahLst/>
                <a:cxnLst>
                  <a:cxn ang="0">
                    <a:pos x="T0" y="T1"/>
                  </a:cxn>
                  <a:cxn ang="0">
                    <a:pos x="T2" y="T3"/>
                  </a:cxn>
                  <a:cxn ang="0">
                    <a:pos x="T4" y="T5"/>
                  </a:cxn>
                </a:cxnLst>
                <a:rect l="0" t="0" r="r" b="b"/>
                <a:pathLst>
                  <a:path w="1" h="2">
                    <a:moveTo>
                      <a:pt x="1" y="1"/>
                    </a:moveTo>
                    <a:cubicBezTo>
                      <a:pt x="1" y="0"/>
                      <a:pt x="1" y="1"/>
                      <a:pt x="0" y="2"/>
                    </a:cubicBezTo>
                    <a:cubicBezTo>
                      <a:pt x="0" y="2"/>
                      <a:pt x="0"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7" name="Freeform 180"/>
              <p:cNvSpPr/>
              <p:nvPr/>
            </p:nvSpPr>
            <p:spPr bwMode="auto">
              <a:xfrm>
                <a:off x="3317" y="2561"/>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8" name="Freeform 181"/>
              <p:cNvSpPr/>
              <p:nvPr/>
            </p:nvSpPr>
            <p:spPr bwMode="auto">
              <a:xfrm>
                <a:off x="3345" y="2535"/>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9" name="Freeform 182"/>
              <p:cNvSpPr/>
              <p:nvPr/>
            </p:nvSpPr>
            <p:spPr bwMode="auto">
              <a:xfrm>
                <a:off x="3211" y="2192"/>
                <a:ext cx="2" cy="6"/>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0"/>
                      <a:pt x="1" y="0"/>
                      <a:pt x="1" y="0"/>
                    </a:cubicBezTo>
                    <a:cubicBezTo>
                      <a:pt x="0" y="1"/>
                      <a:pt x="0"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0" name="Freeform 183"/>
              <p:cNvSpPr/>
              <p:nvPr/>
            </p:nvSpPr>
            <p:spPr bwMode="auto">
              <a:xfrm>
                <a:off x="3266" y="254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1" name="Freeform 184"/>
              <p:cNvSpPr/>
              <p:nvPr/>
            </p:nvSpPr>
            <p:spPr bwMode="auto">
              <a:xfrm>
                <a:off x="3271" y="25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2" name="Freeform 185"/>
              <p:cNvSpPr/>
              <p:nvPr/>
            </p:nvSpPr>
            <p:spPr bwMode="auto">
              <a:xfrm>
                <a:off x="3273" y="255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3" name="Freeform 186"/>
              <p:cNvSpPr/>
              <p:nvPr/>
            </p:nvSpPr>
            <p:spPr bwMode="auto">
              <a:xfrm>
                <a:off x="3271" y="2557"/>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4" name="Freeform 187"/>
              <p:cNvSpPr/>
              <p:nvPr/>
            </p:nvSpPr>
            <p:spPr bwMode="auto">
              <a:xfrm>
                <a:off x="4616" y="18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5" name="Freeform 188"/>
              <p:cNvSpPr/>
              <p:nvPr/>
            </p:nvSpPr>
            <p:spPr bwMode="auto">
              <a:xfrm>
                <a:off x="3175" y="221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6" name="Freeform 189"/>
              <p:cNvSpPr/>
              <p:nvPr/>
            </p:nvSpPr>
            <p:spPr bwMode="auto">
              <a:xfrm>
                <a:off x="3137" y="218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7" name="Freeform 190"/>
              <p:cNvSpPr/>
              <p:nvPr/>
            </p:nvSpPr>
            <p:spPr bwMode="auto">
              <a:xfrm>
                <a:off x="3203" y="2166"/>
                <a:ext cx="2" cy="5"/>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0" y="2"/>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8" name="Freeform 191"/>
              <p:cNvSpPr/>
              <p:nvPr/>
            </p:nvSpPr>
            <p:spPr bwMode="auto">
              <a:xfrm>
                <a:off x="4497" y="192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9" name="Freeform 192"/>
              <p:cNvSpPr/>
              <p:nvPr/>
            </p:nvSpPr>
            <p:spPr bwMode="auto">
              <a:xfrm>
                <a:off x="3082" y="2156"/>
                <a:ext cx="131" cy="91"/>
              </a:xfrm>
              <a:custGeom>
                <a:avLst/>
                <a:gdLst>
                  <a:gd name="T0" fmla="*/ 46 w 62"/>
                  <a:gd name="T1" fmla="*/ 23 h 43"/>
                  <a:gd name="T2" fmla="*/ 51 w 62"/>
                  <a:gd name="T3" fmla="*/ 20 h 43"/>
                  <a:gd name="T4" fmla="*/ 54 w 62"/>
                  <a:gd name="T5" fmla="*/ 19 h 43"/>
                  <a:gd name="T6" fmla="*/ 58 w 62"/>
                  <a:gd name="T7" fmla="*/ 21 h 43"/>
                  <a:gd name="T8" fmla="*/ 60 w 62"/>
                  <a:gd name="T9" fmla="*/ 20 h 43"/>
                  <a:gd name="T10" fmla="*/ 61 w 62"/>
                  <a:gd name="T11" fmla="*/ 16 h 43"/>
                  <a:gd name="T12" fmla="*/ 62 w 62"/>
                  <a:gd name="T13" fmla="*/ 13 h 43"/>
                  <a:gd name="T14" fmla="*/ 62 w 62"/>
                  <a:gd name="T15" fmla="*/ 11 h 43"/>
                  <a:gd name="T16" fmla="*/ 58 w 62"/>
                  <a:gd name="T17" fmla="*/ 12 h 43"/>
                  <a:gd name="T18" fmla="*/ 56 w 62"/>
                  <a:gd name="T19" fmla="*/ 9 h 43"/>
                  <a:gd name="T20" fmla="*/ 57 w 62"/>
                  <a:gd name="T21" fmla="*/ 2 h 43"/>
                  <a:gd name="T22" fmla="*/ 56 w 62"/>
                  <a:gd name="T23" fmla="*/ 2 h 43"/>
                  <a:gd name="T24" fmla="*/ 55 w 62"/>
                  <a:gd name="T25" fmla="*/ 5 h 43"/>
                  <a:gd name="T26" fmla="*/ 54 w 62"/>
                  <a:gd name="T27" fmla="*/ 3 h 43"/>
                  <a:gd name="T28" fmla="*/ 53 w 62"/>
                  <a:gd name="T29" fmla="*/ 8 h 43"/>
                  <a:gd name="T30" fmla="*/ 51 w 62"/>
                  <a:gd name="T31" fmla="*/ 3 h 43"/>
                  <a:gd name="T32" fmla="*/ 51 w 62"/>
                  <a:gd name="T33" fmla="*/ 1 h 43"/>
                  <a:gd name="T34" fmla="*/ 50 w 62"/>
                  <a:gd name="T35" fmla="*/ 4 h 43"/>
                  <a:gd name="T36" fmla="*/ 49 w 62"/>
                  <a:gd name="T37" fmla="*/ 2 h 43"/>
                  <a:gd name="T38" fmla="*/ 48 w 62"/>
                  <a:gd name="T39" fmla="*/ 7 h 43"/>
                  <a:gd name="T40" fmla="*/ 47 w 62"/>
                  <a:gd name="T41" fmla="*/ 12 h 43"/>
                  <a:gd name="T42" fmla="*/ 46 w 62"/>
                  <a:gd name="T43" fmla="*/ 7 h 43"/>
                  <a:gd name="T44" fmla="*/ 43 w 62"/>
                  <a:gd name="T45" fmla="*/ 7 h 43"/>
                  <a:gd name="T46" fmla="*/ 42 w 62"/>
                  <a:gd name="T47" fmla="*/ 7 h 43"/>
                  <a:gd name="T48" fmla="*/ 40 w 62"/>
                  <a:gd name="T49" fmla="*/ 8 h 43"/>
                  <a:gd name="T50" fmla="*/ 37 w 62"/>
                  <a:gd name="T51" fmla="*/ 9 h 43"/>
                  <a:gd name="T52" fmla="*/ 36 w 62"/>
                  <a:gd name="T53" fmla="*/ 10 h 43"/>
                  <a:gd name="T54" fmla="*/ 36 w 62"/>
                  <a:gd name="T55" fmla="*/ 10 h 43"/>
                  <a:gd name="T56" fmla="*/ 35 w 62"/>
                  <a:gd name="T57" fmla="*/ 12 h 43"/>
                  <a:gd name="T58" fmla="*/ 34 w 62"/>
                  <a:gd name="T59" fmla="*/ 10 h 43"/>
                  <a:gd name="T60" fmla="*/ 33 w 62"/>
                  <a:gd name="T61" fmla="*/ 12 h 43"/>
                  <a:gd name="T62" fmla="*/ 30 w 62"/>
                  <a:gd name="T63" fmla="*/ 11 h 43"/>
                  <a:gd name="T64" fmla="*/ 28 w 62"/>
                  <a:gd name="T65" fmla="*/ 12 h 43"/>
                  <a:gd name="T66" fmla="*/ 26 w 62"/>
                  <a:gd name="T67" fmla="*/ 12 h 43"/>
                  <a:gd name="T68" fmla="*/ 26 w 62"/>
                  <a:gd name="T69" fmla="*/ 14 h 43"/>
                  <a:gd name="T70" fmla="*/ 25 w 62"/>
                  <a:gd name="T71" fmla="*/ 13 h 43"/>
                  <a:gd name="T72" fmla="*/ 24 w 62"/>
                  <a:gd name="T73" fmla="*/ 15 h 43"/>
                  <a:gd name="T74" fmla="*/ 22 w 62"/>
                  <a:gd name="T75" fmla="*/ 16 h 43"/>
                  <a:gd name="T76" fmla="*/ 21 w 62"/>
                  <a:gd name="T77" fmla="*/ 17 h 43"/>
                  <a:gd name="T78" fmla="*/ 22 w 62"/>
                  <a:gd name="T79" fmla="*/ 25 h 43"/>
                  <a:gd name="T80" fmla="*/ 19 w 62"/>
                  <a:gd name="T81" fmla="*/ 21 h 43"/>
                  <a:gd name="T82" fmla="*/ 17 w 62"/>
                  <a:gd name="T83" fmla="*/ 23 h 43"/>
                  <a:gd name="T84" fmla="*/ 16 w 62"/>
                  <a:gd name="T85" fmla="*/ 23 h 43"/>
                  <a:gd name="T86" fmla="*/ 11 w 62"/>
                  <a:gd name="T87" fmla="*/ 24 h 43"/>
                  <a:gd name="T88" fmla="*/ 10 w 62"/>
                  <a:gd name="T89" fmla="*/ 24 h 43"/>
                  <a:gd name="T90" fmla="*/ 8 w 62"/>
                  <a:gd name="T91" fmla="*/ 31 h 43"/>
                  <a:gd name="T92" fmla="*/ 7 w 62"/>
                  <a:gd name="T93" fmla="*/ 32 h 43"/>
                  <a:gd name="T94" fmla="*/ 12 w 62"/>
                  <a:gd name="T95" fmla="*/ 41 h 43"/>
                  <a:gd name="T96" fmla="*/ 18 w 62"/>
                  <a:gd name="T97" fmla="*/ 38 h 43"/>
                  <a:gd name="T98" fmla="*/ 28 w 62"/>
                  <a:gd name="T99" fmla="*/ 27 h 43"/>
                  <a:gd name="T100" fmla="*/ 31 w 62"/>
                  <a:gd name="T101" fmla="*/ 31 h 43"/>
                  <a:gd name="T102" fmla="*/ 36 w 62"/>
                  <a:gd name="T103" fmla="*/ 29 h 43"/>
                  <a:gd name="T104" fmla="*/ 41 w 62"/>
                  <a:gd name="T105"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43">
                    <a:moveTo>
                      <a:pt x="44" y="25"/>
                    </a:moveTo>
                    <a:cubicBezTo>
                      <a:pt x="44" y="25"/>
                      <a:pt x="44" y="26"/>
                      <a:pt x="44" y="26"/>
                    </a:cubicBezTo>
                    <a:cubicBezTo>
                      <a:pt x="44" y="26"/>
                      <a:pt x="44" y="26"/>
                      <a:pt x="45" y="27"/>
                    </a:cubicBezTo>
                    <a:cubicBezTo>
                      <a:pt x="45" y="26"/>
                      <a:pt x="45" y="25"/>
                      <a:pt x="45" y="25"/>
                    </a:cubicBezTo>
                    <a:cubicBezTo>
                      <a:pt x="46" y="27"/>
                      <a:pt x="46" y="25"/>
                      <a:pt x="46" y="26"/>
                    </a:cubicBezTo>
                    <a:cubicBezTo>
                      <a:pt x="46" y="24"/>
                      <a:pt x="46" y="22"/>
                      <a:pt x="46" y="23"/>
                    </a:cubicBezTo>
                    <a:cubicBezTo>
                      <a:pt x="46" y="26"/>
                      <a:pt x="46" y="26"/>
                      <a:pt x="46" y="26"/>
                    </a:cubicBezTo>
                    <a:cubicBezTo>
                      <a:pt x="47" y="24"/>
                      <a:pt x="48" y="27"/>
                      <a:pt x="48" y="23"/>
                    </a:cubicBezTo>
                    <a:cubicBezTo>
                      <a:pt x="48" y="25"/>
                      <a:pt x="48" y="25"/>
                      <a:pt x="48" y="25"/>
                    </a:cubicBezTo>
                    <a:cubicBezTo>
                      <a:pt x="49" y="23"/>
                      <a:pt x="50" y="25"/>
                      <a:pt x="50" y="22"/>
                    </a:cubicBezTo>
                    <a:cubicBezTo>
                      <a:pt x="50" y="23"/>
                      <a:pt x="51" y="23"/>
                      <a:pt x="51" y="23"/>
                    </a:cubicBezTo>
                    <a:cubicBezTo>
                      <a:pt x="51" y="22"/>
                      <a:pt x="51" y="22"/>
                      <a:pt x="51" y="20"/>
                    </a:cubicBezTo>
                    <a:cubicBezTo>
                      <a:pt x="51" y="20"/>
                      <a:pt x="52" y="21"/>
                      <a:pt x="52" y="21"/>
                    </a:cubicBezTo>
                    <a:cubicBezTo>
                      <a:pt x="52" y="22"/>
                      <a:pt x="52" y="24"/>
                      <a:pt x="52" y="22"/>
                    </a:cubicBezTo>
                    <a:cubicBezTo>
                      <a:pt x="52" y="23"/>
                      <a:pt x="52" y="23"/>
                      <a:pt x="52" y="23"/>
                    </a:cubicBezTo>
                    <a:cubicBezTo>
                      <a:pt x="53" y="22"/>
                      <a:pt x="53" y="20"/>
                      <a:pt x="53" y="21"/>
                    </a:cubicBezTo>
                    <a:cubicBezTo>
                      <a:pt x="54" y="20"/>
                      <a:pt x="54" y="20"/>
                      <a:pt x="54" y="18"/>
                    </a:cubicBezTo>
                    <a:cubicBezTo>
                      <a:pt x="54" y="18"/>
                      <a:pt x="54" y="20"/>
                      <a:pt x="54" y="19"/>
                    </a:cubicBezTo>
                    <a:cubicBezTo>
                      <a:pt x="54" y="21"/>
                      <a:pt x="54" y="21"/>
                      <a:pt x="54" y="21"/>
                    </a:cubicBezTo>
                    <a:cubicBezTo>
                      <a:pt x="54" y="21"/>
                      <a:pt x="55" y="20"/>
                      <a:pt x="56" y="19"/>
                    </a:cubicBezTo>
                    <a:cubicBezTo>
                      <a:pt x="56" y="22"/>
                      <a:pt x="56" y="19"/>
                      <a:pt x="57" y="21"/>
                    </a:cubicBezTo>
                    <a:cubicBezTo>
                      <a:pt x="57" y="19"/>
                      <a:pt x="57" y="21"/>
                      <a:pt x="58" y="18"/>
                    </a:cubicBezTo>
                    <a:cubicBezTo>
                      <a:pt x="57" y="20"/>
                      <a:pt x="57" y="20"/>
                      <a:pt x="57" y="20"/>
                    </a:cubicBezTo>
                    <a:cubicBezTo>
                      <a:pt x="58" y="20"/>
                      <a:pt x="58" y="20"/>
                      <a:pt x="58" y="21"/>
                    </a:cubicBezTo>
                    <a:cubicBezTo>
                      <a:pt x="58" y="21"/>
                      <a:pt x="59" y="19"/>
                      <a:pt x="59" y="18"/>
                    </a:cubicBezTo>
                    <a:cubicBezTo>
                      <a:pt x="59" y="20"/>
                      <a:pt x="59" y="20"/>
                      <a:pt x="59" y="20"/>
                    </a:cubicBezTo>
                    <a:cubicBezTo>
                      <a:pt x="59" y="19"/>
                      <a:pt x="60" y="17"/>
                      <a:pt x="60" y="15"/>
                    </a:cubicBezTo>
                    <a:cubicBezTo>
                      <a:pt x="60" y="16"/>
                      <a:pt x="60" y="15"/>
                      <a:pt x="60" y="16"/>
                    </a:cubicBezTo>
                    <a:cubicBezTo>
                      <a:pt x="60" y="17"/>
                      <a:pt x="59" y="19"/>
                      <a:pt x="59" y="20"/>
                    </a:cubicBezTo>
                    <a:cubicBezTo>
                      <a:pt x="59" y="21"/>
                      <a:pt x="60" y="18"/>
                      <a:pt x="60" y="20"/>
                    </a:cubicBezTo>
                    <a:cubicBezTo>
                      <a:pt x="60" y="20"/>
                      <a:pt x="60" y="20"/>
                      <a:pt x="60" y="18"/>
                    </a:cubicBezTo>
                    <a:cubicBezTo>
                      <a:pt x="60" y="20"/>
                      <a:pt x="60" y="20"/>
                      <a:pt x="60" y="20"/>
                    </a:cubicBezTo>
                    <a:cubicBezTo>
                      <a:pt x="60" y="20"/>
                      <a:pt x="60" y="20"/>
                      <a:pt x="60" y="19"/>
                    </a:cubicBezTo>
                    <a:cubicBezTo>
                      <a:pt x="60" y="19"/>
                      <a:pt x="60" y="19"/>
                      <a:pt x="60" y="19"/>
                    </a:cubicBezTo>
                    <a:cubicBezTo>
                      <a:pt x="61" y="17"/>
                      <a:pt x="61" y="17"/>
                      <a:pt x="62" y="15"/>
                    </a:cubicBezTo>
                    <a:cubicBezTo>
                      <a:pt x="61" y="16"/>
                      <a:pt x="61" y="16"/>
                      <a:pt x="61" y="16"/>
                    </a:cubicBezTo>
                    <a:cubicBezTo>
                      <a:pt x="62" y="15"/>
                      <a:pt x="62" y="14"/>
                      <a:pt x="62" y="16"/>
                    </a:cubicBezTo>
                    <a:cubicBezTo>
                      <a:pt x="61" y="17"/>
                      <a:pt x="61" y="18"/>
                      <a:pt x="61" y="19"/>
                    </a:cubicBezTo>
                    <a:cubicBezTo>
                      <a:pt x="62" y="15"/>
                      <a:pt x="62" y="15"/>
                      <a:pt x="62" y="15"/>
                    </a:cubicBezTo>
                    <a:cubicBezTo>
                      <a:pt x="62" y="16"/>
                      <a:pt x="62" y="16"/>
                      <a:pt x="62" y="14"/>
                    </a:cubicBezTo>
                    <a:cubicBezTo>
                      <a:pt x="62" y="15"/>
                      <a:pt x="62" y="15"/>
                      <a:pt x="62" y="15"/>
                    </a:cubicBezTo>
                    <a:cubicBezTo>
                      <a:pt x="62" y="13"/>
                      <a:pt x="62" y="13"/>
                      <a:pt x="62" y="13"/>
                    </a:cubicBezTo>
                    <a:cubicBezTo>
                      <a:pt x="62" y="14"/>
                      <a:pt x="62" y="12"/>
                      <a:pt x="61" y="14"/>
                    </a:cubicBezTo>
                    <a:cubicBezTo>
                      <a:pt x="61" y="15"/>
                      <a:pt x="61" y="15"/>
                      <a:pt x="61" y="15"/>
                    </a:cubicBezTo>
                    <a:cubicBezTo>
                      <a:pt x="61" y="15"/>
                      <a:pt x="60" y="17"/>
                      <a:pt x="61" y="15"/>
                    </a:cubicBezTo>
                    <a:cubicBezTo>
                      <a:pt x="61" y="13"/>
                      <a:pt x="61" y="13"/>
                      <a:pt x="61" y="13"/>
                    </a:cubicBezTo>
                    <a:cubicBezTo>
                      <a:pt x="61" y="13"/>
                      <a:pt x="61" y="14"/>
                      <a:pt x="61" y="14"/>
                    </a:cubicBezTo>
                    <a:cubicBezTo>
                      <a:pt x="62" y="11"/>
                      <a:pt x="62" y="11"/>
                      <a:pt x="62" y="11"/>
                    </a:cubicBezTo>
                    <a:cubicBezTo>
                      <a:pt x="61" y="15"/>
                      <a:pt x="61" y="12"/>
                      <a:pt x="60" y="13"/>
                    </a:cubicBezTo>
                    <a:cubicBezTo>
                      <a:pt x="61" y="12"/>
                      <a:pt x="61" y="12"/>
                      <a:pt x="61" y="12"/>
                    </a:cubicBezTo>
                    <a:cubicBezTo>
                      <a:pt x="61" y="11"/>
                      <a:pt x="60" y="14"/>
                      <a:pt x="60" y="14"/>
                    </a:cubicBezTo>
                    <a:cubicBezTo>
                      <a:pt x="60" y="13"/>
                      <a:pt x="61" y="11"/>
                      <a:pt x="61" y="10"/>
                    </a:cubicBezTo>
                    <a:cubicBezTo>
                      <a:pt x="60" y="10"/>
                      <a:pt x="59" y="12"/>
                      <a:pt x="59" y="10"/>
                    </a:cubicBezTo>
                    <a:cubicBezTo>
                      <a:pt x="59" y="10"/>
                      <a:pt x="59" y="11"/>
                      <a:pt x="58" y="12"/>
                    </a:cubicBezTo>
                    <a:cubicBezTo>
                      <a:pt x="58" y="12"/>
                      <a:pt x="59" y="9"/>
                      <a:pt x="58" y="11"/>
                    </a:cubicBezTo>
                    <a:cubicBezTo>
                      <a:pt x="58" y="10"/>
                      <a:pt x="58" y="9"/>
                      <a:pt x="59" y="8"/>
                    </a:cubicBezTo>
                    <a:cubicBezTo>
                      <a:pt x="58" y="9"/>
                      <a:pt x="58" y="8"/>
                      <a:pt x="58" y="10"/>
                    </a:cubicBezTo>
                    <a:cubicBezTo>
                      <a:pt x="58" y="9"/>
                      <a:pt x="57" y="9"/>
                      <a:pt x="57" y="9"/>
                    </a:cubicBezTo>
                    <a:cubicBezTo>
                      <a:pt x="57" y="9"/>
                      <a:pt x="57" y="8"/>
                      <a:pt x="57" y="7"/>
                    </a:cubicBezTo>
                    <a:cubicBezTo>
                      <a:pt x="57" y="8"/>
                      <a:pt x="56" y="9"/>
                      <a:pt x="56" y="9"/>
                    </a:cubicBezTo>
                    <a:cubicBezTo>
                      <a:pt x="56" y="11"/>
                      <a:pt x="56" y="11"/>
                      <a:pt x="56" y="12"/>
                    </a:cubicBezTo>
                    <a:cubicBezTo>
                      <a:pt x="56" y="13"/>
                      <a:pt x="56" y="13"/>
                      <a:pt x="56" y="13"/>
                    </a:cubicBezTo>
                    <a:cubicBezTo>
                      <a:pt x="56" y="11"/>
                      <a:pt x="56" y="9"/>
                      <a:pt x="56" y="9"/>
                    </a:cubicBezTo>
                    <a:cubicBezTo>
                      <a:pt x="56" y="6"/>
                      <a:pt x="56" y="9"/>
                      <a:pt x="56" y="6"/>
                    </a:cubicBezTo>
                    <a:cubicBezTo>
                      <a:pt x="56" y="4"/>
                      <a:pt x="57" y="4"/>
                      <a:pt x="57" y="5"/>
                    </a:cubicBezTo>
                    <a:cubicBezTo>
                      <a:pt x="58" y="3"/>
                      <a:pt x="57" y="5"/>
                      <a:pt x="57" y="2"/>
                    </a:cubicBezTo>
                    <a:cubicBezTo>
                      <a:pt x="57" y="3"/>
                      <a:pt x="57" y="4"/>
                      <a:pt x="56" y="4"/>
                    </a:cubicBezTo>
                    <a:cubicBezTo>
                      <a:pt x="56" y="5"/>
                      <a:pt x="56" y="6"/>
                      <a:pt x="56" y="7"/>
                    </a:cubicBezTo>
                    <a:cubicBezTo>
                      <a:pt x="56" y="9"/>
                      <a:pt x="56" y="5"/>
                      <a:pt x="56" y="5"/>
                    </a:cubicBezTo>
                    <a:cubicBezTo>
                      <a:pt x="56" y="4"/>
                      <a:pt x="56" y="4"/>
                      <a:pt x="56" y="4"/>
                    </a:cubicBezTo>
                    <a:cubicBezTo>
                      <a:pt x="56" y="3"/>
                      <a:pt x="55" y="5"/>
                      <a:pt x="55" y="5"/>
                    </a:cubicBezTo>
                    <a:cubicBezTo>
                      <a:pt x="55" y="1"/>
                      <a:pt x="56" y="4"/>
                      <a:pt x="56" y="2"/>
                    </a:cubicBezTo>
                    <a:cubicBezTo>
                      <a:pt x="56" y="0"/>
                      <a:pt x="56" y="0"/>
                      <a:pt x="56" y="0"/>
                    </a:cubicBezTo>
                    <a:cubicBezTo>
                      <a:pt x="55" y="0"/>
                      <a:pt x="56" y="3"/>
                      <a:pt x="55" y="2"/>
                    </a:cubicBezTo>
                    <a:cubicBezTo>
                      <a:pt x="55" y="1"/>
                      <a:pt x="55" y="1"/>
                      <a:pt x="55" y="1"/>
                    </a:cubicBezTo>
                    <a:cubicBezTo>
                      <a:pt x="55" y="1"/>
                      <a:pt x="55" y="1"/>
                      <a:pt x="55" y="1"/>
                    </a:cubicBezTo>
                    <a:cubicBezTo>
                      <a:pt x="55" y="3"/>
                      <a:pt x="55" y="4"/>
                      <a:pt x="55" y="4"/>
                    </a:cubicBezTo>
                    <a:cubicBezTo>
                      <a:pt x="55" y="7"/>
                      <a:pt x="55" y="5"/>
                      <a:pt x="55" y="5"/>
                    </a:cubicBezTo>
                    <a:cubicBezTo>
                      <a:pt x="54" y="7"/>
                      <a:pt x="55" y="5"/>
                      <a:pt x="55" y="7"/>
                    </a:cubicBezTo>
                    <a:cubicBezTo>
                      <a:pt x="55" y="8"/>
                      <a:pt x="54" y="9"/>
                      <a:pt x="54" y="9"/>
                    </a:cubicBezTo>
                    <a:cubicBezTo>
                      <a:pt x="54" y="9"/>
                      <a:pt x="54" y="7"/>
                      <a:pt x="54" y="6"/>
                    </a:cubicBezTo>
                    <a:cubicBezTo>
                      <a:pt x="54" y="5"/>
                      <a:pt x="54" y="5"/>
                      <a:pt x="54" y="6"/>
                    </a:cubicBezTo>
                    <a:cubicBezTo>
                      <a:pt x="55" y="4"/>
                      <a:pt x="54" y="3"/>
                      <a:pt x="55" y="1"/>
                    </a:cubicBezTo>
                    <a:cubicBezTo>
                      <a:pt x="54" y="0"/>
                      <a:pt x="54" y="2"/>
                      <a:pt x="54" y="3"/>
                    </a:cubicBezTo>
                    <a:cubicBezTo>
                      <a:pt x="54" y="3"/>
                      <a:pt x="54" y="5"/>
                      <a:pt x="54" y="5"/>
                    </a:cubicBezTo>
                    <a:cubicBezTo>
                      <a:pt x="54" y="10"/>
                      <a:pt x="54" y="2"/>
                      <a:pt x="53" y="3"/>
                    </a:cubicBezTo>
                    <a:cubicBezTo>
                      <a:pt x="53" y="6"/>
                      <a:pt x="53" y="7"/>
                      <a:pt x="53" y="10"/>
                    </a:cubicBezTo>
                    <a:cubicBezTo>
                      <a:pt x="53" y="11"/>
                      <a:pt x="53" y="12"/>
                      <a:pt x="53" y="11"/>
                    </a:cubicBezTo>
                    <a:cubicBezTo>
                      <a:pt x="53" y="9"/>
                      <a:pt x="53" y="10"/>
                      <a:pt x="53" y="8"/>
                    </a:cubicBezTo>
                    <a:cubicBezTo>
                      <a:pt x="53" y="8"/>
                      <a:pt x="53" y="8"/>
                      <a:pt x="53" y="8"/>
                    </a:cubicBezTo>
                    <a:cubicBezTo>
                      <a:pt x="53" y="5"/>
                      <a:pt x="53" y="5"/>
                      <a:pt x="53" y="5"/>
                    </a:cubicBezTo>
                    <a:cubicBezTo>
                      <a:pt x="53" y="4"/>
                      <a:pt x="52" y="2"/>
                      <a:pt x="52" y="1"/>
                    </a:cubicBezTo>
                    <a:cubicBezTo>
                      <a:pt x="52" y="2"/>
                      <a:pt x="52" y="3"/>
                      <a:pt x="52" y="4"/>
                    </a:cubicBezTo>
                    <a:cubicBezTo>
                      <a:pt x="52" y="3"/>
                      <a:pt x="52" y="2"/>
                      <a:pt x="52" y="2"/>
                    </a:cubicBezTo>
                    <a:cubicBezTo>
                      <a:pt x="52" y="3"/>
                      <a:pt x="52" y="5"/>
                      <a:pt x="52" y="5"/>
                    </a:cubicBezTo>
                    <a:cubicBezTo>
                      <a:pt x="52" y="5"/>
                      <a:pt x="51" y="3"/>
                      <a:pt x="51" y="3"/>
                    </a:cubicBezTo>
                    <a:cubicBezTo>
                      <a:pt x="52" y="1"/>
                      <a:pt x="52" y="1"/>
                      <a:pt x="52" y="1"/>
                    </a:cubicBezTo>
                    <a:cubicBezTo>
                      <a:pt x="52" y="3"/>
                      <a:pt x="52" y="0"/>
                      <a:pt x="51" y="1"/>
                    </a:cubicBezTo>
                    <a:cubicBezTo>
                      <a:pt x="51" y="2"/>
                      <a:pt x="51" y="4"/>
                      <a:pt x="51" y="5"/>
                    </a:cubicBezTo>
                    <a:cubicBezTo>
                      <a:pt x="51" y="6"/>
                      <a:pt x="51" y="4"/>
                      <a:pt x="51" y="5"/>
                    </a:cubicBezTo>
                    <a:cubicBezTo>
                      <a:pt x="51" y="3"/>
                      <a:pt x="51" y="3"/>
                      <a:pt x="51" y="3"/>
                    </a:cubicBezTo>
                    <a:cubicBezTo>
                      <a:pt x="51" y="4"/>
                      <a:pt x="51" y="0"/>
                      <a:pt x="51" y="1"/>
                    </a:cubicBezTo>
                    <a:cubicBezTo>
                      <a:pt x="51" y="3"/>
                      <a:pt x="51" y="3"/>
                      <a:pt x="51" y="3"/>
                    </a:cubicBezTo>
                    <a:cubicBezTo>
                      <a:pt x="51" y="2"/>
                      <a:pt x="51" y="2"/>
                      <a:pt x="51" y="1"/>
                    </a:cubicBezTo>
                    <a:cubicBezTo>
                      <a:pt x="51" y="2"/>
                      <a:pt x="50" y="2"/>
                      <a:pt x="50" y="2"/>
                    </a:cubicBezTo>
                    <a:cubicBezTo>
                      <a:pt x="50" y="1"/>
                      <a:pt x="50" y="1"/>
                      <a:pt x="50" y="1"/>
                    </a:cubicBezTo>
                    <a:cubicBezTo>
                      <a:pt x="50" y="2"/>
                      <a:pt x="50" y="4"/>
                      <a:pt x="50" y="2"/>
                    </a:cubicBezTo>
                    <a:cubicBezTo>
                      <a:pt x="50" y="5"/>
                      <a:pt x="50" y="2"/>
                      <a:pt x="50" y="4"/>
                    </a:cubicBezTo>
                    <a:cubicBezTo>
                      <a:pt x="51" y="5"/>
                      <a:pt x="50" y="5"/>
                      <a:pt x="50" y="6"/>
                    </a:cubicBezTo>
                    <a:cubicBezTo>
                      <a:pt x="50" y="3"/>
                      <a:pt x="50" y="5"/>
                      <a:pt x="50" y="5"/>
                    </a:cubicBezTo>
                    <a:cubicBezTo>
                      <a:pt x="50" y="4"/>
                      <a:pt x="49" y="4"/>
                      <a:pt x="49" y="3"/>
                    </a:cubicBezTo>
                    <a:cubicBezTo>
                      <a:pt x="49" y="5"/>
                      <a:pt x="49" y="5"/>
                      <a:pt x="49" y="5"/>
                    </a:cubicBezTo>
                    <a:cubicBezTo>
                      <a:pt x="49" y="2"/>
                      <a:pt x="49" y="6"/>
                      <a:pt x="49" y="5"/>
                    </a:cubicBezTo>
                    <a:cubicBezTo>
                      <a:pt x="49" y="4"/>
                      <a:pt x="49" y="2"/>
                      <a:pt x="49" y="2"/>
                    </a:cubicBezTo>
                    <a:cubicBezTo>
                      <a:pt x="49" y="4"/>
                      <a:pt x="49" y="5"/>
                      <a:pt x="49" y="7"/>
                    </a:cubicBezTo>
                    <a:cubicBezTo>
                      <a:pt x="48" y="6"/>
                      <a:pt x="49" y="4"/>
                      <a:pt x="48" y="2"/>
                    </a:cubicBezTo>
                    <a:cubicBezTo>
                      <a:pt x="48" y="4"/>
                      <a:pt x="48" y="0"/>
                      <a:pt x="48" y="3"/>
                    </a:cubicBezTo>
                    <a:cubicBezTo>
                      <a:pt x="48" y="6"/>
                      <a:pt x="48" y="6"/>
                      <a:pt x="48" y="6"/>
                    </a:cubicBezTo>
                    <a:cubicBezTo>
                      <a:pt x="48" y="6"/>
                      <a:pt x="48" y="5"/>
                      <a:pt x="48" y="4"/>
                    </a:cubicBezTo>
                    <a:cubicBezTo>
                      <a:pt x="48" y="4"/>
                      <a:pt x="48" y="6"/>
                      <a:pt x="48" y="7"/>
                    </a:cubicBezTo>
                    <a:cubicBezTo>
                      <a:pt x="48" y="6"/>
                      <a:pt x="48" y="9"/>
                      <a:pt x="47" y="7"/>
                    </a:cubicBezTo>
                    <a:cubicBezTo>
                      <a:pt x="47" y="6"/>
                      <a:pt x="48" y="7"/>
                      <a:pt x="48" y="5"/>
                    </a:cubicBezTo>
                    <a:cubicBezTo>
                      <a:pt x="47" y="5"/>
                      <a:pt x="48" y="9"/>
                      <a:pt x="47" y="10"/>
                    </a:cubicBezTo>
                    <a:cubicBezTo>
                      <a:pt x="48" y="11"/>
                      <a:pt x="48" y="14"/>
                      <a:pt x="48" y="15"/>
                    </a:cubicBezTo>
                    <a:cubicBezTo>
                      <a:pt x="47" y="14"/>
                      <a:pt x="48" y="14"/>
                      <a:pt x="47" y="12"/>
                    </a:cubicBezTo>
                    <a:cubicBezTo>
                      <a:pt x="47" y="12"/>
                      <a:pt x="47" y="12"/>
                      <a:pt x="47" y="12"/>
                    </a:cubicBezTo>
                    <a:cubicBezTo>
                      <a:pt x="47" y="9"/>
                      <a:pt x="47" y="7"/>
                      <a:pt x="47" y="5"/>
                    </a:cubicBezTo>
                    <a:cubicBezTo>
                      <a:pt x="47" y="6"/>
                      <a:pt x="47" y="6"/>
                      <a:pt x="47" y="6"/>
                    </a:cubicBezTo>
                    <a:cubicBezTo>
                      <a:pt x="47" y="3"/>
                      <a:pt x="47" y="3"/>
                      <a:pt x="47" y="3"/>
                    </a:cubicBezTo>
                    <a:cubicBezTo>
                      <a:pt x="47" y="5"/>
                      <a:pt x="46" y="3"/>
                      <a:pt x="46" y="4"/>
                    </a:cubicBezTo>
                    <a:cubicBezTo>
                      <a:pt x="46" y="6"/>
                      <a:pt x="46" y="3"/>
                      <a:pt x="46" y="5"/>
                    </a:cubicBezTo>
                    <a:cubicBezTo>
                      <a:pt x="46" y="5"/>
                      <a:pt x="47" y="8"/>
                      <a:pt x="46" y="7"/>
                    </a:cubicBezTo>
                    <a:cubicBezTo>
                      <a:pt x="46" y="4"/>
                      <a:pt x="46" y="4"/>
                      <a:pt x="46" y="4"/>
                    </a:cubicBezTo>
                    <a:cubicBezTo>
                      <a:pt x="46" y="3"/>
                      <a:pt x="46" y="6"/>
                      <a:pt x="46" y="5"/>
                    </a:cubicBezTo>
                    <a:cubicBezTo>
                      <a:pt x="46" y="4"/>
                      <a:pt x="46" y="4"/>
                      <a:pt x="46" y="4"/>
                    </a:cubicBezTo>
                    <a:cubicBezTo>
                      <a:pt x="45" y="4"/>
                      <a:pt x="44" y="4"/>
                      <a:pt x="44" y="8"/>
                    </a:cubicBezTo>
                    <a:cubicBezTo>
                      <a:pt x="44" y="6"/>
                      <a:pt x="43" y="6"/>
                      <a:pt x="43" y="5"/>
                    </a:cubicBezTo>
                    <a:cubicBezTo>
                      <a:pt x="43" y="6"/>
                      <a:pt x="43" y="7"/>
                      <a:pt x="43" y="7"/>
                    </a:cubicBezTo>
                    <a:cubicBezTo>
                      <a:pt x="43" y="5"/>
                      <a:pt x="43" y="5"/>
                      <a:pt x="43" y="5"/>
                    </a:cubicBezTo>
                    <a:cubicBezTo>
                      <a:pt x="42" y="4"/>
                      <a:pt x="42" y="6"/>
                      <a:pt x="42" y="7"/>
                    </a:cubicBezTo>
                    <a:cubicBezTo>
                      <a:pt x="42" y="6"/>
                      <a:pt x="42" y="6"/>
                      <a:pt x="42" y="6"/>
                    </a:cubicBezTo>
                    <a:cubicBezTo>
                      <a:pt x="42" y="4"/>
                      <a:pt x="42" y="7"/>
                      <a:pt x="42" y="7"/>
                    </a:cubicBezTo>
                    <a:cubicBezTo>
                      <a:pt x="42" y="6"/>
                      <a:pt x="42" y="6"/>
                      <a:pt x="42" y="6"/>
                    </a:cubicBezTo>
                    <a:cubicBezTo>
                      <a:pt x="42" y="7"/>
                      <a:pt x="42" y="7"/>
                      <a:pt x="42" y="7"/>
                    </a:cubicBezTo>
                    <a:cubicBezTo>
                      <a:pt x="42" y="8"/>
                      <a:pt x="42" y="8"/>
                      <a:pt x="41" y="6"/>
                    </a:cubicBezTo>
                    <a:cubicBezTo>
                      <a:pt x="41" y="7"/>
                      <a:pt x="41" y="7"/>
                      <a:pt x="41" y="7"/>
                    </a:cubicBezTo>
                    <a:cubicBezTo>
                      <a:pt x="41" y="6"/>
                      <a:pt x="41" y="6"/>
                      <a:pt x="40" y="7"/>
                    </a:cubicBezTo>
                    <a:cubicBezTo>
                      <a:pt x="41" y="7"/>
                      <a:pt x="41" y="8"/>
                      <a:pt x="41" y="9"/>
                    </a:cubicBezTo>
                    <a:cubicBezTo>
                      <a:pt x="41" y="12"/>
                      <a:pt x="41" y="9"/>
                      <a:pt x="41" y="10"/>
                    </a:cubicBezTo>
                    <a:cubicBezTo>
                      <a:pt x="40" y="8"/>
                      <a:pt x="40" y="8"/>
                      <a:pt x="40" y="8"/>
                    </a:cubicBezTo>
                    <a:cubicBezTo>
                      <a:pt x="40" y="5"/>
                      <a:pt x="39" y="7"/>
                      <a:pt x="39" y="7"/>
                    </a:cubicBezTo>
                    <a:cubicBezTo>
                      <a:pt x="39" y="8"/>
                      <a:pt x="39" y="8"/>
                      <a:pt x="39" y="8"/>
                    </a:cubicBezTo>
                    <a:cubicBezTo>
                      <a:pt x="38" y="6"/>
                      <a:pt x="38" y="8"/>
                      <a:pt x="38" y="8"/>
                    </a:cubicBezTo>
                    <a:cubicBezTo>
                      <a:pt x="38" y="9"/>
                      <a:pt x="38" y="11"/>
                      <a:pt x="38" y="11"/>
                    </a:cubicBezTo>
                    <a:cubicBezTo>
                      <a:pt x="38" y="13"/>
                      <a:pt x="38" y="9"/>
                      <a:pt x="37" y="8"/>
                    </a:cubicBezTo>
                    <a:cubicBezTo>
                      <a:pt x="37" y="9"/>
                      <a:pt x="37" y="9"/>
                      <a:pt x="37" y="9"/>
                    </a:cubicBezTo>
                    <a:cubicBezTo>
                      <a:pt x="37" y="8"/>
                      <a:pt x="37" y="8"/>
                      <a:pt x="37" y="8"/>
                    </a:cubicBezTo>
                    <a:cubicBezTo>
                      <a:pt x="37" y="9"/>
                      <a:pt x="37" y="10"/>
                      <a:pt x="37" y="9"/>
                    </a:cubicBezTo>
                    <a:cubicBezTo>
                      <a:pt x="37" y="9"/>
                      <a:pt x="37" y="9"/>
                      <a:pt x="37" y="9"/>
                    </a:cubicBezTo>
                    <a:cubicBezTo>
                      <a:pt x="36" y="9"/>
                      <a:pt x="36" y="8"/>
                      <a:pt x="36" y="8"/>
                    </a:cubicBezTo>
                    <a:cubicBezTo>
                      <a:pt x="36" y="10"/>
                      <a:pt x="36" y="9"/>
                      <a:pt x="36" y="10"/>
                    </a:cubicBezTo>
                    <a:cubicBezTo>
                      <a:pt x="36" y="10"/>
                      <a:pt x="36" y="10"/>
                      <a:pt x="36" y="10"/>
                    </a:cubicBezTo>
                    <a:cubicBezTo>
                      <a:pt x="36" y="11"/>
                      <a:pt x="36" y="11"/>
                      <a:pt x="36" y="11"/>
                    </a:cubicBezTo>
                    <a:cubicBezTo>
                      <a:pt x="36" y="10"/>
                      <a:pt x="36" y="10"/>
                      <a:pt x="36" y="10"/>
                    </a:cubicBezTo>
                    <a:cubicBezTo>
                      <a:pt x="36" y="9"/>
                      <a:pt x="36" y="9"/>
                      <a:pt x="36" y="9"/>
                    </a:cubicBezTo>
                    <a:cubicBezTo>
                      <a:pt x="35" y="8"/>
                      <a:pt x="36" y="10"/>
                      <a:pt x="36" y="11"/>
                    </a:cubicBezTo>
                    <a:cubicBezTo>
                      <a:pt x="36" y="12"/>
                      <a:pt x="36" y="11"/>
                      <a:pt x="35" y="10"/>
                    </a:cubicBezTo>
                    <a:cubicBezTo>
                      <a:pt x="35" y="9"/>
                      <a:pt x="36" y="10"/>
                      <a:pt x="36" y="10"/>
                    </a:cubicBezTo>
                    <a:cubicBezTo>
                      <a:pt x="35" y="9"/>
                      <a:pt x="35" y="9"/>
                      <a:pt x="35" y="9"/>
                    </a:cubicBezTo>
                    <a:cubicBezTo>
                      <a:pt x="35" y="9"/>
                      <a:pt x="36" y="10"/>
                      <a:pt x="35" y="10"/>
                    </a:cubicBezTo>
                    <a:cubicBezTo>
                      <a:pt x="35" y="10"/>
                      <a:pt x="35" y="10"/>
                      <a:pt x="35" y="9"/>
                    </a:cubicBezTo>
                    <a:cubicBezTo>
                      <a:pt x="35" y="10"/>
                      <a:pt x="35" y="10"/>
                      <a:pt x="35" y="10"/>
                    </a:cubicBezTo>
                    <a:cubicBezTo>
                      <a:pt x="35" y="11"/>
                      <a:pt x="35" y="11"/>
                      <a:pt x="35" y="12"/>
                    </a:cubicBezTo>
                    <a:cubicBezTo>
                      <a:pt x="35" y="12"/>
                      <a:pt x="35" y="13"/>
                      <a:pt x="35" y="12"/>
                    </a:cubicBezTo>
                    <a:cubicBezTo>
                      <a:pt x="35" y="12"/>
                      <a:pt x="35" y="12"/>
                      <a:pt x="35" y="12"/>
                    </a:cubicBezTo>
                    <a:cubicBezTo>
                      <a:pt x="35" y="12"/>
                      <a:pt x="35" y="12"/>
                      <a:pt x="35" y="13"/>
                    </a:cubicBezTo>
                    <a:cubicBezTo>
                      <a:pt x="35" y="11"/>
                      <a:pt x="35" y="11"/>
                      <a:pt x="35" y="11"/>
                    </a:cubicBezTo>
                    <a:cubicBezTo>
                      <a:pt x="35" y="12"/>
                      <a:pt x="35" y="12"/>
                      <a:pt x="35" y="13"/>
                    </a:cubicBezTo>
                    <a:cubicBezTo>
                      <a:pt x="34" y="11"/>
                      <a:pt x="34" y="9"/>
                      <a:pt x="33" y="9"/>
                    </a:cubicBezTo>
                    <a:cubicBezTo>
                      <a:pt x="34" y="10"/>
                      <a:pt x="34" y="10"/>
                      <a:pt x="34" y="10"/>
                    </a:cubicBezTo>
                    <a:cubicBezTo>
                      <a:pt x="34" y="11"/>
                      <a:pt x="33" y="10"/>
                      <a:pt x="33" y="9"/>
                    </a:cubicBezTo>
                    <a:cubicBezTo>
                      <a:pt x="33" y="8"/>
                      <a:pt x="34" y="14"/>
                      <a:pt x="33" y="13"/>
                    </a:cubicBezTo>
                    <a:cubicBezTo>
                      <a:pt x="33" y="11"/>
                      <a:pt x="33" y="10"/>
                      <a:pt x="32" y="10"/>
                    </a:cubicBezTo>
                    <a:cubicBezTo>
                      <a:pt x="33" y="10"/>
                      <a:pt x="33" y="11"/>
                      <a:pt x="33" y="11"/>
                    </a:cubicBezTo>
                    <a:cubicBezTo>
                      <a:pt x="33" y="12"/>
                      <a:pt x="32" y="10"/>
                      <a:pt x="33" y="11"/>
                    </a:cubicBezTo>
                    <a:cubicBezTo>
                      <a:pt x="33" y="12"/>
                      <a:pt x="33" y="12"/>
                      <a:pt x="33" y="12"/>
                    </a:cubicBezTo>
                    <a:cubicBezTo>
                      <a:pt x="32" y="8"/>
                      <a:pt x="32" y="11"/>
                      <a:pt x="31" y="9"/>
                    </a:cubicBezTo>
                    <a:cubicBezTo>
                      <a:pt x="31" y="12"/>
                      <a:pt x="31" y="10"/>
                      <a:pt x="31" y="11"/>
                    </a:cubicBezTo>
                    <a:cubicBezTo>
                      <a:pt x="30" y="9"/>
                      <a:pt x="31" y="12"/>
                      <a:pt x="30" y="10"/>
                    </a:cubicBezTo>
                    <a:cubicBezTo>
                      <a:pt x="31" y="13"/>
                      <a:pt x="31" y="13"/>
                      <a:pt x="31" y="13"/>
                    </a:cubicBezTo>
                    <a:cubicBezTo>
                      <a:pt x="30" y="11"/>
                      <a:pt x="32" y="16"/>
                      <a:pt x="31" y="13"/>
                    </a:cubicBezTo>
                    <a:cubicBezTo>
                      <a:pt x="30" y="13"/>
                      <a:pt x="30" y="12"/>
                      <a:pt x="30" y="11"/>
                    </a:cubicBezTo>
                    <a:cubicBezTo>
                      <a:pt x="29" y="9"/>
                      <a:pt x="30" y="14"/>
                      <a:pt x="29" y="11"/>
                    </a:cubicBezTo>
                    <a:cubicBezTo>
                      <a:pt x="30" y="14"/>
                      <a:pt x="30" y="14"/>
                      <a:pt x="30" y="14"/>
                    </a:cubicBezTo>
                    <a:cubicBezTo>
                      <a:pt x="30" y="13"/>
                      <a:pt x="29" y="12"/>
                      <a:pt x="29" y="11"/>
                    </a:cubicBezTo>
                    <a:cubicBezTo>
                      <a:pt x="29" y="12"/>
                      <a:pt x="29" y="13"/>
                      <a:pt x="29" y="12"/>
                    </a:cubicBezTo>
                    <a:cubicBezTo>
                      <a:pt x="28" y="11"/>
                      <a:pt x="28" y="11"/>
                      <a:pt x="28" y="11"/>
                    </a:cubicBezTo>
                    <a:cubicBezTo>
                      <a:pt x="28" y="10"/>
                      <a:pt x="28" y="11"/>
                      <a:pt x="28" y="12"/>
                    </a:cubicBezTo>
                    <a:cubicBezTo>
                      <a:pt x="28" y="11"/>
                      <a:pt x="28" y="12"/>
                      <a:pt x="27" y="11"/>
                    </a:cubicBezTo>
                    <a:cubicBezTo>
                      <a:pt x="28" y="13"/>
                      <a:pt x="26" y="10"/>
                      <a:pt x="27" y="13"/>
                    </a:cubicBezTo>
                    <a:cubicBezTo>
                      <a:pt x="27" y="12"/>
                      <a:pt x="27" y="12"/>
                      <a:pt x="27" y="12"/>
                    </a:cubicBezTo>
                    <a:cubicBezTo>
                      <a:pt x="27" y="13"/>
                      <a:pt x="28" y="15"/>
                      <a:pt x="28" y="15"/>
                    </a:cubicBezTo>
                    <a:cubicBezTo>
                      <a:pt x="27" y="13"/>
                      <a:pt x="27" y="13"/>
                      <a:pt x="27" y="13"/>
                    </a:cubicBezTo>
                    <a:cubicBezTo>
                      <a:pt x="26" y="11"/>
                      <a:pt x="27" y="13"/>
                      <a:pt x="26" y="12"/>
                    </a:cubicBezTo>
                    <a:cubicBezTo>
                      <a:pt x="27" y="13"/>
                      <a:pt x="26" y="12"/>
                      <a:pt x="26" y="13"/>
                    </a:cubicBezTo>
                    <a:cubicBezTo>
                      <a:pt x="26" y="14"/>
                      <a:pt x="26" y="14"/>
                      <a:pt x="26" y="14"/>
                    </a:cubicBezTo>
                    <a:cubicBezTo>
                      <a:pt x="27" y="15"/>
                      <a:pt x="27" y="15"/>
                      <a:pt x="27" y="15"/>
                    </a:cubicBezTo>
                    <a:cubicBezTo>
                      <a:pt x="26" y="15"/>
                      <a:pt x="26" y="13"/>
                      <a:pt x="26" y="13"/>
                    </a:cubicBezTo>
                    <a:cubicBezTo>
                      <a:pt x="25" y="12"/>
                      <a:pt x="26" y="13"/>
                      <a:pt x="26" y="13"/>
                    </a:cubicBezTo>
                    <a:cubicBezTo>
                      <a:pt x="26" y="13"/>
                      <a:pt x="26" y="13"/>
                      <a:pt x="26" y="14"/>
                    </a:cubicBezTo>
                    <a:cubicBezTo>
                      <a:pt x="26" y="13"/>
                      <a:pt x="26" y="13"/>
                      <a:pt x="26" y="13"/>
                    </a:cubicBezTo>
                    <a:cubicBezTo>
                      <a:pt x="26" y="13"/>
                      <a:pt x="26" y="13"/>
                      <a:pt x="26" y="14"/>
                    </a:cubicBezTo>
                    <a:cubicBezTo>
                      <a:pt x="26" y="13"/>
                      <a:pt x="26" y="13"/>
                      <a:pt x="25" y="13"/>
                    </a:cubicBezTo>
                    <a:cubicBezTo>
                      <a:pt x="26" y="13"/>
                      <a:pt x="26" y="13"/>
                      <a:pt x="26" y="13"/>
                    </a:cubicBezTo>
                    <a:cubicBezTo>
                      <a:pt x="25" y="13"/>
                      <a:pt x="25" y="13"/>
                      <a:pt x="25" y="13"/>
                    </a:cubicBezTo>
                    <a:cubicBezTo>
                      <a:pt x="25" y="13"/>
                      <a:pt x="25" y="13"/>
                      <a:pt x="25" y="13"/>
                    </a:cubicBezTo>
                    <a:cubicBezTo>
                      <a:pt x="25" y="13"/>
                      <a:pt x="25" y="13"/>
                      <a:pt x="25" y="13"/>
                    </a:cubicBezTo>
                    <a:cubicBezTo>
                      <a:pt x="25" y="11"/>
                      <a:pt x="25" y="11"/>
                      <a:pt x="25" y="11"/>
                    </a:cubicBezTo>
                    <a:cubicBezTo>
                      <a:pt x="24" y="11"/>
                      <a:pt x="25" y="13"/>
                      <a:pt x="25" y="13"/>
                    </a:cubicBezTo>
                    <a:cubicBezTo>
                      <a:pt x="24" y="12"/>
                      <a:pt x="24" y="14"/>
                      <a:pt x="24" y="15"/>
                    </a:cubicBezTo>
                    <a:cubicBezTo>
                      <a:pt x="24" y="15"/>
                      <a:pt x="24" y="14"/>
                      <a:pt x="24" y="14"/>
                    </a:cubicBezTo>
                    <a:cubicBezTo>
                      <a:pt x="24" y="15"/>
                      <a:pt x="24" y="16"/>
                      <a:pt x="24" y="15"/>
                    </a:cubicBezTo>
                    <a:cubicBezTo>
                      <a:pt x="24" y="16"/>
                      <a:pt x="23" y="14"/>
                      <a:pt x="23" y="14"/>
                    </a:cubicBezTo>
                    <a:cubicBezTo>
                      <a:pt x="23" y="14"/>
                      <a:pt x="24" y="15"/>
                      <a:pt x="24" y="15"/>
                    </a:cubicBezTo>
                    <a:cubicBezTo>
                      <a:pt x="23" y="13"/>
                      <a:pt x="23" y="17"/>
                      <a:pt x="23" y="15"/>
                    </a:cubicBezTo>
                    <a:cubicBezTo>
                      <a:pt x="23" y="15"/>
                      <a:pt x="22" y="14"/>
                      <a:pt x="22" y="14"/>
                    </a:cubicBezTo>
                    <a:cubicBezTo>
                      <a:pt x="22" y="15"/>
                      <a:pt x="22" y="16"/>
                      <a:pt x="23" y="17"/>
                    </a:cubicBezTo>
                    <a:cubicBezTo>
                      <a:pt x="22" y="16"/>
                      <a:pt x="22" y="16"/>
                      <a:pt x="22" y="16"/>
                    </a:cubicBezTo>
                    <a:cubicBezTo>
                      <a:pt x="22" y="16"/>
                      <a:pt x="22" y="16"/>
                      <a:pt x="22" y="17"/>
                    </a:cubicBezTo>
                    <a:cubicBezTo>
                      <a:pt x="23" y="18"/>
                      <a:pt x="23" y="20"/>
                      <a:pt x="23" y="19"/>
                    </a:cubicBezTo>
                    <a:cubicBezTo>
                      <a:pt x="23" y="19"/>
                      <a:pt x="23" y="19"/>
                      <a:pt x="23" y="19"/>
                    </a:cubicBezTo>
                    <a:cubicBezTo>
                      <a:pt x="22" y="20"/>
                      <a:pt x="22" y="20"/>
                      <a:pt x="22" y="20"/>
                    </a:cubicBezTo>
                    <a:cubicBezTo>
                      <a:pt x="22" y="19"/>
                      <a:pt x="22" y="20"/>
                      <a:pt x="22" y="19"/>
                    </a:cubicBezTo>
                    <a:cubicBezTo>
                      <a:pt x="21" y="16"/>
                      <a:pt x="21" y="17"/>
                      <a:pt x="21" y="17"/>
                    </a:cubicBezTo>
                    <a:cubicBezTo>
                      <a:pt x="21" y="19"/>
                      <a:pt x="21" y="19"/>
                      <a:pt x="21" y="19"/>
                    </a:cubicBezTo>
                    <a:cubicBezTo>
                      <a:pt x="21" y="19"/>
                      <a:pt x="21" y="17"/>
                      <a:pt x="21" y="17"/>
                    </a:cubicBezTo>
                    <a:cubicBezTo>
                      <a:pt x="22" y="22"/>
                      <a:pt x="22" y="22"/>
                      <a:pt x="22" y="22"/>
                    </a:cubicBezTo>
                    <a:cubicBezTo>
                      <a:pt x="22" y="22"/>
                      <a:pt x="21" y="20"/>
                      <a:pt x="21" y="19"/>
                    </a:cubicBezTo>
                    <a:cubicBezTo>
                      <a:pt x="21" y="20"/>
                      <a:pt x="22" y="22"/>
                      <a:pt x="22" y="24"/>
                    </a:cubicBezTo>
                    <a:cubicBezTo>
                      <a:pt x="22" y="24"/>
                      <a:pt x="22" y="25"/>
                      <a:pt x="22" y="25"/>
                    </a:cubicBezTo>
                    <a:cubicBezTo>
                      <a:pt x="21" y="24"/>
                      <a:pt x="22" y="25"/>
                      <a:pt x="22" y="24"/>
                    </a:cubicBezTo>
                    <a:cubicBezTo>
                      <a:pt x="21" y="22"/>
                      <a:pt x="21" y="22"/>
                      <a:pt x="21" y="22"/>
                    </a:cubicBezTo>
                    <a:cubicBezTo>
                      <a:pt x="21" y="22"/>
                      <a:pt x="20" y="20"/>
                      <a:pt x="20" y="19"/>
                    </a:cubicBezTo>
                    <a:cubicBezTo>
                      <a:pt x="20" y="20"/>
                      <a:pt x="19" y="19"/>
                      <a:pt x="19" y="19"/>
                    </a:cubicBezTo>
                    <a:cubicBezTo>
                      <a:pt x="20" y="22"/>
                      <a:pt x="19" y="21"/>
                      <a:pt x="20" y="23"/>
                    </a:cubicBezTo>
                    <a:cubicBezTo>
                      <a:pt x="20" y="24"/>
                      <a:pt x="19" y="21"/>
                      <a:pt x="19" y="21"/>
                    </a:cubicBezTo>
                    <a:cubicBezTo>
                      <a:pt x="19" y="22"/>
                      <a:pt x="18" y="21"/>
                      <a:pt x="18" y="22"/>
                    </a:cubicBezTo>
                    <a:cubicBezTo>
                      <a:pt x="18" y="21"/>
                      <a:pt x="18" y="21"/>
                      <a:pt x="18" y="21"/>
                    </a:cubicBezTo>
                    <a:cubicBezTo>
                      <a:pt x="18" y="22"/>
                      <a:pt x="17" y="21"/>
                      <a:pt x="18" y="24"/>
                    </a:cubicBezTo>
                    <a:cubicBezTo>
                      <a:pt x="17" y="22"/>
                      <a:pt x="17" y="22"/>
                      <a:pt x="17" y="22"/>
                    </a:cubicBezTo>
                    <a:cubicBezTo>
                      <a:pt x="17" y="22"/>
                      <a:pt x="19" y="25"/>
                      <a:pt x="18" y="24"/>
                    </a:cubicBezTo>
                    <a:cubicBezTo>
                      <a:pt x="17" y="23"/>
                      <a:pt x="17" y="23"/>
                      <a:pt x="17" y="23"/>
                    </a:cubicBezTo>
                    <a:cubicBezTo>
                      <a:pt x="18" y="24"/>
                      <a:pt x="16" y="22"/>
                      <a:pt x="17" y="24"/>
                    </a:cubicBezTo>
                    <a:cubicBezTo>
                      <a:pt x="17" y="23"/>
                      <a:pt x="17" y="23"/>
                      <a:pt x="17" y="23"/>
                    </a:cubicBezTo>
                    <a:cubicBezTo>
                      <a:pt x="17" y="23"/>
                      <a:pt x="16" y="23"/>
                      <a:pt x="17" y="25"/>
                    </a:cubicBezTo>
                    <a:cubicBezTo>
                      <a:pt x="16" y="23"/>
                      <a:pt x="16" y="23"/>
                      <a:pt x="16" y="23"/>
                    </a:cubicBezTo>
                    <a:cubicBezTo>
                      <a:pt x="15" y="22"/>
                      <a:pt x="17" y="25"/>
                      <a:pt x="16" y="24"/>
                    </a:cubicBezTo>
                    <a:cubicBezTo>
                      <a:pt x="16" y="24"/>
                      <a:pt x="16" y="23"/>
                      <a:pt x="16" y="23"/>
                    </a:cubicBezTo>
                    <a:cubicBezTo>
                      <a:pt x="16" y="24"/>
                      <a:pt x="16" y="24"/>
                      <a:pt x="16" y="25"/>
                    </a:cubicBezTo>
                    <a:cubicBezTo>
                      <a:pt x="15" y="23"/>
                      <a:pt x="15" y="23"/>
                      <a:pt x="15" y="23"/>
                    </a:cubicBezTo>
                    <a:cubicBezTo>
                      <a:pt x="14" y="23"/>
                      <a:pt x="13" y="23"/>
                      <a:pt x="13" y="26"/>
                    </a:cubicBezTo>
                    <a:cubicBezTo>
                      <a:pt x="11" y="24"/>
                      <a:pt x="12" y="24"/>
                      <a:pt x="11" y="23"/>
                    </a:cubicBezTo>
                    <a:cubicBezTo>
                      <a:pt x="12" y="25"/>
                      <a:pt x="11" y="24"/>
                      <a:pt x="11" y="24"/>
                    </a:cubicBezTo>
                    <a:cubicBezTo>
                      <a:pt x="11" y="24"/>
                      <a:pt x="11" y="24"/>
                      <a:pt x="11" y="24"/>
                    </a:cubicBezTo>
                    <a:cubicBezTo>
                      <a:pt x="11" y="25"/>
                      <a:pt x="11" y="23"/>
                      <a:pt x="11" y="24"/>
                    </a:cubicBezTo>
                    <a:cubicBezTo>
                      <a:pt x="11" y="25"/>
                      <a:pt x="11" y="25"/>
                      <a:pt x="11" y="25"/>
                    </a:cubicBezTo>
                    <a:cubicBezTo>
                      <a:pt x="12" y="26"/>
                      <a:pt x="10" y="22"/>
                      <a:pt x="11" y="25"/>
                    </a:cubicBezTo>
                    <a:cubicBezTo>
                      <a:pt x="10" y="23"/>
                      <a:pt x="10" y="23"/>
                      <a:pt x="10" y="23"/>
                    </a:cubicBezTo>
                    <a:cubicBezTo>
                      <a:pt x="11" y="26"/>
                      <a:pt x="9" y="23"/>
                      <a:pt x="10" y="25"/>
                    </a:cubicBezTo>
                    <a:cubicBezTo>
                      <a:pt x="10" y="24"/>
                      <a:pt x="10" y="24"/>
                      <a:pt x="10" y="24"/>
                    </a:cubicBezTo>
                    <a:cubicBezTo>
                      <a:pt x="9" y="24"/>
                      <a:pt x="11" y="27"/>
                      <a:pt x="10" y="25"/>
                    </a:cubicBezTo>
                    <a:cubicBezTo>
                      <a:pt x="10" y="26"/>
                      <a:pt x="10" y="26"/>
                      <a:pt x="11" y="28"/>
                    </a:cubicBezTo>
                    <a:cubicBezTo>
                      <a:pt x="9" y="26"/>
                      <a:pt x="9" y="26"/>
                      <a:pt x="9" y="26"/>
                    </a:cubicBezTo>
                    <a:cubicBezTo>
                      <a:pt x="9" y="27"/>
                      <a:pt x="8" y="27"/>
                      <a:pt x="9" y="30"/>
                    </a:cubicBezTo>
                    <a:cubicBezTo>
                      <a:pt x="8" y="29"/>
                      <a:pt x="8" y="29"/>
                      <a:pt x="8" y="29"/>
                    </a:cubicBezTo>
                    <a:cubicBezTo>
                      <a:pt x="9" y="31"/>
                      <a:pt x="6" y="27"/>
                      <a:pt x="8" y="31"/>
                    </a:cubicBezTo>
                    <a:cubicBezTo>
                      <a:pt x="9" y="33"/>
                      <a:pt x="9" y="33"/>
                      <a:pt x="9" y="33"/>
                    </a:cubicBezTo>
                    <a:cubicBezTo>
                      <a:pt x="8" y="30"/>
                      <a:pt x="8" y="30"/>
                      <a:pt x="8" y="30"/>
                    </a:cubicBezTo>
                    <a:cubicBezTo>
                      <a:pt x="8" y="32"/>
                      <a:pt x="7" y="31"/>
                      <a:pt x="8" y="32"/>
                    </a:cubicBezTo>
                    <a:cubicBezTo>
                      <a:pt x="7" y="31"/>
                      <a:pt x="7" y="31"/>
                      <a:pt x="7" y="31"/>
                    </a:cubicBezTo>
                    <a:cubicBezTo>
                      <a:pt x="7" y="31"/>
                      <a:pt x="8" y="33"/>
                      <a:pt x="8" y="33"/>
                    </a:cubicBezTo>
                    <a:cubicBezTo>
                      <a:pt x="7" y="32"/>
                      <a:pt x="7" y="32"/>
                      <a:pt x="7" y="32"/>
                    </a:cubicBezTo>
                    <a:cubicBezTo>
                      <a:pt x="5" y="30"/>
                      <a:pt x="2" y="29"/>
                      <a:pt x="4" y="33"/>
                    </a:cubicBezTo>
                    <a:cubicBezTo>
                      <a:pt x="4" y="33"/>
                      <a:pt x="3" y="31"/>
                      <a:pt x="3" y="31"/>
                    </a:cubicBezTo>
                    <a:cubicBezTo>
                      <a:pt x="4" y="34"/>
                      <a:pt x="0" y="30"/>
                      <a:pt x="2" y="35"/>
                    </a:cubicBezTo>
                    <a:cubicBezTo>
                      <a:pt x="3" y="36"/>
                      <a:pt x="6" y="41"/>
                      <a:pt x="6" y="41"/>
                    </a:cubicBezTo>
                    <a:cubicBezTo>
                      <a:pt x="6" y="39"/>
                      <a:pt x="9" y="40"/>
                      <a:pt x="11" y="42"/>
                    </a:cubicBezTo>
                    <a:cubicBezTo>
                      <a:pt x="11" y="41"/>
                      <a:pt x="11" y="40"/>
                      <a:pt x="12" y="41"/>
                    </a:cubicBezTo>
                    <a:cubicBezTo>
                      <a:pt x="13" y="40"/>
                      <a:pt x="17" y="43"/>
                      <a:pt x="17" y="40"/>
                    </a:cubicBezTo>
                    <a:cubicBezTo>
                      <a:pt x="17" y="40"/>
                      <a:pt x="16" y="39"/>
                      <a:pt x="16" y="38"/>
                    </a:cubicBezTo>
                    <a:cubicBezTo>
                      <a:pt x="17" y="39"/>
                      <a:pt x="17" y="39"/>
                      <a:pt x="17" y="39"/>
                    </a:cubicBezTo>
                    <a:cubicBezTo>
                      <a:pt x="16" y="38"/>
                      <a:pt x="16" y="38"/>
                      <a:pt x="16" y="38"/>
                    </a:cubicBezTo>
                    <a:cubicBezTo>
                      <a:pt x="16" y="37"/>
                      <a:pt x="17" y="39"/>
                      <a:pt x="17" y="39"/>
                    </a:cubicBezTo>
                    <a:cubicBezTo>
                      <a:pt x="17" y="39"/>
                      <a:pt x="18" y="38"/>
                      <a:pt x="18" y="38"/>
                    </a:cubicBezTo>
                    <a:cubicBezTo>
                      <a:pt x="18" y="36"/>
                      <a:pt x="19" y="38"/>
                      <a:pt x="18" y="36"/>
                    </a:cubicBezTo>
                    <a:cubicBezTo>
                      <a:pt x="18" y="37"/>
                      <a:pt x="18" y="37"/>
                      <a:pt x="18" y="37"/>
                    </a:cubicBezTo>
                    <a:cubicBezTo>
                      <a:pt x="18" y="36"/>
                      <a:pt x="18" y="35"/>
                      <a:pt x="20" y="38"/>
                    </a:cubicBezTo>
                    <a:cubicBezTo>
                      <a:pt x="22" y="39"/>
                      <a:pt x="23" y="37"/>
                      <a:pt x="25" y="37"/>
                    </a:cubicBezTo>
                    <a:cubicBezTo>
                      <a:pt x="26" y="35"/>
                      <a:pt x="27" y="33"/>
                      <a:pt x="29" y="32"/>
                    </a:cubicBezTo>
                    <a:cubicBezTo>
                      <a:pt x="28" y="28"/>
                      <a:pt x="29" y="30"/>
                      <a:pt x="28" y="27"/>
                    </a:cubicBezTo>
                    <a:cubicBezTo>
                      <a:pt x="29" y="28"/>
                      <a:pt x="29" y="28"/>
                      <a:pt x="29" y="28"/>
                    </a:cubicBezTo>
                    <a:cubicBezTo>
                      <a:pt x="28" y="26"/>
                      <a:pt x="29" y="28"/>
                      <a:pt x="30" y="29"/>
                    </a:cubicBezTo>
                    <a:cubicBezTo>
                      <a:pt x="29" y="28"/>
                      <a:pt x="30" y="29"/>
                      <a:pt x="29" y="27"/>
                    </a:cubicBezTo>
                    <a:cubicBezTo>
                      <a:pt x="29" y="25"/>
                      <a:pt x="30" y="30"/>
                      <a:pt x="30" y="29"/>
                    </a:cubicBezTo>
                    <a:cubicBezTo>
                      <a:pt x="30" y="29"/>
                      <a:pt x="30" y="27"/>
                      <a:pt x="30" y="28"/>
                    </a:cubicBezTo>
                    <a:cubicBezTo>
                      <a:pt x="30" y="26"/>
                      <a:pt x="30" y="29"/>
                      <a:pt x="31" y="31"/>
                    </a:cubicBezTo>
                    <a:cubicBezTo>
                      <a:pt x="32" y="30"/>
                      <a:pt x="32" y="28"/>
                      <a:pt x="33" y="29"/>
                    </a:cubicBezTo>
                    <a:cubicBezTo>
                      <a:pt x="33" y="29"/>
                      <a:pt x="33" y="27"/>
                      <a:pt x="33" y="27"/>
                    </a:cubicBezTo>
                    <a:cubicBezTo>
                      <a:pt x="34" y="30"/>
                      <a:pt x="33" y="26"/>
                      <a:pt x="33" y="27"/>
                    </a:cubicBezTo>
                    <a:cubicBezTo>
                      <a:pt x="34" y="28"/>
                      <a:pt x="34" y="28"/>
                      <a:pt x="34" y="28"/>
                    </a:cubicBezTo>
                    <a:cubicBezTo>
                      <a:pt x="34" y="30"/>
                      <a:pt x="34" y="28"/>
                      <a:pt x="35" y="29"/>
                    </a:cubicBezTo>
                    <a:cubicBezTo>
                      <a:pt x="35" y="28"/>
                      <a:pt x="36" y="30"/>
                      <a:pt x="36" y="29"/>
                    </a:cubicBezTo>
                    <a:cubicBezTo>
                      <a:pt x="36" y="30"/>
                      <a:pt x="36" y="29"/>
                      <a:pt x="36" y="30"/>
                    </a:cubicBezTo>
                    <a:cubicBezTo>
                      <a:pt x="36" y="26"/>
                      <a:pt x="37" y="31"/>
                      <a:pt x="37" y="29"/>
                    </a:cubicBezTo>
                    <a:cubicBezTo>
                      <a:pt x="37" y="29"/>
                      <a:pt x="37" y="29"/>
                      <a:pt x="37" y="29"/>
                    </a:cubicBezTo>
                    <a:cubicBezTo>
                      <a:pt x="38" y="29"/>
                      <a:pt x="39" y="29"/>
                      <a:pt x="40" y="27"/>
                    </a:cubicBezTo>
                    <a:cubicBezTo>
                      <a:pt x="40" y="27"/>
                      <a:pt x="41" y="30"/>
                      <a:pt x="41" y="28"/>
                    </a:cubicBezTo>
                    <a:cubicBezTo>
                      <a:pt x="41" y="27"/>
                      <a:pt x="41" y="27"/>
                      <a:pt x="41" y="27"/>
                    </a:cubicBezTo>
                    <a:cubicBezTo>
                      <a:pt x="41" y="27"/>
                      <a:pt x="41" y="28"/>
                      <a:pt x="42" y="28"/>
                    </a:cubicBezTo>
                    <a:cubicBezTo>
                      <a:pt x="42" y="27"/>
                      <a:pt x="42" y="28"/>
                      <a:pt x="43" y="28"/>
                    </a:cubicBezTo>
                    <a:cubicBezTo>
                      <a:pt x="43" y="28"/>
                      <a:pt x="43" y="27"/>
                      <a:pt x="42" y="27"/>
                    </a:cubicBezTo>
                    <a:cubicBezTo>
                      <a:pt x="43" y="29"/>
                      <a:pt x="43" y="26"/>
                      <a:pt x="44" y="27"/>
                    </a:cubicBezTo>
                    <a:cubicBezTo>
                      <a:pt x="43" y="24"/>
                      <a:pt x="44" y="26"/>
                      <a:pt x="44" y="2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0" name="Freeform 193"/>
              <p:cNvSpPr/>
              <p:nvPr/>
            </p:nvSpPr>
            <p:spPr bwMode="auto">
              <a:xfrm>
                <a:off x="3192" y="2160"/>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1" name="Freeform 194"/>
              <p:cNvSpPr/>
              <p:nvPr/>
            </p:nvSpPr>
            <p:spPr bwMode="auto">
              <a:xfrm>
                <a:off x="3146" y="2177"/>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2" name="Freeform 195"/>
              <p:cNvSpPr/>
              <p:nvPr/>
            </p:nvSpPr>
            <p:spPr bwMode="auto">
              <a:xfrm>
                <a:off x="3264" y="1853"/>
                <a:ext cx="2" cy="4"/>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1" y="0"/>
                      <a:pt x="0" y="2"/>
                      <a:pt x="0" y="1"/>
                    </a:cubicBezTo>
                    <a:cubicBezTo>
                      <a:pt x="0" y="2"/>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3" name="Freeform 196"/>
              <p:cNvSpPr/>
              <p:nvPr/>
            </p:nvSpPr>
            <p:spPr bwMode="auto">
              <a:xfrm>
                <a:off x="3209" y="1836"/>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4" name="Freeform 197"/>
              <p:cNvSpPr/>
              <p:nvPr/>
            </p:nvSpPr>
            <p:spPr bwMode="auto">
              <a:xfrm>
                <a:off x="3343" y="2470"/>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5" name="Freeform 198"/>
              <p:cNvSpPr/>
              <p:nvPr/>
            </p:nvSpPr>
            <p:spPr bwMode="auto">
              <a:xfrm>
                <a:off x="3186" y="18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6" name="Freeform 199"/>
              <p:cNvSpPr/>
              <p:nvPr/>
            </p:nvSpPr>
            <p:spPr bwMode="auto">
              <a:xfrm>
                <a:off x="3188" y="1825"/>
                <a:ext cx="2" cy="4"/>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0"/>
                      <a:pt x="0" y="2"/>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7" name="Freeform 200"/>
              <p:cNvSpPr/>
              <p:nvPr/>
            </p:nvSpPr>
            <p:spPr bwMode="auto">
              <a:xfrm>
                <a:off x="3184" y="1833"/>
                <a:ext cx="2"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8" name="Freeform 201"/>
              <p:cNvSpPr/>
              <p:nvPr/>
            </p:nvSpPr>
            <p:spPr bwMode="auto">
              <a:xfrm>
                <a:off x="3351" y="2465"/>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9" name="Freeform 202"/>
              <p:cNvSpPr/>
              <p:nvPr/>
            </p:nvSpPr>
            <p:spPr bwMode="auto">
              <a:xfrm>
                <a:off x="3173" y="1831"/>
                <a:ext cx="2" cy="5"/>
              </a:xfrm>
              <a:custGeom>
                <a:avLst/>
                <a:gdLst>
                  <a:gd name="T0" fmla="*/ 2 w 2"/>
                  <a:gd name="T1" fmla="*/ 0 h 5"/>
                  <a:gd name="T2" fmla="*/ 2 w 2"/>
                  <a:gd name="T3" fmla="*/ 0 h 5"/>
                  <a:gd name="T4" fmla="*/ 0 w 2"/>
                  <a:gd name="T5" fmla="*/ 5 h 5"/>
                  <a:gd name="T6" fmla="*/ 2 w 2"/>
                  <a:gd name="T7" fmla="*/ 0 h 5"/>
                </a:gdLst>
                <a:ahLst/>
                <a:cxnLst>
                  <a:cxn ang="0">
                    <a:pos x="T0" y="T1"/>
                  </a:cxn>
                  <a:cxn ang="0">
                    <a:pos x="T2" y="T3"/>
                  </a:cxn>
                  <a:cxn ang="0">
                    <a:pos x="T4" y="T5"/>
                  </a:cxn>
                  <a:cxn ang="0">
                    <a:pos x="T6" y="T7"/>
                  </a:cxn>
                </a:cxnLst>
                <a:rect l="0" t="0" r="r" b="b"/>
                <a:pathLst>
                  <a:path w="2" h="5">
                    <a:moveTo>
                      <a:pt x="2" y="0"/>
                    </a:moveTo>
                    <a:lnTo>
                      <a:pt x="2" y="0"/>
                    </a:lnTo>
                    <a:lnTo>
                      <a:pt x="0" y="5"/>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0" name="Freeform 203"/>
              <p:cNvSpPr/>
              <p:nvPr/>
            </p:nvSpPr>
            <p:spPr bwMode="auto">
              <a:xfrm>
                <a:off x="3536" y="1554"/>
                <a:ext cx="8" cy="2"/>
              </a:xfrm>
              <a:custGeom>
                <a:avLst/>
                <a:gdLst>
                  <a:gd name="T0" fmla="*/ 0 w 4"/>
                  <a:gd name="T1" fmla="*/ 1 h 1"/>
                  <a:gd name="T2" fmla="*/ 0 w 4"/>
                  <a:gd name="T3" fmla="*/ 1 h 1"/>
                  <a:gd name="T4" fmla="*/ 1 w 4"/>
                  <a:gd name="T5" fmla="*/ 1 h 1"/>
                  <a:gd name="T6" fmla="*/ 2 w 4"/>
                  <a:gd name="T7" fmla="*/ 0 h 1"/>
                  <a:gd name="T8" fmla="*/ 4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0" y="1"/>
                      <a:pt x="0" y="1"/>
                    </a:cubicBezTo>
                    <a:cubicBezTo>
                      <a:pt x="0" y="1"/>
                      <a:pt x="1" y="1"/>
                      <a:pt x="1" y="1"/>
                    </a:cubicBezTo>
                    <a:cubicBezTo>
                      <a:pt x="2" y="1"/>
                      <a:pt x="3" y="1"/>
                      <a:pt x="2" y="0"/>
                    </a:cubicBezTo>
                    <a:cubicBezTo>
                      <a:pt x="3" y="0"/>
                      <a:pt x="4" y="0"/>
                      <a:pt x="4" y="0"/>
                    </a:cubicBezTo>
                    <a:cubicBezTo>
                      <a:pt x="3"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1" name="Freeform 204"/>
              <p:cNvSpPr/>
              <p:nvPr/>
            </p:nvSpPr>
            <p:spPr bwMode="auto">
              <a:xfrm>
                <a:off x="3538" y="155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grpSp>
          <p:nvGrpSpPr>
            <p:cNvPr id="5" name="Group 406"/>
            <p:cNvGrpSpPr/>
            <p:nvPr/>
          </p:nvGrpSpPr>
          <p:grpSpPr bwMode="auto">
            <a:xfrm>
              <a:off x="3112" y="1551"/>
              <a:ext cx="1462" cy="1559"/>
              <a:chOff x="3112" y="1551"/>
              <a:chExt cx="1462" cy="1559"/>
            </a:xfrm>
            <a:grpFill/>
          </p:grpSpPr>
          <p:sp>
            <p:nvSpPr>
              <p:cNvPr id="52" name="Freeform 206"/>
              <p:cNvSpPr/>
              <p:nvPr/>
            </p:nvSpPr>
            <p:spPr bwMode="auto">
              <a:xfrm>
                <a:off x="3534" y="1558"/>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3" name="Freeform 207"/>
              <p:cNvSpPr/>
              <p:nvPr/>
            </p:nvSpPr>
            <p:spPr bwMode="auto">
              <a:xfrm>
                <a:off x="3513" y="1581"/>
                <a:ext cx="4"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4" name="Freeform 208"/>
              <p:cNvSpPr/>
              <p:nvPr/>
            </p:nvSpPr>
            <p:spPr bwMode="auto">
              <a:xfrm>
                <a:off x="3513" y="1579"/>
                <a:ext cx="6" cy="2"/>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5" name="Freeform 209"/>
              <p:cNvSpPr/>
              <p:nvPr/>
            </p:nvSpPr>
            <p:spPr bwMode="auto">
              <a:xfrm>
                <a:off x="3536" y="1551"/>
                <a:ext cx="4"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lnTo>
                      <a:pt x="2"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6" name="Freeform 210"/>
              <p:cNvSpPr/>
              <p:nvPr/>
            </p:nvSpPr>
            <p:spPr bwMode="auto">
              <a:xfrm>
                <a:off x="3112" y="1810"/>
                <a:ext cx="161" cy="87"/>
              </a:xfrm>
              <a:custGeom>
                <a:avLst/>
                <a:gdLst>
                  <a:gd name="T0" fmla="*/ 12 w 76"/>
                  <a:gd name="T1" fmla="*/ 18 h 41"/>
                  <a:gd name="T2" fmla="*/ 22 w 76"/>
                  <a:gd name="T3" fmla="*/ 26 h 41"/>
                  <a:gd name="T4" fmla="*/ 33 w 76"/>
                  <a:gd name="T5" fmla="*/ 25 h 41"/>
                  <a:gd name="T6" fmla="*/ 37 w 76"/>
                  <a:gd name="T7" fmla="*/ 28 h 41"/>
                  <a:gd name="T8" fmla="*/ 43 w 76"/>
                  <a:gd name="T9" fmla="*/ 32 h 41"/>
                  <a:gd name="T10" fmla="*/ 48 w 76"/>
                  <a:gd name="T11" fmla="*/ 35 h 41"/>
                  <a:gd name="T12" fmla="*/ 53 w 76"/>
                  <a:gd name="T13" fmla="*/ 33 h 41"/>
                  <a:gd name="T14" fmla="*/ 60 w 76"/>
                  <a:gd name="T15" fmla="*/ 35 h 41"/>
                  <a:gd name="T16" fmla="*/ 63 w 76"/>
                  <a:gd name="T17" fmla="*/ 36 h 41"/>
                  <a:gd name="T18" fmla="*/ 67 w 76"/>
                  <a:gd name="T19" fmla="*/ 40 h 41"/>
                  <a:gd name="T20" fmla="*/ 69 w 76"/>
                  <a:gd name="T21" fmla="*/ 40 h 41"/>
                  <a:gd name="T22" fmla="*/ 72 w 76"/>
                  <a:gd name="T23" fmla="*/ 38 h 41"/>
                  <a:gd name="T24" fmla="*/ 74 w 76"/>
                  <a:gd name="T25" fmla="*/ 36 h 41"/>
                  <a:gd name="T26" fmla="*/ 75 w 76"/>
                  <a:gd name="T27" fmla="*/ 34 h 41"/>
                  <a:gd name="T28" fmla="*/ 71 w 76"/>
                  <a:gd name="T29" fmla="*/ 33 h 41"/>
                  <a:gd name="T30" fmla="*/ 72 w 76"/>
                  <a:gd name="T31" fmla="*/ 31 h 41"/>
                  <a:gd name="T32" fmla="*/ 71 w 76"/>
                  <a:gd name="T33" fmla="*/ 29 h 41"/>
                  <a:gd name="T34" fmla="*/ 73 w 76"/>
                  <a:gd name="T35" fmla="*/ 25 h 41"/>
                  <a:gd name="T36" fmla="*/ 75 w 76"/>
                  <a:gd name="T37" fmla="*/ 22 h 41"/>
                  <a:gd name="T38" fmla="*/ 71 w 76"/>
                  <a:gd name="T39" fmla="*/ 25 h 41"/>
                  <a:gd name="T40" fmla="*/ 67 w 76"/>
                  <a:gd name="T41" fmla="*/ 28 h 41"/>
                  <a:gd name="T42" fmla="*/ 70 w 76"/>
                  <a:gd name="T43" fmla="*/ 22 h 41"/>
                  <a:gd name="T44" fmla="*/ 69 w 76"/>
                  <a:gd name="T45" fmla="*/ 23 h 41"/>
                  <a:gd name="T46" fmla="*/ 70 w 76"/>
                  <a:gd name="T47" fmla="*/ 20 h 41"/>
                  <a:gd name="T48" fmla="*/ 68 w 76"/>
                  <a:gd name="T49" fmla="*/ 20 h 41"/>
                  <a:gd name="T50" fmla="*/ 67 w 76"/>
                  <a:gd name="T51" fmla="*/ 19 h 41"/>
                  <a:gd name="T52" fmla="*/ 62 w 76"/>
                  <a:gd name="T53" fmla="*/ 24 h 41"/>
                  <a:gd name="T54" fmla="*/ 66 w 76"/>
                  <a:gd name="T55" fmla="*/ 18 h 41"/>
                  <a:gd name="T56" fmla="*/ 65 w 76"/>
                  <a:gd name="T57" fmla="*/ 18 h 41"/>
                  <a:gd name="T58" fmla="*/ 60 w 76"/>
                  <a:gd name="T59" fmla="*/ 17 h 41"/>
                  <a:gd name="T60" fmla="*/ 58 w 76"/>
                  <a:gd name="T61" fmla="*/ 17 h 41"/>
                  <a:gd name="T62" fmla="*/ 55 w 76"/>
                  <a:gd name="T63" fmla="*/ 15 h 41"/>
                  <a:gd name="T64" fmla="*/ 53 w 76"/>
                  <a:gd name="T65" fmla="*/ 16 h 41"/>
                  <a:gd name="T66" fmla="*/ 53 w 76"/>
                  <a:gd name="T67" fmla="*/ 15 h 41"/>
                  <a:gd name="T68" fmla="*/ 52 w 76"/>
                  <a:gd name="T69" fmla="*/ 14 h 41"/>
                  <a:gd name="T70" fmla="*/ 50 w 76"/>
                  <a:gd name="T71" fmla="*/ 16 h 41"/>
                  <a:gd name="T72" fmla="*/ 49 w 76"/>
                  <a:gd name="T73" fmla="*/ 13 h 41"/>
                  <a:gd name="T74" fmla="*/ 47 w 76"/>
                  <a:gd name="T75" fmla="*/ 12 h 41"/>
                  <a:gd name="T76" fmla="*/ 45 w 76"/>
                  <a:gd name="T77" fmla="*/ 12 h 41"/>
                  <a:gd name="T78" fmla="*/ 43 w 76"/>
                  <a:gd name="T79" fmla="*/ 11 h 41"/>
                  <a:gd name="T80" fmla="*/ 40 w 76"/>
                  <a:gd name="T81" fmla="*/ 13 h 41"/>
                  <a:gd name="T82" fmla="*/ 40 w 76"/>
                  <a:gd name="T83" fmla="*/ 11 h 41"/>
                  <a:gd name="T84" fmla="*/ 40 w 76"/>
                  <a:gd name="T85" fmla="*/ 11 h 41"/>
                  <a:gd name="T86" fmla="*/ 37 w 76"/>
                  <a:gd name="T87" fmla="*/ 10 h 41"/>
                  <a:gd name="T88" fmla="*/ 34 w 76"/>
                  <a:gd name="T89" fmla="*/ 13 h 41"/>
                  <a:gd name="T90" fmla="*/ 31 w 76"/>
                  <a:gd name="T91" fmla="*/ 14 h 41"/>
                  <a:gd name="T92" fmla="*/ 31 w 76"/>
                  <a:gd name="T93" fmla="*/ 10 h 41"/>
                  <a:gd name="T94" fmla="*/ 26 w 76"/>
                  <a:gd name="T95" fmla="*/ 12 h 41"/>
                  <a:gd name="T96" fmla="*/ 24 w 76"/>
                  <a:gd name="T97" fmla="*/ 12 h 41"/>
                  <a:gd name="T98" fmla="*/ 20 w 76"/>
                  <a:gd name="T99" fmla="*/ 9 h 41"/>
                  <a:gd name="T100" fmla="*/ 20 w 76"/>
                  <a:gd name="T101" fmla="*/ 7 h 41"/>
                  <a:gd name="T102" fmla="*/ 18 w 76"/>
                  <a:gd name="T103" fmla="*/ 6 h 41"/>
                  <a:gd name="T104" fmla="*/ 11 w 76"/>
                  <a:gd name="T105" fmla="*/ 8 h 41"/>
                  <a:gd name="T106" fmla="*/ 4 w 76"/>
                  <a:gd name="T107"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41">
                    <a:moveTo>
                      <a:pt x="3" y="15"/>
                    </a:moveTo>
                    <a:cubicBezTo>
                      <a:pt x="4" y="15"/>
                      <a:pt x="5" y="15"/>
                      <a:pt x="5" y="16"/>
                    </a:cubicBezTo>
                    <a:cubicBezTo>
                      <a:pt x="7" y="16"/>
                      <a:pt x="8" y="22"/>
                      <a:pt x="11" y="21"/>
                    </a:cubicBezTo>
                    <a:cubicBezTo>
                      <a:pt x="11" y="20"/>
                      <a:pt x="11" y="19"/>
                      <a:pt x="12" y="19"/>
                    </a:cubicBezTo>
                    <a:cubicBezTo>
                      <a:pt x="11" y="20"/>
                      <a:pt x="11" y="20"/>
                      <a:pt x="11" y="20"/>
                    </a:cubicBezTo>
                    <a:cubicBezTo>
                      <a:pt x="12" y="18"/>
                      <a:pt x="12" y="18"/>
                      <a:pt x="12" y="18"/>
                    </a:cubicBezTo>
                    <a:cubicBezTo>
                      <a:pt x="13" y="18"/>
                      <a:pt x="12" y="20"/>
                      <a:pt x="11" y="20"/>
                    </a:cubicBezTo>
                    <a:cubicBezTo>
                      <a:pt x="12" y="21"/>
                      <a:pt x="13" y="20"/>
                      <a:pt x="14" y="21"/>
                    </a:cubicBezTo>
                    <a:cubicBezTo>
                      <a:pt x="15" y="19"/>
                      <a:pt x="15" y="21"/>
                      <a:pt x="15" y="19"/>
                    </a:cubicBezTo>
                    <a:cubicBezTo>
                      <a:pt x="15" y="20"/>
                      <a:pt x="15" y="20"/>
                      <a:pt x="15" y="20"/>
                    </a:cubicBezTo>
                    <a:cubicBezTo>
                      <a:pt x="16" y="19"/>
                      <a:pt x="16" y="19"/>
                      <a:pt x="16" y="22"/>
                    </a:cubicBezTo>
                    <a:cubicBezTo>
                      <a:pt x="17" y="25"/>
                      <a:pt x="20" y="24"/>
                      <a:pt x="22" y="26"/>
                    </a:cubicBezTo>
                    <a:cubicBezTo>
                      <a:pt x="24" y="27"/>
                      <a:pt x="27" y="26"/>
                      <a:pt x="30" y="26"/>
                    </a:cubicBezTo>
                    <a:cubicBezTo>
                      <a:pt x="31" y="23"/>
                      <a:pt x="31" y="25"/>
                      <a:pt x="33" y="22"/>
                    </a:cubicBezTo>
                    <a:cubicBezTo>
                      <a:pt x="32" y="23"/>
                      <a:pt x="32" y="23"/>
                      <a:pt x="32" y="23"/>
                    </a:cubicBezTo>
                    <a:cubicBezTo>
                      <a:pt x="33" y="22"/>
                      <a:pt x="33" y="24"/>
                      <a:pt x="33" y="25"/>
                    </a:cubicBezTo>
                    <a:cubicBezTo>
                      <a:pt x="33" y="24"/>
                      <a:pt x="33" y="25"/>
                      <a:pt x="34" y="23"/>
                    </a:cubicBezTo>
                    <a:cubicBezTo>
                      <a:pt x="34" y="22"/>
                      <a:pt x="33" y="26"/>
                      <a:pt x="33" y="25"/>
                    </a:cubicBezTo>
                    <a:cubicBezTo>
                      <a:pt x="33" y="26"/>
                      <a:pt x="34" y="24"/>
                      <a:pt x="34" y="24"/>
                    </a:cubicBezTo>
                    <a:cubicBezTo>
                      <a:pt x="35" y="23"/>
                      <a:pt x="33" y="25"/>
                      <a:pt x="33" y="28"/>
                    </a:cubicBezTo>
                    <a:cubicBezTo>
                      <a:pt x="34" y="27"/>
                      <a:pt x="36" y="26"/>
                      <a:pt x="37" y="27"/>
                    </a:cubicBezTo>
                    <a:cubicBezTo>
                      <a:pt x="36" y="28"/>
                      <a:pt x="37" y="26"/>
                      <a:pt x="37" y="26"/>
                    </a:cubicBezTo>
                    <a:cubicBezTo>
                      <a:pt x="36" y="29"/>
                      <a:pt x="38" y="25"/>
                      <a:pt x="37" y="27"/>
                    </a:cubicBezTo>
                    <a:cubicBezTo>
                      <a:pt x="37" y="27"/>
                      <a:pt x="37" y="27"/>
                      <a:pt x="37" y="28"/>
                    </a:cubicBezTo>
                    <a:cubicBezTo>
                      <a:pt x="37" y="29"/>
                      <a:pt x="38" y="27"/>
                      <a:pt x="38" y="29"/>
                    </a:cubicBezTo>
                    <a:cubicBezTo>
                      <a:pt x="39" y="28"/>
                      <a:pt x="38" y="31"/>
                      <a:pt x="39" y="29"/>
                    </a:cubicBezTo>
                    <a:cubicBezTo>
                      <a:pt x="38" y="31"/>
                      <a:pt x="39" y="30"/>
                      <a:pt x="38" y="31"/>
                    </a:cubicBezTo>
                    <a:cubicBezTo>
                      <a:pt x="40" y="28"/>
                      <a:pt x="38" y="33"/>
                      <a:pt x="40" y="30"/>
                    </a:cubicBezTo>
                    <a:cubicBezTo>
                      <a:pt x="40" y="31"/>
                      <a:pt x="40" y="31"/>
                      <a:pt x="40" y="31"/>
                    </a:cubicBezTo>
                    <a:cubicBezTo>
                      <a:pt x="41" y="31"/>
                      <a:pt x="41" y="33"/>
                      <a:pt x="43" y="32"/>
                    </a:cubicBezTo>
                    <a:cubicBezTo>
                      <a:pt x="44" y="31"/>
                      <a:pt x="43" y="35"/>
                      <a:pt x="44" y="34"/>
                    </a:cubicBezTo>
                    <a:cubicBezTo>
                      <a:pt x="45" y="32"/>
                      <a:pt x="45" y="32"/>
                      <a:pt x="45" y="32"/>
                    </a:cubicBezTo>
                    <a:cubicBezTo>
                      <a:pt x="45" y="32"/>
                      <a:pt x="45" y="33"/>
                      <a:pt x="45" y="34"/>
                    </a:cubicBezTo>
                    <a:cubicBezTo>
                      <a:pt x="46" y="33"/>
                      <a:pt x="45" y="34"/>
                      <a:pt x="46" y="35"/>
                    </a:cubicBezTo>
                    <a:cubicBezTo>
                      <a:pt x="46" y="34"/>
                      <a:pt x="46" y="34"/>
                      <a:pt x="47" y="33"/>
                    </a:cubicBezTo>
                    <a:cubicBezTo>
                      <a:pt x="46" y="36"/>
                      <a:pt x="48" y="33"/>
                      <a:pt x="48" y="35"/>
                    </a:cubicBezTo>
                    <a:cubicBezTo>
                      <a:pt x="49" y="32"/>
                      <a:pt x="49" y="33"/>
                      <a:pt x="49" y="33"/>
                    </a:cubicBezTo>
                    <a:cubicBezTo>
                      <a:pt x="49" y="33"/>
                      <a:pt x="49" y="34"/>
                      <a:pt x="48" y="34"/>
                    </a:cubicBezTo>
                    <a:cubicBezTo>
                      <a:pt x="49" y="34"/>
                      <a:pt x="49" y="34"/>
                      <a:pt x="49" y="35"/>
                    </a:cubicBezTo>
                    <a:cubicBezTo>
                      <a:pt x="50" y="35"/>
                      <a:pt x="51" y="33"/>
                      <a:pt x="50" y="34"/>
                    </a:cubicBezTo>
                    <a:cubicBezTo>
                      <a:pt x="49" y="36"/>
                      <a:pt x="51" y="34"/>
                      <a:pt x="51" y="35"/>
                    </a:cubicBezTo>
                    <a:cubicBezTo>
                      <a:pt x="52" y="33"/>
                      <a:pt x="53" y="32"/>
                      <a:pt x="53" y="33"/>
                    </a:cubicBezTo>
                    <a:cubicBezTo>
                      <a:pt x="51" y="35"/>
                      <a:pt x="51" y="35"/>
                      <a:pt x="51" y="35"/>
                    </a:cubicBezTo>
                    <a:cubicBezTo>
                      <a:pt x="53" y="34"/>
                      <a:pt x="52" y="37"/>
                      <a:pt x="55" y="35"/>
                    </a:cubicBezTo>
                    <a:cubicBezTo>
                      <a:pt x="54" y="36"/>
                      <a:pt x="54" y="36"/>
                      <a:pt x="54" y="36"/>
                    </a:cubicBezTo>
                    <a:cubicBezTo>
                      <a:pt x="56" y="35"/>
                      <a:pt x="55" y="38"/>
                      <a:pt x="58" y="35"/>
                    </a:cubicBezTo>
                    <a:cubicBezTo>
                      <a:pt x="57" y="36"/>
                      <a:pt x="57" y="37"/>
                      <a:pt x="57" y="37"/>
                    </a:cubicBezTo>
                    <a:cubicBezTo>
                      <a:pt x="58" y="36"/>
                      <a:pt x="58" y="36"/>
                      <a:pt x="60" y="35"/>
                    </a:cubicBezTo>
                    <a:cubicBezTo>
                      <a:pt x="60" y="35"/>
                      <a:pt x="59" y="36"/>
                      <a:pt x="59" y="36"/>
                    </a:cubicBezTo>
                    <a:cubicBezTo>
                      <a:pt x="59" y="37"/>
                      <a:pt x="58" y="39"/>
                      <a:pt x="60" y="37"/>
                    </a:cubicBezTo>
                    <a:cubicBezTo>
                      <a:pt x="59" y="38"/>
                      <a:pt x="59" y="38"/>
                      <a:pt x="59" y="38"/>
                    </a:cubicBezTo>
                    <a:cubicBezTo>
                      <a:pt x="60" y="37"/>
                      <a:pt x="62" y="36"/>
                      <a:pt x="61" y="38"/>
                    </a:cubicBezTo>
                    <a:cubicBezTo>
                      <a:pt x="62" y="37"/>
                      <a:pt x="62" y="36"/>
                      <a:pt x="63" y="35"/>
                    </a:cubicBezTo>
                    <a:cubicBezTo>
                      <a:pt x="64" y="35"/>
                      <a:pt x="62" y="37"/>
                      <a:pt x="63" y="36"/>
                    </a:cubicBezTo>
                    <a:cubicBezTo>
                      <a:pt x="62" y="37"/>
                      <a:pt x="62" y="37"/>
                      <a:pt x="62" y="37"/>
                    </a:cubicBezTo>
                    <a:cubicBezTo>
                      <a:pt x="62" y="38"/>
                      <a:pt x="63" y="38"/>
                      <a:pt x="64" y="38"/>
                    </a:cubicBezTo>
                    <a:cubicBezTo>
                      <a:pt x="63" y="40"/>
                      <a:pt x="65" y="38"/>
                      <a:pt x="65" y="39"/>
                    </a:cubicBezTo>
                    <a:cubicBezTo>
                      <a:pt x="66" y="38"/>
                      <a:pt x="65" y="40"/>
                      <a:pt x="67" y="38"/>
                    </a:cubicBezTo>
                    <a:cubicBezTo>
                      <a:pt x="66" y="39"/>
                      <a:pt x="66" y="39"/>
                      <a:pt x="66" y="39"/>
                    </a:cubicBezTo>
                    <a:cubicBezTo>
                      <a:pt x="66" y="39"/>
                      <a:pt x="67" y="40"/>
                      <a:pt x="67" y="40"/>
                    </a:cubicBezTo>
                    <a:cubicBezTo>
                      <a:pt x="67" y="41"/>
                      <a:pt x="68" y="39"/>
                      <a:pt x="69" y="39"/>
                    </a:cubicBezTo>
                    <a:cubicBezTo>
                      <a:pt x="68" y="40"/>
                      <a:pt x="68" y="40"/>
                      <a:pt x="68" y="40"/>
                    </a:cubicBezTo>
                    <a:cubicBezTo>
                      <a:pt x="68" y="39"/>
                      <a:pt x="70" y="38"/>
                      <a:pt x="71" y="37"/>
                    </a:cubicBezTo>
                    <a:cubicBezTo>
                      <a:pt x="71" y="38"/>
                      <a:pt x="71" y="37"/>
                      <a:pt x="71" y="38"/>
                    </a:cubicBezTo>
                    <a:cubicBezTo>
                      <a:pt x="70" y="38"/>
                      <a:pt x="69" y="39"/>
                      <a:pt x="68" y="41"/>
                    </a:cubicBezTo>
                    <a:cubicBezTo>
                      <a:pt x="67" y="41"/>
                      <a:pt x="70" y="39"/>
                      <a:pt x="69" y="40"/>
                    </a:cubicBezTo>
                    <a:cubicBezTo>
                      <a:pt x="69" y="41"/>
                      <a:pt x="69" y="41"/>
                      <a:pt x="70" y="39"/>
                    </a:cubicBezTo>
                    <a:cubicBezTo>
                      <a:pt x="69" y="41"/>
                      <a:pt x="69" y="41"/>
                      <a:pt x="69" y="41"/>
                    </a:cubicBezTo>
                    <a:cubicBezTo>
                      <a:pt x="69" y="41"/>
                      <a:pt x="69" y="41"/>
                      <a:pt x="70" y="40"/>
                    </a:cubicBezTo>
                    <a:cubicBezTo>
                      <a:pt x="70" y="41"/>
                      <a:pt x="70" y="40"/>
                      <a:pt x="70" y="40"/>
                    </a:cubicBezTo>
                    <a:cubicBezTo>
                      <a:pt x="71" y="39"/>
                      <a:pt x="71" y="39"/>
                      <a:pt x="73" y="38"/>
                    </a:cubicBezTo>
                    <a:cubicBezTo>
                      <a:pt x="72" y="38"/>
                      <a:pt x="72" y="38"/>
                      <a:pt x="72" y="38"/>
                    </a:cubicBezTo>
                    <a:cubicBezTo>
                      <a:pt x="73" y="37"/>
                      <a:pt x="74" y="37"/>
                      <a:pt x="73" y="38"/>
                    </a:cubicBezTo>
                    <a:cubicBezTo>
                      <a:pt x="72" y="39"/>
                      <a:pt x="71" y="40"/>
                      <a:pt x="70" y="40"/>
                    </a:cubicBezTo>
                    <a:cubicBezTo>
                      <a:pt x="74" y="38"/>
                      <a:pt x="74" y="38"/>
                      <a:pt x="74" y="38"/>
                    </a:cubicBezTo>
                    <a:cubicBezTo>
                      <a:pt x="73" y="39"/>
                      <a:pt x="73" y="38"/>
                      <a:pt x="74" y="37"/>
                    </a:cubicBezTo>
                    <a:cubicBezTo>
                      <a:pt x="73" y="38"/>
                      <a:pt x="73" y="38"/>
                      <a:pt x="73" y="38"/>
                    </a:cubicBezTo>
                    <a:cubicBezTo>
                      <a:pt x="74" y="36"/>
                      <a:pt x="74" y="36"/>
                      <a:pt x="74" y="36"/>
                    </a:cubicBezTo>
                    <a:cubicBezTo>
                      <a:pt x="74" y="37"/>
                      <a:pt x="75" y="35"/>
                      <a:pt x="73" y="36"/>
                    </a:cubicBezTo>
                    <a:cubicBezTo>
                      <a:pt x="72" y="37"/>
                      <a:pt x="72" y="37"/>
                      <a:pt x="72" y="37"/>
                    </a:cubicBezTo>
                    <a:cubicBezTo>
                      <a:pt x="72" y="37"/>
                      <a:pt x="71" y="39"/>
                      <a:pt x="72" y="37"/>
                    </a:cubicBezTo>
                    <a:cubicBezTo>
                      <a:pt x="73" y="36"/>
                      <a:pt x="73" y="36"/>
                      <a:pt x="73" y="36"/>
                    </a:cubicBezTo>
                    <a:cubicBezTo>
                      <a:pt x="73" y="36"/>
                      <a:pt x="73" y="36"/>
                      <a:pt x="73" y="36"/>
                    </a:cubicBezTo>
                    <a:cubicBezTo>
                      <a:pt x="75" y="34"/>
                      <a:pt x="75" y="34"/>
                      <a:pt x="75" y="34"/>
                    </a:cubicBezTo>
                    <a:cubicBezTo>
                      <a:pt x="72" y="37"/>
                      <a:pt x="73" y="35"/>
                      <a:pt x="73" y="35"/>
                    </a:cubicBezTo>
                    <a:cubicBezTo>
                      <a:pt x="73" y="35"/>
                      <a:pt x="73" y="35"/>
                      <a:pt x="73" y="35"/>
                    </a:cubicBezTo>
                    <a:cubicBezTo>
                      <a:pt x="74" y="34"/>
                      <a:pt x="72" y="36"/>
                      <a:pt x="72" y="36"/>
                    </a:cubicBezTo>
                    <a:cubicBezTo>
                      <a:pt x="72" y="35"/>
                      <a:pt x="74" y="33"/>
                      <a:pt x="75" y="33"/>
                    </a:cubicBezTo>
                    <a:cubicBezTo>
                      <a:pt x="74" y="32"/>
                      <a:pt x="72" y="33"/>
                      <a:pt x="73" y="32"/>
                    </a:cubicBezTo>
                    <a:cubicBezTo>
                      <a:pt x="73" y="32"/>
                      <a:pt x="72" y="32"/>
                      <a:pt x="71" y="33"/>
                    </a:cubicBezTo>
                    <a:cubicBezTo>
                      <a:pt x="71" y="33"/>
                      <a:pt x="73" y="31"/>
                      <a:pt x="72" y="32"/>
                    </a:cubicBezTo>
                    <a:cubicBezTo>
                      <a:pt x="73" y="30"/>
                      <a:pt x="74" y="29"/>
                      <a:pt x="75" y="28"/>
                    </a:cubicBezTo>
                    <a:cubicBezTo>
                      <a:pt x="75" y="28"/>
                      <a:pt x="76" y="27"/>
                      <a:pt x="75" y="27"/>
                    </a:cubicBezTo>
                    <a:cubicBezTo>
                      <a:pt x="76" y="27"/>
                      <a:pt x="76" y="26"/>
                      <a:pt x="76" y="26"/>
                    </a:cubicBezTo>
                    <a:cubicBezTo>
                      <a:pt x="75" y="27"/>
                      <a:pt x="74" y="28"/>
                      <a:pt x="74" y="29"/>
                    </a:cubicBezTo>
                    <a:cubicBezTo>
                      <a:pt x="73" y="31"/>
                      <a:pt x="74" y="29"/>
                      <a:pt x="72" y="31"/>
                    </a:cubicBezTo>
                    <a:cubicBezTo>
                      <a:pt x="72" y="30"/>
                      <a:pt x="72" y="30"/>
                      <a:pt x="71" y="30"/>
                    </a:cubicBezTo>
                    <a:cubicBezTo>
                      <a:pt x="71" y="30"/>
                      <a:pt x="72" y="29"/>
                      <a:pt x="73" y="28"/>
                    </a:cubicBezTo>
                    <a:cubicBezTo>
                      <a:pt x="72" y="29"/>
                      <a:pt x="71" y="30"/>
                      <a:pt x="71" y="29"/>
                    </a:cubicBezTo>
                    <a:cubicBezTo>
                      <a:pt x="70" y="31"/>
                      <a:pt x="70" y="31"/>
                      <a:pt x="69" y="32"/>
                    </a:cubicBezTo>
                    <a:cubicBezTo>
                      <a:pt x="68" y="32"/>
                      <a:pt x="68" y="33"/>
                      <a:pt x="68" y="33"/>
                    </a:cubicBezTo>
                    <a:cubicBezTo>
                      <a:pt x="69" y="31"/>
                      <a:pt x="71" y="29"/>
                      <a:pt x="71" y="29"/>
                    </a:cubicBezTo>
                    <a:cubicBezTo>
                      <a:pt x="72" y="27"/>
                      <a:pt x="71" y="29"/>
                      <a:pt x="72" y="27"/>
                    </a:cubicBezTo>
                    <a:cubicBezTo>
                      <a:pt x="74" y="25"/>
                      <a:pt x="75" y="26"/>
                      <a:pt x="74" y="27"/>
                    </a:cubicBezTo>
                    <a:cubicBezTo>
                      <a:pt x="76" y="25"/>
                      <a:pt x="74" y="26"/>
                      <a:pt x="75" y="25"/>
                    </a:cubicBezTo>
                    <a:cubicBezTo>
                      <a:pt x="75" y="25"/>
                      <a:pt x="74" y="25"/>
                      <a:pt x="73" y="26"/>
                    </a:cubicBezTo>
                    <a:cubicBezTo>
                      <a:pt x="73" y="26"/>
                      <a:pt x="73" y="27"/>
                      <a:pt x="72" y="27"/>
                    </a:cubicBezTo>
                    <a:cubicBezTo>
                      <a:pt x="70" y="29"/>
                      <a:pt x="73" y="26"/>
                      <a:pt x="73" y="25"/>
                    </a:cubicBezTo>
                    <a:cubicBezTo>
                      <a:pt x="73" y="25"/>
                      <a:pt x="73" y="25"/>
                      <a:pt x="73" y="25"/>
                    </a:cubicBezTo>
                    <a:cubicBezTo>
                      <a:pt x="74" y="24"/>
                      <a:pt x="72" y="26"/>
                      <a:pt x="72" y="25"/>
                    </a:cubicBezTo>
                    <a:cubicBezTo>
                      <a:pt x="74" y="23"/>
                      <a:pt x="73" y="25"/>
                      <a:pt x="74" y="24"/>
                    </a:cubicBezTo>
                    <a:cubicBezTo>
                      <a:pt x="76" y="22"/>
                      <a:pt x="76" y="22"/>
                      <a:pt x="76" y="22"/>
                    </a:cubicBezTo>
                    <a:cubicBezTo>
                      <a:pt x="75" y="21"/>
                      <a:pt x="74" y="24"/>
                      <a:pt x="74" y="23"/>
                    </a:cubicBezTo>
                    <a:cubicBezTo>
                      <a:pt x="75" y="22"/>
                      <a:pt x="75" y="22"/>
                      <a:pt x="75" y="22"/>
                    </a:cubicBezTo>
                    <a:cubicBezTo>
                      <a:pt x="74" y="22"/>
                      <a:pt x="74" y="22"/>
                      <a:pt x="74" y="22"/>
                    </a:cubicBezTo>
                    <a:cubicBezTo>
                      <a:pt x="73" y="23"/>
                      <a:pt x="72" y="25"/>
                      <a:pt x="73" y="25"/>
                    </a:cubicBezTo>
                    <a:cubicBezTo>
                      <a:pt x="70" y="27"/>
                      <a:pt x="72" y="25"/>
                      <a:pt x="71" y="25"/>
                    </a:cubicBezTo>
                    <a:cubicBezTo>
                      <a:pt x="70" y="27"/>
                      <a:pt x="72" y="25"/>
                      <a:pt x="71" y="27"/>
                    </a:cubicBezTo>
                    <a:cubicBezTo>
                      <a:pt x="70" y="28"/>
                      <a:pt x="69" y="28"/>
                      <a:pt x="69" y="28"/>
                    </a:cubicBezTo>
                    <a:cubicBezTo>
                      <a:pt x="69" y="28"/>
                      <a:pt x="70" y="26"/>
                      <a:pt x="71" y="25"/>
                    </a:cubicBezTo>
                    <a:cubicBezTo>
                      <a:pt x="71" y="25"/>
                      <a:pt x="71" y="25"/>
                      <a:pt x="71" y="26"/>
                    </a:cubicBezTo>
                    <a:cubicBezTo>
                      <a:pt x="72" y="25"/>
                      <a:pt x="73" y="23"/>
                      <a:pt x="74" y="22"/>
                    </a:cubicBezTo>
                    <a:cubicBezTo>
                      <a:pt x="74" y="21"/>
                      <a:pt x="72" y="24"/>
                      <a:pt x="72" y="23"/>
                    </a:cubicBezTo>
                    <a:cubicBezTo>
                      <a:pt x="73" y="23"/>
                      <a:pt x="71" y="24"/>
                      <a:pt x="71" y="25"/>
                    </a:cubicBezTo>
                    <a:cubicBezTo>
                      <a:pt x="68" y="29"/>
                      <a:pt x="73" y="22"/>
                      <a:pt x="72" y="22"/>
                    </a:cubicBezTo>
                    <a:cubicBezTo>
                      <a:pt x="70" y="25"/>
                      <a:pt x="69" y="25"/>
                      <a:pt x="67" y="28"/>
                    </a:cubicBezTo>
                    <a:cubicBezTo>
                      <a:pt x="67" y="29"/>
                      <a:pt x="66" y="29"/>
                      <a:pt x="66" y="29"/>
                    </a:cubicBezTo>
                    <a:cubicBezTo>
                      <a:pt x="68" y="27"/>
                      <a:pt x="67" y="27"/>
                      <a:pt x="69" y="26"/>
                    </a:cubicBezTo>
                    <a:cubicBezTo>
                      <a:pt x="68" y="26"/>
                      <a:pt x="68" y="26"/>
                      <a:pt x="68" y="26"/>
                    </a:cubicBezTo>
                    <a:cubicBezTo>
                      <a:pt x="70" y="24"/>
                      <a:pt x="70" y="24"/>
                      <a:pt x="70" y="24"/>
                    </a:cubicBezTo>
                    <a:cubicBezTo>
                      <a:pt x="71" y="23"/>
                      <a:pt x="71" y="21"/>
                      <a:pt x="72" y="21"/>
                    </a:cubicBezTo>
                    <a:cubicBezTo>
                      <a:pt x="71" y="21"/>
                      <a:pt x="71" y="22"/>
                      <a:pt x="70" y="22"/>
                    </a:cubicBezTo>
                    <a:cubicBezTo>
                      <a:pt x="71" y="22"/>
                      <a:pt x="71" y="21"/>
                      <a:pt x="71" y="21"/>
                    </a:cubicBezTo>
                    <a:cubicBezTo>
                      <a:pt x="71" y="22"/>
                      <a:pt x="69" y="23"/>
                      <a:pt x="69" y="23"/>
                    </a:cubicBezTo>
                    <a:cubicBezTo>
                      <a:pt x="69" y="23"/>
                      <a:pt x="70" y="22"/>
                      <a:pt x="70" y="21"/>
                    </a:cubicBezTo>
                    <a:cubicBezTo>
                      <a:pt x="71" y="20"/>
                      <a:pt x="71" y="20"/>
                      <a:pt x="71" y="20"/>
                    </a:cubicBezTo>
                    <a:cubicBezTo>
                      <a:pt x="70" y="21"/>
                      <a:pt x="72" y="19"/>
                      <a:pt x="71" y="20"/>
                    </a:cubicBezTo>
                    <a:cubicBezTo>
                      <a:pt x="69" y="23"/>
                      <a:pt x="69" y="23"/>
                      <a:pt x="69" y="23"/>
                    </a:cubicBezTo>
                    <a:cubicBezTo>
                      <a:pt x="68" y="23"/>
                      <a:pt x="69" y="22"/>
                      <a:pt x="69" y="22"/>
                    </a:cubicBezTo>
                    <a:cubicBezTo>
                      <a:pt x="70" y="21"/>
                      <a:pt x="70" y="21"/>
                      <a:pt x="70" y="21"/>
                    </a:cubicBezTo>
                    <a:cubicBezTo>
                      <a:pt x="69" y="22"/>
                      <a:pt x="71" y="19"/>
                      <a:pt x="71" y="19"/>
                    </a:cubicBezTo>
                    <a:cubicBezTo>
                      <a:pt x="70" y="21"/>
                      <a:pt x="70" y="21"/>
                      <a:pt x="70" y="21"/>
                    </a:cubicBezTo>
                    <a:cubicBezTo>
                      <a:pt x="71" y="19"/>
                      <a:pt x="71" y="19"/>
                      <a:pt x="71" y="19"/>
                    </a:cubicBezTo>
                    <a:cubicBezTo>
                      <a:pt x="70" y="20"/>
                      <a:pt x="70" y="20"/>
                      <a:pt x="70" y="20"/>
                    </a:cubicBezTo>
                    <a:cubicBezTo>
                      <a:pt x="70" y="19"/>
                      <a:pt x="70" y="19"/>
                      <a:pt x="70" y="19"/>
                    </a:cubicBezTo>
                    <a:cubicBezTo>
                      <a:pt x="70" y="20"/>
                      <a:pt x="68" y="22"/>
                      <a:pt x="69" y="20"/>
                    </a:cubicBezTo>
                    <a:cubicBezTo>
                      <a:pt x="68" y="22"/>
                      <a:pt x="69" y="20"/>
                      <a:pt x="69" y="21"/>
                    </a:cubicBezTo>
                    <a:cubicBezTo>
                      <a:pt x="68" y="23"/>
                      <a:pt x="68" y="22"/>
                      <a:pt x="67" y="22"/>
                    </a:cubicBezTo>
                    <a:cubicBezTo>
                      <a:pt x="69" y="20"/>
                      <a:pt x="67" y="22"/>
                      <a:pt x="67" y="22"/>
                    </a:cubicBezTo>
                    <a:cubicBezTo>
                      <a:pt x="68" y="20"/>
                      <a:pt x="68" y="20"/>
                      <a:pt x="68" y="20"/>
                    </a:cubicBezTo>
                    <a:cubicBezTo>
                      <a:pt x="67" y="22"/>
                      <a:pt x="67" y="22"/>
                      <a:pt x="67" y="22"/>
                    </a:cubicBezTo>
                    <a:cubicBezTo>
                      <a:pt x="69" y="19"/>
                      <a:pt x="66" y="22"/>
                      <a:pt x="67" y="21"/>
                    </a:cubicBezTo>
                    <a:cubicBezTo>
                      <a:pt x="67" y="20"/>
                      <a:pt x="68" y="19"/>
                      <a:pt x="68" y="18"/>
                    </a:cubicBezTo>
                    <a:cubicBezTo>
                      <a:pt x="67" y="21"/>
                      <a:pt x="66" y="21"/>
                      <a:pt x="65" y="23"/>
                    </a:cubicBezTo>
                    <a:cubicBezTo>
                      <a:pt x="66" y="22"/>
                      <a:pt x="67" y="20"/>
                      <a:pt x="68" y="18"/>
                    </a:cubicBezTo>
                    <a:cubicBezTo>
                      <a:pt x="67" y="20"/>
                      <a:pt x="69" y="17"/>
                      <a:pt x="67" y="19"/>
                    </a:cubicBezTo>
                    <a:cubicBezTo>
                      <a:pt x="67" y="20"/>
                      <a:pt x="66" y="20"/>
                      <a:pt x="65" y="21"/>
                    </a:cubicBezTo>
                    <a:cubicBezTo>
                      <a:pt x="65" y="21"/>
                      <a:pt x="66" y="20"/>
                      <a:pt x="66" y="19"/>
                    </a:cubicBezTo>
                    <a:cubicBezTo>
                      <a:pt x="66" y="20"/>
                      <a:pt x="65" y="21"/>
                      <a:pt x="65" y="22"/>
                    </a:cubicBezTo>
                    <a:cubicBezTo>
                      <a:pt x="65" y="21"/>
                      <a:pt x="63" y="23"/>
                      <a:pt x="64" y="22"/>
                    </a:cubicBezTo>
                    <a:cubicBezTo>
                      <a:pt x="65" y="21"/>
                      <a:pt x="65" y="22"/>
                      <a:pt x="65" y="20"/>
                    </a:cubicBezTo>
                    <a:cubicBezTo>
                      <a:pt x="65" y="20"/>
                      <a:pt x="63" y="24"/>
                      <a:pt x="62" y="24"/>
                    </a:cubicBezTo>
                    <a:cubicBezTo>
                      <a:pt x="62" y="25"/>
                      <a:pt x="60" y="27"/>
                      <a:pt x="60" y="28"/>
                    </a:cubicBezTo>
                    <a:cubicBezTo>
                      <a:pt x="60" y="27"/>
                      <a:pt x="60" y="27"/>
                      <a:pt x="61" y="25"/>
                    </a:cubicBezTo>
                    <a:cubicBezTo>
                      <a:pt x="61" y="26"/>
                      <a:pt x="61" y="26"/>
                      <a:pt x="61" y="26"/>
                    </a:cubicBezTo>
                    <a:cubicBezTo>
                      <a:pt x="62" y="23"/>
                      <a:pt x="64" y="22"/>
                      <a:pt x="65" y="20"/>
                    </a:cubicBezTo>
                    <a:cubicBezTo>
                      <a:pt x="64" y="20"/>
                      <a:pt x="64" y="20"/>
                      <a:pt x="64" y="20"/>
                    </a:cubicBezTo>
                    <a:cubicBezTo>
                      <a:pt x="66" y="18"/>
                      <a:pt x="66" y="18"/>
                      <a:pt x="66" y="18"/>
                    </a:cubicBezTo>
                    <a:cubicBezTo>
                      <a:pt x="65" y="19"/>
                      <a:pt x="65" y="18"/>
                      <a:pt x="65" y="18"/>
                    </a:cubicBezTo>
                    <a:cubicBezTo>
                      <a:pt x="64" y="20"/>
                      <a:pt x="65" y="18"/>
                      <a:pt x="65" y="19"/>
                    </a:cubicBezTo>
                    <a:cubicBezTo>
                      <a:pt x="64" y="19"/>
                      <a:pt x="63" y="22"/>
                      <a:pt x="63" y="21"/>
                    </a:cubicBezTo>
                    <a:cubicBezTo>
                      <a:pt x="65" y="18"/>
                      <a:pt x="65" y="18"/>
                      <a:pt x="65" y="18"/>
                    </a:cubicBezTo>
                    <a:cubicBezTo>
                      <a:pt x="65" y="17"/>
                      <a:pt x="64" y="20"/>
                      <a:pt x="64" y="19"/>
                    </a:cubicBezTo>
                    <a:cubicBezTo>
                      <a:pt x="65" y="18"/>
                      <a:pt x="65" y="18"/>
                      <a:pt x="65" y="18"/>
                    </a:cubicBezTo>
                    <a:cubicBezTo>
                      <a:pt x="64" y="17"/>
                      <a:pt x="63" y="17"/>
                      <a:pt x="60" y="20"/>
                    </a:cubicBezTo>
                    <a:cubicBezTo>
                      <a:pt x="61" y="19"/>
                      <a:pt x="61" y="18"/>
                      <a:pt x="61" y="17"/>
                    </a:cubicBezTo>
                    <a:cubicBezTo>
                      <a:pt x="61" y="18"/>
                      <a:pt x="60" y="19"/>
                      <a:pt x="60" y="19"/>
                    </a:cubicBezTo>
                    <a:cubicBezTo>
                      <a:pt x="61" y="17"/>
                      <a:pt x="61" y="17"/>
                      <a:pt x="61" y="17"/>
                    </a:cubicBezTo>
                    <a:cubicBezTo>
                      <a:pt x="61" y="16"/>
                      <a:pt x="60" y="17"/>
                      <a:pt x="59" y="18"/>
                    </a:cubicBezTo>
                    <a:cubicBezTo>
                      <a:pt x="60" y="17"/>
                      <a:pt x="60" y="17"/>
                      <a:pt x="60" y="17"/>
                    </a:cubicBezTo>
                    <a:cubicBezTo>
                      <a:pt x="61" y="16"/>
                      <a:pt x="59" y="18"/>
                      <a:pt x="59" y="18"/>
                    </a:cubicBezTo>
                    <a:cubicBezTo>
                      <a:pt x="60" y="17"/>
                      <a:pt x="60" y="17"/>
                      <a:pt x="60" y="17"/>
                    </a:cubicBezTo>
                    <a:cubicBezTo>
                      <a:pt x="59" y="18"/>
                      <a:pt x="59" y="18"/>
                      <a:pt x="59" y="18"/>
                    </a:cubicBezTo>
                    <a:cubicBezTo>
                      <a:pt x="58" y="19"/>
                      <a:pt x="58" y="18"/>
                      <a:pt x="60" y="16"/>
                    </a:cubicBezTo>
                    <a:cubicBezTo>
                      <a:pt x="59" y="18"/>
                      <a:pt x="59" y="18"/>
                      <a:pt x="59" y="18"/>
                    </a:cubicBezTo>
                    <a:cubicBezTo>
                      <a:pt x="59" y="16"/>
                      <a:pt x="59" y="16"/>
                      <a:pt x="58" y="17"/>
                    </a:cubicBezTo>
                    <a:cubicBezTo>
                      <a:pt x="58" y="17"/>
                      <a:pt x="58" y="18"/>
                      <a:pt x="57" y="19"/>
                    </a:cubicBezTo>
                    <a:cubicBezTo>
                      <a:pt x="56" y="21"/>
                      <a:pt x="57" y="19"/>
                      <a:pt x="56" y="20"/>
                    </a:cubicBezTo>
                    <a:cubicBezTo>
                      <a:pt x="57" y="18"/>
                      <a:pt x="57" y="18"/>
                      <a:pt x="57" y="18"/>
                    </a:cubicBezTo>
                    <a:cubicBezTo>
                      <a:pt x="59" y="15"/>
                      <a:pt x="57" y="17"/>
                      <a:pt x="56" y="16"/>
                    </a:cubicBezTo>
                    <a:cubicBezTo>
                      <a:pt x="56" y="17"/>
                      <a:pt x="56" y="17"/>
                      <a:pt x="56" y="17"/>
                    </a:cubicBezTo>
                    <a:cubicBezTo>
                      <a:pt x="57" y="15"/>
                      <a:pt x="55" y="17"/>
                      <a:pt x="55" y="15"/>
                    </a:cubicBezTo>
                    <a:cubicBezTo>
                      <a:pt x="55" y="16"/>
                      <a:pt x="53" y="19"/>
                      <a:pt x="53" y="19"/>
                    </a:cubicBezTo>
                    <a:cubicBezTo>
                      <a:pt x="52" y="20"/>
                      <a:pt x="54" y="16"/>
                      <a:pt x="55" y="15"/>
                    </a:cubicBezTo>
                    <a:cubicBezTo>
                      <a:pt x="54" y="16"/>
                      <a:pt x="54" y="16"/>
                      <a:pt x="54" y="16"/>
                    </a:cubicBezTo>
                    <a:cubicBezTo>
                      <a:pt x="54" y="16"/>
                      <a:pt x="54" y="16"/>
                      <a:pt x="54" y="16"/>
                    </a:cubicBezTo>
                    <a:cubicBezTo>
                      <a:pt x="53" y="16"/>
                      <a:pt x="53" y="17"/>
                      <a:pt x="53" y="16"/>
                    </a:cubicBezTo>
                    <a:cubicBezTo>
                      <a:pt x="53" y="16"/>
                      <a:pt x="53" y="16"/>
                      <a:pt x="53" y="16"/>
                    </a:cubicBezTo>
                    <a:cubicBezTo>
                      <a:pt x="53" y="16"/>
                      <a:pt x="54" y="14"/>
                      <a:pt x="53" y="15"/>
                    </a:cubicBezTo>
                    <a:cubicBezTo>
                      <a:pt x="52" y="16"/>
                      <a:pt x="53" y="15"/>
                      <a:pt x="52" y="16"/>
                    </a:cubicBezTo>
                    <a:cubicBezTo>
                      <a:pt x="52" y="16"/>
                      <a:pt x="52" y="16"/>
                      <a:pt x="52" y="16"/>
                    </a:cubicBezTo>
                    <a:cubicBezTo>
                      <a:pt x="51" y="17"/>
                      <a:pt x="51" y="17"/>
                      <a:pt x="51" y="17"/>
                    </a:cubicBezTo>
                    <a:cubicBezTo>
                      <a:pt x="52" y="16"/>
                      <a:pt x="52" y="16"/>
                      <a:pt x="52" y="16"/>
                    </a:cubicBezTo>
                    <a:cubicBezTo>
                      <a:pt x="53" y="15"/>
                      <a:pt x="53" y="15"/>
                      <a:pt x="53" y="15"/>
                    </a:cubicBezTo>
                    <a:cubicBezTo>
                      <a:pt x="53" y="14"/>
                      <a:pt x="52" y="16"/>
                      <a:pt x="51" y="17"/>
                    </a:cubicBezTo>
                    <a:cubicBezTo>
                      <a:pt x="51" y="18"/>
                      <a:pt x="51" y="16"/>
                      <a:pt x="51" y="16"/>
                    </a:cubicBezTo>
                    <a:cubicBezTo>
                      <a:pt x="52" y="15"/>
                      <a:pt x="51" y="16"/>
                      <a:pt x="52" y="16"/>
                    </a:cubicBezTo>
                    <a:cubicBezTo>
                      <a:pt x="52" y="15"/>
                      <a:pt x="52" y="15"/>
                      <a:pt x="52" y="14"/>
                    </a:cubicBezTo>
                    <a:cubicBezTo>
                      <a:pt x="52" y="14"/>
                      <a:pt x="51" y="16"/>
                      <a:pt x="51" y="16"/>
                    </a:cubicBezTo>
                    <a:cubicBezTo>
                      <a:pt x="51" y="15"/>
                      <a:pt x="51" y="16"/>
                      <a:pt x="52" y="14"/>
                    </a:cubicBezTo>
                    <a:cubicBezTo>
                      <a:pt x="51" y="15"/>
                      <a:pt x="51" y="15"/>
                      <a:pt x="51" y="15"/>
                    </a:cubicBezTo>
                    <a:cubicBezTo>
                      <a:pt x="51" y="16"/>
                      <a:pt x="51" y="16"/>
                      <a:pt x="50" y="17"/>
                    </a:cubicBezTo>
                    <a:cubicBezTo>
                      <a:pt x="50" y="17"/>
                      <a:pt x="49" y="18"/>
                      <a:pt x="50" y="17"/>
                    </a:cubicBezTo>
                    <a:cubicBezTo>
                      <a:pt x="50" y="17"/>
                      <a:pt x="50" y="17"/>
                      <a:pt x="50" y="17"/>
                    </a:cubicBezTo>
                    <a:cubicBezTo>
                      <a:pt x="50" y="17"/>
                      <a:pt x="50" y="16"/>
                      <a:pt x="49" y="18"/>
                    </a:cubicBezTo>
                    <a:cubicBezTo>
                      <a:pt x="50" y="16"/>
                      <a:pt x="50" y="16"/>
                      <a:pt x="50" y="16"/>
                    </a:cubicBezTo>
                    <a:cubicBezTo>
                      <a:pt x="49" y="17"/>
                      <a:pt x="49" y="17"/>
                      <a:pt x="49" y="17"/>
                    </a:cubicBezTo>
                    <a:cubicBezTo>
                      <a:pt x="50" y="15"/>
                      <a:pt x="51" y="14"/>
                      <a:pt x="51" y="13"/>
                    </a:cubicBezTo>
                    <a:cubicBezTo>
                      <a:pt x="50" y="15"/>
                      <a:pt x="50" y="15"/>
                      <a:pt x="50" y="15"/>
                    </a:cubicBezTo>
                    <a:cubicBezTo>
                      <a:pt x="49" y="15"/>
                      <a:pt x="50" y="14"/>
                      <a:pt x="50" y="14"/>
                    </a:cubicBezTo>
                    <a:cubicBezTo>
                      <a:pt x="50" y="12"/>
                      <a:pt x="47" y="18"/>
                      <a:pt x="48" y="16"/>
                    </a:cubicBezTo>
                    <a:cubicBezTo>
                      <a:pt x="49" y="14"/>
                      <a:pt x="49" y="14"/>
                      <a:pt x="49" y="13"/>
                    </a:cubicBezTo>
                    <a:cubicBezTo>
                      <a:pt x="49" y="14"/>
                      <a:pt x="48" y="14"/>
                      <a:pt x="48" y="14"/>
                    </a:cubicBezTo>
                    <a:cubicBezTo>
                      <a:pt x="48" y="15"/>
                      <a:pt x="49" y="13"/>
                      <a:pt x="49" y="14"/>
                    </a:cubicBezTo>
                    <a:cubicBezTo>
                      <a:pt x="48" y="16"/>
                      <a:pt x="48" y="15"/>
                      <a:pt x="48" y="15"/>
                    </a:cubicBezTo>
                    <a:cubicBezTo>
                      <a:pt x="50" y="11"/>
                      <a:pt x="47" y="14"/>
                      <a:pt x="48" y="12"/>
                    </a:cubicBezTo>
                    <a:cubicBezTo>
                      <a:pt x="47" y="14"/>
                      <a:pt x="47" y="12"/>
                      <a:pt x="47" y="13"/>
                    </a:cubicBezTo>
                    <a:cubicBezTo>
                      <a:pt x="48" y="11"/>
                      <a:pt x="46" y="13"/>
                      <a:pt x="47" y="12"/>
                    </a:cubicBezTo>
                    <a:cubicBezTo>
                      <a:pt x="46" y="14"/>
                      <a:pt x="46" y="14"/>
                      <a:pt x="46" y="14"/>
                    </a:cubicBezTo>
                    <a:cubicBezTo>
                      <a:pt x="46" y="13"/>
                      <a:pt x="44" y="18"/>
                      <a:pt x="45" y="15"/>
                    </a:cubicBezTo>
                    <a:cubicBezTo>
                      <a:pt x="45" y="14"/>
                      <a:pt x="46" y="13"/>
                      <a:pt x="46" y="13"/>
                    </a:cubicBezTo>
                    <a:cubicBezTo>
                      <a:pt x="47" y="10"/>
                      <a:pt x="44" y="14"/>
                      <a:pt x="46" y="12"/>
                    </a:cubicBezTo>
                    <a:cubicBezTo>
                      <a:pt x="45" y="12"/>
                      <a:pt x="44" y="14"/>
                      <a:pt x="44" y="15"/>
                    </a:cubicBezTo>
                    <a:cubicBezTo>
                      <a:pt x="44" y="14"/>
                      <a:pt x="44" y="12"/>
                      <a:pt x="45" y="12"/>
                    </a:cubicBezTo>
                    <a:cubicBezTo>
                      <a:pt x="44" y="12"/>
                      <a:pt x="44" y="13"/>
                      <a:pt x="44" y="12"/>
                    </a:cubicBezTo>
                    <a:cubicBezTo>
                      <a:pt x="44" y="11"/>
                      <a:pt x="45" y="11"/>
                      <a:pt x="45" y="11"/>
                    </a:cubicBezTo>
                    <a:cubicBezTo>
                      <a:pt x="45" y="10"/>
                      <a:pt x="44" y="11"/>
                      <a:pt x="44" y="12"/>
                    </a:cubicBezTo>
                    <a:cubicBezTo>
                      <a:pt x="44" y="10"/>
                      <a:pt x="43" y="11"/>
                      <a:pt x="44" y="10"/>
                    </a:cubicBezTo>
                    <a:cubicBezTo>
                      <a:pt x="42" y="12"/>
                      <a:pt x="44" y="9"/>
                      <a:pt x="42" y="12"/>
                    </a:cubicBezTo>
                    <a:cubicBezTo>
                      <a:pt x="43" y="11"/>
                      <a:pt x="43" y="11"/>
                      <a:pt x="43" y="11"/>
                    </a:cubicBezTo>
                    <a:cubicBezTo>
                      <a:pt x="42" y="12"/>
                      <a:pt x="41" y="13"/>
                      <a:pt x="41" y="13"/>
                    </a:cubicBezTo>
                    <a:cubicBezTo>
                      <a:pt x="42" y="12"/>
                      <a:pt x="42" y="12"/>
                      <a:pt x="42" y="12"/>
                    </a:cubicBezTo>
                    <a:cubicBezTo>
                      <a:pt x="43" y="9"/>
                      <a:pt x="42" y="11"/>
                      <a:pt x="42" y="10"/>
                    </a:cubicBezTo>
                    <a:cubicBezTo>
                      <a:pt x="42" y="11"/>
                      <a:pt x="42" y="10"/>
                      <a:pt x="42" y="11"/>
                    </a:cubicBezTo>
                    <a:cubicBezTo>
                      <a:pt x="41" y="12"/>
                      <a:pt x="41" y="12"/>
                      <a:pt x="41" y="12"/>
                    </a:cubicBezTo>
                    <a:cubicBezTo>
                      <a:pt x="40" y="13"/>
                      <a:pt x="40" y="13"/>
                      <a:pt x="40" y="13"/>
                    </a:cubicBezTo>
                    <a:cubicBezTo>
                      <a:pt x="40" y="13"/>
                      <a:pt x="41" y="11"/>
                      <a:pt x="41" y="11"/>
                    </a:cubicBezTo>
                    <a:cubicBezTo>
                      <a:pt x="41" y="10"/>
                      <a:pt x="41" y="10"/>
                      <a:pt x="41" y="11"/>
                    </a:cubicBezTo>
                    <a:cubicBezTo>
                      <a:pt x="41" y="11"/>
                      <a:pt x="41" y="11"/>
                      <a:pt x="41" y="11"/>
                    </a:cubicBezTo>
                    <a:cubicBezTo>
                      <a:pt x="41" y="11"/>
                      <a:pt x="41" y="11"/>
                      <a:pt x="41" y="11"/>
                    </a:cubicBezTo>
                    <a:cubicBezTo>
                      <a:pt x="41" y="11"/>
                      <a:pt x="40" y="11"/>
                      <a:pt x="40" y="11"/>
                    </a:cubicBezTo>
                    <a:cubicBezTo>
                      <a:pt x="40" y="11"/>
                      <a:pt x="40" y="11"/>
                      <a:pt x="40" y="11"/>
                    </a:cubicBezTo>
                    <a:cubicBezTo>
                      <a:pt x="41" y="11"/>
                      <a:pt x="41" y="11"/>
                      <a:pt x="41" y="11"/>
                    </a:cubicBezTo>
                    <a:cubicBezTo>
                      <a:pt x="41" y="10"/>
                      <a:pt x="41" y="10"/>
                      <a:pt x="41" y="10"/>
                    </a:cubicBezTo>
                    <a:cubicBezTo>
                      <a:pt x="41" y="10"/>
                      <a:pt x="41" y="10"/>
                      <a:pt x="41" y="10"/>
                    </a:cubicBezTo>
                    <a:cubicBezTo>
                      <a:pt x="41" y="10"/>
                      <a:pt x="41" y="10"/>
                      <a:pt x="41" y="10"/>
                    </a:cubicBezTo>
                    <a:cubicBezTo>
                      <a:pt x="41" y="8"/>
                      <a:pt x="41" y="8"/>
                      <a:pt x="41" y="8"/>
                    </a:cubicBezTo>
                    <a:cubicBezTo>
                      <a:pt x="41" y="8"/>
                      <a:pt x="40" y="10"/>
                      <a:pt x="40" y="11"/>
                    </a:cubicBezTo>
                    <a:cubicBezTo>
                      <a:pt x="40" y="9"/>
                      <a:pt x="39" y="10"/>
                      <a:pt x="38" y="11"/>
                    </a:cubicBezTo>
                    <a:cubicBezTo>
                      <a:pt x="38" y="11"/>
                      <a:pt x="39" y="10"/>
                      <a:pt x="39" y="10"/>
                    </a:cubicBezTo>
                    <a:cubicBezTo>
                      <a:pt x="38" y="10"/>
                      <a:pt x="38" y="12"/>
                      <a:pt x="38" y="11"/>
                    </a:cubicBezTo>
                    <a:cubicBezTo>
                      <a:pt x="38" y="11"/>
                      <a:pt x="38" y="10"/>
                      <a:pt x="38" y="9"/>
                    </a:cubicBezTo>
                    <a:cubicBezTo>
                      <a:pt x="38" y="9"/>
                      <a:pt x="38" y="11"/>
                      <a:pt x="38" y="11"/>
                    </a:cubicBezTo>
                    <a:cubicBezTo>
                      <a:pt x="38" y="8"/>
                      <a:pt x="36" y="12"/>
                      <a:pt x="37" y="10"/>
                    </a:cubicBezTo>
                    <a:cubicBezTo>
                      <a:pt x="36" y="10"/>
                      <a:pt x="37" y="9"/>
                      <a:pt x="37" y="9"/>
                    </a:cubicBezTo>
                    <a:cubicBezTo>
                      <a:pt x="37" y="9"/>
                      <a:pt x="36" y="10"/>
                      <a:pt x="35" y="11"/>
                    </a:cubicBezTo>
                    <a:cubicBezTo>
                      <a:pt x="36" y="10"/>
                      <a:pt x="36" y="10"/>
                      <a:pt x="36" y="10"/>
                    </a:cubicBezTo>
                    <a:cubicBezTo>
                      <a:pt x="36" y="10"/>
                      <a:pt x="35" y="10"/>
                      <a:pt x="35" y="11"/>
                    </a:cubicBezTo>
                    <a:cubicBezTo>
                      <a:pt x="34" y="12"/>
                      <a:pt x="34" y="13"/>
                      <a:pt x="34" y="13"/>
                    </a:cubicBezTo>
                    <a:cubicBezTo>
                      <a:pt x="34" y="13"/>
                      <a:pt x="34" y="13"/>
                      <a:pt x="34" y="13"/>
                    </a:cubicBezTo>
                    <a:cubicBezTo>
                      <a:pt x="33" y="12"/>
                      <a:pt x="33" y="13"/>
                      <a:pt x="33" y="13"/>
                    </a:cubicBezTo>
                    <a:cubicBezTo>
                      <a:pt x="33" y="12"/>
                      <a:pt x="33" y="13"/>
                      <a:pt x="34" y="12"/>
                    </a:cubicBezTo>
                    <a:cubicBezTo>
                      <a:pt x="35" y="10"/>
                      <a:pt x="34" y="10"/>
                      <a:pt x="34" y="10"/>
                    </a:cubicBezTo>
                    <a:cubicBezTo>
                      <a:pt x="33" y="11"/>
                      <a:pt x="33" y="11"/>
                      <a:pt x="33" y="11"/>
                    </a:cubicBezTo>
                    <a:cubicBezTo>
                      <a:pt x="33" y="12"/>
                      <a:pt x="34" y="10"/>
                      <a:pt x="33" y="10"/>
                    </a:cubicBezTo>
                    <a:cubicBezTo>
                      <a:pt x="31" y="14"/>
                      <a:pt x="31" y="14"/>
                      <a:pt x="31" y="14"/>
                    </a:cubicBezTo>
                    <a:cubicBezTo>
                      <a:pt x="31" y="14"/>
                      <a:pt x="32" y="12"/>
                      <a:pt x="32" y="11"/>
                    </a:cubicBezTo>
                    <a:cubicBezTo>
                      <a:pt x="32" y="12"/>
                      <a:pt x="30" y="14"/>
                      <a:pt x="29" y="15"/>
                    </a:cubicBezTo>
                    <a:cubicBezTo>
                      <a:pt x="30" y="15"/>
                      <a:pt x="29" y="16"/>
                      <a:pt x="29" y="16"/>
                    </a:cubicBezTo>
                    <a:cubicBezTo>
                      <a:pt x="29" y="15"/>
                      <a:pt x="29" y="16"/>
                      <a:pt x="29" y="15"/>
                    </a:cubicBezTo>
                    <a:cubicBezTo>
                      <a:pt x="30" y="14"/>
                      <a:pt x="30" y="14"/>
                      <a:pt x="30" y="14"/>
                    </a:cubicBezTo>
                    <a:cubicBezTo>
                      <a:pt x="30" y="13"/>
                      <a:pt x="31" y="11"/>
                      <a:pt x="31" y="10"/>
                    </a:cubicBezTo>
                    <a:cubicBezTo>
                      <a:pt x="31" y="11"/>
                      <a:pt x="31" y="10"/>
                      <a:pt x="30" y="10"/>
                    </a:cubicBezTo>
                    <a:cubicBezTo>
                      <a:pt x="29" y="12"/>
                      <a:pt x="29" y="11"/>
                      <a:pt x="28" y="13"/>
                    </a:cubicBezTo>
                    <a:cubicBezTo>
                      <a:pt x="28" y="13"/>
                      <a:pt x="29" y="11"/>
                      <a:pt x="29" y="11"/>
                    </a:cubicBezTo>
                    <a:cubicBezTo>
                      <a:pt x="28" y="11"/>
                      <a:pt x="28" y="10"/>
                      <a:pt x="28" y="11"/>
                    </a:cubicBezTo>
                    <a:cubicBezTo>
                      <a:pt x="28" y="10"/>
                      <a:pt x="28" y="10"/>
                      <a:pt x="28" y="10"/>
                    </a:cubicBezTo>
                    <a:cubicBezTo>
                      <a:pt x="28" y="11"/>
                      <a:pt x="27" y="10"/>
                      <a:pt x="26" y="12"/>
                    </a:cubicBezTo>
                    <a:cubicBezTo>
                      <a:pt x="27" y="11"/>
                      <a:pt x="27" y="11"/>
                      <a:pt x="27" y="11"/>
                    </a:cubicBezTo>
                    <a:cubicBezTo>
                      <a:pt x="27" y="10"/>
                      <a:pt x="25" y="14"/>
                      <a:pt x="26" y="12"/>
                    </a:cubicBezTo>
                    <a:cubicBezTo>
                      <a:pt x="26" y="11"/>
                      <a:pt x="26" y="11"/>
                      <a:pt x="26" y="11"/>
                    </a:cubicBezTo>
                    <a:cubicBezTo>
                      <a:pt x="26" y="12"/>
                      <a:pt x="26" y="10"/>
                      <a:pt x="25" y="11"/>
                    </a:cubicBezTo>
                    <a:cubicBezTo>
                      <a:pt x="26" y="10"/>
                      <a:pt x="26" y="10"/>
                      <a:pt x="26" y="10"/>
                    </a:cubicBezTo>
                    <a:cubicBezTo>
                      <a:pt x="26" y="11"/>
                      <a:pt x="25" y="10"/>
                      <a:pt x="24" y="12"/>
                    </a:cubicBezTo>
                    <a:cubicBezTo>
                      <a:pt x="25" y="10"/>
                      <a:pt x="25" y="10"/>
                      <a:pt x="25" y="10"/>
                    </a:cubicBezTo>
                    <a:cubicBezTo>
                      <a:pt x="26" y="9"/>
                      <a:pt x="24" y="12"/>
                      <a:pt x="24" y="11"/>
                    </a:cubicBezTo>
                    <a:cubicBezTo>
                      <a:pt x="24" y="11"/>
                      <a:pt x="25" y="10"/>
                      <a:pt x="25" y="10"/>
                    </a:cubicBezTo>
                    <a:cubicBezTo>
                      <a:pt x="24" y="11"/>
                      <a:pt x="24" y="11"/>
                      <a:pt x="24" y="11"/>
                    </a:cubicBezTo>
                    <a:cubicBezTo>
                      <a:pt x="24" y="9"/>
                      <a:pt x="24" y="9"/>
                      <a:pt x="24" y="9"/>
                    </a:cubicBezTo>
                    <a:cubicBezTo>
                      <a:pt x="23" y="8"/>
                      <a:pt x="22" y="8"/>
                      <a:pt x="20" y="9"/>
                    </a:cubicBezTo>
                    <a:cubicBezTo>
                      <a:pt x="21" y="7"/>
                      <a:pt x="21" y="8"/>
                      <a:pt x="22" y="6"/>
                    </a:cubicBezTo>
                    <a:cubicBezTo>
                      <a:pt x="21" y="8"/>
                      <a:pt x="21" y="7"/>
                      <a:pt x="21" y="7"/>
                    </a:cubicBezTo>
                    <a:cubicBezTo>
                      <a:pt x="21" y="7"/>
                      <a:pt x="21" y="7"/>
                      <a:pt x="21" y="7"/>
                    </a:cubicBezTo>
                    <a:cubicBezTo>
                      <a:pt x="20" y="7"/>
                      <a:pt x="21" y="6"/>
                      <a:pt x="20" y="6"/>
                    </a:cubicBezTo>
                    <a:cubicBezTo>
                      <a:pt x="20" y="7"/>
                      <a:pt x="20" y="7"/>
                      <a:pt x="20" y="7"/>
                    </a:cubicBezTo>
                    <a:cubicBezTo>
                      <a:pt x="19" y="8"/>
                      <a:pt x="21" y="4"/>
                      <a:pt x="20" y="7"/>
                    </a:cubicBezTo>
                    <a:cubicBezTo>
                      <a:pt x="20" y="5"/>
                      <a:pt x="20" y="5"/>
                      <a:pt x="20" y="5"/>
                    </a:cubicBezTo>
                    <a:cubicBezTo>
                      <a:pt x="19" y="7"/>
                      <a:pt x="20" y="4"/>
                      <a:pt x="19" y="6"/>
                    </a:cubicBezTo>
                    <a:cubicBezTo>
                      <a:pt x="19" y="6"/>
                      <a:pt x="19" y="6"/>
                      <a:pt x="19" y="6"/>
                    </a:cubicBezTo>
                    <a:cubicBezTo>
                      <a:pt x="20" y="5"/>
                      <a:pt x="18" y="8"/>
                      <a:pt x="18" y="6"/>
                    </a:cubicBezTo>
                    <a:cubicBezTo>
                      <a:pt x="18" y="6"/>
                      <a:pt x="18" y="7"/>
                      <a:pt x="17" y="8"/>
                    </a:cubicBezTo>
                    <a:cubicBezTo>
                      <a:pt x="18" y="6"/>
                      <a:pt x="18" y="6"/>
                      <a:pt x="18" y="6"/>
                    </a:cubicBezTo>
                    <a:cubicBezTo>
                      <a:pt x="17" y="7"/>
                      <a:pt x="16" y="6"/>
                      <a:pt x="14" y="8"/>
                    </a:cubicBezTo>
                    <a:cubicBezTo>
                      <a:pt x="14" y="7"/>
                      <a:pt x="14" y="7"/>
                      <a:pt x="14" y="7"/>
                    </a:cubicBezTo>
                    <a:cubicBezTo>
                      <a:pt x="13" y="8"/>
                      <a:pt x="15" y="4"/>
                      <a:pt x="12" y="8"/>
                    </a:cubicBezTo>
                    <a:cubicBezTo>
                      <a:pt x="11" y="9"/>
                      <a:pt x="11" y="9"/>
                      <a:pt x="11" y="9"/>
                    </a:cubicBezTo>
                    <a:cubicBezTo>
                      <a:pt x="12" y="7"/>
                      <a:pt x="12" y="7"/>
                      <a:pt x="12" y="7"/>
                    </a:cubicBezTo>
                    <a:cubicBezTo>
                      <a:pt x="12" y="8"/>
                      <a:pt x="12" y="7"/>
                      <a:pt x="11" y="8"/>
                    </a:cubicBezTo>
                    <a:cubicBezTo>
                      <a:pt x="12" y="7"/>
                      <a:pt x="12" y="7"/>
                      <a:pt x="12" y="7"/>
                    </a:cubicBezTo>
                    <a:cubicBezTo>
                      <a:pt x="12" y="7"/>
                      <a:pt x="10" y="9"/>
                      <a:pt x="10" y="8"/>
                    </a:cubicBezTo>
                    <a:cubicBezTo>
                      <a:pt x="11" y="8"/>
                      <a:pt x="11" y="8"/>
                      <a:pt x="11" y="8"/>
                    </a:cubicBezTo>
                    <a:cubicBezTo>
                      <a:pt x="11" y="4"/>
                      <a:pt x="11" y="1"/>
                      <a:pt x="8" y="5"/>
                    </a:cubicBezTo>
                    <a:cubicBezTo>
                      <a:pt x="7" y="5"/>
                      <a:pt x="9" y="2"/>
                      <a:pt x="9" y="3"/>
                    </a:cubicBezTo>
                    <a:cubicBezTo>
                      <a:pt x="6" y="5"/>
                      <a:pt x="8" y="0"/>
                      <a:pt x="4" y="4"/>
                    </a:cubicBezTo>
                    <a:cubicBezTo>
                      <a:pt x="3" y="5"/>
                      <a:pt x="0" y="10"/>
                      <a:pt x="0" y="10"/>
                    </a:cubicBezTo>
                    <a:cubicBezTo>
                      <a:pt x="3" y="9"/>
                      <a:pt x="3" y="12"/>
                      <a:pt x="3" y="1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7" name="Freeform 211"/>
              <p:cNvSpPr/>
              <p:nvPr/>
            </p:nvSpPr>
            <p:spPr bwMode="auto">
              <a:xfrm>
                <a:off x="3266" y="1867"/>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0"/>
                      <a:pt x="0" y="1"/>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8" name="Freeform 212"/>
              <p:cNvSpPr/>
              <p:nvPr/>
            </p:nvSpPr>
            <p:spPr bwMode="auto">
              <a:xfrm>
                <a:off x="3266" y="1861"/>
                <a:ext cx="3" cy="4"/>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0"/>
                      <a:pt x="0" y="1"/>
                      <a:pt x="1"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9" name="Freeform 213"/>
              <p:cNvSpPr/>
              <p:nvPr/>
            </p:nvSpPr>
            <p:spPr bwMode="auto">
              <a:xfrm>
                <a:off x="3260" y="185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0" name="Freeform 214"/>
              <p:cNvSpPr/>
              <p:nvPr/>
            </p:nvSpPr>
            <p:spPr bwMode="auto">
              <a:xfrm>
                <a:off x="3260" y="1893"/>
                <a:ext cx="4" cy="6"/>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1" y="1"/>
                      <a:pt x="1"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1" name="Freeform 215"/>
              <p:cNvSpPr/>
              <p:nvPr/>
            </p:nvSpPr>
            <p:spPr bwMode="auto">
              <a:xfrm>
                <a:off x="3269" y="1870"/>
                <a:ext cx="2" cy="4"/>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0" y="1"/>
                      <a:pt x="0" y="1"/>
                    </a:cubicBezTo>
                    <a:cubicBezTo>
                      <a:pt x="0" y="1"/>
                      <a:pt x="0" y="2"/>
                      <a:pt x="0" y="2"/>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2" name="Freeform 216"/>
              <p:cNvSpPr/>
              <p:nvPr/>
            </p:nvSpPr>
            <p:spPr bwMode="auto">
              <a:xfrm>
                <a:off x="3260" y="1895"/>
                <a:ext cx="4" cy="4"/>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2" y="0"/>
                      <a:pt x="1" y="2"/>
                      <a:pt x="1" y="2"/>
                    </a:cubicBezTo>
                    <a:cubicBezTo>
                      <a:pt x="0" y="2"/>
                      <a:pt x="1"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3" name="Freeform 217"/>
              <p:cNvSpPr/>
              <p:nvPr/>
            </p:nvSpPr>
            <p:spPr bwMode="auto">
              <a:xfrm>
                <a:off x="4538" y="18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4" name="Freeform 218"/>
              <p:cNvSpPr/>
              <p:nvPr/>
            </p:nvSpPr>
            <p:spPr bwMode="auto">
              <a:xfrm>
                <a:off x="3213" y="1882"/>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5" name="Freeform 219"/>
              <p:cNvSpPr/>
              <p:nvPr/>
            </p:nvSpPr>
            <p:spPr bwMode="auto">
              <a:xfrm>
                <a:off x="3190" y="182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6" name="Freeform 220"/>
              <p:cNvSpPr/>
              <p:nvPr/>
            </p:nvSpPr>
            <p:spPr bwMode="auto">
              <a:xfrm>
                <a:off x="3271" y="187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7" name="Freeform 221"/>
              <p:cNvSpPr/>
              <p:nvPr/>
            </p:nvSpPr>
            <p:spPr bwMode="auto">
              <a:xfrm>
                <a:off x="3190" y="187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8" name="Freeform 222"/>
              <p:cNvSpPr/>
              <p:nvPr/>
            </p:nvSpPr>
            <p:spPr bwMode="auto">
              <a:xfrm>
                <a:off x="4574" y="1855"/>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9" name="Freeform 223"/>
              <p:cNvSpPr/>
              <p:nvPr/>
            </p:nvSpPr>
            <p:spPr bwMode="auto">
              <a:xfrm>
                <a:off x="3199" y="18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0" name="Freeform 224"/>
              <p:cNvSpPr/>
              <p:nvPr/>
            </p:nvSpPr>
            <p:spPr bwMode="auto">
              <a:xfrm>
                <a:off x="3271" y="1859"/>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1" name="Freeform 225"/>
              <p:cNvSpPr/>
              <p:nvPr/>
            </p:nvSpPr>
            <p:spPr bwMode="auto">
              <a:xfrm>
                <a:off x="3742" y="3006"/>
                <a:ext cx="6" cy="9"/>
              </a:xfrm>
              <a:custGeom>
                <a:avLst/>
                <a:gdLst>
                  <a:gd name="T0" fmla="*/ 3 w 3"/>
                  <a:gd name="T1" fmla="*/ 0 h 4"/>
                  <a:gd name="T2" fmla="*/ 1 w 3"/>
                  <a:gd name="T3" fmla="*/ 1 h 4"/>
                  <a:gd name="T4" fmla="*/ 1 w 3"/>
                  <a:gd name="T5" fmla="*/ 3 h 4"/>
                  <a:gd name="T6" fmla="*/ 0 w 3"/>
                  <a:gd name="T7" fmla="*/ 4 h 4"/>
                  <a:gd name="T8" fmla="*/ 2 w 3"/>
                  <a:gd name="T9" fmla="*/ 1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cubicBezTo>
                      <a:pt x="2" y="1"/>
                      <a:pt x="2" y="1"/>
                      <a:pt x="1" y="1"/>
                    </a:cubicBezTo>
                    <a:cubicBezTo>
                      <a:pt x="1" y="2"/>
                      <a:pt x="0" y="3"/>
                      <a:pt x="1" y="3"/>
                    </a:cubicBezTo>
                    <a:cubicBezTo>
                      <a:pt x="1" y="3"/>
                      <a:pt x="0" y="4"/>
                      <a:pt x="0" y="4"/>
                    </a:cubicBezTo>
                    <a:cubicBezTo>
                      <a:pt x="1" y="4"/>
                      <a:pt x="2" y="2"/>
                      <a:pt x="2" y="1"/>
                    </a:cubicBezTo>
                    <a:cubicBezTo>
                      <a:pt x="3" y="1"/>
                      <a:pt x="3"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2" name="Freeform 226"/>
              <p:cNvSpPr/>
              <p:nvPr/>
            </p:nvSpPr>
            <p:spPr bwMode="auto">
              <a:xfrm>
                <a:off x="3988" y="30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3" name="Freeform 227"/>
              <p:cNvSpPr/>
              <p:nvPr/>
            </p:nvSpPr>
            <p:spPr bwMode="auto">
              <a:xfrm>
                <a:off x="3742" y="300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4" name="Rectangle 228"/>
              <p:cNvSpPr>
                <a:spLocks noChangeArrowheads="1"/>
              </p:cNvSpPr>
              <p:nvPr/>
            </p:nvSpPr>
            <p:spPr bwMode="auto">
              <a:xfrm>
                <a:off x="3748" y="3015"/>
                <a:ext cx="4"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5" name="Freeform 229"/>
              <p:cNvSpPr/>
              <p:nvPr/>
            </p:nvSpPr>
            <p:spPr bwMode="auto">
              <a:xfrm>
                <a:off x="3744" y="2894"/>
                <a:ext cx="2" cy="10"/>
              </a:xfrm>
              <a:custGeom>
                <a:avLst/>
                <a:gdLst>
                  <a:gd name="T0" fmla="*/ 0 w 1"/>
                  <a:gd name="T1" fmla="*/ 2 h 5"/>
                  <a:gd name="T2" fmla="*/ 1 w 1"/>
                  <a:gd name="T3" fmla="*/ 3 h 5"/>
                  <a:gd name="T4" fmla="*/ 0 w 1"/>
                  <a:gd name="T5" fmla="*/ 5 h 5"/>
                  <a:gd name="T6" fmla="*/ 1 w 1"/>
                  <a:gd name="T7" fmla="*/ 1 h 5"/>
                  <a:gd name="T8" fmla="*/ 1 w 1"/>
                  <a:gd name="T9" fmla="*/ 0 h 5"/>
                  <a:gd name="T10" fmla="*/ 0 w 1"/>
                  <a:gd name="T11" fmla="*/ 2 h 5"/>
                </a:gdLst>
                <a:ahLst/>
                <a:cxnLst>
                  <a:cxn ang="0">
                    <a:pos x="T0" y="T1"/>
                  </a:cxn>
                  <a:cxn ang="0">
                    <a:pos x="T2" y="T3"/>
                  </a:cxn>
                  <a:cxn ang="0">
                    <a:pos x="T4" y="T5"/>
                  </a:cxn>
                  <a:cxn ang="0">
                    <a:pos x="T6" y="T7"/>
                  </a:cxn>
                  <a:cxn ang="0">
                    <a:pos x="T8" y="T9"/>
                  </a:cxn>
                  <a:cxn ang="0">
                    <a:pos x="T10" y="T11"/>
                  </a:cxn>
                </a:cxnLst>
                <a:rect l="0" t="0" r="r" b="b"/>
                <a:pathLst>
                  <a:path w="1" h="5">
                    <a:moveTo>
                      <a:pt x="0" y="2"/>
                    </a:moveTo>
                    <a:cubicBezTo>
                      <a:pt x="0" y="2"/>
                      <a:pt x="0" y="4"/>
                      <a:pt x="1" y="3"/>
                    </a:cubicBezTo>
                    <a:cubicBezTo>
                      <a:pt x="1" y="3"/>
                      <a:pt x="0" y="4"/>
                      <a:pt x="0" y="5"/>
                    </a:cubicBezTo>
                    <a:cubicBezTo>
                      <a:pt x="1" y="4"/>
                      <a:pt x="1" y="1"/>
                      <a:pt x="1" y="1"/>
                    </a:cubicBezTo>
                    <a:cubicBezTo>
                      <a:pt x="1" y="0"/>
                      <a:pt x="1" y="0"/>
                      <a:pt x="1" y="0"/>
                    </a:cubicBezTo>
                    <a:cubicBezTo>
                      <a:pt x="1" y="1"/>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6" name="Freeform 230"/>
              <p:cNvSpPr/>
              <p:nvPr/>
            </p:nvSpPr>
            <p:spPr bwMode="auto">
              <a:xfrm>
                <a:off x="3744" y="3004"/>
                <a:ext cx="2"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1"/>
                      <a:pt x="0" y="1"/>
                      <a:pt x="0" y="1"/>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7" name="Freeform 231"/>
              <p:cNvSpPr/>
              <p:nvPr/>
            </p:nvSpPr>
            <p:spPr bwMode="auto">
              <a:xfrm>
                <a:off x="3742" y="2892"/>
                <a:ext cx="2" cy="4"/>
              </a:xfrm>
              <a:custGeom>
                <a:avLst/>
                <a:gdLst>
                  <a:gd name="T0" fmla="*/ 1 w 1"/>
                  <a:gd name="T1" fmla="*/ 1 h 2"/>
                  <a:gd name="T2" fmla="*/ 0 w 1"/>
                  <a:gd name="T3" fmla="*/ 2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2"/>
                      <a:pt x="0" y="2"/>
                    </a:cubicBezTo>
                    <a:cubicBezTo>
                      <a:pt x="0" y="2"/>
                      <a:pt x="1" y="1"/>
                      <a:pt x="1" y="1"/>
                    </a:cubicBezTo>
                    <a:cubicBezTo>
                      <a:pt x="1" y="1"/>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8" name="Freeform 232"/>
              <p:cNvSpPr/>
              <p:nvPr/>
            </p:nvSpPr>
            <p:spPr bwMode="auto">
              <a:xfrm>
                <a:off x="3772" y="3038"/>
                <a:ext cx="4" cy="4"/>
              </a:xfrm>
              <a:custGeom>
                <a:avLst/>
                <a:gdLst>
                  <a:gd name="T0" fmla="*/ 1 w 2"/>
                  <a:gd name="T1" fmla="*/ 0 h 2"/>
                  <a:gd name="T2" fmla="*/ 2 w 2"/>
                  <a:gd name="T3" fmla="*/ 1 h 2"/>
                  <a:gd name="T4" fmla="*/ 1 w 2"/>
                  <a:gd name="T5" fmla="*/ 0 h 2"/>
                </a:gdLst>
                <a:ahLst/>
                <a:cxnLst>
                  <a:cxn ang="0">
                    <a:pos x="T0" y="T1"/>
                  </a:cxn>
                  <a:cxn ang="0">
                    <a:pos x="T2" y="T3"/>
                  </a:cxn>
                  <a:cxn ang="0">
                    <a:pos x="T4" y="T5"/>
                  </a:cxn>
                </a:cxnLst>
                <a:rect l="0" t="0" r="r" b="b"/>
                <a:pathLst>
                  <a:path w="2" h="2">
                    <a:moveTo>
                      <a:pt x="1" y="0"/>
                    </a:moveTo>
                    <a:cubicBezTo>
                      <a:pt x="0" y="2"/>
                      <a:pt x="2" y="0"/>
                      <a:pt x="2"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9" name="Freeform 233"/>
              <p:cNvSpPr/>
              <p:nvPr/>
            </p:nvSpPr>
            <p:spPr bwMode="auto">
              <a:xfrm>
                <a:off x="3895" y="308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0" name="Freeform 234"/>
              <p:cNvSpPr/>
              <p:nvPr/>
            </p:nvSpPr>
            <p:spPr bwMode="auto">
              <a:xfrm>
                <a:off x="3602"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1" name="Freeform 235"/>
              <p:cNvSpPr/>
              <p:nvPr/>
            </p:nvSpPr>
            <p:spPr bwMode="auto">
              <a:xfrm>
                <a:off x="3742" y="289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2" name="Freeform 236"/>
              <p:cNvSpPr/>
              <p:nvPr/>
            </p:nvSpPr>
            <p:spPr bwMode="auto">
              <a:xfrm>
                <a:off x="3602" y="18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3" name="Freeform 237"/>
              <p:cNvSpPr/>
              <p:nvPr/>
            </p:nvSpPr>
            <p:spPr bwMode="auto">
              <a:xfrm>
                <a:off x="3755" y="3027"/>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4" name="Oval 238"/>
              <p:cNvSpPr>
                <a:spLocks noChangeArrowheads="1"/>
              </p:cNvSpPr>
              <p:nvPr/>
            </p:nvSpPr>
            <p:spPr bwMode="auto">
              <a:xfrm>
                <a:off x="3602" y="1823"/>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5" name="Freeform 239"/>
              <p:cNvSpPr/>
              <p:nvPr/>
            </p:nvSpPr>
            <p:spPr bwMode="auto">
              <a:xfrm>
                <a:off x="3922" y="2890"/>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6" name="Freeform 240"/>
              <p:cNvSpPr/>
              <p:nvPr/>
            </p:nvSpPr>
            <p:spPr bwMode="auto">
              <a:xfrm>
                <a:off x="3975" y="28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7" name="Freeform 241"/>
              <p:cNvSpPr/>
              <p:nvPr/>
            </p:nvSpPr>
            <p:spPr bwMode="auto">
              <a:xfrm>
                <a:off x="3954" y="288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8" name="Freeform 242"/>
              <p:cNvSpPr/>
              <p:nvPr/>
            </p:nvSpPr>
            <p:spPr bwMode="auto">
              <a:xfrm>
                <a:off x="3725" y="2760"/>
                <a:ext cx="399" cy="159"/>
              </a:xfrm>
              <a:custGeom>
                <a:avLst/>
                <a:gdLst>
                  <a:gd name="T0" fmla="*/ 11 w 188"/>
                  <a:gd name="T1" fmla="*/ 59 h 75"/>
                  <a:gd name="T2" fmla="*/ 17 w 188"/>
                  <a:gd name="T3" fmla="*/ 64 h 75"/>
                  <a:gd name="T4" fmla="*/ 14 w 188"/>
                  <a:gd name="T5" fmla="*/ 70 h 75"/>
                  <a:gd name="T6" fmla="*/ 17 w 188"/>
                  <a:gd name="T7" fmla="*/ 71 h 75"/>
                  <a:gd name="T8" fmla="*/ 21 w 188"/>
                  <a:gd name="T9" fmla="*/ 69 h 75"/>
                  <a:gd name="T10" fmla="*/ 22 w 188"/>
                  <a:gd name="T11" fmla="*/ 71 h 75"/>
                  <a:gd name="T12" fmla="*/ 27 w 188"/>
                  <a:gd name="T13" fmla="*/ 67 h 75"/>
                  <a:gd name="T14" fmla="*/ 30 w 188"/>
                  <a:gd name="T15" fmla="*/ 72 h 75"/>
                  <a:gd name="T16" fmla="*/ 31 w 188"/>
                  <a:gd name="T17" fmla="*/ 74 h 75"/>
                  <a:gd name="T18" fmla="*/ 33 w 188"/>
                  <a:gd name="T19" fmla="*/ 72 h 75"/>
                  <a:gd name="T20" fmla="*/ 37 w 188"/>
                  <a:gd name="T21" fmla="*/ 74 h 75"/>
                  <a:gd name="T22" fmla="*/ 40 w 188"/>
                  <a:gd name="T23" fmla="*/ 69 h 75"/>
                  <a:gd name="T24" fmla="*/ 43 w 188"/>
                  <a:gd name="T25" fmla="*/ 64 h 75"/>
                  <a:gd name="T26" fmla="*/ 45 w 188"/>
                  <a:gd name="T27" fmla="*/ 69 h 75"/>
                  <a:gd name="T28" fmla="*/ 54 w 188"/>
                  <a:gd name="T29" fmla="*/ 69 h 75"/>
                  <a:gd name="T30" fmla="*/ 58 w 188"/>
                  <a:gd name="T31" fmla="*/ 69 h 75"/>
                  <a:gd name="T32" fmla="*/ 62 w 188"/>
                  <a:gd name="T33" fmla="*/ 68 h 75"/>
                  <a:gd name="T34" fmla="*/ 73 w 188"/>
                  <a:gd name="T35" fmla="*/ 66 h 75"/>
                  <a:gd name="T36" fmla="*/ 76 w 188"/>
                  <a:gd name="T37" fmla="*/ 65 h 75"/>
                  <a:gd name="T38" fmla="*/ 77 w 188"/>
                  <a:gd name="T39" fmla="*/ 64 h 75"/>
                  <a:gd name="T40" fmla="*/ 80 w 188"/>
                  <a:gd name="T41" fmla="*/ 62 h 75"/>
                  <a:gd name="T42" fmla="*/ 83 w 188"/>
                  <a:gd name="T43" fmla="*/ 63 h 75"/>
                  <a:gd name="T44" fmla="*/ 86 w 188"/>
                  <a:gd name="T45" fmla="*/ 61 h 75"/>
                  <a:gd name="T46" fmla="*/ 94 w 188"/>
                  <a:gd name="T47" fmla="*/ 61 h 75"/>
                  <a:gd name="T48" fmla="*/ 100 w 188"/>
                  <a:gd name="T49" fmla="*/ 59 h 75"/>
                  <a:gd name="T50" fmla="*/ 105 w 188"/>
                  <a:gd name="T51" fmla="*/ 59 h 75"/>
                  <a:gd name="T52" fmla="*/ 108 w 188"/>
                  <a:gd name="T53" fmla="*/ 57 h 75"/>
                  <a:gd name="T54" fmla="*/ 109 w 188"/>
                  <a:gd name="T55" fmla="*/ 57 h 75"/>
                  <a:gd name="T56" fmla="*/ 114 w 188"/>
                  <a:gd name="T57" fmla="*/ 54 h 75"/>
                  <a:gd name="T58" fmla="*/ 120 w 188"/>
                  <a:gd name="T59" fmla="*/ 53 h 75"/>
                  <a:gd name="T60" fmla="*/ 124 w 188"/>
                  <a:gd name="T61" fmla="*/ 50 h 75"/>
                  <a:gd name="T62" fmla="*/ 127 w 188"/>
                  <a:gd name="T63" fmla="*/ 41 h 75"/>
                  <a:gd name="T64" fmla="*/ 133 w 188"/>
                  <a:gd name="T65" fmla="*/ 44 h 75"/>
                  <a:gd name="T66" fmla="*/ 139 w 188"/>
                  <a:gd name="T67" fmla="*/ 41 h 75"/>
                  <a:gd name="T68" fmla="*/ 144 w 188"/>
                  <a:gd name="T69" fmla="*/ 39 h 75"/>
                  <a:gd name="T70" fmla="*/ 156 w 188"/>
                  <a:gd name="T71" fmla="*/ 34 h 75"/>
                  <a:gd name="T72" fmla="*/ 160 w 188"/>
                  <a:gd name="T73" fmla="*/ 33 h 75"/>
                  <a:gd name="T74" fmla="*/ 170 w 188"/>
                  <a:gd name="T75" fmla="*/ 21 h 75"/>
                  <a:gd name="T76" fmla="*/ 173 w 188"/>
                  <a:gd name="T77" fmla="*/ 18 h 75"/>
                  <a:gd name="T78" fmla="*/ 169 w 188"/>
                  <a:gd name="T79" fmla="*/ 9 h 75"/>
                  <a:gd name="T80" fmla="*/ 149 w 188"/>
                  <a:gd name="T81" fmla="*/ 20 h 75"/>
                  <a:gd name="T82" fmla="*/ 110 w 188"/>
                  <a:gd name="T83" fmla="*/ 42 h 75"/>
                  <a:gd name="T84" fmla="*/ 103 w 188"/>
                  <a:gd name="T85" fmla="*/ 39 h 75"/>
                  <a:gd name="T86" fmla="*/ 88 w 188"/>
                  <a:gd name="T87" fmla="*/ 44 h 75"/>
                  <a:gd name="T88" fmla="*/ 69 w 188"/>
                  <a:gd name="T89" fmla="*/ 48 h 75"/>
                  <a:gd name="T90" fmla="*/ 59 w 188"/>
                  <a:gd name="T91" fmla="*/ 49 h 75"/>
                  <a:gd name="T92" fmla="*/ 44 w 188"/>
                  <a:gd name="T93" fmla="*/ 52 h 75"/>
                  <a:gd name="T94" fmla="*/ 29 w 188"/>
                  <a:gd name="T95" fmla="*/ 53 h 75"/>
                  <a:gd name="T96" fmla="*/ 19 w 188"/>
                  <a:gd name="T97" fmla="*/ 53 h 75"/>
                  <a:gd name="T98" fmla="*/ 10 w 188"/>
                  <a:gd name="T99" fmla="*/ 49 h 75"/>
                  <a:gd name="T100" fmla="*/ 7 w 188"/>
                  <a:gd name="T101" fmla="*/ 47 h 75"/>
                  <a:gd name="T102" fmla="*/ 5 w 188"/>
                  <a:gd name="T103" fmla="*/ 47 h 75"/>
                  <a:gd name="T104" fmla="*/ 3 w 188"/>
                  <a:gd name="T105" fmla="*/ 5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8" h="75">
                    <a:moveTo>
                      <a:pt x="5" y="55"/>
                    </a:moveTo>
                    <a:cubicBezTo>
                      <a:pt x="5" y="55"/>
                      <a:pt x="5" y="55"/>
                      <a:pt x="5" y="55"/>
                    </a:cubicBezTo>
                    <a:cubicBezTo>
                      <a:pt x="5" y="57"/>
                      <a:pt x="5" y="54"/>
                      <a:pt x="6" y="54"/>
                    </a:cubicBezTo>
                    <a:cubicBezTo>
                      <a:pt x="6" y="55"/>
                      <a:pt x="4" y="57"/>
                      <a:pt x="4" y="58"/>
                    </a:cubicBezTo>
                    <a:cubicBezTo>
                      <a:pt x="5" y="58"/>
                      <a:pt x="7" y="58"/>
                      <a:pt x="7" y="60"/>
                    </a:cubicBezTo>
                    <a:cubicBezTo>
                      <a:pt x="8" y="60"/>
                      <a:pt x="10" y="59"/>
                      <a:pt x="11" y="59"/>
                    </a:cubicBezTo>
                    <a:cubicBezTo>
                      <a:pt x="12" y="59"/>
                      <a:pt x="10" y="61"/>
                      <a:pt x="11" y="60"/>
                    </a:cubicBezTo>
                    <a:cubicBezTo>
                      <a:pt x="11" y="61"/>
                      <a:pt x="10" y="62"/>
                      <a:pt x="10" y="63"/>
                    </a:cubicBezTo>
                    <a:cubicBezTo>
                      <a:pt x="10" y="62"/>
                      <a:pt x="11" y="64"/>
                      <a:pt x="12" y="61"/>
                    </a:cubicBezTo>
                    <a:cubicBezTo>
                      <a:pt x="12" y="62"/>
                      <a:pt x="14" y="63"/>
                      <a:pt x="15" y="63"/>
                    </a:cubicBezTo>
                    <a:cubicBezTo>
                      <a:pt x="14" y="63"/>
                      <a:pt x="14" y="64"/>
                      <a:pt x="14" y="65"/>
                    </a:cubicBezTo>
                    <a:cubicBezTo>
                      <a:pt x="15" y="64"/>
                      <a:pt x="16" y="63"/>
                      <a:pt x="17" y="64"/>
                    </a:cubicBezTo>
                    <a:cubicBezTo>
                      <a:pt x="17" y="62"/>
                      <a:pt x="17" y="62"/>
                      <a:pt x="18" y="60"/>
                    </a:cubicBezTo>
                    <a:cubicBezTo>
                      <a:pt x="18" y="60"/>
                      <a:pt x="18" y="59"/>
                      <a:pt x="18" y="60"/>
                    </a:cubicBezTo>
                    <a:cubicBezTo>
                      <a:pt x="18" y="61"/>
                      <a:pt x="17" y="64"/>
                      <a:pt x="18" y="64"/>
                    </a:cubicBezTo>
                    <a:cubicBezTo>
                      <a:pt x="17" y="67"/>
                      <a:pt x="17" y="64"/>
                      <a:pt x="16" y="67"/>
                    </a:cubicBezTo>
                    <a:cubicBezTo>
                      <a:pt x="15" y="69"/>
                      <a:pt x="14" y="68"/>
                      <a:pt x="14" y="67"/>
                    </a:cubicBezTo>
                    <a:cubicBezTo>
                      <a:pt x="12" y="69"/>
                      <a:pt x="14" y="67"/>
                      <a:pt x="14" y="70"/>
                    </a:cubicBezTo>
                    <a:cubicBezTo>
                      <a:pt x="14" y="70"/>
                      <a:pt x="15" y="68"/>
                      <a:pt x="16" y="68"/>
                    </a:cubicBezTo>
                    <a:cubicBezTo>
                      <a:pt x="17" y="67"/>
                      <a:pt x="16" y="67"/>
                      <a:pt x="17" y="66"/>
                    </a:cubicBezTo>
                    <a:cubicBezTo>
                      <a:pt x="19" y="64"/>
                      <a:pt x="18" y="68"/>
                      <a:pt x="18" y="68"/>
                    </a:cubicBezTo>
                    <a:cubicBezTo>
                      <a:pt x="17" y="69"/>
                      <a:pt x="17" y="69"/>
                      <a:pt x="17" y="69"/>
                    </a:cubicBezTo>
                    <a:cubicBezTo>
                      <a:pt x="18" y="70"/>
                      <a:pt x="18" y="68"/>
                      <a:pt x="19" y="69"/>
                    </a:cubicBezTo>
                    <a:cubicBezTo>
                      <a:pt x="19" y="72"/>
                      <a:pt x="18" y="69"/>
                      <a:pt x="17" y="71"/>
                    </a:cubicBezTo>
                    <a:cubicBezTo>
                      <a:pt x="17" y="73"/>
                      <a:pt x="17" y="73"/>
                      <a:pt x="17" y="73"/>
                    </a:cubicBezTo>
                    <a:cubicBezTo>
                      <a:pt x="18" y="74"/>
                      <a:pt x="18" y="70"/>
                      <a:pt x="19" y="72"/>
                    </a:cubicBezTo>
                    <a:cubicBezTo>
                      <a:pt x="19" y="73"/>
                      <a:pt x="19" y="73"/>
                      <a:pt x="19" y="73"/>
                    </a:cubicBezTo>
                    <a:cubicBezTo>
                      <a:pt x="20" y="72"/>
                      <a:pt x="20" y="72"/>
                      <a:pt x="20" y="72"/>
                    </a:cubicBezTo>
                    <a:cubicBezTo>
                      <a:pt x="20" y="71"/>
                      <a:pt x="20" y="69"/>
                      <a:pt x="19" y="69"/>
                    </a:cubicBezTo>
                    <a:cubicBezTo>
                      <a:pt x="20" y="66"/>
                      <a:pt x="20" y="69"/>
                      <a:pt x="21" y="69"/>
                    </a:cubicBezTo>
                    <a:cubicBezTo>
                      <a:pt x="22" y="67"/>
                      <a:pt x="21" y="69"/>
                      <a:pt x="21" y="67"/>
                    </a:cubicBezTo>
                    <a:cubicBezTo>
                      <a:pt x="21" y="65"/>
                      <a:pt x="22" y="65"/>
                      <a:pt x="22" y="65"/>
                    </a:cubicBezTo>
                    <a:cubicBezTo>
                      <a:pt x="23" y="65"/>
                      <a:pt x="22" y="67"/>
                      <a:pt x="22" y="68"/>
                    </a:cubicBezTo>
                    <a:cubicBezTo>
                      <a:pt x="22" y="69"/>
                      <a:pt x="22" y="69"/>
                      <a:pt x="22" y="68"/>
                    </a:cubicBezTo>
                    <a:cubicBezTo>
                      <a:pt x="21" y="69"/>
                      <a:pt x="22" y="71"/>
                      <a:pt x="21" y="73"/>
                    </a:cubicBezTo>
                    <a:cubicBezTo>
                      <a:pt x="21" y="74"/>
                      <a:pt x="22" y="72"/>
                      <a:pt x="22" y="71"/>
                    </a:cubicBezTo>
                    <a:cubicBezTo>
                      <a:pt x="22" y="71"/>
                      <a:pt x="23" y="69"/>
                      <a:pt x="22" y="69"/>
                    </a:cubicBezTo>
                    <a:cubicBezTo>
                      <a:pt x="25" y="64"/>
                      <a:pt x="23" y="72"/>
                      <a:pt x="24" y="72"/>
                    </a:cubicBezTo>
                    <a:cubicBezTo>
                      <a:pt x="24" y="69"/>
                      <a:pt x="26" y="68"/>
                      <a:pt x="26" y="64"/>
                    </a:cubicBezTo>
                    <a:cubicBezTo>
                      <a:pt x="26" y="64"/>
                      <a:pt x="27" y="63"/>
                      <a:pt x="27" y="63"/>
                    </a:cubicBezTo>
                    <a:cubicBezTo>
                      <a:pt x="26" y="65"/>
                      <a:pt x="27" y="65"/>
                      <a:pt x="26" y="67"/>
                    </a:cubicBezTo>
                    <a:cubicBezTo>
                      <a:pt x="27" y="67"/>
                      <a:pt x="27" y="67"/>
                      <a:pt x="27" y="67"/>
                    </a:cubicBezTo>
                    <a:cubicBezTo>
                      <a:pt x="26" y="69"/>
                      <a:pt x="26" y="69"/>
                      <a:pt x="26" y="69"/>
                    </a:cubicBezTo>
                    <a:cubicBezTo>
                      <a:pt x="26" y="71"/>
                      <a:pt x="27" y="72"/>
                      <a:pt x="27" y="73"/>
                    </a:cubicBezTo>
                    <a:cubicBezTo>
                      <a:pt x="28" y="73"/>
                      <a:pt x="27" y="71"/>
                      <a:pt x="28" y="71"/>
                    </a:cubicBezTo>
                    <a:cubicBezTo>
                      <a:pt x="27" y="72"/>
                      <a:pt x="28" y="73"/>
                      <a:pt x="28" y="73"/>
                    </a:cubicBezTo>
                    <a:cubicBezTo>
                      <a:pt x="27" y="72"/>
                      <a:pt x="28" y="70"/>
                      <a:pt x="29" y="70"/>
                    </a:cubicBezTo>
                    <a:cubicBezTo>
                      <a:pt x="29" y="70"/>
                      <a:pt x="30" y="72"/>
                      <a:pt x="30" y="72"/>
                    </a:cubicBezTo>
                    <a:cubicBezTo>
                      <a:pt x="29" y="74"/>
                      <a:pt x="29" y="74"/>
                      <a:pt x="29" y="74"/>
                    </a:cubicBezTo>
                    <a:cubicBezTo>
                      <a:pt x="29" y="72"/>
                      <a:pt x="29" y="75"/>
                      <a:pt x="29" y="74"/>
                    </a:cubicBezTo>
                    <a:cubicBezTo>
                      <a:pt x="30" y="73"/>
                      <a:pt x="30" y="71"/>
                      <a:pt x="30" y="70"/>
                    </a:cubicBezTo>
                    <a:cubicBezTo>
                      <a:pt x="31" y="69"/>
                      <a:pt x="31" y="71"/>
                      <a:pt x="31" y="70"/>
                    </a:cubicBezTo>
                    <a:cubicBezTo>
                      <a:pt x="30" y="72"/>
                      <a:pt x="30" y="72"/>
                      <a:pt x="30" y="72"/>
                    </a:cubicBezTo>
                    <a:cubicBezTo>
                      <a:pt x="31" y="71"/>
                      <a:pt x="30" y="75"/>
                      <a:pt x="31" y="74"/>
                    </a:cubicBezTo>
                    <a:cubicBezTo>
                      <a:pt x="32" y="73"/>
                      <a:pt x="32" y="73"/>
                      <a:pt x="32" y="73"/>
                    </a:cubicBezTo>
                    <a:cubicBezTo>
                      <a:pt x="32" y="74"/>
                      <a:pt x="32" y="74"/>
                      <a:pt x="32" y="74"/>
                    </a:cubicBezTo>
                    <a:cubicBezTo>
                      <a:pt x="32" y="73"/>
                      <a:pt x="32" y="73"/>
                      <a:pt x="33" y="73"/>
                    </a:cubicBezTo>
                    <a:cubicBezTo>
                      <a:pt x="33" y="74"/>
                      <a:pt x="33" y="74"/>
                      <a:pt x="33" y="74"/>
                    </a:cubicBezTo>
                    <a:cubicBezTo>
                      <a:pt x="33" y="73"/>
                      <a:pt x="34" y="71"/>
                      <a:pt x="34" y="73"/>
                    </a:cubicBezTo>
                    <a:cubicBezTo>
                      <a:pt x="34" y="70"/>
                      <a:pt x="33" y="73"/>
                      <a:pt x="33" y="72"/>
                    </a:cubicBezTo>
                    <a:cubicBezTo>
                      <a:pt x="33" y="70"/>
                      <a:pt x="34" y="70"/>
                      <a:pt x="34" y="70"/>
                    </a:cubicBezTo>
                    <a:cubicBezTo>
                      <a:pt x="34" y="72"/>
                      <a:pt x="35" y="70"/>
                      <a:pt x="35" y="70"/>
                    </a:cubicBezTo>
                    <a:cubicBezTo>
                      <a:pt x="35" y="71"/>
                      <a:pt x="35" y="72"/>
                      <a:pt x="36" y="72"/>
                    </a:cubicBezTo>
                    <a:cubicBezTo>
                      <a:pt x="36" y="70"/>
                      <a:pt x="36" y="70"/>
                      <a:pt x="36" y="70"/>
                    </a:cubicBezTo>
                    <a:cubicBezTo>
                      <a:pt x="36" y="74"/>
                      <a:pt x="37" y="70"/>
                      <a:pt x="37" y="71"/>
                    </a:cubicBezTo>
                    <a:cubicBezTo>
                      <a:pt x="37" y="72"/>
                      <a:pt x="37" y="73"/>
                      <a:pt x="37" y="74"/>
                    </a:cubicBezTo>
                    <a:cubicBezTo>
                      <a:pt x="37" y="71"/>
                      <a:pt x="38" y="70"/>
                      <a:pt x="38" y="69"/>
                    </a:cubicBezTo>
                    <a:cubicBezTo>
                      <a:pt x="39" y="70"/>
                      <a:pt x="38" y="72"/>
                      <a:pt x="38" y="74"/>
                    </a:cubicBezTo>
                    <a:cubicBezTo>
                      <a:pt x="38" y="72"/>
                      <a:pt x="39" y="75"/>
                      <a:pt x="39" y="73"/>
                    </a:cubicBezTo>
                    <a:cubicBezTo>
                      <a:pt x="39" y="72"/>
                      <a:pt x="39" y="71"/>
                      <a:pt x="39" y="70"/>
                    </a:cubicBezTo>
                    <a:cubicBezTo>
                      <a:pt x="40" y="70"/>
                      <a:pt x="39" y="71"/>
                      <a:pt x="40" y="72"/>
                    </a:cubicBezTo>
                    <a:cubicBezTo>
                      <a:pt x="40" y="72"/>
                      <a:pt x="41" y="69"/>
                      <a:pt x="40" y="69"/>
                    </a:cubicBezTo>
                    <a:cubicBezTo>
                      <a:pt x="41" y="69"/>
                      <a:pt x="41" y="67"/>
                      <a:pt x="42" y="68"/>
                    </a:cubicBezTo>
                    <a:cubicBezTo>
                      <a:pt x="42" y="70"/>
                      <a:pt x="41" y="69"/>
                      <a:pt x="41" y="70"/>
                    </a:cubicBezTo>
                    <a:cubicBezTo>
                      <a:pt x="42" y="70"/>
                      <a:pt x="41" y="66"/>
                      <a:pt x="42" y="66"/>
                    </a:cubicBezTo>
                    <a:cubicBezTo>
                      <a:pt x="42" y="65"/>
                      <a:pt x="42" y="62"/>
                      <a:pt x="43" y="61"/>
                    </a:cubicBezTo>
                    <a:cubicBezTo>
                      <a:pt x="44" y="62"/>
                      <a:pt x="42" y="62"/>
                      <a:pt x="43" y="64"/>
                    </a:cubicBezTo>
                    <a:cubicBezTo>
                      <a:pt x="43" y="64"/>
                      <a:pt x="43" y="64"/>
                      <a:pt x="43" y="64"/>
                    </a:cubicBezTo>
                    <a:cubicBezTo>
                      <a:pt x="44" y="67"/>
                      <a:pt x="42" y="68"/>
                      <a:pt x="43" y="71"/>
                    </a:cubicBezTo>
                    <a:cubicBezTo>
                      <a:pt x="43" y="70"/>
                      <a:pt x="43" y="70"/>
                      <a:pt x="43" y="70"/>
                    </a:cubicBezTo>
                    <a:cubicBezTo>
                      <a:pt x="43" y="73"/>
                      <a:pt x="43" y="73"/>
                      <a:pt x="43" y="73"/>
                    </a:cubicBezTo>
                    <a:cubicBezTo>
                      <a:pt x="43" y="71"/>
                      <a:pt x="44" y="72"/>
                      <a:pt x="44" y="72"/>
                    </a:cubicBezTo>
                    <a:cubicBezTo>
                      <a:pt x="44" y="70"/>
                      <a:pt x="44" y="72"/>
                      <a:pt x="44" y="71"/>
                    </a:cubicBezTo>
                    <a:cubicBezTo>
                      <a:pt x="44" y="71"/>
                      <a:pt x="45" y="68"/>
                      <a:pt x="45" y="69"/>
                    </a:cubicBezTo>
                    <a:cubicBezTo>
                      <a:pt x="45" y="70"/>
                      <a:pt x="46" y="71"/>
                      <a:pt x="45" y="72"/>
                    </a:cubicBezTo>
                    <a:cubicBezTo>
                      <a:pt x="46" y="73"/>
                      <a:pt x="45" y="70"/>
                      <a:pt x="46" y="71"/>
                    </a:cubicBezTo>
                    <a:cubicBezTo>
                      <a:pt x="46" y="72"/>
                      <a:pt x="46" y="72"/>
                      <a:pt x="46" y="72"/>
                    </a:cubicBezTo>
                    <a:cubicBezTo>
                      <a:pt x="48" y="72"/>
                      <a:pt x="50" y="72"/>
                      <a:pt x="52" y="68"/>
                    </a:cubicBezTo>
                    <a:cubicBezTo>
                      <a:pt x="52" y="70"/>
                      <a:pt x="53" y="70"/>
                      <a:pt x="54" y="71"/>
                    </a:cubicBezTo>
                    <a:cubicBezTo>
                      <a:pt x="53" y="70"/>
                      <a:pt x="54" y="69"/>
                      <a:pt x="54" y="69"/>
                    </a:cubicBezTo>
                    <a:cubicBezTo>
                      <a:pt x="55" y="71"/>
                      <a:pt x="55" y="71"/>
                      <a:pt x="55" y="71"/>
                    </a:cubicBezTo>
                    <a:cubicBezTo>
                      <a:pt x="56" y="72"/>
                      <a:pt x="56" y="70"/>
                      <a:pt x="57" y="69"/>
                    </a:cubicBezTo>
                    <a:cubicBezTo>
                      <a:pt x="57" y="70"/>
                      <a:pt x="57" y="70"/>
                      <a:pt x="57" y="70"/>
                    </a:cubicBezTo>
                    <a:cubicBezTo>
                      <a:pt x="58" y="71"/>
                      <a:pt x="57" y="69"/>
                      <a:pt x="58" y="69"/>
                    </a:cubicBezTo>
                    <a:cubicBezTo>
                      <a:pt x="58" y="70"/>
                      <a:pt x="58" y="70"/>
                      <a:pt x="58" y="70"/>
                    </a:cubicBezTo>
                    <a:cubicBezTo>
                      <a:pt x="58" y="69"/>
                      <a:pt x="58" y="69"/>
                      <a:pt x="58" y="69"/>
                    </a:cubicBezTo>
                    <a:cubicBezTo>
                      <a:pt x="59" y="68"/>
                      <a:pt x="59" y="68"/>
                      <a:pt x="59" y="70"/>
                    </a:cubicBezTo>
                    <a:cubicBezTo>
                      <a:pt x="60" y="70"/>
                      <a:pt x="60" y="69"/>
                      <a:pt x="59" y="69"/>
                    </a:cubicBezTo>
                    <a:cubicBezTo>
                      <a:pt x="60" y="70"/>
                      <a:pt x="61" y="70"/>
                      <a:pt x="62" y="69"/>
                    </a:cubicBezTo>
                    <a:cubicBezTo>
                      <a:pt x="62" y="68"/>
                      <a:pt x="62" y="68"/>
                      <a:pt x="62" y="66"/>
                    </a:cubicBezTo>
                    <a:cubicBezTo>
                      <a:pt x="61" y="64"/>
                      <a:pt x="62" y="67"/>
                      <a:pt x="62" y="65"/>
                    </a:cubicBezTo>
                    <a:cubicBezTo>
                      <a:pt x="62" y="66"/>
                      <a:pt x="63" y="67"/>
                      <a:pt x="62" y="68"/>
                    </a:cubicBezTo>
                    <a:cubicBezTo>
                      <a:pt x="64" y="71"/>
                      <a:pt x="65" y="68"/>
                      <a:pt x="67" y="68"/>
                    </a:cubicBezTo>
                    <a:cubicBezTo>
                      <a:pt x="67" y="67"/>
                      <a:pt x="67" y="67"/>
                      <a:pt x="67" y="67"/>
                    </a:cubicBezTo>
                    <a:cubicBezTo>
                      <a:pt x="68" y="69"/>
                      <a:pt x="69" y="67"/>
                      <a:pt x="70" y="67"/>
                    </a:cubicBezTo>
                    <a:cubicBezTo>
                      <a:pt x="70" y="66"/>
                      <a:pt x="70" y="64"/>
                      <a:pt x="71" y="64"/>
                    </a:cubicBezTo>
                    <a:cubicBezTo>
                      <a:pt x="71" y="61"/>
                      <a:pt x="71" y="66"/>
                      <a:pt x="72" y="67"/>
                    </a:cubicBezTo>
                    <a:cubicBezTo>
                      <a:pt x="72" y="66"/>
                      <a:pt x="73" y="66"/>
                      <a:pt x="73" y="66"/>
                    </a:cubicBezTo>
                    <a:cubicBezTo>
                      <a:pt x="73" y="66"/>
                      <a:pt x="73" y="66"/>
                      <a:pt x="73" y="66"/>
                    </a:cubicBezTo>
                    <a:cubicBezTo>
                      <a:pt x="73" y="65"/>
                      <a:pt x="73" y="65"/>
                      <a:pt x="74" y="65"/>
                    </a:cubicBezTo>
                    <a:cubicBezTo>
                      <a:pt x="74" y="66"/>
                      <a:pt x="74" y="66"/>
                      <a:pt x="74" y="66"/>
                    </a:cubicBezTo>
                    <a:cubicBezTo>
                      <a:pt x="74" y="66"/>
                      <a:pt x="75" y="67"/>
                      <a:pt x="75" y="67"/>
                    </a:cubicBezTo>
                    <a:cubicBezTo>
                      <a:pt x="75" y="65"/>
                      <a:pt x="76" y="66"/>
                      <a:pt x="76" y="64"/>
                    </a:cubicBezTo>
                    <a:cubicBezTo>
                      <a:pt x="76" y="65"/>
                      <a:pt x="76" y="65"/>
                      <a:pt x="76" y="65"/>
                    </a:cubicBezTo>
                    <a:cubicBezTo>
                      <a:pt x="76" y="63"/>
                      <a:pt x="76" y="63"/>
                      <a:pt x="76" y="63"/>
                    </a:cubicBezTo>
                    <a:cubicBezTo>
                      <a:pt x="77" y="64"/>
                      <a:pt x="77" y="64"/>
                      <a:pt x="77" y="64"/>
                    </a:cubicBezTo>
                    <a:cubicBezTo>
                      <a:pt x="77" y="66"/>
                      <a:pt x="77" y="66"/>
                      <a:pt x="77" y="66"/>
                    </a:cubicBezTo>
                    <a:cubicBezTo>
                      <a:pt x="78" y="67"/>
                      <a:pt x="77" y="64"/>
                      <a:pt x="77" y="63"/>
                    </a:cubicBezTo>
                    <a:cubicBezTo>
                      <a:pt x="77" y="62"/>
                      <a:pt x="78" y="64"/>
                      <a:pt x="78" y="64"/>
                    </a:cubicBezTo>
                    <a:cubicBezTo>
                      <a:pt x="78" y="65"/>
                      <a:pt x="78" y="64"/>
                      <a:pt x="77" y="64"/>
                    </a:cubicBezTo>
                    <a:cubicBezTo>
                      <a:pt x="77" y="66"/>
                      <a:pt x="78" y="65"/>
                      <a:pt x="78" y="66"/>
                    </a:cubicBezTo>
                    <a:cubicBezTo>
                      <a:pt x="78" y="66"/>
                      <a:pt x="78" y="64"/>
                      <a:pt x="78" y="64"/>
                    </a:cubicBezTo>
                    <a:cubicBezTo>
                      <a:pt x="79" y="64"/>
                      <a:pt x="79" y="64"/>
                      <a:pt x="80" y="65"/>
                    </a:cubicBezTo>
                    <a:cubicBezTo>
                      <a:pt x="80" y="64"/>
                      <a:pt x="80" y="65"/>
                      <a:pt x="80" y="64"/>
                    </a:cubicBezTo>
                    <a:cubicBezTo>
                      <a:pt x="80" y="64"/>
                      <a:pt x="79" y="63"/>
                      <a:pt x="79" y="62"/>
                    </a:cubicBezTo>
                    <a:cubicBezTo>
                      <a:pt x="79" y="62"/>
                      <a:pt x="80" y="61"/>
                      <a:pt x="80" y="62"/>
                    </a:cubicBezTo>
                    <a:cubicBezTo>
                      <a:pt x="80" y="63"/>
                      <a:pt x="80" y="63"/>
                      <a:pt x="80" y="63"/>
                    </a:cubicBezTo>
                    <a:cubicBezTo>
                      <a:pt x="80" y="62"/>
                      <a:pt x="81" y="62"/>
                      <a:pt x="80" y="61"/>
                    </a:cubicBezTo>
                    <a:cubicBezTo>
                      <a:pt x="81" y="63"/>
                      <a:pt x="81" y="63"/>
                      <a:pt x="81" y="63"/>
                    </a:cubicBezTo>
                    <a:cubicBezTo>
                      <a:pt x="81" y="62"/>
                      <a:pt x="81" y="62"/>
                      <a:pt x="82" y="61"/>
                    </a:cubicBezTo>
                    <a:cubicBezTo>
                      <a:pt x="82" y="63"/>
                      <a:pt x="82" y="65"/>
                      <a:pt x="83" y="65"/>
                    </a:cubicBezTo>
                    <a:cubicBezTo>
                      <a:pt x="83" y="63"/>
                      <a:pt x="83" y="63"/>
                      <a:pt x="83" y="63"/>
                    </a:cubicBezTo>
                    <a:cubicBezTo>
                      <a:pt x="84" y="63"/>
                      <a:pt x="84" y="64"/>
                      <a:pt x="84" y="65"/>
                    </a:cubicBezTo>
                    <a:cubicBezTo>
                      <a:pt x="85" y="65"/>
                      <a:pt x="84" y="60"/>
                      <a:pt x="85" y="61"/>
                    </a:cubicBezTo>
                    <a:cubicBezTo>
                      <a:pt x="85" y="63"/>
                      <a:pt x="86" y="63"/>
                      <a:pt x="86" y="64"/>
                    </a:cubicBezTo>
                    <a:cubicBezTo>
                      <a:pt x="86" y="63"/>
                      <a:pt x="86" y="63"/>
                      <a:pt x="86" y="62"/>
                    </a:cubicBezTo>
                    <a:cubicBezTo>
                      <a:pt x="86" y="62"/>
                      <a:pt x="86" y="64"/>
                      <a:pt x="86" y="63"/>
                    </a:cubicBezTo>
                    <a:cubicBezTo>
                      <a:pt x="85" y="61"/>
                      <a:pt x="86" y="62"/>
                      <a:pt x="86" y="61"/>
                    </a:cubicBezTo>
                    <a:cubicBezTo>
                      <a:pt x="88" y="65"/>
                      <a:pt x="89" y="62"/>
                      <a:pt x="91" y="64"/>
                    </a:cubicBezTo>
                    <a:cubicBezTo>
                      <a:pt x="90" y="61"/>
                      <a:pt x="91" y="63"/>
                      <a:pt x="91" y="62"/>
                    </a:cubicBezTo>
                    <a:cubicBezTo>
                      <a:pt x="92" y="64"/>
                      <a:pt x="92" y="61"/>
                      <a:pt x="93" y="63"/>
                    </a:cubicBezTo>
                    <a:cubicBezTo>
                      <a:pt x="92" y="60"/>
                      <a:pt x="92" y="60"/>
                      <a:pt x="92" y="60"/>
                    </a:cubicBezTo>
                    <a:cubicBezTo>
                      <a:pt x="93" y="61"/>
                      <a:pt x="92" y="56"/>
                      <a:pt x="94" y="59"/>
                    </a:cubicBezTo>
                    <a:cubicBezTo>
                      <a:pt x="94" y="60"/>
                      <a:pt x="94" y="61"/>
                      <a:pt x="94" y="61"/>
                    </a:cubicBezTo>
                    <a:cubicBezTo>
                      <a:pt x="95" y="64"/>
                      <a:pt x="95" y="59"/>
                      <a:pt x="96" y="62"/>
                    </a:cubicBezTo>
                    <a:cubicBezTo>
                      <a:pt x="96" y="61"/>
                      <a:pt x="95" y="59"/>
                      <a:pt x="96" y="58"/>
                    </a:cubicBezTo>
                    <a:cubicBezTo>
                      <a:pt x="96" y="59"/>
                      <a:pt x="98" y="60"/>
                      <a:pt x="98" y="60"/>
                    </a:cubicBezTo>
                    <a:cubicBezTo>
                      <a:pt x="98" y="60"/>
                      <a:pt x="98" y="59"/>
                      <a:pt x="98" y="60"/>
                    </a:cubicBezTo>
                    <a:cubicBezTo>
                      <a:pt x="99" y="61"/>
                      <a:pt x="98" y="61"/>
                      <a:pt x="98" y="61"/>
                    </a:cubicBezTo>
                    <a:cubicBezTo>
                      <a:pt x="99" y="62"/>
                      <a:pt x="99" y="60"/>
                      <a:pt x="100" y="59"/>
                    </a:cubicBezTo>
                    <a:cubicBezTo>
                      <a:pt x="101" y="61"/>
                      <a:pt x="101" y="60"/>
                      <a:pt x="102" y="61"/>
                    </a:cubicBezTo>
                    <a:cubicBezTo>
                      <a:pt x="102" y="58"/>
                      <a:pt x="104" y="61"/>
                      <a:pt x="103" y="58"/>
                    </a:cubicBezTo>
                    <a:cubicBezTo>
                      <a:pt x="103" y="59"/>
                      <a:pt x="103" y="59"/>
                      <a:pt x="103" y="59"/>
                    </a:cubicBezTo>
                    <a:cubicBezTo>
                      <a:pt x="104" y="58"/>
                      <a:pt x="103" y="56"/>
                      <a:pt x="104" y="56"/>
                    </a:cubicBezTo>
                    <a:cubicBezTo>
                      <a:pt x="104" y="58"/>
                      <a:pt x="104" y="58"/>
                      <a:pt x="104" y="58"/>
                    </a:cubicBezTo>
                    <a:cubicBezTo>
                      <a:pt x="105" y="61"/>
                      <a:pt x="105" y="58"/>
                      <a:pt x="105" y="59"/>
                    </a:cubicBezTo>
                    <a:cubicBezTo>
                      <a:pt x="105" y="58"/>
                      <a:pt x="106" y="59"/>
                      <a:pt x="106" y="58"/>
                    </a:cubicBezTo>
                    <a:cubicBezTo>
                      <a:pt x="106" y="57"/>
                      <a:pt x="106" y="57"/>
                      <a:pt x="106" y="57"/>
                    </a:cubicBezTo>
                    <a:cubicBezTo>
                      <a:pt x="106" y="56"/>
                      <a:pt x="106" y="56"/>
                      <a:pt x="106" y="56"/>
                    </a:cubicBezTo>
                    <a:cubicBezTo>
                      <a:pt x="107" y="55"/>
                      <a:pt x="107" y="58"/>
                      <a:pt x="107" y="58"/>
                    </a:cubicBezTo>
                    <a:cubicBezTo>
                      <a:pt x="107" y="59"/>
                      <a:pt x="108" y="58"/>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9" y="57"/>
                    </a:cubicBezTo>
                    <a:cubicBezTo>
                      <a:pt x="109" y="57"/>
                      <a:pt x="109" y="57"/>
                      <a:pt x="109" y="57"/>
                    </a:cubicBezTo>
                    <a:cubicBezTo>
                      <a:pt x="109" y="57"/>
                      <a:pt x="109" y="57"/>
                      <a:pt x="109" y="58"/>
                    </a:cubicBezTo>
                    <a:cubicBezTo>
                      <a:pt x="109" y="59"/>
                      <a:pt x="109" y="59"/>
                      <a:pt x="109" y="59"/>
                    </a:cubicBezTo>
                    <a:cubicBezTo>
                      <a:pt x="110" y="59"/>
                      <a:pt x="110" y="57"/>
                      <a:pt x="110" y="57"/>
                    </a:cubicBezTo>
                    <a:cubicBezTo>
                      <a:pt x="111" y="58"/>
                      <a:pt x="113" y="56"/>
                      <a:pt x="113" y="55"/>
                    </a:cubicBezTo>
                    <a:cubicBezTo>
                      <a:pt x="113" y="55"/>
                      <a:pt x="113" y="56"/>
                      <a:pt x="113" y="55"/>
                    </a:cubicBezTo>
                    <a:cubicBezTo>
                      <a:pt x="114" y="55"/>
                      <a:pt x="114" y="53"/>
                      <a:pt x="114" y="54"/>
                    </a:cubicBezTo>
                    <a:cubicBezTo>
                      <a:pt x="114" y="54"/>
                      <a:pt x="115" y="55"/>
                      <a:pt x="115" y="55"/>
                    </a:cubicBezTo>
                    <a:cubicBezTo>
                      <a:pt x="115" y="56"/>
                      <a:pt x="115" y="54"/>
                      <a:pt x="115" y="54"/>
                    </a:cubicBezTo>
                    <a:cubicBezTo>
                      <a:pt x="116" y="56"/>
                      <a:pt x="116" y="52"/>
                      <a:pt x="118" y="53"/>
                    </a:cubicBezTo>
                    <a:cubicBezTo>
                      <a:pt x="118" y="53"/>
                      <a:pt x="118" y="54"/>
                      <a:pt x="118" y="55"/>
                    </a:cubicBezTo>
                    <a:cubicBezTo>
                      <a:pt x="119" y="54"/>
                      <a:pt x="119" y="53"/>
                      <a:pt x="120" y="51"/>
                    </a:cubicBezTo>
                    <a:cubicBezTo>
                      <a:pt x="120" y="53"/>
                      <a:pt x="120" y="53"/>
                      <a:pt x="120" y="53"/>
                    </a:cubicBezTo>
                    <a:cubicBezTo>
                      <a:pt x="120" y="52"/>
                      <a:pt x="121" y="52"/>
                      <a:pt x="121" y="51"/>
                    </a:cubicBezTo>
                    <a:cubicBezTo>
                      <a:pt x="120" y="50"/>
                      <a:pt x="120" y="48"/>
                      <a:pt x="121" y="49"/>
                    </a:cubicBezTo>
                    <a:cubicBezTo>
                      <a:pt x="121" y="49"/>
                      <a:pt x="121" y="49"/>
                      <a:pt x="121" y="49"/>
                    </a:cubicBezTo>
                    <a:cubicBezTo>
                      <a:pt x="122" y="48"/>
                      <a:pt x="122" y="48"/>
                      <a:pt x="122" y="48"/>
                    </a:cubicBezTo>
                    <a:cubicBezTo>
                      <a:pt x="122" y="48"/>
                      <a:pt x="122" y="48"/>
                      <a:pt x="122" y="49"/>
                    </a:cubicBezTo>
                    <a:cubicBezTo>
                      <a:pt x="123" y="51"/>
                      <a:pt x="124" y="50"/>
                      <a:pt x="124" y="50"/>
                    </a:cubicBezTo>
                    <a:cubicBezTo>
                      <a:pt x="124" y="49"/>
                      <a:pt x="124" y="49"/>
                      <a:pt x="124" y="49"/>
                    </a:cubicBezTo>
                    <a:cubicBezTo>
                      <a:pt x="124" y="48"/>
                      <a:pt x="125" y="50"/>
                      <a:pt x="125" y="50"/>
                    </a:cubicBezTo>
                    <a:cubicBezTo>
                      <a:pt x="125" y="45"/>
                      <a:pt x="125" y="45"/>
                      <a:pt x="125" y="45"/>
                    </a:cubicBezTo>
                    <a:cubicBezTo>
                      <a:pt x="125" y="45"/>
                      <a:pt x="126" y="47"/>
                      <a:pt x="126" y="48"/>
                    </a:cubicBezTo>
                    <a:cubicBezTo>
                      <a:pt x="127" y="47"/>
                      <a:pt x="126" y="44"/>
                      <a:pt x="126" y="42"/>
                    </a:cubicBezTo>
                    <a:cubicBezTo>
                      <a:pt x="127" y="43"/>
                      <a:pt x="127" y="41"/>
                      <a:pt x="127" y="41"/>
                    </a:cubicBezTo>
                    <a:cubicBezTo>
                      <a:pt x="128" y="42"/>
                      <a:pt x="127" y="41"/>
                      <a:pt x="127" y="42"/>
                    </a:cubicBezTo>
                    <a:cubicBezTo>
                      <a:pt x="128" y="43"/>
                      <a:pt x="128" y="43"/>
                      <a:pt x="128" y="43"/>
                    </a:cubicBezTo>
                    <a:cubicBezTo>
                      <a:pt x="128" y="44"/>
                      <a:pt x="129" y="46"/>
                      <a:pt x="129" y="47"/>
                    </a:cubicBezTo>
                    <a:cubicBezTo>
                      <a:pt x="129" y="46"/>
                      <a:pt x="131" y="46"/>
                      <a:pt x="132" y="46"/>
                    </a:cubicBezTo>
                    <a:cubicBezTo>
                      <a:pt x="130" y="44"/>
                      <a:pt x="132" y="45"/>
                      <a:pt x="132" y="42"/>
                    </a:cubicBezTo>
                    <a:cubicBezTo>
                      <a:pt x="132" y="41"/>
                      <a:pt x="133" y="44"/>
                      <a:pt x="133" y="44"/>
                    </a:cubicBezTo>
                    <a:cubicBezTo>
                      <a:pt x="134" y="43"/>
                      <a:pt x="135" y="44"/>
                      <a:pt x="136" y="43"/>
                    </a:cubicBezTo>
                    <a:cubicBezTo>
                      <a:pt x="136" y="43"/>
                      <a:pt x="136" y="43"/>
                      <a:pt x="136" y="43"/>
                    </a:cubicBezTo>
                    <a:cubicBezTo>
                      <a:pt x="136" y="42"/>
                      <a:pt x="138" y="43"/>
                      <a:pt x="138" y="40"/>
                    </a:cubicBezTo>
                    <a:cubicBezTo>
                      <a:pt x="138" y="42"/>
                      <a:pt x="138" y="42"/>
                      <a:pt x="138" y="42"/>
                    </a:cubicBezTo>
                    <a:cubicBezTo>
                      <a:pt x="139" y="42"/>
                      <a:pt x="137" y="39"/>
                      <a:pt x="139" y="40"/>
                    </a:cubicBezTo>
                    <a:cubicBezTo>
                      <a:pt x="139" y="41"/>
                      <a:pt x="139" y="41"/>
                      <a:pt x="139" y="41"/>
                    </a:cubicBezTo>
                    <a:cubicBezTo>
                      <a:pt x="139" y="40"/>
                      <a:pt x="140" y="42"/>
                      <a:pt x="140" y="39"/>
                    </a:cubicBezTo>
                    <a:cubicBezTo>
                      <a:pt x="141" y="41"/>
                      <a:pt x="141" y="41"/>
                      <a:pt x="141" y="41"/>
                    </a:cubicBezTo>
                    <a:cubicBezTo>
                      <a:pt x="141" y="40"/>
                      <a:pt x="142" y="40"/>
                      <a:pt x="142" y="38"/>
                    </a:cubicBezTo>
                    <a:cubicBezTo>
                      <a:pt x="142" y="40"/>
                      <a:pt x="142" y="40"/>
                      <a:pt x="142" y="40"/>
                    </a:cubicBezTo>
                    <a:cubicBezTo>
                      <a:pt x="143" y="41"/>
                      <a:pt x="142" y="38"/>
                      <a:pt x="143" y="38"/>
                    </a:cubicBezTo>
                    <a:cubicBezTo>
                      <a:pt x="143" y="38"/>
                      <a:pt x="144" y="39"/>
                      <a:pt x="144" y="39"/>
                    </a:cubicBezTo>
                    <a:cubicBezTo>
                      <a:pt x="143" y="38"/>
                      <a:pt x="144" y="38"/>
                      <a:pt x="144" y="37"/>
                    </a:cubicBezTo>
                    <a:cubicBezTo>
                      <a:pt x="146" y="39"/>
                      <a:pt x="146" y="39"/>
                      <a:pt x="146" y="39"/>
                    </a:cubicBezTo>
                    <a:cubicBezTo>
                      <a:pt x="149" y="37"/>
                      <a:pt x="152" y="36"/>
                      <a:pt x="154" y="33"/>
                    </a:cubicBezTo>
                    <a:cubicBezTo>
                      <a:pt x="156" y="35"/>
                      <a:pt x="154" y="35"/>
                      <a:pt x="155" y="36"/>
                    </a:cubicBezTo>
                    <a:cubicBezTo>
                      <a:pt x="154" y="34"/>
                      <a:pt x="155" y="35"/>
                      <a:pt x="156" y="34"/>
                    </a:cubicBezTo>
                    <a:cubicBezTo>
                      <a:pt x="156" y="34"/>
                      <a:pt x="156" y="34"/>
                      <a:pt x="156" y="34"/>
                    </a:cubicBezTo>
                    <a:cubicBezTo>
                      <a:pt x="156" y="34"/>
                      <a:pt x="157" y="35"/>
                      <a:pt x="157" y="34"/>
                    </a:cubicBezTo>
                    <a:cubicBezTo>
                      <a:pt x="157" y="34"/>
                      <a:pt x="157" y="34"/>
                      <a:pt x="157" y="34"/>
                    </a:cubicBezTo>
                    <a:cubicBezTo>
                      <a:pt x="157" y="32"/>
                      <a:pt x="159" y="36"/>
                      <a:pt x="158" y="33"/>
                    </a:cubicBezTo>
                    <a:cubicBezTo>
                      <a:pt x="159" y="34"/>
                      <a:pt x="159" y="34"/>
                      <a:pt x="159" y="34"/>
                    </a:cubicBezTo>
                    <a:cubicBezTo>
                      <a:pt x="158" y="32"/>
                      <a:pt x="160" y="35"/>
                      <a:pt x="160" y="33"/>
                    </a:cubicBezTo>
                    <a:cubicBezTo>
                      <a:pt x="160" y="33"/>
                      <a:pt x="160" y="33"/>
                      <a:pt x="160" y="33"/>
                    </a:cubicBezTo>
                    <a:cubicBezTo>
                      <a:pt x="161" y="34"/>
                      <a:pt x="160" y="30"/>
                      <a:pt x="161" y="32"/>
                    </a:cubicBezTo>
                    <a:cubicBezTo>
                      <a:pt x="162" y="31"/>
                      <a:pt x="162" y="30"/>
                      <a:pt x="161" y="28"/>
                    </a:cubicBezTo>
                    <a:cubicBezTo>
                      <a:pt x="162" y="30"/>
                      <a:pt x="162" y="30"/>
                      <a:pt x="162" y="30"/>
                    </a:cubicBezTo>
                    <a:cubicBezTo>
                      <a:pt x="164" y="28"/>
                      <a:pt x="167" y="27"/>
                      <a:pt x="167" y="24"/>
                    </a:cubicBezTo>
                    <a:cubicBezTo>
                      <a:pt x="168" y="25"/>
                      <a:pt x="168" y="25"/>
                      <a:pt x="168" y="25"/>
                    </a:cubicBezTo>
                    <a:cubicBezTo>
                      <a:pt x="167" y="22"/>
                      <a:pt x="171" y="25"/>
                      <a:pt x="170" y="21"/>
                    </a:cubicBezTo>
                    <a:cubicBezTo>
                      <a:pt x="169" y="19"/>
                      <a:pt x="169" y="19"/>
                      <a:pt x="169" y="19"/>
                    </a:cubicBezTo>
                    <a:cubicBezTo>
                      <a:pt x="171" y="21"/>
                      <a:pt x="171" y="21"/>
                      <a:pt x="171" y="21"/>
                    </a:cubicBezTo>
                    <a:cubicBezTo>
                      <a:pt x="170" y="20"/>
                      <a:pt x="172" y="20"/>
                      <a:pt x="171" y="19"/>
                    </a:cubicBezTo>
                    <a:cubicBezTo>
                      <a:pt x="171" y="19"/>
                      <a:pt x="171" y="19"/>
                      <a:pt x="172" y="20"/>
                    </a:cubicBezTo>
                    <a:cubicBezTo>
                      <a:pt x="172" y="20"/>
                      <a:pt x="171" y="17"/>
                      <a:pt x="172" y="17"/>
                    </a:cubicBezTo>
                    <a:cubicBezTo>
                      <a:pt x="173" y="18"/>
                      <a:pt x="173" y="18"/>
                      <a:pt x="173" y="18"/>
                    </a:cubicBezTo>
                    <a:cubicBezTo>
                      <a:pt x="177" y="19"/>
                      <a:pt x="182" y="18"/>
                      <a:pt x="181" y="13"/>
                    </a:cubicBezTo>
                    <a:cubicBezTo>
                      <a:pt x="181" y="12"/>
                      <a:pt x="183" y="14"/>
                      <a:pt x="183" y="14"/>
                    </a:cubicBezTo>
                    <a:cubicBezTo>
                      <a:pt x="182" y="10"/>
                      <a:pt x="188" y="11"/>
                      <a:pt x="186" y="6"/>
                    </a:cubicBezTo>
                    <a:cubicBezTo>
                      <a:pt x="186" y="4"/>
                      <a:pt x="182" y="0"/>
                      <a:pt x="182" y="0"/>
                    </a:cubicBezTo>
                    <a:cubicBezTo>
                      <a:pt x="180" y="4"/>
                      <a:pt x="176" y="5"/>
                      <a:pt x="171" y="6"/>
                    </a:cubicBezTo>
                    <a:cubicBezTo>
                      <a:pt x="171" y="7"/>
                      <a:pt x="170" y="9"/>
                      <a:pt x="169" y="9"/>
                    </a:cubicBezTo>
                    <a:cubicBezTo>
                      <a:pt x="165" y="12"/>
                      <a:pt x="158" y="11"/>
                      <a:pt x="154" y="16"/>
                    </a:cubicBezTo>
                    <a:cubicBezTo>
                      <a:pt x="155" y="16"/>
                      <a:pt x="155" y="18"/>
                      <a:pt x="155" y="18"/>
                    </a:cubicBezTo>
                    <a:cubicBezTo>
                      <a:pt x="155" y="18"/>
                      <a:pt x="155" y="18"/>
                      <a:pt x="155" y="18"/>
                    </a:cubicBezTo>
                    <a:cubicBezTo>
                      <a:pt x="155" y="19"/>
                      <a:pt x="155" y="19"/>
                      <a:pt x="155" y="19"/>
                    </a:cubicBezTo>
                    <a:cubicBezTo>
                      <a:pt x="155" y="19"/>
                      <a:pt x="154" y="18"/>
                      <a:pt x="154" y="17"/>
                    </a:cubicBezTo>
                    <a:cubicBezTo>
                      <a:pt x="153" y="19"/>
                      <a:pt x="151" y="20"/>
                      <a:pt x="149" y="20"/>
                    </a:cubicBezTo>
                    <a:cubicBezTo>
                      <a:pt x="150" y="22"/>
                      <a:pt x="148" y="21"/>
                      <a:pt x="149" y="23"/>
                    </a:cubicBezTo>
                    <a:cubicBezTo>
                      <a:pt x="148" y="22"/>
                      <a:pt x="148" y="22"/>
                      <a:pt x="148" y="22"/>
                    </a:cubicBezTo>
                    <a:cubicBezTo>
                      <a:pt x="147" y="24"/>
                      <a:pt x="147" y="24"/>
                      <a:pt x="145" y="22"/>
                    </a:cubicBezTo>
                    <a:cubicBezTo>
                      <a:pt x="139" y="23"/>
                      <a:pt x="134" y="27"/>
                      <a:pt x="128" y="28"/>
                    </a:cubicBezTo>
                    <a:cubicBezTo>
                      <a:pt x="123" y="30"/>
                      <a:pt x="118" y="35"/>
                      <a:pt x="112" y="37"/>
                    </a:cubicBezTo>
                    <a:cubicBezTo>
                      <a:pt x="112" y="40"/>
                      <a:pt x="110" y="39"/>
                      <a:pt x="110" y="42"/>
                    </a:cubicBezTo>
                    <a:cubicBezTo>
                      <a:pt x="110" y="41"/>
                      <a:pt x="110" y="41"/>
                      <a:pt x="110" y="41"/>
                    </a:cubicBezTo>
                    <a:cubicBezTo>
                      <a:pt x="109" y="43"/>
                      <a:pt x="109" y="41"/>
                      <a:pt x="107" y="40"/>
                    </a:cubicBezTo>
                    <a:cubicBezTo>
                      <a:pt x="107" y="42"/>
                      <a:pt x="107" y="41"/>
                      <a:pt x="107" y="43"/>
                    </a:cubicBezTo>
                    <a:cubicBezTo>
                      <a:pt x="107" y="45"/>
                      <a:pt x="106" y="40"/>
                      <a:pt x="106" y="41"/>
                    </a:cubicBezTo>
                    <a:cubicBezTo>
                      <a:pt x="105" y="41"/>
                      <a:pt x="106" y="42"/>
                      <a:pt x="106" y="42"/>
                    </a:cubicBezTo>
                    <a:cubicBezTo>
                      <a:pt x="105" y="45"/>
                      <a:pt x="106" y="41"/>
                      <a:pt x="103" y="39"/>
                    </a:cubicBezTo>
                    <a:cubicBezTo>
                      <a:pt x="101" y="41"/>
                      <a:pt x="98" y="44"/>
                      <a:pt x="95" y="43"/>
                    </a:cubicBezTo>
                    <a:cubicBezTo>
                      <a:pt x="95" y="43"/>
                      <a:pt x="96" y="44"/>
                      <a:pt x="96" y="44"/>
                    </a:cubicBezTo>
                    <a:cubicBezTo>
                      <a:pt x="95" y="41"/>
                      <a:pt x="95" y="46"/>
                      <a:pt x="94" y="44"/>
                    </a:cubicBezTo>
                    <a:cubicBezTo>
                      <a:pt x="94" y="44"/>
                      <a:pt x="94" y="43"/>
                      <a:pt x="94" y="43"/>
                    </a:cubicBezTo>
                    <a:cubicBezTo>
                      <a:pt x="93" y="42"/>
                      <a:pt x="92" y="44"/>
                      <a:pt x="91" y="43"/>
                    </a:cubicBezTo>
                    <a:cubicBezTo>
                      <a:pt x="90" y="45"/>
                      <a:pt x="88" y="42"/>
                      <a:pt x="88" y="44"/>
                    </a:cubicBezTo>
                    <a:cubicBezTo>
                      <a:pt x="88" y="43"/>
                      <a:pt x="87" y="43"/>
                      <a:pt x="87" y="43"/>
                    </a:cubicBezTo>
                    <a:cubicBezTo>
                      <a:pt x="87" y="47"/>
                      <a:pt x="84" y="42"/>
                      <a:pt x="84" y="44"/>
                    </a:cubicBezTo>
                    <a:cubicBezTo>
                      <a:pt x="84" y="44"/>
                      <a:pt x="84" y="44"/>
                      <a:pt x="84" y="44"/>
                    </a:cubicBezTo>
                    <a:cubicBezTo>
                      <a:pt x="81" y="45"/>
                      <a:pt x="77" y="45"/>
                      <a:pt x="75" y="47"/>
                    </a:cubicBezTo>
                    <a:cubicBezTo>
                      <a:pt x="73" y="47"/>
                      <a:pt x="70" y="44"/>
                      <a:pt x="69" y="46"/>
                    </a:cubicBezTo>
                    <a:cubicBezTo>
                      <a:pt x="69" y="48"/>
                      <a:pt x="69" y="48"/>
                      <a:pt x="69" y="48"/>
                    </a:cubicBezTo>
                    <a:cubicBezTo>
                      <a:pt x="68" y="48"/>
                      <a:pt x="69" y="47"/>
                      <a:pt x="68" y="46"/>
                    </a:cubicBezTo>
                    <a:cubicBezTo>
                      <a:pt x="68" y="48"/>
                      <a:pt x="66" y="47"/>
                      <a:pt x="65" y="47"/>
                    </a:cubicBezTo>
                    <a:cubicBezTo>
                      <a:pt x="65" y="47"/>
                      <a:pt x="65" y="48"/>
                      <a:pt x="65" y="49"/>
                    </a:cubicBezTo>
                    <a:cubicBezTo>
                      <a:pt x="63" y="46"/>
                      <a:pt x="62" y="50"/>
                      <a:pt x="60" y="48"/>
                    </a:cubicBezTo>
                    <a:cubicBezTo>
                      <a:pt x="61" y="51"/>
                      <a:pt x="60" y="50"/>
                      <a:pt x="59" y="51"/>
                    </a:cubicBezTo>
                    <a:cubicBezTo>
                      <a:pt x="59" y="51"/>
                      <a:pt x="59" y="50"/>
                      <a:pt x="59" y="49"/>
                    </a:cubicBezTo>
                    <a:cubicBezTo>
                      <a:pt x="58" y="50"/>
                      <a:pt x="57" y="50"/>
                      <a:pt x="56" y="49"/>
                    </a:cubicBezTo>
                    <a:cubicBezTo>
                      <a:pt x="56" y="49"/>
                      <a:pt x="56" y="51"/>
                      <a:pt x="55" y="51"/>
                    </a:cubicBezTo>
                    <a:cubicBezTo>
                      <a:pt x="54" y="49"/>
                      <a:pt x="54" y="51"/>
                      <a:pt x="53" y="50"/>
                    </a:cubicBezTo>
                    <a:cubicBezTo>
                      <a:pt x="54" y="52"/>
                      <a:pt x="52" y="54"/>
                      <a:pt x="52" y="53"/>
                    </a:cubicBezTo>
                    <a:cubicBezTo>
                      <a:pt x="52" y="50"/>
                      <a:pt x="52" y="50"/>
                      <a:pt x="52" y="50"/>
                    </a:cubicBezTo>
                    <a:cubicBezTo>
                      <a:pt x="50" y="52"/>
                      <a:pt x="47" y="49"/>
                      <a:pt x="44" y="52"/>
                    </a:cubicBezTo>
                    <a:cubicBezTo>
                      <a:pt x="44" y="51"/>
                      <a:pt x="44" y="51"/>
                      <a:pt x="44" y="51"/>
                    </a:cubicBezTo>
                    <a:cubicBezTo>
                      <a:pt x="42" y="53"/>
                      <a:pt x="39" y="51"/>
                      <a:pt x="37" y="54"/>
                    </a:cubicBezTo>
                    <a:cubicBezTo>
                      <a:pt x="36" y="53"/>
                      <a:pt x="35" y="52"/>
                      <a:pt x="35" y="52"/>
                    </a:cubicBezTo>
                    <a:cubicBezTo>
                      <a:pt x="34" y="53"/>
                      <a:pt x="33" y="53"/>
                      <a:pt x="32" y="55"/>
                    </a:cubicBezTo>
                    <a:cubicBezTo>
                      <a:pt x="32" y="56"/>
                      <a:pt x="32" y="54"/>
                      <a:pt x="32" y="54"/>
                    </a:cubicBezTo>
                    <a:cubicBezTo>
                      <a:pt x="31" y="53"/>
                      <a:pt x="30" y="51"/>
                      <a:pt x="29" y="53"/>
                    </a:cubicBezTo>
                    <a:cubicBezTo>
                      <a:pt x="29" y="52"/>
                      <a:pt x="29" y="52"/>
                      <a:pt x="29" y="52"/>
                    </a:cubicBezTo>
                    <a:cubicBezTo>
                      <a:pt x="28" y="53"/>
                      <a:pt x="27" y="55"/>
                      <a:pt x="26" y="53"/>
                    </a:cubicBezTo>
                    <a:cubicBezTo>
                      <a:pt x="25" y="54"/>
                      <a:pt x="24" y="55"/>
                      <a:pt x="25" y="56"/>
                    </a:cubicBezTo>
                    <a:cubicBezTo>
                      <a:pt x="24" y="56"/>
                      <a:pt x="25" y="54"/>
                      <a:pt x="24" y="55"/>
                    </a:cubicBezTo>
                    <a:cubicBezTo>
                      <a:pt x="25" y="53"/>
                      <a:pt x="25" y="53"/>
                      <a:pt x="25" y="53"/>
                    </a:cubicBezTo>
                    <a:cubicBezTo>
                      <a:pt x="23" y="52"/>
                      <a:pt x="21" y="53"/>
                      <a:pt x="19" y="53"/>
                    </a:cubicBezTo>
                    <a:cubicBezTo>
                      <a:pt x="19" y="51"/>
                      <a:pt x="17" y="53"/>
                      <a:pt x="16" y="51"/>
                    </a:cubicBezTo>
                    <a:cubicBezTo>
                      <a:pt x="15" y="52"/>
                      <a:pt x="15" y="50"/>
                      <a:pt x="13" y="53"/>
                    </a:cubicBezTo>
                    <a:cubicBezTo>
                      <a:pt x="14" y="51"/>
                      <a:pt x="14" y="51"/>
                      <a:pt x="14" y="51"/>
                    </a:cubicBezTo>
                    <a:cubicBezTo>
                      <a:pt x="13" y="51"/>
                      <a:pt x="12" y="51"/>
                      <a:pt x="11" y="49"/>
                    </a:cubicBezTo>
                    <a:cubicBezTo>
                      <a:pt x="11" y="49"/>
                      <a:pt x="10" y="50"/>
                      <a:pt x="9" y="51"/>
                    </a:cubicBezTo>
                    <a:cubicBezTo>
                      <a:pt x="10" y="49"/>
                      <a:pt x="10" y="49"/>
                      <a:pt x="10" y="49"/>
                    </a:cubicBezTo>
                    <a:cubicBezTo>
                      <a:pt x="9" y="50"/>
                      <a:pt x="7" y="51"/>
                      <a:pt x="6" y="52"/>
                    </a:cubicBezTo>
                    <a:cubicBezTo>
                      <a:pt x="6" y="51"/>
                      <a:pt x="6" y="52"/>
                      <a:pt x="6" y="51"/>
                    </a:cubicBezTo>
                    <a:cubicBezTo>
                      <a:pt x="7" y="51"/>
                      <a:pt x="8" y="50"/>
                      <a:pt x="9" y="48"/>
                    </a:cubicBezTo>
                    <a:cubicBezTo>
                      <a:pt x="9" y="48"/>
                      <a:pt x="6" y="50"/>
                      <a:pt x="7" y="48"/>
                    </a:cubicBezTo>
                    <a:cubicBezTo>
                      <a:pt x="7" y="47"/>
                      <a:pt x="7" y="47"/>
                      <a:pt x="5" y="49"/>
                    </a:cubicBezTo>
                    <a:cubicBezTo>
                      <a:pt x="6" y="48"/>
                      <a:pt x="6" y="48"/>
                      <a:pt x="7" y="47"/>
                    </a:cubicBezTo>
                    <a:cubicBezTo>
                      <a:pt x="6" y="47"/>
                      <a:pt x="6" y="47"/>
                      <a:pt x="5" y="47"/>
                    </a:cubicBezTo>
                    <a:cubicBezTo>
                      <a:pt x="6" y="47"/>
                      <a:pt x="5" y="47"/>
                      <a:pt x="5" y="48"/>
                    </a:cubicBezTo>
                    <a:cubicBezTo>
                      <a:pt x="4" y="48"/>
                      <a:pt x="4" y="48"/>
                      <a:pt x="2" y="49"/>
                    </a:cubicBezTo>
                    <a:cubicBezTo>
                      <a:pt x="3" y="49"/>
                      <a:pt x="3" y="49"/>
                      <a:pt x="3" y="49"/>
                    </a:cubicBezTo>
                    <a:cubicBezTo>
                      <a:pt x="2" y="50"/>
                      <a:pt x="1" y="50"/>
                      <a:pt x="2" y="49"/>
                    </a:cubicBezTo>
                    <a:cubicBezTo>
                      <a:pt x="3" y="48"/>
                      <a:pt x="4" y="48"/>
                      <a:pt x="5" y="47"/>
                    </a:cubicBezTo>
                    <a:cubicBezTo>
                      <a:pt x="1" y="48"/>
                      <a:pt x="1" y="48"/>
                      <a:pt x="1" y="48"/>
                    </a:cubicBezTo>
                    <a:cubicBezTo>
                      <a:pt x="2" y="48"/>
                      <a:pt x="2" y="49"/>
                      <a:pt x="1" y="49"/>
                    </a:cubicBezTo>
                    <a:cubicBezTo>
                      <a:pt x="2" y="49"/>
                      <a:pt x="2" y="49"/>
                      <a:pt x="2" y="49"/>
                    </a:cubicBezTo>
                    <a:cubicBezTo>
                      <a:pt x="0" y="50"/>
                      <a:pt x="0" y="50"/>
                      <a:pt x="0" y="50"/>
                    </a:cubicBezTo>
                    <a:cubicBezTo>
                      <a:pt x="1" y="51"/>
                      <a:pt x="1" y="52"/>
                      <a:pt x="2" y="52"/>
                    </a:cubicBezTo>
                    <a:cubicBezTo>
                      <a:pt x="3" y="51"/>
                      <a:pt x="3" y="51"/>
                      <a:pt x="3" y="51"/>
                    </a:cubicBezTo>
                    <a:cubicBezTo>
                      <a:pt x="4" y="51"/>
                      <a:pt x="5" y="50"/>
                      <a:pt x="5" y="52"/>
                    </a:cubicBezTo>
                    <a:cubicBezTo>
                      <a:pt x="4" y="52"/>
                      <a:pt x="4" y="53"/>
                      <a:pt x="3" y="53"/>
                    </a:cubicBezTo>
                    <a:cubicBezTo>
                      <a:pt x="4" y="53"/>
                      <a:pt x="4" y="53"/>
                      <a:pt x="4" y="53"/>
                    </a:cubicBezTo>
                    <a:cubicBezTo>
                      <a:pt x="2" y="55"/>
                      <a:pt x="2" y="55"/>
                      <a:pt x="2" y="55"/>
                    </a:cubicBezTo>
                    <a:cubicBezTo>
                      <a:pt x="5" y="52"/>
                      <a:pt x="4" y="55"/>
                      <a:pt x="5" y="5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9" name="Freeform 243"/>
              <p:cNvSpPr/>
              <p:nvPr/>
            </p:nvSpPr>
            <p:spPr bwMode="auto">
              <a:xfrm>
                <a:off x="4005" y="2851"/>
                <a:ext cx="2" cy="5"/>
              </a:xfrm>
              <a:custGeom>
                <a:avLst/>
                <a:gdLst>
                  <a:gd name="T0" fmla="*/ 2 w 2"/>
                  <a:gd name="T1" fmla="*/ 5 h 5"/>
                  <a:gd name="T2" fmla="*/ 2 w 2"/>
                  <a:gd name="T3" fmla="*/ 5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2" y="5"/>
                    </a:lnTo>
                    <a:lnTo>
                      <a:pt x="0" y="0"/>
                    </a:lnTo>
                    <a:lnTo>
                      <a:pt x="2" y="5"/>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0" name="Freeform 244"/>
              <p:cNvSpPr/>
              <p:nvPr/>
            </p:nvSpPr>
            <p:spPr bwMode="auto">
              <a:xfrm>
                <a:off x="3980" y="2866"/>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1" name="Freeform 245"/>
              <p:cNvSpPr/>
              <p:nvPr/>
            </p:nvSpPr>
            <p:spPr bwMode="auto">
              <a:xfrm>
                <a:off x="3982" y="28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2" name="Freeform 246"/>
              <p:cNvSpPr/>
              <p:nvPr/>
            </p:nvSpPr>
            <p:spPr bwMode="auto">
              <a:xfrm>
                <a:off x="3748" y="2898"/>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2"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3" name="Freeform 247"/>
              <p:cNvSpPr/>
              <p:nvPr/>
            </p:nvSpPr>
            <p:spPr bwMode="auto">
              <a:xfrm>
                <a:off x="3980" y="2875"/>
                <a:ext cx="2" cy="4"/>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0"/>
                      <a:pt x="0" y="2"/>
                      <a:pt x="1" y="2"/>
                    </a:cubicBezTo>
                    <a:cubicBezTo>
                      <a:pt x="1" y="2"/>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4" name="Freeform 248"/>
              <p:cNvSpPr/>
              <p:nvPr/>
            </p:nvSpPr>
            <p:spPr bwMode="auto">
              <a:xfrm>
                <a:off x="3757" y="2909"/>
                <a:ext cx="2" cy="4"/>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5" name="Freeform 249"/>
              <p:cNvSpPr/>
              <p:nvPr/>
            </p:nvSpPr>
            <p:spPr bwMode="auto">
              <a:xfrm>
                <a:off x="3776" y="2913"/>
                <a:ext cx="2" cy="4"/>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0"/>
                      <a:pt x="1" y="1"/>
                    </a:cubicBezTo>
                    <a:cubicBezTo>
                      <a:pt x="1"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6" name="Freeform 250"/>
              <p:cNvSpPr/>
              <p:nvPr/>
            </p:nvSpPr>
            <p:spPr bwMode="auto">
              <a:xfrm>
                <a:off x="3759" y="2904"/>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0"/>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7" name="Freeform 251"/>
              <p:cNvSpPr/>
              <p:nvPr/>
            </p:nvSpPr>
            <p:spPr bwMode="auto">
              <a:xfrm>
                <a:off x="3893" y="3080"/>
                <a:ext cx="4" cy="9"/>
              </a:xfrm>
              <a:custGeom>
                <a:avLst/>
                <a:gdLst>
                  <a:gd name="T0" fmla="*/ 2 w 2"/>
                  <a:gd name="T1" fmla="*/ 0 h 4"/>
                  <a:gd name="T2" fmla="*/ 1 w 2"/>
                  <a:gd name="T3" fmla="*/ 1 h 4"/>
                  <a:gd name="T4" fmla="*/ 1 w 2"/>
                  <a:gd name="T5" fmla="*/ 2 h 4"/>
                  <a:gd name="T6" fmla="*/ 0 w 2"/>
                  <a:gd name="T7" fmla="*/ 4 h 4"/>
                  <a:gd name="T8" fmla="*/ 2 w 2"/>
                  <a:gd name="T9" fmla="*/ 1 h 4"/>
                  <a:gd name="T10" fmla="*/ 2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2" y="0"/>
                    </a:moveTo>
                    <a:cubicBezTo>
                      <a:pt x="2" y="1"/>
                      <a:pt x="2" y="1"/>
                      <a:pt x="1" y="1"/>
                    </a:cubicBezTo>
                    <a:cubicBezTo>
                      <a:pt x="1" y="2"/>
                      <a:pt x="0" y="3"/>
                      <a:pt x="1" y="2"/>
                    </a:cubicBezTo>
                    <a:cubicBezTo>
                      <a:pt x="1" y="3"/>
                      <a:pt x="0" y="3"/>
                      <a:pt x="0" y="4"/>
                    </a:cubicBezTo>
                    <a:cubicBezTo>
                      <a:pt x="1" y="3"/>
                      <a:pt x="2" y="1"/>
                      <a:pt x="2" y="1"/>
                    </a:cubicBezTo>
                    <a:cubicBezTo>
                      <a:pt x="2" y="0"/>
                      <a:pt x="2"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8" name="Freeform 252"/>
              <p:cNvSpPr/>
              <p:nvPr/>
            </p:nvSpPr>
            <p:spPr bwMode="auto">
              <a:xfrm>
                <a:off x="3786" y="2913"/>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9" name="Freeform 253"/>
              <p:cNvSpPr/>
              <p:nvPr/>
            </p:nvSpPr>
            <p:spPr bwMode="auto">
              <a:xfrm>
                <a:off x="3952" y="30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0" name="Freeform 254"/>
              <p:cNvSpPr>
                <a:spLocks noEditPoints="1"/>
              </p:cNvSpPr>
              <p:nvPr/>
            </p:nvSpPr>
            <p:spPr bwMode="auto">
              <a:xfrm>
                <a:off x="3895" y="3015"/>
                <a:ext cx="152" cy="95"/>
              </a:xfrm>
              <a:custGeom>
                <a:avLst/>
                <a:gdLst>
                  <a:gd name="T0" fmla="*/ 54 w 72"/>
                  <a:gd name="T1" fmla="*/ 4 h 45"/>
                  <a:gd name="T2" fmla="*/ 55 w 72"/>
                  <a:gd name="T3" fmla="*/ 8 h 45"/>
                  <a:gd name="T4" fmla="*/ 44 w 72"/>
                  <a:gd name="T5" fmla="*/ 20 h 45"/>
                  <a:gd name="T6" fmla="*/ 38 w 72"/>
                  <a:gd name="T7" fmla="*/ 21 h 45"/>
                  <a:gd name="T8" fmla="*/ 35 w 72"/>
                  <a:gd name="T9" fmla="*/ 21 h 45"/>
                  <a:gd name="T10" fmla="*/ 30 w 72"/>
                  <a:gd name="T11" fmla="*/ 22 h 45"/>
                  <a:gd name="T12" fmla="*/ 27 w 72"/>
                  <a:gd name="T13" fmla="*/ 22 h 45"/>
                  <a:gd name="T14" fmla="*/ 21 w 72"/>
                  <a:gd name="T15" fmla="*/ 23 h 45"/>
                  <a:gd name="T16" fmla="*/ 16 w 72"/>
                  <a:gd name="T17" fmla="*/ 23 h 45"/>
                  <a:gd name="T18" fmla="*/ 11 w 72"/>
                  <a:gd name="T19" fmla="*/ 23 h 45"/>
                  <a:gd name="T20" fmla="*/ 9 w 72"/>
                  <a:gd name="T21" fmla="*/ 21 h 45"/>
                  <a:gd name="T22" fmla="*/ 8 w 72"/>
                  <a:gd name="T23" fmla="*/ 20 h 45"/>
                  <a:gd name="T24" fmla="*/ 7 w 72"/>
                  <a:gd name="T25" fmla="*/ 20 h 45"/>
                  <a:gd name="T26" fmla="*/ 4 w 72"/>
                  <a:gd name="T27" fmla="*/ 22 h 45"/>
                  <a:gd name="T28" fmla="*/ 2 w 72"/>
                  <a:gd name="T29" fmla="*/ 25 h 45"/>
                  <a:gd name="T30" fmla="*/ 2 w 72"/>
                  <a:gd name="T31" fmla="*/ 31 h 45"/>
                  <a:gd name="T32" fmla="*/ 8 w 72"/>
                  <a:gd name="T33" fmla="*/ 29 h 45"/>
                  <a:gd name="T34" fmla="*/ 4 w 72"/>
                  <a:gd name="T35" fmla="*/ 34 h 45"/>
                  <a:gd name="T36" fmla="*/ 3 w 72"/>
                  <a:gd name="T37" fmla="*/ 39 h 45"/>
                  <a:gd name="T38" fmla="*/ 8 w 72"/>
                  <a:gd name="T39" fmla="*/ 33 h 45"/>
                  <a:gd name="T40" fmla="*/ 6 w 72"/>
                  <a:gd name="T41" fmla="*/ 39 h 45"/>
                  <a:gd name="T42" fmla="*/ 7 w 72"/>
                  <a:gd name="T43" fmla="*/ 41 h 45"/>
                  <a:gd name="T44" fmla="*/ 8 w 72"/>
                  <a:gd name="T45" fmla="*/ 42 h 45"/>
                  <a:gd name="T46" fmla="*/ 9 w 72"/>
                  <a:gd name="T47" fmla="*/ 43 h 45"/>
                  <a:gd name="T48" fmla="*/ 12 w 72"/>
                  <a:gd name="T49" fmla="*/ 40 h 45"/>
                  <a:gd name="T50" fmla="*/ 13 w 72"/>
                  <a:gd name="T51" fmla="*/ 44 h 45"/>
                  <a:gd name="T52" fmla="*/ 15 w 72"/>
                  <a:gd name="T53" fmla="*/ 40 h 45"/>
                  <a:gd name="T54" fmla="*/ 16 w 72"/>
                  <a:gd name="T55" fmla="*/ 40 h 45"/>
                  <a:gd name="T56" fmla="*/ 17 w 72"/>
                  <a:gd name="T57" fmla="*/ 42 h 45"/>
                  <a:gd name="T58" fmla="*/ 23 w 72"/>
                  <a:gd name="T59" fmla="*/ 41 h 45"/>
                  <a:gd name="T60" fmla="*/ 24 w 72"/>
                  <a:gd name="T61" fmla="*/ 41 h 45"/>
                  <a:gd name="T62" fmla="*/ 28 w 72"/>
                  <a:gd name="T63" fmla="*/ 41 h 45"/>
                  <a:gd name="T64" fmla="*/ 31 w 72"/>
                  <a:gd name="T65" fmla="*/ 40 h 45"/>
                  <a:gd name="T66" fmla="*/ 33 w 72"/>
                  <a:gd name="T67" fmla="*/ 39 h 45"/>
                  <a:gd name="T68" fmla="*/ 34 w 72"/>
                  <a:gd name="T69" fmla="*/ 40 h 45"/>
                  <a:gd name="T70" fmla="*/ 34 w 72"/>
                  <a:gd name="T71" fmla="*/ 37 h 45"/>
                  <a:gd name="T72" fmla="*/ 37 w 72"/>
                  <a:gd name="T73" fmla="*/ 38 h 45"/>
                  <a:gd name="T74" fmla="*/ 41 w 72"/>
                  <a:gd name="T75" fmla="*/ 39 h 45"/>
                  <a:gd name="T76" fmla="*/ 43 w 72"/>
                  <a:gd name="T77" fmla="*/ 35 h 45"/>
                  <a:gd name="T78" fmla="*/ 46 w 72"/>
                  <a:gd name="T79" fmla="*/ 35 h 45"/>
                  <a:gd name="T80" fmla="*/ 47 w 72"/>
                  <a:gd name="T81" fmla="*/ 34 h 45"/>
                  <a:gd name="T82" fmla="*/ 49 w 72"/>
                  <a:gd name="T83" fmla="*/ 34 h 45"/>
                  <a:gd name="T84" fmla="*/ 50 w 72"/>
                  <a:gd name="T85" fmla="*/ 36 h 45"/>
                  <a:gd name="T86" fmla="*/ 51 w 72"/>
                  <a:gd name="T87" fmla="*/ 32 h 45"/>
                  <a:gd name="T88" fmla="*/ 52 w 72"/>
                  <a:gd name="T89" fmla="*/ 27 h 45"/>
                  <a:gd name="T90" fmla="*/ 54 w 72"/>
                  <a:gd name="T91" fmla="*/ 28 h 45"/>
                  <a:gd name="T92" fmla="*/ 54 w 72"/>
                  <a:gd name="T93" fmla="*/ 23 h 45"/>
                  <a:gd name="T94" fmla="*/ 58 w 72"/>
                  <a:gd name="T95" fmla="*/ 23 h 45"/>
                  <a:gd name="T96" fmla="*/ 59 w 72"/>
                  <a:gd name="T97" fmla="*/ 21 h 45"/>
                  <a:gd name="T98" fmla="*/ 61 w 72"/>
                  <a:gd name="T99" fmla="*/ 20 h 45"/>
                  <a:gd name="T100" fmla="*/ 65 w 72"/>
                  <a:gd name="T101" fmla="*/ 17 h 45"/>
                  <a:gd name="T102" fmla="*/ 65 w 72"/>
                  <a:gd name="T103" fmla="*/ 13 h 45"/>
                  <a:gd name="T104" fmla="*/ 67 w 72"/>
                  <a:gd name="T105" fmla="*/ 8 h 45"/>
                  <a:gd name="T106" fmla="*/ 61 w 72"/>
                  <a:gd name="T107"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 h="45">
                    <a:moveTo>
                      <a:pt x="68" y="4"/>
                    </a:moveTo>
                    <a:cubicBezTo>
                      <a:pt x="67" y="4"/>
                      <a:pt x="70" y="3"/>
                      <a:pt x="70" y="3"/>
                    </a:cubicBezTo>
                    <a:cubicBezTo>
                      <a:pt x="66" y="4"/>
                      <a:pt x="69" y="0"/>
                      <a:pt x="65" y="3"/>
                    </a:cubicBezTo>
                    <a:cubicBezTo>
                      <a:pt x="64" y="3"/>
                      <a:pt x="63" y="5"/>
                      <a:pt x="63" y="6"/>
                    </a:cubicBezTo>
                    <a:cubicBezTo>
                      <a:pt x="62" y="6"/>
                      <a:pt x="61" y="6"/>
                      <a:pt x="61" y="6"/>
                    </a:cubicBezTo>
                    <a:cubicBezTo>
                      <a:pt x="59" y="4"/>
                      <a:pt x="51" y="2"/>
                      <a:pt x="54" y="4"/>
                    </a:cubicBezTo>
                    <a:cubicBezTo>
                      <a:pt x="55" y="4"/>
                      <a:pt x="56" y="5"/>
                      <a:pt x="56" y="5"/>
                    </a:cubicBezTo>
                    <a:cubicBezTo>
                      <a:pt x="56" y="5"/>
                      <a:pt x="56" y="5"/>
                      <a:pt x="56" y="5"/>
                    </a:cubicBezTo>
                    <a:cubicBezTo>
                      <a:pt x="57" y="6"/>
                      <a:pt x="57" y="6"/>
                      <a:pt x="57" y="6"/>
                    </a:cubicBezTo>
                    <a:cubicBezTo>
                      <a:pt x="57" y="6"/>
                      <a:pt x="55" y="5"/>
                      <a:pt x="55" y="4"/>
                    </a:cubicBezTo>
                    <a:cubicBezTo>
                      <a:pt x="55" y="5"/>
                      <a:pt x="55" y="6"/>
                      <a:pt x="54" y="6"/>
                    </a:cubicBezTo>
                    <a:cubicBezTo>
                      <a:pt x="55" y="7"/>
                      <a:pt x="54" y="6"/>
                      <a:pt x="55" y="8"/>
                    </a:cubicBezTo>
                    <a:cubicBezTo>
                      <a:pt x="55" y="7"/>
                      <a:pt x="55" y="7"/>
                      <a:pt x="55" y="7"/>
                    </a:cubicBezTo>
                    <a:cubicBezTo>
                      <a:pt x="55" y="8"/>
                      <a:pt x="55" y="8"/>
                      <a:pt x="53" y="7"/>
                    </a:cubicBezTo>
                    <a:cubicBezTo>
                      <a:pt x="50" y="7"/>
                      <a:pt x="49" y="9"/>
                      <a:pt x="47" y="10"/>
                    </a:cubicBezTo>
                    <a:cubicBezTo>
                      <a:pt x="46" y="12"/>
                      <a:pt x="45" y="14"/>
                      <a:pt x="43" y="16"/>
                    </a:cubicBezTo>
                    <a:cubicBezTo>
                      <a:pt x="44" y="19"/>
                      <a:pt x="43" y="18"/>
                      <a:pt x="44" y="21"/>
                    </a:cubicBezTo>
                    <a:cubicBezTo>
                      <a:pt x="44" y="20"/>
                      <a:pt x="44" y="20"/>
                      <a:pt x="44" y="20"/>
                    </a:cubicBezTo>
                    <a:cubicBezTo>
                      <a:pt x="44" y="22"/>
                      <a:pt x="43" y="20"/>
                      <a:pt x="42" y="19"/>
                    </a:cubicBezTo>
                    <a:cubicBezTo>
                      <a:pt x="43" y="21"/>
                      <a:pt x="42" y="20"/>
                      <a:pt x="43" y="22"/>
                    </a:cubicBezTo>
                    <a:cubicBezTo>
                      <a:pt x="44" y="23"/>
                      <a:pt x="41" y="19"/>
                      <a:pt x="42" y="20"/>
                    </a:cubicBezTo>
                    <a:cubicBezTo>
                      <a:pt x="41" y="20"/>
                      <a:pt x="42" y="21"/>
                      <a:pt x="42" y="21"/>
                    </a:cubicBezTo>
                    <a:cubicBezTo>
                      <a:pt x="42" y="23"/>
                      <a:pt x="41" y="20"/>
                      <a:pt x="40" y="18"/>
                    </a:cubicBezTo>
                    <a:cubicBezTo>
                      <a:pt x="39" y="19"/>
                      <a:pt x="39" y="22"/>
                      <a:pt x="38" y="21"/>
                    </a:cubicBezTo>
                    <a:cubicBezTo>
                      <a:pt x="38" y="21"/>
                      <a:pt x="38" y="22"/>
                      <a:pt x="38" y="22"/>
                    </a:cubicBezTo>
                    <a:cubicBezTo>
                      <a:pt x="37" y="19"/>
                      <a:pt x="38" y="23"/>
                      <a:pt x="38" y="22"/>
                    </a:cubicBezTo>
                    <a:cubicBezTo>
                      <a:pt x="37" y="21"/>
                      <a:pt x="37" y="21"/>
                      <a:pt x="37" y="21"/>
                    </a:cubicBezTo>
                    <a:cubicBezTo>
                      <a:pt x="36" y="20"/>
                      <a:pt x="37" y="22"/>
                      <a:pt x="36" y="21"/>
                    </a:cubicBezTo>
                    <a:cubicBezTo>
                      <a:pt x="36" y="21"/>
                      <a:pt x="36" y="21"/>
                      <a:pt x="36" y="21"/>
                    </a:cubicBezTo>
                    <a:cubicBezTo>
                      <a:pt x="36" y="23"/>
                      <a:pt x="35" y="20"/>
                      <a:pt x="35" y="21"/>
                    </a:cubicBezTo>
                    <a:cubicBezTo>
                      <a:pt x="35" y="20"/>
                      <a:pt x="35" y="21"/>
                      <a:pt x="35" y="20"/>
                    </a:cubicBezTo>
                    <a:cubicBezTo>
                      <a:pt x="36" y="24"/>
                      <a:pt x="34" y="19"/>
                      <a:pt x="34" y="21"/>
                    </a:cubicBezTo>
                    <a:cubicBezTo>
                      <a:pt x="34" y="21"/>
                      <a:pt x="34" y="21"/>
                      <a:pt x="34" y="21"/>
                    </a:cubicBezTo>
                    <a:cubicBezTo>
                      <a:pt x="34" y="21"/>
                      <a:pt x="34" y="20"/>
                      <a:pt x="32" y="22"/>
                    </a:cubicBezTo>
                    <a:cubicBezTo>
                      <a:pt x="32" y="22"/>
                      <a:pt x="31" y="19"/>
                      <a:pt x="30" y="21"/>
                    </a:cubicBezTo>
                    <a:cubicBezTo>
                      <a:pt x="30" y="22"/>
                      <a:pt x="30" y="22"/>
                      <a:pt x="30" y="22"/>
                    </a:cubicBezTo>
                    <a:cubicBezTo>
                      <a:pt x="30" y="22"/>
                      <a:pt x="30" y="21"/>
                      <a:pt x="30" y="21"/>
                    </a:cubicBezTo>
                    <a:cubicBezTo>
                      <a:pt x="30" y="22"/>
                      <a:pt x="30" y="20"/>
                      <a:pt x="29" y="20"/>
                    </a:cubicBezTo>
                    <a:cubicBezTo>
                      <a:pt x="29" y="21"/>
                      <a:pt x="29" y="21"/>
                      <a:pt x="29" y="22"/>
                    </a:cubicBezTo>
                    <a:cubicBezTo>
                      <a:pt x="29" y="20"/>
                      <a:pt x="28" y="23"/>
                      <a:pt x="27" y="21"/>
                    </a:cubicBezTo>
                    <a:cubicBezTo>
                      <a:pt x="27" y="25"/>
                      <a:pt x="27" y="23"/>
                      <a:pt x="27" y="24"/>
                    </a:cubicBezTo>
                    <a:cubicBezTo>
                      <a:pt x="27" y="24"/>
                      <a:pt x="27" y="23"/>
                      <a:pt x="27" y="22"/>
                    </a:cubicBezTo>
                    <a:cubicBezTo>
                      <a:pt x="26" y="22"/>
                      <a:pt x="26" y="22"/>
                      <a:pt x="26" y="21"/>
                    </a:cubicBezTo>
                    <a:cubicBezTo>
                      <a:pt x="26" y="22"/>
                      <a:pt x="25" y="24"/>
                      <a:pt x="25" y="23"/>
                    </a:cubicBezTo>
                    <a:cubicBezTo>
                      <a:pt x="25" y="21"/>
                      <a:pt x="25" y="23"/>
                      <a:pt x="25" y="22"/>
                    </a:cubicBezTo>
                    <a:cubicBezTo>
                      <a:pt x="24" y="24"/>
                      <a:pt x="24" y="25"/>
                      <a:pt x="24" y="25"/>
                    </a:cubicBezTo>
                    <a:cubicBezTo>
                      <a:pt x="24" y="22"/>
                      <a:pt x="24" y="22"/>
                      <a:pt x="24" y="22"/>
                    </a:cubicBezTo>
                    <a:cubicBezTo>
                      <a:pt x="23" y="23"/>
                      <a:pt x="23" y="20"/>
                      <a:pt x="21" y="23"/>
                    </a:cubicBezTo>
                    <a:cubicBezTo>
                      <a:pt x="22" y="22"/>
                      <a:pt x="22" y="22"/>
                      <a:pt x="22" y="22"/>
                    </a:cubicBezTo>
                    <a:cubicBezTo>
                      <a:pt x="20" y="23"/>
                      <a:pt x="20" y="21"/>
                      <a:pt x="18" y="24"/>
                    </a:cubicBezTo>
                    <a:cubicBezTo>
                      <a:pt x="18" y="23"/>
                      <a:pt x="18" y="22"/>
                      <a:pt x="18" y="22"/>
                    </a:cubicBezTo>
                    <a:cubicBezTo>
                      <a:pt x="17" y="24"/>
                      <a:pt x="17" y="23"/>
                      <a:pt x="16" y="25"/>
                    </a:cubicBezTo>
                    <a:cubicBezTo>
                      <a:pt x="16" y="25"/>
                      <a:pt x="16" y="24"/>
                      <a:pt x="16" y="24"/>
                    </a:cubicBezTo>
                    <a:cubicBezTo>
                      <a:pt x="16" y="23"/>
                      <a:pt x="17" y="21"/>
                      <a:pt x="16" y="23"/>
                    </a:cubicBezTo>
                    <a:cubicBezTo>
                      <a:pt x="16" y="22"/>
                      <a:pt x="16" y="22"/>
                      <a:pt x="16" y="22"/>
                    </a:cubicBezTo>
                    <a:cubicBezTo>
                      <a:pt x="15" y="23"/>
                      <a:pt x="14" y="24"/>
                      <a:pt x="15" y="23"/>
                    </a:cubicBezTo>
                    <a:cubicBezTo>
                      <a:pt x="14" y="24"/>
                      <a:pt x="13" y="24"/>
                      <a:pt x="13" y="26"/>
                    </a:cubicBezTo>
                    <a:cubicBezTo>
                      <a:pt x="12" y="26"/>
                      <a:pt x="14" y="23"/>
                      <a:pt x="13" y="25"/>
                    </a:cubicBezTo>
                    <a:cubicBezTo>
                      <a:pt x="14" y="23"/>
                      <a:pt x="14" y="23"/>
                      <a:pt x="14" y="23"/>
                    </a:cubicBezTo>
                    <a:cubicBezTo>
                      <a:pt x="14" y="22"/>
                      <a:pt x="12" y="23"/>
                      <a:pt x="11" y="23"/>
                    </a:cubicBezTo>
                    <a:cubicBezTo>
                      <a:pt x="12" y="21"/>
                      <a:pt x="10" y="23"/>
                      <a:pt x="11" y="22"/>
                    </a:cubicBezTo>
                    <a:cubicBezTo>
                      <a:pt x="10" y="23"/>
                      <a:pt x="11" y="21"/>
                      <a:pt x="9" y="23"/>
                    </a:cubicBezTo>
                    <a:cubicBezTo>
                      <a:pt x="10" y="22"/>
                      <a:pt x="10" y="22"/>
                      <a:pt x="10" y="22"/>
                    </a:cubicBezTo>
                    <a:cubicBezTo>
                      <a:pt x="10" y="22"/>
                      <a:pt x="10" y="21"/>
                      <a:pt x="10" y="21"/>
                    </a:cubicBezTo>
                    <a:cubicBezTo>
                      <a:pt x="10" y="20"/>
                      <a:pt x="8" y="21"/>
                      <a:pt x="8" y="22"/>
                    </a:cubicBezTo>
                    <a:cubicBezTo>
                      <a:pt x="9" y="21"/>
                      <a:pt x="9" y="21"/>
                      <a:pt x="9" y="21"/>
                    </a:cubicBezTo>
                    <a:cubicBezTo>
                      <a:pt x="8" y="21"/>
                      <a:pt x="6" y="22"/>
                      <a:pt x="5" y="23"/>
                    </a:cubicBezTo>
                    <a:cubicBezTo>
                      <a:pt x="6" y="22"/>
                      <a:pt x="5" y="23"/>
                      <a:pt x="5" y="22"/>
                    </a:cubicBezTo>
                    <a:cubicBezTo>
                      <a:pt x="6" y="22"/>
                      <a:pt x="8" y="21"/>
                      <a:pt x="9" y="20"/>
                    </a:cubicBezTo>
                    <a:cubicBezTo>
                      <a:pt x="10" y="20"/>
                      <a:pt x="6" y="21"/>
                      <a:pt x="8" y="20"/>
                    </a:cubicBezTo>
                    <a:cubicBezTo>
                      <a:pt x="9" y="20"/>
                      <a:pt x="8" y="20"/>
                      <a:pt x="6" y="21"/>
                    </a:cubicBezTo>
                    <a:cubicBezTo>
                      <a:pt x="8" y="20"/>
                      <a:pt x="8" y="20"/>
                      <a:pt x="8" y="20"/>
                    </a:cubicBezTo>
                    <a:cubicBezTo>
                      <a:pt x="8" y="20"/>
                      <a:pt x="8" y="20"/>
                      <a:pt x="7" y="20"/>
                    </a:cubicBezTo>
                    <a:cubicBezTo>
                      <a:pt x="7" y="20"/>
                      <a:pt x="7" y="20"/>
                      <a:pt x="7" y="20"/>
                    </a:cubicBezTo>
                    <a:cubicBezTo>
                      <a:pt x="5" y="21"/>
                      <a:pt x="5" y="20"/>
                      <a:pt x="3" y="21"/>
                    </a:cubicBezTo>
                    <a:cubicBezTo>
                      <a:pt x="4" y="21"/>
                      <a:pt x="4" y="21"/>
                      <a:pt x="4" y="21"/>
                    </a:cubicBezTo>
                    <a:cubicBezTo>
                      <a:pt x="3" y="22"/>
                      <a:pt x="2" y="22"/>
                      <a:pt x="3" y="21"/>
                    </a:cubicBezTo>
                    <a:cubicBezTo>
                      <a:pt x="5" y="20"/>
                      <a:pt x="6" y="20"/>
                      <a:pt x="7" y="20"/>
                    </a:cubicBezTo>
                    <a:cubicBezTo>
                      <a:pt x="3" y="21"/>
                      <a:pt x="3" y="21"/>
                      <a:pt x="3" y="21"/>
                    </a:cubicBezTo>
                    <a:cubicBezTo>
                      <a:pt x="4" y="20"/>
                      <a:pt x="3" y="21"/>
                      <a:pt x="2" y="21"/>
                    </a:cubicBezTo>
                    <a:cubicBezTo>
                      <a:pt x="3" y="21"/>
                      <a:pt x="3" y="21"/>
                      <a:pt x="3" y="21"/>
                    </a:cubicBezTo>
                    <a:cubicBezTo>
                      <a:pt x="1" y="22"/>
                      <a:pt x="1" y="22"/>
                      <a:pt x="1" y="22"/>
                    </a:cubicBezTo>
                    <a:cubicBezTo>
                      <a:pt x="2" y="22"/>
                      <a:pt x="1" y="23"/>
                      <a:pt x="2" y="23"/>
                    </a:cubicBezTo>
                    <a:cubicBezTo>
                      <a:pt x="4" y="22"/>
                      <a:pt x="4" y="22"/>
                      <a:pt x="4" y="22"/>
                    </a:cubicBezTo>
                    <a:cubicBezTo>
                      <a:pt x="4" y="22"/>
                      <a:pt x="6" y="21"/>
                      <a:pt x="4" y="22"/>
                    </a:cubicBezTo>
                    <a:cubicBezTo>
                      <a:pt x="2" y="23"/>
                      <a:pt x="2" y="23"/>
                      <a:pt x="2" y="23"/>
                    </a:cubicBezTo>
                    <a:cubicBezTo>
                      <a:pt x="3" y="23"/>
                      <a:pt x="3" y="23"/>
                      <a:pt x="3" y="23"/>
                    </a:cubicBezTo>
                    <a:cubicBezTo>
                      <a:pt x="1" y="25"/>
                      <a:pt x="1" y="25"/>
                      <a:pt x="1" y="25"/>
                    </a:cubicBezTo>
                    <a:cubicBezTo>
                      <a:pt x="4" y="23"/>
                      <a:pt x="2" y="25"/>
                      <a:pt x="3" y="24"/>
                    </a:cubicBezTo>
                    <a:cubicBezTo>
                      <a:pt x="2" y="25"/>
                      <a:pt x="2" y="25"/>
                      <a:pt x="2" y="25"/>
                    </a:cubicBezTo>
                    <a:cubicBezTo>
                      <a:pt x="2" y="26"/>
                      <a:pt x="4" y="24"/>
                      <a:pt x="4" y="24"/>
                    </a:cubicBezTo>
                    <a:cubicBezTo>
                      <a:pt x="4" y="24"/>
                      <a:pt x="1" y="26"/>
                      <a:pt x="1" y="27"/>
                    </a:cubicBezTo>
                    <a:cubicBezTo>
                      <a:pt x="1" y="27"/>
                      <a:pt x="3" y="26"/>
                      <a:pt x="2" y="28"/>
                    </a:cubicBezTo>
                    <a:cubicBezTo>
                      <a:pt x="2" y="28"/>
                      <a:pt x="4" y="28"/>
                      <a:pt x="5" y="27"/>
                    </a:cubicBezTo>
                    <a:cubicBezTo>
                      <a:pt x="5" y="28"/>
                      <a:pt x="3" y="29"/>
                      <a:pt x="4" y="29"/>
                    </a:cubicBezTo>
                    <a:cubicBezTo>
                      <a:pt x="3" y="29"/>
                      <a:pt x="2" y="30"/>
                      <a:pt x="2" y="31"/>
                    </a:cubicBezTo>
                    <a:cubicBezTo>
                      <a:pt x="3" y="30"/>
                      <a:pt x="2" y="32"/>
                      <a:pt x="4" y="30"/>
                    </a:cubicBezTo>
                    <a:cubicBezTo>
                      <a:pt x="4" y="30"/>
                      <a:pt x="4" y="31"/>
                      <a:pt x="5" y="31"/>
                    </a:cubicBezTo>
                    <a:cubicBezTo>
                      <a:pt x="4" y="31"/>
                      <a:pt x="3" y="33"/>
                      <a:pt x="3" y="33"/>
                    </a:cubicBezTo>
                    <a:cubicBezTo>
                      <a:pt x="4" y="32"/>
                      <a:pt x="5" y="32"/>
                      <a:pt x="5" y="32"/>
                    </a:cubicBezTo>
                    <a:cubicBezTo>
                      <a:pt x="6" y="31"/>
                      <a:pt x="6" y="31"/>
                      <a:pt x="7" y="29"/>
                    </a:cubicBezTo>
                    <a:cubicBezTo>
                      <a:pt x="7" y="29"/>
                      <a:pt x="8" y="28"/>
                      <a:pt x="8" y="29"/>
                    </a:cubicBezTo>
                    <a:cubicBezTo>
                      <a:pt x="7" y="30"/>
                      <a:pt x="5" y="32"/>
                      <a:pt x="6" y="33"/>
                    </a:cubicBezTo>
                    <a:cubicBezTo>
                      <a:pt x="4" y="35"/>
                      <a:pt x="5" y="32"/>
                      <a:pt x="4" y="34"/>
                    </a:cubicBezTo>
                    <a:cubicBezTo>
                      <a:pt x="2" y="36"/>
                      <a:pt x="2" y="36"/>
                      <a:pt x="2" y="35"/>
                    </a:cubicBezTo>
                    <a:cubicBezTo>
                      <a:pt x="0" y="36"/>
                      <a:pt x="2" y="35"/>
                      <a:pt x="1" y="37"/>
                    </a:cubicBezTo>
                    <a:cubicBezTo>
                      <a:pt x="1" y="37"/>
                      <a:pt x="2" y="36"/>
                      <a:pt x="3" y="36"/>
                    </a:cubicBezTo>
                    <a:cubicBezTo>
                      <a:pt x="4" y="35"/>
                      <a:pt x="4" y="35"/>
                      <a:pt x="4" y="34"/>
                    </a:cubicBezTo>
                    <a:cubicBezTo>
                      <a:pt x="6" y="32"/>
                      <a:pt x="4" y="36"/>
                      <a:pt x="4" y="36"/>
                    </a:cubicBezTo>
                    <a:cubicBezTo>
                      <a:pt x="3" y="36"/>
                      <a:pt x="3" y="36"/>
                      <a:pt x="3" y="36"/>
                    </a:cubicBezTo>
                    <a:cubicBezTo>
                      <a:pt x="3" y="37"/>
                      <a:pt x="4" y="36"/>
                      <a:pt x="4" y="36"/>
                    </a:cubicBezTo>
                    <a:cubicBezTo>
                      <a:pt x="3" y="39"/>
                      <a:pt x="4" y="36"/>
                      <a:pt x="3" y="38"/>
                    </a:cubicBezTo>
                    <a:cubicBezTo>
                      <a:pt x="1" y="40"/>
                      <a:pt x="1" y="40"/>
                      <a:pt x="1" y="40"/>
                    </a:cubicBezTo>
                    <a:cubicBezTo>
                      <a:pt x="2" y="41"/>
                      <a:pt x="3" y="38"/>
                      <a:pt x="3" y="39"/>
                    </a:cubicBezTo>
                    <a:cubicBezTo>
                      <a:pt x="2" y="40"/>
                      <a:pt x="2" y="40"/>
                      <a:pt x="2" y="40"/>
                    </a:cubicBezTo>
                    <a:cubicBezTo>
                      <a:pt x="3" y="39"/>
                      <a:pt x="3" y="39"/>
                      <a:pt x="3" y="39"/>
                    </a:cubicBezTo>
                    <a:cubicBezTo>
                      <a:pt x="4" y="38"/>
                      <a:pt x="5" y="37"/>
                      <a:pt x="4" y="37"/>
                    </a:cubicBezTo>
                    <a:cubicBezTo>
                      <a:pt x="6" y="34"/>
                      <a:pt x="5" y="37"/>
                      <a:pt x="6" y="36"/>
                    </a:cubicBezTo>
                    <a:cubicBezTo>
                      <a:pt x="7" y="35"/>
                      <a:pt x="5" y="36"/>
                      <a:pt x="6" y="35"/>
                    </a:cubicBezTo>
                    <a:cubicBezTo>
                      <a:pt x="7" y="33"/>
                      <a:pt x="7" y="34"/>
                      <a:pt x="8" y="33"/>
                    </a:cubicBezTo>
                    <a:cubicBezTo>
                      <a:pt x="8" y="34"/>
                      <a:pt x="7" y="35"/>
                      <a:pt x="6" y="36"/>
                    </a:cubicBezTo>
                    <a:cubicBezTo>
                      <a:pt x="6" y="36"/>
                      <a:pt x="6" y="36"/>
                      <a:pt x="6" y="36"/>
                    </a:cubicBezTo>
                    <a:cubicBezTo>
                      <a:pt x="5" y="37"/>
                      <a:pt x="5" y="39"/>
                      <a:pt x="4" y="40"/>
                    </a:cubicBezTo>
                    <a:cubicBezTo>
                      <a:pt x="4" y="41"/>
                      <a:pt x="5" y="38"/>
                      <a:pt x="5" y="39"/>
                    </a:cubicBezTo>
                    <a:cubicBezTo>
                      <a:pt x="5" y="39"/>
                      <a:pt x="6" y="37"/>
                      <a:pt x="6" y="37"/>
                    </a:cubicBezTo>
                    <a:cubicBezTo>
                      <a:pt x="9" y="33"/>
                      <a:pt x="5" y="40"/>
                      <a:pt x="6" y="39"/>
                    </a:cubicBezTo>
                    <a:cubicBezTo>
                      <a:pt x="7" y="37"/>
                      <a:pt x="9" y="36"/>
                      <a:pt x="10" y="33"/>
                    </a:cubicBezTo>
                    <a:cubicBezTo>
                      <a:pt x="10" y="32"/>
                      <a:pt x="11" y="32"/>
                      <a:pt x="11" y="32"/>
                    </a:cubicBezTo>
                    <a:cubicBezTo>
                      <a:pt x="10" y="34"/>
                      <a:pt x="10" y="34"/>
                      <a:pt x="9" y="35"/>
                    </a:cubicBezTo>
                    <a:cubicBezTo>
                      <a:pt x="9" y="35"/>
                      <a:pt x="9" y="35"/>
                      <a:pt x="9" y="35"/>
                    </a:cubicBezTo>
                    <a:cubicBezTo>
                      <a:pt x="8" y="38"/>
                      <a:pt x="8" y="38"/>
                      <a:pt x="8" y="38"/>
                    </a:cubicBezTo>
                    <a:cubicBezTo>
                      <a:pt x="7" y="39"/>
                      <a:pt x="7" y="40"/>
                      <a:pt x="7" y="41"/>
                    </a:cubicBezTo>
                    <a:cubicBezTo>
                      <a:pt x="8" y="41"/>
                      <a:pt x="8" y="40"/>
                      <a:pt x="8" y="39"/>
                    </a:cubicBezTo>
                    <a:cubicBezTo>
                      <a:pt x="8" y="40"/>
                      <a:pt x="7" y="41"/>
                      <a:pt x="8" y="41"/>
                    </a:cubicBezTo>
                    <a:cubicBezTo>
                      <a:pt x="8" y="40"/>
                      <a:pt x="9" y="38"/>
                      <a:pt x="9" y="38"/>
                    </a:cubicBezTo>
                    <a:cubicBezTo>
                      <a:pt x="10" y="38"/>
                      <a:pt x="9" y="40"/>
                      <a:pt x="9" y="41"/>
                    </a:cubicBezTo>
                    <a:cubicBezTo>
                      <a:pt x="8" y="42"/>
                      <a:pt x="8" y="42"/>
                      <a:pt x="8" y="42"/>
                    </a:cubicBezTo>
                    <a:cubicBezTo>
                      <a:pt x="9" y="41"/>
                      <a:pt x="8" y="43"/>
                      <a:pt x="8" y="42"/>
                    </a:cubicBezTo>
                    <a:cubicBezTo>
                      <a:pt x="9" y="41"/>
                      <a:pt x="9" y="40"/>
                      <a:pt x="10" y="38"/>
                    </a:cubicBezTo>
                    <a:cubicBezTo>
                      <a:pt x="11" y="38"/>
                      <a:pt x="10" y="40"/>
                      <a:pt x="10" y="39"/>
                    </a:cubicBezTo>
                    <a:cubicBezTo>
                      <a:pt x="9" y="40"/>
                      <a:pt x="9" y="40"/>
                      <a:pt x="9" y="40"/>
                    </a:cubicBezTo>
                    <a:cubicBezTo>
                      <a:pt x="10" y="40"/>
                      <a:pt x="8" y="43"/>
                      <a:pt x="9" y="43"/>
                    </a:cubicBezTo>
                    <a:cubicBezTo>
                      <a:pt x="10" y="41"/>
                      <a:pt x="10" y="41"/>
                      <a:pt x="10" y="41"/>
                    </a:cubicBezTo>
                    <a:cubicBezTo>
                      <a:pt x="9" y="43"/>
                      <a:pt x="9" y="43"/>
                      <a:pt x="9" y="43"/>
                    </a:cubicBezTo>
                    <a:cubicBezTo>
                      <a:pt x="10" y="42"/>
                      <a:pt x="10" y="42"/>
                      <a:pt x="10" y="42"/>
                    </a:cubicBezTo>
                    <a:cubicBezTo>
                      <a:pt x="10" y="43"/>
                      <a:pt x="10" y="43"/>
                      <a:pt x="10" y="43"/>
                    </a:cubicBezTo>
                    <a:cubicBezTo>
                      <a:pt x="10" y="42"/>
                      <a:pt x="11" y="40"/>
                      <a:pt x="11" y="42"/>
                    </a:cubicBezTo>
                    <a:cubicBezTo>
                      <a:pt x="12" y="40"/>
                      <a:pt x="11" y="42"/>
                      <a:pt x="11" y="41"/>
                    </a:cubicBezTo>
                    <a:cubicBezTo>
                      <a:pt x="11" y="39"/>
                      <a:pt x="12" y="39"/>
                      <a:pt x="12" y="39"/>
                    </a:cubicBezTo>
                    <a:cubicBezTo>
                      <a:pt x="11" y="42"/>
                      <a:pt x="12" y="39"/>
                      <a:pt x="12" y="40"/>
                    </a:cubicBezTo>
                    <a:cubicBezTo>
                      <a:pt x="12" y="41"/>
                      <a:pt x="12" y="41"/>
                      <a:pt x="12" y="42"/>
                    </a:cubicBezTo>
                    <a:cubicBezTo>
                      <a:pt x="13" y="40"/>
                      <a:pt x="13" y="40"/>
                      <a:pt x="13" y="40"/>
                    </a:cubicBezTo>
                    <a:cubicBezTo>
                      <a:pt x="12" y="43"/>
                      <a:pt x="13" y="39"/>
                      <a:pt x="13" y="41"/>
                    </a:cubicBezTo>
                    <a:cubicBezTo>
                      <a:pt x="13" y="42"/>
                      <a:pt x="12" y="43"/>
                      <a:pt x="12" y="43"/>
                    </a:cubicBezTo>
                    <a:cubicBezTo>
                      <a:pt x="13" y="41"/>
                      <a:pt x="14" y="40"/>
                      <a:pt x="14" y="39"/>
                    </a:cubicBezTo>
                    <a:cubicBezTo>
                      <a:pt x="14" y="40"/>
                      <a:pt x="13" y="42"/>
                      <a:pt x="13" y="44"/>
                    </a:cubicBezTo>
                    <a:cubicBezTo>
                      <a:pt x="14" y="42"/>
                      <a:pt x="13" y="45"/>
                      <a:pt x="14" y="43"/>
                    </a:cubicBezTo>
                    <a:cubicBezTo>
                      <a:pt x="14" y="42"/>
                      <a:pt x="14" y="41"/>
                      <a:pt x="15" y="40"/>
                    </a:cubicBezTo>
                    <a:cubicBezTo>
                      <a:pt x="15" y="40"/>
                      <a:pt x="14" y="41"/>
                      <a:pt x="14" y="42"/>
                    </a:cubicBezTo>
                    <a:cubicBezTo>
                      <a:pt x="14" y="42"/>
                      <a:pt x="15" y="40"/>
                      <a:pt x="15" y="39"/>
                    </a:cubicBezTo>
                    <a:cubicBezTo>
                      <a:pt x="15" y="39"/>
                      <a:pt x="16" y="37"/>
                      <a:pt x="16" y="39"/>
                    </a:cubicBezTo>
                    <a:cubicBezTo>
                      <a:pt x="16" y="40"/>
                      <a:pt x="15" y="39"/>
                      <a:pt x="15" y="40"/>
                    </a:cubicBezTo>
                    <a:cubicBezTo>
                      <a:pt x="16" y="41"/>
                      <a:pt x="17" y="37"/>
                      <a:pt x="17" y="36"/>
                    </a:cubicBezTo>
                    <a:cubicBezTo>
                      <a:pt x="17" y="35"/>
                      <a:pt x="18" y="32"/>
                      <a:pt x="19" y="31"/>
                    </a:cubicBezTo>
                    <a:cubicBezTo>
                      <a:pt x="19" y="32"/>
                      <a:pt x="18" y="32"/>
                      <a:pt x="18" y="34"/>
                    </a:cubicBezTo>
                    <a:cubicBezTo>
                      <a:pt x="18" y="34"/>
                      <a:pt x="18" y="34"/>
                      <a:pt x="18" y="34"/>
                    </a:cubicBezTo>
                    <a:cubicBezTo>
                      <a:pt x="18" y="37"/>
                      <a:pt x="16" y="39"/>
                      <a:pt x="16" y="41"/>
                    </a:cubicBezTo>
                    <a:cubicBezTo>
                      <a:pt x="16" y="40"/>
                      <a:pt x="16" y="40"/>
                      <a:pt x="16" y="40"/>
                    </a:cubicBezTo>
                    <a:cubicBezTo>
                      <a:pt x="16" y="43"/>
                      <a:pt x="16" y="43"/>
                      <a:pt x="16" y="43"/>
                    </a:cubicBezTo>
                    <a:cubicBezTo>
                      <a:pt x="16" y="41"/>
                      <a:pt x="16" y="43"/>
                      <a:pt x="16" y="42"/>
                    </a:cubicBezTo>
                    <a:cubicBezTo>
                      <a:pt x="17" y="41"/>
                      <a:pt x="16" y="43"/>
                      <a:pt x="16" y="41"/>
                    </a:cubicBezTo>
                    <a:cubicBezTo>
                      <a:pt x="17" y="41"/>
                      <a:pt x="18" y="38"/>
                      <a:pt x="18" y="39"/>
                    </a:cubicBezTo>
                    <a:cubicBezTo>
                      <a:pt x="17" y="43"/>
                      <a:pt x="17" y="43"/>
                      <a:pt x="17" y="43"/>
                    </a:cubicBezTo>
                    <a:cubicBezTo>
                      <a:pt x="17" y="43"/>
                      <a:pt x="17" y="41"/>
                      <a:pt x="17" y="42"/>
                    </a:cubicBezTo>
                    <a:cubicBezTo>
                      <a:pt x="17" y="43"/>
                      <a:pt x="17" y="43"/>
                      <a:pt x="17" y="43"/>
                    </a:cubicBezTo>
                    <a:cubicBezTo>
                      <a:pt x="18" y="43"/>
                      <a:pt x="19" y="43"/>
                      <a:pt x="21" y="39"/>
                    </a:cubicBezTo>
                    <a:cubicBezTo>
                      <a:pt x="21" y="41"/>
                      <a:pt x="21" y="41"/>
                      <a:pt x="21" y="42"/>
                    </a:cubicBezTo>
                    <a:cubicBezTo>
                      <a:pt x="21" y="42"/>
                      <a:pt x="22" y="41"/>
                      <a:pt x="22" y="41"/>
                    </a:cubicBezTo>
                    <a:cubicBezTo>
                      <a:pt x="22" y="43"/>
                      <a:pt x="22" y="43"/>
                      <a:pt x="22" y="43"/>
                    </a:cubicBezTo>
                    <a:cubicBezTo>
                      <a:pt x="22" y="44"/>
                      <a:pt x="23" y="42"/>
                      <a:pt x="23" y="41"/>
                    </a:cubicBezTo>
                    <a:cubicBezTo>
                      <a:pt x="23" y="42"/>
                      <a:pt x="23" y="42"/>
                      <a:pt x="23" y="42"/>
                    </a:cubicBezTo>
                    <a:cubicBezTo>
                      <a:pt x="23" y="44"/>
                      <a:pt x="23" y="41"/>
                      <a:pt x="23" y="41"/>
                    </a:cubicBezTo>
                    <a:cubicBezTo>
                      <a:pt x="23" y="42"/>
                      <a:pt x="23" y="42"/>
                      <a:pt x="23" y="42"/>
                    </a:cubicBezTo>
                    <a:cubicBezTo>
                      <a:pt x="24" y="41"/>
                      <a:pt x="24" y="41"/>
                      <a:pt x="24" y="41"/>
                    </a:cubicBezTo>
                    <a:cubicBezTo>
                      <a:pt x="24" y="40"/>
                      <a:pt x="24" y="41"/>
                      <a:pt x="24" y="43"/>
                    </a:cubicBezTo>
                    <a:cubicBezTo>
                      <a:pt x="24" y="41"/>
                      <a:pt x="24" y="41"/>
                      <a:pt x="24" y="41"/>
                    </a:cubicBezTo>
                    <a:cubicBezTo>
                      <a:pt x="24" y="43"/>
                      <a:pt x="25" y="43"/>
                      <a:pt x="26" y="42"/>
                    </a:cubicBezTo>
                    <a:cubicBezTo>
                      <a:pt x="25" y="42"/>
                      <a:pt x="25" y="41"/>
                      <a:pt x="26" y="39"/>
                    </a:cubicBezTo>
                    <a:cubicBezTo>
                      <a:pt x="26" y="37"/>
                      <a:pt x="26" y="40"/>
                      <a:pt x="26" y="39"/>
                    </a:cubicBezTo>
                    <a:cubicBezTo>
                      <a:pt x="26" y="41"/>
                      <a:pt x="26" y="41"/>
                      <a:pt x="26" y="41"/>
                    </a:cubicBezTo>
                    <a:cubicBezTo>
                      <a:pt x="26" y="44"/>
                      <a:pt x="27" y="42"/>
                      <a:pt x="28" y="42"/>
                    </a:cubicBezTo>
                    <a:cubicBezTo>
                      <a:pt x="28" y="41"/>
                      <a:pt x="28" y="41"/>
                      <a:pt x="28" y="41"/>
                    </a:cubicBezTo>
                    <a:cubicBezTo>
                      <a:pt x="28" y="43"/>
                      <a:pt x="29" y="41"/>
                      <a:pt x="30" y="42"/>
                    </a:cubicBezTo>
                    <a:cubicBezTo>
                      <a:pt x="30" y="41"/>
                      <a:pt x="30" y="38"/>
                      <a:pt x="30" y="38"/>
                    </a:cubicBezTo>
                    <a:cubicBezTo>
                      <a:pt x="30" y="36"/>
                      <a:pt x="30" y="41"/>
                      <a:pt x="30" y="42"/>
                    </a:cubicBezTo>
                    <a:cubicBezTo>
                      <a:pt x="31" y="41"/>
                      <a:pt x="31" y="41"/>
                      <a:pt x="31" y="41"/>
                    </a:cubicBezTo>
                    <a:cubicBezTo>
                      <a:pt x="31" y="41"/>
                      <a:pt x="31" y="41"/>
                      <a:pt x="31" y="41"/>
                    </a:cubicBezTo>
                    <a:cubicBezTo>
                      <a:pt x="31" y="40"/>
                      <a:pt x="31" y="39"/>
                      <a:pt x="31" y="40"/>
                    </a:cubicBezTo>
                    <a:cubicBezTo>
                      <a:pt x="31" y="41"/>
                      <a:pt x="31" y="41"/>
                      <a:pt x="31" y="41"/>
                    </a:cubicBezTo>
                    <a:cubicBezTo>
                      <a:pt x="32" y="41"/>
                      <a:pt x="32" y="42"/>
                      <a:pt x="32" y="42"/>
                    </a:cubicBezTo>
                    <a:cubicBezTo>
                      <a:pt x="32" y="40"/>
                      <a:pt x="33" y="41"/>
                      <a:pt x="33" y="39"/>
                    </a:cubicBezTo>
                    <a:cubicBezTo>
                      <a:pt x="33" y="40"/>
                      <a:pt x="33" y="40"/>
                      <a:pt x="33" y="40"/>
                    </a:cubicBezTo>
                    <a:cubicBezTo>
                      <a:pt x="33" y="39"/>
                      <a:pt x="33" y="39"/>
                      <a:pt x="33" y="39"/>
                    </a:cubicBezTo>
                    <a:cubicBezTo>
                      <a:pt x="33" y="39"/>
                      <a:pt x="33" y="39"/>
                      <a:pt x="33" y="39"/>
                    </a:cubicBezTo>
                    <a:cubicBezTo>
                      <a:pt x="33" y="41"/>
                      <a:pt x="33" y="41"/>
                      <a:pt x="33" y="41"/>
                    </a:cubicBezTo>
                    <a:cubicBezTo>
                      <a:pt x="33" y="42"/>
                      <a:pt x="33" y="40"/>
                      <a:pt x="33" y="39"/>
                    </a:cubicBezTo>
                    <a:cubicBezTo>
                      <a:pt x="33" y="38"/>
                      <a:pt x="33" y="39"/>
                      <a:pt x="33" y="40"/>
                    </a:cubicBezTo>
                    <a:cubicBezTo>
                      <a:pt x="33" y="41"/>
                      <a:pt x="33" y="40"/>
                      <a:pt x="33" y="40"/>
                    </a:cubicBezTo>
                    <a:cubicBezTo>
                      <a:pt x="33" y="41"/>
                      <a:pt x="33" y="40"/>
                      <a:pt x="33" y="41"/>
                    </a:cubicBezTo>
                    <a:cubicBezTo>
                      <a:pt x="33" y="41"/>
                      <a:pt x="33" y="39"/>
                      <a:pt x="34" y="40"/>
                    </a:cubicBezTo>
                    <a:cubicBezTo>
                      <a:pt x="34" y="40"/>
                      <a:pt x="34" y="40"/>
                      <a:pt x="34" y="41"/>
                    </a:cubicBezTo>
                    <a:cubicBezTo>
                      <a:pt x="34" y="40"/>
                      <a:pt x="34" y="40"/>
                      <a:pt x="35" y="40"/>
                    </a:cubicBezTo>
                    <a:cubicBezTo>
                      <a:pt x="34" y="39"/>
                      <a:pt x="34" y="39"/>
                      <a:pt x="34" y="38"/>
                    </a:cubicBezTo>
                    <a:cubicBezTo>
                      <a:pt x="34" y="38"/>
                      <a:pt x="34" y="37"/>
                      <a:pt x="34" y="38"/>
                    </a:cubicBezTo>
                    <a:cubicBezTo>
                      <a:pt x="34" y="38"/>
                      <a:pt x="34" y="38"/>
                      <a:pt x="34" y="38"/>
                    </a:cubicBezTo>
                    <a:cubicBezTo>
                      <a:pt x="34" y="38"/>
                      <a:pt x="35" y="39"/>
                      <a:pt x="34" y="37"/>
                    </a:cubicBezTo>
                    <a:cubicBezTo>
                      <a:pt x="35" y="39"/>
                      <a:pt x="35" y="39"/>
                      <a:pt x="35" y="39"/>
                    </a:cubicBezTo>
                    <a:cubicBezTo>
                      <a:pt x="35" y="38"/>
                      <a:pt x="35" y="38"/>
                      <a:pt x="35" y="38"/>
                    </a:cubicBezTo>
                    <a:cubicBezTo>
                      <a:pt x="35" y="39"/>
                      <a:pt x="35" y="41"/>
                      <a:pt x="36" y="42"/>
                    </a:cubicBezTo>
                    <a:cubicBezTo>
                      <a:pt x="36" y="40"/>
                      <a:pt x="36" y="40"/>
                      <a:pt x="36" y="40"/>
                    </a:cubicBezTo>
                    <a:cubicBezTo>
                      <a:pt x="36" y="40"/>
                      <a:pt x="37" y="40"/>
                      <a:pt x="37" y="41"/>
                    </a:cubicBezTo>
                    <a:cubicBezTo>
                      <a:pt x="38" y="42"/>
                      <a:pt x="37" y="36"/>
                      <a:pt x="37" y="38"/>
                    </a:cubicBezTo>
                    <a:cubicBezTo>
                      <a:pt x="38" y="40"/>
                      <a:pt x="38" y="40"/>
                      <a:pt x="38" y="40"/>
                    </a:cubicBezTo>
                    <a:cubicBezTo>
                      <a:pt x="38" y="40"/>
                      <a:pt x="38" y="39"/>
                      <a:pt x="38" y="39"/>
                    </a:cubicBezTo>
                    <a:cubicBezTo>
                      <a:pt x="38" y="38"/>
                      <a:pt x="38" y="41"/>
                      <a:pt x="38" y="39"/>
                    </a:cubicBezTo>
                    <a:cubicBezTo>
                      <a:pt x="38" y="38"/>
                      <a:pt x="38" y="38"/>
                      <a:pt x="38" y="38"/>
                    </a:cubicBezTo>
                    <a:cubicBezTo>
                      <a:pt x="39" y="42"/>
                      <a:pt x="40" y="38"/>
                      <a:pt x="41" y="40"/>
                    </a:cubicBezTo>
                    <a:cubicBezTo>
                      <a:pt x="40" y="38"/>
                      <a:pt x="41" y="39"/>
                      <a:pt x="41" y="39"/>
                    </a:cubicBezTo>
                    <a:cubicBezTo>
                      <a:pt x="42" y="41"/>
                      <a:pt x="41" y="38"/>
                      <a:pt x="42" y="39"/>
                    </a:cubicBezTo>
                    <a:cubicBezTo>
                      <a:pt x="41" y="37"/>
                      <a:pt x="41" y="37"/>
                      <a:pt x="41" y="37"/>
                    </a:cubicBezTo>
                    <a:cubicBezTo>
                      <a:pt x="42" y="38"/>
                      <a:pt x="40" y="33"/>
                      <a:pt x="42" y="36"/>
                    </a:cubicBezTo>
                    <a:cubicBezTo>
                      <a:pt x="42" y="37"/>
                      <a:pt x="42" y="38"/>
                      <a:pt x="42" y="38"/>
                    </a:cubicBezTo>
                    <a:cubicBezTo>
                      <a:pt x="44" y="41"/>
                      <a:pt x="42" y="36"/>
                      <a:pt x="44" y="38"/>
                    </a:cubicBezTo>
                    <a:cubicBezTo>
                      <a:pt x="43" y="37"/>
                      <a:pt x="43" y="36"/>
                      <a:pt x="43" y="35"/>
                    </a:cubicBezTo>
                    <a:cubicBezTo>
                      <a:pt x="43" y="36"/>
                      <a:pt x="44" y="37"/>
                      <a:pt x="44" y="37"/>
                    </a:cubicBezTo>
                    <a:cubicBezTo>
                      <a:pt x="44" y="37"/>
                      <a:pt x="44" y="36"/>
                      <a:pt x="44" y="37"/>
                    </a:cubicBezTo>
                    <a:cubicBezTo>
                      <a:pt x="45" y="37"/>
                      <a:pt x="45" y="38"/>
                      <a:pt x="45" y="38"/>
                    </a:cubicBezTo>
                    <a:cubicBezTo>
                      <a:pt x="45" y="38"/>
                      <a:pt x="45" y="37"/>
                      <a:pt x="45" y="36"/>
                    </a:cubicBezTo>
                    <a:cubicBezTo>
                      <a:pt x="46" y="38"/>
                      <a:pt x="46" y="37"/>
                      <a:pt x="47" y="38"/>
                    </a:cubicBezTo>
                    <a:cubicBezTo>
                      <a:pt x="46" y="35"/>
                      <a:pt x="48" y="38"/>
                      <a:pt x="46" y="35"/>
                    </a:cubicBezTo>
                    <a:cubicBezTo>
                      <a:pt x="47" y="36"/>
                      <a:pt x="47" y="36"/>
                      <a:pt x="47" y="36"/>
                    </a:cubicBezTo>
                    <a:cubicBezTo>
                      <a:pt x="46" y="35"/>
                      <a:pt x="46" y="34"/>
                      <a:pt x="46" y="33"/>
                    </a:cubicBezTo>
                    <a:cubicBezTo>
                      <a:pt x="47" y="35"/>
                      <a:pt x="47" y="35"/>
                      <a:pt x="47" y="35"/>
                    </a:cubicBezTo>
                    <a:cubicBezTo>
                      <a:pt x="48" y="37"/>
                      <a:pt x="47" y="35"/>
                      <a:pt x="48" y="37"/>
                    </a:cubicBezTo>
                    <a:cubicBezTo>
                      <a:pt x="47" y="35"/>
                      <a:pt x="48" y="36"/>
                      <a:pt x="47" y="35"/>
                    </a:cubicBezTo>
                    <a:cubicBezTo>
                      <a:pt x="47" y="34"/>
                      <a:pt x="47" y="34"/>
                      <a:pt x="47" y="34"/>
                    </a:cubicBezTo>
                    <a:cubicBezTo>
                      <a:pt x="47" y="34"/>
                      <a:pt x="47" y="33"/>
                      <a:pt x="47" y="33"/>
                    </a:cubicBezTo>
                    <a:cubicBezTo>
                      <a:pt x="47" y="33"/>
                      <a:pt x="48" y="35"/>
                      <a:pt x="48" y="35"/>
                    </a:cubicBezTo>
                    <a:cubicBezTo>
                      <a:pt x="49" y="36"/>
                      <a:pt x="49" y="35"/>
                      <a:pt x="48" y="35"/>
                    </a:cubicBezTo>
                    <a:cubicBezTo>
                      <a:pt x="48" y="35"/>
                      <a:pt x="48" y="35"/>
                      <a:pt x="48" y="34"/>
                    </a:cubicBezTo>
                    <a:cubicBezTo>
                      <a:pt x="48" y="34"/>
                      <a:pt x="48" y="35"/>
                      <a:pt x="48" y="35"/>
                    </a:cubicBezTo>
                    <a:cubicBezTo>
                      <a:pt x="48" y="34"/>
                      <a:pt x="48" y="34"/>
                      <a:pt x="49" y="34"/>
                    </a:cubicBezTo>
                    <a:cubicBezTo>
                      <a:pt x="49" y="34"/>
                      <a:pt x="49" y="34"/>
                      <a:pt x="49" y="34"/>
                    </a:cubicBezTo>
                    <a:cubicBezTo>
                      <a:pt x="49" y="34"/>
                      <a:pt x="49" y="35"/>
                      <a:pt x="49" y="35"/>
                    </a:cubicBezTo>
                    <a:cubicBezTo>
                      <a:pt x="49" y="35"/>
                      <a:pt x="49" y="35"/>
                      <a:pt x="49" y="35"/>
                    </a:cubicBezTo>
                    <a:cubicBezTo>
                      <a:pt x="49" y="35"/>
                      <a:pt x="49" y="35"/>
                      <a:pt x="49" y="35"/>
                    </a:cubicBezTo>
                    <a:cubicBezTo>
                      <a:pt x="49" y="35"/>
                      <a:pt x="49" y="35"/>
                      <a:pt x="49" y="35"/>
                    </a:cubicBezTo>
                    <a:cubicBezTo>
                      <a:pt x="50" y="36"/>
                      <a:pt x="50" y="36"/>
                      <a:pt x="50" y="36"/>
                    </a:cubicBezTo>
                    <a:cubicBezTo>
                      <a:pt x="50" y="36"/>
                      <a:pt x="50" y="35"/>
                      <a:pt x="49" y="34"/>
                    </a:cubicBezTo>
                    <a:cubicBezTo>
                      <a:pt x="50" y="35"/>
                      <a:pt x="50" y="33"/>
                      <a:pt x="50" y="32"/>
                    </a:cubicBezTo>
                    <a:cubicBezTo>
                      <a:pt x="50" y="33"/>
                      <a:pt x="51" y="34"/>
                      <a:pt x="50" y="33"/>
                    </a:cubicBezTo>
                    <a:cubicBezTo>
                      <a:pt x="50" y="33"/>
                      <a:pt x="50" y="31"/>
                      <a:pt x="50" y="32"/>
                    </a:cubicBezTo>
                    <a:cubicBezTo>
                      <a:pt x="50" y="32"/>
                      <a:pt x="51" y="33"/>
                      <a:pt x="51" y="33"/>
                    </a:cubicBezTo>
                    <a:cubicBezTo>
                      <a:pt x="52" y="33"/>
                      <a:pt x="51" y="32"/>
                      <a:pt x="51" y="32"/>
                    </a:cubicBezTo>
                    <a:cubicBezTo>
                      <a:pt x="52" y="34"/>
                      <a:pt x="51" y="30"/>
                      <a:pt x="52" y="31"/>
                    </a:cubicBezTo>
                    <a:cubicBezTo>
                      <a:pt x="52" y="31"/>
                      <a:pt x="53" y="32"/>
                      <a:pt x="53" y="33"/>
                    </a:cubicBezTo>
                    <a:cubicBezTo>
                      <a:pt x="53" y="32"/>
                      <a:pt x="53" y="31"/>
                      <a:pt x="52" y="29"/>
                    </a:cubicBezTo>
                    <a:cubicBezTo>
                      <a:pt x="53" y="31"/>
                      <a:pt x="53" y="31"/>
                      <a:pt x="53" y="31"/>
                    </a:cubicBezTo>
                    <a:cubicBezTo>
                      <a:pt x="53" y="31"/>
                      <a:pt x="53" y="30"/>
                      <a:pt x="53" y="29"/>
                    </a:cubicBezTo>
                    <a:cubicBezTo>
                      <a:pt x="52" y="28"/>
                      <a:pt x="51" y="27"/>
                      <a:pt x="52" y="27"/>
                    </a:cubicBezTo>
                    <a:cubicBezTo>
                      <a:pt x="52" y="27"/>
                      <a:pt x="52" y="27"/>
                      <a:pt x="52" y="27"/>
                    </a:cubicBezTo>
                    <a:cubicBezTo>
                      <a:pt x="52" y="26"/>
                      <a:pt x="52" y="26"/>
                      <a:pt x="52" y="26"/>
                    </a:cubicBezTo>
                    <a:cubicBezTo>
                      <a:pt x="52" y="27"/>
                      <a:pt x="52" y="27"/>
                      <a:pt x="53" y="28"/>
                    </a:cubicBezTo>
                    <a:cubicBezTo>
                      <a:pt x="54" y="30"/>
                      <a:pt x="54" y="29"/>
                      <a:pt x="54" y="29"/>
                    </a:cubicBezTo>
                    <a:cubicBezTo>
                      <a:pt x="53" y="27"/>
                      <a:pt x="53" y="27"/>
                      <a:pt x="53" y="27"/>
                    </a:cubicBezTo>
                    <a:cubicBezTo>
                      <a:pt x="53" y="27"/>
                      <a:pt x="54" y="29"/>
                      <a:pt x="54" y="28"/>
                    </a:cubicBezTo>
                    <a:cubicBezTo>
                      <a:pt x="52" y="24"/>
                      <a:pt x="52" y="24"/>
                      <a:pt x="52" y="24"/>
                    </a:cubicBezTo>
                    <a:cubicBezTo>
                      <a:pt x="52" y="24"/>
                      <a:pt x="54" y="26"/>
                      <a:pt x="54" y="27"/>
                    </a:cubicBezTo>
                    <a:cubicBezTo>
                      <a:pt x="54" y="26"/>
                      <a:pt x="53" y="24"/>
                      <a:pt x="52" y="22"/>
                    </a:cubicBezTo>
                    <a:cubicBezTo>
                      <a:pt x="52" y="22"/>
                      <a:pt x="52" y="21"/>
                      <a:pt x="52" y="21"/>
                    </a:cubicBezTo>
                    <a:cubicBezTo>
                      <a:pt x="53" y="22"/>
                      <a:pt x="52" y="21"/>
                      <a:pt x="53" y="22"/>
                    </a:cubicBezTo>
                    <a:cubicBezTo>
                      <a:pt x="54" y="23"/>
                      <a:pt x="54" y="23"/>
                      <a:pt x="54" y="23"/>
                    </a:cubicBezTo>
                    <a:cubicBezTo>
                      <a:pt x="54" y="23"/>
                      <a:pt x="55" y="25"/>
                      <a:pt x="55" y="26"/>
                    </a:cubicBezTo>
                    <a:cubicBezTo>
                      <a:pt x="55" y="25"/>
                      <a:pt x="56" y="26"/>
                      <a:pt x="57" y="26"/>
                    </a:cubicBezTo>
                    <a:cubicBezTo>
                      <a:pt x="55" y="23"/>
                      <a:pt x="56" y="24"/>
                      <a:pt x="55" y="22"/>
                    </a:cubicBezTo>
                    <a:cubicBezTo>
                      <a:pt x="55" y="22"/>
                      <a:pt x="56" y="24"/>
                      <a:pt x="57" y="24"/>
                    </a:cubicBezTo>
                    <a:cubicBezTo>
                      <a:pt x="56" y="23"/>
                      <a:pt x="57" y="23"/>
                      <a:pt x="57" y="23"/>
                    </a:cubicBezTo>
                    <a:cubicBezTo>
                      <a:pt x="58" y="23"/>
                      <a:pt x="58" y="23"/>
                      <a:pt x="58" y="23"/>
                    </a:cubicBezTo>
                    <a:cubicBezTo>
                      <a:pt x="57" y="23"/>
                      <a:pt x="58" y="23"/>
                      <a:pt x="57" y="21"/>
                    </a:cubicBezTo>
                    <a:cubicBezTo>
                      <a:pt x="58" y="22"/>
                      <a:pt x="58" y="22"/>
                      <a:pt x="58" y="22"/>
                    </a:cubicBezTo>
                    <a:cubicBezTo>
                      <a:pt x="59" y="22"/>
                      <a:pt x="56" y="19"/>
                      <a:pt x="57" y="20"/>
                    </a:cubicBezTo>
                    <a:cubicBezTo>
                      <a:pt x="58" y="21"/>
                      <a:pt x="58" y="21"/>
                      <a:pt x="58" y="21"/>
                    </a:cubicBezTo>
                    <a:cubicBezTo>
                      <a:pt x="57" y="20"/>
                      <a:pt x="59" y="22"/>
                      <a:pt x="58" y="20"/>
                    </a:cubicBezTo>
                    <a:cubicBezTo>
                      <a:pt x="59" y="21"/>
                      <a:pt x="59" y="21"/>
                      <a:pt x="59" y="21"/>
                    </a:cubicBezTo>
                    <a:cubicBezTo>
                      <a:pt x="59" y="21"/>
                      <a:pt x="59" y="21"/>
                      <a:pt x="58" y="19"/>
                    </a:cubicBezTo>
                    <a:cubicBezTo>
                      <a:pt x="60" y="21"/>
                      <a:pt x="60" y="21"/>
                      <a:pt x="60" y="21"/>
                    </a:cubicBezTo>
                    <a:cubicBezTo>
                      <a:pt x="60" y="22"/>
                      <a:pt x="58" y="19"/>
                      <a:pt x="59" y="19"/>
                    </a:cubicBezTo>
                    <a:cubicBezTo>
                      <a:pt x="59" y="19"/>
                      <a:pt x="60" y="20"/>
                      <a:pt x="60" y="20"/>
                    </a:cubicBezTo>
                    <a:cubicBezTo>
                      <a:pt x="59" y="19"/>
                      <a:pt x="60" y="19"/>
                      <a:pt x="60" y="19"/>
                    </a:cubicBezTo>
                    <a:cubicBezTo>
                      <a:pt x="61" y="20"/>
                      <a:pt x="61" y="20"/>
                      <a:pt x="61" y="20"/>
                    </a:cubicBezTo>
                    <a:cubicBezTo>
                      <a:pt x="62" y="19"/>
                      <a:pt x="64" y="18"/>
                      <a:pt x="63" y="16"/>
                    </a:cubicBezTo>
                    <a:cubicBezTo>
                      <a:pt x="65" y="17"/>
                      <a:pt x="64" y="17"/>
                      <a:pt x="65" y="18"/>
                    </a:cubicBezTo>
                    <a:cubicBezTo>
                      <a:pt x="64" y="17"/>
                      <a:pt x="65" y="18"/>
                      <a:pt x="65" y="17"/>
                    </a:cubicBezTo>
                    <a:cubicBezTo>
                      <a:pt x="65" y="17"/>
                      <a:pt x="65" y="17"/>
                      <a:pt x="65" y="17"/>
                    </a:cubicBezTo>
                    <a:cubicBezTo>
                      <a:pt x="65" y="17"/>
                      <a:pt x="66" y="18"/>
                      <a:pt x="66" y="17"/>
                    </a:cubicBezTo>
                    <a:cubicBezTo>
                      <a:pt x="65" y="17"/>
                      <a:pt x="65" y="17"/>
                      <a:pt x="65" y="17"/>
                    </a:cubicBezTo>
                    <a:cubicBezTo>
                      <a:pt x="64" y="15"/>
                      <a:pt x="68" y="18"/>
                      <a:pt x="66" y="16"/>
                    </a:cubicBezTo>
                    <a:cubicBezTo>
                      <a:pt x="67" y="17"/>
                      <a:pt x="67" y="17"/>
                      <a:pt x="67" y="17"/>
                    </a:cubicBezTo>
                    <a:cubicBezTo>
                      <a:pt x="65" y="15"/>
                      <a:pt x="68" y="17"/>
                      <a:pt x="66" y="16"/>
                    </a:cubicBezTo>
                    <a:cubicBezTo>
                      <a:pt x="67" y="16"/>
                      <a:pt x="67" y="16"/>
                      <a:pt x="67" y="16"/>
                    </a:cubicBezTo>
                    <a:cubicBezTo>
                      <a:pt x="68" y="17"/>
                      <a:pt x="65" y="14"/>
                      <a:pt x="67" y="15"/>
                    </a:cubicBezTo>
                    <a:cubicBezTo>
                      <a:pt x="67" y="15"/>
                      <a:pt x="66" y="14"/>
                      <a:pt x="65" y="13"/>
                    </a:cubicBezTo>
                    <a:cubicBezTo>
                      <a:pt x="67" y="14"/>
                      <a:pt x="67" y="14"/>
                      <a:pt x="67" y="14"/>
                    </a:cubicBezTo>
                    <a:cubicBezTo>
                      <a:pt x="67" y="13"/>
                      <a:pt x="68" y="12"/>
                      <a:pt x="66" y="10"/>
                    </a:cubicBezTo>
                    <a:cubicBezTo>
                      <a:pt x="67" y="10"/>
                      <a:pt x="67" y="10"/>
                      <a:pt x="67" y="10"/>
                    </a:cubicBezTo>
                    <a:cubicBezTo>
                      <a:pt x="65" y="9"/>
                      <a:pt x="70" y="11"/>
                      <a:pt x="66" y="8"/>
                    </a:cubicBezTo>
                    <a:cubicBezTo>
                      <a:pt x="65" y="7"/>
                      <a:pt x="65" y="7"/>
                      <a:pt x="65" y="7"/>
                    </a:cubicBezTo>
                    <a:cubicBezTo>
                      <a:pt x="67" y="8"/>
                      <a:pt x="67" y="8"/>
                      <a:pt x="67" y="8"/>
                    </a:cubicBezTo>
                    <a:cubicBezTo>
                      <a:pt x="66" y="8"/>
                      <a:pt x="67" y="8"/>
                      <a:pt x="66" y="7"/>
                    </a:cubicBezTo>
                    <a:cubicBezTo>
                      <a:pt x="67" y="8"/>
                      <a:pt x="67" y="8"/>
                      <a:pt x="67" y="8"/>
                    </a:cubicBezTo>
                    <a:cubicBezTo>
                      <a:pt x="67" y="8"/>
                      <a:pt x="65" y="6"/>
                      <a:pt x="65" y="7"/>
                    </a:cubicBezTo>
                    <a:cubicBezTo>
                      <a:pt x="66" y="7"/>
                      <a:pt x="66" y="7"/>
                      <a:pt x="66" y="7"/>
                    </a:cubicBezTo>
                    <a:cubicBezTo>
                      <a:pt x="69" y="7"/>
                      <a:pt x="72" y="3"/>
                      <a:pt x="68" y="4"/>
                    </a:cubicBezTo>
                    <a:close/>
                    <a:moveTo>
                      <a:pt x="61" y="9"/>
                    </a:moveTo>
                    <a:cubicBezTo>
                      <a:pt x="60" y="9"/>
                      <a:pt x="61" y="7"/>
                      <a:pt x="62" y="6"/>
                    </a:cubicBezTo>
                    <a:cubicBezTo>
                      <a:pt x="62" y="8"/>
                      <a:pt x="61" y="9"/>
                      <a:pt x="61" y="9"/>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1" name="Freeform 255"/>
              <p:cNvSpPr/>
              <p:nvPr/>
            </p:nvSpPr>
            <p:spPr bwMode="auto">
              <a:xfrm>
                <a:off x="4011" y="3063"/>
                <a:ext cx="5" cy="5"/>
              </a:xfrm>
              <a:custGeom>
                <a:avLst/>
                <a:gdLst>
                  <a:gd name="T0" fmla="*/ 5 w 5"/>
                  <a:gd name="T1" fmla="*/ 5 h 5"/>
                  <a:gd name="T2" fmla="*/ 0 w 5"/>
                  <a:gd name="T3" fmla="*/ 0 h 5"/>
                  <a:gd name="T4" fmla="*/ 2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2" y="5"/>
                    </a:lnTo>
                    <a:lnTo>
                      <a:pt x="5" y="5"/>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2" name="Freeform 256"/>
              <p:cNvSpPr/>
              <p:nvPr/>
            </p:nvSpPr>
            <p:spPr bwMode="auto">
              <a:xfrm>
                <a:off x="3912" y="3100"/>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3" name="Freeform 257"/>
              <p:cNvSpPr/>
              <p:nvPr/>
            </p:nvSpPr>
            <p:spPr bwMode="auto">
              <a:xfrm>
                <a:off x="3996" y="3089"/>
                <a:ext cx="3"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4" name="Oval 258"/>
              <p:cNvSpPr>
                <a:spLocks noChangeArrowheads="1"/>
              </p:cNvSpPr>
              <p:nvPr/>
            </p:nvSpPr>
            <p:spPr bwMode="auto">
              <a:xfrm>
                <a:off x="3595" y="182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5" name="Freeform 259"/>
              <p:cNvSpPr/>
              <p:nvPr/>
            </p:nvSpPr>
            <p:spPr bwMode="auto">
              <a:xfrm>
                <a:off x="3598" y="1825"/>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6" name="Freeform 260"/>
              <p:cNvSpPr/>
              <p:nvPr/>
            </p:nvSpPr>
            <p:spPr bwMode="auto">
              <a:xfrm>
                <a:off x="3918" y="28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7" name="Freeform 261"/>
              <p:cNvSpPr/>
              <p:nvPr/>
            </p:nvSpPr>
            <p:spPr bwMode="auto">
              <a:xfrm>
                <a:off x="3924" y="3038"/>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8" name="Freeform 262"/>
              <p:cNvSpPr/>
              <p:nvPr/>
            </p:nvSpPr>
            <p:spPr bwMode="auto">
              <a:xfrm>
                <a:off x="3986" y="3027"/>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9" name="Freeform 263"/>
              <p:cNvSpPr/>
              <p:nvPr/>
            </p:nvSpPr>
            <p:spPr bwMode="auto">
              <a:xfrm>
                <a:off x="3899" y="3091"/>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0" name="Rectangle 264"/>
              <p:cNvSpPr>
                <a:spLocks noChangeArrowheads="1"/>
              </p:cNvSpPr>
              <p:nvPr/>
            </p:nvSpPr>
            <p:spPr bwMode="auto">
              <a:xfrm>
                <a:off x="4013" y="3004"/>
                <a:ext cx="1" cy="4"/>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1" name="Freeform 265"/>
              <p:cNvSpPr/>
              <p:nvPr/>
            </p:nvSpPr>
            <p:spPr bwMode="auto">
              <a:xfrm>
                <a:off x="3903" y="3055"/>
                <a:ext cx="6"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2" name="Freeform 266"/>
              <p:cNvSpPr/>
              <p:nvPr/>
            </p:nvSpPr>
            <p:spPr bwMode="auto">
              <a:xfrm>
                <a:off x="3905" y="3055"/>
                <a:ext cx="4"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0" y="0"/>
                      <a:pt x="1" y="0"/>
                      <a:pt x="2" y="0"/>
                    </a:cubicBezTo>
                    <a:cubicBezTo>
                      <a:pt x="2"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3" name="Freeform 267"/>
              <p:cNvSpPr/>
              <p:nvPr/>
            </p:nvSpPr>
            <p:spPr bwMode="auto">
              <a:xfrm>
                <a:off x="3897" y="3085"/>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4" name="Freeform 268"/>
              <p:cNvSpPr/>
              <p:nvPr/>
            </p:nvSpPr>
            <p:spPr bwMode="auto">
              <a:xfrm>
                <a:off x="3897" y="309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5" name="Freeform 269"/>
              <p:cNvSpPr/>
              <p:nvPr/>
            </p:nvSpPr>
            <p:spPr bwMode="auto">
              <a:xfrm>
                <a:off x="3984" y="30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6" name="Freeform 270"/>
              <p:cNvSpPr/>
              <p:nvPr/>
            </p:nvSpPr>
            <p:spPr bwMode="auto">
              <a:xfrm>
                <a:off x="3600"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7" name="Freeform 271"/>
              <p:cNvSpPr/>
              <p:nvPr/>
            </p:nvSpPr>
            <p:spPr bwMode="auto">
              <a:xfrm>
                <a:off x="3905" y="3100"/>
                <a:ext cx="4" cy="4"/>
              </a:xfrm>
              <a:custGeom>
                <a:avLst/>
                <a:gdLst>
                  <a:gd name="T0" fmla="*/ 1 w 2"/>
                  <a:gd name="T1" fmla="*/ 0 h 2"/>
                  <a:gd name="T2" fmla="*/ 1 w 2"/>
                  <a:gd name="T3" fmla="*/ 1 h 2"/>
                  <a:gd name="T4" fmla="*/ 1 w 2"/>
                  <a:gd name="T5" fmla="*/ 0 h 2"/>
                </a:gdLst>
                <a:ahLst/>
                <a:cxnLst>
                  <a:cxn ang="0">
                    <a:pos x="T0" y="T1"/>
                  </a:cxn>
                  <a:cxn ang="0">
                    <a:pos x="T2" y="T3"/>
                  </a:cxn>
                  <a:cxn ang="0">
                    <a:pos x="T4" y="T5"/>
                  </a:cxn>
                </a:cxnLst>
                <a:rect l="0" t="0" r="r" b="b"/>
                <a:pathLst>
                  <a:path w="2" h="2">
                    <a:moveTo>
                      <a:pt x="1" y="0"/>
                    </a:moveTo>
                    <a:cubicBezTo>
                      <a:pt x="0" y="2"/>
                      <a:pt x="1" y="0"/>
                      <a:pt x="1"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8" name="Freeform 272"/>
              <p:cNvSpPr/>
              <p:nvPr/>
            </p:nvSpPr>
            <p:spPr bwMode="auto">
              <a:xfrm>
                <a:off x="4230" y="2480"/>
                <a:ext cx="4" cy="2"/>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0" y="1"/>
                      <a:pt x="1" y="1"/>
                      <a:pt x="2" y="1"/>
                    </a:cubicBezTo>
                    <a:cubicBezTo>
                      <a:pt x="2" y="0"/>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9" name="Freeform 273"/>
              <p:cNvSpPr/>
              <p:nvPr/>
            </p:nvSpPr>
            <p:spPr bwMode="auto">
              <a:xfrm>
                <a:off x="3895" y="3080"/>
                <a:ext cx="4" cy="3"/>
              </a:xfrm>
              <a:custGeom>
                <a:avLst/>
                <a:gdLst>
                  <a:gd name="T0" fmla="*/ 0 w 2"/>
                  <a:gd name="T1" fmla="*/ 0 h 1"/>
                  <a:gd name="T2" fmla="*/ 1 w 2"/>
                  <a:gd name="T3" fmla="*/ 0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1" y="0"/>
                      <a:pt x="1" y="0"/>
                    </a:cubicBezTo>
                    <a:cubicBezTo>
                      <a:pt x="1" y="0"/>
                      <a:pt x="2"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0" name="Freeform 274"/>
              <p:cNvSpPr/>
              <p:nvPr/>
            </p:nvSpPr>
            <p:spPr bwMode="auto">
              <a:xfrm>
                <a:off x="4007" y="30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1" name="Freeform 275"/>
              <p:cNvSpPr/>
              <p:nvPr/>
            </p:nvSpPr>
            <p:spPr bwMode="auto">
              <a:xfrm>
                <a:off x="3598" y="18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2" name="Freeform 276"/>
              <p:cNvSpPr/>
              <p:nvPr/>
            </p:nvSpPr>
            <p:spPr bwMode="auto">
              <a:xfrm>
                <a:off x="4005" y="3074"/>
                <a:ext cx="2"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0" y="1"/>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3" name="Freeform 277"/>
              <p:cNvSpPr/>
              <p:nvPr/>
            </p:nvSpPr>
            <p:spPr bwMode="auto">
              <a:xfrm>
                <a:off x="4007" y="30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4" name="Freeform 278"/>
              <p:cNvSpPr/>
              <p:nvPr/>
            </p:nvSpPr>
            <p:spPr bwMode="auto">
              <a:xfrm>
                <a:off x="3598" y="182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5" name="Freeform 279"/>
              <p:cNvSpPr/>
              <p:nvPr/>
            </p:nvSpPr>
            <p:spPr bwMode="auto">
              <a:xfrm>
                <a:off x="3598" y="1823"/>
                <a:ext cx="2" cy="0"/>
              </a:xfrm>
              <a:custGeom>
                <a:avLst/>
                <a:gdLst>
                  <a:gd name="T0" fmla="*/ 1 w 1"/>
                  <a:gd name="T1" fmla="*/ 1 w 1"/>
                  <a:gd name="T2" fmla="*/ 0 w 1"/>
                  <a:gd name="T3" fmla="*/ 0 w 1"/>
                  <a:gd name="T4" fmla="*/ 0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0" y="0"/>
                      <a:pt x="0" y="0"/>
                    </a:cubicBezTo>
                    <a:cubicBezTo>
                      <a:pt x="0"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6" name="Freeform 280"/>
              <p:cNvSpPr/>
              <p:nvPr/>
            </p:nvSpPr>
            <p:spPr bwMode="auto">
              <a:xfrm>
                <a:off x="4009" y="308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7" name="Freeform 281"/>
              <p:cNvSpPr/>
              <p:nvPr/>
            </p:nvSpPr>
            <p:spPr bwMode="auto">
              <a:xfrm>
                <a:off x="3602"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8" name="Freeform 282"/>
              <p:cNvSpPr/>
              <p:nvPr/>
            </p:nvSpPr>
            <p:spPr bwMode="auto">
              <a:xfrm>
                <a:off x="3929" y="1870"/>
                <a:ext cx="4" cy="8"/>
              </a:xfrm>
              <a:custGeom>
                <a:avLst/>
                <a:gdLst>
                  <a:gd name="T0" fmla="*/ 2 w 2"/>
                  <a:gd name="T1" fmla="*/ 1 h 4"/>
                  <a:gd name="T2" fmla="*/ 1 w 2"/>
                  <a:gd name="T3" fmla="*/ 4 h 4"/>
                  <a:gd name="T4" fmla="*/ 2 w 2"/>
                  <a:gd name="T5" fmla="*/ 1 h 4"/>
                </a:gdLst>
                <a:ahLst/>
                <a:cxnLst>
                  <a:cxn ang="0">
                    <a:pos x="T0" y="T1"/>
                  </a:cxn>
                  <a:cxn ang="0">
                    <a:pos x="T2" y="T3"/>
                  </a:cxn>
                  <a:cxn ang="0">
                    <a:pos x="T4" y="T5"/>
                  </a:cxn>
                </a:cxnLst>
                <a:rect l="0" t="0" r="r" b="b"/>
                <a:pathLst>
                  <a:path w="2" h="4">
                    <a:moveTo>
                      <a:pt x="2" y="1"/>
                    </a:moveTo>
                    <a:cubicBezTo>
                      <a:pt x="2" y="1"/>
                      <a:pt x="0" y="1"/>
                      <a:pt x="1" y="4"/>
                    </a:cubicBezTo>
                    <a:cubicBezTo>
                      <a:pt x="1" y="0"/>
                      <a:pt x="2" y="4"/>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9" name="Freeform 283"/>
              <p:cNvSpPr/>
              <p:nvPr/>
            </p:nvSpPr>
            <p:spPr bwMode="auto">
              <a:xfrm>
                <a:off x="3687" y="1579"/>
                <a:ext cx="4" cy="4"/>
              </a:xfrm>
              <a:custGeom>
                <a:avLst/>
                <a:gdLst>
                  <a:gd name="T0" fmla="*/ 0 w 4"/>
                  <a:gd name="T1" fmla="*/ 4 h 4"/>
                  <a:gd name="T2" fmla="*/ 4 w 4"/>
                  <a:gd name="T3" fmla="*/ 0 h 4"/>
                  <a:gd name="T4" fmla="*/ 0 w 4"/>
                  <a:gd name="T5" fmla="*/ 2 h 4"/>
                  <a:gd name="T6" fmla="*/ 0 w 4"/>
                  <a:gd name="T7" fmla="*/ 4 h 4"/>
                </a:gdLst>
                <a:ahLst/>
                <a:cxnLst>
                  <a:cxn ang="0">
                    <a:pos x="T0" y="T1"/>
                  </a:cxn>
                  <a:cxn ang="0">
                    <a:pos x="T2" y="T3"/>
                  </a:cxn>
                  <a:cxn ang="0">
                    <a:pos x="T4" y="T5"/>
                  </a:cxn>
                  <a:cxn ang="0">
                    <a:pos x="T6" y="T7"/>
                  </a:cxn>
                </a:cxnLst>
                <a:rect l="0" t="0" r="r" b="b"/>
                <a:pathLst>
                  <a:path w="4" h="4">
                    <a:moveTo>
                      <a:pt x="0" y="4"/>
                    </a:moveTo>
                    <a:lnTo>
                      <a:pt x="4" y="0"/>
                    </a:lnTo>
                    <a:lnTo>
                      <a:pt x="0" y="2"/>
                    </a:lnTo>
                    <a:lnTo>
                      <a:pt x="0"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0" name="Freeform 284"/>
              <p:cNvSpPr/>
              <p:nvPr/>
            </p:nvSpPr>
            <p:spPr bwMode="auto">
              <a:xfrm>
                <a:off x="4086" y="1583"/>
                <a:ext cx="8" cy="4"/>
              </a:xfrm>
              <a:custGeom>
                <a:avLst/>
                <a:gdLst>
                  <a:gd name="T0" fmla="*/ 2 w 4"/>
                  <a:gd name="T1" fmla="*/ 2 h 2"/>
                  <a:gd name="T2" fmla="*/ 1 w 4"/>
                  <a:gd name="T3" fmla="*/ 0 h 2"/>
                  <a:gd name="T4" fmla="*/ 2 w 4"/>
                  <a:gd name="T5" fmla="*/ 2 h 2"/>
                </a:gdLst>
                <a:ahLst/>
                <a:cxnLst>
                  <a:cxn ang="0">
                    <a:pos x="T0" y="T1"/>
                  </a:cxn>
                  <a:cxn ang="0">
                    <a:pos x="T2" y="T3"/>
                  </a:cxn>
                  <a:cxn ang="0">
                    <a:pos x="T4" y="T5"/>
                  </a:cxn>
                </a:cxnLst>
                <a:rect l="0" t="0" r="r" b="b"/>
                <a:pathLst>
                  <a:path w="4" h="2">
                    <a:moveTo>
                      <a:pt x="2" y="2"/>
                    </a:moveTo>
                    <a:cubicBezTo>
                      <a:pt x="2" y="2"/>
                      <a:pt x="3" y="1"/>
                      <a:pt x="1" y="0"/>
                    </a:cubicBezTo>
                    <a:cubicBezTo>
                      <a:pt x="4" y="2"/>
                      <a:pt x="0"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1" name="Freeform 285"/>
              <p:cNvSpPr/>
              <p:nvPr/>
            </p:nvSpPr>
            <p:spPr bwMode="auto">
              <a:xfrm>
                <a:off x="3574" y="1912"/>
                <a:ext cx="2" cy="21"/>
              </a:xfrm>
              <a:custGeom>
                <a:avLst/>
                <a:gdLst>
                  <a:gd name="T0" fmla="*/ 0 w 1"/>
                  <a:gd name="T1" fmla="*/ 0 h 10"/>
                  <a:gd name="T2" fmla="*/ 1 w 1"/>
                  <a:gd name="T3" fmla="*/ 10 h 10"/>
                  <a:gd name="T4" fmla="*/ 0 w 1"/>
                  <a:gd name="T5" fmla="*/ 0 h 10"/>
                </a:gdLst>
                <a:ahLst/>
                <a:cxnLst>
                  <a:cxn ang="0">
                    <a:pos x="T0" y="T1"/>
                  </a:cxn>
                  <a:cxn ang="0">
                    <a:pos x="T2" y="T3"/>
                  </a:cxn>
                  <a:cxn ang="0">
                    <a:pos x="T4" y="T5"/>
                  </a:cxn>
                </a:cxnLst>
                <a:rect l="0" t="0" r="r" b="b"/>
                <a:pathLst>
                  <a:path w="1" h="10">
                    <a:moveTo>
                      <a:pt x="0" y="0"/>
                    </a:moveTo>
                    <a:cubicBezTo>
                      <a:pt x="0" y="4"/>
                      <a:pt x="0" y="10"/>
                      <a:pt x="1" y="1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2" name="Freeform 286"/>
              <p:cNvSpPr>
                <a:spLocks noEditPoints="1"/>
              </p:cNvSpPr>
              <p:nvPr/>
            </p:nvSpPr>
            <p:spPr bwMode="auto">
              <a:xfrm>
                <a:off x="3559" y="1774"/>
                <a:ext cx="77" cy="91"/>
              </a:xfrm>
              <a:custGeom>
                <a:avLst/>
                <a:gdLst>
                  <a:gd name="T0" fmla="*/ 32 w 36"/>
                  <a:gd name="T1" fmla="*/ 19 h 43"/>
                  <a:gd name="T2" fmla="*/ 27 w 36"/>
                  <a:gd name="T3" fmla="*/ 2 h 43"/>
                  <a:gd name="T4" fmla="*/ 8 w 36"/>
                  <a:gd name="T5" fmla="*/ 14 h 43"/>
                  <a:gd name="T6" fmla="*/ 16 w 36"/>
                  <a:gd name="T7" fmla="*/ 25 h 43"/>
                  <a:gd name="T8" fmla="*/ 16 w 36"/>
                  <a:gd name="T9" fmla="*/ 24 h 43"/>
                  <a:gd name="T10" fmla="*/ 17 w 36"/>
                  <a:gd name="T11" fmla="*/ 24 h 43"/>
                  <a:gd name="T12" fmla="*/ 17 w 36"/>
                  <a:gd name="T13" fmla="*/ 23 h 43"/>
                  <a:gd name="T14" fmla="*/ 17 w 36"/>
                  <a:gd name="T15" fmla="*/ 24 h 43"/>
                  <a:gd name="T16" fmla="*/ 19 w 36"/>
                  <a:gd name="T17" fmla="*/ 23 h 43"/>
                  <a:gd name="T18" fmla="*/ 18 w 36"/>
                  <a:gd name="T19" fmla="*/ 24 h 43"/>
                  <a:gd name="T20" fmla="*/ 17 w 36"/>
                  <a:gd name="T21" fmla="*/ 24 h 43"/>
                  <a:gd name="T22" fmla="*/ 19 w 36"/>
                  <a:gd name="T23" fmla="*/ 23 h 43"/>
                  <a:gd name="T24" fmla="*/ 20 w 36"/>
                  <a:gd name="T25" fmla="*/ 23 h 43"/>
                  <a:gd name="T26" fmla="*/ 21 w 36"/>
                  <a:gd name="T27" fmla="*/ 24 h 43"/>
                  <a:gd name="T28" fmla="*/ 21 w 36"/>
                  <a:gd name="T29" fmla="*/ 23 h 43"/>
                  <a:gd name="T30" fmla="*/ 21 w 36"/>
                  <a:gd name="T31" fmla="*/ 23 h 43"/>
                  <a:gd name="T32" fmla="*/ 21 w 36"/>
                  <a:gd name="T33" fmla="*/ 23 h 43"/>
                  <a:gd name="T34" fmla="*/ 21 w 36"/>
                  <a:gd name="T35" fmla="*/ 24 h 43"/>
                  <a:gd name="T36" fmla="*/ 22 w 36"/>
                  <a:gd name="T37" fmla="*/ 24 h 43"/>
                  <a:gd name="T38" fmla="*/ 22 w 36"/>
                  <a:gd name="T39" fmla="*/ 24 h 43"/>
                  <a:gd name="T40" fmla="*/ 22 w 36"/>
                  <a:gd name="T41" fmla="*/ 19 h 43"/>
                  <a:gd name="T42" fmla="*/ 22 w 36"/>
                  <a:gd name="T43" fmla="*/ 19 h 43"/>
                  <a:gd name="T44" fmla="*/ 23 w 36"/>
                  <a:gd name="T45" fmla="*/ 23 h 43"/>
                  <a:gd name="T46" fmla="*/ 27 w 36"/>
                  <a:gd name="T47" fmla="*/ 24 h 43"/>
                  <a:gd name="T48" fmla="*/ 25 w 36"/>
                  <a:gd name="T49" fmla="*/ 24 h 43"/>
                  <a:gd name="T50" fmla="*/ 25 w 36"/>
                  <a:gd name="T51" fmla="*/ 24 h 43"/>
                  <a:gd name="T52" fmla="*/ 26 w 36"/>
                  <a:gd name="T53" fmla="*/ 23 h 43"/>
                  <a:gd name="T54" fmla="*/ 25 w 36"/>
                  <a:gd name="T55" fmla="*/ 24 h 43"/>
                  <a:gd name="T56" fmla="*/ 24 w 36"/>
                  <a:gd name="T57" fmla="*/ 24 h 43"/>
                  <a:gd name="T58" fmla="*/ 24 w 36"/>
                  <a:gd name="T59" fmla="*/ 22 h 43"/>
                  <a:gd name="T60" fmla="*/ 24 w 36"/>
                  <a:gd name="T61" fmla="*/ 24 h 43"/>
                  <a:gd name="T62" fmla="*/ 23 w 36"/>
                  <a:gd name="T63" fmla="*/ 24 h 43"/>
                  <a:gd name="T64" fmla="*/ 23 w 36"/>
                  <a:gd name="T65" fmla="*/ 24 h 43"/>
                  <a:gd name="T66" fmla="*/ 24 w 36"/>
                  <a:gd name="T67" fmla="*/ 24 h 43"/>
                  <a:gd name="T68" fmla="*/ 24 w 36"/>
                  <a:gd name="T69" fmla="*/ 24 h 43"/>
                  <a:gd name="T70" fmla="*/ 25 w 36"/>
                  <a:gd name="T71" fmla="*/ 24 h 43"/>
                  <a:gd name="T72" fmla="*/ 29 w 36"/>
                  <a:gd name="T73" fmla="*/ 24 h 43"/>
                  <a:gd name="T74" fmla="*/ 26 w 36"/>
                  <a:gd name="T75" fmla="*/ 24 h 43"/>
                  <a:gd name="T76" fmla="*/ 24 w 36"/>
                  <a:gd name="T77" fmla="*/ 22 h 43"/>
                  <a:gd name="T78" fmla="*/ 23 w 36"/>
                  <a:gd name="T79" fmla="*/ 21 h 43"/>
                  <a:gd name="T80" fmla="*/ 24 w 36"/>
                  <a:gd name="T81" fmla="*/ 21 h 43"/>
                  <a:gd name="T82" fmla="*/ 24 w 36"/>
                  <a:gd name="T83" fmla="*/ 21 h 43"/>
                  <a:gd name="T84" fmla="*/ 23 w 36"/>
                  <a:gd name="T85" fmla="*/ 20 h 43"/>
                  <a:gd name="T86" fmla="*/ 22 w 36"/>
                  <a:gd name="T87" fmla="*/ 19 h 43"/>
                  <a:gd name="T88" fmla="*/ 22 w 36"/>
                  <a:gd name="T89" fmla="*/ 20 h 43"/>
                  <a:gd name="T90" fmla="*/ 21 w 36"/>
                  <a:gd name="T91" fmla="*/ 19 h 43"/>
                  <a:gd name="T92" fmla="*/ 22 w 36"/>
                  <a:gd name="T93" fmla="*/ 21 h 43"/>
                  <a:gd name="T94" fmla="*/ 20 w 36"/>
                  <a:gd name="T95" fmla="*/ 21 h 43"/>
                  <a:gd name="T96" fmla="*/ 17 w 36"/>
                  <a:gd name="T97" fmla="*/ 20 h 43"/>
                  <a:gd name="T98" fmla="*/ 20 w 36"/>
                  <a:gd name="T99" fmla="*/ 19 h 43"/>
                  <a:gd name="T100" fmla="*/ 18 w 36"/>
                  <a:gd name="T101" fmla="*/ 18 h 43"/>
                  <a:gd name="T102" fmla="*/ 19 w 36"/>
                  <a:gd name="T103" fmla="*/ 18 h 43"/>
                  <a:gd name="T104" fmla="*/ 20 w 36"/>
                  <a:gd name="T105" fmla="*/ 18 h 43"/>
                  <a:gd name="T106" fmla="*/ 21 w 36"/>
                  <a:gd name="T107" fmla="*/ 19 h 43"/>
                  <a:gd name="T108" fmla="*/ 20 w 36"/>
                  <a:gd name="T109" fmla="*/ 18 h 43"/>
                  <a:gd name="T110" fmla="*/ 18 w 36"/>
                  <a:gd name="T111" fmla="*/ 18 h 43"/>
                  <a:gd name="T112" fmla="*/ 18 w 36"/>
                  <a:gd name="T113" fmla="*/ 18 h 43"/>
                  <a:gd name="T114" fmla="*/ 15 w 36"/>
                  <a:gd name="T115" fmla="*/ 18 h 43"/>
                  <a:gd name="T116" fmla="*/ 18 w 36"/>
                  <a:gd name="T117" fmla="*/ 18 h 43"/>
                  <a:gd name="T118" fmla="*/ 18 w 36"/>
                  <a:gd name="T119" fmla="*/ 18 h 43"/>
                  <a:gd name="T120" fmla="*/ 17 w 36"/>
                  <a:gd name="T121" fmla="*/ 19 h 43"/>
                  <a:gd name="T122" fmla="*/ 16 w 36"/>
                  <a:gd name="T123" fmla="*/ 25 h 43"/>
                  <a:gd name="T124" fmla="*/ 14 w 36"/>
                  <a:gd name="T125" fmla="*/ 2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 h="43">
                    <a:moveTo>
                      <a:pt x="5" y="16"/>
                    </a:moveTo>
                    <a:cubicBezTo>
                      <a:pt x="6" y="19"/>
                      <a:pt x="3" y="20"/>
                      <a:pt x="0" y="23"/>
                    </a:cubicBezTo>
                    <a:cubicBezTo>
                      <a:pt x="0" y="23"/>
                      <a:pt x="1" y="25"/>
                      <a:pt x="1" y="28"/>
                    </a:cubicBezTo>
                    <a:cubicBezTo>
                      <a:pt x="5" y="39"/>
                      <a:pt x="13" y="43"/>
                      <a:pt x="19" y="41"/>
                    </a:cubicBezTo>
                    <a:cubicBezTo>
                      <a:pt x="18" y="40"/>
                      <a:pt x="18" y="39"/>
                      <a:pt x="19" y="39"/>
                    </a:cubicBezTo>
                    <a:cubicBezTo>
                      <a:pt x="19" y="39"/>
                      <a:pt x="19" y="39"/>
                      <a:pt x="19" y="39"/>
                    </a:cubicBezTo>
                    <a:cubicBezTo>
                      <a:pt x="19" y="38"/>
                      <a:pt x="19" y="38"/>
                      <a:pt x="19" y="38"/>
                    </a:cubicBezTo>
                    <a:cubicBezTo>
                      <a:pt x="19" y="38"/>
                      <a:pt x="19" y="39"/>
                      <a:pt x="19" y="40"/>
                    </a:cubicBezTo>
                    <a:cubicBezTo>
                      <a:pt x="20" y="39"/>
                      <a:pt x="21" y="39"/>
                      <a:pt x="23" y="39"/>
                    </a:cubicBezTo>
                    <a:cubicBezTo>
                      <a:pt x="22" y="36"/>
                      <a:pt x="23" y="38"/>
                      <a:pt x="23" y="36"/>
                    </a:cubicBezTo>
                    <a:cubicBezTo>
                      <a:pt x="23" y="37"/>
                      <a:pt x="23" y="37"/>
                      <a:pt x="23" y="37"/>
                    </a:cubicBezTo>
                    <a:cubicBezTo>
                      <a:pt x="23" y="36"/>
                      <a:pt x="23" y="36"/>
                      <a:pt x="25" y="38"/>
                    </a:cubicBezTo>
                    <a:cubicBezTo>
                      <a:pt x="29" y="38"/>
                      <a:pt x="31" y="35"/>
                      <a:pt x="33" y="33"/>
                    </a:cubicBezTo>
                    <a:cubicBezTo>
                      <a:pt x="36" y="30"/>
                      <a:pt x="36" y="26"/>
                      <a:pt x="36" y="21"/>
                    </a:cubicBezTo>
                    <a:cubicBezTo>
                      <a:pt x="33" y="20"/>
                      <a:pt x="35" y="19"/>
                      <a:pt x="32" y="19"/>
                    </a:cubicBezTo>
                    <a:cubicBezTo>
                      <a:pt x="33" y="19"/>
                      <a:pt x="33" y="19"/>
                      <a:pt x="33" y="19"/>
                    </a:cubicBezTo>
                    <a:cubicBezTo>
                      <a:pt x="31" y="18"/>
                      <a:pt x="33" y="18"/>
                      <a:pt x="34" y="17"/>
                    </a:cubicBezTo>
                    <a:cubicBezTo>
                      <a:pt x="33" y="17"/>
                      <a:pt x="34" y="17"/>
                      <a:pt x="32" y="17"/>
                    </a:cubicBezTo>
                    <a:cubicBezTo>
                      <a:pt x="30" y="17"/>
                      <a:pt x="35" y="17"/>
                      <a:pt x="34" y="16"/>
                    </a:cubicBezTo>
                    <a:cubicBezTo>
                      <a:pt x="34" y="16"/>
                      <a:pt x="33" y="17"/>
                      <a:pt x="33" y="16"/>
                    </a:cubicBezTo>
                    <a:cubicBezTo>
                      <a:pt x="31" y="16"/>
                      <a:pt x="34" y="17"/>
                      <a:pt x="36" y="15"/>
                    </a:cubicBezTo>
                    <a:cubicBezTo>
                      <a:pt x="35" y="13"/>
                      <a:pt x="32" y="12"/>
                      <a:pt x="33" y="10"/>
                    </a:cubicBezTo>
                    <a:cubicBezTo>
                      <a:pt x="33" y="11"/>
                      <a:pt x="32" y="11"/>
                      <a:pt x="32" y="11"/>
                    </a:cubicBezTo>
                    <a:cubicBezTo>
                      <a:pt x="35" y="9"/>
                      <a:pt x="31" y="11"/>
                      <a:pt x="32" y="10"/>
                    </a:cubicBezTo>
                    <a:cubicBezTo>
                      <a:pt x="33" y="10"/>
                      <a:pt x="33" y="10"/>
                      <a:pt x="33" y="10"/>
                    </a:cubicBezTo>
                    <a:cubicBezTo>
                      <a:pt x="34" y="9"/>
                      <a:pt x="32" y="9"/>
                      <a:pt x="32" y="7"/>
                    </a:cubicBezTo>
                    <a:cubicBezTo>
                      <a:pt x="30" y="7"/>
                      <a:pt x="32" y="5"/>
                      <a:pt x="30" y="5"/>
                    </a:cubicBezTo>
                    <a:cubicBezTo>
                      <a:pt x="31" y="5"/>
                      <a:pt x="30" y="4"/>
                      <a:pt x="30" y="4"/>
                    </a:cubicBezTo>
                    <a:cubicBezTo>
                      <a:pt x="27" y="6"/>
                      <a:pt x="29" y="1"/>
                      <a:pt x="27" y="3"/>
                    </a:cubicBezTo>
                    <a:cubicBezTo>
                      <a:pt x="27" y="2"/>
                      <a:pt x="27" y="2"/>
                      <a:pt x="27" y="2"/>
                    </a:cubicBezTo>
                    <a:cubicBezTo>
                      <a:pt x="25" y="1"/>
                      <a:pt x="21" y="0"/>
                      <a:pt x="18" y="3"/>
                    </a:cubicBezTo>
                    <a:cubicBezTo>
                      <a:pt x="16" y="3"/>
                      <a:pt x="12" y="1"/>
                      <a:pt x="13" y="3"/>
                    </a:cubicBezTo>
                    <a:cubicBezTo>
                      <a:pt x="13" y="5"/>
                      <a:pt x="13" y="5"/>
                      <a:pt x="13" y="5"/>
                    </a:cubicBezTo>
                    <a:cubicBezTo>
                      <a:pt x="13" y="5"/>
                      <a:pt x="13" y="4"/>
                      <a:pt x="12" y="3"/>
                    </a:cubicBezTo>
                    <a:cubicBezTo>
                      <a:pt x="13" y="5"/>
                      <a:pt x="11" y="4"/>
                      <a:pt x="11" y="4"/>
                    </a:cubicBezTo>
                    <a:cubicBezTo>
                      <a:pt x="11" y="5"/>
                      <a:pt x="11" y="5"/>
                      <a:pt x="11" y="6"/>
                    </a:cubicBezTo>
                    <a:cubicBezTo>
                      <a:pt x="9" y="4"/>
                      <a:pt x="11" y="8"/>
                      <a:pt x="9" y="7"/>
                    </a:cubicBezTo>
                    <a:cubicBezTo>
                      <a:pt x="12" y="9"/>
                      <a:pt x="10" y="8"/>
                      <a:pt x="10" y="9"/>
                    </a:cubicBezTo>
                    <a:cubicBezTo>
                      <a:pt x="10" y="9"/>
                      <a:pt x="10" y="9"/>
                      <a:pt x="9" y="8"/>
                    </a:cubicBezTo>
                    <a:cubicBezTo>
                      <a:pt x="9" y="9"/>
                      <a:pt x="9" y="9"/>
                      <a:pt x="8" y="9"/>
                    </a:cubicBezTo>
                    <a:cubicBezTo>
                      <a:pt x="8" y="9"/>
                      <a:pt x="10" y="10"/>
                      <a:pt x="9" y="10"/>
                    </a:cubicBezTo>
                    <a:cubicBezTo>
                      <a:pt x="7" y="9"/>
                      <a:pt x="9" y="11"/>
                      <a:pt x="8" y="10"/>
                    </a:cubicBezTo>
                    <a:cubicBezTo>
                      <a:pt x="10" y="11"/>
                      <a:pt x="11" y="13"/>
                      <a:pt x="10" y="12"/>
                    </a:cubicBezTo>
                    <a:cubicBezTo>
                      <a:pt x="8" y="11"/>
                      <a:pt x="8" y="11"/>
                      <a:pt x="8" y="11"/>
                    </a:cubicBezTo>
                    <a:cubicBezTo>
                      <a:pt x="9" y="12"/>
                      <a:pt x="5" y="12"/>
                      <a:pt x="8" y="14"/>
                    </a:cubicBezTo>
                    <a:cubicBezTo>
                      <a:pt x="6" y="13"/>
                      <a:pt x="6" y="13"/>
                      <a:pt x="6" y="13"/>
                    </a:cubicBezTo>
                    <a:cubicBezTo>
                      <a:pt x="8" y="15"/>
                      <a:pt x="6" y="15"/>
                      <a:pt x="8" y="17"/>
                    </a:cubicBezTo>
                    <a:cubicBezTo>
                      <a:pt x="8" y="17"/>
                      <a:pt x="7" y="17"/>
                      <a:pt x="7" y="17"/>
                    </a:cubicBezTo>
                    <a:cubicBezTo>
                      <a:pt x="6" y="17"/>
                      <a:pt x="5" y="16"/>
                      <a:pt x="5" y="16"/>
                    </a:cubicBezTo>
                    <a:close/>
                    <a:moveTo>
                      <a:pt x="16" y="26"/>
                    </a:moveTo>
                    <a:cubicBezTo>
                      <a:pt x="16" y="26"/>
                      <a:pt x="16" y="26"/>
                      <a:pt x="16" y="26"/>
                    </a:cubicBezTo>
                    <a:cubicBezTo>
                      <a:pt x="16" y="27"/>
                      <a:pt x="16" y="27"/>
                      <a:pt x="16" y="26"/>
                    </a:cubicBezTo>
                    <a:close/>
                    <a:moveTo>
                      <a:pt x="17" y="24"/>
                    </a:moveTo>
                    <a:cubicBezTo>
                      <a:pt x="17" y="25"/>
                      <a:pt x="16" y="25"/>
                      <a:pt x="17" y="27"/>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7" y="24"/>
                    </a:cubicBezTo>
                    <a:cubicBezTo>
                      <a:pt x="17" y="25"/>
                      <a:pt x="17" y="25"/>
                      <a:pt x="17" y="24"/>
                    </a:cubicBezTo>
                    <a:close/>
                    <a:moveTo>
                      <a:pt x="16" y="25"/>
                    </a:move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6" y="24"/>
                    </a:cubicBezTo>
                    <a:cubicBezTo>
                      <a:pt x="16" y="25"/>
                      <a:pt x="17" y="23"/>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6" y="25"/>
                      <a:pt x="17" y="24"/>
                      <a:pt x="16" y="24"/>
                    </a:cubicBezTo>
                    <a:cubicBezTo>
                      <a:pt x="17" y="24"/>
                      <a:pt x="17" y="24"/>
                      <a:pt x="17" y="24"/>
                    </a:cubicBezTo>
                    <a:cubicBezTo>
                      <a:pt x="17" y="24"/>
                      <a:pt x="17" y="24"/>
                      <a:pt x="17" y="24"/>
                    </a:cubicBezTo>
                    <a:cubicBezTo>
                      <a:pt x="17" y="24"/>
                      <a:pt x="16" y="24"/>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lose/>
                    <a:moveTo>
                      <a:pt x="17" y="24"/>
                    </a:move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8" y="23"/>
                      <a:pt x="18" y="23"/>
                      <a:pt x="18" y="23"/>
                    </a:cubicBezTo>
                    <a:cubicBezTo>
                      <a:pt x="18"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ubicBezTo>
                      <a:pt x="18" y="25"/>
                      <a:pt x="17" y="24"/>
                      <a:pt x="17" y="24"/>
                    </a:cubicBezTo>
                    <a:close/>
                    <a:moveTo>
                      <a:pt x="18" y="24"/>
                    </a:moveTo>
                    <a:cubicBezTo>
                      <a:pt x="18" y="24"/>
                      <a:pt x="18" y="24"/>
                      <a:pt x="18" y="24"/>
                    </a:cubicBezTo>
                    <a:cubicBezTo>
                      <a:pt x="18" y="24"/>
                      <a:pt x="18" y="24"/>
                      <a:pt x="18" y="24"/>
                    </a:cubicBezTo>
                    <a:cubicBezTo>
                      <a:pt x="18" y="24"/>
                      <a:pt x="18" y="24"/>
                      <a:pt x="18" y="24"/>
                    </a:cubicBezTo>
                    <a:close/>
                    <a:moveTo>
                      <a:pt x="20" y="23"/>
                    </a:moveTo>
                    <a:cubicBezTo>
                      <a:pt x="20" y="23"/>
                      <a:pt x="20" y="23"/>
                      <a:pt x="20" y="23"/>
                    </a:cubicBezTo>
                    <a:cubicBezTo>
                      <a:pt x="20" y="23"/>
                      <a:pt x="19" y="23"/>
                      <a:pt x="19" y="23"/>
                    </a:cubicBezTo>
                    <a:cubicBezTo>
                      <a:pt x="19" y="23"/>
                      <a:pt x="18" y="23"/>
                      <a:pt x="18" y="24"/>
                    </a:cubicBezTo>
                    <a:cubicBezTo>
                      <a:pt x="18" y="24"/>
                      <a:pt x="18" y="24"/>
                      <a:pt x="18" y="24"/>
                    </a:cubicBezTo>
                    <a:cubicBezTo>
                      <a:pt x="19" y="23"/>
                      <a:pt x="19" y="23"/>
                      <a:pt x="18" y="24"/>
                    </a:cubicBezTo>
                    <a:cubicBezTo>
                      <a:pt x="19" y="23"/>
                      <a:pt x="19" y="23"/>
                      <a:pt x="19" y="23"/>
                    </a:cubicBezTo>
                    <a:cubicBezTo>
                      <a:pt x="19" y="23"/>
                      <a:pt x="19" y="23"/>
                      <a:pt x="19" y="24"/>
                    </a:cubicBezTo>
                    <a:cubicBezTo>
                      <a:pt x="19" y="24"/>
                      <a:pt x="19" y="24"/>
                      <a:pt x="19" y="24"/>
                    </a:cubicBezTo>
                    <a:cubicBezTo>
                      <a:pt x="19" y="24"/>
                      <a:pt x="19" y="24"/>
                      <a:pt x="19" y="24"/>
                    </a:cubicBezTo>
                    <a:cubicBezTo>
                      <a:pt x="19" y="24"/>
                      <a:pt x="19" y="24"/>
                      <a:pt x="19" y="24"/>
                    </a:cubicBezTo>
                    <a:cubicBezTo>
                      <a:pt x="19" y="24"/>
                      <a:pt x="18" y="25"/>
                      <a:pt x="19" y="26"/>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3"/>
                      <a:pt x="17" y="23"/>
                    </a:cubicBezTo>
                    <a:cubicBezTo>
                      <a:pt x="17" y="23"/>
                      <a:pt x="18" y="23"/>
                      <a:pt x="18" y="23"/>
                    </a:cubicBezTo>
                    <a:cubicBezTo>
                      <a:pt x="18" y="23"/>
                      <a:pt x="18" y="23"/>
                      <a:pt x="18" y="24"/>
                    </a:cubicBezTo>
                    <a:cubicBezTo>
                      <a:pt x="18" y="24"/>
                      <a:pt x="18" y="24"/>
                      <a:pt x="18" y="24"/>
                    </a:cubicBezTo>
                    <a:cubicBezTo>
                      <a:pt x="18" y="23"/>
                      <a:pt x="18" y="23"/>
                      <a:pt x="18" y="23"/>
                    </a:cubicBezTo>
                    <a:cubicBezTo>
                      <a:pt x="18" y="23"/>
                      <a:pt x="18" y="23"/>
                      <a:pt x="18" y="23"/>
                    </a:cubicBezTo>
                    <a:cubicBezTo>
                      <a:pt x="18" y="22"/>
                      <a:pt x="17" y="22"/>
                      <a:pt x="17" y="22"/>
                    </a:cubicBezTo>
                    <a:cubicBezTo>
                      <a:pt x="18" y="22"/>
                      <a:pt x="18" y="23"/>
                      <a:pt x="18" y="23"/>
                    </a:cubicBezTo>
                    <a:cubicBezTo>
                      <a:pt x="19" y="22"/>
                      <a:pt x="19" y="22"/>
                      <a:pt x="19" y="22"/>
                    </a:cubicBezTo>
                    <a:cubicBezTo>
                      <a:pt x="19" y="22"/>
                      <a:pt x="19" y="23"/>
                      <a:pt x="19" y="23"/>
                    </a:cubicBezTo>
                    <a:cubicBezTo>
                      <a:pt x="19"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1"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4"/>
                    </a:moveTo>
                    <a:cubicBezTo>
                      <a:pt x="21" y="24"/>
                      <a:pt x="21" y="24"/>
                      <a:pt x="21" y="24"/>
                    </a:cubicBezTo>
                    <a:cubicBezTo>
                      <a:pt x="20" y="24"/>
                      <a:pt x="20" y="24"/>
                      <a:pt x="20" y="24"/>
                    </a:cubicBezTo>
                    <a:cubicBezTo>
                      <a:pt x="20"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lose/>
                    <a:moveTo>
                      <a:pt x="20" y="24"/>
                    </a:moveTo>
                    <a:cubicBezTo>
                      <a:pt x="20" y="24"/>
                      <a:pt x="20" y="24"/>
                      <a:pt x="20" y="24"/>
                    </a:cubicBezTo>
                    <a:cubicBezTo>
                      <a:pt x="20" y="24"/>
                      <a:pt x="20" y="24"/>
                      <a:pt x="20" y="24"/>
                    </a:cubicBezTo>
                    <a:cubicBezTo>
                      <a:pt x="20" y="24"/>
                      <a:pt x="20" y="24"/>
                      <a:pt x="20" y="24"/>
                    </a:cubicBezTo>
                    <a:cubicBezTo>
                      <a:pt x="20" y="24"/>
                      <a:pt x="20" y="24"/>
                      <a:pt x="20" y="24"/>
                    </a:cubicBezTo>
                    <a:close/>
                    <a:moveTo>
                      <a:pt x="20" y="24"/>
                    </a:moveTo>
                    <a:cubicBezTo>
                      <a:pt x="20" y="24"/>
                      <a:pt x="20" y="24"/>
                      <a:pt x="20" y="24"/>
                    </a:cubicBezTo>
                    <a:cubicBezTo>
                      <a:pt x="21" y="24"/>
                      <a:pt x="21" y="24"/>
                      <a:pt x="21" y="25"/>
                    </a:cubicBezTo>
                    <a:lnTo>
                      <a:pt x="20" y="24"/>
                    </a:ln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2" y="25"/>
                    </a:cubicBezTo>
                    <a:lnTo>
                      <a:pt x="21" y="24"/>
                    </a:lnTo>
                    <a:close/>
                    <a:moveTo>
                      <a:pt x="22" y="23"/>
                    </a:moveTo>
                    <a:cubicBezTo>
                      <a:pt x="21" y="23"/>
                      <a:pt x="21" y="23"/>
                      <a:pt x="21" y="23"/>
                    </a:cubicBezTo>
                    <a:cubicBezTo>
                      <a:pt x="22" y="23"/>
                      <a:pt x="22" y="23"/>
                      <a:pt x="22" y="23"/>
                    </a:cubicBezTo>
                    <a:cubicBezTo>
                      <a:pt x="22" y="23"/>
                      <a:pt x="22" y="23"/>
                      <a:pt x="22" y="23"/>
                    </a:cubicBezTo>
                    <a:cubicBezTo>
                      <a:pt x="22" y="23"/>
                      <a:pt x="22" y="23"/>
                      <a:pt x="22" y="23"/>
                    </a:cubicBezTo>
                    <a:close/>
                    <a:moveTo>
                      <a:pt x="22" y="23"/>
                    </a:moveTo>
                    <a:cubicBezTo>
                      <a:pt x="22" y="23"/>
                      <a:pt x="22" y="23"/>
                      <a:pt x="22" y="23"/>
                    </a:cubicBezTo>
                    <a:cubicBezTo>
                      <a:pt x="22" y="24"/>
                      <a:pt x="22" y="24"/>
                      <a:pt x="22" y="24"/>
                    </a:cubicBezTo>
                    <a:cubicBezTo>
                      <a:pt x="22" y="24"/>
                      <a:pt x="22" y="24"/>
                      <a:pt x="22" y="24"/>
                    </a:cubicBezTo>
                    <a:cubicBezTo>
                      <a:pt x="22" y="24"/>
                      <a:pt x="22" y="24"/>
                      <a:pt x="22" y="24"/>
                    </a:cubicBezTo>
                    <a:lnTo>
                      <a:pt x="22" y="23"/>
                    </a:lnTo>
                    <a:close/>
                    <a:moveTo>
                      <a:pt x="22" y="23"/>
                    </a:moveTo>
                    <a:cubicBezTo>
                      <a:pt x="22" y="23"/>
                      <a:pt x="22" y="23"/>
                      <a:pt x="22" y="23"/>
                    </a:cubicBezTo>
                    <a:cubicBezTo>
                      <a:pt x="22" y="23"/>
                      <a:pt x="22" y="23"/>
                      <a:pt x="22" y="23"/>
                    </a:cubicBezTo>
                    <a:cubicBezTo>
                      <a:pt x="22" y="23"/>
                      <a:pt x="22" y="23"/>
                      <a:pt x="22" y="23"/>
                    </a:cubicBezTo>
                    <a:close/>
                    <a:moveTo>
                      <a:pt x="22" y="24"/>
                    </a:moveTo>
                    <a:cubicBezTo>
                      <a:pt x="22" y="24"/>
                      <a:pt x="22" y="24"/>
                      <a:pt x="22" y="24"/>
                    </a:cubicBezTo>
                    <a:cubicBezTo>
                      <a:pt x="22" y="24"/>
                      <a:pt x="22" y="24"/>
                      <a:pt x="22" y="24"/>
                    </a:cubicBez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ubicBezTo>
                      <a:pt x="22" y="24"/>
                      <a:pt x="23" y="24"/>
                      <a:pt x="22" y="24"/>
                    </a:cubicBezTo>
                    <a:close/>
                    <a:moveTo>
                      <a:pt x="22" y="22"/>
                    </a:moveTo>
                    <a:cubicBezTo>
                      <a:pt x="22" y="22"/>
                      <a:pt x="22" y="22"/>
                      <a:pt x="22" y="22"/>
                    </a:cubicBezTo>
                    <a:cubicBezTo>
                      <a:pt x="23"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3" y="22"/>
                      <a:pt x="23" y="22"/>
                    </a:cubicBezTo>
                    <a:cubicBezTo>
                      <a:pt x="23" y="22"/>
                      <a:pt x="23" y="22"/>
                      <a:pt x="22" y="22"/>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20"/>
                      <a:pt x="22" y="20"/>
                      <a:pt x="22" y="20"/>
                    </a:cubicBezTo>
                    <a:cubicBezTo>
                      <a:pt x="22" y="20"/>
                      <a:pt x="22" y="20"/>
                      <a:pt x="22" y="20"/>
                    </a:cubicBezTo>
                    <a:cubicBezTo>
                      <a:pt x="22" y="19"/>
                      <a:pt x="22" y="19"/>
                      <a:pt x="22" y="19"/>
                    </a:cubicBezTo>
                    <a:cubicBezTo>
                      <a:pt x="22" y="19"/>
                      <a:pt x="22" y="19"/>
                      <a:pt x="22" y="19"/>
                    </a:cubicBezTo>
                    <a:close/>
                    <a:moveTo>
                      <a:pt x="22" y="19"/>
                    </a:moveTo>
                    <a:cubicBezTo>
                      <a:pt x="23" y="20"/>
                      <a:pt x="23" y="20"/>
                      <a:pt x="23" y="20"/>
                    </a:cubicBezTo>
                    <a:cubicBezTo>
                      <a:pt x="23" y="20"/>
                      <a:pt x="22" y="20"/>
                      <a:pt x="22" y="20"/>
                    </a:cubicBezTo>
                    <a:cubicBezTo>
                      <a:pt x="22" y="20"/>
                      <a:pt x="22" y="19"/>
                      <a:pt x="22" y="19"/>
                    </a:cubicBezTo>
                    <a:close/>
                    <a:moveTo>
                      <a:pt x="22" y="19"/>
                    </a:moveTo>
                    <a:cubicBezTo>
                      <a:pt x="22" y="19"/>
                      <a:pt x="22" y="19"/>
                      <a:pt x="22" y="19"/>
                    </a:cubicBezTo>
                    <a:cubicBezTo>
                      <a:pt x="22" y="19"/>
                      <a:pt x="22" y="19"/>
                      <a:pt x="22" y="19"/>
                    </a:cubicBezTo>
                    <a:cubicBezTo>
                      <a:pt x="23" y="20"/>
                      <a:pt x="23" y="20"/>
                      <a:pt x="23" y="20"/>
                    </a:cubicBezTo>
                    <a:cubicBezTo>
                      <a:pt x="23" y="20"/>
                      <a:pt x="23" y="20"/>
                      <a:pt x="23" y="20"/>
                    </a:cubicBezTo>
                    <a:cubicBezTo>
                      <a:pt x="23" y="20"/>
                      <a:pt x="23" y="20"/>
                      <a:pt x="22" y="19"/>
                    </a:cubicBezTo>
                    <a:close/>
                    <a:moveTo>
                      <a:pt x="22" y="20"/>
                    </a:moveTo>
                    <a:cubicBezTo>
                      <a:pt x="22" y="20"/>
                      <a:pt x="22" y="20"/>
                      <a:pt x="22" y="20"/>
                    </a:cubicBezTo>
                    <a:cubicBezTo>
                      <a:pt x="22" y="20"/>
                      <a:pt x="22" y="20"/>
                      <a:pt x="22" y="20"/>
                    </a:cubicBezTo>
                    <a:cubicBezTo>
                      <a:pt x="22" y="20"/>
                      <a:pt x="22" y="20"/>
                      <a:pt x="22" y="20"/>
                    </a:cubicBezTo>
                    <a:close/>
                    <a:moveTo>
                      <a:pt x="23" y="23"/>
                    </a:moveTo>
                    <a:cubicBezTo>
                      <a:pt x="23" y="23"/>
                      <a:pt x="23" y="22"/>
                      <a:pt x="22" y="22"/>
                    </a:cubicBezTo>
                    <a:cubicBezTo>
                      <a:pt x="22" y="22"/>
                      <a:pt x="23" y="22"/>
                      <a:pt x="23" y="22"/>
                    </a:cubicBezTo>
                    <a:cubicBezTo>
                      <a:pt x="23" y="22"/>
                      <a:pt x="23" y="22"/>
                      <a:pt x="23" y="23"/>
                    </a:cubicBezTo>
                    <a:cubicBezTo>
                      <a:pt x="23" y="23"/>
                      <a:pt x="23" y="23"/>
                      <a:pt x="23" y="23"/>
                    </a:cubicBezTo>
                    <a:close/>
                    <a:moveTo>
                      <a:pt x="23" y="22"/>
                    </a:moveTo>
                    <a:cubicBezTo>
                      <a:pt x="23" y="22"/>
                      <a:pt x="23" y="22"/>
                      <a:pt x="23" y="22"/>
                    </a:cubicBezTo>
                    <a:cubicBezTo>
                      <a:pt x="23" y="22"/>
                      <a:pt x="23" y="22"/>
                      <a:pt x="23" y="23"/>
                    </a:cubicBezTo>
                    <a:cubicBezTo>
                      <a:pt x="23" y="23"/>
                      <a:pt x="23" y="23"/>
                      <a:pt x="23" y="23"/>
                    </a:cubicBezTo>
                    <a:cubicBezTo>
                      <a:pt x="23" y="23"/>
                      <a:pt x="23" y="22"/>
                      <a:pt x="23" y="22"/>
                    </a:cubicBezTo>
                    <a:close/>
                    <a:moveTo>
                      <a:pt x="27" y="24"/>
                    </a:moveTo>
                    <a:cubicBezTo>
                      <a:pt x="26" y="24"/>
                      <a:pt x="27" y="24"/>
                      <a:pt x="27" y="24"/>
                    </a:cubicBezTo>
                    <a:cubicBezTo>
                      <a:pt x="27" y="24"/>
                      <a:pt x="27" y="24"/>
                      <a:pt x="27" y="24"/>
                    </a:cubicBezTo>
                    <a:close/>
                    <a:moveTo>
                      <a:pt x="27" y="24"/>
                    </a:moveTo>
                    <a:cubicBezTo>
                      <a:pt x="27" y="24"/>
                      <a:pt x="27" y="24"/>
                      <a:pt x="27" y="24"/>
                    </a:cubicBezTo>
                    <a:cubicBezTo>
                      <a:pt x="27" y="24"/>
                      <a:pt x="27" y="24"/>
                      <a:pt x="27" y="24"/>
                    </a:cubicBezTo>
                    <a:cubicBezTo>
                      <a:pt x="27" y="24"/>
                      <a:pt x="27" y="24"/>
                      <a:pt x="27" y="24"/>
                    </a:cubicBezTo>
                    <a:cubicBezTo>
                      <a:pt x="27" y="24"/>
                      <a:pt x="27" y="24"/>
                      <a:pt x="27" y="24"/>
                    </a:cubicBezTo>
                    <a:close/>
                    <a:moveTo>
                      <a:pt x="27" y="24"/>
                    </a:moveTo>
                    <a:cubicBezTo>
                      <a:pt x="27" y="24"/>
                      <a:pt x="27" y="24"/>
                      <a:pt x="27" y="24"/>
                    </a:cubicBezTo>
                    <a:cubicBezTo>
                      <a:pt x="27"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4"/>
                    </a:moveTo>
                    <a:cubicBezTo>
                      <a:pt x="26" y="24"/>
                      <a:pt x="26" y="24"/>
                      <a:pt x="25" y="24"/>
                    </a:cubicBezTo>
                    <a:cubicBezTo>
                      <a:pt x="26" y="24"/>
                      <a:pt x="25" y="24"/>
                      <a:pt x="26" y="24"/>
                    </a:cubicBezTo>
                    <a:cubicBezTo>
                      <a:pt x="26" y="24"/>
                      <a:pt x="26" y="24"/>
                      <a:pt x="26" y="24"/>
                    </a:cubicBezTo>
                    <a:cubicBezTo>
                      <a:pt x="26" y="24"/>
                      <a:pt x="26" y="24"/>
                      <a:pt x="26" y="24"/>
                    </a:cubicBezTo>
                    <a:close/>
                    <a:moveTo>
                      <a:pt x="26" y="24"/>
                    </a:move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6" y="24"/>
                    </a:cubicBezTo>
                    <a:close/>
                    <a:moveTo>
                      <a:pt x="25" y="24"/>
                    </a:moveTo>
                    <a:cubicBezTo>
                      <a:pt x="25" y="24"/>
                      <a:pt x="25" y="24"/>
                      <a:pt x="25" y="24"/>
                    </a:cubicBezTo>
                    <a:cubicBezTo>
                      <a:pt x="25" y="24"/>
                      <a:pt x="25" y="24"/>
                      <a:pt x="26"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6" y="24"/>
                    </a:cubicBezTo>
                    <a:cubicBezTo>
                      <a:pt x="26" y="24"/>
                      <a:pt x="26" y="24"/>
                      <a:pt x="26" y="24"/>
                    </a:cubicBezTo>
                    <a:cubicBezTo>
                      <a:pt x="26" y="24"/>
                      <a:pt x="25" y="24"/>
                      <a:pt x="25"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3"/>
                    </a:moveTo>
                    <a:cubicBezTo>
                      <a:pt x="26" y="23"/>
                      <a:pt x="26" y="23"/>
                      <a:pt x="26" y="23"/>
                    </a:cubicBezTo>
                    <a:cubicBezTo>
                      <a:pt x="26" y="23"/>
                      <a:pt x="26" y="23"/>
                      <a:pt x="26" y="23"/>
                    </a:cubicBezTo>
                    <a:cubicBezTo>
                      <a:pt x="26" y="23"/>
                      <a:pt x="26" y="23"/>
                      <a:pt x="26" y="23"/>
                    </a:cubicBezTo>
                    <a:close/>
                    <a:moveTo>
                      <a:pt x="26" y="23"/>
                    </a:moveTo>
                    <a:cubicBezTo>
                      <a:pt x="25" y="23"/>
                      <a:pt x="25" y="23"/>
                      <a:pt x="25" y="23"/>
                    </a:cubicBezTo>
                    <a:cubicBezTo>
                      <a:pt x="25" y="23"/>
                      <a:pt x="26"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lose/>
                    <a:moveTo>
                      <a:pt x="25" y="23"/>
                    </a:moveTo>
                    <a:cubicBezTo>
                      <a:pt x="25" y="23"/>
                      <a:pt x="25" y="23"/>
                      <a:pt x="25" y="23"/>
                    </a:cubicBezTo>
                    <a:cubicBezTo>
                      <a:pt x="25" y="23"/>
                      <a:pt x="25" y="23"/>
                      <a:pt x="25" y="23"/>
                    </a:cubicBezTo>
                    <a:cubicBezTo>
                      <a:pt x="25" y="23"/>
                      <a:pt x="25" y="23"/>
                      <a:pt x="26" y="23"/>
                    </a:cubicBezTo>
                    <a:cubicBezTo>
                      <a:pt x="25" y="23"/>
                      <a:pt x="25" y="23"/>
                      <a:pt x="25" y="23"/>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4" y="24"/>
                    </a:moveTo>
                    <a:cubicBezTo>
                      <a:pt x="24" y="24"/>
                      <a:pt x="24" y="24"/>
                      <a:pt x="24" y="24"/>
                    </a:cubicBezTo>
                    <a:cubicBezTo>
                      <a:pt x="24" y="24"/>
                      <a:pt x="24" y="24"/>
                      <a:pt x="24" y="24"/>
                    </a:cubicBezTo>
                    <a:cubicBezTo>
                      <a:pt x="24" y="24"/>
                      <a:pt x="25" y="24"/>
                      <a:pt x="25"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3" y="22"/>
                      <a:pt x="23" y="22"/>
                      <a:pt x="23" y="22"/>
                    </a:cubicBezTo>
                    <a:lnTo>
                      <a:pt x="24" y="22"/>
                    </a:lnTo>
                    <a:close/>
                    <a:moveTo>
                      <a:pt x="24" y="22"/>
                    </a:moveTo>
                    <a:cubicBezTo>
                      <a:pt x="24" y="22"/>
                      <a:pt x="24" y="22"/>
                      <a:pt x="24" y="22"/>
                    </a:cubicBezTo>
                    <a:cubicBezTo>
                      <a:pt x="23" y="22"/>
                      <a:pt x="23" y="22"/>
                      <a:pt x="23" y="22"/>
                    </a:cubicBezTo>
                    <a:cubicBezTo>
                      <a:pt x="23" y="22"/>
                      <a:pt x="23" y="22"/>
                      <a:pt x="23" y="22"/>
                    </a:cubicBezTo>
                    <a:cubicBezTo>
                      <a:pt x="23" y="22"/>
                      <a:pt x="23" y="22"/>
                      <a:pt x="23" y="22"/>
                    </a:cubicBezTo>
                    <a:cubicBezTo>
                      <a:pt x="23" y="22"/>
                      <a:pt x="24" y="22"/>
                      <a:pt x="24" y="22"/>
                    </a:cubicBezTo>
                    <a:close/>
                    <a:moveTo>
                      <a:pt x="24" y="24"/>
                    </a:moveTo>
                    <a:cubicBezTo>
                      <a:pt x="24" y="24"/>
                      <a:pt x="24" y="24"/>
                      <a:pt x="24" y="24"/>
                    </a:cubicBezTo>
                    <a:cubicBezTo>
                      <a:pt x="24" y="24"/>
                      <a:pt x="24" y="24"/>
                      <a:pt x="24" y="24"/>
                    </a:cubicBezTo>
                    <a:cubicBezTo>
                      <a:pt x="24" y="24"/>
                      <a:pt x="24" y="24"/>
                      <a:pt x="24" y="24"/>
                    </a:cubicBezTo>
                    <a:close/>
                    <a:moveTo>
                      <a:pt x="23" y="22"/>
                    </a:moveTo>
                    <a:cubicBezTo>
                      <a:pt x="23" y="22"/>
                      <a:pt x="23" y="23"/>
                      <a:pt x="23" y="23"/>
                    </a:cubicBezTo>
                    <a:cubicBezTo>
                      <a:pt x="23" y="22"/>
                      <a:pt x="23" y="22"/>
                      <a:pt x="23" y="22"/>
                    </a:cubicBezTo>
                    <a:cubicBezTo>
                      <a:pt x="23" y="22"/>
                      <a:pt x="23" y="22"/>
                      <a:pt x="23" y="22"/>
                    </a:cubicBezTo>
                    <a:cubicBezTo>
                      <a:pt x="23" y="22"/>
                      <a:pt x="23" y="22"/>
                      <a:pt x="23" y="22"/>
                    </a:cubicBezTo>
                    <a:close/>
                    <a:moveTo>
                      <a:pt x="24" y="24"/>
                    </a:moveTo>
                    <a:cubicBezTo>
                      <a:pt x="24" y="24"/>
                      <a:pt x="24" y="24"/>
                      <a:pt x="24" y="24"/>
                    </a:cubicBezTo>
                    <a:cubicBezTo>
                      <a:pt x="24" y="24"/>
                      <a:pt x="24" y="24"/>
                      <a:pt x="24" y="24"/>
                    </a:cubicBezTo>
                    <a:cubicBezTo>
                      <a:pt x="24" y="24"/>
                      <a:pt x="24" y="24"/>
                      <a:pt x="24" y="24"/>
                    </a:cubicBezTo>
                    <a:close/>
                    <a:moveTo>
                      <a:pt x="23" y="24"/>
                    </a:move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3" y="24"/>
                    </a:cubicBezTo>
                    <a:cubicBezTo>
                      <a:pt x="24" y="24"/>
                      <a:pt x="24" y="24"/>
                      <a:pt x="24" y="24"/>
                    </a:cubicBezTo>
                    <a:cubicBezTo>
                      <a:pt x="24" y="24"/>
                      <a:pt x="24" y="24"/>
                      <a:pt x="23"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5" y="24"/>
                    </a:cubicBezTo>
                    <a:cubicBezTo>
                      <a:pt x="25" y="24"/>
                      <a:pt x="25" y="24"/>
                      <a:pt x="25" y="24"/>
                    </a:cubicBezTo>
                    <a:cubicBezTo>
                      <a:pt x="24" y="24"/>
                      <a:pt x="24" y="24"/>
                      <a:pt x="24" y="24"/>
                    </a:cubicBezTo>
                    <a:cubicBezTo>
                      <a:pt x="24" y="24"/>
                      <a:pt x="24" y="24"/>
                      <a:pt x="24" y="24"/>
                    </a:cubicBezTo>
                    <a:close/>
                    <a:moveTo>
                      <a:pt x="24" y="24"/>
                    </a:moveTo>
                    <a:cubicBezTo>
                      <a:pt x="25" y="24"/>
                      <a:pt x="25" y="24"/>
                      <a:pt x="26" y="24"/>
                    </a:cubicBezTo>
                    <a:cubicBezTo>
                      <a:pt x="26" y="25"/>
                      <a:pt x="26" y="25"/>
                      <a:pt x="26" y="25"/>
                    </a:cubicBezTo>
                    <a:cubicBezTo>
                      <a:pt x="26" y="24"/>
                      <a:pt x="26" y="24"/>
                      <a:pt x="26" y="24"/>
                    </a:cubicBezTo>
                    <a:cubicBezTo>
                      <a:pt x="26" y="24"/>
                      <a:pt x="25" y="24"/>
                      <a:pt x="25" y="24"/>
                    </a:cubicBezTo>
                    <a:cubicBezTo>
                      <a:pt x="25" y="24"/>
                      <a:pt x="25" y="24"/>
                      <a:pt x="25" y="24"/>
                    </a:cubicBezTo>
                    <a:cubicBezTo>
                      <a:pt x="25" y="24"/>
                      <a:pt x="25" y="24"/>
                      <a:pt x="25" y="24"/>
                    </a:cubicBezTo>
                    <a:cubicBezTo>
                      <a:pt x="25" y="24"/>
                      <a:pt x="26" y="24"/>
                      <a:pt x="26" y="24"/>
                    </a:cubicBezTo>
                    <a:cubicBezTo>
                      <a:pt x="26" y="24"/>
                      <a:pt x="26" y="24"/>
                      <a:pt x="26" y="24"/>
                    </a:cubicBezTo>
                    <a:cubicBezTo>
                      <a:pt x="26" y="25"/>
                      <a:pt x="27" y="25"/>
                      <a:pt x="27" y="25"/>
                    </a:cubicBezTo>
                    <a:cubicBezTo>
                      <a:pt x="26" y="24"/>
                      <a:pt x="25" y="24"/>
                      <a:pt x="24" y="24"/>
                    </a:cubicBezTo>
                    <a:close/>
                    <a:moveTo>
                      <a:pt x="27" y="25"/>
                    </a:moveTo>
                    <a:cubicBezTo>
                      <a:pt x="27" y="25"/>
                      <a:pt x="27" y="25"/>
                      <a:pt x="27" y="25"/>
                    </a:cubicBezTo>
                    <a:cubicBezTo>
                      <a:pt x="27" y="25"/>
                      <a:pt x="27" y="25"/>
                      <a:pt x="27" y="25"/>
                    </a:cubicBezTo>
                    <a:cubicBezTo>
                      <a:pt x="27" y="25"/>
                      <a:pt x="27" y="25"/>
                      <a:pt x="27" y="25"/>
                    </a:cubicBezTo>
                    <a:close/>
                    <a:moveTo>
                      <a:pt x="27" y="24"/>
                    </a:moveTo>
                    <a:cubicBezTo>
                      <a:pt x="27" y="24"/>
                      <a:pt x="27" y="24"/>
                      <a:pt x="27" y="24"/>
                    </a:cubicBezTo>
                    <a:cubicBezTo>
                      <a:pt x="27" y="24"/>
                      <a:pt x="27" y="24"/>
                      <a:pt x="27" y="24"/>
                    </a:cubicBezTo>
                    <a:cubicBezTo>
                      <a:pt x="28" y="24"/>
                      <a:pt x="28" y="24"/>
                      <a:pt x="27" y="24"/>
                    </a:cubicBezTo>
                    <a:close/>
                    <a:moveTo>
                      <a:pt x="29" y="24"/>
                    </a:moveTo>
                    <a:cubicBezTo>
                      <a:pt x="29" y="24"/>
                      <a:pt x="26" y="24"/>
                      <a:pt x="27" y="24"/>
                    </a:cubicBezTo>
                    <a:cubicBezTo>
                      <a:pt x="28" y="24"/>
                      <a:pt x="28" y="24"/>
                      <a:pt x="28" y="24"/>
                    </a:cubicBezTo>
                    <a:cubicBezTo>
                      <a:pt x="27" y="24"/>
                      <a:pt x="27" y="24"/>
                      <a:pt x="27" y="24"/>
                    </a:cubicBezTo>
                    <a:cubicBezTo>
                      <a:pt x="27" y="24"/>
                      <a:pt x="27" y="24"/>
                      <a:pt x="27" y="24"/>
                    </a:cubicBezTo>
                    <a:cubicBezTo>
                      <a:pt x="27" y="24"/>
                      <a:pt x="27" y="24"/>
                      <a:pt x="26" y="24"/>
                    </a:cubicBezTo>
                    <a:lnTo>
                      <a:pt x="29" y="24"/>
                    </a:lnTo>
                    <a:close/>
                    <a:moveTo>
                      <a:pt x="27" y="24"/>
                    </a:moveTo>
                    <a:cubicBezTo>
                      <a:pt x="27" y="24"/>
                      <a:pt x="26" y="24"/>
                      <a:pt x="26" y="24"/>
                    </a:cubicBezTo>
                    <a:cubicBezTo>
                      <a:pt x="26"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lose/>
                    <a:moveTo>
                      <a:pt x="26" y="22"/>
                    </a:moveTo>
                    <a:cubicBezTo>
                      <a:pt x="26" y="22"/>
                      <a:pt x="25" y="22"/>
                      <a:pt x="25" y="22"/>
                    </a:cubicBezTo>
                    <a:cubicBezTo>
                      <a:pt x="25" y="22"/>
                      <a:pt x="25" y="22"/>
                      <a:pt x="25" y="22"/>
                    </a:cubicBezTo>
                    <a:cubicBezTo>
                      <a:pt x="25" y="22"/>
                      <a:pt x="26" y="22"/>
                      <a:pt x="26" y="22"/>
                    </a:cubicBezTo>
                    <a:close/>
                    <a:moveTo>
                      <a:pt x="25" y="22"/>
                    </a:move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3"/>
                    </a:cubicBezTo>
                    <a:cubicBezTo>
                      <a:pt x="25" y="23"/>
                      <a:pt x="25" y="23"/>
                      <a:pt x="25" y="23"/>
                    </a:cubicBezTo>
                    <a:cubicBezTo>
                      <a:pt x="25" y="23"/>
                      <a:pt x="25" y="22"/>
                      <a:pt x="25" y="22"/>
                    </a:cubicBezTo>
                    <a:cubicBezTo>
                      <a:pt x="25" y="22"/>
                      <a:pt x="24" y="22"/>
                      <a:pt x="24" y="22"/>
                    </a:cubicBezTo>
                    <a:cubicBezTo>
                      <a:pt x="24" y="22"/>
                      <a:pt x="24" y="22"/>
                      <a:pt x="24" y="22"/>
                    </a:cubicBezTo>
                    <a:cubicBezTo>
                      <a:pt x="24" y="22"/>
                      <a:pt x="24" y="22"/>
                      <a:pt x="25" y="22"/>
                    </a:cubicBezTo>
                    <a:cubicBezTo>
                      <a:pt x="24" y="22"/>
                      <a:pt x="24" y="21"/>
                      <a:pt x="23" y="21"/>
                    </a:cubicBezTo>
                    <a:cubicBezTo>
                      <a:pt x="23" y="21"/>
                      <a:pt x="23" y="21"/>
                      <a:pt x="23" y="21"/>
                    </a:cubicBezTo>
                    <a:cubicBezTo>
                      <a:pt x="23" y="21"/>
                      <a:pt x="23" y="21"/>
                      <a:pt x="23" y="21"/>
                    </a:cubicBezTo>
                    <a:cubicBezTo>
                      <a:pt x="23" y="21"/>
                      <a:pt x="23" y="21"/>
                      <a:pt x="23" y="21"/>
                    </a:cubicBezTo>
                    <a:cubicBezTo>
                      <a:pt x="23" y="21"/>
                      <a:pt x="22" y="21"/>
                      <a:pt x="22" y="20"/>
                    </a:cubicBezTo>
                    <a:cubicBezTo>
                      <a:pt x="22" y="20"/>
                      <a:pt x="22" y="20"/>
                      <a:pt x="22" y="20"/>
                    </a:cubicBezTo>
                    <a:cubicBezTo>
                      <a:pt x="23" y="21"/>
                      <a:pt x="23" y="21"/>
                      <a:pt x="23" y="21"/>
                    </a:cubicBezTo>
                    <a:cubicBezTo>
                      <a:pt x="23" y="21"/>
                      <a:pt x="23" y="21"/>
                      <a:pt x="24" y="21"/>
                    </a:cubicBezTo>
                    <a:cubicBezTo>
                      <a:pt x="24" y="22"/>
                      <a:pt x="24" y="22"/>
                      <a:pt x="25" y="22"/>
                    </a:cubicBezTo>
                    <a:cubicBezTo>
                      <a:pt x="25" y="22"/>
                      <a:pt x="25" y="22"/>
                      <a:pt x="25" y="22"/>
                    </a:cubicBezTo>
                    <a:close/>
                    <a:moveTo>
                      <a:pt x="23" y="21"/>
                    </a:moveTo>
                    <a:cubicBezTo>
                      <a:pt x="24" y="21"/>
                      <a:pt x="24" y="21"/>
                      <a:pt x="24" y="21"/>
                    </a:cubicBezTo>
                    <a:cubicBezTo>
                      <a:pt x="24" y="21"/>
                      <a:pt x="24" y="21"/>
                      <a:pt x="24" y="21"/>
                    </a:cubicBezTo>
                    <a:cubicBezTo>
                      <a:pt x="23" y="21"/>
                      <a:pt x="23" y="21"/>
                      <a:pt x="23"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5" y="21"/>
                    </a:cubicBezTo>
                    <a:cubicBezTo>
                      <a:pt x="25" y="21"/>
                      <a:pt x="24" y="21"/>
                      <a:pt x="24" y="21"/>
                    </a:cubicBezTo>
                    <a:close/>
                    <a:moveTo>
                      <a:pt x="24" y="21"/>
                    </a:moveTo>
                    <a:cubicBezTo>
                      <a:pt x="25" y="21"/>
                      <a:pt x="25" y="21"/>
                      <a:pt x="25"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3" y="21"/>
                      <a:pt x="23" y="21"/>
                      <a:pt x="23" y="21"/>
                    </a:cubicBezTo>
                    <a:cubicBezTo>
                      <a:pt x="23" y="21"/>
                      <a:pt x="23" y="21"/>
                      <a:pt x="23" y="21"/>
                    </a:cubicBezTo>
                    <a:cubicBezTo>
                      <a:pt x="24" y="21"/>
                      <a:pt x="24" y="21"/>
                      <a:pt x="24" y="21"/>
                    </a:cubicBezTo>
                    <a:cubicBezTo>
                      <a:pt x="24" y="21"/>
                      <a:pt x="24" y="21"/>
                      <a:pt x="24" y="21"/>
                    </a:cubicBezTo>
                    <a:close/>
                    <a:moveTo>
                      <a:pt x="23" y="20"/>
                    </a:move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19"/>
                      <a:pt x="23" y="19"/>
                      <a:pt x="23" y="20"/>
                    </a:cubicBezTo>
                    <a:close/>
                    <a:moveTo>
                      <a:pt x="23" y="20"/>
                    </a:moveTo>
                    <a:cubicBezTo>
                      <a:pt x="23" y="20"/>
                      <a:pt x="23" y="20"/>
                      <a:pt x="23" y="20"/>
                    </a:cubicBezTo>
                    <a:cubicBezTo>
                      <a:pt x="22" y="19"/>
                      <a:pt x="22" y="18"/>
                      <a:pt x="22" y="18"/>
                    </a:cubicBezTo>
                    <a:cubicBezTo>
                      <a:pt x="21" y="17"/>
                      <a:pt x="22" y="18"/>
                      <a:pt x="23" y="20"/>
                    </a:cubicBezTo>
                    <a:close/>
                    <a:moveTo>
                      <a:pt x="22" y="19"/>
                    </a:move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0"/>
                      <a:pt x="22" y="20"/>
                      <a:pt x="22" y="20"/>
                    </a:cubicBezTo>
                    <a:cubicBezTo>
                      <a:pt x="22" y="20"/>
                      <a:pt x="22" y="20"/>
                      <a:pt x="22" y="20"/>
                    </a:cubicBezTo>
                    <a:close/>
                    <a:moveTo>
                      <a:pt x="22" y="19"/>
                    </a:move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1"/>
                      <a:pt x="22" y="21"/>
                      <a:pt x="22" y="21"/>
                    </a:cubicBezTo>
                    <a:cubicBezTo>
                      <a:pt x="22" y="21"/>
                      <a:pt x="22" y="21"/>
                      <a:pt x="22" y="21"/>
                    </a:cubicBezTo>
                    <a:cubicBezTo>
                      <a:pt x="22" y="21"/>
                      <a:pt x="22" y="20"/>
                      <a:pt x="22" y="20"/>
                    </a:cubicBezTo>
                    <a:cubicBezTo>
                      <a:pt x="22" y="20"/>
                      <a:pt x="22" y="20"/>
                      <a:pt x="22" y="20"/>
                    </a:cubicBezTo>
                    <a:close/>
                    <a:moveTo>
                      <a:pt x="21" y="19"/>
                    </a:moveTo>
                    <a:cubicBezTo>
                      <a:pt x="21"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lose/>
                    <a:moveTo>
                      <a:pt x="21" y="19"/>
                    </a:moveTo>
                    <a:cubicBezTo>
                      <a:pt x="22" y="20"/>
                      <a:pt x="22" y="20"/>
                      <a:pt x="22" y="20"/>
                    </a:cubicBezTo>
                    <a:cubicBezTo>
                      <a:pt x="22" y="20"/>
                      <a:pt x="22" y="20"/>
                      <a:pt x="22" y="20"/>
                    </a:cubicBezTo>
                    <a:cubicBezTo>
                      <a:pt x="22" y="20"/>
                      <a:pt x="22" y="20"/>
                      <a:pt x="22" y="20"/>
                    </a:cubicBezTo>
                    <a:cubicBezTo>
                      <a:pt x="22" y="20"/>
                      <a:pt x="22" y="20"/>
                      <a:pt x="22" y="20"/>
                    </a:cubicBezTo>
                    <a:cubicBezTo>
                      <a:pt x="22" y="20"/>
                      <a:pt x="21" y="20"/>
                      <a:pt x="21" y="20"/>
                    </a:cubicBezTo>
                    <a:cubicBezTo>
                      <a:pt x="21" y="20"/>
                      <a:pt x="21" y="20"/>
                      <a:pt x="21" y="20"/>
                    </a:cubicBezTo>
                    <a:cubicBezTo>
                      <a:pt x="21" y="20"/>
                      <a:pt x="21" y="20"/>
                      <a:pt x="21" y="20"/>
                    </a:cubicBezTo>
                    <a:cubicBezTo>
                      <a:pt x="21" y="20"/>
                      <a:pt x="21" y="20"/>
                      <a:pt x="21" y="19"/>
                    </a:cubicBezTo>
                    <a:close/>
                    <a:moveTo>
                      <a:pt x="22" y="21"/>
                    </a:moveTo>
                    <a:cubicBezTo>
                      <a:pt x="22" y="21"/>
                      <a:pt x="22" y="21"/>
                      <a:pt x="22" y="21"/>
                    </a:cubicBezTo>
                    <a:cubicBezTo>
                      <a:pt x="22" y="21"/>
                      <a:pt x="22" y="21"/>
                      <a:pt x="22" y="21"/>
                    </a:cubicBezTo>
                    <a:cubicBezTo>
                      <a:pt x="22" y="21"/>
                      <a:pt x="21" y="21"/>
                      <a:pt x="21" y="21"/>
                    </a:cubicBezTo>
                    <a:cubicBezTo>
                      <a:pt x="21" y="21"/>
                      <a:pt x="21" y="21"/>
                      <a:pt x="22" y="21"/>
                    </a:cubicBezTo>
                    <a:close/>
                    <a:moveTo>
                      <a:pt x="22" y="21"/>
                    </a:moveTo>
                    <a:cubicBezTo>
                      <a:pt x="22" y="22"/>
                      <a:pt x="22" y="22"/>
                      <a:pt x="22" y="22"/>
                    </a:cubicBezTo>
                    <a:cubicBezTo>
                      <a:pt x="22" y="21"/>
                      <a:pt x="22" y="21"/>
                      <a:pt x="22" y="21"/>
                    </a:cubicBezTo>
                    <a:cubicBezTo>
                      <a:pt x="22" y="21"/>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1" y="21"/>
                      <a:pt x="21" y="21"/>
                    </a:cubicBezTo>
                    <a:cubicBezTo>
                      <a:pt x="21" y="21"/>
                      <a:pt x="22" y="21"/>
                      <a:pt x="22" y="21"/>
                    </a:cubicBezTo>
                    <a:close/>
                    <a:moveTo>
                      <a:pt x="20" y="21"/>
                    </a:moveTo>
                    <a:cubicBezTo>
                      <a:pt x="20" y="21"/>
                      <a:pt x="20" y="22"/>
                      <a:pt x="20" y="22"/>
                    </a:cubicBezTo>
                    <a:cubicBezTo>
                      <a:pt x="20" y="21"/>
                      <a:pt x="20" y="21"/>
                      <a:pt x="20" y="21"/>
                    </a:cubicBezTo>
                    <a:cubicBezTo>
                      <a:pt x="20" y="21"/>
                      <a:pt x="20" y="21"/>
                      <a:pt x="20" y="21"/>
                    </a:cubicBezTo>
                    <a:cubicBezTo>
                      <a:pt x="20" y="21"/>
                      <a:pt x="20" y="21"/>
                      <a:pt x="20" y="21"/>
                    </a:cubicBezTo>
                    <a:cubicBezTo>
                      <a:pt x="20" y="21"/>
                      <a:pt x="20" y="21"/>
                      <a:pt x="20" y="20"/>
                    </a:cubicBezTo>
                    <a:cubicBezTo>
                      <a:pt x="19" y="20"/>
                      <a:pt x="19" y="20"/>
                      <a:pt x="19" y="20"/>
                    </a:cubicBezTo>
                    <a:cubicBezTo>
                      <a:pt x="19" y="20"/>
                      <a:pt x="19" y="20"/>
                      <a:pt x="19" y="20"/>
                    </a:cubicBezTo>
                    <a:cubicBezTo>
                      <a:pt x="19" y="20"/>
                      <a:pt x="19" y="20"/>
                      <a:pt x="19" y="20"/>
                    </a:cubicBezTo>
                    <a:cubicBezTo>
                      <a:pt x="19" y="20"/>
                      <a:pt x="19" y="20"/>
                      <a:pt x="19" y="20"/>
                    </a:cubicBezTo>
                    <a:cubicBezTo>
                      <a:pt x="18" y="21"/>
                      <a:pt x="18" y="20"/>
                      <a:pt x="17" y="21"/>
                    </a:cubicBezTo>
                    <a:cubicBezTo>
                      <a:pt x="18" y="20"/>
                      <a:pt x="18" y="20"/>
                      <a:pt x="18" y="20"/>
                    </a:cubicBezTo>
                    <a:cubicBezTo>
                      <a:pt x="18" y="20"/>
                      <a:pt x="18" y="20"/>
                      <a:pt x="18" y="20"/>
                    </a:cubicBezTo>
                    <a:cubicBezTo>
                      <a:pt x="17" y="20"/>
                      <a:pt x="18" y="20"/>
                      <a:pt x="18" y="20"/>
                    </a:cubicBezTo>
                    <a:cubicBezTo>
                      <a:pt x="18" y="20"/>
                      <a:pt x="18" y="20"/>
                      <a:pt x="18" y="20"/>
                    </a:cubicBezTo>
                    <a:cubicBezTo>
                      <a:pt x="18" y="20"/>
                      <a:pt x="18" y="20"/>
                      <a:pt x="18" y="20"/>
                    </a:cubicBezTo>
                    <a:cubicBezTo>
                      <a:pt x="18" y="20"/>
                      <a:pt x="18" y="19"/>
                      <a:pt x="18" y="19"/>
                    </a:cubicBezTo>
                    <a:cubicBezTo>
                      <a:pt x="18" y="19"/>
                      <a:pt x="18" y="19"/>
                      <a:pt x="18" y="19"/>
                    </a:cubicBezTo>
                    <a:cubicBezTo>
                      <a:pt x="18" y="20"/>
                      <a:pt x="18" y="20"/>
                      <a:pt x="18" y="20"/>
                    </a:cubicBezTo>
                    <a:cubicBezTo>
                      <a:pt x="18" y="20"/>
                      <a:pt x="17" y="20"/>
                      <a:pt x="17" y="20"/>
                    </a:cubicBezTo>
                    <a:cubicBezTo>
                      <a:pt x="18" y="19"/>
                      <a:pt x="18" y="19"/>
                      <a:pt x="18" y="19"/>
                    </a:cubicBezTo>
                    <a:cubicBezTo>
                      <a:pt x="18" y="19"/>
                      <a:pt x="17" y="19"/>
                      <a:pt x="17" y="19"/>
                    </a:cubicBezTo>
                    <a:cubicBezTo>
                      <a:pt x="18" y="19"/>
                      <a:pt x="18" y="19"/>
                      <a:pt x="18" y="19"/>
                    </a:cubicBezTo>
                    <a:cubicBezTo>
                      <a:pt x="18" y="19"/>
                      <a:pt x="18" y="19"/>
                      <a:pt x="18" y="19"/>
                    </a:cubicBezTo>
                    <a:cubicBezTo>
                      <a:pt x="19" y="18"/>
                      <a:pt x="19" y="18"/>
                      <a:pt x="19" y="18"/>
                    </a:cubicBezTo>
                    <a:cubicBezTo>
                      <a:pt x="19" y="18"/>
                      <a:pt x="19" y="18"/>
                      <a:pt x="20" y="18"/>
                    </a:cubicBezTo>
                    <a:cubicBezTo>
                      <a:pt x="20" y="18"/>
                      <a:pt x="20" y="18"/>
                      <a:pt x="20" y="18"/>
                    </a:cubicBezTo>
                    <a:cubicBezTo>
                      <a:pt x="19" y="18"/>
                      <a:pt x="19" y="18"/>
                      <a:pt x="19" y="18"/>
                    </a:cubicBezTo>
                    <a:cubicBezTo>
                      <a:pt x="19" y="18"/>
                      <a:pt x="19" y="18"/>
                      <a:pt x="20" y="18"/>
                    </a:cubicBezTo>
                    <a:cubicBezTo>
                      <a:pt x="19" y="19"/>
                      <a:pt x="19" y="20"/>
                      <a:pt x="19" y="20"/>
                    </a:cubicBezTo>
                    <a:cubicBezTo>
                      <a:pt x="19" y="20"/>
                      <a:pt x="19" y="20"/>
                      <a:pt x="19" y="20"/>
                    </a:cubicBezTo>
                    <a:cubicBezTo>
                      <a:pt x="19" y="19"/>
                      <a:pt x="19" y="19"/>
                      <a:pt x="19" y="19"/>
                    </a:cubicBezTo>
                    <a:cubicBezTo>
                      <a:pt x="20" y="18"/>
                      <a:pt x="19" y="21"/>
                      <a:pt x="20" y="19"/>
                    </a:cubicBezTo>
                    <a:cubicBezTo>
                      <a:pt x="20" y="19"/>
                      <a:pt x="20" y="19"/>
                      <a:pt x="20" y="19"/>
                    </a:cubicBezTo>
                    <a:cubicBezTo>
                      <a:pt x="20" y="19"/>
                      <a:pt x="20" y="19"/>
                      <a:pt x="20" y="19"/>
                    </a:cubicBezTo>
                    <a:cubicBezTo>
                      <a:pt x="20" y="20"/>
                      <a:pt x="19" y="20"/>
                      <a:pt x="19" y="20"/>
                    </a:cubicBezTo>
                    <a:cubicBezTo>
                      <a:pt x="19" y="20"/>
                      <a:pt x="19" y="20"/>
                      <a:pt x="20" y="20"/>
                    </a:cubicBezTo>
                    <a:cubicBezTo>
                      <a:pt x="20" y="20"/>
                      <a:pt x="20" y="19"/>
                      <a:pt x="20" y="19"/>
                    </a:cubicBezTo>
                    <a:cubicBezTo>
                      <a:pt x="21" y="19"/>
                      <a:pt x="21" y="19"/>
                      <a:pt x="21" y="19"/>
                    </a:cubicBezTo>
                    <a:cubicBezTo>
                      <a:pt x="21" y="19"/>
                      <a:pt x="21" y="19"/>
                      <a:pt x="21" y="19"/>
                    </a:cubicBezTo>
                    <a:cubicBezTo>
                      <a:pt x="20" y="19"/>
                      <a:pt x="20" y="19"/>
                      <a:pt x="20" y="19"/>
                    </a:cubicBezTo>
                    <a:cubicBezTo>
                      <a:pt x="21" y="19"/>
                      <a:pt x="21" y="19"/>
                      <a:pt x="21" y="19"/>
                    </a:cubicBezTo>
                    <a:cubicBezTo>
                      <a:pt x="21" y="19"/>
                      <a:pt x="20" y="20"/>
                      <a:pt x="20" y="20"/>
                    </a:cubicBezTo>
                    <a:cubicBezTo>
                      <a:pt x="20" y="20"/>
                      <a:pt x="20" y="20"/>
                      <a:pt x="20" y="20"/>
                    </a:cubicBezTo>
                    <a:cubicBezTo>
                      <a:pt x="20" y="20"/>
                      <a:pt x="20" y="20"/>
                      <a:pt x="20" y="20"/>
                    </a:cubicBezTo>
                    <a:cubicBezTo>
                      <a:pt x="20" y="20"/>
                      <a:pt x="20" y="21"/>
                      <a:pt x="20" y="21"/>
                    </a:cubicBezTo>
                    <a:cubicBezTo>
                      <a:pt x="21" y="21"/>
                      <a:pt x="21" y="21"/>
                      <a:pt x="21" y="21"/>
                    </a:cubicBezTo>
                    <a:cubicBezTo>
                      <a:pt x="21" y="21"/>
                      <a:pt x="21" y="21"/>
                      <a:pt x="21" y="21"/>
                    </a:cubicBezTo>
                    <a:cubicBezTo>
                      <a:pt x="21" y="21"/>
                      <a:pt x="21" y="21"/>
                      <a:pt x="20" y="21"/>
                    </a:cubicBezTo>
                    <a:close/>
                    <a:moveTo>
                      <a:pt x="18" y="18"/>
                    </a:moveTo>
                    <a:cubicBezTo>
                      <a:pt x="19" y="18"/>
                      <a:pt x="19" y="18"/>
                      <a:pt x="18" y="18"/>
                    </a:cubicBezTo>
                    <a:cubicBezTo>
                      <a:pt x="19" y="18"/>
                      <a:pt x="19"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lose/>
                    <a:moveTo>
                      <a:pt x="19" y="18"/>
                    </a:moveTo>
                    <a:cubicBezTo>
                      <a:pt x="19" y="18"/>
                      <a:pt x="19" y="18"/>
                      <a:pt x="19" y="18"/>
                    </a:cubicBezTo>
                    <a:cubicBezTo>
                      <a:pt x="19" y="18"/>
                      <a:pt x="19" y="18"/>
                      <a:pt x="19" y="18"/>
                    </a:cubicBezTo>
                    <a:cubicBezTo>
                      <a:pt x="19" y="18"/>
                      <a:pt x="19" y="18"/>
                      <a:pt x="19" y="18"/>
                    </a:cubicBezTo>
                    <a:close/>
                    <a:moveTo>
                      <a:pt x="19" y="18"/>
                    </a:moveTo>
                    <a:cubicBezTo>
                      <a:pt x="19" y="18"/>
                      <a:pt x="19" y="18"/>
                      <a:pt x="19" y="18"/>
                    </a:cubicBezTo>
                    <a:cubicBezTo>
                      <a:pt x="19" y="18"/>
                      <a:pt x="18" y="18"/>
                      <a:pt x="18" y="18"/>
                    </a:cubicBezTo>
                    <a:cubicBezTo>
                      <a:pt x="18" y="18"/>
                      <a:pt x="19" y="18"/>
                      <a:pt x="19" y="18"/>
                    </a:cubicBezTo>
                    <a:close/>
                    <a:moveTo>
                      <a:pt x="19" y="18"/>
                    </a:moveTo>
                    <a:cubicBezTo>
                      <a:pt x="19" y="18"/>
                      <a:pt x="19" y="18"/>
                      <a:pt x="19" y="18"/>
                    </a:cubicBezTo>
                    <a:cubicBezTo>
                      <a:pt x="19" y="18"/>
                      <a:pt x="20" y="18"/>
                      <a:pt x="19" y="18"/>
                    </a:cubicBezTo>
                    <a:cubicBezTo>
                      <a:pt x="19" y="18"/>
                      <a:pt x="19" y="18"/>
                      <a:pt x="19" y="18"/>
                    </a:cubicBezTo>
                    <a:close/>
                    <a:moveTo>
                      <a:pt x="19" y="18"/>
                    </a:moveTo>
                    <a:cubicBezTo>
                      <a:pt x="19" y="18"/>
                      <a:pt x="19" y="18"/>
                      <a:pt x="19" y="18"/>
                    </a:cubicBezTo>
                    <a:cubicBezTo>
                      <a:pt x="19" y="18"/>
                      <a:pt x="19" y="18"/>
                      <a:pt x="19" y="18"/>
                    </a:cubicBezTo>
                    <a:cubicBezTo>
                      <a:pt x="19" y="18"/>
                      <a:pt x="19" y="18"/>
                      <a:pt x="19" y="18"/>
                    </a:cubicBezTo>
                    <a:cubicBezTo>
                      <a:pt x="19" y="18"/>
                      <a:pt x="20" y="18"/>
                      <a:pt x="19" y="18"/>
                    </a:cubicBezTo>
                    <a:close/>
                    <a:moveTo>
                      <a:pt x="20" y="18"/>
                    </a:moveTo>
                    <a:cubicBezTo>
                      <a:pt x="20" y="18"/>
                      <a:pt x="20" y="19"/>
                      <a:pt x="20" y="19"/>
                    </a:cubicBezTo>
                    <a:cubicBezTo>
                      <a:pt x="20" y="19"/>
                      <a:pt x="20" y="19"/>
                      <a:pt x="20" y="19"/>
                    </a:cubicBezTo>
                    <a:cubicBezTo>
                      <a:pt x="20" y="18"/>
                      <a:pt x="20" y="18"/>
                      <a:pt x="20" y="18"/>
                    </a:cubicBezTo>
                    <a:cubicBezTo>
                      <a:pt x="20" y="18"/>
                      <a:pt x="20" y="18"/>
                      <a:pt x="20" y="18"/>
                    </a:cubicBezTo>
                    <a:close/>
                    <a:moveTo>
                      <a:pt x="20" y="18"/>
                    </a:moveTo>
                    <a:cubicBezTo>
                      <a:pt x="20" y="18"/>
                      <a:pt x="20" y="18"/>
                      <a:pt x="20" y="18"/>
                    </a:cubicBezTo>
                    <a:cubicBezTo>
                      <a:pt x="20" y="18"/>
                      <a:pt x="20" y="18"/>
                      <a:pt x="20" y="18"/>
                    </a:cubicBezTo>
                    <a:cubicBezTo>
                      <a:pt x="20" y="18"/>
                      <a:pt x="20" y="18"/>
                      <a:pt x="20" y="18"/>
                    </a:cubicBezTo>
                    <a:close/>
                    <a:moveTo>
                      <a:pt x="21" y="19"/>
                    </a:moveTo>
                    <a:cubicBezTo>
                      <a:pt x="21" y="19"/>
                      <a:pt x="21" y="19"/>
                      <a:pt x="21" y="19"/>
                    </a:cubicBezTo>
                    <a:cubicBezTo>
                      <a:pt x="20" y="19"/>
                      <a:pt x="20" y="19"/>
                      <a:pt x="20" y="19"/>
                    </a:cubicBezTo>
                    <a:cubicBezTo>
                      <a:pt x="20" y="19"/>
                      <a:pt x="20" y="19"/>
                      <a:pt x="20" y="18"/>
                    </a:cubicBezTo>
                    <a:cubicBezTo>
                      <a:pt x="20" y="19"/>
                      <a:pt x="20" y="19"/>
                      <a:pt x="21" y="19"/>
                    </a:cubicBezTo>
                    <a:close/>
                    <a:moveTo>
                      <a:pt x="20" y="18"/>
                    </a:moveTo>
                    <a:cubicBezTo>
                      <a:pt x="20" y="19"/>
                      <a:pt x="20" y="19"/>
                      <a:pt x="21" y="19"/>
                    </a:cubicBezTo>
                    <a:cubicBezTo>
                      <a:pt x="21" y="19"/>
                      <a:pt x="21" y="19"/>
                      <a:pt x="21" y="19"/>
                    </a:cubicBezTo>
                    <a:cubicBezTo>
                      <a:pt x="20" y="19"/>
                      <a:pt x="20" y="18"/>
                      <a:pt x="20" y="18"/>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0" y="18"/>
                    </a:moveTo>
                    <a:cubicBezTo>
                      <a:pt x="20" y="18"/>
                      <a:pt x="20" y="18"/>
                      <a:pt x="20" y="18"/>
                    </a:cubicBezTo>
                    <a:cubicBezTo>
                      <a:pt x="20" y="18"/>
                      <a:pt x="20" y="18"/>
                      <a:pt x="21" y="19"/>
                    </a:cubicBezTo>
                    <a:lnTo>
                      <a:pt x="20" y="18"/>
                    </a:lnTo>
                    <a:close/>
                    <a:moveTo>
                      <a:pt x="19" y="18"/>
                    </a:moveTo>
                    <a:cubicBezTo>
                      <a:pt x="20" y="17"/>
                      <a:pt x="20" y="17"/>
                      <a:pt x="20" y="17"/>
                    </a:cubicBezTo>
                    <a:cubicBezTo>
                      <a:pt x="19" y="18"/>
                      <a:pt x="19" y="18"/>
                      <a:pt x="19" y="18"/>
                    </a:cubicBezTo>
                    <a:cubicBezTo>
                      <a:pt x="19" y="18"/>
                      <a:pt x="19" y="18"/>
                      <a:pt x="19" y="18"/>
                    </a:cubicBezTo>
                    <a:close/>
                    <a:moveTo>
                      <a:pt x="19" y="18"/>
                    </a:moveTo>
                    <a:cubicBezTo>
                      <a:pt x="20" y="18"/>
                      <a:pt x="20" y="18"/>
                      <a:pt x="20" y="18"/>
                    </a:cubicBezTo>
                    <a:cubicBezTo>
                      <a:pt x="20" y="18"/>
                      <a:pt x="19" y="18"/>
                      <a:pt x="19" y="18"/>
                    </a:cubicBezTo>
                    <a:cubicBezTo>
                      <a:pt x="19" y="18"/>
                      <a:pt x="19" y="18"/>
                      <a:pt x="19" y="18"/>
                    </a:cubicBezTo>
                    <a:close/>
                    <a:moveTo>
                      <a:pt x="18" y="18"/>
                    </a:moveTo>
                    <a:cubicBezTo>
                      <a:pt x="19" y="18"/>
                      <a:pt x="19" y="18"/>
                      <a:pt x="19" y="18"/>
                    </a:cubicBezTo>
                    <a:cubicBezTo>
                      <a:pt x="19" y="18"/>
                      <a:pt x="19" y="18"/>
                      <a:pt x="19" y="18"/>
                    </a:cubicBezTo>
                    <a:cubicBezTo>
                      <a:pt x="18" y="18"/>
                      <a:pt x="18" y="18"/>
                      <a:pt x="18" y="18"/>
                    </a:cubicBezTo>
                    <a:close/>
                    <a:moveTo>
                      <a:pt x="18" y="18"/>
                    </a:moveTo>
                    <a:cubicBezTo>
                      <a:pt x="18" y="18"/>
                      <a:pt x="18" y="18"/>
                      <a:pt x="18" y="18"/>
                    </a:cubicBezTo>
                    <a:cubicBezTo>
                      <a:pt x="19" y="18"/>
                      <a:pt x="19" y="18"/>
                      <a:pt x="19" y="18"/>
                    </a:cubicBezTo>
                    <a:cubicBezTo>
                      <a:pt x="19" y="18"/>
                      <a:pt x="19" y="18"/>
                      <a:pt x="19" y="18"/>
                    </a:cubicBezTo>
                    <a:cubicBezTo>
                      <a:pt x="19"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7" y="18"/>
                      <a:pt x="17" y="18"/>
                      <a:pt x="17" y="18"/>
                    </a:cubicBezTo>
                    <a:cubicBezTo>
                      <a:pt x="17" y="18"/>
                      <a:pt x="18" y="18"/>
                      <a:pt x="18" y="18"/>
                    </a:cubicBezTo>
                    <a:cubicBezTo>
                      <a:pt x="18" y="18"/>
                      <a:pt x="18" y="18"/>
                      <a:pt x="18" y="18"/>
                    </a:cubicBezTo>
                    <a:cubicBezTo>
                      <a:pt x="16" y="19"/>
                      <a:pt x="18" y="18"/>
                      <a:pt x="16" y="18"/>
                    </a:cubicBezTo>
                    <a:cubicBezTo>
                      <a:pt x="18" y="18"/>
                      <a:pt x="16" y="18"/>
                      <a:pt x="18" y="18"/>
                    </a:cubicBezTo>
                    <a:cubicBezTo>
                      <a:pt x="18" y="18"/>
                      <a:pt x="18" y="18"/>
                      <a:pt x="18" y="18"/>
                    </a:cubicBezTo>
                    <a:cubicBezTo>
                      <a:pt x="18" y="18"/>
                      <a:pt x="18" y="18"/>
                      <a:pt x="18" y="18"/>
                    </a:cubicBezTo>
                    <a:cubicBezTo>
                      <a:pt x="18" y="18"/>
                      <a:pt x="18" y="18"/>
                      <a:pt x="18" y="18"/>
                    </a:cubicBezTo>
                    <a:cubicBezTo>
                      <a:pt x="16" y="18"/>
                      <a:pt x="17" y="18"/>
                      <a:pt x="18" y="18"/>
                    </a:cubicBezTo>
                    <a:cubicBezTo>
                      <a:pt x="18" y="18"/>
                      <a:pt x="18" y="18"/>
                      <a:pt x="18" y="18"/>
                    </a:cubicBezTo>
                    <a:cubicBezTo>
                      <a:pt x="17" y="18"/>
                      <a:pt x="18" y="18"/>
                      <a:pt x="17" y="18"/>
                    </a:cubicBezTo>
                    <a:cubicBezTo>
                      <a:pt x="17" y="18"/>
                      <a:pt x="17" y="18"/>
                      <a:pt x="17" y="18"/>
                    </a:cubicBezTo>
                    <a:cubicBezTo>
                      <a:pt x="15" y="18"/>
                      <a:pt x="15" y="18"/>
                      <a:pt x="15" y="18"/>
                    </a:cubicBezTo>
                    <a:cubicBezTo>
                      <a:pt x="15" y="18"/>
                      <a:pt x="17" y="18"/>
                      <a:pt x="18" y="18"/>
                    </a:cubicBezTo>
                    <a:cubicBezTo>
                      <a:pt x="17" y="18"/>
                      <a:pt x="17"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7" y="18"/>
                      <a:pt x="17" y="18"/>
                      <a:pt x="17" y="19"/>
                    </a:cubicBezTo>
                    <a:cubicBezTo>
                      <a:pt x="16" y="19"/>
                      <a:pt x="17" y="18"/>
                      <a:pt x="18" y="18"/>
                    </a:cubicBezTo>
                    <a:cubicBezTo>
                      <a:pt x="16" y="19"/>
                      <a:pt x="17" y="18"/>
                      <a:pt x="16" y="19"/>
                    </a:cubicBezTo>
                    <a:cubicBezTo>
                      <a:pt x="16" y="19"/>
                      <a:pt x="17" y="19"/>
                      <a:pt x="17" y="19"/>
                    </a:cubicBezTo>
                    <a:cubicBezTo>
                      <a:pt x="17" y="19"/>
                      <a:pt x="19" y="18"/>
                      <a:pt x="17" y="19"/>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9" y="18"/>
                    </a:cubicBezTo>
                    <a:cubicBezTo>
                      <a:pt x="18" y="18"/>
                      <a:pt x="18" y="19"/>
                      <a:pt x="18"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6" y="19"/>
                      <a:pt x="16" y="19"/>
                    </a:cubicBezTo>
                    <a:cubicBezTo>
                      <a:pt x="16" y="19"/>
                      <a:pt x="16" y="19"/>
                      <a:pt x="16" y="19"/>
                    </a:cubicBezTo>
                    <a:cubicBezTo>
                      <a:pt x="16" y="19"/>
                      <a:pt x="16" y="19"/>
                      <a:pt x="16" y="19"/>
                    </a:cubicBezTo>
                    <a:cubicBezTo>
                      <a:pt x="16" y="19"/>
                      <a:pt x="15" y="18"/>
                      <a:pt x="15" y="18"/>
                    </a:cubicBezTo>
                    <a:cubicBezTo>
                      <a:pt x="16" y="18"/>
                      <a:pt x="16" y="18"/>
                      <a:pt x="16" y="19"/>
                    </a:cubicBezTo>
                    <a:cubicBezTo>
                      <a:pt x="18" y="18"/>
                      <a:pt x="15" y="19"/>
                      <a:pt x="18" y="18"/>
                    </a:cubicBezTo>
                    <a:close/>
                    <a:moveTo>
                      <a:pt x="17" y="24"/>
                    </a:moveTo>
                    <a:cubicBezTo>
                      <a:pt x="17" y="24"/>
                      <a:pt x="17" y="24"/>
                      <a:pt x="17" y="24"/>
                    </a:cubicBezTo>
                    <a:cubicBezTo>
                      <a:pt x="17" y="24"/>
                      <a:pt x="16" y="24"/>
                      <a:pt x="16" y="24"/>
                    </a:cubicBezTo>
                    <a:cubicBezTo>
                      <a:pt x="16" y="24"/>
                      <a:pt x="15" y="24"/>
                      <a:pt x="15" y="23"/>
                    </a:cubicBezTo>
                    <a:cubicBezTo>
                      <a:pt x="16" y="23"/>
                      <a:pt x="16" y="24"/>
                      <a:pt x="17" y="24"/>
                    </a:cubicBezTo>
                    <a:close/>
                    <a:moveTo>
                      <a:pt x="15" y="26"/>
                    </a:moveTo>
                    <a:cubicBezTo>
                      <a:pt x="15" y="26"/>
                      <a:pt x="15" y="26"/>
                      <a:pt x="15" y="26"/>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5" y="26"/>
                      <a:pt x="15" y="26"/>
                      <a:pt x="15" y="27"/>
                    </a:cubicBezTo>
                    <a:cubicBezTo>
                      <a:pt x="15" y="26"/>
                      <a:pt x="15" y="26"/>
                      <a:pt x="15" y="26"/>
                    </a:cubicBezTo>
                    <a:cubicBezTo>
                      <a:pt x="15" y="26"/>
                      <a:pt x="15" y="26"/>
                      <a:pt x="15" y="26"/>
                    </a:cubicBezTo>
                    <a:close/>
                    <a:moveTo>
                      <a:pt x="15" y="26"/>
                    </a:moveTo>
                    <a:cubicBezTo>
                      <a:pt x="14" y="27"/>
                      <a:pt x="15" y="26"/>
                      <a:pt x="14" y="27"/>
                    </a:cubicBezTo>
                    <a:cubicBezTo>
                      <a:pt x="14" y="27"/>
                      <a:pt x="14" y="27"/>
                      <a:pt x="14" y="26"/>
                    </a:cubicBezTo>
                    <a:cubicBezTo>
                      <a:pt x="14" y="26"/>
                      <a:pt x="15" y="26"/>
                      <a:pt x="15" y="26"/>
                    </a:cubicBezTo>
                    <a:close/>
                    <a:moveTo>
                      <a:pt x="15" y="29"/>
                    </a:moveTo>
                    <a:cubicBezTo>
                      <a:pt x="14" y="30"/>
                      <a:pt x="14" y="30"/>
                      <a:pt x="14" y="29"/>
                    </a:cubicBezTo>
                    <a:cubicBezTo>
                      <a:pt x="14" y="29"/>
                      <a:pt x="14" y="29"/>
                      <a:pt x="15" y="29"/>
                    </a:cubicBezTo>
                    <a:close/>
                    <a:moveTo>
                      <a:pt x="13" y="28"/>
                    </a:moveTo>
                    <a:cubicBezTo>
                      <a:pt x="13" y="28"/>
                      <a:pt x="13" y="27"/>
                      <a:pt x="13" y="27"/>
                    </a:cubicBezTo>
                    <a:cubicBezTo>
                      <a:pt x="13" y="27"/>
                      <a:pt x="13" y="28"/>
                      <a:pt x="13" y="28"/>
                    </a:cubicBezTo>
                    <a:cubicBezTo>
                      <a:pt x="13" y="28"/>
                      <a:pt x="13" y="28"/>
                      <a:pt x="13" y="28"/>
                    </a:cubicBezTo>
                    <a:cubicBezTo>
                      <a:pt x="13" y="28"/>
                      <a:pt x="12" y="28"/>
                      <a:pt x="12" y="29"/>
                    </a:cubicBezTo>
                    <a:lnTo>
                      <a:pt x="13" y="28"/>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3" name="Freeform 287"/>
              <p:cNvSpPr/>
              <p:nvPr/>
            </p:nvSpPr>
            <p:spPr bwMode="auto">
              <a:xfrm>
                <a:off x="3608" y="1908"/>
                <a:ext cx="4" cy="6"/>
              </a:xfrm>
              <a:custGeom>
                <a:avLst/>
                <a:gdLst>
                  <a:gd name="T0" fmla="*/ 1 w 2"/>
                  <a:gd name="T1" fmla="*/ 0 h 3"/>
                  <a:gd name="T2" fmla="*/ 0 w 2"/>
                  <a:gd name="T3" fmla="*/ 2 h 3"/>
                  <a:gd name="T4" fmla="*/ 1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0" y="1"/>
                      <a:pt x="0" y="2"/>
                    </a:cubicBezTo>
                    <a:cubicBezTo>
                      <a:pt x="1" y="2"/>
                      <a:pt x="1" y="2"/>
                      <a:pt x="1" y="3"/>
                    </a:cubicBezTo>
                    <a:cubicBezTo>
                      <a:pt x="2"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4" name="Freeform 288"/>
              <p:cNvSpPr/>
              <p:nvPr/>
            </p:nvSpPr>
            <p:spPr bwMode="auto">
              <a:xfrm>
                <a:off x="4113" y="1587"/>
                <a:ext cx="4" cy="5"/>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1" y="2"/>
                      <a:pt x="1" y="2"/>
                      <a:pt x="2" y="2"/>
                    </a:cubicBezTo>
                    <a:cubicBezTo>
                      <a:pt x="0" y="0"/>
                      <a:pt x="1"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5" name="Freeform 289"/>
              <p:cNvSpPr/>
              <p:nvPr/>
            </p:nvSpPr>
            <p:spPr bwMode="auto">
              <a:xfrm>
                <a:off x="3593" y="182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6" name="Freeform 290"/>
              <p:cNvSpPr/>
              <p:nvPr/>
            </p:nvSpPr>
            <p:spPr bwMode="auto">
              <a:xfrm>
                <a:off x="4251" y="1730"/>
                <a:ext cx="4" cy="4"/>
              </a:xfrm>
              <a:custGeom>
                <a:avLst/>
                <a:gdLst>
                  <a:gd name="T0" fmla="*/ 0 w 4"/>
                  <a:gd name="T1" fmla="*/ 2 h 4"/>
                  <a:gd name="T2" fmla="*/ 2 w 4"/>
                  <a:gd name="T3" fmla="*/ 4 h 4"/>
                  <a:gd name="T4" fmla="*/ 4 w 4"/>
                  <a:gd name="T5" fmla="*/ 0 h 4"/>
                  <a:gd name="T6" fmla="*/ 0 w 4"/>
                  <a:gd name="T7" fmla="*/ 2 h 4"/>
                </a:gdLst>
                <a:ahLst/>
                <a:cxnLst>
                  <a:cxn ang="0">
                    <a:pos x="T0" y="T1"/>
                  </a:cxn>
                  <a:cxn ang="0">
                    <a:pos x="T2" y="T3"/>
                  </a:cxn>
                  <a:cxn ang="0">
                    <a:pos x="T4" y="T5"/>
                  </a:cxn>
                  <a:cxn ang="0">
                    <a:pos x="T6" y="T7"/>
                  </a:cxn>
                </a:cxnLst>
                <a:rect l="0" t="0" r="r" b="b"/>
                <a:pathLst>
                  <a:path w="4" h="4">
                    <a:moveTo>
                      <a:pt x="0" y="2"/>
                    </a:moveTo>
                    <a:lnTo>
                      <a:pt x="2" y="4"/>
                    </a:lnTo>
                    <a:lnTo>
                      <a:pt x="4"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7" name="Freeform 291"/>
              <p:cNvSpPr/>
              <p:nvPr/>
            </p:nvSpPr>
            <p:spPr bwMode="auto">
              <a:xfrm>
                <a:off x="3980" y="243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8" name="Freeform 292"/>
              <p:cNvSpPr/>
              <p:nvPr/>
            </p:nvSpPr>
            <p:spPr bwMode="auto">
              <a:xfrm>
                <a:off x="3980" y="2446"/>
                <a:ext cx="4" cy="5"/>
              </a:xfrm>
              <a:custGeom>
                <a:avLst/>
                <a:gdLst>
                  <a:gd name="T0" fmla="*/ 1 w 2"/>
                  <a:gd name="T1" fmla="*/ 1 h 2"/>
                  <a:gd name="T2" fmla="*/ 1 w 2"/>
                  <a:gd name="T3" fmla="*/ 0 h 2"/>
                  <a:gd name="T4" fmla="*/ 1 w 2"/>
                  <a:gd name="T5" fmla="*/ 1 h 2"/>
                </a:gdLst>
                <a:ahLst/>
                <a:cxnLst>
                  <a:cxn ang="0">
                    <a:pos x="T0" y="T1"/>
                  </a:cxn>
                  <a:cxn ang="0">
                    <a:pos x="T2" y="T3"/>
                  </a:cxn>
                  <a:cxn ang="0">
                    <a:pos x="T4" y="T5"/>
                  </a:cxn>
                </a:cxnLst>
                <a:rect l="0" t="0" r="r" b="b"/>
                <a:pathLst>
                  <a:path w="2" h="2">
                    <a:moveTo>
                      <a:pt x="1" y="1"/>
                    </a:moveTo>
                    <a:cubicBezTo>
                      <a:pt x="2" y="2"/>
                      <a:pt x="0" y="0"/>
                      <a:pt x="1" y="0"/>
                    </a:cubicBezTo>
                    <a:cubicBezTo>
                      <a:pt x="0" y="0"/>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9" name="Freeform 293"/>
              <p:cNvSpPr/>
              <p:nvPr/>
            </p:nvSpPr>
            <p:spPr bwMode="auto">
              <a:xfrm>
                <a:off x="4062" y="225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0" name="Freeform 294"/>
              <p:cNvSpPr/>
              <p:nvPr/>
            </p:nvSpPr>
            <p:spPr bwMode="auto">
              <a:xfrm>
                <a:off x="4162" y="2200"/>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1" y="2"/>
                      <a:pt x="1" y="1"/>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1" name="Freeform 295"/>
              <p:cNvSpPr/>
              <p:nvPr/>
            </p:nvSpPr>
            <p:spPr bwMode="auto">
              <a:xfrm>
                <a:off x="4164" y="2139"/>
                <a:ext cx="4" cy="2"/>
              </a:xfrm>
              <a:custGeom>
                <a:avLst/>
                <a:gdLst>
                  <a:gd name="T0" fmla="*/ 4 w 4"/>
                  <a:gd name="T1" fmla="*/ 2 h 2"/>
                  <a:gd name="T2" fmla="*/ 4 w 4"/>
                  <a:gd name="T3" fmla="*/ 0 h 2"/>
                  <a:gd name="T4" fmla="*/ 0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4" y="0"/>
                    </a:lnTo>
                    <a:lnTo>
                      <a:pt x="0" y="2"/>
                    </a:lnTo>
                    <a:lnTo>
                      <a:pt x="4"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2" name="Freeform 296"/>
              <p:cNvSpPr/>
              <p:nvPr/>
            </p:nvSpPr>
            <p:spPr bwMode="auto">
              <a:xfrm>
                <a:off x="3606" y="1819"/>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3" name="Oval 297"/>
              <p:cNvSpPr>
                <a:spLocks noChangeArrowheads="1"/>
              </p:cNvSpPr>
              <p:nvPr/>
            </p:nvSpPr>
            <p:spPr bwMode="auto">
              <a:xfrm>
                <a:off x="3598" y="1817"/>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4" name="Oval 298"/>
              <p:cNvSpPr>
                <a:spLocks noChangeArrowheads="1"/>
              </p:cNvSpPr>
              <p:nvPr/>
            </p:nvSpPr>
            <p:spPr bwMode="auto">
              <a:xfrm>
                <a:off x="3600" y="1817"/>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5" name="Freeform 299"/>
              <p:cNvSpPr/>
              <p:nvPr/>
            </p:nvSpPr>
            <p:spPr bwMode="auto">
              <a:xfrm>
                <a:off x="3598" y="1817"/>
                <a:ext cx="2" cy="0"/>
              </a:xfrm>
              <a:custGeom>
                <a:avLst/>
                <a:gdLst>
                  <a:gd name="T0" fmla="*/ 0 w 1"/>
                  <a:gd name="T1" fmla="*/ 0 w 1"/>
                  <a:gd name="T2" fmla="*/ 0 w 1"/>
                  <a:gd name="T3" fmla="*/ 0 w 1"/>
                  <a:gd name="T4" fmla="*/ 0 w 1"/>
                  <a:gd name="T5" fmla="*/ 1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6" name="Oval 300"/>
              <p:cNvSpPr>
                <a:spLocks noChangeArrowheads="1"/>
              </p:cNvSpPr>
              <p:nvPr/>
            </p:nvSpPr>
            <p:spPr bwMode="auto">
              <a:xfrm>
                <a:off x="3602" y="1819"/>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7" name="Freeform 301"/>
              <p:cNvSpPr/>
              <p:nvPr/>
            </p:nvSpPr>
            <p:spPr bwMode="auto">
              <a:xfrm>
                <a:off x="3602" y="1817"/>
                <a:ext cx="0" cy="2"/>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8" name="Freeform 302"/>
              <p:cNvSpPr/>
              <p:nvPr/>
            </p:nvSpPr>
            <p:spPr bwMode="auto">
              <a:xfrm>
                <a:off x="3602" y="1817"/>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9" name="Oval 303"/>
              <p:cNvSpPr>
                <a:spLocks noChangeArrowheads="1"/>
              </p:cNvSpPr>
              <p:nvPr/>
            </p:nvSpPr>
            <p:spPr bwMode="auto">
              <a:xfrm>
                <a:off x="3593" y="1814"/>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0" name="Freeform 304"/>
              <p:cNvSpPr/>
              <p:nvPr/>
            </p:nvSpPr>
            <p:spPr bwMode="auto">
              <a:xfrm>
                <a:off x="3598" y="1814"/>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1" name="Freeform 305"/>
              <p:cNvSpPr/>
              <p:nvPr/>
            </p:nvSpPr>
            <p:spPr bwMode="auto">
              <a:xfrm>
                <a:off x="3598" y="181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2" name="Oval 306"/>
              <p:cNvSpPr>
                <a:spLocks noChangeArrowheads="1"/>
              </p:cNvSpPr>
              <p:nvPr/>
            </p:nvSpPr>
            <p:spPr bwMode="auto">
              <a:xfrm>
                <a:off x="3612" y="1821"/>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3" name="Freeform 307"/>
              <p:cNvSpPr/>
              <p:nvPr/>
            </p:nvSpPr>
            <p:spPr bwMode="auto">
              <a:xfrm>
                <a:off x="3977" y="2478"/>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4" name="Freeform 308"/>
              <p:cNvSpPr/>
              <p:nvPr/>
            </p:nvSpPr>
            <p:spPr bwMode="auto">
              <a:xfrm>
                <a:off x="3595" y="1812"/>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1" y="0"/>
                      <a:pt x="1"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5" name="Freeform 309"/>
              <p:cNvSpPr/>
              <p:nvPr/>
            </p:nvSpPr>
            <p:spPr bwMode="auto">
              <a:xfrm>
                <a:off x="3598" y="181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6" name="Freeform 310"/>
              <p:cNvSpPr/>
              <p:nvPr/>
            </p:nvSpPr>
            <p:spPr bwMode="auto">
              <a:xfrm>
                <a:off x="3967" y="2491"/>
                <a:ext cx="4" cy="4"/>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7" name="Freeform 311"/>
              <p:cNvSpPr/>
              <p:nvPr/>
            </p:nvSpPr>
            <p:spPr bwMode="auto">
              <a:xfrm>
                <a:off x="3825" y="2268"/>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1"/>
                      <a:pt x="1" y="1"/>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8" name="Freeform 312"/>
              <p:cNvSpPr/>
              <p:nvPr/>
            </p:nvSpPr>
            <p:spPr bwMode="auto">
              <a:xfrm>
                <a:off x="3810" y="2268"/>
                <a:ext cx="8" cy="2"/>
              </a:xfrm>
              <a:custGeom>
                <a:avLst/>
                <a:gdLst>
                  <a:gd name="T0" fmla="*/ 4 w 4"/>
                  <a:gd name="T1" fmla="*/ 0 h 1"/>
                  <a:gd name="T2" fmla="*/ 0 w 4"/>
                  <a:gd name="T3" fmla="*/ 0 h 1"/>
                  <a:gd name="T4" fmla="*/ 4 w 4"/>
                  <a:gd name="T5" fmla="*/ 0 h 1"/>
                </a:gdLst>
                <a:ahLst/>
                <a:cxnLst>
                  <a:cxn ang="0">
                    <a:pos x="T0" y="T1"/>
                  </a:cxn>
                  <a:cxn ang="0">
                    <a:pos x="T2" y="T3"/>
                  </a:cxn>
                  <a:cxn ang="0">
                    <a:pos x="T4" y="T5"/>
                  </a:cxn>
                </a:cxnLst>
                <a:rect l="0" t="0" r="r" b="b"/>
                <a:pathLst>
                  <a:path w="4" h="1">
                    <a:moveTo>
                      <a:pt x="4" y="0"/>
                    </a:moveTo>
                    <a:cubicBezTo>
                      <a:pt x="0" y="0"/>
                      <a:pt x="0" y="0"/>
                      <a:pt x="0" y="0"/>
                    </a:cubicBezTo>
                    <a:cubicBezTo>
                      <a:pt x="2" y="1"/>
                      <a:pt x="2" y="0"/>
                      <a:pt x="4"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9" name="Freeform 313"/>
              <p:cNvSpPr/>
              <p:nvPr/>
            </p:nvSpPr>
            <p:spPr bwMode="auto">
              <a:xfrm>
                <a:off x="3835" y="2275"/>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0" name="Freeform 314"/>
              <p:cNvSpPr/>
              <p:nvPr/>
            </p:nvSpPr>
            <p:spPr bwMode="auto">
              <a:xfrm>
                <a:off x="3833" y="2268"/>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0"/>
                      <a:pt x="0" y="1"/>
                    </a:cubicBezTo>
                    <a:cubicBezTo>
                      <a:pt x="1" y="2"/>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1" name="Freeform 315"/>
              <p:cNvSpPr/>
              <p:nvPr/>
            </p:nvSpPr>
            <p:spPr bwMode="auto">
              <a:xfrm>
                <a:off x="3833" y="2328"/>
                <a:ext cx="9" cy="2"/>
              </a:xfrm>
              <a:custGeom>
                <a:avLst/>
                <a:gdLst>
                  <a:gd name="T0" fmla="*/ 0 w 4"/>
                  <a:gd name="T1" fmla="*/ 1 h 1"/>
                  <a:gd name="T2" fmla="*/ 4 w 4"/>
                  <a:gd name="T3" fmla="*/ 0 h 1"/>
                  <a:gd name="T4" fmla="*/ 4 w 4"/>
                  <a:gd name="T5" fmla="*/ 0 h 1"/>
                  <a:gd name="T6" fmla="*/ 3 w 4"/>
                  <a:gd name="T7" fmla="*/ 0 h 1"/>
                  <a:gd name="T8" fmla="*/ 2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1" y="1"/>
                      <a:pt x="3" y="0"/>
                      <a:pt x="4" y="0"/>
                    </a:cubicBezTo>
                    <a:cubicBezTo>
                      <a:pt x="4" y="0"/>
                      <a:pt x="4" y="0"/>
                      <a:pt x="4" y="0"/>
                    </a:cubicBezTo>
                    <a:cubicBezTo>
                      <a:pt x="4" y="0"/>
                      <a:pt x="3" y="0"/>
                      <a:pt x="3" y="0"/>
                    </a:cubicBezTo>
                    <a:cubicBezTo>
                      <a:pt x="2" y="0"/>
                      <a:pt x="1" y="0"/>
                      <a:pt x="2" y="0"/>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2" name="Freeform 316"/>
              <p:cNvSpPr/>
              <p:nvPr/>
            </p:nvSpPr>
            <p:spPr bwMode="auto">
              <a:xfrm>
                <a:off x="3837" y="2330"/>
                <a:ext cx="5" cy="2"/>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1"/>
                      <a:pt x="2"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3" name="Freeform 317"/>
              <p:cNvSpPr/>
              <p:nvPr/>
            </p:nvSpPr>
            <p:spPr bwMode="auto">
              <a:xfrm>
                <a:off x="3839" y="2328"/>
                <a:ext cx="5" cy="0"/>
              </a:xfrm>
              <a:custGeom>
                <a:avLst/>
                <a:gdLst>
                  <a:gd name="T0" fmla="*/ 1 w 2"/>
                  <a:gd name="T1" fmla="*/ 0 w 2"/>
                  <a:gd name="T2" fmla="*/ 1 w 2"/>
                  <a:gd name="T3" fmla="*/ 1 w 2"/>
                </a:gdLst>
                <a:ahLst/>
                <a:cxnLst>
                  <a:cxn ang="0">
                    <a:pos x="T0" y="0"/>
                  </a:cxn>
                  <a:cxn ang="0">
                    <a:pos x="T1" y="0"/>
                  </a:cxn>
                  <a:cxn ang="0">
                    <a:pos x="T2" y="0"/>
                  </a:cxn>
                  <a:cxn ang="0">
                    <a:pos x="T3" y="0"/>
                  </a:cxn>
                </a:cxnLst>
                <a:rect l="0" t="0" r="r" b="b"/>
                <a:pathLst>
                  <a:path w="2">
                    <a:moveTo>
                      <a:pt x="1" y="0"/>
                    </a:moveTo>
                    <a:cubicBezTo>
                      <a:pt x="1" y="0"/>
                      <a:pt x="0" y="0"/>
                      <a:pt x="0" y="0"/>
                    </a:cubicBezTo>
                    <a:cubicBezTo>
                      <a:pt x="0" y="0"/>
                      <a:pt x="1" y="0"/>
                      <a:pt x="1" y="0"/>
                    </a:cubicBezTo>
                    <a:cubicBezTo>
                      <a:pt x="1"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4" name="Freeform 318"/>
              <p:cNvSpPr/>
              <p:nvPr/>
            </p:nvSpPr>
            <p:spPr bwMode="auto">
              <a:xfrm>
                <a:off x="3827" y="2268"/>
                <a:ext cx="2"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0" y="0"/>
                    </a:cubicBezTo>
                    <a:lnTo>
                      <a:pt x="1"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5" name="Freeform 319"/>
              <p:cNvSpPr/>
              <p:nvPr/>
            </p:nvSpPr>
            <p:spPr bwMode="auto">
              <a:xfrm>
                <a:off x="3729" y="2856"/>
                <a:ext cx="6" cy="4"/>
              </a:xfrm>
              <a:custGeom>
                <a:avLst/>
                <a:gdLst>
                  <a:gd name="T0" fmla="*/ 3 w 3"/>
                  <a:gd name="T1" fmla="*/ 0 h 2"/>
                  <a:gd name="T2" fmla="*/ 0 w 3"/>
                  <a:gd name="T3" fmla="*/ 2 h 2"/>
                  <a:gd name="T4" fmla="*/ 3 w 3"/>
                  <a:gd name="T5" fmla="*/ 0 h 2"/>
                </a:gdLst>
                <a:ahLst/>
                <a:cxnLst>
                  <a:cxn ang="0">
                    <a:pos x="T0" y="T1"/>
                  </a:cxn>
                  <a:cxn ang="0">
                    <a:pos x="T2" y="T3"/>
                  </a:cxn>
                  <a:cxn ang="0">
                    <a:pos x="T4" y="T5"/>
                  </a:cxn>
                </a:cxnLst>
                <a:rect l="0" t="0" r="r" b="b"/>
                <a:pathLst>
                  <a:path w="3" h="2">
                    <a:moveTo>
                      <a:pt x="3" y="0"/>
                    </a:moveTo>
                    <a:cubicBezTo>
                      <a:pt x="0" y="2"/>
                      <a:pt x="0" y="2"/>
                      <a:pt x="0" y="2"/>
                    </a:cubicBezTo>
                    <a:cubicBezTo>
                      <a:pt x="2" y="1"/>
                      <a:pt x="2" y="1"/>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6" name="Freeform 320"/>
              <p:cNvSpPr/>
              <p:nvPr/>
            </p:nvSpPr>
            <p:spPr bwMode="auto">
              <a:xfrm>
                <a:off x="3731" y="2854"/>
                <a:ext cx="2" cy="4"/>
              </a:xfrm>
              <a:custGeom>
                <a:avLst/>
                <a:gdLst>
                  <a:gd name="T0" fmla="*/ 0 w 1"/>
                  <a:gd name="T1" fmla="*/ 0 h 2"/>
                  <a:gd name="T2" fmla="*/ 1 w 1"/>
                  <a:gd name="T3" fmla="*/ 0 h 2"/>
                  <a:gd name="T4" fmla="*/ 0 w 1"/>
                  <a:gd name="T5" fmla="*/ 0 h 2"/>
                </a:gdLst>
                <a:ahLst/>
                <a:cxnLst>
                  <a:cxn ang="0">
                    <a:pos x="T0" y="T1"/>
                  </a:cxn>
                  <a:cxn ang="0">
                    <a:pos x="T2" y="T3"/>
                  </a:cxn>
                  <a:cxn ang="0">
                    <a:pos x="T4" y="T5"/>
                  </a:cxn>
                </a:cxnLst>
                <a:rect l="0" t="0" r="r" b="b"/>
                <a:pathLst>
                  <a:path w="1" h="2">
                    <a:moveTo>
                      <a:pt x="0" y="0"/>
                    </a:moveTo>
                    <a:cubicBezTo>
                      <a:pt x="0" y="2"/>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7" name="Freeform 321"/>
              <p:cNvSpPr/>
              <p:nvPr/>
            </p:nvSpPr>
            <p:spPr bwMode="auto">
              <a:xfrm>
                <a:off x="3897" y="2822"/>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8" name="Freeform 322"/>
              <p:cNvSpPr/>
              <p:nvPr/>
            </p:nvSpPr>
            <p:spPr bwMode="auto">
              <a:xfrm>
                <a:off x="4007" y="2790"/>
                <a:ext cx="2" cy="4"/>
              </a:xfrm>
              <a:custGeom>
                <a:avLst/>
                <a:gdLst>
                  <a:gd name="T0" fmla="*/ 2 w 2"/>
                  <a:gd name="T1" fmla="*/ 4 h 4"/>
                  <a:gd name="T2" fmla="*/ 2 w 2"/>
                  <a:gd name="T3" fmla="*/ 4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2" y="4"/>
                    </a:lnTo>
                    <a:lnTo>
                      <a:pt x="0" y="0"/>
                    </a:lnTo>
                    <a:lnTo>
                      <a:pt x="2"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9" name="Freeform 323"/>
              <p:cNvSpPr/>
              <p:nvPr/>
            </p:nvSpPr>
            <p:spPr bwMode="auto">
              <a:xfrm>
                <a:off x="3971" y="2813"/>
                <a:ext cx="2" cy="4"/>
              </a:xfrm>
              <a:custGeom>
                <a:avLst/>
                <a:gdLst>
                  <a:gd name="T0" fmla="*/ 0 w 1"/>
                  <a:gd name="T1" fmla="*/ 0 h 2"/>
                  <a:gd name="T2" fmla="*/ 1 w 1"/>
                  <a:gd name="T3" fmla="*/ 1 h 2"/>
                  <a:gd name="T4" fmla="*/ 0 w 1"/>
                  <a:gd name="T5" fmla="*/ 0 h 2"/>
                </a:gdLst>
                <a:ahLst/>
                <a:cxnLst>
                  <a:cxn ang="0">
                    <a:pos x="T0" y="T1"/>
                  </a:cxn>
                  <a:cxn ang="0">
                    <a:pos x="T2" y="T3"/>
                  </a:cxn>
                  <a:cxn ang="0">
                    <a:pos x="T4" y="T5"/>
                  </a:cxn>
                </a:cxnLst>
                <a:rect l="0" t="0" r="r" b="b"/>
                <a:pathLst>
                  <a:path w="1" h="2">
                    <a:moveTo>
                      <a:pt x="0" y="0"/>
                    </a:moveTo>
                    <a:cubicBezTo>
                      <a:pt x="1" y="0"/>
                      <a:pt x="0" y="2"/>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0" name="Freeform 324"/>
              <p:cNvSpPr/>
              <p:nvPr/>
            </p:nvSpPr>
            <p:spPr bwMode="auto">
              <a:xfrm>
                <a:off x="3969" y="250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1" name="Freeform 325"/>
              <p:cNvSpPr/>
              <p:nvPr/>
            </p:nvSpPr>
            <p:spPr bwMode="auto">
              <a:xfrm>
                <a:off x="3850" y="28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2" name="Freeform 326"/>
              <p:cNvSpPr/>
              <p:nvPr/>
            </p:nvSpPr>
            <p:spPr bwMode="auto">
              <a:xfrm>
                <a:off x="3668" y="2060"/>
                <a:ext cx="8" cy="17"/>
              </a:xfrm>
              <a:custGeom>
                <a:avLst/>
                <a:gdLst>
                  <a:gd name="T0" fmla="*/ 4 w 4"/>
                  <a:gd name="T1" fmla="*/ 0 h 8"/>
                  <a:gd name="T2" fmla="*/ 0 w 4"/>
                  <a:gd name="T3" fmla="*/ 6 h 8"/>
                  <a:gd name="T4" fmla="*/ 4 w 4"/>
                  <a:gd name="T5" fmla="*/ 0 h 8"/>
                </a:gdLst>
                <a:ahLst/>
                <a:cxnLst>
                  <a:cxn ang="0">
                    <a:pos x="T0" y="T1"/>
                  </a:cxn>
                  <a:cxn ang="0">
                    <a:pos x="T2" y="T3"/>
                  </a:cxn>
                  <a:cxn ang="0">
                    <a:pos x="T4" y="T5"/>
                  </a:cxn>
                </a:cxnLst>
                <a:rect l="0" t="0" r="r" b="b"/>
                <a:pathLst>
                  <a:path w="4" h="8">
                    <a:moveTo>
                      <a:pt x="4" y="0"/>
                    </a:moveTo>
                    <a:cubicBezTo>
                      <a:pt x="2" y="1"/>
                      <a:pt x="1" y="5"/>
                      <a:pt x="0" y="6"/>
                    </a:cubicBezTo>
                    <a:cubicBezTo>
                      <a:pt x="1" y="8"/>
                      <a:pt x="3" y="1"/>
                      <a:pt x="4"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3" name="Freeform 327"/>
              <p:cNvSpPr/>
              <p:nvPr/>
            </p:nvSpPr>
            <p:spPr bwMode="auto">
              <a:xfrm>
                <a:off x="3837" y="232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4" name="Freeform 328"/>
              <p:cNvSpPr/>
              <p:nvPr/>
            </p:nvSpPr>
            <p:spPr bwMode="auto">
              <a:xfrm>
                <a:off x="3965" y="2504"/>
                <a:ext cx="4" cy="2"/>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1" y="0"/>
                      <a:pt x="1" y="0"/>
                      <a:pt x="1"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5" name="Freeform 329"/>
              <p:cNvSpPr/>
              <p:nvPr/>
            </p:nvSpPr>
            <p:spPr bwMode="auto">
              <a:xfrm>
                <a:off x="3973" y="2476"/>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0"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6" name="Freeform 330"/>
              <p:cNvSpPr/>
              <p:nvPr/>
            </p:nvSpPr>
            <p:spPr bwMode="auto">
              <a:xfrm>
                <a:off x="3965" y="2497"/>
                <a:ext cx="10" cy="4"/>
              </a:xfrm>
              <a:custGeom>
                <a:avLst/>
                <a:gdLst>
                  <a:gd name="T0" fmla="*/ 5 w 5"/>
                  <a:gd name="T1" fmla="*/ 1 h 2"/>
                  <a:gd name="T2" fmla="*/ 1 w 5"/>
                  <a:gd name="T3" fmla="*/ 2 h 2"/>
                  <a:gd name="T4" fmla="*/ 0 w 5"/>
                  <a:gd name="T5" fmla="*/ 2 h 2"/>
                  <a:gd name="T6" fmla="*/ 2 w 5"/>
                  <a:gd name="T7" fmla="*/ 2 h 2"/>
                  <a:gd name="T8" fmla="*/ 3 w 5"/>
                  <a:gd name="T9" fmla="*/ 1 h 2"/>
                  <a:gd name="T10" fmla="*/ 5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5" y="1"/>
                    </a:moveTo>
                    <a:cubicBezTo>
                      <a:pt x="4" y="0"/>
                      <a:pt x="2" y="1"/>
                      <a:pt x="1" y="2"/>
                    </a:cubicBezTo>
                    <a:cubicBezTo>
                      <a:pt x="1" y="2"/>
                      <a:pt x="1" y="2"/>
                      <a:pt x="0" y="2"/>
                    </a:cubicBezTo>
                    <a:cubicBezTo>
                      <a:pt x="1" y="2"/>
                      <a:pt x="2" y="2"/>
                      <a:pt x="2" y="2"/>
                    </a:cubicBezTo>
                    <a:cubicBezTo>
                      <a:pt x="2" y="2"/>
                      <a:pt x="4" y="2"/>
                      <a:pt x="3" y="1"/>
                    </a:cubicBezTo>
                    <a:cubicBezTo>
                      <a:pt x="4" y="1"/>
                      <a:pt x="5" y="1"/>
                      <a:pt x="5"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7" name="Freeform 331"/>
              <p:cNvSpPr/>
              <p:nvPr/>
            </p:nvSpPr>
            <p:spPr bwMode="auto">
              <a:xfrm>
                <a:off x="3835" y="2474"/>
                <a:ext cx="4" cy="0"/>
              </a:xfrm>
              <a:custGeom>
                <a:avLst/>
                <a:gdLst>
                  <a:gd name="T0" fmla="*/ 0 w 2"/>
                  <a:gd name="T1" fmla="*/ 1 w 2"/>
                  <a:gd name="T2" fmla="*/ 0 w 2"/>
                </a:gdLst>
                <a:ahLst/>
                <a:cxnLst>
                  <a:cxn ang="0">
                    <a:pos x="T0" y="0"/>
                  </a:cxn>
                  <a:cxn ang="0">
                    <a:pos x="T1" y="0"/>
                  </a:cxn>
                  <a:cxn ang="0">
                    <a:pos x="T2" y="0"/>
                  </a:cxn>
                </a:cxnLst>
                <a:rect l="0" t="0" r="r" b="b"/>
                <a:pathLst>
                  <a:path w="2">
                    <a:moveTo>
                      <a:pt x="0" y="0"/>
                    </a:moveTo>
                    <a:cubicBezTo>
                      <a:pt x="0" y="0"/>
                      <a:pt x="2"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8" name="Freeform 332"/>
              <p:cNvSpPr/>
              <p:nvPr/>
            </p:nvSpPr>
            <p:spPr bwMode="auto">
              <a:xfrm>
                <a:off x="3829" y="2345"/>
                <a:ext cx="4"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2" y="0"/>
                      <a:pt x="1" y="0"/>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9" name="Freeform 333"/>
              <p:cNvSpPr/>
              <p:nvPr/>
            </p:nvSpPr>
            <p:spPr bwMode="auto">
              <a:xfrm>
                <a:off x="3831" y="233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0" name="Freeform 334"/>
              <p:cNvSpPr/>
              <p:nvPr/>
            </p:nvSpPr>
            <p:spPr bwMode="auto">
              <a:xfrm>
                <a:off x="3850" y="2491"/>
                <a:ext cx="4" cy="2"/>
              </a:xfrm>
              <a:custGeom>
                <a:avLst/>
                <a:gdLst>
                  <a:gd name="T0" fmla="*/ 0 w 4"/>
                  <a:gd name="T1" fmla="*/ 2 h 2"/>
                  <a:gd name="T2" fmla="*/ 0 w 4"/>
                  <a:gd name="T3" fmla="*/ 2 h 2"/>
                  <a:gd name="T4" fmla="*/ 4 w 4"/>
                  <a:gd name="T5" fmla="*/ 0 h 2"/>
                  <a:gd name="T6" fmla="*/ 0 w 4"/>
                  <a:gd name="T7" fmla="*/ 2 h 2"/>
                </a:gdLst>
                <a:ahLst/>
                <a:cxnLst>
                  <a:cxn ang="0">
                    <a:pos x="T0" y="T1"/>
                  </a:cxn>
                  <a:cxn ang="0">
                    <a:pos x="T2" y="T3"/>
                  </a:cxn>
                  <a:cxn ang="0">
                    <a:pos x="T4" y="T5"/>
                  </a:cxn>
                  <a:cxn ang="0">
                    <a:pos x="T6" y="T7"/>
                  </a:cxn>
                </a:cxnLst>
                <a:rect l="0" t="0" r="r" b="b"/>
                <a:pathLst>
                  <a:path w="4" h="2">
                    <a:moveTo>
                      <a:pt x="0" y="2"/>
                    </a:moveTo>
                    <a:lnTo>
                      <a:pt x="0" y="2"/>
                    </a:lnTo>
                    <a:lnTo>
                      <a:pt x="4"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1" name="Freeform 335"/>
              <p:cNvSpPr/>
              <p:nvPr/>
            </p:nvSpPr>
            <p:spPr bwMode="auto">
              <a:xfrm>
                <a:off x="3835" y="233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2" name="Rectangle 336"/>
              <p:cNvSpPr>
                <a:spLocks noChangeArrowheads="1"/>
              </p:cNvSpPr>
              <p:nvPr/>
            </p:nvSpPr>
            <p:spPr bwMode="auto">
              <a:xfrm>
                <a:off x="3835" y="2434"/>
                <a:ext cx="2"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3" name="Freeform 337"/>
              <p:cNvSpPr/>
              <p:nvPr/>
            </p:nvSpPr>
            <p:spPr bwMode="auto">
              <a:xfrm>
                <a:off x="3831" y="2349"/>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2" y="0"/>
                      <a:pt x="2"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4" name="Freeform 338"/>
              <p:cNvSpPr/>
              <p:nvPr/>
            </p:nvSpPr>
            <p:spPr bwMode="auto">
              <a:xfrm>
                <a:off x="3602" y="1823"/>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5" name="Freeform 339"/>
              <p:cNvSpPr/>
              <p:nvPr/>
            </p:nvSpPr>
            <p:spPr bwMode="auto">
              <a:xfrm>
                <a:off x="3905" y="227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6" name="Freeform 340"/>
              <p:cNvSpPr/>
              <p:nvPr/>
            </p:nvSpPr>
            <p:spPr bwMode="auto">
              <a:xfrm>
                <a:off x="3778" y="297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7" name="Freeform 341"/>
              <p:cNvSpPr/>
              <p:nvPr/>
            </p:nvSpPr>
            <p:spPr bwMode="auto">
              <a:xfrm>
                <a:off x="3746" y="2826"/>
                <a:ext cx="399" cy="167"/>
              </a:xfrm>
              <a:custGeom>
                <a:avLst/>
                <a:gdLst>
                  <a:gd name="T0" fmla="*/ 154 w 188"/>
                  <a:gd name="T1" fmla="*/ 20 h 79"/>
                  <a:gd name="T2" fmla="*/ 145 w 188"/>
                  <a:gd name="T3" fmla="*/ 25 h 79"/>
                  <a:gd name="T4" fmla="*/ 108 w 188"/>
                  <a:gd name="T5" fmla="*/ 47 h 79"/>
                  <a:gd name="T6" fmla="*/ 94 w 188"/>
                  <a:gd name="T7" fmla="*/ 49 h 79"/>
                  <a:gd name="T8" fmla="*/ 84 w 188"/>
                  <a:gd name="T9" fmla="*/ 48 h 79"/>
                  <a:gd name="T10" fmla="*/ 64 w 188"/>
                  <a:gd name="T11" fmla="*/ 52 h 79"/>
                  <a:gd name="T12" fmla="*/ 52 w 188"/>
                  <a:gd name="T13" fmla="*/ 54 h 79"/>
                  <a:gd name="T14" fmla="*/ 33 w 188"/>
                  <a:gd name="T15" fmla="*/ 56 h 79"/>
                  <a:gd name="T16" fmla="*/ 23 w 188"/>
                  <a:gd name="T17" fmla="*/ 60 h 79"/>
                  <a:gd name="T18" fmla="*/ 12 w 188"/>
                  <a:gd name="T19" fmla="*/ 55 h 79"/>
                  <a:gd name="T20" fmla="*/ 5 w 188"/>
                  <a:gd name="T21" fmla="*/ 55 h 79"/>
                  <a:gd name="T22" fmla="*/ 5 w 188"/>
                  <a:gd name="T23" fmla="*/ 53 h 79"/>
                  <a:gd name="T24" fmla="*/ 4 w 188"/>
                  <a:gd name="T25" fmla="*/ 51 h 79"/>
                  <a:gd name="T26" fmla="*/ 3 w 188"/>
                  <a:gd name="T27" fmla="*/ 53 h 79"/>
                  <a:gd name="T28" fmla="*/ 3 w 188"/>
                  <a:gd name="T29" fmla="*/ 56 h 79"/>
                  <a:gd name="T30" fmla="*/ 0 w 188"/>
                  <a:gd name="T31" fmla="*/ 58 h 79"/>
                  <a:gd name="T32" fmla="*/ 2 w 188"/>
                  <a:gd name="T33" fmla="*/ 61 h 79"/>
                  <a:gd name="T34" fmla="*/ 13 w 188"/>
                  <a:gd name="T35" fmla="*/ 66 h 79"/>
                  <a:gd name="T36" fmla="*/ 15 w 188"/>
                  <a:gd name="T37" fmla="*/ 70 h 79"/>
                  <a:gd name="T38" fmla="*/ 16 w 188"/>
                  <a:gd name="T39" fmla="*/ 72 h 79"/>
                  <a:gd name="T40" fmla="*/ 18 w 188"/>
                  <a:gd name="T41" fmla="*/ 76 h 79"/>
                  <a:gd name="T42" fmla="*/ 21 w 188"/>
                  <a:gd name="T43" fmla="*/ 71 h 79"/>
                  <a:gd name="T44" fmla="*/ 26 w 188"/>
                  <a:gd name="T45" fmla="*/ 67 h 79"/>
                  <a:gd name="T46" fmla="*/ 27 w 188"/>
                  <a:gd name="T47" fmla="*/ 76 h 79"/>
                  <a:gd name="T48" fmla="*/ 30 w 188"/>
                  <a:gd name="T49" fmla="*/ 74 h 79"/>
                  <a:gd name="T50" fmla="*/ 31 w 188"/>
                  <a:gd name="T51" fmla="*/ 78 h 79"/>
                  <a:gd name="T52" fmla="*/ 35 w 188"/>
                  <a:gd name="T53" fmla="*/ 74 h 79"/>
                  <a:gd name="T54" fmla="*/ 38 w 188"/>
                  <a:gd name="T55" fmla="*/ 73 h 79"/>
                  <a:gd name="T56" fmla="*/ 42 w 188"/>
                  <a:gd name="T57" fmla="*/ 64 h 79"/>
                  <a:gd name="T58" fmla="*/ 43 w 188"/>
                  <a:gd name="T59" fmla="*/ 76 h 79"/>
                  <a:gd name="T60" fmla="*/ 51 w 188"/>
                  <a:gd name="T61" fmla="*/ 72 h 79"/>
                  <a:gd name="T62" fmla="*/ 57 w 188"/>
                  <a:gd name="T63" fmla="*/ 72 h 79"/>
                  <a:gd name="T64" fmla="*/ 61 w 188"/>
                  <a:gd name="T65" fmla="*/ 70 h 79"/>
                  <a:gd name="T66" fmla="*/ 70 w 188"/>
                  <a:gd name="T67" fmla="*/ 68 h 79"/>
                  <a:gd name="T68" fmla="*/ 75 w 188"/>
                  <a:gd name="T69" fmla="*/ 71 h 79"/>
                  <a:gd name="T70" fmla="*/ 77 w 188"/>
                  <a:gd name="T71" fmla="*/ 68 h 79"/>
                  <a:gd name="T72" fmla="*/ 80 w 188"/>
                  <a:gd name="T73" fmla="*/ 68 h 79"/>
                  <a:gd name="T74" fmla="*/ 81 w 188"/>
                  <a:gd name="T75" fmla="*/ 66 h 79"/>
                  <a:gd name="T76" fmla="*/ 86 w 188"/>
                  <a:gd name="T77" fmla="*/ 67 h 79"/>
                  <a:gd name="T78" fmla="*/ 92 w 188"/>
                  <a:gd name="T79" fmla="*/ 65 h 79"/>
                  <a:gd name="T80" fmla="*/ 98 w 188"/>
                  <a:gd name="T81" fmla="*/ 64 h 79"/>
                  <a:gd name="T82" fmla="*/ 104 w 188"/>
                  <a:gd name="T83" fmla="*/ 60 h 79"/>
                  <a:gd name="T84" fmla="*/ 107 w 188"/>
                  <a:gd name="T85" fmla="*/ 62 h 79"/>
                  <a:gd name="T86" fmla="*/ 108 w 188"/>
                  <a:gd name="T87" fmla="*/ 62 h 79"/>
                  <a:gd name="T88" fmla="*/ 114 w 188"/>
                  <a:gd name="T89" fmla="*/ 59 h 79"/>
                  <a:gd name="T90" fmla="*/ 119 w 188"/>
                  <a:gd name="T91" fmla="*/ 59 h 79"/>
                  <a:gd name="T92" fmla="*/ 122 w 188"/>
                  <a:gd name="T93" fmla="*/ 52 h 79"/>
                  <a:gd name="T94" fmla="*/ 126 w 188"/>
                  <a:gd name="T95" fmla="*/ 52 h 79"/>
                  <a:gd name="T96" fmla="*/ 132 w 188"/>
                  <a:gd name="T97" fmla="*/ 50 h 79"/>
                  <a:gd name="T98" fmla="*/ 139 w 188"/>
                  <a:gd name="T99" fmla="*/ 45 h 79"/>
                  <a:gd name="T100" fmla="*/ 143 w 188"/>
                  <a:gd name="T101" fmla="*/ 43 h 79"/>
                  <a:gd name="T102" fmla="*/ 156 w 188"/>
                  <a:gd name="T103" fmla="*/ 39 h 79"/>
                  <a:gd name="T104" fmla="*/ 160 w 188"/>
                  <a:gd name="T105" fmla="*/ 37 h 79"/>
                  <a:gd name="T106" fmla="*/ 167 w 188"/>
                  <a:gd name="T107" fmla="*/ 26 h 79"/>
                  <a:gd name="T108" fmla="*/ 172 w 188"/>
                  <a:gd name="T109" fmla="*/ 21 h 79"/>
                  <a:gd name="T110" fmla="*/ 180 w 188"/>
                  <a:gd name="T11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79">
                    <a:moveTo>
                      <a:pt x="180" y="0"/>
                    </a:moveTo>
                    <a:cubicBezTo>
                      <a:pt x="179" y="5"/>
                      <a:pt x="175" y="6"/>
                      <a:pt x="171" y="7"/>
                    </a:cubicBezTo>
                    <a:cubicBezTo>
                      <a:pt x="170" y="8"/>
                      <a:pt x="169" y="10"/>
                      <a:pt x="168" y="10"/>
                    </a:cubicBezTo>
                    <a:cubicBezTo>
                      <a:pt x="164" y="15"/>
                      <a:pt x="157" y="14"/>
                      <a:pt x="154" y="19"/>
                    </a:cubicBezTo>
                    <a:cubicBezTo>
                      <a:pt x="155" y="19"/>
                      <a:pt x="155" y="20"/>
                      <a:pt x="155" y="21"/>
                    </a:cubicBezTo>
                    <a:cubicBezTo>
                      <a:pt x="154" y="20"/>
                      <a:pt x="154" y="20"/>
                      <a:pt x="154" y="20"/>
                    </a:cubicBezTo>
                    <a:cubicBezTo>
                      <a:pt x="155" y="22"/>
                      <a:pt x="155" y="22"/>
                      <a:pt x="155" y="22"/>
                    </a:cubicBezTo>
                    <a:cubicBezTo>
                      <a:pt x="155" y="22"/>
                      <a:pt x="154" y="20"/>
                      <a:pt x="154" y="20"/>
                    </a:cubicBezTo>
                    <a:cubicBezTo>
                      <a:pt x="152" y="21"/>
                      <a:pt x="151" y="23"/>
                      <a:pt x="149" y="23"/>
                    </a:cubicBezTo>
                    <a:cubicBezTo>
                      <a:pt x="149" y="25"/>
                      <a:pt x="148" y="24"/>
                      <a:pt x="149" y="26"/>
                    </a:cubicBezTo>
                    <a:cubicBezTo>
                      <a:pt x="148" y="25"/>
                      <a:pt x="148" y="25"/>
                      <a:pt x="148" y="25"/>
                    </a:cubicBezTo>
                    <a:cubicBezTo>
                      <a:pt x="147" y="27"/>
                      <a:pt x="147" y="27"/>
                      <a:pt x="145" y="25"/>
                    </a:cubicBezTo>
                    <a:cubicBezTo>
                      <a:pt x="139" y="27"/>
                      <a:pt x="134" y="30"/>
                      <a:pt x="128" y="32"/>
                    </a:cubicBezTo>
                    <a:cubicBezTo>
                      <a:pt x="123" y="34"/>
                      <a:pt x="118" y="39"/>
                      <a:pt x="112" y="41"/>
                    </a:cubicBezTo>
                    <a:cubicBezTo>
                      <a:pt x="112" y="45"/>
                      <a:pt x="111" y="43"/>
                      <a:pt x="110" y="47"/>
                    </a:cubicBezTo>
                    <a:cubicBezTo>
                      <a:pt x="110" y="46"/>
                      <a:pt x="110" y="46"/>
                      <a:pt x="110" y="46"/>
                    </a:cubicBezTo>
                    <a:cubicBezTo>
                      <a:pt x="110" y="47"/>
                      <a:pt x="109" y="46"/>
                      <a:pt x="107" y="45"/>
                    </a:cubicBezTo>
                    <a:cubicBezTo>
                      <a:pt x="108" y="46"/>
                      <a:pt x="107" y="45"/>
                      <a:pt x="108" y="47"/>
                    </a:cubicBezTo>
                    <a:cubicBezTo>
                      <a:pt x="108" y="49"/>
                      <a:pt x="106" y="45"/>
                      <a:pt x="106" y="46"/>
                    </a:cubicBezTo>
                    <a:cubicBezTo>
                      <a:pt x="105" y="45"/>
                      <a:pt x="106" y="47"/>
                      <a:pt x="106" y="46"/>
                    </a:cubicBezTo>
                    <a:cubicBezTo>
                      <a:pt x="105" y="49"/>
                      <a:pt x="106" y="45"/>
                      <a:pt x="103" y="44"/>
                    </a:cubicBezTo>
                    <a:cubicBezTo>
                      <a:pt x="101" y="45"/>
                      <a:pt x="98" y="48"/>
                      <a:pt x="95" y="47"/>
                    </a:cubicBezTo>
                    <a:cubicBezTo>
                      <a:pt x="95" y="47"/>
                      <a:pt x="96" y="49"/>
                      <a:pt x="96" y="49"/>
                    </a:cubicBezTo>
                    <a:cubicBezTo>
                      <a:pt x="95" y="46"/>
                      <a:pt x="95" y="50"/>
                      <a:pt x="94" y="49"/>
                    </a:cubicBezTo>
                    <a:cubicBezTo>
                      <a:pt x="94" y="48"/>
                      <a:pt x="94" y="48"/>
                      <a:pt x="94" y="48"/>
                    </a:cubicBezTo>
                    <a:cubicBezTo>
                      <a:pt x="93" y="47"/>
                      <a:pt x="92" y="49"/>
                      <a:pt x="91" y="48"/>
                    </a:cubicBezTo>
                    <a:cubicBezTo>
                      <a:pt x="90" y="49"/>
                      <a:pt x="88" y="47"/>
                      <a:pt x="88" y="49"/>
                    </a:cubicBezTo>
                    <a:cubicBezTo>
                      <a:pt x="88" y="47"/>
                      <a:pt x="87" y="48"/>
                      <a:pt x="87" y="47"/>
                    </a:cubicBezTo>
                    <a:cubicBezTo>
                      <a:pt x="87" y="51"/>
                      <a:pt x="84" y="46"/>
                      <a:pt x="84" y="49"/>
                    </a:cubicBezTo>
                    <a:cubicBezTo>
                      <a:pt x="84" y="48"/>
                      <a:pt x="84" y="48"/>
                      <a:pt x="84" y="48"/>
                    </a:cubicBezTo>
                    <a:cubicBezTo>
                      <a:pt x="81" y="49"/>
                      <a:pt x="77" y="49"/>
                      <a:pt x="74" y="51"/>
                    </a:cubicBezTo>
                    <a:cubicBezTo>
                      <a:pt x="73" y="52"/>
                      <a:pt x="70" y="48"/>
                      <a:pt x="69" y="50"/>
                    </a:cubicBezTo>
                    <a:cubicBezTo>
                      <a:pt x="68" y="52"/>
                      <a:pt x="68" y="52"/>
                      <a:pt x="68" y="52"/>
                    </a:cubicBezTo>
                    <a:cubicBezTo>
                      <a:pt x="68" y="52"/>
                      <a:pt x="68" y="51"/>
                      <a:pt x="68" y="51"/>
                    </a:cubicBezTo>
                    <a:cubicBezTo>
                      <a:pt x="67" y="52"/>
                      <a:pt x="66" y="51"/>
                      <a:pt x="65" y="51"/>
                    </a:cubicBezTo>
                    <a:cubicBezTo>
                      <a:pt x="65" y="51"/>
                      <a:pt x="64" y="52"/>
                      <a:pt x="64" y="52"/>
                    </a:cubicBezTo>
                    <a:cubicBezTo>
                      <a:pt x="63" y="50"/>
                      <a:pt x="61" y="54"/>
                      <a:pt x="60" y="52"/>
                    </a:cubicBezTo>
                    <a:cubicBezTo>
                      <a:pt x="61" y="55"/>
                      <a:pt x="59" y="54"/>
                      <a:pt x="59" y="55"/>
                    </a:cubicBezTo>
                    <a:cubicBezTo>
                      <a:pt x="58" y="55"/>
                      <a:pt x="58" y="54"/>
                      <a:pt x="58" y="53"/>
                    </a:cubicBezTo>
                    <a:cubicBezTo>
                      <a:pt x="57" y="53"/>
                      <a:pt x="57" y="54"/>
                      <a:pt x="56" y="53"/>
                    </a:cubicBezTo>
                    <a:cubicBezTo>
                      <a:pt x="55" y="53"/>
                      <a:pt x="55" y="55"/>
                      <a:pt x="54" y="55"/>
                    </a:cubicBezTo>
                    <a:cubicBezTo>
                      <a:pt x="54" y="52"/>
                      <a:pt x="53" y="54"/>
                      <a:pt x="52" y="54"/>
                    </a:cubicBezTo>
                    <a:cubicBezTo>
                      <a:pt x="52" y="56"/>
                      <a:pt x="52" y="57"/>
                      <a:pt x="51" y="56"/>
                    </a:cubicBezTo>
                    <a:cubicBezTo>
                      <a:pt x="51" y="54"/>
                      <a:pt x="51" y="54"/>
                      <a:pt x="51" y="54"/>
                    </a:cubicBezTo>
                    <a:cubicBezTo>
                      <a:pt x="49" y="56"/>
                      <a:pt x="46" y="53"/>
                      <a:pt x="43" y="56"/>
                    </a:cubicBezTo>
                    <a:cubicBezTo>
                      <a:pt x="43" y="54"/>
                      <a:pt x="43" y="54"/>
                      <a:pt x="43" y="54"/>
                    </a:cubicBezTo>
                    <a:cubicBezTo>
                      <a:pt x="41" y="56"/>
                      <a:pt x="38" y="54"/>
                      <a:pt x="36" y="57"/>
                    </a:cubicBezTo>
                    <a:cubicBezTo>
                      <a:pt x="35" y="56"/>
                      <a:pt x="34" y="56"/>
                      <a:pt x="33" y="56"/>
                    </a:cubicBezTo>
                    <a:cubicBezTo>
                      <a:pt x="32" y="57"/>
                      <a:pt x="32" y="57"/>
                      <a:pt x="31" y="59"/>
                    </a:cubicBezTo>
                    <a:cubicBezTo>
                      <a:pt x="31" y="59"/>
                      <a:pt x="31" y="58"/>
                      <a:pt x="31" y="57"/>
                    </a:cubicBezTo>
                    <a:cubicBezTo>
                      <a:pt x="30" y="57"/>
                      <a:pt x="29" y="54"/>
                      <a:pt x="28" y="57"/>
                    </a:cubicBezTo>
                    <a:cubicBezTo>
                      <a:pt x="28" y="55"/>
                      <a:pt x="28" y="55"/>
                      <a:pt x="28" y="55"/>
                    </a:cubicBezTo>
                    <a:cubicBezTo>
                      <a:pt x="27" y="57"/>
                      <a:pt x="25" y="58"/>
                      <a:pt x="25" y="57"/>
                    </a:cubicBezTo>
                    <a:cubicBezTo>
                      <a:pt x="24" y="58"/>
                      <a:pt x="23" y="58"/>
                      <a:pt x="23" y="60"/>
                    </a:cubicBezTo>
                    <a:cubicBezTo>
                      <a:pt x="23" y="60"/>
                      <a:pt x="23" y="57"/>
                      <a:pt x="23" y="59"/>
                    </a:cubicBezTo>
                    <a:cubicBezTo>
                      <a:pt x="23" y="57"/>
                      <a:pt x="23" y="57"/>
                      <a:pt x="23" y="57"/>
                    </a:cubicBezTo>
                    <a:cubicBezTo>
                      <a:pt x="21" y="56"/>
                      <a:pt x="19" y="56"/>
                      <a:pt x="17" y="57"/>
                    </a:cubicBezTo>
                    <a:cubicBezTo>
                      <a:pt x="17" y="55"/>
                      <a:pt x="15" y="57"/>
                      <a:pt x="14" y="55"/>
                    </a:cubicBezTo>
                    <a:cubicBezTo>
                      <a:pt x="13" y="56"/>
                      <a:pt x="13" y="54"/>
                      <a:pt x="11" y="56"/>
                    </a:cubicBezTo>
                    <a:cubicBezTo>
                      <a:pt x="12" y="55"/>
                      <a:pt x="12" y="55"/>
                      <a:pt x="12" y="55"/>
                    </a:cubicBezTo>
                    <a:cubicBezTo>
                      <a:pt x="11" y="54"/>
                      <a:pt x="10" y="54"/>
                      <a:pt x="9" y="53"/>
                    </a:cubicBezTo>
                    <a:cubicBezTo>
                      <a:pt x="9" y="52"/>
                      <a:pt x="8" y="54"/>
                      <a:pt x="7" y="54"/>
                    </a:cubicBezTo>
                    <a:cubicBezTo>
                      <a:pt x="8" y="53"/>
                      <a:pt x="8" y="53"/>
                      <a:pt x="8" y="53"/>
                    </a:cubicBezTo>
                    <a:cubicBezTo>
                      <a:pt x="8" y="53"/>
                      <a:pt x="7" y="54"/>
                      <a:pt x="6" y="55"/>
                    </a:cubicBezTo>
                    <a:cubicBezTo>
                      <a:pt x="6" y="54"/>
                      <a:pt x="6" y="54"/>
                      <a:pt x="6" y="54"/>
                    </a:cubicBezTo>
                    <a:cubicBezTo>
                      <a:pt x="5" y="55"/>
                      <a:pt x="5" y="55"/>
                      <a:pt x="5" y="55"/>
                    </a:cubicBezTo>
                    <a:cubicBezTo>
                      <a:pt x="5" y="55"/>
                      <a:pt x="5" y="56"/>
                      <a:pt x="5" y="56"/>
                    </a:cubicBezTo>
                    <a:cubicBezTo>
                      <a:pt x="5" y="55"/>
                      <a:pt x="4" y="56"/>
                      <a:pt x="4" y="54"/>
                    </a:cubicBezTo>
                    <a:cubicBezTo>
                      <a:pt x="5" y="54"/>
                      <a:pt x="7" y="53"/>
                      <a:pt x="8" y="52"/>
                    </a:cubicBezTo>
                    <a:cubicBezTo>
                      <a:pt x="8" y="51"/>
                      <a:pt x="5" y="53"/>
                      <a:pt x="6" y="52"/>
                    </a:cubicBezTo>
                    <a:cubicBezTo>
                      <a:pt x="6" y="51"/>
                      <a:pt x="6" y="51"/>
                      <a:pt x="5" y="51"/>
                    </a:cubicBezTo>
                    <a:cubicBezTo>
                      <a:pt x="5" y="52"/>
                      <a:pt x="5" y="52"/>
                      <a:pt x="5" y="53"/>
                    </a:cubicBezTo>
                    <a:cubicBezTo>
                      <a:pt x="5" y="53"/>
                      <a:pt x="5" y="52"/>
                      <a:pt x="5" y="52"/>
                    </a:cubicBezTo>
                    <a:cubicBezTo>
                      <a:pt x="4" y="52"/>
                      <a:pt x="4" y="52"/>
                      <a:pt x="4" y="52"/>
                    </a:cubicBezTo>
                    <a:cubicBezTo>
                      <a:pt x="4" y="52"/>
                      <a:pt x="4" y="52"/>
                      <a:pt x="5" y="52"/>
                    </a:cubicBezTo>
                    <a:cubicBezTo>
                      <a:pt x="5" y="51"/>
                      <a:pt x="5" y="51"/>
                      <a:pt x="5" y="51"/>
                    </a:cubicBezTo>
                    <a:cubicBezTo>
                      <a:pt x="4" y="52"/>
                      <a:pt x="4" y="52"/>
                      <a:pt x="4" y="52"/>
                    </a:cubicBezTo>
                    <a:cubicBezTo>
                      <a:pt x="4" y="51"/>
                      <a:pt x="4" y="51"/>
                      <a:pt x="4" y="51"/>
                    </a:cubicBezTo>
                    <a:cubicBezTo>
                      <a:pt x="3" y="51"/>
                      <a:pt x="3" y="51"/>
                      <a:pt x="2" y="50"/>
                    </a:cubicBezTo>
                    <a:cubicBezTo>
                      <a:pt x="1" y="52"/>
                      <a:pt x="4" y="46"/>
                      <a:pt x="0" y="55"/>
                    </a:cubicBezTo>
                    <a:cubicBezTo>
                      <a:pt x="1" y="55"/>
                      <a:pt x="1" y="55"/>
                      <a:pt x="1" y="55"/>
                    </a:cubicBezTo>
                    <a:cubicBezTo>
                      <a:pt x="2" y="54"/>
                      <a:pt x="2" y="54"/>
                      <a:pt x="2" y="54"/>
                    </a:cubicBezTo>
                    <a:cubicBezTo>
                      <a:pt x="2" y="54"/>
                      <a:pt x="3" y="54"/>
                      <a:pt x="3" y="54"/>
                    </a:cubicBezTo>
                    <a:cubicBezTo>
                      <a:pt x="3" y="54"/>
                      <a:pt x="3" y="53"/>
                      <a:pt x="3" y="53"/>
                    </a:cubicBezTo>
                    <a:cubicBezTo>
                      <a:pt x="3" y="53"/>
                      <a:pt x="3" y="54"/>
                      <a:pt x="3" y="53"/>
                    </a:cubicBezTo>
                    <a:cubicBezTo>
                      <a:pt x="3" y="52"/>
                      <a:pt x="4" y="51"/>
                      <a:pt x="4" y="53"/>
                    </a:cubicBezTo>
                    <a:cubicBezTo>
                      <a:pt x="4" y="54"/>
                      <a:pt x="4" y="54"/>
                      <a:pt x="4" y="55"/>
                    </a:cubicBezTo>
                    <a:cubicBezTo>
                      <a:pt x="4" y="55"/>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5"/>
                      <a:pt x="3" y="55"/>
                    </a:cubicBezTo>
                    <a:cubicBezTo>
                      <a:pt x="2" y="55"/>
                      <a:pt x="2" y="56"/>
                      <a:pt x="1" y="56"/>
                    </a:cubicBezTo>
                    <a:cubicBezTo>
                      <a:pt x="2" y="56"/>
                      <a:pt x="2" y="56"/>
                      <a:pt x="2" y="56"/>
                    </a:cubicBezTo>
                    <a:cubicBezTo>
                      <a:pt x="0" y="58"/>
                      <a:pt x="0" y="58"/>
                      <a:pt x="0" y="58"/>
                    </a:cubicBezTo>
                    <a:cubicBezTo>
                      <a:pt x="2" y="57"/>
                      <a:pt x="2" y="57"/>
                      <a:pt x="3" y="58"/>
                    </a:cubicBezTo>
                    <a:cubicBezTo>
                      <a:pt x="3" y="58"/>
                      <a:pt x="3" y="58"/>
                      <a:pt x="3" y="58"/>
                    </a:cubicBezTo>
                    <a:cubicBezTo>
                      <a:pt x="3" y="58"/>
                      <a:pt x="3" y="58"/>
                      <a:pt x="3" y="58"/>
                    </a:cubicBezTo>
                    <a:cubicBezTo>
                      <a:pt x="3" y="58"/>
                      <a:pt x="3" y="58"/>
                      <a:pt x="3" y="58"/>
                    </a:cubicBezTo>
                    <a:cubicBezTo>
                      <a:pt x="3" y="60"/>
                      <a:pt x="4" y="57"/>
                      <a:pt x="4" y="58"/>
                    </a:cubicBezTo>
                    <a:cubicBezTo>
                      <a:pt x="4" y="58"/>
                      <a:pt x="2" y="60"/>
                      <a:pt x="2" y="61"/>
                    </a:cubicBezTo>
                    <a:cubicBezTo>
                      <a:pt x="3" y="62"/>
                      <a:pt x="6" y="61"/>
                      <a:pt x="6" y="63"/>
                    </a:cubicBezTo>
                    <a:cubicBezTo>
                      <a:pt x="7" y="63"/>
                      <a:pt x="8" y="63"/>
                      <a:pt x="9" y="62"/>
                    </a:cubicBezTo>
                    <a:cubicBezTo>
                      <a:pt x="10" y="62"/>
                      <a:pt x="8" y="65"/>
                      <a:pt x="9" y="64"/>
                    </a:cubicBezTo>
                    <a:cubicBezTo>
                      <a:pt x="9" y="65"/>
                      <a:pt x="9" y="66"/>
                      <a:pt x="8" y="66"/>
                    </a:cubicBezTo>
                    <a:cubicBezTo>
                      <a:pt x="9" y="66"/>
                      <a:pt x="10" y="67"/>
                      <a:pt x="10" y="65"/>
                    </a:cubicBezTo>
                    <a:cubicBezTo>
                      <a:pt x="11" y="66"/>
                      <a:pt x="12" y="67"/>
                      <a:pt x="13" y="66"/>
                    </a:cubicBezTo>
                    <a:cubicBezTo>
                      <a:pt x="13" y="66"/>
                      <a:pt x="12" y="68"/>
                      <a:pt x="12" y="69"/>
                    </a:cubicBezTo>
                    <a:cubicBezTo>
                      <a:pt x="13" y="67"/>
                      <a:pt x="15" y="67"/>
                      <a:pt x="15" y="67"/>
                    </a:cubicBezTo>
                    <a:cubicBezTo>
                      <a:pt x="16" y="66"/>
                      <a:pt x="16" y="66"/>
                      <a:pt x="16" y="64"/>
                    </a:cubicBezTo>
                    <a:cubicBezTo>
                      <a:pt x="16" y="64"/>
                      <a:pt x="17" y="63"/>
                      <a:pt x="17" y="63"/>
                    </a:cubicBezTo>
                    <a:cubicBezTo>
                      <a:pt x="17" y="65"/>
                      <a:pt x="16" y="68"/>
                      <a:pt x="17" y="68"/>
                    </a:cubicBezTo>
                    <a:cubicBezTo>
                      <a:pt x="16" y="71"/>
                      <a:pt x="15" y="67"/>
                      <a:pt x="15" y="70"/>
                    </a:cubicBezTo>
                    <a:cubicBezTo>
                      <a:pt x="14" y="72"/>
                      <a:pt x="12" y="72"/>
                      <a:pt x="12" y="70"/>
                    </a:cubicBezTo>
                    <a:cubicBezTo>
                      <a:pt x="11" y="73"/>
                      <a:pt x="13" y="71"/>
                      <a:pt x="12" y="73"/>
                    </a:cubicBezTo>
                    <a:cubicBezTo>
                      <a:pt x="13" y="73"/>
                      <a:pt x="14" y="72"/>
                      <a:pt x="15" y="72"/>
                    </a:cubicBezTo>
                    <a:cubicBezTo>
                      <a:pt x="15" y="71"/>
                      <a:pt x="15" y="70"/>
                      <a:pt x="16" y="70"/>
                    </a:cubicBezTo>
                    <a:cubicBezTo>
                      <a:pt x="17" y="67"/>
                      <a:pt x="16" y="72"/>
                      <a:pt x="17" y="72"/>
                    </a:cubicBezTo>
                    <a:cubicBezTo>
                      <a:pt x="16" y="72"/>
                      <a:pt x="16" y="72"/>
                      <a:pt x="16" y="72"/>
                    </a:cubicBezTo>
                    <a:cubicBezTo>
                      <a:pt x="16" y="73"/>
                      <a:pt x="17" y="72"/>
                      <a:pt x="18" y="72"/>
                    </a:cubicBezTo>
                    <a:cubicBezTo>
                      <a:pt x="17" y="75"/>
                      <a:pt x="17" y="72"/>
                      <a:pt x="16" y="74"/>
                    </a:cubicBezTo>
                    <a:cubicBezTo>
                      <a:pt x="16" y="76"/>
                      <a:pt x="16" y="76"/>
                      <a:pt x="16" y="76"/>
                    </a:cubicBezTo>
                    <a:cubicBezTo>
                      <a:pt x="17" y="77"/>
                      <a:pt x="17" y="74"/>
                      <a:pt x="18" y="75"/>
                    </a:cubicBezTo>
                    <a:cubicBezTo>
                      <a:pt x="17" y="76"/>
                      <a:pt x="17" y="76"/>
                      <a:pt x="17" y="76"/>
                    </a:cubicBezTo>
                    <a:cubicBezTo>
                      <a:pt x="18" y="76"/>
                      <a:pt x="18" y="76"/>
                      <a:pt x="18" y="76"/>
                    </a:cubicBezTo>
                    <a:cubicBezTo>
                      <a:pt x="18" y="74"/>
                      <a:pt x="19" y="73"/>
                      <a:pt x="18" y="73"/>
                    </a:cubicBezTo>
                    <a:cubicBezTo>
                      <a:pt x="19" y="70"/>
                      <a:pt x="19" y="72"/>
                      <a:pt x="20" y="72"/>
                    </a:cubicBezTo>
                    <a:cubicBezTo>
                      <a:pt x="20" y="70"/>
                      <a:pt x="19" y="72"/>
                      <a:pt x="20" y="70"/>
                    </a:cubicBezTo>
                    <a:cubicBezTo>
                      <a:pt x="20" y="69"/>
                      <a:pt x="20" y="69"/>
                      <a:pt x="21" y="69"/>
                    </a:cubicBezTo>
                    <a:cubicBezTo>
                      <a:pt x="22" y="69"/>
                      <a:pt x="21" y="71"/>
                      <a:pt x="21" y="72"/>
                    </a:cubicBezTo>
                    <a:cubicBezTo>
                      <a:pt x="21" y="72"/>
                      <a:pt x="20" y="72"/>
                      <a:pt x="21" y="71"/>
                    </a:cubicBezTo>
                    <a:cubicBezTo>
                      <a:pt x="19" y="73"/>
                      <a:pt x="20" y="75"/>
                      <a:pt x="19" y="76"/>
                    </a:cubicBezTo>
                    <a:cubicBezTo>
                      <a:pt x="20" y="77"/>
                      <a:pt x="20" y="75"/>
                      <a:pt x="21" y="75"/>
                    </a:cubicBezTo>
                    <a:cubicBezTo>
                      <a:pt x="21" y="74"/>
                      <a:pt x="21" y="73"/>
                      <a:pt x="21" y="72"/>
                    </a:cubicBezTo>
                    <a:cubicBezTo>
                      <a:pt x="23" y="68"/>
                      <a:pt x="21" y="76"/>
                      <a:pt x="23" y="75"/>
                    </a:cubicBezTo>
                    <a:cubicBezTo>
                      <a:pt x="23" y="72"/>
                      <a:pt x="25" y="71"/>
                      <a:pt x="25" y="68"/>
                    </a:cubicBezTo>
                    <a:cubicBezTo>
                      <a:pt x="25" y="67"/>
                      <a:pt x="25" y="66"/>
                      <a:pt x="26" y="67"/>
                    </a:cubicBezTo>
                    <a:cubicBezTo>
                      <a:pt x="25" y="69"/>
                      <a:pt x="26" y="68"/>
                      <a:pt x="25" y="70"/>
                    </a:cubicBezTo>
                    <a:cubicBezTo>
                      <a:pt x="25" y="70"/>
                      <a:pt x="25" y="70"/>
                      <a:pt x="25" y="70"/>
                    </a:cubicBezTo>
                    <a:cubicBezTo>
                      <a:pt x="24" y="73"/>
                      <a:pt x="24" y="73"/>
                      <a:pt x="24" y="73"/>
                    </a:cubicBezTo>
                    <a:cubicBezTo>
                      <a:pt x="25" y="74"/>
                      <a:pt x="25" y="76"/>
                      <a:pt x="26" y="77"/>
                    </a:cubicBezTo>
                    <a:cubicBezTo>
                      <a:pt x="26" y="76"/>
                      <a:pt x="26" y="75"/>
                      <a:pt x="26" y="74"/>
                    </a:cubicBezTo>
                    <a:cubicBezTo>
                      <a:pt x="26" y="75"/>
                      <a:pt x="26" y="76"/>
                      <a:pt x="27" y="76"/>
                    </a:cubicBezTo>
                    <a:cubicBezTo>
                      <a:pt x="26" y="76"/>
                      <a:pt x="27" y="74"/>
                      <a:pt x="27" y="73"/>
                    </a:cubicBezTo>
                    <a:cubicBezTo>
                      <a:pt x="28" y="73"/>
                      <a:pt x="28" y="75"/>
                      <a:pt x="28" y="76"/>
                    </a:cubicBezTo>
                    <a:cubicBezTo>
                      <a:pt x="27" y="77"/>
                      <a:pt x="27" y="77"/>
                      <a:pt x="27" y="77"/>
                    </a:cubicBezTo>
                    <a:cubicBezTo>
                      <a:pt x="28" y="76"/>
                      <a:pt x="28" y="78"/>
                      <a:pt x="28" y="78"/>
                    </a:cubicBezTo>
                    <a:cubicBezTo>
                      <a:pt x="28" y="76"/>
                      <a:pt x="29" y="75"/>
                      <a:pt x="29" y="73"/>
                    </a:cubicBezTo>
                    <a:cubicBezTo>
                      <a:pt x="30" y="73"/>
                      <a:pt x="30" y="74"/>
                      <a:pt x="30" y="74"/>
                    </a:cubicBezTo>
                    <a:cubicBezTo>
                      <a:pt x="29" y="75"/>
                      <a:pt x="29" y="75"/>
                      <a:pt x="29" y="75"/>
                    </a:cubicBezTo>
                    <a:cubicBezTo>
                      <a:pt x="30" y="75"/>
                      <a:pt x="29" y="78"/>
                      <a:pt x="30" y="78"/>
                    </a:cubicBezTo>
                    <a:cubicBezTo>
                      <a:pt x="30" y="76"/>
                      <a:pt x="30" y="76"/>
                      <a:pt x="30" y="76"/>
                    </a:cubicBezTo>
                    <a:cubicBezTo>
                      <a:pt x="30" y="78"/>
                      <a:pt x="30" y="78"/>
                      <a:pt x="30" y="78"/>
                    </a:cubicBezTo>
                    <a:cubicBezTo>
                      <a:pt x="31" y="77"/>
                      <a:pt x="31" y="77"/>
                      <a:pt x="31" y="76"/>
                    </a:cubicBezTo>
                    <a:cubicBezTo>
                      <a:pt x="31" y="78"/>
                      <a:pt x="31" y="78"/>
                      <a:pt x="31" y="78"/>
                    </a:cubicBezTo>
                    <a:cubicBezTo>
                      <a:pt x="32" y="77"/>
                      <a:pt x="32" y="75"/>
                      <a:pt x="33" y="77"/>
                    </a:cubicBezTo>
                    <a:cubicBezTo>
                      <a:pt x="32" y="74"/>
                      <a:pt x="32" y="77"/>
                      <a:pt x="32" y="75"/>
                    </a:cubicBezTo>
                    <a:cubicBezTo>
                      <a:pt x="31" y="73"/>
                      <a:pt x="32" y="74"/>
                      <a:pt x="33" y="73"/>
                    </a:cubicBezTo>
                    <a:cubicBezTo>
                      <a:pt x="32" y="76"/>
                      <a:pt x="33" y="74"/>
                      <a:pt x="34" y="74"/>
                    </a:cubicBezTo>
                    <a:cubicBezTo>
                      <a:pt x="34" y="75"/>
                      <a:pt x="34" y="75"/>
                      <a:pt x="34" y="76"/>
                    </a:cubicBezTo>
                    <a:cubicBezTo>
                      <a:pt x="35" y="74"/>
                      <a:pt x="35" y="74"/>
                      <a:pt x="35" y="74"/>
                    </a:cubicBezTo>
                    <a:cubicBezTo>
                      <a:pt x="35" y="78"/>
                      <a:pt x="36" y="73"/>
                      <a:pt x="36" y="74"/>
                    </a:cubicBezTo>
                    <a:cubicBezTo>
                      <a:pt x="36" y="75"/>
                      <a:pt x="36" y="77"/>
                      <a:pt x="36" y="77"/>
                    </a:cubicBezTo>
                    <a:cubicBezTo>
                      <a:pt x="36" y="75"/>
                      <a:pt x="37" y="74"/>
                      <a:pt x="37" y="72"/>
                    </a:cubicBezTo>
                    <a:cubicBezTo>
                      <a:pt x="38" y="73"/>
                      <a:pt x="36" y="76"/>
                      <a:pt x="37" y="78"/>
                    </a:cubicBezTo>
                    <a:cubicBezTo>
                      <a:pt x="37" y="75"/>
                      <a:pt x="38" y="79"/>
                      <a:pt x="38" y="76"/>
                    </a:cubicBezTo>
                    <a:cubicBezTo>
                      <a:pt x="37" y="75"/>
                      <a:pt x="38" y="75"/>
                      <a:pt x="38" y="73"/>
                    </a:cubicBezTo>
                    <a:cubicBezTo>
                      <a:pt x="39" y="74"/>
                      <a:pt x="38" y="75"/>
                      <a:pt x="39" y="75"/>
                    </a:cubicBezTo>
                    <a:cubicBezTo>
                      <a:pt x="39" y="75"/>
                      <a:pt x="39" y="73"/>
                      <a:pt x="39" y="72"/>
                    </a:cubicBezTo>
                    <a:cubicBezTo>
                      <a:pt x="39" y="73"/>
                      <a:pt x="40" y="70"/>
                      <a:pt x="40" y="72"/>
                    </a:cubicBezTo>
                    <a:cubicBezTo>
                      <a:pt x="41" y="74"/>
                      <a:pt x="39" y="73"/>
                      <a:pt x="40" y="74"/>
                    </a:cubicBezTo>
                    <a:cubicBezTo>
                      <a:pt x="41" y="74"/>
                      <a:pt x="40" y="70"/>
                      <a:pt x="41" y="69"/>
                    </a:cubicBezTo>
                    <a:cubicBezTo>
                      <a:pt x="41" y="68"/>
                      <a:pt x="41" y="65"/>
                      <a:pt x="42" y="64"/>
                    </a:cubicBezTo>
                    <a:cubicBezTo>
                      <a:pt x="43" y="65"/>
                      <a:pt x="41" y="65"/>
                      <a:pt x="42" y="68"/>
                    </a:cubicBezTo>
                    <a:cubicBezTo>
                      <a:pt x="42" y="67"/>
                      <a:pt x="42" y="67"/>
                      <a:pt x="42" y="67"/>
                    </a:cubicBezTo>
                    <a:cubicBezTo>
                      <a:pt x="43" y="70"/>
                      <a:pt x="41" y="72"/>
                      <a:pt x="41" y="74"/>
                    </a:cubicBezTo>
                    <a:cubicBezTo>
                      <a:pt x="42" y="73"/>
                      <a:pt x="42" y="73"/>
                      <a:pt x="42" y="73"/>
                    </a:cubicBezTo>
                    <a:cubicBezTo>
                      <a:pt x="42" y="77"/>
                      <a:pt x="42" y="77"/>
                      <a:pt x="42" y="77"/>
                    </a:cubicBezTo>
                    <a:cubicBezTo>
                      <a:pt x="42" y="75"/>
                      <a:pt x="43" y="76"/>
                      <a:pt x="43" y="76"/>
                    </a:cubicBezTo>
                    <a:cubicBezTo>
                      <a:pt x="43" y="74"/>
                      <a:pt x="43" y="76"/>
                      <a:pt x="43" y="75"/>
                    </a:cubicBezTo>
                    <a:cubicBezTo>
                      <a:pt x="43" y="74"/>
                      <a:pt x="43" y="71"/>
                      <a:pt x="44" y="73"/>
                    </a:cubicBezTo>
                    <a:cubicBezTo>
                      <a:pt x="44" y="74"/>
                      <a:pt x="44" y="75"/>
                      <a:pt x="44" y="76"/>
                    </a:cubicBezTo>
                    <a:cubicBezTo>
                      <a:pt x="45" y="77"/>
                      <a:pt x="44" y="74"/>
                      <a:pt x="45" y="75"/>
                    </a:cubicBezTo>
                    <a:cubicBezTo>
                      <a:pt x="45" y="76"/>
                      <a:pt x="45" y="76"/>
                      <a:pt x="45" y="76"/>
                    </a:cubicBezTo>
                    <a:cubicBezTo>
                      <a:pt x="47" y="76"/>
                      <a:pt x="50" y="76"/>
                      <a:pt x="51" y="72"/>
                    </a:cubicBezTo>
                    <a:cubicBezTo>
                      <a:pt x="52" y="73"/>
                      <a:pt x="52" y="73"/>
                      <a:pt x="53" y="74"/>
                    </a:cubicBezTo>
                    <a:cubicBezTo>
                      <a:pt x="53" y="74"/>
                      <a:pt x="53" y="73"/>
                      <a:pt x="53" y="72"/>
                    </a:cubicBezTo>
                    <a:cubicBezTo>
                      <a:pt x="54" y="74"/>
                      <a:pt x="54" y="74"/>
                      <a:pt x="54" y="74"/>
                    </a:cubicBezTo>
                    <a:cubicBezTo>
                      <a:pt x="55" y="76"/>
                      <a:pt x="55" y="74"/>
                      <a:pt x="56" y="72"/>
                    </a:cubicBezTo>
                    <a:cubicBezTo>
                      <a:pt x="56" y="74"/>
                      <a:pt x="56" y="74"/>
                      <a:pt x="56" y="74"/>
                    </a:cubicBezTo>
                    <a:cubicBezTo>
                      <a:pt x="57" y="75"/>
                      <a:pt x="56" y="73"/>
                      <a:pt x="57" y="72"/>
                    </a:cubicBezTo>
                    <a:cubicBezTo>
                      <a:pt x="57" y="74"/>
                      <a:pt x="57" y="74"/>
                      <a:pt x="57" y="74"/>
                    </a:cubicBezTo>
                    <a:cubicBezTo>
                      <a:pt x="57" y="72"/>
                      <a:pt x="57" y="72"/>
                      <a:pt x="57" y="72"/>
                    </a:cubicBezTo>
                    <a:cubicBezTo>
                      <a:pt x="58" y="72"/>
                      <a:pt x="58" y="72"/>
                      <a:pt x="58" y="74"/>
                    </a:cubicBezTo>
                    <a:cubicBezTo>
                      <a:pt x="59" y="74"/>
                      <a:pt x="59" y="73"/>
                      <a:pt x="58" y="73"/>
                    </a:cubicBezTo>
                    <a:cubicBezTo>
                      <a:pt x="59" y="74"/>
                      <a:pt x="60" y="74"/>
                      <a:pt x="61" y="73"/>
                    </a:cubicBezTo>
                    <a:cubicBezTo>
                      <a:pt x="61" y="72"/>
                      <a:pt x="61" y="72"/>
                      <a:pt x="61" y="70"/>
                    </a:cubicBezTo>
                    <a:cubicBezTo>
                      <a:pt x="61" y="68"/>
                      <a:pt x="61" y="71"/>
                      <a:pt x="61" y="69"/>
                    </a:cubicBezTo>
                    <a:cubicBezTo>
                      <a:pt x="61" y="70"/>
                      <a:pt x="62" y="71"/>
                      <a:pt x="61" y="72"/>
                    </a:cubicBezTo>
                    <a:cubicBezTo>
                      <a:pt x="63" y="75"/>
                      <a:pt x="64" y="72"/>
                      <a:pt x="66" y="72"/>
                    </a:cubicBezTo>
                    <a:cubicBezTo>
                      <a:pt x="66" y="71"/>
                      <a:pt x="66" y="71"/>
                      <a:pt x="66" y="71"/>
                    </a:cubicBezTo>
                    <a:cubicBezTo>
                      <a:pt x="68" y="73"/>
                      <a:pt x="68" y="71"/>
                      <a:pt x="70" y="72"/>
                    </a:cubicBezTo>
                    <a:cubicBezTo>
                      <a:pt x="69" y="71"/>
                      <a:pt x="69" y="68"/>
                      <a:pt x="70" y="68"/>
                    </a:cubicBezTo>
                    <a:cubicBezTo>
                      <a:pt x="70" y="66"/>
                      <a:pt x="70" y="70"/>
                      <a:pt x="71" y="71"/>
                    </a:cubicBezTo>
                    <a:cubicBezTo>
                      <a:pt x="71" y="71"/>
                      <a:pt x="72" y="70"/>
                      <a:pt x="72" y="70"/>
                    </a:cubicBezTo>
                    <a:cubicBezTo>
                      <a:pt x="72" y="71"/>
                      <a:pt x="72" y="71"/>
                      <a:pt x="72" y="71"/>
                    </a:cubicBezTo>
                    <a:cubicBezTo>
                      <a:pt x="72" y="70"/>
                      <a:pt x="73" y="69"/>
                      <a:pt x="73" y="70"/>
                    </a:cubicBezTo>
                    <a:cubicBezTo>
                      <a:pt x="73" y="70"/>
                      <a:pt x="73" y="70"/>
                      <a:pt x="73" y="70"/>
                    </a:cubicBezTo>
                    <a:cubicBezTo>
                      <a:pt x="74" y="70"/>
                      <a:pt x="74" y="71"/>
                      <a:pt x="75" y="71"/>
                    </a:cubicBezTo>
                    <a:cubicBezTo>
                      <a:pt x="75" y="69"/>
                      <a:pt x="76" y="70"/>
                      <a:pt x="76" y="69"/>
                    </a:cubicBezTo>
                    <a:cubicBezTo>
                      <a:pt x="76" y="69"/>
                      <a:pt x="76" y="69"/>
                      <a:pt x="76" y="69"/>
                    </a:cubicBezTo>
                    <a:cubicBezTo>
                      <a:pt x="76" y="68"/>
                      <a:pt x="76" y="68"/>
                      <a:pt x="76" y="68"/>
                    </a:cubicBezTo>
                    <a:cubicBezTo>
                      <a:pt x="76" y="68"/>
                      <a:pt x="76" y="68"/>
                      <a:pt x="76" y="68"/>
                    </a:cubicBezTo>
                    <a:cubicBezTo>
                      <a:pt x="76" y="70"/>
                      <a:pt x="76" y="70"/>
                      <a:pt x="76" y="70"/>
                    </a:cubicBezTo>
                    <a:cubicBezTo>
                      <a:pt x="77" y="71"/>
                      <a:pt x="76" y="69"/>
                      <a:pt x="77" y="68"/>
                    </a:cubicBezTo>
                    <a:cubicBezTo>
                      <a:pt x="77" y="67"/>
                      <a:pt x="77" y="68"/>
                      <a:pt x="77" y="69"/>
                    </a:cubicBezTo>
                    <a:cubicBezTo>
                      <a:pt x="77" y="70"/>
                      <a:pt x="77" y="68"/>
                      <a:pt x="77" y="69"/>
                    </a:cubicBezTo>
                    <a:cubicBezTo>
                      <a:pt x="77" y="70"/>
                      <a:pt x="77" y="69"/>
                      <a:pt x="77" y="70"/>
                    </a:cubicBezTo>
                    <a:cubicBezTo>
                      <a:pt x="78" y="70"/>
                      <a:pt x="77" y="68"/>
                      <a:pt x="78" y="69"/>
                    </a:cubicBezTo>
                    <a:cubicBezTo>
                      <a:pt x="78" y="69"/>
                      <a:pt x="79" y="68"/>
                      <a:pt x="79" y="70"/>
                    </a:cubicBezTo>
                    <a:cubicBezTo>
                      <a:pt x="79" y="69"/>
                      <a:pt x="80" y="69"/>
                      <a:pt x="80" y="68"/>
                    </a:cubicBezTo>
                    <a:cubicBezTo>
                      <a:pt x="79" y="68"/>
                      <a:pt x="79" y="68"/>
                      <a:pt x="79" y="66"/>
                    </a:cubicBezTo>
                    <a:cubicBezTo>
                      <a:pt x="79" y="66"/>
                      <a:pt x="79" y="66"/>
                      <a:pt x="79" y="66"/>
                    </a:cubicBezTo>
                    <a:cubicBezTo>
                      <a:pt x="79" y="67"/>
                      <a:pt x="79" y="67"/>
                      <a:pt x="79" y="67"/>
                    </a:cubicBezTo>
                    <a:cubicBezTo>
                      <a:pt x="79" y="66"/>
                      <a:pt x="80" y="67"/>
                      <a:pt x="80" y="65"/>
                    </a:cubicBezTo>
                    <a:cubicBezTo>
                      <a:pt x="80" y="67"/>
                      <a:pt x="80" y="67"/>
                      <a:pt x="80" y="67"/>
                    </a:cubicBezTo>
                    <a:cubicBezTo>
                      <a:pt x="80" y="66"/>
                      <a:pt x="81" y="66"/>
                      <a:pt x="81" y="66"/>
                    </a:cubicBezTo>
                    <a:cubicBezTo>
                      <a:pt x="82" y="67"/>
                      <a:pt x="82" y="69"/>
                      <a:pt x="82" y="70"/>
                    </a:cubicBezTo>
                    <a:cubicBezTo>
                      <a:pt x="83" y="68"/>
                      <a:pt x="83" y="68"/>
                      <a:pt x="83" y="68"/>
                    </a:cubicBezTo>
                    <a:cubicBezTo>
                      <a:pt x="83" y="68"/>
                      <a:pt x="83" y="68"/>
                      <a:pt x="83" y="69"/>
                    </a:cubicBezTo>
                    <a:cubicBezTo>
                      <a:pt x="85" y="70"/>
                      <a:pt x="84" y="64"/>
                      <a:pt x="85" y="65"/>
                    </a:cubicBezTo>
                    <a:cubicBezTo>
                      <a:pt x="85" y="67"/>
                      <a:pt x="85" y="68"/>
                      <a:pt x="86" y="68"/>
                    </a:cubicBezTo>
                    <a:cubicBezTo>
                      <a:pt x="86" y="68"/>
                      <a:pt x="86" y="67"/>
                      <a:pt x="86" y="67"/>
                    </a:cubicBezTo>
                    <a:cubicBezTo>
                      <a:pt x="86" y="66"/>
                      <a:pt x="86" y="68"/>
                      <a:pt x="85" y="67"/>
                    </a:cubicBezTo>
                    <a:cubicBezTo>
                      <a:pt x="85" y="66"/>
                      <a:pt x="86" y="66"/>
                      <a:pt x="86" y="66"/>
                    </a:cubicBezTo>
                    <a:cubicBezTo>
                      <a:pt x="87" y="70"/>
                      <a:pt x="89" y="66"/>
                      <a:pt x="91" y="68"/>
                    </a:cubicBezTo>
                    <a:cubicBezTo>
                      <a:pt x="90" y="66"/>
                      <a:pt x="91" y="67"/>
                      <a:pt x="91" y="66"/>
                    </a:cubicBezTo>
                    <a:cubicBezTo>
                      <a:pt x="92" y="69"/>
                      <a:pt x="92" y="66"/>
                      <a:pt x="93" y="67"/>
                    </a:cubicBezTo>
                    <a:cubicBezTo>
                      <a:pt x="92" y="65"/>
                      <a:pt x="92" y="65"/>
                      <a:pt x="92" y="65"/>
                    </a:cubicBezTo>
                    <a:cubicBezTo>
                      <a:pt x="93" y="66"/>
                      <a:pt x="92" y="61"/>
                      <a:pt x="94" y="63"/>
                    </a:cubicBezTo>
                    <a:cubicBezTo>
                      <a:pt x="94" y="64"/>
                      <a:pt x="94" y="65"/>
                      <a:pt x="94" y="66"/>
                    </a:cubicBezTo>
                    <a:cubicBezTo>
                      <a:pt x="95" y="68"/>
                      <a:pt x="95" y="63"/>
                      <a:pt x="96" y="66"/>
                    </a:cubicBezTo>
                    <a:cubicBezTo>
                      <a:pt x="96" y="65"/>
                      <a:pt x="95" y="63"/>
                      <a:pt x="96" y="62"/>
                    </a:cubicBezTo>
                    <a:cubicBezTo>
                      <a:pt x="96" y="63"/>
                      <a:pt x="98" y="64"/>
                      <a:pt x="98" y="65"/>
                    </a:cubicBezTo>
                    <a:cubicBezTo>
                      <a:pt x="98" y="64"/>
                      <a:pt x="98" y="64"/>
                      <a:pt x="98" y="64"/>
                    </a:cubicBezTo>
                    <a:cubicBezTo>
                      <a:pt x="99" y="65"/>
                      <a:pt x="98" y="65"/>
                      <a:pt x="98" y="65"/>
                    </a:cubicBezTo>
                    <a:cubicBezTo>
                      <a:pt x="99" y="66"/>
                      <a:pt x="99" y="65"/>
                      <a:pt x="100" y="64"/>
                    </a:cubicBezTo>
                    <a:cubicBezTo>
                      <a:pt x="101" y="65"/>
                      <a:pt x="101" y="64"/>
                      <a:pt x="102" y="65"/>
                    </a:cubicBezTo>
                    <a:cubicBezTo>
                      <a:pt x="102" y="63"/>
                      <a:pt x="104" y="66"/>
                      <a:pt x="103" y="63"/>
                    </a:cubicBezTo>
                    <a:cubicBezTo>
                      <a:pt x="104" y="64"/>
                      <a:pt x="104" y="64"/>
                      <a:pt x="104" y="64"/>
                    </a:cubicBezTo>
                    <a:cubicBezTo>
                      <a:pt x="104" y="63"/>
                      <a:pt x="103" y="61"/>
                      <a:pt x="104" y="60"/>
                    </a:cubicBezTo>
                    <a:cubicBezTo>
                      <a:pt x="104" y="62"/>
                      <a:pt x="104" y="62"/>
                      <a:pt x="104" y="62"/>
                    </a:cubicBezTo>
                    <a:cubicBezTo>
                      <a:pt x="105" y="65"/>
                      <a:pt x="105" y="63"/>
                      <a:pt x="106" y="64"/>
                    </a:cubicBezTo>
                    <a:cubicBezTo>
                      <a:pt x="105" y="62"/>
                      <a:pt x="106" y="64"/>
                      <a:pt x="106" y="62"/>
                    </a:cubicBezTo>
                    <a:cubicBezTo>
                      <a:pt x="106" y="62"/>
                      <a:pt x="106" y="62"/>
                      <a:pt x="106" y="62"/>
                    </a:cubicBezTo>
                    <a:cubicBezTo>
                      <a:pt x="106" y="61"/>
                      <a:pt x="106" y="61"/>
                      <a:pt x="106" y="60"/>
                    </a:cubicBezTo>
                    <a:cubicBezTo>
                      <a:pt x="107" y="60"/>
                      <a:pt x="107" y="62"/>
                      <a:pt x="107" y="62"/>
                    </a:cubicBezTo>
                    <a:cubicBezTo>
                      <a:pt x="108" y="63"/>
                      <a:pt x="108" y="62"/>
                      <a:pt x="108" y="62"/>
                    </a:cubicBezTo>
                    <a:cubicBezTo>
                      <a:pt x="108" y="62"/>
                      <a:pt x="108" y="62"/>
                      <a:pt x="108" y="61"/>
                    </a:cubicBezTo>
                    <a:cubicBezTo>
                      <a:pt x="108" y="62"/>
                      <a:pt x="108" y="62"/>
                      <a:pt x="108" y="62"/>
                    </a:cubicBezTo>
                    <a:cubicBezTo>
                      <a:pt x="108" y="62"/>
                      <a:pt x="108" y="61"/>
                      <a:pt x="109" y="61"/>
                    </a:cubicBezTo>
                    <a:cubicBezTo>
                      <a:pt x="109" y="61"/>
                      <a:pt x="109" y="61"/>
                      <a:pt x="109" y="61"/>
                    </a:cubicBezTo>
                    <a:cubicBezTo>
                      <a:pt x="108" y="62"/>
                      <a:pt x="108" y="62"/>
                      <a:pt x="108" y="62"/>
                    </a:cubicBezTo>
                    <a:cubicBezTo>
                      <a:pt x="108" y="62"/>
                      <a:pt x="109" y="62"/>
                      <a:pt x="109" y="62"/>
                    </a:cubicBezTo>
                    <a:cubicBezTo>
                      <a:pt x="109" y="62"/>
                      <a:pt x="109" y="62"/>
                      <a:pt x="109" y="62"/>
                    </a:cubicBezTo>
                    <a:cubicBezTo>
                      <a:pt x="109" y="62"/>
                      <a:pt x="109" y="62"/>
                      <a:pt x="109" y="62"/>
                    </a:cubicBezTo>
                    <a:cubicBezTo>
                      <a:pt x="110" y="64"/>
                      <a:pt x="110" y="64"/>
                      <a:pt x="110" y="64"/>
                    </a:cubicBezTo>
                    <a:cubicBezTo>
                      <a:pt x="110" y="64"/>
                      <a:pt x="110" y="62"/>
                      <a:pt x="110" y="61"/>
                    </a:cubicBezTo>
                    <a:cubicBezTo>
                      <a:pt x="112" y="62"/>
                      <a:pt x="113" y="60"/>
                      <a:pt x="114" y="59"/>
                    </a:cubicBezTo>
                    <a:cubicBezTo>
                      <a:pt x="113" y="59"/>
                      <a:pt x="114" y="60"/>
                      <a:pt x="114" y="60"/>
                    </a:cubicBezTo>
                    <a:cubicBezTo>
                      <a:pt x="114" y="59"/>
                      <a:pt x="114" y="58"/>
                      <a:pt x="114" y="59"/>
                    </a:cubicBezTo>
                    <a:cubicBezTo>
                      <a:pt x="114" y="58"/>
                      <a:pt x="115" y="60"/>
                      <a:pt x="116" y="60"/>
                    </a:cubicBezTo>
                    <a:cubicBezTo>
                      <a:pt x="116" y="60"/>
                      <a:pt x="115" y="58"/>
                      <a:pt x="115" y="58"/>
                    </a:cubicBezTo>
                    <a:cubicBezTo>
                      <a:pt x="117" y="60"/>
                      <a:pt x="117" y="56"/>
                      <a:pt x="118" y="57"/>
                    </a:cubicBezTo>
                    <a:cubicBezTo>
                      <a:pt x="118" y="58"/>
                      <a:pt x="118" y="58"/>
                      <a:pt x="119" y="59"/>
                    </a:cubicBezTo>
                    <a:cubicBezTo>
                      <a:pt x="119" y="58"/>
                      <a:pt x="120" y="57"/>
                      <a:pt x="120" y="55"/>
                    </a:cubicBezTo>
                    <a:cubicBezTo>
                      <a:pt x="120" y="57"/>
                      <a:pt x="120" y="57"/>
                      <a:pt x="120" y="57"/>
                    </a:cubicBezTo>
                    <a:cubicBezTo>
                      <a:pt x="121" y="57"/>
                      <a:pt x="121" y="56"/>
                      <a:pt x="121" y="55"/>
                    </a:cubicBezTo>
                    <a:cubicBezTo>
                      <a:pt x="120" y="54"/>
                      <a:pt x="121" y="52"/>
                      <a:pt x="121" y="53"/>
                    </a:cubicBezTo>
                    <a:cubicBezTo>
                      <a:pt x="121" y="53"/>
                      <a:pt x="121" y="53"/>
                      <a:pt x="121" y="53"/>
                    </a:cubicBezTo>
                    <a:cubicBezTo>
                      <a:pt x="122" y="52"/>
                      <a:pt x="122" y="52"/>
                      <a:pt x="122" y="52"/>
                    </a:cubicBezTo>
                    <a:cubicBezTo>
                      <a:pt x="123" y="52"/>
                      <a:pt x="122" y="52"/>
                      <a:pt x="122" y="53"/>
                    </a:cubicBezTo>
                    <a:cubicBezTo>
                      <a:pt x="123" y="55"/>
                      <a:pt x="124" y="54"/>
                      <a:pt x="125" y="54"/>
                    </a:cubicBezTo>
                    <a:cubicBezTo>
                      <a:pt x="124" y="53"/>
                      <a:pt x="124" y="53"/>
                      <a:pt x="124" y="53"/>
                    </a:cubicBezTo>
                    <a:cubicBezTo>
                      <a:pt x="125" y="52"/>
                      <a:pt x="125" y="54"/>
                      <a:pt x="125" y="54"/>
                    </a:cubicBezTo>
                    <a:cubicBezTo>
                      <a:pt x="125" y="49"/>
                      <a:pt x="125" y="49"/>
                      <a:pt x="125" y="49"/>
                    </a:cubicBezTo>
                    <a:cubicBezTo>
                      <a:pt x="125" y="49"/>
                      <a:pt x="126" y="51"/>
                      <a:pt x="126" y="52"/>
                    </a:cubicBezTo>
                    <a:cubicBezTo>
                      <a:pt x="127" y="51"/>
                      <a:pt x="126" y="48"/>
                      <a:pt x="126" y="46"/>
                    </a:cubicBezTo>
                    <a:cubicBezTo>
                      <a:pt x="127" y="47"/>
                      <a:pt x="127" y="45"/>
                      <a:pt x="128" y="45"/>
                    </a:cubicBezTo>
                    <a:cubicBezTo>
                      <a:pt x="128" y="46"/>
                      <a:pt x="127" y="45"/>
                      <a:pt x="128" y="46"/>
                    </a:cubicBezTo>
                    <a:cubicBezTo>
                      <a:pt x="129" y="47"/>
                      <a:pt x="129" y="47"/>
                      <a:pt x="129" y="47"/>
                    </a:cubicBezTo>
                    <a:cubicBezTo>
                      <a:pt x="128" y="48"/>
                      <a:pt x="130" y="50"/>
                      <a:pt x="130" y="51"/>
                    </a:cubicBezTo>
                    <a:cubicBezTo>
                      <a:pt x="130" y="50"/>
                      <a:pt x="132" y="50"/>
                      <a:pt x="132" y="50"/>
                    </a:cubicBezTo>
                    <a:cubicBezTo>
                      <a:pt x="131" y="48"/>
                      <a:pt x="133" y="49"/>
                      <a:pt x="132" y="46"/>
                    </a:cubicBezTo>
                    <a:cubicBezTo>
                      <a:pt x="133" y="45"/>
                      <a:pt x="133" y="48"/>
                      <a:pt x="134" y="48"/>
                    </a:cubicBezTo>
                    <a:cubicBezTo>
                      <a:pt x="134" y="47"/>
                      <a:pt x="135" y="47"/>
                      <a:pt x="136" y="47"/>
                    </a:cubicBezTo>
                    <a:cubicBezTo>
                      <a:pt x="136" y="47"/>
                      <a:pt x="136" y="47"/>
                      <a:pt x="136" y="47"/>
                    </a:cubicBezTo>
                    <a:cubicBezTo>
                      <a:pt x="137" y="46"/>
                      <a:pt x="138" y="46"/>
                      <a:pt x="138" y="44"/>
                    </a:cubicBezTo>
                    <a:cubicBezTo>
                      <a:pt x="139" y="45"/>
                      <a:pt x="139" y="45"/>
                      <a:pt x="139" y="45"/>
                    </a:cubicBezTo>
                    <a:cubicBezTo>
                      <a:pt x="140" y="46"/>
                      <a:pt x="137" y="42"/>
                      <a:pt x="139" y="43"/>
                    </a:cubicBezTo>
                    <a:cubicBezTo>
                      <a:pt x="139" y="44"/>
                      <a:pt x="139" y="44"/>
                      <a:pt x="139" y="44"/>
                    </a:cubicBezTo>
                    <a:cubicBezTo>
                      <a:pt x="139" y="43"/>
                      <a:pt x="141" y="45"/>
                      <a:pt x="141" y="43"/>
                    </a:cubicBezTo>
                    <a:cubicBezTo>
                      <a:pt x="141" y="44"/>
                      <a:pt x="141" y="44"/>
                      <a:pt x="141" y="44"/>
                    </a:cubicBezTo>
                    <a:cubicBezTo>
                      <a:pt x="141" y="43"/>
                      <a:pt x="142" y="43"/>
                      <a:pt x="142" y="41"/>
                    </a:cubicBezTo>
                    <a:cubicBezTo>
                      <a:pt x="143" y="43"/>
                      <a:pt x="143" y="43"/>
                      <a:pt x="143" y="43"/>
                    </a:cubicBezTo>
                    <a:cubicBezTo>
                      <a:pt x="144" y="44"/>
                      <a:pt x="142" y="41"/>
                      <a:pt x="143" y="42"/>
                    </a:cubicBezTo>
                    <a:cubicBezTo>
                      <a:pt x="143" y="42"/>
                      <a:pt x="144" y="42"/>
                      <a:pt x="144" y="43"/>
                    </a:cubicBezTo>
                    <a:cubicBezTo>
                      <a:pt x="144" y="41"/>
                      <a:pt x="145" y="41"/>
                      <a:pt x="145" y="40"/>
                    </a:cubicBezTo>
                    <a:cubicBezTo>
                      <a:pt x="146" y="42"/>
                      <a:pt x="146" y="42"/>
                      <a:pt x="146" y="42"/>
                    </a:cubicBezTo>
                    <a:cubicBezTo>
                      <a:pt x="149" y="41"/>
                      <a:pt x="153" y="39"/>
                      <a:pt x="154" y="36"/>
                    </a:cubicBezTo>
                    <a:cubicBezTo>
                      <a:pt x="156" y="38"/>
                      <a:pt x="154" y="37"/>
                      <a:pt x="156" y="39"/>
                    </a:cubicBezTo>
                    <a:cubicBezTo>
                      <a:pt x="154" y="37"/>
                      <a:pt x="156" y="38"/>
                      <a:pt x="156" y="37"/>
                    </a:cubicBezTo>
                    <a:cubicBezTo>
                      <a:pt x="156" y="37"/>
                      <a:pt x="156" y="37"/>
                      <a:pt x="156" y="37"/>
                    </a:cubicBezTo>
                    <a:cubicBezTo>
                      <a:pt x="157" y="36"/>
                      <a:pt x="158" y="38"/>
                      <a:pt x="158" y="37"/>
                    </a:cubicBezTo>
                    <a:cubicBezTo>
                      <a:pt x="157" y="36"/>
                      <a:pt x="157" y="36"/>
                      <a:pt x="157" y="36"/>
                    </a:cubicBezTo>
                    <a:cubicBezTo>
                      <a:pt x="157" y="35"/>
                      <a:pt x="160" y="38"/>
                      <a:pt x="158" y="36"/>
                    </a:cubicBezTo>
                    <a:cubicBezTo>
                      <a:pt x="160" y="37"/>
                      <a:pt x="160" y="37"/>
                      <a:pt x="160" y="37"/>
                    </a:cubicBezTo>
                    <a:cubicBezTo>
                      <a:pt x="159" y="34"/>
                      <a:pt x="161" y="37"/>
                      <a:pt x="160" y="35"/>
                    </a:cubicBezTo>
                    <a:cubicBezTo>
                      <a:pt x="160" y="35"/>
                      <a:pt x="160" y="35"/>
                      <a:pt x="160" y="35"/>
                    </a:cubicBezTo>
                    <a:cubicBezTo>
                      <a:pt x="162" y="36"/>
                      <a:pt x="160" y="32"/>
                      <a:pt x="162" y="34"/>
                    </a:cubicBezTo>
                    <a:cubicBezTo>
                      <a:pt x="162" y="33"/>
                      <a:pt x="162" y="32"/>
                      <a:pt x="161" y="30"/>
                    </a:cubicBezTo>
                    <a:cubicBezTo>
                      <a:pt x="163" y="33"/>
                      <a:pt x="163" y="33"/>
                      <a:pt x="163" y="33"/>
                    </a:cubicBezTo>
                    <a:cubicBezTo>
                      <a:pt x="164" y="30"/>
                      <a:pt x="167" y="29"/>
                      <a:pt x="167" y="26"/>
                    </a:cubicBezTo>
                    <a:cubicBezTo>
                      <a:pt x="168" y="27"/>
                      <a:pt x="168" y="27"/>
                      <a:pt x="168" y="27"/>
                    </a:cubicBezTo>
                    <a:cubicBezTo>
                      <a:pt x="168" y="24"/>
                      <a:pt x="172" y="27"/>
                      <a:pt x="170" y="23"/>
                    </a:cubicBezTo>
                    <a:cubicBezTo>
                      <a:pt x="169" y="21"/>
                      <a:pt x="169" y="21"/>
                      <a:pt x="169" y="21"/>
                    </a:cubicBezTo>
                    <a:cubicBezTo>
                      <a:pt x="171" y="23"/>
                      <a:pt x="171" y="23"/>
                      <a:pt x="171" y="23"/>
                    </a:cubicBezTo>
                    <a:cubicBezTo>
                      <a:pt x="170" y="22"/>
                      <a:pt x="172" y="22"/>
                      <a:pt x="171" y="20"/>
                    </a:cubicBezTo>
                    <a:cubicBezTo>
                      <a:pt x="171" y="21"/>
                      <a:pt x="171" y="21"/>
                      <a:pt x="172" y="21"/>
                    </a:cubicBezTo>
                    <a:cubicBezTo>
                      <a:pt x="172" y="21"/>
                      <a:pt x="171" y="19"/>
                      <a:pt x="172" y="19"/>
                    </a:cubicBezTo>
                    <a:cubicBezTo>
                      <a:pt x="172" y="20"/>
                      <a:pt x="172" y="20"/>
                      <a:pt x="172" y="20"/>
                    </a:cubicBezTo>
                    <a:cubicBezTo>
                      <a:pt x="177" y="20"/>
                      <a:pt x="182" y="19"/>
                      <a:pt x="180" y="14"/>
                    </a:cubicBezTo>
                    <a:cubicBezTo>
                      <a:pt x="180" y="13"/>
                      <a:pt x="182" y="15"/>
                      <a:pt x="182" y="15"/>
                    </a:cubicBezTo>
                    <a:cubicBezTo>
                      <a:pt x="181" y="11"/>
                      <a:pt x="188" y="11"/>
                      <a:pt x="185" y="6"/>
                    </a:cubicBezTo>
                    <a:cubicBezTo>
                      <a:pt x="185" y="4"/>
                      <a:pt x="180" y="0"/>
                      <a:pt x="18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8" name="Freeform 342"/>
              <p:cNvSpPr/>
              <p:nvPr/>
            </p:nvSpPr>
            <p:spPr bwMode="auto">
              <a:xfrm>
                <a:off x="3757" y="2934"/>
                <a:ext cx="2" cy="2"/>
              </a:xfrm>
              <a:custGeom>
                <a:avLst/>
                <a:gdLst>
                  <a:gd name="T0" fmla="*/ 0 w 1"/>
                  <a:gd name="T1" fmla="*/ 0 h 1"/>
                  <a:gd name="T2" fmla="*/ 1 w 1"/>
                  <a:gd name="T3" fmla="*/ 0 h 1"/>
                  <a:gd name="T4" fmla="*/ 0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0" y="0"/>
                      <a:pt x="0" y="0"/>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9" name="Freeform 343"/>
              <p:cNvSpPr/>
              <p:nvPr/>
            </p:nvSpPr>
            <p:spPr bwMode="auto">
              <a:xfrm>
                <a:off x="4226" y="2525"/>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0" name="Freeform 344"/>
              <p:cNvSpPr/>
              <p:nvPr/>
            </p:nvSpPr>
            <p:spPr bwMode="auto">
              <a:xfrm>
                <a:off x="3752" y="2940"/>
                <a:ext cx="3" cy="3"/>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1"/>
                      <a:pt x="0" y="1"/>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1" name="Freeform 345"/>
              <p:cNvSpPr/>
              <p:nvPr/>
            </p:nvSpPr>
            <p:spPr bwMode="auto">
              <a:xfrm>
                <a:off x="3975" y="29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2" name="Freeform 346"/>
              <p:cNvSpPr/>
              <p:nvPr/>
            </p:nvSpPr>
            <p:spPr bwMode="auto">
              <a:xfrm>
                <a:off x="3905" y="22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3" name="Freeform 347"/>
              <p:cNvSpPr/>
              <p:nvPr/>
            </p:nvSpPr>
            <p:spPr bwMode="auto">
              <a:xfrm>
                <a:off x="4289" y="255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0"/>
                      <a:pt x="0" y="1"/>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4" name="Freeform 348"/>
              <p:cNvSpPr/>
              <p:nvPr/>
            </p:nvSpPr>
            <p:spPr bwMode="auto">
              <a:xfrm>
                <a:off x="3899" y="2262"/>
                <a:ext cx="2" cy="2"/>
              </a:xfrm>
              <a:custGeom>
                <a:avLst/>
                <a:gdLst>
                  <a:gd name="T0" fmla="*/ 2 w 2"/>
                  <a:gd name="T1" fmla="*/ 0 h 2"/>
                  <a:gd name="T2" fmla="*/ 0 w 2"/>
                  <a:gd name="T3" fmla="*/ 2 h 2"/>
                  <a:gd name="T4" fmla="*/ 0 w 2"/>
                  <a:gd name="T5" fmla="*/ 0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0" y="0"/>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5" name="Freeform 349"/>
              <p:cNvSpPr/>
              <p:nvPr/>
            </p:nvSpPr>
            <p:spPr bwMode="auto">
              <a:xfrm>
                <a:off x="3939" y="2926"/>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6" name="Freeform 350"/>
              <p:cNvSpPr/>
              <p:nvPr/>
            </p:nvSpPr>
            <p:spPr bwMode="auto">
              <a:xfrm>
                <a:off x="3888" y="2281"/>
                <a:ext cx="2" cy="4"/>
              </a:xfrm>
              <a:custGeom>
                <a:avLst/>
                <a:gdLst>
                  <a:gd name="T0" fmla="*/ 2 w 2"/>
                  <a:gd name="T1" fmla="*/ 0 h 4"/>
                  <a:gd name="T2" fmla="*/ 2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2" y="0"/>
                    </a:lnTo>
                    <a:lnTo>
                      <a:pt x="0" y="4"/>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7" name="Freeform 351"/>
              <p:cNvSpPr/>
              <p:nvPr/>
            </p:nvSpPr>
            <p:spPr bwMode="auto">
              <a:xfrm>
                <a:off x="3842" y="2270"/>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2"/>
                      <a:pt x="0" y="0"/>
                      <a:pt x="1"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8" name="Freeform 352"/>
              <p:cNvSpPr/>
              <p:nvPr/>
            </p:nvSpPr>
            <p:spPr bwMode="auto">
              <a:xfrm>
                <a:off x="3844" y="2268"/>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9" name="Freeform 353"/>
              <p:cNvSpPr/>
              <p:nvPr/>
            </p:nvSpPr>
            <p:spPr bwMode="auto">
              <a:xfrm>
                <a:off x="3899" y="2272"/>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0" name="Freeform 354"/>
              <p:cNvSpPr/>
              <p:nvPr/>
            </p:nvSpPr>
            <p:spPr bwMode="auto">
              <a:xfrm>
                <a:off x="3776" y="298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1" name="Freeform 355"/>
              <p:cNvSpPr/>
              <p:nvPr/>
            </p:nvSpPr>
            <p:spPr bwMode="auto">
              <a:xfrm>
                <a:off x="3795" y="2985"/>
                <a:ext cx="2" cy="6"/>
              </a:xfrm>
              <a:custGeom>
                <a:avLst/>
                <a:gdLst>
                  <a:gd name="T0" fmla="*/ 1 w 1"/>
                  <a:gd name="T1" fmla="*/ 2 h 3"/>
                  <a:gd name="T2" fmla="*/ 0 w 1"/>
                  <a:gd name="T3" fmla="*/ 1 h 3"/>
                  <a:gd name="T4" fmla="*/ 1 w 1"/>
                  <a:gd name="T5" fmla="*/ 2 h 3"/>
                </a:gdLst>
                <a:ahLst/>
                <a:cxnLst>
                  <a:cxn ang="0">
                    <a:pos x="T0" y="T1"/>
                  </a:cxn>
                  <a:cxn ang="0">
                    <a:pos x="T2" y="T3"/>
                  </a:cxn>
                  <a:cxn ang="0">
                    <a:pos x="T4" y="T5"/>
                  </a:cxn>
                </a:cxnLst>
                <a:rect l="0" t="0" r="r" b="b"/>
                <a:pathLst>
                  <a:path w="1" h="3">
                    <a:moveTo>
                      <a:pt x="1" y="2"/>
                    </a:moveTo>
                    <a:cubicBezTo>
                      <a:pt x="1" y="0"/>
                      <a:pt x="0" y="1"/>
                      <a:pt x="0" y="1"/>
                    </a:cubicBezTo>
                    <a:cubicBezTo>
                      <a:pt x="0" y="3"/>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2" name="Freeform 356"/>
              <p:cNvSpPr/>
              <p:nvPr/>
            </p:nvSpPr>
            <p:spPr bwMode="auto">
              <a:xfrm>
                <a:off x="3765" y="2972"/>
                <a:ext cx="7" cy="2"/>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1" y="1"/>
                      <a:pt x="2" y="1"/>
                      <a:pt x="3"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3" name="Freeform 357"/>
              <p:cNvSpPr/>
              <p:nvPr/>
            </p:nvSpPr>
            <p:spPr bwMode="auto">
              <a:xfrm>
                <a:off x="3803" y="2985"/>
                <a:ext cx="3"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4" name="Freeform 358"/>
              <p:cNvSpPr/>
              <p:nvPr/>
            </p:nvSpPr>
            <p:spPr bwMode="auto">
              <a:xfrm>
                <a:off x="3479"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5" name="Freeform 359"/>
              <p:cNvSpPr/>
              <p:nvPr/>
            </p:nvSpPr>
            <p:spPr bwMode="auto">
              <a:xfrm>
                <a:off x="3761" y="2966"/>
                <a:ext cx="2" cy="4"/>
              </a:xfrm>
              <a:custGeom>
                <a:avLst/>
                <a:gdLst>
                  <a:gd name="T0" fmla="*/ 1 w 1"/>
                  <a:gd name="T1" fmla="*/ 0 h 2"/>
                  <a:gd name="T2" fmla="*/ 0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1"/>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6" name="Freeform 360"/>
              <p:cNvSpPr/>
              <p:nvPr/>
            </p:nvSpPr>
            <p:spPr bwMode="auto">
              <a:xfrm>
                <a:off x="3943" y="2966"/>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7" name="Freeform 361"/>
              <p:cNvSpPr/>
              <p:nvPr/>
            </p:nvSpPr>
            <p:spPr bwMode="auto">
              <a:xfrm>
                <a:off x="4003" y="294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8" name="Freeform 362"/>
              <p:cNvSpPr/>
              <p:nvPr/>
            </p:nvSpPr>
            <p:spPr bwMode="auto">
              <a:xfrm>
                <a:off x="4003" y="29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9" name="Freeform 363"/>
              <p:cNvSpPr/>
              <p:nvPr/>
            </p:nvSpPr>
            <p:spPr bwMode="auto">
              <a:xfrm>
                <a:off x="3996" y="2951"/>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0" name="Freeform 364"/>
              <p:cNvSpPr/>
              <p:nvPr/>
            </p:nvSpPr>
            <p:spPr bwMode="auto">
              <a:xfrm>
                <a:off x="3757" y="3023"/>
                <a:ext cx="4" cy="4"/>
              </a:xfrm>
              <a:custGeom>
                <a:avLst/>
                <a:gdLst>
                  <a:gd name="T0" fmla="*/ 1 w 2"/>
                  <a:gd name="T1" fmla="*/ 0 h 2"/>
                  <a:gd name="T2" fmla="*/ 1 w 2"/>
                  <a:gd name="T3" fmla="*/ 2 h 2"/>
                  <a:gd name="T4" fmla="*/ 1 w 2"/>
                  <a:gd name="T5" fmla="*/ 0 h 2"/>
                </a:gdLst>
                <a:ahLst/>
                <a:cxnLst>
                  <a:cxn ang="0">
                    <a:pos x="T0" y="T1"/>
                  </a:cxn>
                  <a:cxn ang="0">
                    <a:pos x="T2" y="T3"/>
                  </a:cxn>
                  <a:cxn ang="0">
                    <a:pos x="T4" y="T5"/>
                  </a:cxn>
                </a:cxnLst>
                <a:rect l="0" t="0" r="r" b="b"/>
                <a:pathLst>
                  <a:path w="2" h="2">
                    <a:moveTo>
                      <a:pt x="1" y="0"/>
                    </a:moveTo>
                    <a:cubicBezTo>
                      <a:pt x="0" y="2"/>
                      <a:pt x="2" y="1"/>
                      <a:pt x="1" y="2"/>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1" name="Freeform 365"/>
              <p:cNvSpPr/>
              <p:nvPr/>
            </p:nvSpPr>
            <p:spPr bwMode="auto">
              <a:xfrm>
                <a:off x="4003" y="2949"/>
                <a:ext cx="0" cy="4"/>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2"/>
                      <a:pt x="0" y="0"/>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2" name="Freeform 366"/>
              <p:cNvSpPr/>
              <p:nvPr/>
            </p:nvSpPr>
            <p:spPr bwMode="auto">
              <a:xfrm>
                <a:off x="3869" y="293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3" name="Freeform 367"/>
              <p:cNvSpPr/>
              <p:nvPr/>
            </p:nvSpPr>
            <p:spPr bwMode="auto">
              <a:xfrm>
                <a:off x="4026" y="2926"/>
                <a:ext cx="2" cy="4"/>
              </a:xfrm>
              <a:custGeom>
                <a:avLst/>
                <a:gdLst>
                  <a:gd name="T0" fmla="*/ 0 w 2"/>
                  <a:gd name="T1" fmla="*/ 0 h 4"/>
                  <a:gd name="T2" fmla="*/ 2 w 2"/>
                  <a:gd name="T3" fmla="*/ 4 h 4"/>
                  <a:gd name="T4" fmla="*/ 2 w 2"/>
                  <a:gd name="T5" fmla="*/ 4 h 4"/>
                  <a:gd name="T6" fmla="*/ 0 w 2"/>
                  <a:gd name="T7" fmla="*/ 0 h 4"/>
                </a:gdLst>
                <a:ahLst/>
                <a:cxnLst>
                  <a:cxn ang="0">
                    <a:pos x="T0" y="T1"/>
                  </a:cxn>
                  <a:cxn ang="0">
                    <a:pos x="T2" y="T3"/>
                  </a:cxn>
                  <a:cxn ang="0">
                    <a:pos x="T4" y="T5"/>
                  </a:cxn>
                  <a:cxn ang="0">
                    <a:pos x="T6" y="T7"/>
                  </a:cxn>
                </a:cxnLst>
                <a:rect l="0" t="0" r="r" b="b"/>
                <a:pathLst>
                  <a:path w="2" h="4">
                    <a:moveTo>
                      <a:pt x="0" y="0"/>
                    </a:moveTo>
                    <a:lnTo>
                      <a:pt x="2" y="4"/>
                    </a:lnTo>
                    <a:lnTo>
                      <a:pt x="2"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4" name="Rectangle 368"/>
              <p:cNvSpPr>
                <a:spLocks noChangeArrowheads="1"/>
              </p:cNvSpPr>
              <p:nvPr/>
            </p:nvSpPr>
            <p:spPr bwMode="auto">
              <a:xfrm>
                <a:off x="4275" y="2542"/>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5" name="Oval 369"/>
              <p:cNvSpPr>
                <a:spLocks noChangeArrowheads="1"/>
              </p:cNvSpPr>
              <p:nvPr/>
            </p:nvSpPr>
            <p:spPr bwMode="auto">
              <a:xfrm>
                <a:off x="3472" y="207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6" name="Freeform 370"/>
              <p:cNvSpPr/>
              <p:nvPr/>
            </p:nvSpPr>
            <p:spPr bwMode="auto">
              <a:xfrm>
                <a:off x="4219" y="2518"/>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7" name="Freeform 371"/>
              <p:cNvSpPr/>
              <p:nvPr/>
            </p:nvSpPr>
            <p:spPr bwMode="auto">
              <a:xfrm>
                <a:off x="4230" y="2525"/>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8" name="Freeform 372"/>
              <p:cNvSpPr/>
              <p:nvPr/>
            </p:nvSpPr>
            <p:spPr bwMode="auto">
              <a:xfrm>
                <a:off x="3472"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9" name="Freeform 373"/>
              <p:cNvSpPr/>
              <p:nvPr/>
            </p:nvSpPr>
            <p:spPr bwMode="auto">
              <a:xfrm>
                <a:off x="4217" y="2482"/>
                <a:ext cx="145" cy="117"/>
              </a:xfrm>
              <a:custGeom>
                <a:avLst/>
                <a:gdLst>
                  <a:gd name="T0" fmla="*/ 63 w 68"/>
                  <a:gd name="T1" fmla="*/ 35 h 55"/>
                  <a:gd name="T2" fmla="*/ 47 w 68"/>
                  <a:gd name="T3" fmla="*/ 21 h 55"/>
                  <a:gd name="T4" fmla="*/ 43 w 68"/>
                  <a:gd name="T5" fmla="*/ 21 h 55"/>
                  <a:gd name="T6" fmla="*/ 40 w 68"/>
                  <a:gd name="T7" fmla="*/ 15 h 55"/>
                  <a:gd name="T8" fmla="*/ 35 w 68"/>
                  <a:gd name="T9" fmla="*/ 11 h 55"/>
                  <a:gd name="T10" fmla="*/ 29 w 68"/>
                  <a:gd name="T11" fmla="*/ 6 h 55"/>
                  <a:gd name="T12" fmla="*/ 24 w 68"/>
                  <a:gd name="T13" fmla="*/ 7 h 55"/>
                  <a:gd name="T14" fmla="*/ 16 w 68"/>
                  <a:gd name="T15" fmla="*/ 6 h 55"/>
                  <a:gd name="T16" fmla="*/ 13 w 68"/>
                  <a:gd name="T17" fmla="*/ 5 h 55"/>
                  <a:gd name="T18" fmla="*/ 10 w 68"/>
                  <a:gd name="T19" fmla="*/ 1 h 55"/>
                  <a:gd name="T20" fmla="*/ 9 w 68"/>
                  <a:gd name="T21" fmla="*/ 1 h 55"/>
                  <a:gd name="T22" fmla="*/ 5 w 68"/>
                  <a:gd name="T23" fmla="*/ 2 h 55"/>
                  <a:gd name="T24" fmla="*/ 2 w 68"/>
                  <a:gd name="T25" fmla="*/ 3 h 55"/>
                  <a:gd name="T26" fmla="*/ 2 w 68"/>
                  <a:gd name="T27" fmla="*/ 6 h 55"/>
                  <a:gd name="T28" fmla="*/ 5 w 68"/>
                  <a:gd name="T29" fmla="*/ 8 h 55"/>
                  <a:gd name="T30" fmla="*/ 4 w 68"/>
                  <a:gd name="T31" fmla="*/ 10 h 55"/>
                  <a:gd name="T32" fmla="*/ 6 w 68"/>
                  <a:gd name="T33" fmla="*/ 13 h 55"/>
                  <a:gd name="T34" fmla="*/ 4 w 68"/>
                  <a:gd name="T35" fmla="*/ 16 h 55"/>
                  <a:gd name="T36" fmla="*/ 2 w 68"/>
                  <a:gd name="T37" fmla="*/ 19 h 55"/>
                  <a:gd name="T38" fmla="*/ 6 w 68"/>
                  <a:gd name="T39" fmla="*/ 16 h 55"/>
                  <a:gd name="T40" fmla="*/ 9 w 68"/>
                  <a:gd name="T41" fmla="*/ 13 h 55"/>
                  <a:gd name="T42" fmla="*/ 7 w 68"/>
                  <a:gd name="T43" fmla="*/ 19 h 55"/>
                  <a:gd name="T44" fmla="*/ 8 w 68"/>
                  <a:gd name="T45" fmla="*/ 18 h 55"/>
                  <a:gd name="T46" fmla="*/ 8 w 68"/>
                  <a:gd name="T47" fmla="*/ 21 h 55"/>
                  <a:gd name="T48" fmla="*/ 9 w 68"/>
                  <a:gd name="T49" fmla="*/ 21 h 55"/>
                  <a:gd name="T50" fmla="*/ 10 w 68"/>
                  <a:gd name="T51" fmla="*/ 22 h 55"/>
                  <a:gd name="T52" fmla="*/ 15 w 68"/>
                  <a:gd name="T53" fmla="*/ 17 h 55"/>
                  <a:gd name="T54" fmla="*/ 11 w 68"/>
                  <a:gd name="T55" fmla="*/ 23 h 55"/>
                  <a:gd name="T56" fmla="*/ 13 w 68"/>
                  <a:gd name="T57" fmla="*/ 23 h 55"/>
                  <a:gd name="T58" fmla="*/ 16 w 68"/>
                  <a:gd name="T59" fmla="*/ 23 h 55"/>
                  <a:gd name="T60" fmla="*/ 18 w 68"/>
                  <a:gd name="T61" fmla="*/ 24 h 55"/>
                  <a:gd name="T62" fmla="*/ 18 w 68"/>
                  <a:gd name="T63" fmla="*/ 24 h 55"/>
                  <a:gd name="T64" fmla="*/ 21 w 68"/>
                  <a:gd name="T65" fmla="*/ 24 h 55"/>
                  <a:gd name="T66" fmla="*/ 23 w 68"/>
                  <a:gd name="T67" fmla="*/ 23 h 55"/>
                  <a:gd name="T68" fmla="*/ 22 w 68"/>
                  <a:gd name="T69" fmla="*/ 26 h 55"/>
                  <a:gd name="T70" fmla="*/ 25 w 68"/>
                  <a:gd name="T71" fmla="*/ 24 h 55"/>
                  <a:gd name="T72" fmla="*/ 24 w 68"/>
                  <a:gd name="T73" fmla="*/ 27 h 55"/>
                  <a:gd name="T74" fmla="*/ 26 w 68"/>
                  <a:gd name="T75" fmla="*/ 29 h 55"/>
                  <a:gd name="T76" fmla="*/ 28 w 68"/>
                  <a:gd name="T77" fmla="*/ 30 h 55"/>
                  <a:gd name="T78" fmla="*/ 29 w 68"/>
                  <a:gd name="T79" fmla="*/ 32 h 55"/>
                  <a:gd name="T80" fmla="*/ 31 w 68"/>
                  <a:gd name="T81" fmla="*/ 31 h 55"/>
                  <a:gd name="T82" fmla="*/ 32 w 68"/>
                  <a:gd name="T83" fmla="*/ 32 h 55"/>
                  <a:gd name="T84" fmla="*/ 31 w 68"/>
                  <a:gd name="T85" fmla="*/ 33 h 55"/>
                  <a:gd name="T86" fmla="*/ 34 w 68"/>
                  <a:gd name="T87" fmla="*/ 34 h 55"/>
                  <a:gd name="T88" fmla="*/ 37 w 68"/>
                  <a:gd name="T89" fmla="*/ 34 h 55"/>
                  <a:gd name="T90" fmla="*/ 39 w 68"/>
                  <a:gd name="T91" fmla="*/ 34 h 55"/>
                  <a:gd name="T92" fmla="*/ 44 w 68"/>
                  <a:gd name="T93" fmla="*/ 32 h 55"/>
                  <a:gd name="T94" fmla="*/ 43 w 68"/>
                  <a:gd name="T95" fmla="*/ 36 h 55"/>
                  <a:gd name="T96" fmla="*/ 46 w 68"/>
                  <a:gd name="T97" fmla="*/ 36 h 55"/>
                  <a:gd name="T98" fmla="*/ 47 w 68"/>
                  <a:gd name="T99" fmla="*/ 38 h 55"/>
                  <a:gd name="T100" fmla="*/ 48 w 68"/>
                  <a:gd name="T101" fmla="*/ 43 h 55"/>
                  <a:gd name="T102" fmla="*/ 50 w 68"/>
                  <a:gd name="T103" fmla="*/ 44 h 55"/>
                  <a:gd name="T104" fmla="*/ 58 w 68"/>
                  <a:gd name="T105" fmla="*/ 45 h 55"/>
                  <a:gd name="T106" fmla="*/ 58 w 68"/>
                  <a:gd name="T107" fmla="*/ 5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55">
                    <a:moveTo>
                      <a:pt x="66" y="42"/>
                    </a:moveTo>
                    <a:cubicBezTo>
                      <a:pt x="65" y="40"/>
                      <a:pt x="67" y="35"/>
                      <a:pt x="64" y="34"/>
                    </a:cubicBezTo>
                    <a:cubicBezTo>
                      <a:pt x="63" y="35"/>
                      <a:pt x="62" y="35"/>
                      <a:pt x="62" y="36"/>
                    </a:cubicBezTo>
                    <a:cubicBezTo>
                      <a:pt x="62" y="35"/>
                      <a:pt x="62" y="35"/>
                      <a:pt x="62" y="35"/>
                    </a:cubicBezTo>
                    <a:cubicBezTo>
                      <a:pt x="61" y="36"/>
                      <a:pt x="61" y="36"/>
                      <a:pt x="61" y="36"/>
                    </a:cubicBezTo>
                    <a:cubicBezTo>
                      <a:pt x="61" y="36"/>
                      <a:pt x="62" y="35"/>
                      <a:pt x="63" y="35"/>
                    </a:cubicBezTo>
                    <a:cubicBezTo>
                      <a:pt x="62" y="34"/>
                      <a:pt x="61" y="34"/>
                      <a:pt x="61" y="33"/>
                    </a:cubicBezTo>
                    <a:cubicBezTo>
                      <a:pt x="59" y="34"/>
                      <a:pt x="60" y="32"/>
                      <a:pt x="58" y="34"/>
                    </a:cubicBezTo>
                    <a:cubicBezTo>
                      <a:pt x="59" y="33"/>
                      <a:pt x="59" y="33"/>
                      <a:pt x="59" y="33"/>
                    </a:cubicBezTo>
                    <a:cubicBezTo>
                      <a:pt x="58" y="33"/>
                      <a:pt x="58" y="33"/>
                      <a:pt x="59" y="31"/>
                    </a:cubicBezTo>
                    <a:cubicBezTo>
                      <a:pt x="59" y="28"/>
                      <a:pt x="56" y="27"/>
                      <a:pt x="55" y="24"/>
                    </a:cubicBezTo>
                    <a:cubicBezTo>
                      <a:pt x="53" y="22"/>
                      <a:pt x="50" y="22"/>
                      <a:pt x="47" y="21"/>
                    </a:cubicBezTo>
                    <a:cubicBezTo>
                      <a:pt x="45" y="23"/>
                      <a:pt x="45" y="22"/>
                      <a:pt x="43" y="23"/>
                    </a:cubicBezTo>
                    <a:cubicBezTo>
                      <a:pt x="44" y="23"/>
                      <a:pt x="44" y="23"/>
                      <a:pt x="44" y="23"/>
                    </a:cubicBezTo>
                    <a:cubicBezTo>
                      <a:pt x="42" y="23"/>
                      <a:pt x="43" y="22"/>
                      <a:pt x="44" y="21"/>
                    </a:cubicBezTo>
                    <a:cubicBezTo>
                      <a:pt x="43" y="22"/>
                      <a:pt x="44" y="21"/>
                      <a:pt x="42" y="22"/>
                    </a:cubicBezTo>
                    <a:cubicBezTo>
                      <a:pt x="41" y="24"/>
                      <a:pt x="44" y="20"/>
                      <a:pt x="43" y="21"/>
                    </a:cubicBezTo>
                    <a:cubicBezTo>
                      <a:pt x="44" y="20"/>
                      <a:pt x="42" y="22"/>
                      <a:pt x="43" y="21"/>
                    </a:cubicBezTo>
                    <a:cubicBezTo>
                      <a:pt x="41" y="22"/>
                      <a:pt x="44" y="20"/>
                      <a:pt x="44" y="18"/>
                    </a:cubicBezTo>
                    <a:cubicBezTo>
                      <a:pt x="43" y="18"/>
                      <a:pt x="41" y="19"/>
                      <a:pt x="41" y="17"/>
                    </a:cubicBezTo>
                    <a:cubicBezTo>
                      <a:pt x="41" y="17"/>
                      <a:pt x="40" y="18"/>
                      <a:pt x="40" y="18"/>
                    </a:cubicBezTo>
                    <a:cubicBezTo>
                      <a:pt x="42" y="16"/>
                      <a:pt x="39" y="19"/>
                      <a:pt x="40" y="17"/>
                    </a:cubicBezTo>
                    <a:cubicBezTo>
                      <a:pt x="40" y="17"/>
                      <a:pt x="40" y="17"/>
                      <a:pt x="40" y="17"/>
                    </a:cubicBezTo>
                    <a:cubicBezTo>
                      <a:pt x="41" y="15"/>
                      <a:pt x="39" y="17"/>
                      <a:pt x="40" y="15"/>
                    </a:cubicBezTo>
                    <a:cubicBezTo>
                      <a:pt x="40" y="15"/>
                      <a:pt x="40" y="15"/>
                      <a:pt x="40" y="15"/>
                    </a:cubicBezTo>
                    <a:cubicBezTo>
                      <a:pt x="38" y="16"/>
                      <a:pt x="40" y="13"/>
                      <a:pt x="39" y="15"/>
                    </a:cubicBezTo>
                    <a:cubicBezTo>
                      <a:pt x="40" y="14"/>
                      <a:pt x="39" y="14"/>
                      <a:pt x="40" y="13"/>
                    </a:cubicBezTo>
                    <a:cubicBezTo>
                      <a:pt x="37" y="16"/>
                      <a:pt x="40" y="12"/>
                      <a:pt x="38" y="13"/>
                    </a:cubicBezTo>
                    <a:cubicBezTo>
                      <a:pt x="38" y="13"/>
                      <a:pt x="38" y="13"/>
                      <a:pt x="38" y="13"/>
                    </a:cubicBezTo>
                    <a:cubicBezTo>
                      <a:pt x="37" y="12"/>
                      <a:pt x="37" y="11"/>
                      <a:pt x="35" y="11"/>
                    </a:cubicBezTo>
                    <a:cubicBezTo>
                      <a:pt x="34" y="11"/>
                      <a:pt x="36" y="8"/>
                      <a:pt x="34" y="9"/>
                    </a:cubicBezTo>
                    <a:cubicBezTo>
                      <a:pt x="33" y="10"/>
                      <a:pt x="33" y="10"/>
                      <a:pt x="33" y="10"/>
                    </a:cubicBezTo>
                    <a:cubicBezTo>
                      <a:pt x="32" y="10"/>
                      <a:pt x="33" y="9"/>
                      <a:pt x="34" y="9"/>
                    </a:cubicBezTo>
                    <a:cubicBezTo>
                      <a:pt x="32" y="10"/>
                      <a:pt x="33" y="8"/>
                      <a:pt x="33" y="7"/>
                    </a:cubicBezTo>
                    <a:cubicBezTo>
                      <a:pt x="32" y="8"/>
                      <a:pt x="32" y="8"/>
                      <a:pt x="32" y="8"/>
                    </a:cubicBezTo>
                    <a:cubicBezTo>
                      <a:pt x="32" y="7"/>
                      <a:pt x="29" y="7"/>
                      <a:pt x="29" y="6"/>
                    </a:cubicBezTo>
                    <a:cubicBezTo>
                      <a:pt x="28" y="9"/>
                      <a:pt x="28" y="7"/>
                      <a:pt x="28" y="8"/>
                    </a:cubicBezTo>
                    <a:cubicBezTo>
                      <a:pt x="28" y="8"/>
                      <a:pt x="28" y="7"/>
                      <a:pt x="28" y="6"/>
                    </a:cubicBezTo>
                    <a:cubicBezTo>
                      <a:pt x="28" y="6"/>
                      <a:pt x="28" y="6"/>
                      <a:pt x="28" y="5"/>
                    </a:cubicBezTo>
                    <a:cubicBezTo>
                      <a:pt x="27" y="6"/>
                      <a:pt x="26" y="7"/>
                      <a:pt x="26" y="7"/>
                    </a:cubicBezTo>
                    <a:cubicBezTo>
                      <a:pt x="27" y="4"/>
                      <a:pt x="26" y="6"/>
                      <a:pt x="26" y="5"/>
                    </a:cubicBezTo>
                    <a:cubicBezTo>
                      <a:pt x="25" y="7"/>
                      <a:pt x="24" y="8"/>
                      <a:pt x="24" y="7"/>
                    </a:cubicBezTo>
                    <a:cubicBezTo>
                      <a:pt x="26" y="5"/>
                      <a:pt x="26" y="5"/>
                      <a:pt x="26" y="5"/>
                    </a:cubicBezTo>
                    <a:cubicBezTo>
                      <a:pt x="24" y="6"/>
                      <a:pt x="24" y="3"/>
                      <a:pt x="22" y="5"/>
                    </a:cubicBezTo>
                    <a:cubicBezTo>
                      <a:pt x="22" y="4"/>
                      <a:pt x="22" y="4"/>
                      <a:pt x="22" y="4"/>
                    </a:cubicBezTo>
                    <a:cubicBezTo>
                      <a:pt x="21" y="5"/>
                      <a:pt x="21" y="3"/>
                      <a:pt x="19" y="5"/>
                    </a:cubicBezTo>
                    <a:cubicBezTo>
                      <a:pt x="19" y="4"/>
                      <a:pt x="19" y="4"/>
                      <a:pt x="19" y="3"/>
                    </a:cubicBezTo>
                    <a:cubicBezTo>
                      <a:pt x="18" y="4"/>
                      <a:pt x="18" y="4"/>
                      <a:pt x="16" y="6"/>
                    </a:cubicBezTo>
                    <a:cubicBezTo>
                      <a:pt x="16" y="6"/>
                      <a:pt x="17" y="5"/>
                      <a:pt x="17" y="4"/>
                    </a:cubicBezTo>
                    <a:cubicBezTo>
                      <a:pt x="17" y="4"/>
                      <a:pt x="18" y="2"/>
                      <a:pt x="16" y="4"/>
                    </a:cubicBezTo>
                    <a:cubicBezTo>
                      <a:pt x="17" y="3"/>
                      <a:pt x="17" y="3"/>
                      <a:pt x="17" y="3"/>
                    </a:cubicBezTo>
                    <a:cubicBezTo>
                      <a:pt x="16" y="4"/>
                      <a:pt x="14" y="5"/>
                      <a:pt x="15" y="3"/>
                    </a:cubicBezTo>
                    <a:cubicBezTo>
                      <a:pt x="14" y="4"/>
                      <a:pt x="14" y="5"/>
                      <a:pt x="13" y="6"/>
                    </a:cubicBezTo>
                    <a:cubicBezTo>
                      <a:pt x="13" y="6"/>
                      <a:pt x="14" y="4"/>
                      <a:pt x="13" y="5"/>
                    </a:cubicBezTo>
                    <a:cubicBezTo>
                      <a:pt x="14" y="4"/>
                      <a:pt x="14" y="4"/>
                      <a:pt x="14" y="4"/>
                    </a:cubicBezTo>
                    <a:cubicBezTo>
                      <a:pt x="14" y="3"/>
                      <a:pt x="13" y="3"/>
                      <a:pt x="12" y="4"/>
                    </a:cubicBezTo>
                    <a:cubicBezTo>
                      <a:pt x="13" y="2"/>
                      <a:pt x="11" y="3"/>
                      <a:pt x="12" y="2"/>
                    </a:cubicBezTo>
                    <a:cubicBezTo>
                      <a:pt x="11" y="3"/>
                      <a:pt x="12" y="1"/>
                      <a:pt x="9" y="3"/>
                    </a:cubicBezTo>
                    <a:cubicBezTo>
                      <a:pt x="10" y="2"/>
                      <a:pt x="10" y="2"/>
                      <a:pt x="10" y="2"/>
                    </a:cubicBezTo>
                    <a:cubicBezTo>
                      <a:pt x="10" y="2"/>
                      <a:pt x="10" y="2"/>
                      <a:pt x="10" y="1"/>
                    </a:cubicBezTo>
                    <a:cubicBezTo>
                      <a:pt x="11" y="1"/>
                      <a:pt x="9" y="2"/>
                      <a:pt x="8" y="2"/>
                    </a:cubicBezTo>
                    <a:cubicBezTo>
                      <a:pt x="9" y="1"/>
                      <a:pt x="9" y="1"/>
                      <a:pt x="9" y="1"/>
                    </a:cubicBezTo>
                    <a:cubicBezTo>
                      <a:pt x="9" y="2"/>
                      <a:pt x="7" y="3"/>
                      <a:pt x="6" y="4"/>
                    </a:cubicBezTo>
                    <a:cubicBezTo>
                      <a:pt x="6" y="3"/>
                      <a:pt x="5" y="4"/>
                      <a:pt x="6" y="3"/>
                    </a:cubicBezTo>
                    <a:cubicBezTo>
                      <a:pt x="7" y="3"/>
                      <a:pt x="8" y="2"/>
                      <a:pt x="10" y="1"/>
                    </a:cubicBezTo>
                    <a:cubicBezTo>
                      <a:pt x="10" y="0"/>
                      <a:pt x="7" y="2"/>
                      <a:pt x="9" y="1"/>
                    </a:cubicBezTo>
                    <a:cubicBezTo>
                      <a:pt x="9" y="0"/>
                      <a:pt x="9" y="1"/>
                      <a:pt x="7" y="2"/>
                    </a:cubicBezTo>
                    <a:cubicBezTo>
                      <a:pt x="9" y="1"/>
                      <a:pt x="9" y="1"/>
                      <a:pt x="9" y="1"/>
                    </a:cubicBezTo>
                    <a:cubicBezTo>
                      <a:pt x="9" y="1"/>
                      <a:pt x="8" y="1"/>
                      <a:pt x="8" y="1"/>
                    </a:cubicBezTo>
                    <a:cubicBezTo>
                      <a:pt x="8" y="1"/>
                      <a:pt x="8" y="1"/>
                      <a:pt x="8" y="1"/>
                    </a:cubicBezTo>
                    <a:cubicBezTo>
                      <a:pt x="6" y="2"/>
                      <a:pt x="6" y="1"/>
                      <a:pt x="4" y="2"/>
                    </a:cubicBezTo>
                    <a:cubicBezTo>
                      <a:pt x="5" y="2"/>
                      <a:pt x="5" y="2"/>
                      <a:pt x="5" y="2"/>
                    </a:cubicBezTo>
                    <a:cubicBezTo>
                      <a:pt x="4" y="3"/>
                      <a:pt x="3" y="3"/>
                      <a:pt x="4" y="2"/>
                    </a:cubicBezTo>
                    <a:cubicBezTo>
                      <a:pt x="6" y="1"/>
                      <a:pt x="7" y="1"/>
                      <a:pt x="7" y="1"/>
                    </a:cubicBezTo>
                    <a:cubicBezTo>
                      <a:pt x="4" y="2"/>
                      <a:pt x="4" y="2"/>
                      <a:pt x="4" y="2"/>
                    </a:cubicBezTo>
                    <a:cubicBezTo>
                      <a:pt x="5" y="1"/>
                      <a:pt x="4" y="2"/>
                      <a:pt x="3" y="3"/>
                    </a:cubicBezTo>
                    <a:cubicBezTo>
                      <a:pt x="4" y="2"/>
                      <a:pt x="4" y="2"/>
                      <a:pt x="4" y="2"/>
                    </a:cubicBezTo>
                    <a:cubicBezTo>
                      <a:pt x="2" y="3"/>
                      <a:pt x="2" y="3"/>
                      <a:pt x="2" y="3"/>
                    </a:cubicBezTo>
                    <a:cubicBezTo>
                      <a:pt x="3" y="3"/>
                      <a:pt x="2" y="4"/>
                      <a:pt x="3" y="4"/>
                    </a:cubicBezTo>
                    <a:cubicBezTo>
                      <a:pt x="4" y="3"/>
                      <a:pt x="4" y="3"/>
                      <a:pt x="4" y="3"/>
                    </a:cubicBezTo>
                    <a:cubicBezTo>
                      <a:pt x="5" y="3"/>
                      <a:pt x="7" y="2"/>
                      <a:pt x="5" y="3"/>
                    </a:cubicBezTo>
                    <a:cubicBezTo>
                      <a:pt x="3" y="5"/>
                      <a:pt x="3" y="5"/>
                      <a:pt x="3" y="5"/>
                    </a:cubicBezTo>
                    <a:cubicBezTo>
                      <a:pt x="3" y="4"/>
                      <a:pt x="4" y="4"/>
                      <a:pt x="4" y="4"/>
                    </a:cubicBezTo>
                    <a:cubicBezTo>
                      <a:pt x="2" y="6"/>
                      <a:pt x="2" y="6"/>
                      <a:pt x="2" y="6"/>
                    </a:cubicBezTo>
                    <a:cubicBezTo>
                      <a:pt x="5" y="4"/>
                      <a:pt x="3" y="6"/>
                      <a:pt x="4" y="5"/>
                    </a:cubicBezTo>
                    <a:cubicBezTo>
                      <a:pt x="3" y="6"/>
                      <a:pt x="3" y="6"/>
                      <a:pt x="3" y="6"/>
                    </a:cubicBezTo>
                    <a:cubicBezTo>
                      <a:pt x="2" y="7"/>
                      <a:pt x="4" y="5"/>
                      <a:pt x="5" y="5"/>
                    </a:cubicBezTo>
                    <a:cubicBezTo>
                      <a:pt x="4" y="5"/>
                      <a:pt x="2" y="7"/>
                      <a:pt x="2" y="8"/>
                    </a:cubicBezTo>
                    <a:cubicBezTo>
                      <a:pt x="2" y="8"/>
                      <a:pt x="4" y="7"/>
                      <a:pt x="3" y="9"/>
                    </a:cubicBezTo>
                    <a:cubicBezTo>
                      <a:pt x="3" y="9"/>
                      <a:pt x="4" y="9"/>
                      <a:pt x="5" y="8"/>
                    </a:cubicBezTo>
                    <a:cubicBezTo>
                      <a:pt x="5" y="8"/>
                      <a:pt x="3" y="10"/>
                      <a:pt x="4" y="9"/>
                    </a:cubicBezTo>
                    <a:cubicBezTo>
                      <a:pt x="3" y="10"/>
                      <a:pt x="2" y="12"/>
                      <a:pt x="1" y="13"/>
                    </a:cubicBezTo>
                    <a:cubicBezTo>
                      <a:pt x="1" y="13"/>
                      <a:pt x="0" y="14"/>
                      <a:pt x="1" y="14"/>
                    </a:cubicBezTo>
                    <a:cubicBezTo>
                      <a:pt x="0" y="14"/>
                      <a:pt x="0" y="15"/>
                      <a:pt x="0" y="15"/>
                    </a:cubicBezTo>
                    <a:cubicBezTo>
                      <a:pt x="1" y="14"/>
                      <a:pt x="2" y="13"/>
                      <a:pt x="2" y="12"/>
                    </a:cubicBezTo>
                    <a:cubicBezTo>
                      <a:pt x="3" y="10"/>
                      <a:pt x="3" y="12"/>
                      <a:pt x="4" y="10"/>
                    </a:cubicBezTo>
                    <a:cubicBezTo>
                      <a:pt x="4" y="11"/>
                      <a:pt x="5" y="11"/>
                      <a:pt x="5" y="11"/>
                    </a:cubicBezTo>
                    <a:cubicBezTo>
                      <a:pt x="5" y="11"/>
                      <a:pt x="4" y="12"/>
                      <a:pt x="3" y="13"/>
                    </a:cubicBezTo>
                    <a:cubicBezTo>
                      <a:pt x="5" y="12"/>
                      <a:pt x="6" y="11"/>
                      <a:pt x="6" y="12"/>
                    </a:cubicBezTo>
                    <a:cubicBezTo>
                      <a:pt x="7" y="11"/>
                      <a:pt x="7" y="11"/>
                      <a:pt x="8" y="9"/>
                    </a:cubicBezTo>
                    <a:cubicBezTo>
                      <a:pt x="8" y="9"/>
                      <a:pt x="8" y="8"/>
                      <a:pt x="8" y="9"/>
                    </a:cubicBezTo>
                    <a:cubicBezTo>
                      <a:pt x="7" y="10"/>
                      <a:pt x="6" y="12"/>
                      <a:pt x="6" y="13"/>
                    </a:cubicBezTo>
                    <a:cubicBezTo>
                      <a:pt x="4" y="15"/>
                      <a:pt x="6" y="12"/>
                      <a:pt x="4" y="14"/>
                    </a:cubicBezTo>
                    <a:cubicBezTo>
                      <a:pt x="2" y="16"/>
                      <a:pt x="2" y="15"/>
                      <a:pt x="3" y="14"/>
                    </a:cubicBezTo>
                    <a:cubicBezTo>
                      <a:pt x="1" y="16"/>
                      <a:pt x="3" y="15"/>
                      <a:pt x="1" y="16"/>
                    </a:cubicBezTo>
                    <a:cubicBezTo>
                      <a:pt x="1" y="17"/>
                      <a:pt x="2" y="16"/>
                      <a:pt x="3" y="16"/>
                    </a:cubicBezTo>
                    <a:cubicBezTo>
                      <a:pt x="4" y="15"/>
                      <a:pt x="4" y="15"/>
                      <a:pt x="4" y="14"/>
                    </a:cubicBezTo>
                    <a:cubicBezTo>
                      <a:pt x="6" y="12"/>
                      <a:pt x="4" y="16"/>
                      <a:pt x="4" y="16"/>
                    </a:cubicBezTo>
                    <a:cubicBezTo>
                      <a:pt x="3" y="16"/>
                      <a:pt x="3" y="16"/>
                      <a:pt x="3" y="16"/>
                    </a:cubicBezTo>
                    <a:cubicBezTo>
                      <a:pt x="3" y="17"/>
                      <a:pt x="4" y="16"/>
                      <a:pt x="4" y="16"/>
                    </a:cubicBezTo>
                    <a:cubicBezTo>
                      <a:pt x="2" y="19"/>
                      <a:pt x="4" y="16"/>
                      <a:pt x="2" y="18"/>
                    </a:cubicBezTo>
                    <a:cubicBezTo>
                      <a:pt x="1" y="20"/>
                      <a:pt x="1" y="20"/>
                      <a:pt x="1" y="20"/>
                    </a:cubicBezTo>
                    <a:cubicBezTo>
                      <a:pt x="1" y="20"/>
                      <a:pt x="3" y="18"/>
                      <a:pt x="3" y="18"/>
                    </a:cubicBezTo>
                    <a:cubicBezTo>
                      <a:pt x="2" y="19"/>
                      <a:pt x="2" y="19"/>
                      <a:pt x="2" y="19"/>
                    </a:cubicBezTo>
                    <a:cubicBezTo>
                      <a:pt x="3" y="19"/>
                      <a:pt x="3" y="19"/>
                      <a:pt x="3" y="19"/>
                    </a:cubicBezTo>
                    <a:cubicBezTo>
                      <a:pt x="3" y="18"/>
                      <a:pt x="4" y="17"/>
                      <a:pt x="4" y="17"/>
                    </a:cubicBezTo>
                    <a:cubicBezTo>
                      <a:pt x="6" y="14"/>
                      <a:pt x="4" y="16"/>
                      <a:pt x="5" y="16"/>
                    </a:cubicBezTo>
                    <a:cubicBezTo>
                      <a:pt x="6" y="15"/>
                      <a:pt x="5" y="16"/>
                      <a:pt x="6" y="15"/>
                    </a:cubicBezTo>
                    <a:cubicBezTo>
                      <a:pt x="7" y="13"/>
                      <a:pt x="7" y="13"/>
                      <a:pt x="7" y="13"/>
                    </a:cubicBezTo>
                    <a:cubicBezTo>
                      <a:pt x="8" y="14"/>
                      <a:pt x="6" y="15"/>
                      <a:pt x="6" y="16"/>
                    </a:cubicBezTo>
                    <a:cubicBezTo>
                      <a:pt x="6" y="16"/>
                      <a:pt x="5" y="16"/>
                      <a:pt x="6" y="15"/>
                    </a:cubicBezTo>
                    <a:cubicBezTo>
                      <a:pt x="5" y="17"/>
                      <a:pt x="4" y="19"/>
                      <a:pt x="3" y="19"/>
                    </a:cubicBezTo>
                    <a:cubicBezTo>
                      <a:pt x="3" y="21"/>
                      <a:pt x="4" y="18"/>
                      <a:pt x="5" y="18"/>
                    </a:cubicBezTo>
                    <a:cubicBezTo>
                      <a:pt x="4" y="19"/>
                      <a:pt x="5" y="17"/>
                      <a:pt x="6" y="16"/>
                    </a:cubicBezTo>
                    <a:cubicBezTo>
                      <a:pt x="9" y="13"/>
                      <a:pt x="4" y="20"/>
                      <a:pt x="5" y="19"/>
                    </a:cubicBezTo>
                    <a:cubicBezTo>
                      <a:pt x="7" y="17"/>
                      <a:pt x="8" y="16"/>
                      <a:pt x="9" y="13"/>
                    </a:cubicBezTo>
                    <a:cubicBezTo>
                      <a:pt x="10" y="13"/>
                      <a:pt x="10" y="12"/>
                      <a:pt x="10" y="12"/>
                    </a:cubicBezTo>
                    <a:cubicBezTo>
                      <a:pt x="9" y="14"/>
                      <a:pt x="9" y="14"/>
                      <a:pt x="8" y="15"/>
                    </a:cubicBezTo>
                    <a:cubicBezTo>
                      <a:pt x="8" y="16"/>
                      <a:pt x="8" y="16"/>
                      <a:pt x="8" y="16"/>
                    </a:cubicBezTo>
                    <a:cubicBezTo>
                      <a:pt x="7" y="17"/>
                      <a:pt x="7" y="17"/>
                      <a:pt x="7" y="17"/>
                    </a:cubicBezTo>
                    <a:cubicBezTo>
                      <a:pt x="6" y="19"/>
                      <a:pt x="6" y="20"/>
                      <a:pt x="5" y="21"/>
                    </a:cubicBezTo>
                    <a:cubicBezTo>
                      <a:pt x="6" y="20"/>
                      <a:pt x="6" y="19"/>
                      <a:pt x="7" y="19"/>
                    </a:cubicBezTo>
                    <a:cubicBezTo>
                      <a:pt x="6" y="20"/>
                      <a:pt x="6" y="21"/>
                      <a:pt x="6" y="21"/>
                    </a:cubicBezTo>
                    <a:cubicBezTo>
                      <a:pt x="6" y="20"/>
                      <a:pt x="7" y="18"/>
                      <a:pt x="8" y="18"/>
                    </a:cubicBezTo>
                    <a:cubicBezTo>
                      <a:pt x="8" y="18"/>
                      <a:pt x="7" y="20"/>
                      <a:pt x="7" y="20"/>
                    </a:cubicBezTo>
                    <a:cubicBezTo>
                      <a:pt x="6" y="22"/>
                      <a:pt x="6" y="22"/>
                      <a:pt x="6" y="22"/>
                    </a:cubicBezTo>
                    <a:cubicBezTo>
                      <a:pt x="7" y="20"/>
                      <a:pt x="5" y="22"/>
                      <a:pt x="6" y="22"/>
                    </a:cubicBezTo>
                    <a:cubicBezTo>
                      <a:pt x="8" y="18"/>
                      <a:pt x="8" y="18"/>
                      <a:pt x="8" y="18"/>
                    </a:cubicBezTo>
                    <a:cubicBezTo>
                      <a:pt x="9" y="18"/>
                      <a:pt x="8" y="19"/>
                      <a:pt x="8" y="19"/>
                    </a:cubicBezTo>
                    <a:cubicBezTo>
                      <a:pt x="7" y="20"/>
                      <a:pt x="7" y="20"/>
                      <a:pt x="7" y="20"/>
                    </a:cubicBezTo>
                    <a:cubicBezTo>
                      <a:pt x="8" y="20"/>
                      <a:pt x="6" y="23"/>
                      <a:pt x="7" y="22"/>
                    </a:cubicBezTo>
                    <a:cubicBezTo>
                      <a:pt x="7" y="21"/>
                      <a:pt x="7" y="21"/>
                      <a:pt x="7" y="21"/>
                    </a:cubicBezTo>
                    <a:cubicBezTo>
                      <a:pt x="7" y="22"/>
                      <a:pt x="7" y="22"/>
                      <a:pt x="7" y="22"/>
                    </a:cubicBezTo>
                    <a:cubicBezTo>
                      <a:pt x="7" y="21"/>
                      <a:pt x="7" y="22"/>
                      <a:pt x="8" y="21"/>
                    </a:cubicBezTo>
                    <a:cubicBezTo>
                      <a:pt x="7" y="22"/>
                      <a:pt x="7" y="22"/>
                      <a:pt x="7" y="22"/>
                    </a:cubicBezTo>
                    <a:cubicBezTo>
                      <a:pt x="8" y="22"/>
                      <a:pt x="9" y="20"/>
                      <a:pt x="8" y="22"/>
                    </a:cubicBezTo>
                    <a:cubicBezTo>
                      <a:pt x="9" y="19"/>
                      <a:pt x="8" y="21"/>
                      <a:pt x="8" y="20"/>
                    </a:cubicBezTo>
                    <a:cubicBezTo>
                      <a:pt x="9" y="19"/>
                      <a:pt x="9" y="19"/>
                      <a:pt x="10" y="19"/>
                    </a:cubicBezTo>
                    <a:cubicBezTo>
                      <a:pt x="8" y="21"/>
                      <a:pt x="10" y="19"/>
                      <a:pt x="10" y="19"/>
                    </a:cubicBezTo>
                    <a:cubicBezTo>
                      <a:pt x="9" y="21"/>
                      <a:pt x="9" y="21"/>
                      <a:pt x="9" y="21"/>
                    </a:cubicBezTo>
                    <a:cubicBezTo>
                      <a:pt x="10" y="19"/>
                      <a:pt x="10" y="19"/>
                      <a:pt x="10" y="19"/>
                    </a:cubicBezTo>
                    <a:cubicBezTo>
                      <a:pt x="8" y="23"/>
                      <a:pt x="11" y="19"/>
                      <a:pt x="10" y="20"/>
                    </a:cubicBezTo>
                    <a:cubicBezTo>
                      <a:pt x="10" y="21"/>
                      <a:pt x="9" y="22"/>
                      <a:pt x="9" y="23"/>
                    </a:cubicBezTo>
                    <a:cubicBezTo>
                      <a:pt x="10" y="20"/>
                      <a:pt x="11" y="20"/>
                      <a:pt x="12" y="18"/>
                    </a:cubicBezTo>
                    <a:cubicBezTo>
                      <a:pt x="11" y="19"/>
                      <a:pt x="10" y="21"/>
                      <a:pt x="9" y="23"/>
                    </a:cubicBezTo>
                    <a:cubicBezTo>
                      <a:pt x="10" y="21"/>
                      <a:pt x="9" y="24"/>
                      <a:pt x="10" y="22"/>
                    </a:cubicBezTo>
                    <a:cubicBezTo>
                      <a:pt x="10" y="21"/>
                      <a:pt x="11" y="21"/>
                      <a:pt x="12" y="20"/>
                    </a:cubicBezTo>
                    <a:cubicBezTo>
                      <a:pt x="12" y="20"/>
                      <a:pt x="11" y="21"/>
                      <a:pt x="11" y="21"/>
                    </a:cubicBezTo>
                    <a:cubicBezTo>
                      <a:pt x="11" y="21"/>
                      <a:pt x="12" y="19"/>
                      <a:pt x="12" y="19"/>
                    </a:cubicBezTo>
                    <a:cubicBezTo>
                      <a:pt x="12" y="19"/>
                      <a:pt x="14" y="17"/>
                      <a:pt x="13" y="19"/>
                    </a:cubicBezTo>
                    <a:cubicBezTo>
                      <a:pt x="12" y="20"/>
                      <a:pt x="12" y="19"/>
                      <a:pt x="12" y="20"/>
                    </a:cubicBezTo>
                    <a:cubicBezTo>
                      <a:pt x="12" y="21"/>
                      <a:pt x="14" y="17"/>
                      <a:pt x="15" y="17"/>
                    </a:cubicBezTo>
                    <a:cubicBezTo>
                      <a:pt x="15" y="16"/>
                      <a:pt x="16" y="13"/>
                      <a:pt x="17" y="12"/>
                    </a:cubicBezTo>
                    <a:cubicBezTo>
                      <a:pt x="17" y="13"/>
                      <a:pt x="16" y="13"/>
                      <a:pt x="16" y="15"/>
                    </a:cubicBezTo>
                    <a:cubicBezTo>
                      <a:pt x="16" y="15"/>
                      <a:pt x="16" y="15"/>
                      <a:pt x="16" y="15"/>
                    </a:cubicBezTo>
                    <a:cubicBezTo>
                      <a:pt x="15" y="18"/>
                      <a:pt x="13" y="19"/>
                      <a:pt x="12" y="21"/>
                    </a:cubicBezTo>
                    <a:cubicBezTo>
                      <a:pt x="13" y="20"/>
                      <a:pt x="13" y="20"/>
                      <a:pt x="13" y="20"/>
                    </a:cubicBezTo>
                    <a:cubicBezTo>
                      <a:pt x="11" y="23"/>
                      <a:pt x="11" y="23"/>
                      <a:pt x="11" y="23"/>
                    </a:cubicBezTo>
                    <a:cubicBezTo>
                      <a:pt x="12" y="21"/>
                      <a:pt x="12" y="23"/>
                      <a:pt x="12" y="22"/>
                    </a:cubicBezTo>
                    <a:cubicBezTo>
                      <a:pt x="13" y="21"/>
                      <a:pt x="12" y="23"/>
                      <a:pt x="12" y="22"/>
                    </a:cubicBezTo>
                    <a:cubicBezTo>
                      <a:pt x="13" y="21"/>
                      <a:pt x="14" y="19"/>
                      <a:pt x="14" y="20"/>
                    </a:cubicBezTo>
                    <a:cubicBezTo>
                      <a:pt x="12" y="23"/>
                      <a:pt x="12" y="23"/>
                      <a:pt x="12" y="23"/>
                    </a:cubicBezTo>
                    <a:cubicBezTo>
                      <a:pt x="12" y="23"/>
                      <a:pt x="13" y="21"/>
                      <a:pt x="13" y="22"/>
                    </a:cubicBezTo>
                    <a:cubicBezTo>
                      <a:pt x="13" y="23"/>
                      <a:pt x="13" y="23"/>
                      <a:pt x="13" y="23"/>
                    </a:cubicBezTo>
                    <a:cubicBezTo>
                      <a:pt x="13" y="23"/>
                      <a:pt x="14" y="24"/>
                      <a:pt x="16" y="20"/>
                    </a:cubicBezTo>
                    <a:cubicBezTo>
                      <a:pt x="16" y="22"/>
                      <a:pt x="16" y="22"/>
                      <a:pt x="15" y="23"/>
                    </a:cubicBezTo>
                    <a:cubicBezTo>
                      <a:pt x="16" y="23"/>
                      <a:pt x="16" y="22"/>
                      <a:pt x="16" y="22"/>
                    </a:cubicBezTo>
                    <a:cubicBezTo>
                      <a:pt x="16" y="23"/>
                      <a:pt x="16" y="23"/>
                      <a:pt x="16" y="23"/>
                    </a:cubicBezTo>
                    <a:cubicBezTo>
                      <a:pt x="15" y="25"/>
                      <a:pt x="16" y="23"/>
                      <a:pt x="17" y="22"/>
                    </a:cubicBezTo>
                    <a:cubicBezTo>
                      <a:pt x="16" y="23"/>
                      <a:pt x="16" y="23"/>
                      <a:pt x="16" y="23"/>
                    </a:cubicBezTo>
                    <a:cubicBezTo>
                      <a:pt x="16" y="25"/>
                      <a:pt x="17" y="23"/>
                      <a:pt x="17" y="22"/>
                    </a:cubicBezTo>
                    <a:cubicBezTo>
                      <a:pt x="17" y="23"/>
                      <a:pt x="17" y="23"/>
                      <a:pt x="17" y="23"/>
                    </a:cubicBezTo>
                    <a:cubicBezTo>
                      <a:pt x="18" y="22"/>
                      <a:pt x="18" y="22"/>
                      <a:pt x="18" y="22"/>
                    </a:cubicBezTo>
                    <a:cubicBezTo>
                      <a:pt x="18" y="22"/>
                      <a:pt x="18" y="22"/>
                      <a:pt x="17" y="24"/>
                    </a:cubicBezTo>
                    <a:cubicBezTo>
                      <a:pt x="18" y="23"/>
                      <a:pt x="18" y="23"/>
                      <a:pt x="18" y="23"/>
                    </a:cubicBezTo>
                    <a:cubicBezTo>
                      <a:pt x="17" y="24"/>
                      <a:pt x="18" y="24"/>
                      <a:pt x="18" y="24"/>
                    </a:cubicBezTo>
                    <a:cubicBezTo>
                      <a:pt x="18" y="24"/>
                      <a:pt x="18" y="23"/>
                      <a:pt x="18" y="24"/>
                    </a:cubicBezTo>
                    <a:cubicBezTo>
                      <a:pt x="18" y="23"/>
                      <a:pt x="19" y="23"/>
                      <a:pt x="20" y="21"/>
                    </a:cubicBezTo>
                    <a:cubicBezTo>
                      <a:pt x="21" y="19"/>
                      <a:pt x="19" y="22"/>
                      <a:pt x="20" y="21"/>
                    </a:cubicBezTo>
                    <a:cubicBezTo>
                      <a:pt x="19" y="23"/>
                      <a:pt x="19" y="23"/>
                      <a:pt x="19" y="23"/>
                    </a:cubicBezTo>
                    <a:cubicBezTo>
                      <a:pt x="19" y="23"/>
                      <a:pt x="19" y="24"/>
                      <a:pt x="18" y="24"/>
                    </a:cubicBezTo>
                    <a:cubicBezTo>
                      <a:pt x="18" y="24"/>
                      <a:pt x="18" y="24"/>
                      <a:pt x="18" y="24"/>
                    </a:cubicBezTo>
                    <a:cubicBezTo>
                      <a:pt x="19" y="23"/>
                      <a:pt x="19" y="23"/>
                      <a:pt x="19" y="23"/>
                    </a:cubicBezTo>
                    <a:cubicBezTo>
                      <a:pt x="18" y="25"/>
                      <a:pt x="20" y="23"/>
                      <a:pt x="20" y="24"/>
                    </a:cubicBezTo>
                    <a:cubicBezTo>
                      <a:pt x="20" y="24"/>
                      <a:pt x="22" y="22"/>
                      <a:pt x="22" y="22"/>
                    </a:cubicBezTo>
                    <a:cubicBezTo>
                      <a:pt x="24" y="20"/>
                      <a:pt x="21" y="24"/>
                      <a:pt x="20" y="25"/>
                    </a:cubicBezTo>
                    <a:cubicBezTo>
                      <a:pt x="21" y="24"/>
                      <a:pt x="21" y="24"/>
                      <a:pt x="21" y="24"/>
                    </a:cubicBezTo>
                    <a:cubicBezTo>
                      <a:pt x="21" y="24"/>
                      <a:pt x="21" y="24"/>
                      <a:pt x="21" y="24"/>
                    </a:cubicBezTo>
                    <a:cubicBezTo>
                      <a:pt x="22" y="24"/>
                      <a:pt x="22" y="23"/>
                      <a:pt x="22" y="24"/>
                    </a:cubicBezTo>
                    <a:cubicBezTo>
                      <a:pt x="22" y="24"/>
                      <a:pt x="22" y="24"/>
                      <a:pt x="22" y="24"/>
                    </a:cubicBezTo>
                    <a:cubicBezTo>
                      <a:pt x="22" y="25"/>
                      <a:pt x="21" y="26"/>
                      <a:pt x="21" y="26"/>
                    </a:cubicBezTo>
                    <a:cubicBezTo>
                      <a:pt x="22" y="24"/>
                      <a:pt x="22" y="25"/>
                      <a:pt x="23" y="24"/>
                    </a:cubicBezTo>
                    <a:cubicBezTo>
                      <a:pt x="22" y="25"/>
                      <a:pt x="22" y="25"/>
                      <a:pt x="22" y="25"/>
                    </a:cubicBezTo>
                    <a:cubicBezTo>
                      <a:pt x="23" y="23"/>
                      <a:pt x="23" y="23"/>
                      <a:pt x="23" y="23"/>
                    </a:cubicBezTo>
                    <a:cubicBezTo>
                      <a:pt x="23" y="24"/>
                      <a:pt x="23" y="24"/>
                      <a:pt x="23" y="24"/>
                    </a:cubicBezTo>
                    <a:cubicBezTo>
                      <a:pt x="22" y="26"/>
                      <a:pt x="22" y="26"/>
                      <a:pt x="22" y="26"/>
                    </a:cubicBezTo>
                    <a:cubicBezTo>
                      <a:pt x="21" y="26"/>
                      <a:pt x="23" y="24"/>
                      <a:pt x="24" y="24"/>
                    </a:cubicBezTo>
                    <a:cubicBezTo>
                      <a:pt x="24" y="23"/>
                      <a:pt x="23" y="24"/>
                      <a:pt x="23" y="25"/>
                    </a:cubicBezTo>
                    <a:cubicBezTo>
                      <a:pt x="22" y="25"/>
                      <a:pt x="23" y="25"/>
                      <a:pt x="23" y="25"/>
                    </a:cubicBezTo>
                    <a:cubicBezTo>
                      <a:pt x="22" y="26"/>
                      <a:pt x="23" y="25"/>
                      <a:pt x="22" y="26"/>
                    </a:cubicBezTo>
                    <a:cubicBezTo>
                      <a:pt x="22" y="26"/>
                      <a:pt x="23" y="25"/>
                      <a:pt x="23" y="25"/>
                    </a:cubicBezTo>
                    <a:cubicBezTo>
                      <a:pt x="23" y="25"/>
                      <a:pt x="24" y="25"/>
                      <a:pt x="23" y="26"/>
                    </a:cubicBezTo>
                    <a:cubicBezTo>
                      <a:pt x="23" y="26"/>
                      <a:pt x="23" y="26"/>
                      <a:pt x="24" y="25"/>
                    </a:cubicBezTo>
                    <a:cubicBezTo>
                      <a:pt x="24" y="25"/>
                      <a:pt x="24" y="24"/>
                      <a:pt x="25" y="24"/>
                    </a:cubicBezTo>
                    <a:cubicBezTo>
                      <a:pt x="25" y="24"/>
                      <a:pt x="25" y="23"/>
                      <a:pt x="25" y="24"/>
                    </a:cubicBezTo>
                    <a:cubicBezTo>
                      <a:pt x="25" y="24"/>
                      <a:pt x="25" y="24"/>
                      <a:pt x="25" y="24"/>
                    </a:cubicBezTo>
                    <a:cubicBezTo>
                      <a:pt x="25" y="24"/>
                      <a:pt x="25" y="24"/>
                      <a:pt x="26" y="23"/>
                    </a:cubicBezTo>
                    <a:cubicBezTo>
                      <a:pt x="24" y="25"/>
                      <a:pt x="24" y="25"/>
                      <a:pt x="24" y="25"/>
                    </a:cubicBezTo>
                    <a:cubicBezTo>
                      <a:pt x="25" y="24"/>
                      <a:pt x="25" y="24"/>
                      <a:pt x="26" y="24"/>
                    </a:cubicBezTo>
                    <a:cubicBezTo>
                      <a:pt x="25" y="25"/>
                      <a:pt x="23" y="27"/>
                      <a:pt x="23" y="27"/>
                    </a:cubicBezTo>
                    <a:cubicBezTo>
                      <a:pt x="25" y="26"/>
                      <a:pt x="25" y="26"/>
                      <a:pt x="25" y="26"/>
                    </a:cubicBezTo>
                    <a:cubicBezTo>
                      <a:pt x="25" y="26"/>
                      <a:pt x="25" y="26"/>
                      <a:pt x="24" y="27"/>
                    </a:cubicBezTo>
                    <a:cubicBezTo>
                      <a:pt x="24" y="28"/>
                      <a:pt x="27" y="24"/>
                      <a:pt x="27" y="25"/>
                    </a:cubicBezTo>
                    <a:cubicBezTo>
                      <a:pt x="25" y="27"/>
                      <a:pt x="25" y="27"/>
                      <a:pt x="25" y="27"/>
                    </a:cubicBezTo>
                    <a:cubicBezTo>
                      <a:pt x="26" y="27"/>
                      <a:pt x="26" y="27"/>
                      <a:pt x="26" y="27"/>
                    </a:cubicBezTo>
                    <a:cubicBezTo>
                      <a:pt x="26" y="26"/>
                      <a:pt x="25" y="28"/>
                      <a:pt x="25" y="27"/>
                    </a:cubicBezTo>
                    <a:cubicBezTo>
                      <a:pt x="26" y="26"/>
                      <a:pt x="26" y="26"/>
                      <a:pt x="26" y="26"/>
                    </a:cubicBezTo>
                    <a:cubicBezTo>
                      <a:pt x="24" y="29"/>
                      <a:pt x="27" y="27"/>
                      <a:pt x="26" y="29"/>
                    </a:cubicBezTo>
                    <a:cubicBezTo>
                      <a:pt x="27" y="27"/>
                      <a:pt x="26" y="29"/>
                      <a:pt x="27" y="28"/>
                    </a:cubicBezTo>
                    <a:cubicBezTo>
                      <a:pt x="25" y="30"/>
                      <a:pt x="27" y="28"/>
                      <a:pt x="26" y="29"/>
                    </a:cubicBezTo>
                    <a:cubicBezTo>
                      <a:pt x="28" y="27"/>
                      <a:pt x="28" y="27"/>
                      <a:pt x="28" y="27"/>
                    </a:cubicBezTo>
                    <a:cubicBezTo>
                      <a:pt x="27" y="29"/>
                      <a:pt x="31" y="25"/>
                      <a:pt x="29" y="27"/>
                    </a:cubicBezTo>
                    <a:cubicBezTo>
                      <a:pt x="27" y="29"/>
                      <a:pt x="27" y="29"/>
                      <a:pt x="27" y="29"/>
                    </a:cubicBezTo>
                    <a:cubicBezTo>
                      <a:pt x="26" y="31"/>
                      <a:pt x="29" y="27"/>
                      <a:pt x="28" y="30"/>
                    </a:cubicBezTo>
                    <a:cubicBezTo>
                      <a:pt x="28" y="29"/>
                      <a:pt x="29" y="28"/>
                      <a:pt x="30" y="27"/>
                    </a:cubicBezTo>
                    <a:cubicBezTo>
                      <a:pt x="30" y="28"/>
                      <a:pt x="29" y="29"/>
                      <a:pt x="29" y="30"/>
                    </a:cubicBezTo>
                    <a:cubicBezTo>
                      <a:pt x="29" y="29"/>
                      <a:pt x="30" y="29"/>
                      <a:pt x="29" y="30"/>
                    </a:cubicBezTo>
                    <a:cubicBezTo>
                      <a:pt x="28" y="30"/>
                      <a:pt x="28" y="30"/>
                      <a:pt x="28" y="30"/>
                    </a:cubicBezTo>
                    <a:cubicBezTo>
                      <a:pt x="28" y="31"/>
                      <a:pt x="29" y="30"/>
                      <a:pt x="30" y="30"/>
                    </a:cubicBezTo>
                    <a:cubicBezTo>
                      <a:pt x="28" y="31"/>
                      <a:pt x="29" y="31"/>
                      <a:pt x="29" y="32"/>
                    </a:cubicBezTo>
                    <a:cubicBezTo>
                      <a:pt x="31" y="30"/>
                      <a:pt x="29" y="33"/>
                      <a:pt x="31" y="31"/>
                    </a:cubicBezTo>
                    <a:cubicBezTo>
                      <a:pt x="30" y="31"/>
                      <a:pt x="30" y="31"/>
                      <a:pt x="30" y="31"/>
                    </a:cubicBezTo>
                    <a:cubicBezTo>
                      <a:pt x="31" y="31"/>
                      <a:pt x="32" y="29"/>
                      <a:pt x="32" y="29"/>
                    </a:cubicBezTo>
                    <a:cubicBezTo>
                      <a:pt x="31" y="31"/>
                      <a:pt x="31" y="31"/>
                      <a:pt x="31" y="31"/>
                    </a:cubicBezTo>
                    <a:cubicBezTo>
                      <a:pt x="29" y="33"/>
                      <a:pt x="31" y="31"/>
                      <a:pt x="30" y="32"/>
                    </a:cubicBezTo>
                    <a:cubicBezTo>
                      <a:pt x="31" y="31"/>
                      <a:pt x="30" y="32"/>
                      <a:pt x="31" y="31"/>
                    </a:cubicBezTo>
                    <a:cubicBezTo>
                      <a:pt x="32" y="31"/>
                      <a:pt x="32" y="31"/>
                      <a:pt x="32" y="31"/>
                    </a:cubicBezTo>
                    <a:cubicBezTo>
                      <a:pt x="33" y="30"/>
                      <a:pt x="33" y="30"/>
                      <a:pt x="33" y="30"/>
                    </a:cubicBezTo>
                    <a:cubicBezTo>
                      <a:pt x="33" y="30"/>
                      <a:pt x="31" y="32"/>
                      <a:pt x="31" y="32"/>
                    </a:cubicBezTo>
                    <a:cubicBezTo>
                      <a:pt x="31" y="33"/>
                      <a:pt x="31"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1" y="33"/>
                    </a:cubicBezTo>
                    <a:cubicBezTo>
                      <a:pt x="30" y="34"/>
                      <a:pt x="30" y="34"/>
                      <a:pt x="30" y="34"/>
                    </a:cubicBezTo>
                    <a:cubicBezTo>
                      <a:pt x="30" y="34"/>
                      <a:pt x="32" y="33"/>
                      <a:pt x="32" y="32"/>
                    </a:cubicBezTo>
                    <a:cubicBezTo>
                      <a:pt x="32" y="34"/>
                      <a:pt x="33" y="33"/>
                      <a:pt x="34" y="33"/>
                    </a:cubicBezTo>
                    <a:cubicBezTo>
                      <a:pt x="34" y="33"/>
                      <a:pt x="33" y="33"/>
                      <a:pt x="33" y="33"/>
                    </a:cubicBezTo>
                    <a:cubicBezTo>
                      <a:pt x="34" y="33"/>
                      <a:pt x="35" y="32"/>
                      <a:pt x="34" y="33"/>
                    </a:cubicBezTo>
                    <a:cubicBezTo>
                      <a:pt x="35" y="32"/>
                      <a:pt x="33" y="34"/>
                      <a:pt x="34" y="34"/>
                    </a:cubicBezTo>
                    <a:cubicBezTo>
                      <a:pt x="33" y="34"/>
                      <a:pt x="35" y="33"/>
                      <a:pt x="34" y="33"/>
                    </a:cubicBezTo>
                    <a:cubicBezTo>
                      <a:pt x="33" y="35"/>
                      <a:pt x="36" y="32"/>
                      <a:pt x="35" y="34"/>
                    </a:cubicBezTo>
                    <a:cubicBezTo>
                      <a:pt x="36" y="33"/>
                      <a:pt x="35" y="34"/>
                      <a:pt x="34" y="35"/>
                    </a:cubicBezTo>
                    <a:cubicBezTo>
                      <a:pt x="35" y="34"/>
                      <a:pt x="36" y="34"/>
                      <a:pt x="37" y="33"/>
                    </a:cubicBezTo>
                    <a:cubicBezTo>
                      <a:pt x="36" y="34"/>
                      <a:pt x="36" y="34"/>
                      <a:pt x="36" y="34"/>
                    </a:cubicBezTo>
                    <a:cubicBezTo>
                      <a:pt x="36" y="34"/>
                      <a:pt x="36" y="34"/>
                      <a:pt x="37" y="34"/>
                    </a:cubicBezTo>
                    <a:cubicBezTo>
                      <a:pt x="38" y="33"/>
                      <a:pt x="39" y="32"/>
                      <a:pt x="39" y="32"/>
                    </a:cubicBezTo>
                    <a:cubicBezTo>
                      <a:pt x="39" y="32"/>
                      <a:pt x="39" y="32"/>
                      <a:pt x="39" y="32"/>
                    </a:cubicBezTo>
                    <a:cubicBezTo>
                      <a:pt x="40" y="32"/>
                      <a:pt x="40" y="32"/>
                      <a:pt x="40" y="32"/>
                    </a:cubicBezTo>
                    <a:cubicBezTo>
                      <a:pt x="39" y="33"/>
                      <a:pt x="39" y="32"/>
                      <a:pt x="39" y="33"/>
                    </a:cubicBezTo>
                    <a:cubicBezTo>
                      <a:pt x="37" y="35"/>
                      <a:pt x="38" y="34"/>
                      <a:pt x="38" y="35"/>
                    </a:cubicBezTo>
                    <a:cubicBezTo>
                      <a:pt x="39" y="34"/>
                      <a:pt x="39" y="34"/>
                      <a:pt x="39" y="34"/>
                    </a:cubicBezTo>
                    <a:cubicBezTo>
                      <a:pt x="40" y="33"/>
                      <a:pt x="38" y="35"/>
                      <a:pt x="38" y="35"/>
                    </a:cubicBezTo>
                    <a:cubicBezTo>
                      <a:pt x="42" y="32"/>
                      <a:pt x="42" y="32"/>
                      <a:pt x="42" y="32"/>
                    </a:cubicBezTo>
                    <a:cubicBezTo>
                      <a:pt x="42" y="32"/>
                      <a:pt x="41" y="33"/>
                      <a:pt x="40" y="34"/>
                    </a:cubicBezTo>
                    <a:cubicBezTo>
                      <a:pt x="40" y="34"/>
                      <a:pt x="42" y="32"/>
                      <a:pt x="44" y="31"/>
                    </a:cubicBezTo>
                    <a:cubicBezTo>
                      <a:pt x="44" y="31"/>
                      <a:pt x="45" y="31"/>
                      <a:pt x="45" y="31"/>
                    </a:cubicBezTo>
                    <a:cubicBezTo>
                      <a:pt x="44" y="32"/>
                      <a:pt x="45" y="31"/>
                      <a:pt x="44" y="32"/>
                    </a:cubicBezTo>
                    <a:cubicBezTo>
                      <a:pt x="43" y="33"/>
                      <a:pt x="43" y="33"/>
                      <a:pt x="43" y="33"/>
                    </a:cubicBezTo>
                    <a:cubicBezTo>
                      <a:pt x="43" y="33"/>
                      <a:pt x="41" y="34"/>
                      <a:pt x="40" y="35"/>
                    </a:cubicBezTo>
                    <a:cubicBezTo>
                      <a:pt x="41" y="35"/>
                      <a:pt x="41" y="36"/>
                      <a:pt x="41" y="36"/>
                    </a:cubicBezTo>
                    <a:cubicBezTo>
                      <a:pt x="43" y="34"/>
                      <a:pt x="42" y="35"/>
                      <a:pt x="44" y="34"/>
                    </a:cubicBezTo>
                    <a:cubicBezTo>
                      <a:pt x="44" y="34"/>
                      <a:pt x="43" y="35"/>
                      <a:pt x="42" y="36"/>
                    </a:cubicBezTo>
                    <a:cubicBezTo>
                      <a:pt x="43" y="35"/>
                      <a:pt x="43" y="36"/>
                      <a:pt x="43" y="36"/>
                    </a:cubicBezTo>
                    <a:cubicBezTo>
                      <a:pt x="43" y="36"/>
                      <a:pt x="43" y="36"/>
                      <a:pt x="43" y="36"/>
                    </a:cubicBezTo>
                    <a:cubicBezTo>
                      <a:pt x="44" y="36"/>
                      <a:pt x="43" y="37"/>
                      <a:pt x="45" y="36"/>
                    </a:cubicBezTo>
                    <a:cubicBezTo>
                      <a:pt x="44" y="37"/>
                      <a:pt x="44" y="37"/>
                      <a:pt x="44" y="37"/>
                    </a:cubicBezTo>
                    <a:cubicBezTo>
                      <a:pt x="44" y="37"/>
                      <a:pt x="47" y="34"/>
                      <a:pt x="46" y="36"/>
                    </a:cubicBezTo>
                    <a:cubicBezTo>
                      <a:pt x="45" y="36"/>
                      <a:pt x="45" y="36"/>
                      <a:pt x="45" y="36"/>
                    </a:cubicBezTo>
                    <a:cubicBezTo>
                      <a:pt x="46" y="36"/>
                      <a:pt x="44" y="38"/>
                      <a:pt x="46" y="36"/>
                    </a:cubicBezTo>
                    <a:cubicBezTo>
                      <a:pt x="45" y="37"/>
                      <a:pt x="45" y="37"/>
                      <a:pt x="45" y="37"/>
                    </a:cubicBezTo>
                    <a:cubicBezTo>
                      <a:pt x="45" y="37"/>
                      <a:pt x="45" y="37"/>
                      <a:pt x="47" y="36"/>
                    </a:cubicBezTo>
                    <a:cubicBezTo>
                      <a:pt x="45" y="38"/>
                      <a:pt x="45" y="38"/>
                      <a:pt x="45" y="38"/>
                    </a:cubicBezTo>
                    <a:cubicBezTo>
                      <a:pt x="45" y="39"/>
                      <a:pt x="47" y="36"/>
                      <a:pt x="47" y="37"/>
                    </a:cubicBezTo>
                    <a:cubicBezTo>
                      <a:pt x="47" y="37"/>
                      <a:pt x="46" y="38"/>
                      <a:pt x="46" y="38"/>
                    </a:cubicBezTo>
                    <a:cubicBezTo>
                      <a:pt x="47" y="37"/>
                      <a:pt x="47" y="38"/>
                      <a:pt x="47" y="38"/>
                    </a:cubicBezTo>
                    <a:cubicBezTo>
                      <a:pt x="46" y="39"/>
                      <a:pt x="46" y="39"/>
                      <a:pt x="46" y="39"/>
                    </a:cubicBezTo>
                    <a:cubicBezTo>
                      <a:pt x="47" y="40"/>
                      <a:pt x="47" y="41"/>
                      <a:pt x="50" y="41"/>
                    </a:cubicBezTo>
                    <a:cubicBezTo>
                      <a:pt x="48" y="42"/>
                      <a:pt x="48" y="41"/>
                      <a:pt x="47" y="43"/>
                    </a:cubicBezTo>
                    <a:cubicBezTo>
                      <a:pt x="49" y="41"/>
                      <a:pt x="48" y="42"/>
                      <a:pt x="49" y="42"/>
                    </a:cubicBezTo>
                    <a:cubicBezTo>
                      <a:pt x="48" y="42"/>
                      <a:pt x="48" y="42"/>
                      <a:pt x="48" y="42"/>
                    </a:cubicBezTo>
                    <a:cubicBezTo>
                      <a:pt x="49" y="42"/>
                      <a:pt x="48" y="43"/>
                      <a:pt x="48" y="43"/>
                    </a:cubicBezTo>
                    <a:cubicBezTo>
                      <a:pt x="49" y="43"/>
                      <a:pt x="49" y="43"/>
                      <a:pt x="49" y="43"/>
                    </a:cubicBezTo>
                    <a:cubicBezTo>
                      <a:pt x="50" y="42"/>
                      <a:pt x="47" y="45"/>
                      <a:pt x="49" y="43"/>
                    </a:cubicBezTo>
                    <a:cubicBezTo>
                      <a:pt x="48" y="44"/>
                      <a:pt x="48" y="44"/>
                      <a:pt x="48" y="44"/>
                    </a:cubicBezTo>
                    <a:cubicBezTo>
                      <a:pt x="50" y="43"/>
                      <a:pt x="47" y="45"/>
                      <a:pt x="49" y="44"/>
                    </a:cubicBezTo>
                    <a:cubicBezTo>
                      <a:pt x="49" y="44"/>
                      <a:pt x="49" y="44"/>
                      <a:pt x="49" y="44"/>
                    </a:cubicBezTo>
                    <a:cubicBezTo>
                      <a:pt x="48" y="45"/>
                      <a:pt x="51" y="43"/>
                      <a:pt x="50" y="44"/>
                    </a:cubicBezTo>
                    <a:cubicBezTo>
                      <a:pt x="50" y="44"/>
                      <a:pt x="51" y="44"/>
                      <a:pt x="53" y="43"/>
                    </a:cubicBezTo>
                    <a:cubicBezTo>
                      <a:pt x="51" y="44"/>
                      <a:pt x="51" y="44"/>
                      <a:pt x="51" y="44"/>
                    </a:cubicBezTo>
                    <a:cubicBezTo>
                      <a:pt x="52" y="44"/>
                      <a:pt x="52" y="46"/>
                      <a:pt x="55" y="45"/>
                    </a:cubicBezTo>
                    <a:cubicBezTo>
                      <a:pt x="54" y="45"/>
                      <a:pt x="54" y="45"/>
                      <a:pt x="54" y="45"/>
                    </a:cubicBezTo>
                    <a:cubicBezTo>
                      <a:pt x="56" y="44"/>
                      <a:pt x="52" y="48"/>
                      <a:pt x="56" y="45"/>
                    </a:cubicBezTo>
                    <a:cubicBezTo>
                      <a:pt x="58" y="45"/>
                      <a:pt x="58" y="45"/>
                      <a:pt x="58" y="45"/>
                    </a:cubicBezTo>
                    <a:cubicBezTo>
                      <a:pt x="56" y="46"/>
                      <a:pt x="56" y="46"/>
                      <a:pt x="56" y="46"/>
                    </a:cubicBezTo>
                    <a:cubicBezTo>
                      <a:pt x="57" y="46"/>
                      <a:pt x="56" y="46"/>
                      <a:pt x="58" y="46"/>
                    </a:cubicBezTo>
                    <a:cubicBezTo>
                      <a:pt x="56" y="46"/>
                      <a:pt x="56" y="46"/>
                      <a:pt x="56" y="46"/>
                    </a:cubicBezTo>
                    <a:cubicBezTo>
                      <a:pt x="56" y="47"/>
                      <a:pt x="59" y="46"/>
                      <a:pt x="58" y="46"/>
                    </a:cubicBezTo>
                    <a:cubicBezTo>
                      <a:pt x="57" y="46"/>
                      <a:pt x="57" y="46"/>
                      <a:pt x="57" y="46"/>
                    </a:cubicBezTo>
                    <a:cubicBezTo>
                      <a:pt x="55" y="49"/>
                      <a:pt x="54" y="52"/>
                      <a:pt x="58" y="51"/>
                    </a:cubicBezTo>
                    <a:cubicBezTo>
                      <a:pt x="59" y="50"/>
                      <a:pt x="56" y="52"/>
                      <a:pt x="56" y="52"/>
                    </a:cubicBezTo>
                    <a:cubicBezTo>
                      <a:pt x="60" y="51"/>
                      <a:pt x="56" y="55"/>
                      <a:pt x="61" y="53"/>
                    </a:cubicBezTo>
                    <a:cubicBezTo>
                      <a:pt x="63" y="53"/>
                      <a:pt x="68" y="50"/>
                      <a:pt x="68" y="50"/>
                    </a:cubicBezTo>
                    <a:cubicBezTo>
                      <a:pt x="65" y="50"/>
                      <a:pt x="66" y="47"/>
                      <a:pt x="68" y="44"/>
                    </a:cubicBezTo>
                    <a:cubicBezTo>
                      <a:pt x="67" y="44"/>
                      <a:pt x="66" y="43"/>
                      <a:pt x="66" y="4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0" name="Freeform 374"/>
              <p:cNvSpPr/>
              <p:nvPr/>
            </p:nvSpPr>
            <p:spPr bwMode="auto">
              <a:xfrm>
                <a:off x="3472" y="2077"/>
                <a:ext cx="0" cy="2"/>
              </a:xfrm>
              <a:custGeom>
                <a:avLst/>
                <a:gdLst>
                  <a:gd name="T0" fmla="*/ 0 h 1"/>
                  <a:gd name="T1" fmla="*/ 1 h 1"/>
                  <a:gd name="T2" fmla="*/ 0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1" name="Freeform 375"/>
              <p:cNvSpPr/>
              <p:nvPr/>
            </p:nvSpPr>
            <p:spPr bwMode="auto">
              <a:xfrm>
                <a:off x="4219" y="2506"/>
                <a:ext cx="2" cy="4"/>
              </a:xfrm>
              <a:custGeom>
                <a:avLst/>
                <a:gdLst>
                  <a:gd name="T0" fmla="*/ 0 w 1"/>
                  <a:gd name="T1" fmla="*/ 1 h 2"/>
                  <a:gd name="T2" fmla="*/ 1 w 1"/>
                  <a:gd name="T3" fmla="*/ 1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1"/>
                    </a:cubicBezTo>
                    <a:cubicBezTo>
                      <a:pt x="1" y="1"/>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2" name="Freeform 376"/>
              <p:cNvSpPr/>
              <p:nvPr/>
            </p:nvSpPr>
            <p:spPr bwMode="auto">
              <a:xfrm>
                <a:off x="4228" y="2482"/>
                <a:ext cx="6" cy="3"/>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3" name="Freeform 377"/>
              <p:cNvSpPr/>
              <p:nvPr/>
            </p:nvSpPr>
            <p:spPr bwMode="auto">
              <a:xfrm>
                <a:off x="3472" y="2073"/>
                <a:ext cx="0" cy="2"/>
              </a:xfrm>
              <a:custGeom>
                <a:avLst/>
                <a:gdLst>
                  <a:gd name="T0" fmla="*/ 0 h 1"/>
                  <a:gd name="T1" fmla="*/ 0 h 1"/>
                  <a:gd name="T2" fmla="*/ 0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0"/>
                      <a:pt x="0" y="1"/>
                    </a:cubicBezTo>
                    <a:cubicBezTo>
                      <a:pt x="0" y="1"/>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4" name="Freeform 378"/>
              <p:cNvSpPr/>
              <p:nvPr/>
            </p:nvSpPr>
            <p:spPr bwMode="auto">
              <a:xfrm>
                <a:off x="3472" y="20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5" name="Freeform 379"/>
              <p:cNvSpPr/>
              <p:nvPr/>
            </p:nvSpPr>
            <p:spPr bwMode="auto">
              <a:xfrm>
                <a:off x="4219" y="2510"/>
                <a:ext cx="5" cy="2"/>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6" name="Freeform 380"/>
              <p:cNvSpPr/>
              <p:nvPr/>
            </p:nvSpPr>
            <p:spPr bwMode="auto">
              <a:xfrm>
                <a:off x="4221" y="2514"/>
                <a:ext cx="3" cy="4"/>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2"/>
                      <a:pt x="1" y="1"/>
                      <a:pt x="1" y="2"/>
                    </a:cubicBezTo>
                    <a:cubicBezTo>
                      <a:pt x="1" y="1"/>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7" name="Oval 381"/>
              <p:cNvSpPr>
                <a:spLocks noChangeArrowheads="1"/>
              </p:cNvSpPr>
              <p:nvPr/>
            </p:nvSpPr>
            <p:spPr bwMode="auto">
              <a:xfrm>
                <a:off x="3905" y="227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8" name="Freeform 382"/>
              <p:cNvSpPr/>
              <p:nvPr/>
            </p:nvSpPr>
            <p:spPr bwMode="auto">
              <a:xfrm>
                <a:off x="4217" y="2510"/>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9" name="Freeform 383"/>
              <p:cNvSpPr/>
              <p:nvPr/>
            </p:nvSpPr>
            <p:spPr bwMode="auto">
              <a:xfrm>
                <a:off x="4296" y="2552"/>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0" name="Freeform 384"/>
              <p:cNvSpPr/>
              <p:nvPr/>
            </p:nvSpPr>
            <p:spPr bwMode="auto">
              <a:xfrm>
                <a:off x="4289" y="25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1" name="Freeform 385"/>
              <p:cNvSpPr/>
              <p:nvPr/>
            </p:nvSpPr>
            <p:spPr bwMode="auto">
              <a:xfrm>
                <a:off x="4296" y="2552"/>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2" name="Freeform 386"/>
              <p:cNvSpPr/>
              <p:nvPr/>
            </p:nvSpPr>
            <p:spPr bwMode="auto">
              <a:xfrm>
                <a:off x="4306" y="2555"/>
                <a:ext cx="2" cy="4"/>
              </a:xfrm>
              <a:custGeom>
                <a:avLst/>
                <a:gdLst>
                  <a:gd name="T0" fmla="*/ 0 w 2"/>
                  <a:gd name="T1" fmla="*/ 4 h 4"/>
                  <a:gd name="T2" fmla="*/ 0 w 2"/>
                  <a:gd name="T3" fmla="*/ 4 h 4"/>
                  <a:gd name="T4" fmla="*/ 2 w 2"/>
                  <a:gd name="T5" fmla="*/ 0 h 4"/>
                  <a:gd name="T6" fmla="*/ 0 w 2"/>
                  <a:gd name="T7" fmla="*/ 4 h 4"/>
                </a:gdLst>
                <a:ahLst/>
                <a:cxnLst>
                  <a:cxn ang="0">
                    <a:pos x="T0" y="T1"/>
                  </a:cxn>
                  <a:cxn ang="0">
                    <a:pos x="T2" y="T3"/>
                  </a:cxn>
                  <a:cxn ang="0">
                    <a:pos x="T4" y="T5"/>
                  </a:cxn>
                  <a:cxn ang="0">
                    <a:pos x="T6" y="T7"/>
                  </a:cxn>
                </a:cxnLst>
                <a:rect l="0" t="0" r="r" b="b"/>
                <a:pathLst>
                  <a:path w="2" h="4">
                    <a:moveTo>
                      <a:pt x="0" y="4"/>
                    </a:moveTo>
                    <a:lnTo>
                      <a:pt x="0" y="4"/>
                    </a:lnTo>
                    <a:lnTo>
                      <a:pt x="2" y="0"/>
                    </a:lnTo>
                    <a:lnTo>
                      <a:pt x="0"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3" name="Freeform 387"/>
              <p:cNvSpPr/>
              <p:nvPr/>
            </p:nvSpPr>
            <p:spPr bwMode="auto">
              <a:xfrm>
                <a:off x="3903" y="2275"/>
                <a:ext cx="2"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4" name="Freeform 388"/>
              <p:cNvSpPr/>
              <p:nvPr/>
            </p:nvSpPr>
            <p:spPr bwMode="auto">
              <a:xfrm>
                <a:off x="3901" y="257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5" name="Freeform 389"/>
              <p:cNvSpPr/>
              <p:nvPr/>
            </p:nvSpPr>
            <p:spPr bwMode="auto">
              <a:xfrm>
                <a:off x="4285" y="25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6" name="Freeform 390"/>
              <p:cNvSpPr/>
              <p:nvPr/>
            </p:nvSpPr>
            <p:spPr bwMode="auto">
              <a:xfrm>
                <a:off x="3472" y="207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7" name="Rectangle 391"/>
              <p:cNvSpPr>
                <a:spLocks noChangeArrowheads="1"/>
              </p:cNvSpPr>
              <p:nvPr/>
            </p:nvSpPr>
            <p:spPr bwMode="auto">
              <a:xfrm>
                <a:off x="3472" y="2079"/>
                <a:ext cx="1"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8" name="Freeform 392"/>
              <p:cNvSpPr/>
              <p:nvPr/>
            </p:nvSpPr>
            <p:spPr bwMode="auto">
              <a:xfrm>
                <a:off x="4277" y="2495"/>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9" name="Freeform 393"/>
              <p:cNvSpPr/>
              <p:nvPr/>
            </p:nvSpPr>
            <p:spPr bwMode="auto">
              <a:xfrm>
                <a:off x="3472"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0" name="Freeform 394"/>
              <p:cNvSpPr/>
              <p:nvPr/>
            </p:nvSpPr>
            <p:spPr bwMode="auto">
              <a:xfrm>
                <a:off x="4255" y="25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1" name="Freeform 395"/>
              <p:cNvSpPr/>
              <p:nvPr/>
            </p:nvSpPr>
            <p:spPr bwMode="auto">
              <a:xfrm>
                <a:off x="3678" y="2461"/>
                <a:ext cx="19" cy="13"/>
              </a:xfrm>
              <a:custGeom>
                <a:avLst/>
                <a:gdLst>
                  <a:gd name="T0" fmla="*/ 0 w 9"/>
                  <a:gd name="T1" fmla="*/ 0 h 6"/>
                  <a:gd name="T2" fmla="*/ 9 w 9"/>
                  <a:gd name="T3" fmla="*/ 6 h 6"/>
                  <a:gd name="T4" fmla="*/ 0 w 9"/>
                  <a:gd name="T5" fmla="*/ 0 h 6"/>
                </a:gdLst>
                <a:ahLst/>
                <a:cxnLst>
                  <a:cxn ang="0">
                    <a:pos x="T0" y="T1"/>
                  </a:cxn>
                  <a:cxn ang="0">
                    <a:pos x="T2" y="T3"/>
                  </a:cxn>
                  <a:cxn ang="0">
                    <a:pos x="T4" y="T5"/>
                  </a:cxn>
                </a:cxnLst>
                <a:rect l="0" t="0" r="r" b="b"/>
                <a:pathLst>
                  <a:path w="9" h="6">
                    <a:moveTo>
                      <a:pt x="0" y="0"/>
                    </a:moveTo>
                    <a:cubicBezTo>
                      <a:pt x="9" y="6"/>
                      <a:pt x="9" y="6"/>
                      <a:pt x="9" y="6"/>
                    </a:cubicBezTo>
                    <a:cubicBezTo>
                      <a:pt x="6" y="3"/>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2" name="Freeform 396"/>
              <p:cNvSpPr/>
              <p:nvPr/>
            </p:nvSpPr>
            <p:spPr bwMode="auto">
              <a:xfrm>
                <a:off x="3496" y="2319"/>
                <a:ext cx="4" cy="6"/>
              </a:xfrm>
              <a:custGeom>
                <a:avLst/>
                <a:gdLst>
                  <a:gd name="T0" fmla="*/ 1 w 2"/>
                  <a:gd name="T1" fmla="*/ 1 h 3"/>
                  <a:gd name="T2" fmla="*/ 2 w 2"/>
                  <a:gd name="T3" fmla="*/ 3 h 3"/>
                  <a:gd name="T4" fmla="*/ 2 w 2"/>
                  <a:gd name="T5" fmla="*/ 1 h 3"/>
                  <a:gd name="T6" fmla="*/ 1 w 2"/>
                  <a:gd name="T7" fmla="*/ 1 h 3"/>
                </a:gdLst>
                <a:ahLst/>
                <a:cxnLst>
                  <a:cxn ang="0">
                    <a:pos x="T0" y="T1"/>
                  </a:cxn>
                  <a:cxn ang="0">
                    <a:pos x="T2" y="T3"/>
                  </a:cxn>
                  <a:cxn ang="0">
                    <a:pos x="T4" y="T5"/>
                  </a:cxn>
                  <a:cxn ang="0">
                    <a:pos x="T6" y="T7"/>
                  </a:cxn>
                </a:cxnLst>
                <a:rect l="0" t="0" r="r" b="b"/>
                <a:pathLst>
                  <a:path w="2" h="3">
                    <a:moveTo>
                      <a:pt x="1" y="1"/>
                    </a:moveTo>
                    <a:cubicBezTo>
                      <a:pt x="2" y="2"/>
                      <a:pt x="2" y="2"/>
                      <a:pt x="2" y="3"/>
                    </a:cubicBezTo>
                    <a:cubicBezTo>
                      <a:pt x="2" y="1"/>
                      <a:pt x="2" y="1"/>
                      <a:pt x="2" y="1"/>
                    </a:cubicBezTo>
                    <a:cubicBezTo>
                      <a:pt x="2" y="0"/>
                      <a:pt x="0"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3" name="Freeform 397"/>
              <p:cNvSpPr/>
              <p:nvPr/>
            </p:nvSpPr>
            <p:spPr bwMode="auto">
              <a:xfrm>
                <a:off x="3483" y="2156"/>
                <a:ext cx="6" cy="4"/>
              </a:xfrm>
              <a:custGeom>
                <a:avLst/>
                <a:gdLst>
                  <a:gd name="T0" fmla="*/ 2 w 3"/>
                  <a:gd name="T1" fmla="*/ 1 h 2"/>
                  <a:gd name="T2" fmla="*/ 1 w 3"/>
                  <a:gd name="T3" fmla="*/ 2 h 2"/>
                  <a:gd name="T4" fmla="*/ 2 w 3"/>
                  <a:gd name="T5" fmla="*/ 1 h 2"/>
                </a:gdLst>
                <a:ahLst/>
                <a:cxnLst>
                  <a:cxn ang="0">
                    <a:pos x="T0" y="T1"/>
                  </a:cxn>
                  <a:cxn ang="0">
                    <a:pos x="T2" y="T3"/>
                  </a:cxn>
                  <a:cxn ang="0">
                    <a:pos x="T4" y="T5"/>
                  </a:cxn>
                </a:cxnLst>
                <a:rect l="0" t="0" r="r" b="b"/>
                <a:pathLst>
                  <a:path w="3" h="2">
                    <a:moveTo>
                      <a:pt x="2" y="1"/>
                    </a:moveTo>
                    <a:cubicBezTo>
                      <a:pt x="0" y="0"/>
                      <a:pt x="3" y="1"/>
                      <a:pt x="1" y="2"/>
                    </a:cubicBezTo>
                    <a:cubicBezTo>
                      <a:pt x="2" y="2"/>
                      <a:pt x="2" y="2"/>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4" name="Freeform 398"/>
              <p:cNvSpPr/>
              <p:nvPr/>
            </p:nvSpPr>
            <p:spPr bwMode="auto">
              <a:xfrm>
                <a:off x="3534" y="2347"/>
                <a:ext cx="13" cy="6"/>
              </a:xfrm>
              <a:custGeom>
                <a:avLst/>
                <a:gdLst>
                  <a:gd name="T0" fmla="*/ 0 w 6"/>
                  <a:gd name="T1" fmla="*/ 0 h 3"/>
                  <a:gd name="T2" fmla="*/ 4 w 6"/>
                  <a:gd name="T3" fmla="*/ 3 h 3"/>
                  <a:gd name="T4" fmla="*/ 0 w 6"/>
                  <a:gd name="T5" fmla="*/ 0 h 3"/>
                </a:gdLst>
                <a:ahLst/>
                <a:cxnLst>
                  <a:cxn ang="0">
                    <a:pos x="T0" y="T1"/>
                  </a:cxn>
                  <a:cxn ang="0">
                    <a:pos x="T2" y="T3"/>
                  </a:cxn>
                  <a:cxn ang="0">
                    <a:pos x="T4" y="T5"/>
                  </a:cxn>
                </a:cxnLst>
                <a:rect l="0" t="0" r="r" b="b"/>
                <a:pathLst>
                  <a:path w="6" h="3">
                    <a:moveTo>
                      <a:pt x="0" y="0"/>
                    </a:moveTo>
                    <a:cubicBezTo>
                      <a:pt x="0" y="2"/>
                      <a:pt x="3" y="3"/>
                      <a:pt x="4" y="3"/>
                    </a:cubicBezTo>
                    <a:cubicBezTo>
                      <a:pt x="6" y="3"/>
                      <a:pt x="1" y="2"/>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5" name="Freeform 399"/>
              <p:cNvSpPr/>
              <p:nvPr/>
            </p:nvSpPr>
            <p:spPr bwMode="auto">
              <a:xfrm>
                <a:off x="3466" y="2090"/>
                <a:ext cx="4" cy="4"/>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6" name="Freeform 400"/>
              <p:cNvSpPr/>
              <p:nvPr/>
            </p:nvSpPr>
            <p:spPr bwMode="auto">
              <a:xfrm>
                <a:off x="3466" y="2103"/>
                <a:ext cx="4" cy="0"/>
              </a:xfrm>
              <a:custGeom>
                <a:avLst/>
                <a:gdLst>
                  <a:gd name="T0" fmla="*/ 0 w 2"/>
                  <a:gd name="T1" fmla="*/ 1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1" y="0"/>
                    </a:cubicBezTo>
                    <a:cubicBezTo>
                      <a:pt x="2"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7" name="Freeform 401"/>
              <p:cNvSpPr/>
              <p:nvPr/>
            </p:nvSpPr>
            <p:spPr bwMode="auto">
              <a:xfrm>
                <a:off x="3477" y="2152"/>
                <a:ext cx="4" cy="8"/>
              </a:xfrm>
              <a:custGeom>
                <a:avLst/>
                <a:gdLst>
                  <a:gd name="T0" fmla="*/ 2 w 2"/>
                  <a:gd name="T1" fmla="*/ 4 h 4"/>
                  <a:gd name="T2" fmla="*/ 1 w 2"/>
                  <a:gd name="T3" fmla="*/ 0 h 4"/>
                  <a:gd name="T4" fmla="*/ 2 w 2"/>
                  <a:gd name="T5" fmla="*/ 4 h 4"/>
                </a:gdLst>
                <a:ahLst/>
                <a:cxnLst>
                  <a:cxn ang="0">
                    <a:pos x="T0" y="T1"/>
                  </a:cxn>
                  <a:cxn ang="0">
                    <a:pos x="T2" y="T3"/>
                  </a:cxn>
                  <a:cxn ang="0">
                    <a:pos x="T4" y="T5"/>
                  </a:cxn>
                </a:cxnLst>
                <a:rect l="0" t="0" r="r" b="b"/>
                <a:pathLst>
                  <a:path w="2" h="4">
                    <a:moveTo>
                      <a:pt x="2" y="4"/>
                    </a:moveTo>
                    <a:cubicBezTo>
                      <a:pt x="2" y="3"/>
                      <a:pt x="1" y="1"/>
                      <a:pt x="1" y="0"/>
                    </a:cubicBezTo>
                    <a:cubicBezTo>
                      <a:pt x="0" y="2"/>
                      <a:pt x="1" y="2"/>
                      <a:pt x="2" y="4"/>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8" name="Freeform 402"/>
              <p:cNvSpPr/>
              <p:nvPr/>
            </p:nvSpPr>
            <p:spPr bwMode="auto">
              <a:xfrm>
                <a:off x="3466" y="2096"/>
                <a:ext cx="8" cy="5"/>
              </a:xfrm>
              <a:custGeom>
                <a:avLst/>
                <a:gdLst>
                  <a:gd name="T0" fmla="*/ 0 w 4"/>
                  <a:gd name="T1" fmla="*/ 2 h 2"/>
                  <a:gd name="T2" fmla="*/ 0 w 4"/>
                  <a:gd name="T3" fmla="*/ 2 h 2"/>
                  <a:gd name="T4" fmla="*/ 2 w 4"/>
                  <a:gd name="T5" fmla="*/ 2 h 2"/>
                  <a:gd name="T6" fmla="*/ 2 w 4"/>
                  <a:gd name="T7" fmla="*/ 1 h 2"/>
                  <a:gd name="T8" fmla="*/ 4 w 4"/>
                  <a:gd name="T9" fmla="*/ 0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0" y="2"/>
                      <a:pt x="0" y="2"/>
                    </a:cubicBezTo>
                    <a:cubicBezTo>
                      <a:pt x="1" y="2"/>
                      <a:pt x="1" y="2"/>
                      <a:pt x="2" y="2"/>
                    </a:cubicBezTo>
                    <a:cubicBezTo>
                      <a:pt x="2" y="2"/>
                      <a:pt x="3" y="1"/>
                      <a:pt x="2" y="1"/>
                    </a:cubicBezTo>
                    <a:cubicBezTo>
                      <a:pt x="3" y="0"/>
                      <a:pt x="4" y="1"/>
                      <a:pt x="4" y="0"/>
                    </a:cubicBezTo>
                    <a:cubicBezTo>
                      <a:pt x="3" y="0"/>
                      <a:pt x="1"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9" name="Freeform 403"/>
              <p:cNvSpPr/>
              <p:nvPr/>
            </p:nvSpPr>
            <p:spPr bwMode="auto">
              <a:xfrm>
                <a:off x="3470" y="210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0" name="Freeform 404"/>
              <p:cNvSpPr/>
              <p:nvPr/>
            </p:nvSpPr>
            <p:spPr bwMode="auto">
              <a:xfrm>
                <a:off x="3718" y="2501"/>
                <a:ext cx="5" cy="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2" y="1"/>
                      <a:pt x="2" y="2"/>
                    </a:cubicBezTo>
                    <a:cubicBezTo>
                      <a:pt x="2" y="1"/>
                      <a:pt x="1" y="1"/>
                      <a:pt x="0" y="0"/>
                    </a:cubicBezTo>
                    <a:cubicBezTo>
                      <a:pt x="0" y="0"/>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1" name="Freeform 405"/>
              <p:cNvSpPr/>
              <p:nvPr/>
            </p:nvSpPr>
            <p:spPr bwMode="auto">
              <a:xfrm>
                <a:off x="3629" y="2417"/>
                <a:ext cx="7" cy="6"/>
              </a:xfrm>
              <a:custGeom>
                <a:avLst/>
                <a:gdLst>
                  <a:gd name="T0" fmla="*/ 2 w 3"/>
                  <a:gd name="T1" fmla="*/ 3 h 3"/>
                  <a:gd name="T2" fmla="*/ 0 w 3"/>
                  <a:gd name="T3" fmla="*/ 0 h 3"/>
                  <a:gd name="T4" fmla="*/ 2 w 3"/>
                  <a:gd name="T5" fmla="*/ 3 h 3"/>
                </a:gdLst>
                <a:ahLst/>
                <a:cxnLst>
                  <a:cxn ang="0">
                    <a:pos x="T0" y="T1"/>
                  </a:cxn>
                  <a:cxn ang="0">
                    <a:pos x="T2" y="T3"/>
                  </a:cxn>
                  <a:cxn ang="0">
                    <a:pos x="T4" y="T5"/>
                  </a:cxn>
                </a:cxnLst>
                <a:rect l="0" t="0" r="r" b="b"/>
                <a:pathLst>
                  <a:path w="3" h="3">
                    <a:moveTo>
                      <a:pt x="2" y="3"/>
                    </a:moveTo>
                    <a:cubicBezTo>
                      <a:pt x="3" y="2"/>
                      <a:pt x="1" y="1"/>
                      <a:pt x="0" y="0"/>
                    </a:cubicBezTo>
                    <a:cubicBezTo>
                      <a:pt x="0" y="1"/>
                      <a:pt x="1" y="2"/>
                      <a:pt x="2"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sp>
          <p:nvSpPr>
            <p:cNvPr id="6" name="Freeform 407"/>
            <p:cNvSpPr/>
            <p:nvPr/>
          </p:nvSpPr>
          <p:spPr bwMode="auto">
            <a:xfrm>
              <a:off x="3716" y="2495"/>
              <a:ext cx="5" cy="4"/>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1"/>
                    <a:pt x="1" y="0"/>
                    <a:pt x="0" y="0"/>
                  </a:cubicBezTo>
                  <a:cubicBezTo>
                    <a:pt x="1" y="1"/>
                    <a:pt x="1"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 name="Freeform 408"/>
            <p:cNvSpPr/>
            <p:nvPr/>
          </p:nvSpPr>
          <p:spPr bwMode="auto">
            <a:xfrm>
              <a:off x="3706" y="2480"/>
              <a:ext cx="10" cy="15"/>
            </a:xfrm>
            <a:custGeom>
              <a:avLst/>
              <a:gdLst>
                <a:gd name="T0" fmla="*/ 5 w 5"/>
                <a:gd name="T1" fmla="*/ 7 h 7"/>
                <a:gd name="T2" fmla="*/ 2 w 5"/>
                <a:gd name="T3" fmla="*/ 3 h 7"/>
                <a:gd name="T4" fmla="*/ 2 w 5"/>
                <a:gd name="T5" fmla="*/ 1 h 7"/>
                <a:gd name="T6" fmla="*/ 3 w 5"/>
                <a:gd name="T7" fmla="*/ 7 h 7"/>
                <a:gd name="T8" fmla="*/ 3 w 5"/>
                <a:gd name="T9" fmla="*/ 7 h 7"/>
                <a:gd name="T10" fmla="*/ 5 w 5"/>
                <a:gd name="T11" fmla="*/ 7 h 7"/>
              </a:gdLst>
              <a:ahLst/>
              <a:cxnLst>
                <a:cxn ang="0">
                  <a:pos x="T0" y="T1"/>
                </a:cxn>
                <a:cxn ang="0">
                  <a:pos x="T2" y="T3"/>
                </a:cxn>
                <a:cxn ang="0">
                  <a:pos x="T4" y="T5"/>
                </a:cxn>
                <a:cxn ang="0">
                  <a:pos x="T6" y="T7"/>
                </a:cxn>
                <a:cxn ang="0">
                  <a:pos x="T8" y="T9"/>
                </a:cxn>
                <a:cxn ang="0">
                  <a:pos x="T10" y="T11"/>
                </a:cxn>
              </a:cxnLst>
              <a:rect l="0" t="0" r="r" b="b"/>
              <a:pathLst>
                <a:path w="5" h="7">
                  <a:moveTo>
                    <a:pt x="5" y="7"/>
                  </a:moveTo>
                  <a:cubicBezTo>
                    <a:pt x="4" y="5"/>
                    <a:pt x="4" y="3"/>
                    <a:pt x="2" y="3"/>
                  </a:cubicBezTo>
                  <a:cubicBezTo>
                    <a:pt x="1" y="1"/>
                    <a:pt x="4" y="3"/>
                    <a:pt x="2" y="1"/>
                  </a:cubicBezTo>
                  <a:cubicBezTo>
                    <a:pt x="0" y="0"/>
                    <a:pt x="1" y="4"/>
                    <a:pt x="3" y="7"/>
                  </a:cubicBezTo>
                  <a:cubicBezTo>
                    <a:pt x="3" y="7"/>
                    <a:pt x="3" y="7"/>
                    <a:pt x="3" y="7"/>
                  </a:cubicBezTo>
                  <a:cubicBezTo>
                    <a:pt x="4" y="7"/>
                    <a:pt x="4" y="7"/>
                    <a:pt x="5"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 name="Freeform 409"/>
            <p:cNvSpPr/>
            <p:nvPr/>
          </p:nvSpPr>
          <p:spPr bwMode="auto">
            <a:xfrm>
              <a:off x="3782" y="3038"/>
              <a:ext cx="2" cy="4"/>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0" y="2"/>
                    <a:pt x="1" y="1"/>
                    <a:pt x="1"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 name="Freeform 410"/>
            <p:cNvSpPr/>
            <p:nvPr/>
          </p:nvSpPr>
          <p:spPr bwMode="auto">
            <a:xfrm>
              <a:off x="3631" y="2249"/>
              <a:ext cx="3" cy="2"/>
            </a:xfrm>
            <a:custGeom>
              <a:avLst/>
              <a:gdLst>
                <a:gd name="T0" fmla="*/ 3 w 3"/>
                <a:gd name="T1" fmla="*/ 0 h 2"/>
                <a:gd name="T2" fmla="*/ 0 w 3"/>
                <a:gd name="T3" fmla="*/ 0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0" y="2"/>
                  </a:lnTo>
                  <a:lnTo>
                    <a:pt x="3"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 name="Freeform 411"/>
            <p:cNvSpPr/>
            <p:nvPr/>
          </p:nvSpPr>
          <p:spPr bwMode="auto">
            <a:xfrm>
              <a:off x="3988" y="3019"/>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 name="Freeform 412"/>
            <p:cNvSpPr/>
            <p:nvPr/>
          </p:nvSpPr>
          <p:spPr bwMode="auto">
            <a:xfrm>
              <a:off x="3856" y="3002"/>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 name="Freeform 413"/>
            <p:cNvSpPr/>
            <p:nvPr/>
          </p:nvSpPr>
          <p:spPr bwMode="auto">
            <a:xfrm>
              <a:off x="3924" y="2998"/>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0"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 name="Freeform 414"/>
            <p:cNvSpPr/>
            <p:nvPr/>
          </p:nvSpPr>
          <p:spPr bwMode="auto">
            <a:xfrm>
              <a:off x="3561" y="1990"/>
              <a:ext cx="3" cy="9"/>
            </a:xfrm>
            <a:custGeom>
              <a:avLst/>
              <a:gdLst>
                <a:gd name="T0" fmla="*/ 1 w 1"/>
                <a:gd name="T1" fmla="*/ 1 h 4"/>
                <a:gd name="T2" fmla="*/ 0 w 1"/>
                <a:gd name="T3" fmla="*/ 0 h 4"/>
                <a:gd name="T4" fmla="*/ 1 w 1"/>
                <a:gd name="T5" fmla="*/ 1 h 4"/>
              </a:gdLst>
              <a:ahLst/>
              <a:cxnLst>
                <a:cxn ang="0">
                  <a:pos x="T0" y="T1"/>
                </a:cxn>
                <a:cxn ang="0">
                  <a:pos x="T2" y="T3"/>
                </a:cxn>
                <a:cxn ang="0">
                  <a:pos x="T4" y="T5"/>
                </a:cxn>
              </a:cxnLst>
              <a:rect l="0" t="0" r="r" b="b"/>
              <a:pathLst>
                <a:path w="1" h="4">
                  <a:moveTo>
                    <a:pt x="1" y="1"/>
                  </a:moveTo>
                  <a:cubicBezTo>
                    <a:pt x="1" y="1"/>
                    <a:pt x="0" y="0"/>
                    <a:pt x="0" y="0"/>
                  </a:cubicBezTo>
                  <a:cubicBezTo>
                    <a:pt x="0" y="3"/>
                    <a:pt x="0" y="4"/>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 name="Freeform 415"/>
            <p:cNvSpPr/>
            <p:nvPr/>
          </p:nvSpPr>
          <p:spPr bwMode="auto">
            <a:xfrm>
              <a:off x="3795" y="3040"/>
              <a:ext cx="2" cy="2"/>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0"/>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 name="Freeform 416"/>
            <p:cNvSpPr/>
            <p:nvPr/>
          </p:nvSpPr>
          <p:spPr bwMode="auto">
            <a:xfrm>
              <a:off x="3958" y="30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 name="Freeform 417"/>
            <p:cNvSpPr/>
            <p:nvPr/>
          </p:nvSpPr>
          <p:spPr bwMode="auto">
            <a:xfrm>
              <a:off x="3982" y="3027"/>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 name="Freeform 418"/>
            <p:cNvSpPr/>
            <p:nvPr/>
          </p:nvSpPr>
          <p:spPr bwMode="auto">
            <a:xfrm>
              <a:off x="3595" y="18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 name="Freeform 419"/>
            <p:cNvSpPr/>
            <p:nvPr/>
          </p:nvSpPr>
          <p:spPr bwMode="auto">
            <a:xfrm>
              <a:off x="3757" y="2981"/>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 name="Freeform 420"/>
            <p:cNvSpPr/>
            <p:nvPr/>
          </p:nvSpPr>
          <p:spPr bwMode="auto">
            <a:xfrm>
              <a:off x="3627" y="1789"/>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 name="Freeform 421"/>
            <p:cNvSpPr/>
            <p:nvPr/>
          </p:nvSpPr>
          <p:spPr bwMode="auto">
            <a:xfrm>
              <a:off x="3578" y="17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 name="Rectangle 422"/>
            <p:cNvSpPr>
              <a:spLocks noChangeArrowheads="1"/>
            </p:cNvSpPr>
            <p:nvPr/>
          </p:nvSpPr>
          <p:spPr bwMode="auto">
            <a:xfrm>
              <a:off x="3593" y="1825"/>
              <a:ext cx="1"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 name="Freeform 423"/>
            <p:cNvSpPr/>
            <p:nvPr/>
          </p:nvSpPr>
          <p:spPr bwMode="auto">
            <a:xfrm>
              <a:off x="3593" y="1825"/>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 name="Freeform 424"/>
            <p:cNvSpPr/>
            <p:nvPr/>
          </p:nvSpPr>
          <p:spPr bwMode="auto">
            <a:xfrm>
              <a:off x="3593" y="1825"/>
              <a:ext cx="0" cy="2"/>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 name="Freeform 425"/>
            <p:cNvSpPr/>
            <p:nvPr/>
          </p:nvSpPr>
          <p:spPr bwMode="auto">
            <a:xfrm>
              <a:off x="3638" y="2417"/>
              <a:ext cx="6" cy="6"/>
            </a:xfrm>
            <a:custGeom>
              <a:avLst/>
              <a:gdLst>
                <a:gd name="T0" fmla="*/ 1 w 3"/>
                <a:gd name="T1" fmla="*/ 2 h 3"/>
                <a:gd name="T2" fmla="*/ 3 w 3"/>
                <a:gd name="T3" fmla="*/ 2 h 3"/>
                <a:gd name="T4" fmla="*/ 1 w 3"/>
                <a:gd name="T5" fmla="*/ 2 h 3"/>
              </a:gdLst>
              <a:ahLst/>
              <a:cxnLst>
                <a:cxn ang="0">
                  <a:pos x="T0" y="T1"/>
                </a:cxn>
                <a:cxn ang="0">
                  <a:pos x="T2" y="T3"/>
                </a:cxn>
                <a:cxn ang="0">
                  <a:pos x="T4" y="T5"/>
                </a:cxn>
              </a:cxnLst>
              <a:rect l="0" t="0" r="r" b="b"/>
              <a:pathLst>
                <a:path w="3" h="3">
                  <a:moveTo>
                    <a:pt x="1" y="2"/>
                  </a:moveTo>
                  <a:cubicBezTo>
                    <a:pt x="2" y="2"/>
                    <a:pt x="3" y="3"/>
                    <a:pt x="3" y="2"/>
                  </a:cubicBezTo>
                  <a:cubicBezTo>
                    <a:pt x="0" y="0"/>
                    <a:pt x="0" y="0"/>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 name="Freeform 426"/>
            <p:cNvSpPr/>
            <p:nvPr/>
          </p:nvSpPr>
          <p:spPr bwMode="auto">
            <a:xfrm>
              <a:off x="3708" y="2743"/>
              <a:ext cx="2" cy="7"/>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1" y="3"/>
                    <a:pt x="1" y="0"/>
                    <a:pt x="0" y="0"/>
                  </a:cubicBezTo>
                  <a:cubicBezTo>
                    <a:pt x="0" y="0"/>
                    <a:pt x="0" y="3"/>
                    <a:pt x="1"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 name="Freeform 427"/>
            <p:cNvSpPr/>
            <p:nvPr/>
          </p:nvSpPr>
          <p:spPr bwMode="auto">
            <a:xfrm>
              <a:off x="3714" y="2737"/>
              <a:ext cx="4" cy="2"/>
            </a:xfrm>
            <a:custGeom>
              <a:avLst/>
              <a:gdLst>
                <a:gd name="T0" fmla="*/ 1 w 2"/>
                <a:gd name="T1" fmla="*/ 1 h 1"/>
                <a:gd name="T2" fmla="*/ 0 w 2"/>
                <a:gd name="T3" fmla="*/ 0 h 1"/>
                <a:gd name="T4" fmla="*/ 1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0" y="0"/>
                    <a:pt x="0" y="0"/>
                  </a:cubicBezTo>
                  <a:cubicBezTo>
                    <a:pt x="0" y="0"/>
                    <a:pt x="1" y="1"/>
                    <a:pt x="1" y="1"/>
                  </a:cubicBezTo>
                  <a:cubicBezTo>
                    <a:pt x="1" y="1"/>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 name="Freeform 428"/>
            <p:cNvSpPr/>
            <p:nvPr/>
          </p:nvSpPr>
          <p:spPr bwMode="auto">
            <a:xfrm>
              <a:off x="3706" y="2737"/>
              <a:ext cx="10" cy="4"/>
            </a:xfrm>
            <a:custGeom>
              <a:avLst/>
              <a:gdLst>
                <a:gd name="T0" fmla="*/ 0 w 5"/>
                <a:gd name="T1" fmla="*/ 1 h 2"/>
                <a:gd name="T2" fmla="*/ 4 w 5"/>
                <a:gd name="T3" fmla="*/ 1 h 2"/>
                <a:gd name="T4" fmla="*/ 5 w 5"/>
                <a:gd name="T5" fmla="*/ 2 h 2"/>
                <a:gd name="T6" fmla="*/ 3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2"/>
                    <a:pt x="3" y="2"/>
                    <a:pt x="4" y="1"/>
                  </a:cubicBezTo>
                  <a:cubicBezTo>
                    <a:pt x="4" y="1"/>
                    <a:pt x="5" y="2"/>
                    <a:pt x="5" y="2"/>
                  </a:cubicBezTo>
                  <a:cubicBezTo>
                    <a:pt x="4" y="1"/>
                    <a:pt x="4" y="1"/>
                    <a:pt x="3" y="1"/>
                  </a:cubicBezTo>
                  <a:cubicBezTo>
                    <a:pt x="3" y="1"/>
                    <a:pt x="1" y="0"/>
                    <a:pt x="2" y="1"/>
                  </a:cubicBezTo>
                  <a:cubicBezTo>
                    <a:pt x="2" y="1"/>
                    <a:pt x="1"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 name="Freeform 429"/>
            <p:cNvSpPr/>
            <p:nvPr/>
          </p:nvSpPr>
          <p:spPr bwMode="auto">
            <a:xfrm>
              <a:off x="3755" y="2718"/>
              <a:ext cx="4" cy="6"/>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cubicBezTo>
                    <a:pt x="0" y="0"/>
                    <a:pt x="0" y="0"/>
                    <a:pt x="0" y="0"/>
                  </a:cubicBezTo>
                  <a:cubicBezTo>
                    <a:pt x="1" y="2"/>
                    <a:pt x="1" y="2"/>
                    <a:pt x="2"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 name="Freeform 430"/>
            <p:cNvSpPr/>
            <p:nvPr/>
          </p:nvSpPr>
          <p:spPr bwMode="auto">
            <a:xfrm>
              <a:off x="3761" y="2733"/>
              <a:ext cx="4" cy="17"/>
            </a:xfrm>
            <a:custGeom>
              <a:avLst/>
              <a:gdLst>
                <a:gd name="T0" fmla="*/ 1 w 2"/>
                <a:gd name="T1" fmla="*/ 7 h 8"/>
                <a:gd name="T2" fmla="*/ 0 w 2"/>
                <a:gd name="T3" fmla="*/ 3 h 8"/>
                <a:gd name="T4" fmla="*/ 1 w 2"/>
                <a:gd name="T5" fmla="*/ 7 h 8"/>
              </a:gdLst>
              <a:ahLst/>
              <a:cxnLst>
                <a:cxn ang="0">
                  <a:pos x="T0" y="T1"/>
                </a:cxn>
                <a:cxn ang="0">
                  <a:pos x="T2" y="T3"/>
                </a:cxn>
                <a:cxn ang="0">
                  <a:pos x="T4" y="T5"/>
                </a:cxn>
              </a:cxnLst>
              <a:rect l="0" t="0" r="r" b="b"/>
              <a:pathLst>
                <a:path w="2" h="8">
                  <a:moveTo>
                    <a:pt x="1" y="7"/>
                  </a:moveTo>
                  <a:cubicBezTo>
                    <a:pt x="2" y="0"/>
                    <a:pt x="1" y="8"/>
                    <a:pt x="0" y="3"/>
                  </a:cubicBezTo>
                  <a:cubicBezTo>
                    <a:pt x="0" y="5"/>
                    <a:pt x="0" y="6"/>
                    <a:pt x="1"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 name="Freeform 431"/>
            <p:cNvSpPr/>
            <p:nvPr/>
          </p:nvSpPr>
          <p:spPr bwMode="auto">
            <a:xfrm>
              <a:off x="3759" y="2720"/>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 name="Freeform 432"/>
            <p:cNvSpPr/>
            <p:nvPr/>
          </p:nvSpPr>
          <p:spPr bwMode="auto">
            <a:xfrm>
              <a:off x="3761" y="2714"/>
              <a:ext cx="6" cy="12"/>
            </a:xfrm>
            <a:custGeom>
              <a:avLst/>
              <a:gdLst>
                <a:gd name="T0" fmla="*/ 0 w 3"/>
                <a:gd name="T1" fmla="*/ 5 h 6"/>
                <a:gd name="T2" fmla="*/ 3 w 3"/>
                <a:gd name="T3" fmla="*/ 3 h 6"/>
                <a:gd name="T4" fmla="*/ 0 w 3"/>
                <a:gd name="T5" fmla="*/ 5 h 6"/>
              </a:gdLst>
              <a:ahLst/>
              <a:cxnLst>
                <a:cxn ang="0">
                  <a:pos x="T0" y="T1"/>
                </a:cxn>
                <a:cxn ang="0">
                  <a:pos x="T2" y="T3"/>
                </a:cxn>
                <a:cxn ang="0">
                  <a:pos x="T4" y="T5"/>
                </a:cxn>
              </a:cxnLst>
              <a:rect l="0" t="0" r="r" b="b"/>
              <a:pathLst>
                <a:path w="3" h="6">
                  <a:moveTo>
                    <a:pt x="0" y="5"/>
                  </a:moveTo>
                  <a:cubicBezTo>
                    <a:pt x="1" y="6"/>
                    <a:pt x="2" y="3"/>
                    <a:pt x="3" y="3"/>
                  </a:cubicBezTo>
                  <a:cubicBezTo>
                    <a:pt x="2" y="0"/>
                    <a:pt x="1" y="4"/>
                    <a:pt x="0" y="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 name="Freeform 433"/>
            <p:cNvSpPr/>
            <p:nvPr/>
          </p:nvSpPr>
          <p:spPr bwMode="auto">
            <a:xfrm>
              <a:off x="3712" y="273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 name="Freeform 434"/>
            <p:cNvSpPr>
              <a:spLocks noEditPoints="1"/>
            </p:cNvSpPr>
            <p:nvPr/>
          </p:nvSpPr>
          <p:spPr bwMode="auto">
            <a:xfrm>
              <a:off x="3742" y="2907"/>
              <a:ext cx="384" cy="146"/>
            </a:xfrm>
            <a:custGeom>
              <a:avLst/>
              <a:gdLst>
                <a:gd name="T0" fmla="*/ 150 w 181"/>
                <a:gd name="T1" fmla="*/ 21 h 69"/>
                <a:gd name="T2" fmla="*/ 144 w 181"/>
                <a:gd name="T3" fmla="*/ 25 h 69"/>
                <a:gd name="T4" fmla="*/ 103 w 181"/>
                <a:gd name="T5" fmla="*/ 42 h 69"/>
                <a:gd name="T6" fmla="*/ 91 w 181"/>
                <a:gd name="T7" fmla="*/ 45 h 69"/>
                <a:gd name="T8" fmla="*/ 79 w 181"/>
                <a:gd name="T9" fmla="*/ 44 h 69"/>
                <a:gd name="T10" fmla="*/ 60 w 181"/>
                <a:gd name="T11" fmla="*/ 44 h 69"/>
                <a:gd name="T12" fmla="*/ 50 w 181"/>
                <a:gd name="T13" fmla="*/ 47 h 69"/>
                <a:gd name="T14" fmla="*/ 32 w 181"/>
                <a:gd name="T15" fmla="*/ 47 h 69"/>
                <a:gd name="T16" fmla="*/ 22 w 181"/>
                <a:gd name="T17" fmla="*/ 44 h 69"/>
                <a:gd name="T18" fmla="*/ 10 w 181"/>
                <a:gd name="T19" fmla="*/ 39 h 69"/>
                <a:gd name="T20" fmla="*/ 10 w 181"/>
                <a:gd name="T21" fmla="*/ 37 h 69"/>
                <a:gd name="T22" fmla="*/ 10 w 181"/>
                <a:gd name="T23" fmla="*/ 35 h 69"/>
                <a:gd name="T24" fmla="*/ 10 w 181"/>
                <a:gd name="T25" fmla="*/ 34 h 69"/>
                <a:gd name="T26" fmla="*/ 10 w 181"/>
                <a:gd name="T27" fmla="*/ 30 h 69"/>
                <a:gd name="T28" fmla="*/ 2 w 181"/>
                <a:gd name="T29" fmla="*/ 32 h 69"/>
                <a:gd name="T30" fmla="*/ 6 w 181"/>
                <a:gd name="T31" fmla="*/ 44 h 69"/>
                <a:gd name="T32" fmla="*/ 10 w 181"/>
                <a:gd name="T33" fmla="*/ 51 h 69"/>
                <a:gd name="T34" fmla="*/ 4 w 181"/>
                <a:gd name="T35" fmla="*/ 55 h 69"/>
                <a:gd name="T36" fmla="*/ 8 w 181"/>
                <a:gd name="T37" fmla="*/ 58 h 69"/>
                <a:gd name="T38" fmla="*/ 13 w 181"/>
                <a:gd name="T39" fmla="*/ 57 h 69"/>
                <a:gd name="T40" fmla="*/ 13 w 181"/>
                <a:gd name="T41" fmla="*/ 60 h 69"/>
                <a:gd name="T42" fmla="*/ 19 w 181"/>
                <a:gd name="T43" fmla="*/ 57 h 69"/>
                <a:gd name="T44" fmla="*/ 20 w 181"/>
                <a:gd name="T45" fmla="*/ 63 h 69"/>
                <a:gd name="T46" fmla="*/ 22 w 181"/>
                <a:gd name="T47" fmla="*/ 66 h 69"/>
                <a:gd name="T48" fmla="*/ 24 w 181"/>
                <a:gd name="T49" fmla="*/ 64 h 69"/>
                <a:gd name="T50" fmla="*/ 28 w 181"/>
                <a:gd name="T51" fmla="*/ 64 h 69"/>
                <a:gd name="T52" fmla="*/ 31 w 181"/>
                <a:gd name="T53" fmla="*/ 66 h 69"/>
                <a:gd name="T54" fmla="*/ 36 w 181"/>
                <a:gd name="T55" fmla="*/ 58 h 69"/>
                <a:gd name="T56" fmla="*/ 36 w 181"/>
                <a:gd name="T57" fmla="*/ 65 h 69"/>
                <a:gd name="T58" fmla="*/ 46 w 181"/>
                <a:gd name="T59" fmla="*/ 67 h 69"/>
                <a:gd name="T60" fmla="*/ 50 w 181"/>
                <a:gd name="T61" fmla="*/ 66 h 69"/>
                <a:gd name="T62" fmla="*/ 55 w 181"/>
                <a:gd name="T63" fmla="*/ 62 h 69"/>
                <a:gd name="T64" fmla="*/ 65 w 181"/>
                <a:gd name="T65" fmla="*/ 66 h 69"/>
                <a:gd name="T66" fmla="*/ 69 w 181"/>
                <a:gd name="T67" fmla="*/ 63 h 69"/>
                <a:gd name="T68" fmla="*/ 71 w 181"/>
                <a:gd name="T69" fmla="*/ 63 h 69"/>
                <a:gd name="T70" fmla="*/ 72 w 181"/>
                <a:gd name="T71" fmla="*/ 61 h 69"/>
                <a:gd name="T72" fmla="*/ 76 w 181"/>
                <a:gd name="T73" fmla="*/ 65 h 69"/>
                <a:gd name="T74" fmla="*/ 79 w 181"/>
                <a:gd name="T75" fmla="*/ 63 h 69"/>
                <a:gd name="T76" fmla="*/ 88 w 181"/>
                <a:gd name="T77" fmla="*/ 60 h 69"/>
                <a:gd name="T78" fmla="*/ 92 w 181"/>
                <a:gd name="T79" fmla="*/ 62 h 69"/>
                <a:gd name="T80" fmla="*/ 98 w 181"/>
                <a:gd name="T81" fmla="*/ 60 h 69"/>
                <a:gd name="T82" fmla="*/ 102 w 181"/>
                <a:gd name="T83" fmla="*/ 59 h 69"/>
                <a:gd name="T84" fmla="*/ 103 w 181"/>
                <a:gd name="T85" fmla="*/ 59 h 69"/>
                <a:gd name="T86" fmla="*/ 108 w 181"/>
                <a:gd name="T87" fmla="*/ 58 h 69"/>
                <a:gd name="T88" fmla="*/ 115 w 181"/>
                <a:gd name="T89" fmla="*/ 53 h 69"/>
                <a:gd name="T90" fmla="*/ 117 w 181"/>
                <a:gd name="T91" fmla="*/ 52 h 69"/>
                <a:gd name="T92" fmla="*/ 122 w 181"/>
                <a:gd name="T93" fmla="*/ 45 h 69"/>
                <a:gd name="T94" fmla="*/ 127 w 181"/>
                <a:gd name="T95" fmla="*/ 45 h 69"/>
                <a:gd name="T96" fmla="*/ 134 w 181"/>
                <a:gd name="T97" fmla="*/ 43 h 69"/>
                <a:gd name="T98" fmla="*/ 139 w 181"/>
                <a:gd name="T99" fmla="*/ 41 h 69"/>
                <a:gd name="T100" fmla="*/ 152 w 181"/>
                <a:gd name="T101" fmla="*/ 37 h 69"/>
                <a:gd name="T102" fmla="*/ 156 w 181"/>
                <a:gd name="T103" fmla="*/ 35 h 69"/>
                <a:gd name="T104" fmla="*/ 163 w 181"/>
                <a:gd name="T105" fmla="*/ 27 h 69"/>
                <a:gd name="T106" fmla="*/ 167 w 181"/>
                <a:gd name="T107" fmla="*/ 19 h 69"/>
                <a:gd name="T108" fmla="*/ 10 w 181"/>
                <a:gd name="T109" fmla="*/ 31 h 69"/>
                <a:gd name="T110" fmla="*/ 10 w 181"/>
                <a:gd name="T111" fmla="*/ 35 h 69"/>
                <a:gd name="T112" fmla="*/ 9 w 181"/>
                <a:gd name="T113" fmla="*/ 34 h 69"/>
                <a:gd name="T114" fmla="*/ 7 w 181"/>
                <a:gd name="T115" fmla="*/ 35 h 69"/>
                <a:gd name="T116" fmla="*/ 8 w 181"/>
                <a:gd name="T117" fmla="*/ 36 h 69"/>
                <a:gd name="T118" fmla="*/ 10 w 181"/>
                <a:gd name="T119"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1" h="69">
                  <a:moveTo>
                    <a:pt x="177" y="5"/>
                  </a:moveTo>
                  <a:cubicBezTo>
                    <a:pt x="177" y="2"/>
                    <a:pt x="172" y="0"/>
                    <a:pt x="172" y="0"/>
                  </a:cubicBezTo>
                  <a:cubicBezTo>
                    <a:pt x="172" y="4"/>
                    <a:pt x="169" y="7"/>
                    <a:pt x="164" y="8"/>
                  </a:cubicBezTo>
                  <a:cubicBezTo>
                    <a:pt x="163" y="9"/>
                    <a:pt x="163" y="11"/>
                    <a:pt x="162" y="11"/>
                  </a:cubicBezTo>
                  <a:cubicBezTo>
                    <a:pt x="159" y="15"/>
                    <a:pt x="152" y="15"/>
                    <a:pt x="149" y="19"/>
                  </a:cubicBezTo>
                  <a:cubicBezTo>
                    <a:pt x="150" y="19"/>
                    <a:pt x="150" y="20"/>
                    <a:pt x="150" y="21"/>
                  </a:cubicBezTo>
                  <a:cubicBezTo>
                    <a:pt x="150" y="20"/>
                    <a:pt x="150" y="20"/>
                    <a:pt x="150" y="20"/>
                  </a:cubicBezTo>
                  <a:cubicBezTo>
                    <a:pt x="150" y="22"/>
                    <a:pt x="150" y="22"/>
                    <a:pt x="150" y="22"/>
                  </a:cubicBezTo>
                  <a:cubicBezTo>
                    <a:pt x="150" y="22"/>
                    <a:pt x="149" y="21"/>
                    <a:pt x="149" y="20"/>
                  </a:cubicBezTo>
                  <a:cubicBezTo>
                    <a:pt x="147" y="21"/>
                    <a:pt x="146" y="23"/>
                    <a:pt x="144" y="24"/>
                  </a:cubicBezTo>
                  <a:cubicBezTo>
                    <a:pt x="145" y="26"/>
                    <a:pt x="143" y="24"/>
                    <a:pt x="144" y="26"/>
                  </a:cubicBezTo>
                  <a:cubicBezTo>
                    <a:pt x="144" y="25"/>
                    <a:pt x="144" y="25"/>
                    <a:pt x="144" y="25"/>
                  </a:cubicBezTo>
                  <a:cubicBezTo>
                    <a:pt x="143" y="27"/>
                    <a:pt x="143" y="27"/>
                    <a:pt x="141" y="25"/>
                  </a:cubicBezTo>
                  <a:cubicBezTo>
                    <a:pt x="135" y="26"/>
                    <a:pt x="130" y="30"/>
                    <a:pt x="125" y="31"/>
                  </a:cubicBezTo>
                  <a:cubicBezTo>
                    <a:pt x="119" y="33"/>
                    <a:pt x="114" y="37"/>
                    <a:pt x="108" y="39"/>
                  </a:cubicBezTo>
                  <a:cubicBezTo>
                    <a:pt x="108" y="42"/>
                    <a:pt x="106" y="41"/>
                    <a:pt x="106" y="44"/>
                  </a:cubicBezTo>
                  <a:cubicBezTo>
                    <a:pt x="106" y="43"/>
                    <a:pt x="106" y="43"/>
                    <a:pt x="106" y="43"/>
                  </a:cubicBezTo>
                  <a:cubicBezTo>
                    <a:pt x="105" y="45"/>
                    <a:pt x="104" y="43"/>
                    <a:pt x="103" y="42"/>
                  </a:cubicBezTo>
                  <a:cubicBezTo>
                    <a:pt x="103" y="44"/>
                    <a:pt x="102" y="43"/>
                    <a:pt x="103" y="45"/>
                  </a:cubicBezTo>
                  <a:cubicBezTo>
                    <a:pt x="103" y="46"/>
                    <a:pt x="102" y="42"/>
                    <a:pt x="101" y="43"/>
                  </a:cubicBezTo>
                  <a:cubicBezTo>
                    <a:pt x="101" y="42"/>
                    <a:pt x="101" y="44"/>
                    <a:pt x="101" y="44"/>
                  </a:cubicBezTo>
                  <a:cubicBezTo>
                    <a:pt x="100" y="46"/>
                    <a:pt x="101" y="42"/>
                    <a:pt x="99" y="41"/>
                  </a:cubicBezTo>
                  <a:cubicBezTo>
                    <a:pt x="96" y="42"/>
                    <a:pt x="94" y="45"/>
                    <a:pt x="91" y="44"/>
                  </a:cubicBezTo>
                  <a:cubicBezTo>
                    <a:pt x="91" y="44"/>
                    <a:pt x="91" y="45"/>
                    <a:pt x="91" y="45"/>
                  </a:cubicBezTo>
                  <a:cubicBezTo>
                    <a:pt x="90" y="42"/>
                    <a:pt x="90" y="46"/>
                    <a:pt x="90" y="45"/>
                  </a:cubicBezTo>
                  <a:cubicBezTo>
                    <a:pt x="90" y="44"/>
                    <a:pt x="90" y="44"/>
                    <a:pt x="90" y="44"/>
                  </a:cubicBezTo>
                  <a:cubicBezTo>
                    <a:pt x="88" y="43"/>
                    <a:pt x="88" y="45"/>
                    <a:pt x="86" y="44"/>
                  </a:cubicBezTo>
                  <a:cubicBezTo>
                    <a:pt x="85" y="45"/>
                    <a:pt x="84" y="42"/>
                    <a:pt x="83" y="44"/>
                  </a:cubicBezTo>
                  <a:cubicBezTo>
                    <a:pt x="83" y="43"/>
                    <a:pt x="83" y="43"/>
                    <a:pt x="82" y="43"/>
                  </a:cubicBezTo>
                  <a:cubicBezTo>
                    <a:pt x="82" y="47"/>
                    <a:pt x="80" y="42"/>
                    <a:pt x="79" y="44"/>
                  </a:cubicBezTo>
                  <a:cubicBezTo>
                    <a:pt x="79" y="44"/>
                    <a:pt x="79" y="44"/>
                    <a:pt x="79" y="44"/>
                  </a:cubicBezTo>
                  <a:cubicBezTo>
                    <a:pt x="76" y="44"/>
                    <a:pt x="73" y="43"/>
                    <a:pt x="70" y="46"/>
                  </a:cubicBezTo>
                  <a:cubicBezTo>
                    <a:pt x="68" y="46"/>
                    <a:pt x="66" y="43"/>
                    <a:pt x="64" y="44"/>
                  </a:cubicBezTo>
                  <a:cubicBezTo>
                    <a:pt x="64" y="46"/>
                    <a:pt x="64" y="46"/>
                    <a:pt x="64" y="46"/>
                  </a:cubicBezTo>
                  <a:cubicBezTo>
                    <a:pt x="63" y="46"/>
                    <a:pt x="64" y="45"/>
                    <a:pt x="64" y="44"/>
                  </a:cubicBezTo>
                  <a:cubicBezTo>
                    <a:pt x="63" y="46"/>
                    <a:pt x="61" y="44"/>
                    <a:pt x="60" y="44"/>
                  </a:cubicBezTo>
                  <a:cubicBezTo>
                    <a:pt x="60" y="45"/>
                    <a:pt x="60" y="45"/>
                    <a:pt x="60" y="46"/>
                  </a:cubicBezTo>
                  <a:cubicBezTo>
                    <a:pt x="59" y="43"/>
                    <a:pt x="57" y="47"/>
                    <a:pt x="55" y="45"/>
                  </a:cubicBezTo>
                  <a:cubicBezTo>
                    <a:pt x="56" y="48"/>
                    <a:pt x="55" y="47"/>
                    <a:pt x="54" y="48"/>
                  </a:cubicBezTo>
                  <a:cubicBezTo>
                    <a:pt x="54" y="47"/>
                    <a:pt x="54" y="46"/>
                    <a:pt x="54" y="46"/>
                  </a:cubicBezTo>
                  <a:cubicBezTo>
                    <a:pt x="53" y="46"/>
                    <a:pt x="52" y="46"/>
                    <a:pt x="51" y="45"/>
                  </a:cubicBezTo>
                  <a:cubicBezTo>
                    <a:pt x="51" y="46"/>
                    <a:pt x="50" y="48"/>
                    <a:pt x="50" y="47"/>
                  </a:cubicBezTo>
                  <a:cubicBezTo>
                    <a:pt x="49" y="45"/>
                    <a:pt x="48" y="47"/>
                    <a:pt x="48" y="46"/>
                  </a:cubicBezTo>
                  <a:cubicBezTo>
                    <a:pt x="48" y="48"/>
                    <a:pt x="47" y="49"/>
                    <a:pt x="46" y="49"/>
                  </a:cubicBezTo>
                  <a:cubicBezTo>
                    <a:pt x="47" y="46"/>
                    <a:pt x="47" y="46"/>
                    <a:pt x="47" y="46"/>
                  </a:cubicBezTo>
                  <a:cubicBezTo>
                    <a:pt x="44" y="47"/>
                    <a:pt x="42" y="44"/>
                    <a:pt x="39" y="47"/>
                  </a:cubicBezTo>
                  <a:cubicBezTo>
                    <a:pt x="39" y="45"/>
                    <a:pt x="39" y="45"/>
                    <a:pt x="39" y="45"/>
                  </a:cubicBezTo>
                  <a:cubicBezTo>
                    <a:pt x="36" y="47"/>
                    <a:pt x="35" y="45"/>
                    <a:pt x="32" y="47"/>
                  </a:cubicBezTo>
                  <a:cubicBezTo>
                    <a:pt x="33" y="46"/>
                    <a:pt x="30" y="45"/>
                    <a:pt x="30" y="45"/>
                  </a:cubicBezTo>
                  <a:cubicBezTo>
                    <a:pt x="29" y="46"/>
                    <a:pt x="28" y="46"/>
                    <a:pt x="27" y="48"/>
                  </a:cubicBezTo>
                  <a:cubicBezTo>
                    <a:pt x="27" y="48"/>
                    <a:pt x="27" y="46"/>
                    <a:pt x="27" y="46"/>
                  </a:cubicBezTo>
                  <a:cubicBezTo>
                    <a:pt x="26" y="45"/>
                    <a:pt x="26" y="43"/>
                    <a:pt x="25" y="45"/>
                  </a:cubicBezTo>
                  <a:cubicBezTo>
                    <a:pt x="25" y="43"/>
                    <a:pt x="25" y="43"/>
                    <a:pt x="25" y="43"/>
                  </a:cubicBezTo>
                  <a:cubicBezTo>
                    <a:pt x="24" y="44"/>
                    <a:pt x="22" y="46"/>
                    <a:pt x="22" y="44"/>
                  </a:cubicBezTo>
                  <a:cubicBezTo>
                    <a:pt x="21" y="45"/>
                    <a:pt x="20" y="45"/>
                    <a:pt x="20" y="46"/>
                  </a:cubicBezTo>
                  <a:cubicBezTo>
                    <a:pt x="19" y="46"/>
                    <a:pt x="20" y="44"/>
                    <a:pt x="19" y="45"/>
                  </a:cubicBezTo>
                  <a:cubicBezTo>
                    <a:pt x="21" y="44"/>
                    <a:pt x="21" y="44"/>
                    <a:pt x="21" y="44"/>
                  </a:cubicBezTo>
                  <a:cubicBezTo>
                    <a:pt x="19" y="42"/>
                    <a:pt x="17" y="42"/>
                    <a:pt x="15" y="42"/>
                  </a:cubicBezTo>
                  <a:cubicBezTo>
                    <a:pt x="16" y="40"/>
                    <a:pt x="13" y="41"/>
                    <a:pt x="13" y="39"/>
                  </a:cubicBezTo>
                  <a:cubicBezTo>
                    <a:pt x="12" y="40"/>
                    <a:pt x="13" y="38"/>
                    <a:pt x="10" y="39"/>
                  </a:cubicBezTo>
                  <a:cubicBezTo>
                    <a:pt x="11" y="39"/>
                    <a:pt x="11" y="39"/>
                    <a:pt x="11" y="39"/>
                  </a:cubicBezTo>
                  <a:cubicBezTo>
                    <a:pt x="11" y="38"/>
                    <a:pt x="11" y="37"/>
                    <a:pt x="12" y="37"/>
                  </a:cubicBezTo>
                  <a:cubicBezTo>
                    <a:pt x="12" y="37"/>
                    <a:pt x="11" y="37"/>
                    <a:pt x="11" y="37"/>
                  </a:cubicBezTo>
                  <a:cubicBezTo>
                    <a:pt x="11" y="36"/>
                    <a:pt x="11" y="36"/>
                    <a:pt x="11" y="36"/>
                  </a:cubicBezTo>
                  <a:cubicBezTo>
                    <a:pt x="11" y="36"/>
                    <a:pt x="11" y="36"/>
                    <a:pt x="11" y="37"/>
                  </a:cubicBezTo>
                  <a:cubicBezTo>
                    <a:pt x="10" y="37"/>
                    <a:pt x="10" y="37"/>
                    <a:pt x="10" y="37"/>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1" y="36"/>
                    <a:pt x="11" y="36"/>
                  </a:cubicBezTo>
                  <a:cubicBezTo>
                    <a:pt x="11" y="36"/>
                    <a:pt x="11" y="36"/>
                    <a:pt x="10" y="35"/>
                  </a:cubicBezTo>
                  <a:cubicBezTo>
                    <a:pt x="10" y="35"/>
                    <a:pt x="10" y="35"/>
                    <a:pt x="10" y="35"/>
                  </a:cubicBezTo>
                  <a:cubicBezTo>
                    <a:pt x="11" y="35"/>
                    <a:pt x="11" y="35"/>
                    <a:pt x="11" y="35"/>
                  </a:cubicBezTo>
                  <a:cubicBezTo>
                    <a:pt x="11" y="35"/>
                    <a:pt x="11" y="35"/>
                    <a:pt x="11" y="34"/>
                  </a:cubicBezTo>
                  <a:cubicBezTo>
                    <a:pt x="11" y="34"/>
                    <a:pt x="11" y="34"/>
                    <a:pt x="11" y="34"/>
                  </a:cubicBezTo>
                  <a:cubicBezTo>
                    <a:pt x="11" y="34"/>
                    <a:pt x="11" y="34"/>
                    <a:pt x="11" y="34"/>
                  </a:cubicBezTo>
                  <a:cubicBezTo>
                    <a:pt x="9" y="35"/>
                    <a:pt x="12" y="34"/>
                    <a:pt x="10" y="34"/>
                  </a:cubicBezTo>
                  <a:cubicBezTo>
                    <a:pt x="10" y="34"/>
                    <a:pt x="10" y="33"/>
                    <a:pt x="11" y="32"/>
                  </a:cubicBezTo>
                  <a:cubicBezTo>
                    <a:pt x="10" y="34"/>
                    <a:pt x="10" y="32"/>
                    <a:pt x="10" y="31"/>
                  </a:cubicBezTo>
                  <a:cubicBezTo>
                    <a:pt x="10" y="31"/>
                    <a:pt x="10" y="31"/>
                    <a:pt x="10" y="31"/>
                  </a:cubicBezTo>
                  <a:cubicBezTo>
                    <a:pt x="10" y="30"/>
                    <a:pt x="10" y="30"/>
                    <a:pt x="10" y="29"/>
                  </a:cubicBezTo>
                  <a:cubicBezTo>
                    <a:pt x="10" y="29"/>
                    <a:pt x="10" y="29"/>
                    <a:pt x="10" y="29"/>
                  </a:cubicBezTo>
                  <a:cubicBezTo>
                    <a:pt x="10" y="29"/>
                    <a:pt x="10" y="30"/>
                    <a:pt x="10" y="30"/>
                  </a:cubicBezTo>
                  <a:cubicBezTo>
                    <a:pt x="10" y="30"/>
                    <a:pt x="9" y="30"/>
                    <a:pt x="5" y="31"/>
                  </a:cubicBezTo>
                  <a:cubicBezTo>
                    <a:pt x="4" y="32"/>
                    <a:pt x="9" y="31"/>
                    <a:pt x="8" y="32"/>
                  </a:cubicBezTo>
                  <a:cubicBezTo>
                    <a:pt x="5" y="32"/>
                    <a:pt x="9" y="34"/>
                    <a:pt x="6" y="34"/>
                  </a:cubicBezTo>
                  <a:cubicBezTo>
                    <a:pt x="4" y="33"/>
                    <a:pt x="4" y="33"/>
                    <a:pt x="4" y="33"/>
                  </a:cubicBezTo>
                  <a:cubicBezTo>
                    <a:pt x="4" y="33"/>
                    <a:pt x="5" y="33"/>
                    <a:pt x="5" y="33"/>
                  </a:cubicBezTo>
                  <a:cubicBezTo>
                    <a:pt x="2" y="32"/>
                    <a:pt x="2" y="32"/>
                    <a:pt x="2" y="32"/>
                  </a:cubicBezTo>
                  <a:cubicBezTo>
                    <a:pt x="5" y="34"/>
                    <a:pt x="3" y="35"/>
                    <a:pt x="3" y="35"/>
                  </a:cubicBezTo>
                  <a:cubicBezTo>
                    <a:pt x="3" y="35"/>
                    <a:pt x="3" y="35"/>
                    <a:pt x="3" y="35"/>
                  </a:cubicBezTo>
                  <a:cubicBezTo>
                    <a:pt x="1" y="36"/>
                    <a:pt x="4" y="35"/>
                    <a:pt x="4" y="36"/>
                  </a:cubicBezTo>
                  <a:cubicBezTo>
                    <a:pt x="4" y="36"/>
                    <a:pt x="1" y="36"/>
                    <a:pt x="0" y="37"/>
                  </a:cubicBezTo>
                  <a:cubicBezTo>
                    <a:pt x="1" y="38"/>
                    <a:pt x="3" y="40"/>
                    <a:pt x="2" y="42"/>
                  </a:cubicBezTo>
                  <a:cubicBezTo>
                    <a:pt x="3" y="43"/>
                    <a:pt x="4" y="44"/>
                    <a:pt x="6" y="44"/>
                  </a:cubicBezTo>
                  <a:cubicBezTo>
                    <a:pt x="6" y="44"/>
                    <a:pt x="3" y="45"/>
                    <a:pt x="5" y="45"/>
                  </a:cubicBezTo>
                  <a:cubicBezTo>
                    <a:pt x="4" y="46"/>
                    <a:pt x="3" y="47"/>
                    <a:pt x="3" y="47"/>
                  </a:cubicBezTo>
                  <a:cubicBezTo>
                    <a:pt x="4" y="47"/>
                    <a:pt x="4" y="49"/>
                    <a:pt x="5" y="46"/>
                  </a:cubicBezTo>
                  <a:cubicBezTo>
                    <a:pt x="6" y="48"/>
                    <a:pt x="7" y="49"/>
                    <a:pt x="8" y="49"/>
                  </a:cubicBezTo>
                  <a:cubicBezTo>
                    <a:pt x="8" y="49"/>
                    <a:pt x="6" y="50"/>
                    <a:pt x="6" y="51"/>
                  </a:cubicBezTo>
                  <a:cubicBezTo>
                    <a:pt x="8" y="50"/>
                    <a:pt x="9" y="50"/>
                    <a:pt x="10" y="51"/>
                  </a:cubicBezTo>
                  <a:cubicBezTo>
                    <a:pt x="11" y="50"/>
                    <a:pt x="10" y="50"/>
                    <a:pt x="11" y="48"/>
                  </a:cubicBezTo>
                  <a:cubicBezTo>
                    <a:pt x="12" y="48"/>
                    <a:pt x="12" y="48"/>
                    <a:pt x="13" y="48"/>
                  </a:cubicBezTo>
                  <a:cubicBezTo>
                    <a:pt x="12" y="49"/>
                    <a:pt x="10" y="52"/>
                    <a:pt x="11" y="52"/>
                  </a:cubicBezTo>
                  <a:cubicBezTo>
                    <a:pt x="9" y="55"/>
                    <a:pt x="10" y="51"/>
                    <a:pt x="8" y="54"/>
                  </a:cubicBezTo>
                  <a:cubicBezTo>
                    <a:pt x="7" y="55"/>
                    <a:pt x="5" y="54"/>
                    <a:pt x="6" y="53"/>
                  </a:cubicBezTo>
                  <a:cubicBezTo>
                    <a:pt x="3" y="54"/>
                    <a:pt x="6" y="54"/>
                    <a:pt x="4" y="55"/>
                  </a:cubicBezTo>
                  <a:cubicBezTo>
                    <a:pt x="5" y="56"/>
                    <a:pt x="6" y="55"/>
                    <a:pt x="8" y="55"/>
                  </a:cubicBezTo>
                  <a:cubicBezTo>
                    <a:pt x="8" y="54"/>
                    <a:pt x="8" y="54"/>
                    <a:pt x="9" y="53"/>
                  </a:cubicBezTo>
                  <a:cubicBezTo>
                    <a:pt x="11" y="52"/>
                    <a:pt x="9" y="56"/>
                    <a:pt x="9" y="56"/>
                  </a:cubicBezTo>
                  <a:cubicBezTo>
                    <a:pt x="9" y="56"/>
                    <a:pt x="9" y="56"/>
                    <a:pt x="9" y="56"/>
                  </a:cubicBezTo>
                  <a:cubicBezTo>
                    <a:pt x="9" y="57"/>
                    <a:pt x="10" y="56"/>
                    <a:pt x="11" y="57"/>
                  </a:cubicBezTo>
                  <a:cubicBezTo>
                    <a:pt x="9" y="60"/>
                    <a:pt x="9" y="56"/>
                    <a:pt x="8" y="58"/>
                  </a:cubicBezTo>
                  <a:cubicBezTo>
                    <a:pt x="7" y="60"/>
                    <a:pt x="7" y="60"/>
                    <a:pt x="7" y="60"/>
                  </a:cubicBezTo>
                  <a:cubicBezTo>
                    <a:pt x="8" y="61"/>
                    <a:pt x="9" y="58"/>
                    <a:pt x="10" y="59"/>
                  </a:cubicBezTo>
                  <a:cubicBezTo>
                    <a:pt x="9" y="60"/>
                    <a:pt x="9" y="60"/>
                    <a:pt x="9" y="60"/>
                  </a:cubicBezTo>
                  <a:cubicBezTo>
                    <a:pt x="10" y="60"/>
                    <a:pt x="10" y="60"/>
                    <a:pt x="10" y="60"/>
                  </a:cubicBezTo>
                  <a:cubicBezTo>
                    <a:pt x="11" y="59"/>
                    <a:pt x="11" y="57"/>
                    <a:pt x="11" y="57"/>
                  </a:cubicBezTo>
                  <a:cubicBezTo>
                    <a:pt x="13" y="55"/>
                    <a:pt x="11" y="57"/>
                    <a:pt x="13" y="57"/>
                  </a:cubicBezTo>
                  <a:cubicBezTo>
                    <a:pt x="14" y="56"/>
                    <a:pt x="12" y="57"/>
                    <a:pt x="13" y="56"/>
                  </a:cubicBezTo>
                  <a:cubicBezTo>
                    <a:pt x="14" y="54"/>
                    <a:pt x="14" y="54"/>
                    <a:pt x="15" y="54"/>
                  </a:cubicBezTo>
                  <a:cubicBezTo>
                    <a:pt x="15" y="55"/>
                    <a:pt x="14" y="56"/>
                    <a:pt x="14" y="57"/>
                  </a:cubicBezTo>
                  <a:cubicBezTo>
                    <a:pt x="14" y="58"/>
                    <a:pt x="13" y="57"/>
                    <a:pt x="14" y="57"/>
                  </a:cubicBezTo>
                  <a:cubicBezTo>
                    <a:pt x="12" y="58"/>
                    <a:pt x="12" y="60"/>
                    <a:pt x="11" y="61"/>
                  </a:cubicBezTo>
                  <a:cubicBezTo>
                    <a:pt x="11" y="62"/>
                    <a:pt x="12" y="60"/>
                    <a:pt x="13" y="60"/>
                  </a:cubicBezTo>
                  <a:cubicBezTo>
                    <a:pt x="13" y="60"/>
                    <a:pt x="14" y="58"/>
                    <a:pt x="14" y="58"/>
                  </a:cubicBezTo>
                  <a:cubicBezTo>
                    <a:pt x="17" y="54"/>
                    <a:pt x="13" y="61"/>
                    <a:pt x="15" y="61"/>
                  </a:cubicBezTo>
                  <a:cubicBezTo>
                    <a:pt x="16" y="58"/>
                    <a:pt x="18" y="58"/>
                    <a:pt x="19" y="54"/>
                  </a:cubicBezTo>
                  <a:cubicBezTo>
                    <a:pt x="19" y="54"/>
                    <a:pt x="20" y="53"/>
                    <a:pt x="20" y="54"/>
                  </a:cubicBezTo>
                  <a:cubicBezTo>
                    <a:pt x="19" y="56"/>
                    <a:pt x="20" y="56"/>
                    <a:pt x="18" y="57"/>
                  </a:cubicBezTo>
                  <a:cubicBezTo>
                    <a:pt x="19" y="57"/>
                    <a:pt x="19" y="57"/>
                    <a:pt x="19" y="57"/>
                  </a:cubicBezTo>
                  <a:cubicBezTo>
                    <a:pt x="17" y="59"/>
                    <a:pt x="17" y="59"/>
                    <a:pt x="17" y="59"/>
                  </a:cubicBezTo>
                  <a:cubicBezTo>
                    <a:pt x="17" y="61"/>
                    <a:pt x="17" y="63"/>
                    <a:pt x="17" y="64"/>
                  </a:cubicBezTo>
                  <a:cubicBezTo>
                    <a:pt x="18" y="63"/>
                    <a:pt x="18" y="62"/>
                    <a:pt x="19" y="62"/>
                  </a:cubicBezTo>
                  <a:cubicBezTo>
                    <a:pt x="18" y="62"/>
                    <a:pt x="18" y="63"/>
                    <a:pt x="19" y="64"/>
                  </a:cubicBezTo>
                  <a:cubicBezTo>
                    <a:pt x="18" y="63"/>
                    <a:pt x="20" y="61"/>
                    <a:pt x="20" y="60"/>
                  </a:cubicBezTo>
                  <a:cubicBezTo>
                    <a:pt x="21" y="61"/>
                    <a:pt x="21" y="63"/>
                    <a:pt x="20" y="63"/>
                  </a:cubicBezTo>
                  <a:cubicBezTo>
                    <a:pt x="19" y="65"/>
                    <a:pt x="19" y="65"/>
                    <a:pt x="19" y="65"/>
                  </a:cubicBezTo>
                  <a:cubicBezTo>
                    <a:pt x="20" y="63"/>
                    <a:pt x="19" y="65"/>
                    <a:pt x="20" y="65"/>
                  </a:cubicBezTo>
                  <a:cubicBezTo>
                    <a:pt x="20" y="64"/>
                    <a:pt x="21" y="62"/>
                    <a:pt x="22" y="61"/>
                  </a:cubicBezTo>
                  <a:cubicBezTo>
                    <a:pt x="22" y="61"/>
                    <a:pt x="22" y="62"/>
                    <a:pt x="23" y="62"/>
                  </a:cubicBezTo>
                  <a:cubicBezTo>
                    <a:pt x="21" y="63"/>
                    <a:pt x="21" y="63"/>
                    <a:pt x="21" y="63"/>
                  </a:cubicBezTo>
                  <a:cubicBezTo>
                    <a:pt x="22" y="63"/>
                    <a:pt x="21" y="66"/>
                    <a:pt x="22" y="66"/>
                  </a:cubicBezTo>
                  <a:cubicBezTo>
                    <a:pt x="23" y="64"/>
                    <a:pt x="23" y="64"/>
                    <a:pt x="23" y="64"/>
                  </a:cubicBezTo>
                  <a:cubicBezTo>
                    <a:pt x="22" y="66"/>
                    <a:pt x="22" y="66"/>
                    <a:pt x="22" y="66"/>
                  </a:cubicBezTo>
                  <a:cubicBezTo>
                    <a:pt x="23" y="65"/>
                    <a:pt x="23" y="65"/>
                    <a:pt x="24" y="65"/>
                  </a:cubicBezTo>
                  <a:cubicBezTo>
                    <a:pt x="23" y="66"/>
                    <a:pt x="23" y="66"/>
                    <a:pt x="23" y="66"/>
                  </a:cubicBezTo>
                  <a:cubicBezTo>
                    <a:pt x="24" y="65"/>
                    <a:pt x="25" y="63"/>
                    <a:pt x="25" y="65"/>
                  </a:cubicBezTo>
                  <a:cubicBezTo>
                    <a:pt x="25" y="63"/>
                    <a:pt x="24" y="65"/>
                    <a:pt x="24" y="64"/>
                  </a:cubicBezTo>
                  <a:cubicBezTo>
                    <a:pt x="24" y="62"/>
                    <a:pt x="25" y="62"/>
                    <a:pt x="25" y="62"/>
                  </a:cubicBezTo>
                  <a:cubicBezTo>
                    <a:pt x="25" y="62"/>
                    <a:pt x="25" y="62"/>
                    <a:pt x="25" y="63"/>
                  </a:cubicBezTo>
                  <a:cubicBezTo>
                    <a:pt x="26" y="62"/>
                    <a:pt x="26" y="62"/>
                    <a:pt x="26" y="62"/>
                  </a:cubicBezTo>
                  <a:cubicBezTo>
                    <a:pt x="26" y="63"/>
                    <a:pt x="26" y="64"/>
                    <a:pt x="26" y="65"/>
                  </a:cubicBezTo>
                  <a:cubicBezTo>
                    <a:pt x="27" y="63"/>
                    <a:pt x="27" y="63"/>
                    <a:pt x="27" y="63"/>
                  </a:cubicBezTo>
                  <a:cubicBezTo>
                    <a:pt x="26" y="66"/>
                    <a:pt x="28" y="62"/>
                    <a:pt x="28" y="64"/>
                  </a:cubicBezTo>
                  <a:cubicBezTo>
                    <a:pt x="28" y="65"/>
                    <a:pt x="27" y="66"/>
                    <a:pt x="27" y="67"/>
                  </a:cubicBezTo>
                  <a:cubicBezTo>
                    <a:pt x="28" y="64"/>
                    <a:pt x="29" y="64"/>
                    <a:pt x="30" y="62"/>
                  </a:cubicBezTo>
                  <a:cubicBezTo>
                    <a:pt x="30" y="63"/>
                    <a:pt x="28" y="65"/>
                    <a:pt x="28" y="67"/>
                  </a:cubicBezTo>
                  <a:cubicBezTo>
                    <a:pt x="29" y="65"/>
                    <a:pt x="29" y="69"/>
                    <a:pt x="30" y="66"/>
                  </a:cubicBezTo>
                  <a:cubicBezTo>
                    <a:pt x="30" y="65"/>
                    <a:pt x="31" y="64"/>
                    <a:pt x="31" y="63"/>
                  </a:cubicBezTo>
                  <a:cubicBezTo>
                    <a:pt x="32" y="64"/>
                    <a:pt x="31" y="64"/>
                    <a:pt x="31" y="66"/>
                  </a:cubicBezTo>
                  <a:cubicBezTo>
                    <a:pt x="32" y="65"/>
                    <a:pt x="32" y="63"/>
                    <a:pt x="32" y="62"/>
                  </a:cubicBezTo>
                  <a:cubicBezTo>
                    <a:pt x="32" y="63"/>
                    <a:pt x="33" y="61"/>
                    <a:pt x="34" y="62"/>
                  </a:cubicBezTo>
                  <a:cubicBezTo>
                    <a:pt x="33" y="64"/>
                    <a:pt x="32" y="63"/>
                    <a:pt x="33" y="64"/>
                  </a:cubicBezTo>
                  <a:cubicBezTo>
                    <a:pt x="34" y="65"/>
                    <a:pt x="34" y="60"/>
                    <a:pt x="35" y="60"/>
                  </a:cubicBezTo>
                  <a:cubicBezTo>
                    <a:pt x="35" y="59"/>
                    <a:pt x="36" y="56"/>
                    <a:pt x="36" y="55"/>
                  </a:cubicBezTo>
                  <a:cubicBezTo>
                    <a:pt x="37" y="56"/>
                    <a:pt x="36" y="56"/>
                    <a:pt x="36" y="58"/>
                  </a:cubicBezTo>
                  <a:cubicBezTo>
                    <a:pt x="36" y="58"/>
                    <a:pt x="36" y="58"/>
                    <a:pt x="36" y="58"/>
                  </a:cubicBezTo>
                  <a:cubicBezTo>
                    <a:pt x="36" y="61"/>
                    <a:pt x="34" y="63"/>
                    <a:pt x="34" y="65"/>
                  </a:cubicBezTo>
                  <a:cubicBezTo>
                    <a:pt x="35" y="64"/>
                    <a:pt x="35" y="64"/>
                    <a:pt x="35" y="64"/>
                  </a:cubicBezTo>
                  <a:cubicBezTo>
                    <a:pt x="35" y="65"/>
                    <a:pt x="34" y="66"/>
                    <a:pt x="34" y="67"/>
                  </a:cubicBezTo>
                  <a:cubicBezTo>
                    <a:pt x="35" y="65"/>
                    <a:pt x="36" y="67"/>
                    <a:pt x="36" y="66"/>
                  </a:cubicBezTo>
                  <a:cubicBezTo>
                    <a:pt x="36" y="65"/>
                    <a:pt x="35" y="67"/>
                    <a:pt x="36" y="65"/>
                  </a:cubicBezTo>
                  <a:cubicBezTo>
                    <a:pt x="36" y="65"/>
                    <a:pt x="37" y="62"/>
                    <a:pt x="37" y="63"/>
                  </a:cubicBezTo>
                  <a:cubicBezTo>
                    <a:pt x="37" y="65"/>
                    <a:pt x="37" y="66"/>
                    <a:pt x="37" y="67"/>
                  </a:cubicBezTo>
                  <a:cubicBezTo>
                    <a:pt x="37" y="68"/>
                    <a:pt x="37" y="65"/>
                    <a:pt x="38" y="66"/>
                  </a:cubicBezTo>
                  <a:cubicBezTo>
                    <a:pt x="38" y="67"/>
                    <a:pt x="38" y="67"/>
                    <a:pt x="38" y="67"/>
                  </a:cubicBezTo>
                  <a:cubicBezTo>
                    <a:pt x="40" y="68"/>
                    <a:pt x="42" y="67"/>
                    <a:pt x="45" y="63"/>
                  </a:cubicBezTo>
                  <a:cubicBezTo>
                    <a:pt x="45" y="65"/>
                    <a:pt x="45" y="65"/>
                    <a:pt x="46" y="67"/>
                  </a:cubicBezTo>
                  <a:cubicBezTo>
                    <a:pt x="46" y="66"/>
                    <a:pt x="46" y="65"/>
                    <a:pt x="47" y="65"/>
                  </a:cubicBezTo>
                  <a:cubicBezTo>
                    <a:pt x="47" y="67"/>
                    <a:pt x="47" y="67"/>
                    <a:pt x="47" y="67"/>
                  </a:cubicBezTo>
                  <a:cubicBezTo>
                    <a:pt x="48" y="68"/>
                    <a:pt x="49" y="66"/>
                    <a:pt x="49" y="65"/>
                  </a:cubicBezTo>
                  <a:cubicBezTo>
                    <a:pt x="49" y="66"/>
                    <a:pt x="49" y="66"/>
                    <a:pt x="49" y="66"/>
                  </a:cubicBezTo>
                  <a:cubicBezTo>
                    <a:pt x="50" y="68"/>
                    <a:pt x="50" y="65"/>
                    <a:pt x="50" y="65"/>
                  </a:cubicBezTo>
                  <a:cubicBezTo>
                    <a:pt x="50" y="66"/>
                    <a:pt x="50" y="66"/>
                    <a:pt x="50" y="66"/>
                  </a:cubicBezTo>
                  <a:cubicBezTo>
                    <a:pt x="51" y="65"/>
                    <a:pt x="51" y="65"/>
                    <a:pt x="51" y="65"/>
                  </a:cubicBezTo>
                  <a:cubicBezTo>
                    <a:pt x="51" y="64"/>
                    <a:pt x="52" y="65"/>
                    <a:pt x="52" y="67"/>
                  </a:cubicBezTo>
                  <a:cubicBezTo>
                    <a:pt x="52" y="66"/>
                    <a:pt x="52" y="66"/>
                    <a:pt x="52" y="65"/>
                  </a:cubicBezTo>
                  <a:cubicBezTo>
                    <a:pt x="52" y="67"/>
                    <a:pt x="54" y="67"/>
                    <a:pt x="55" y="66"/>
                  </a:cubicBezTo>
                  <a:cubicBezTo>
                    <a:pt x="54" y="65"/>
                    <a:pt x="54" y="65"/>
                    <a:pt x="54" y="63"/>
                  </a:cubicBezTo>
                  <a:cubicBezTo>
                    <a:pt x="54" y="61"/>
                    <a:pt x="55" y="64"/>
                    <a:pt x="55" y="62"/>
                  </a:cubicBezTo>
                  <a:cubicBezTo>
                    <a:pt x="55" y="63"/>
                    <a:pt x="55" y="64"/>
                    <a:pt x="55" y="65"/>
                  </a:cubicBezTo>
                  <a:cubicBezTo>
                    <a:pt x="56" y="68"/>
                    <a:pt x="58" y="65"/>
                    <a:pt x="59" y="66"/>
                  </a:cubicBezTo>
                  <a:cubicBezTo>
                    <a:pt x="60" y="65"/>
                    <a:pt x="60" y="65"/>
                    <a:pt x="60" y="65"/>
                  </a:cubicBezTo>
                  <a:cubicBezTo>
                    <a:pt x="61" y="67"/>
                    <a:pt x="62" y="64"/>
                    <a:pt x="63" y="65"/>
                  </a:cubicBezTo>
                  <a:cubicBezTo>
                    <a:pt x="63" y="65"/>
                    <a:pt x="63" y="62"/>
                    <a:pt x="64" y="62"/>
                  </a:cubicBezTo>
                  <a:cubicBezTo>
                    <a:pt x="64" y="60"/>
                    <a:pt x="64" y="64"/>
                    <a:pt x="65" y="66"/>
                  </a:cubicBezTo>
                  <a:cubicBezTo>
                    <a:pt x="65" y="65"/>
                    <a:pt x="65" y="64"/>
                    <a:pt x="66" y="64"/>
                  </a:cubicBezTo>
                  <a:cubicBezTo>
                    <a:pt x="66" y="65"/>
                    <a:pt x="66" y="65"/>
                    <a:pt x="66" y="65"/>
                  </a:cubicBezTo>
                  <a:cubicBezTo>
                    <a:pt x="66" y="64"/>
                    <a:pt x="67" y="63"/>
                    <a:pt x="67" y="64"/>
                  </a:cubicBezTo>
                  <a:cubicBezTo>
                    <a:pt x="67" y="64"/>
                    <a:pt x="67" y="64"/>
                    <a:pt x="67" y="64"/>
                  </a:cubicBezTo>
                  <a:cubicBezTo>
                    <a:pt x="67" y="64"/>
                    <a:pt x="68" y="66"/>
                    <a:pt x="68" y="65"/>
                  </a:cubicBezTo>
                  <a:cubicBezTo>
                    <a:pt x="68" y="64"/>
                    <a:pt x="69" y="65"/>
                    <a:pt x="69" y="63"/>
                  </a:cubicBezTo>
                  <a:cubicBezTo>
                    <a:pt x="69" y="64"/>
                    <a:pt x="69" y="64"/>
                    <a:pt x="69" y="64"/>
                  </a:cubicBezTo>
                  <a:cubicBezTo>
                    <a:pt x="69" y="62"/>
                    <a:pt x="69" y="62"/>
                    <a:pt x="69" y="62"/>
                  </a:cubicBezTo>
                  <a:cubicBezTo>
                    <a:pt x="70" y="63"/>
                    <a:pt x="70" y="63"/>
                    <a:pt x="70" y="63"/>
                  </a:cubicBezTo>
                  <a:cubicBezTo>
                    <a:pt x="70" y="65"/>
                    <a:pt x="70" y="65"/>
                    <a:pt x="70" y="65"/>
                  </a:cubicBezTo>
                  <a:cubicBezTo>
                    <a:pt x="71" y="66"/>
                    <a:pt x="70" y="63"/>
                    <a:pt x="70" y="62"/>
                  </a:cubicBezTo>
                  <a:cubicBezTo>
                    <a:pt x="71" y="61"/>
                    <a:pt x="71" y="63"/>
                    <a:pt x="71" y="63"/>
                  </a:cubicBezTo>
                  <a:cubicBezTo>
                    <a:pt x="71" y="64"/>
                    <a:pt x="71" y="63"/>
                    <a:pt x="71" y="63"/>
                  </a:cubicBezTo>
                  <a:cubicBezTo>
                    <a:pt x="70" y="65"/>
                    <a:pt x="71" y="64"/>
                    <a:pt x="71" y="65"/>
                  </a:cubicBezTo>
                  <a:cubicBezTo>
                    <a:pt x="71" y="65"/>
                    <a:pt x="71" y="63"/>
                    <a:pt x="72" y="63"/>
                  </a:cubicBezTo>
                  <a:cubicBezTo>
                    <a:pt x="72" y="63"/>
                    <a:pt x="73" y="63"/>
                    <a:pt x="73" y="65"/>
                  </a:cubicBezTo>
                  <a:cubicBezTo>
                    <a:pt x="73" y="64"/>
                    <a:pt x="73" y="64"/>
                    <a:pt x="73" y="63"/>
                  </a:cubicBezTo>
                  <a:cubicBezTo>
                    <a:pt x="73" y="63"/>
                    <a:pt x="73" y="62"/>
                    <a:pt x="72" y="61"/>
                  </a:cubicBezTo>
                  <a:cubicBezTo>
                    <a:pt x="73" y="61"/>
                    <a:pt x="73" y="61"/>
                    <a:pt x="73" y="61"/>
                  </a:cubicBezTo>
                  <a:cubicBezTo>
                    <a:pt x="73" y="62"/>
                    <a:pt x="73" y="62"/>
                    <a:pt x="73" y="62"/>
                  </a:cubicBezTo>
                  <a:cubicBezTo>
                    <a:pt x="73" y="61"/>
                    <a:pt x="74" y="62"/>
                    <a:pt x="74" y="60"/>
                  </a:cubicBezTo>
                  <a:cubicBezTo>
                    <a:pt x="74" y="62"/>
                    <a:pt x="74" y="62"/>
                    <a:pt x="74" y="62"/>
                  </a:cubicBezTo>
                  <a:cubicBezTo>
                    <a:pt x="74" y="61"/>
                    <a:pt x="75" y="61"/>
                    <a:pt x="75" y="61"/>
                  </a:cubicBezTo>
                  <a:cubicBezTo>
                    <a:pt x="75" y="62"/>
                    <a:pt x="75" y="64"/>
                    <a:pt x="76" y="65"/>
                  </a:cubicBezTo>
                  <a:cubicBezTo>
                    <a:pt x="77" y="63"/>
                    <a:pt x="77" y="63"/>
                    <a:pt x="77" y="63"/>
                  </a:cubicBezTo>
                  <a:cubicBezTo>
                    <a:pt x="77" y="63"/>
                    <a:pt x="77" y="63"/>
                    <a:pt x="77" y="64"/>
                  </a:cubicBezTo>
                  <a:cubicBezTo>
                    <a:pt x="78" y="65"/>
                    <a:pt x="78" y="59"/>
                    <a:pt x="79" y="61"/>
                  </a:cubicBezTo>
                  <a:cubicBezTo>
                    <a:pt x="79" y="63"/>
                    <a:pt x="79" y="63"/>
                    <a:pt x="80" y="64"/>
                  </a:cubicBezTo>
                  <a:cubicBezTo>
                    <a:pt x="80" y="63"/>
                    <a:pt x="80" y="63"/>
                    <a:pt x="80" y="62"/>
                  </a:cubicBezTo>
                  <a:cubicBezTo>
                    <a:pt x="80" y="61"/>
                    <a:pt x="80" y="64"/>
                    <a:pt x="79" y="63"/>
                  </a:cubicBezTo>
                  <a:cubicBezTo>
                    <a:pt x="79" y="61"/>
                    <a:pt x="80" y="62"/>
                    <a:pt x="80" y="61"/>
                  </a:cubicBezTo>
                  <a:cubicBezTo>
                    <a:pt x="81" y="66"/>
                    <a:pt x="83" y="62"/>
                    <a:pt x="84" y="64"/>
                  </a:cubicBezTo>
                  <a:cubicBezTo>
                    <a:pt x="84" y="61"/>
                    <a:pt x="85" y="63"/>
                    <a:pt x="85" y="62"/>
                  </a:cubicBezTo>
                  <a:cubicBezTo>
                    <a:pt x="85" y="65"/>
                    <a:pt x="86" y="62"/>
                    <a:pt x="86" y="63"/>
                  </a:cubicBezTo>
                  <a:cubicBezTo>
                    <a:pt x="86" y="61"/>
                    <a:pt x="86" y="61"/>
                    <a:pt x="86" y="61"/>
                  </a:cubicBezTo>
                  <a:cubicBezTo>
                    <a:pt x="87" y="62"/>
                    <a:pt x="87" y="57"/>
                    <a:pt x="88" y="60"/>
                  </a:cubicBezTo>
                  <a:cubicBezTo>
                    <a:pt x="88" y="60"/>
                    <a:pt x="88" y="61"/>
                    <a:pt x="88" y="62"/>
                  </a:cubicBezTo>
                  <a:cubicBezTo>
                    <a:pt x="89" y="65"/>
                    <a:pt x="89" y="59"/>
                    <a:pt x="90" y="62"/>
                  </a:cubicBezTo>
                  <a:cubicBezTo>
                    <a:pt x="90" y="61"/>
                    <a:pt x="89" y="60"/>
                    <a:pt x="90" y="59"/>
                  </a:cubicBezTo>
                  <a:cubicBezTo>
                    <a:pt x="91" y="60"/>
                    <a:pt x="92" y="61"/>
                    <a:pt x="92" y="62"/>
                  </a:cubicBezTo>
                  <a:cubicBezTo>
                    <a:pt x="92" y="61"/>
                    <a:pt x="92" y="60"/>
                    <a:pt x="92" y="61"/>
                  </a:cubicBezTo>
                  <a:cubicBezTo>
                    <a:pt x="93" y="62"/>
                    <a:pt x="92" y="62"/>
                    <a:pt x="92" y="62"/>
                  </a:cubicBezTo>
                  <a:cubicBezTo>
                    <a:pt x="93" y="63"/>
                    <a:pt x="93" y="61"/>
                    <a:pt x="94" y="60"/>
                  </a:cubicBezTo>
                  <a:cubicBezTo>
                    <a:pt x="94" y="62"/>
                    <a:pt x="95" y="61"/>
                    <a:pt x="96" y="62"/>
                  </a:cubicBezTo>
                  <a:cubicBezTo>
                    <a:pt x="96" y="60"/>
                    <a:pt x="98" y="63"/>
                    <a:pt x="97" y="60"/>
                  </a:cubicBezTo>
                  <a:cubicBezTo>
                    <a:pt x="98" y="61"/>
                    <a:pt x="98" y="61"/>
                    <a:pt x="98" y="61"/>
                  </a:cubicBezTo>
                  <a:cubicBezTo>
                    <a:pt x="98" y="60"/>
                    <a:pt x="98" y="58"/>
                    <a:pt x="98" y="58"/>
                  </a:cubicBezTo>
                  <a:cubicBezTo>
                    <a:pt x="98" y="60"/>
                    <a:pt x="98" y="60"/>
                    <a:pt x="98" y="60"/>
                  </a:cubicBezTo>
                  <a:cubicBezTo>
                    <a:pt x="99" y="62"/>
                    <a:pt x="99" y="60"/>
                    <a:pt x="100" y="61"/>
                  </a:cubicBezTo>
                  <a:cubicBezTo>
                    <a:pt x="99" y="59"/>
                    <a:pt x="100" y="61"/>
                    <a:pt x="100" y="60"/>
                  </a:cubicBezTo>
                  <a:cubicBezTo>
                    <a:pt x="100" y="59"/>
                    <a:pt x="100" y="59"/>
                    <a:pt x="100" y="59"/>
                  </a:cubicBezTo>
                  <a:cubicBezTo>
                    <a:pt x="101" y="58"/>
                    <a:pt x="100" y="58"/>
                    <a:pt x="101" y="57"/>
                  </a:cubicBezTo>
                  <a:cubicBezTo>
                    <a:pt x="101" y="57"/>
                    <a:pt x="101" y="60"/>
                    <a:pt x="101" y="59"/>
                  </a:cubicBezTo>
                  <a:cubicBezTo>
                    <a:pt x="102" y="60"/>
                    <a:pt x="102" y="60"/>
                    <a:pt x="102" y="59"/>
                  </a:cubicBezTo>
                  <a:cubicBezTo>
                    <a:pt x="102" y="59"/>
                    <a:pt x="102" y="59"/>
                    <a:pt x="102" y="59"/>
                  </a:cubicBezTo>
                  <a:cubicBezTo>
                    <a:pt x="102" y="59"/>
                    <a:pt x="102" y="59"/>
                    <a:pt x="102" y="59"/>
                  </a:cubicBezTo>
                  <a:cubicBezTo>
                    <a:pt x="103" y="59"/>
                    <a:pt x="103" y="59"/>
                    <a:pt x="103" y="59"/>
                  </a:cubicBezTo>
                  <a:cubicBezTo>
                    <a:pt x="103" y="59"/>
                    <a:pt x="103" y="59"/>
                    <a:pt x="103" y="59"/>
                  </a:cubicBezTo>
                  <a:cubicBezTo>
                    <a:pt x="103" y="59"/>
                    <a:pt x="103" y="59"/>
                    <a:pt x="102" y="59"/>
                  </a:cubicBezTo>
                  <a:cubicBezTo>
                    <a:pt x="103" y="59"/>
                    <a:pt x="103" y="59"/>
                    <a:pt x="103" y="59"/>
                  </a:cubicBezTo>
                  <a:cubicBezTo>
                    <a:pt x="103" y="59"/>
                    <a:pt x="103" y="59"/>
                    <a:pt x="103" y="59"/>
                  </a:cubicBezTo>
                  <a:cubicBezTo>
                    <a:pt x="103" y="59"/>
                    <a:pt x="103" y="59"/>
                    <a:pt x="103" y="60"/>
                  </a:cubicBezTo>
                  <a:cubicBezTo>
                    <a:pt x="104" y="61"/>
                    <a:pt x="104" y="61"/>
                    <a:pt x="104" y="61"/>
                  </a:cubicBezTo>
                  <a:cubicBezTo>
                    <a:pt x="104" y="61"/>
                    <a:pt x="104" y="59"/>
                    <a:pt x="104" y="59"/>
                  </a:cubicBezTo>
                  <a:cubicBezTo>
                    <a:pt x="106" y="60"/>
                    <a:pt x="108" y="58"/>
                    <a:pt x="108" y="57"/>
                  </a:cubicBezTo>
                  <a:cubicBezTo>
                    <a:pt x="108" y="57"/>
                    <a:pt x="108" y="58"/>
                    <a:pt x="108" y="58"/>
                  </a:cubicBezTo>
                  <a:cubicBezTo>
                    <a:pt x="108" y="57"/>
                    <a:pt x="108" y="56"/>
                    <a:pt x="109" y="57"/>
                  </a:cubicBezTo>
                  <a:cubicBezTo>
                    <a:pt x="109" y="56"/>
                    <a:pt x="109" y="58"/>
                    <a:pt x="110" y="58"/>
                  </a:cubicBezTo>
                  <a:cubicBezTo>
                    <a:pt x="110" y="58"/>
                    <a:pt x="110" y="56"/>
                    <a:pt x="109" y="56"/>
                  </a:cubicBezTo>
                  <a:cubicBezTo>
                    <a:pt x="111" y="59"/>
                    <a:pt x="111" y="55"/>
                    <a:pt x="113" y="56"/>
                  </a:cubicBezTo>
                  <a:cubicBezTo>
                    <a:pt x="113" y="56"/>
                    <a:pt x="113" y="57"/>
                    <a:pt x="113" y="57"/>
                  </a:cubicBezTo>
                  <a:cubicBezTo>
                    <a:pt x="114" y="56"/>
                    <a:pt x="114" y="55"/>
                    <a:pt x="115" y="53"/>
                  </a:cubicBezTo>
                  <a:cubicBezTo>
                    <a:pt x="115" y="55"/>
                    <a:pt x="115" y="55"/>
                    <a:pt x="115" y="55"/>
                  </a:cubicBezTo>
                  <a:cubicBezTo>
                    <a:pt x="115" y="55"/>
                    <a:pt x="116" y="55"/>
                    <a:pt x="116" y="54"/>
                  </a:cubicBezTo>
                  <a:cubicBezTo>
                    <a:pt x="115" y="52"/>
                    <a:pt x="116" y="51"/>
                    <a:pt x="116" y="51"/>
                  </a:cubicBezTo>
                  <a:cubicBezTo>
                    <a:pt x="116" y="51"/>
                    <a:pt x="116" y="51"/>
                    <a:pt x="116" y="51"/>
                  </a:cubicBezTo>
                  <a:cubicBezTo>
                    <a:pt x="117" y="50"/>
                    <a:pt x="117" y="50"/>
                    <a:pt x="117" y="50"/>
                  </a:cubicBezTo>
                  <a:cubicBezTo>
                    <a:pt x="118" y="51"/>
                    <a:pt x="117" y="51"/>
                    <a:pt x="117" y="52"/>
                  </a:cubicBezTo>
                  <a:cubicBezTo>
                    <a:pt x="118" y="54"/>
                    <a:pt x="119" y="53"/>
                    <a:pt x="119" y="53"/>
                  </a:cubicBezTo>
                  <a:cubicBezTo>
                    <a:pt x="119" y="51"/>
                    <a:pt x="119" y="51"/>
                    <a:pt x="119" y="51"/>
                  </a:cubicBezTo>
                  <a:cubicBezTo>
                    <a:pt x="120" y="51"/>
                    <a:pt x="120" y="53"/>
                    <a:pt x="120" y="53"/>
                  </a:cubicBezTo>
                  <a:cubicBezTo>
                    <a:pt x="120" y="47"/>
                    <a:pt x="120" y="47"/>
                    <a:pt x="120" y="47"/>
                  </a:cubicBezTo>
                  <a:cubicBezTo>
                    <a:pt x="120" y="48"/>
                    <a:pt x="121" y="50"/>
                    <a:pt x="121" y="51"/>
                  </a:cubicBezTo>
                  <a:cubicBezTo>
                    <a:pt x="122" y="50"/>
                    <a:pt x="122" y="47"/>
                    <a:pt x="122" y="45"/>
                  </a:cubicBezTo>
                  <a:cubicBezTo>
                    <a:pt x="122" y="46"/>
                    <a:pt x="123" y="44"/>
                    <a:pt x="123" y="44"/>
                  </a:cubicBezTo>
                  <a:cubicBezTo>
                    <a:pt x="124" y="45"/>
                    <a:pt x="123" y="44"/>
                    <a:pt x="123" y="45"/>
                  </a:cubicBezTo>
                  <a:cubicBezTo>
                    <a:pt x="124" y="47"/>
                    <a:pt x="124" y="47"/>
                    <a:pt x="124" y="47"/>
                  </a:cubicBezTo>
                  <a:cubicBezTo>
                    <a:pt x="123" y="47"/>
                    <a:pt x="125" y="49"/>
                    <a:pt x="125" y="50"/>
                  </a:cubicBezTo>
                  <a:cubicBezTo>
                    <a:pt x="125" y="49"/>
                    <a:pt x="126" y="49"/>
                    <a:pt x="127" y="50"/>
                  </a:cubicBezTo>
                  <a:cubicBezTo>
                    <a:pt x="126" y="47"/>
                    <a:pt x="128" y="48"/>
                    <a:pt x="127" y="45"/>
                  </a:cubicBezTo>
                  <a:cubicBezTo>
                    <a:pt x="128" y="45"/>
                    <a:pt x="128" y="47"/>
                    <a:pt x="129" y="48"/>
                  </a:cubicBezTo>
                  <a:cubicBezTo>
                    <a:pt x="129" y="46"/>
                    <a:pt x="131" y="47"/>
                    <a:pt x="131" y="46"/>
                  </a:cubicBezTo>
                  <a:cubicBezTo>
                    <a:pt x="131" y="47"/>
                    <a:pt x="131" y="47"/>
                    <a:pt x="131" y="47"/>
                  </a:cubicBezTo>
                  <a:cubicBezTo>
                    <a:pt x="132" y="46"/>
                    <a:pt x="134" y="46"/>
                    <a:pt x="133" y="43"/>
                  </a:cubicBezTo>
                  <a:cubicBezTo>
                    <a:pt x="134" y="45"/>
                    <a:pt x="134" y="45"/>
                    <a:pt x="134" y="45"/>
                  </a:cubicBezTo>
                  <a:cubicBezTo>
                    <a:pt x="135" y="45"/>
                    <a:pt x="133" y="42"/>
                    <a:pt x="134" y="43"/>
                  </a:cubicBezTo>
                  <a:cubicBezTo>
                    <a:pt x="135" y="44"/>
                    <a:pt x="135" y="44"/>
                    <a:pt x="135" y="44"/>
                  </a:cubicBezTo>
                  <a:cubicBezTo>
                    <a:pt x="135" y="43"/>
                    <a:pt x="136" y="45"/>
                    <a:pt x="136" y="43"/>
                  </a:cubicBezTo>
                  <a:cubicBezTo>
                    <a:pt x="136" y="44"/>
                    <a:pt x="136" y="44"/>
                    <a:pt x="136" y="44"/>
                  </a:cubicBezTo>
                  <a:cubicBezTo>
                    <a:pt x="137" y="43"/>
                    <a:pt x="138" y="43"/>
                    <a:pt x="137" y="41"/>
                  </a:cubicBezTo>
                  <a:cubicBezTo>
                    <a:pt x="138" y="43"/>
                    <a:pt x="138" y="43"/>
                    <a:pt x="138" y="43"/>
                  </a:cubicBezTo>
                  <a:cubicBezTo>
                    <a:pt x="139" y="44"/>
                    <a:pt x="138" y="41"/>
                    <a:pt x="139" y="41"/>
                  </a:cubicBezTo>
                  <a:cubicBezTo>
                    <a:pt x="139" y="42"/>
                    <a:pt x="140" y="42"/>
                    <a:pt x="139" y="42"/>
                  </a:cubicBezTo>
                  <a:cubicBezTo>
                    <a:pt x="139" y="41"/>
                    <a:pt x="140" y="41"/>
                    <a:pt x="140" y="40"/>
                  </a:cubicBezTo>
                  <a:cubicBezTo>
                    <a:pt x="142" y="42"/>
                    <a:pt x="142" y="42"/>
                    <a:pt x="142" y="42"/>
                  </a:cubicBezTo>
                  <a:cubicBezTo>
                    <a:pt x="145" y="41"/>
                    <a:pt x="148" y="39"/>
                    <a:pt x="150" y="36"/>
                  </a:cubicBezTo>
                  <a:cubicBezTo>
                    <a:pt x="152" y="38"/>
                    <a:pt x="150" y="38"/>
                    <a:pt x="151" y="39"/>
                  </a:cubicBezTo>
                  <a:cubicBezTo>
                    <a:pt x="150" y="37"/>
                    <a:pt x="151" y="38"/>
                    <a:pt x="152" y="37"/>
                  </a:cubicBezTo>
                  <a:cubicBezTo>
                    <a:pt x="152" y="37"/>
                    <a:pt x="152" y="37"/>
                    <a:pt x="152" y="37"/>
                  </a:cubicBezTo>
                  <a:cubicBezTo>
                    <a:pt x="152" y="37"/>
                    <a:pt x="153" y="38"/>
                    <a:pt x="153" y="37"/>
                  </a:cubicBezTo>
                  <a:cubicBezTo>
                    <a:pt x="153" y="37"/>
                    <a:pt x="153" y="37"/>
                    <a:pt x="153" y="37"/>
                  </a:cubicBezTo>
                  <a:cubicBezTo>
                    <a:pt x="153" y="35"/>
                    <a:pt x="155" y="38"/>
                    <a:pt x="154" y="36"/>
                  </a:cubicBezTo>
                  <a:cubicBezTo>
                    <a:pt x="155" y="37"/>
                    <a:pt x="155" y="37"/>
                    <a:pt x="155" y="37"/>
                  </a:cubicBezTo>
                  <a:cubicBezTo>
                    <a:pt x="154" y="35"/>
                    <a:pt x="156" y="37"/>
                    <a:pt x="156" y="35"/>
                  </a:cubicBezTo>
                  <a:cubicBezTo>
                    <a:pt x="156" y="36"/>
                    <a:pt x="156" y="36"/>
                    <a:pt x="156" y="36"/>
                  </a:cubicBezTo>
                  <a:cubicBezTo>
                    <a:pt x="157" y="36"/>
                    <a:pt x="156" y="32"/>
                    <a:pt x="157" y="34"/>
                  </a:cubicBezTo>
                  <a:cubicBezTo>
                    <a:pt x="157" y="33"/>
                    <a:pt x="158" y="32"/>
                    <a:pt x="157" y="31"/>
                  </a:cubicBezTo>
                  <a:cubicBezTo>
                    <a:pt x="158" y="33"/>
                    <a:pt x="158" y="33"/>
                    <a:pt x="158" y="33"/>
                  </a:cubicBezTo>
                  <a:cubicBezTo>
                    <a:pt x="160" y="30"/>
                    <a:pt x="163" y="29"/>
                    <a:pt x="162" y="26"/>
                  </a:cubicBezTo>
                  <a:cubicBezTo>
                    <a:pt x="163" y="27"/>
                    <a:pt x="163" y="27"/>
                    <a:pt x="163" y="27"/>
                  </a:cubicBezTo>
                  <a:cubicBezTo>
                    <a:pt x="163" y="24"/>
                    <a:pt x="167" y="27"/>
                    <a:pt x="165" y="23"/>
                  </a:cubicBezTo>
                  <a:cubicBezTo>
                    <a:pt x="164" y="21"/>
                    <a:pt x="164" y="21"/>
                    <a:pt x="164" y="21"/>
                  </a:cubicBezTo>
                  <a:cubicBezTo>
                    <a:pt x="166" y="23"/>
                    <a:pt x="166" y="23"/>
                    <a:pt x="166" y="23"/>
                  </a:cubicBezTo>
                  <a:cubicBezTo>
                    <a:pt x="165" y="21"/>
                    <a:pt x="167" y="21"/>
                    <a:pt x="166" y="20"/>
                  </a:cubicBezTo>
                  <a:cubicBezTo>
                    <a:pt x="166" y="21"/>
                    <a:pt x="166" y="21"/>
                    <a:pt x="167" y="21"/>
                  </a:cubicBezTo>
                  <a:cubicBezTo>
                    <a:pt x="167" y="21"/>
                    <a:pt x="166" y="19"/>
                    <a:pt x="167" y="19"/>
                  </a:cubicBezTo>
                  <a:cubicBezTo>
                    <a:pt x="167" y="20"/>
                    <a:pt x="167" y="20"/>
                    <a:pt x="167" y="20"/>
                  </a:cubicBezTo>
                  <a:cubicBezTo>
                    <a:pt x="171" y="20"/>
                    <a:pt x="176" y="17"/>
                    <a:pt x="174" y="13"/>
                  </a:cubicBezTo>
                  <a:cubicBezTo>
                    <a:pt x="174" y="12"/>
                    <a:pt x="177" y="14"/>
                    <a:pt x="177" y="14"/>
                  </a:cubicBezTo>
                  <a:cubicBezTo>
                    <a:pt x="175" y="10"/>
                    <a:pt x="181" y="9"/>
                    <a:pt x="177" y="5"/>
                  </a:cubicBezTo>
                  <a:close/>
                  <a:moveTo>
                    <a:pt x="10" y="32"/>
                  </a:moveTo>
                  <a:cubicBezTo>
                    <a:pt x="10" y="32"/>
                    <a:pt x="10" y="32"/>
                    <a:pt x="10" y="31"/>
                  </a:cubicBezTo>
                  <a:cubicBezTo>
                    <a:pt x="10" y="32"/>
                    <a:pt x="10" y="32"/>
                    <a:pt x="10" y="32"/>
                  </a:cubicBezTo>
                  <a:close/>
                  <a:moveTo>
                    <a:pt x="6" y="35"/>
                  </a:moveTo>
                  <a:cubicBezTo>
                    <a:pt x="6" y="35"/>
                    <a:pt x="6" y="35"/>
                    <a:pt x="5" y="35"/>
                  </a:cubicBezTo>
                  <a:cubicBezTo>
                    <a:pt x="6" y="34"/>
                    <a:pt x="6" y="34"/>
                    <a:pt x="6" y="34"/>
                  </a:cubicBezTo>
                  <a:cubicBezTo>
                    <a:pt x="6" y="34"/>
                    <a:pt x="6" y="35"/>
                    <a:pt x="6" y="35"/>
                  </a:cubicBezTo>
                  <a:close/>
                  <a:moveTo>
                    <a:pt x="10" y="35"/>
                  </a:moveTo>
                  <a:cubicBezTo>
                    <a:pt x="10" y="35"/>
                    <a:pt x="10" y="35"/>
                    <a:pt x="10" y="35"/>
                  </a:cubicBezTo>
                  <a:cubicBezTo>
                    <a:pt x="10" y="35"/>
                    <a:pt x="10" y="35"/>
                    <a:pt x="10" y="35"/>
                  </a:cubicBezTo>
                  <a:close/>
                  <a:moveTo>
                    <a:pt x="9" y="32"/>
                  </a:moveTo>
                  <a:cubicBezTo>
                    <a:pt x="9" y="33"/>
                    <a:pt x="8" y="33"/>
                    <a:pt x="8" y="33"/>
                  </a:cubicBezTo>
                  <a:cubicBezTo>
                    <a:pt x="9" y="31"/>
                    <a:pt x="10" y="31"/>
                    <a:pt x="10" y="32"/>
                  </a:cubicBezTo>
                  <a:cubicBezTo>
                    <a:pt x="9" y="33"/>
                    <a:pt x="9" y="34"/>
                    <a:pt x="9" y="34"/>
                  </a:cubicBezTo>
                  <a:cubicBezTo>
                    <a:pt x="8" y="34"/>
                    <a:pt x="8" y="34"/>
                    <a:pt x="8" y="34"/>
                  </a:cubicBezTo>
                  <a:cubicBezTo>
                    <a:pt x="8" y="34"/>
                    <a:pt x="9" y="34"/>
                    <a:pt x="9" y="32"/>
                  </a:cubicBezTo>
                  <a:close/>
                  <a:moveTo>
                    <a:pt x="7" y="35"/>
                  </a:moveTo>
                  <a:cubicBezTo>
                    <a:pt x="7" y="35"/>
                    <a:pt x="7" y="34"/>
                    <a:pt x="7" y="34"/>
                  </a:cubicBezTo>
                  <a:cubicBezTo>
                    <a:pt x="7" y="34"/>
                    <a:pt x="7" y="34"/>
                    <a:pt x="7" y="35"/>
                  </a:cubicBezTo>
                  <a:cubicBezTo>
                    <a:pt x="7" y="35"/>
                    <a:pt x="7" y="35"/>
                    <a:pt x="7" y="35"/>
                  </a:cubicBezTo>
                  <a:close/>
                  <a:moveTo>
                    <a:pt x="7" y="35"/>
                  </a:moveTo>
                  <a:cubicBezTo>
                    <a:pt x="7" y="35"/>
                    <a:pt x="7" y="35"/>
                    <a:pt x="7" y="35"/>
                  </a:cubicBezTo>
                  <a:cubicBezTo>
                    <a:pt x="7" y="35"/>
                    <a:pt x="7" y="35"/>
                    <a:pt x="7" y="35"/>
                  </a:cubicBezTo>
                  <a:cubicBezTo>
                    <a:pt x="7" y="35"/>
                    <a:pt x="7" y="35"/>
                    <a:pt x="7" y="35"/>
                  </a:cubicBezTo>
                  <a:cubicBezTo>
                    <a:pt x="8" y="35"/>
                    <a:pt x="8" y="35"/>
                    <a:pt x="8" y="35"/>
                  </a:cubicBezTo>
                  <a:cubicBezTo>
                    <a:pt x="8" y="35"/>
                    <a:pt x="8" y="35"/>
                    <a:pt x="8" y="36"/>
                  </a:cubicBezTo>
                  <a:cubicBezTo>
                    <a:pt x="8" y="36"/>
                    <a:pt x="9" y="35"/>
                    <a:pt x="9" y="35"/>
                  </a:cubicBezTo>
                  <a:cubicBezTo>
                    <a:pt x="9" y="35"/>
                    <a:pt x="10" y="36"/>
                    <a:pt x="10" y="36"/>
                  </a:cubicBezTo>
                  <a:cubicBezTo>
                    <a:pt x="10" y="36"/>
                    <a:pt x="10" y="36"/>
                    <a:pt x="10" y="36"/>
                  </a:cubicBezTo>
                  <a:cubicBezTo>
                    <a:pt x="9" y="36"/>
                    <a:pt x="8" y="36"/>
                    <a:pt x="7" y="35"/>
                  </a:cubicBezTo>
                  <a:close/>
                  <a:moveTo>
                    <a:pt x="9" y="36"/>
                  </a:moveTo>
                  <a:cubicBezTo>
                    <a:pt x="10" y="36"/>
                    <a:pt x="10" y="36"/>
                    <a:pt x="10" y="36"/>
                  </a:cubicBezTo>
                  <a:cubicBezTo>
                    <a:pt x="10" y="36"/>
                    <a:pt x="10" y="36"/>
                    <a:pt x="10" y="37"/>
                  </a:cubicBezTo>
                  <a:cubicBezTo>
                    <a:pt x="10" y="36"/>
                    <a:pt x="9" y="36"/>
                    <a:pt x="9" y="36"/>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 name="Freeform 435"/>
            <p:cNvSpPr/>
            <p:nvPr/>
          </p:nvSpPr>
          <p:spPr bwMode="auto">
            <a:xfrm>
              <a:off x="3712" y="2809"/>
              <a:ext cx="4" cy="2"/>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1" y="1"/>
                    <a:pt x="2" y="1"/>
                    <a:pt x="2"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 name="Freeform 436"/>
            <p:cNvSpPr>
              <a:spLocks noEditPoints="1"/>
            </p:cNvSpPr>
            <p:nvPr/>
          </p:nvSpPr>
          <p:spPr bwMode="auto">
            <a:xfrm>
              <a:off x="3434" y="1624"/>
              <a:ext cx="862" cy="1213"/>
            </a:xfrm>
            <a:custGeom>
              <a:avLst/>
              <a:gdLst>
                <a:gd name="T0" fmla="*/ 172 w 406"/>
                <a:gd name="T1" fmla="*/ 570 h 572"/>
                <a:gd name="T2" fmla="*/ 205 w 406"/>
                <a:gd name="T3" fmla="*/ 568 h 572"/>
                <a:gd name="T4" fmla="*/ 239 w 406"/>
                <a:gd name="T5" fmla="*/ 564 h 572"/>
                <a:gd name="T6" fmla="*/ 281 w 406"/>
                <a:gd name="T7" fmla="*/ 547 h 572"/>
                <a:gd name="T8" fmla="*/ 300 w 406"/>
                <a:gd name="T9" fmla="*/ 522 h 572"/>
                <a:gd name="T10" fmla="*/ 204 w 406"/>
                <a:gd name="T11" fmla="*/ 395 h 572"/>
                <a:gd name="T12" fmla="*/ 207 w 406"/>
                <a:gd name="T13" fmla="*/ 339 h 572"/>
                <a:gd name="T14" fmla="*/ 214 w 406"/>
                <a:gd name="T15" fmla="*/ 279 h 572"/>
                <a:gd name="T16" fmla="*/ 177 w 406"/>
                <a:gd name="T17" fmla="*/ 304 h 572"/>
                <a:gd name="T18" fmla="*/ 184 w 406"/>
                <a:gd name="T19" fmla="*/ 298 h 572"/>
                <a:gd name="T20" fmla="*/ 197 w 406"/>
                <a:gd name="T21" fmla="*/ 321 h 572"/>
                <a:gd name="T22" fmla="*/ 186 w 406"/>
                <a:gd name="T23" fmla="*/ 337 h 572"/>
                <a:gd name="T24" fmla="*/ 190 w 406"/>
                <a:gd name="T25" fmla="*/ 347 h 572"/>
                <a:gd name="T26" fmla="*/ 189 w 406"/>
                <a:gd name="T27" fmla="*/ 365 h 572"/>
                <a:gd name="T28" fmla="*/ 189 w 406"/>
                <a:gd name="T29" fmla="*/ 382 h 572"/>
                <a:gd name="T30" fmla="*/ 194 w 406"/>
                <a:gd name="T31" fmla="*/ 401 h 572"/>
                <a:gd name="T32" fmla="*/ 198 w 406"/>
                <a:gd name="T33" fmla="*/ 426 h 572"/>
                <a:gd name="T34" fmla="*/ 92 w 406"/>
                <a:gd name="T35" fmla="*/ 277 h 572"/>
                <a:gd name="T36" fmla="*/ 68 w 406"/>
                <a:gd name="T37" fmla="*/ 218 h 572"/>
                <a:gd name="T38" fmla="*/ 189 w 406"/>
                <a:gd name="T39" fmla="*/ 198 h 572"/>
                <a:gd name="T40" fmla="*/ 299 w 406"/>
                <a:gd name="T41" fmla="*/ 279 h 572"/>
                <a:gd name="T42" fmla="*/ 240 w 406"/>
                <a:gd name="T43" fmla="*/ 425 h 572"/>
                <a:gd name="T44" fmla="*/ 250 w 406"/>
                <a:gd name="T45" fmla="*/ 401 h 572"/>
                <a:gd name="T46" fmla="*/ 257 w 406"/>
                <a:gd name="T47" fmla="*/ 380 h 572"/>
                <a:gd name="T48" fmla="*/ 262 w 406"/>
                <a:gd name="T49" fmla="*/ 342 h 572"/>
                <a:gd name="T50" fmla="*/ 279 w 406"/>
                <a:gd name="T51" fmla="*/ 305 h 572"/>
                <a:gd name="T52" fmla="*/ 323 w 406"/>
                <a:gd name="T53" fmla="*/ 287 h 572"/>
                <a:gd name="T54" fmla="*/ 345 w 406"/>
                <a:gd name="T55" fmla="*/ 231 h 572"/>
                <a:gd name="T56" fmla="*/ 313 w 406"/>
                <a:gd name="T57" fmla="*/ 163 h 572"/>
                <a:gd name="T58" fmla="*/ 199 w 406"/>
                <a:gd name="T59" fmla="*/ 120 h 572"/>
                <a:gd name="T60" fmla="*/ 99 w 406"/>
                <a:gd name="T61" fmla="*/ 189 h 572"/>
                <a:gd name="T62" fmla="*/ 67 w 406"/>
                <a:gd name="T63" fmla="*/ 156 h 572"/>
                <a:gd name="T64" fmla="*/ 18 w 406"/>
                <a:gd name="T65" fmla="*/ 247 h 572"/>
                <a:gd name="T66" fmla="*/ 17 w 406"/>
                <a:gd name="T67" fmla="*/ 216 h 572"/>
                <a:gd name="T68" fmla="*/ 18 w 406"/>
                <a:gd name="T69" fmla="*/ 212 h 572"/>
                <a:gd name="T70" fmla="*/ 18 w 406"/>
                <a:gd name="T71" fmla="*/ 213 h 572"/>
                <a:gd name="T72" fmla="*/ 20 w 406"/>
                <a:gd name="T73" fmla="*/ 216 h 572"/>
                <a:gd name="T74" fmla="*/ 36 w 406"/>
                <a:gd name="T75" fmla="*/ 256 h 572"/>
                <a:gd name="T76" fmla="*/ 80 w 406"/>
                <a:gd name="T77" fmla="*/ 293 h 572"/>
                <a:gd name="T78" fmla="*/ 143 w 406"/>
                <a:gd name="T79" fmla="*/ 304 h 572"/>
                <a:gd name="T80" fmla="*/ 162 w 406"/>
                <a:gd name="T81" fmla="*/ 375 h 572"/>
                <a:gd name="T82" fmla="*/ 177 w 406"/>
                <a:gd name="T83" fmla="*/ 504 h 572"/>
                <a:gd name="T84" fmla="*/ 192 w 406"/>
                <a:gd name="T85" fmla="*/ 530 h 572"/>
                <a:gd name="T86" fmla="*/ 191 w 406"/>
                <a:gd name="T87" fmla="*/ 504 h 572"/>
                <a:gd name="T88" fmla="*/ 192 w 406"/>
                <a:gd name="T89" fmla="*/ 486 h 572"/>
                <a:gd name="T90" fmla="*/ 194 w 406"/>
                <a:gd name="T91" fmla="*/ 451 h 572"/>
                <a:gd name="T92" fmla="*/ 220 w 406"/>
                <a:gd name="T93" fmla="*/ 447 h 572"/>
                <a:gd name="T94" fmla="*/ 240 w 406"/>
                <a:gd name="T95" fmla="*/ 469 h 572"/>
                <a:gd name="T96" fmla="*/ 247 w 406"/>
                <a:gd name="T97" fmla="*/ 543 h 572"/>
                <a:gd name="T98" fmla="*/ 146 w 406"/>
                <a:gd name="T99" fmla="*/ 545 h 572"/>
                <a:gd name="T100" fmla="*/ 137 w 406"/>
                <a:gd name="T101" fmla="*/ 524 h 572"/>
                <a:gd name="T102" fmla="*/ 130 w 406"/>
                <a:gd name="T103" fmla="*/ 553 h 572"/>
                <a:gd name="T104" fmla="*/ 193 w 406"/>
                <a:gd name="T105" fmla="*/ 309 h 572"/>
                <a:gd name="T106" fmla="*/ 196 w 406"/>
                <a:gd name="T107" fmla="*/ 303 h 572"/>
                <a:gd name="T108" fmla="*/ 209 w 406"/>
                <a:gd name="T109" fmla="*/ 295 h 572"/>
                <a:gd name="T110" fmla="*/ 218 w 406"/>
                <a:gd name="T111" fmla="*/ 301 h 572"/>
                <a:gd name="T112" fmla="*/ 221 w 406"/>
                <a:gd name="T113" fmla="*/ 307 h 572"/>
                <a:gd name="T114" fmla="*/ 211 w 406"/>
                <a:gd name="T115" fmla="*/ 310 h 572"/>
                <a:gd name="T116" fmla="*/ 222 w 406"/>
                <a:gd name="T117" fmla="*/ 307 h 572"/>
                <a:gd name="T118" fmla="*/ 191 w 406"/>
                <a:gd name="T119" fmla="*/ 185 h 572"/>
                <a:gd name="T120" fmla="*/ 63 w 406"/>
                <a:gd name="T121" fmla="*/ 186 h 572"/>
                <a:gd name="T122" fmla="*/ 22 w 406"/>
                <a:gd name="T123" fmla="*/ 214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6" h="572">
                  <a:moveTo>
                    <a:pt x="135" y="564"/>
                  </a:moveTo>
                  <a:cubicBezTo>
                    <a:pt x="136" y="564"/>
                    <a:pt x="137" y="565"/>
                    <a:pt x="137" y="564"/>
                  </a:cubicBezTo>
                  <a:cubicBezTo>
                    <a:pt x="137" y="565"/>
                    <a:pt x="137" y="565"/>
                    <a:pt x="137" y="565"/>
                  </a:cubicBezTo>
                  <a:cubicBezTo>
                    <a:pt x="138" y="565"/>
                    <a:pt x="140" y="563"/>
                    <a:pt x="139" y="566"/>
                  </a:cubicBezTo>
                  <a:cubicBezTo>
                    <a:pt x="140" y="563"/>
                    <a:pt x="139" y="565"/>
                    <a:pt x="138" y="564"/>
                  </a:cubicBezTo>
                  <a:cubicBezTo>
                    <a:pt x="139" y="562"/>
                    <a:pt x="140" y="563"/>
                    <a:pt x="141" y="562"/>
                  </a:cubicBezTo>
                  <a:cubicBezTo>
                    <a:pt x="139" y="565"/>
                    <a:pt x="142" y="563"/>
                    <a:pt x="142" y="564"/>
                  </a:cubicBezTo>
                  <a:cubicBezTo>
                    <a:pt x="142" y="565"/>
                    <a:pt x="142" y="565"/>
                    <a:pt x="142" y="566"/>
                  </a:cubicBezTo>
                  <a:cubicBezTo>
                    <a:pt x="143" y="564"/>
                    <a:pt x="143" y="564"/>
                    <a:pt x="143" y="564"/>
                  </a:cubicBezTo>
                  <a:cubicBezTo>
                    <a:pt x="142" y="568"/>
                    <a:pt x="145" y="564"/>
                    <a:pt x="145" y="566"/>
                  </a:cubicBezTo>
                  <a:cubicBezTo>
                    <a:pt x="144" y="566"/>
                    <a:pt x="144" y="568"/>
                    <a:pt x="144" y="569"/>
                  </a:cubicBezTo>
                  <a:cubicBezTo>
                    <a:pt x="144" y="566"/>
                    <a:pt x="146" y="566"/>
                    <a:pt x="147" y="564"/>
                  </a:cubicBezTo>
                  <a:cubicBezTo>
                    <a:pt x="148" y="565"/>
                    <a:pt x="145" y="567"/>
                    <a:pt x="145" y="569"/>
                  </a:cubicBezTo>
                  <a:cubicBezTo>
                    <a:pt x="146" y="567"/>
                    <a:pt x="146" y="571"/>
                    <a:pt x="147" y="568"/>
                  </a:cubicBezTo>
                  <a:cubicBezTo>
                    <a:pt x="147" y="567"/>
                    <a:pt x="148" y="567"/>
                    <a:pt x="149" y="566"/>
                  </a:cubicBezTo>
                  <a:cubicBezTo>
                    <a:pt x="150" y="566"/>
                    <a:pt x="148" y="567"/>
                    <a:pt x="148" y="568"/>
                  </a:cubicBezTo>
                  <a:cubicBezTo>
                    <a:pt x="149" y="568"/>
                    <a:pt x="150" y="566"/>
                    <a:pt x="150" y="565"/>
                  </a:cubicBezTo>
                  <a:cubicBezTo>
                    <a:pt x="150" y="566"/>
                    <a:pt x="152" y="564"/>
                    <a:pt x="152" y="565"/>
                  </a:cubicBezTo>
                  <a:cubicBezTo>
                    <a:pt x="152" y="567"/>
                    <a:pt x="150" y="566"/>
                    <a:pt x="150" y="567"/>
                  </a:cubicBezTo>
                  <a:cubicBezTo>
                    <a:pt x="152" y="568"/>
                    <a:pt x="152" y="563"/>
                    <a:pt x="154" y="563"/>
                  </a:cubicBezTo>
                  <a:cubicBezTo>
                    <a:pt x="153" y="562"/>
                    <a:pt x="155" y="559"/>
                    <a:pt x="155" y="558"/>
                  </a:cubicBezTo>
                  <a:cubicBezTo>
                    <a:pt x="157" y="560"/>
                    <a:pt x="155" y="559"/>
                    <a:pt x="155" y="561"/>
                  </a:cubicBezTo>
                  <a:cubicBezTo>
                    <a:pt x="155" y="561"/>
                    <a:pt x="155" y="561"/>
                    <a:pt x="155" y="561"/>
                  </a:cubicBezTo>
                  <a:cubicBezTo>
                    <a:pt x="155" y="564"/>
                    <a:pt x="152" y="566"/>
                    <a:pt x="153" y="568"/>
                  </a:cubicBezTo>
                  <a:cubicBezTo>
                    <a:pt x="154" y="567"/>
                    <a:pt x="154" y="567"/>
                    <a:pt x="154" y="567"/>
                  </a:cubicBezTo>
                  <a:cubicBezTo>
                    <a:pt x="153" y="568"/>
                    <a:pt x="153" y="569"/>
                    <a:pt x="153" y="570"/>
                  </a:cubicBezTo>
                  <a:cubicBezTo>
                    <a:pt x="153" y="568"/>
                    <a:pt x="154" y="570"/>
                    <a:pt x="155" y="570"/>
                  </a:cubicBezTo>
                  <a:cubicBezTo>
                    <a:pt x="155" y="568"/>
                    <a:pt x="154" y="570"/>
                    <a:pt x="154" y="569"/>
                  </a:cubicBezTo>
                  <a:cubicBezTo>
                    <a:pt x="155" y="568"/>
                    <a:pt x="156" y="566"/>
                    <a:pt x="157" y="567"/>
                  </a:cubicBezTo>
                  <a:cubicBezTo>
                    <a:pt x="156" y="568"/>
                    <a:pt x="157" y="569"/>
                    <a:pt x="156" y="570"/>
                  </a:cubicBezTo>
                  <a:cubicBezTo>
                    <a:pt x="157" y="571"/>
                    <a:pt x="157" y="568"/>
                    <a:pt x="157" y="569"/>
                  </a:cubicBezTo>
                  <a:cubicBezTo>
                    <a:pt x="157" y="570"/>
                    <a:pt x="157" y="570"/>
                    <a:pt x="157" y="570"/>
                  </a:cubicBezTo>
                  <a:cubicBezTo>
                    <a:pt x="160" y="571"/>
                    <a:pt x="164" y="571"/>
                    <a:pt x="166" y="567"/>
                  </a:cubicBezTo>
                  <a:cubicBezTo>
                    <a:pt x="166" y="569"/>
                    <a:pt x="167" y="569"/>
                    <a:pt x="169" y="570"/>
                  </a:cubicBezTo>
                  <a:cubicBezTo>
                    <a:pt x="168" y="570"/>
                    <a:pt x="169" y="569"/>
                    <a:pt x="169" y="568"/>
                  </a:cubicBezTo>
                  <a:cubicBezTo>
                    <a:pt x="170" y="570"/>
                    <a:pt x="170" y="570"/>
                    <a:pt x="170" y="570"/>
                  </a:cubicBezTo>
                  <a:cubicBezTo>
                    <a:pt x="170" y="572"/>
                    <a:pt x="172" y="570"/>
                    <a:pt x="172" y="569"/>
                  </a:cubicBezTo>
                  <a:cubicBezTo>
                    <a:pt x="172" y="570"/>
                    <a:pt x="172" y="570"/>
                    <a:pt x="172" y="570"/>
                  </a:cubicBezTo>
                  <a:cubicBezTo>
                    <a:pt x="173" y="571"/>
                    <a:pt x="173" y="569"/>
                    <a:pt x="173" y="568"/>
                  </a:cubicBezTo>
                  <a:cubicBezTo>
                    <a:pt x="174" y="570"/>
                    <a:pt x="174" y="570"/>
                    <a:pt x="174" y="570"/>
                  </a:cubicBezTo>
                  <a:cubicBezTo>
                    <a:pt x="174" y="569"/>
                    <a:pt x="174" y="569"/>
                    <a:pt x="174" y="569"/>
                  </a:cubicBezTo>
                  <a:cubicBezTo>
                    <a:pt x="174" y="568"/>
                    <a:pt x="175" y="568"/>
                    <a:pt x="175" y="570"/>
                  </a:cubicBezTo>
                  <a:cubicBezTo>
                    <a:pt x="175" y="570"/>
                    <a:pt x="176" y="569"/>
                    <a:pt x="175" y="569"/>
                  </a:cubicBezTo>
                  <a:cubicBezTo>
                    <a:pt x="176" y="570"/>
                    <a:pt x="178" y="570"/>
                    <a:pt x="179" y="569"/>
                  </a:cubicBezTo>
                  <a:cubicBezTo>
                    <a:pt x="178" y="569"/>
                    <a:pt x="178" y="568"/>
                    <a:pt x="178" y="567"/>
                  </a:cubicBezTo>
                  <a:cubicBezTo>
                    <a:pt x="178" y="564"/>
                    <a:pt x="179" y="567"/>
                    <a:pt x="179" y="566"/>
                  </a:cubicBezTo>
                  <a:cubicBezTo>
                    <a:pt x="179" y="567"/>
                    <a:pt x="180" y="567"/>
                    <a:pt x="179" y="568"/>
                  </a:cubicBezTo>
                  <a:cubicBezTo>
                    <a:pt x="181" y="571"/>
                    <a:pt x="183" y="569"/>
                    <a:pt x="184" y="569"/>
                  </a:cubicBezTo>
                  <a:cubicBezTo>
                    <a:pt x="185" y="568"/>
                    <a:pt x="185" y="568"/>
                    <a:pt x="185" y="568"/>
                  </a:cubicBezTo>
                  <a:cubicBezTo>
                    <a:pt x="186" y="570"/>
                    <a:pt x="188" y="568"/>
                    <a:pt x="189" y="569"/>
                  </a:cubicBezTo>
                  <a:cubicBezTo>
                    <a:pt x="189" y="568"/>
                    <a:pt x="189" y="565"/>
                    <a:pt x="190" y="565"/>
                  </a:cubicBezTo>
                  <a:cubicBezTo>
                    <a:pt x="190" y="563"/>
                    <a:pt x="190" y="567"/>
                    <a:pt x="191" y="569"/>
                  </a:cubicBezTo>
                  <a:cubicBezTo>
                    <a:pt x="191" y="568"/>
                    <a:pt x="192" y="567"/>
                    <a:pt x="192" y="567"/>
                  </a:cubicBezTo>
                  <a:cubicBezTo>
                    <a:pt x="192" y="568"/>
                    <a:pt x="192" y="568"/>
                    <a:pt x="192" y="568"/>
                  </a:cubicBezTo>
                  <a:cubicBezTo>
                    <a:pt x="192" y="567"/>
                    <a:pt x="193" y="566"/>
                    <a:pt x="194" y="567"/>
                  </a:cubicBezTo>
                  <a:cubicBezTo>
                    <a:pt x="194" y="567"/>
                    <a:pt x="194" y="567"/>
                    <a:pt x="194" y="567"/>
                  </a:cubicBezTo>
                  <a:cubicBezTo>
                    <a:pt x="194" y="567"/>
                    <a:pt x="195" y="569"/>
                    <a:pt x="195" y="568"/>
                  </a:cubicBezTo>
                  <a:cubicBezTo>
                    <a:pt x="195" y="567"/>
                    <a:pt x="196" y="568"/>
                    <a:pt x="196" y="566"/>
                  </a:cubicBezTo>
                  <a:cubicBezTo>
                    <a:pt x="197" y="567"/>
                    <a:pt x="197" y="567"/>
                    <a:pt x="197" y="567"/>
                  </a:cubicBezTo>
                  <a:cubicBezTo>
                    <a:pt x="197" y="565"/>
                    <a:pt x="197" y="565"/>
                    <a:pt x="197" y="565"/>
                  </a:cubicBezTo>
                  <a:cubicBezTo>
                    <a:pt x="197" y="566"/>
                    <a:pt x="197" y="566"/>
                    <a:pt x="197" y="566"/>
                  </a:cubicBezTo>
                  <a:cubicBezTo>
                    <a:pt x="197" y="568"/>
                    <a:pt x="197" y="568"/>
                    <a:pt x="197" y="568"/>
                  </a:cubicBezTo>
                  <a:cubicBezTo>
                    <a:pt x="198" y="569"/>
                    <a:pt x="197" y="566"/>
                    <a:pt x="198" y="565"/>
                  </a:cubicBezTo>
                  <a:cubicBezTo>
                    <a:pt x="198" y="564"/>
                    <a:pt x="198" y="566"/>
                    <a:pt x="199" y="566"/>
                  </a:cubicBezTo>
                  <a:cubicBezTo>
                    <a:pt x="198" y="567"/>
                    <a:pt x="198" y="566"/>
                    <a:pt x="198" y="566"/>
                  </a:cubicBezTo>
                  <a:cubicBezTo>
                    <a:pt x="198" y="568"/>
                    <a:pt x="198" y="567"/>
                    <a:pt x="199" y="568"/>
                  </a:cubicBezTo>
                  <a:cubicBezTo>
                    <a:pt x="199" y="568"/>
                    <a:pt x="199" y="566"/>
                    <a:pt x="199" y="566"/>
                  </a:cubicBezTo>
                  <a:cubicBezTo>
                    <a:pt x="200" y="566"/>
                    <a:pt x="201" y="566"/>
                    <a:pt x="200" y="568"/>
                  </a:cubicBezTo>
                  <a:cubicBezTo>
                    <a:pt x="201" y="567"/>
                    <a:pt x="201" y="567"/>
                    <a:pt x="201" y="566"/>
                  </a:cubicBezTo>
                  <a:cubicBezTo>
                    <a:pt x="201" y="566"/>
                    <a:pt x="200" y="565"/>
                    <a:pt x="200" y="564"/>
                  </a:cubicBezTo>
                  <a:cubicBezTo>
                    <a:pt x="201" y="564"/>
                    <a:pt x="201" y="564"/>
                    <a:pt x="201" y="564"/>
                  </a:cubicBezTo>
                  <a:cubicBezTo>
                    <a:pt x="201" y="565"/>
                    <a:pt x="201" y="565"/>
                    <a:pt x="201" y="565"/>
                  </a:cubicBezTo>
                  <a:cubicBezTo>
                    <a:pt x="201" y="564"/>
                    <a:pt x="202" y="565"/>
                    <a:pt x="202" y="563"/>
                  </a:cubicBezTo>
                  <a:cubicBezTo>
                    <a:pt x="202" y="565"/>
                    <a:pt x="202" y="565"/>
                    <a:pt x="202" y="565"/>
                  </a:cubicBezTo>
                  <a:cubicBezTo>
                    <a:pt x="203" y="564"/>
                    <a:pt x="203" y="564"/>
                    <a:pt x="204" y="564"/>
                  </a:cubicBezTo>
                  <a:cubicBezTo>
                    <a:pt x="204" y="566"/>
                    <a:pt x="204" y="568"/>
                    <a:pt x="205" y="568"/>
                  </a:cubicBezTo>
                  <a:cubicBezTo>
                    <a:pt x="205" y="566"/>
                    <a:pt x="205" y="566"/>
                    <a:pt x="205" y="566"/>
                  </a:cubicBezTo>
                  <a:cubicBezTo>
                    <a:pt x="206" y="566"/>
                    <a:pt x="206" y="566"/>
                    <a:pt x="206" y="567"/>
                  </a:cubicBezTo>
                  <a:cubicBezTo>
                    <a:pt x="207" y="568"/>
                    <a:pt x="207" y="562"/>
                    <a:pt x="209" y="564"/>
                  </a:cubicBezTo>
                  <a:cubicBezTo>
                    <a:pt x="208" y="566"/>
                    <a:pt x="209" y="566"/>
                    <a:pt x="209" y="567"/>
                  </a:cubicBezTo>
                  <a:cubicBezTo>
                    <a:pt x="209" y="566"/>
                    <a:pt x="209" y="566"/>
                    <a:pt x="209" y="566"/>
                  </a:cubicBezTo>
                  <a:cubicBezTo>
                    <a:pt x="209" y="565"/>
                    <a:pt x="209" y="567"/>
                    <a:pt x="209" y="566"/>
                  </a:cubicBezTo>
                  <a:cubicBezTo>
                    <a:pt x="208" y="564"/>
                    <a:pt x="209" y="565"/>
                    <a:pt x="209" y="564"/>
                  </a:cubicBezTo>
                  <a:cubicBezTo>
                    <a:pt x="211" y="569"/>
                    <a:pt x="213" y="565"/>
                    <a:pt x="215" y="567"/>
                  </a:cubicBezTo>
                  <a:cubicBezTo>
                    <a:pt x="215" y="565"/>
                    <a:pt x="216" y="567"/>
                    <a:pt x="216" y="566"/>
                  </a:cubicBezTo>
                  <a:cubicBezTo>
                    <a:pt x="216" y="568"/>
                    <a:pt x="217" y="565"/>
                    <a:pt x="217" y="567"/>
                  </a:cubicBezTo>
                  <a:cubicBezTo>
                    <a:pt x="217" y="564"/>
                    <a:pt x="217" y="564"/>
                    <a:pt x="217" y="564"/>
                  </a:cubicBezTo>
                  <a:cubicBezTo>
                    <a:pt x="218" y="566"/>
                    <a:pt x="218" y="560"/>
                    <a:pt x="219" y="563"/>
                  </a:cubicBezTo>
                  <a:cubicBezTo>
                    <a:pt x="220" y="564"/>
                    <a:pt x="219" y="565"/>
                    <a:pt x="219" y="565"/>
                  </a:cubicBezTo>
                  <a:cubicBezTo>
                    <a:pt x="220" y="568"/>
                    <a:pt x="221" y="563"/>
                    <a:pt x="222" y="566"/>
                  </a:cubicBezTo>
                  <a:cubicBezTo>
                    <a:pt x="222" y="565"/>
                    <a:pt x="221" y="563"/>
                    <a:pt x="222" y="562"/>
                  </a:cubicBezTo>
                  <a:cubicBezTo>
                    <a:pt x="223" y="563"/>
                    <a:pt x="224" y="565"/>
                    <a:pt x="224" y="565"/>
                  </a:cubicBezTo>
                  <a:cubicBezTo>
                    <a:pt x="224" y="565"/>
                    <a:pt x="224" y="564"/>
                    <a:pt x="225" y="565"/>
                  </a:cubicBezTo>
                  <a:cubicBezTo>
                    <a:pt x="225" y="565"/>
                    <a:pt x="225" y="565"/>
                    <a:pt x="225" y="566"/>
                  </a:cubicBezTo>
                  <a:cubicBezTo>
                    <a:pt x="226" y="566"/>
                    <a:pt x="226" y="565"/>
                    <a:pt x="227" y="564"/>
                  </a:cubicBezTo>
                  <a:cubicBezTo>
                    <a:pt x="227" y="566"/>
                    <a:pt x="229" y="565"/>
                    <a:pt x="230" y="566"/>
                  </a:cubicBezTo>
                  <a:cubicBezTo>
                    <a:pt x="230" y="563"/>
                    <a:pt x="231" y="567"/>
                    <a:pt x="231" y="564"/>
                  </a:cubicBezTo>
                  <a:cubicBezTo>
                    <a:pt x="231" y="564"/>
                    <a:pt x="231" y="564"/>
                    <a:pt x="231" y="564"/>
                  </a:cubicBezTo>
                  <a:cubicBezTo>
                    <a:pt x="232" y="564"/>
                    <a:pt x="232" y="562"/>
                    <a:pt x="232" y="561"/>
                  </a:cubicBezTo>
                  <a:cubicBezTo>
                    <a:pt x="232" y="563"/>
                    <a:pt x="232" y="563"/>
                    <a:pt x="232" y="563"/>
                  </a:cubicBezTo>
                  <a:cubicBezTo>
                    <a:pt x="232" y="566"/>
                    <a:pt x="234" y="564"/>
                    <a:pt x="234" y="565"/>
                  </a:cubicBezTo>
                  <a:cubicBezTo>
                    <a:pt x="233" y="563"/>
                    <a:pt x="234" y="565"/>
                    <a:pt x="234" y="563"/>
                  </a:cubicBezTo>
                  <a:cubicBezTo>
                    <a:pt x="235" y="563"/>
                    <a:pt x="235" y="563"/>
                    <a:pt x="235" y="563"/>
                  </a:cubicBezTo>
                  <a:cubicBezTo>
                    <a:pt x="235" y="562"/>
                    <a:pt x="235" y="562"/>
                    <a:pt x="236" y="561"/>
                  </a:cubicBezTo>
                  <a:cubicBezTo>
                    <a:pt x="236" y="561"/>
                    <a:pt x="236" y="564"/>
                    <a:pt x="236" y="563"/>
                  </a:cubicBezTo>
                  <a:cubicBezTo>
                    <a:pt x="237" y="564"/>
                    <a:pt x="237" y="564"/>
                    <a:pt x="237" y="563"/>
                  </a:cubicBezTo>
                  <a:cubicBezTo>
                    <a:pt x="237" y="563"/>
                    <a:pt x="237" y="563"/>
                    <a:pt x="237" y="563"/>
                  </a:cubicBezTo>
                  <a:cubicBezTo>
                    <a:pt x="237" y="563"/>
                    <a:pt x="237" y="563"/>
                    <a:pt x="238" y="563"/>
                  </a:cubicBezTo>
                  <a:cubicBezTo>
                    <a:pt x="238" y="563"/>
                    <a:pt x="238" y="563"/>
                    <a:pt x="238" y="563"/>
                  </a:cubicBezTo>
                  <a:cubicBezTo>
                    <a:pt x="238" y="563"/>
                    <a:pt x="238" y="563"/>
                    <a:pt x="238" y="563"/>
                  </a:cubicBezTo>
                  <a:cubicBezTo>
                    <a:pt x="238" y="563"/>
                    <a:pt x="238" y="563"/>
                    <a:pt x="238" y="563"/>
                  </a:cubicBezTo>
                  <a:cubicBezTo>
                    <a:pt x="238" y="563"/>
                    <a:pt x="238" y="563"/>
                    <a:pt x="238" y="563"/>
                  </a:cubicBezTo>
                  <a:cubicBezTo>
                    <a:pt x="238" y="564"/>
                    <a:pt x="238" y="563"/>
                    <a:pt x="238" y="563"/>
                  </a:cubicBezTo>
                  <a:cubicBezTo>
                    <a:pt x="238" y="563"/>
                    <a:pt x="239" y="563"/>
                    <a:pt x="239" y="564"/>
                  </a:cubicBezTo>
                  <a:cubicBezTo>
                    <a:pt x="239" y="565"/>
                    <a:pt x="239" y="565"/>
                    <a:pt x="239" y="565"/>
                  </a:cubicBezTo>
                  <a:cubicBezTo>
                    <a:pt x="239" y="565"/>
                    <a:pt x="240" y="563"/>
                    <a:pt x="240" y="563"/>
                  </a:cubicBezTo>
                  <a:cubicBezTo>
                    <a:pt x="242" y="564"/>
                    <a:pt x="244" y="562"/>
                    <a:pt x="245" y="561"/>
                  </a:cubicBezTo>
                  <a:cubicBezTo>
                    <a:pt x="244" y="561"/>
                    <a:pt x="244" y="562"/>
                    <a:pt x="244" y="562"/>
                  </a:cubicBezTo>
                  <a:cubicBezTo>
                    <a:pt x="245" y="561"/>
                    <a:pt x="245" y="560"/>
                    <a:pt x="245" y="561"/>
                  </a:cubicBezTo>
                  <a:cubicBezTo>
                    <a:pt x="246" y="560"/>
                    <a:pt x="246" y="562"/>
                    <a:pt x="247" y="562"/>
                  </a:cubicBezTo>
                  <a:cubicBezTo>
                    <a:pt x="247" y="562"/>
                    <a:pt x="247" y="560"/>
                    <a:pt x="247" y="561"/>
                  </a:cubicBezTo>
                  <a:cubicBezTo>
                    <a:pt x="248" y="563"/>
                    <a:pt x="249" y="559"/>
                    <a:pt x="251" y="560"/>
                  </a:cubicBezTo>
                  <a:cubicBezTo>
                    <a:pt x="251" y="560"/>
                    <a:pt x="251" y="561"/>
                    <a:pt x="251" y="561"/>
                  </a:cubicBezTo>
                  <a:cubicBezTo>
                    <a:pt x="252" y="560"/>
                    <a:pt x="253" y="560"/>
                    <a:pt x="253" y="558"/>
                  </a:cubicBezTo>
                  <a:cubicBezTo>
                    <a:pt x="253" y="559"/>
                    <a:pt x="253" y="559"/>
                    <a:pt x="253" y="559"/>
                  </a:cubicBezTo>
                  <a:cubicBezTo>
                    <a:pt x="254" y="559"/>
                    <a:pt x="255" y="559"/>
                    <a:pt x="255" y="557"/>
                  </a:cubicBezTo>
                  <a:cubicBezTo>
                    <a:pt x="254" y="557"/>
                    <a:pt x="255" y="558"/>
                    <a:pt x="255" y="558"/>
                  </a:cubicBezTo>
                  <a:cubicBezTo>
                    <a:pt x="254" y="557"/>
                    <a:pt x="255" y="555"/>
                    <a:pt x="255" y="555"/>
                  </a:cubicBezTo>
                  <a:cubicBezTo>
                    <a:pt x="255" y="556"/>
                    <a:pt x="255" y="556"/>
                    <a:pt x="255" y="556"/>
                  </a:cubicBezTo>
                  <a:cubicBezTo>
                    <a:pt x="256" y="555"/>
                    <a:pt x="256" y="555"/>
                    <a:pt x="257" y="554"/>
                  </a:cubicBezTo>
                  <a:cubicBezTo>
                    <a:pt x="257" y="555"/>
                    <a:pt x="256" y="555"/>
                    <a:pt x="257" y="556"/>
                  </a:cubicBezTo>
                  <a:cubicBezTo>
                    <a:pt x="257" y="558"/>
                    <a:pt x="259" y="557"/>
                    <a:pt x="259" y="557"/>
                  </a:cubicBezTo>
                  <a:cubicBezTo>
                    <a:pt x="259" y="555"/>
                    <a:pt x="259" y="555"/>
                    <a:pt x="259" y="555"/>
                  </a:cubicBezTo>
                  <a:cubicBezTo>
                    <a:pt x="260" y="555"/>
                    <a:pt x="260" y="557"/>
                    <a:pt x="260" y="557"/>
                  </a:cubicBezTo>
                  <a:cubicBezTo>
                    <a:pt x="261" y="551"/>
                    <a:pt x="261" y="551"/>
                    <a:pt x="261" y="551"/>
                  </a:cubicBezTo>
                  <a:cubicBezTo>
                    <a:pt x="260" y="552"/>
                    <a:pt x="262" y="553"/>
                    <a:pt x="261" y="555"/>
                  </a:cubicBezTo>
                  <a:cubicBezTo>
                    <a:pt x="263" y="554"/>
                    <a:pt x="263" y="551"/>
                    <a:pt x="263" y="549"/>
                  </a:cubicBezTo>
                  <a:cubicBezTo>
                    <a:pt x="263" y="550"/>
                    <a:pt x="264" y="548"/>
                    <a:pt x="265" y="548"/>
                  </a:cubicBezTo>
                  <a:cubicBezTo>
                    <a:pt x="265" y="549"/>
                    <a:pt x="264" y="548"/>
                    <a:pt x="264" y="549"/>
                  </a:cubicBezTo>
                  <a:cubicBezTo>
                    <a:pt x="266" y="550"/>
                    <a:pt x="266" y="550"/>
                    <a:pt x="266" y="550"/>
                  </a:cubicBezTo>
                  <a:cubicBezTo>
                    <a:pt x="265" y="551"/>
                    <a:pt x="266" y="553"/>
                    <a:pt x="266" y="554"/>
                  </a:cubicBezTo>
                  <a:cubicBezTo>
                    <a:pt x="266" y="553"/>
                    <a:pt x="268" y="553"/>
                    <a:pt x="269" y="553"/>
                  </a:cubicBezTo>
                  <a:cubicBezTo>
                    <a:pt x="268" y="551"/>
                    <a:pt x="270" y="552"/>
                    <a:pt x="270" y="549"/>
                  </a:cubicBezTo>
                  <a:cubicBezTo>
                    <a:pt x="271" y="549"/>
                    <a:pt x="271" y="551"/>
                    <a:pt x="271" y="552"/>
                  </a:cubicBezTo>
                  <a:cubicBezTo>
                    <a:pt x="272" y="550"/>
                    <a:pt x="274" y="550"/>
                    <a:pt x="275" y="550"/>
                  </a:cubicBezTo>
                  <a:cubicBezTo>
                    <a:pt x="275" y="550"/>
                    <a:pt x="275" y="550"/>
                    <a:pt x="275" y="550"/>
                  </a:cubicBezTo>
                  <a:cubicBezTo>
                    <a:pt x="275" y="549"/>
                    <a:pt x="277" y="549"/>
                    <a:pt x="277" y="547"/>
                  </a:cubicBezTo>
                  <a:cubicBezTo>
                    <a:pt x="278" y="548"/>
                    <a:pt x="278" y="548"/>
                    <a:pt x="278" y="548"/>
                  </a:cubicBezTo>
                  <a:cubicBezTo>
                    <a:pt x="279" y="549"/>
                    <a:pt x="277" y="545"/>
                    <a:pt x="278" y="546"/>
                  </a:cubicBezTo>
                  <a:cubicBezTo>
                    <a:pt x="279" y="547"/>
                    <a:pt x="279" y="547"/>
                    <a:pt x="279" y="547"/>
                  </a:cubicBezTo>
                  <a:cubicBezTo>
                    <a:pt x="279" y="546"/>
                    <a:pt x="281" y="548"/>
                    <a:pt x="281" y="546"/>
                  </a:cubicBezTo>
                  <a:cubicBezTo>
                    <a:pt x="281" y="547"/>
                    <a:pt x="281" y="547"/>
                    <a:pt x="281" y="547"/>
                  </a:cubicBezTo>
                  <a:cubicBezTo>
                    <a:pt x="281" y="546"/>
                    <a:pt x="282" y="546"/>
                    <a:pt x="282" y="544"/>
                  </a:cubicBezTo>
                  <a:cubicBezTo>
                    <a:pt x="283" y="546"/>
                    <a:pt x="283" y="546"/>
                    <a:pt x="283" y="546"/>
                  </a:cubicBezTo>
                  <a:cubicBezTo>
                    <a:pt x="284" y="547"/>
                    <a:pt x="283" y="544"/>
                    <a:pt x="284" y="544"/>
                  </a:cubicBezTo>
                  <a:cubicBezTo>
                    <a:pt x="284" y="544"/>
                    <a:pt x="285" y="545"/>
                    <a:pt x="285" y="545"/>
                  </a:cubicBezTo>
                  <a:cubicBezTo>
                    <a:pt x="285" y="544"/>
                    <a:pt x="286" y="544"/>
                    <a:pt x="286" y="543"/>
                  </a:cubicBezTo>
                  <a:cubicBezTo>
                    <a:pt x="288" y="545"/>
                    <a:pt x="288" y="545"/>
                    <a:pt x="288" y="545"/>
                  </a:cubicBezTo>
                  <a:cubicBezTo>
                    <a:pt x="291" y="543"/>
                    <a:pt x="295" y="541"/>
                    <a:pt x="298" y="537"/>
                  </a:cubicBezTo>
                  <a:cubicBezTo>
                    <a:pt x="300" y="539"/>
                    <a:pt x="298" y="539"/>
                    <a:pt x="299" y="540"/>
                  </a:cubicBezTo>
                  <a:cubicBezTo>
                    <a:pt x="298" y="538"/>
                    <a:pt x="299" y="539"/>
                    <a:pt x="300" y="538"/>
                  </a:cubicBezTo>
                  <a:cubicBezTo>
                    <a:pt x="300" y="538"/>
                    <a:pt x="300" y="538"/>
                    <a:pt x="300" y="538"/>
                  </a:cubicBezTo>
                  <a:cubicBezTo>
                    <a:pt x="300" y="538"/>
                    <a:pt x="301" y="539"/>
                    <a:pt x="302" y="538"/>
                  </a:cubicBezTo>
                  <a:cubicBezTo>
                    <a:pt x="301" y="537"/>
                    <a:pt x="301" y="537"/>
                    <a:pt x="301" y="537"/>
                  </a:cubicBezTo>
                  <a:cubicBezTo>
                    <a:pt x="301" y="536"/>
                    <a:pt x="304" y="539"/>
                    <a:pt x="303" y="536"/>
                  </a:cubicBezTo>
                  <a:cubicBezTo>
                    <a:pt x="304" y="537"/>
                    <a:pt x="304" y="537"/>
                    <a:pt x="304" y="537"/>
                  </a:cubicBezTo>
                  <a:cubicBezTo>
                    <a:pt x="303" y="535"/>
                    <a:pt x="305" y="538"/>
                    <a:pt x="305" y="535"/>
                  </a:cubicBezTo>
                  <a:cubicBezTo>
                    <a:pt x="305" y="536"/>
                    <a:pt x="305" y="536"/>
                    <a:pt x="305" y="536"/>
                  </a:cubicBezTo>
                  <a:cubicBezTo>
                    <a:pt x="306" y="536"/>
                    <a:pt x="305" y="532"/>
                    <a:pt x="306" y="534"/>
                  </a:cubicBezTo>
                  <a:cubicBezTo>
                    <a:pt x="307" y="533"/>
                    <a:pt x="307" y="532"/>
                    <a:pt x="306" y="530"/>
                  </a:cubicBezTo>
                  <a:cubicBezTo>
                    <a:pt x="308" y="533"/>
                    <a:pt x="308" y="533"/>
                    <a:pt x="308" y="533"/>
                  </a:cubicBezTo>
                  <a:cubicBezTo>
                    <a:pt x="310" y="530"/>
                    <a:pt x="313" y="528"/>
                    <a:pt x="314" y="524"/>
                  </a:cubicBezTo>
                  <a:cubicBezTo>
                    <a:pt x="314" y="525"/>
                    <a:pt x="314" y="525"/>
                    <a:pt x="314" y="525"/>
                  </a:cubicBezTo>
                  <a:cubicBezTo>
                    <a:pt x="314" y="522"/>
                    <a:pt x="319" y="525"/>
                    <a:pt x="317" y="521"/>
                  </a:cubicBezTo>
                  <a:cubicBezTo>
                    <a:pt x="316" y="519"/>
                    <a:pt x="316" y="519"/>
                    <a:pt x="316" y="519"/>
                  </a:cubicBezTo>
                  <a:cubicBezTo>
                    <a:pt x="318" y="520"/>
                    <a:pt x="318" y="520"/>
                    <a:pt x="318" y="520"/>
                  </a:cubicBezTo>
                  <a:cubicBezTo>
                    <a:pt x="317" y="519"/>
                    <a:pt x="319" y="519"/>
                    <a:pt x="318" y="518"/>
                  </a:cubicBezTo>
                  <a:cubicBezTo>
                    <a:pt x="318" y="518"/>
                    <a:pt x="318" y="519"/>
                    <a:pt x="319" y="519"/>
                  </a:cubicBezTo>
                  <a:cubicBezTo>
                    <a:pt x="320" y="519"/>
                    <a:pt x="318" y="516"/>
                    <a:pt x="319" y="516"/>
                  </a:cubicBezTo>
                  <a:cubicBezTo>
                    <a:pt x="320" y="517"/>
                    <a:pt x="320" y="517"/>
                    <a:pt x="320" y="517"/>
                  </a:cubicBezTo>
                  <a:cubicBezTo>
                    <a:pt x="324" y="517"/>
                    <a:pt x="329" y="511"/>
                    <a:pt x="325" y="508"/>
                  </a:cubicBezTo>
                  <a:cubicBezTo>
                    <a:pt x="324" y="507"/>
                    <a:pt x="327" y="507"/>
                    <a:pt x="327" y="507"/>
                  </a:cubicBezTo>
                  <a:cubicBezTo>
                    <a:pt x="323" y="505"/>
                    <a:pt x="324" y="499"/>
                    <a:pt x="317" y="501"/>
                  </a:cubicBezTo>
                  <a:cubicBezTo>
                    <a:pt x="315" y="501"/>
                    <a:pt x="312" y="506"/>
                    <a:pt x="312" y="506"/>
                  </a:cubicBezTo>
                  <a:cubicBezTo>
                    <a:pt x="318" y="506"/>
                    <a:pt x="315" y="512"/>
                    <a:pt x="315" y="509"/>
                  </a:cubicBezTo>
                  <a:cubicBezTo>
                    <a:pt x="313" y="508"/>
                    <a:pt x="315" y="509"/>
                    <a:pt x="313" y="509"/>
                  </a:cubicBezTo>
                  <a:cubicBezTo>
                    <a:pt x="312" y="512"/>
                    <a:pt x="303" y="513"/>
                    <a:pt x="299" y="519"/>
                  </a:cubicBezTo>
                  <a:cubicBezTo>
                    <a:pt x="300" y="519"/>
                    <a:pt x="300" y="520"/>
                    <a:pt x="300" y="521"/>
                  </a:cubicBezTo>
                  <a:cubicBezTo>
                    <a:pt x="299" y="520"/>
                    <a:pt x="299" y="520"/>
                    <a:pt x="299" y="520"/>
                  </a:cubicBezTo>
                  <a:cubicBezTo>
                    <a:pt x="300" y="522"/>
                    <a:pt x="300" y="522"/>
                    <a:pt x="300" y="522"/>
                  </a:cubicBezTo>
                  <a:cubicBezTo>
                    <a:pt x="299" y="522"/>
                    <a:pt x="298" y="521"/>
                    <a:pt x="299" y="520"/>
                  </a:cubicBezTo>
                  <a:cubicBezTo>
                    <a:pt x="296" y="522"/>
                    <a:pt x="294" y="524"/>
                    <a:pt x="292" y="525"/>
                  </a:cubicBezTo>
                  <a:cubicBezTo>
                    <a:pt x="293" y="527"/>
                    <a:pt x="291" y="526"/>
                    <a:pt x="292" y="528"/>
                  </a:cubicBezTo>
                  <a:cubicBezTo>
                    <a:pt x="291" y="527"/>
                    <a:pt x="291" y="527"/>
                    <a:pt x="291" y="527"/>
                  </a:cubicBezTo>
                  <a:cubicBezTo>
                    <a:pt x="290" y="529"/>
                    <a:pt x="290" y="529"/>
                    <a:pt x="287" y="527"/>
                  </a:cubicBezTo>
                  <a:cubicBezTo>
                    <a:pt x="280" y="529"/>
                    <a:pt x="275" y="533"/>
                    <a:pt x="268" y="535"/>
                  </a:cubicBezTo>
                  <a:cubicBezTo>
                    <a:pt x="263" y="536"/>
                    <a:pt x="259" y="538"/>
                    <a:pt x="255" y="540"/>
                  </a:cubicBezTo>
                  <a:cubicBezTo>
                    <a:pt x="255" y="537"/>
                    <a:pt x="256" y="534"/>
                    <a:pt x="257" y="531"/>
                  </a:cubicBezTo>
                  <a:cubicBezTo>
                    <a:pt x="257" y="529"/>
                    <a:pt x="255" y="527"/>
                    <a:pt x="256" y="525"/>
                  </a:cubicBezTo>
                  <a:cubicBezTo>
                    <a:pt x="255" y="519"/>
                    <a:pt x="260" y="512"/>
                    <a:pt x="257" y="505"/>
                  </a:cubicBezTo>
                  <a:cubicBezTo>
                    <a:pt x="257" y="505"/>
                    <a:pt x="256" y="505"/>
                    <a:pt x="255" y="504"/>
                  </a:cubicBezTo>
                  <a:cubicBezTo>
                    <a:pt x="256" y="504"/>
                    <a:pt x="256" y="504"/>
                    <a:pt x="256" y="504"/>
                  </a:cubicBezTo>
                  <a:cubicBezTo>
                    <a:pt x="254" y="504"/>
                    <a:pt x="254" y="504"/>
                    <a:pt x="254" y="504"/>
                  </a:cubicBezTo>
                  <a:cubicBezTo>
                    <a:pt x="254" y="503"/>
                    <a:pt x="256" y="504"/>
                    <a:pt x="256" y="504"/>
                  </a:cubicBezTo>
                  <a:cubicBezTo>
                    <a:pt x="256" y="501"/>
                    <a:pt x="256" y="499"/>
                    <a:pt x="256" y="496"/>
                  </a:cubicBezTo>
                  <a:cubicBezTo>
                    <a:pt x="254" y="496"/>
                    <a:pt x="256" y="494"/>
                    <a:pt x="254" y="494"/>
                  </a:cubicBezTo>
                  <a:cubicBezTo>
                    <a:pt x="255" y="494"/>
                    <a:pt x="255" y="494"/>
                    <a:pt x="255" y="494"/>
                  </a:cubicBezTo>
                  <a:cubicBezTo>
                    <a:pt x="254" y="492"/>
                    <a:pt x="254" y="492"/>
                    <a:pt x="257" y="491"/>
                  </a:cubicBezTo>
                  <a:cubicBezTo>
                    <a:pt x="259" y="481"/>
                    <a:pt x="257" y="475"/>
                    <a:pt x="256" y="465"/>
                  </a:cubicBezTo>
                  <a:cubicBezTo>
                    <a:pt x="254" y="457"/>
                    <a:pt x="250" y="447"/>
                    <a:pt x="242" y="440"/>
                  </a:cubicBezTo>
                  <a:cubicBezTo>
                    <a:pt x="242" y="440"/>
                    <a:pt x="242" y="440"/>
                    <a:pt x="242" y="440"/>
                  </a:cubicBezTo>
                  <a:cubicBezTo>
                    <a:pt x="242" y="440"/>
                    <a:pt x="242" y="440"/>
                    <a:pt x="242" y="440"/>
                  </a:cubicBezTo>
                  <a:cubicBezTo>
                    <a:pt x="241" y="439"/>
                    <a:pt x="241" y="439"/>
                    <a:pt x="240" y="438"/>
                  </a:cubicBezTo>
                  <a:cubicBezTo>
                    <a:pt x="237" y="440"/>
                    <a:pt x="236" y="437"/>
                    <a:pt x="233" y="438"/>
                  </a:cubicBezTo>
                  <a:cubicBezTo>
                    <a:pt x="234" y="437"/>
                    <a:pt x="234" y="437"/>
                    <a:pt x="234" y="437"/>
                  </a:cubicBezTo>
                  <a:cubicBezTo>
                    <a:pt x="232" y="438"/>
                    <a:pt x="232" y="436"/>
                    <a:pt x="232" y="434"/>
                  </a:cubicBezTo>
                  <a:cubicBezTo>
                    <a:pt x="231" y="435"/>
                    <a:pt x="231" y="434"/>
                    <a:pt x="230" y="436"/>
                  </a:cubicBezTo>
                  <a:cubicBezTo>
                    <a:pt x="228" y="437"/>
                    <a:pt x="230" y="433"/>
                    <a:pt x="229" y="433"/>
                  </a:cubicBezTo>
                  <a:cubicBezTo>
                    <a:pt x="229" y="432"/>
                    <a:pt x="228" y="434"/>
                    <a:pt x="228" y="433"/>
                  </a:cubicBezTo>
                  <a:cubicBezTo>
                    <a:pt x="225" y="435"/>
                    <a:pt x="229" y="433"/>
                    <a:pt x="227" y="429"/>
                  </a:cubicBezTo>
                  <a:cubicBezTo>
                    <a:pt x="223" y="428"/>
                    <a:pt x="219" y="429"/>
                    <a:pt x="215" y="428"/>
                  </a:cubicBezTo>
                  <a:cubicBezTo>
                    <a:pt x="214" y="427"/>
                    <a:pt x="214" y="425"/>
                    <a:pt x="214" y="424"/>
                  </a:cubicBezTo>
                  <a:cubicBezTo>
                    <a:pt x="212" y="424"/>
                    <a:pt x="214" y="423"/>
                    <a:pt x="212" y="424"/>
                  </a:cubicBezTo>
                  <a:cubicBezTo>
                    <a:pt x="213" y="424"/>
                    <a:pt x="213" y="424"/>
                    <a:pt x="213" y="424"/>
                  </a:cubicBezTo>
                  <a:cubicBezTo>
                    <a:pt x="212" y="423"/>
                    <a:pt x="211" y="423"/>
                    <a:pt x="214" y="421"/>
                  </a:cubicBezTo>
                  <a:cubicBezTo>
                    <a:pt x="216" y="417"/>
                    <a:pt x="214" y="413"/>
                    <a:pt x="214" y="409"/>
                  </a:cubicBezTo>
                  <a:cubicBezTo>
                    <a:pt x="213" y="405"/>
                    <a:pt x="211" y="401"/>
                    <a:pt x="210" y="397"/>
                  </a:cubicBezTo>
                  <a:cubicBezTo>
                    <a:pt x="206" y="397"/>
                    <a:pt x="207" y="396"/>
                    <a:pt x="204" y="395"/>
                  </a:cubicBezTo>
                  <a:cubicBezTo>
                    <a:pt x="206" y="395"/>
                    <a:pt x="206" y="395"/>
                    <a:pt x="206" y="395"/>
                  </a:cubicBezTo>
                  <a:cubicBezTo>
                    <a:pt x="204" y="395"/>
                    <a:pt x="206" y="394"/>
                    <a:pt x="207" y="394"/>
                  </a:cubicBezTo>
                  <a:cubicBezTo>
                    <a:pt x="206" y="394"/>
                    <a:pt x="207" y="393"/>
                    <a:pt x="205" y="394"/>
                  </a:cubicBezTo>
                  <a:cubicBezTo>
                    <a:pt x="203" y="393"/>
                    <a:pt x="207" y="393"/>
                    <a:pt x="206" y="393"/>
                  </a:cubicBezTo>
                  <a:cubicBezTo>
                    <a:pt x="207" y="392"/>
                    <a:pt x="205" y="393"/>
                    <a:pt x="206" y="393"/>
                  </a:cubicBezTo>
                  <a:cubicBezTo>
                    <a:pt x="203" y="392"/>
                    <a:pt x="207" y="393"/>
                    <a:pt x="209" y="391"/>
                  </a:cubicBezTo>
                  <a:cubicBezTo>
                    <a:pt x="208" y="390"/>
                    <a:pt x="206" y="388"/>
                    <a:pt x="207" y="387"/>
                  </a:cubicBezTo>
                  <a:cubicBezTo>
                    <a:pt x="207" y="387"/>
                    <a:pt x="206" y="387"/>
                    <a:pt x="206" y="387"/>
                  </a:cubicBezTo>
                  <a:cubicBezTo>
                    <a:pt x="209" y="386"/>
                    <a:pt x="205" y="386"/>
                    <a:pt x="206" y="386"/>
                  </a:cubicBezTo>
                  <a:cubicBezTo>
                    <a:pt x="207" y="386"/>
                    <a:pt x="207" y="386"/>
                    <a:pt x="207" y="386"/>
                  </a:cubicBezTo>
                  <a:cubicBezTo>
                    <a:pt x="209" y="385"/>
                    <a:pt x="207" y="385"/>
                    <a:pt x="208" y="384"/>
                  </a:cubicBezTo>
                  <a:cubicBezTo>
                    <a:pt x="207" y="383"/>
                    <a:pt x="210" y="382"/>
                    <a:pt x="208" y="382"/>
                  </a:cubicBezTo>
                  <a:cubicBezTo>
                    <a:pt x="209" y="382"/>
                    <a:pt x="209" y="382"/>
                    <a:pt x="210" y="382"/>
                  </a:cubicBezTo>
                  <a:cubicBezTo>
                    <a:pt x="206" y="381"/>
                    <a:pt x="211" y="380"/>
                    <a:pt x="209" y="379"/>
                  </a:cubicBezTo>
                  <a:cubicBezTo>
                    <a:pt x="209" y="380"/>
                    <a:pt x="209" y="380"/>
                    <a:pt x="209" y="380"/>
                  </a:cubicBezTo>
                  <a:cubicBezTo>
                    <a:pt x="209" y="378"/>
                    <a:pt x="210" y="376"/>
                    <a:pt x="208" y="374"/>
                  </a:cubicBezTo>
                  <a:cubicBezTo>
                    <a:pt x="208" y="372"/>
                    <a:pt x="212" y="371"/>
                    <a:pt x="210" y="370"/>
                  </a:cubicBezTo>
                  <a:cubicBezTo>
                    <a:pt x="208" y="370"/>
                    <a:pt x="208" y="370"/>
                    <a:pt x="208" y="370"/>
                  </a:cubicBezTo>
                  <a:cubicBezTo>
                    <a:pt x="209" y="369"/>
                    <a:pt x="210" y="370"/>
                    <a:pt x="210" y="370"/>
                  </a:cubicBezTo>
                  <a:cubicBezTo>
                    <a:pt x="209" y="369"/>
                    <a:pt x="211" y="368"/>
                    <a:pt x="211" y="367"/>
                  </a:cubicBezTo>
                  <a:cubicBezTo>
                    <a:pt x="210" y="367"/>
                    <a:pt x="210" y="367"/>
                    <a:pt x="209" y="367"/>
                  </a:cubicBezTo>
                  <a:cubicBezTo>
                    <a:pt x="212" y="366"/>
                    <a:pt x="208" y="365"/>
                    <a:pt x="210" y="364"/>
                  </a:cubicBezTo>
                  <a:cubicBezTo>
                    <a:pt x="207" y="364"/>
                    <a:pt x="209" y="363"/>
                    <a:pt x="208" y="363"/>
                  </a:cubicBezTo>
                  <a:cubicBezTo>
                    <a:pt x="208" y="363"/>
                    <a:pt x="209" y="363"/>
                    <a:pt x="209" y="363"/>
                  </a:cubicBezTo>
                  <a:cubicBezTo>
                    <a:pt x="209" y="362"/>
                    <a:pt x="209" y="362"/>
                    <a:pt x="210" y="361"/>
                  </a:cubicBezTo>
                  <a:cubicBezTo>
                    <a:pt x="210" y="361"/>
                    <a:pt x="208" y="360"/>
                    <a:pt x="209" y="360"/>
                  </a:cubicBezTo>
                  <a:cubicBezTo>
                    <a:pt x="211" y="360"/>
                    <a:pt x="209" y="359"/>
                    <a:pt x="210" y="359"/>
                  </a:cubicBezTo>
                  <a:cubicBezTo>
                    <a:pt x="208" y="359"/>
                    <a:pt x="206" y="358"/>
                    <a:pt x="207" y="358"/>
                  </a:cubicBezTo>
                  <a:cubicBezTo>
                    <a:pt x="210" y="358"/>
                    <a:pt x="210" y="358"/>
                    <a:pt x="210" y="358"/>
                  </a:cubicBezTo>
                  <a:cubicBezTo>
                    <a:pt x="208" y="357"/>
                    <a:pt x="212" y="355"/>
                    <a:pt x="208" y="353"/>
                  </a:cubicBezTo>
                  <a:cubicBezTo>
                    <a:pt x="210" y="353"/>
                    <a:pt x="210" y="353"/>
                    <a:pt x="210" y="353"/>
                  </a:cubicBezTo>
                  <a:cubicBezTo>
                    <a:pt x="208" y="351"/>
                    <a:pt x="210" y="349"/>
                    <a:pt x="207" y="347"/>
                  </a:cubicBezTo>
                  <a:cubicBezTo>
                    <a:pt x="208" y="347"/>
                    <a:pt x="209" y="346"/>
                    <a:pt x="209" y="346"/>
                  </a:cubicBezTo>
                  <a:cubicBezTo>
                    <a:pt x="207" y="345"/>
                    <a:pt x="207" y="345"/>
                    <a:pt x="205" y="344"/>
                  </a:cubicBezTo>
                  <a:cubicBezTo>
                    <a:pt x="205" y="344"/>
                    <a:pt x="206" y="344"/>
                    <a:pt x="207" y="344"/>
                  </a:cubicBezTo>
                  <a:cubicBezTo>
                    <a:pt x="207" y="343"/>
                    <a:pt x="210" y="342"/>
                    <a:pt x="207" y="342"/>
                  </a:cubicBezTo>
                  <a:cubicBezTo>
                    <a:pt x="209" y="342"/>
                    <a:pt x="209" y="342"/>
                    <a:pt x="209" y="342"/>
                  </a:cubicBezTo>
                  <a:cubicBezTo>
                    <a:pt x="207" y="341"/>
                    <a:pt x="205" y="340"/>
                    <a:pt x="207" y="339"/>
                  </a:cubicBezTo>
                  <a:cubicBezTo>
                    <a:pt x="206" y="339"/>
                    <a:pt x="205" y="339"/>
                    <a:pt x="204" y="339"/>
                  </a:cubicBezTo>
                  <a:cubicBezTo>
                    <a:pt x="203" y="339"/>
                    <a:pt x="206" y="339"/>
                    <a:pt x="205" y="338"/>
                  </a:cubicBezTo>
                  <a:cubicBezTo>
                    <a:pt x="207" y="339"/>
                    <a:pt x="207" y="339"/>
                    <a:pt x="207" y="339"/>
                  </a:cubicBezTo>
                  <a:cubicBezTo>
                    <a:pt x="207" y="337"/>
                    <a:pt x="206" y="336"/>
                    <a:pt x="205" y="334"/>
                  </a:cubicBezTo>
                  <a:cubicBezTo>
                    <a:pt x="207" y="334"/>
                    <a:pt x="204" y="333"/>
                    <a:pt x="206" y="332"/>
                  </a:cubicBezTo>
                  <a:cubicBezTo>
                    <a:pt x="204" y="331"/>
                    <a:pt x="206" y="330"/>
                    <a:pt x="203" y="330"/>
                  </a:cubicBezTo>
                  <a:cubicBezTo>
                    <a:pt x="204" y="330"/>
                    <a:pt x="204" y="330"/>
                    <a:pt x="204" y="330"/>
                  </a:cubicBezTo>
                  <a:cubicBezTo>
                    <a:pt x="205" y="329"/>
                    <a:pt x="205" y="329"/>
                    <a:pt x="205" y="328"/>
                  </a:cubicBezTo>
                  <a:cubicBezTo>
                    <a:pt x="205" y="327"/>
                    <a:pt x="203" y="327"/>
                    <a:pt x="203" y="327"/>
                  </a:cubicBezTo>
                  <a:cubicBezTo>
                    <a:pt x="204" y="327"/>
                    <a:pt x="204" y="327"/>
                    <a:pt x="204" y="327"/>
                  </a:cubicBezTo>
                  <a:cubicBezTo>
                    <a:pt x="203" y="326"/>
                    <a:pt x="201" y="327"/>
                    <a:pt x="200" y="327"/>
                  </a:cubicBezTo>
                  <a:cubicBezTo>
                    <a:pt x="200" y="326"/>
                    <a:pt x="199" y="326"/>
                    <a:pt x="200" y="326"/>
                  </a:cubicBezTo>
                  <a:cubicBezTo>
                    <a:pt x="201" y="326"/>
                    <a:pt x="203" y="326"/>
                    <a:pt x="205" y="326"/>
                  </a:cubicBezTo>
                  <a:cubicBezTo>
                    <a:pt x="205" y="325"/>
                    <a:pt x="202" y="325"/>
                    <a:pt x="203" y="325"/>
                  </a:cubicBezTo>
                  <a:cubicBezTo>
                    <a:pt x="206" y="325"/>
                    <a:pt x="208" y="326"/>
                    <a:pt x="209" y="326"/>
                  </a:cubicBezTo>
                  <a:cubicBezTo>
                    <a:pt x="214" y="327"/>
                    <a:pt x="220" y="328"/>
                    <a:pt x="231" y="322"/>
                  </a:cubicBezTo>
                  <a:cubicBezTo>
                    <a:pt x="231" y="319"/>
                    <a:pt x="234" y="318"/>
                    <a:pt x="233" y="315"/>
                  </a:cubicBezTo>
                  <a:cubicBezTo>
                    <a:pt x="233" y="316"/>
                    <a:pt x="233" y="316"/>
                    <a:pt x="233" y="316"/>
                  </a:cubicBezTo>
                  <a:cubicBezTo>
                    <a:pt x="233" y="314"/>
                    <a:pt x="234" y="314"/>
                    <a:pt x="236" y="313"/>
                  </a:cubicBezTo>
                  <a:cubicBezTo>
                    <a:pt x="235" y="313"/>
                    <a:pt x="236" y="312"/>
                    <a:pt x="234" y="312"/>
                  </a:cubicBezTo>
                  <a:cubicBezTo>
                    <a:pt x="233" y="311"/>
                    <a:pt x="238" y="312"/>
                    <a:pt x="237" y="310"/>
                  </a:cubicBezTo>
                  <a:cubicBezTo>
                    <a:pt x="238" y="311"/>
                    <a:pt x="236" y="310"/>
                    <a:pt x="236" y="310"/>
                  </a:cubicBezTo>
                  <a:cubicBezTo>
                    <a:pt x="235" y="308"/>
                    <a:pt x="238" y="311"/>
                    <a:pt x="240" y="308"/>
                  </a:cubicBezTo>
                  <a:cubicBezTo>
                    <a:pt x="239" y="305"/>
                    <a:pt x="237" y="302"/>
                    <a:pt x="238" y="299"/>
                  </a:cubicBezTo>
                  <a:cubicBezTo>
                    <a:pt x="238" y="299"/>
                    <a:pt x="236" y="300"/>
                    <a:pt x="236" y="299"/>
                  </a:cubicBezTo>
                  <a:cubicBezTo>
                    <a:pt x="239" y="298"/>
                    <a:pt x="235" y="299"/>
                    <a:pt x="236" y="298"/>
                  </a:cubicBezTo>
                  <a:cubicBezTo>
                    <a:pt x="237" y="298"/>
                    <a:pt x="237" y="298"/>
                    <a:pt x="237" y="298"/>
                  </a:cubicBezTo>
                  <a:cubicBezTo>
                    <a:pt x="238" y="296"/>
                    <a:pt x="236" y="296"/>
                    <a:pt x="236" y="294"/>
                  </a:cubicBezTo>
                  <a:cubicBezTo>
                    <a:pt x="235" y="293"/>
                    <a:pt x="236" y="291"/>
                    <a:pt x="234" y="291"/>
                  </a:cubicBezTo>
                  <a:cubicBezTo>
                    <a:pt x="236" y="290"/>
                    <a:pt x="235" y="290"/>
                    <a:pt x="235" y="289"/>
                  </a:cubicBezTo>
                  <a:cubicBezTo>
                    <a:pt x="232" y="291"/>
                    <a:pt x="235" y="286"/>
                    <a:pt x="232" y="287"/>
                  </a:cubicBezTo>
                  <a:cubicBezTo>
                    <a:pt x="233" y="286"/>
                    <a:pt x="233" y="286"/>
                    <a:pt x="233" y="286"/>
                  </a:cubicBezTo>
                  <a:cubicBezTo>
                    <a:pt x="230" y="284"/>
                    <a:pt x="227" y="281"/>
                    <a:pt x="223" y="281"/>
                  </a:cubicBezTo>
                  <a:cubicBezTo>
                    <a:pt x="221" y="281"/>
                    <a:pt x="220" y="277"/>
                    <a:pt x="218" y="278"/>
                  </a:cubicBezTo>
                  <a:cubicBezTo>
                    <a:pt x="217" y="280"/>
                    <a:pt x="217" y="280"/>
                    <a:pt x="217" y="280"/>
                  </a:cubicBezTo>
                  <a:cubicBezTo>
                    <a:pt x="217" y="280"/>
                    <a:pt x="218" y="279"/>
                    <a:pt x="218" y="278"/>
                  </a:cubicBezTo>
                  <a:cubicBezTo>
                    <a:pt x="216" y="280"/>
                    <a:pt x="216" y="277"/>
                    <a:pt x="214" y="277"/>
                  </a:cubicBezTo>
                  <a:cubicBezTo>
                    <a:pt x="214" y="278"/>
                    <a:pt x="214" y="278"/>
                    <a:pt x="214" y="279"/>
                  </a:cubicBezTo>
                  <a:cubicBezTo>
                    <a:pt x="213" y="276"/>
                    <a:pt x="211" y="280"/>
                    <a:pt x="210" y="277"/>
                  </a:cubicBezTo>
                  <a:cubicBezTo>
                    <a:pt x="210" y="281"/>
                    <a:pt x="209" y="279"/>
                    <a:pt x="209" y="280"/>
                  </a:cubicBezTo>
                  <a:cubicBezTo>
                    <a:pt x="208" y="280"/>
                    <a:pt x="208" y="279"/>
                    <a:pt x="208" y="278"/>
                  </a:cubicBezTo>
                  <a:cubicBezTo>
                    <a:pt x="208" y="279"/>
                    <a:pt x="207" y="279"/>
                    <a:pt x="206" y="278"/>
                  </a:cubicBezTo>
                  <a:cubicBezTo>
                    <a:pt x="206" y="278"/>
                    <a:pt x="206" y="280"/>
                    <a:pt x="205" y="280"/>
                  </a:cubicBezTo>
                  <a:cubicBezTo>
                    <a:pt x="205" y="277"/>
                    <a:pt x="204" y="280"/>
                    <a:pt x="203" y="279"/>
                  </a:cubicBezTo>
                  <a:cubicBezTo>
                    <a:pt x="204" y="281"/>
                    <a:pt x="203" y="283"/>
                    <a:pt x="202" y="282"/>
                  </a:cubicBezTo>
                  <a:cubicBezTo>
                    <a:pt x="202" y="279"/>
                    <a:pt x="202" y="279"/>
                    <a:pt x="202" y="279"/>
                  </a:cubicBezTo>
                  <a:cubicBezTo>
                    <a:pt x="201" y="281"/>
                    <a:pt x="198" y="278"/>
                    <a:pt x="197" y="282"/>
                  </a:cubicBezTo>
                  <a:cubicBezTo>
                    <a:pt x="196" y="280"/>
                    <a:pt x="196" y="280"/>
                    <a:pt x="196" y="280"/>
                  </a:cubicBezTo>
                  <a:cubicBezTo>
                    <a:pt x="195" y="283"/>
                    <a:pt x="192" y="281"/>
                    <a:pt x="191" y="285"/>
                  </a:cubicBezTo>
                  <a:cubicBezTo>
                    <a:pt x="191" y="284"/>
                    <a:pt x="190" y="284"/>
                    <a:pt x="189" y="284"/>
                  </a:cubicBezTo>
                  <a:cubicBezTo>
                    <a:pt x="189" y="286"/>
                    <a:pt x="189" y="285"/>
                    <a:pt x="189" y="288"/>
                  </a:cubicBezTo>
                  <a:cubicBezTo>
                    <a:pt x="189" y="288"/>
                    <a:pt x="188" y="287"/>
                    <a:pt x="188" y="286"/>
                  </a:cubicBezTo>
                  <a:cubicBezTo>
                    <a:pt x="187" y="286"/>
                    <a:pt x="185" y="284"/>
                    <a:pt x="186" y="287"/>
                  </a:cubicBezTo>
                  <a:cubicBezTo>
                    <a:pt x="185" y="286"/>
                    <a:pt x="185" y="286"/>
                    <a:pt x="185" y="286"/>
                  </a:cubicBezTo>
                  <a:cubicBezTo>
                    <a:pt x="185" y="287"/>
                    <a:pt x="185" y="289"/>
                    <a:pt x="183" y="288"/>
                  </a:cubicBezTo>
                  <a:cubicBezTo>
                    <a:pt x="184" y="289"/>
                    <a:pt x="183" y="290"/>
                    <a:pt x="184" y="291"/>
                  </a:cubicBezTo>
                  <a:cubicBezTo>
                    <a:pt x="184" y="292"/>
                    <a:pt x="183" y="289"/>
                    <a:pt x="183" y="291"/>
                  </a:cubicBezTo>
                  <a:cubicBezTo>
                    <a:pt x="183" y="289"/>
                    <a:pt x="183" y="289"/>
                    <a:pt x="183" y="289"/>
                  </a:cubicBezTo>
                  <a:cubicBezTo>
                    <a:pt x="181" y="289"/>
                    <a:pt x="180" y="291"/>
                    <a:pt x="179" y="293"/>
                  </a:cubicBezTo>
                  <a:cubicBezTo>
                    <a:pt x="178" y="291"/>
                    <a:pt x="178" y="294"/>
                    <a:pt x="176" y="293"/>
                  </a:cubicBezTo>
                  <a:cubicBezTo>
                    <a:pt x="177" y="295"/>
                    <a:pt x="175" y="294"/>
                    <a:pt x="176" y="297"/>
                  </a:cubicBezTo>
                  <a:cubicBezTo>
                    <a:pt x="175" y="296"/>
                    <a:pt x="175" y="296"/>
                    <a:pt x="175" y="296"/>
                  </a:cubicBezTo>
                  <a:cubicBezTo>
                    <a:pt x="175" y="296"/>
                    <a:pt x="174" y="297"/>
                    <a:pt x="172" y="297"/>
                  </a:cubicBezTo>
                  <a:cubicBezTo>
                    <a:pt x="172" y="298"/>
                    <a:pt x="173" y="299"/>
                    <a:pt x="174" y="300"/>
                  </a:cubicBezTo>
                  <a:cubicBezTo>
                    <a:pt x="172" y="299"/>
                    <a:pt x="172" y="299"/>
                    <a:pt x="172" y="299"/>
                  </a:cubicBezTo>
                  <a:cubicBezTo>
                    <a:pt x="173" y="300"/>
                    <a:pt x="175" y="301"/>
                    <a:pt x="176" y="302"/>
                  </a:cubicBezTo>
                  <a:cubicBezTo>
                    <a:pt x="175" y="302"/>
                    <a:pt x="176" y="302"/>
                    <a:pt x="175" y="302"/>
                  </a:cubicBezTo>
                  <a:cubicBezTo>
                    <a:pt x="175" y="302"/>
                    <a:pt x="173" y="301"/>
                    <a:pt x="172" y="300"/>
                  </a:cubicBezTo>
                  <a:cubicBezTo>
                    <a:pt x="171" y="301"/>
                    <a:pt x="174" y="303"/>
                    <a:pt x="172" y="303"/>
                  </a:cubicBezTo>
                  <a:cubicBezTo>
                    <a:pt x="172" y="304"/>
                    <a:pt x="172" y="305"/>
                    <a:pt x="174" y="305"/>
                  </a:cubicBezTo>
                  <a:cubicBezTo>
                    <a:pt x="173" y="305"/>
                    <a:pt x="173" y="305"/>
                    <a:pt x="172" y="305"/>
                  </a:cubicBezTo>
                  <a:cubicBezTo>
                    <a:pt x="172" y="306"/>
                    <a:pt x="173" y="306"/>
                    <a:pt x="173" y="306"/>
                  </a:cubicBezTo>
                  <a:cubicBezTo>
                    <a:pt x="173" y="306"/>
                    <a:pt x="174" y="306"/>
                    <a:pt x="174" y="306"/>
                  </a:cubicBezTo>
                  <a:cubicBezTo>
                    <a:pt x="175" y="305"/>
                    <a:pt x="175" y="306"/>
                    <a:pt x="176" y="305"/>
                  </a:cubicBezTo>
                  <a:cubicBezTo>
                    <a:pt x="177" y="305"/>
                    <a:pt x="178" y="306"/>
                    <a:pt x="179" y="306"/>
                  </a:cubicBezTo>
                  <a:cubicBezTo>
                    <a:pt x="178" y="306"/>
                    <a:pt x="177" y="305"/>
                    <a:pt x="177" y="304"/>
                  </a:cubicBezTo>
                  <a:cubicBezTo>
                    <a:pt x="178" y="304"/>
                    <a:pt x="177" y="304"/>
                    <a:pt x="176" y="304"/>
                  </a:cubicBezTo>
                  <a:cubicBezTo>
                    <a:pt x="176" y="304"/>
                    <a:pt x="176" y="304"/>
                    <a:pt x="176" y="304"/>
                  </a:cubicBezTo>
                  <a:cubicBezTo>
                    <a:pt x="176" y="304"/>
                    <a:pt x="175" y="304"/>
                    <a:pt x="174" y="303"/>
                  </a:cubicBezTo>
                  <a:cubicBezTo>
                    <a:pt x="175" y="304"/>
                    <a:pt x="175" y="304"/>
                    <a:pt x="175" y="304"/>
                  </a:cubicBezTo>
                  <a:cubicBezTo>
                    <a:pt x="174" y="303"/>
                    <a:pt x="174" y="303"/>
                    <a:pt x="174" y="303"/>
                  </a:cubicBezTo>
                  <a:cubicBezTo>
                    <a:pt x="175" y="303"/>
                    <a:pt x="176" y="303"/>
                    <a:pt x="176" y="303"/>
                  </a:cubicBezTo>
                  <a:cubicBezTo>
                    <a:pt x="176" y="303"/>
                    <a:pt x="175" y="303"/>
                    <a:pt x="177" y="303"/>
                  </a:cubicBezTo>
                  <a:cubicBezTo>
                    <a:pt x="179" y="303"/>
                    <a:pt x="179" y="303"/>
                    <a:pt x="179" y="303"/>
                  </a:cubicBezTo>
                  <a:cubicBezTo>
                    <a:pt x="179" y="303"/>
                    <a:pt x="178" y="303"/>
                    <a:pt x="178"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8" y="302"/>
                    <a:pt x="178" y="302"/>
                    <a:pt x="178" y="302"/>
                  </a:cubicBezTo>
                  <a:cubicBezTo>
                    <a:pt x="178" y="302"/>
                    <a:pt x="179" y="302"/>
                    <a:pt x="179" y="303"/>
                  </a:cubicBezTo>
                  <a:cubicBezTo>
                    <a:pt x="180" y="303"/>
                    <a:pt x="180" y="303"/>
                    <a:pt x="180" y="303"/>
                  </a:cubicBezTo>
                  <a:cubicBezTo>
                    <a:pt x="180" y="303"/>
                    <a:pt x="180" y="303"/>
                    <a:pt x="180" y="303"/>
                  </a:cubicBezTo>
                  <a:cubicBezTo>
                    <a:pt x="180" y="303"/>
                    <a:pt x="180"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80" y="303"/>
                    <a:pt x="181" y="304"/>
                    <a:pt x="181" y="304"/>
                  </a:cubicBezTo>
                  <a:cubicBezTo>
                    <a:pt x="181" y="304"/>
                    <a:pt x="180" y="302"/>
                    <a:pt x="182" y="303"/>
                  </a:cubicBezTo>
                  <a:cubicBezTo>
                    <a:pt x="182" y="303"/>
                    <a:pt x="182" y="302"/>
                    <a:pt x="181" y="301"/>
                  </a:cubicBezTo>
                  <a:cubicBezTo>
                    <a:pt x="181" y="300"/>
                    <a:pt x="183" y="303"/>
                    <a:pt x="182" y="302"/>
                  </a:cubicBezTo>
                  <a:cubicBezTo>
                    <a:pt x="183" y="303"/>
                    <a:pt x="185" y="304"/>
                    <a:pt x="186" y="305"/>
                  </a:cubicBezTo>
                  <a:cubicBezTo>
                    <a:pt x="186" y="305"/>
                    <a:pt x="187" y="306"/>
                    <a:pt x="186" y="306"/>
                  </a:cubicBezTo>
                  <a:cubicBezTo>
                    <a:pt x="187" y="306"/>
                    <a:pt x="187" y="307"/>
                    <a:pt x="187" y="307"/>
                  </a:cubicBezTo>
                  <a:cubicBezTo>
                    <a:pt x="187" y="306"/>
                    <a:pt x="185" y="305"/>
                    <a:pt x="185" y="304"/>
                  </a:cubicBezTo>
                  <a:cubicBezTo>
                    <a:pt x="183" y="303"/>
                    <a:pt x="185" y="304"/>
                    <a:pt x="183" y="302"/>
                  </a:cubicBezTo>
                  <a:cubicBezTo>
                    <a:pt x="184" y="302"/>
                    <a:pt x="184" y="302"/>
                    <a:pt x="184" y="301"/>
                  </a:cubicBezTo>
                  <a:cubicBezTo>
                    <a:pt x="184" y="301"/>
                    <a:pt x="185" y="303"/>
                    <a:pt x="186" y="303"/>
                  </a:cubicBezTo>
                  <a:cubicBezTo>
                    <a:pt x="185" y="302"/>
                    <a:pt x="185" y="301"/>
                    <a:pt x="185" y="301"/>
                  </a:cubicBezTo>
                  <a:cubicBezTo>
                    <a:pt x="185" y="300"/>
                    <a:pt x="184" y="300"/>
                    <a:pt x="184" y="298"/>
                  </a:cubicBezTo>
                  <a:cubicBezTo>
                    <a:pt x="183" y="298"/>
                    <a:pt x="183" y="297"/>
                    <a:pt x="183" y="297"/>
                  </a:cubicBezTo>
                  <a:cubicBezTo>
                    <a:pt x="184" y="299"/>
                    <a:pt x="186" y="301"/>
                    <a:pt x="186" y="301"/>
                  </a:cubicBezTo>
                  <a:cubicBezTo>
                    <a:pt x="188" y="304"/>
                    <a:pt x="185" y="301"/>
                    <a:pt x="187" y="303"/>
                  </a:cubicBezTo>
                  <a:cubicBezTo>
                    <a:pt x="188" y="305"/>
                    <a:pt x="187" y="306"/>
                    <a:pt x="187" y="305"/>
                  </a:cubicBezTo>
                  <a:cubicBezTo>
                    <a:pt x="188" y="307"/>
                    <a:pt x="187" y="305"/>
                    <a:pt x="188" y="307"/>
                  </a:cubicBezTo>
                  <a:cubicBezTo>
                    <a:pt x="188" y="307"/>
                    <a:pt x="188" y="305"/>
                    <a:pt x="188" y="305"/>
                  </a:cubicBezTo>
                  <a:cubicBezTo>
                    <a:pt x="187" y="304"/>
                    <a:pt x="187" y="304"/>
                    <a:pt x="187" y="303"/>
                  </a:cubicBezTo>
                  <a:cubicBezTo>
                    <a:pt x="186" y="300"/>
                    <a:pt x="188" y="304"/>
                    <a:pt x="188" y="304"/>
                  </a:cubicBezTo>
                  <a:cubicBezTo>
                    <a:pt x="189" y="305"/>
                    <a:pt x="189" y="305"/>
                    <a:pt x="189" y="305"/>
                  </a:cubicBezTo>
                  <a:cubicBezTo>
                    <a:pt x="189" y="306"/>
                    <a:pt x="188" y="304"/>
                    <a:pt x="189" y="304"/>
                  </a:cubicBezTo>
                  <a:cubicBezTo>
                    <a:pt x="190" y="307"/>
                    <a:pt x="189" y="305"/>
                    <a:pt x="189" y="306"/>
                  </a:cubicBezTo>
                  <a:cubicBezTo>
                    <a:pt x="190" y="308"/>
                    <a:pt x="190" y="308"/>
                    <a:pt x="190" y="308"/>
                  </a:cubicBezTo>
                  <a:cubicBezTo>
                    <a:pt x="190" y="308"/>
                    <a:pt x="189" y="309"/>
                    <a:pt x="188" y="310"/>
                  </a:cubicBezTo>
                  <a:cubicBezTo>
                    <a:pt x="188" y="309"/>
                    <a:pt x="188" y="309"/>
                    <a:pt x="188" y="309"/>
                  </a:cubicBezTo>
                  <a:cubicBezTo>
                    <a:pt x="187" y="311"/>
                    <a:pt x="186" y="306"/>
                    <a:pt x="186" y="311"/>
                  </a:cubicBezTo>
                  <a:cubicBezTo>
                    <a:pt x="186" y="312"/>
                    <a:pt x="186" y="312"/>
                    <a:pt x="186" y="312"/>
                  </a:cubicBezTo>
                  <a:cubicBezTo>
                    <a:pt x="185" y="310"/>
                    <a:pt x="185" y="310"/>
                    <a:pt x="185" y="310"/>
                  </a:cubicBezTo>
                  <a:cubicBezTo>
                    <a:pt x="185" y="311"/>
                    <a:pt x="184" y="310"/>
                    <a:pt x="184" y="312"/>
                  </a:cubicBezTo>
                  <a:cubicBezTo>
                    <a:pt x="184" y="310"/>
                    <a:pt x="184" y="310"/>
                    <a:pt x="184" y="310"/>
                  </a:cubicBezTo>
                  <a:cubicBezTo>
                    <a:pt x="184" y="310"/>
                    <a:pt x="184" y="313"/>
                    <a:pt x="183" y="312"/>
                  </a:cubicBezTo>
                  <a:cubicBezTo>
                    <a:pt x="183" y="311"/>
                    <a:pt x="183" y="311"/>
                    <a:pt x="183" y="311"/>
                  </a:cubicBezTo>
                  <a:cubicBezTo>
                    <a:pt x="183" y="311"/>
                    <a:pt x="183" y="311"/>
                    <a:pt x="183" y="311"/>
                  </a:cubicBezTo>
                  <a:cubicBezTo>
                    <a:pt x="182" y="311"/>
                    <a:pt x="182" y="312"/>
                    <a:pt x="181" y="312"/>
                  </a:cubicBezTo>
                  <a:cubicBezTo>
                    <a:pt x="182" y="311"/>
                    <a:pt x="182" y="311"/>
                    <a:pt x="183" y="310"/>
                  </a:cubicBezTo>
                  <a:cubicBezTo>
                    <a:pt x="181" y="308"/>
                    <a:pt x="177" y="307"/>
                    <a:pt x="178" y="311"/>
                  </a:cubicBezTo>
                  <a:cubicBezTo>
                    <a:pt x="178" y="312"/>
                    <a:pt x="176" y="309"/>
                    <a:pt x="176" y="309"/>
                  </a:cubicBezTo>
                  <a:cubicBezTo>
                    <a:pt x="177" y="312"/>
                    <a:pt x="172" y="313"/>
                    <a:pt x="178" y="313"/>
                  </a:cubicBezTo>
                  <a:cubicBezTo>
                    <a:pt x="178" y="313"/>
                    <a:pt x="179" y="313"/>
                    <a:pt x="179" y="313"/>
                  </a:cubicBezTo>
                  <a:cubicBezTo>
                    <a:pt x="179" y="314"/>
                    <a:pt x="180" y="316"/>
                    <a:pt x="183" y="321"/>
                  </a:cubicBezTo>
                  <a:cubicBezTo>
                    <a:pt x="183" y="321"/>
                    <a:pt x="183" y="321"/>
                    <a:pt x="183" y="321"/>
                  </a:cubicBezTo>
                  <a:cubicBezTo>
                    <a:pt x="185" y="320"/>
                    <a:pt x="189" y="325"/>
                    <a:pt x="192" y="323"/>
                  </a:cubicBezTo>
                  <a:cubicBezTo>
                    <a:pt x="192" y="322"/>
                    <a:pt x="192" y="321"/>
                    <a:pt x="192" y="321"/>
                  </a:cubicBezTo>
                  <a:cubicBezTo>
                    <a:pt x="192" y="322"/>
                    <a:pt x="192" y="322"/>
                    <a:pt x="192" y="322"/>
                  </a:cubicBezTo>
                  <a:cubicBezTo>
                    <a:pt x="193" y="320"/>
                    <a:pt x="193" y="320"/>
                    <a:pt x="193" y="320"/>
                  </a:cubicBezTo>
                  <a:cubicBezTo>
                    <a:pt x="193" y="320"/>
                    <a:pt x="193" y="322"/>
                    <a:pt x="192" y="322"/>
                  </a:cubicBezTo>
                  <a:cubicBezTo>
                    <a:pt x="194" y="322"/>
                    <a:pt x="195" y="322"/>
                    <a:pt x="196" y="322"/>
                  </a:cubicBezTo>
                  <a:cubicBezTo>
                    <a:pt x="197" y="320"/>
                    <a:pt x="197" y="322"/>
                    <a:pt x="197" y="320"/>
                  </a:cubicBezTo>
                  <a:cubicBezTo>
                    <a:pt x="197" y="321"/>
                    <a:pt x="197" y="321"/>
                    <a:pt x="197" y="321"/>
                  </a:cubicBezTo>
                  <a:cubicBezTo>
                    <a:pt x="198" y="320"/>
                    <a:pt x="198" y="320"/>
                    <a:pt x="199" y="322"/>
                  </a:cubicBezTo>
                  <a:cubicBezTo>
                    <a:pt x="199" y="323"/>
                    <a:pt x="199" y="323"/>
                    <a:pt x="199" y="323"/>
                  </a:cubicBezTo>
                  <a:cubicBezTo>
                    <a:pt x="198" y="323"/>
                    <a:pt x="198" y="323"/>
                    <a:pt x="197" y="323"/>
                  </a:cubicBezTo>
                  <a:cubicBezTo>
                    <a:pt x="198" y="323"/>
                    <a:pt x="198" y="323"/>
                    <a:pt x="198" y="323"/>
                  </a:cubicBezTo>
                  <a:cubicBezTo>
                    <a:pt x="197" y="324"/>
                    <a:pt x="197" y="324"/>
                    <a:pt x="197" y="324"/>
                  </a:cubicBezTo>
                  <a:cubicBezTo>
                    <a:pt x="197" y="324"/>
                    <a:pt x="196" y="325"/>
                    <a:pt x="197" y="325"/>
                  </a:cubicBezTo>
                  <a:cubicBezTo>
                    <a:pt x="199" y="325"/>
                    <a:pt x="199" y="325"/>
                    <a:pt x="199" y="325"/>
                  </a:cubicBezTo>
                  <a:cubicBezTo>
                    <a:pt x="199" y="325"/>
                    <a:pt x="201" y="325"/>
                    <a:pt x="199" y="326"/>
                  </a:cubicBezTo>
                  <a:cubicBezTo>
                    <a:pt x="197" y="326"/>
                    <a:pt x="197" y="326"/>
                    <a:pt x="197" y="326"/>
                  </a:cubicBezTo>
                  <a:cubicBezTo>
                    <a:pt x="197" y="326"/>
                    <a:pt x="198" y="326"/>
                    <a:pt x="198" y="326"/>
                  </a:cubicBezTo>
                  <a:cubicBezTo>
                    <a:pt x="195" y="326"/>
                    <a:pt x="195" y="326"/>
                    <a:pt x="195" y="326"/>
                  </a:cubicBezTo>
                  <a:cubicBezTo>
                    <a:pt x="199" y="326"/>
                    <a:pt x="196" y="327"/>
                    <a:pt x="197" y="327"/>
                  </a:cubicBezTo>
                  <a:cubicBezTo>
                    <a:pt x="196" y="327"/>
                    <a:pt x="196" y="327"/>
                    <a:pt x="196" y="327"/>
                  </a:cubicBezTo>
                  <a:cubicBezTo>
                    <a:pt x="195" y="328"/>
                    <a:pt x="198" y="327"/>
                    <a:pt x="198" y="327"/>
                  </a:cubicBezTo>
                  <a:cubicBezTo>
                    <a:pt x="198" y="328"/>
                    <a:pt x="195" y="328"/>
                    <a:pt x="194" y="328"/>
                  </a:cubicBezTo>
                  <a:cubicBezTo>
                    <a:pt x="194" y="329"/>
                    <a:pt x="196" y="329"/>
                    <a:pt x="194" y="330"/>
                  </a:cubicBezTo>
                  <a:cubicBezTo>
                    <a:pt x="195" y="330"/>
                    <a:pt x="196" y="331"/>
                    <a:pt x="197" y="331"/>
                  </a:cubicBezTo>
                  <a:cubicBezTo>
                    <a:pt x="197" y="332"/>
                    <a:pt x="194" y="331"/>
                    <a:pt x="195" y="332"/>
                  </a:cubicBezTo>
                  <a:cubicBezTo>
                    <a:pt x="195" y="332"/>
                    <a:pt x="194" y="332"/>
                    <a:pt x="193" y="332"/>
                  </a:cubicBezTo>
                  <a:cubicBezTo>
                    <a:pt x="194" y="332"/>
                    <a:pt x="193" y="333"/>
                    <a:pt x="195" y="332"/>
                  </a:cubicBezTo>
                  <a:cubicBezTo>
                    <a:pt x="194" y="333"/>
                    <a:pt x="194" y="334"/>
                    <a:pt x="195" y="334"/>
                  </a:cubicBezTo>
                  <a:cubicBezTo>
                    <a:pt x="195" y="334"/>
                    <a:pt x="193" y="334"/>
                    <a:pt x="192" y="334"/>
                  </a:cubicBezTo>
                  <a:cubicBezTo>
                    <a:pt x="194" y="334"/>
                    <a:pt x="195" y="335"/>
                    <a:pt x="194" y="335"/>
                  </a:cubicBezTo>
                  <a:cubicBezTo>
                    <a:pt x="196" y="335"/>
                    <a:pt x="196" y="335"/>
                    <a:pt x="198" y="335"/>
                  </a:cubicBezTo>
                  <a:cubicBezTo>
                    <a:pt x="198" y="335"/>
                    <a:pt x="199" y="335"/>
                    <a:pt x="199" y="335"/>
                  </a:cubicBezTo>
                  <a:cubicBezTo>
                    <a:pt x="197" y="336"/>
                    <a:pt x="194" y="336"/>
                    <a:pt x="194" y="336"/>
                  </a:cubicBezTo>
                  <a:cubicBezTo>
                    <a:pt x="191" y="336"/>
                    <a:pt x="194" y="335"/>
                    <a:pt x="192" y="336"/>
                  </a:cubicBezTo>
                  <a:cubicBezTo>
                    <a:pt x="189" y="335"/>
                    <a:pt x="189" y="335"/>
                    <a:pt x="191" y="334"/>
                  </a:cubicBezTo>
                  <a:cubicBezTo>
                    <a:pt x="188" y="334"/>
                    <a:pt x="190" y="335"/>
                    <a:pt x="188" y="335"/>
                  </a:cubicBezTo>
                  <a:cubicBezTo>
                    <a:pt x="188" y="335"/>
                    <a:pt x="189" y="335"/>
                    <a:pt x="190" y="336"/>
                  </a:cubicBezTo>
                  <a:cubicBezTo>
                    <a:pt x="191" y="336"/>
                    <a:pt x="191" y="336"/>
                    <a:pt x="192" y="336"/>
                  </a:cubicBezTo>
                  <a:cubicBezTo>
                    <a:pt x="195" y="336"/>
                    <a:pt x="190" y="336"/>
                    <a:pt x="190" y="337"/>
                  </a:cubicBezTo>
                  <a:cubicBezTo>
                    <a:pt x="190" y="336"/>
                    <a:pt x="190" y="336"/>
                    <a:pt x="190" y="336"/>
                  </a:cubicBezTo>
                  <a:cubicBezTo>
                    <a:pt x="189" y="337"/>
                    <a:pt x="191" y="337"/>
                    <a:pt x="190" y="337"/>
                  </a:cubicBezTo>
                  <a:cubicBezTo>
                    <a:pt x="187" y="337"/>
                    <a:pt x="190" y="337"/>
                    <a:pt x="188" y="336"/>
                  </a:cubicBezTo>
                  <a:cubicBezTo>
                    <a:pt x="186" y="337"/>
                    <a:pt x="186" y="337"/>
                    <a:pt x="186" y="337"/>
                  </a:cubicBezTo>
                  <a:cubicBezTo>
                    <a:pt x="185" y="337"/>
                    <a:pt x="188" y="337"/>
                    <a:pt x="188" y="337"/>
                  </a:cubicBezTo>
                  <a:cubicBezTo>
                    <a:pt x="186" y="337"/>
                    <a:pt x="186" y="337"/>
                    <a:pt x="186" y="337"/>
                  </a:cubicBezTo>
                  <a:cubicBezTo>
                    <a:pt x="187" y="338"/>
                    <a:pt x="187" y="338"/>
                    <a:pt x="187" y="338"/>
                  </a:cubicBezTo>
                  <a:cubicBezTo>
                    <a:pt x="188" y="338"/>
                    <a:pt x="190" y="338"/>
                    <a:pt x="190" y="337"/>
                  </a:cubicBezTo>
                  <a:cubicBezTo>
                    <a:pt x="193" y="337"/>
                    <a:pt x="190" y="338"/>
                    <a:pt x="191" y="338"/>
                  </a:cubicBezTo>
                  <a:cubicBezTo>
                    <a:pt x="193" y="338"/>
                    <a:pt x="191" y="338"/>
                    <a:pt x="193" y="338"/>
                  </a:cubicBezTo>
                  <a:cubicBezTo>
                    <a:pt x="194" y="338"/>
                    <a:pt x="194" y="338"/>
                    <a:pt x="195" y="338"/>
                  </a:cubicBezTo>
                  <a:cubicBezTo>
                    <a:pt x="195" y="339"/>
                    <a:pt x="193" y="339"/>
                    <a:pt x="191" y="339"/>
                  </a:cubicBezTo>
                  <a:cubicBezTo>
                    <a:pt x="191" y="339"/>
                    <a:pt x="191" y="338"/>
                    <a:pt x="192" y="338"/>
                  </a:cubicBezTo>
                  <a:cubicBezTo>
                    <a:pt x="190" y="338"/>
                    <a:pt x="188" y="339"/>
                    <a:pt x="187" y="338"/>
                  </a:cubicBezTo>
                  <a:cubicBezTo>
                    <a:pt x="186" y="339"/>
                    <a:pt x="188" y="339"/>
                    <a:pt x="189" y="339"/>
                  </a:cubicBezTo>
                  <a:cubicBezTo>
                    <a:pt x="189" y="339"/>
                    <a:pt x="190" y="339"/>
                    <a:pt x="191" y="339"/>
                  </a:cubicBezTo>
                  <a:cubicBezTo>
                    <a:pt x="196" y="340"/>
                    <a:pt x="187" y="339"/>
                    <a:pt x="188" y="340"/>
                  </a:cubicBezTo>
                  <a:cubicBezTo>
                    <a:pt x="191" y="340"/>
                    <a:pt x="193" y="341"/>
                    <a:pt x="196" y="340"/>
                  </a:cubicBezTo>
                  <a:cubicBezTo>
                    <a:pt x="197" y="341"/>
                    <a:pt x="197" y="341"/>
                    <a:pt x="197" y="341"/>
                  </a:cubicBezTo>
                  <a:cubicBezTo>
                    <a:pt x="195" y="341"/>
                    <a:pt x="195" y="341"/>
                    <a:pt x="193" y="341"/>
                  </a:cubicBezTo>
                  <a:cubicBezTo>
                    <a:pt x="193" y="341"/>
                    <a:pt x="193" y="341"/>
                    <a:pt x="193" y="341"/>
                  </a:cubicBezTo>
                  <a:cubicBezTo>
                    <a:pt x="191" y="341"/>
                    <a:pt x="191" y="341"/>
                    <a:pt x="191" y="341"/>
                  </a:cubicBezTo>
                  <a:cubicBezTo>
                    <a:pt x="189" y="341"/>
                    <a:pt x="188" y="341"/>
                    <a:pt x="187" y="341"/>
                  </a:cubicBezTo>
                  <a:cubicBezTo>
                    <a:pt x="188" y="342"/>
                    <a:pt x="189" y="341"/>
                    <a:pt x="189" y="342"/>
                  </a:cubicBezTo>
                  <a:cubicBezTo>
                    <a:pt x="188" y="342"/>
                    <a:pt x="187" y="342"/>
                    <a:pt x="187" y="342"/>
                  </a:cubicBezTo>
                  <a:cubicBezTo>
                    <a:pt x="188" y="342"/>
                    <a:pt x="190" y="342"/>
                    <a:pt x="191" y="342"/>
                  </a:cubicBezTo>
                  <a:cubicBezTo>
                    <a:pt x="191" y="343"/>
                    <a:pt x="189" y="343"/>
                    <a:pt x="188" y="343"/>
                  </a:cubicBezTo>
                  <a:cubicBezTo>
                    <a:pt x="187" y="342"/>
                    <a:pt x="187" y="342"/>
                    <a:pt x="187" y="342"/>
                  </a:cubicBezTo>
                  <a:cubicBezTo>
                    <a:pt x="188" y="343"/>
                    <a:pt x="186" y="342"/>
                    <a:pt x="186" y="343"/>
                  </a:cubicBezTo>
                  <a:cubicBezTo>
                    <a:pt x="188" y="343"/>
                    <a:pt x="189" y="343"/>
                    <a:pt x="191" y="343"/>
                  </a:cubicBezTo>
                  <a:cubicBezTo>
                    <a:pt x="191" y="343"/>
                    <a:pt x="190" y="344"/>
                    <a:pt x="190" y="344"/>
                  </a:cubicBezTo>
                  <a:cubicBezTo>
                    <a:pt x="189" y="343"/>
                    <a:pt x="189" y="343"/>
                    <a:pt x="189" y="343"/>
                  </a:cubicBezTo>
                  <a:cubicBezTo>
                    <a:pt x="189" y="344"/>
                    <a:pt x="186" y="343"/>
                    <a:pt x="186" y="344"/>
                  </a:cubicBezTo>
                  <a:cubicBezTo>
                    <a:pt x="188" y="344"/>
                    <a:pt x="188" y="344"/>
                    <a:pt x="188" y="344"/>
                  </a:cubicBezTo>
                  <a:cubicBezTo>
                    <a:pt x="186" y="344"/>
                    <a:pt x="186" y="344"/>
                    <a:pt x="186" y="344"/>
                  </a:cubicBezTo>
                  <a:cubicBezTo>
                    <a:pt x="188" y="344"/>
                    <a:pt x="187" y="344"/>
                    <a:pt x="188" y="344"/>
                  </a:cubicBezTo>
                  <a:cubicBezTo>
                    <a:pt x="187" y="344"/>
                    <a:pt x="187" y="344"/>
                    <a:pt x="187" y="344"/>
                  </a:cubicBezTo>
                  <a:cubicBezTo>
                    <a:pt x="187" y="345"/>
                    <a:pt x="190" y="345"/>
                    <a:pt x="188" y="345"/>
                  </a:cubicBezTo>
                  <a:cubicBezTo>
                    <a:pt x="190" y="345"/>
                    <a:pt x="188" y="345"/>
                    <a:pt x="189" y="345"/>
                  </a:cubicBezTo>
                  <a:cubicBezTo>
                    <a:pt x="191" y="344"/>
                    <a:pt x="191" y="345"/>
                    <a:pt x="191" y="345"/>
                  </a:cubicBezTo>
                  <a:cubicBezTo>
                    <a:pt x="188" y="345"/>
                    <a:pt x="191" y="346"/>
                    <a:pt x="191" y="346"/>
                  </a:cubicBezTo>
                  <a:cubicBezTo>
                    <a:pt x="190" y="346"/>
                    <a:pt x="189" y="346"/>
                    <a:pt x="188" y="346"/>
                  </a:cubicBezTo>
                  <a:cubicBezTo>
                    <a:pt x="190" y="346"/>
                    <a:pt x="190" y="346"/>
                    <a:pt x="190" y="346"/>
                  </a:cubicBezTo>
                  <a:cubicBezTo>
                    <a:pt x="187" y="346"/>
                    <a:pt x="191" y="347"/>
                    <a:pt x="190" y="347"/>
                  </a:cubicBezTo>
                  <a:cubicBezTo>
                    <a:pt x="189" y="347"/>
                    <a:pt x="187" y="347"/>
                    <a:pt x="187" y="347"/>
                  </a:cubicBezTo>
                  <a:cubicBezTo>
                    <a:pt x="190" y="347"/>
                    <a:pt x="190" y="347"/>
                    <a:pt x="192" y="347"/>
                  </a:cubicBezTo>
                  <a:cubicBezTo>
                    <a:pt x="191" y="348"/>
                    <a:pt x="189" y="347"/>
                    <a:pt x="187" y="347"/>
                  </a:cubicBezTo>
                  <a:cubicBezTo>
                    <a:pt x="189" y="348"/>
                    <a:pt x="185" y="348"/>
                    <a:pt x="188" y="348"/>
                  </a:cubicBezTo>
                  <a:cubicBezTo>
                    <a:pt x="189" y="348"/>
                    <a:pt x="190" y="348"/>
                    <a:pt x="191" y="348"/>
                  </a:cubicBezTo>
                  <a:cubicBezTo>
                    <a:pt x="191" y="349"/>
                    <a:pt x="190" y="348"/>
                    <a:pt x="189" y="348"/>
                  </a:cubicBezTo>
                  <a:cubicBezTo>
                    <a:pt x="189" y="349"/>
                    <a:pt x="191" y="349"/>
                    <a:pt x="192" y="349"/>
                  </a:cubicBezTo>
                  <a:cubicBezTo>
                    <a:pt x="191" y="349"/>
                    <a:pt x="194" y="349"/>
                    <a:pt x="192" y="350"/>
                  </a:cubicBezTo>
                  <a:cubicBezTo>
                    <a:pt x="191" y="350"/>
                    <a:pt x="191" y="349"/>
                    <a:pt x="190" y="349"/>
                  </a:cubicBezTo>
                  <a:cubicBezTo>
                    <a:pt x="190" y="350"/>
                    <a:pt x="194" y="350"/>
                    <a:pt x="195" y="350"/>
                  </a:cubicBezTo>
                  <a:cubicBezTo>
                    <a:pt x="196" y="350"/>
                    <a:pt x="199" y="351"/>
                    <a:pt x="200" y="351"/>
                  </a:cubicBezTo>
                  <a:cubicBezTo>
                    <a:pt x="199" y="352"/>
                    <a:pt x="199" y="351"/>
                    <a:pt x="197" y="351"/>
                  </a:cubicBezTo>
                  <a:cubicBezTo>
                    <a:pt x="197" y="351"/>
                    <a:pt x="197" y="351"/>
                    <a:pt x="197" y="351"/>
                  </a:cubicBezTo>
                  <a:cubicBezTo>
                    <a:pt x="194" y="351"/>
                    <a:pt x="192" y="350"/>
                    <a:pt x="190" y="350"/>
                  </a:cubicBezTo>
                  <a:cubicBezTo>
                    <a:pt x="191" y="350"/>
                    <a:pt x="191" y="350"/>
                    <a:pt x="191" y="350"/>
                  </a:cubicBezTo>
                  <a:cubicBezTo>
                    <a:pt x="188" y="350"/>
                    <a:pt x="188" y="350"/>
                    <a:pt x="188" y="350"/>
                  </a:cubicBezTo>
                  <a:cubicBezTo>
                    <a:pt x="190" y="350"/>
                    <a:pt x="188" y="351"/>
                    <a:pt x="189" y="351"/>
                  </a:cubicBezTo>
                  <a:cubicBezTo>
                    <a:pt x="190" y="351"/>
                    <a:pt x="188" y="351"/>
                    <a:pt x="189" y="351"/>
                  </a:cubicBezTo>
                  <a:cubicBezTo>
                    <a:pt x="190" y="351"/>
                    <a:pt x="193" y="351"/>
                    <a:pt x="192" y="352"/>
                  </a:cubicBezTo>
                  <a:cubicBezTo>
                    <a:pt x="188" y="351"/>
                    <a:pt x="188" y="351"/>
                    <a:pt x="188" y="351"/>
                  </a:cubicBezTo>
                  <a:cubicBezTo>
                    <a:pt x="188" y="352"/>
                    <a:pt x="190" y="352"/>
                    <a:pt x="189" y="352"/>
                  </a:cubicBezTo>
                  <a:cubicBezTo>
                    <a:pt x="188" y="352"/>
                    <a:pt x="188" y="352"/>
                    <a:pt x="188" y="352"/>
                  </a:cubicBezTo>
                  <a:cubicBezTo>
                    <a:pt x="188" y="353"/>
                    <a:pt x="188" y="354"/>
                    <a:pt x="192" y="356"/>
                  </a:cubicBezTo>
                  <a:cubicBezTo>
                    <a:pt x="190" y="356"/>
                    <a:pt x="190" y="356"/>
                    <a:pt x="189" y="357"/>
                  </a:cubicBezTo>
                  <a:cubicBezTo>
                    <a:pt x="189" y="357"/>
                    <a:pt x="191" y="357"/>
                    <a:pt x="191" y="357"/>
                  </a:cubicBezTo>
                  <a:cubicBezTo>
                    <a:pt x="189" y="357"/>
                    <a:pt x="189" y="357"/>
                    <a:pt x="189" y="357"/>
                  </a:cubicBezTo>
                  <a:cubicBezTo>
                    <a:pt x="188" y="357"/>
                    <a:pt x="189" y="358"/>
                    <a:pt x="191" y="359"/>
                  </a:cubicBezTo>
                  <a:cubicBezTo>
                    <a:pt x="189" y="358"/>
                    <a:pt x="189" y="358"/>
                    <a:pt x="189" y="358"/>
                  </a:cubicBezTo>
                  <a:cubicBezTo>
                    <a:pt x="188" y="359"/>
                    <a:pt x="190" y="359"/>
                    <a:pt x="191" y="359"/>
                  </a:cubicBezTo>
                  <a:cubicBezTo>
                    <a:pt x="189" y="359"/>
                    <a:pt x="189" y="359"/>
                    <a:pt x="189" y="359"/>
                  </a:cubicBezTo>
                  <a:cubicBezTo>
                    <a:pt x="191" y="359"/>
                    <a:pt x="191" y="359"/>
                    <a:pt x="191" y="359"/>
                  </a:cubicBezTo>
                  <a:cubicBezTo>
                    <a:pt x="191" y="360"/>
                    <a:pt x="191" y="360"/>
                    <a:pt x="189" y="360"/>
                  </a:cubicBezTo>
                  <a:cubicBezTo>
                    <a:pt x="190" y="360"/>
                    <a:pt x="190" y="360"/>
                    <a:pt x="190" y="360"/>
                  </a:cubicBezTo>
                  <a:cubicBezTo>
                    <a:pt x="189" y="360"/>
                    <a:pt x="189" y="361"/>
                    <a:pt x="189" y="362"/>
                  </a:cubicBezTo>
                  <a:cubicBezTo>
                    <a:pt x="190" y="362"/>
                    <a:pt x="191" y="362"/>
                    <a:pt x="192" y="362"/>
                  </a:cubicBezTo>
                  <a:cubicBezTo>
                    <a:pt x="194" y="362"/>
                    <a:pt x="192" y="362"/>
                    <a:pt x="193" y="362"/>
                  </a:cubicBezTo>
                  <a:cubicBezTo>
                    <a:pt x="191" y="362"/>
                    <a:pt x="191" y="362"/>
                    <a:pt x="191" y="362"/>
                  </a:cubicBezTo>
                  <a:cubicBezTo>
                    <a:pt x="187" y="362"/>
                    <a:pt x="190" y="364"/>
                    <a:pt x="189" y="365"/>
                  </a:cubicBezTo>
                  <a:cubicBezTo>
                    <a:pt x="190" y="365"/>
                    <a:pt x="190" y="365"/>
                    <a:pt x="190" y="365"/>
                  </a:cubicBezTo>
                  <a:cubicBezTo>
                    <a:pt x="188" y="365"/>
                    <a:pt x="190" y="366"/>
                    <a:pt x="189" y="367"/>
                  </a:cubicBezTo>
                  <a:cubicBezTo>
                    <a:pt x="190" y="367"/>
                    <a:pt x="193" y="367"/>
                    <a:pt x="193" y="368"/>
                  </a:cubicBezTo>
                  <a:cubicBezTo>
                    <a:pt x="195" y="368"/>
                    <a:pt x="190" y="368"/>
                    <a:pt x="189" y="368"/>
                  </a:cubicBezTo>
                  <a:cubicBezTo>
                    <a:pt x="190" y="368"/>
                    <a:pt x="190" y="368"/>
                    <a:pt x="190" y="369"/>
                  </a:cubicBezTo>
                  <a:cubicBezTo>
                    <a:pt x="190" y="369"/>
                    <a:pt x="190" y="369"/>
                    <a:pt x="190" y="369"/>
                  </a:cubicBezTo>
                  <a:cubicBezTo>
                    <a:pt x="191" y="369"/>
                    <a:pt x="191" y="369"/>
                    <a:pt x="190" y="369"/>
                  </a:cubicBezTo>
                  <a:cubicBezTo>
                    <a:pt x="190" y="369"/>
                    <a:pt x="190" y="369"/>
                    <a:pt x="190" y="369"/>
                  </a:cubicBezTo>
                  <a:cubicBezTo>
                    <a:pt x="190" y="370"/>
                    <a:pt x="189" y="370"/>
                    <a:pt x="189" y="370"/>
                  </a:cubicBezTo>
                  <a:cubicBezTo>
                    <a:pt x="191" y="370"/>
                    <a:pt x="190" y="371"/>
                    <a:pt x="191" y="371"/>
                  </a:cubicBezTo>
                  <a:cubicBezTo>
                    <a:pt x="190" y="371"/>
                    <a:pt x="190" y="371"/>
                    <a:pt x="190" y="371"/>
                  </a:cubicBezTo>
                  <a:cubicBezTo>
                    <a:pt x="192" y="371"/>
                    <a:pt x="192" y="371"/>
                    <a:pt x="192" y="371"/>
                  </a:cubicBezTo>
                  <a:cubicBezTo>
                    <a:pt x="191" y="371"/>
                    <a:pt x="191" y="371"/>
                    <a:pt x="191" y="371"/>
                  </a:cubicBezTo>
                  <a:cubicBezTo>
                    <a:pt x="189" y="371"/>
                    <a:pt x="189" y="371"/>
                    <a:pt x="189" y="371"/>
                  </a:cubicBezTo>
                  <a:cubicBezTo>
                    <a:pt x="188" y="371"/>
                    <a:pt x="191" y="371"/>
                    <a:pt x="192" y="372"/>
                  </a:cubicBezTo>
                  <a:cubicBezTo>
                    <a:pt x="193" y="372"/>
                    <a:pt x="191" y="372"/>
                    <a:pt x="191" y="372"/>
                  </a:cubicBezTo>
                  <a:cubicBezTo>
                    <a:pt x="190" y="372"/>
                    <a:pt x="191" y="372"/>
                    <a:pt x="191" y="372"/>
                  </a:cubicBezTo>
                  <a:cubicBezTo>
                    <a:pt x="189" y="371"/>
                    <a:pt x="190" y="372"/>
                    <a:pt x="189" y="372"/>
                  </a:cubicBezTo>
                  <a:cubicBezTo>
                    <a:pt x="189" y="372"/>
                    <a:pt x="191" y="372"/>
                    <a:pt x="191" y="372"/>
                  </a:cubicBezTo>
                  <a:cubicBezTo>
                    <a:pt x="190" y="373"/>
                    <a:pt x="191" y="373"/>
                    <a:pt x="189" y="373"/>
                  </a:cubicBezTo>
                  <a:cubicBezTo>
                    <a:pt x="190" y="373"/>
                    <a:pt x="190" y="373"/>
                    <a:pt x="191" y="374"/>
                  </a:cubicBezTo>
                  <a:cubicBezTo>
                    <a:pt x="191" y="373"/>
                    <a:pt x="191" y="373"/>
                    <a:pt x="193" y="373"/>
                  </a:cubicBezTo>
                  <a:cubicBezTo>
                    <a:pt x="193" y="373"/>
                    <a:pt x="193" y="374"/>
                    <a:pt x="192" y="374"/>
                  </a:cubicBezTo>
                  <a:cubicBezTo>
                    <a:pt x="192" y="374"/>
                    <a:pt x="192" y="374"/>
                    <a:pt x="192" y="374"/>
                  </a:cubicBezTo>
                  <a:cubicBezTo>
                    <a:pt x="192" y="374"/>
                    <a:pt x="192" y="374"/>
                    <a:pt x="193" y="374"/>
                  </a:cubicBezTo>
                  <a:cubicBezTo>
                    <a:pt x="191" y="374"/>
                    <a:pt x="191" y="374"/>
                    <a:pt x="191" y="374"/>
                  </a:cubicBezTo>
                  <a:cubicBezTo>
                    <a:pt x="193" y="374"/>
                    <a:pt x="192" y="375"/>
                    <a:pt x="193" y="375"/>
                  </a:cubicBezTo>
                  <a:cubicBezTo>
                    <a:pt x="191" y="375"/>
                    <a:pt x="189" y="375"/>
                    <a:pt x="189" y="375"/>
                  </a:cubicBezTo>
                  <a:cubicBezTo>
                    <a:pt x="190" y="376"/>
                    <a:pt x="190" y="376"/>
                    <a:pt x="190" y="376"/>
                  </a:cubicBezTo>
                  <a:cubicBezTo>
                    <a:pt x="191" y="376"/>
                    <a:pt x="190" y="376"/>
                    <a:pt x="189" y="376"/>
                  </a:cubicBezTo>
                  <a:cubicBezTo>
                    <a:pt x="188" y="376"/>
                    <a:pt x="194" y="377"/>
                    <a:pt x="192" y="377"/>
                  </a:cubicBezTo>
                  <a:cubicBezTo>
                    <a:pt x="190" y="377"/>
                    <a:pt x="190" y="377"/>
                    <a:pt x="189" y="377"/>
                  </a:cubicBezTo>
                  <a:cubicBezTo>
                    <a:pt x="190" y="378"/>
                    <a:pt x="191" y="378"/>
                    <a:pt x="191" y="378"/>
                  </a:cubicBezTo>
                  <a:cubicBezTo>
                    <a:pt x="192" y="378"/>
                    <a:pt x="189" y="377"/>
                    <a:pt x="191" y="377"/>
                  </a:cubicBezTo>
                  <a:cubicBezTo>
                    <a:pt x="192" y="377"/>
                    <a:pt x="191" y="378"/>
                    <a:pt x="192" y="378"/>
                  </a:cubicBezTo>
                  <a:cubicBezTo>
                    <a:pt x="187" y="378"/>
                    <a:pt x="191" y="380"/>
                    <a:pt x="188" y="380"/>
                  </a:cubicBezTo>
                  <a:cubicBezTo>
                    <a:pt x="191" y="380"/>
                    <a:pt x="189" y="381"/>
                    <a:pt x="190" y="381"/>
                  </a:cubicBezTo>
                  <a:cubicBezTo>
                    <a:pt x="187" y="381"/>
                    <a:pt x="190" y="382"/>
                    <a:pt x="189" y="382"/>
                  </a:cubicBezTo>
                  <a:cubicBezTo>
                    <a:pt x="191" y="382"/>
                    <a:pt x="191" y="382"/>
                    <a:pt x="191" y="382"/>
                  </a:cubicBezTo>
                  <a:cubicBezTo>
                    <a:pt x="190" y="382"/>
                    <a:pt x="195" y="383"/>
                    <a:pt x="192" y="383"/>
                  </a:cubicBezTo>
                  <a:cubicBezTo>
                    <a:pt x="191" y="383"/>
                    <a:pt x="190" y="383"/>
                    <a:pt x="190" y="383"/>
                  </a:cubicBezTo>
                  <a:cubicBezTo>
                    <a:pt x="187" y="383"/>
                    <a:pt x="192" y="384"/>
                    <a:pt x="189" y="384"/>
                  </a:cubicBezTo>
                  <a:cubicBezTo>
                    <a:pt x="190" y="384"/>
                    <a:pt x="192" y="384"/>
                    <a:pt x="193" y="385"/>
                  </a:cubicBezTo>
                  <a:cubicBezTo>
                    <a:pt x="192" y="385"/>
                    <a:pt x="190" y="385"/>
                    <a:pt x="190" y="385"/>
                  </a:cubicBezTo>
                  <a:cubicBezTo>
                    <a:pt x="190" y="386"/>
                    <a:pt x="191" y="386"/>
                    <a:pt x="190" y="386"/>
                  </a:cubicBezTo>
                  <a:cubicBezTo>
                    <a:pt x="189" y="386"/>
                    <a:pt x="189" y="386"/>
                    <a:pt x="189" y="386"/>
                  </a:cubicBezTo>
                  <a:cubicBezTo>
                    <a:pt x="188" y="386"/>
                    <a:pt x="189" y="386"/>
                    <a:pt x="190" y="387"/>
                  </a:cubicBezTo>
                  <a:cubicBezTo>
                    <a:pt x="188" y="387"/>
                    <a:pt x="189" y="388"/>
                    <a:pt x="188" y="388"/>
                  </a:cubicBezTo>
                  <a:cubicBezTo>
                    <a:pt x="191" y="389"/>
                    <a:pt x="187" y="389"/>
                    <a:pt x="190" y="389"/>
                  </a:cubicBezTo>
                  <a:cubicBezTo>
                    <a:pt x="189" y="389"/>
                    <a:pt x="189" y="389"/>
                    <a:pt x="189" y="389"/>
                  </a:cubicBezTo>
                  <a:cubicBezTo>
                    <a:pt x="190" y="389"/>
                    <a:pt x="192" y="390"/>
                    <a:pt x="192" y="390"/>
                  </a:cubicBezTo>
                  <a:cubicBezTo>
                    <a:pt x="190" y="390"/>
                    <a:pt x="190" y="390"/>
                    <a:pt x="190" y="390"/>
                  </a:cubicBezTo>
                  <a:cubicBezTo>
                    <a:pt x="188" y="390"/>
                    <a:pt x="190" y="390"/>
                    <a:pt x="189" y="391"/>
                  </a:cubicBezTo>
                  <a:cubicBezTo>
                    <a:pt x="190" y="390"/>
                    <a:pt x="189" y="391"/>
                    <a:pt x="190" y="391"/>
                  </a:cubicBezTo>
                  <a:cubicBezTo>
                    <a:pt x="191" y="391"/>
                    <a:pt x="191" y="391"/>
                    <a:pt x="191" y="391"/>
                  </a:cubicBezTo>
                  <a:cubicBezTo>
                    <a:pt x="192" y="392"/>
                    <a:pt x="192" y="391"/>
                    <a:pt x="192" y="392"/>
                  </a:cubicBezTo>
                  <a:cubicBezTo>
                    <a:pt x="192" y="392"/>
                    <a:pt x="190" y="392"/>
                    <a:pt x="190" y="392"/>
                  </a:cubicBezTo>
                  <a:cubicBezTo>
                    <a:pt x="189" y="392"/>
                    <a:pt x="190" y="392"/>
                    <a:pt x="190" y="393"/>
                  </a:cubicBezTo>
                  <a:cubicBezTo>
                    <a:pt x="190" y="393"/>
                    <a:pt x="190" y="392"/>
                    <a:pt x="191" y="393"/>
                  </a:cubicBezTo>
                  <a:cubicBezTo>
                    <a:pt x="191" y="393"/>
                    <a:pt x="190" y="393"/>
                    <a:pt x="190" y="393"/>
                  </a:cubicBezTo>
                  <a:cubicBezTo>
                    <a:pt x="190" y="393"/>
                    <a:pt x="191" y="393"/>
                    <a:pt x="191" y="393"/>
                  </a:cubicBezTo>
                  <a:cubicBezTo>
                    <a:pt x="191" y="393"/>
                    <a:pt x="191" y="393"/>
                    <a:pt x="191" y="393"/>
                  </a:cubicBezTo>
                  <a:cubicBezTo>
                    <a:pt x="190" y="393"/>
                    <a:pt x="190" y="393"/>
                    <a:pt x="190" y="393"/>
                  </a:cubicBezTo>
                  <a:cubicBezTo>
                    <a:pt x="190" y="393"/>
                    <a:pt x="190" y="393"/>
                    <a:pt x="190" y="393"/>
                  </a:cubicBezTo>
                  <a:cubicBezTo>
                    <a:pt x="190" y="393"/>
                    <a:pt x="190" y="393"/>
                    <a:pt x="190" y="393"/>
                  </a:cubicBezTo>
                  <a:cubicBezTo>
                    <a:pt x="190" y="393"/>
                    <a:pt x="190" y="393"/>
                    <a:pt x="190" y="393"/>
                  </a:cubicBezTo>
                  <a:cubicBezTo>
                    <a:pt x="188" y="393"/>
                    <a:pt x="188" y="393"/>
                    <a:pt x="188" y="393"/>
                  </a:cubicBezTo>
                  <a:cubicBezTo>
                    <a:pt x="188" y="394"/>
                    <a:pt x="190" y="394"/>
                    <a:pt x="191" y="394"/>
                  </a:cubicBezTo>
                  <a:cubicBezTo>
                    <a:pt x="189" y="395"/>
                    <a:pt x="191" y="396"/>
                    <a:pt x="192" y="396"/>
                  </a:cubicBezTo>
                  <a:cubicBezTo>
                    <a:pt x="192" y="396"/>
                    <a:pt x="190" y="396"/>
                    <a:pt x="191" y="396"/>
                  </a:cubicBezTo>
                  <a:cubicBezTo>
                    <a:pt x="191" y="397"/>
                    <a:pt x="193" y="397"/>
                    <a:pt x="192" y="397"/>
                  </a:cubicBezTo>
                  <a:cubicBezTo>
                    <a:pt x="192" y="397"/>
                    <a:pt x="191" y="397"/>
                    <a:pt x="191" y="398"/>
                  </a:cubicBezTo>
                  <a:cubicBezTo>
                    <a:pt x="190" y="398"/>
                    <a:pt x="192" y="397"/>
                    <a:pt x="192" y="397"/>
                  </a:cubicBezTo>
                  <a:cubicBezTo>
                    <a:pt x="190" y="398"/>
                    <a:pt x="194" y="399"/>
                    <a:pt x="192" y="400"/>
                  </a:cubicBezTo>
                  <a:cubicBezTo>
                    <a:pt x="192" y="399"/>
                    <a:pt x="191" y="399"/>
                    <a:pt x="191" y="399"/>
                  </a:cubicBezTo>
                  <a:cubicBezTo>
                    <a:pt x="191" y="400"/>
                    <a:pt x="192" y="400"/>
                    <a:pt x="194" y="401"/>
                  </a:cubicBezTo>
                  <a:cubicBezTo>
                    <a:pt x="192" y="401"/>
                    <a:pt x="192" y="401"/>
                    <a:pt x="192" y="401"/>
                  </a:cubicBezTo>
                  <a:cubicBezTo>
                    <a:pt x="192" y="401"/>
                    <a:pt x="193" y="401"/>
                    <a:pt x="194" y="401"/>
                  </a:cubicBezTo>
                  <a:cubicBezTo>
                    <a:pt x="195" y="401"/>
                    <a:pt x="196" y="401"/>
                    <a:pt x="196" y="402"/>
                  </a:cubicBezTo>
                  <a:cubicBezTo>
                    <a:pt x="196" y="402"/>
                    <a:pt x="196" y="402"/>
                    <a:pt x="196" y="402"/>
                  </a:cubicBezTo>
                  <a:cubicBezTo>
                    <a:pt x="196" y="402"/>
                    <a:pt x="197" y="402"/>
                    <a:pt x="197" y="402"/>
                  </a:cubicBezTo>
                  <a:cubicBezTo>
                    <a:pt x="196" y="403"/>
                    <a:pt x="196" y="402"/>
                    <a:pt x="195" y="402"/>
                  </a:cubicBezTo>
                  <a:cubicBezTo>
                    <a:pt x="193" y="403"/>
                    <a:pt x="194" y="404"/>
                    <a:pt x="194" y="404"/>
                  </a:cubicBezTo>
                  <a:cubicBezTo>
                    <a:pt x="195" y="404"/>
                    <a:pt x="195" y="404"/>
                    <a:pt x="195" y="404"/>
                  </a:cubicBezTo>
                  <a:cubicBezTo>
                    <a:pt x="196" y="404"/>
                    <a:pt x="194" y="404"/>
                    <a:pt x="194" y="404"/>
                  </a:cubicBezTo>
                  <a:cubicBezTo>
                    <a:pt x="199" y="405"/>
                    <a:pt x="199" y="405"/>
                    <a:pt x="199" y="405"/>
                  </a:cubicBezTo>
                  <a:cubicBezTo>
                    <a:pt x="198" y="404"/>
                    <a:pt x="197" y="405"/>
                    <a:pt x="196" y="405"/>
                  </a:cubicBezTo>
                  <a:cubicBezTo>
                    <a:pt x="196" y="405"/>
                    <a:pt x="199" y="406"/>
                    <a:pt x="201" y="406"/>
                  </a:cubicBezTo>
                  <a:cubicBezTo>
                    <a:pt x="200" y="406"/>
                    <a:pt x="201" y="406"/>
                    <a:pt x="201" y="407"/>
                  </a:cubicBezTo>
                  <a:cubicBezTo>
                    <a:pt x="200" y="407"/>
                    <a:pt x="202" y="407"/>
                    <a:pt x="200" y="407"/>
                  </a:cubicBezTo>
                  <a:cubicBezTo>
                    <a:pt x="199" y="407"/>
                    <a:pt x="199" y="407"/>
                    <a:pt x="199" y="407"/>
                  </a:cubicBezTo>
                  <a:cubicBezTo>
                    <a:pt x="199" y="407"/>
                    <a:pt x="197" y="407"/>
                    <a:pt x="196" y="407"/>
                  </a:cubicBezTo>
                  <a:cubicBezTo>
                    <a:pt x="196" y="407"/>
                    <a:pt x="196" y="408"/>
                    <a:pt x="195" y="409"/>
                  </a:cubicBezTo>
                  <a:cubicBezTo>
                    <a:pt x="198" y="408"/>
                    <a:pt x="197" y="410"/>
                    <a:pt x="199" y="409"/>
                  </a:cubicBezTo>
                  <a:cubicBezTo>
                    <a:pt x="200" y="410"/>
                    <a:pt x="197" y="410"/>
                    <a:pt x="197" y="410"/>
                  </a:cubicBezTo>
                  <a:cubicBezTo>
                    <a:pt x="198" y="411"/>
                    <a:pt x="197" y="411"/>
                    <a:pt x="197" y="412"/>
                  </a:cubicBezTo>
                  <a:cubicBezTo>
                    <a:pt x="197" y="412"/>
                    <a:pt x="197" y="412"/>
                    <a:pt x="197" y="412"/>
                  </a:cubicBezTo>
                  <a:cubicBezTo>
                    <a:pt x="198" y="412"/>
                    <a:pt x="197" y="413"/>
                    <a:pt x="199" y="413"/>
                  </a:cubicBezTo>
                  <a:cubicBezTo>
                    <a:pt x="198" y="413"/>
                    <a:pt x="198" y="413"/>
                    <a:pt x="198" y="413"/>
                  </a:cubicBezTo>
                  <a:cubicBezTo>
                    <a:pt x="197" y="414"/>
                    <a:pt x="201" y="413"/>
                    <a:pt x="200" y="414"/>
                  </a:cubicBezTo>
                  <a:cubicBezTo>
                    <a:pt x="199" y="414"/>
                    <a:pt x="199" y="414"/>
                    <a:pt x="199" y="414"/>
                  </a:cubicBezTo>
                  <a:cubicBezTo>
                    <a:pt x="200" y="414"/>
                    <a:pt x="198" y="415"/>
                    <a:pt x="200" y="415"/>
                  </a:cubicBezTo>
                  <a:cubicBezTo>
                    <a:pt x="199" y="415"/>
                    <a:pt x="199" y="415"/>
                    <a:pt x="198" y="415"/>
                  </a:cubicBezTo>
                  <a:cubicBezTo>
                    <a:pt x="199" y="415"/>
                    <a:pt x="199" y="416"/>
                    <a:pt x="200" y="416"/>
                  </a:cubicBezTo>
                  <a:cubicBezTo>
                    <a:pt x="198" y="416"/>
                    <a:pt x="198" y="416"/>
                    <a:pt x="198" y="416"/>
                  </a:cubicBezTo>
                  <a:cubicBezTo>
                    <a:pt x="197" y="417"/>
                    <a:pt x="201" y="416"/>
                    <a:pt x="200" y="417"/>
                  </a:cubicBezTo>
                  <a:cubicBezTo>
                    <a:pt x="200" y="417"/>
                    <a:pt x="199" y="417"/>
                    <a:pt x="199" y="417"/>
                  </a:cubicBezTo>
                  <a:cubicBezTo>
                    <a:pt x="200" y="417"/>
                    <a:pt x="200" y="418"/>
                    <a:pt x="200" y="418"/>
                  </a:cubicBezTo>
                  <a:cubicBezTo>
                    <a:pt x="198" y="419"/>
                    <a:pt x="198" y="419"/>
                    <a:pt x="198" y="419"/>
                  </a:cubicBezTo>
                  <a:cubicBezTo>
                    <a:pt x="198" y="421"/>
                    <a:pt x="198" y="423"/>
                    <a:pt x="201" y="425"/>
                  </a:cubicBezTo>
                  <a:cubicBezTo>
                    <a:pt x="198" y="425"/>
                    <a:pt x="199" y="424"/>
                    <a:pt x="197" y="425"/>
                  </a:cubicBezTo>
                  <a:cubicBezTo>
                    <a:pt x="200" y="425"/>
                    <a:pt x="198" y="425"/>
                    <a:pt x="199" y="426"/>
                  </a:cubicBezTo>
                  <a:cubicBezTo>
                    <a:pt x="198" y="426"/>
                    <a:pt x="198" y="426"/>
                    <a:pt x="198" y="426"/>
                  </a:cubicBezTo>
                  <a:cubicBezTo>
                    <a:pt x="199" y="426"/>
                    <a:pt x="198" y="426"/>
                    <a:pt x="198" y="426"/>
                  </a:cubicBezTo>
                  <a:cubicBezTo>
                    <a:pt x="199" y="426"/>
                    <a:pt x="199" y="426"/>
                    <a:pt x="199" y="426"/>
                  </a:cubicBezTo>
                  <a:cubicBezTo>
                    <a:pt x="199" y="426"/>
                    <a:pt x="199" y="427"/>
                    <a:pt x="199" y="427"/>
                  </a:cubicBezTo>
                  <a:cubicBezTo>
                    <a:pt x="199" y="427"/>
                    <a:pt x="199" y="427"/>
                    <a:pt x="199" y="427"/>
                  </a:cubicBezTo>
                  <a:cubicBezTo>
                    <a:pt x="199" y="427"/>
                    <a:pt x="199" y="427"/>
                    <a:pt x="199" y="427"/>
                  </a:cubicBezTo>
                  <a:cubicBezTo>
                    <a:pt x="198" y="427"/>
                    <a:pt x="197" y="427"/>
                    <a:pt x="199" y="427"/>
                  </a:cubicBezTo>
                  <a:cubicBezTo>
                    <a:pt x="199" y="427"/>
                    <a:pt x="199" y="427"/>
                    <a:pt x="199" y="427"/>
                  </a:cubicBezTo>
                  <a:cubicBezTo>
                    <a:pt x="197" y="428"/>
                    <a:pt x="197" y="428"/>
                    <a:pt x="197" y="428"/>
                  </a:cubicBezTo>
                  <a:cubicBezTo>
                    <a:pt x="200" y="428"/>
                    <a:pt x="198" y="428"/>
                    <a:pt x="198" y="428"/>
                  </a:cubicBezTo>
                  <a:cubicBezTo>
                    <a:pt x="197" y="429"/>
                    <a:pt x="194" y="427"/>
                    <a:pt x="194" y="429"/>
                  </a:cubicBezTo>
                  <a:cubicBezTo>
                    <a:pt x="194" y="429"/>
                    <a:pt x="194" y="429"/>
                    <a:pt x="194" y="429"/>
                  </a:cubicBezTo>
                  <a:cubicBezTo>
                    <a:pt x="189" y="432"/>
                    <a:pt x="183" y="435"/>
                    <a:pt x="180" y="441"/>
                  </a:cubicBezTo>
                  <a:cubicBezTo>
                    <a:pt x="180" y="442"/>
                    <a:pt x="179" y="443"/>
                    <a:pt x="178" y="444"/>
                  </a:cubicBezTo>
                  <a:cubicBezTo>
                    <a:pt x="178" y="441"/>
                    <a:pt x="178" y="437"/>
                    <a:pt x="180" y="434"/>
                  </a:cubicBezTo>
                  <a:cubicBezTo>
                    <a:pt x="179" y="431"/>
                    <a:pt x="178" y="427"/>
                    <a:pt x="179" y="425"/>
                  </a:cubicBezTo>
                  <a:cubicBezTo>
                    <a:pt x="178" y="412"/>
                    <a:pt x="182" y="402"/>
                    <a:pt x="179" y="389"/>
                  </a:cubicBezTo>
                  <a:cubicBezTo>
                    <a:pt x="179" y="390"/>
                    <a:pt x="178" y="389"/>
                    <a:pt x="177" y="389"/>
                  </a:cubicBezTo>
                  <a:cubicBezTo>
                    <a:pt x="178" y="389"/>
                    <a:pt x="178" y="389"/>
                    <a:pt x="178" y="389"/>
                  </a:cubicBezTo>
                  <a:cubicBezTo>
                    <a:pt x="176" y="388"/>
                    <a:pt x="176" y="388"/>
                    <a:pt x="176" y="388"/>
                  </a:cubicBezTo>
                  <a:cubicBezTo>
                    <a:pt x="176" y="387"/>
                    <a:pt x="178" y="387"/>
                    <a:pt x="178" y="388"/>
                  </a:cubicBezTo>
                  <a:cubicBezTo>
                    <a:pt x="178" y="383"/>
                    <a:pt x="177" y="379"/>
                    <a:pt x="178" y="374"/>
                  </a:cubicBezTo>
                  <a:cubicBezTo>
                    <a:pt x="175" y="374"/>
                    <a:pt x="177" y="371"/>
                    <a:pt x="175" y="371"/>
                  </a:cubicBezTo>
                  <a:cubicBezTo>
                    <a:pt x="176" y="371"/>
                    <a:pt x="176" y="371"/>
                    <a:pt x="176" y="371"/>
                  </a:cubicBezTo>
                  <a:cubicBezTo>
                    <a:pt x="175" y="368"/>
                    <a:pt x="175" y="368"/>
                    <a:pt x="177" y="365"/>
                  </a:cubicBezTo>
                  <a:cubicBezTo>
                    <a:pt x="178" y="353"/>
                    <a:pt x="176" y="340"/>
                    <a:pt x="174" y="326"/>
                  </a:cubicBezTo>
                  <a:cubicBezTo>
                    <a:pt x="170" y="313"/>
                    <a:pt x="162" y="297"/>
                    <a:pt x="148" y="288"/>
                  </a:cubicBezTo>
                  <a:cubicBezTo>
                    <a:pt x="143" y="290"/>
                    <a:pt x="142" y="286"/>
                    <a:pt x="138" y="288"/>
                  </a:cubicBezTo>
                  <a:cubicBezTo>
                    <a:pt x="138" y="287"/>
                    <a:pt x="138" y="287"/>
                    <a:pt x="138" y="287"/>
                  </a:cubicBezTo>
                  <a:cubicBezTo>
                    <a:pt x="136" y="288"/>
                    <a:pt x="136" y="286"/>
                    <a:pt x="133" y="284"/>
                  </a:cubicBezTo>
                  <a:cubicBezTo>
                    <a:pt x="133" y="285"/>
                    <a:pt x="132" y="284"/>
                    <a:pt x="132" y="286"/>
                  </a:cubicBezTo>
                  <a:cubicBezTo>
                    <a:pt x="131" y="287"/>
                    <a:pt x="131" y="282"/>
                    <a:pt x="129" y="283"/>
                  </a:cubicBezTo>
                  <a:cubicBezTo>
                    <a:pt x="129" y="282"/>
                    <a:pt x="129" y="284"/>
                    <a:pt x="129" y="283"/>
                  </a:cubicBezTo>
                  <a:cubicBezTo>
                    <a:pt x="125" y="285"/>
                    <a:pt x="129" y="282"/>
                    <a:pt x="127" y="279"/>
                  </a:cubicBezTo>
                  <a:cubicBezTo>
                    <a:pt x="120" y="278"/>
                    <a:pt x="113" y="280"/>
                    <a:pt x="107" y="278"/>
                  </a:cubicBezTo>
                  <a:cubicBezTo>
                    <a:pt x="108" y="278"/>
                    <a:pt x="108" y="280"/>
                    <a:pt x="107" y="280"/>
                  </a:cubicBezTo>
                  <a:cubicBezTo>
                    <a:pt x="107" y="276"/>
                    <a:pt x="105" y="280"/>
                    <a:pt x="104" y="279"/>
                  </a:cubicBezTo>
                  <a:cubicBezTo>
                    <a:pt x="104" y="278"/>
                    <a:pt x="105" y="278"/>
                    <a:pt x="105" y="278"/>
                  </a:cubicBezTo>
                  <a:cubicBezTo>
                    <a:pt x="103" y="276"/>
                    <a:pt x="101" y="278"/>
                    <a:pt x="98" y="277"/>
                  </a:cubicBezTo>
                  <a:cubicBezTo>
                    <a:pt x="96" y="278"/>
                    <a:pt x="94" y="275"/>
                    <a:pt x="92" y="277"/>
                  </a:cubicBezTo>
                  <a:cubicBezTo>
                    <a:pt x="93" y="275"/>
                    <a:pt x="91" y="276"/>
                    <a:pt x="91" y="275"/>
                  </a:cubicBezTo>
                  <a:cubicBezTo>
                    <a:pt x="89" y="279"/>
                    <a:pt x="88" y="273"/>
                    <a:pt x="85" y="275"/>
                  </a:cubicBezTo>
                  <a:cubicBezTo>
                    <a:pt x="86" y="275"/>
                    <a:pt x="86" y="275"/>
                    <a:pt x="86" y="275"/>
                  </a:cubicBezTo>
                  <a:cubicBezTo>
                    <a:pt x="80" y="274"/>
                    <a:pt x="77" y="272"/>
                    <a:pt x="72" y="271"/>
                  </a:cubicBezTo>
                  <a:cubicBezTo>
                    <a:pt x="69" y="270"/>
                    <a:pt x="69" y="264"/>
                    <a:pt x="66" y="264"/>
                  </a:cubicBezTo>
                  <a:cubicBezTo>
                    <a:pt x="65" y="265"/>
                    <a:pt x="65" y="265"/>
                    <a:pt x="64" y="265"/>
                  </a:cubicBezTo>
                  <a:cubicBezTo>
                    <a:pt x="64" y="264"/>
                    <a:pt x="65" y="264"/>
                    <a:pt x="65" y="264"/>
                  </a:cubicBezTo>
                  <a:cubicBezTo>
                    <a:pt x="63" y="263"/>
                    <a:pt x="63" y="260"/>
                    <a:pt x="62" y="259"/>
                  </a:cubicBezTo>
                  <a:cubicBezTo>
                    <a:pt x="62" y="259"/>
                    <a:pt x="61" y="258"/>
                    <a:pt x="60" y="259"/>
                  </a:cubicBezTo>
                  <a:cubicBezTo>
                    <a:pt x="61" y="256"/>
                    <a:pt x="56" y="255"/>
                    <a:pt x="57" y="252"/>
                  </a:cubicBezTo>
                  <a:cubicBezTo>
                    <a:pt x="54" y="254"/>
                    <a:pt x="54" y="252"/>
                    <a:pt x="53" y="251"/>
                  </a:cubicBezTo>
                  <a:cubicBezTo>
                    <a:pt x="53" y="251"/>
                    <a:pt x="54" y="250"/>
                    <a:pt x="54" y="250"/>
                  </a:cubicBezTo>
                  <a:cubicBezTo>
                    <a:pt x="53" y="249"/>
                    <a:pt x="53" y="248"/>
                    <a:pt x="53" y="245"/>
                  </a:cubicBezTo>
                  <a:cubicBezTo>
                    <a:pt x="52" y="245"/>
                    <a:pt x="50" y="245"/>
                    <a:pt x="50" y="244"/>
                  </a:cubicBezTo>
                  <a:cubicBezTo>
                    <a:pt x="52" y="242"/>
                    <a:pt x="50" y="241"/>
                    <a:pt x="50" y="240"/>
                  </a:cubicBezTo>
                  <a:cubicBezTo>
                    <a:pt x="48" y="241"/>
                    <a:pt x="46" y="240"/>
                    <a:pt x="47" y="239"/>
                  </a:cubicBezTo>
                  <a:cubicBezTo>
                    <a:pt x="49" y="238"/>
                    <a:pt x="49" y="238"/>
                    <a:pt x="49" y="238"/>
                  </a:cubicBezTo>
                  <a:cubicBezTo>
                    <a:pt x="46" y="235"/>
                    <a:pt x="48" y="230"/>
                    <a:pt x="44" y="225"/>
                  </a:cubicBezTo>
                  <a:cubicBezTo>
                    <a:pt x="45" y="224"/>
                    <a:pt x="45" y="224"/>
                    <a:pt x="45" y="224"/>
                  </a:cubicBezTo>
                  <a:cubicBezTo>
                    <a:pt x="42" y="219"/>
                    <a:pt x="42" y="213"/>
                    <a:pt x="37" y="209"/>
                  </a:cubicBezTo>
                  <a:cubicBezTo>
                    <a:pt x="37" y="208"/>
                    <a:pt x="37" y="207"/>
                    <a:pt x="36" y="205"/>
                  </a:cubicBezTo>
                  <a:cubicBezTo>
                    <a:pt x="37" y="205"/>
                    <a:pt x="39" y="204"/>
                    <a:pt x="40" y="203"/>
                  </a:cubicBezTo>
                  <a:cubicBezTo>
                    <a:pt x="36" y="203"/>
                    <a:pt x="36" y="203"/>
                    <a:pt x="36" y="203"/>
                  </a:cubicBezTo>
                  <a:cubicBezTo>
                    <a:pt x="41" y="201"/>
                    <a:pt x="44" y="197"/>
                    <a:pt x="48" y="196"/>
                  </a:cubicBezTo>
                  <a:cubicBezTo>
                    <a:pt x="47" y="198"/>
                    <a:pt x="49" y="198"/>
                    <a:pt x="49" y="199"/>
                  </a:cubicBezTo>
                  <a:cubicBezTo>
                    <a:pt x="50" y="198"/>
                    <a:pt x="50" y="196"/>
                    <a:pt x="52" y="196"/>
                  </a:cubicBezTo>
                  <a:cubicBezTo>
                    <a:pt x="51" y="199"/>
                    <a:pt x="51" y="199"/>
                    <a:pt x="51" y="199"/>
                  </a:cubicBezTo>
                  <a:cubicBezTo>
                    <a:pt x="52" y="197"/>
                    <a:pt x="56" y="193"/>
                    <a:pt x="59" y="190"/>
                  </a:cubicBezTo>
                  <a:cubicBezTo>
                    <a:pt x="59" y="197"/>
                    <a:pt x="61" y="192"/>
                    <a:pt x="62" y="201"/>
                  </a:cubicBezTo>
                  <a:cubicBezTo>
                    <a:pt x="60" y="200"/>
                    <a:pt x="60" y="200"/>
                    <a:pt x="60" y="200"/>
                  </a:cubicBezTo>
                  <a:cubicBezTo>
                    <a:pt x="61" y="202"/>
                    <a:pt x="61" y="203"/>
                    <a:pt x="62" y="206"/>
                  </a:cubicBezTo>
                  <a:cubicBezTo>
                    <a:pt x="64" y="206"/>
                    <a:pt x="65" y="204"/>
                    <a:pt x="64" y="199"/>
                  </a:cubicBezTo>
                  <a:cubicBezTo>
                    <a:pt x="68" y="202"/>
                    <a:pt x="65" y="203"/>
                    <a:pt x="68" y="212"/>
                  </a:cubicBezTo>
                  <a:cubicBezTo>
                    <a:pt x="71" y="214"/>
                    <a:pt x="66" y="208"/>
                    <a:pt x="69" y="207"/>
                  </a:cubicBezTo>
                  <a:cubicBezTo>
                    <a:pt x="70" y="206"/>
                    <a:pt x="71" y="211"/>
                    <a:pt x="75" y="215"/>
                  </a:cubicBezTo>
                  <a:cubicBezTo>
                    <a:pt x="82" y="221"/>
                    <a:pt x="78" y="220"/>
                    <a:pt x="81" y="223"/>
                  </a:cubicBezTo>
                  <a:cubicBezTo>
                    <a:pt x="79" y="223"/>
                    <a:pt x="71" y="217"/>
                    <a:pt x="73" y="217"/>
                  </a:cubicBezTo>
                  <a:cubicBezTo>
                    <a:pt x="65" y="209"/>
                    <a:pt x="73" y="224"/>
                    <a:pt x="68" y="218"/>
                  </a:cubicBezTo>
                  <a:cubicBezTo>
                    <a:pt x="75" y="226"/>
                    <a:pt x="76" y="226"/>
                    <a:pt x="82" y="226"/>
                  </a:cubicBezTo>
                  <a:cubicBezTo>
                    <a:pt x="79" y="225"/>
                    <a:pt x="85" y="224"/>
                    <a:pt x="82" y="223"/>
                  </a:cubicBezTo>
                  <a:cubicBezTo>
                    <a:pt x="98" y="219"/>
                    <a:pt x="96" y="225"/>
                    <a:pt x="106" y="216"/>
                  </a:cubicBezTo>
                  <a:cubicBezTo>
                    <a:pt x="103" y="216"/>
                    <a:pt x="111" y="202"/>
                    <a:pt x="104" y="206"/>
                  </a:cubicBezTo>
                  <a:cubicBezTo>
                    <a:pt x="104" y="204"/>
                    <a:pt x="105" y="201"/>
                    <a:pt x="107" y="200"/>
                  </a:cubicBezTo>
                  <a:cubicBezTo>
                    <a:pt x="107" y="203"/>
                    <a:pt x="110" y="197"/>
                    <a:pt x="110" y="201"/>
                  </a:cubicBezTo>
                  <a:cubicBezTo>
                    <a:pt x="111" y="198"/>
                    <a:pt x="111" y="198"/>
                    <a:pt x="111" y="198"/>
                  </a:cubicBezTo>
                  <a:cubicBezTo>
                    <a:pt x="111" y="204"/>
                    <a:pt x="111" y="204"/>
                    <a:pt x="111" y="204"/>
                  </a:cubicBezTo>
                  <a:cubicBezTo>
                    <a:pt x="114" y="201"/>
                    <a:pt x="118" y="196"/>
                    <a:pt x="120" y="194"/>
                  </a:cubicBezTo>
                  <a:cubicBezTo>
                    <a:pt x="121" y="189"/>
                    <a:pt x="117" y="195"/>
                    <a:pt x="119" y="190"/>
                  </a:cubicBezTo>
                  <a:cubicBezTo>
                    <a:pt x="119" y="192"/>
                    <a:pt x="121" y="189"/>
                    <a:pt x="122" y="186"/>
                  </a:cubicBezTo>
                  <a:cubicBezTo>
                    <a:pt x="120" y="191"/>
                    <a:pt x="119" y="186"/>
                    <a:pt x="120" y="182"/>
                  </a:cubicBezTo>
                  <a:cubicBezTo>
                    <a:pt x="120" y="181"/>
                    <a:pt x="121" y="180"/>
                    <a:pt x="121" y="179"/>
                  </a:cubicBezTo>
                  <a:cubicBezTo>
                    <a:pt x="122" y="180"/>
                    <a:pt x="122" y="180"/>
                    <a:pt x="122" y="181"/>
                  </a:cubicBezTo>
                  <a:cubicBezTo>
                    <a:pt x="122" y="182"/>
                    <a:pt x="122" y="182"/>
                    <a:pt x="122" y="183"/>
                  </a:cubicBezTo>
                  <a:cubicBezTo>
                    <a:pt x="123" y="183"/>
                    <a:pt x="123" y="183"/>
                    <a:pt x="123" y="183"/>
                  </a:cubicBezTo>
                  <a:cubicBezTo>
                    <a:pt x="123" y="183"/>
                    <a:pt x="122" y="183"/>
                    <a:pt x="122" y="183"/>
                  </a:cubicBezTo>
                  <a:cubicBezTo>
                    <a:pt x="122" y="188"/>
                    <a:pt x="125" y="188"/>
                    <a:pt x="126" y="189"/>
                  </a:cubicBezTo>
                  <a:cubicBezTo>
                    <a:pt x="126" y="193"/>
                    <a:pt x="126" y="193"/>
                    <a:pt x="126" y="193"/>
                  </a:cubicBezTo>
                  <a:cubicBezTo>
                    <a:pt x="127" y="193"/>
                    <a:pt x="127" y="193"/>
                    <a:pt x="127" y="193"/>
                  </a:cubicBezTo>
                  <a:cubicBezTo>
                    <a:pt x="130" y="197"/>
                    <a:pt x="134" y="202"/>
                    <a:pt x="132" y="203"/>
                  </a:cubicBezTo>
                  <a:cubicBezTo>
                    <a:pt x="134" y="205"/>
                    <a:pt x="136" y="206"/>
                    <a:pt x="135" y="203"/>
                  </a:cubicBezTo>
                  <a:cubicBezTo>
                    <a:pt x="136" y="205"/>
                    <a:pt x="140" y="212"/>
                    <a:pt x="151" y="211"/>
                  </a:cubicBezTo>
                  <a:cubicBezTo>
                    <a:pt x="161" y="208"/>
                    <a:pt x="165" y="201"/>
                    <a:pt x="167" y="197"/>
                  </a:cubicBezTo>
                  <a:cubicBezTo>
                    <a:pt x="164" y="201"/>
                    <a:pt x="163" y="200"/>
                    <a:pt x="162" y="200"/>
                  </a:cubicBezTo>
                  <a:cubicBezTo>
                    <a:pt x="161" y="197"/>
                    <a:pt x="164" y="198"/>
                    <a:pt x="164" y="194"/>
                  </a:cubicBezTo>
                  <a:cubicBezTo>
                    <a:pt x="165" y="195"/>
                    <a:pt x="167" y="192"/>
                    <a:pt x="166" y="196"/>
                  </a:cubicBezTo>
                  <a:cubicBezTo>
                    <a:pt x="170" y="191"/>
                    <a:pt x="171" y="185"/>
                    <a:pt x="173" y="179"/>
                  </a:cubicBezTo>
                  <a:cubicBezTo>
                    <a:pt x="173" y="180"/>
                    <a:pt x="173" y="180"/>
                    <a:pt x="174" y="181"/>
                  </a:cubicBezTo>
                  <a:cubicBezTo>
                    <a:pt x="174" y="181"/>
                    <a:pt x="174" y="181"/>
                    <a:pt x="174" y="182"/>
                  </a:cubicBezTo>
                  <a:cubicBezTo>
                    <a:pt x="174" y="182"/>
                    <a:pt x="174" y="182"/>
                    <a:pt x="174" y="183"/>
                  </a:cubicBezTo>
                  <a:cubicBezTo>
                    <a:pt x="175" y="184"/>
                    <a:pt x="175" y="185"/>
                    <a:pt x="176" y="186"/>
                  </a:cubicBezTo>
                  <a:cubicBezTo>
                    <a:pt x="175" y="185"/>
                    <a:pt x="175" y="185"/>
                    <a:pt x="175" y="184"/>
                  </a:cubicBezTo>
                  <a:cubicBezTo>
                    <a:pt x="175" y="185"/>
                    <a:pt x="175" y="186"/>
                    <a:pt x="176" y="187"/>
                  </a:cubicBezTo>
                  <a:cubicBezTo>
                    <a:pt x="176" y="187"/>
                    <a:pt x="176" y="187"/>
                    <a:pt x="176" y="187"/>
                  </a:cubicBezTo>
                  <a:cubicBezTo>
                    <a:pt x="177" y="189"/>
                    <a:pt x="177" y="190"/>
                    <a:pt x="178" y="191"/>
                  </a:cubicBezTo>
                  <a:cubicBezTo>
                    <a:pt x="176" y="191"/>
                    <a:pt x="176" y="191"/>
                    <a:pt x="176" y="191"/>
                  </a:cubicBezTo>
                  <a:cubicBezTo>
                    <a:pt x="176" y="194"/>
                    <a:pt x="188" y="201"/>
                    <a:pt x="189" y="198"/>
                  </a:cubicBezTo>
                  <a:cubicBezTo>
                    <a:pt x="205" y="196"/>
                    <a:pt x="210" y="186"/>
                    <a:pt x="213" y="179"/>
                  </a:cubicBezTo>
                  <a:cubicBezTo>
                    <a:pt x="214" y="178"/>
                    <a:pt x="214" y="178"/>
                    <a:pt x="214" y="178"/>
                  </a:cubicBezTo>
                  <a:cubicBezTo>
                    <a:pt x="214" y="178"/>
                    <a:pt x="214" y="178"/>
                    <a:pt x="214" y="178"/>
                  </a:cubicBezTo>
                  <a:cubicBezTo>
                    <a:pt x="214" y="178"/>
                    <a:pt x="214" y="177"/>
                    <a:pt x="214" y="177"/>
                  </a:cubicBezTo>
                  <a:cubicBezTo>
                    <a:pt x="214" y="177"/>
                    <a:pt x="215" y="177"/>
                    <a:pt x="215" y="177"/>
                  </a:cubicBezTo>
                  <a:cubicBezTo>
                    <a:pt x="219" y="183"/>
                    <a:pt x="215" y="181"/>
                    <a:pt x="216" y="184"/>
                  </a:cubicBezTo>
                  <a:cubicBezTo>
                    <a:pt x="224" y="191"/>
                    <a:pt x="234" y="187"/>
                    <a:pt x="239" y="182"/>
                  </a:cubicBezTo>
                  <a:cubicBezTo>
                    <a:pt x="239" y="182"/>
                    <a:pt x="240" y="183"/>
                    <a:pt x="239" y="183"/>
                  </a:cubicBezTo>
                  <a:cubicBezTo>
                    <a:pt x="244" y="179"/>
                    <a:pt x="250" y="173"/>
                    <a:pt x="253" y="167"/>
                  </a:cubicBezTo>
                  <a:cubicBezTo>
                    <a:pt x="255" y="173"/>
                    <a:pt x="258" y="178"/>
                    <a:pt x="262" y="183"/>
                  </a:cubicBezTo>
                  <a:cubicBezTo>
                    <a:pt x="272" y="194"/>
                    <a:pt x="282" y="179"/>
                    <a:pt x="282" y="172"/>
                  </a:cubicBezTo>
                  <a:cubicBezTo>
                    <a:pt x="282" y="171"/>
                    <a:pt x="283" y="172"/>
                    <a:pt x="283" y="173"/>
                  </a:cubicBezTo>
                  <a:cubicBezTo>
                    <a:pt x="283" y="162"/>
                    <a:pt x="288" y="150"/>
                    <a:pt x="283" y="141"/>
                  </a:cubicBezTo>
                  <a:cubicBezTo>
                    <a:pt x="281" y="138"/>
                    <a:pt x="281" y="138"/>
                    <a:pt x="281" y="138"/>
                  </a:cubicBezTo>
                  <a:cubicBezTo>
                    <a:pt x="282" y="136"/>
                    <a:pt x="283" y="136"/>
                    <a:pt x="284" y="134"/>
                  </a:cubicBezTo>
                  <a:cubicBezTo>
                    <a:pt x="283" y="132"/>
                    <a:pt x="283" y="124"/>
                    <a:pt x="282" y="122"/>
                  </a:cubicBezTo>
                  <a:cubicBezTo>
                    <a:pt x="283" y="121"/>
                    <a:pt x="283" y="123"/>
                    <a:pt x="283" y="123"/>
                  </a:cubicBezTo>
                  <a:cubicBezTo>
                    <a:pt x="284" y="122"/>
                    <a:pt x="284" y="121"/>
                    <a:pt x="284" y="120"/>
                  </a:cubicBezTo>
                  <a:cubicBezTo>
                    <a:pt x="285" y="120"/>
                    <a:pt x="286" y="120"/>
                    <a:pt x="287" y="120"/>
                  </a:cubicBezTo>
                  <a:cubicBezTo>
                    <a:pt x="293" y="141"/>
                    <a:pt x="294" y="171"/>
                    <a:pt x="312" y="180"/>
                  </a:cubicBezTo>
                  <a:cubicBezTo>
                    <a:pt x="316" y="182"/>
                    <a:pt x="313" y="183"/>
                    <a:pt x="315" y="184"/>
                  </a:cubicBezTo>
                  <a:cubicBezTo>
                    <a:pt x="325" y="187"/>
                    <a:pt x="336" y="188"/>
                    <a:pt x="347" y="188"/>
                  </a:cubicBezTo>
                  <a:cubicBezTo>
                    <a:pt x="346" y="189"/>
                    <a:pt x="345" y="190"/>
                    <a:pt x="344" y="191"/>
                  </a:cubicBezTo>
                  <a:cubicBezTo>
                    <a:pt x="346" y="193"/>
                    <a:pt x="342" y="195"/>
                    <a:pt x="343" y="196"/>
                  </a:cubicBezTo>
                  <a:cubicBezTo>
                    <a:pt x="343" y="196"/>
                    <a:pt x="343" y="196"/>
                    <a:pt x="343" y="195"/>
                  </a:cubicBezTo>
                  <a:cubicBezTo>
                    <a:pt x="340" y="201"/>
                    <a:pt x="343" y="196"/>
                    <a:pt x="338" y="200"/>
                  </a:cubicBezTo>
                  <a:cubicBezTo>
                    <a:pt x="327" y="213"/>
                    <a:pt x="329" y="230"/>
                    <a:pt x="329" y="240"/>
                  </a:cubicBezTo>
                  <a:cubicBezTo>
                    <a:pt x="330" y="251"/>
                    <a:pt x="331" y="257"/>
                    <a:pt x="326" y="263"/>
                  </a:cubicBezTo>
                  <a:cubicBezTo>
                    <a:pt x="327" y="267"/>
                    <a:pt x="324" y="267"/>
                    <a:pt x="325" y="270"/>
                  </a:cubicBezTo>
                  <a:cubicBezTo>
                    <a:pt x="324" y="269"/>
                    <a:pt x="324" y="269"/>
                    <a:pt x="324" y="269"/>
                  </a:cubicBezTo>
                  <a:cubicBezTo>
                    <a:pt x="324" y="271"/>
                    <a:pt x="323" y="270"/>
                    <a:pt x="321" y="270"/>
                  </a:cubicBezTo>
                  <a:cubicBezTo>
                    <a:pt x="321" y="271"/>
                    <a:pt x="320" y="271"/>
                    <a:pt x="321" y="272"/>
                  </a:cubicBezTo>
                  <a:cubicBezTo>
                    <a:pt x="322" y="274"/>
                    <a:pt x="319" y="270"/>
                    <a:pt x="318" y="271"/>
                  </a:cubicBezTo>
                  <a:cubicBezTo>
                    <a:pt x="318" y="271"/>
                    <a:pt x="319" y="272"/>
                    <a:pt x="318" y="272"/>
                  </a:cubicBezTo>
                  <a:cubicBezTo>
                    <a:pt x="317" y="275"/>
                    <a:pt x="318" y="271"/>
                    <a:pt x="315" y="270"/>
                  </a:cubicBezTo>
                  <a:cubicBezTo>
                    <a:pt x="311" y="273"/>
                    <a:pt x="306" y="276"/>
                    <a:pt x="302" y="277"/>
                  </a:cubicBezTo>
                  <a:cubicBezTo>
                    <a:pt x="302" y="277"/>
                    <a:pt x="303" y="278"/>
                    <a:pt x="302" y="278"/>
                  </a:cubicBezTo>
                  <a:cubicBezTo>
                    <a:pt x="301" y="275"/>
                    <a:pt x="301" y="280"/>
                    <a:pt x="299" y="279"/>
                  </a:cubicBezTo>
                  <a:cubicBezTo>
                    <a:pt x="300" y="277"/>
                    <a:pt x="300" y="277"/>
                    <a:pt x="300" y="277"/>
                  </a:cubicBezTo>
                  <a:cubicBezTo>
                    <a:pt x="297" y="277"/>
                    <a:pt x="296" y="279"/>
                    <a:pt x="293" y="279"/>
                  </a:cubicBezTo>
                  <a:cubicBezTo>
                    <a:pt x="292" y="280"/>
                    <a:pt x="288" y="279"/>
                    <a:pt x="287" y="281"/>
                  </a:cubicBezTo>
                  <a:cubicBezTo>
                    <a:pt x="287" y="280"/>
                    <a:pt x="286" y="280"/>
                    <a:pt x="285" y="280"/>
                  </a:cubicBezTo>
                  <a:cubicBezTo>
                    <a:pt x="285" y="284"/>
                    <a:pt x="281" y="280"/>
                    <a:pt x="280" y="284"/>
                  </a:cubicBezTo>
                  <a:cubicBezTo>
                    <a:pt x="280" y="283"/>
                    <a:pt x="280" y="283"/>
                    <a:pt x="280" y="283"/>
                  </a:cubicBezTo>
                  <a:cubicBezTo>
                    <a:pt x="274" y="287"/>
                    <a:pt x="267" y="290"/>
                    <a:pt x="263" y="297"/>
                  </a:cubicBezTo>
                  <a:cubicBezTo>
                    <a:pt x="260" y="300"/>
                    <a:pt x="256" y="300"/>
                    <a:pt x="254" y="305"/>
                  </a:cubicBezTo>
                  <a:cubicBezTo>
                    <a:pt x="254" y="306"/>
                    <a:pt x="255" y="306"/>
                    <a:pt x="255" y="307"/>
                  </a:cubicBezTo>
                  <a:cubicBezTo>
                    <a:pt x="255" y="308"/>
                    <a:pt x="254" y="306"/>
                    <a:pt x="254" y="306"/>
                  </a:cubicBezTo>
                  <a:cubicBezTo>
                    <a:pt x="254" y="309"/>
                    <a:pt x="251" y="310"/>
                    <a:pt x="250" y="312"/>
                  </a:cubicBezTo>
                  <a:cubicBezTo>
                    <a:pt x="250" y="313"/>
                    <a:pt x="250" y="314"/>
                    <a:pt x="251" y="314"/>
                  </a:cubicBezTo>
                  <a:cubicBezTo>
                    <a:pt x="247" y="315"/>
                    <a:pt x="248" y="320"/>
                    <a:pt x="245" y="322"/>
                  </a:cubicBezTo>
                  <a:cubicBezTo>
                    <a:pt x="248" y="322"/>
                    <a:pt x="246" y="324"/>
                    <a:pt x="247" y="325"/>
                  </a:cubicBezTo>
                  <a:cubicBezTo>
                    <a:pt x="246" y="326"/>
                    <a:pt x="245" y="326"/>
                    <a:pt x="245" y="325"/>
                  </a:cubicBezTo>
                  <a:cubicBezTo>
                    <a:pt x="245" y="327"/>
                    <a:pt x="244" y="328"/>
                    <a:pt x="243" y="330"/>
                  </a:cubicBezTo>
                  <a:cubicBezTo>
                    <a:pt x="243" y="332"/>
                    <a:pt x="244" y="333"/>
                    <a:pt x="243" y="334"/>
                  </a:cubicBezTo>
                  <a:cubicBezTo>
                    <a:pt x="241" y="334"/>
                    <a:pt x="242" y="336"/>
                    <a:pt x="241" y="338"/>
                  </a:cubicBezTo>
                  <a:cubicBezTo>
                    <a:pt x="243" y="338"/>
                    <a:pt x="244" y="340"/>
                    <a:pt x="243" y="341"/>
                  </a:cubicBezTo>
                  <a:cubicBezTo>
                    <a:pt x="240" y="340"/>
                    <a:pt x="240" y="340"/>
                    <a:pt x="240" y="340"/>
                  </a:cubicBezTo>
                  <a:cubicBezTo>
                    <a:pt x="241" y="344"/>
                    <a:pt x="237" y="350"/>
                    <a:pt x="240" y="355"/>
                  </a:cubicBezTo>
                  <a:cubicBezTo>
                    <a:pt x="238" y="355"/>
                    <a:pt x="238" y="355"/>
                    <a:pt x="238" y="355"/>
                  </a:cubicBezTo>
                  <a:cubicBezTo>
                    <a:pt x="239" y="360"/>
                    <a:pt x="236" y="365"/>
                    <a:pt x="239" y="370"/>
                  </a:cubicBezTo>
                  <a:cubicBezTo>
                    <a:pt x="238" y="371"/>
                    <a:pt x="237" y="373"/>
                    <a:pt x="237" y="374"/>
                  </a:cubicBezTo>
                  <a:cubicBezTo>
                    <a:pt x="239" y="376"/>
                    <a:pt x="238" y="376"/>
                    <a:pt x="241" y="378"/>
                  </a:cubicBezTo>
                  <a:cubicBezTo>
                    <a:pt x="241" y="378"/>
                    <a:pt x="239" y="379"/>
                    <a:pt x="239" y="379"/>
                  </a:cubicBezTo>
                  <a:cubicBezTo>
                    <a:pt x="238" y="381"/>
                    <a:pt x="236" y="383"/>
                    <a:pt x="238" y="385"/>
                  </a:cubicBezTo>
                  <a:cubicBezTo>
                    <a:pt x="237" y="385"/>
                    <a:pt x="237" y="385"/>
                    <a:pt x="237" y="385"/>
                  </a:cubicBezTo>
                  <a:cubicBezTo>
                    <a:pt x="238" y="387"/>
                    <a:pt x="240" y="389"/>
                    <a:pt x="238" y="391"/>
                  </a:cubicBezTo>
                  <a:cubicBezTo>
                    <a:pt x="239" y="391"/>
                    <a:pt x="239" y="393"/>
                    <a:pt x="241" y="393"/>
                  </a:cubicBezTo>
                  <a:cubicBezTo>
                    <a:pt x="241" y="393"/>
                    <a:pt x="239" y="393"/>
                    <a:pt x="240" y="394"/>
                  </a:cubicBezTo>
                  <a:cubicBezTo>
                    <a:pt x="238" y="393"/>
                    <a:pt x="238" y="393"/>
                    <a:pt x="238" y="393"/>
                  </a:cubicBezTo>
                  <a:cubicBezTo>
                    <a:pt x="237" y="397"/>
                    <a:pt x="238" y="401"/>
                    <a:pt x="239" y="405"/>
                  </a:cubicBezTo>
                  <a:cubicBezTo>
                    <a:pt x="236" y="406"/>
                    <a:pt x="239" y="409"/>
                    <a:pt x="237" y="411"/>
                  </a:cubicBezTo>
                  <a:cubicBezTo>
                    <a:pt x="239" y="412"/>
                    <a:pt x="237" y="415"/>
                    <a:pt x="240" y="416"/>
                  </a:cubicBezTo>
                  <a:cubicBezTo>
                    <a:pt x="238" y="416"/>
                    <a:pt x="238" y="416"/>
                    <a:pt x="238" y="416"/>
                  </a:cubicBezTo>
                  <a:cubicBezTo>
                    <a:pt x="238" y="418"/>
                    <a:pt x="238" y="420"/>
                    <a:pt x="237" y="423"/>
                  </a:cubicBezTo>
                  <a:cubicBezTo>
                    <a:pt x="237" y="424"/>
                    <a:pt x="239" y="424"/>
                    <a:pt x="240" y="425"/>
                  </a:cubicBezTo>
                  <a:cubicBezTo>
                    <a:pt x="238" y="425"/>
                    <a:pt x="238" y="425"/>
                    <a:pt x="238" y="425"/>
                  </a:cubicBezTo>
                  <a:cubicBezTo>
                    <a:pt x="239" y="426"/>
                    <a:pt x="241" y="427"/>
                    <a:pt x="243" y="427"/>
                  </a:cubicBezTo>
                  <a:cubicBezTo>
                    <a:pt x="242" y="428"/>
                    <a:pt x="243" y="428"/>
                    <a:pt x="242" y="429"/>
                  </a:cubicBezTo>
                  <a:cubicBezTo>
                    <a:pt x="241" y="428"/>
                    <a:pt x="239" y="428"/>
                    <a:pt x="237" y="427"/>
                  </a:cubicBezTo>
                  <a:cubicBezTo>
                    <a:pt x="237" y="428"/>
                    <a:pt x="240" y="430"/>
                    <a:pt x="238" y="431"/>
                  </a:cubicBezTo>
                  <a:cubicBezTo>
                    <a:pt x="238" y="432"/>
                    <a:pt x="239" y="433"/>
                    <a:pt x="241" y="433"/>
                  </a:cubicBezTo>
                  <a:cubicBezTo>
                    <a:pt x="240" y="433"/>
                    <a:pt x="239" y="434"/>
                    <a:pt x="239" y="433"/>
                  </a:cubicBezTo>
                  <a:cubicBezTo>
                    <a:pt x="239" y="434"/>
                    <a:pt x="239" y="435"/>
                    <a:pt x="240" y="435"/>
                  </a:cubicBezTo>
                  <a:cubicBezTo>
                    <a:pt x="240" y="435"/>
                    <a:pt x="240" y="435"/>
                    <a:pt x="240" y="435"/>
                  </a:cubicBezTo>
                  <a:cubicBezTo>
                    <a:pt x="241" y="435"/>
                    <a:pt x="241" y="436"/>
                    <a:pt x="243" y="436"/>
                  </a:cubicBezTo>
                  <a:cubicBezTo>
                    <a:pt x="243" y="435"/>
                    <a:pt x="243" y="435"/>
                    <a:pt x="243" y="435"/>
                  </a:cubicBezTo>
                  <a:cubicBezTo>
                    <a:pt x="244" y="435"/>
                    <a:pt x="245" y="436"/>
                    <a:pt x="243" y="437"/>
                  </a:cubicBezTo>
                  <a:cubicBezTo>
                    <a:pt x="242" y="437"/>
                    <a:pt x="241" y="436"/>
                    <a:pt x="240" y="437"/>
                  </a:cubicBezTo>
                  <a:cubicBezTo>
                    <a:pt x="244" y="439"/>
                    <a:pt x="244" y="439"/>
                    <a:pt x="244" y="439"/>
                  </a:cubicBezTo>
                  <a:cubicBezTo>
                    <a:pt x="243" y="439"/>
                    <a:pt x="244" y="438"/>
                    <a:pt x="245" y="438"/>
                  </a:cubicBezTo>
                  <a:cubicBezTo>
                    <a:pt x="244" y="437"/>
                    <a:pt x="244" y="437"/>
                    <a:pt x="244" y="437"/>
                  </a:cubicBezTo>
                  <a:cubicBezTo>
                    <a:pt x="246" y="437"/>
                    <a:pt x="246" y="437"/>
                    <a:pt x="246" y="437"/>
                  </a:cubicBezTo>
                  <a:cubicBezTo>
                    <a:pt x="245" y="435"/>
                    <a:pt x="246" y="434"/>
                    <a:pt x="245" y="432"/>
                  </a:cubicBezTo>
                  <a:cubicBezTo>
                    <a:pt x="244" y="433"/>
                    <a:pt x="244" y="433"/>
                    <a:pt x="244" y="433"/>
                  </a:cubicBezTo>
                  <a:cubicBezTo>
                    <a:pt x="243" y="432"/>
                    <a:pt x="241" y="431"/>
                    <a:pt x="243" y="430"/>
                  </a:cubicBezTo>
                  <a:cubicBezTo>
                    <a:pt x="244" y="430"/>
                    <a:pt x="244" y="430"/>
                    <a:pt x="245" y="430"/>
                  </a:cubicBezTo>
                  <a:cubicBezTo>
                    <a:pt x="245" y="430"/>
                    <a:pt x="244" y="430"/>
                    <a:pt x="244" y="429"/>
                  </a:cubicBezTo>
                  <a:cubicBezTo>
                    <a:pt x="247" y="430"/>
                    <a:pt x="247" y="430"/>
                    <a:pt x="247" y="430"/>
                  </a:cubicBezTo>
                  <a:cubicBezTo>
                    <a:pt x="243" y="429"/>
                    <a:pt x="246" y="427"/>
                    <a:pt x="245" y="427"/>
                  </a:cubicBezTo>
                  <a:cubicBezTo>
                    <a:pt x="246" y="427"/>
                    <a:pt x="246" y="427"/>
                    <a:pt x="246" y="427"/>
                  </a:cubicBezTo>
                  <a:cubicBezTo>
                    <a:pt x="247" y="425"/>
                    <a:pt x="244" y="427"/>
                    <a:pt x="244" y="426"/>
                  </a:cubicBezTo>
                  <a:cubicBezTo>
                    <a:pt x="245" y="425"/>
                    <a:pt x="247" y="426"/>
                    <a:pt x="248" y="425"/>
                  </a:cubicBezTo>
                  <a:cubicBezTo>
                    <a:pt x="248" y="423"/>
                    <a:pt x="246" y="421"/>
                    <a:pt x="248" y="419"/>
                  </a:cubicBezTo>
                  <a:cubicBezTo>
                    <a:pt x="248" y="418"/>
                    <a:pt x="247" y="416"/>
                    <a:pt x="246" y="415"/>
                  </a:cubicBezTo>
                  <a:cubicBezTo>
                    <a:pt x="246" y="414"/>
                    <a:pt x="248" y="415"/>
                    <a:pt x="247" y="414"/>
                  </a:cubicBezTo>
                  <a:cubicBezTo>
                    <a:pt x="248" y="414"/>
                    <a:pt x="249" y="414"/>
                    <a:pt x="250" y="414"/>
                  </a:cubicBezTo>
                  <a:cubicBezTo>
                    <a:pt x="249" y="414"/>
                    <a:pt x="250" y="412"/>
                    <a:pt x="248" y="413"/>
                  </a:cubicBezTo>
                  <a:cubicBezTo>
                    <a:pt x="249" y="411"/>
                    <a:pt x="249" y="409"/>
                    <a:pt x="249" y="407"/>
                  </a:cubicBezTo>
                  <a:cubicBezTo>
                    <a:pt x="249" y="408"/>
                    <a:pt x="250" y="408"/>
                    <a:pt x="251" y="407"/>
                  </a:cubicBezTo>
                  <a:cubicBezTo>
                    <a:pt x="250" y="406"/>
                    <a:pt x="249" y="405"/>
                    <a:pt x="249" y="403"/>
                  </a:cubicBezTo>
                  <a:cubicBezTo>
                    <a:pt x="248" y="403"/>
                    <a:pt x="248" y="404"/>
                    <a:pt x="246" y="403"/>
                  </a:cubicBezTo>
                  <a:cubicBezTo>
                    <a:pt x="246" y="403"/>
                    <a:pt x="245" y="403"/>
                    <a:pt x="245" y="402"/>
                  </a:cubicBezTo>
                  <a:cubicBezTo>
                    <a:pt x="247" y="402"/>
                    <a:pt x="250" y="403"/>
                    <a:pt x="250" y="401"/>
                  </a:cubicBezTo>
                  <a:cubicBezTo>
                    <a:pt x="253" y="402"/>
                    <a:pt x="249" y="404"/>
                    <a:pt x="252" y="403"/>
                  </a:cubicBezTo>
                  <a:cubicBezTo>
                    <a:pt x="254" y="404"/>
                    <a:pt x="254" y="406"/>
                    <a:pt x="253" y="407"/>
                  </a:cubicBezTo>
                  <a:cubicBezTo>
                    <a:pt x="255" y="408"/>
                    <a:pt x="253" y="406"/>
                    <a:pt x="256" y="406"/>
                  </a:cubicBezTo>
                  <a:cubicBezTo>
                    <a:pt x="256" y="405"/>
                    <a:pt x="254" y="405"/>
                    <a:pt x="254" y="403"/>
                  </a:cubicBezTo>
                  <a:cubicBezTo>
                    <a:pt x="253" y="403"/>
                    <a:pt x="253" y="403"/>
                    <a:pt x="252" y="402"/>
                  </a:cubicBezTo>
                  <a:cubicBezTo>
                    <a:pt x="249" y="401"/>
                    <a:pt x="254" y="401"/>
                    <a:pt x="254" y="400"/>
                  </a:cubicBezTo>
                  <a:cubicBezTo>
                    <a:pt x="254" y="401"/>
                    <a:pt x="254" y="401"/>
                    <a:pt x="254" y="401"/>
                  </a:cubicBezTo>
                  <a:cubicBezTo>
                    <a:pt x="255" y="400"/>
                    <a:pt x="254" y="400"/>
                    <a:pt x="254" y="399"/>
                  </a:cubicBezTo>
                  <a:cubicBezTo>
                    <a:pt x="257" y="398"/>
                    <a:pt x="254" y="400"/>
                    <a:pt x="256" y="401"/>
                  </a:cubicBezTo>
                  <a:cubicBezTo>
                    <a:pt x="258" y="400"/>
                    <a:pt x="258" y="400"/>
                    <a:pt x="258" y="400"/>
                  </a:cubicBezTo>
                  <a:cubicBezTo>
                    <a:pt x="259" y="399"/>
                    <a:pt x="256" y="400"/>
                    <a:pt x="257" y="398"/>
                  </a:cubicBezTo>
                  <a:cubicBezTo>
                    <a:pt x="258" y="398"/>
                    <a:pt x="258" y="398"/>
                    <a:pt x="258" y="398"/>
                  </a:cubicBezTo>
                  <a:cubicBezTo>
                    <a:pt x="257" y="397"/>
                    <a:pt x="257" y="397"/>
                    <a:pt x="257" y="397"/>
                  </a:cubicBezTo>
                  <a:cubicBezTo>
                    <a:pt x="256" y="397"/>
                    <a:pt x="254" y="397"/>
                    <a:pt x="254" y="398"/>
                  </a:cubicBezTo>
                  <a:cubicBezTo>
                    <a:pt x="251" y="397"/>
                    <a:pt x="254" y="397"/>
                    <a:pt x="254" y="396"/>
                  </a:cubicBezTo>
                  <a:cubicBezTo>
                    <a:pt x="252" y="395"/>
                    <a:pt x="254" y="396"/>
                    <a:pt x="252" y="396"/>
                  </a:cubicBezTo>
                  <a:cubicBezTo>
                    <a:pt x="250" y="396"/>
                    <a:pt x="250" y="395"/>
                    <a:pt x="250" y="394"/>
                  </a:cubicBezTo>
                  <a:cubicBezTo>
                    <a:pt x="250" y="393"/>
                    <a:pt x="252" y="394"/>
                    <a:pt x="253" y="393"/>
                  </a:cubicBezTo>
                  <a:cubicBezTo>
                    <a:pt x="254" y="394"/>
                    <a:pt x="254" y="395"/>
                    <a:pt x="253" y="394"/>
                  </a:cubicBezTo>
                  <a:cubicBezTo>
                    <a:pt x="254" y="396"/>
                    <a:pt x="256" y="394"/>
                    <a:pt x="258" y="395"/>
                  </a:cubicBezTo>
                  <a:cubicBezTo>
                    <a:pt x="259" y="394"/>
                    <a:pt x="257" y="394"/>
                    <a:pt x="256" y="393"/>
                  </a:cubicBezTo>
                  <a:cubicBezTo>
                    <a:pt x="256" y="394"/>
                    <a:pt x="254" y="393"/>
                    <a:pt x="254" y="393"/>
                  </a:cubicBezTo>
                  <a:cubicBezTo>
                    <a:pt x="249" y="391"/>
                    <a:pt x="257" y="392"/>
                    <a:pt x="257" y="390"/>
                  </a:cubicBezTo>
                  <a:cubicBezTo>
                    <a:pt x="253" y="390"/>
                    <a:pt x="252" y="387"/>
                    <a:pt x="249" y="389"/>
                  </a:cubicBezTo>
                  <a:cubicBezTo>
                    <a:pt x="248" y="388"/>
                    <a:pt x="248" y="387"/>
                    <a:pt x="248" y="387"/>
                  </a:cubicBezTo>
                  <a:cubicBezTo>
                    <a:pt x="250" y="388"/>
                    <a:pt x="250" y="386"/>
                    <a:pt x="252" y="387"/>
                  </a:cubicBezTo>
                  <a:cubicBezTo>
                    <a:pt x="252" y="386"/>
                    <a:pt x="252" y="386"/>
                    <a:pt x="252" y="386"/>
                  </a:cubicBezTo>
                  <a:cubicBezTo>
                    <a:pt x="254" y="388"/>
                    <a:pt x="254" y="388"/>
                    <a:pt x="254" y="388"/>
                  </a:cubicBezTo>
                  <a:cubicBezTo>
                    <a:pt x="256" y="387"/>
                    <a:pt x="257" y="385"/>
                    <a:pt x="258" y="386"/>
                  </a:cubicBezTo>
                  <a:cubicBezTo>
                    <a:pt x="257" y="385"/>
                    <a:pt x="256" y="386"/>
                    <a:pt x="256" y="385"/>
                  </a:cubicBezTo>
                  <a:cubicBezTo>
                    <a:pt x="257" y="385"/>
                    <a:pt x="258" y="385"/>
                    <a:pt x="258" y="384"/>
                  </a:cubicBezTo>
                  <a:cubicBezTo>
                    <a:pt x="257" y="385"/>
                    <a:pt x="255" y="384"/>
                    <a:pt x="254" y="383"/>
                  </a:cubicBezTo>
                  <a:cubicBezTo>
                    <a:pt x="255" y="382"/>
                    <a:pt x="257" y="382"/>
                    <a:pt x="257" y="382"/>
                  </a:cubicBezTo>
                  <a:cubicBezTo>
                    <a:pt x="259" y="383"/>
                    <a:pt x="259" y="383"/>
                    <a:pt x="259" y="383"/>
                  </a:cubicBezTo>
                  <a:cubicBezTo>
                    <a:pt x="257" y="382"/>
                    <a:pt x="260" y="383"/>
                    <a:pt x="259" y="382"/>
                  </a:cubicBezTo>
                  <a:cubicBezTo>
                    <a:pt x="258" y="381"/>
                    <a:pt x="256" y="381"/>
                    <a:pt x="255" y="380"/>
                  </a:cubicBezTo>
                  <a:cubicBezTo>
                    <a:pt x="254" y="380"/>
                    <a:pt x="256" y="379"/>
                    <a:pt x="256" y="379"/>
                  </a:cubicBezTo>
                  <a:cubicBezTo>
                    <a:pt x="257" y="380"/>
                    <a:pt x="257" y="380"/>
                    <a:pt x="257" y="380"/>
                  </a:cubicBezTo>
                  <a:cubicBezTo>
                    <a:pt x="256" y="379"/>
                    <a:pt x="260" y="380"/>
                    <a:pt x="259" y="379"/>
                  </a:cubicBezTo>
                  <a:cubicBezTo>
                    <a:pt x="258" y="378"/>
                    <a:pt x="258" y="378"/>
                    <a:pt x="258" y="378"/>
                  </a:cubicBezTo>
                  <a:cubicBezTo>
                    <a:pt x="258" y="378"/>
                    <a:pt x="259" y="378"/>
                    <a:pt x="259" y="378"/>
                  </a:cubicBezTo>
                  <a:cubicBezTo>
                    <a:pt x="258" y="378"/>
                    <a:pt x="258" y="377"/>
                    <a:pt x="258" y="377"/>
                  </a:cubicBezTo>
                  <a:cubicBezTo>
                    <a:pt x="259" y="377"/>
                    <a:pt x="259" y="377"/>
                    <a:pt x="259" y="377"/>
                  </a:cubicBezTo>
                  <a:cubicBezTo>
                    <a:pt x="258" y="376"/>
                    <a:pt x="256" y="375"/>
                    <a:pt x="258" y="375"/>
                  </a:cubicBezTo>
                  <a:cubicBezTo>
                    <a:pt x="256" y="375"/>
                    <a:pt x="258" y="376"/>
                    <a:pt x="257" y="376"/>
                  </a:cubicBezTo>
                  <a:cubicBezTo>
                    <a:pt x="255" y="377"/>
                    <a:pt x="255" y="375"/>
                    <a:pt x="255" y="375"/>
                  </a:cubicBezTo>
                  <a:cubicBezTo>
                    <a:pt x="258" y="375"/>
                    <a:pt x="255" y="374"/>
                    <a:pt x="255" y="373"/>
                  </a:cubicBezTo>
                  <a:cubicBezTo>
                    <a:pt x="256" y="373"/>
                    <a:pt x="257" y="372"/>
                    <a:pt x="258" y="372"/>
                  </a:cubicBezTo>
                  <a:cubicBezTo>
                    <a:pt x="256" y="372"/>
                    <a:pt x="256" y="372"/>
                    <a:pt x="256" y="372"/>
                  </a:cubicBezTo>
                  <a:cubicBezTo>
                    <a:pt x="259" y="372"/>
                    <a:pt x="255" y="370"/>
                    <a:pt x="256" y="370"/>
                  </a:cubicBezTo>
                  <a:cubicBezTo>
                    <a:pt x="257" y="370"/>
                    <a:pt x="259" y="370"/>
                    <a:pt x="259" y="370"/>
                  </a:cubicBezTo>
                  <a:cubicBezTo>
                    <a:pt x="257" y="370"/>
                    <a:pt x="256" y="368"/>
                    <a:pt x="254" y="368"/>
                  </a:cubicBezTo>
                  <a:cubicBezTo>
                    <a:pt x="255" y="367"/>
                    <a:pt x="258" y="369"/>
                    <a:pt x="260" y="369"/>
                  </a:cubicBezTo>
                  <a:cubicBezTo>
                    <a:pt x="258" y="368"/>
                    <a:pt x="261" y="367"/>
                    <a:pt x="258" y="366"/>
                  </a:cubicBezTo>
                  <a:cubicBezTo>
                    <a:pt x="257" y="367"/>
                    <a:pt x="257" y="366"/>
                    <a:pt x="256" y="366"/>
                  </a:cubicBezTo>
                  <a:cubicBezTo>
                    <a:pt x="256" y="365"/>
                    <a:pt x="257" y="366"/>
                    <a:pt x="258" y="365"/>
                  </a:cubicBezTo>
                  <a:cubicBezTo>
                    <a:pt x="258" y="365"/>
                    <a:pt x="256" y="364"/>
                    <a:pt x="255" y="365"/>
                  </a:cubicBezTo>
                  <a:cubicBezTo>
                    <a:pt x="255" y="364"/>
                    <a:pt x="253" y="363"/>
                    <a:pt x="255" y="362"/>
                  </a:cubicBezTo>
                  <a:cubicBezTo>
                    <a:pt x="256" y="362"/>
                    <a:pt x="255" y="364"/>
                    <a:pt x="257" y="363"/>
                  </a:cubicBezTo>
                  <a:cubicBezTo>
                    <a:pt x="257" y="362"/>
                    <a:pt x="253" y="362"/>
                    <a:pt x="252" y="360"/>
                  </a:cubicBezTo>
                  <a:cubicBezTo>
                    <a:pt x="251" y="361"/>
                    <a:pt x="248" y="360"/>
                    <a:pt x="248" y="359"/>
                  </a:cubicBezTo>
                  <a:cubicBezTo>
                    <a:pt x="249" y="357"/>
                    <a:pt x="248" y="360"/>
                    <a:pt x="251" y="360"/>
                  </a:cubicBezTo>
                  <a:cubicBezTo>
                    <a:pt x="250" y="359"/>
                    <a:pt x="250" y="359"/>
                    <a:pt x="250" y="359"/>
                  </a:cubicBezTo>
                  <a:cubicBezTo>
                    <a:pt x="254" y="358"/>
                    <a:pt x="255" y="362"/>
                    <a:pt x="257" y="361"/>
                  </a:cubicBezTo>
                  <a:cubicBezTo>
                    <a:pt x="257" y="360"/>
                    <a:pt x="257" y="360"/>
                    <a:pt x="257" y="360"/>
                  </a:cubicBezTo>
                  <a:cubicBezTo>
                    <a:pt x="257" y="360"/>
                    <a:pt x="259" y="361"/>
                    <a:pt x="260" y="361"/>
                  </a:cubicBezTo>
                  <a:cubicBezTo>
                    <a:pt x="258" y="360"/>
                    <a:pt x="259" y="359"/>
                    <a:pt x="259" y="359"/>
                  </a:cubicBezTo>
                  <a:cubicBezTo>
                    <a:pt x="257" y="358"/>
                    <a:pt x="259" y="359"/>
                    <a:pt x="258" y="359"/>
                  </a:cubicBezTo>
                  <a:cubicBezTo>
                    <a:pt x="258" y="358"/>
                    <a:pt x="255" y="357"/>
                    <a:pt x="256" y="356"/>
                  </a:cubicBezTo>
                  <a:cubicBezTo>
                    <a:pt x="257" y="357"/>
                    <a:pt x="259" y="356"/>
                    <a:pt x="259" y="357"/>
                  </a:cubicBezTo>
                  <a:cubicBezTo>
                    <a:pt x="260" y="356"/>
                    <a:pt x="257" y="356"/>
                    <a:pt x="259" y="356"/>
                  </a:cubicBezTo>
                  <a:cubicBezTo>
                    <a:pt x="260" y="356"/>
                    <a:pt x="260" y="356"/>
                    <a:pt x="260" y="356"/>
                  </a:cubicBezTo>
                  <a:cubicBezTo>
                    <a:pt x="260" y="353"/>
                    <a:pt x="261" y="349"/>
                    <a:pt x="257" y="345"/>
                  </a:cubicBezTo>
                  <a:cubicBezTo>
                    <a:pt x="259" y="345"/>
                    <a:pt x="260" y="344"/>
                    <a:pt x="261" y="343"/>
                  </a:cubicBezTo>
                  <a:cubicBezTo>
                    <a:pt x="261" y="343"/>
                    <a:pt x="260" y="343"/>
                    <a:pt x="260" y="342"/>
                  </a:cubicBezTo>
                  <a:cubicBezTo>
                    <a:pt x="262" y="342"/>
                    <a:pt x="262" y="342"/>
                    <a:pt x="262" y="342"/>
                  </a:cubicBezTo>
                  <a:cubicBezTo>
                    <a:pt x="263" y="341"/>
                    <a:pt x="262" y="340"/>
                    <a:pt x="261" y="339"/>
                  </a:cubicBezTo>
                  <a:cubicBezTo>
                    <a:pt x="262" y="339"/>
                    <a:pt x="262" y="339"/>
                    <a:pt x="262" y="339"/>
                  </a:cubicBezTo>
                  <a:cubicBezTo>
                    <a:pt x="264" y="338"/>
                    <a:pt x="261" y="338"/>
                    <a:pt x="261" y="337"/>
                  </a:cubicBezTo>
                  <a:cubicBezTo>
                    <a:pt x="263" y="337"/>
                    <a:pt x="263" y="337"/>
                    <a:pt x="263" y="337"/>
                  </a:cubicBezTo>
                  <a:cubicBezTo>
                    <a:pt x="261" y="337"/>
                    <a:pt x="261" y="337"/>
                    <a:pt x="261" y="337"/>
                  </a:cubicBezTo>
                  <a:cubicBezTo>
                    <a:pt x="261" y="336"/>
                    <a:pt x="262" y="335"/>
                    <a:pt x="264" y="336"/>
                  </a:cubicBezTo>
                  <a:cubicBezTo>
                    <a:pt x="263" y="335"/>
                    <a:pt x="263" y="335"/>
                    <a:pt x="262" y="335"/>
                  </a:cubicBezTo>
                  <a:cubicBezTo>
                    <a:pt x="264" y="335"/>
                    <a:pt x="264" y="332"/>
                    <a:pt x="264" y="331"/>
                  </a:cubicBezTo>
                  <a:cubicBezTo>
                    <a:pt x="263" y="331"/>
                    <a:pt x="263" y="331"/>
                    <a:pt x="261" y="330"/>
                  </a:cubicBezTo>
                  <a:cubicBezTo>
                    <a:pt x="259" y="329"/>
                    <a:pt x="262" y="330"/>
                    <a:pt x="261" y="329"/>
                  </a:cubicBezTo>
                  <a:cubicBezTo>
                    <a:pt x="262" y="329"/>
                    <a:pt x="263" y="329"/>
                    <a:pt x="263" y="330"/>
                  </a:cubicBezTo>
                  <a:cubicBezTo>
                    <a:pt x="266" y="329"/>
                    <a:pt x="266" y="326"/>
                    <a:pt x="268" y="325"/>
                  </a:cubicBezTo>
                  <a:cubicBezTo>
                    <a:pt x="267" y="324"/>
                    <a:pt x="267" y="324"/>
                    <a:pt x="267" y="324"/>
                  </a:cubicBezTo>
                  <a:cubicBezTo>
                    <a:pt x="270" y="323"/>
                    <a:pt x="268" y="321"/>
                    <a:pt x="270" y="320"/>
                  </a:cubicBezTo>
                  <a:cubicBezTo>
                    <a:pt x="269" y="320"/>
                    <a:pt x="267" y="318"/>
                    <a:pt x="268" y="317"/>
                  </a:cubicBezTo>
                  <a:cubicBezTo>
                    <a:pt x="266" y="315"/>
                    <a:pt x="270" y="318"/>
                    <a:pt x="271" y="318"/>
                  </a:cubicBezTo>
                  <a:cubicBezTo>
                    <a:pt x="271" y="317"/>
                    <a:pt x="271" y="316"/>
                    <a:pt x="271" y="316"/>
                  </a:cubicBezTo>
                  <a:cubicBezTo>
                    <a:pt x="272" y="316"/>
                    <a:pt x="272" y="316"/>
                    <a:pt x="272" y="316"/>
                  </a:cubicBezTo>
                  <a:cubicBezTo>
                    <a:pt x="271" y="315"/>
                    <a:pt x="271" y="314"/>
                    <a:pt x="272" y="314"/>
                  </a:cubicBezTo>
                  <a:cubicBezTo>
                    <a:pt x="272" y="314"/>
                    <a:pt x="272" y="314"/>
                    <a:pt x="272" y="314"/>
                  </a:cubicBezTo>
                  <a:cubicBezTo>
                    <a:pt x="273" y="314"/>
                    <a:pt x="274" y="314"/>
                    <a:pt x="274" y="313"/>
                  </a:cubicBezTo>
                  <a:cubicBezTo>
                    <a:pt x="274" y="311"/>
                    <a:pt x="275" y="312"/>
                    <a:pt x="274" y="310"/>
                  </a:cubicBezTo>
                  <a:cubicBezTo>
                    <a:pt x="275" y="311"/>
                    <a:pt x="275" y="311"/>
                    <a:pt x="275" y="311"/>
                  </a:cubicBezTo>
                  <a:cubicBezTo>
                    <a:pt x="273" y="310"/>
                    <a:pt x="273" y="310"/>
                    <a:pt x="273" y="310"/>
                  </a:cubicBezTo>
                  <a:cubicBezTo>
                    <a:pt x="275" y="309"/>
                    <a:pt x="275" y="309"/>
                    <a:pt x="275" y="309"/>
                  </a:cubicBezTo>
                  <a:cubicBezTo>
                    <a:pt x="276" y="311"/>
                    <a:pt x="276" y="311"/>
                    <a:pt x="276" y="311"/>
                  </a:cubicBezTo>
                  <a:cubicBezTo>
                    <a:pt x="277" y="311"/>
                    <a:pt x="275" y="310"/>
                    <a:pt x="275" y="309"/>
                  </a:cubicBezTo>
                  <a:cubicBezTo>
                    <a:pt x="274" y="308"/>
                    <a:pt x="275" y="309"/>
                    <a:pt x="276" y="309"/>
                  </a:cubicBezTo>
                  <a:cubicBezTo>
                    <a:pt x="277" y="310"/>
                    <a:pt x="276" y="309"/>
                    <a:pt x="276" y="309"/>
                  </a:cubicBezTo>
                  <a:cubicBezTo>
                    <a:pt x="276" y="310"/>
                    <a:pt x="276" y="309"/>
                    <a:pt x="277" y="310"/>
                  </a:cubicBezTo>
                  <a:cubicBezTo>
                    <a:pt x="277" y="310"/>
                    <a:pt x="276" y="308"/>
                    <a:pt x="276" y="308"/>
                  </a:cubicBezTo>
                  <a:cubicBezTo>
                    <a:pt x="277" y="308"/>
                    <a:pt x="277" y="307"/>
                    <a:pt x="278" y="308"/>
                  </a:cubicBezTo>
                  <a:cubicBezTo>
                    <a:pt x="278" y="307"/>
                    <a:pt x="279" y="307"/>
                    <a:pt x="278" y="306"/>
                  </a:cubicBezTo>
                  <a:cubicBezTo>
                    <a:pt x="278" y="306"/>
                    <a:pt x="277" y="307"/>
                    <a:pt x="276" y="306"/>
                  </a:cubicBezTo>
                  <a:cubicBezTo>
                    <a:pt x="276" y="305"/>
                    <a:pt x="277" y="305"/>
                    <a:pt x="277" y="305"/>
                  </a:cubicBezTo>
                  <a:cubicBezTo>
                    <a:pt x="277" y="306"/>
                    <a:pt x="277" y="306"/>
                    <a:pt x="277" y="306"/>
                  </a:cubicBezTo>
                  <a:cubicBezTo>
                    <a:pt x="277" y="305"/>
                    <a:pt x="278" y="305"/>
                    <a:pt x="277" y="304"/>
                  </a:cubicBezTo>
                  <a:cubicBezTo>
                    <a:pt x="279" y="305"/>
                    <a:pt x="279" y="305"/>
                    <a:pt x="279" y="305"/>
                  </a:cubicBezTo>
                  <a:cubicBezTo>
                    <a:pt x="278" y="304"/>
                    <a:pt x="279" y="303"/>
                    <a:pt x="279" y="303"/>
                  </a:cubicBezTo>
                  <a:cubicBezTo>
                    <a:pt x="280" y="304"/>
                    <a:pt x="281" y="306"/>
                    <a:pt x="282" y="306"/>
                  </a:cubicBezTo>
                  <a:cubicBezTo>
                    <a:pt x="282" y="304"/>
                    <a:pt x="282" y="304"/>
                    <a:pt x="282" y="304"/>
                  </a:cubicBezTo>
                  <a:cubicBezTo>
                    <a:pt x="282" y="303"/>
                    <a:pt x="283" y="304"/>
                    <a:pt x="283" y="304"/>
                  </a:cubicBezTo>
                  <a:cubicBezTo>
                    <a:pt x="285" y="304"/>
                    <a:pt x="282" y="299"/>
                    <a:pt x="284" y="300"/>
                  </a:cubicBezTo>
                  <a:cubicBezTo>
                    <a:pt x="285" y="302"/>
                    <a:pt x="285" y="302"/>
                    <a:pt x="286" y="302"/>
                  </a:cubicBezTo>
                  <a:cubicBezTo>
                    <a:pt x="286" y="301"/>
                    <a:pt x="286" y="301"/>
                    <a:pt x="286" y="301"/>
                  </a:cubicBezTo>
                  <a:cubicBezTo>
                    <a:pt x="285" y="300"/>
                    <a:pt x="286" y="302"/>
                    <a:pt x="285" y="301"/>
                  </a:cubicBezTo>
                  <a:cubicBezTo>
                    <a:pt x="285" y="300"/>
                    <a:pt x="285" y="300"/>
                    <a:pt x="285" y="300"/>
                  </a:cubicBezTo>
                  <a:cubicBezTo>
                    <a:pt x="288" y="303"/>
                    <a:pt x="290" y="299"/>
                    <a:pt x="293" y="300"/>
                  </a:cubicBezTo>
                  <a:cubicBezTo>
                    <a:pt x="292" y="298"/>
                    <a:pt x="294" y="299"/>
                    <a:pt x="294" y="298"/>
                  </a:cubicBezTo>
                  <a:cubicBezTo>
                    <a:pt x="294" y="300"/>
                    <a:pt x="295" y="297"/>
                    <a:pt x="296" y="298"/>
                  </a:cubicBezTo>
                  <a:cubicBezTo>
                    <a:pt x="295" y="296"/>
                    <a:pt x="295" y="296"/>
                    <a:pt x="295" y="296"/>
                  </a:cubicBezTo>
                  <a:cubicBezTo>
                    <a:pt x="296" y="297"/>
                    <a:pt x="295" y="291"/>
                    <a:pt x="297" y="294"/>
                  </a:cubicBezTo>
                  <a:cubicBezTo>
                    <a:pt x="298" y="295"/>
                    <a:pt x="298" y="296"/>
                    <a:pt x="297" y="296"/>
                  </a:cubicBezTo>
                  <a:cubicBezTo>
                    <a:pt x="299" y="299"/>
                    <a:pt x="300" y="293"/>
                    <a:pt x="301" y="296"/>
                  </a:cubicBezTo>
                  <a:cubicBezTo>
                    <a:pt x="301" y="295"/>
                    <a:pt x="300" y="294"/>
                    <a:pt x="301" y="292"/>
                  </a:cubicBezTo>
                  <a:cubicBezTo>
                    <a:pt x="302" y="293"/>
                    <a:pt x="304" y="294"/>
                    <a:pt x="304" y="294"/>
                  </a:cubicBezTo>
                  <a:cubicBezTo>
                    <a:pt x="304" y="294"/>
                    <a:pt x="304" y="293"/>
                    <a:pt x="305" y="294"/>
                  </a:cubicBezTo>
                  <a:cubicBezTo>
                    <a:pt x="305" y="294"/>
                    <a:pt x="305" y="294"/>
                    <a:pt x="305" y="295"/>
                  </a:cubicBezTo>
                  <a:cubicBezTo>
                    <a:pt x="306" y="295"/>
                    <a:pt x="307" y="294"/>
                    <a:pt x="308" y="293"/>
                  </a:cubicBezTo>
                  <a:cubicBezTo>
                    <a:pt x="309" y="294"/>
                    <a:pt x="310" y="293"/>
                    <a:pt x="312" y="293"/>
                  </a:cubicBezTo>
                  <a:cubicBezTo>
                    <a:pt x="312" y="291"/>
                    <a:pt x="315" y="293"/>
                    <a:pt x="314" y="290"/>
                  </a:cubicBezTo>
                  <a:cubicBezTo>
                    <a:pt x="314" y="291"/>
                    <a:pt x="314" y="291"/>
                    <a:pt x="314" y="291"/>
                  </a:cubicBezTo>
                  <a:cubicBezTo>
                    <a:pt x="314" y="290"/>
                    <a:pt x="314" y="288"/>
                    <a:pt x="315" y="288"/>
                  </a:cubicBezTo>
                  <a:cubicBezTo>
                    <a:pt x="315" y="290"/>
                    <a:pt x="315" y="290"/>
                    <a:pt x="315" y="290"/>
                  </a:cubicBezTo>
                  <a:cubicBezTo>
                    <a:pt x="316" y="292"/>
                    <a:pt x="317" y="290"/>
                    <a:pt x="318" y="291"/>
                  </a:cubicBezTo>
                  <a:cubicBezTo>
                    <a:pt x="316" y="289"/>
                    <a:pt x="318" y="291"/>
                    <a:pt x="318" y="289"/>
                  </a:cubicBezTo>
                  <a:cubicBezTo>
                    <a:pt x="318" y="288"/>
                    <a:pt x="318" y="288"/>
                    <a:pt x="318" y="288"/>
                  </a:cubicBezTo>
                  <a:cubicBezTo>
                    <a:pt x="319" y="287"/>
                    <a:pt x="318" y="287"/>
                    <a:pt x="319" y="286"/>
                  </a:cubicBezTo>
                  <a:cubicBezTo>
                    <a:pt x="320" y="286"/>
                    <a:pt x="321" y="288"/>
                    <a:pt x="320" y="288"/>
                  </a:cubicBezTo>
                  <a:cubicBezTo>
                    <a:pt x="321" y="289"/>
                    <a:pt x="322" y="288"/>
                    <a:pt x="322" y="287"/>
                  </a:cubicBezTo>
                  <a:cubicBezTo>
                    <a:pt x="322" y="287"/>
                    <a:pt x="322" y="287"/>
                    <a:pt x="322" y="287"/>
                  </a:cubicBezTo>
                  <a:cubicBezTo>
                    <a:pt x="322" y="287"/>
                    <a:pt x="322" y="287"/>
                    <a:pt x="322" y="287"/>
                  </a:cubicBezTo>
                  <a:cubicBezTo>
                    <a:pt x="323" y="287"/>
                    <a:pt x="323" y="287"/>
                    <a:pt x="323" y="287"/>
                  </a:cubicBezTo>
                  <a:cubicBezTo>
                    <a:pt x="323" y="287"/>
                    <a:pt x="323" y="287"/>
                    <a:pt x="323" y="287"/>
                  </a:cubicBezTo>
                  <a:cubicBezTo>
                    <a:pt x="323" y="287"/>
                    <a:pt x="323" y="287"/>
                    <a:pt x="322" y="287"/>
                  </a:cubicBezTo>
                  <a:cubicBezTo>
                    <a:pt x="323" y="287"/>
                    <a:pt x="323" y="287"/>
                    <a:pt x="323" y="287"/>
                  </a:cubicBezTo>
                  <a:cubicBezTo>
                    <a:pt x="323" y="287"/>
                    <a:pt x="323" y="287"/>
                    <a:pt x="323" y="287"/>
                  </a:cubicBezTo>
                  <a:cubicBezTo>
                    <a:pt x="324" y="287"/>
                    <a:pt x="324" y="287"/>
                    <a:pt x="324" y="287"/>
                  </a:cubicBezTo>
                  <a:cubicBezTo>
                    <a:pt x="325" y="289"/>
                    <a:pt x="325" y="289"/>
                    <a:pt x="325" y="289"/>
                  </a:cubicBezTo>
                  <a:cubicBezTo>
                    <a:pt x="325" y="289"/>
                    <a:pt x="326" y="286"/>
                    <a:pt x="326" y="286"/>
                  </a:cubicBezTo>
                  <a:cubicBezTo>
                    <a:pt x="328" y="286"/>
                    <a:pt x="331" y="283"/>
                    <a:pt x="332" y="281"/>
                  </a:cubicBezTo>
                  <a:cubicBezTo>
                    <a:pt x="332" y="282"/>
                    <a:pt x="332" y="282"/>
                    <a:pt x="332" y="282"/>
                  </a:cubicBezTo>
                  <a:cubicBezTo>
                    <a:pt x="332" y="281"/>
                    <a:pt x="332" y="279"/>
                    <a:pt x="333" y="280"/>
                  </a:cubicBezTo>
                  <a:cubicBezTo>
                    <a:pt x="333" y="279"/>
                    <a:pt x="334" y="280"/>
                    <a:pt x="335" y="280"/>
                  </a:cubicBezTo>
                  <a:cubicBezTo>
                    <a:pt x="335" y="280"/>
                    <a:pt x="334" y="279"/>
                    <a:pt x="334" y="279"/>
                  </a:cubicBezTo>
                  <a:cubicBezTo>
                    <a:pt x="337" y="279"/>
                    <a:pt x="337" y="275"/>
                    <a:pt x="339" y="274"/>
                  </a:cubicBezTo>
                  <a:cubicBezTo>
                    <a:pt x="339" y="274"/>
                    <a:pt x="340" y="275"/>
                    <a:pt x="340" y="276"/>
                  </a:cubicBezTo>
                  <a:cubicBezTo>
                    <a:pt x="341" y="274"/>
                    <a:pt x="341" y="272"/>
                    <a:pt x="341" y="270"/>
                  </a:cubicBezTo>
                  <a:cubicBezTo>
                    <a:pt x="341" y="270"/>
                    <a:pt x="342" y="270"/>
                    <a:pt x="342" y="271"/>
                  </a:cubicBezTo>
                  <a:cubicBezTo>
                    <a:pt x="342" y="270"/>
                    <a:pt x="343" y="269"/>
                    <a:pt x="342" y="267"/>
                  </a:cubicBezTo>
                  <a:cubicBezTo>
                    <a:pt x="341" y="268"/>
                    <a:pt x="343" y="268"/>
                    <a:pt x="342" y="268"/>
                  </a:cubicBezTo>
                  <a:cubicBezTo>
                    <a:pt x="341" y="268"/>
                    <a:pt x="340" y="266"/>
                    <a:pt x="341" y="266"/>
                  </a:cubicBezTo>
                  <a:cubicBezTo>
                    <a:pt x="341" y="266"/>
                    <a:pt x="341" y="266"/>
                    <a:pt x="341" y="266"/>
                  </a:cubicBezTo>
                  <a:cubicBezTo>
                    <a:pt x="342" y="265"/>
                    <a:pt x="341" y="265"/>
                    <a:pt x="342" y="263"/>
                  </a:cubicBezTo>
                  <a:cubicBezTo>
                    <a:pt x="343" y="263"/>
                    <a:pt x="342" y="264"/>
                    <a:pt x="343" y="264"/>
                  </a:cubicBezTo>
                  <a:cubicBezTo>
                    <a:pt x="345" y="265"/>
                    <a:pt x="345" y="262"/>
                    <a:pt x="346" y="262"/>
                  </a:cubicBezTo>
                  <a:cubicBezTo>
                    <a:pt x="344" y="261"/>
                    <a:pt x="344" y="261"/>
                    <a:pt x="344" y="261"/>
                  </a:cubicBezTo>
                  <a:cubicBezTo>
                    <a:pt x="344" y="260"/>
                    <a:pt x="346" y="261"/>
                    <a:pt x="346" y="260"/>
                  </a:cubicBezTo>
                  <a:cubicBezTo>
                    <a:pt x="342" y="256"/>
                    <a:pt x="342" y="256"/>
                    <a:pt x="342" y="256"/>
                  </a:cubicBezTo>
                  <a:cubicBezTo>
                    <a:pt x="342" y="257"/>
                    <a:pt x="344" y="256"/>
                    <a:pt x="345" y="257"/>
                  </a:cubicBezTo>
                  <a:cubicBezTo>
                    <a:pt x="346" y="255"/>
                    <a:pt x="342" y="254"/>
                    <a:pt x="341" y="253"/>
                  </a:cubicBezTo>
                  <a:cubicBezTo>
                    <a:pt x="342" y="252"/>
                    <a:pt x="341" y="250"/>
                    <a:pt x="341" y="250"/>
                  </a:cubicBezTo>
                  <a:cubicBezTo>
                    <a:pt x="342" y="250"/>
                    <a:pt x="341" y="250"/>
                    <a:pt x="342" y="250"/>
                  </a:cubicBezTo>
                  <a:cubicBezTo>
                    <a:pt x="343" y="250"/>
                    <a:pt x="343" y="250"/>
                    <a:pt x="343" y="250"/>
                  </a:cubicBezTo>
                  <a:cubicBezTo>
                    <a:pt x="343" y="251"/>
                    <a:pt x="346" y="250"/>
                    <a:pt x="347" y="251"/>
                  </a:cubicBezTo>
                  <a:cubicBezTo>
                    <a:pt x="346" y="249"/>
                    <a:pt x="347" y="247"/>
                    <a:pt x="347" y="246"/>
                  </a:cubicBezTo>
                  <a:cubicBezTo>
                    <a:pt x="345" y="247"/>
                    <a:pt x="346" y="244"/>
                    <a:pt x="343" y="244"/>
                  </a:cubicBezTo>
                  <a:cubicBezTo>
                    <a:pt x="343" y="242"/>
                    <a:pt x="346" y="243"/>
                    <a:pt x="346" y="242"/>
                  </a:cubicBezTo>
                  <a:cubicBezTo>
                    <a:pt x="345" y="240"/>
                    <a:pt x="346" y="239"/>
                    <a:pt x="345" y="237"/>
                  </a:cubicBezTo>
                  <a:cubicBezTo>
                    <a:pt x="346" y="237"/>
                    <a:pt x="346" y="237"/>
                    <a:pt x="346" y="237"/>
                  </a:cubicBezTo>
                  <a:cubicBezTo>
                    <a:pt x="345" y="236"/>
                    <a:pt x="346" y="233"/>
                    <a:pt x="344" y="232"/>
                  </a:cubicBezTo>
                  <a:cubicBezTo>
                    <a:pt x="345" y="232"/>
                    <a:pt x="345" y="232"/>
                    <a:pt x="345" y="232"/>
                  </a:cubicBezTo>
                  <a:cubicBezTo>
                    <a:pt x="346" y="231"/>
                    <a:pt x="342" y="232"/>
                    <a:pt x="343" y="230"/>
                  </a:cubicBezTo>
                  <a:cubicBezTo>
                    <a:pt x="345" y="231"/>
                    <a:pt x="345" y="231"/>
                    <a:pt x="345" y="231"/>
                  </a:cubicBezTo>
                  <a:cubicBezTo>
                    <a:pt x="343" y="230"/>
                    <a:pt x="346" y="229"/>
                    <a:pt x="344" y="227"/>
                  </a:cubicBezTo>
                  <a:cubicBezTo>
                    <a:pt x="344" y="227"/>
                    <a:pt x="345" y="227"/>
                    <a:pt x="345" y="228"/>
                  </a:cubicBezTo>
                  <a:cubicBezTo>
                    <a:pt x="344" y="226"/>
                    <a:pt x="345" y="225"/>
                    <a:pt x="343" y="224"/>
                  </a:cubicBezTo>
                  <a:cubicBezTo>
                    <a:pt x="344" y="224"/>
                    <a:pt x="345" y="224"/>
                    <a:pt x="345" y="225"/>
                  </a:cubicBezTo>
                  <a:cubicBezTo>
                    <a:pt x="346" y="224"/>
                    <a:pt x="343" y="223"/>
                    <a:pt x="344" y="222"/>
                  </a:cubicBezTo>
                  <a:cubicBezTo>
                    <a:pt x="344" y="222"/>
                    <a:pt x="345" y="222"/>
                    <a:pt x="346" y="222"/>
                  </a:cubicBezTo>
                  <a:cubicBezTo>
                    <a:pt x="344" y="221"/>
                    <a:pt x="345" y="219"/>
                    <a:pt x="344" y="219"/>
                  </a:cubicBezTo>
                  <a:cubicBezTo>
                    <a:pt x="345" y="219"/>
                    <a:pt x="346" y="218"/>
                    <a:pt x="347" y="218"/>
                  </a:cubicBezTo>
                  <a:cubicBezTo>
                    <a:pt x="348" y="213"/>
                    <a:pt x="351" y="208"/>
                    <a:pt x="353" y="202"/>
                  </a:cubicBezTo>
                  <a:cubicBezTo>
                    <a:pt x="355" y="203"/>
                    <a:pt x="353" y="204"/>
                    <a:pt x="355" y="204"/>
                  </a:cubicBezTo>
                  <a:cubicBezTo>
                    <a:pt x="353" y="203"/>
                    <a:pt x="355" y="203"/>
                    <a:pt x="355" y="202"/>
                  </a:cubicBezTo>
                  <a:cubicBezTo>
                    <a:pt x="356" y="202"/>
                    <a:pt x="356" y="202"/>
                    <a:pt x="356" y="202"/>
                  </a:cubicBezTo>
                  <a:cubicBezTo>
                    <a:pt x="356" y="201"/>
                    <a:pt x="357" y="202"/>
                    <a:pt x="357" y="201"/>
                  </a:cubicBezTo>
                  <a:cubicBezTo>
                    <a:pt x="357" y="200"/>
                    <a:pt x="357" y="200"/>
                    <a:pt x="357" y="200"/>
                  </a:cubicBezTo>
                  <a:cubicBezTo>
                    <a:pt x="356" y="199"/>
                    <a:pt x="360" y="201"/>
                    <a:pt x="358" y="199"/>
                  </a:cubicBezTo>
                  <a:cubicBezTo>
                    <a:pt x="360" y="200"/>
                    <a:pt x="360" y="200"/>
                    <a:pt x="360" y="200"/>
                  </a:cubicBezTo>
                  <a:cubicBezTo>
                    <a:pt x="359" y="197"/>
                    <a:pt x="361" y="199"/>
                    <a:pt x="361" y="197"/>
                  </a:cubicBezTo>
                  <a:cubicBezTo>
                    <a:pt x="361" y="197"/>
                    <a:pt x="361" y="197"/>
                    <a:pt x="361" y="197"/>
                  </a:cubicBezTo>
                  <a:cubicBezTo>
                    <a:pt x="363" y="198"/>
                    <a:pt x="362" y="194"/>
                    <a:pt x="363" y="195"/>
                  </a:cubicBezTo>
                  <a:cubicBezTo>
                    <a:pt x="364" y="194"/>
                    <a:pt x="365" y="193"/>
                    <a:pt x="364" y="191"/>
                  </a:cubicBezTo>
                  <a:cubicBezTo>
                    <a:pt x="365" y="193"/>
                    <a:pt x="365" y="193"/>
                    <a:pt x="365" y="193"/>
                  </a:cubicBezTo>
                  <a:cubicBezTo>
                    <a:pt x="366" y="192"/>
                    <a:pt x="368" y="191"/>
                    <a:pt x="369" y="190"/>
                  </a:cubicBezTo>
                  <a:cubicBezTo>
                    <a:pt x="374" y="190"/>
                    <a:pt x="379" y="190"/>
                    <a:pt x="383" y="191"/>
                  </a:cubicBezTo>
                  <a:cubicBezTo>
                    <a:pt x="386" y="192"/>
                    <a:pt x="388" y="193"/>
                    <a:pt x="390" y="194"/>
                  </a:cubicBezTo>
                  <a:cubicBezTo>
                    <a:pt x="389" y="196"/>
                    <a:pt x="388" y="198"/>
                    <a:pt x="388" y="200"/>
                  </a:cubicBezTo>
                  <a:cubicBezTo>
                    <a:pt x="387" y="201"/>
                    <a:pt x="386" y="199"/>
                    <a:pt x="386" y="199"/>
                  </a:cubicBezTo>
                  <a:cubicBezTo>
                    <a:pt x="384" y="205"/>
                    <a:pt x="377" y="203"/>
                    <a:pt x="373" y="209"/>
                  </a:cubicBezTo>
                  <a:cubicBezTo>
                    <a:pt x="369" y="210"/>
                    <a:pt x="365" y="215"/>
                    <a:pt x="365" y="215"/>
                  </a:cubicBezTo>
                  <a:cubicBezTo>
                    <a:pt x="382" y="216"/>
                    <a:pt x="389" y="211"/>
                    <a:pt x="399" y="205"/>
                  </a:cubicBezTo>
                  <a:cubicBezTo>
                    <a:pt x="401" y="203"/>
                    <a:pt x="402" y="201"/>
                    <a:pt x="403" y="198"/>
                  </a:cubicBezTo>
                  <a:cubicBezTo>
                    <a:pt x="405" y="199"/>
                    <a:pt x="406" y="199"/>
                    <a:pt x="406" y="198"/>
                  </a:cubicBezTo>
                  <a:cubicBezTo>
                    <a:pt x="405" y="197"/>
                    <a:pt x="404" y="197"/>
                    <a:pt x="404" y="196"/>
                  </a:cubicBezTo>
                  <a:cubicBezTo>
                    <a:pt x="404" y="194"/>
                    <a:pt x="405" y="191"/>
                    <a:pt x="406" y="188"/>
                  </a:cubicBezTo>
                  <a:cubicBezTo>
                    <a:pt x="398" y="164"/>
                    <a:pt x="382" y="170"/>
                    <a:pt x="375" y="170"/>
                  </a:cubicBezTo>
                  <a:cubicBezTo>
                    <a:pt x="367" y="172"/>
                    <a:pt x="361" y="175"/>
                    <a:pt x="356" y="179"/>
                  </a:cubicBezTo>
                  <a:cubicBezTo>
                    <a:pt x="356" y="179"/>
                    <a:pt x="356" y="179"/>
                    <a:pt x="357" y="180"/>
                  </a:cubicBezTo>
                  <a:cubicBezTo>
                    <a:pt x="354" y="179"/>
                    <a:pt x="351" y="179"/>
                    <a:pt x="349" y="179"/>
                  </a:cubicBezTo>
                  <a:cubicBezTo>
                    <a:pt x="332" y="177"/>
                    <a:pt x="315" y="175"/>
                    <a:pt x="313" y="163"/>
                  </a:cubicBezTo>
                  <a:cubicBezTo>
                    <a:pt x="308" y="154"/>
                    <a:pt x="303" y="139"/>
                    <a:pt x="301" y="128"/>
                  </a:cubicBezTo>
                  <a:cubicBezTo>
                    <a:pt x="300" y="124"/>
                    <a:pt x="300" y="121"/>
                    <a:pt x="299" y="117"/>
                  </a:cubicBezTo>
                  <a:cubicBezTo>
                    <a:pt x="323" y="112"/>
                    <a:pt x="296" y="118"/>
                    <a:pt x="307" y="115"/>
                  </a:cubicBezTo>
                  <a:cubicBezTo>
                    <a:pt x="307" y="115"/>
                    <a:pt x="307" y="115"/>
                    <a:pt x="307" y="115"/>
                  </a:cubicBezTo>
                  <a:cubicBezTo>
                    <a:pt x="307" y="114"/>
                    <a:pt x="307" y="114"/>
                    <a:pt x="307" y="114"/>
                  </a:cubicBezTo>
                  <a:cubicBezTo>
                    <a:pt x="306" y="113"/>
                    <a:pt x="306" y="113"/>
                    <a:pt x="306" y="113"/>
                  </a:cubicBezTo>
                  <a:cubicBezTo>
                    <a:pt x="306" y="110"/>
                    <a:pt x="306" y="110"/>
                    <a:pt x="306" y="110"/>
                  </a:cubicBezTo>
                  <a:cubicBezTo>
                    <a:pt x="303" y="103"/>
                    <a:pt x="304" y="96"/>
                    <a:pt x="292" y="85"/>
                  </a:cubicBezTo>
                  <a:cubicBezTo>
                    <a:pt x="277" y="75"/>
                    <a:pt x="266" y="83"/>
                    <a:pt x="261" y="92"/>
                  </a:cubicBezTo>
                  <a:cubicBezTo>
                    <a:pt x="260" y="93"/>
                    <a:pt x="259" y="94"/>
                    <a:pt x="258" y="95"/>
                  </a:cubicBezTo>
                  <a:cubicBezTo>
                    <a:pt x="257" y="95"/>
                    <a:pt x="257" y="95"/>
                    <a:pt x="257" y="95"/>
                  </a:cubicBezTo>
                  <a:cubicBezTo>
                    <a:pt x="255" y="97"/>
                    <a:pt x="253" y="98"/>
                    <a:pt x="251" y="102"/>
                  </a:cubicBezTo>
                  <a:cubicBezTo>
                    <a:pt x="251" y="102"/>
                    <a:pt x="251" y="102"/>
                    <a:pt x="251" y="102"/>
                  </a:cubicBezTo>
                  <a:cubicBezTo>
                    <a:pt x="251" y="106"/>
                    <a:pt x="245" y="110"/>
                    <a:pt x="247" y="113"/>
                  </a:cubicBezTo>
                  <a:cubicBezTo>
                    <a:pt x="245" y="115"/>
                    <a:pt x="245" y="115"/>
                    <a:pt x="245" y="115"/>
                  </a:cubicBezTo>
                  <a:cubicBezTo>
                    <a:pt x="246" y="120"/>
                    <a:pt x="243" y="122"/>
                    <a:pt x="245" y="127"/>
                  </a:cubicBezTo>
                  <a:cubicBezTo>
                    <a:pt x="244" y="126"/>
                    <a:pt x="244" y="126"/>
                    <a:pt x="244" y="126"/>
                  </a:cubicBezTo>
                  <a:cubicBezTo>
                    <a:pt x="243" y="133"/>
                    <a:pt x="248" y="140"/>
                    <a:pt x="246" y="142"/>
                  </a:cubicBezTo>
                  <a:cubicBezTo>
                    <a:pt x="246" y="144"/>
                    <a:pt x="246" y="145"/>
                    <a:pt x="247" y="147"/>
                  </a:cubicBezTo>
                  <a:cubicBezTo>
                    <a:pt x="241" y="158"/>
                    <a:pt x="234" y="167"/>
                    <a:pt x="228" y="171"/>
                  </a:cubicBezTo>
                  <a:cubicBezTo>
                    <a:pt x="228" y="169"/>
                    <a:pt x="226" y="166"/>
                    <a:pt x="223" y="162"/>
                  </a:cubicBezTo>
                  <a:cubicBezTo>
                    <a:pt x="223" y="162"/>
                    <a:pt x="223" y="162"/>
                    <a:pt x="224" y="162"/>
                  </a:cubicBezTo>
                  <a:cubicBezTo>
                    <a:pt x="224" y="162"/>
                    <a:pt x="223" y="161"/>
                    <a:pt x="223" y="161"/>
                  </a:cubicBezTo>
                  <a:cubicBezTo>
                    <a:pt x="223" y="161"/>
                    <a:pt x="223" y="161"/>
                    <a:pt x="223" y="160"/>
                  </a:cubicBezTo>
                  <a:cubicBezTo>
                    <a:pt x="228" y="153"/>
                    <a:pt x="228" y="143"/>
                    <a:pt x="231" y="134"/>
                  </a:cubicBezTo>
                  <a:cubicBezTo>
                    <a:pt x="231" y="134"/>
                    <a:pt x="232" y="136"/>
                    <a:pt x="232" y="137"/>
                  </a:cubicBezTo>
                  <a:cubicBezTo>
                    <a:pt x="233" y="129"/>
                    <a:pt x="233" y="121"/>
                    <a:pt x="230" y="115"/>
                  </a:cubicBezTo>
                  <a:cubicBezTo>
                    <a:pt x="231" y="115"/>
                    <a:pt x="231" y="115"/>
                    <a:pt x="232" y="117"/>
                  </a:cubicBezTo>
                  <a:cubicBezTo>
                    <a:pt x="231" y="111"/>
                    <a:pt x="229" y="105"/>
                    <a:pt x="227" y="103"/>
                  </a:cubicBezTo>
                  <a:cubicBezTo>
                    <a:pt x="227" y="107"/>
                    <a:pt x="228" y="103"/>
                    <a:pt x="228" y="106"/>
                  </a:cubicBezTo>
                  <a:cubicBezTo>
                    <a:pt x="228" y="110"/>
                    <a:pt x="225" y="104"/>
                    <a:pt x="223" y="100"/>
                  </a:cubicBezTo>
                  <a:cubicBezTo>
                    <a:pt x="223" y="100"/>
                    <a:pt x="223" y="100"/>
                    <a:pt x="223" y="100"/>
                  </a:cubicBezTo>
                  <a:cubicBezTo>
                    <a:pt x="220" y="96"/>
                    <a:pt x="218" y="95"/>
                    <a:pt x="213" y="96"/>
                  </a:cubicBezTo>
                  <a:cubicBezTo>
                    <a:pt x="209" y="95"/>
                    <a:pt x="216" y="95"/>
                    <a:pt x="214" y="94"/>
                  </a:cubicBezTo>
                  <a:cubicBezTo>
                    <a:pt x="211" y="90"/>
                    <a:pt x="201" y="99"/>
                    <a:pt x="201" y="100"/>
                  </a:cubicBezTo>
                  <a:cubicBezTo>
                    <a:pt x="200" y="102"/>
                    <a:pt x="199" y="104"/>
                    <a:pt x="200" y="104"/>
                  </a:cubicBezTo>
                  <a:cubicBezTo>
                    <a:pt x="198" y="108"/>
                    <a:pt x="198" y="105"/>
                    <a:pt x="197" y="108"/>
                  </a:cubicBezTo>
                  <a:cubicBezTo>
                    <a:pt x="196" y="112"/>
                    <a:pt x="197" y="116"/>
                    <a:pt x="199" y="120"/>
                  </a:cubicBezTo>
                  <a:cubicBezTo>
                    <a:pt x="198" y="119"/>
                    <a:pt x="196" y="123"/>
                    <a:pt x="195" y="120"/>
                  </a:cubicBezTo>
                  <a:cubicBezTo>
                    <a:pt x="196" y="129"/>
                    <a:pt x="200" y="133"/>
                    <a:pt x="202" y="137"/>
                  </a:cubicBezTo>
                  <a:cubicBezTo>
                    <a:pt x="202" y="140"/>
                    <a:pt x="205" y="147"/>
                    <a:pt x="207" y="149"/>
                  </a:cubicBezTo>
                  <a:cubicBezTo>
                    <a:pt x="206" y="151"/>
                    <a:pt x="206" y="147"/>
                    <a:pt x="205" y="147"/>
                  </a:cubicBezTo>
                  <a:cubicBezTo>
                    <a:pt x="205" y="151"/>
                    <a:pt x="205" y="151"/>
                    <a:pt x="205" y="151"/>
                  </a:cubicBezTo>
                  <a:cubicBezTo>
                    <a:pt x="202" y="146"/>
                    <a:pt x="203" y="153"/>
                    <a:pt x="201" y="150"/>
                  </a:cubicBezTo>
                  <a:cubicBezTo>
                    <a:pt x="202" y="153"/>
                    <a:pt x="204" y="158"/>
                    <a:pt x="206" y="163"/>
                  </a:cubicBezTo>
                  <a:cubicBezTo>
                    <a:pt x="203" y="170"/>
                    <a:pt x="201" y="172"/>
                    <a:pt x="194" y="178"/>
                  </a:cubicBezTo>
                  <a:cubicBezTo>
                    <a:pt x="195" y="178"/>
                    <a:pt x="192" y="180"/>
                    <a:pt x="194" y="181"/>
                  </a:cubicBezTo>
                  <a:cubicBezTo>
                    <a:pt x="194" y="183"/>
                    <a:pt x="192" y="183"/>
                    <a:pt x="191" y="183"/>
                  </a:cubicBezTo>
                  <a:cubicBezTo>
                    <a:pt x="192" y="182"/>
                    <a:pt x="193" y="182"/>
                    <a:pt x="192" y="176"/>
                  </a:cubicBezTo>
                  <a:cubicBezTo>
                    <a:pt x="186" y="156"/>
                    <a:pt x="180" y="130"/>
                    <a:pt x="179" y="108"/>
                  </a:cubicBezTo>
                  <a:cubicBezTo>
                    <a:pt x="179" y="110"/>
                    <a:pt x="178" y="110"/>
                    <a:pt x="178" y="108"/>
                  </a:cubicBezTo>
                  <a:cubicBezTo>
                    <a:pt x="181" y="106"/>
                    <a:pt x="176" y="101"/>
                    <a:pt x="177" y="97"/>
                  </a:cubicBezTo>
                  <a:cubicBezTo>
                    <a:pt x="178" y="97"/>
                    <a:pt x="178" y="99"/>
                    <a:pt x="178" y="100"/>
                  </a:cubicBezTo>
                  <a:cubicBezTo>
                    <a:pt x="179" y="89"/>
                    <a:pt x="176" y="81"/>
                    <a:pt x="177" y="71"/>
                  </a:cubicBezTo>
                  <a:cubicBezTo>
                    <a:pt x="175" y="62"/>
                    <a:pt x="178" y="51"/>
                    <a:pt x="176" y="45"/>
                  </a:cubicBezTo>
                  <a:cubicBezTo>
                    <a:pt x="177" y="46"/>
                    <a:pt x="176" y="41"/>
                    <a:pt x="177" y="39"/>
                  </a:cubicBezTo>
                  <a:cubicBezTo>
                    <a:pt x="176" y="36"/>
                    <a:pt x="176" y="34"/>
                    <a:pt x="176" y="31"/>
                  </a:cubicBezTo>
                  <a:cubicBezTo>
                    <a:pt x="176" y="30"/>
                    <a:pt x="176" y="29"/>
                    <a:pt x="176" y="28"/>
                  </a:cubicBezTo>
                  <a:cubicBezTo>
                    <a:pt x="176" y="27"/>
                    <a:pt x="176" y="27"/>
                    <a:pt x="176" y="27"/>
                  </a:cubicBezTo>
                  <a:cubicBezTo>
                    <a:pt x="176" y="23"/>
                    <a:pt x="177" y="18"/>
                    <a:pt x="176" y="14"/>
                  </a:cubicBezTo>
                  <a:cubicBezTo>
                    <a:pt x="176" y="13"/>
                    <a:pt x="175" y="2"/>
                    <a:pt x="174" y="1"/>
                  </a:cubicBezTo>
                  <a:cubicBezTo>
                    <a:pt x="173" y="0"/>
                    <a:pt x="172" y="6"/>
                    <a:pt x="170" y="6"/>
                  </a:cubicBezTo>
                  <a:cubicBezTo>
                    <a:pt x="162" y="5"/>
                    <a:pt x="168" y="10"/>
                    <a:pt x="161" y="11"/>
                  </a:cubicBezTo>
                  <a:cubicBezTo>
                    <a:pt x="157" y="12"/>
                    <a:pt x="156" y="13"/>
                    <a:pt x="154" y="16"/>
                  </a:cubicBezTo>
                  <a:cubicBezTo>
                    <a:pt x="155" y="20"/>
                    <a:pt x="155" y="24"/>
                    <a:pt x="155" y="28"/>
                  </a:cubicBezTo>
                  <a:cubicBezTo>
                    <a:pt x="156" y="67"/>
                    <a:pt x="156" y="67"/>
                    <a:pt x="156" y="67"/>
                  </a:cubicBezTo>
                  <a:cubicBezTo>
                    <a:pt x="156" y="75"/>
                    <a:pt x="154" y="84"/>
                    <a:pt x="153" y="92"/>
                  </a:cubicBezTo>
                  <a:cubicBezTo>
                    <a:pt x="148" y="91"/>
                    <a:pt x="142" y="91"/>
                    <a:pt x="139" y="94"/>
                  </a:cubicBezTo>
                  <a:cubicBezTo>
                    <a:pt x="137" y="95"/>
                    <a:pt x="135" y="96"/>
                    <a:pt x="134" y="98"/>
                  </a:cubicBezTo>
                  <a:cubicBezTo>
                    <a:pt x="125" y="103"/>
                    <a:pt x="119" y="113"/>
                    <a:pt x="119" y="118"/>
                  </a:cubicBezTo>
                  <a:cubicBezTo>
                    <a:pt x="118" y="121"/>
                    <a:pt x="118" y="124"/>
                    <a:pt x="118" y="127"/>
                  </a:cubicBezTo>
                  <a:cubicBezTo>
                    <a:pt x="115" y="132"/>
                    <a:pt x="113" y="140"/>
                    <a:pt x="112" y="144"/>
                  </a:cubicBezTo>
                  <a:cubicBezTo>
                    <a:pt x="111" y="152"/>
                    <a:pt x="111" y="155"/>
                    <a:pt x="111" y="160"/>
                  </a:cubicBezTo>
                  <a:cubicBezTo>
                    <a:pt x="111" y="163"/>
                    <a:pt x="109" y="164"/>
                    <a:pt x="108" y="165"/>
                  </a:cubicBezTo>
                  <a:cubicBezTo>
                    <a:pt x="105" y="174"/>
                    <a:pt x="100" y="181"/>
                    <a:pt x="100" y="189"/>
                  </a:cubicBezTo>
                  <a:cubicBezTo>
                    <a:pt x="99" y="189"/>
                    <a:pt x="99" y="189"/>
                    <a:pt x="99" y="189"/>
                  </a:cubicBezTo>
                  <a:cubicBezTo>
                    <a:pt x="98" y="195"/>
                    <a:pt x="93" y="208"/>
                    <a:pt x="88" y="208"/>
                  </a:cubicBezTo>
                  <a:cubicBezTo>
                    <a:pt x="88" y="210"/>
                    <a:pt x="83" y="208"/>
                    <a:pt x="85" y="211"/>
                  </a:cubicBezTo>
                  <a:cubicBezTo>
                    <a:pt x="82" y="210"/>
                    <a:pt x="85" y="209"/>
                    <a:pt x="82" y="208"/>
                  </a:cubicBezTo>
                  <a:cubicBezTo>
                    <a:pt x="83" y="209"/>
                    <a:pt x="84" y="208"/>
                    <a:pt x="85" y="208"/>
                  </a:cubicBezTo>
                  <a:cubicBezTo>
                    <a:pt x="78" y="200"/>
                    <a:pt x="79" y="178"/>
                    <a:pt x="79" y="161"/>
                  </a:cubicBezTo>
                  <a:cubicBezTo>
                    <a:pt x="81" y="156"/>
                    <a:pt x="80" y="144"/>
                    <a:pt x="81" y="133"/>
                  </a:cubicBezTo>
                  <a:cubicBezTo>
                    <a:pt x="81" y="131"/>
                    <a:pt x="81" y="131"/>
                    <a:pt x="81" y="131"/>
                  </a:cubicBezTo>
                  <a:cubicBezTo>
                    <a:pt x="82" y="131"/>
                    <a:pt x="82" y="131"/>
                    <a:pt x="83" y="131"/>
                  </a:cubicBezTo>
                  <a:cubicBezTo>
                    <a:pt x="83" y="131"/>
                    <a:pt x="83" y="130"/>
                    <a:pt x="83" y="130"/>
                  </a:cubicBezTo>
                  <a:cubicBezTo>
                    <a:pt x="83" y="129"/>
                    <a:pt x="83" y="129"/>
                    <a:pt x="83" y="129"/>
                  </a:cubicBezTo>
                  <a:cubicBezTo>
                    <a:pt x="83" y="128"/>
                    <a:pt x="83" y="128"/>
                    <a:pt x="83" y="128"/>
                  </a:cubicBezTo>
                  <a:cubicBezTo>
                    <a:pt x="82" y="128"/>
                    <a:pt x="82" y="128"/>
                    <a:pt x="81" y="128"/>
                  </a:cubicBezTo>
                  <a:cubicBezTo>
                    <a:pt x="81" y="127"/>
                    <a:pt x="81" y="127"/>
                    <a:pt x="81" y="127"/>
                  </a:cubicBezTo>
                  <a:cubicBezTo>
                    <a:pt x="82" y="128"/>
                    <a:pt x="82" y="128"/>
                    <a:pt x="83" y="128"/>
                  </a:cubicBezTo>
                  <a:cubicBezTo>
                    <a:pt x="83" y="128"/>
                    <a:pt x="83" y="128"/>
                    <a:pt x="83" y="128"/>
                  </a:cubicBezTo>
                  <a:cubicBezTo>
                    <a:pt x="83" y="127"/>
                    <a:pt x="83" y="127"/>
                    <a:pt x="83" y="127"/>
                  </a:cubicBezTo>
                  <a:cubicBezTo>
                    <a:pt x="83" y="127"/>
                    <a:pt x="83" y="127"/>
                    <a:pt x="83" y="127"/>
                  </a:cubicBezTo>
                  <a:cubicBezTo>
                    <a:pt x="83" y="127"/>
                    <a:pt x="83" y="127"/>
                    <a:pt x="83" y="127"/>
                  </a:cubicBezTo>
                  <a:cubicBezTo>
                    <a:pt x="83" y="127"/>
                    <a:pt x="83" y="127"/>
                    <a:pt x="83" y="127"/>
                  </a:cubicBezTo>
                  <a:cubicBezTo>
                    <a:pt x="83" y="127"/>
                    <a:pt x="82" y="127"/>
                    <a:pt x="81" y="127"/>
                  </a:cubicBezTo>
                  <a:cubicBezTo>
                    <a:pt x="81" y="126"/>
                    <a:pt x="81" y="126"/>
                    <a:pt x="81" y="126"/>
                  </a:cubicBezTo>
                  <a:cubicBezTo>
                    <a:pt x="62" y="125"/>
                    <a:pt x="75" y="126"/>
                    <a:pt x="71" y="127"/>
                  </a:cubicBezTo>
                  <a:cubicBezTo>
                    <a:pt x="71" y="127"/>
                    <a:pt x="71" y="127"/>
                    <a:pt x="71" y="127"/>
                  </a:cubicBezTo>
                  <a:cubicBezTo>
                    <a:pt x="66" y="126"/>
                    <a:pt x="63" y="126"/>
                    <a:pt x="69" y="126"/>
                  </a:cubicBezTo>
                  <a:cubicBezTo>
                    <a:pt x="69" y="127"/>
                    <a:pt x="69" y="127"/>
                    <a:pt x="69" y="127"/>
                  </a:cubicBezTo>
                  <a:cubicBezTo>
                    <a:pt x="69" y="127"/>
                    <a:pt x="69" y="127"/>
                    <a:pt x="69" y="127"/>
                  </a:cubicBezTo>
                  <a:cubicBezTo>
                    <a:pt x="70" y="127"/>
                    <a:pt x="70" y="127"/>
                    <a:pt x="71" y="127"/>
                  </a:cubicBezTo>
                  <a:cubicBezTo>
                    <a:pt x="71" y="127"/>
                    <a:pt x="71" y="127"/>
                    <a:pt x="71" y="127"/>
                  </a:cubicBezTo>
                  <a:cubicBezTo>
                    <a:pt x="70" y="127"/>
                    <a:pt x="70" y="127"/>
                    <a:pt x="69" y="127"/>
                  </a:cubicBezTo>
                  <a:cubicBezTo>
                    <a:pt x="69" y="129"/>
                    <a:pt x="69" y="131"/>
                    <a:pt x="71" y="129"/>
                  </a:cubicBezTo>
                  <a:cubicBezTo>
                    <a:pt x="71" y="129"/>
                    <a:pt x="71" y="129"/>
                    <a:pt x="71" y="130"/>
                  </a:cubicBezTo>
                  <a:cubicBezTo>
                    <a:pt x="71" y="130"/>
                    <a:pt x="71" y="130"/>
                    <a:pt x="71" y="130"/>
                  </a:cubicBezTo>
                  <a:cubicBezTo>
                    <a:pt x="70" y="132"/>
                    <a:pt x="70" y="134"/>
                    <a:pt x="70" y="136"/>
                  </a:cubicBezTo>
                  <a:cubicBezTo>
                    <a:pt x="70" y="138"/>
                    <a:pt x="70" y="139"/>
                    <a:pt x="70" y="140"/>
                  </a:cubicBezTo>
                  <a:cubicBezTo>
                    <a:pt x="70" y="140"/>
                    <a:pt x="70" y="140"/>
                    <a:pt x="70" y="140"/>
                  </a:cubicBezTo>
                  <a:cubicBezTo>
                    <a:pt x="69" y="144"/>
                    <a:pt x="69" y="147"/>
                    <a:pt x="68" y="151"/>
                  </a:cubicBezTo>
                  <a:cubicBezTo>
                    <a:pt x="68" y="151"/>
                    <a:pt x="67" y="151"/>
                    <a:pt x="67" y="152"/>
                  </a:cubicBezTo>
                  <a:cubicBezTo>
                    <a:pt x="67" y="153"/>
                    <a:pt x="67" y="155"/>
                    <a:pt x="67" y="156"/>
                  </a:cubicBezTo>
                  <a:cubicBezTo>
                    <a:pt x="67" y="160"/>
                    <a:pt x="66" y="164"/>
                    <a:pt x="64" y="168"/>
                  </a:cubicBezTo>
                  <a:cubicBezTo>
                    <a:pt x="64" y="168"/>
                    <a:pt x="64" y="169"/>
                    <a:pt x="64" y="169"/>
                  </a:cubicBezTo>
                  <a:cubicBezTo>
                    <a:pt x="63" y="164"/>
                    <a:pt x="64" y="157"/>
                    <a:pt x="65" y="155"/>
                  </a:cubicBezTo>
                  <a:cubicBezTo>
                    <a:pt x="63" y="149"/>
                    <a:pt x="64" y="160"/>
                    <a:pt x="62" y="159"/>
                  </a:cubicBezTo>
                  <a:cubicBezTo>
                    <a:pt x="62" y="163"/>
                    <a:pt x="62" y="166"/>
                    <a:pt x="63" y="171"/>
                  </a:cubicBezTo>
                  <a:cubicBezTo>
                    <a:pt x="62" y="174"/>
                    <a:pt x="63" y="175"/>
                    <a:pt x="61" y="179"/>
                  </a:cubicBezTo>
                  <a:cubicBezTo>
                    <a:pt x="60" y="178"/>
                    <a:pt x="60" y="178"/>
                    <a:pt x="60" y="178"/>
                  </a:cubicBezTo>
                  <a:cubicBezTo>
                    <a:pt x="58" y="183"/>
                    <a:pt x="58" y="185"/>
                    <a:pt x="58" y="188"/>
                  </a:cubicBezTo>
                  <a:cubicBezTo>
                    <a:pt x="54" y="190"/>
                    <a:pt x="55" y="191"/>
                    <a:pt x="51" y="193"/>
                  </a:cubicBezTo>
                  <a:cubicBezTo>
                    <a:pt x="54" y="190"/>
                    <a:pt x="55" y="186"/>
                    <a:pt x="55" y="183"/>
                  </a:cubicBezTo>
                  <a:cubicBezTo>
                    <a:pt x="51" y="187"/>
                    <a:pt x="48" y="194"/>
                    <a:pt x="43" y="194"/>
                  </a:cubicBezTo>
                  <a:cubicBezTo>
                    <a:pt x="38" y="196"/>
                    <a:pt x="35" y="199"/>
                    <a:pt x="35" y="201"/>
                  </a:cubicBezTo>
                  <a:cubicBezTo>
                    <a:pt x="36" y="200"/>
                    <a:pt x="31" y="201"/>
                    <a:pt x="34" y="199"/>
                  </a:cubicBezTo>
                  <a:cubicBezTo>
                    <a:pt x="32" y="200"/>
                    <a:pt x="30" y="201"/>
                    <a:pt x="29" y="201"/>
                  </a:cubicBezTo>
                  <a:cubicBezTo>
                    <a:pt x="29" y="201"/>
                    <a:pt x="29" y="201"/>
                    <a:pt x="29" y="201"/>
                  </a:cubicBezTo>
                  <a:cubicBezTo>
                    <a:pt x="28" y="201"/>
                    <a:pt x="28" y="200"/>
                    <a:pt x="28" y="199"/>
                  </a:cubicBezTo>
                  <a:cubicBezTo>
                    <a:pt x="26" y="197"/>
                    <a:pt x="23" y="193"/>
                    <a:pt x="19" y="196"/>
                  </a:cubicBezTo>
                  <a:cubicBezTo>
                    <a:pt x="19" y="194"/>
                    <a:pt x="19" y="194"/>
                    <a:pt x="19" y="194"/>
                  </a:cubicBezTo>
                  <a:cubicBezTo>
                    <a:pt x="16" y="196"/>
                    <a:pt x="12" y="198"/>
                    <a:pt x="9" y="198"/>
                  </a:cubicBezTo>
                  <a:cubicBezTo>
                    <a:pt x="9" y="200"/>
                    <a:pt x="8" y="202"/>
                    <a:pt x="10" y="203"/>
                  </a:cubicBezTo>
                  <a:cubicBezTo>
                    <a:pt x="9" y="204"/>
                    <a:pt x="7" y="201"/>
                    <a:pt x="8" y="203"/>
                  </a:cubicBezTo>
                  <a:cubicBezTo>
                    <a:pt x="7" y="201"/>
                    <a:pt x="7" y="201"/>
                    <a:pt x="7" y="201"/>
                  </a:cubicBezTo>
                  <a:cubicBezTo>
                    <a:pt x="1" y="206"/>
                    <a:pt x="3" y="212"/>
                    <a:pt x="3" y="217"/>
                  </a:cubicBezTo>
                  <a:cubicBezTo>
                    <a:pt x="0" y="218"/>
                    <a:pt x="3" y="221"/>
                    <a:pt x="2" y="224"/>
                  </a:cubicBezTo>
                  <a:cubicBezTo>
                    <a:pt x="3" y="226"/>
                    <a:pt x="2" y="229"/>
                    <a:pt x="5" y="229"/>
                  </a:cubicBezTo>
                  <a:cubicBezTo>
                    <a:pt x="4" y="230"/>
                    <a:pt x="4" y="230"/>
                    <a:pt x="4" y="230"/>
                  </a:cubicBezTo>
                  <a:cubicBezTo>
                    <a:pt x="4" y="232"/>
                    <a:pt x="4" y="235"/>
                    <a:pt x="5" y="237"/>
                  </a:cubicBezTo>
                  <a:cubicBezTo>
                    <a:pt x="5" y="239"/>
                    <a:pt x="7" y="238"/>
                    <a:pt x="8" y="239"/>
                  </a:cubicBezTo>
                  <a:cubicBezTo>
                    <a:pt x="7" y="240"/>
                    <a:pt x="7" y="240"/>
                    <a:pt x="7" y="240"/>
                  </a:cubicBezTo>
                  <a:cubicBezTo>
                    <a:pt x="8" y="241"/>
                    <a:pt x="10" y="240"/>
                    <a:pt x="12" y="240"/>
                  </a:cubicBezTo>
                  <a:cubicBezTo>
                    <a:pt x="12" y="241"/>
                    <a:pt x="12" y="241"/>
                    <a:pt x="12" y="242"/>
                  </a:cubicBezTo>
                  <a:cubicBezTo>
                    <a:pt x="11" y="242"/>
                    <a:pt x="9" y="242"/>
                    <a:pt x="7" y="242"/>
                  </a:cubicBezTo>
                  <a:cubicBezTo>
                    <a:pt x="8" y="244"/>
                    <a:pt x="11" y="244"/>
                    <a:pt x="10" y="246"/>
                  </a:cubicBezTo>
                  <a:cubicBezTo>
                    <a:pt x="11" y="247"/>
                    <a:pt x="12" y="248"/>
                    <a:pt x="14" y="247"/>
                  </a:cubicBezTo>
                  <a:cubicBezTo>
                    <a:pt x="13" y="247"/>
                    <a:pt x="14" y="248"/>
                    <a:pt x="13" y="248"/>
                  </a:cubicBezTo>
                  <a:cubicBezTo>
                    <a:pt x="13" y="249"/>
                    <a:pt x="14" y="249"/>
                    <a:pt x="15" y="249"/>
                  </a:cubicBezTo>
                  <a:cubicBezTo>
                    <a:pt x="15" y="249"/>
                    <a:pt x="15" y="249"/>
                    <a:pt x="15" y="249"/>
                  </a:cubicBezTo>
                  <a:cubicBezTo>
                    <a:pt x="16" y="248"/>
                    <a:pt x="17" y="249"/>
                    <a:pt x="18" y="247"/>
                  </a:cubicBezTo>
                  <a:cubicBezTo>
                    <a:pt x="17" y="247"/>
                    <a:pt x="17" y="247"/>
                    <a:pt x="17" y="246"/>
                  </a:cubicBezTo>
                  <a:cubicBezTo>
                    <a:pt x="18" y="246"/>
                    <a:pt x="19" y="246"/>
                    <a:pt x="19" y="248"/>
                  </a:cubicBezTo>
                  <a:cubicBezTo>
                    <a:pt x="18" y="249"/>
                    <a:pt x="16" y="249"/>
                    <a:pt x="17" y="250"/>
                  </a:cubicBezTo>
                  <a:cubicBezTo>
                    <a:pt x="18" y="250"/>
                    <a:pt x="20" y="249"/>
                    <a:pt x="21" y="248"/>
                  </a:cubicBezTo>
                  <a:cubicBezTo>
                    <a:pt x="20" y="249"/>
                    <a:pt x="19" y="248"/>
                    <a:pt x="20" y="246"/>
                  </a:cubicBezTo>
                  <a:cubicBezTo>
                    <a:pt x="19" y="247"/>
                    <a:pt x="19" y="247"/>
                    <a:pt x="19" y="247"/>
                  </a:cubicBezTo>
                  <a:cubicBezTo>
                    <a:pt x="20" y="246"/>
                    <a:pt x="20" y="246"/>
                    <a:pt x="20" y="246"/>
                  </a:cubicBezTo>
                  <a:cubicBezTo>
                    <a:pt x="18" y="245"/>
                    <a:pt x="19" y="243"/>
                    <a:pt x="17" y="243"/>
                  </a:cubicBezTo>
                  <a:cubicBezTo>
                    <a:pt x="16" y="245"/>
                    <a:pt x="16" y="245"/>
                    <a:pt x="16" y="245"/>
                  </a:cubicBezTo>
                  <a:cubicBezTo>
                    <a:pt x="15" y="244"/>
                    <a:pt x="13" y="244"/>
                    <a:pt x="13" y="243"/>
                  </a:cubicBezTo>
                  <a:cubicBezTo>
                    <a:pt x="14" y="243"/>
                    <a:pt x="15" y="242"/>
                    <a:pt x="15" y="241"/>
                  </a:cubicBezTo>
                  <a:cubicBezTo>
                    <a:pt x="15" y="241"/>
                    <a:pt x="14" y="241"/>
                    <a:pt x="15" y="241"/>
                  </a:cubicBezTo>
                  <a:cubicBezTo>
                    <a:pt x="17" y="240"/>
                    <a:pt x="17" y="240"/>
                    <a:pt x="17" y="240"/>
                  </a:cubicBezTo>
                  <a:cubicBezTo>
                    <a:pt x="14" y="242"/>
                    <a:pt x="15" y="238"/>
                    <a:pt x="14" y="238"/>
                  </a:cubicBezTo>
                  <a:cubicBezTo>
                    <a:pt x="15" y="238"/>
                    <a:pt x="15" y="238"/>
                    <a:pt x="15" y="238"/>
                  </a:cubicBezTo>
                  <a:cubicBezTo>
                    <a:pt x="15" y="236"/>
                    <a:pt x="13" y="239"/>
                    <a:pt x="13" y="238"/>
                  </a:cubicBezTo>
                  <a:cubicBezTo>
                    <a:pt x="13" y="237"/>
                    <a:pt x="15" y="237"/>
                    <a:pt x="16" y="235"/>
                  </a:cubicBezTo>
                  <a:cubicBezTo>
                    <a:pt x="15" y="234"/>
                    <a:pt x="12" y="233"/>
                    <a:pt x="14" y="230"/>
                  </a:cubicBezTo>
                  <a:cubicBezTo>
                    <a:pt x="13" y="229"/>
                    <a:pt x="12" y="228"/>
                    <a:pt x="11" y="227"/>
                  </a:cubicBezTo>
                  <a:cubicBezTo>
                    <a:pt x="10" y="226"/>
                    <a:pt x="13" y="227"/>
                    <a:pt x="12" y="226"/>
                  </a:cubicBezTo>
                  <a:cubicBezTo>
                    <a:pt x="13" y="226"/>
                    <a:pt x="14" y="225"/>
                    <a:pt x="15" y="225"/>
                  </a:cubicBezTo>
                  <a:cubicBezTo>
                    <a:pt x="14" y="225"/>
                    <a:pt x="15" y="223"/>
                    <a:pt x="12" y="224"/>
                  </a:cubicBezTo>
                  <a:cubicBezTo>
                    <a:pt x="13" y="222"/>
                    <a:pt x="13" y="221"/>
                    <a:pt x="13" y="219"/>
                  </a:cubicBezTo>
                  <a:cubicBezTo>
                    <a:pt x="13" y="219"/>
                    <a:pt x="14" y="219"/>
                    <a:pt x="15" y="219"/>
                  </a:cubicBezTo>
                  <a:cubicBezTo>
                    <a:pt x="14" y="218"/>
                    <a:pt x="12" y="217"/>
                    <a:pt x="13" y="216"/>
                  </a:cubicBezTo>
                  <a:cubicBezTo>
                    <a:pt x="12" y="215"/>
                    <a:pt x="12" y="216"/>
                    <a:pt x="10" y="215"/>
                  </a:cubicBezTo>
                  <a:cubicBezTo>
                    <a:pt x="10" y="215"/>
                    <a:pt x="9" y="215"/>
                    <a:pt x="9" y="214"/>
                  </a:cubicBezTo>
                  <a:cubicBezTo>
                    <a:pt x="11" y="214"/>
                    <a:pt x="14" y="215"/>
                    <a:pt x="14" y="214"/>
                  </a:cubicBezTo>
                  <a:cubicBezTo>
                    <a:pt x="17" y="215"/>
                    <a:pt x="13" y="216"/>
                    <a:pt x="16" y="216"/>
                  </a:cubicBezTo>
                  <a:cubicBezTo>
                    <a:pt x="18" y="216"/>
                    <a:pt x="18" y="218"/>
                    <a:pt x="17" y="219"/>
                  </a:cubicBezTo>
                  <a:cubicBezTo>
                    <a:pt x="19" y="220"/>
                    <a:pt x="17" y="218"/>
                    <a:pt x="19" y="218"/>
                  </a:cubicBezTo>
                  <a:cubicBezTo>
                    <a:pt x="19" y="217"/>
                    <a:pt x="18" y="217"/>
                    <a:pt x="18" y="216"/>
                  </a:cubicBezTo>
                  <a:cubicBezTo>
                    <a:pt x="18" y="216"/>
                    <a:pt x="17" y="216"/>
                    <a:pt x="17" y="216"/>
                  </a:cubicBezTo>
                  <a:cubicBezTo>
                    <a:pt x="17" y="215"/>
                    <a:pt x="18" y="215"/>
                    <a:pt x="18" y="215"/>
                  </a:cubicBezTo>
                  <a:cubicBezTo>
                    <a:pt x="18" y="215"/>
                    <a:pt x="18" y="215"/>
                    <a:pt x="18" y="215"/>
                  </a:cubicBezTo>
                  <a:cubicBezTo>
                    <a:pt x="17" y="216"/>
                    <a:pt x="17" y="216"/>
                    <a:pt x="17" y="216"/>
                  </a:cubicBezTo>
                  <a:cubicBezTo>
                    <a:pt x="17" y="216"/>
                    <a:pt x="17" y="216"/>
                    <a:pt x="17" y="216"/>
                  </a:cubicBezTo>
                  <a:cubicBezTo>
                    <a:pt x="17" y="216"/>
                    <a:pt x="17" y="216"/>
                    <a:pt x="17" y="216"/>
                  </a:cubicBezTo>
                  <a:cubicBezTo>
                    <a:pt x="17" y="215"/>
                    <a:pt x="17" y="215"/>
                    <a:pt x="17" y="215"/>
                  </a:cubicBezTo>
                  <a:cubicBezTo>
                    <a:pt x="17" y="215"/>
                    <a:pt x="17" y="216"/>
                    <a:pt x="17" y="216"/>
                  </a:cubicBezTo>
                  <a:cubicBezTo>
                    <a:pt x="17" y="216"/>
                    <a:pt x="17" y="216"/>
                    <a:pt x="17" y="216"/>
                  </a:cubicBezTo>
                  <a:cubicBezTo>
                    <a:pt x="17" y="215"/>
                    <a:pt x="17" y="215"/>
                    <a:pt x="17" y="215"/>
                  </a:cubicBezTo>
                  <a:cubicBezTo>
                    <a:pt x="17" y="215"/>
                    <a:pt x="17" y="215"/>
                    <a:pt x="17" y="215"/>
                  </a:cubicBezTo>
                  <a:cubicBezTo>
                    <a:pt x="18" y="214"/>
                    <a:pt x="18" y="214"/>
                    <a:pt x="18" y="214"/>
                  </a:cubicBezTo>
                  <a:cubicBezTo>
                    <a:pt x="18" y="214"/>
                    <a:pt x="18" y="214"/>
                    <a:pt x="18" y="214"/>
                  </a:cubicBezTo>
                  <a:cubicBezTo>
                    <a:pt x="17" y="215"/>
                    <a:pt x="17" y="215"/>
                    <a:pt x="17" y="216"/>
                  </a:cubicBezTo>
                  <a:cubicBezTo>
                    <a:pt x="17" y="216"/>
                    <a:pt x="17" y="216"/>
                    <a:pt x="17" y="216"/>
                  </a:cubicBezTo>
                  <a:cubicBezTo>
                    <a:pt x="16" y="216"/>
                    <a:pt x="16" y="215"/>
                    <a:pt x="16" y="215"/>
                  </a:cubicBezTo>
                  <a:cubicBezTo>
                    <a:pt x="14" y="214"/>
                    <a:pt x="17" y="214"/>
                    <a:pt x="18" y="214"/>
                  </a:cubicBezTo>
                  <a:cubicBezTo>
                    <a:pt x="18" y="214"/>
                    <a:pt x="18" y="214"/>
                    <a:pt x="18" y="214"/>
                  </a:cubicBezTo>
                  <a:cubicBezTo>
                    <a:pt x="18" y="214"/>
                    <a:pt x="18" y="214"/>
                    <a:pt x="18" y="214"/>
                  </a:cubicBezTo>
                  <a:cubicBezTo>
                    <a:pt x="18" y="214"/>
                    <a:pt x="18" y="214"/>
                    <a:pt x="18" y="214"/>
                  </a:cubicBezTo>
                  <a:cubicBezTo>
                    <a:pt x="17" y="214"/>
                    <a:pt x="17" y="215"/>
                    <a:pt x="17" y="215"/>
                  </a:cubicBezTo>
                  <a:cubicBezTo>
                    <a:pt x="17" y="215"/>
                    <a:pt x="17" y="215"/>
                    <a:pt x="17" y="215"/>
                  </a:cubicBezTo>
                  <a:cubicBezTo>
                    <a:pt x="17" y="216"/>
                    <a:pt x="17" y="216"/>
                    <a:pt x="17" y="216"/>
                  </a:cubicBezTo>
                  <a:cubicBezTo>
                    <a:pt x="18" y="215"/>
                    <a:pt x="18" y="215"/>
                    <a:pt x="18" y="215"/>
                  </a:cubicBezTo>
                  <a:cubicBezTo>
                    <a:pt x="18" y="215"/>
                    <a:pt x="18" y="214"/>
                    <a:pt x="18" y="214"/>
                  </a:cubicBezTo>
                  <a:cubicBezTo>
                    <a:pt x="18" y="214"/>
                    <a:pt x="18" y="214"/>
                    <a:pt x="18" y="214"/>
                  </a:cubicBezTo>
                  <a:cubicBezTo>
                    <a:pt x="18" y="215"/>
                    <a:pt x="17" y="215"/>
                    <a:pt x="17" y="215"/>
                  </a:cubicBezTo>
                  <a:cubicBezTo>
                    <a:pt x="17" y="215"/>
                    <a:pt x="17" y="215"/>
                    <a:pt x="18" y="215"/>
                  </a:cubicBezTo>
                  <a:cubicBezTo>
                    <a:pt x="17" y="215"/>
                    <a:pt x="17" y="215"/>
                    <a:pt x="17" y="215"/>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9" y="212"/>
                  </a:cubicBezTo>
                  <a:cubicBezTo>
                    <a:pt x="19" y="212"/>
                    <a:pt x="19" y="212"/>
                    <a:pt x="19" y="212"/>
                  </a:cubicBezTo>
                  <a:cubicBezTo>
                    <a:pt x="19" y="212"/>
                    <a:pt x="19" y="212"/>
                    <a:pt x="19" y="212"/>
                  </a:cubicBezTo>
                  <a:cubicBezTo>
                    <a:pt x="19" y="212"/>
                    <a:pt x="19" y="212"/>
                    <a:pt x="19" y="212"/>
                  </a:cubicBezTo>
                  <a:cubicBezTo>
                    <a:pt x="20" y="212"/>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8" y="213"/>
                  </a:cubicBezTo>
                  <a:cubicBezTo>
                    <a:pt x="19" y="213"/>
                    <a:pt x="19" y="213"/>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9" y="213"/>
                    <a:pt x="19" y="213"/>
                  </a:cubicBezTo>
                  <a:cubicBezTo>
                    <a:pt x="18" y="213"/>
                    <a:pt x="18" y="213"/>
                    <a:pt x="18" y="213"/>
                  </a:cubicBezTo>
                  <a:cubicBezTo>
                    <a:pt x="18" y="213"/>
                    <a:pt x="18" y="214"/>
                    <a:pt x="18" y="214"/>
                  </a:cubicBezTo>
                  <a:cubicBezTo>
                    <a:pt x="18" y="214"/>
                    <a:pt x="18" y="214"/>
                    <a:pt x="18" y="213"/>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6"/>
                    <a:pt x="18" y="216"/>
                    <a:pt x="18" y="216"/>
                  </a:cubicBezTo>
                  <a:cubicBezTo>
                    <a:pt x="18" y="216"/>
                    <a:pt x="18" y="216"/>
                    <a:pt x="18" y="216"/>
                  </a:cubicBezTo>
                  <a:cubicBezTo>
                    <a:pt x="19" y="216"/>
                    <a:pt x="18" y="215"/>
                    <a:pt x="19" y="215"/>
                  </a:cubicBezTo>
                  <a:cubicBezTo>
                    <a:pt x="19" y="215"/>
                    <a:pt x="19" y="215"/>
                    <a:pt x="19" y="215"/>
                  </a:cubicBezTo>
                  <a:cubicBezTo>
                    <a:pt x="19" y="215"/>
                    <a:pt x="19" y="215"/>
                    <a:pt x="19" y="215"/>
                  </a:cubicBezTo>
                  <a:cubicBezTo>
                    <a:pt x="19" y="215"/>
                    <a:pt x="19" y="216"/>
                    <a:pt x="19" y="216"/>
                  </a:cubicBezTo>
                  <a:cubicBezTo>
                    <a:pt x="19" y="216"/>
                    <a:pt x="19" y="216"/>
                    <a:pt x="19" y="215"/>
                  </a:cubicBezTo>
                  <a:cubicBezTo>
                    <a:pt x="19" y="216"/>
                    <a:pt x="19" y="216"/>
                    <a:pt x="19" y="216"/>
                  </a:cubicBezTo>
                  <a:cubicBezTo>
                    <a:pt x="19" y="215"/>
                    <a:pt x="20" y="217"/>
                    <a:pt x="20" y="215"/>
                  </a:cubicBezTo>
                  <a:cubicBezTo>
                    <a:pt x="19" y="215"/>
                    <a:pt x="19" y="215"/>
                    <a:pt x="19" y="215"/>
                  </a:cubicBezTo>
                  <a:cubicBezTo>
                    <a:pt x="20" y="215"/>
                    <a:pt x="18" y="215"/>
                    <a:pt x="19" y="214"/>
                  </a:cubicBezTo>
                  <a:cubicBezTo>
                    <a:pt x="19" y="214"/>
                    <a:pt x="19" y="214"/>
                    <a:pt x="19" y="214"/>
                  </a:cubicBezTo>
                  <a:cubicBezTo>
                    <a:pt x="19" y="214"/>
                    <a:pt x="19" y="214"/>
                    <a:pt x="19" y="213"/>
                  </a:cubicBezTo>
                  <a:cubicBezTo>
                    <a:pt x="19" y="213"/>
                    <a:pt x="19" y="214"/>
                    <a:pt x="19" y="214"/>
                  </a:cubicBezTo>
                  <a:cubicBezTo>
                    <a:pt x="19" y="214"/>
                    <a:pt x="19" y="214"/>
                    <a:pt x="19" y="214"/>
                  </a:cubicBezTo>
                  <a:cubicBezTo>
                    <a:pt x="19" y="214"/>
                    <a:pt x="20" y="214"/>
                    <a:pt x="20" y="214"/>
                  </a:cubicBezTo>
                  <a:cubicBezTo>
                    <a:pt x="20" y="214"/>
                    <a:pt x="19" y="214"/>
                    <a:pt x="20" y="215"/>
                  </a:cubicBezTo>
                  <a:cubicBezTo>
                    <a:pt x="22" y="215"/>
                    <a:pt x="22" y="215"/>
                    <a:pt x="22" y="215"/>
                  </a:cubicBezTo>
                  <a:cubicBezTo>
                    <a:pt x="21" y="216"/>
                    <a:pt x="21" y="216"/>
                    <a:pt x="21" y="216"/>
                  </a:cubicBezTo>
                  <a:cubicBezTo>
                    <a:pt x="20" y="216"/>
                    <a:pt x="20" y="216"/>
                    <a:pt x="20" y="216"/>
                  </a:cubicBezTo>
                  <a:cubicBezTo>
                    <a:pt x="21" y="216"/>
                    <a:pt x="21" y="216"/>
                    <a:pt x="21" y="216"/>
                  </a:cubicBezTo>
                  <a:cubicBezTo>
                    <a:pt x="20" y="217"/>
                    <a:pt x="20" y="217"/>
                    <a:pt x="20" y="217"/>
                  </a:cubicBezTo>
                  <a:cubicBezTo>
                    <a:pt x="21" y="216"/>
                    <a:pt x="21" y="216"/>
                    <a:pt x="21" y="216"/>
                  </a:cubicBezTo>
                  <a:cubicBezTo>
                    <a:pt x="21" y="217"/>
                    <a:pt x="21" y="217"/>
                    <a:pt x="21" y="217"/>
                  </a:cubicBezTo>
                  <a:cubicBezTo>
                    <a:pt x="20" y="218"/>
                    <a:pt x="23" y="217"/>
                    <a:pt x="22" y="218"/>
                  </a:cubicBezTo>
                  <a:cubicBezTo>
                    <a:pt x="21" y="218"/>
                    <a:pt x="20" y="219"/>
                    <a:pt x="20" y="219"/>
                  </a:cubicBezTo>
                  <a:cubicBezTo>
                    <a:pt x="22" y="218"/>
                    <a:pt x="23" y="219"/>
                    <a:pt x="25" y="218"/>
                  </a:cubicBezTo>
                  <a:cubicBezTo>
                    <a:pt x="24" y="219"/>
                    <a:pt x="21" y="219"/>
                    <a:pt x="20" y="220"/>
                  </a:cubicBezTo>
                  <a:cubicBezTo>
                    <a:pt x="22" y="220"/>
                    <a:pt x="19" y="222"/>
                    <a:pt x="22" y="221"/>
                  </a:cubicBezTo>
                  <a:cubicBezTo>
                    <a:pt x="22" y="220"/>
                    <a:pt x="23" y="221"/>
                    <a:pt x="25" y="220"/>
                  </a:cubicBezTo>
                  <a:cubicBezTo>
                    <a:pt x="25" y="222"/>
                    <a:pt x="23" y="221"/>
                    <a:pt x="23" y="222"/>
                  </a:cubicBezTo>
                  <a:cubicBezTo>
                    <a:pt x="23" y="222"/>
                    <a:pt x="25" y="222"/>
                    <a:pt x="26" y="221"/>
                  </a:cubicBezTo>
                  <a:cubicBezTo>
                    <a:pt x="26" y="222"/>
                    <a:pt x="28" y="222"/>
                    <a:pt x="27" y="223"/>
                  </a:cubicBezTo>
                  <a:cubicBezTo>
                    <a:pt x="25" y="224"/>
                    <a:pt x="26" y="222"/>
                    <a:pt x="25" y="223"/>
                  </a:cubicBezTo>
                  <a:cubicBezTo>
                    <a:pt x="25" y="224"/>
                    <a:pt x="29" y="222"/>
                    <a:pt x="30" y="224"/>
                  </a:cubicBezTo>
                  <a:cubicBezTo>
                    <a:pt x="31" y="223"/>
                    <a:pt x="34" y="223"/>
                    <a:pt x="35" y="224"/>
                  </a:cubicBezTo>
                  <a:cubicBezTo>
                    <a:pt x="35" y="226"/>
                    <a:pt x="34" y="223"/>
                    <a:pt x="32" y="224"/>
                  </a:cubicBezTo>
                  <a:cubicBezTo>
                    <a:pt x="32" y="225"/>
                    <a:pt x="32" y="225"/>
                    <a:pt x="32" y="225"/>
                  </a:cubicBezTo>
                  <a:cubicBezTo>
                    <a:pt x="30" y="227"/>
                    <a:pt x="27" y="224"/>
                    <a:pt x="25" y="225"/>
                  </a:cubicBezTo>
                  <a:cubicBezTo>
                    <a:pt x="26" y="226"/>
                    <a:pt x="26" y="226"/>
                    <a:pt x="26" y="226"/>
                  </a:cubicBezTo>
                  <a:cubicBezTo>
                    <a:pt x="25" y="226"/>
                    <a:pt x="24" y="226"/>
                    <a:pt x="23" y="227"/>
                  </a:cubicBezTo>
                  <a:cubicBezTo>
                    <a:pt x="25" y="226"/>
                    <a:pt x="24" y="228"/>
                    <a:pt x="25" y="228"/>
                  </a:cubicBezTo>
                  <a:cubicBezTo>
                    <a:pt x="26" y="228"/>
                    <a:pt x="24" y="228"/>
                    <a:pt x="25" y="228"/>
                  </a:cubicBezTo>
                  <a:cubicBezTo>
                    <a:pt x="26" y="228"/>
                    <a:pt x="29" y="228"/>
                    <a:pt x="28" y="230"/>
                  </a:cubicBezTo>
                  <a:cubicBezTo>
                    <a:pt x="27" y="229"/>
                    <a:pt x="26" y="230"/>
                    <a:pt x="25" y="230"/>
                  </a:cubicBezTo>
                  <a:cubicBezTo>
                    <a:pt x="24" y="231"/>
                    <a:pt x="27" y="230"/>
                    <a:pt x="26" y="231"/>
                  </a:cubicBezTo>
                  <a:cubicBezTo>
                    <a:pt x="25" y="231"/>
                    <a:pt x="25" y="231"/>
                    <a:pt x="25" y="231"/>
                  </a:cubicBezTo>
                  <a:cubicBezTo>
                    <a:pt x="25" y="233"/>
                    <a:pt x="26" y="241"/>
                    <a:pt x="32" y="242"/>
                  </a:cubicBezTo>
                  <a:cubicBezTo>
                    <a:pt x="31" y="243"/>
                    <a:pt x="31" y="245"/>
                    <a:pt x="30" y="247"/>
                  </a:cubicBezTo>
                  <a:cubicBezTo>
                    <a:pt x="31" y="246"/>
                    <a:pt x="32" y="246"/>
                    <a:pt x="33" y="247"/>
                  </a:cubicBezTo>
                  <a:cubicBezTo>
                    <a:pt x="31" y="248"/>
                    <a:pt x="31" y="248"/>
                    <a:pt x="31" y="248"/>
                  </a:cubicBezTo>
                  <a:cubicBezTo>
                    <a:pt x="30" y="250"/>
                    <a:pt x="33" y="251"/>
                    <a:pt x="34" y="251"/>
                  </a:cubicBezTo>
                  <a:cubicBezTo>
                    <a:pt x="33" y="252"/>
                    <a:pt x="33" y="252"/>
                    <a:pt x="33" y="252"/>
                  </a:cubicBezTo>
                  <a:cubicBezTo>
                    <a:pt x="32" y="254"/>
                    <a:pt x="34" y="253"/>
                    <a:pt x="35" y="253"/>
                  </a:cubicBezTo>
                  <a:cubicBezTo>
                    <a:pt x="34" y="254"/>
                    <a:pt x="34" y="254"/>
                    <a:pt x="34" y="254"/>
                  </a:cubicBezTo>
                  <a:cubicBezTo>
                    <a:pt x="35" y="254"/>
                    <a:pt x="35" y="254"/>
                    <a:pt x="35" y="254"/>
                  </a:cubicBezTo>
                  <a:cubicBezTo>
                    <a:pt x="36" y="255"/>
                    <a:pt x="36" y="256"/>
                    <a:pt x="34" y="257"/>
                  </a:cubicBezTo>
                  <a:cubicBezTo>
                    <a:pt x="35" y="257"/>
                    <a:pt x="35" y="257"/>
                    <a:pt x="36" y="256"/>
                  </a:cubicBezTo>
                  <a:cubicBezTo>
                    <a:pt x="35" y="258"/>
                    <a:pt x="36" y="261"/>
                    <a:pt x="38" y="262"/>
                  </a:cubicBezTo>
                  <a:cubicBezTo>
                    <a:pt x="38" y="261"/>
                    <a:pt x="39" y="261"/>
                    <a:pt x="40" y="260"/>
                  </a:cubicBezTo>
                  <a:cubicBezTo>
                    <a:pt x="42" y="259"/>
                    <a:pt x="40" y="260"/>
                    <a:pt x="41" y="260"/>
                  </a:cubicBezTo>
                  <a:cubicBezTo>
                    <a:pt x="41" y="261"/>
                    <a:pt x="40" y="262"/>
                    <a:pt x="39" y="262"/>
                  </a:cubicBezTo>
                  <a:cubicBezTo>
                    <a:pt x="38" y="265"/>
                    <a:pt x="42" y="267"/>
                    <a:pt x="44" y="270"/>
                  </a:cubicBezTo>
                  <a:cubicBezTo>
                    <a:pt x="44" y="270"/>
                    <a:pt x="44" y="270"/>
                    <a:pt x="45" y="270"/>
                  </a:cubicBezTo>
                  <a:cubicBezTo>
                    <a:pt x="44" y="273"/>
                    <a:pt x="48" y="273"/>
                    <a:pt x="48" y="276"/>
                  </a:cubicBezTo>
                  <a:cubicBezTo>
                    <a:pt x="49" y="275"/>
                    <a:pt x="51" y="273"/>
                    <a:pt x="52" y="274"/>
                  </a:cubicBezTo>
                  <a:cubicBezTo>
                    <a:pt x="54" y="274"/>
                    <a:pt x="50" y="276"/>
                    <a:pt x="50" y="279"/>
                  </a:cubicBezTo>
                  <a:cubicBezTo>
                    <a:pt x="51" y="278"/>
                    <a:pt x="52" y="279"/>
                    <a:pt x="53" y="279"/>
                  </a:cubicBezTo>
                  <a:cubicBezTo>
                    <a:pt x="52" y="280"/>
                    <a:pt x="52" y="280"/>
                    <a:pt x="52" y="280"/>
                  </a:cubicBezTo>
                  <a:cubicBezTo>
                    <a:pt x="54" y="279"/>
                    <a:pt x="55" y="280"/>
                    <a:pt x="55" y="281"/>
                  </a:cubicBezTo>
                  <a:cubicBezTo>
                    <a:pt x="55" y="281"/>
                    <a:pt x="55" y="281"/>
                    <a:pt x="55" y="281"/>
                  </a:cubicBezTo>
                  <a:cubicBezTo>
                    <a:pt x="55" y="282"/>
                    <a:pt x="55" y="283"/>
                    <a:pt x="56" y="284"/>
                  </a:cubicBezTo>
                  <a:cubicBezTo>
                    <a:pt x="57" y="282"/>
                    <a:pt x="58" y="284"/>
                    <a:pt x="59" y="283"/>
                  </a:cubicBezTo>
                  <a:cubicBezTo>
                    <a:pt x="59" y="284"/>
                    <a:pt x="59" y="284"/>
                    <a:pt x="59" y="284"/>
                  </a:cubicBezTo>
                  <a:cubicBezTo>
                    <a:pt x="60" y="283"/>
                    <a:pt x="60" y="283"/>
                    <a:pt x="60" y="283"/>
                  </a:cubicBezTo>
                  <a:cubicBezTo>
                    <a:pt x="61" y="285"/>
                    <a:pt x="61" y="285"/>
                    <a:pt x="61" y="285"/>
                  </a:cubicBezTo>
                  <a:cubicBezTo>
                    <a:pt x="59" y="285"/>
                    <a:pt x="59" y="285"/>
                    <a:pt x="59" y="285"/>
                  </a:cubicBezTo>
                  <a:cubicBezTo>
                    <a:pt x="60" y="287"/>
                    <a:pt x="60" y="285"/>
                    <a:pt x="62" y="284"/>
                  </a:cubicBezTo>
                  <a:cubicBezTo>
                    <a:pt x="63" y="284"/>
                    <a:pt x="62" y="285"/>
                    <a:pt x="62" y="286"/>
                  </a:cubicBezTo>
                  <a:cubicBezTo>
                    <a:pt x="62" y="287"/>
                    <a:pt x="62" y="285"/>
                    <a:pt x="61" y="285"/>
                  </a:cubicBezTo>
                  <a:cubicBezTo>
                    <a:pt x="60" y="286"/>
                    <a:pt x="62" y="286"/>
                    <a:pt x="61" y="287"/>
                  </a:cubicBezTo>
                  <a:cubicBezTo>
                    <a:pt x="62" y="287"/>
                    <a:pt x="63" y="286"/>
                    <a:pt x="63" y="286"/>
                  </a:cubicBezTo>
                  <a:cubicBezTo>
                    <a:pt x="64" y="287"/>
                    <a:pt x="65" y="287"/>
                    <a:pt x="65" y="289"/>
                  </a:cubicBezTo>
                  <a:cubicBezTo>
                    <a:pt x="65" y="288"/>
                    <a:pt x="66" y="289"/>
                    <a:pt x="67" y="288"/>
                  </a:cubicBezTo>
                  <a:cubicBezTo>
                    <a:pt x="66" y="288"/>
                    <a:pt x="66" y="287"/>
                    <a:pt x="66" y="286"/>
                  </a:cubicBezTo>
                  <a:cubicBezTo>
                    <a:pt x="67" y="286"/>
                    <a:pt x="68" y="286"/>
                    <a:pt x="68" y="287"/>
                  </a:cubicBezTo>
                  <a:cubicBezTo>
                    <a:pt x="67" y="287"/>
                    <a:pt x="67" y="287"/>
                    <a:pt x="67" y="287"/>
                  </a:cubicBezTo>
                  <a:cubicBezTo>
                    <a:pt x="68" y="287"/>
                    <a:pt x="69" y="288"/>
                    <a:pt x="69" y="286"/>
                  </a:cubicBezTo>
                  <a:cubicBezTo>
                    <a:pt x="69" y="289"/>
                    <a:pt x="69" y="289"/>
                    <a:pt x="69" y="289"/>
                  </a:cubicBezTo>
                  <a:cubicBezTo>
                    <a:pt x="70" y="288"/>
                    <a:pt x="71" y="288"/>
                    <a:pt x="72" y="288"/>
                  </a:cubicBezTo>
                  <a:cubicBezTo>
                    <a:pt x="71" y="290"/>
                    <a:pt x="69" y="291"/>
                    <a:pt x="71" y="292"/>
                  </a:cubicBezTo>
                  <a:cubicBezTo>
                    <a:pt x="73" y="291"/>
                    <a:pt x="73" y="291"/>
                    <a:pt x="73" y="291"/>
                  </a:cubicBezTo>
                  <a:cubicBezTo>
                    <a:pt x="74" y="291"/>
                    <a:pt x="74" y="292"/>
                    <a:pt x="74" y="293"/>
                  </a:cubicBezTo>
                  <a:cubicBezTo>
                    <a:pt x="76" y="294"/>
                    <a:pt x="77" y="289"/>
                    <a:pt x="79" y="291"/>
                  </a:cubicBezTo>
                  <a:cubicBezTo>
                    <a:pt x="78" y="293"/>
                    <a:pt x="78" y="293"/>
                    <a:pt x="79" y="294"/>
                  </a:cubicBezTo>
                  <a:cubicBezTo>
                    <a:pt x="79" y="293"/>
                    <a:pt x="79" y="293"/>
                    <a:pt x="80" y="293"/>
                  </a:cubicBezTo>
                  <a:cubicBezTo>
                    <a:pt x="80" y="292"/>
                    <a:pt x="79" y="294"/>
                    <a:pt x="79" y="293"/>
                  </a:cubicBezTo>
                  <a:cubicBezTo>
                    <a:pt x="79" y="291"/>
                    <a:pt x="80" y="292"/>
                    <a:pt x="80" y="292"/>
                  </a:cubicBezTo>
                  <a:cubicBezTo>
                    <a:pt x="81" y="296"/>
                    <a:pt x="86" y="294"/>
                    <a:pt x="88" y="296"/>
                  </a:cubicBezTo>
                  <a:cubicBezTo>
                    <a:pt x="88" y="294"/>
                    <a:pt x="90" y="295"/>
                    <a:pt x="90" y="295"/>
                  </a:cubicBezTo>
                  <a:cubicBezTo>
                    <a:pt x="90" y="297"/>
                    <a:pt x="92" y="294"/>
                    <a:pt x="93" y="296"/>
                  </a:cubicBezTo>
                  <a:cubicBezTo>
                    <a:pt x="92" y="293"/>
                    <a:pt x="92" y="293"/>
                    <a:pt x="92" y="293"/>
                  </a:cubicBezTo>
                  <a:cubicBezTo>
                    <a:pt x="94" y="295"/>
                    <a:pt x="95" y="290"/>
                    <a:pt x="96" y="293"/>
                  </a:cubicBezTo>
                  <a:cubicBezTo>
                    <a:pt x="97" y="293"/>
                    <a:pt x="96" y="294"/>
                    <a:pt x="95" y="295"/>
                  </a:cubicBezTo>
                  <a:cubicBezTo>
                    <a:pt x="96" y="298"/>
                    <a:pt x="99" y="293"/>
                    <a:pt x="100" y="296"/>
                  </a:cubicBezTo>
                  <a:cubicBezTo>
                    <a:pt x="100" y="295"/>
                    <a:pt x="99" y="293"/>
                    <a:pt x="101" y="292"/>
                  </a:cubicBezTo>
                  <a:cubicBezTo>
                    <a:pt x="101" y="294"/>
                    <a:pt x="103" y="295"/>
                    <a:pt x="103" y="295"/>
                  </a:cubicBezTo>
                  <a:cubicBezTo>
                    <a:pt x="104" y="295"/>
                    <a:pt x="104" y="294"/>
                    <a:pt x="105" y="295"/>
                  </a:cubicBezTo>
                  <a:cubicBezTo>
                    <a:pt x="104" y="296"/>
                    <a:pt x="104" y="296"/>
                    <a:pt x="104" y="296"/>
                  </a:cubicBezTo>
                  <a:cubicBezTo>
                    <a:pt x="105" y="297"/>
                    <a:pt x="106" y="296"/>
                    <a:pt x="107" y="295"/>
                  </a:cubicBezTo>
                  <a:cubicBezTo>
                    <a:pt x="108" y="297"/>
                    <a:pt x="110" y="296"/>
                    <a:pt x="111" y="297"/>
                  </a:cubicBezTo>
                  <a:cubicBezTo>
                    <a:pt x="112" y="295"/>
                    <a:pt x="113" y="299"/>
                    <a:pt x="113" y="295"/>
                  </a:cubicBezTo>
                  <a:cubicBezTo>
                    <a:pt x="114" y="296"/>
                    <a:pt x="114" y="296"/>
                    <a:pt x="114" y="296"/>
                  </a:cubicBezTo>
                  <a:cubicBezTo>
                    <a:pt x="114" y="296"/>
                    <a:pt x="115" y="294"/>
                    <a:pt x="115" y="294"/>
                  </a:cubicBezTo>
                  <a:cubicBezTo>
                    <a:pt x="115" y="296"/>
                    <a:pt x="115" y="296"/>
                    <a:pt x="115" y="296"/>
                  </a:cubicBezTo>
                  <a:cubicBezTo>
                    <a:pt x="114" y="298"/>
                    <a:pt x="117" y="296"/>
                    <a:pt x="117" y="298"/>
                  </a:cubicBezTo>
                  <a:cubicBezTo>
                    <a:pt x="116" y="296"/>
                    <a:pt x="117" y="298"/>
                    <a:pt x="118" y="296"/>
                  </a:cubicBezTo>
                  <a:cubicBezTo>
                    <a:pt x="118" y="296"/>
                    <a:pt x="118" y="296"/>
                    <a:pt x="118" y="296"/>
                  </a:cubicBezTo>
                  <a:cubicBezTo>
                    <a:pt x="120" y="296"/>
                    <a:pt x="119" y="295"/>
                    <a:pt x="120" y="295"/>
                  </a:cubicBezTo>
                  <a:cubicBezTo>
                    <a:pt x="121" y="295"/>
                    <a:pt x="120" y="297"/>
                    <a:pt x="120" y="297"/>
                  </a:cubicBezTo>
                  <a:cubicBezTo>
                    <a:pt x="120" y="298"/>
                    <a:pt x="121" y="298"/>
                    <a:pt x="122" y="297"/>
                  </a:cubicBezTo>
                  <a:cubicBezTo>
                    <a:pt x="122" y="298"/>
                    <a:pt x="122" y="298"/>
                    <a:pt x="123" y="298"/>
                  </a:cubicBezTo>
                  <a:cubicBezTo>
                    <a:pt x="123" y="298"/>
                    <a:pt x="123" y="298"/>
                    <a:pt x="123" y="298"/>
                  </a:cubicBezTo>
                  <a:cubicBezTo>
                    <a:pt x="123" y="298"/>
                    <a:pt x="124" y="298"/>
                    <a:pt x="124" y="299"/>
                  </a:cubicBezTo>
                  <a:cubicBezTo>
                    <a:pt x="123" y="300"/>
                    <a:pt x="123" y="300"/>
                    <a:pt x="123" y="300"/>
                  </a:cubicBezTo>
                  <a:cubicBezTo>
                    <a:pt x="124" y="300"/>
                    <a:pt x="125" y="299"/>
                    <a:pt x="125" y="298"/>
                  </a:cubicBezTo>
                  <a:cubicBezTo>
                    <a:pt x="127" y="300"/>
                    <a:pt x="131" y="300"/>
                    <a:pt x="132" y="300"/>
                  </a:cubicBezTo>
                  <a:cubicBezTo>
                    <a:pt x="131" y="299"/>
                    <a:pt x="131" y="301"/>
                    <a:pt x="131" y="300"/>
                  </a:cubicBezTo>
                  <a:cubicBezTo>
                    <a:pt x="132" y="300"/>
                    <a:pt x="133" y="299"/>
                    <a:pt x="133" y="300"/>
                  </a:cubicBezTo>
                  <a:cubicBezTo>
                    <a:pt x="134" y="300"/>
                    <a:pt x="133" y="301"/>
                    <a:pt x="134" y="302"/>
                  </a:cubicBezTo>
                  <a:cubicBezTo>
                    <a:pt x="133" y="302"/>
                    <a:pt x="135" y="300"/>
                    <a:pt x="134" y="300"/>
                  </a:cubicBezTo>
                  <a:cubicBezTo>
                    <a:pt x="134" y="303"/>
                    <a:pt x="138" y="301"/>
                    <a:pt x="139" y="304"/>
                  </a:cubicBezTo>
                  <a:cubicBezTo>
                    <a:pt x="139" y="303"/>
                    <a:pt x="138" y="304"/>
                    <a:pt x="137" y="305"/>
                  </a:cubicBezTo>
                  <a:cubicBezTo>
                    <a:pt x="139" y="305"/>
                    <a:pt x="141" y="305"/>
                    <a:pt x="143" y="304"/>
                  </a:cubicBezTo>
                  <a:cubicBezTo>
                    <a:pt x="142" y="305"/>
                    <a:pt x="142" y="305"/>
                    <a:pt x="141" y="305"/>
                  </a:cubicBezTo>
                  <a:cubicBezTo>
                    <a:pt x="142" y="306"/>
                    <a:pt x="143" y="307"/>
                    <a:pt x="144" y="306"/>
                  </a:cubicBezTo>
                  <a:cubicBezTo>
                    <a:pt x="145" y="305"/>
                    <a:pt x="144" y="307"/>
                    <a:pt x="144" y="306"/>
                  </a:cubicBezTo>
                  <a:cubicBezTo>
                    <a:pt x="144" y="305"/>
                    <a:pt x="146" y="305"/>
                    <a:pt x="146" y="306"/>
                  </a:cubicBezTo>
                  <a:cubicBezTo>
                    <a:pt x="146" y="306"/>
                    <a:pt x="146" y="306"/>
                    <a:pt x="146" y="306"/>
                  </a:cubicBezTo>
                  <a:cubicBezTo>
                    <a:pt x="147" y="307"/>
                    <a:pt x="147" y="306"/>
                    <a:pt x="148" y="307"/>
                  </a:cubicBezTo>
                  <a:cubicBezTo>
                    <a:pt x="148" y="308"/>
                    <a:pt x="147" y="307"/>
                    <a:pt x="147" y="308"/>
                  </a:cubicBezTo>
                  <a:cubicBezTo>
                    <a:pt x="145" y="310"/>
                    <a:pt x="147" y="311"/>
                    <a:pt x="147" y="311"/>
                  </a:cubicBezTo>
                  <a:cubicBezTo>
                    <a:pt x="149" y="311"/>
                    <a:pt x="149" y="311"/>
                    <a:pt x="149" y="311"/>
                  </a:cubicBezTo>
                  <a:cubicBezTo>
                    <a:pt x="150" y="311"/>
                    <a:pt x="148" y="312"/>
                    <a:pt x="148" y="312"/>
                  </a:cubicBezTo>
                  <a:cubicBezTo>
                    <a:pt x="154" y="312"/>
                    <a:pt x="154" y="312"/>
                    <a:pt x="154" y="312"/>
                  </a:cubicBezTo>
                  <a:cubicBezTo>
                    <a:pt x="153" y="312"/>
                    <a:pt x="152" y="314"/>
                    <a:pt x="151" y="314"/>
                  </a:cubicBezTo>
                  <a:cubicBezTo>
                    <a:pt x="152" y="315"/>
                    <a:pt x="155" y="315"/>
                    <a:pt x="157" y="315"/>
                  </a:cubicBezTo>
                  <a:cubicBezTo>
                    <a:pt x="157" y="316"/>
                    <a:pt x="158" y="317"/>
                    <a:pt x="159" y="318"/>
                  </a:cubicBezTo>
                  <a:cubicBezTo>
                    <a:pt x="158" y="319"/>
                    <a:pt x="159" y="317"/>
                    <a:pt x="158" y="318"/>
                  </a:cubicBezTo>
                  <a:cubicBezTo>
                    <a:pt x="157" y="319"/>
                    <a:pt x="157" y="319"/>
                    <a:pt x="157" y="319"/>
                  </a:cubicBezTo>
                  <a:cubicBezTo>
                    <a:pt x="156" y="318"/>
                    <a:pt x="154" y="320"/>
                    <a:pt x="153" y="320"/>
                  </a:cubicBezTo>
                  <a:cubicBezTo>
                    <a:pt x="155" y="320"/>
                    <a:pt x="154" y="323"/>
                    <a:pt x="154" y="325"/>
                  </a:cubicBezTo>
                  <a:cubicBezTo>
                    <a:pt x="157" y="323"/>
                    <a:pt x="156" y="326"/>
                    <a:pt x="159" y="325"/>
                  </a:cubicBezTo>
                  <a:cubicBezTo>
                    <a:pt x="160" y="327"/>
                    <a:pt x="157" y="327"/>
                    <a:pt x="156" y="328"/>
                  </a:cubicBezTo>
                  <a:cubicBezTo>
                    <a:pt x="158" y="329"/>
                    <a:pt x="158" y="331"/>
                    <a:pt x="158" y="333"/>
                  </a:cubicBezTo>
                  <a:cubicBezTo>
                    <a:pt x="158" y="333"/>
                    <a:pt x="158" y="333"/>
                    <a:pt x="158" y="333"/>
                  </a:cubicBezTo>
                  <a:cubicBezTo>
                    <a:pt x="159" y="334"/>
                    <a:pt x="158" y="337"/>
                    <a:pt x="161" y="338"/>
                  </a:cubicBezTo>
                  <a:cubicBezTo>
                    <a:pt x="160" y="338"/>
                    <a:pt x="160" y="338"/>
                    <a:pt x="159" y="338"/>
                  </a:cubicBezTo>
                  <a:cubicBezTo>
                    <a:pt x="159" y="340"/>
                    <a:pt x="163" y="338"/>
                    <a:pt x="162" y="340"/>
                  </a:cubicBezTo>
                  <a:cubicBezTo>
                    <a:pt x="160" y="339"/>
                    <a:pt x="160" y="339"/>
                    <a:pt x="160" y="339"/>
                  </a:cubicBezTo>
                  <a:cubicBezTo>
                    <a:pt x="162" y="340"/>
                    <a:pt x="160" y="342"/>
                    <a:pt x="162" y="343"/>
                  </a:cubicBezTo>
                  <a:cubicBezTo>
                    <a:pt x="161" y="343"/>
                    <a:pt x="161" y="343"/>
                    <a:pt x="160" y="343"/>
                  </a:cubicBezTo>
                  <a:cubicBezTo>
                    <a:pt x="161" y="344"/>
                    <a:pt x="161" y="345"/>
                    <a:pt x="163" y="346"/>
                  </a:cubicBezTo>
                  <a:cubicBezTo>
                    <a:pt x="162" y="347"/>
                    <a:pt x="161" y="346"/>
                    <a:pt x="160" y="346"/>
                  </a:cubicBezTo>
                  <a:cubicBezTo>
                    <a:pt x="160" y="347"/>
                    <a:pt x="163" y="347"/>
                    <a:pt x="162" y="348"/>
                  </a:cubicBezTo>
                  <a:cubicBezTo>
                    <a:pt x="162" y="349"/>
                    <a:pt x="161" y="349"/>
                    <a:pt x="161" y="349"/>
                  </a:cubicBezTo>
                  <a:cubicBezTo>
                    <a:pt x="162" y="350"/>
                    <a:pt x="162" y="351"/>
                    <a:pt x="163" y="352"/>
                  </a:cubicBezTo>
                  <a:cubicBezTo>
                    <a:pt x="162" y="352"/>
                    <a:pt x="162" y="353"/>
                    <a:pt x="161" y="353"/>
                  </a:cubicBezTo>
                  <a:cubicBezTo>
                    <a:pt x="161" y="360"/>
                    <a:pt x="162" y="366"/>
                    <a:pt x="164" y="372"/>
                  </a:cubicBezTo>
                  <a:cubicBezTo>
                    <a:pt x="161" y="374"/>
                    <a:pt x="162" y="371"/>
                    <a:pt x="161" y="372"/>
                  </a:cubicBezTo>
                  <a:cubicBezTo>
                    <a:pt x="163" y="372"/>
                    <a:pt x="161" y="373"/>
                    <a:pt x="162" y="375"/>
                  </a:cubicBezTo>
                  <a:cubicBezTo>
                    <a:pt x="162" y="375"/>
                    <a:pt x="162" y="375"/>
                    <a:pt x="162" y="375"/>
                  </a:cubicBezTo>
                  <a:cubicBezTo>
                    <a:pt x="162" y="376"/>
                    <a:pt x="161" y="376"/>
                    <a:pt x="162" y="377"/>
                  </a:cubicBezTo>
                  <a:cubicBezTo>
                    <a:pt x="162" y="377"/>
                    <a:pt x="162" y="377"/>
                    <a:pt x="162" y="377"/>
                  </a:cubicBezTo>
                  <a:cubicBezTo>
                    <a:pt x="164" y="378"/>
                    <a:pt x="159" y="379"/>
                    <a:pt x="162" y="379"/>
                  </a:cubicBezTo>
                  <a:cubicBezTo>
                    <a:pt x="161" y="380"/>
                    <a:pt x="161" y="380"/>
                    <a:pt x="161" y="380"/>
                  </a:cubicBezTo>
                  <a:cubicBezTo>
                    <a:pt x="163" y="381"/>
                    <a:pt x="160" y="382"/>
                    <a:pt x="162" y="383"/>
                  </a:cubicBezTo>
                  <a:cubicBezTo>
                    <a:pt x="162" y="383"/>
                    <a:pt x="162" y="383"/>
                    <a:pt x="162" y="383"/>
                  </a:cubicBezTo>
                  <a:cubicBezTo>
                    <a:pt x="161" y="384"/>
                    <a:pt x="165" y="386"/>
                    <a:pt x="163" y="386"/>
                  </a:cubicBezTo>
                  <a:cubicBezTo>
                    <a:pt x="163" y="388"/>
                    <a:pt x="164" y="389"/>
                    <a:pt x="166" y="389"/>
                  </a:cubicBezTo>
                  <a:cubicBezTo>
                    <a:pt x="165" y="390"/>
                    <a:pt x="164" y="389"/>
                    <a:pt x="163" y="389"/>
                  </a:cubicBezTo>
                  <a:cubicBezTo>
                    <a:pt x="164" y="394"/>
                    <a:pt x="164" y="400"/>
                    <a:pt x="167" y="404"/>
                  </a:cubicBezTo>
                  <a:cubicBezTo>
                    <a:pt x="166" y="404"/>
                    <a:pt x="166" y="404"/>
                    <a:pt x="165" y="404"/>
                  </a:cubicBezTo>
                  <a:cubicBezTo>
                    <a:pt x="168" y="406"/>
                    <a:pt x="163" y="409"/>
                    <a:pt x="168" y="411"/>
                  </a:cubicBezTo>
                  <a:cubicBezTo>
                    <a:pt x="170" y="412"/>
                    <a:pt x="170" y="412"/>
                    <a:pt x="170" y="412"/>
                  </a:cubicBezTo>
                  <a:cubicBezTo>
                    <a:pt x="169" y="412"/>
                    <a:pt x="168" y="412"/>
                    <a:pt x="167" y="413"/>
                  </a:cubicBezTo>
                  <a:cubicBezTo>
                    <a:pt x="168" y="413"/>
                    <a:pt x="167" y="415"/>
                    <a:pt x="169" y="416"/>
                  </a:cubicBezTo>
                  <a:cubicBezTo>
                    <a:pt x="168" y="416"/>
                    <a:pt x="168" y="416"/>
                    <a:pt x="168" y="416"/>
                  </a:cubicBezTo>
                  <a:cubicBezTo>
                    <a:pt x="167" y="417"/>
                    <a:pt x="170" y="418"/>
                    <a:pt x="169" y="419"/>
                  </a:cubicBezTo>
                  <a:cubicBezTo>
                    <a:pt x="169" y="419"/>
                    <a:pt x="169" y="419"/>
                    <a:pt x="169" y="419"/>
                  </a:cubicBezTo>
                  <a:cubicBezTo>
                    <a:pt x="166" y="425"/>
                    <a:pt x="163" y="434"/>
                    <a:pt x="168" y="438"/>
                  </a:cubicBezTo>
                  <a:cubicBezTo>
                    <a:pt x="169" y="440"/>
                    <a:pt x="166" y="439"/>
                    <a:pt x="166" y="440"/>
                  </a:cubicBezTo>
                  <a:cubicBezTo>
                    <a:pt x="170" y="444"/>
                    <a:pt x="167" y="452"/>
                    <a:pt x="173" y="453"/>
                  </a:cubicBezTo>
                  <a:cubicBezTo>
                    <a:pt x="173" y="454"/>
                    <a:pt x="173" y="454"/>
                    <a:pt x="173" y="455"/>
                  </a:cubicBezTo>
                  <a:cubicBezTo>
                    <a:pt x="173" y="455"/>
                    <a:pt x="173" y="456"/>
                    <a:pt x="174" y="456"/>
                  </a:cubicBezTo>
                  <a:cubicBezTo>
                    <a:pt x="171" y="457"/>
                    <a:pt x="174" y="460"/>
                    <a:pt x="172" y="462"/>
                  </a:cubicBezTo>
                  <a:cubicBezTo>
                    <a:pt x="175" y="462"/>
                    <a:pt x="174" y="463"/>
                    <a:pt x="174" y="464"/>
                  </a:cubicBezTo>
                  <a:cubicBezTo>
                    <a:pt x="174" y="464"/>
                    <a:pt x="173" y="464"/>
                    <a:pt x="173" y="464"/>
                  </a:cubicBezTo>
                  <a:cubicBezTo>
                    <a:pt x="173" y="466"/>
                    <a:pt x="173" y="466"/>
                    <a:pt x="172" y="468"/>
                  </a:cubicBezTo>
                  <a:cubicBezTo>
                    <a:pt x="172" y="469"/>
                    <a:pt x="174" y="469"/>
                    <a:pt x="173" y="470"/>
                  </a:cubicBezTo>
                  <a:cubicBezTo>
                    <a:pt x="171" y="471"/>
                    <a:pt x="173" y="472"/>
                    <a:pt x="172" y="473"/>
                  </a:cubicBezTo>
                  <a:cubicBezTo>
                    <a:pt x="174" y="473"/>
                    <a:pt x="175" y="474"/>
                    <a:pt x="175" y="475"/>
                  </a:cubicBezTo>
                  <a:cubicBezTo>
                    <a:pt x="172" y="475"/>
                    <a:pt x="172" y="475"/>
                    <a:pt x="172" y="475"/>
                  </a:cubicBezTo>
                  <a:cubicBezTo>
                    <a:pt x="174" y="477"/>
                    <a:pt x="170" y="481"/>
                    <a:pt x="174" y="485"/>
                  </a:cubicBezTo>
                  <a:cubicBezTo>
                    <a:pt x="172" y="485"/>
                    <a:pt x="172" y="485"/>
                    <a:pt x="172" y="485"/>
                  </a:cubicBezTo>
                  <a:cubicBezTo>
                    <a:pt x="174" y="488"/>
                    <a:pt x="173" y="491"/>
                    <a:pt x="176" y="494"/>
                  </a:cubicBezTo>
                  <a:cubicBezTo>
                    <a:pt x="175" y="495"/>
                    <a:pt x="175" y="496"/>
                    <a:pt x="175" y="497"/>
                  </a:cubicBezTo>
                  <a:cubicBezTo>
                    <a:pt x="176" y="498"/>
                    <a:pt x="176" y="499"/>
                    <a:pt x="178" y="499"/>
                  </a:cubicBezTo>
                  <a:cubicBezTo>
                    <a:pt x="178" y="500"/>
                    <a:pt x="177" y="500"/>
                    <a:pt x="177" y="500"/>
                  </a:cubicBezTo>
                  <a:cubicBezTo>
                    <a:pt x="176" y="501"/>
                    <a:pt x="174" y="504"/>
                    <a:pt x="177" y="504"/>
                  </a:cubicBezTo>
                  <a:cubicBezTo>
                    <a:pt x="175" y="505"/>
                    <a:pt x="175" y="505"/>
                    <a:pt x="175" y="505"/>
                  </a:cubicBezTo>
                  <a:cubicBezTo>
                    <a:pt x="177" y="506"/>
                    <a:pt x="179" y="507"/>
                    <a:pt x="177" y="508"/>
                  </a:cubicBezTo>
                  <a:cubicBezTo>
                    <a:pt x="178" y="509"/>
                    <a:pt x="179" y="510"/>
                    <a:pt x="181" y="509"/>
                  </a:cubicBezTo>
                  <a:cubicBezTo>
                    <a:pt x="181" y="510"/>
                    <a:pt x="178" y="510"/>
                    <a:pt x="180" y="510"/>
                  </a:cubicBezTo>
                  <a:cubicBezTo>
                    <a:pt x="178" y="510"/>
                    <a:pt x="178" y="510"/>
                    <a:pt x="178" y="510"/>
                  </a:cubicBezTo>
                  <a:cubicBezTo>
                    <a:pt x="177" y="513"/>
                    <a:pt x="179" y="515"/>
                    <a:pt x="180" y="518"/>
                  </a:cubicBezTo>
                  <a:cubicBezTo>
                    <a:pt x="178" y="519"/>
                    <a:pt x="181" y="520"/>
                    <a:pt x="179" y="522"/>
                  </a:cubicBezTo>
                  <a:cubicBezTo>
                    <a:pt x="181" y="523"/>
                    <a:pt x="179" y="525"/>
                    <a:pt x="182" y="525"/>
                  </a:cubicBezTo>
                  <a:cubicBezTo>
                    <a:pt x="181" y="525"/>
                    <a:pt x="181" y="525"/>
                    <a:pt x="181" y="525"/>
                  </a:cubicBezTo>
                  <a:cubicBezTo>
                    <a:pt x="181" y="526"/>
                    <a:pt x="181" y="528"/>
                    <a:pt x="180" y="530"/>
                  </a:cubicBezTo>
                  <a:cubicBezTo>
                    <a:pt x="180" y="531"/>
                    <a:pt x="182" y="530"/>
                    <a:pt x="183" y="531"/>
                  </a:cubicBezTo>
                  <a:cubicBezTo>
                    <a:pt x="182" y="531"/>
                    <a:pt x="182" y="531"/>
                    <a:pt x="182" y="531"/>
                  </a:cubicBezTo>
                  <a:cubicBezTo>
                    <a:pt x="183" y="532"/>
                    <a:pt x="185" y="532"/>
                    <a:pt x="186" y="532"/>
                  </a:cubicBezTo>
                  <a:cubicBezTo>
                    <a:pt x="185" y="533"/>
                    <a:pt x="186" y="533"/>
                    <a:pt x="185" y="533"/>
                  </a:cubicBezTo>
                  <a:cubicBezTo>
                    <a:pt x="185" y="533"/>
                    <a:pt x="183" y="533"/>
                    <a:pt x="181" y="532"/>
                  </a:cubicBezTo>
                  <a:cubicBezTo>
                    <a:pt x="181" y="534"/>
                    <a:pt x="184" y="534"/>
                    <a:pt x="182" y="535"/>
                  </a:cubicBezTo>
                  <a:cubicBezTo>
                    <a:pt x="182" y="536"/>
                    <a:pt x="182" y="536"/>
                    <a:pt x="184" y="536"/>
                  </a:cubicBezTo>
                  <a:cubicBezTo>
                    <a:pt x="184" y="536"/>
                    <a:pt x="183" y="537"/>
                    <a:pt x="182" y="537"/>
                  </a:cubicBezTo>
                  <a:cubicBezTo>
                    <a:pt x="183" y="537"/>
                    <a:pt x="183" y="538"/>
                    <a:pt x="184" y="538"/>
                  </a:cubicBezTo>
                  <a:cubicBezTo>
                    <a:pt x="184" y="538"/>
                    <a:pt x="184" y="537"/>
                    <a:pt x="184" y="537"/>
                  </a:cubicBezTo>
                  <a:cubicBezTo>
                    <a:pt x="185" y="537"/>
                    <a:pt x="185" y="538"/>
                    <a:pt x="187" y="538"/>
                  </a:cubicBezTo>
                  <a:cubicBezTo>
                    <a:pt x="187" y="537"/>
                    <a:pt x="186" y="537"/>
                    <a:pt x="186" y="537"/>
                  </a:cubicBezTo>
                  <a:cubicBezTo>
                    <a:pt x="188" y="537"/>
                    <a:pt x="188" y="538"/>
                    <a:pt x="187" y="538"/>
                  </a:cubicBezTo>
                  <a:cubicBezTo>
                    <a:pt x="186" y="539"/>
                    <a:pt x="185" y="538"/>
                    <a:pt x="184" y="539"/>
                  </a:cubicBezTo>
                  <a:cubicBezTo>
                    <a:pt x="188" y="540"/>
                    <a:pt x="188" y="540"/>
                    <a:pt x="188" y="540"/>
                  </a:cubicBezTo>
                  <a:cubicBezTo>
                    <a:pt x="186" y="540"/>
                    <a:pt x="187" y="539"/>
                    <a:pt x="189" y="539"/>
                  </a:cubicBezTo>
                  <a:cubicBezTo>
                    <a:pt x="188" y="538"/>
                    <a:pt x="188" y="538"/>
                    <a:pt x="188" y="538"/>
                  </a:cubicBezTo>
                  <a:cubicBezTo>
                    <a:pt x="189" y="538"/>
                    <a:pt x="189" y="538"/>
                    <a:pt x="189" y="538"/>
                  </a:cubicBezTo>
                  <a:cubicBezTo>
                    <a:pt x="189" y="537"/>
                    <a:pt x="190" y="536"/>
                    <a:pt x="189" y="535"/>
                  </a:cubicBezTo>
                  <a:cubicBezTo>
                    <a:pt x="187" y="536"/>
                    <a:pt x="187" y="536"/>
                    <a:pt x="187" y="536"/>
                  </a:cubicBezTo>
                  <a:cubicBezTo>
                    <a:pt x="187" y="535"/>
                    <a:pt x="185" y="535"/>
                    <a:pt x="187" y="534"/>
                  </a:cubicBezTo>
                  <a:cubicBezTo>
                    <a:pt x="187" y="534"/>
                    <a:pt x="188" y="534"/>
                    <a:pt x="189" y="534"/>
                  </a:cubicBezTo>
                  <a:cubicBezTo>
                    <a:pt x="189" y="534"/>
                    <a:pt x="188" y="533"/>
                    <a:pt x="188" y="533"/>
                  </a:cubicBezTo>
                  <a:cubicBezTo>
                    <a:pt x="191" y="533"/>
                    <a:pt x="191" y="533"/>
                    <a:pt x="191" y="533"/>
                  </a:cubicBezTo>
                  <a:cubicBezTo>
                    <a:pt x="187" y="533"/>
                    <a:pt x="189" y="532"/>
                    <a:pt x="189" y="531"/>
                  </a:cubicBezTo>
                  <a:cubicBezTo>
                    <a:pt x="189" y="531"/>
                    <a:pt x="189" y="531"/>
                    <a:pt x="189" y="531"/>
                  </a:cubicBezTo>
                  <a:cubicBezTo>
                    <a:pt x="190" y="530"/>
                    <a:pt x="188" y="532"/>
                    <a:pt x="188" y="531"/>
                  </a:cubicBezTo>
                  <a:cubicBezTo>
                    <a:pt x="188" y="530"/>
                    <a:pt x="191" y="530"/>
                    <a:pt x="192" y="530"/>
                  </a:cubicBezTo>
                  <a:cubicBezTo>
                    <a:pt x="191" y="529"/>
                    <a:pt x="189" y="527"/>
                    <a:pt x="191" y="526"/>
                  </a:cubicBezTo>
                  <a:cubicBezTo>
                    <a:pt x="190" y="525"/>
                    <a:pt x="189" y="524"/>
                    <a:pt x="188" y="524"/>
                  </a:cubicBezTo>
                  <a:cubicBezTo>
                    <a:pt x="188" y="523"/>
                    <a:pt x="191" y="523"/>
                    <a:pt x="190" y="523"/>
                  </a:cubicBezTo>
                  <a:cubicBezTo>
                    <a:pt x="190" y="523"/>
                    <a:pt x="191" y="522"/>
                    <a:pt x="192" y="522"/>
                  </a:cubicBezTo>
                  <a:cubicBezTo>
                    <a:pt x="191" y="522"/>
                    <a:pt x="192" y="521"/>
                    <a:pt x="190" y="522"/>
                  </a:cubicBezTo>
                  <a:cubicBezTo>
                    <a:pt x="190" y="520"/>
                    <a:pt x="191" y="519"/>
                    <a:pt x="190" y="518"/>
                  </a:cubicBezTo>
                  <a:cubicBezTo>
                    <a:pt x="190" y="518"/>
                    <a:pt x="192" y="518"/>
                    <a:pt x="193" y="518"/>
                  </a:cubicBezTo>
                  <a:cubicBezTo>
                    <a:pt x="191" y="517"/>
                    <a:pt x="190" y="516"/>
                    <a:pt x="190" y="515"/>
                  </a:cubicBezTo>
                  <a:cubicBezTo>
                    <a:pt x="189" y="515"/>
                    <a:pt x="189" y="516"/>
                    <a:pt x="187" y="516"/>
                  </a:cubicBezTo>
                  <a:cubicBezTo>
                    <a:pt x="187" y="516"/>
                    <a:pt x="186" y="516"/>
                    <a:pt x="186" y="515"/>
                  </a:cubicBezTo>
                  <a:cubicBezTo>
                    <a:pt x="188" y="515"/>
                    <a:pt x="191" y="515"/>
                    <a:pt x="191" y="514"/>
                  </a:cubicBezTo>
                  <a:cubicBezTo>
                    <a:pt x="193" y="514"/>
                    <a:pt x="190" y="515"/>
                    <a:pt x="193" y="515"/>
                  </a:cubicBezTo>
                  <a:cubicBezTo>
                    <a:pt x="195" y="515"/>
                    <a:pt x="196" y="517"/>
                    <a:pt x="194" y="517"/>
                  </a:cubicBezTo>
                  <a:cubicBezTo>
                    <a:pt x="197" y="518"/>
                    <a:pt x="195" y="516"/>
                    <a:pt x="197" y="516"/>
                  </a:cubicBezTo>
                  <a:cubicBezTo>
                    <a:pt x="197" y="516"/>
                    <a:pt x="195" y="515"/>
                    <a:pt x="195" y="514"/>
                  </a:cubicBezTo>
                  <a:cubicBezTo>
                    <a:pt x="194" y="514"/>
                    <a:pt x="194" y="515"/>
                    <a:pt x="193" y="514"/>
                  </a:cubicBezTo>
                  <a:cubicBezTo>
                    <a:pt x="190" y="514"/>
                    <a:pt x="194" y="513"/>
                    <a:pt x="194" y="513"/>
                  </a:cubicBezTo>
                  <a:cubicBezTo>
                    <a:pt x="195" y="513"/>
                    <a:pt x="195" y="513"/>
                    <a:pt x="195" y="513"/>
                  </a:cubicBezTo>
                  <a:cubicBezTo>
                    <a:pt x="196" y="512"/>
                    <a:pt x="194" y="512"/>
                    <a:pt x="194" y="511"/>
                  </a:cubicBezTo>
                  <a:cubicBezTo>
                    <a:pt x="197" y="511"/>
                    <a:pt x="195" y="513"/>
                    <a:pt x="197" y="513"/>
                  </a:cubicBezTo>
                  <a:cubicBezTo>
                    <a:pt x="199" y="512"/>
                    <a:pt x="199" y="512"/>
                    <a:pt x="199" y="512"/>
                  </a:cubicBezTo>
                  <a:cubicBezTo>
                    <a:pt x="199" y="511"/>
                    <a:pt x="196" y="512"/>
                    <a:pt x="197" y="511"/>
                  </a:cubicBezTo>
                  <a:cubicBezTo>
                    <a:pt x="198" y="511"/>
                    <a:pt x="198" y="511"/>
                    <a:pt x="198" y="511"/>
                  </a:cubicBezTo>
                  <a:cubicBezTo>
                    <a:pt x="197" y="510"/>
                    <a:pt x="197" y="510"/>
                    <a:pt x="197" y="510"/>
                  </a:cubicBezTo>
                  <a:cubicBezTo>
                    <a:pt x="196" y="510"/>
                    <a:pt x="194" y="510"/>
                    <a:pt x="195" y="511"/>
                  </a:cubicBezTo>
                  <a:cubicBezTo>
                    <a:pt x="191" y="511"/>
                    <a:pt x="194" y="511"/>
                    <a:pt x="193" y="510"/>
                  </a:cubicBezTo>
                  <a:cubicBezTo>
                    <a:pt x="192" y="509"/>
                    <a:pt x="194" y="510"/>
                    <a:pt x="192" y="510"/>
                  </a:cubicBezTo>
                  <a:cubicBezTo>
                    <a:pt x="190" y="510"/>
                    <a:pt x="190" y="510"/>
                    <a:pt x="190" y="509"/>
                  </a:cubicBezTo>
                  <a:cubicBezTo>
                    <a:pt x="190" y="508"/>
                    <a:pt x="192" y="509"/>
                    <a:pt x="193" y="508"/>
                  </a:cubicBezTo>
                  <a:cubicBezTo>
                    <a:pt x="193" y="508"/>
                    <a:pt x="193" y="509"/>
                    <a:pt x="192" y="509"/>
                  </a:cubicBezTo>
                  <a:cubicBezTo>
                    <a:pt x="194" y="510"/>
                    <a:pt x="196" y="508"/>
                    <a:pt x="197" y="509"/>
                  </a:cubicBezTo>
                  <a:cubicBezTo>
                    <a:pt x="198" y="508"/>
                    <a:pt x="196" y="508"/>
                    <a:pt x="196" y="508"/>
                  </a:cubicBezTo>
                  <a:cubicBezTo>
                    <a:pt x="195" y="508"/>
                    <a:pt x="194" y="508"/>
                    <a:pt x="193" y="508"/>
                  </a:cubicBezTo>
                  <a:cubicBezTo>
                    <a:pt x="188" y="507"/>
                    <a:pt x="197" y="507"/>
                    <a:pt x="196" y="506"/>
                  </a:cubicBezTo>
                  <a:cubicBezTo>
                    <a:pt x="193" y="506"/>
                    <a:pt x="191" y="504"/>
                    <a:pt x="188" y="506"/>
                  </a:cubicBezTo>
                  <a:cubicBezTo>
                    <a:pt x="187" y="505"/>
                    <a:pt x="187" y="505"/>
                    <a:pt x="187" y="505"/>
                  </a:cubicBezTo>
                  <a:cubicBezTo>
                    <a:pt x="189" y="505"/>
                    <a:pt x="189" y="504"/>
                    <a:pt x="191" y="504"/>
                  </a:cubicBezTo>
                  <a:cubicBezTo>
                    <a:pt x="191" y="504"/>
                    <a:pt x="191" y="504"/>
                    <a:pt x="191" y="504"/>
                  </a:cubicBezTo>
                  <a:cubicBezTo>
                    <a:pt x="193" y="504"/>
                    <a:pt x="193" y="504"/>
                    <a:pt x="193" y="504"/>
                  </a:cubicBezTo>
                  <a:cubicBezTo>
                    <a:pt x="195" y="504"/>
                    <a:pt x="196" y="503"/>
                    <a:pt x="197" y="503"/>
                  </a:cubicBezTo>
                  <a:cubicBezTo>
                    <a:pt x="196" y="502"/>
                    <a:pt x="195" y="503"/>
                    <a:pt x="194" y="502"/>
                  </a:cubicBezTo>
                  <a:cubicBezTo>
                    <a:pt x="195" y="502"/>
                    <a:pt x="195" y="502"/>
                    <a:pt x="196" y="502"/>
                  </a:cubicBezTo>
                  <a:cubicBezTo>
                    <a:pt x="195" y="502"/>
                    <a:pt x="193" y="503"/>
                    <a:pt x="193" y="502"/>
                  </a:cubicBezTo>
                  <a:cubicBezTo>
                    <a:pt x="193" y="501"/>
                    <a:pt x="195" y="500"/>
                    <a:pt x="195" y="501"/>
                  </a:cubicBezTo>
                  <a:cubicBezTo>
                    <a:pt x="197" y="501"/>
                    <a:pt x="197" y="501"/>
                    <a:pt x="197" y="501"/>
                  </a:cubicBezTo>
                  <a:cubicBezTo>
                    <a:pt x="195" y="501"/>
                    <a:pt x="198" y="501"/>
                    <a:pt x="197" y="500"/>
                  </a:cubicBezTo>
                  <a:cubicBezTo>
                    <a:pt x="196" y="500"/>
                    <a:pt x="194" y="500"/>
                    <a:pt x="193" y="500"/>
                  </a:cubicBezTo>
                  <a:cubicBezTo>
                    <a:pt x="192" y="499"/>
                    <a:pt x="194" y="499"/>
                    <a:pt x="193" y="499"/>
                  </a:cubicBezTo>
                  <a:cubicBezTo>
                    <a:pt x="195" y="500"/>
                    <a:pt x="195" y="500"/>
                    <a:pt x="195" y="500"/>
                  </a:cubicBezTo>
                  <a:cubicBezTo>
                    <a:pt x="194" y="499"/>
                    <a:pt x="198" y="499"/>
                    <a:pt x="197" y="498"/>
                  </a:cubicBezTo>
                  <a:cubicBezTo>
                    <a:pt x="195" y="498"/>
                    <a:pt x="195" y="498"/>
                    <a:pt x="195" y="498"/>
                  </a:cubicBezTo>
                  <a:cubicBezTo>
                    <a:pt x="196" y="498"/>
                    <a:pt x="196" y="498"/>
                    <a:pt x="197" y="498"/>
                  </a:cubicBezTo>
                  <a:cubicBezTo>
                    <a:pt x="196" y="498"/>
                    <a:pt x="196" y="497"/>
                    <a:pt x="196" y="497"/>
                  </a:cubicBezTo>
                  <a:cubicBezTo>
                    <a:pt x="197" y="497"/>
                    <a:pt x="197" y="497"/>
                    <a:pt x="197" y="497"/>
                  </a:cubicBezTo>
                  <a:cubicBezTo>
                    <a:pt x="196" y="497"/>
                    <a:pt x="193" y="496"/>
                    <a:pt x="196" y="496"/>
                  </a:cubicBezTo>
                  <a:cubicBezTo>
                    <a:pt x="193" y="496"/>
                    <a:pt x="196" y="496"/>
                    <a:pt x="194" y="497"/>
                  </a:cubicBezTo>
                  <a:cubicBezTo>
                    <a:pt x="192" y="497"/>
                    <a:pt x="193" y="496"/>
                    <a:pt x="192" y="496"/>
                  </a:cubicBezTo>
                  <a:cubicBezTo>
                    <a:pt x="195" y="496"/>
                    <a:pt x="192" y="495"/>
                    <a:pt x="192" y="495"/>
                  </a:cubicBezTo>
                  <a:cubicBezTo>
                    <a:pt x="193" y="494"/>
                    <a:pt x="194" y="494"/>
                    <a:pt x="194" y="494"/>
                  </a:cubicBezTo>
                  <a:cubicBezTo>
                    <a:pt x="193" y="494"/>
                    <a:pt x="193" y="494"/>
                    <a:pt x="193" y="494"/>
                  </a:cubicBezTo>
                  <a:cubicBezTo>
                    <a:pt x="196" y="493"/>
                    <a:pt x="192" y="493"/>
                    <a:pt x="193" y="492"/>
                  </a:cubicBezTo>
                  <a:cubicBezTo>
                    <a:pt x="194" y="492"/>
                    <a:pt x="195" y="492"/>
                    <a:pt x="196" y="492"/>
                  </a:cubicBezTo>
                  <a:cubicBezTo>
                    <a:pt x="193" y="493"/>
                    <a:pt x="193" y="491"/>
                    <a:pt x="191" y="491"/>
                  </a:cubicBezTo>
                  <a:cubicBezTo>
                    <a:pt x="192" y="490"/>
                    <a:pt x="194" y="492"/>
                    <a:pt x="196" y="491"/>
                  </a:cubicBezTo>
                  <a:cubicBezTo>
                    <a:pt x="194" y="491"/>
                    <a:pt x="197" y="490"/>
                    <a:pt x="195" y="490"/>
                  </a:cubicBezTo>
                  <a:cubicBezTo>
                    <a:pt x="194" y="491"/>
                    <a:pt x="193" y="490"/>
                    <a:pt x="192" y="490"/>
                  </a:cubicBezTo>
                  <a:cubicBezTo>
                    <a:pt x="192" y="489"/>
                    <a:pt x="193" y="490"/>
                    <a:pt x="194" y="489"/>
                  </a:cubicBezTo>
                  <a:cubicBezTo>
                    <a:pt x="193" y="489"/>
                    <a:pt x="191" y="488"/>
                    <a:pt x="191" y="489"/>
                  </a:cubicBezTo>
                  <a:cubicBezTo>
                    <a:pt x="191" y="488"/>
                    <a:pt x="189" y="488"/>
                    <a:pt x="190" y="487"/>
                  </a:cubicBezTo>
                  <a:cubicBezTo>
                    <a:pt x="192" y="487"/>
                    <a:pt x="191" y="488"/>
                    <a:pt x="192" y="488"/>
                  </a:cubicBezTo>
                  <a:cubicBezTo>
                    <a:pt x="192" y="487"/>
                    <a:pt x="188" y="488"/>
                    <a:pt x="187" y="487"/>
                  </a:cubicBezTo>
                  <a:cubicBezTo>
                    <a:pt x="187" y="487"/>
                    <a:pt x="184" y="487"/>
                    <a:pt x="183" y="486"/>
                  </a:cubicBezTo>
                  <a:cubicBezTo>
                    <a:pt x="183" y="485"/>
                    <a:pt x="184" y="487"/>
                    <a:pt x="186" y="486"/>
                  </a:cubicBezTo>
                  <a:cubicBezTo>
                    <a:pt x="185" y="486"/>
                    <a:pt x="185" y="486"/>
                    <a:pt x="185" y="486"/>
                  </a:cubicBezTo>
                  <a:cubicBezTo>
                    <a:pt x="188" y="485"/>
                    <a:pt x="190" y="487"/>
                    <a:pt x="193" y="486"/>
                  </a:cubicBezTo>
                  <a:cubicBezTo>
                    <a:pt x="192" y="486"/>
                    <a:pt x="192" y="486"/>
                    <a:pt x="192" y="486"/>
                  </a:cubicBezTo>
                  <a:cubicBezTo>
                    <a:pt x="195" y="486"/>
                    <a:pt x="195" y="486"/>
                    <a:pt x="195" y="486"/>
                  </a:cubicBezTo>
                  <a:cubicBezTo>
                    <a:pt x="193" y="486"/>
                    <a:pt x="194" y="485"/>
                    <a:pt x="194" y="484"/>
                  </a:cubicBezTo>
                  <a:cubicBezTo>
                    <a:pt x="192" y="484"/>
                    <a:pt x="194" y="485"/>
                    <a:pt x="193" y="485"/>
                  </a:cubicBezTo>
                  <a:cubicBezTo>
                    <a:pt x="192" y="484"/>
                    <a:pt x="190" y="484"/>
                    <a:pt x="191" y="483"/>
                  </a:cubicBezTo>
                  <a:cubicBezTo>
                    <a:pt x="192" y="484"/>
                    <a:pt x="193" y="483"/>
                    <a:pt x="194" y="483"/>
                  </a:cubicBezTo>
                  <a:cubicBezTo>
                    <a:pt x="195" y="483"/>
                    <a:pt x="192" y="483"/>
                    <a:pt x="193" y="482"/>
                  </a:cubicBezTo>
                  <a:cubicBezTo>
                    <a:pt x="194" y="483"/>
                    <a:pt x="194" y="483"/>
                    <a:pt x="194" y="483"/>
                  </a:cubicBezTo>
                  <a:cubicBezTo>
                    <a:pt x="194" y="480"/>
                    <a:pt x="194" y="478"/>
                    <a:pt x="190" y="476"/>
                  </a:cubicBezTo>
                  <a:cubicBezTo>
                    <a:pt x="191" y="475"/>
                    <a:pt x="191" y="475"/>
                    <a:pt x="193" y="474"/>
                  </a:cubicBezTo>
                  <a:cubicBezTo>
                    <a:pt x="192" y="474"/>
                    <a:pt x="191" y="474"/>
                    <a:pt x="191" y="473"/>
                  </a:cubicBezTo>
                  <a:cubicBezTo>
                    <a:pt x="193" y="473"/>
                    <a:pt x="193" y="473"/>
                    <a:pt x="193" y="473"/>
                  </a:cubicBezTo>
                  <a:cubicBezTo>
                    <a:pt x="194" y="472"/>
                    <a:pt x="192" y="472"/>
                    <a:pt x="191" y="471"/>
                  </a:cubicBezTo>
                  <a:cubicBezTo>
                    <a:pt x="193" y="471"/>
                    <a:pt x="193" y="471"/>
                    <a:pt x="193" y="471"/>
                  </a:cubicBezTo>
                  <a:cubicBezTo>
                    <a:pt x="194" y="471"/>
                    <a:pt x="192" y="470"/>
                    <a:pt x="191" y="470"/>
                  </a:cubicBezTo>
                  <a:cubicBezTo>
                    <a:pt x="193" y="470"/>
                    <a:pt x="193" y="470"/>
                    <a:pt x="193" y="470"/>
                  </a:cubicBezTo>
                  <a:cubicBezTo>
                    <a:pt x="191" y="470"/>
                    <a:pt x="191" y="470"/>
                    <a:pt x="191" y="470"/>
                  </a:cubicBezTo>
                  <a:cubicBezTo>
                    <a:pt x="191" y="469"/>
                    <a:pt x="191" y="468"/>
                    <a:pt x="193" y="469"/>
                  </a:cubicBezTo>
                  <a:cubicBezTo>
                    <a:pt x="193" y="469"/>
                    <a:pt x="192" y="468"/>
                    <a:pt x="192" y="468"/>
                  </a:cubicBezTo>
                  <a:cubicBezTo>
                    <a:pt x="193" y="468"/>
                    <a:pt x="193" y="467"/>
                    <a:pt x="193" y="466"/>
                  </a:cubicBezTo>
                  <a:cubicBezTo>
                    <a:pt x="192" y="466"/>
                    <a:pt x="191" y="466"/>
                    <a:pt x="190" y="466"/>
                  </a:cubicBezTo>
                  <a:cubicBezTo>
                    <a:pt x="188" y="465"/>
                    <a:pt x="190" y="466"/>
                    <a:pt x="189" y="465"/>
                  </a:cubicBezTo>
                  <a:cubicBezTo>
                    <a:pt x="190" y="465"/>
                    <a:pt x="191" y="465"/>
                    <a:pt x="192" y="465"/>
                  </a:cubicBezTo>
                  <a:cubicBezTo>
                    <a:pt x="195" y="465"/>
                    <a:pt x="192" y="462"/>
                    <a:pt x="193" y="461"/>
                  </a:cubicBezTo>
                  <a:cubicBezTo>
                    <a:pt x="192" y="460"/>
                    <a:pt x="192" y="460"/>
                    <a:pt x="192" y="460"/>
                  </a:cubicBezTo>
                  <a:cubicBezTo>
                    <a:pt x="195" y="460"/>
                    <a:pt x="193" y="459"/>
                    <a:pt x="194" y="458"/>
                  </a:cubicBezTo>
                  <a:cubicBezTo>
                    <a:pt x="193" y="458"/>
                    <a:pt x="191" y="457"/>
                    <a:pt x="191" y="456"/>
                  </a:cubicBezTo>
                  <a:cubicBezTo>
                    <a:pt x="189" y="455"/>
                    <a:pt x="193" y="457"/>
                    <a:pt x="195" y="457"/>
                  </a:cubicBezTo>
                  <a:cubicBezTo>
                    <a:pt x="194" y="456"/>
                    <a:pt x="194" y="456"/>
                    <a:pt x="194" y="456"/>
                  </a:cubicBezTo>
                  <a:cubicBezTo>
                    <a:pt x="194" y="456"/>
                    <a:pt x="194" y="456"/>
                    <a:pt x="194" y="456"/>
                  </a:cubicBezTo>
                  <a:cubicBezTo>
                    <a:pt x="194" y="455"/>
                    <a:pt x="193" y="454"/>
                    <a:pt x="194" y="454"/>
                  </a:cubicBezTo>
                  <a:cubicBezTo>
                    <a:pt x="194" y="454"/>
                    <a:pt x="194" y="454"/>
                    <a:pt x="194" y="454"/>
                  </a:cubicBezTo>
                  <a:cubicBezTo>
                    <a:pt x="195" y="454"/>
                    <a:pt x="196" y="455"/>
                    <a:pt x="196" y="454"/>
                  </a:cubicBezTo>
                  <a:cubicBezTo>
                    <a:pt x="194" y="453"/>
                    <a:pt x="196" y="453"/>
                    <a:pt x="194" y="452"/>
                  </a:cubicBezTo>
                  <a:cubicBezTo>
                    <a:pt x="195" y="452"/>
                    <a:pt x="195" y="452"/>
                    <a:pt x="195" y="452"/>
                  </a:cubicBezTo>
                  <a:cubicBezTo>
                    <a:pt x="194" y="451"/>
                    <a:pt x="194" y="451"/>
                    <a:pt x="194" y="451"/>
                  </a:cubicBezTo>
                  <a:cubicBezTo>
                    <a:pt x="195" y="451"/>
                    <a:pt x="195" y="451"/>
                    <a:pt x="195" y="451"/>
                  </a:cubicBezTo>
                  <a:cubicBezTo>
                    <a:pt x="196" y="453"/>
                    <a:pt x="196" y="453"/>
                    <a:pt x="196" y="453"/>
                  </a:cubicBezTo>
                  <a:cubicBezTo>
                    <a:pt x="197" y="452"/>
                    <a:pt x="195" y="452"/>
                    <a:pt x="194" y="451"/>
                  </a:cubicBezTo>
                  <a:cubicBezTo>
                    <a:pt x="193" y="450"/>
                    <a:pt x="195" y="450"/>
                    <a:pt x="195" y="451"/>
                  </a:cubicBezTo>
                  <a:cubicBezTo>
                    <a:pt x="196" y="451"/>
                    <a:pt x="195" y="451"/>
                    <a:pt x="195" y="451"/>
                  </a:cubicBezTo>
                  <a:cubicBezTo>
                    <a:pt x="196" y="452"/>
                    <a:pt x="196" y="451"/>
                    <a:pt x="196" y="452"/>
                  </a:cubicBezTo>
                  <a:cubicBezTo>
                    <a:pt x="196" y="451"/>
                    <a:pt x="195" y="450"/>
                    <a:pt x="195" y="450"/>
                  </a:cubicBezTo>
                  <a:cubicBezTo>
                    <a:pt x="195" y="451"/>
                    <a:pt x="196" y="450"/>
                    <a:pt x="197" y="451"/>
                  </a:cubicBezTo>
                  <a:cubicBezTo>
                    <a:pt x="196" y="450"/>
                    <a:pt x="197" y="450"/>
                    <a:pt x="196" y="450"/>
                  </a:cubicBezTo>
                  <a:cubicBezTo>
                    <a:pt x="196" y="450"/>
                    <a:pt x="195" y="449"/>
                    <a:pt x="194" y="449"/>
                  </a:cubicBezTo>
                  <a:cubicBezTo>
                    <a:pt x="194" y="448"/>
                    <a:pt x="194" y="448"/>
                    <a:pt x="195" y="448"/>
                  </a:cubicBezTo>
                  <a:cubicBezTo>
                    <a:pt x="195" y="449"/>
                    <a:pt x="195" y="449"/>
                    <a:pt x="195" y="449"/>
                  </a:cubicBezTo>
                  <a:cubicBezTo>
                    <a:pt x="195" y="448"/>
                    <a:pt x="196" y="448"/>
                    <a:pt x="194" y="447"/>
                  </a:cubicBezTo>
                  <a:cubicBezTo>
                    <a:pt x="196" y="449"/>
                    <a:pt x="196" y="449"/>
                    <a:pt x="196" y="449"/>
                  </a:cubicBezTo>
                  <a:cubicBezTo>
                    <a:pt x="196" y="448"/>
                    <a:pt x="196" y="448"/>
                    <a:pt x="196" y="447"/>
                  </a:cubicBezTo>
                  <a:cubicBezTo>
                    <a:pt x="197" y="448"/>
                    <a:pt x="198" y="450"/>
                    <a:pt x="199" y="450"/>
                  </a:cubicBezTo>
                  <a:cubicBezTo>
                    <a:pt x="198" y="448"/>
                    <a:pt x="198" y="448"/>
                    <a:pt x="198" y="448"/>
                  </a:cubicBezTo>
                  <a:cubicBezTo>
                    <a:pt x="199" y="448"/>
                    <a:pt x="199" y="448"/>
                    <a:pt x="199" y="449"/>
                  </a:cubicBezTo>
                  <a:cubicBezTo>
                    <a:pt x="200" y="449"/>
                    <a:pt x="198" y="444"/>
                    <a:pt x="199" y="445"/>
                  </a:cubicBezTo>
                  <a:cubicBezTo>
                    <a:pt x="200" y="447"/>
                    <a:pt x="200" y="447"/>
                    <a:pt x="201" y="447"/>
                  </a:cubicBezTo>
                  <a:cubicBezTo>
                    <a:pt x="200" y="446"/>
                    <a:pt x="200" y="446"/>
                    <a:pt x="200" y="446"/>
                  </a:cubicBezTo>
                  <a:cubicBezTo>
                    <a:pt x="200" y="446"/>
                    <a:pt x="201" y="448"/>
                    <a:pt x="200" y="447"/>
                  </a:cubicBezTo>
                  <a:cubicBezTo>
                    <a:pt x="199" y="446"/>
                    <a:pt x="200" y="446"/>
                    <a:pt x="200" y="445"/>
                  </a:cubicBezTo>
                  <a:cubicBezTo>
                    <a:pt x="200" y="446"/>
                    <a:pt x="201" y="447"/>
                    <a:pt x="202" y="447"/>
                  </a:cubicBezTo>
                  <a:cubicBezTo>
                    <a:pt x="202" y="447"/>
                    <a:pt x="202" y="447"/>
                    <a:pt x="202" y="447"/>
                  </a:cubicBezTo>
                  <a:cubicBezTo>
                    <a:pt x="205" y="449"/>
                    <a:pt x="200" y="450"/>
                    <a:pt x="204" y="454"/>
                  </a:cubicBezTo>
                  <a:cubicBezTo>
                    <a:pt x="205" y="456"/>
                    <a:pt x="206" y="463"/>
                    <a:pt x="206" y="463"/>
                  </a:cubicBezTo>
                  <a:cubicBezTo>
                    <a:pt x="214" y="451"/>
                    <a:pt x="212" y="449"/>
                    <a:pt x="214" y="446"/>
                  </a:cubicBezTo>
                  <a:cubicBezTo>
                    <a:pt x="214" y="447"/>
                    <a:pt x="214" y="447"/>
                    <a:pt x="214" y="447"/>
                  </a:cubicBezTo>
                  <a:cubicBezTo>
                    <a:pt x="214" y="446"/>
                    <a:pt x="214" y="446"/>
                    <a:pt x="214" y="446"/>
                  </a:cubicBezTo>
                  <a:cubicBezTo>
                    <a:pt x="214" y="446"/>
                    <a:pt x="215" y="446"/>
                    <a:pt x="215" y="446"/>
                  </a:cubicBezTo>
                  <a:cubicBezTo>
                    <a:pt x="215" y="446"/>
                    <a:pt x="215" y="447"/>
                    <a:pt x="216" y="445"/>
                  </a:cubicBezTo>
                  <a:cubicBezTo>
                    <a:pt x="216" y="445"/>
                    <a:pt x="216" y="445"/>
                    <a:pt x="216" y="445"/>
                  </a:cubicBezTo>
                  <a:cubicBezTo>
                    <a:pt x="216" y="445"/>
                    <a:pt x="217" y="443"/>
                    <a:pt x="217" y="443"/>
                  </a:cubicBezTo>
                  <a:cubicBezTo>
                    <a:pt x="216" y="445"/>
                    <a:pt x="216" y="445"/>
                    <a:pt x="216" y="445"/>
                  </a:cubicBezTo>
                  <a:cubicBezTo>
                    <a:pt x="216" y="447"/>
                    <a:pt x="217" y="446"/>
                    <a:pt x="217" y="447"/>
                  </a:cubicBezTo>
                  <a:cubicBezTo>
                    <a:pt x="217" y="445"/>
                    <a:pt x="217" y="447"/>
                    <a:pt x="218" y="445"/>
                  </a:cubicBezTo>
                  <a:cubicBezTo>
                    <a:pt x="218" y="445"/>
                    <a:pt x="218" y="445"/>
                    <a:pt x="218" y="445"/>
                  </a:cubicBezTo>
                  <a:cubicBezTo>
                    <a:pt x="219" y="445"/>
                    <a:pt x="219" y="444"/>
                    <a:pt x="220" y="444"/>
                  </a:cubicBezTo>
                  <a:cubicBezTo>
                    <a:pt x="220" y="444"/>
                    <a:pt x="219" y="446"/>
                    <a:pt x="219" y="446"/>
                  </a:cubicBezTo>
                  <a:cubicBezTo>
                    <a:pt x="219" y="447"/>
                    <a:pt x="219" y="447"/>
                    <a:pt x="220" y="447"/>
                  </a:cubicBezTo>
                  <a:cubicBezTo>
                    <a:pt x="220" y="447"/>
                    <a:pt x="220" y="446"/>
                    <a:pt x="220" y="446"/>
                  </a:cubicBezTo>
                  <a:cubicBezTo>
                    <a:pt x="220" y="446"/>
                    <a:pt x="220" y="446"/>
                    <a:pt x="220" y="447"/>
                  </a:cubicBezTo>
                  <a:cubicBezTo>
                    <a:pt x="220" y="446"/>
                    <a:pt x="220" y="446"/>
                    <a:pt x="220" y="446"/>
                  </a:cubicBezTo>
                  <a:cubicBezTo>
                    <a:pt x="220" y="446"/>
                    <a:pt x="220" y="446"/>
                    <a:pt x="220" y="447"/>
                  </a:cubicBezTo>
                  <a:cubicBezTo>
                    <a:pt x="220" y="447"/>
                    <a:pt x="220" y="447"/>
                    <a:pt x="220" y="447"/>
                  </a:cubicBezTo>
                  <a:cubicBezTo>
                    <a:pt x="220" y="447"/>
                    <a:pt x="220" y="447"/>
                    <a:pt x="220" y="447"/>
                  </a:cubicBezTo>
                  <a:cubicBezTo>
                    <a:pt x="220" y="447"/>
                    <a:pt x="220" y="447"/>
                    <a:pt x="220" y="447"/>
                  </a:cubicBezTo>
                  <a:cubicBezTo>
                    <a:pt x="220" y="447"/>
                    <a:pt x="220" y="447"/>
                    <a:pt x="220" y="448"/>
                  </a:cubicBezTo>
                  <a:cubicBezTo>
                    <a:pt x="220" y="449"/>
                    <a:pt x="220" y="449"/>
                    <a:pt x="220" y="449"/>
                  </a:cubicBezTo>
                  <a:cubicBezTo>
                    <a:pt x="220" y="449"/>
                    <a:pt x="221" y="448"/>
                    <a:pt x="221" y="447"/>
                  </a:cubicBezTo>
                  <a:cubicBezTo>
                    <a:pt x="222" y="449"/>
                    <a:pt x="224" y="448"/>
                    <a:pt x="225" y="448"/>
                  </a:cubicBezTo>
                  <a:cubicBezTo>
                    <a:pt x="225" y="448"/>
                    <a:pt x="224" y="449"/>
                    <a:pt x="225" y="449"/>
                  </a:cubicBezTo>
                  <a:cubicBezTo>
                    <a:pt x="225" y="449"/>
                    <a:pt x="226" y="448"/>
                    <a:pt x="226" y="449"/>
                  </a:cubicBezTo>
                  <a:cubicBezTo>
                    <a:pt x="226" y="448"/>
                    <a:pt x="225" y="450"/>
                    <a:pt x="225" y="450"/>
                  </a:cubicBezTo>
                  <a:cubicBezTo>
                    <a:pt x="225" y="451"/>
                    <a:pt x="226" y="449"/>
                    <a:pt x="226" y="449"/>
                  </a:cubicBezTo>
                  <a:cubicBezTo>
                    <a:pt x="225" y="452"/>
                    <a:pt x="229" y="450"/>
                    <a:pt x="229" y="452"/>
                  </a:cubicBezTo>
                  <a:cubicBezTo>
                    <a:pt x="229" y="451"/>
                    <a:pt x="228" y="452"/>
                    <a:pt x="227" y="452"/>
                  </a:cubicBezTo>
                  <a:cubicBezTo>
                    <a:pt x="228" y="452"/>
                    <a:pt x="229" y="452"/>
                    <a:pt x="232" y="452"/>
                  </a:cubicBezTo>
                  <a:cubicBezTo>
                    <a:pt x="230" y="453"/>
                    <a:pt x="230" y="453"/>
                    <a:pt x="230" y="453"/>
                  </a:cubicBezTo>
                  <a:cubicBezTo>
                    <a:pt x="230" y="453"/>
                    <a:pt x="231" y="453"/>
                    <a:pt x="232" y="453"/>
                  </a:cubicBezTo>
                  <a:cubicBezTo>
                    <a:pt x="233" y="452"/>
                    <a:pt x="234" y="452"/>
                    <a:pt x="234" y="452"/>
                  </a:cubicBezTo>
                  <a:cubicBezTo>
                    <a:pt x="234" y="452"/>
                    <a:pt x="234" y="452"/>
                    <a:pt x="234" y="452"/>
                  </a:cubicBezTo>
                  <a:cubicBezTo>
                    <a:pt x="235" y="453"/>
                    <a:pt x="235" y="452"/>
                    <a:pt x="236" y="453"/>
                  </a:cubicBezTo>
                  <a:cubicBezTo>
                    <a:pt x="235" y="454"/>
                    <a:pt x="235" y="453"/>
                    <a:pt x="234" y="454"/>
                  </a:cubicBezTo>
                  <a:cubicBezTo>
                    <a:pt x="232" y="455"/>
                    <a:pt x="233" y="456"/>
                    <a:pt x="233" y="456"/>
                  </a:cubicBezTo>
                  <a:cubicBezTo>
                    <a:pt x="235" y="456"/>
                    <a:pt x="235" y="456"/>
                    <a:pt x="235" y="456"/>
                  </a:cubicBezTo>
                  <a:cubicBezTo>
                    <a:pt x="236" y="456"/>
                    <a:pt x="234" y="457"/>
                    <a:pt x="234" y="457"/>
                  </a:cubicBezTo>
                  <a:cubicBezTo>
                    <a:pt x="239" y="456"/>
                    <a:pt x="239" y="456"/>
                    <a:pt x="239" y="456"/>
                  </a:cubicBezTo>
                  <a:cubicBezTo>
                    <a:pt x="238" y="456"/>
                    <a:pt x="237" y="458"/>
                    <a:pt x="236" y="457"/>
                  </a:cubicBezTo>
                  <a:cubicBezTo>
                    <a:pt x="237" y="458"/>
                    <a:pt x="240" y="458"/>
                    <a:pt x="241" y="458"/>
                  </a:cubicBezTo>
                  <a:cubicBezTo>
                    <a:pt x="241" y="459"/>
                    <a:pt x="243" y="459"/>
                    <a:pt x="243" y="460"/>
                  </a:cubicBezTo>
                  <a:cubicBezTo>
                    <a:pt x="242" y="460"/>
                    <a:pt x="243" y="459"/>
                    <a:pt x="242" y="460"/>
                  </a:cubicBezTo>
                  <a:cubicBezTo>
                    <a:pt x="240" y="461"/>
                    <a:pt x="240" y="461"/>
                    <a:pt x="240" y="461"/>
                  </a:cubicBezTo>
                  <a:cubicBezTo>
                    <a:pt x="240" y="460"/>
                    <a:pt x="238" y="461"/>
                    <a:pt x="237" y="461"/>
                  </a:cubicBezTo>
                  <a:cubicBezTo>
                    <a:pt x="238" y="462"/>
                    <a:pt x="238" y="463"/>
                    <a:pt x="237" y="464"/>
                  </a:cubicBezTo>
                  <a:cubicBezTo>
                    <a:pt x="240" y="463"/>
                    <a:pt x="239" y="465"/>
                    <a:pt x="242" y="465"/>
                  </a:cubicBezTo>
                  <a:cubicBezTo>
                    <a:pt x="242" y="466"/>
                    <a:pt x="240" y="466"/>
                    <a:pt x="239" y="466"/>
                  </a:cubicBezTo>
                  <a:cubicBezTo>
                    <a:pt x="240" y="467"/>
                    <a:pt x="240" y="468"/>
                    <a:pt x="240" y="469"/>
                  </a:cubicBezTo>
                  <a:cubicBezTo>
                    <a:pt x="240" y="469"/>
                    <a:pt x="240" y="469"/>
                    <a:pt x="240" y="469"/>
                  </a:cubicBezTo>
                  <a:cubicBezTo>
                    <a:pt x="240" y="470"/>
                    <a:pt x="240" y="472"/>
                    <a:pt x="242" y="472"/>
                  </a:cubicBezTo>
                  <a:cubicBezTo>
                    <a:pt x="241" y="472"/>
                    <a:pt x="241" y="472"/>
                    <a:pt x="241" y="472"/>
                  </a:cubicBezTo>
                  <a:cubicBezTo>
                    <a:pt x="240" y="473"/>
                    <a:pt x="244" y="472"/>
                    <a:pt x="243" y="474"/>
                  </a:cubicBezTo>
                  <a:cubicBezTo>
                    <a:pt x="242" y="473"/>
                    <a:pt x="242" y="473"/>
                    <a:pt x="242" y="473"/>
                  </a:cubicBezTo>
                  <a:cubicBezTo>
                    <a:pt x="243" y="474"/>
                    <a:pt x="241" y="475"/>
                    <a:pt x="243" y="476"/>
                  </a:cubicBezTo>
                  <a:cubicBezTo>
                    <a:pt x="242" y="476"/>
                    <a:pt x="242" y="476"/>
                    <a:pt x="241" y="475"/>
                  </a:cubicBezTo>
                  <a:cubicBezTo>
                    <a:pt x="242" y="476"/>
                    <a:pt x="242" y="477"/>
                    <a:pt x="243" y="478"/>
                  </a:cubicBezTo>
                  <a:cubicBezTo>
                    <a:pt x="241" y="478"/>
                    <a:pt x="241" y="478"/>
                    <a:pt x="241" y="478"/>
                  </a:cubicBezTo>
                  <a:cubicBezTo>
                    <a:pt x="240" y="478"/>
                    <a:pt x="244" y="478"/>
                    <a:pt x="243" y="479"/>
                  </a:cubicBezTo>
                  <a:cubicBezTo>
                    <a:pt x="243" y="479"/>
                    <a:pt x="242" y="480"/>
                    <a:pt x="242" y="480"/>
                  </a:cubicBezTo>
                  <a:cubicBezTo>
                    <a:pt x="243" y="480"/>
                    <a:pt x="243" y="481"/>
                    <a:pt x="243" y="481"/>
                  </a:cubicBezTo>
                  <a:cubicBezTo>
                    <a:pt x="241" y="482"/>
                    <a:pt x="241" y="482"/>
                    <a:pt x="241" y="482"/>
                  </a:cubicBezTo>
                  <a:cubicBezTo>
                    <a:pt x="241" y="486"/>
                    <a:pt x="241" y="490"/>
                    <a:pt x="243" y="494"/>
                  </a:cubicBezTo>
                  <a:cubicBezTo>
                    <a:pt x="240" y="494"/>
                    <a:pt x="241" y="493"/>
                    <a:pt x="240" y="493"/>
                  </a:cubicBezTo>
                  <a:cubicBezTo>
                    <a:pt x="242" y="493"/>
                    <a:pt x="240" y="494"/>
                    <a:pt x="241" y="495"/>
                  </a:cubicBezTo>
                  <a:cubicBezTo>
                    <a:pt x="241" y="495"/>
                    <a:pt x="241" y="495"/>
                    <a:pt x="241" y="495"/>
                  </a:cubicBezTo>
                  <a:cubicBezTo>
                    <a:pt x="241" y="496"/>
                    <a:pt x="240" y="496"/>
                    <a:pt x="240" y="497"/>
                  </a:cubicBezTo>
                  <a:cubicBezTo>
                    <a:pt x="241" y="497"/>
                    <a:pt x="241" y="497"/>
                    <a:pt x="241" y="497"/>
                  </a:cubicBezTo>
                  <a:cubicBezTo>
                    <a:pt x="242" y="497"/>
                    <a:pt x="238" y="498"/>
                    <a:pt x="241" y="498"/>
                  </a:cubicBezTo>
                  <a:cubicBezTo>
                    <a:pt x="239" y="499"/>
                    <a:pt x="239" y="499"/>
                    <a:pt x="239" y="499"/>
                  </a:cubicBezTo>
                  <a:cubicBezTo>
                    <a:pt x="242" y="499"/>
                    <a:pt x="238" y="499"/>
                    <a:pt x="240" y="500"/>
                  </a:cubicBezTo>
                  <a:cubicBezTo>
                    <a:pt x="240" y="500"/>
                    <a:pt x="240" y="500"/>
                    <a:pt x="240" y="500"/>
                  </a:cubicBezTo>
                  <a:cubicBezTo>
                    <a:pt x="239" y="501"/>
                    <a:pt x="243" y="502"/>
                    <a:pt x="241" y="502"/>
                  </a:cubicBezTo>
                  <a:cubicBezTo>
                    <a:pt x="241" y="503"/>
                    <a:pt x="242" y="504"/>
                    <a:pt x="244" y="504"/>
                  </a:cubicBezTo>
                  <a:cubicBezTo>
                    <a:pt x="241" y="504"/>
                    <a:pt x="241" y="504"/>
                    <a:pt x="241" y="504"/>
                  </a:cubicBezTo>
                  <a:cubicBezTo>
                    <a:pt x="242" y="507"/>
                    <a:pt x="241" y="511"/>
                    <a:pt x="244" y="513"/>
                  </a:cubicBezTo>
                  <a:cubicBezTo>
                    <a:pt x="243" y="513"/>
                    <a:pt x="243" y="513"/>
                    <a:pt x="243" y="513"/>
                  </a:cubicBezTo>
                  <a:cubicBezTo>
                    <a:pt x="245" y="515"/>
                    <a:pt x="241" y="517"/>
                    <a:pt x="245" y="518"/>
                  </a:cubicBezTo>
                  <a:cubicBezTo>
                    <a:pt x="247" y="518"/>
                    <a:pt x="247" y="518"/>
                    <a:pt x="247" y="518"/>
                  </a:cubicBezTo>
                  <a:cubicBezTo>
                    <a:pt x="244" y="519"/>
                    <a:pt x="244" y="519"/>
                    <a:pt x="244" y="519"/>
                  </a:cubicBezTo>
                  <a:cubicBezTo>
                    <a:pt x="246" y="519"/>
                    <a:pt x="245" y="520"/>
                    <a:pt x="247" y="521"/>
                  </a:cubicBezTo>
                  <a:cubicBezTo>
                    <a:pt x="245" y="521"/>
                    <a:pt x="245" y="521"/>
                    <a:pt x="245" y="521"/>
                  </a:cubicBezTo>
                  <a:cubicBezTo>
                    <a:pt x="245" y="521"/>
                    <a:pt x="247" y="522"/>
                    <a:pt x="247" y="523"/>
                  </a:cubicBezTo>
                  <a:cubicBezTo>
                    <a:pt x="246" y="523"/>
                    <a:pt x="246" y="523"/>
                    <a:pt x="246" y="523"/>
                  </a:cubicBezTo>
                  <a:cubicBezTo>
                    <a:pt x="243" y="527"/>
                    <a:pt x="241" y="532"/>
                    <a:pt x="246" y="534"/>
                  </a:cubicBezTo>
                  <a:cubicBezTo>
                    <a:pt x="247" y="535"/>
                    <a:pt x="243" y="535"/>
                    <a:pt x="244" y="536"/>
                  </a:cubicBezTo>
                  <a:cubicBezTo>
                    <a:pt x="247" y="538"/>
                    <a:pt x="245" y="541"/>
                    <a:pt x="247" y="543"/>
                  </a:cubicBezTo>
                  <a:cubicBezTo>
                    <a:pt x="246" y="546"/>
                    <a:pt x="244" y="545"/>
                    <a:pt x="243" y="548"/>
                  </a:cubicBezTo>
                  <a:cubicBezTo>
                    <a:pt x="243" y="547"/>
                    <a:pt x="243" y="547"/>
                    <a:pt x="243" y="547"/>
                  </a:cubicBezTo>
                  <a:cubicBezTo>
                    <a:pt x="242" y="549"/>
                    <a:pt x="241" y="547"/>
                    <a:pt x="240" y="546"/>
                  </a:cubicBezTo>
                  <a:cubicBezTo>
                    <a:pt x="240" y="547"/>
                    <a:pt x="239" y="547"/>
                    <a:pt x="240" y="549"/>
                  </a:cubicBezTo>
                  <a:cubicBezTo>
                    <a:pt x="239" y="550"/>
                    <a:pt x="238" y="546"/>
                    <a:pt x="238" y="547"/>
                  </a:cubicBezTo>
                  <a:cubicBezTo>
                    <a:pt x="238" y="546"/>
                    <a:pt x="238" y="548"/>
                    <a:pt x="238" y="548"/>
                  </a:cubicBezTo>
                  <a:cubicBezTo>
                    <a:pt x="236" y="550"/>
                    <a:pt x="238" y="546"/>
                    <a:pt x="235" y="545"/>
                  </a:cubicBezTo>
                  <a:cubicBezTo>
                    <a:pt x="232" y="546"/>
                    <a:pt x="228" y="548"/>
                    <a:pt x="225" y="547"/>
                  </a:cubicBezTo>
                  <a:cubicBezTo>
                    <a:pt x="225" y="547"/>
                    <a:pt x="225" y="549"/>
                    <a:pt x="225" y="549"/>
                  </a:cubicBezTo>
                  <a:cubicBezTo>
                    <a:pt x="224" y="546"/>
                    <a:pt x="224" y="550"/>
                    <a:pt x="223" y="549"/>
                  </a:cubicBezTo>
                  <a:cubicBezTo>
                    <a:pt x="223" y="548"/>
                    <a:pt x="223" y="548"/>
                    <a:pt x="223" y="547"/>
                  </a:cubicBezTo>
                  <a:cubicBezTo>
                    <a:pt x="222" y="546"/>
                    <a:pt x="220" y="548"/>
                    <a:pt x="219" y="547"/>
                  </a:cubicBezTo>
                  <a:cubicBezTo>
                    <a:pt x="218" y="549"/>
                    <a:pt x="216" y="546"/>
                    <a:pt x="215" y="548"/>
                  </a:cubicBezTo>
                  <a:cubicBezTo>
                    <a:pt x="215" y="546"/>
                    <a:pt x="214" y="547"/>
                    <a:pt x="214" y="546"/>
                  </a:cubicBezTo>
                  <a:cubicBezTo>
                    <a:pt x="213" y="550"/>
                    <a:pt x="211" y="545"/>
                    <a:pt x="210" y="547"/>
                  </a:cubicBezTo>
                  <a:cubicBezTo>
                    <a:pt x="210" y="547"/>
                    <a:pt x="210" y="547"/>
                    <a:pt x="210" y="547"/>
                  </a:cubicBezTo>
                  <a:cubicBezTo>
                    <a:pt x="206" y="547"/>
                    <a:pt x="202" y="547"/>
                    <a:pt x="198" y="549"/>
                  </a:cubicBezTo>
                  <a:cubicBezTo>
                    <a:pt x="195" y="549"/>
                    <a:pt x="193" y="546"/>
                    <a:pt x="190" y="547"/>
                  </a:cubicBezTo>
                  <a:cubicBezTo>
                    <a:pt x="190" y="548"/>
                    <a:pt x="190" y="549"/>
                    <a:pt x="190" y="549"/>
                  </a:cubicBezTo>
                  <a:cubicBezTo>
                    <a:pt x="189" y="549"/>
                    <a:pt x="190" y="548"/>
                    <a:pt x="190" y="547"/>
                  </a:cubicBezTo>
                  <a:cubicBezTo>
                    <a:pt x="188" y="549"/>
                    <a:pt x="187" y="547"/>
                    <a:pt x="185" y="547"/>
                  </a:cubicBezTo>
                  <a:cubicBezTo>
                    <a:pt x="185" y="548"/>
                    <a:pt x="184" y="548"/>
                    <a:pt x="185" y="549"/>
                  </a:cubicBezTo>
                  <a:cubicBezTo>
                    <a:pt x="183" y="546"/>
                    <a:pt x="181" y="550"/>
                    <a:pt x="179" y="548"/>
                  </a:cubicBezTo>
                  <a:cubicBezTo>
                    <a:pt x="179" y="552"/>
                    <a:pt x="178" y="550"/>
                    <a:pt x="177" y="551"/>
                  </a:cubicBezTo>
                  <a:cubicBezTo>
                    <a:pt x="177" y="551"/>
                    <a:pt x="177" y="550"/>
                    <a:pt x="177" y="549"/>
                  </a:cubicBezTo>
                  <a:cubicBezTo>
                    <a:pt x="175" y="550"/>
                    <a:pt x="175" y="550"/>
                    <a:pt x="173" y="549"/>
                  </a:cubicBezTo>
                  <a:cubicBezTo>
                    <a:pt x="172" y="549"/>
                    <a:pt x="172" y="551"/>
                    <a:pt x="171" y="551"/>
                  </a:cubicBezTo>
                  <a:cubicBezTo>
                    <a:pt x="171" y="548"/>
                    <a:pt x="170" y="550"/>
                    <a:pt x="169" y="550"/>
                  </a:cubicBezTo>
                  <a:cubicBezTo>
                    <a:pt x="169" y="552"/>
                    <a:pt x="168" y="553"/>
                    <a:pt x="167" y="552"/>
                  </a:cubicBezTo>
                  <a:cubicBezTo>
                    <a:pt x="168" y="549"/>
                    <a:pt x="168" y="549"/>
                    <a:pt x="168" y="549"/>
                  </a:cubicBezTo>
                  <a:cubicBezTo>
                    <a:pt x="165" y="551"/>
                    <a:pt x="162" y="548"/>
                    <a:pt x="159" y="551"/>
                  </a:cubicBezTo>
                  <a:cubicBezTo>
                    <a:pt x="159" y="549"/>
                    <a:pt x="159" y="549"/>
                    <a:pt x="159" y="549"/>
                  </a:cubicBezTo>
                  <a:cubicBezTo>
                    <a:pt x="156" y="550"/>
                    <a:pt x="154" y="548"/>
                    <a:pt x="151" y="549"/>
                  </a:cubicBezTo>
                  <a:cubicBezTo>
                    <a:pt x="150" y="548"/>
                    <a:pt x="150" y="547"/>
                    <a:pt x="149" y="547"/>
                  </a:cubicBezTo>
                  <a:cubicBezTo>
                    <a:pt x="148" y="548"/>
                    <a:pt x="148" y="548"/>
                    <a:pt x="146" y="549"/>
                  </a:cubicBezTo>
                  <a:cubicBezTo>
                    <a:pt x="146" y="549"/>
                    <a:pt x="146" y="548"/>
                    <a:pt x="147" y="547"/>
                  </a:cubicBezTo>
                  <a:cubicBezTo>
                    <a:pt x="146" y="546"/>
                    <a:pt x="147" y="544"/>
                    <a:pt x="145" y="545"/>
                  </a:cubicBezTo>
                  <a:cubicBezTo>
                    <a:pt x="146" y="545"/>
                    <a:pt x="146" y="545"/>
                    <a:pt x="146" y="545"/>
                  </a:cubicBezTo>
                  <a:cubicBezTo>
                    <a:pt x="145" y="545"/>
                    <a:pt x="143" y="545"/>
                    <a:pt x="144" y="544"/>
                  </a:cubicBezTo>
                  <a:cubicBezTo>
                    <a:pt x="143" y="544"/>
                    <a:pt x="142" y="543"/>
                    <a:pt x="140" y="544"/>
                  </a:cubicBezTo>
                  <a:cubicBezTo>
                    <a:pt x="140" y="543"/>
                    <a:pt x="143" y="543"/>
                    <a:pt x="141" y="543"/>
                  </a:cubicBezTo>
                  <a:cubicBezTo>
                    <a:pt x="143" y="543"/>
                    <a:pt x="143" y="543"/>
                    <a:pt x="143" y="543"/>
                  </a:cubicBezTo>
                  <a:cubicBezTo>
                    <a:pt x="143" y="541"/>
                    <a:pt x="142" y="539"/>
                    <a:pt x="142" y="537"/>
                  </a:cubicBezTo>
                  <a:cubicBezTo>
                    <a:pt x="145" y="537"/>
                    <a:pt x="142" y="534"/>
                    <a:pt x="144" y="534"/>
                  </a:cubicBezTo>
                  <a:cubicBezTo>
                    <a:pt x="143" y="533"/>
                    <a:pt x="146" y="532"/>
                    <a:pt x="143" y="530"/>
                  </a:cubicBezTo>
                  <a:cubicBezTo>
                    <a:pt x="144" y="531"/>
                    <a:pt x="144" y="531"/>
                    <a:pt x="144" y="531"/>
                  </a:cubicBezTo>
                  <a:cubicBezTo>
                    <a:pt x="145" y="530"/>
                    <a:pt x="146" y="528"/>
                    <a:pt x="147" y="527"/>
                  </a:cubicBezTo>
                  <a:cubicBezTo>
                    <a:pt x="148" y="527"/>
                    <a:pt x="146" y="526"/>
                    <a:pt x="146" y="525"/>
                  </a:cubicBezTo>
                  <a:cubicBezTo>
                    <a:pt x="147" y="525"/>
                    <a:pt x="147" y="525"/>
                    <a:pt x="147" y="525"/>
                  </a:cubicBezTo>
                  <a:cubicBezTo>
                    <a:pt x="147" y="524"/>
                    <a:pt x="145" y="523"/>
                    <a:pt x="145" y="522"/>
                  </a:cubicBezTo>
                  <a:cubicBezTo>
                    <a:pt x="146" y="522"/>
                    <a:pt x="145" y="521"/>
                    <a:pt x="146" y="521"/>
                  </a:cubicBezTo>
                  <a:cubicBezTo>
                    <a:pt x="146" y="522"/>
                    <a:pt x="147" y="523"/>
                    <a:pt x="149" y="525"/>
                  </a:cubicBezTo>
                  <a:cubicBezTo>
                    <a:pt x="150" y="525"/>
                    <a:pt x="147" y="522"/>
                    <a:pt x="149" y="523"/>
                  </a:cubicBezTo>
                  <a:cubicBezTo>
                    <a:pt x="150" y="522"/>
                    <a:pt x="150" y="521"/>
                    <a:pt x="149" y="520"/>
                  </a:cubicBezTo>
                  <a:cubicBezTo>
                    <a:pt x="149" y="521"/>
                    <a:pt x="150" y="520"/>
                    <a:pt x="150" y="521"/>
                  </a:cubicBezTo>
                  <a:cubicBezTo>
                    <a:pt x="151" y="521"/>
                    <a:pt x="151" y="520"/>
                    <a:pt x="151" y="520"/>
                  </a:cubicBezTo>
                  <a:cubicBezTo>
                    <a:pt x="150" y="520"/>
                    <a:pt x="150" y="520"/>
                    <a:pt x="150" y="520"/>
                  </a:cubicBezTo>
                  <a:cubicBezTo>
                    <a:pt x="149" y="519"/>
                    <a:pt x="150" y="518"/>
                    <a:pt x="148" y="517"/>
                  </a:cubicBezTo>
                  <a:cubicBezTo>
                    <a:pt x="148" y="517"/>
                    <a:pt x="149" y="518"/>
                    <a:pt x="148" y="518"/>
                  </a:cubicBezTo>
                  <a:cubicBezTo>
                    <a:pt x="147" y="517"/>
                    <a:pt x="148" y="516"/>
                    <a:pt x="149" y="516"/>
                  </a:cubicBezTo>
                  <a:cubicBezTo>
                    <a:pt x="150" y="517"/>
                    <a:pt x="150" y="519"/>
                    <a:pt x="151" y="519"/>
                  </a:cubicBezTo>
                  <a:cubicBezTo>
                    <a:pt x="150" y="515"/>
                    <a:pt x="150" y="515"/>
                    <a:pt x="150" y="515"/>
                  </a:cubicBezTo>
                  <a:cubicBezTo>
                    <a:pt x="150" y="516"/>
                    <a:pt x="149" y="516"/>
                    <a:pt x="148" y="515"/>
                  </a:cubicBezTo>
                  <a:cubicBezTo>
                    <a:pt x="148" y="516"/>
                    <a:pt x="148" y="516"/>
                    <a:pt x="148" y="516"/>
                  </a:cubicBezTo>
                  <a:cubicBezTo>
                    <a:pt x="147" y="515"/>
                    <a:pt x="147" y="515"/>
                    <a:pt x="147" y="515"/>
                  </a:cubicBezTo>
                  <a:cubicBezTo>
                    <a:pt x="147" y="516"/>
                    <a:pt x="145" y="516"/>
                    <a:pt x="145" y="517"/>
                  </a:cubicBezTo>
                  <a:cubicBezTo>
                    <a:pt x="147" y="518"/>
                    <a:pt x="147" y="518"/>
                    <a:pt x="147" y="518"/>
                  </a:cubicBezTo>
                  <a:cubicBezTo>
                    <a:pt x="146" y="519"/>
                    <a:pt x="147" y="521"/>
                    <a:pt x="146" y="520"/>
                  </a:cubicBezTo>
                  <a:cubicBezTo>
                    <a:pt x="145" y="519"/>
                    <a:pt x="145" y="519"/>
                    <a:pt x="144" y="519"/>
                  </a:cubicBezTo>
                  <a:cubicBezTo>
                    <a:pt x="144" y="519"/>
                    <a:pt x="144" y="519"/>
                    <a:pt x="144" y="519"/>
                  </a:cubicBezTo>
                  <a:cubicBezTo>
                    <a:pt x="142" y="518"/>
                    <a:pt x="142" y="518"/>
                    <a:pt x="142" y="518"/>
                  </a:cubicBezTo>
                  <a:cubicBezTo>
                    <a:pt x="145" y="520"/>
                    <a:pt x="142" y="520"/>
                    <a:pt x="142" y="521"/>
                  </a:cubicBezTo>
                  <a:cubicBezTo>
                    <a:pt x="142" y="520"/>
                    <a:pt x="142" y="520"/>
                    <a:pt x="142" y="520"/>
                  </a:cubicBezTo>
                  <a:cubicBezTo>
                    <a:pt x="140" y="521"/>
                    <a:pt x="143" y="521"/>
                    <a:pt x="143" y="522"/>
                  </a:cubicBezTo>
                  <a:cubicBezTo>
                    <a:pt x="142" y="522"/>
                    <a:pt x="140" y="520"/>
                    <a:pt x="139" y="520"/>
                  </a:cubicBezTo>
                  <a:cubicBezTo>
                    <a:pt x="138" y="521"/>
                    <a:pt x="139" y="524"/>
                    <a:pt x="137" y="524"/>
                  </a:cubicBezTo>
                  <a:cubicBezTo>
                    <a:pt x="136" y="525"/>
                    <a:pt x="137" y="526"/>
                    <a:pt x="137" y="528"/>
                  </a:cubicBezTo>
                  <a:cubicBezTo>
                    <a:pt x="137" y="529"/>
                    <a:pt x="135" y="527"/>
                    <a:pt x="136" y="528"/>
                  </a:cubicBezTo>
                  <a:cubicBezTo>
                    <a:pt x="135" y="527"/>
                    <a:pt x="134" y="527"/>
                    <a:pt x="133" y="527"/>
                  </a:cubicBezTo>
                  <a:cubicBezTo>
                    <a:pt x="134" y="527"/>
                    <a:pt x="132" y="528"/>
                    <a:pt x="135" y="529"/>
                  </a:cubicBezTo>
                  <a:cubicBezTo>
                    <a:pt x="133" y="529"/>
                    <a:pt x="132" y="532"/>
                    <a:pt x="133" y="533"/>
                  </a:cubicBezTo>
                  <a:cubicBezTo>
                    <a:pt x="133" y="533"/>
                    <a:pt x="131" y="532"/>
                    <a:pt x="130" y="532"/>
                  </a:cubicBezTo>
                  <a:cubicBezTo>
                    <a:pt x="131" y="534"/>
                    <a:pt x="132" y="535"/>
                    <a:pt x="131" y="536"/>
                  </a:cubicBezTo>
                  <a:cubicBezTo>
                    <a:pt x="133" y="537"/>
                    <a:pt x="133" y="536"/>
                    <a:pt x="135" y="537"/>
                  </a:cubicBezTo>
                  <a:cubicBezTo>
                    <a:pt x="135" y="537"/>
                    <a:pt x="136" y="537"/>
                    <a:pt x="136" y="537"/>
                  </a:cubicBezTo>
                  <a:cubicBezTo>
                    <a:pt x="134" y="537"/>
                    <a:pt x="131" y="537"/>
                    <a:pt x="131" y="538"/>
                  </a:cubicBezTo>
                  <a:cubicBezTo>
                    <a:pt x="128" y="538"/>
                    <a:pt x="132" y="536"/>
                    <a:pt x="129" y="536"/>
                  </a:cubicBezTo>
                  <a:cubicBezTo>
                    <a:pt x="126" y="535"/>
                    <a:pt x="127" y="533"/>
                    <a:pt x="128" y="533"/>
                  </a:cubicBezTo>
                  <a:cubicBezTo>
                    <a:pt x="126" y="531"/>
                    <a:pt x="128" y="533"/>
                    <a:pt x="126" y="533"/>
                  </a:cubicBezTo>
                  <a:cubicBezTo>
                    <a:pt x="126" y="534"/>
                    <a:pt x="127" y="535"/>
                    <a:pt x="127" y="536"/>
                  </a:cubicBezTo>
                  <a:cubicBezTo>
                    <a:pt x="128" y="537"/>
                    <a:pt x="128" y="536"/>
                    <a:pt x="129" y="537"/>
                  </a:cubicBezTo>
                  <a:cubicBezTo>
                    <a:pt x="131" y="539"/>
                    <a:pt x="127" y="539"/>
                    <a:pt x="127" y="539"/>
                  </a:cubicBezTo>
                  <a:cubicBezTo>
                    <a:pt x="126" y="538"/>
                    <a:pt x="126" y="538"/>
                    <a:pt x="126" y="538"/>
                  </a:cubicBezTo>
                  <a:cubicBezTo>
                    <a:pt x="125" y="539"/>
                    <a:pt x="127" y="540"/>
                    <a:pt x="127" y="541"/>
                  </a:cubicBezTo>
                  <a:cubicBezTo>
                    <a:pt x="124" y="541"/>
                    <a:pt x="126" y="539"/>
                    <a:pt x="124" y="538"/>
                  </a:cubicBezTo>
                  <a:cubicBezTo>
                    <a:pt x="122" y="539"/>
                    <a:pt x="122" y="539"/>
                    <a:pt x="122" y="539"/>
                  </a:cubicBezTo>
                  <a:cubicBezTo>
                    <a:pt x="122" y="542"/>
                    <a:pt x="125" y="540"/>
                    <a:pt x="124" y="542"/>
                  </a:cubicBezTo>
                  <a:cubicBezTo>
                    <a:pt x="123" y="542"/>
                    <a:pt x="123" y="542"/>
                    <a:pt x="123" y="542"/>
                  </a:cubicBezTo>
                  <a:cubicBezTo>
                    <a:pt x="124" y="543"/>
                    <a:pt x="124" y="543"/>
                    <a:pt x="124" y="543"/>
                  </a:cubicBezTo>
                  <a:cubicBezTo>
                    <a:pt x="125" y="543"/>
                    <a:pt x="127" y="543"/>
                    <a:pt x="126" y="542"/>
                  </a:cubicBezTo>
                  <a:cubicBezTo>
                    <a:pt x="130" y="542"/>
                    <a:pt x="127" y="543"/>
                    <a:pt x="128" y="544"/>
                  </a:cubicBezTo>
                  <a:cubicBezTo>
                    <a:pt x="130" y="545"/>
                    <a:pt x="127" y="544"/>
                    <a:pt x="129" y="543"/>
                  </a:cubicBezTo>
                  <a:cubicBezTo>
                    <a:pt x="131" y="543"/>
                    <a:pt x="131" y="544"/>
                    <a:pt x="131" y="545"/>
                  </a:cubicBezTo>
                  <a:cubicBezTo>
                    <a:pt x="132" y="546"/>
                    <a:pt x="130" y="546"/>
                    <a:pt x="129" y="547"/>
                  </a:cubicBezTo>
                  <a:cubicBezTo>
                    <a:pt x="128" y="546"/>
                    <a:pt x="128" y="545"/>
                    <a:pt x="129" y="545"/>
                  </a:cubicBezTo>
                  <a:cubicBezTo>
                    <a:pt x="127" y="544"/>
                    <a:pt x="125" y="547"/>
                    <a:pt x="124" y="546"/>
                  </a:cubicBezTo>
                  <a:cubicBezTo>
                    <a:pt x="123" y="548"/>
                    <a:pt x="125" y="547"/>
                    <a:pt x="126" y="548"/>
                  </a:cubicBezTo>
                  <a:cubicBezTo>
                    <a:pt x="126" y="547"/>
                    <a:pt x="128" y="547"/>
                    <a:pt x="128" y="547"/>
                  </a:cubicBezTo>
                  <a:cubicBezTo>
                    <a:pt x="133" y="548"/>
                    <a:pt x="125" y="549"/>
                    <a:pt x="127" y="551"/>
                  </a:cubicBezTo>
                  <a:cubicBezTo>
                    <a:pt x="130" y="550"/>
                    <a:pt x="132" y="552"/>
                    <a:pt x="134" y="549"/>
                  </a:cubicBezTo>
                  <a:cubicBezTo>
                    <a:pt x="135" y="549"/>
                    <a:pt x="136" y="550"/>
                    <a:pt x="136" y="550"/>
                  </a:cubicBezTo>
                  <a:cubicBezTo>
                    <a:pt x="134" y="551"/>
                    <a:pt x="135" y="552"/>
                    <a:pt x="133" y="552"/>
                  </a:cubicBezTo>
                  <a:cubicBezTo>
                    <a:pt x="133" y="553"/>
                    <a:pt x="133" y="553"/>
                    <a:pt x="133" y="553"/>
                  </a:cubicBezTo>
                  <a:cubicBezTo>
                    <a:pt x="130" y="553"/>
                    <a:pt x="130" y="553"/>
                    <a:pt x="130" y="553"/>
                  </a:cubicBezTo>
                  <a:cubicBezTo>
                    <a:pt x="130" y="554"/>
                    <a:pt x="129" y="557"/>
                    <a:pt x="129" y="558"/>
                  </a:cubicBezTo>
                  <a:cubicBezTo>
                    <a:pt x="130" y="558"/>
                    <a:pt x="130" y="556"/>
                    <a:pt x="131" y="557"/>
                  </a:cubicBezTo>
                  <a:cubicBezTo>
                    <a:pt x="130" y="557"/>
                    <a:pt x="130" y="559"/>
                    <a:pt x="131" y="559"/>
                  </a:cubicBezTo>
                  <a:cubicBezTo>
                    <a:pt x="130" y="558"/>
                    <a:pt x="133" y="557"/>
                    <a:pt x="134" y="557"/>
                  </a:cubicBezTo>
                  <a:cubicBezTo>
                    <a:pt x="134" y="558"/>
                    <a:pt x="134" y="560"/>
                    <a:pt x="133" y="560"/>
                  </a:cubicBezTo>
                  <a:cubicBezTo>
                    <a:pt x="131" y="561"/>
                    <a:pt x="131" y="561"/>
                    <a:pt x="131" y="561"/>
                  </a:cubicBezTo>
                  <a:cubicBezTo>
                    <a:pt x="133" y="560"/>
                    <a:pt x="131" y="562"/>
                    <a:pt x="132" y="562"/>
                  </a:cubicBezTo>
                  <a:cubicBezTo>
                    <a:pt x="133" y="561"/>
                    <a:pt x="135" y="560"/>
                    <a:pt x="136" y="559"/>
                  </a:cubicBezTo>
                  <a:cubicBezTo>
                    <a:pt x="137" y="559"/>
                    <a:pt x="136" y="561"/>
                    <a:pt x="137" y="561"/>
                  </a:cubicBezTo>
                  <a:cubicBezTo>
                    <a:pt x="135" y="561"/>
                    <a:pt x="135" y="561"/>
                    <a:pt x="135" y="561"/>
                  </a:cubicBezTo>
                  <a:cubicBezTo>
                    <a:pt x="136" y="562"/>
                    <a:pt x="133" y="564"/>
                    <a:pt x="135" y="564"/>
                  </a:cubicBezTo>
                  <a:cubicBezTo>
                    <a:pt x="136" y="563"/>
                    <a:pt x="136" y="563"/>
                    <a:pt x="136" y="563"/>
                  </a:cubicBezTo>
                  <a:cubicBezTo>
                    <a:pt x="136" y="564"/>
                    <a:pt x="136" y="564"/>
                    <a:pt x="135" y="564"/>
                  </a:cubicBezTo>
                  <a:close/>
                  <a:moveTo>
                    <a:pt x="181" y="303"/>
                  </a:moveTo>
                  <a:cubicBezTo>
                    <a:pt x="181" y="303"/>
                    <a:pt x="181" y="303"/>
                    <a:pt x="181" y="303"/>
                  </a:cubicBezTo>
                  <a:cubicBezTo>
                    <a:pt x="181" y="303"/>
                    <a:pt x="181" y="303"/>
                    <a:pt x="181" y="303"/>
                  </a:cubicBezTo>
                  <a:cubicBezTo>
                    <a:pt x="181" y="303"/>
                    <a:pt x="181" y="303"/>
                    <a:pt x="181" y="303"/>
                  </a:cubicBezTo>
                  <a:close/>
                  <a:moveTo>
                    <a:pt x="191" y="308"/>
                  </a:moveTo>
                  <a:cubicBezTo>
                    <a:pt x="190" y="307"/>
                    <a:pt x="190" y="306"/>
                    <a:pt x="190" y="306"/>
                  </a:cubicBezTo>
                  <a:cubicBezTo>
                    <a:pt x="191" y="308"/>
                    <a:pt x="191" y="308"/>
                    <a:pt x="191" y="308"/>
                  </a:cubicBezTo>
                  <a:cubicBezTo>
                    <a:pt x="191" y="308"/>
                    <a:pt x="191" y="308"/>
                    <a:pt x="191" y="308"/>
                  </a:cubicBezTo>
                  <a:close/>
                  <a:moveTo>
                    <a:pt x="199" y="323"/>
                  </a:moveTo>
                  <a:cubicBezTo>
                    <a:pt x="199" y="323"/>
                    <a:pt x="199" y="323"/>
                    <a:pt x="199" y="324"/>
                  </a:cubicBezTo>
                  <a:cubicBezTo>
                    <a:pt x="199" y="324"/>
                    <a:pt x="199" y="324"/>
                    <a:pt x="199" y="324"/>
                  </a:cubicBezTo>
                  <a:cubicBezTo>
                    <a:pt x="199" y="324"/>
                    <a:pt x="199" y="324"/>
                    <a:pt x="199" y="324"/>
                  </a:cubicBezTo>
                  <a:cubicBezTo>
                    <a:pt x="199" y="324"/>
                    <a:pt x="200" y="324"/>
                    <a:pt x="200" y="324"/>
                  </a:cubicBezTo>
                  <a:cubicBezTo>
                    <a:pt x="200" y="324"/>
                    <a:pt x="200" y="324"/>
                    <a:pt x="200" y="324"/>
                  </a:cubicBezTo>
                  <a:cubicBezTo>
                    <a:pt x="198" y="324"/>
                    <a:pt x="198" y="324"/>
                    <a:pt x="199" y="323"/>
                  </a:cubicBezTo>
                  <a:close/>
                  <a:moveTo>
                    <a:pt x="198" y="307"/>
                  </a:moveTo>
                  <a:cubicBezTo>
                    <a:pt x="198" y="307"/>
                    <a:pt x="198" y="307"/>
                    <a:pt x="198" y="307"/>
                  </a:cubicBezTo>
                  <a:cubicBezTo>
                    <a:pt x="198" y="307"/>
                    <a:pt x="198" y="306"/>
                    <a:pt x="198" y="306"/>
                  </a:cubicBezTo>
                  <a:cubicBezTo>
                    <a:pt x="198" y="307"/>
                    <a:pt x="198" y="307"/>
                    <a:pt x="198" y="307"/>
                  </a:cubicBezTo>
                  <a:cubicBezTo>
                    <a:pt x="197" y="308"/>
                    <a:pt x="197" y="304"/>
                    <a:pt x="197" y="307"/>
                  </a:cubicBezTo>
                  <a:cubicBezTo>
                    <a:pt x="197" y="305"/>
                    <a:pt x="197" y="305"/>
                    <a:pt x="197" y="305"/>
                  </a:cubicBezTo>
                  <a:cubicBezTo>
                    <a:pt x="196" y="308"/>
                    <a:pt x="196" y="304"/>
                    <a:pt x="196" y="306"/>
                  </a:cubicBezTo>
                  <a:cubicBezTo>
                    <a:pt x="196" y="306"/>
                    <a:pt x="196" y="306"/>
                    <a:pt x="196" y="306"/>
                  </a:cubicBezTo>
                  <a:cubicBezTo>
                    <a:pt x="195" y="305"/>
                    <a:pt x="194" y="309"/>
                    <a:pt x="194" y="307"/>
                  </a:cubicBezTo>
                  <a:cubicBezTo>
                    <a:pt x="194" y="307"/>
                    <a:pt x="193" y="307"/>
                    <a:pt x="193" y="309"/>
                  </a:cubicBezTo>
                  <a:cubicBezTo>
                    <a:pt x="193" y="307"/>
                    <a:pt x="193" y="307"/>
                    <a:pt x="193" y="307"/>
                  </a:cubicBezTo>
                  <a:cubicBezTo>
                    <a:pt x="192" y="307"/>
                    <a:pt x="192" y="307"/>
                    <a:pt x="191" y="308"/>
                  </a:cubicBezTo>
                  <a:cubicBezTo>
                    <a:pt x="191" y="307"/>
                    <a:pt x="191" y="307"/>
                    <a:pt x="191" y="307"/>
                  </a:cubicBezTo>
                  <a:cubicBezTo>
                    <a:pt x="190" y="306"/>
                    <a:pt x="189" y="304"/>
                    <a:pt x="189" y="304"/>
                  </a:cubicBezTo>
                  <a:cubicBezTo>
                    <a:pt x="188" y="302"/>
                    <a:pt x="189" y="304"/>
                    <a:pt x="189" y="303"/>
                  </a:cubicBezTo>
                  <a:cubicBezTo>
                    <a:pt x="189" y="302"/>
                    <a:pt x="189" y="303"/>
                    <a:pt x="188" y="302"/>
                  </a:cubicBezTo>
                  <a:cubicBezTo>
                    <a:pt x="188" y="300"/>
                    <a:pt x="188" y="300"/>
                    <a:pt x="188" y="300"/>
                  </a:cubicBezTo>
                  <a:cubicBezTo>
                    <a:pt x="188" y="300"/>
                    <a:pt x="189" y="302"/>
                    <a:pt x="190" y="303"/>
                  </a:cubicBezTo>
                  <a:cubicBezTo>
                    <a:pt x="190" y="303"/>
                    <a:pt x="190" y="303"/>
                    <a:pt x="189" y="302"/>
                  </a:cubicBezTo>
                  <a:cubicBezTo>
                    <a:pt x="190" y="304"/>
                    <a:pt x="191" y="305"/>
                    <a:pt x="191" y="307"/>
                  </a:cubicBezTo>
                  <a:cubicBezTo>
                    <a:pt x="192" y="308"/>
                    <a:pt x="190" y="305"/>
                    <a:pt x="191" y="305"/>
                  </a:cubicBezTo>
                  <a:cubicBezTo>
                    <a:pt x="191" y="306"/>
                    <a:pt x="190" y="304"/>
                    <a:pt x="190" y="303"/>
                  </a:cubicBezTo>
                  <a:cubicBezTo>
                    <a:pt x="188" y="298"/>
                    <a:pt x="192" y="306"/>
                    <a:pt x="192" y="305"/>
                  </a:cubicBezTo>
                  <a:cubicBezTo>
                    <a:pt x="190" y="302"/>
                    <a:pt x="191" y="301"/>
                    <a:pt x="189" y="298"/>
                  </a:cubicBezTo>
                  <a:cubicBezTo>
                    <a:pt x="189" y="297"/>
                    <a:pt x="189" y="296"/>
                    <a:pt x="189" y="297"/>
                  </a:cubicBezTo>
                  <a:cubicBezTo>
                    <a:pt x="190" y="299"/>
                    <a:pt x="190" y="298"/>
                    <a:pt x="190" y="300"/>
                  </a:cubicBezTo>
                  <a:cubicBezTo>
                    <a:pt x="191" y="300"/>
                    <a:pt x="191" y="300"/>
                    <a:pt x="191" y="300"/>
                  </a:cubicBezTo>
                  <a:cubicBezTo>
                    <a:pt x="191" y="302"/>
                    <a:pt x="191" y="302"/>
                    <a:pt x="191" y="302"/>
                  </a:cubicBezTo>
                  <a:cubicBezTo>
                    <a:pt x="193" y="306"/>
                    <a:pt x="193" y="306"/>
                    <a:pt x="193" y="306"/>
                  </a:cubicBezTo>
                  <a:cubicBezTo>
                    <a:pt x="193" y="305"/>
                    <a:pt x="192" y="304"/>
                    <a:pt x="193" y="303"/>
                  </a:cubicBezTo>
                  <a:cubicBezTo>
                    <a:pt x="193" y="304"/>
                    <a:pt x="193" y="305"/>
                    <a:pt x="193" y="305"/>
                  </a:cubicBezTo>
                  <a:cubicBezTo>
                    <a:pt x="193" y="304"/>
                    <a:pt x="192" y="302"/>
                    <a:pt x="192" y="302"/>
                  </a:cubicBezTo>
                  <a:cubicBezTo>
                    <a:pt x="193" y="301"/>
                    <a:pt x="194" y="303"/>
                    <a:pt x="194" y="304"/>
                  </a:cubicBezTo>
                  <a:cubicBezTo>
                    <a:pt x="194" y="306"/>
                    <a:pt x="194" y="306"/>
                    <a:pt x="194" y="306"/>
                  </a:cubicBezTo>
                  <a:cubicBezTo>
                    <a:pt x="194" y="304"/>
                    <a:pt x="194" y="306"/>
                    <a:pt x="194" y="306"/>
                  </a:cubicBezTo>
                  <a:cubicBezTo>
                    <a:pt x="194" y="304"/>
                    <a:pt x="194" y="303"/>
                    <a:pt x="193" y="301"/>
                  </a:cubicBezTo>
                  <a:cubicBezTo>
                    <a:pt x="193" y="301"/>
                    <a:pt x="194" y="302"/>
                    <a:pt x="194" y="302"/>
                  </a:cubicBezTo>
                  <a:cubicBezTo>
                    <a:pt x="194" y="303"/>
                    <a:pt x="194" y="303"/>
                    <a:pt x="194" y="303"/>
                  </a:cubicBezTo>
                  <a:cubicBezTo>
                    <a:pt x="194" y="303"/>
                    <a:pt x="195" y="306"/>
                    <a:pt x="195" y="305"/>
                  </a:cubicBezTo>
                  <a:cubicBezTo>
                    <a:pt x="195" y="304"/>
                    <a:pt x="195" y="304"/>
                    <a:pt x="195" y="304"/>
                  </a:cubicBezTo>
                  <a:cubicBezTo>
                    <a:pt x="195" y="304"/>
                    <a:pt x="195" y="305"/>
                    <a:pt x="195" y="305"/>
                  </a:cubicBezTo>
                  <a:cubicBezTo>
                    <a:pt x="195" y="304"/>
                    <a:pt x="195" y="304"/>
                    <a:pt x="195" y="304"/>
                  </a:cubicBezTo>
                  <a:cubicBezTo>
                    <a:pt x="196" y="305"/>
                    <a:pt x="196" y="305"/>
                    <a:pt x="196" y="305"/>
                  </a:cubicBezTo>
                  <a:cubicBezTo>
                    <a:pt x="196" y="304"/>
                    <a:pt x="195" y="302"/>
                    <a:pt x="196" y="304"/>
                  </a:cubicBezTo>
                  <a:cubicBezTo>
                    <a:pt x="195" y="301"/>
                    <a:pt x="196" y="304"/>
                    <a:pt x="195" y="303"/>
                  </a:cubicBezTo>
                  <a:cubicBezTo>
                    <a:pt x="194" y="301"/>
                    <a:pt x="195" y="301"/>
                    <a:pt x="195" y="301"/>
                  </a:cubicBezTo>
                  <a:cubicBezTo>
                    <a:pt x="196" y="303"/>
                    <a:pt x="195" y="301"/>
                    <a:pt x="196" y="301"/>
                  </a:cubicBezTo>
                  <a:cubicBezTo>
                    <a:pt x="196" y="302"/>
                    <a:pt x="196" y="302"/>
                    <a:pt x="196" y="303"/>
                  </a:cubicBezTo>
                  <a:cubicBezTo>
                    <a:pt x="196" y="301"/>
                    <a:pt x="196" y="301"/>
                    <a:pt x="196" y="301"/>
                  </a:cubicBezTo>
                  <a:cubicBezTo>
                    <a:pt x="197" y="304"/>
                    <a:pt x="196" y="300"/>
                    <a:pt x="197" y="301"/>
                  </a:cubicBezTo>
                  <a:cubicBezTo>
                    <a:pt x="197" y="302"/>
                    <a:pt x="197" y="303"/>
                    <a:pt x="198" y="304"/>
                  </a:cubicBezTo>
                  <a:cubicBezTo>
                    <a:pt x="197" y="301"/>
                    <a:pt x="197" y="301"/>
                    <a:pt x="196" y="299"/>
                  </a:cubicBezTo>
                  <a:cubicBezTo>
                    <a:pt x="197" y="300"/>
                    <a:pt x="197" y="302"/>
                    <a:pt x="198" y="304"/>
                  </a:cubicBezTo>
                  <a:cubicBezTo>
                    <a:pt x="198" y="302"/>
                    <a:pt x="199" y="305"/>
                    <a:pt x="198" y="302"/>
                  </a:cubicBezTo>
                  <a:cubicBezTo>
                    <a:pt x="198" y="302"/>
                    <a:pt x="198" y="301"/>
                    <a:pt x="197" y="300"/>
                  </a:cubicBezTo>
                  <a:cubicBezTo>
                    <a:pt x="198" y="300"/>
                    <a:pt x="198" y="301"/>
                    <a:pt x="198" y="302"/>
                  </a:cubicBezTo>
                  <a:cubicBezTo>
                    <a:pt x="198" y="301"/>
                    <a:pt x="198" y="299"/>
                    <a:pt x="198" y="299"/>
                  </a:cubicBezTo>
                  <a:cubicBezTo>
                    <a:pt x="198" y="299"/>
                    <a:pt x="198" y="296"/>
                    <a:pt x="198" y="298"/>
                  </a:cubicBezTo>
                  <a:cubicBezTo>
                    <a:pt x="199" y="300"/>
                    <a:pt x="198" y="299"/>
                    <a:pt x="198" y="300"/>
                  </a:cubicBezTo>
                  <a:cubicBezTo>
                    <a:pt x="199" y="300"/>
                    <a:pt x="198" y="296"/>
                    <a:pt x="198" y="295"/>
                  </a:cubicBezTo>
                  <a:cubicBezTo>
                    <a:pt x="198" y="294"/>
                    <a:pt x="197" y="291"/>
                    <a:pt x="197" y="290"/>
                  </a:cubicBezTo>
                  <a:cubicBezTo>
                    <a:pt x="198" y="291"/>
                    <a:pt x="197" y="291"/>
                    <a:pt x="198" y="293"/>
                  </a:cubicBezTo>
                  <a:cubicBezTo>
                    <a:pt x="198" y="293"/>
                    <a:pt x="198" y="293"/>
                    <a:pt x="198" y="293"/>
                  </a:cubicBezTo>
                  <a:cubicBezTo>
                    <a:pt x="199" y="296"/>
                    <a:pt x="198" y="298"/>
                    <a:pt x="199" y="300"/>
                  </a:cubicBezTo>
                  <a:cubicBezTo>
                    <a:pt x="199" y="299"/>
                    <a:pt x="199" y="299"/>
                    <a:pt x="199" y="299"/>
                  </a:cubicBezTo>
                  <a:cubicBezTo>
                    <a:pt x="200" y="302"/>
                    <a:pt x="200" y="302"/>
                    <a:pt x="200" y="302"/>
                  </a:cubicBezTo>
                  <a:cubicBezTo>
                    <a:pt x="200" y="300"/>
                    <a:pt x="200" y="301"/>
                    <a:pt x="200" y="301"/>
                  </a:cubicBezTo>
                  <a:cubicBezTo>
                    <a:pt x="200" y="299"/>
                    <a:pt x="200" y="302"/>
                    <a:pt x="200" y="300"/>
                  </a:cubicBezTo>
                  <a:cubicBezTo>
                    <a:pt x="200" y="300"/>
                    <a:pt x="200" y="297"/>
                    <a:pt x="200" y="298"/>
                  </a:cubicBezTo>
                  <a:cubicBezTo>
                    <a:pt x="201" y="301"/>
                    <a:pt x="201" y="301"/>
                    <a:pt x="201" y="301"/>
                  </a:cubicBezTo>
                  <a:cubicBezTo>
                    <a:pt x="201" y="302"/>
                    <a:pt x="201" y="299"/>
                    <a:pt x="201" y="300"/>
                  </a:cubicBezTo>
                  <a:cubicBezTo>
                    <a:pt x="201" y="301"/>
                    <a:pt x="201" y="301"/>
                    <a:pt x="201" y="301"/>
                  </a:cubicBezTo>
                  <a:cubicBezTo>
                    <a:pt x="202" y="301"/>
                    <a:pt x="203" y="301"/>
                    <a:pt x="204" y="297"/>
                  </a:cubicBezTo>
                  <a:cubicBezTo>
                    <a:pt x="204" y="298"/>
                    <a:pt x="204" y="299"/>
                    <a:pt x="205" y="300"/>
                  </a:cubicBezTo>
                  <a:cubicBezTo>
                    <a:pt x="205" y="299"/>
                    <a:pt x="205" y="298"/>
                    <a:pt x="205" y="298"/>
                  </a:cubicBezTo>
                  <a:cubicBezTo>
                    <a:pt x="205" y="300"/>
                    <a:pt x="205" y="300"/>
                    <a:pt x="205" y="300"/>
                  </a:cubicBezTo>
                  <a:cubicBezTo>
                    <a:pt x="206" y="301"/>
                    <a:pt x="206" y="299"/>
                    <a:pt x="206" y="298"/>
                  </a:cubicBezTo>
                  <a:cubicBezTo>
                    <a:pt x="206" y="299"/>
                    <a:pt x="206" y="299"/>
                    <a:pt x="206" y="299"/>
                  </a:cubicBezTo>
                  <a:cubicBezTo>
                    <a:pt x="207" y="300"/>
                    <a:pt x="207" y="298"/>
                    <a:pt x="207" y="298"/>
                  </a:cubicBezTo>
                  <a:cubicBezTo>
                    <a:pt x="207" y="299"/>
                    <a:pt x="207" y="299"/>
                    <a:pt x="207" y="299"/>
                  </a:cubicBezTo>
                  <a:cubicBezTo>
                    <a:pt x="207" y="298"/>
                    <a:pt x="207" y="298"/>
                    <a:pt x="207" y="298"/>
                  </a:cubicBezTo>
                  <a:cubicBezTo>
                    <a:pt x="207" y="297"/>
                    <a:pt x="207" y="297"/>
                    <a:pt x="207" y="299"/>
                  </a:cubicBezTo>
                  <a:cubicBezTo>
                    <a:pt x="208" y="298"/>
                    <a:pt x="208" y="298"/>
                    <a:pt x="208" y="298"/>
                  </a:cubicBezTo>
                  <a:cubicBezTo>
                    <a:pt x="208" y="299"/>
                    <a:pt x="208" y="299"/>
                    <a:pt x="209" y="298"/>
                  </a:cubicBezTo>
                  <a:cubicBezTo>
                    <a:pt x="209" y="298"/>
                    <a:pt x="209" y="297"/>
                    <a:pt x="209" y="296"/>
                  </a:cubicBezTo>
                  <a:cubicBezTo>
                    <a:pt x="209" y="293"/>
                    <a:pt x="209" y="296"/>
                    <a:pt x="209" y="295"/>
                  </a:cubicBezTo>
                  <a:cubicBezTo>
                    <a:pt x="209" y="297"/>
                    <a:pt x="209" y="297"/>
                    <a:pt x="209" y="297"/>
                  </a:cubicBezTo>
                  <a:cubicBezTo>
                    <a:pt x="209" y="300"/>
                    <a:pt x="210" y="298"/>
                    <a:pt x="211" y="299"/>
                  </a:cubicBezTo>
                  <a:cubicBezTo>
                    <a:pt x="211" y="297"/>
                    <a:pt x="211" y="297"/>
                    <a:pt x="211" y="297"/>
                  </a:cubicBezTo>
                  <a:cubicBezTo>
                    <a:pt x="211" y="300"/>
                    <a:pt x="212" y="297"/>
                    <a:pt x="212" y="299"/>
                  </a:cubicBezTo>
                  <a:cubicBezTo>
                    <a:pt x="213" y="298"/>
                    <a:pt x="213" y="295"/>
                    <a:pt x="214" y="295"/>
                  </a:cubicBezTo>
                  <a:cubicBezTo>
                    <a:pt x="214" y="293"/>
                    <a:pt x="213" y="298"/>
                    <a:pt x="213" y="299"/>
                  </a:cubicBezTo>
                  <a:cubicBezTo>
                    <a:pt x="213" y="298"/>
                    <a:pt x="214" y="298"/>
                    <a:pt x="214" y="298"/>
                  </a:cubicBezTo>
                  <a:cubicBezTo>
                    <a:pt x="214" y="298"/>
                    <a:pt x="214" y="298"/>
                    <a:pt x="214" y="298"/>
                  </a:cubicBezTo>
                  <a:cubicBezTo>
                    <a:pt x="214" y="297"/>
                    <a:pt x="215" y="296"/>
                    <a:pt x="215" y="297"/>
                  </a:cubicBezTo>
                  <a:cubicBezTo>
                    <a:pt x="214" y="298"/>
                    <a:pt x="214" y="298"/>
                    <a:pt x="214" y="298"/>
                  </a:cubicBezTo>
                  <a:cubicBezTo>
                    <a:pt x="215" y="298"/>
                    <a:pt x="214" y="299"/>
                    <a:pt x="215" y="299"/>
                  </a:cubicBezTo>
                  <a:cubicBezTo>
                    <a:pt x="215" y="297"/>
                    <a:pt x="215" y="298"/>
                    <a:pt x="216" y="297"/>
                  </a:cubicBezTo>
                  <a:cubicBezTo>
                    <a:pt x="215" y="298"/>
                    <a:pt x="215" y="298"/>
                    <a:pt x="215" y="298"/>
                  </a:cubicBezTo>
                  <a:cubicBezTo>
                    <a:pt x="216" y="296"/>
                    <a:pt x="216" y="296"/>
                    <a:pt x="216" y="296"/>
                  </a:cubicBezTo>
                  <a:cubicBezTo>
                    <a:pt x="216" y="297"/>
                    <a:pt x="216" y="297"/>
                    <a:pt x="216" y="297"/>
                  </a:cubicBezTo>
                  <a:cubicBezTo>
                    <a:pt x="215" y="299"/>
                    <a:pt x="215" y="299"/>
                    <a:pt x="215" y="299"/>
                  </a:cubicBezTo>
                  <a:cubicBezTo>
                    <a:pt x="215" y="300"/>
                    <a:pt x="216" y="297"/>
                    <a:pt x="216" y="297"/>
                  </a:cubicBezTo>
                  <a:cubicBezTo>
                    <a:pt x="217" y="296"/>
                    <a:pt x="216" y="297"/>
                    <a:pt x="216" y="298"/>
                  </a:cubicBezTo>
                  <a:cubicBezTo>
                    <a:pt x="216" y="298"/>
                    <a:pt x="216" y="297"/>
                    <a:pt x="216" y="298"/>
                  </a:cubicBezTo>
                  <a:cubicBezTo>
                    <a:pt x="215" y="299"/>
                    <a:pt x="216" y="298"/>
                    <a:pt x="215" y="299"/>
                  </a:cubicBezTo>
                  <a:cubicBezTo>
                    <a:pt x="215" y="299"/>
                    <a:pt x="216" y="297"/>
                    <a:pt x="216" y="298"/>
                  </a:cubicBezTo>
                  <a:cubicBezTo>
                    <a:pt x="216" y="298"/>
                    <a:pt x="217" y="298"/>
                    <a:pt x="216" y="299"/>
                  </a:cubicBezTo>
                  <a:cubicBezTo>
                    <a:pt x="216" y="298"/>
                    <a:pt x="216" y="299"/>
                    <a:pt x="217" y="298"/>
                  </a:cubicBezTo>
                  <a:cubicBezTo>
                    <a:pt x="217" y="298"/>
                    <a:pt x="217" y="297"/>
                    <a:pt x="217" y="296"/>
                  </a:cubicBezTo>
                  <a:cubicBezTo>
                    <a:pt x="218" y="296"/>
                    <a:pt x="218" y="296"/>
                    <a:pt x="218" y="296"/>
                  </a:cubicBezTo>
                  <a:cubicBezTo>
                    <a:pt x="217" y="297"/>
                    <a:pt x="217" y="297"/>
                    <a:pt x="217" y="297"/>
                  </a:cubicBezTo>
                  <a:cubicBezTo>
                    <a:pt x="218" y="296"/>
                    <a:pt x="218" y="297"/>
                    <a:pt x="218" y="296"/>
                  </a:cubicBezTo>
                  <a:cubicBezTo>
                    <a:pt x="217" y="298"/>
                    <a:pt x="217" y="298"/>
                    <a:pt x="217" y="298"/>
                  </a:cubicBezTo>
                  <a:cubicBezTo>
                    <a:pt x="218" y="297"/>
                    <a:pt x="218" y="297"/>
                    <a:pt x="219" y="297"/>
                  </a:cubicBezTo>
                  <a:cubicBezTo>
                    <a:pt x="218" y="298"/>
                    <a:pt x="216" y="300"/>
                    <a:pt x="216" y="300"/>
                  </a:cubicBezTo>
                  <a:cubicBezTo>
                    <a:pt x="218" y="299"/>
                    <a:pt x="218" y="299"/>
                    <a:pt x="218" y="299"/>
                  </a:cubicBezTo>
                  <a:cubicBezTo>
                    <a:pt x="218" y="299"/>
                    <a:pt x="218" y="299"/>
                    <a:pt x="217" y="300"/>
                  </a:cubicBezTo>
                  <a:cubicBezTo>
                    <a:pt x="217" y="301"/>
                    <a:pt x="220" y="296"/>
                    <a:pt x="220" y="298"/>
                  </a:cubicBezTo>
                  <a:cubicBezTo>
                    <a:pt x="218" y="299"/>
                    <a:pt x="218" y="299"/>
                    <a:pt x="218" y="300"/>
                  </a:cubicBezTo>
                  <a:cubicBezTo>
                    <a:pt x="219" y="299"/>
                    <a:pt x="219" y="299"/>
                    <a:pt x="219" y="299"/>
                  </a:cubicBezTo>
                  <a:cubicBezTo>
                    <a:pt x="219" y="298"/>
                    <a:pt x="218" y="300"/>
                    <a:pt x="219" y="299"/>
                  </a:cubicBezTo>
                  <a:cubicBezTo>
                    <a:pt x="219" y="298"/>
                    <a:pt x="219" y="298"/>
                    <a:pt x="220" y="298"/>
                  </a:cubicBezTo>
                  <a:cubicBezTo>
                    <a:pt x="217" y="301"/>
                    <a:pt x="219" y="300"/>
                    <a:pt x="218" y="301"/>
                  </a:cubicBezTo>
                  <a:cubicBezTo>
                    <a:pt x="220" y="300"/>
                    <a:pt x="219" y="301"/>
                    <a:pt x="219" y="301"/>
                  </a:cubicBezTo>
                  <a:cubicBezTo>
                    <a:pt x="217" y="302"/>
                    <a:pt x="220" y="301"/>
                    <a:pt x="218" y="302"/>
                  </a:cubicBezTo>
                  <a:cubicBezTo>
                    <a:pt x="221" y="300"/>
                    <a:pt x="221" y="300"/>
                    <a:pt x="221" y="300"/>
                  </a:cubicBezTo>
                  <a:cubicBezTo>
                    <a:pt x="219" y="301"/>
                    <a:pt x="224" y="299"/>
                    <a:pt x="222" y="300"/>
                  </a:cubicBezTo>
                  <a:cubicBezTo>
                    <a:pt x="221" y="301"/>
                    <a:pt x="220" y="301"/>
                    <a:pt x="220" y="301"/>
                  </a:cubicBezTo>
                  <a:cubicBezTo>
                    <a:pt x="217" y="303"/>
                    <a:pt x="222" y="301"/>
                    <a:pt x="219" y="302"/>
                  </a:cubicBezTo>
                  <a:cubicBezTo>
                    <a:pt x="223" y="301"/>
                    <a:pt x="223" y="301"/>
                    <a:pt x="223" y="301"/>
                  </a:cubicBezTo>
                  <a:cubicBezTo>
                    <a:pt x="222" y="302"/>
                    <a:pt x="221" y="302"/>
                    <a:pt x="220" y="303"/>
                  </a:cubicBezTo>
                  <a:cubicBezTo>
                    <a:pt x="221" y="302"/>
                    <a:pt x="221" y="302"/>
                    <a:pt x="221" y="303"/>
                  </a:cubicBezTo>
                  <a:cubicBezTo>
                    <a:pt x="220" y="303"/>
                    <a:pt x="220" y="303"/>
                    <a:pt x="220" y="303"/>
                  </a:cubicBezTo>
                  <a:cubicBezTo>
                    <a:pt x="219" y="303"/>
                    <a:pt x="220" y="303"/>
                    <a:pt x="221" y="303"/>
                  </a:cubicBezTo>
                  <a:cubicBezTo>
                    <a:pt x="219" y="303"/>
                    <a:pt x="221" y="304"/>
                    <a:pt x="219" y="304"/>
                  </a:cubicBezTo>
                  <a:cubicBezTo>
                    <a:pt x="222" y="304"/>
                    <a:pt x="218" y="304"/>
                    <a:pt x="222" y="304"/>
                  </a:cubicBezTo>
                  <a:cubicBezTo>
                    <a:pt x="221" y="304"/>
                    <a:pt x="221" y="304"/>
                    <a:pt x="221" y="304"/>
                  </a:cubicBezTo>
                  <a:cubicBezTo>
                    <a:pt x="222" y="304"/>
                    <a:pt x="223" y="304"/>
                    <a:pt x="224" y="305"/>
                  </a:cubicBezTo>
                  <a:cubicBezTo>
                    <a:pt x="222" y="305"/>
                    <a:pt x="222" y="305"/>
                    <a:pt x="222" y="305"/>
                  </a:cubicBezTo>
                  <a:cubicBezTo>
                    <a:pt x="221" y="305"/>
                    <a:pt x="221" y="305"/>
                    <a:pt x="221" y="305"/>
                  </a:cubicBezTo>
                  <a:cubicBezTo>
                    <a:pt x="221" y="305"/>
                    <a:pt x="221" y="304"/>
                    <a:pt x="221" y="304"/>
                  </a:cubicBezTo>
                  <a:cubicBezTo>
                    <a:pt x="221" y="304"/>
                    <a:pt x="221" y="305"/>
                    <a:pt x="221" y="305"/>
                  </a:cubicBezTo>
                  <a:cubicBezTo>
                    <a:pt x="219" y="305"/>
                    <a:pt x="221" y="305"/>
                    <a:pt x="220" y="305"/>
                  </a:cubicBezTo>
                  <a:cubicBezTo>
                    <a:pt x="222" y="305"/>
                    <a:pt x="220" y="305"/>
                    <a:pt x="221" y="305"/>
                  </a:cubicBezTo>
                  <a:cubicBezTo>
                    <a:pt x="221" y="305"/>
                    <a:pt x="221" y="305"/>
                    <a:pt x="221" y="305"/>
                  </a:cubicBezTo>
                  <a:cubicBezTo>
                    <a:pt x="221" y="306"/>
                    <a:pt x="222" y="306"/>
                    <a:pt x="222" y="306"/>
                  </a:cubicBezTo>
                  <a:cubicBezTo>
                    <a:pt x="222" y="306"/>
                    <a:pt x="221" y="305"/>
                    <a:pt x="221" y="305"/>
                  </a:cubicBezTo>
                  <a:cubicBezTo>
                    <a:pt x="222" y="305"/>
                    <a:pt x="222" y="305"/>
                    <a:pt x="222" y="305"/>
                  </a:cubicBezTo>
                  <a:cubicBezTo>
                    <a:pt x="223" y="306"/>
                    <a:pt x="223" y="306"/>
                    <a:pt x="223" y="306"/>
                  </a:cubicBezTo>
                  <a:cubicBezTo>
                    <a:pt x="223" y="306"/>
                    <a:pt x="222" y="306"/>
                    <a:pt x="222" y="306"/>
                  </a:cubicBezTo>
                  <a:cubicBezTo>
                    <a:pt x="222" y="306"/>
                    <a:pt x="221" y="306"/>
                    <a:pt x="222" y="306"/>
                  </a:cubicBezTo>
                  <a:cubicBezTo>
                    <a:pt x="221" y="306"/>
                    <a:pt x="221" y="306"/>
                    <a:pt x="221" y="306"/>
                  </a:cubicBezTo>
                  <a:cubicBezTo>
                    <a:pt x="220"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7"/>
                    <a:pt x="221" y="307"/>
                    <a:pt x="222" y="307"/>
                  </a:cubicBezTo>
                  <a:cubicBezTo>
                    <a:pt x="222" y="307"/>
                    <a:pt x="221" y="307"/>
                    <a:pt x="221" y="307"/>
                  </a:cubicBezTo>
                  <a:cubicBezTo>
                    <a:pt x="221" y="307"/>
                    <a:pt x="221" y="307"/>
                    <a:pt x="221"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8"/>
                    <a:pt x="222" y="308"/>
                    <a:pt x="222" y="309"/>
                  </a:cubicBezTo>
                  <a:cubicBezTo>
                    <a:pt x="222" y="307"/>
                    <a:pt x="222" y="307"/>
                    <a:pt x="222" y="307"/>
                  </a:cubicBezTo>
                  <a:cubicBezTo>
                    <a:pt x="222" y="308"/>
                    <a:pt x="222" y="308"/>
                    <a:pt x="222" y="309"/>
                  </a:cubicBezTo>
                  <a:cubicBezTo>
                    <a:pt x="222" y="310"/>
                    <a:pt x="222" y="309"/>
                    <a:pt x="222" y="309"/>
                  </a:cubicBezTo>
                  <a:cubicBezTo>
                    <a:pt x="222" y="310"/>
                    <a:pt x="222" y="312"/>
                    <a:pt x="222" y="311"/>
                  </a:cubicBezTo>
                  <a:cubicBezTo>
                    <a:pt x="222" y="311"/>
                    <a:pt x="222" y="311"/>
                    <a:pt x="222" y="311"/>
                  </a:cubicBezTo>
                  <a:cubicBezTo>
                    <a:pt x="222" y="311"/>
                    <a:pt x="222" y="312"/>
                    <a:pt x="221" y="312"/>
                  </a:cubicBezTo>
                  <a:cubicBezTo>
                    <a:pt x="221" y="311"/>
                    <a:pt x="221" y="311"/>
                    <a:pt x="221" y="310"/>
                  </a:cubicBezTo>
                  <a:cubicBezTo>
                    <a:pt x="221" y="308"/>
                    <a:pt x="221" y="309"/>
                    <a:pt x="220" y="309"/>
                  </a:cubicBezTo>
                  <a:cubicBezTo>
                    <a:pt x="220" y="310"/>
                    <a:pt x="220" y="310"/>
                    <a:pt x="220" y="310"/>
                  </a:cubicBezTo>
                  <a:cubicBezTo>
                    <a:pt x="220" y="311"/>
                    <a:pt x="220" y="309"/>
                    <a:pt x="220" y="309"/>
                  </a:cubicBezTo>
                  <a:cubicBezTo>
                    <a:pt x="219" y="314"/>
                    <a:pt x="219" y="314"/>
                    <a:pt x="219" y="314"/>
                  </a:cubicBezTo>
                  <a:cubicBezTo>
                    <a:pt x="219" y="313"/>
                    <a:pt x="219" y="311"/>
                    <a:pt x="219" y="310"/>
                  </a:cubicBezTo>
                  <a:cubicBezTo>
                    <a:pt x="219" y="311"/>
                    <a:pt x="218" y="314"/>
                    <a:pt x="217" y="315"/>
                  </a:cubicBezTo>
                  <a:cubicBezTo>
                    <a:pt x="217" y="315"/>
                    <a:pt x="216" y="316"/>
                    <a:pt x="216" y="316"/>
                  </a:cubicBezTo>
                  <a:cubicBezTo>
                    <a:pt x="216" y="314"/>
                    <a:pt x="216" y="316"/>
                    <a:pt x="216" y="315"/>
                  </a:cubicBezTo>
                  <a:cubicBezTo>
                    <a:pt x="216" y="313"/>
                    <a:pt x="216" y="313"/>
                    <a:pt x="216" y="313"/>
                  </a:cubicBezTo>
                  <a:cubicBezTo>
                    <a:pt x="217" y="313"/>
                    <a:pt x="217" y="311"/>
                    <a:pt x="217" y="310"/>
                  </a:cubicBezTo>
                  <a:cubicBezTo>
                    <a:pt x="217" y="311"/>
                    <a:pt x="216" y="309"/>
                    <a:pt x="216" y="309"/>
                  </a:cubicBezTo>
                  <a:cubicBezTo>
                    <a:pt x="215" y="312"/>
                    <a:pt x="215" y="310"/>
                    <a:pt x="214" y="313"/>
                  </a:cubicBezTo>
                  <a:cubicBezTo>
                    <a:pt x="214" y="313"/>
                    <a:pt x="214" y="311"/>
                    <a:pt x="214" y="310"/>
                  </a:cubicBezTo>
                  <a:cubicBezTo>
                    <a:pt x="213" y="311"/>
                    <a:pt x="213" y="310"/>
                    <a:pt x="212" y="310"/>
                  </a:cubicBezTo>
                  <a:cubicBezTo>
                    <a:pt x="213" y="310"/>
                    <a:pt x="213" y="310"/>
                    <a:pt x="213" y="310"/>
                  </a:cubicBezTo>
                  <a:cubicBezTo>
                    <a:pt x="212" y="310"/>
                    <a:pt x="211" y="309"/>
                    <a:pt x="210" y="312"/>
                  </a:cubicBezTo>
                  <a:cubicBezTo>
                    <a:pt x="211" y="310"/>
                    <a:pt x="211" y="310"/>
                    <a:pt x="211" y="310"/>
                  </a:cubicBezTo>
                  <a:cubicBezTo>
                    <a:pt x="210" y="309"/>
                    <a:pt x="210" y="313"/>
                    <a:pt x="209" y="312"/>
                  </a:cubicBezTo>
                  <a:cubicBezTo>
                    <a:pt x="210" y="310"/>
                    <a:pt x="210" y="310"/>
                    <a:pt x="210" y="310"/>
                  </a:cubicBezTo>
                  <a:cubicBezTo>
                    <a:pt x="209" y="312"/>
                    <a:pt x="209" y="309"/>
                    <a:pt x="208" y="311"/>
                  </a:cubicBezTo>
                  <a:cubicBezTo>
                    <a:pt x="209" y="310"/>
                    <a:pt x="209" y="310"/>
                    <a:pt x="209" y="310"/>
                  </a:cubicBezTo>
                  <a:cubicBezTo>
                    <a:pt x="208" y="310"/>
                    <a:pt x="208" y="310"/>
                    <a:pt x="207" y="311"/>
                  </a:cubicBezTo>
                  <a:cubicBezTo>
                    <a:pt x="208" y="309"/>
                    <a:pt x="208" y="309"/>
                    <a:pt x="208" y="309"/>
                  </a:cubicBezTo>
                  <a:cubicBezTo>
                    <a:pt x="208" y="308"/>
                    <a:pt x="207" y="311"/>
                    <a:pt x="207" y="311"/>
                  </a:cubicBezTo>
                  <a:cubicBezTo>
                    <a:pt x="207" y="310"/>
                    <a:pt x="207" y="309"/>
                    <a:pt x="207" y="309"/>
                  </a:cubicBezTo>
                  <a:cubicBezTo>
                    <a:pt x="206" y="310"/>
                    <a:pt x="206" y="310"/>
                    <a:pt x="205" y="311"/>
                  </a:cubicBezTo>
                  <a:cubicBezTo>
                    <a:pt x="206" y="309"/>
                    <a:pt x="206" y="309"/>
                    <a:pt x="206" y="309"/>
                  </a:cubicBezTo>
                  <a:cubicBezTo>
                    <a:pt x="203" y="308"/>
                    <a:pt x="201" y="307"/>
                    <a:pt x="199" y="309"/>
                  </a:cubicBezTo>
                  <a:cubicBezTo>
                    <a:pt x="199" y="306"/>
                    <a:pt x="199" y="308"/>
                    <a:pt x="199" y="306"/>
                  </a:cubicBezTo>
                  <a:cubicBezTo>
                    <a:pt x="199" y="308"/>
                    <a:pt x="199" y="306"/>
                    <a:pt x="198" y="307"/>
                  </a:cubicBezTo>
                  <a:close/>
                  <a:moveTo>
                    <a:pt x="221" y="306"/>
                  </a:moveTo>
                  <a:cubicBezTo>
                    <a:pt x="221" y="306"/>
                    <a:pt x="222" y="306"/>
                    <a:pt x="222" y="306"/>
                  </a:cubicBezTo>
                  <a:cubicBezTo>
                    <a:pt x="222" y="306"/>
                    <a:pt x="222" y="306"/>
                    <a:pt x="222" y="306"/>
                  </a:cubicBezTo>
                  <a:cubicBezTo>
                    <a:pt x="222" y="306"/>
                    <a:pt x="222" y="306"/>
                    <a:pt x="222" y="306"/>
                  </a:cubicBezTo>
                  <a:cubicBezTo>
                    <a:pt x="222" y="306"/>
                    <a:pt x="222" y="306"/>
                    <a:pt x="222" y="306"/>
                  </a:cubicBezTo>
                  <a:cubicBezTo>
                    <a:pt x="222" y="306"/>
                    <a:pt x="222" y="307"/>
                    <a:pt x="222" y="307"/>
                  </a:cubicBezTo>
                  <a:cubicBezTo>
                    <a:pt x="222" y="307"/>
                    <a:pt x="222" y="307"/>
                    <a:pt x="222" y="307"/>
                  </a:cubicBezTo>
                  <a:cubicBezTo>
                    <a:pt x="222" y="307"/>
                    <a:pt x="222" y="306"/>
                    <a:pt x="222" y="306"/>
                  </a:cubicBezTo>
                  <a:cubicBezTo>
                    <a:pt x="222" y="306"/>
                    <a:pt x="221" y="306"/>
                    <a:pt x="221" y="306"/>
                  </a:cubicBezTo>
                  <a:close/>
                  <a:moveTo>
                    <a:pt x="222" y="306"/>
                  </a:moveTo>
                  <a:cubicBezTo>
                    <a:pt x="222" y="306"/>
                    <a:pt x="222" y="306"/>
                    <a:pt x="222" y="306"/>
                  </a:cubicBezTo>
                  <a:cubicBezTo>
                    <a:pt x="221" y="306"/>
                    <a:pt x="221" y="306"/>
                    <a:pt x="221" y="306"/>
                  </a:cubicBezTo>
                  <a:cubicBezTo>
                    <a:pt x="222" y="306"/>
                    <a:pt x="222" y="306"/>
                    <a:pt x="222" y="306"/>
                  </a:cubicBezTo>
                  <a:close/>
                  <a:moveTo>
                    <a:pt x="222" y="307"/>
                  </a:moveTo>
                  <a:cubicBezTo>
                    <a:pt x="222" y="307"/>
                    <a:pt x="222" y="307"/>
                    <a:pt x="222" y="307"/>
                  </a:cubicBez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6"/>
                    <a:pt x="222" y="307"/>
                    <a:pt x="222" y="307"/>
                  </a:cubicBezTo>
                  <a:close/>
                  <a:moveTo>
                    <a:pt x="382" y="181"/>
                  </a:moveTo>
                  <a:cubicBezTo>
                    <a:pt x="383" y="179"/>
                    <a:pt x="383" y="179"/>
                    <a:pt x="383" y="179"/>
                  </a:cubicBezTo>
                  <a:cubicBezTo>
                    <a:pt x="384" y="180"/>
                    <a:pt x="384" y="181"/>
                    <a:pt x="384" y="182"/>
                  </a:cubicBezTo>
                  <a:cubicBezTo>
                    <a:pt x="385" y="180"/>
                    <a:pt x="387" y="181"/>
                    <a:pt x="387" y="180"/>
                  </a:cubicBezTo>
                  <a:cubicBezTo>
                    <a:pt x="388" y="180"/>
                    <a:pt x="387" y="181"/>
                    <a:pt x="387" y="181"/>
                  </a:cubicBezTo>
                  <a:cubicBezTo>
                    <a:pt x="388" y="181"/>
                    <a:pt x="391" y="180"/>
                    <a:pt x="392" y="181"/>
                  </a:cubicBezTo>
                  <a:cubicBezTo>
                    <a:pt x="391" y="182"/>
                    <a:pt x="391" y="182"/>
                    <a:pt x="391" y="182"/>
                  </a:cubicBezTo>
                  <a:cubicBezTo>
                    <a:pt x="393" y="184"/>
                    <a:pt x="393" y="186"/>
                    <a:pt x="393" y="188"/>
                  </a:cubicBezTo>
                  <a:cubicBezTo>
                    <a:pt x="389" y="186"/>
                    <a:pt x="384" y="185"/>
                    <a:pt x="380" y="183"/>
                  </a:cubicBezTo>
                  <a:cubicBezTo>
                    <a:pt x="381" y="183"/>
                    <a:pt x="382" y="183"/>
                    <a:pt x="382" y="181"/>
                  </a:cubicBezTo>
                  <a:close/>
                  <a:moveTo>
                    <a:pt x="262" y="151"/>
                  </a:moveTo>
                  <a:cubicBezTo>
                    <a:pt x="262" y="150"/>
                    <a:pt x="262" y="150"/>
                    <a:pt x="262" y="150"/>
                  </a:cubicBezTo>
                  <a:cubicBezTo>
                    <a:pt x="262" y="150"/>
                    <a:pt x="262" y="150"/>
                    <a:pt x="262" y="150"/>
                  </a:cubicBezTo>
                  <a:cubicBezTo>
                    <a:pt x="263" y="148"/>
                    <a:pt x="264" y="146"/>
                    <a:pt x="264" y="144"/>
                  </a:cubicBezTo>
                  <a:cubicBezTo>
                    <a:pt x="265" y="144"/>
                    <a:pt x="265" y="145"/>
                    <a:pt x="265" y="146"/>
                  </a:cubicBezTo>
                  <a:cubicBezTo>
                    <a:pt x="267" y="141"/>
                    <a:pt x="267" y="135"/>
                    <a:pt x="267" y="130"/>
                  </a:cubicBezTo>
                  <a:cubicBezTo>
                    <a:pt x="268" y="130"/>
                    <a:pt x="268" y="131"/>
                    <a:pt x="269" y="133"/>
                  </a:cubicBezTo>
                  <a:cubicBezTo>
                    <a:pt x="271" y="128"/>
                    <a:pt x="267" y="127"/>
                    <a:pt x="269" y="122"/>
                  </a:cubicBezTo>
                  <a:cubicBezTo>
                    <a:pt x="270" y="121"/>
                    <a:pt x="271" y="118"/>
                    <a:pt x="271" y="119"/>
                  </a:cubicBezTo>
                  <a:cubicBezTo>
                    <a:pt x="271" y="117"/>
                    <a:pt x="272" y="109"/>
                    <a:pt x="271" y="107"/>
                  </a:cubicBezTo>
                  <a:cubicBezTo>
                    <a:pt x="272" y="106"/>
                    <a:pt x="272" y="105"/>
                    <a:pt x="273" y="103"/>
                  </a:cubicBezTo>
                  <a:cubicBezTo>
                    <a:pt x="274" y="104"/>
                    <a:pt x="274" y="105"/>
                    <a:pt x="275" y="107"/>
                  </a:cubicBezTo>
                  <a:cubicBezTo>
                    <a:pt x="274" y="107"/>
                    <a:pt x="273" y="107"/>
                    <a:pt x="272" y="107"/>
                  </a:cubicBezTo>
                  <a:cubicBezTo>
                    <a:pt x="272" y="107"/>
                    <a:pt x="272" y="107"/>
                    <a:pt x="272" y="107"/>
                  </a:cubicBezTo>
                  <a:cubicBezTo>
                    <a:pt x="272" y="107"/>
                    <a:pt x="272" y="107"/>
                    <a:pt x="272" y="107"/>
                  </a:cubicBezTo>
                  <a:cubicBezTo>
                    <a:pt x="272" y="108"/>
                    <a:pt x="272" y="108"/>
                    <a:pt x="272" y="108"/>
                  </a:cubicBezTo>
                  <a:cubicBezTo>
                    <a:pt x="272" y="111"/>
                    <a:pt x="272" y="111"/>
                    <a:pt x="272" y="111"/>
                  </a:cubicBezTo>
                  <a:cubicBezTo>
                    <a:pt x="272" y="120"/>
                    <a:pt x="272" y="120"/>
                    <a:pt x="272" y="120"/>
                  </a:cubicBezTo>
                  <a:cubicBezTo>
                    <a:pt x="272" y="133"/>
                    <a:pt x="272" y="145"/>
                    <a:pt x="271" y="156"/>
                  </a:cubicBezTo>
                  <a:cubicBezTo>
                    <a:pt x="271" y="160"/>
                    <a:pt x="271" y="162"/>
                    <a:pt x="270" y="164"/>
                  </a:cubicBezTo>
                  <a:cubicBezTo>
                    <a:pt x="268" y="161"/>
                    <a:pt x="265" y="157"/>
                    <a:pt x="265" y="152"/>
                  </a:cubicBezTo>
                  <a:cubicBezTo>
                    <a:pt x="265" y="155"/>
                    <a:pt x="263" y="153"/>
                    <a:pt x="262" y="151"/>
                  </a:cubicBezTo>
                  <a:cubicBezTo>
                    <a:pt x="262" y="151"/>
                    <a:pt x="262" y="151"/>
                    <a:pt x="262" y="151"/>
                  </a:cubicBezTo>
                  <a:close/>
                  <a:moveTo>
                    <a:pt x="212" y="121"/>
                  </a:moveTo>
                  <a:cubicBezTo>
                    <a:pt x="212" y="118"/>
                    <a:pt x="212" y="116"/>
                    <a:pt x="213" y="114"/>
                  </a:cubicBezTo>
                  <a:cubicBezTo>
                    <a:pt x="215" y="119"/>
                    <a:pt x="215" y="127"/>
                    <a:pt x="213" y="134"/>
                  </a:cubicBezTo>
                  <a:cubicBezTo>
                    <a:pt x="212" y="129"/>
                    <a:pt x="211" y="125"/>
                    <a:pt x="212" y="121"/>
                  </a:cubicBezTo>
                  <a:close/>
                  <a:moveTo>
                    <a:pt x="191" y="185"/>
                  </a:moveTo>
                  <a:cubicBezTo>
                    <a:pt x="191" y="185"/>
                    <a:pt x="191" y="184"/>
                    <a:pt x="191" y="185"/>
                  </a:cubicBezTo>
                  <a:cubicBezTo>
                    <a:pt x="190" y="185"/>
                    <a:pt x="190" y="184"/>
                    <a:pt x="190" y="184"/>
                  </a:cubicBezTo>
                  <a:cubicBezTo>
                    <a:pt x="190" y="184"/>
                    <a:pt x="191" y="184"/>
                    <a:pt x="191" y="185"/>
                  </a:cubicBezTo>
                  <a:close/>
                  <a:moveTo>
                    <a:pt x="148" y="192"/>
                  </a:moveTo>
                  <a:cubicBezTo>
                    <a:pt x="148" y="191"/>
                    <a:pt x="148" y="192"/>
                    <a:pt x="148" y="192"/>
                  </a:cubicBezTo>
                  <a:cubicBezTo>
                    <a:pt x="148" y="192"/>
                    <a:pt x="148" y="192"/>
                    <a:pt x="148" y="191"/>
                  </a:cubicBezTo>
                  <a:cubicBezTo>
                    <a:pt x="148" y="191"/>
                    <a:pt x="148" y="192"/>
                    <a:pt x="148" y="192"/>
                  </a:cubicBezTo>
                  <a:close/>
                  <a:moveTo>
                    <a:pt x="134" y="148"/>
                  </a:moveTo>
                  <a:cubicBezTo>
                    <a:pt x="136" y="149"/>
                    <a:pt x="136" y="149"/>
                    <a:pt x="136" y="149"/>
                  </a:cubicBezTo>
                  <a:cubicBezTo>
                    <a:pt x="135" y="142"/>
                    <a:pt x="136" y="133"/>
                    <a:pt x="139" y="125"/>
                  </a:cubicBezTo>
                  <a:cubicBezTo>
                    <a:pt x="140" y="124"/>
                    <a:pt x="140" y="124"/>
                    <a:pt x="140" y="124"/>
                  </a:cubicBezTo>
                  <a:cubicBezTo>
                    <a:pt x="140" y="124"/>
                    <a:pt x="140" y="124"/>
                    <a:pt x="139" y="124"/>
                  </a:cubicBezTo>
                  <a:cubicBezTo>
                    <a:pt x="140" y="123"/>
                    <a:pt x="140" y="123"/>
                    <a:pt x="140" y="122"/>
                  </a:cubicBezTo>
                  <a:cubicBezTo>
                    <a:pt x="140" y="121"/>
                    <a:pt x="141" y="120"/>
                    <a:pt x="141" y="120"/>
                  </a:cubicBezTo>
                  <a:cubicBezTo>
                    <a:pt x="142" y="120"/>
                    <a:pt x="142" y="121"/>
                    <a:pt x="142" y="120"/>
                  </a:cubicBezTo>
                  <a:cubicBezTo>
                    <a:pt x="142" y="119"/>
                    <a:pt x="144" y="118"/>
                    <a:pt x="145" y="117"/>
                  </a:cubicBezTo>
                  <a:cubicBezTo>
                    <a:pt x="146" y="117"/>
                    <a:pt x="147" y="118"/>
                    <a:pt x="149" y="118"/>
                  </a:cubicBezTo>
                  <a:cubicBezTo>
                    <a:pt x="142" y="122"/>
                    <a:pt x="144" y="121"/>
                    <a:pt x="149" y="118"/>
                  </a:cubicBezTo>
                  <a:cubicBezTo>
                    <a:pt x="149" y="118"/>
                    <a:pt x="150" y="119"/>
                    <a:pt x="151" y="119"/>
                  </a:cubicBezTo>
                  <a:cubicBezTo>
                    <a:pt x="151" y="121"/>
                    <a:pt x="151" y="121"/>
                    <a:pt x="151" y="121"/>
                  </a:cubicBezTo>
                  <a:cubicBezTo>
                    <a:pt x="152" y="121"/>
                    <a:pt x="154" y="120"/>
                    <a:pt x="155" y="120"/>
                  </a:cubicBezTo>
                  <a:cubicBezTo>
                    <a:pt x="155" y="123"/>
                    <a:pt x="154" y="119"/>
                    <a:pt x="153" y="121"/>
                  </a:cubicBezTo>
                  <a:cubicBezTo>
                    <a:pt x="155" y="129"/>
                    <a:pt x="153" y="139"/>
                    <a:pt x="153" y="149"/>
                  </a:cubicBezTo>
                  <a:cubicBezTo>
                    <a:pt x="154" y="151"/>
                    <a:pt x="154" y="153"/>
                    <a:pt x="155" y="153"/>
                  </a:cubicBezTo>
                  <a:cubicBezTo>
                    <a:pt x="152" y="164"/>
                    <a:pt x="154" y="178"/>
                    <a:pt x="149" y="185"/>
                  </a:cubicBezTo>
                  <a:cubicBezTo>
                    <a:pt x="153" y="184"/>
                    <a:pt x="150" y="189"/>
                    <a:pt x="149" y="191"/>
                  </a:cubicBezTo>
                  <a:cubicBezTo>
                    <a:pt x="148" y="189"/>
                    <a:pt x="146" y="186"/>
                    <a:pt x="144" y="183"/>
                  </a:cubicBezTo>
                  <a:cubicBezTo>
                    <a:pt x="143" y="180"/>
                    <a:pt x="140" y="179"/>
                    <a:pt x="140" y="174"/>
                  </a:cubicBezTo>
                  <a:cubicBezTo>
                    <a:pt x="141" y="170"/>
                    <a:pt x="137" y="163"/>
                    <a:pt x="137" y="158"/>
                  </a:cubicBezTo>
                  <a:cubicBezTo>
                    <a:pt x="136" y="160"/>
                    <a:pt x="133" y="153"/>
                    <a:pt x="134" y="148"/>
                  </a:cubicBezTo>
                  <a:close/>
                  <a:moveTo>
                    <a:pt x="65" y="183"/>
                  </a:moveTo>
                  <a:cubicBezTo>
                    <a:pt x="65" y="185"/>
                    <a:pt x="63" y="186"/>
                    <a:pt x="63" y="187"/>
                  </a:cubicBezTo>
                  <a:cubicBezTo>
                    <a:pt x="63" y="187"/>
                    <a:pt x="63" y="187"/>
                    <a:pt x="63" y="187"/>
                  </a:cubicBezTo>
                  <a:cubicBezTo>
                    <a:pt x="64" y="186"/>
                    <a:pt x="64" y="186"/>
                    <a:pt x="63" y="186"/>
                  </a:cubicBezTo>
                  <a:cubicBezTo>
                    <a:pt x="63" y="184"/>
                    <a:pt x="63" y="184"/>
                    <a:pt x="63" y="184"/>
                  </a:cubicBezTo>
                  <a:cubicBezTo>
                    <a:pt x="64" y="183"/>
                    <a:pt x="65" y="183"/>
                    <a:pt x="65" y="183"/>
                  </a:cubicBezTo>
                  <a:close/>
                  <a:moveTo>
                    <a:pt x="63" y="185"/>
                  </a:moveTo>
                  <a:cubicBezTo>
                    <a:pt x="63" y="185"/>
                    <a:pt x="63" y="186"/>
                    <a:pt x="63" y="186"/>
                  </a:cubicBezTo>
                  <a:cubicBezTo>
                    <a:pt x="62" y="186"/>
                    <a:pt x="62" y="186"/>
                    <a:pt x="63" y="185"/>
                  </a:cubicBezTo>
                  <a:close/>
                  <a:moveTo>
                    <a:pt x="62" y="188"/>
                  </a:moveTo>
                  <a:cubicBezTo>
                    <a:pt x="62" y="188"/>
                    <a:pt x="62" y="188"/>
                    <a:pt x="63" y="187"/>
                  </a:cubicBezTo>
                  <a:cubicBezTo>
                    <a:pt x="63" y="190"/>
                    <a:pt x="64" y="192"/>
                    <a:pt x="64" y="196"/>
                  </a:cubicBezTo>
                  <a:cubicBezTo>
                    <a:pt x="62" y="197"/>
                    <a:pt x="62" y="192"/>
                    <a:pt x="62" y="188"/>
                  </a:cubicBezTo>
                  <a:close/>
                  <a:moveTo>
                    <a:pt x="16" y="210"/>
                  </a:moveTo>
                  <a:cubicBezTo>
                    <a:pt x="16" y="210"/>
                    <a:pt x="16" y="210"/>
                    <a:pt x="16" y="210"/>
                  </a:cubicBezTo>
                  <a:cubicBezTo>
                    <a:pt x="16" y="210"/>
                    <a:pt x="16" y="210"/>
                    <a:pt x="16" y="210"/>
                  </a:cubicBezTo>
                  <a:cubicBezTo>
                    <a:pt x="16" y="210"/>
                    <a:pt x="16" y="210"/>
                    <a:pt x="16" y="210"/>
                  </a:cubicBezTo>
                  <a:close/>
                  <a:moveTo>
                    <a:pt x="17" y="208"/>
                  </a:moveTo>
                  <a:cubicBezTo>
                    <a:pt x="17" y="208"/>
                    <a:pt x="17" y="208"/>
                    <a:pt x="17" y="207"/>
                  </a:cubicBezTo>
                  <a:cubicBezTo>
                    <a:pt x="17" y="207"/>
                    <a:pt x="17" y="206"/>
                    <a:pt x="18" y="206"/>
                  </a:cubicBezTo>
                  <a:cubicBezTo>
                    <a:pt x="18" y="207"/>
                    <a:pt x="18" y="207"/>
                    <a:pt x="18" y="208"/>
                  </a:cubicBezTo>
                  <a:cubicBezTo>
                    <a:pt x="18" y="208"/>
                    <a:pt x="18" y="208"/>
                    <a:pt x="17" y="208"/>
                  </a:cubicBezTo>
                  <a:close/>
                  <a:moveTo>
                    <a:pt x="18" y="212"/>
                  </a:moveTo>
                  <a:cubicBezTo>
                    <a:pt x="18" y="212"/>
                    <a:pt x="18" y="212"/>
                    <a:pt x="18" y="212"/>
                  </a:cubicBezTo>
                  <a:cubicBezTo>
                    <a:pt x="18" y="212"/>
                    <a:pt x="18" y="212"/>
                    <a:pt x="18" y="212"/>
                  </a:cubicBezTo>
                  <a:close/>
                  <a:moveTo>
                    <a:pt x="19" y="213"/>
                  </a:moveTo>
                  <a:cubicBezTo>
                    <a:pt x="19" y="213"/>
                    <a:pt x="19" y="213"/>
                    <a:pt x="19" y="213"/>
                  </a:cubicBezTo>
                  <a:cubicBezTo>
                    <a:pt x="19" y="213"/>
                    <a:pt x="19" y="213"/>
                    <a:pt x="19" y="213"/>
                  </a:cubicBezTo>
                  <a:cubicBezTo>
                    <a:pt x="19" y="213"/>
                    <a:pt x="19" y="213"/>
                    <a:pt x="19" y="213"/>
                  </a:cubicBezTo>
                  <a:close/>
                  <a:moveTo>
                    <a:pt x="20" y="214"/>
                  </a:moveTo>
                  <a:cubicBezTo>
                    <a:pt x="20" y="214"/>
                    <a:pt x="20" y="214"/>
                    <a:pt x="20" y="214"/>
                  </a:cubicBezTo>
                  <a:cubicBezTo>
                    <a:pt x="20" y="214"/>
                    <a:pt x="20" y="214"/>
                    <a:pt x="20" y="214"/>
                  </a:cubicBezTo>
                  <a:cubicBezTo>
                    <a:pt x="20" y="214"/>
                    <a:pt x="20" y="214"/>
                    <a:pt x="21" y="214"/>
                  </a:cubicBezTo>
                  <a:cubicBezTo>
                    <a:pt x="21" y="214"/>
                    <a:pt x="20" y="214"/>
                    <a:pt x="20" y="214"/>
                  </a:cubicBezTo>
                  <a:close/>
                  <a:moveTo>
                    <a:pt x="21" y="217"/>
                  </a:moveTo>
                  <a:cubicBezTo>
                    <a:pt x="21" y="216"/>
                    <a:pt x="21" y="216"/>
                    <a:pt x="21" y="216"/>
                  </a:cubicBezTo>
                  <a:cubicBezTo>
                    <a:pt x="22" y="216"/>
                    <a:pt x="22" y="216"/>
                    <a:pt x="22" y="216"/>
                  </a:cubicBezTo>
                  <a:cubicBezTo>
                    <a:pt x="22" y="216"/>
                    <a:pt x="21" y="216"/>
                    <a:pt x="21" y="217"/>
                  </a:cubicBezTo>
                  <a:close/>
                  <a:moveTo>
                    <a:pt x="21" y="214"/>
                  </a:moveTo>
                  <a:cubicBezTo>
                    <a:pt x="21" y="214"/>
                    <a:pt x="21" y="214"/>
                    <a:pt x="21" y="214"/>
                  </a:cubicBezTo>
                  <a:cubicBezTo>
                    <a:pt x="21" y="214"/>
                    <a:pt x="21" y="214"/>
                    <a:pt x="21" y="214"/>
                  </a:cubicBezTo>
                  <a:cubicBezTo>
                    <a:pt x="21" y="214"/>
                    <a:pt x="21" y="214"/>
                    <a:pt x="21" y="214"/>
                  </a:cubicBezTo>
                  <a:cubicBezTo>
                    <a:pt x="21" y="214"/>
                    <a:pt x="20" y="214"/>
                    <a:pt x="20" y="214"/>
                  </a:cubicBezTo>
                  <a:cubicBezTo>
                    <a:pt x="21" y="214"/>
                    <a:pt x="21" y="214"/>
                    <a:pt x="21" y="214"/>
                  </a:cubicBezTo>
                  <a:cubicBezTo>
                    <a:pt x="21" y="214"/>
                    <a:pt x="21" y="214"/>
                    <a:pt x="21" y="214"/>
                  </a:cubicBezTo>
                  <a:cubicBezTo>
                    <a:pt x="22" y="214"/>
                    <a:pt x="22" y="214"/>
                    <a:pt x="22" y="214"/>
                  </a:cubicBezTo>
                  <a:lnTo>
                    <a:pt x="21" y="214"/>
                  </a:lnTo>
                  <a:close/>
                  <a:moveTo>
                    <a:pt x="122" y="297"/>
                  </a:moveTo>
                  <a:cubicBezTo>
                    <a:pt x="122" y="297"/>
                    <a:pt x="122" y="297"/>
                    <a:pt x="122" y="297"/>
                  </a:cubicBezTo>
                  <a:cubicBezTo>
                    <a:pt x="122" y="297"/>
                    <a:pt x="122" y="297"/>
                    <a:pt x="122" y="297"/>
                  </a:cubicBezTo>
                  <a:close/>
                  <a:moveTo>
                    <a:pt x="123" y="297"/>
                  </a:moveTo>
                  <a:cubicBezTo>
                    <a:pt x="122" y="298"/>
                    <a:pt x="122" y="297"/>
                    <a:pt x="122" y="297"/>
                  </a:cubicBezTo>
                  <a:cubicBezTo>
                    <a:pt x="122" y="297"/>
                    <a:pt x="122" y="297"/>
                    <a:pt x="123" y="297"/>
                  </a:cubicBezTo>
                  <a:cubicBezTo>
                    <a:pt x="123" y="297"/>
                    <a:pt x="123" y="297"/>
                    <a:pt x="123" y="297"/>
                  </a:cubicBezTo>
                  <a:close/>
                  <a:moveTo>
                    <a:pt x="213" y="429"/>
                  </a:moveTo>
                  <a:cubicBezTo>
                    <a:pt x="213" y="429"/>
                    <a:pt x="213" y="429"/>
                    <a:pt x="213" y="429"/>
                  </a:cubicBezTo>
                  <a:cubicBezTo>
                    <a:pt x="213" y="429"/>
                    <a:pt x="213" y="429"/>
                    <a:pt x="213" y="429"/>
                  </a:cubicBezTo>
                  <a:cubicBezTo>
                    <a:pt x="213" y="429"/>
                    <a:pt x="213" y="429"/>
                    <a:pt x="213" y="429"/>
                  </a:cubicBezTo>
                  <a:cubicBezTo>
                    <a:pt x="213" y="429"/>
                    <a:pt x="213" y="429"/>
                    <a:pt x="213" y="429"/>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 name="Freeform 437"/>
            <p:cNvSpPr/>
            <p:nvPr/>
          </p:nvSpPr>
          <p:spPr bwMode="auto">
            <a:xfrm>
              <a:off x="3695" y="2760"/>
              <a:ext cx="4" cy="2"/>
            </a:xfrm>
            <a:custGeom>
              <a:avLst/>
              <a:gdLst>
                <a:gd name="T0" fmla="*/ 1 w 2"/>
                <a:gd name="T1" fmla="*/ 0 h 1"/>
                <a:gd name="T2" fmla="*/ 2 w 2"/>
                <a:gd name="T3" fmla="*/ 0 h 1"/>
                <a:gd name="T4" fmla="*/ 1 w 2"/>
                <a:gd name="T5" fmla="*/ 0 h 1"/>
              </a:gdLst>
              <a:ahLst/>
              <a:cxnLst>
                <a:cxn ang="0">
                  <a:pos x="T0" y="T1"/>
                </a:cxn>
                <a:cxn ang="0">
                  <a:pos x="T2" y="T3"/>
                </a:cxn>
                <a:cxn ang="0">
                  <a:pos x="T4" y="T5"/>
                </a:cxn>
              </a:cxnLst>
              <a:rect l="0" t="0" r="r" b="b"/>
              <a:pathLst>
                <a:path w="2" h="1">
                  <a:moveTo>
                    <a:pt x="1" y="0"/>
                  </a:moveTo>
                  <a:cubicBezTo>
                    <a:pt x="0" y="0"/>
                    <a:pt x="1" y="1"/>
                    <a:pt x="2"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 name="Freeform 438"/>
            <p:cNvSpPr/>
            <p:nvPr/>
          </p:nvSpPr>
          <p:spPr bwMode="auto">
            <a:xfrm>
              <a:off x="3699" y="2760"/>
              <a:ext cx="5" cy="4"/>
            </a:xfrm>
            <a:custGeom>
              <a:avLst/>
              <a:gdLst>
                <a:gd name="T0" fmla="*/ 1 w 2"/>
                <a:gd name="T1" fmla="*/ 2 h 2"/>
                <a:gd name="T2" fmla="*/ 2 w 2"/>
                <a:gd name="T3" fmla="*/ 1 h 2"/>
                <a:gd name="T4" fmla="*/ 1 w 2"/>
                <a:gd name="T5" fmla="*/ 2 h 2"/>
              </a:gdLst>
              <a:ahLst/>
              <a:cxnLst>
                <a:cxn ang="0">
                  <a:pos x="T0" y="T1"/>
                </a:cxn>
                <a:cxn ang="0">
                  <a:pos x="T2" y="T3"/>
                </a:cxn>
                <a:cxn ang="0">
                  <a:pos x="T4" y="T5"/>
                </a:cxn>
              </a:cxnLst>
              <a:rect l="0" t="0" r="r" b="b"/>
              <a:pathLst>
                <a:path w="2" h="2">
                  <a:moveTo>
                    <a:pt x="1" y="2"/>
                  </a:moveTo>
                  <a:cubicBezTo>
                    <a:pt x="1" y="2"/>
                    <a:pt x="2" y="1"/>
                    <a:pt x="2" y="1"/>
                  </a:cubicBezTo>
                  <a:cubicBezTo>
                    <a:pt x="0" y="0"/>
                    <a:pt x="2"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 name="Freeform 439"/>
            <p:cNvSpPr/>
            <p:nvPr/>
          </p:nvSpPr>
          <p:spPr bwMode="auto">
            <a:xfrm>
              <a:off x="3916" y="2586"/>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0" y="0"/>
                    <a:pt x="2" y="0"/>
                    <a:pt x="1" y="0"/>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 name="Freeform 440"/>
            <p:cNvSpPr/>
            <p:nvPr/>
          </p:nvSpPr>
          <p:spPr bwMode="auto">
            <a:xfrm>
              <a:off x="3941" y="2610"/>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 name="Freeform 441"/>
            <p:cNvSpPr/>
            <p:nvPr/>
          </p:nvSpPr>
          <p:spPr bwMode="auto">
            <a:xfrm>
              <a:off x="3729" y="2272"/>
              <a:ext cx="2" cy="5"/>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0" y="1"/>
                    <a:pt x="1" y="0"/>
                    <a:pt x="1" y="1"/>
                  </a:cubicBezTo>
                  <a:cubicBezTo>
                    <a:pt x="1" y="1"/>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 name="Freeform 442"/>
            <p:cNvSpPr/>
            <p:nvPr/>
          </p:nvSpPr>
          <p:spPr bwMode="auto">
            <a:xfrm>
              <a:off x="3852" y="271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 name="Freeform 443"/>
            <p:cNvSpPr/>
            <p:nvPr/>
          </p:nvSpPr>
          <p:spPr bwMode="auto">
            <a:xfrm>
              <a:off x="3850" y="2692"/>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1"/>
                    <a:pt x="1"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 name="Freeform 444"/>
            <p:cNvSpPr/>
            <p:nvPr/>
          </p:nvSpPr>
          <p:spPr bwMode="auto">
            <a:xfrm>
              <a:off x="3848" y="2686"/>
              <a:ext cx="2"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1"/>
                    <a:pt x="0" y="1"/>
                    <a:pt x="0" y="1"/>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 name="Freeform 445"/>
            <p:cNvSpPr/>
            <p:nvPr/>
          </p:nvSpPr>
          <p:spPr bwMode="auto">
            <a:xfrm>
              <a:off x="3846" y="2711"/>
              <a:ext cx="4" cy="3"/>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1"/>
                    <a:pt x="1" y="0"/>
                    <a:pt x="2" y="0"/>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 name="Freeform 446"/>
            <p:cNvSpPr/>
            <p:nvPr/>
          </p:nvSpPr>
          <p:spPr bwMode="auto">
            <a:xfrm>
              <a:off x="3822" y="2773"/>
              <a:ext cx="5"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6" name="Freeform 447"/>
            <p:cNvSpPr/>
            <p:nvPr/>
          </p:nvSpPr>
          <p:spPr bwMode="auto">
            <a:xfrm>
              <a:off x="3765" y="2315"/>
              <a:ext cx="4" cy="0"/>
            </a:xfrm>
            <a:custGeom>
              <a:avLst/>
              <a:gdLst>
                <a:gd name="T0" fmla="*/ 0 w 4"/>
                <a:gd name="T1" fmla="*/ 0 w 4"/>
                <a:gd name="T2" fmla="*/ 4 w 4"/>
                <a:gd name="T3" fmla="*/ 0 w 4"/>
              </a:gdLst>
              <a:ahLst/>
              <a:cxnLst>
                <a:cxn ang="0">
                  <a:pos x="T0" y="0"/>
                </a:cxn>
                <a:cxn ang="0">
                  <a:pos x="T1" y="0"/>
                </a:cxn>
                <a:cxn ang="0">
                  <a:pos x="T2" y="0"/>
                </a:cxn>
                <a:cxn ang="0">
                  <a:pos x="T3" y="0"/>
                </a:cxn>
              </a:cxnLst>
              <a:rect l="0" t="0" r="r" b="b"/>
              <a:pathLst>
                <a:path w="4">
                  <a:moveTo>
                    <a:pt x="0" y="0"/>
                  </a:moveTo>
                  <a:lnTo>
                    <a:pt x="0" y="0"/>
                  </a:lnTo>
                  <a:lnTo>
                    <a:pt x="4"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7" name="Freeform 448"/>
            <p:cNvSpPr/>
            <p:nvPr/>
          </p:nvSpPr>
          <p:spPr bwMode="auto">
            <a:xfrm>
              <a:off x="3842" y="2733"/>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8" name="Freeform 449"/>
            <p:cNvSpPr/>
            <p:nvPr/>
          </p:nvSpPr>
          <p:spPr bwMode="auto">
            <a:xfrm>
              <a:off x="3822" y="2769"/>
              <a:ext cx="7" cy="2"/>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9" name="Freeform 450"/>
            <p:cNvSpPr/>
            <p:nvPr/>
          </p:nvSpPr>
          <p:spPr bwMode="auto">
            <a:xfrm>
              <a:off x="3846" y="273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0" name="Freeform 451"/>
            <p:cNvSpPr/>
            <p:nvPr/>
          </p:nvSpPr>
          <p:spPr bwMode="auto">
            <a:xfrm>
              <a:off x="3844" y="2724"/>
              <a:ext cx="4" cy="2"/>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2" y="1"/>
                    <a:pt x="2" y="1"/>
                    <a:pt x="2" y="1"/>
                  </a:cubicBezTo>
                  <a:cubicBezTo>
                    <a:pt x="2"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1" name="Freeform 452"/>
            <p:cNvSpPr/>
            <p:nvPr/>
          </p:nvSpPr>
          <p:spPr bwMode="auto">
            <a:xfrm>
              <a:off x="3844" y="2728"/>
              <a:ext cx="8" cy="3"/>
            </a:xfrm>
            <a:custGeom>
              <a:avLst/>
              <a:gdLst>
                <a:gd name="T0" fmla="*/ 0 w 4"/>
                <a:gd name="T1" fmla="*/ 1 h 1"/>
                <a:gd name="T2" fmla="*/ 1 w 4"/>
                <a:gd name="T3" fmla="*/ 1 h 1"/>
                <a:gd name="T4" fmla="*/ 2 w 4"/>
                <a:gd name="T5" fmla="*/ 0 h 1"/>
                <a:gd name="T6" fmla="*/ 4 w 4"/>
                <a:gd name="T7" fmla="*/ 0 h 1"/>
                <a:gd name="T8" fmla="*/ 0 w 4"/>
                <a:gd name="T9" fmla="*/ 1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1" y="1"/>
                    <a:pt x="1" y="1"/>
                  </a:cubicBezTo>
                  <a:cubicBezTo>
                    <a:pt x="2" y="1"/>
                    <a:pt x="3" y="0"/>
                    <a:pt x="2" y="0"/>
                  </a:cubicBezTo>
                  <a:cubicBezTo>
                    <a:pt x="3" y="0"/>
                    <a:pt x="4" y="0"/>
                    <a:pt x="4" y="0"/>
                  </a:cubicBezTo>
                  <a:cubicBezTo>
                    <a:pt x="3" y="0"/>
                    <a:pt x="1" y="0"/>
                    <a:pt x="0" y="1"/>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sp>
        <p:nvSpPr>
          <p:cNvPr id="459" name="矩形 458"/>
          <p:cNvSpPr/>
          <p:nvPr/>
        </p:nvSpPr>
        <p:spPr>
          <a:xfrm>
            <a:off x="1109455" y="4374411"/>
            <a:ext cx="2787843" cy="707079"/>
          </a:xfrm>
          <a:prstGeom prst="rect">
            <a:avLst/>
          </a:prstGeom>
        </p:spPr>
        <p:txBody>
          <a:bodyPr wrap="square">
            <a:spAutoFit/>
          </a:bodyPr>
          <a:lstStyle/>
          <a:p>
            <a:pPr algn="ctr">
              <a:lnSpc>
                <a:spcPct val="150000"/>
              </a:lnSpc>
            </a:pPr>
            <a:r>
              <a:rPr lang="zh-CN" altLang="en-US" sz="1300" dirty="0">
                <a:latin typeface="Senty小丸子" panose="03000600000000000000" pitchFamily="66" charset="-122"/>
                <a:ea typeface="Senty小丸子" panose="03000600000000000000" pitchFamily="66" charset="-122"/>
                <a:cs typeface="+mn-ea"/>
                <a:sym typeface="字魂36号-正文宋楷" panose="02000000000000000000" pitchFamily="2" charset="-122"/>
              </a:rPr>
              <a:t>点击此处添加文字描述，文字颜色、大小、字体可根据需求进行更改。</a:t>
            </a:r>
            <a:endParaRPr lang="zh-CN" altLang="en-US" sz="1300" dirty="0">
              <a:latin typeface="Senty小丸子" panose="03000600000000000000" pitchFamily="66" charset="-122"/>
              <a:ea typeface="Senty小丸子" panose="03000600000000000000" pitchFamily="66" charset="-122"/>
              <a:cs typeface="+mn-ea"/>
              <a:sym typeface="字魂36号-正文宋楷" panose="02000000000000000000" pitchFamily="2" charset="-122"/>
            </a:endParaRPr>
          </a:p>
        </p:txBody>
      </p:sp>
      <p:sp>
        <p:nvSpPr>
          <p:cNvPr id="460" name="TextBox 14"/>
          <p:cNvSpPr txBox="1"/>
          <p:nvPr/>
        </p:nvSpPr>
        <p:spPr>
          <a:xfrm>
            <a:off x="1083475" y="3801803"/>
            <a:ext cx="2828159" cy="408535"/>
          </a:xfrm>
          <a:prstGeom prst="rect">
            <a:avLst/>
          </a:prstGeom>
          <a:noFill/>
        </p:spPr>
        <p:txBody>
          <a:bodyPr wrap="square" rtlCol="0">
            <a:spAutoFit/>
          </a:bodyPr>
          <a:lstStyle/>
          <a:p>
            <a:pPr algn="ctr"/>
            <a:r>
              <a:rPr lang="zh-CN" altLang="en-US" sz="2000" b="1" dirty="0">
                <a:latin typeface="Senty小丸子" panose="03000600000000000000" pitchFamily="66" charset="-122"/>
                <a:ea typeface="Senty小丸子" panose="03000600000000000000" pitchFamily="66" charset="-122"/>
                <a:sym typeface="字魂36号-正文宋楷" panose="02000000000000000000" pitchFamily="2" charset="-122"/>
              </a:rPr>
              <a:t>点击添加文本</a:t>
            </a:r>
            <a:endParaRPr lang="zh-CN" altLang="en-US" sz="2000" b="1" dirty="0">
              <a:latin typeface="Senty小丸子" panose="03000600000000000000" pitchFamily="66" charset="-122"/>
              <a:ea typeface="Senty小丸子" panose="03000600000000000000" pitchFamily="66" charset="-122"/>
              <a:sym typeface="字魂36号-正文宋楷" panose="02000000000000000000" pitchFamily="2" charset="-122"/>
            </a:endParaRPr>
          </a:p>
        </p:txBody>
      </p:sp>
      <p:sp>
        <p:nvSpPr>
          <p:cNvPr id="461" name="矩形 460"/>
          <p:cNvSpPr/>
          <p:nvPr/>
        </p:nvSpPr>
        <p:spPr>
          <a:xfrm>
            <a:off x="4664890" y="4374411"/>
            <a:ext cx="2919668" cy="707079"/>
          </a:xfrm>
          <a:prstGeom prst="rect">
            <a:avLst/>
          </a:prstGeom>
        </p:spPr>
        <p:txBody>
          <a:bodyPr wrap="square">
            <a:spAutoFit/>
          </a:bodyPr>
          <a:lstStyle/>
          <a:p>
            <a:pPr algn="ctr">
              <a:lnSpc>
                <a:spcPct val="150000"/>
              </a:lnSpc>
            </a:pPr>
            <a:r>
              <a:rPr lang="zh-CN" altLang="en-US" sz="1300" dirty="0">
                <a:latin typeface="Senty小丸子" panose="03000600000000000000" pitchFamily="66" charset="-122"/>
                <a:ea typeface="Senty小丸子" panose="03000600000000000000" pitchFamily="66" charset="-122"/>
                <a:cs typeface="+mn-ea"/>
                <a:sym typeface="字魂36号-正文宋楷" panose="02000000000000000000" pitchFamily="2" charset="-122"/>
              </a:rPr>
              <a:t>点击此处添加文字描述，文字颜色、大小、字体可根据需求进行更改。</a:t>
            </a:r>
            <a:endParaRPr lang="zh-CN" altLang="en-US" sz="1300" dirty="0">
              <a:latin typeface="Senty小丸子" panose="03000600000000000000" pitchFamily="66" charset="-122"/>
              <a:ea typeface="Senty小丸子" panose="03000600000000000000" pitchFamily="66" charset="-122"/>
              <a:cs typeface="+mn-ea"/>
              <a:sym typeface="字魂36号-正文宋楷" panose="02000000000000000000" pitchFamily="2" charset="-122"/>
            </a:endParaRPr>
          </a:p>
        </p:txBody>
      </p:sp>
      <p:sp>
        <p:nvSpPr>
          <p:cNvPr id="462" name="TextBox 14"/>
          <p:cNvSpPr txBox="1"/>
          <p:nvPr/>
        </p:nvSpPr>
        <p:spPr>
          <a:xfrm>
            <a:off x="4684926" y="3831445"/>
            <a:ext cx="2828159" cy="408535"/>
          </a:xfrm>
          <a:prstGeom prst="rect">
            <a:avLst/>
          </a:prstGeom>
          <a:noFill/>
        </p:spPr>
        <p:txBody>
          <a:bodyPr wrap="square" rtlCol="0">
            <a:spAutoFit/>
          </a:bodyPr>
          <a:lstStyle/>
          <a:p>
            <a:pPr algn="ctr"/>
            <a:r>
              <a:rPr lang="zh-CN" altLang="en-US" sz="2000" b="1" dirty="0">
                <a:latin typeface="Senty小丸子" panose="03000600000000000000" pitchFamily="66" charset="-122"/>
                <a:ea typeface="Senty小丸子" panose="03000600000000000000" pitchFamily="66" charset="-122"/>
                <a:sym typeface="字魂36号-正文宋楷" panose="02000000000000000000" pitchFamily="2" charset="-122"/>
              </a:rPr>
              <a:t>点击添加文本</a:t>
            </a:r>
            <a:endParaRPr lang="zh-CN" altLang="en-US" sz="2000" b="1" dirty="0">
              <a:latin typeface="Senty小丸子" panose="03000600000000000000" pitchFamily="66" charset="-122"/>
              <a:ea typeface="Senty小丸子" panose="03000600000000000000" pitchFamily="66" charset="-122"/>
              <a:sym typeface="字魂36号-正文宋楷" panose="02000000000000000000" pitchFamily="2" charset="-122"/>
            </a:endParaRPr>
          </a:p>
        </p:txBody>
      </p:sp>
      <p:sp>
        <p:nvSpPr>
          <p:cNvPr id="463" name="矩形 462"/>
          <p:cNvSpPr/>
          <p:nvPr/>
        </p:nvSpPr>
        <p:spPr>
          <a:xfrm>
            <a:off x="8541394" y="4374411"/>
            <a:ext cx="2619478" cy="667490"/>
          </a:xfrm>
          <a:prstGeom prst="rect">
            <a:avLst/>
          </a:prstGeom>
        </p:spPr>
        <p:txBody>
          <a:bodyPr wrap="square">
            <a:spAutoFit/>
          </a:bodyPr>
          <a:lstStyle/>
          <a:p>
            <a:pPr algn="ctr">
              <a:lnSpc>
                <a:spcPct val="150000"/>
              </a:lnSpc>
            </a:pPr>
            <a:r>
              <a:rPr lang="zh-CN" altLang="en-US" sz="1300" dirty="0">
                <a:latin typeface="Senty小丸子" panose="03000600000000000000" pitchFamily="66" charset="-122"/>
                <a:ea typeface="Senty小丸子" panose="03000600000000000000" pitchFamily="66" charset="-122"/>
                <a:cs typeface="+mn-ea"/>
                <a:sym typeface="字魂36号-正文宋楷" panose="02000000000000000000" pitchFamily="2" charset="-122"/>
              </a:rPr>
              <a:t>点击此处添加文字描述，</a:t>
            </a:r>
            <a:r>
              <a:rPr lang="zh-CN" altLang="en-US" sz="1300" dirty="0" smtClean="0">
                <a:latin typeface="Senty小丸子" panose="03000600000000000000" pitchFamily="66" charset="-122"/>
                <a:ea typeface="Senty小丸子" panose="03000600000000000000" pitchFamily="66" charset="-122"/>
                <a:cs typeface="+mn-ea"/>
                <a:sym typeface="字魂36号-正文宋楷" panose="02000000000000000000" pitchFamily="2" charset="-122"/>
              </a:rPr>
              <a:t>文字大小</a:t>
            </a:r>
            <a:r>
              <a:rPr lang="zh-CN" altLang="en-US" sz="1300" dirty="0">
                <a:latin typeface="Senty小丸子" panose="03000600000000000000" pitchFamily="66" charset="-122"/>
                <a:ea typeface="Senty小丸子" panose="03000600000000000000" pitchFamily="66" charset="-122"/>
                <a:cs typeface="+mn-ea"/>
                <a:sym typeface="字魂36号-正文宋楷" panose="02000000000000000000" pitchFamily="2" charset="-122"/>
              </a:rPr>
              <a:t>、字体可根据需求进行更改。</a:t>
            </a:r>
            <a:endParaRPr lang="zh-CN" altLang="en-US" sz="1300" dirty="0">
              <a:latin typeface="Senty小丸子" panose="03000600000000000000" pitchFamily="66" charset="-122"/>
              <a:ea typeface="Senty小丸子" panose="03000600000000000000" pitchFamily="66" charset="-122"/>
              <a:cs typeface="+mn-ea"/>
              <a:sym typeface="字魂36号-正文宋楷" panose="02000000000000000000" pitchFamily="2" charset="-122"/>
            </a:endParaRPr>
          </a:p>
        </p:txBody>
      </p:sp>
      <p:sp>
        <p:nvSpPr>
          <p:cNvPr id="464" name="TextBox 14"/>
          <p:cNvSpPr txBox="1"/>
          <p:nvPr/>
        </p:nvSpPr>
        <p:spPr>
          <a:xfrm>
            <a:off x="8332713" y="3831445"/>
            <a:ext cx="2828159" cy="408535"/>
          </a:xfrm>
          <a:prstGeom prst="rect">
            <a:avLst/>
          </a:prstGeom>
          <a:noFill/>
        </p:spPr>
        <p:txBody>
          <a:bodyPr wrap="square" rtlCol="0">
            <a:spAutoFit/>
          </a:bodyPr>
          <a:lstStyle/>
          <a:p>
            <a:pPr algn="ctr"/>
            <a:r>
              <a:rPr lang="zh-CN" altLang="en-US" sz="2000" b="1" dirty="0">
                <a:latin typeface="Senty小丸子" panose="03000600000000000000" pitchFamily="66" charset="-122"/>
                <a:ea typeface="Senty小丸子" panose="03000600000000000000" pitchFamily="66" charset="-122"/>
                <a:sym typeface="字魂36号-正文宋楷" panose="02000000000000000000" pitchFamily="2" charset="-122"/>
              </a:rPr>
              <a:t>点击添加文本</a:t>
            </a:r>
            <a:endParaRPr lang="zh-CN" altLang="en-US" sz="2000" b="1" dirty="0">
              <a:latin typeface="Senty小丸子" panose="03000600000000000000" pitchFamily="66" charset="-122"/>
              <a:ea typeface="Senty小丸子" panose="03000600000000000000" pitchFamily="66" charset="-122"/>
              <a:sym typeface="字魂36号-正文宋楷" panose="02000000000000000000" pitchFamily="2" charset="-122"/>
            </a:endParaRPr>
          </a:p>
        </p:txBody>
      </p:sp>
      <p:grpSp>
        <p:nvGrpSpPr>
          <p:cNvPr id="466" name="组合 465"/>
          <p:cNvGrpSpPr/>
          <p:nvPr/>
        </p:nvGrpSpPr>
        <p:grpSpPr>
          <a:xfrm>
            <a:off x="1723390" y="2199473"/>
            <a:ext cx="1266553" cy="1294287"/>
            <a:chOff x="5268913" y="4124325"/>
            <a:chExt cx="652463" cy="666751"/>
          </a:xfrm>
          <a:solidFill>
            <a:schemeClr val="tx1"/>
          </a:solidFill>
        </p:grpSpPr>
        <p:sp>
          <p:nvSpPr>
            <p:cNvPr id="467" name="Freeform 719"/>
            <p:cNvSpPr/>
            <p:nvPr/>
          </p:nvSpPr>
          <p:spPr bwMode="auto">
            <a:xfrm>
              <a:off x="5356226" y="4351338"/>
              <a:ext cx="9525" cy="57150"/>
            </a:xfrm>
            <a:custGeom>
              <a:avLst/>
              <a:gdLst/>
              <a:ahLst/>
              <a:cxnLst>
                <a:cxn ang="0">
                  <a:pos x="9" y="3"/>
                </a:cxn>
                <a:cxn ang="0">
                  <a:pos x="9" y="3"/>
                </a:cxn>
                <a:cxn ang="0">
                  <a:pos x="8" y="1"/>
                </a:cxn>
                <a:cxn ang="0">
                  <a:pos x="7" y="0"/>
                </a:cxn>
                <a:cxn ang="0">
                  <a:pos x="3" y="0"/>
                </a:cxn>
                <a:cxn ang="0">
                  <a:pos x="2" y="0"/>
                </a:cxn>
                <a:cxn ang="0">
                  <a:pos x="0" y="2"/>
                </a:cxn>
                <a:cxn ang="0">
                  <a:pos x="0" y="3"/>
                </a:cxn>
                <a:cxn ang="0">
                  <a:pos x="0" y="5"/>
                </a:cxn>
                <a:cxn ang="0">
                  <a:pos x="0" y="5"/>
                </a:cxn>
                <a:cxn ang="0">
                  <a:pos x="4" y="15"/>
                </a:cxn>
                <a:cxn ang="0">
                  <a:pos x="7" y="25"/>
                </a:cxn>
                <a:cxn ang="0">
                  <a:pos x="9" y="35"/>
                </a:cxn>
                <a:cxn ang="0">
                  <a:pos x="11" y="46"/>
                </a:cxn>
                <a:cxn ang="0">
                  <a:pos x="11" y="46"/>
                </a:cxn>
                <a:cxn ang="0">
                  <a:pos x="11" y="53"/>
                </a:cxn>
                <a:cxn ang="0">
                  <a:pos x="9" y="60"/>
                </a:cxn>
                <a:cxn ang="0">
                  <a:pos x="6" y="75"/>
                </a:cxn>
                <a:cxn ang="0">
                  <a:pos x="2" y="89"/>
                </a:cxn>
                <a:cxn ang="0">
                  <a:pos x="1" y="96"/>
                </a:cxn>
                <a:cxn ang="0">
                  <a:pos x="0" y="104"/>
                </a:cxn>
                <a:cxn ang="0">
                  <a:pos x="0" y="104"/>
                </a:cxn>
                <a:cxn ang="0">
                  <a:pos x="0" y="106"/>
                </a:cxn>
                <a:cxn ang="0">
                  <a:pos x="1" y="108"/>
                </a:cxn>
                <a:cxn ang="0">
                  <a:pos x="3" y="108"/>
                </a:cxn>
                <a:cxn ang="0">
                  <a:pos x="5" y="109"/>
                </a:cxn>
                <a:cxn ang="0">
                  <a:pos x="6" y="108"/>
                </a:cxn>
                <a:cxn ang="0">
                  <a:pos x="8" y="108"/>
                </a:cxn>
                <a:cxn ang="0">
                  <a:pos x="9" y="106"/>
                </a:cxn>
                <a:cxn ang="0">
                  <a:pos x="9" y="104"/>
                </a:cxn>
                <a:cxn ang="0">
                  <a:pos x="9" y="104"/>
                </a:cxn>
                <a:cxn ang="0">
                  <a:pos x="12" y="89"/>
                </a:cxn>
                <a:cxn ang="0">
                  <a:pos x="15" y="75"/>
                </a:cxn>
                <a:cxn ang="0">
                  <a:pos x="18" y="60"/>
                </a:cxn>
                <a:cxn ang="0">
                  <a:pos x="20" y="46"/>
                </a:cxn>
                <a:cxn ang="0">
                  <a:pos x="20" y="46"/>
                </a:cxn>
                <a:cxn ang="0">
                  <a:pos x="20" y="41"/>
                </a:cxn>
                <a:cxn ang="0">
                  <a:pos x="20" y="35"/>
                </a:cxn>
                <a:cxn ang="0">
                  <a:pos x="18" y="24"/>
                </a:cxn>
                <a:cxn ang="0">
                  <a:pos x="14" y="13"/>
                </a:cxn>
                <a:cxn ang="0">
                  <a:pos x="9" y="3"/>
                </a:cxn>
                <a:cxn ang="0">
                  <a:pos x="9" y="3"/>
                </a:cxn>
              </a:cxnLst>
              <a:rect l="0" t="0" r="r" b="b"/>
              <a:pathLst>
                <a:path w="20" h="109">
                  <a:moveTo>
                    <a:pt x="9" y="3"/>
                  </a:moveTo>
                  <a:lnTo>
                    <a:pt x="9" y="3"/>
                  </a:lnTo>
                  <a:lnTo>
                    <a:pt x="8" y="1"/>
                  </a:lnTo>
                  <a:lnTo>
                    <a:pt x="7" y="0"/>
                  </a:lnTo>
                  <a:lnTo>
                    <a:pt x="3" y="0"/>
                  </a:lnTo>
                  <a:lnTo>
                    <a:pt x="2" y="0"/>
                  </a:lnTo>
                  <a:lnTo>
                    <a:pt x="0" y="2"/>
                  </a:lnTo>
                  <a:lnTo>
                    <a:pt x="0" y="3"/>
                  </a:lnTo>
                  <a:lnTo>
                    <a:pt x="0" y="5"/>
                  </a:lnTo>
                  <a:lnTo>
                    <a:pt x="0" y="5"/>
                  </a:lnTo>
                  <a:lnTo>
                    <a:pt x="4" y="15"/>
                  </a:lnTo>
                  <a:lnTo>
                    <a:pt x="7" y="25"/>
                  </a:lnTo>
                  <a:lnTo>
                    <a:pt x="9" y="35"/>
                  </a:lnTo>
                  <a:lnTo>
                    <a:pt x="11" y="46"/>
                  </a:lnTo>
                  <a:lnTo>
                    <a:pt x="11" y="46"/>
                  </a:lnTo>
                  <a:lnTo>
                    <a:pt x="11" y="53"/>
                  </a:lnTo>
                  <a:lnTo>
                    <a:pt x="9" y="60"/>
                  </a:lnTo>
                  <a:lnTo>
                    <a:pt x="6" y="75"/>
                  </a:lnTo>
                  <a:lnTo>
                    <a:pt x="2" y="89"/>
                  </a:lnTo>
                  <a:lnTo>
                    <a:pt x="1" y="96"/>
                  </a:lnTo>
                  <a:lnTo>
                    <a:pt x="0" y="104"/>
                  </a:lnTo>
                  <a:lnTo>
                    <a:pt x="0" y="104"/>
                  </a:lnTo>
                  <a:lnTo>
                    <a:pt x="0" y="106"/>
                  </a:lnTo>
                  <a:lnTo>
                    <a:pt x="1" y="108"/>
                  </a:lnTo>
                  <a:lnTo>
                    <a:pt x="3" y="108"/>
                  </a:lnTo>
                  <a:lnTo>
                    <a:pt x="5" y="109"/>
                  </a:lnTo>
                  <a:lnTo>
                    <a:pt x="6" y="108"/>
                  </a:lnTo>
                  <a:lnTo>
                    <a:pt x="8" y="108"/>
                  </a:lnTo>
                  <a:lnTo>
                    <a:pt x="9" y="106"/>
                  </a:lnTo>
                  <a:lnTo>
                    <a:pt x="9" y="104"/>
                  </a:lnTo>
                  <a:lnTo>
                    <a:pt x="9" y="104"/>
                  </a:lnTo>
                  <a:lnTo>
                    <a:pt x="12" y="89"/>
                  </a:lnTo>
                  <a:lnTo>
                    <a:pt x="15" y="75"/>
                  </a:lnTo>
                  <a:lnTo>
                    <a:pt x="18" y="60"/>
                  </a:lnTo>
                  <a:lnTo>
                    <a:pt x="20" y="46"/>
                  </a:lnTo>
                  <a:lnTo>
                    <a:pt x="20" y="46"/>
                  </a:lnTo>
                  <a:lnTo>
                    <a:pt x="20" y="41"/>
                  </a:lnTo>
                  <a:lnTo>
                    <a:pt x="20" y="35"/>
                  </a:lnTo>
                  <a:lnTo>
                    <a:pt x="18" y="24"/>
                  </a:lnTo>
                  <a:lnTo>
                    <a:pt x="14" y="13"/>
                  </a:lnTo>
                  <a:lnTo>
                    <a:pt x="9" y="3"/>
                  </a:lnTo>
                  <a:lnTo>
                    <a:pt x="9" y="3"/>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68" name="Freeform 720"/>
            <p:cNvSpPr/>
            <p:nvPr/>
          </p:nvSpPr>
          <p:spPr bwMode="auto">
            <a:xfrm>
              <a:off x="5392738" y="4365625"/>
              <a:ext cx="12700" cy="80963"/>
            </a:xfrm>
            <a:custGeom>
              <a:avLst/>
              <a:gdLst/>
              <a:ahLst/>
              <a:cxnLst>
                <a:cxn ang="0">
                  <a:pos x="25" y="4"/>
                </a:cxn>
                <a:cxn ang="0">
                  <a:pos x="25" y="4"/>
                </a:cxn>
                <a:cxn ang="0">
                  <a:pos x="25" y="2"/>
                </a:cxn>
                <a:cxn ang="0">
                  <a:pos x="24" y="1"/>
                </a:cxn>
                <a:cxn ang="0">
                  <a:pos x="22" y="0"/>
                </a:cxn>
                <a:cxn ang="0">
                  <a:pos x="21" y="0"/>
                </a:cxn>
                <a:cxn ang="0">
                  <a:pos x="19" y="0"/>
                </a:cxn>
                <a:cxn ang="0">
                  <a:pos x="17" y="1"/>
                </a:cxn>
                <a:cxn ang="0">
                  <a:pos x="16" y="2"/>
                </a:cxn>
                <a:cxn ang="0">
                  <a:pos x="16" y="4"/>
                </a:cxn>
                <a:cxn ang="0">
                  <a:pos x="16" y="4"/>
                </a:cxn>
                <a:cxn ang="0">
                  <a:pos x="14" y="24"/>
                </a:cxn>
                <a:cxn ang="0">
                  <a:pos x="11" y="43"/>
                </a:cxn>
                <a:cxn ang="0">
                  <a:pos x="4" y="80"/>
                </a:cxn>
                <a:cxn ang="0">
                  <a:pos x="4" y="80"/>
                </a:cxn>
                <a:cxn ang="0">
                  <a:pos x="1" y="96"/>
                </a:cxn>
                <a:cxn ang="0">
                  <a:pos x="0" y="114"/>
                </a:cxn>
                <a:cxn ang="0">
                  <a:pos x="1" y="147"/>
                </a:cxn>
                <a:cxn ang="0">
                  <a:pos x="1" y="147"/>
                </a:cxn>
                <a:cxn ang="0">
                  <a:pos x="1" y="149"/>
                </a:cxn>
                <a:cxn ang="0">
                  <a:pos x="2" y="150"/>
                </a:cxn>
                <a:cxn ang="0">
                  <a:pos x="5" y="151"/>
                </a:cxn>
                <a:cxn ang="0">
                  <a:pos x="7" y="151"/>
                </a:cxn>
                <a:cxn ang="0">
                  <a:pos x="8" y="151"/>
                </a:cxn>
                <a:cxn ang="0">
                  <a:pos x="10" y="150"/>
                </a:cxn>
                <a:cxn ang="0">
                  <a:pos x="11" y="149"/>
                </a:cxn>
                <a:cxn ang="0">
                  <a:pos x="11" y="147"/>
                </a:cxn>
                <a:cxn ang="0">
                  <a:pos x="11" y="147"/>
                </a:cxn>
                <a:cxn ang="0">
                  <a:pos x="11" y="126"/>
                </a:cxn>
                <a:cxn ang="0">
                  <a:pos x="11" y="107"/>
                </a:cxn>
                <a:cxn ang="0">
                  <a:pos x="13" y="86"/>
                </a:cxn>
                <a:cxn ang="0">
                  <a:pos x="16" y="65"/>
                </a:cxn>
                <a:cxn ang="0">
                  <a:pos x="16" y="65"/>
                </a:cxn>
                <a:cxn ang="0">
                  <a:pos x="22" y="35"/>
                </a:cxn>
                <a:cxn ang="0">
                  <a:pos x="24" y="20"/>
                </a:cxn>
                <a:cxn ang="0">
                  <a:pos x="25" y="4"/>
                </a:cxn>
                <a:cxn ang="0">
                  <a:pos x="25" y="4"/>
                </a:cxn>
              </a:cxnLst>
              <a:rect l="0" t="0" r="r" b="b"/>
              <a:pathLst>
                <a:path w="25" h="151">
                  <a:moveTo>
                    <a:pt x="25" y="4"/>
                  </a:moveTo>
                  <a:lnTo>
                    <a:pt x="25" y="4"/>
                  </a:lnTo>
                  <a:lnTo>
                    <a:pt x="25" y="2"/>
                  </a:lnTo>
                  <a:lnTo>
                    <a:pt x="24" y="1"/>
                  </a:lnTo>
                  <a:lnTo>
                    <a:pt x="22" y="0"/>
                  </a:lnTo>
                  <a:lnTo>
                    <a:pt x="21" y="0"/>
                  </a:lnTo>
                  <a:lnTo>
                    <a:pt x="19" y="0"/>
                  </a:lnTo>
                  <a:lnTo>
                    <a:pt x="17" y="1"/>
                  </a:lnTo>
                  <a:lnTo>
                    <a:pt x="16" y="2"/>
                  </a:lnTo>
                  <a:lnTo>
                    <a:pt x="16" y="4"/>
                  </a:lnTo>
                  <a:lnTo>
                    <a:pt x="16" y="4"/>
                  </a:lnTo>
                  <a:lnTo>
                    <a:pt x="14" y="24"/>
                  </a:lnTo>
                  <a:lnTo>
                    <a:pt x="11" y="43"/>
                  </a:lnTo>
                  <a:lnTo>
                    <a:pt x="4" y="80"/>
                  </a:lnTo>
                  <a:lnTo>
                    <a:pt x="4" y="80"/>
                  </a:lnTo>
                  <a:lnTo>
                    <a:pt x="1" y="96"/>
                  </a:lnTo>
                  <a:lnTo>
                    <a:pt x="0" y="114"/>
                  </a:lnTo>
                  <a:lnTo>
                    <a:pt x="1" y="147"/>
                  </a:lnTo>
                  <a:lnTo>
                    <a:pt x="1" y="147"/>
                  </a:lnTo>
                  <a:lnTo>
                    <a:pt x="1" y="149"/>
                  </a:lnTo>
                  <a:lnTo>
                    <a:pt x="2" y="150"/>
                  </a:lnTo>
                  <a:lnTo>
                    <a:pt x="5" y="151"/>
                  </a:lnTo>
                  <a:lnTo>
                    <a:pt x="7" y="151"/>
                  </a:lnTo>
                  <a:lnTo>
                    <a:pt x="8" y="151"/>
                  </a:lnTo>
                  <a:lnTo>
                    <a:pt x="10" y="150"/>
                  </a:lnTo>
                  <a:lnTo>
                    <a:pt x="11" y="149"/>
                  </a:lnTo>
                  <a:lnTo>
                    <a:pt x="11" y="147"/>
                  </a:lnTo>
                  <a:lnTo>
                    <a:pt x="11" y="147"/>
                  </a:lnTo>
                  <a:lnTo>
                    <a:pt x="11" y="126"/>
                  </a:lnTo>
                  <a:lnTo>
                    <a:pt x="11" y="107"/>
                  </a:lnTo>
                  <a:lnTo>
                    <a:pt x="13" y="86"/>
                  </a:lnTo>
                  <a:lnTo>
                    <a:pt x="16" y="65"/>
                  </a:lnTo>
                  <a:lnTo>
                    <a:pt x="16" y="65"/>
                  </a:lnTo>
                  <a:lnTo>
                    <a:pt x="22" y="35"/>
                  </a:lnTo>
                  <a:lnTo>
                    <a:pt x="24" y="20"/>
                  </a:lnTo>
                  <a:lnTo>
                    <a:pt x="25" y="4"/>
                  </a:lnTo>
                  <a:lnTo>
                    <a:pt x="25" y="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69" name="Freeform 721"/>
            <p:cNvSpPr/>
            <p:nvPr/>
          </p:nvSpPr>
          <p:spPr bwMode="auto">
            <a:xfrm>
              <a:off x="5421313" y="4389438"/>
              <a:ext cx="19050" cy="84138"/>
            </a:xfrm>
            <a:custGeom>
              <a:avLst/>
              <a:gdLst/>
              <a:ahLst/>
              <a:cxnLst>
                <a:cxn ang="0">
                  <a:pos x="29" y="2"/>
                </a:cxn>
                <a:cxn ang="0">
                  <a:pos x="29" y="2"/>
                </a:cxn>
                <a:cxn ang="0">
                  <a:pos x="22" y="16"/>
                </a:cxn>
                <a:cxn ang="0">
                  <a:pos x="18" y="30"/>
                </a:cxn>
                <a:cxn ang="0">
                  <a:pos x="15" y="46"/>
                </a:cxn>
                <a:cxn ang="0">
                  <a:pos x="13" y="61"/>
                </a:cxn>
                <a:cxn ang="0">
                  <a:pos x="13" y="61"/>
                </a:cxn>
                <a:cxn ang="0">
                  <a:pos x="8" y="85"/>
                </a:cxn>
                <a:cxn ang="0">
                  <a:pos x="4" y="109"/>
                </a:cxn>
                <a:cxn ang="0">
                  <a:pos x="1" y="133"/>
                </a:cxn>
                <a:cxn ang="0">
                  <a:pos x="0" y="157"/>
                </a:cxn>
                <a:cxn ang="0">
                  <a:pos x="0" y="157"/>
                </a:cxn>
                <a:cxn ang="0">
                  <a:pos x="0" y="158"/>
                </a:cxn>
                <a:cxn ang="0">
                  <a:pos x="1" y="160"/>
                </a:cxn>
                <a:cxn ang="0">
                  <a:pos x="2" y="161"/>
                </a:cxn>
                <a:cxn ang="0">
                  <a:pos x="4" y="161"/>
                </a:cxn>
                <a:cxn ang="0">
                  <a:pos x="6" y="161"/>
                </a:cxn>
                <a:cxn ang="0">
                  <a:pos x="7" y="160"/>
                </a:cxn>
                <a:cxn ang="0">
                  <a:pos x="8" y="158"/>
                </a:cxn>
                <a:cxn ang="0">
                  <a:pos x="9" y="157"/>
                </a:cxn>
                <a:cxn ang="0">
                  <a:pos x="9" y="157"/>
                </a:cxn>
                <a:cxn ang="0">
                  <a:pos x="10" y="137"/>
                </a:cxn>
                <a:cxn ang="0">
                  <a:pos x="14" y="117"/>
                </a:cxn>
                <a:cxn ang="0">
                  <a:pos x="20" y="78"/>
                </a:cxn>
                <a:cxn ang="0">
                  <a:pos x="20" y="78"/>
                </a:cxn>
                <a:cxn ang="0">
                  <a:pos x="22" y="59"/>
                </a:cxn>
                <a:cxn ang="0">
                  <a:pos x="25" y="42"/>
                </a:cxn>
                <a:cxn ang="0">
                  <a:pos x="30" y="24"/>
                </a:cxn>
                <a:cxn ang="0">
                  <a:pos x="33" y="15"/>
                </a:cxn>
                <a:cxn ang="0">
                  <a:pos x="37" y="7"/>
                </a:cxn>
                <a:cxn ang="0">
                  <a:pos x="37" y="7"/>
                </a:cxn>
                <a:cxn ang="0">
                  <a:pos x="37" y="5"/>
                </a:cxn>
                <a:cxn ang="0">
                  <a:pos x="37" y="3"/>
                </a:cxn>
                <a:cxn ang="0">
                  <a:pos x="36" y="2"/>
                </a:cxn>
                <a:cxn ang="0">
                  <a:pos x="35" y="1"/>
                </a:cxn>
                <a:cxn ang="0">
                  <a:pos x="33" y="0"/>
                </a:cxn>
                <a:cxn ang="0">
                  <a:pos x="31" y="0"/>
                </a:cxn>
                <a:cxn ang="0">
                  <a:pos x="30" y="1"/>
                </a:cxn>
                <a:cxn ang="0">
                  <a:pos x="29" y="2"/>
                </a:cxn>
                <a:cxn ang="0">
                  <a:pos x="29" y="2"/>
                </a:cxn>
              </a:cxnLst>
              <a:rect l="0" t="0" r="r" b="b"/>
              <a:pathLst>
                <a:path w="37" h="161">
                  <a:moveTo>
                    <a:pt x="29" y="2"/>
                  </a:moveTo>
                  <a:lnTo>
                    <a:pt x="29" y="2"/>
                  </a:lnTo>
                  <a:lnTo>
                    <a:pt x="22" y="16"/>
                  </a:lnTo>
                  <a:lnTo>
                    <a:pt x="18" y="30"/>
                  </a:lnTo>
                  <a:lnTo>
                    <a:pt x="15" y="46"/>
                  </a:lnTo>
                  <a:lnTo>
                    <a:pt x="13" y="61"/>
                  </a:lnTo>
                  <a:lnTo>
                    <a:pt x="13" y="61"/>
                  </a:lnTo>
                  <a:lnTo>
                    <a:pt x="8" y="85"/>
                  </a:lnTo>
                  <a:lnTo>
                    <a:pt x="4" y="109"/>
                  </a:lnTo>
                  <a:lnTo>
                    <a:pt x="1" y="133"/>
                  </a:lnTo>
                  <a:lnTo>
                    <a:pt x="0" y="157"/>
                  </a:lnTo>
                  <a:lnTo>
                    <a:pt x="0" y="157"/>
                  </a:lnTo>
                  <a:lnTo>
                    <a:pt x="0" y="158"/>
                  </a:lnTo>
                  <a:lnTo>
                    <a:pt x="1" y="160"/>
                  </a:lnTo>
                  <a:lnTo>
                    <a:pt x="2" y="161"/>
                  </a:lnTo>
                  <a:lnTo>
                    <a:pt x="4" y="161"/>
                  </a:lnTo>
                  <a:lnTo>
                    <a:pt x="6" y="161"/>
                  </a:lnTo>
                  <a:lnTo>
                    <a:pt x="7" y="160"/>
                  </a:lnTo>
                  <a:lnTo>
                    <a:pt x="8" y="158"/>
                  </a:lnTo>
                  <a:lnTo>
                    <a:pt x="9" y="157"/>
                  </a:lnTo>
                  <a:lnTo>
                    <a:pt x="9" y="157"/>
                  </a:lnTo>
                  <a:lnTo>
                    <a:pt x="10" y="137"/>
                  </a:lnTo>
                  <a:lnTo>
                    <a:pt x="14" y="117"/>
                  </a:lnTo>
                  <a:lnTo>
                    <a:pt x="20" y="78"/>
                  </a:lnTo>
                  <a:lnTo>
                    <a:pt x="20" y="78"/>
                  </a:lnTo>
                  <a:lnTo>
                    <a:pt x="22" y="59"/>
                  </a:lnTo>
                  <a:lnTo>
                    <a:pt x="25" y="42"/>
                  </a:lnTo>
                  <a:lnTo>
                    <a:pt x="30" y="24"/>
                  </a:lnTo>
                  <a:lnTo>
                    <a:pt x="33" y="15"/>
                  </a:lnTo>
                  <a:lnTo>
                    <a:pt x="37" y="7"/>
                  </a:lnTo>
                  <a:lnTo>
                    <a:pt x="37" y="7"/>
                  </a:lnTo>
                  <a:lnTo>
                    <a:pt x="37" y="5"/>
                  </a:lnTo>
                  <a:lnTo>
                    <a:pt x="37" y="3"/>
                  </a:lnTo>
                  <a:lnTo>
                    <a:pt x="36" y="2"/>
                  </a:lnTo>
                  <a:lnTo>
                    <a:pt x="35" y="1"/>
                  </a:lnTo>
                  <a:lnTo>
                    <a:pt x="33" y="0"/>
                  </a:lnTo>
                  <a:lnTo>
                    <a:pt x="31" y="0"/>
                  </a:lnTo>
                  <a:lnTo>
                    <a:pt x="30" y="1"/>
                  </a:lnTo>
                  <a:lnTo>
                    <a:pt x="29" y="2"/>
                  </a:lnTo>
                  <a:lnTo>
                    <a:pt x="29" y="2"/>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70" name="Freeform 722"/>
            <p:cNvSpPr/>
            <p:nvPr/>
          </p:nvSpPr>
          <p:spPr bwMode="auto">
            <a:xfrm>
              <a:off x="5461001" y="4381500"/>
              <a:ext cx="22225" cy="125413"/>
            </a:xfrm>
            <a:custGeom>
              <a:avLst/>
              <a:gdLst/>
              <a:ahLst/>
              <a:cxnLst>
                <a:cxn ang="0">
                  <a:pos x="33" y="5"/>
                </a:cxn>
                <a:cxn ang="0">
                  <a:pos x="33" y="5"/>
                </a:cxn>
                <a:cxn ang="0">
                  <a:pos x="31" y="16"/>
                </a:cxn>
                <a:cxn ang="0">
                  <a:pos x="28" y="21"/>
                </a:cxn>
                <a:cxn ang="0">
                  <a:pos x="25" y="25"/>
                </a:cxn>
                <a:cxn ang="0">
                  <a:pos x="23" y="32"/>
                </a:cxn>
                <a:cxn ang="0">
                  <a:pos x="23" y="32"/>
                </a:cxn>
                <a:cxn ang="0">
                  <a:pos x="17" y="67"/>
                </a:cxn>
                <a:cxn ang="0">
                  <a:pos x="17" y="67"/>
                </a:cxn>
                <a:cxn ang="0">
                  <a:pos x="13" y="96"/>
                </a:cxn>
                <a:cxn ang="0">
                  <a:pos x="10" y="124"/>
                </a:cxn>
                <a:cxn ang="0">
                  <a:pos x="10" y="124"/>
                </a:cxn>
                <a:cxn ang="0">
                  <a:pos x="6" y="152"/>
                </a:cxn>
                <a:cxn ang="0">
                  <a:pos x="3" y="179"/>
                </a:cxn>
                <a:cxn ang="0">
                  <a:pos x="1" y="206"/>
                </a:cxn>
                <a:cxn ang="0">
                  <a:pos x="0" y="232"/>
                </a:cxn>
                <a:cxn ang="0">
                  <a:pos x="0" y="232"/>
                </a:cxn>
                <a:cxn ang="0">
                  <a:pos x="0" y="235"/>
                </a:cxn>
                <a:cxn ang="0">
                  <a:pos x="1" y="237"/>
                </a:cxn>
                <a:cxn ang="0">
                  <a:pos x="3" y="237"/>
                </a:cxn>
                <a:cxn ang="0">
                  <a:pos x="5" y="238"/>
                </a:cxn>
                <a:cxn ang="0">
                  <a:pos x="6" y="237"/>
                </a:cxn>
                <a:cxn ang="0">
                  <a:pos x="8" y="237"/>
                </a:cxn>
                <a:cxn ang="0">
                  <a:pos x="9" y="235"/>
                </a:cxn>
                <a:cxn ang="0">
                  <a:pos x="9" y="232"/>
                </a:cxn>
                <a:cxn ang="0">
                  <a:pos x="9" y="232"/>
                </a:cxn>
                <a:cxn ang="0">
                  <a:pos x="10" y="201"/>
                </a:cxn>
                <a:cxn ang="0">
                  <a:pos x="13" y="170"/>
                </a:cxn>
                <a:cxn ang="0">
                  <a:pos x="17" y="141"/>
                </a:cxn>
                <a:cxn ang="0">
                  <a:pos x="21" y="110"/>
                </a:cxn>
                <a:cxn ang="0">
                  <a:pos x="21" y="110"/>
                </a:cxn>
                <a:cxn ang="0">
                  <a:pos x="25" y="81"/>
                </a:cxn>
                <a:cxn ang="0">
                  <a:pos x="26" y="67"/>
                </a:cxn>
                <a:cxn ang="0">
                  <a:pos x="30" y="53"/>
                </a:cxn>
                <a:cxn ang="0">
                  <a:pos x="30" y="53"/>
                </a:cxn>
                <a:cxn ang="0">
                  <a:pos x="33" y="40"/>
                </a:cxn>
                <a:cxn ang="0">
                  <a:pos x="36" y="29"/>
                </a:cxn>
                <a:cxn ang="0">
                  <a:pos x="40" y="18"/>
                </a:cxn>
                <a:cxn ang="0">
                  <a:pos x="42" y="5"/>
                </a:cxn>
                <a:cxn ang="0">
                  <a:pos x="42" y="5"/>
                </a:cxn>
                <a:cxn ang="0">
                  <a:pos x="42" y="3"/>
                </a:cxn>
                <a:cxn ang="0">
                  <a:pos x="41" y="2"/>
                </a:cxn>
                <a:cxn ang="0">
                  <a:pos x="40" y="1"/>
                </a:cxn>
                <a:cxn ang="0">
                  <a:pos x="38" y="0"/>
                </a:cxn>
                <a:cxn ang="0">
                  <a:pos x="35" y="2"/>
                </a:cxn>
                <a:cxn ang="0">
                  <a:pos x="34" y="3"/>
                </a:cxn>
                <a:cxn ang="0">
                  <a:pos x="33" y="5"/>
                </a:cxn>
                <a:cxn ang="0">
                  <a:pos x="33" y="5"/>
                </a:cxn>
              </a:cxnLst>
              <a:rect l="0" t="0" r="r" b="b"/>
              <a:pathLst>
                <a:path w="42" h="238">
                  <a:moveTo>
                    <a:pt x="33" y="5"/>
                  </a:moveTo>
                  <a:lnTo>
                    <a:pt x="33" y="5"/>
                  </a:lnTo>
                  <a:lnTo>
                    <a:pt x="31" y="16"/>
                  </a:lnTo>
                  <a:lnTo>
                    <a:pt x="28" y="21"/>
                  </a:lnTo>
                  <a:lnTo>
                    <a:pt x="25" y="25"/>
                  </a:lnTo>
                  <a:lnTo>
                    <a:pt x="23" y="32"/>
                  </a:lnTo>
                  <a:lnTo>
                    <a:pt x="23" y="32"/>
                  </a:lnTo>
                  <a:lnTo>
                    <a:pt x="17" y="67"/>
                  </a:lnTo>
                  <a:lnTo>
                    <a:pt x="17" y="67"/>
                  </a:lnTo>
                  <a:lnTo>
                    <a:pt x="13" y="96"/>
                  </a:lnTo>
                  <a:lnTo>
                    <a:pt x="10" y="124"/>
                  </a:lnTo>
                  <a:lnTo>
                    <a:pt x="10" y="124"/>
                  </a:lnTo>
                  <a:lnTo>
                    <a:pt x="6" y="152"/>
                  </a:lnTo>
                  <a:lnTo>
                    <a:pt x="3" y="179"/>
                  </a:lnTo>
                  <a:lnTo>
                    <a:pt x="1" y="206"/>
                  </a:lnTo>
                  <a:lnTo>
                    <a:pt x="0" y="232"/>
                  </a:lnTo>
                  <a:lnTo>
                    <a:pt x="0" y="232"/>
                  </a:lnTo>
                  <a:lnTo>
                    <a:pt x="0" y="235"/>
                  </a:lnTo>
                  <a:lnTo>
                    <a:pt x="1" y="237"/>
                  </a:lnTo>
                  <a:lnTo>
                    <a:pt x="3" y="237"/>
                  </a:lnTo>
                  <a:lnTo>
                    <a:pt x="5" y="238"/>
                  </a:lnTo>
                  <a:lnTo>
                    <a:pt x="6" y="237"/>
                  </a:lnTo>
                  <a:lnTo>
                    <a:pt x="8" y="237"/>
                  </a:lnTo>
                  <a:lnTo>
                    <a:pt x="9" y="235"/>
                  </a:lnTo>
                  <a:lnTo>
                    <a:pt x="9" y="232"/>
                  </a:lnTo>
                  <a:lnTo>
                    <a:pt x="9" y="232"/>
                  </a:lnTo>
                  <a:lnTo>
                    <a:pt x="10" y="201"/>
                  </a:lnTo>
                  <a:lnTo>
                    <a:pt x="13" y="170"/>
                  </a:lnTo>
                  <a:lnTo>
                    <a:pt x="17" y="141"/>
                  </a:lnTo>
                  <a:lnTo>
                    <a:pt x="21" y="110"/>
                  </a:lnTo>
                  <a:lnTo>
                    <a:pt x="21" y="110"/>
                  </a:lnTo>
                  <a:lnTo>
                    <a:pt x="25" y="81"/>
                  </a:lnTo>
                  <a:lnTo>
                    <a:pt x="26" y="67"/>
                  </a:lnTo>
                  <a:lnTo>
                    <a:pt x="30" y="53"/>
                  </a:lnTo>
                  <a:lnTo>
                    <a:pt x="30" y="53"/>
                  </a:lnTo>
                  <a:lnTo>
                    <a:pt x="33" y="40"/>
                  </a:lnTo>
                  <a:lnTo>
                    <a:pt x="36" y="29"/>
                  </a:lnTo>
                  <a:lnTo>
                    <a:pt x="40" y="18"/>
                  </a:lnTo>
                  <a:lnTo>
                    <a:pt x="42" y="5"/>
                  </a:lnTo>
                  <a:lnTo>
                    <a:pt x="42" y="5"/>
                  </a:lnTo>
                  <a:lnTo>
                    <a:pt x="42" y="3"/>
                  </a:lnTo>
                  <a:lnTo>
                    <a:pt x="41" y="2"/>
                  </a:lnTo>
                  <a:lnTo>
                    <a:pt x="40" y="1"/>
                  </a:lnTo>
                  <a:lnTo>
                    <a:pt x="38" y="0"/>
                  </a:lnTo>
                  <a:lnTo>
                    <a:pt x="35" y="2"/>
                  </a:lnTo>
                  <a:lnTo>
                    <a:pt x="34" y="3"/>
                  </a:lnTo>
                  <a:lnTo>
                    <a:pt x="33" y="5"/>
                  </a:lnTo>
                  <a:lnTo>
                    <a:pt x="33" y="5"/>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71" name="Freeform 723"/>
            <p:cNvSpPr/>
            <p:nvPr/>
          </p:nvSpPr>
          <p:spPr bwMode="auto">
            <a:xfrm>
              <a:off x="5483226" y="4329113"/>
              <a:ext cx="38100" cy="220663"/>
            </a:xfrm>
            <a:custGeom>
              <a:avLst/>
              <a:gdLst/>
              <a:ahLst/>
              <a:cxnLst>
                <a:cxn ang="0">
                  <a:pos x="65" y="1"/>
                </a:cxn>
                <a:cxn ang="0">
                  <a:pos x="56" y="18"/>
                </a:cxn>
                <a:cxn ang="0">
                  <a:pos x="50" y="38"/>
                </a:cxn>
                <a:cxn ang="0">
                  <a:pos x="46" y="78"/>
                </a:cxn>
                <a:cxn ang="0">
                  <a:pos x="25" y="213"/>
                </a:cxn>
                <a:cxn ang="0">
                  <a:pos x="18" y="243"/>
                </a:cxn>
                <a:cxn ang="0">
                  <a:pos x="8" y="300"/>
                </a:cxn>
                <a:cxn ang="0">
                  <a:pos x="4" y="330"/>
                </a:cxn>
                <a:cxn ang="0">
                  <a:pos x="1" y="363"/>
                </a:cxn>
                <a:cxn ang="0">
                  <a:pos x="1" y="386"/>
                </a:cxn>
                <a:cxn ang="0">
                  <a:pos x="7" y="407"/>
                </a:cxn>
                <a:cxn ang="0">
                  <a:pos x="13" y="415"/>
                </a:cxn>
                <a:cxn ang="0">
                  <a:pos x="14" y="417"/>
                </a:cxn>
                <a:cxn ang="0">
                  <a:pos x="18" y="417"/>
                </a:cxn>
                <a:cxn ang="0">
                  <a:pos x="20" y="413"/>
                </a:cxn>
                <a:cxn ang="0">
                  <a:pos x="19" y="409"/>
                </a:cxn>
                <a:cxn ang="0">
                  <a:pos x="15" y="403"/>
                </a:cxn>
                <a:cxn ang="0">
                  <a:pos x="11" y="390"/>
                </a:cxn>
                <a:cxn ang="0">
                  <a:pos x="11" y="370"/>
                </a:cxn>
                <a:cxn ang="0">
                  <a:pos x="12" y="356"/>
                </a:cxn>
                <a:cxn ang="0">
                  <a:pos x="13" y="327"/>
                </a:cxn>
                <a:cxn ang="0">
                  <a:pos x="17" y="298"/>
                </a:cxn>
                <a:cxn ang="0">
                  <a:pos x="27" y="248"/>
                </a:cxn>
                <a:cxn ang="0">
                  <a:pos x="36" y="197"/>
                </a:cxn>
                <a:cxn ang="0">
                  <a:pos x="55" y="90"/>
                </a:cxn>
                <a:cxn ang="0">
                  <a:pos x="57" y="69"/>
                </a:cxn>
                <a:cxn ang="0">
                  <a:pos x="60" y="36"/>
                </a:cxn>
                <a:cxn ang="0">
                  <a:pos x="67" y="16"/>
                </a:cxn>
                <a:cxn ang="0">
                  <a:pos x="72" y="8"/>
                </a:cxn>
                <a:cxn ang="0">
                  <a:pos x="73" y="4"/>
                </a:cxn>
                <a:cxn ang="0">
                  <a:pos x="70" y="0"/>
                </a:cxn>
                <a:cxn ang="0">
                  <a:pos x="67" y="0"/>
                </a:cxn>
                <a:cxn ang="0">
                  <a:pos x="65" y="1"/>
                </a:cxn>
              </a:cxnLst>
              <a:rect l="0" t="0" r="r" b="b"/>
              <a:pathLst>
                <a:path w="73" h="417">
                  <a:moveTo>
                    <a:pt x="65" y="1"/>
                  </a:moveTo>
                  <a:lnTo>
                    <a:pt x="65" y="1"/>
                  </a:lnTo>
                  <a:lnTo>
                    <a:pt x="60" y="9"/>
                  </a:lnTo>
                  <a:lnTo>
                    <a:pt x="56" y="18"/>
                  </a:lnTo>
                  <a:lnTo>
                    <a:pt x="53" y="28"/>
                  </a:lnTo>
                  <a:lnTo>
                    <a:pt x="50" y="38"/>
                  </a:lnTo>
                  <a:lnTo>
                    <a:pt x="49" y="58"/>
                  </a:lnTo>
                  <a:lnTo>
                    <a:pt x="46" y="78"/>
                  </a:lnTo>
                  <a:lnTo>
                    <a:pt x="46" y="78"/>
                  </a:lnTo>
                  <a:lnTo>
                    <a:pt x="25" y="213"/>
                  </a:lnTo>
                  <a:lnTo>
                    <a:pt x="25" y="213"/>
                  </a:lnTo>
                  <a:lnTo>
                    <a:pt x="18" y="243"/>
                  </a:lnTo>
                  <a:lnTo>
                    <a:pt x="13" y="272"/>
                  </a:lnTo>
                  <a:lnTo>
                    <a:pt x="8" y="300"/>
                  </a:lnTo>
                  <a:lnTo>
                    <a:pt x="4" y="330"/>
                  </a:lnTo>
                  <a:lnTo>
                    <a:pt x="4" y="330"/>
                  </a:lnTo>
                  <a:lnTo>
                    <a:pt x="2" y="352"/>
                  </a:lnTo>
                  <a:lnTo>
                    <a:pt x="1" y="363"/>
                  </a:lnTo>
                  <a:lnTo>
                    <a:pt x="0" y="375"/>
                  </a:lnTo>
                  <a:lnTo>
                    <a:pt x="1" y="386"/>
                  </a:lnTo>
                  <a:lnTo>
                    <a:pt x="3" y="397"/>
                  </a:lnTo>
                  <a:lnTo>
                    <a:pt x="7" y="407"/>
                  </a:lnTo>
                  <a:lnTo>
                    <a:pt x="10" y="411"/>
                  </a:lnTo>
                  <a:lnTo>
                    <a:pt x="13" y="415"/>
                  </a:lnTo>
                  <a:lnTo>
                    <a:pt x="13" y="415"/>
                  </a:lnTo>
                  <a:lnTo>
                    <a:pt x="14" y="417"/>
                  </a:lnTo>
                  <a:lnTo>
                    <a:pt x="16" y="417"/>
                  </a:lnTo>
                  <a:lnTo>
                    <a:pt x="18" y="417"/>
                  </a:lnTo>
                  <a:lnTo>
                    <a:pt x="19" y="416"/>
                  </a:lnTo>
                  <a:lnTo>
                    <a:pt x="20" y="413"/>
                  </a:lnTo>
                  <a:lnTo>
                    <a:pt x="20" y="411"/>
                  </a:lnTo>
                  <a:lnTo>
                    <a:pt x="19" y="409"/>
                  </a:lnTo>
                  <a:lnTo>
                    <a:pt x="19" y="409"/>
                  </a:lnTo>
                  <a:lnTo>
                    <a:pt x="15" y="403"/>
                  </a:lnTo>
                  <a:lnTo>
                    <a:pt x="13" y="397"/>
                  </a:lnTo>
                  <a:lnTo>
                    <a:pt x="11" y="390"/>
                  </a:lnTo>
                  <a:lnTo>
                    <a:pt x="11" y="383"/>
                  </a:lnTo>
                  <a:lnTo>
                    <a:pt x="11" y="370"/>
                  </a:lnTo>
                  <a:lnTo>
                    <a:pt x="12" y="356"/>
                  </a:lnTo>
                  <a:lnTo>
                    <a:pt x="12" y="356"/>
                  </a:lnTo>
                  <a:lnTo>
                    <a:pt x="12" y="342"/>
                  </a:lnTo>
                  <a:lnTo>
                    <a:pt x="13" y="327"/>
                  </a:lnTo>
                  <a:lnTo>
                    <a:pt x="17" y="298"/>
                  </a:lnTo>
                  <a:lnTo>
                    <a:pt x="17" y="298"/>
                  </a:lnTo>
                  <a:lnTo>
                    <a:pt x="22" y="273"/>
                  </a:lnTo>
                  <a:lnTo>
                    <a:pt x="27" y="248"/>
                  </a:lnTo>
                  <a:lnTo>
                    <a:pt x="32" y="223"/>
                  </a:lnTo>
                  <a:lnTo>
                    <a:pt x="36" y="197"/>
                  </a:lnTo>
                  <a:lnTo>
                    <a:pt x="36" y="197"/>
                  </a:lnTo>
                  <a:lnTo>
                    <a:pt x="55" y="90"/>
                  </a:lnTo>
                  <a:lnTo>
                    <a:pt x="55" y="90"/>
                  </a:lnTo>
                  <a:lnTo>
                    <a:pt x="57" y="69"/>
                  </a:lnTo>
                  <a:lnTo>
                    <a:pt x="59" y="47"/>
                  </a:lnTo>
                  <a:lnTo>
                    <a:pt x="60" y="36"/>
                  </a:lnTo>
                  <a:lnTo>
                    <a:pt x="63" y="26"/>
                  </a:lnTo>
                  <a:lnTo>
                    <a:pt x="67" y="16"/>
                  </a:lnTo>
                  <a:lnTo>
                    <a:pt x="72" y="8"/>
                  </a:lnTo>
                  <a:lnTo>
                    <a:pt x="72" y="8"/>
                  </a:lnTo>
                  <a:lnTo>
                    <a:pt x="73" y="6"/>
                  </a:lnTo>
                  <a:lnTo>
                    <a:pt x="73" y="4"/>
                  </a:lnTo>
                  <a:lnTo>
                    <a:pt x="71" y="1"/>
                  </a:lnTo>
                  <a:lnTo>
                    <a:pt x="70" y="0"/>
                  </a:lnTo>
                  <a:lnTo>
                    <a:pt x="68" y="0"/>
                  </a:lnTo>
                  <a:lnTo>
                    <a:pt x="67" y="0"/>
                  </a:lnTo>
                  <a:lnTo>
                    <a:pt x="65" y="1"/>
                  </a:lnTo>
                  <a:lnTo>
                    <a:pt x="65" y="1"/>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72" name="Freeform 724"/>
            <p:cNvSpPr/>
            <p:nvPr/>
          </p:nvSpPr>
          <p:spPr bwMode="auto">
            <a:xfrm>
              <a:off x="5516563" y="4291013"/>
              <a:ext cx="46038" cy="268288"/>
            </a:xfrm>
            <a:custGeom>
              <a:avLst/>
              <a:gdLst/>
              <a:ahLst/>
              <a:cxnLst>
                <a:cxn ang="0">
                  <a:pos x="75" y="3"/>
                </a:cxn>
                <a:cxn ang="0">
                  <a:pos x="61" y="44"/>
                </a:cxn>
                <a:cxn ang="0">
                  <a:pos x="58" y="58"/>
                </a:cxn>
                <a:cxn ang="0">
                  <a:pos x="56" y="84"/>
                </a:cxn>
                <a:cxn ang="0">
                  <a:pos x="56" y="111"/>
                </a:cxn>
                <a:cxn ang="0">
                  <a:pos x="52" y="180"/>
                </a:cxn>
                <a:cxn ang="0">
                  <a:pos x="41" y="249"/>
                </a:cxn>
                <a:cxn ang="0">
                  <a:pos x="33" y="280"/>
                </a:cxn>
                <a:cxn ang="0">
                  <a:pos x="17" y="343"/>
                </a:cxn>
                <a:cxn ang="0">
                  <a:pos x="4" y="408"/>
                </a:cxn>
                <a:cxn ang="0">
                  <a:pos x="1" y="440"/>
                </a:cxn>
                <a:cxn ang="0">
                  <a:pos x="0" y="472"/>
                </a:cxn>
                <a:cxn ang="0">
                  <a:pos x="4" y="504"/>
                </a:cxn>
                <a:cxn ang="0">
                  <a:pos x="4" y="506"/>
                </a:cxn>
                <a:cxn ang="0">
                  <a:pos x="7" y="507"/>
                </a:cxn>
                <a:cxn ang="0">
                  <a:pos x="12" y="505"/>
                </a:cxn>
                <a:cxn ang="0">
                  <a:pos x="13" y="501"/>
                </a:cxn>
                <a:cxn ang="0">
                  <a:pos x="10" y="485"/>
                </a:cxn>
                <a:cxn ang="0">
                  <a:pos x="9" y="453"/>
                </a:cxn>
                <a:cxn ang="0">
                  <a:pos x="11" y="420"/>
                </a:cxn>
                <a:cxn ang="0">
                  <a:pos x="20" y="371"/>
                </a:cxn>
                <a:cxn ang="0">
                  <a:pos x="36" y="306"/>
                </a:cxn>
                <a:cxn ang="0">
                  <a:pos x="52" y="243"/>
                </a:cxn>
                <a:cxn ang="0">
                  <a:pos x="57" y="214"/>
                </a:cxn>
                <a:cxn ang="0">
                  <a:pos x="63" y="157"/>
                </a:cxn>
                <a:cxn ang="0">
                  <a:pos x="65" y="128"/>
                </a:cxn>
                <a:cxn ang="0">
                  <a:pos x="66" y="67"/>
                </a:cxn>
                <a:cxn ang="0">
                  <a:pos x="67" y="60"/>
                </a:cxn>
                <a:cxn ang="0">
                  <a:pos x="73" y="36"/>
                </a:cxn>
                <a:cxn ang="0">
                  <a:pos x="84" y="6"/>
                </a:cxn>
                <a:cxn ang="0">
                  <a:pos x="85" y="4"/>
                </a:cxn>
                <a:cxn ang="0">
                  <a:pos x="83" y="1"/>
                </a:cxn>
                <a:cxn ang="0">
                  <a:pos x="77" y="1"/>
                </a:cxn>
                <a:cxn ang="0">
                  <a:pos x="75" y="3"/>
                </a:cxn>
              </a:cxnLst>
              <a:rect l="0" t="0" r="r" b="b"/>
              <a:pathLst>
                <a:path w="85" h="507">
                  <a:moveTo>
                    <a:pt x="75" y="3"/>
                  </a:moveTo>
                  <a:lnTo>
                    <a:pt x="75" y="3"/>
                  </a:lnTo>
                  <a:lnTo>
                    <a:pt x="65" y="31"/>
                  </a:lnTo>
                  <a:lnTo>
                    <a:pt x="61" y="44"/>
                  </a:lnTo>
                  <a:lnTo>
                    <a:pt x="58" y="58"/>
                  </a:lnTo>
                  <a:lnTo>
                    <a:pt x="58" y="58"/>
                  </a:lnTo>
                  <a:lnTo>
                    <a:pt x="56" y="72"/>
                  </a:lnTo>
                  <a:lnTo>
                    <a:pt x="56" y="84"/>
                  </a:lnTo>
                  <a:lnTo>
                    <a:pt x="56" y="111"/>
                  </a:lnTo>
                  <a:lnTo>
                    <a:pt x="56" y="111"/>
                  </a:lnTo>
                  <a:lnTo>
                    <a:pt x="55" y="145"/>
                  </a:lnTo>
                  <a:lnTo>
                    <a:pt x="52" y="180"/>
                  </a:lnTo>
                  <a:lnTo>
                    <a:pt x="47" y="214"/>
                  </a:lnTo>
                  <a:lnTo>
                    <a:pt x="41" y="249"/>
                  </a:lnTo>
                  <a:lnTo>
                    <a:pt x="41" y="249"/>
                  </a:lnTo>
                  <a:lnTo>
                    <a:pt x="33" y="280"/>
                  </a:lnTo>
                  <a:lnTo>
                    <a:pt x="25" y="312"/>
                  </a:lnTo>
                  <a:lnTo>
                    <a:pt x="17" y="343"/>
                  </a:lnTo>
                  <a:lnTo>
                    <a:pt x="10" y="375"/>
                  </a:lnTo>
                  <a:lnTo>
                    <a:pt x="4" y="408"/>
                  </a:lnTo>
                  <a:lnTo>
                    <a:pt x="2" y="423"/>
                  </a:lnTo>
                  <a:lnTo>
                    <a:pt x="1" y="440"/>
                  </a:lnTo>
                  <a:lnTo>
                    <a:pt x="0" y="455"/>
                  </a:lnTo>
                  <a:lnTo>
                    <a:pt x="0" y="472"/>
                  </a:lnTo>
                  <a:lnTo>
                    <a:pt x="1" y="487"/>
                  </a:lnTo>
                  <a:lnTo>
                    <a:pt x="4" y="504"/>
                  </a:lnTo>
                  <a:lnTo>
                    <a:pt x="4" y="504"/>
                  </a:lnTo>
                  <a:lnTo>
                    <a:pt x="4" y="506"/>
                  </a:lnTo>
                  <a:lnTo>
                    <a:pt x="6" y="507"/>
                  </a:lnTo>
                  <a:lnTo>
                    <a:pt x="7" y="507"/>
                  </a:lnTo>
                  <a:lnTo>
                    <a:pt x="9" y="507"/>
                  </a:lnTo>
                  <a:lnTo>
                    <a:pt x="12" y="505"/>
                  </a:lnTo>
                  <a:lnTo>
                    <a:pt x="12" y="503"/>
                  </a:lnTo>
                  <a:lnTo>
                    <a:pt x="13" y="501"/>
                  </a:lnTo>
                  <a:lnTo>
                    <a:pt x="13" y="501"/>
                  </a:lnTo>
                  <a:lnTo>
                    <a:pt x="10" y="485"/>
                  </a:lnTo>
                  <a:lnTo>
                    <a:pt x="9" y="469"/>
                  </a:lnTo>
                  <a:lnTo>
                    <a:pt x="9" y="453"/>
                  </a:lnTo>
                  <a:lnTo>
                    <a:pt x="10" y="437"/>
                  </a:lnTo>
                  <a:lnTo>
                    <a:pt x="11" y="420"/>
                  </a:lnTo>
                  <a:lnTo>
                    <a:pt x="13" y="403"/>
                  </a:lnTo>
                  <a:lnTo>
                    <a:pt x="20" y="371"/>
                  </a:lnTo>
                  <a:lnTo>
                    <a:pt x="28" y="338"/>
                  </a:lnTo>
                  <a:lnTo>
                    <a:pt x="36" y="306"/>
                  </a:lnTo>
                  <a:lnTo>
                    <a:pt x="44" y="274"/>
                  </a:lnTo>
                  <a:lnTo>
                    <a:pt x="52" y="243"/>
                  </a:lnTo>
                  <a:lnTo>
                    <a:pt x="52" y="243"/>
                  </a:lnTo>
                  <a:lnTo>
                    <a:pt x="57" y="214"/>
                  </a:lnTo>
                  <a:lnTo>
                    <a:pt x="61" y="186"/>
                  </a:lnTo>
                  <a:lnTo>
                    <a:pt x="63" y="157"/>
                  </a:lnTo>
                  <a:lnTo>
                    <a:pt x="65" y="128"/>
                  </a:lnTo>
                  <a:lnTo>
                    <a:pt x="65" y="128"/>
                  </a:lnTo>
                  <a:lnTo>
                    <a:pt x="65" y="98"/>
                  </a:lnTo>
                  <a:lnTo>
                    <a:pt x="66" y="67"/>
                  </a:lnTo>
                  <a:lnTo>
                    <a:pt x="66" y="67"/>
                  </a:lnTo>
                  <a:lnTo>
                    <a:pt x="67" y="60"/>
                  </a:lnTo>
                  <a:lnTo>
                    <a:pt x="68" y="51"/>
                  </a:lnTo>
                  <a:lnTo>
                    <a:pt x="73" y="36"/>
                  </a:lnTo>
                  <a:lnTo>
                    <a:pt x="78" y="20"/>
                  </a:lnTo>
                  <a:lnTo>
                    <a:pt x="84" y="6"/>
                  </a:lnTo>
                  <a:lnTo>
                    <a:pt x="84" y="6"/>
                  </a:lnTo>
                  <a:lnTo>
                    <a:pt x="85" y="4"/>
                  </a:lnTo>
                  <a:lnTo>
                    <a:pt x="84" y="2"/>
                  </a:lnTo>
                  <a:lnTo>
                    <a:pt x="83" y="1"/>
                  </a:lnTo>
                  <a:lnTo>
                    <a:pt x="82" y="0"/>
                  </a:lnTo>
                  <a:lnTo>
                    <a:pt x="77" y="1"/>
                  </a:lnTo>
                  <a:lnTo>
                    <a:pt x="76" y="2"/>
                  </a:lnTo>
                  <a:lnTo>
                    <a:pt x="75" y="3"/>
                  </a:lnTo>
                  <a:lnTo>
                    <a:pt x="75" y="3"/>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73" name="Freeform 725"/>
            <p:cNvSpPr/>
            <p:nvPr/>
          </p:nvSpPr>
          <p:spPr bwMode="auto">
            <a:xfrm>
              <a:off x="5546726" y="4252913"/>
              <a:ext cx="60325" cy="376238"/>
            </a:xfrm>
            <a:custGeom>
              <a:avLst/>
              <a:gdLst/>
              <a:ahLst/>
              <a:cxnLst>
                <a:cxn ang="0">
                  <a:pos x="104" y="5"/>
                </a:cxn>
                <a:cxn ang="0">
                  <a:pos x="104" y="5"/>
                </a:cxn>
                <a:cxn ang="0">
                  <a:pos x="103" y="28"/>
                </a:cxn>
                <a:cxn ang="0">
                  <a:pos x="101" y="51"/>
                </a:cxn>
                <a:cxn ang="0">
                  <a:pos x="98" y="74"/>
                </a:cxn>
                <a:cxn ang="0">
                  <a:pos x="95" y="95"/>
                </a:cxn>
                <a:cxn ang="0">
                  <a:pos x="86" y="141"/>
                </a:cxn>
                <a:cxn ang="0">
                  <a:pos x="78" y="185"/>
                </a:cxn>
                <a:cxn ang="0">
                  <a:pos x="78" y="185"/>
                </a:cxn>
                <a:cxn ang="0">
                  <a:pos x="64" y="275"/>
                </a:cxn>
                <a:cxn ang="0">
                  <a:pos x="48" y="364"/>
                </a:cxn>
                <a:cxn ang="0">
                  <a:pos x="48" y="364"/>
                </a:cxn>
                <a:cxn ang="0">
                  <a:pos x="39" y="407"/>
                </a:cxn>
                <a:cxn ang="0">
                  <a:pos x="29" y="451"/>
                </a:cxn>
                <a:cxn ang="0">
                  <a:pos x="19" y="495"/>
                </a:cxn>
                <a:cxn ang="0">
                  <a:pos x="11" y="538"/>
                </a:cxn>
                <a:cxn ang="0">
                  <a:pos x="11" y="538"/>
                </a:cxn>
                <a:cxn ang="0">
                  <a:pos x="4" y="580"/>
                </a:cxn>
                <a:cxn ang="0">
                  <a:pos x="1" y="600"/>
                </a:cxn>
                <a:cxn ang="0">
                  <a:pos x="0" y="621"/>
                </a:cxn>
                <a:cxn ang="0">
                  <a:pos x="0" y="707"/>
                </a:cxn>
                <a:cxn ang="0">
                  <a:pos x="0" y="707"/>
                </a:cxn>
                <a:cxn ang="0">
                  <a:pos x="0" y="709"/>
                </a:cxn>
                <a:cxn ang="0">
                  <a:pos x="1" y="710"/>
                </a:cxn>
                <a:cxn ang="0">
                  <a:pos x="3" y="711"/>
                </a:cxn>
                <a:cxn ang="0">
                  <a:pos x="5" y="712"/>
                </a:cxn>
                <a:cxn ang="0">
                  <a:pos x="6" y="711"/>
                </a:cxn>
                <a:cxn ang="0">
                  <a:pos x="8" y="710"/>
                </a:cxn>
                <a:cxn ang="0">
                  <a:pos x="9" y="709"/>
                </a:cxn>
                <a:cxn ang="0">
                  <a:pos x="9" y="707"/>
                </a:cxn>
                <a:cxn ang="0">
                  <a:pos x="9" y="621"/>
                </a:cxn>
                <a:cxn ang="0">
                  <a:pos x="9" y="621"/>
                </a:cxn>
                <a:cxn ang="0">
                  <a:pos x="10" y="609"/>
                </a:cxn>
                <a:cxn ang="0">
                  <a:pos x="11" y="596"/>
                </a:cxn>
                <a:cxn ang="0">
                  <a:pos x="14" y="572"/>
                </a:cxn>
                <a:cxn ang="0">
                  <a:pos x="22" y="523"/>
                </a:cxn>
                <a:cxn ang="0">
                  <a:pos x="22" y="523"/>
                </a:cxn>
                <a:cxn ang="0">
                  <a:pos x="32" y="480"/>
                </a:cxn>
                <a:cxn ang="0">
                  <a:pos x="41" y="436"/>
                </a:cxn>
                <a:cxn ang="0">
                  <a:pos x="51" y="392"/>
                </a:cxn>
                <a:cxn ang="0">
                  <a:pos x="61" y="348"/>
                </a:cxn>
                <a:cxn ang="0">
                  <a:pos x="61" y="348"/>
                </a:cxn>
                <a:cxn ang="0">
                  <a:pos x="76" y="260"/>
                </a:cxn>
                <a:cxn ang="0">
                  <a:pos x="91" y="171"/>
                </a:cxn>
                <a:cxn ang="0">
                  <a:pos x="91" y="171"/>
                </a:cxn>
                <a:cxn ang="0">
                  <a:pos x="98" y="129"/>
                </a:cxn>
                <a:cxn ang="0">
                  <a:pos x="105" y="88"/>
                </a:cxn>
                <a:cxn ang="0">
                  <a:pos x="108" y="67"/>
                </a:cxn>
                <a:cxn ang="0">
                  <a:pos x="111" y="47"/>
                </a:cxn>
                <a:cxn ang="0">
                  <a:pos x="112" y="26"/>
                </a:cxn>
                <a:cxn ang="0">
                  <a:pos x="113" y="5"/>
                </a:cxn>
                <a:cxn ang="0">
                  <a:pos x="113" y="5"/>
                </a:cxn>
                <a:cxn ang="0">
                  <a:pos x="113" y="3"/>
                </a:cxn>
                <a:cxn ang="0">
                  <a:pos x="112" y="1"/>
                </a:cxn>
                <a:cxn ang="0">
                  <a:pos x="110" y="1"/>
                </a:cxn>
                <a:cxn ang="0">
                  <a:pos x="109" y="0"/>
                </a:cxn>
                <a:cxn ang="0">
                  <a:pos x="107" y="1"/>
                </a:cxn>
                <a:cxn ang="0">
                  <a:pos x="105" y="1"/>
                </a:cxn>
                <a:cxn ang="0">
                  <a:pos x="104" y="3"/>
                </a:cxn>
                <a:cxn ang="0">
                  <a:pos x="104" y="5"/>
                </a:cxn>
                <a:cxn ang="0">
                  <a:pos x="104" y="5"/>
                </a:cxn>
              </a:cxnLst>
              <a:rect l="0" t="0" r="r" b="b"/>
              <a:pathLst>
                <a:path w="113" h="712">
                  <a:moveTo>
                    <a:pt x="104" y="5"/>
                  </a:moveTo>
                  <a:lnTo>
                    <a:pt x="104" y="5"/>
                  </a:lnTo>
                  <a:lnTo>
                    <a:pt x="103" y="28"/>
                  </a:lnTo>
                  <a:lnTo>
                    <a:pt x="101" y="51"/>
                  </a:lnTo>
                  <a:lnTo>
                    <a:pt x="98" y="74"/>
                  </a:lnTo>
                  <a:lnTo>
                    <a:pt x="95" y="95"/>
                  </a:lnTo>
                  <a:lnTo>
                    <a:pt x="86" y="141"/>
                  </a:lnTo>
                  <a:lnTo>
                    <a:pt x="78" y="185"/>
                  </a:lnTo>
                  <a:lnTo>
                    <a:pt x="78" y="185"/>
                  </a:lnTo>
                  <a:lnTo>
                    <a:pt x="64" y="275"/>
                  </a:lnTo>
                  <a:lnTo>
                    <a:pt x="48" y="364"/>
                  </a:lnTo>
                  <a:lnTo>
                    <a:pt x="48" y="364"/>
                  </a:lnTo>
                  <a:lnTo>
                    <a:pt x="39" y="407"/>
                  </a:lnTo>
                  <a:lnTo>
                    <a:pt x="29" y="451"/>
                  </a:lnTo>
                  <a:lnTo>
                    <a:pt x="19" y="495"/>
                  </a:lnTo>
                  <a:lnTo>
                    <a:pt x="11" y="538"/>
                  </a:lnTo>
                  <a:lnTo>
                    <a:pt x="11" y="538"/>
                  </a:lnTo>
                  <a:lnTo>
                    <a:pt x="4" y="580"/>
                  </a:lnTo>
                  <a:lnTo>
                    <a:pt x="1" y="600"/>
                  </a:lnTo>
                  <a:lnTo>
                    <a:pt x="0" y="621"/>
                  </a:lnTo>
                  <a:lnTo>
                    <a:pt x="0" y="707"/>
                  </a:lnTo>
                  <a:lnTo>
                    <a:pt x="0" y="707"/>
                  </a:lnTo>
                  <a:lnTo>
                    <a:pt x="0" y="709"/>
                  </a:lnTo>
                  <a:lnTo>
                    <a:pt x="1" y="710"/>
                  </a:lnTo>
                  <a:lnTo>
                    <a:pt x="3" y="711"/>
                  </a:lnTo>
                  <a:lnTo>
                    <a:pt x="5" y="712"/>
                  </a:lnTo>
                  <a:lnTo>
                    <a:pt x="6" y="711"/>
                  </a:lnTo>
                  <a:lnTo>
                    <a:pt x="8" y="710"/>
                  </a:lnTo>
                  <a:lnTo>
                    <a:pt x="9" y="709"/>
                  </a:lnTo>
                  <a:lnTo>
                    <a:pt x="9" y="707"/>
                  </a:lnTo>
                  <a:lnTo>
                    <a:pt x="9" y="621"/>
                  </a:lnTo>
                  <a:lnTo>
                    <a:pt x="9" y="621"/>
                  </a:lnTo>
                  <a:lnTo>
                    <a:pt x="10" y="609"/>
                  </a:lnTo>
                  <a:lnTo>
                    <a:pt x="11" y="596"/>
                  </a:lnTo>
                  <a:lnTo>
                    <a:pt x="14" y="572"/>
                  </a:lnTo>
                  <a:lnTo>
                    <a:pt x="22" y="523"/>
                  </a:lnTo>
                  <a:lnTo>
                    <a:pt x="22" y="523"/>
                  </a:lnTo>
                  <a:lnTo>
                    <a:pt x="32" y="480"/>
                  </a:lnTo>
                  <a:lnTo>
                    <a:pt x="41" y="436"/>
                  </a:lnTo>
                  <a:lnTo>
                    <a:pt x="51" y="392"/>
                  </a:lnTo>
                  <a:lnTo>
                    <a:pt x="61" y="348"/>
                  </a:lnTo>
                  <a:lnTo>
                    <a:pt x="61" y="348"/>
                  </a:lnTo>
                  <a:lnTo>
                    <a:pt x="76" y="260"/>
                  </a:lnTo>
                  <a:lnTo>
                    <a:pt x="91" y="171"/>
                  </a:lnTo>
                  <a:lnTo>
                    <a:pt x="91" y="171"/>
                  </a:lnTo>
                  <a:lnTo>
                    <a:pt x="98" y="129"/>
                  </a:lnTo>
                  <a:lnTo>
                    <a:pt x="105" y="88"/>
                  </a:lnTo>
                  <a:lnTo>
                    <a:pt x="108" y="67"/>
                  </a:lnTo>
                  <a:lnTo>
                    <a:pt x="111" y="47"/>
                  </a:lnTo>
                  <a:lnTo>
                    <a:pt x="112" y="26"/>
                  </a:lnTo>
                  <a:lnTo>
                    <a:pt x="113" y="5"/>
                  </a:lnTo>
                  <a:lnTo>
                    <a:pt x="113" y="5"/>
                  </a:lnTo>
                  <a:lnTo>
                    <a:pt x="113" y="3"/>
                  </a:lnTo>
                  <a:lnTo>
                    <a:pt x="112" y="1"/>
                  </a:lnTo>
                  <a:lnTo>
                    <a:pt x="110" y="1"/>
                  </a:lnTo>
                  <a:lnTo>
                    <a:pt x="109" y="0"/>
                  </a:lnTo>
                  <a:lnTo>
                    <a:pt x="107" y="1"/>
                  </a:lnTo>
                  <a:lnTo>
                    <a:pt x="105" y="1"/>
                  </a:lnTo>
                  <a:lnTo>
                    <a:pt x="104" y="3"/>
                  </a:lnTo>
                  <a:lnTo>
                    <a:pt x="104" y="5"/>
                  </a:lnTo>
                  <a:lnTo>
                    <a:pt x="104" y="5"/>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74" name="Freeform 726"/>
            <p:cNvSpPr/>
            <p:nvPr/>
          </p:nvSpPr>
          <p:spPr bwMode="auto">
            <a:xfrm>
              <a:off x="5576888" y="4230688"/>
              <a:ext cx="61913" cy="415925"/>
            </a:xfrm>
            <a:custGeom>
              <a:avLst/>
              <a:gdLst/>
              <a:ahLst/>
              <a:cxnLst>
                <a:cxn ang="0">
                  <a:pos x="119" y="4"/>
                </a:cxn>
                <a:cxn ang="0">
                  <a:pos x="118" y="1"/>
                </a:cxn>
                <a:cxn ang="0">
                  <a:pos x="115" y="0"/>
                </a:cxn>
                <a:cxn ang="0">
                  <a:pos x="110" y="3"/>
                </a:cxn>
                <a:cxn ang="0">
                  <a:pos x="110" y="4"/>
                </a:cxn>
                <a:cxn ang="0">
                  <a:pos x="105" y="22"/>
                </a:cxn>
                <a:cxn ang="0">
                  <a:pos x="101" y="35"/>
                </a:cxn>
                <a:cxn ang="0">
                  <a:pos x="100" y="39"/>
                </a:cxn>
                <a:cxn ang="0">
                  <a:pos x="99" y="66"/>
                </a:cxn>
                <a:cxn ang="0">
                  <a:pos x="94" y="92"/>
                </a:cxn>
                <a:cxn ang="0">
                  <a:pos x="86" y="145"/>
                </a:cxn>
                <a:cxn ang="0">
                  <a:pos x="78" y="184"/>
                </a:cxn>
                <a:cxn ang="0">
                  <a:pos x="74" y="196"/>
                </a:cxn>
                <a:cxn ang="0">
                  <a:pos x="63" y="239"/>
                </a:cxn>
                <a:cxn ang="0">
                  <a:pos x="57" y="281"/>
                </a:cxn>
                <a:cxn ang="0">
                  <a:pos x="50" y="334"/>
                </a:cxn>
                <a:cxn ang="0">
                  <a:pos x="44" y="386"/>
                </a:cxn>
                <a:cxn ang="0">
                  <a:pos x="39" y="437"/>
                </a:cxn>
                <a:cxn ang="0">
                  <a:pos x="15" y="588"/>
                </a:cxn>
                <a:cxn ang="0">
                  <a:pos x="8" y="635"/>
                </a:cxn>
                <a:cxn ang="0">
                  <a:pos x="4" y="682"/>
                </a:cxn>
                <a:cxn ang="0">
                  <a:pos x="5" y="704"/>
                </a:cxn>
                <a:cxn ang="0">
                  <a:pos x="7" y="750"/>
                </a:cxn>
                <a:cxn ang="0">
                  <a:pos x="6" y="773"/>
                </a:cxn>
                <a:cxn ang="0">
                  <a:pos x="3" y="774"/>
                </a:cxn>
                <a:cxn ang="0">
                  <a:pos x="0" y="778"/>
                </a:cxn>
                <a:cxn ang="0">
                  <a:pos x="0" y="782"/>
                </a:cxn>
                <a:cxn ang="0">
                  <a:pos x="2" y="785"/>
                </a:cxn>
                <a:cxn ang="0">
                  <a:pos x="6" y="787"/>
                </a:cxn>
                <a:cxn ang="0">
                  <a:pos x="10" y="787"/>
                </a:cxn>
                <a:cxn ang="0">
                  <a:pos x="13" y="785"/>
                </a:cxn>
                <a:cxn ang="0">
                  <a:pos x="15" y="782"/>
                </a:cxn>
                <a:cxn ang="0">
                  <a:pos x="16" y="736"/>
                </a:cxn>
                <a:cxn ang="0">
                  <a:pos x="14" y="691"/>
                </a:cxn>
                <a:cxn ang="0">
                  <a:pos x="14" y="663"/>
                </a:cxn>
                <a:cxn ang="0">
                  <a:pos x="21" y="609"/>
                </a:cxn>
                <a:cxn ang="0">
                  <a:pos x="25" y="583"/>
                </a:cxn>
                <a:cxn ang="0">
                  <a:pos x="48" y="436"/>
                </a:cxn>
                <a:cxn ang="0">
                  <a:pos x="53" y="386"/>
                </a:cxn>
                <a:cxn ang="0">
                  <a:pos x="56" y="360"/>
                </a:cxn>
                <a:cxn ang="0">
                  <a:pos x="68" y="283"/>
                </a:cxn>
                <a:cxn ang="0">
                  <a:pos x="87" y="182"/>
                </a:cxn>
                <a:cxn ang="0">
                  <a:pos x="93" y="156"/>
                </a:cxn>
                <a:cxn ang="0">
                  <a:pos x="108" y="76"/>
                </a:cxn>
                <a:cxn ang="0">
                  <a:pos x="109" y="67"/>
                </a:cxn>
                <a:cxn ang="0">
                  <a:pos x="110" y="39"/>
                </a:cxn>
                <a:cxn ang="0">
                  <a:pos x="110" y="35"/>
                </a:cxn>
                <a:cxn ang="0">
                  <a:pos x="114" y="22"/>
                </a:cxn>
                <a:cxn ang="0">
                  <a:pos x="119" y="4"/>
                </a:cxn>
              </a:cxnLst>
              <a:rect l="0" t="0" r="r" b="b"/>
              <a:pathLst>
                <a:path w="119" h="787">
                  <a:moveTo>
                    <a:pt x="119" y="4"/>
                  </a:moveTo>
                  <a:lnTo>
                    <a:pt x="119" y="4"/>
                  </a:lnTo>
                  <a:lnTo>
                    <a:pt x="119" y="3"/>
                  </a:lnTo>
                  <a:lnTo>
                    <a:pt x="118" y="1"/>
                  </a:lnTo>
                  <a:lnTo>
                    <a:pt x="116" y="0"/>
                  </a:lnTo>
                  <a:lnTo>
                    <a:pt x="115" y="0"/>
                  </a:lnTo>
                  <a:lnTo>
                    <a:pt x="111" y="1"/>
                  </a:lnTo>
                  <a:lnTo>
                    <a:pt x="110" y="3"/>
                  </a:lnTo>
                  <a:lnTo>
                    <a:pt x="110" y="4"/>
                  </a:lnTo>
                  <a:lnTo>
                    <a:pt x="110" y="4"/>
                  </a:lnTo>
                  <a:lnTo>
                    <a:pt x="108" y="13"/>
                  </a:lnTo>
                  <a:lnTo>
                    <a:pt x="105" y="22"/>
                  </a:lnTo>
                  <a:lnTo>
                    <a:pt x="102" y="30"/>
                  </a:lnTo>
                  <a:lnTo>
                    <a:pt x="101" y="35"/>
                  </a:lnTo>
                  <a:lnTo>
                    <a:pt x="100" y="39"/>
                  </a:lnTo>
                  <a:lnTo>
                    <a:pt x="100" y="39"/>
                  </a:lnTo>
                  <a:lnTo>
                    <a:pt x="100" y="53"/>
                  </a:lnTo>
                  <a:lnTo>
                    <a:pt x="99" y="66"/>
                  </a:lnTo>
                  <a:lnTo>
                    <a:pt x="94" y="92"/>
                  </a:lnTo>
                  <a:lnTo>
                    <a:pt x="94" y="92"/>
                  </a:lnTo>
                  <a:lnTo>
                    <a:pt x="90" y="118"/>
                  </a:lnTo>
                  <a:lnTo>
                    <a:pt x="86" y="145"/>
                  </a:lnTo>
                  <a:lnTo>
                    <a:pt x="81" y="170"/>
                  </a:lnTo>
                  <a:lnTo>
                    <a:pt x="78" y="184"/>
                  </a:lnTo>
                  <a:lnTo>
                    <a:pt x="74" y="196"/>
                  </a:lnTo>
                  <a:lnTo>
                    <a:pt x="74" y="196"/>
                  </a:lnTo>
                  <a:lnTo>
                    <a:pt x="69" y="217"/>
                  </a:lnTo>
                  <a:lnTo>
                    <a:pt x="63" y="239"/>
                  </a:lnTo>
                  <a:lnTo>
                    <a:pt x="60" y="259"/>
                  </a:lnTo>
                  <a:lnTo>
                    <a:pt x="57" y="281"/>
                  </a:lnTo>
                  <a:lnTo>
                    <a:pt x="57" y="281"/>
                  </a:lnTo>
                  <a:lnTo>
                    <a:pt x="50" y="334"/>
                  </a:lnTo>
                  <a:lnTo>
                    <a:pt x="47" y="359"/>
                  </a:lnTo>
                  <a:lnTo>
                    <a:pt x="44" y="386"/>
                  </a:lnTo>
                  <a:lnTo>
                    <a:pt x="44" y="386"/>
                  </a:lnTo>
                  <a:lnTo>
                    <a:pt x="39" y="437"/>
                  </a:lnTo>
                  <a:lnTo>
                    <a:pt x="30" y="488"/>
                  </a:lnTo>
                  <a:lnTo>
                    <a:pt x="15" y="588"/>
                  </a:lnTo>
                  <a:lnTo>
                    <a:pt x="15" y="588"/>
                  </a:lnTo>
                  <a:lnTo>
                    <a:pt x="8" y="635"/>
                  </a:lnTo>
                  <a:lnTo>
                    <a:pt x="5" y="658"/>
                  </a:lnTo>
                  <a:lnTo>
                    <a:pt x="4" y="682"/>
                  </a:lnTo>
                  <a:lnTo>
                    <a:pt x="4" y="682"/>
                  </a:lnTo>
                  <a:lnTo>
                    <a:pt x="5" y="704"/>
                  </a:lnTo>
                  <a:lnTo>
                    <a:pt x="6" y="727"/>
                  </a:lnTo>
                  <a:lnTo>
                    <a:pt x="7" y="750"/>
                  </a:lnTo>
                  <a:lnTo>
                    <a:pt x="6" y="773"/>
                  </a:lnTo>
                  <a:lnTo>
                    <a:pt x="6" y="773"/>
                  </a:lnTo>
                  <a:lnTo>
                    <a:pt x="4" y="773"/>
                  </a:lnTo>
                  <a:lnTo>
                    <a:pt x="3" y="774"/>
                  </a:lnTo>
                  <a:lnTo>
                    <a:pt x="2" y="776"/>
                  </a:lnTo>
                  <a:lnTo>
                    <a:pt x="0" y="778"/>
                  </a:lnTo>
                  <a:lnTo>
                    <a:pt x="0" y="782"/>
                  </a:lnTo>
                  <a:lnTo>
                    <a:pt x="0" y="782"/>
                  </a:lnTo>
                  <a:lnTo>
                    <a:pt x="0" y="784"/>
                  </a:lnTo>
                  <a:lnTo>
                    <a:pt x="2" y="785"/>
                  </a:lnTo>
                  <a:lnTo>
                    <a:pt x="4" y="786"/>
                  </a:lnTo>
                  <a:lnTo>
                    <a:pt x="6" y="787"/>
                  </a:lnTo>
                  <a:lnTo>
                    <a:pt x="10" y="787"/>
                  </a:lnTo>
                  <a:lnTo>
                    <a:pt x="10" y="787"/>
                  </a:lnTo>
                  <a:lnTo>
                    <a:pt x="12" y="786"/>
                  </a:lnTo>
                  <a:lnTo>
                    <a:pt x="13" y="785"/>
                  </a:lnTo>
                  <a:lnTo>
                    <a:pt x="15" y="782"/>
                  </a:lnTo>
                  <a:lnTo>
                    <a:pt x="15" y="782"/>
                  </a:lnTo>
                  <a:lnTo>
                    <a:pt x="16" y="759"/>
                  </a:lnTo>
                  <a:lnTo>
                    <a:pt x="16" y="736"/>
                  </a:lnTo>
                  <a:lnTo>
                    <a:pt x="14" y="691"/>
                  </a:lnTo>
                  <a:lnTo>
                    <a:pt x="14" y="691"/>
                  </a:lnTo>
                  <a:lnTo>
                    <a:pt x="14" y="677"/>
                  </a:lnTo>
                  <a:lnTo>
                    <a:pt x="14" y="663"/>
                  </a:lnTo>
                  <a:lnTo>
                    <a:pt x="17" y="636"/>
                  </a:lnTo>
                  <a:lnTo>
                    <a:pt x="21" y="609"/>
                  </a:lnTo>
                  <a:lnTo>
                    <a:pt x="25" y="583"/>
                  </a:lnTo>
                  <a:lnTo>
                    <a:pt x="25" y="583"/>
                  </a:lnTo>
                  <a:lnTo>
                    <a:pt x="41" y="484"/>
                  </a:lnTo>
                  <a:lnTo>
                    <a:pt x="48" y="436"/>
                  </a:lnTo>
                  <a:lnTo>
                    <a:pt x="51" y="411"/>
                  </a:lnTo>
                  <a:lnTo>
                    <a:pt x="53" y="386"/>
                  </a:lnTo>
                  <a:lnTo>
                    <a:pt x="53" y="386"/>
                  </a:lnTo>
                  <a:lnTo>
                    <a:pt x="56" y="360"/>
                  </a:lnTo>
                  <a:lnTo>
                    <a:pt x="59" y="335"/>
                  </a:lnTo>
                  <a:lnTo>
                    <a:pt x="68" y="283"/>
                  </a:lnTo>
                  <a:lnTo>
                    <a:pt x="77" y="232"/>
                  </a:lnTo>
                  <a:lnTo>
                    <a:pt x="87" y="182"/>
                  </a:lnTo>
                  <a:lnTo>
                    <a:pt x="87" y="182"/>
                  </a:lnTo>
                  <a:lnTo>
                    <a:pt x="93" y="156"/>
                  </a:lnTo>
                  <a:lnTo>
                    <a:pt x="98" y="129"/>
                  </a:lnTo>
                  <a:lnTo>
                    <a:pt x="108" y="76"/>
                  </a:lnTo>
                  <a:lnTo>
                    <a:pt x="108" y="76"/>
                  </a:lnTo>
                  <a:lnTo>
                    <a:pt x="109" y="67"/>
                  </a:lnTo>
                  <a:lnTo>
                    <a:pt x="110" y="58"/>
                  </a:lnTo>
                  <a:lnTo>
                    <a:pt x="110" y="39"/>
                  </a:lnTo>
                  <a:lnTo>
                    <a:pt x="110" y="39"/>
                  </a:lnTo>
                  <a:lnTo>
                    <a:pt x="110" y="35"/>
                  </a:lnTo>
                  <a:lnTo>
                    <a:pt x="111" y="31"/>
                  </a:lnTo>
                  <a:lnTo>
                    <a:pt x="114" y="22"/>
                  </a:lnTo>
                  <a:lnTo>
                    <a:pt x="117" y="13"/>
                  </a:lnTo>
                  <a:lnTo>
                    <a:pt x="119" y="4"/>
                  </a:lnTo>
                  <a:lnTo>
                    <a:pt x="119" y="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75" name="Freeform 727"/>
            <p:cNvSpPr/>
            <p:nvPr/>
          </p:nvSpPr>
          <p:spPr bwMode="auto">
            <a:xfrm>
              <a:off x="5589588" y="4140200"/>
              <a:ext cx="90488" cy="552450"/>
            </a:xfrm>
            <a:custGeom>
              <a:avLst/>
              <a:gdLst/>
              <a:ahLst/>
              <a:cxnLst>
                <a:cxn ang="0">
                  <a:pos x="161" y="4"/>
                </a:cxn>
                <a:cxn ang="0">
                  <a:pos x="159" y="73"/>
                </a:cxn>
                <a:cxn ang="0">
                  <a:pos x="153" y="141"/>
                </a:cxn>
                <a:cxn ang="0">
                  <a:pos x="142" y="208"/>
                </a:cxn>
                <a:cxn ang="0">
                  <a:pos x="125" y="276"/>
                </a:cxn>
                <a:cxn ang="0">
                  <a:pos x="109" y="340"/>
                </a:cxn>
                <a:cxn ang="0">
                  <a:pos x="87" y="436"/>
                </a:cxn>
                <a:cxn ang="0">
                  <a:pos x="77" y="503"/>
                </a:cxn>
                <a:cxn ang="0">
                  <a:pos x="73" y="536"/>
                </a:cxn>
                <a:cxn ang="0">
                  <a:pos x="63" y="599"/>
                </a:cxn>
                <a:cxn ang="0">
                  <a:pos x="47" y="695"/>
                </a:cxn>
                <a:cxn ang="0">
                  <a:pos x="39" y="759"/>
                </a:cxn>
                <a:cxn ang="0">
                  <a:pos x="38" y="791"/>
                </a:cxn>
                <a:cxn ang="0">
                  <a:pos x="33" y="856"/>
                </a:cxn>
                <a:cxn ang="0">
                  <a:pos x="22" y="920"/>
                </a:cxn>
                <a:cxn ang="0">
                  <a:pos x="10" y="973"/>
                </a:cxn>
                <a:cxn ang="0">
                  <a:pos x="1" y="1025"/>
                </a:cxn>
                <a:cxn ang="0">
                  <a:pos x="0" y="1028"/>
                </a:cxn>
                <a:cxn ang="0">
                  <a:pos x="0" y="1038"/>
                </a:cxn>
                <a:cxn ang="0">
                  <a:pos x="1" y="1041"/>
                </a:cxn>
                <a:cxn ang="0">
                  <a:pos x="5" y="1042"/>
                </a:cxn>
                <a:cxn ang="0">
                  <a:pos x="9" y="1041"/>
                </a:cxn>
                <a:cxn ang="0">
                  <a:pos x="10" y="1038"/>
                </a:cxn>
                <a:cxn ang="0">
                  <a:pos x="11" y="1021"/>
                </a:cxn>
                <a:cxn ang="0">
                  <a:pos x="16" y="988"/>
                </a:cxn>
                <a:cxn ang="0">
                  <a:pos x="27" y="938"/>
                </a:cxn>
                <a:cxn ang="0">
                  <a:pos x="34" y="905"/>
                </a:cxn>
                <a:cxn ang="0">
                  <a:pos x="44" y="849"/>
                </a:cxn>
                <a:cxn ang="0">
                  <a:pos x="48" y="791"/>
                </a:cxn>
                <a:cxn ang="0">
                  <a:pos x="49" y="759"/>
                </a:cxn>
                <a:cxn ang="0">
                  <a:pos x="57" y="695"/>
                </a:cxn>
                <a:cxn ang="0">
                  <a:pos x="74" y="600"/>
                </a:cxn>
                <a:cxn ang="0">
                  <a:pos x="82" y="536"/>
                </a:cxn>
                <a:cxn ang="0">
                  <a:pos x="86" y="501"/>
                </a:cxn>
                <a:cxn ang="0">
                  <a:pos x="97" y="431"/>
                </a:cxn>
                <a:cxn ang="0">
                  <a:pos x="113" y="362"/>
                </a:cxn>
                <a:cxn ang="0">
                  <a:pos x="140" y="261"/>
                </a:cxn>
                <a:cxn ang="0">
                  <a:pos x="148" y="229"/>
                </a:cxn>
                <a:cxn ang="0">
                  <a:pos x="160" y="166"/>
                </a:cxn>
                <a:cxn ang="0">
                  <a:pos x="168" y="101"/>
                </a:cxn>
                <a:cxn ang="0">
                  <a:pos x="171" y="37"/>
                </a:cxn>
                <a:cxn ang="0">
                  <a:pos x="171" y="4"/>
                </a:cxn>
                <a:cxn ang="0">
                  <a:pos x="170" y="1"/>
                </a:cxn>
                <a:cxn ang="0">
                  <a:pos x="167" y="0"/>
                </a:cxn>
                <a:cxn ang="0">
                  <a:pos x="163" y="1"/>
                </a:cxn>
                <a:cxn ang="0">
                  <a:pos x="161" y="4"/>
                </a:cxn>
              </a:cxnLst>
              <a:rect l="0" t="0" r="r" b="b"/>
              <a:pathLst>
                <a:path w="171" h="1042">
                  <a:moveTo>
                    <a:pt x="161" y="4"/>
                  </a:moveTo>
                  <a:lnTo>
                    <a:pt x="161" y="4"/>
                  </a:lnTo>
                  <a:lnTo>
                    <a:pt x="161" y="39"/>
                  </a:lnTo>
                  <a:lnTo>
                    <a:pt x="159" y="73"/>
                  </a:lnTo>
                  <a:lnTo>
                    <a:pt x="156" y="107"/>
                  </a:lnTo>
                  <a:lnTo>
                    <a:pt x="153" y="141"/>
                  </a:lnTo>
                  <a:lnTo>
                    <a:pt x="148" y="175"/>
                  </a:lnTo>
                  <a:lnTo>
                    <a:pt x="142" y="208"/>
                  </a:lnTo>
                  <a:lnTo>
                    <a:pt x="135" y="242"/>
                  </a:lnTo>
                  <a:lnTo>
                    <a:pt x="125" y="276"/>
                  </a:lnTo>
                  <a:lnTo>
                    <a:pt x="125" y="276"/>
                  </a:lnTo>
                  <a:lnTo>
                    <a:pt x="109" y="340"/>
                  </a:lnTo>
                  <a:lnTo>
                    <a:pt x="94" y="404"/>
                  </a:lnTo>
                  <a:lnTo>
                    <a:pt x="87" y="436"/>
                  </a:lnTo>
                  <a:lnTo>
                    <a:pt x="82" y="470"/>
                  </a:lnTo>
                  <a:lnTo>
                    <a:pt x="77" y="503"/>
                  </a:lnTo>
                  <a:lnTo>
                    <a:pt x="73" y="536"/>
                  </a:lnTo>
                  <a:lnTo>
                    <a:pt x="73" y="536"/>
                  </a:lnTo>
                  <a:lnTo>
                    <a:pt x="68" y="568"/>
                  </a:lnTo>
                  <a:lnTo>
                    <a:pt x="63" y="599"/>
                  </a:lnTo>
                  <a:lnTo>
                    <a:pt x="52" y="663"/>
                  </a:lnTo>
                  <a:lnTo>
                    <a:pt x="47" y="695"/>
                  </a:lnTo>
                  <a:lnTo>
                    <a:pt x="43" y="727"/>
                  </a:lnTo>
                  <a:lnTo>
                    <a:pt x="39" y="759"/>
                  </a:lnTo>
                  <a:lnTo>
                    <a:pt x="38" y="791"/>
                  </a:lnTo>
                  <a:lnTo>
                    <a:pt x="38" y="791"/>
                  </a:lnTo>
                  <a:lnTo>
                    <a:pt x="36" y="824"/>
                  </a:lnTo>
                  <a:lnTo>
                    <a:pt x="33" y="856"/>
                  </a:lnTo>
                  <a:lnTo>
                    <a:pt x="28" y="888"/>
                  </a:lnTo>
                  <a:lnTo>
                    <a:pt x="22" y="920"/>
                  </a:lnTo>
                  <a:lnTo>
                    <a:pt x="22" y="920"/>
                  </a:lnTo>
                  <a:lnTo>
                    <a:pt x="10" y="973"/>
                  </a:lnTo>
                  <a:lnTo>
                    <a:pt x="4" y="999"/>
                  </a:lnTo>
                  <a:lnTo>
                    <a:pt x="1" y="1025"/>
                  </a:lnTo>
                  <a:lnTo>
                    <a:pt x="1" y="1025"/>
                  </a:lnTo>
                  <a:lnTo>
                    <a:pt x="0" y="1028"/>
                  </a:lnTo>
                  <a:lnTo>
                    <a:pt x="0" y="1038"/>
                  </a:lnTo>
                  <a:lnTo>
                    <a:pt x="0" y="1038"/>
                  </a:lnTo>
                  <a:lnTo>
                    <a:pt x="0" y="1040"/>
                  </a:lnTo>
                  <a:lnTo>
                    <a:pt x="1" y="1041"/>
                  </a:lnTo>
                  <a:lnTo>
                    <a:pt x="3" y="1042"/>
                  </a:lnTo>
                  <a:lnTo>
                    <a:pt x="5" y="1042"/>
                  </a:lnTo>
                  <a:lnTo>
                    <a:pt x="6" y="1042"/>
                  </a:lnTo>
                  <a:lnTo>
                    <a:pt x="9" y="1041"/>
                  </a:lnTo>
                  <a:lnTo>
                    <a:pt x="10" y="1040"/>
                  </a:lnTo>
                  <a:lnTo>
                    <a:pt x="10" y="1038"/>
                  </a:lnTo>
                  <a:lnTo>
                    <a:pt x="10" y="1038"/>
                  </a:lnTo>
                  <a:lnTo>
                    <a:pt x="11" y="1021"/>
                  </a:lnTo>
                  <a:lnTo>
                    <a:pt x="13" y="1005"/>
                  </a:lnTo>
                  <a:lnTo>
                    <a:pt x="16" y="988"/>
                  </a:lnTo>
                  <a:lnTo>
                    <a:pt x="19" y="972"/>
                  </a:lnTo>
                  <a:lnTo>
                    <a:pt x="27" y="938"/>
                  </a:lnTo>
                  <a:lnTo>
                    <a:pt x="34" y="905"/>
                  </a:lnTo>
                  <a:lnTo>
                    <a:pt x="34" y="905"/>
                  </a:lnTo>
                  <a:lnTo>
                    <a:pt x="39" y="878"/>
                  </a:lnTo>
                  <a:lnTo>
                    <a:pt x="44" y="849"/>
                  </a:lnTo>
                  <a:lnTo>
                    <a:pt x="47" y="820"/>
                  </a:lnTo>
                  <a:lnTo>
                    <a:pt x="48" y="791"/>
                  </a:lnTo>
                  <a:lnTo>
                    <a:pt x="48" y="791"/>
                  </a:lnTo>
                  <a:lnTo>
                    <a:pt x="49" y="759"/>
                  </a:lnTo>
                  <a:lnTo>
                    <a:pt x="52" y="727"/>
                  </a:lnTo>
                  <a:lnTo>
                    <a:pt x="57" y="695"/>
                  </a:lnTo>
                  <a:lnTo>
                    <a:pt x="62" y="663"/>
                  </a:lnTo>
                  <a:lnTo>
                    <a:pt x="74" y="600"/>
                  </a:lnTo>
                  <a:lnTo>
                    <a:pt x="78" y="568"/>
                  </a:lnTo>
                  <a:lnTo>
                    <a:pt x="82" y="536"/>
                  </a:lnTo>
                  <a:lnTo>
                    <a:pt x="82" y="536"/>
                  </a:lnTo>
                  <a:lnTo>
                    <a:pt x="86" y="501"/>
                  </a:lnTo>
                  <a:lnTo>
                    <a:pt x="91" y="465"/>
                  </a:lnTo>
                  <a:lnTo>
                    <a:pt x="97" y="431"/>
                  </a:lnTo>
                  <a:lnTo>
                    <a:pt x="105" y="396"/>
                  </a:lnTo>
                  <a:lnTo>
                    <a:pt x="113" y="362"/>
                  </a:lnTo>
                  <a:lnTo>
                    <a:pt x="121" y="328"/>
                  </a:lnTo>
                  <a:lnTo>
                    <a:pt x="140" y="261"/>
                  </a:lnTo>
                  <a:lnTo>
                    <a:pt x="140" y="261"/>
                  </a:lnTo>
                  <a:lnTo>
                    <a:pt x="148" y="229"/>
                  </a:lnTo>
                  <a:lnTo>
                    <a:pt x="154" y="197"/>
                  </a:lnTo>
                  <a:lnTo>
                    <a:pt x="160" y="166"/>
                  </a:lnTo>
                  <a:lnTo>
                    <a:pt x="164" y="134"/>
                  </a:lnTo>
                  <a:lnTo>
                    <a:pt x="168" y="101"/>
                  </a:lnTo>
                  <a:lnTo>
                    <a:pt x="170" y="69"/>
                  </a:lnTo>
                  <a:lnTo>
                    <a:pt x="171" y="37"/>
                  </a:lnTo>
                  <a:lnTo>
                    <a:pt x="171" y="4"/>
                  </a:lnTo>
                  <a:lnTo>
                    <a:pt x="171" y="4"/>
                  </a:lnTo>
                  <a:lnTo>
                    <a:pt x="171" y="2"/>
                  </a:lnTo>
                  <a:lnTo>
                    <a:pt x="170" y="1"/>
                  </a:lnTo>
                  <a:lnTo>
                    <a:pt x="168" y="0"/>
                  </a:lnTo>
                  <a:lnTo>
                    <a:pt x="167" y="0"/>
                  </a:lnTo>
                  <a:lnTo>
                    <a:pt x="164" y="0"/>
                  </a:lnTo>
                  <a:lnTo>
                    <a:pt x="163" y="1"/>
                  </a:lnTo>
                  <a:lnTo>
                    <a:pt x="161" y="2"/>
                  </a:lnTo>
                  <a:lnTo>
                    <a:pt x="161" y="4"/>
                  </a:lnTo>
                  <a:lnTo>
                    <a:pt x="161" y="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76" name="Freeform 728"/>
            <p:cNvSpPr/>
            <p:nvPr/>
          </p:nvSpPr>
          <p:spPr bwMode="auto">
            <a:xfrm>
              <a:off x="5608638" y="4162425"/>
              <a:ext cx="123825" cy="544513"/>
            </a:xfrm>
            <a:custGeom>
              <a:avLst/>
              <a:gdLst/>
              <a:ahLst/>
              <a:cxnLst>
                <a:cxn ang="0">
                  <a:pos x="226" y="1"/>
                </a:cxn>
                <a:cxn ang="0">
                  <a:pos x="209" y="14"/>
                </a:cxn>
                <a:cxn ang="0">
                  <a:pos x="198" y="30"/>
                </a:cxn>
                <a:cxn ang="0">
                  <a:pos x="192" y="48"/>
                </a:cxn>
                <a:cxn ang="0">
                  <a:pos x="187" y="69"/>
                </a:cxn>
                <a:cxn ang="0">
                  <a:pos x="177" y="145"/>
                </a:cxn>
                <a:cxn ang="0">
                  <a:pos x="164" y="219"/>
                </a:cxn>
                <a:cxn ang="0">
                  <a:pos x="156" y="254"/>
                </a:cxn>
                <a:cxn ang="0">
                  <a:pos x="142" y="357"/>
                </a:cxn>
                <a:cxn ang="0">
                  <a:pos x="136" y="392"/>
                </a:cxn>
                <a:cxn ang="0">
                  <a:pos x="116" y="498"/>
                </a:cxn>
                <a:cxn ang="0">
                  <a:pos x="109" y="533"/>
                </a:cxn>
                <a:cxn ang="0">
                  <a:pos x="81" y="637"/>
                </a:cxn>
                <a:cxn ang="0">
                  <a:pos x="62" y="707"/>
                </a:cxn>
                <a:cxn ang="0">
                  <a:pos x="49" y="779"/>
                </a:cxn>
                <a:cxn ang="0">
                  <a:pos x="45" y="813"/>
                </a:cxn>
                <a:cxn ang="0">
                  <a:pos x="43" y="847"/>
                </a:cxn>
                <a:cxn ang="0">
                  <a:pos x="38" y="878"/>
                </a:cxn>
                <a:cxn ang="0">
                  <a:pos x="34" y="910"/>
                </a:cxn>
                <a:cxn ang="0">
                  <a:pos x="31" y="924"/>
                </a:cxn>
                <a:cxn ang="0">
                  <a:pos x="24" y="951"/>
                </a:cxn>
                <a:cxn ang="0">
                  <a:pos x="20" y="965"/>
                </a:cxn>
                <a:cxn ang="0">
                  <a:pos x="12" y="999"/>
                </a:cxn>
                <a:cxn ang="0">
                  <a:pos x="8" y="1010"/>
                </a:cxn>
                <a:cxn ang="0">
                  <a:pos x="3" y="1010"/>
                </a:cxn>
                <a:cxn ang="0">
                  <a:pos x="0" y="1014"/>
                </a:cxn>
                <a:cxn ang="0">
                  <a:pos x="0" y="1024"/>
                </a:cxn>
                <a:cxn ang="0">
                  <a:pos x="4" y="1029"/>
                </a:cxn>
                <a:cxn ang="0">
                  <a:pos x="9" y="1027"/>
                </a:cxn>
                <a:cxn ang="0">
                  <a:pos x="12" y="1021"/>
                </a:cxn>
                <a:cxn ang="0">
                  <a:pos x="18" y="1007"/>
                </a:cxn>
                <a:cxn ang="0">
                  <a:pos x="24" y="987"/>
                </a:cxn>
                <a:cxn ang="0">
                  <a:pos x="31" y="964"/>
                </a:cxn>
                <a:cxn ang="0">
                  <a:pos x="38" y="940"/>
                </a:cxn>
                <a:cxn ang="0">
                  <a:pos x="42" y="912"/>
                </a:cxn>
                <a:cxn ang="0">
                  <a:pos x="45" y="884"/>
                </a:cxn>
                <a:cxn ang="0">
                  <a:pos x="48" y="869"/>
                </a:cxn>
                <a:cxn ang="0">
                  <a:pos x="54" y="822"/>
                </a:cxn>
                <a:cxn ang="0">
                  <a:pos x="57" y="786"/>
                </a:cxn>
                <a:cxn ang="0">
                  <a:pos x="70" y="715"/>
                </a:cxn>
                <a:cxn ang="0">
                  <a:pos x="79" y="680"/>
                </a:cxn>
                <a:cxn ang="0">
                  <a:pos x="100" y="607"/>
                </a:cxn>
                <a:cxn ang="0">
                  <a:pos x="118" y="534"/>
                </a:cxn>
                <a:cxn ang="0">
                  <a:pos x="133" y="467"/>
                </a:cxn>
                <a:cxn ang="0">
                  <a:pos x="144" y="399"/>
                </a:cxn>
                <a:cxn ang="0">
                  <a:pos x="164" y="263"/>
                </a:cxn>
                <a:cxn ang="0">
                  <a:pos x="176" y="194"/>
                </a:cxn>
                <a:cxn ang="0">
                  <a:pos x="188" y="126"/>
                </a:cxn>
                <a:cxn ang="0">
                  <a:pos x="193" y="94"/>
                </a:cxn>
                <a:cxn ang="0">
                  <a:pos x="198" y="61"/>
                </a:cxn>
                <a:cxn ang="0">
                  <a:pos x="205" y="38"/>
                </a:cxn>
                <a:cxn ang="0">
                  <a:pos x="213" y="25"/>
                </a:cxn>
                <a:cxn ang="0">
                  <a:pos x="224" y="13"/>
                </a:cxn>
                <a:cxn ang="0">
                  <a:pos x="230" y="9"/>
                </a:cxn>
                <a:cxn ang="0">
                  <a:pos x="232" y="5"/>
                </a:cxn>
                <a:cxn ang="0">
                  <a:pos x="232" y="2"/>
                </a:cxn>
                <a:cxn ang="0">
                  <a:pos x="229" y="0"/>
                </a:cxn>
                <a:cxn ang="0">
                  <a:pos x="226" y="1"/>
                </a:cxn>
              </a:cxnLst>
              <a:rect l="0" t="0" r="r" b="b"/>
              <a:pathLst>
                <a:path w="232" h="1029">
                  <a:moveTo>
                    <a:pt x="226" y="1"/>
                  </a:moveTo>
                  <a:lnTo>
                    <a:pt x="226" y="1"/>
                  </a:lnTo>
                  <a:lnTo>
                    <a:pt x="216" y="7"/>
                  </a:lnTo>
                  <a:lnTo>
                    <a:pt x="209" y="14"/>
                  </a:lnTo>
                  <a:lnTo>
                    <a:pt x="203" y="22"/>
                  </a:lnTo>
                  <a:lnTo>
                    <a:pt x="198" y="30"/>
                  </a:lnTo>
                  <a:lnTo>
                    <a:pt x="195" y="39"/>
                  </a:lnTo>
                  <a:lnTo>
                    <a:pt x="192" y="48"/>
                  </a:lnTo>
                  <a:lnTo>
                    <a:pt x="189" y="59"/>
                  </a:lnTo>
                  <a:lnTo>
                    <a:pt x="187" y="69"/>
                  </a:lnTo>
                  <a:lnTo>
                    <a:pt x="187" y="69"/>
                  </a:lnTo>
                  <a:lnTo>
                    <a:pt x="177" y="145"/>
                  </a:lnTo>
                  <a:lnTo>
                    <a:pt x="171" y="182"/>
                  </a:lnTo>
                  <a:lnTo>
                    <a:pt x="164" y="219"/>
                  </a:lnTo>
                  <a:lnTo>
                    <a:pt x="164" y="219"/>
                  </a:lnTo>
                  <a:lnTo>
                    <a:pt x="156" y="254"/>
                  </a:lnTo>
                  <a:lnTo>
                    <a:pt x="151" y="288"/>
                  </a:lnTo>
                  <a:lnTo>
                    <a:pt x="142" y="357"/>
                  </a:lnTo>
                  <a:lnTo>
                    <a:pt x="142" y="357"/>
                  </a:lnTo>
                  <a:lnTo>
                    <a:pt x="136" y="392"/>
                  </a:lnTo>
                  <a:lnTo>
                    <a:pt x="130" y="428"/>
                  </a:lnTo>
                  <a:lnTo>
                    <a:pt x="116" y="498"/>
                  </a:lnTo>
                  <a:lnTo>
                    <a:pt x="116" y="498"/>
                  </a:lnTo>
                  <a:lnTo>
                    <a:pt x="109" y="533"/>
                  </a:lnTo>
                  <a:lnTo>
                    <a:pt x="100" y="568"/>
                  </a:lnTo>
                  <a:lnTo>
                    <a:pt x="81" y="637"/>
                  </a:lnTo>
                  <a:lnTo>
                    <a:pt x="71" y="672"/>
                  </a:lnTo>
                  <a:lnTo>
                    <a:pt x="62" y="707"/>
                  </a:lnTo>
                  <a:lnTo>
                    <a:pt x="54" y="743"/>
                  </a:lnTo>
                  <a:lnTo>
                    <a:pt x="49" y="779"/>
                  </a:lnTo>
                  <a:lnTo>
                    <a:pt x="49" y="779"/>
                  </a:lnTo>
                  <a:lnTo>
                    <a:pt x="45" y="813"/>
                  </a:lnTo>
                  <a:lnTo>
                    <a:pt x="43" y="847"/>
                  </a:lnTo>
                  <a:lnTo>
                    <a:pt x="43" y="847"/>
                  </a:lnTo>
                  <a:lnTo>
                    <a:pt x="41" y="862"/>
                  </a:lnTo>
                  <a:lnTo>
                    <a:pt x="38" y="878"/>
                  </a:lnTo>
                  <a:lnTo>
                    <a:pt x="35" y="894"/>
                  </a:lnTo>
                  <a:lnTo>
                    <a:pt x="34" y="910"/>
                  </a:lnTo>
                  <a:lnTo>
                    <a:pt x="34" y="910"/>
                  </a:lnTo>
                  <a:lnTo>
                    <a:pt x="31" y="924"/>
                  </a:lnTo>
                  <a:lnTo>
                    <a:pt x="28" y="938"/>
                  </a:lnTo>
                  <a:lnTo>
                    <a:pt x="24" y="951"/>
                  </a:lnTo>
                  <a:lnTo>
                    <a:pt x="20" y="965"/>
                  </a:lnTo>
                  <a:lnTo>
                    <a:pt x="20" y="965"/>
                  </a:lnTo>
                  <a:lnTo>
                    <a:pt x="15" y="987"/>
                  </a:lnTo>
                  <a:lnTo>
                    <a:pt x="12" y="999"/>
                  </a:lnTo>
                  <a:lnTo>
                    <a:pt x="8" y="1010"/>
                  </a:lnTo>
                  <a:lnTo>
                    <a:pt x="8" y="1010"/>
                  </a:lnTo>
                  <a:lnTo>
                    <a:pt x="5" y="1010"/>
                  </a:lnTo>
                  <a:lnTo>
                    <a:pt x="3" y="1010"/>
                  </a:lnTo>
                  <a:lnTo>
                    <a:pt x="0" y="1012"/>
                  </a:lnTo>
                  <a:lnTo>
                    <a:pt x="0" y="1014"/>
                  </a:lnTo>
                  <a:lnTo>
                    <a:pt x="0" y="1024"/>
                  </a:lnTo>
                  <a:lnTo>
                    <a:pt x="0" y="1024"/>
                  </a:lnTo>
                  <a:lnTo>
                    <a:pt x="1" y="1027"/>
                  </a:lnTo>
                  <a:lnTo>
                    <a:pt x="4" y="1029"/>
                  </a:lnTo>
                  <a:lnTo>
                    <a:pt x="7" y="1028"/>
                  </a:lnTo>
                  <a:lnTo>
                    <a:pt x="9" y="1027"/>
                  </a:lnTo>
                  <a:lnTo>
                    <a:pt x="9" y="1027"/>
                  </a:lnTo>
                  <a:lnTo>
                    <a:pt x="12" y="1021"/>
                  </a:lnTo>
                  <a:lnTo>
                    <a:pt x="14" y="1017"/>
                  </a:lnTo>
                  <a:lnTo>
                    <a:pt x="18" y="1007"/>
                  </a:lnTo>
                  <a:lnTo>
                    <a:pt x="20" y="998"/>
                  </a:lnTo>
                  <a:lnTo>
                    <a:pt x="24" y="987"/>
                  </a:lnTo>
                  <a:lnTo>
                    <a:pt x="24" y="987"/>
                  </a:lnTo>
                  <a:lnTo>
                    <a:pt x="31" y="964"/>
                  </a:lnTo>
                  <a:lnTo>
                    <a:pt x="38" y="940"/>
                  </a:lnTo>
                  <a:lnTo>
                    <a:pt x="38" y="940"/>
                  </a:lnTo>
                  <a:lnTo>
                    <a:pt x="41" y="926"/>
                  </a:lnTo>
                  <a:lnTo>
                    <a:pt x="42" y="912"/>
                  </a:lnTo>
                  <a:lnTo>
                    <a:pt x="43" y="899"/>
                  </a:lnTo>
                  <a:lnTo>
                    <a:pt x="45" y="884"/>
                  </a:lnTo>
                  <a:lnTo>
                    <a:pt x="45" y="884"/>
                  </a:lnTo>
                  <a:lnTo>
                    <a:pt x="48" y="869"/>
                  </a:lnTo>
                  <a:lnTo>
                    <a:pt x="51" y="853"/>
                  </a:lnTo>
                  <a:lnTo>
                    <a:pt x="54" y="822"/>
                  </a:lnTo>
                  <a:lnTo>
                    <a:pt x="54" y="822"/>
                  </a:lnTo>
                  <a:lnTo>
                    <a:pt x="57" y="786"/>
                  </a:lnTo>
                  <a:lnTo>
                    <a:pt x="62" y="750"/>
                  </a:lnTo>
                  <a:lnTo>
                    <a:pt x="70" y="715"/>
                  </a:lnTo>
                  <a:lnTo>
                    <a:pt x="74" y="697"/>
                  </a:lnTo>
                  <a:lnTo>
                    <a:pt x="79" y="680"/>
                  </a:lnTo>
                  <a:lnTo>
                    <a:pt x="79" y="680"/>
                  </a:lnTo>
                  <a:lnTo>
                    <a:pt x="100" y="607"/>
                  </a:lnTo>
                  <a:lnTo>
                    <a:pt x="118" y="534"/>
                  </a:lnTo>
                  <a:lnTo>
                    <a:pt x="118" y="534"/>
                  </a:lnTo>
                  <a:lnTo>
                    <a:pt x="125" y="501"/>
                  </a:lnTo>
                  <a:lnTo>
                    <a:pt x="133" y="467"/>
                  </a:lnTo>
                  <a:lnTo>
                    <a:pt x="139" y="433"/>
                  </a:lnTo>
                  <a:lnTo>
                    <a:pt x="144" y="399"/>
                  </a:lnTo>
                  <a:lnTo>
                    <a:pt x="164" y="263"/>
                  </a:lnTo>
                  <a:lnTo>
                    <a:pt x="164" y="263"/>
                  </a:lnTo>
                  <a:lnTo>
                    <a:pt x="169" y="228"/>
                  </a:lnTo>
                  <a:lnTo>
                    <a:pt x="176" y="194"/>
                  </a:lnTo>
                  <a:lnTo>
                    <a:pt x="182" y="160"/>
                  </a:lnTo>
                  <a:lnTo>
                    <a:pt x="188" y="126"/>
                  </a:lnTo>
                  <a:lnTo>
                    <a:pt x="188" y="126"/>
                  </a:lnTo>
                  <a:lnTo>
                    <a:pt x="193" y="94"/>
                  </a:lnTo>
                  <a:lnTo>
                    <a:pt x="195" y="77"/>
                  </a:lnTo>
                  <a:lnTo>
                    <a:pt x="198" y="61"/>
                  </a:lnTo>
                  <a:lnTo>
                    <a:pt x="202" y="45"/>
                  </a:lnTo>
                  <a:lnTo>
                    <a:pt x="205" y="38"/>
                  </a:lnTo>
                  <a:lnTo>
                    <a:pt x="208" y="32"/>
                  </a:lnTo>
                  <a:lnTo>
                    <a:pt x="213" y="25"/>
                  </a:lnTo>
                  <a:lnTo>
                    <a:pt x="217" y="18"/>
                  </a:lnTo>
                  <a:lnTo>
                    <a:pt x="224" y="13"/>
                  </a:lnTo>
                  <a:lnTo>
                    <a:pt x="230" y="9"/>
                  </a:lnTo>
                  <a:lnTo>
                    <a:pt x="230" y="9"/>
                  </a:lnTo>
                  <a:lnTo>
                    <a:pt x="232" y="7"/>
                  </a:lnTo>
                  <a:lnTo>
                    <a:pt x="232" y="5"/>
                  </a:lnTo>
                  <a:lnTo>
                    <a:pt x="232" y="4"/>
                  </a:lnTo>
                  <a:lnTo>
                    <a:pt x="232" y="2"/>
                  </a:lnTo>
                  <a:lnTo>
                    <a:pt x="231" y="1"/>
                  </a:lnTo>
                  <a:lnTo>
                    <a:pt x="229" y="0"/>
                  </a:lnTo>
                  <a:lnTo>
                    <a:pt x="228" y="0"/>
                  </a:lnTo>
                  <a:lnTo>
                    <a:pt x="226" y="1"/>
                  </a:lnTo>
                  <a:lnTo>
                    <a:pt x="226" y="1"/>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77" name="Freeform 729"/>
            <p:cNvSpPr/>
            <p:nvPr/>
          </p:nvSpPr>
          <p:spPr bwMode="auto">
            <a:xfrm>
              <a:off x="5638801" y="4605338"/>
              <a:ext cx="34925" cy="111125"/>
            </a:xfrm>
            <a:custGeom>
              <a:avLst/>
              <a:gdLst/>
              <a:ahLst/>
              <a:cxnLst>
                <a:cxn ang="0">
                  <a:pos x="58" y="1"/>
                </a:cxn>
                <a:cxn ang="0">
                  <a:pos x="58" y="1"/>
                </a:cxn>
                <a:cxn ang="0">
                  <a:pos x="52" y="10"/>
                </a:cxn>
                <a:cxn ang="0">
                  <a:pos x="48" y="20"/>
                </a:cxn>
                <a:cxn ang="0">
                  <a:pos x="44" y="31"/>
                </a:cxn>
                <a:cxn ang="0">
                  <a:pos x="41" y="42"/>
                </a:cxn>
                <a:cxn ang="0">
                  <a:pos x="36" y="66"/>
                </a:cxn>
                <a:cxn ang="0">
                  <a:pos x="32" y="87"/>
                </a:cxn>
                <a:cxn ang="0">
                  <a:pos x="32" y="87"/>
                </a:cxn>
                <a:cxn ang="0">
                  <a:pos x="24" y="117"/>
                </a:cxn>
                <a:cxn ang="0">
                  <a:pos x="15" y="147"/>
                </a:cxn>
                <a:cxn ang="0">
                  <a:pos x="6" y="176"/>
                </a:cxn>
                <a:cxn ang="0">
                  <a:pos x="3" y="192"/>
                </a:cxn>
                <a:cxn ang="0">
                  <a:pos x="0" y="207"/>
                </a:cxn>
                <a:cxn ang="0">
                  <a:pos x="0" y="207"/>
                </a:cxn>
                <a:cxn ang="0">
                  <a:pos x="0" y="209"/>
                </a:cxn>
                <a:cxn ang="0">
                  <a:pos x="1" y="210"/>
                </a:cxn>
                <a:cxn ang="0">
                  <a:pos x="4" y="212"/>
                </a:cxn>
                <a:cxn ang="0">
                  <a:pos x="5" y="212"/>
                </a:cxn>
                <a:cxn ang="0">
                  <a:pos x="8" y="212"/>
                </a:cxn>
                <a:cxn ang="0">
                  <a:pos x="9" y="211"/>
                </a:cxn>
                <a:cxn ang="0">
                  <a:pos x="10" y="209"/>
                </a:cxn>
                <a:cxn ang="0">
                  <a:pos x="10" y="209"/>
                </a:cxn>
                <a:cxn ang="0">
                  <a:pos x="14" y="184"/>
                </a:cxn>
                <a:cxn ang="0">
                  <a:pos x="21" y="161"/>
                </a:cxn>
                <a:cxn ang="0">
                  <a:pos x="35" y="112"/>
                </a:cxn>
                <a:cxn ang="0">
                  <a:pos x="35" y="112"/>
                </a:cxn>
                <a:cxn ang="0">
                  <a:pos x="42" y="89"/>
                </a:cxn>
                <a:cxn ang="0">
                  <a:pos x="47" y="66"/>
                </a:cxn>
                <a:cxn ang="0">
                  <a:pos x="47" y="66"/>
                </a:cxn>
                <a:cxn ang="0">
                  <a:pos x="50" y="51"/>
                </a:cxn>
                <a:cxn ang="0">
                  <a:pos x="53" y="36"/>
                </a:cxn>
                <a:cxn ang="0">
                  <a:pos x="55" y="27"/>
                </a:cxn>
                <a:cxn ang="0">
                  <a:pos x="58" y="20"/>
                </a:cxn>
                <a:cxn ang="0">
                  <a:pos x="61" y="13"/>
                </a:cxn>
                <a:cxn ang="0">
                  <a:pos x="65" y="8"/>
                </a:cxn>
                <a:cxn ang="0">
                  <a:pos x="65" y="8"/>
                </a:cxn>
                <a:cxn ang="0">
                  <a:pos x="66" y="6"/>
                </a:cxn>
                <a:cxn ang="0">
                  <a:pos x="66" y="4"/>
                </a:cxn>
                <a:cxn ang="0">
                  <a:pos x="64" y="1"/>
                </a:cxn>
                <a:cxn ang="0">
                  <a:pos x="63" y="0"/>
                </a:cxn>
                <a:cxn ang="0">
                  <a:pos x="61" y="0"/>
                </a:cxn>
                <a:cxn ang="0">
                  <a:pos x="60" y="0"/>
                </a:cxn>
                <a:cxn ang="0">
                  <a:pos x="58" y="1"/>
                </a:cxn>
                <a:cxn ang="0">
                  <a:pos x="58" y="1"/>
                </a:cxn>
              </a:cxnLst>
              <a:rect l="0" t="0" r="r" b="b"/>
              <a:pathLst>
                <a:path w="66" h="212">
                  <a:moveTo>
                    <a:pt x="58" y="1"/>
                  </a:moveTo>
                  <a:lnTo>
                    <a:pt x="58" y="1"/>
                  </a:lnTo>
                  <a:lnTo>
                    <a:pt x="52" y="10"/>
                  </a:lnTo>
                  <a:lnTo>
                    <a:pt x="48" y="20"/>
                  </a:lnTo>
                  <a:lnTo>
                    <a:pt x="44" y="31"/>
                  </a:lnTo>
                  <a:lnTo>
                    <a:pt x="41" y="42"/>
                  </a:lnTo>
                  <a:lnTo>
                    <a:pt x="36" y="66"/>
                  </a:lnTo>
                  <a:lnTo>
                    <a:pt x="32" y="87"/>
                  </a:lnTo>
                  <a:lnTo>
                    <a:pt x="32" y="87"/>
                  </a:lnTo>
                  <a:lnTo>
                    <a:pt x="24" y="117"/>
                  </a:lnTo>
                  <a:lnTo>
                    <a:pt x="15" y="147"/>
                  </a:lnTo>
                  <a:lnTo>
                    <a:pt x="6" y="176"/>
                  </a:lnTo>
                  <a:lnTo>
                    <a:pt x="3" y="192"/>
                  </a:lnTo>
                  <a:lnTo>
                    <a:pt x="0" y="207"/>
                  </a:lnTo>
                  <a:lnTo>
                    <a:pt x="0" y="207"/>
                  </a:lnTo>
                  <a:lnTo>
                    <a:pt x="0" y="209"/>
                  </a:lnTo>
                  <a:lnTo>
                    <a:pt x="1" y="210"/>
                  </a:lnTo>
                  <a:lnTo>
                    <a:pt x="4" y="212"/>
                  </a:lnTo>
                  <a:lnTo>
                    <a:pt x="5" y="212"/>
                  </a:lnTo>
                  <a:lnTo>
                    <a:pt x="8" y="212"/>
                  </a:lnTo>
                  <a:lnTo>
                    <a:pt x="9" y="211"/>
                  </a:lnTo>
                  <a:lnTo>
                    <a:pt x="10" y="209"/>
                  </a:lnTo>
                  <a:lnTo>
                    <a:pt x="10" y="209"/>
                  </a:lnTo>
                  <a:lnTo>
                    <a:pt x="14" y="184"/>
                  </a:lnTo>
                  <a:lnTo>
                    <a:pt x="21" y="161"/>
                  </a:lnTo>
                  <a:lnTo>
                    <a:pt x="35" y="112"/>
                  </a:lnTo>
                  <a:lnTo>
                    <a:pt x="35" y="112"/>
                  </a:lnTo>
                  <a:lnTo>
                    <a:pt x="42" y="89"/>
                  </a:lnTo>
                  <a:lnTo>
                    <a:pt x="47" y="66"/>
                  </a:lnTo>
                  <a:lnTo>
                    <a:pt x="47" y="66"/>
                  </a:lnTo>
                  <a:lnTo>
                    <a:pt x="50" y="51"/>
                  </a:lnTo>
                  <a:lnTo>
                    <a:pt x="53" y="36"/>
                  </a:lnTo>
                  <a:lnTo>
                    <a:pt x="55" y="27"/>
                  </a:lnTo>
                  <a:lnTo>
                    <a:pt x="58" y="20"/>
                  </a:lnTo>
                  <a:lnTo>
                    <a:pt x="61" y="13"/>
                  </a:lnTo>
                  <a:lnTo>
                    <a:pt x="65" y="8"/>
                  </a:lnTo>
                  <a:lnTo>
                    <a:pt x="65" y="8"/>
                  </a:lnTo>
                  <a:lnTo>
                    <a:pt x="66" y="6"/>
                  </a:lnTo>
                  <a:lnTo>
                    <a:pt x="66" y="4"/>
                  </a:lnTo>
                  <a:lnTo>
                    <a:pt x="64" y="1"/>
                  </a:lnTo>
                  <a:lnTo>
                    <a:pt x="63" y="0"/>
                  </a:lnTo>
                  <a:lnTo>
                    <a:pt x="61" y="0"/>
                  </a:lnTo>
                  <a:lnTo>
                    <a:pt x="60" y="0"/>
                  </a:lnTo>
                  <a:lnTo>
                    <a:pt x="58" y="1"/>
                  </a:lnTo>
                  <a:lnTo>
                    <a:pt x="58" y="1"/>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78" name="Freeform 730"/>
            <p:cNvSpPr/>
            <p:nvPr/>
          </p:nvSpPr>
          <p:spPr bwMode="auto">
            <a:xfrm>
              <a:off x="5664201" y="4646613"/>
              <a:ext cx="25400" cy="76200"/>
            </a:xfrm>
            <a:custGeom>
              <a:avLst/>
              <a:gdLst/>
              <a:ahLst/>
              <a:cxnLst>
                <a:cxn ang="0">
                  <a:pos x="37" y="4"/>
                </a:cxn>
                <a:cxn ang="0">
                  <a:pos x="37" y="4"/>
                </a:cxn>
                <a:cxn ang="0">
                  <a:pos x="36" y="12"/>
                </a:cxn>
                <a:cxn ang="0">
                  <a:pos x="35" y="21"/>
                </a:cxn>
                <a:cxn ang="0">
                  <a:pos x="30" y="35"/>
                </a:cxn>
                <a:cxn ang="0">
                  <a:pos x="25" y="51"/>
                </a:cxn>
                <a:cxn ang="0">
                  <a:pos x="20" y="66"/>
                </a:cxn>
                <a:cxn ang="0">
                  <a:pos x="20" y="66"/>
                </a:cxn>
                <a:cxn ang="0">
                  <a:pos x="15" y="84"/>
                </a:cxn>
                <a:cxn ang="0">
                  <a:pos x="9" y="101"/>
                </a:cxn>
                <a:cxn ang="0">
                  <a:pos x="4" y="119"/>
                </a:cxn>
                <a:cxn ang="0">
                  <a:pos x="0" y="136"/>
                </a:cxn>
                <a:cxn ang="0">
                  <a:pos x="0" y="136"/>
                </a:cxn>
                <a:cxn ang="0">
                  <a:pos x="0" y="139"/>
                </a:cxn>
                <a:cxn ang="0">
                  <a:pos x="1" y="140"/>
                </a:cxn>
                <a:cxn ang="0">
                  <a:pos x="2" y="142"/>
                </a:cxn>
                <a:cxn ang="0">
                  <a:pos x="3" y="142"/>
                </a:cxn>
                <a:cxn ang="0">
                  <a:pos x="5" y="142"/>
                </a:cxn>
                <a:cxn ang="0">
                  <a:pos x="7" y="142"/>
                </a:cxn>
                <a:cxn ang="0">
                  <a:pos x="8" y="141"/>
                </a:cxn>
                <a:cxn ang="0">
                  <a:pos x="9" y="139"/>
                </a:cxn>
                <a:cxn ang="0">
                  <a:pos x="9" y="139"/>
                </a:cxn>
                <a:cxn ang="0">
                  <a:pos x="13" y="121"/>
                </a:cxn>
                <a:cxn ang="0">
                  <a:pos x="18" y="103"/>
                </a:cxn>
                <a:cxn ang="0">
                  <a:pos x="29" y="69"/>
                </a:cxn>
                <a:cxn ang="0">
                  <a:pos x="29" y="69"/>
                </a:cxn>
                <a:cxn ang="0">
                  <a:pos x="34" y="53"/>
                </a:cxn>
                <a:cxn ang="0">
                  <a:pos x="40" y="37"/>
                </a:cxn>
                <a:cxn ang="0">
                  <a:pos x="44" y="21"/>
                </a:cxn>
                <a:cxn ang="0">
                  <a:pos x="46" y="12"/>
                </a:cxn>
                <a:cxn ang="0">
                  <a:pos x="47" y="4"/>
                </a:cxn>
                <a:cxn ang="0">
                  <a:pos x="47" y="4"/>
                </a:cxn>
                <a:cxn ang="0">
                  <a:pos x="46" y="2"/>
                </a:cxn>
                <a:cxn ang="0">
                  <a:pos x="45" y="1"/>
                </a:cxn>
                <a:cxn ang="0">
                  <a:pos x="44" y="0"/>
                </a:cxn>
                <a:cxn ang="0">
                  <a:pos x="42" y="0"/>
                </a:cxn>
                <a:cxn ang="0">
                  <a:pos x="39" y="1"/>
                </a:cxn>
                <a:cxn ang="0">
                  <a:pos x="38" y="2"/>
                </a:cxn>
                <a:cxn ang="0">
                  <a:pos x="37" y="4"/>
                </a:cxn>
                <a:cxn ang="0">
                  <a:pos x="37" y="4"/>
                </a:cxn>
              </a:cxnLst>
              <a:rect l="0" t="0" r="r" b="b"/>
              <a:pathLst>
                <a:path w="47" h="142">
                  <a:moveTo>
                    <a:pt x="37" y="4"/>
                  </a:moveTo>
                  <a:lnTo>
                    <a:pt x="37" y="4"/>
                  </a:lnTo>
                  <a:lnTo>
                    <a:pt x="36" y="12"/>
                  </a:lnTo>
                  <a:lnTo>
                    <a:pt x="35" y="21"/>
                  </a:lnTo>
                  <a:lnTo>
                    <a:pt x="30" y="35"/>
                  </a:lnTo>
                  <a:lnTo>
                    <a:pt x="25" y="51"/>
                  </a:lnTo>
                  <a:lnTo>
                    <a:pt x="20" y="66"/>
                  </a:lnTo>
                  <a:lnTo>
                    <a:pt x="20" y="66"/>
                  </a:lnTo>
                  <a:lnTo>
                    <a:pt x="15" y="84"/>
                  </a:lnTo>
                  <a:lnTo>
                    <a:pt x="9" y="101"/>
                  </a:lnTo>
                  <a:lnTo>
                    <a:pt x="4" y="119"/>
                  </a:lnTo>
                  <a:lnTo>
                    <a:pt x="0" y="136"/>
                  </a:lnTo>
                  <a:lnTo>
                    <a:pt x="0" y="136"/>
                  </a:lnTo>
                  <a:lnTo>
                    <a:pt x="0" y="139"/>
                  </a:lnTo>
                  <a:lnTo>
                    <a:pt x="1" y="140"/>
                  </a:lnTo>
                  <a:lnTo>
                    <a:pt x="2" y="142"/>
                  </a:lnTo>
                  <a:lnTo>
                    <a:pt x="3" y="142"/>
                  </a:lnTo>
                  <a:lnTo>
                    <a:pt x="5" y="142"/>
                  </a:lnTo>
                  <a:lnTo>
                    <a:pt x="7" y="142"/>
                  </a:lnTo>
                  <a:lnTo>
                    <a:pt x="8" y="141"/>
                  </a:lnTo>
                  <a:lnTo>
                    <a:pt x="9" y="139"/>
                  </a:lnTo>
                  <a:lnTo>
                    <a:pt x="9" y="139"/>
                  </a:lnTo>
                  <a:lnTo>
                    <a:pt x="13" y="121"/>
                  </a:lnTo>
                  <a:lnTo>
                    <a:pt x="18" y="103"/>
                  </a:lnTo>
                  <a:lnTo>
                    <a:pt x="29" y="69"/>
                  </a:lnTo>
                  <a:lnTo>
                    <a:pt x="29" y="69"/>
                  </a:lnTo>
                  <a:lnTo>
                    <a:pt x="34" y="53"/>
                  </a:lnTo>
                  <a:lnTo>
                    <a:pt x="40" y="37"/>
                  </a:lnTo>
                  <a:lnTo>
                    <a:pt x="44" y="21"/>
                  </a:lnTo>
                  <a:lnTo>
                    <a:pt x="46" y="12"/>
                  </a:lnTo>
                  <a:lnTo>
                    <a:pt x="47" y="4"/>
                  </a:lnTo>
                  <a:lnTo>
                    <a:pt x="47" y="4"/>
                  </a:lnTo>
                  <a:lnTo>
                    <a:pt x="46" y="2"/>
                  </a:lnTo>
                  <a:lnTo>
                    <a:pt x="45" y="1"/>
                  </a:lnTo>
                  <a:lnTo>
                    <a:pt x="44" y="0"/>
                  </a:lnTo>
                  <a:lnTo>
                    <a:pt x="42" y="0"/>
                  </a:lnTo>
                  <a:lnTo>
                    <a:pt x="39" y="1"/>
                  </a:lnTo>
                  <a:lnTo>
                    <a:pt x="38" y="2"/>
                  </a:lnTo>
                  <a:lnTo>
                    <a:pt x="37" y="4"/>
                  </a:lnTo>
                  <a:lnTo>
                    <a:pt x="37" y="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79" name="Freeform 731"/>
            <p:cNvSpPr/>
            <p:nvPr/>
          </p:nvSpPr>
          <p:spPr bwMode="auto">
            <a:xfrm>
              <a:off x="5680076" y="4684713"/>
              <a:ext cx="19050" cy="61913"/>
            </a:xfrm>
            <a:custGeom>
              <a:avLst/>
              <a:gdLst/>
              <a:ahLst/>
              <a:cxnLst>
                <a:cxn ang="0">
                  <a:pos x="30" y="2"/>
                </a:cxn>
                <a:cxn ang="0">
                  <a:pos x="30" y="2"/>
                </a:cxn>
                <a:cxn ang="0">
                  <a:pos x="26" y="9"/>
                </a:cxn>
                <a:cxn ang="0">
                  <a:pos x="22" y="15"/>
                </a:cxn>
                <a:cxn ang="0">
                  <a:pos x="17" y="28"/>
                </a:cxn>
                <a:cxn ang="0">
                  <a:pos x="13" y="42"/>
                </a:cxn>
                <a:cxn ang="0">
                  <a:pos x="11" y="56"/>
                </a:cxn>
                <a:cxn ang="0">
                  <a:pos x="7" y="86"/>
                </a:cxn>
                <a:cxn ang="0">
                  <a:pos x="4" y="99"/>
                </a:cxn>
                <a:cxn ang="0">
                  <a:pos x="0" y="114"/>
                </a:cxn>
                <a:cxn ang="0">
                  <a:pos x="0" y="114"/>
                </a:cxn>
                <a:cxn ang="0">
                  <a:pos x="0" y="116"/>
                </a:cxn>
                <a:cxn ang="0">
                  <a:pos x="1" y="117"/>
                </a:cxn>
                <a:cxn ang="0">
                  <a:pos x="2" y="118"/>
                </a:cxn>
                <a:cxn ang="0">
                  <a:pos x="3" y="119"/>
                </a:cxn>
                <a:cxn ang="0">
                  <a:pos x="7" y="119"/>
                </a:cxn>
                <a:cxn ang="0">
                  <a:pos x="8" y="118"/>
                </a:cxn>
                <a:cxn ang="0">
                  <a:pos x="9" y="116"/>
                </a:cxn>
                <a:cxn ang="0">
                  <a:pos x="9" y="116"/>
                </a:cxn>
                <a:cxn ang="0">
                  <a:pos x="13" y="104"/>
                </a:cxn>
                <a:cxn ang="0">
                  <a:pos x="15" y="89"/>
                </a:cxn>
                <a:cxn ang="0">
                  <a:pos x="19" y="61"/>
                </a:cxn>
                <a:cxn ang="0">
                  <a:pos x="21" y="47"/>
                </a:cxn>
                <a:cxn ang="0">
                  <a:pos x="24" y="33"/>
                </a:cxn>
                <a:cxn ang="0">
                  <a:pos x="30" y="21"/>
                </a:cxn>
                <a:cxn ang="0">
                  <a:pos x="33" y="15"/>
                </a:cxn>
                <a:cxn ang="0">
                  <a:pos x="37" y="10"/>
                </a:cxn>
                <a:cxn ang="0">
                  <a:pos x="37" y="10"/>
                </a:cxn>
                <a:cxn ang="0">
                  <a:pos x="38" y="8"/>
                </a:cxn>
                <a:cxn ang="0">
                  <a:pos x="38" y="5"/>
                </a:cxn>
                <a:cxn ang="0">
                  <a:pos x="36" y="2"/>
                </a:cxn>
                <a:cxn ang="0">
                  <a:pos x="35" y="1"/>
                </a:cxn>
                <a:cxn ang="0">
                  <a:pos x="33" y="0"/>
                </a:cxn>
                <a:cxn ang="0">
                  <a:pos x="32" y="1"/>
                </a:cxn>
                <a:cxn ang="0">
                  <a:pos x="30" y="2"/>
                </a:cxn>
                <a:cxn ang="0">
                  <a:pos x="30" y="2"/>
                </a:cxn>
              </a:cxnLst>
              <a:rect l="0" t="0" r="r" b="b"/>
              <a:pathLst>
                <a:path w="38" h="119">
                  <a:moveTo>
                    <a:pt x="30" y="2"/>
                  </a:moveTo>
                  <a:lnTo>
                    <a:pt x="30" y="2"/>
                  </a:lnTo>
                  <a:lnTo>
                    <a:pt x="26" y="9"/>
                  </a:lnTo>
                  <a:lnTo>
                    <a:pt x="22" y="15"/>
                  </a:lnTo>
                  <a:lnTo>
                    <a:pt x="17" y="28"/>
                  </a:lnTo>
                  <a:lnTo>
                    <a:pt x="13" y="42"/>
                  </a:lnTo>
                  <a:lnTo>
                    <a:pt x="11" y="56"/>
                  </a:lnTo>
                  <a:lnTo>
                    <a:pt x="7" y="86"/>
                  </a:lnTo>
                  <a:lnTo>
                    <a:pt x="4" y="99"/>
                  </a:lnTo>
                  <a:lnTo>
                    <a:pt x="0" y="114"/>
                  </a:lnTo>
                  <a:lnTo>
                    <a:pt x="0" y="114"/>
                  </a:lnTo>
                  <a:lnTo>
                    <a:pt x="0" y="116"/>
                  </a:lnTo>
                  <a:lnTo>
                    <a:pt x="1" y="117"/>
                  </a:lnTo>
                  <a:lnTo>
                    <a:pt x="2" y="118"/>
                  </a:lnTo>
                  <a:lnTo>
                    <a:pt x="3" y="119"/>
                  </a:lnTo>
                  <a:lnTo>
                    <a:pt x="7" y="119"/>
                  </a:lnTo>
                  <a:lnTo>
                    <a:pt x="8" y="118"/>
                  </a:lnTo>
                  <a:lnTo>
                    <a:pt x="9" y="116"/>
                  </a:lnTo>
                  <a:lnTo>
                    <a:pt x="9" y="116"/>
                  </a:lnTo>
                  <a:lnTo>
                    <a:pt x="13" y="104"/>
                  </a:lnTo>
                  <a:lnTo>
                    <a:pt x="15" y="89"/>
                  </a:lnTo>
                  <a:lnTo>
                    <a:pt x="19" y="61"/>
                  </a:lnTo>
                  <a:lnTo>
                    <a:pt x="21" y="47"/>
                  </a:lnTo>
                  <a:lnTo>
                    <a:pt x="24" y="33"/>
                  </a:lnTo>
                  <a:lnTo>
                    <a:pt x="30" y="21"/>
                  </a:lnTo>
                  <a:lnTo>
                    <a:pt x="33" y="15"/>
                  </a:lnTo>
                  <a:lnTo>
                    <a:pt x="37" y="10"/>
                  </a:lnTo>
                  <a:lnTo>
                    <a:pt x="37" y="10"/>
                  </a:lnTo>
                  <a:lnTo>
                    <a:pt x="38" y="8"/>
                  </a:lnTo>
                  <a:lnTo>
                    <a:pt x="38" y="5"/>
                  </a:lnTo>
                  <a:lnTo>
                    <a:pt x="36" y="2"/>
                  </a:lnTo>
                  <a:lnTo>
                    <a:pt x="35" y="1"/>
                  </a:lnTo>
                  <a:lnTo>
                    <a:pt x="33" y="0"/>
                  </a:lnTo>
                  <a:lnTo>
                    <a:pt x="32" y="1"/>
                  </a:lnTo>
                  <a:lnTo>
                    <a:pt x="30" y="2"/>
                  </a:lnTo>
                  <a:lnTo>
                    <a:pt x="30" y="2"/>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80" name="Freeform 732"/>
            <p:cNvSpPr/>
            <p:nvPr/>
          </p:nvSpPr>
          <p:spPr bwMode="auto">
            <a:xfrm>
              <a:off x="5694363" y="4205288"/>
              <a:ext cx="63500" cy="346075"/>
            </a:xfrm>
            <a:custGeom>
              <a:avLst/>
              <a:gdLst/>
              <a:ahLst/>
              <a:cxnLst>
                <a:cxn ang="0">
                  <a:pos x="111" y="4"/>
                </a:cxn>
                <a:cxn ang="0">
                  <a:pos x="100" y="44"/>
                </a:cxn>
                <a:cxn ang="0">
                  <a:pos x="91" y="83"/>
                </a:cxn>
                <a:cxn ang="0">
                  <a:pos x="81" y="165"/>
                </a:cxn>
                <a:cxn ang="0">
                  <a:pos x="78" y="186"/>
                </a:cxn>
                <a:cxn ang="0">
                  <a:pos x="69" y="230"/>
                </a:cxn>
                <a:cxn ang="0">
                  <a:pos x="64" y="250"/>
                </a:cxn>
                <a:cxn ang="0">
                  <a:pos x="58" y="272"/>
                </a:cxn>
                <a:cxn ang="0">
                  <a:pos x="51" y="319"/>
                </a:cxn>
                <a:cxn ang="0">
                  <a:pos x="47" y="341"/>
                </a:cxn>
                <a:cxn ang="0">
                  <a:pos x="32" y="412"/>
                </a:cxn>
                <a:cxn ang="0">
                  <a:pos x="20" y="482"/>
                </a:cxn>
                <a:cxn ang="0">
                  <a:pos x="17" y="506"/>
                </a:cxn>
                <a:cxn ang="0">
                  <a:pos x="7" y="550"/>
                </a:cxn>
                <a:cxn ang="0">
                  <a:pos x="2" y="573"/>
                </a:cxn>
                <a:cxn ang="0">
                  <a:pos x="0" y="591"/>
                </a:cxn>
                <a:cxn ang="0">
                  <a:pos x="1" y="631"/>
                </a:cxn>
                <a:cxn ang="0">
                  <a:pos x="2" y="650"/>
                </a:cxn>
                <a:cxn ang="0">
                  <a:pos x="3" y="653"/>
                </a:cxn>
                <a:cxn ang="0">
                  <a:pos x="6" y="654"/>
                </a:cxn>
                <a:cxn ang="0">
                  <a:pos x="10" y="653"/>
                </a:cxn>
                <a:cxn ang="0">
                  <a:pos x="11" y="650"/>
                </a:cxn>
                <a:cxn ang="0">
                  <a:pos x="10" y="608"/>
                </a:cxn>
                <a:cxn ang="0">
                  <a:pos x="11" y="577"/>
                </a:cxn>
                <a:cxn ang="0">
                  <a:pos x="12" y="567"/>
                </a:cxn>
                <a:cxn ang="0">
                  <a:pos x="22" y="528"/>
                </a:cxn>
                <a:cxn ang="0">
                  <a:pos x="28" y="498"/>
                </a:cxn>
                <a:cxn ang="0">
                  <a:pos x="29" y="489"/>
                </a:cxn>
                <a:cxn ang="0">
                  <a:pos x="35" y="454"/>
                </a:cxn>
                <a:cxn ang="0">
                  <a:pos x="41" y="420"/>
                </a:cxn>
                <a:cxn ang="0">
                  <a:pos x="51" y="362"/>
                </a:cxn>
                <a:cxn ang="0">
                  <a:pos x="56" y="343"/>
                </a:cxn>
                <a:cxn ang="0">
                  <a:pos x="65" y="303"/>
                </a:cxn>
                <a:cxn ang="0">
                  <a:pos x="71" y="262"/>
                </a:cxn>
                <a:cxn ang="0">
                  <a:pos x="80" y="219"/>
                </a:cxn>
                <a:cxn ang="0">
                  <a:pos x="88" y="176"/>
                </a:cxn>
                <a:cxn ang="0">
                  <a:pos x="95" y="134"/>
                </a:cxn>
                <a:cxn ang="0">
                  <a:pos x="104" y="70"/>
                </a:cxn>
                <a:cxn ang="0">
                  <a:pos x="113" y="27"/>
                </a:cxn>
                <a:cxn ang="0">
                  <a:pos x="119" y="7"/>
                </a:cxn>
                <a:cxn ang="0">
                  <a:pos x="119" y="3"/>
                </a:cxn>
                <a:cxn ang="0">
                  <a:pos x="116" y="0"/>
                </a:cxn>
                <a:cxn ang="0">
                  <a:pos x="113" y="2"/>
                </a:cxn>
                <a:cxn ang="0">
                  <a:pos x="111" y="4"/>
                </a:cxn>
              </a:cxnLst>
              <a:rect l="0" t="0" r="r" b="b"/>
              <a:pathLst>
                <a:path w="120" h="654">
                  <a:moveTo>
                    <a:pt x="111" y="4"/>
                  </a:moveTo>
                  <a:lnTo>
                    <a:pt x="111" y="4"/>
                  </a:lnTo>
                  <a:lnTo>
                    <a:pt x="104" y="24"/>
                  </a:lnTo>
                  <a:lnTo>
                    <a:pt x="100" y="44"/>
                  </a:lnTo>
                  <a:lnTo>
                    <a:pt x="96" y="63"/>
                  </a:lnTo>
                  <a:lnTo>
                    <a:pt x="91" y="83"/>
                  </a:lnTo>
                  <a:lnTo>
                    <a:pt x="86" y="123"/>
                  </a:lnTo>
                  <a:lnTo>
                    <a:pt x="81" y="165"/>
                  </a:lnTo>
                  <a:lnTo>
                    <a:pt x="81" y="165"/>
                  </a:lnTo>
                  <a:lnTo>
                    <a:pt x="78" y="186"/>
                  </a:lnTo>
                  <a:lnTo>
                    <a:pt x="74" y="208"/>
                  </a:lnTo>
                  <a:lnTo>
                    <a:pt x="69" y="230"/>
                  </a:lnTo>
                  <a:lnTo>
                    <a:pt x="64" y="250"/>
                  </a:lnTo>
                  <a:lnTo>
                    <a:pt x="64" y="250"/>
                  </a:lnTo>
                  <a:lnTo>
                    <a:pt x="60" y="262"/>
                  </a:lnTo>
                  <a:lnTo>
                    <a:pt x="58" y="272"/>
                  </a:lnTo>
                  <a:lnTo>
                    <a:pt x="54" y="296"/>
                  </a:lnTo>
                  <a:lnTo>
                    <a:pt x="51" y="319"/>
                  </a:lnTo>
                  <a:lnTo>
                    <a:pt x="47" y="341"/>
                  </a:lnTo>
                  <a:lnTo>
                    <a:pt x="47" y="341"/>
                  </a:lnTo>
                  <a:lnTo>
                    <a:pt x="39" y="375"/>
                  </a:lnTo>
                  <a:lnTo>
                    <a:pt x="32" y="412"/>
                  </a:lnTo>
                  <a:lnTo>
                    <a:pt x="25" y="447"/>
                  </a:lnTo>
                  <a:lnTo>
                    <a:pt x="20" y="482"/>
                  </a:lnTo>
                  <a:lnTo>
                    <a:pt x="20" y="482"/>
                  </a:lnTo>
                  <a:lnTo>
                    <a:pt x="17" y="506"/>
                  </a:lnTo>
                  <a:lnTo>
                    <a:pt x="12" y="527"/>
                  </a:lnTo>
                  <a:lnTo>
                    <a:pt x="7" y="550"/>
                  </a:lnTo>
                  <a:lnTo>
                    <a:pt x="2" y="573"/>
                  </a:lnTo>
                  <a:lnTo>
                    <a:pt x="2" y="573"/>
                  </a:lnTo>
                  <a:lnTo>
                    <a:pt x="1" y="582"/>
                  </a:lnTo>
                  <a:lnTo>
                    <a:pt x="0" y="591"/>
                  </a:lnTo>
                  <a:lnTo>
                    <a:pt x="0" y="611"/>
                  </a:lnTo>
                  <a:lnTo>
                    <a:pt x="1" y="631"/>
                  </a:lnTo>
                  <a:lnTo>
                    <a:pt x="2" y="650"/>
                  </a:lnTo>
                  <a:lnTo>
                    <a:pt x="2" y="650"/>
                  </a:lnTo>
                  <a:lnTo>
                    <a:pt x="2" y="652"/>
                  </a:lnTo>
                  <a:lnTo>
                    <a:pt x="3" y="653"/>
                  </a:lnTo>
                  <a:lnTo>
                    <a:pt x="5" y="654"/>
                  </a:lnTo>
                  <a:lnTo>
                    <a:pt x="6" y="654"/>
                  </a:lnTo>
                  <a:lnTo>
                    <a:pt x="8" y="654"/>
                  </a:lnTo>
                  <a:lnTo>
                    <a:pt x="10" y="653"/>
                  </a:lnTo>
                  <a:lnTo>
                    <a:pt x="11" y="652"/>
                  </a:lnTo>
                  <a:lnTo>
                    <a:pt x="11" y="650"/>
                  </a:lnTo>
                  <a:lnTo>
                    <a:pt x="11" y="650"/>
                  </a:lnTo>
                  <a:lnTo>
                    <a:pt x="10" y="608"/>
                  </a:lnTo>
                  <a:lnTo>
                    <a:pt x="10" y="587"/>
                  </a:lnTo>
                  <a:lnTo>
                    <a:pt x="11" y="577"/>
                  </a:lnTo>
                  <a:lnTo>
                    <a:pt x="12" y="567"/>
                  </a:lnTo>
                  <a:lnTo>
                    <a:pt x="12" y="567"/>
                  </a:lnTo>
                  <a:lnTo>
                    <a:pt x="17" y="548"/>
                  </a:lnTo>
                  <a:lnTo>
                    <a:pt x="22" y="528"/>
                  </a:lnTo>
                  <a:lnTo>
                    <a:pt x="27" y="509"/>
                  </a:lnTo>
                  <a:lnTo>
                    <a:pt x="28" y="498"/>
                  </a:lnTo>
                  <a:lnTo>
                    <a:pt x="29" y="489"/>
                  </a:lnTo>
                  <a:lnTo>
                    <a:pt x="29" y="489"/>
                  </a:lnTo>
                  <a:lnTo>
                    <a:pt x="32" y="471"/>
                  </a:lnTo>
                  <a:lnTo>
                    <a:pt x="35" y="454"/>
                  </a:lnTo>
                  <a:lnTo>
                    <a:pt x="41" y="420"/>
                  </a:lnTo>
                  <a:lnTo>
                    <a:pt x="41" y="420"/>
                  </a:lnTo>
                  <a:lnTo>
                    <a:pt x="47" y="382"/>
                  </a:lnTo>
                  <a:lnTo>
                    <a:pt x="51" y="362"/>
                  </a:lnTo>
                  <a:lnTo>
                    <a:pt x="56" y="343"/>
                  </a:lnTo>
                  <a:lnTo>
                    <a:pt x="56" y="343"/>
                  </a:lnTo>
                  <a:lnTo>
                    <a:pt x="60" y="324"/>
                  </a:lnTo>
                  <a:lnTo>
                    <a:pt x="65" y="303"/>
                  </a:lnTo>
                  <a:lnTo>
                    <a:pt x="71" y="262"/>
                  </a:lnTo>
                  <a:lnTo>
                    <a:pt x="71" y="262"/>
                  </a:lnTo>
                  <a:lnTo>
                    <a:pt x="75" y="240"/>
                  </a:lnTo>
                  <a:lnTo>
                    <a:pt x="80" y="219"/>
                  </a:lnTo>
                  <a:lnTo>
                    <a:pt x="84" y="198"/>
                  </a:lnTo>
                  <a:lnTo>
                    <a:pt x="88" y="176"/>
                  </a:lnTo>
                  <a:lnTo>
                    <a:pt x="88" y="176"/>
                  </a:lnTo>
                  <a:lnTo>
                    <a:pt x="95" y="134"/>
                  </a:lnTo>
                  <a:lnTo>
                    <a:pt x="100" y="90"/>
                  </a:lnTo>
                  <a:lnTo>
                    <a:pt x="104" y="70"/>
                  </a:lnTo>
                  <a:lnTo>
                    <a:pt x="108" y="48"/>
                  </a:lnTo>
                  <a:lnTo>
                    <a:pt x="113" y="27"/>
                  </a:lnTo>
                  <a:lnTo>
                    <a:pt x="119" y="7"/>
                  </a:lnTo>
                  <a:lnTo>
                    <a:pt x="119" y="7"/>
                  </a:lnTo>
                  <a:lnTo>
                    <a:pt x="120" y="5"/>
                  </a:lnTo>
                  <a:lnTo>
                    <a:pt x="119" y="3"/>
                  </a:lnTo>
                  <a:lnTo>
                    <a:pt x="118" y="2"/>
                  </a:lnTo>
                  <a:lnTo>
                    <a:pt x="116" y="0"/>
                  </a:lnTo>
                  <a:lnTo>
                    <a:pt x="115" y="0"/>
                  </a:lnTo>
                  <a:lnTo>
                    <a:pt x="113" y="2"/>
                  </a:lnTo>
                  <a:lnTo>
                    <a:pt x="112" y="3"/>
                  </a:lnTo>
                  <a:lnTo>
                    <a:pt x="111" y="4"/>
                  </a:lnTo>
                  <a:lnTo>
                    <a:pt x="111" y="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81" name="Freeform 733"/>
            <p:cNvSpPr/>
            <p:nvPr/>
          </p:nvSpPr>
          <p:spPr bwMode="auto">
            <a:xfrm>
              <a:off x="5746751" y="4235450"/>
              <a:ext cx="46038" cy="260350"/>
            </a:xfrm>
            <a:custGeom>
              <a:avLst/>
              <a:gdLst/>
              <a:ahLst/>
              <a:cxnLst>
                <a:cxn ang="0">
                  <a:pos x="76" y="2"/>
                </a:cxn>
                <a:cxn ang="0">
                  <a:pos x="70" y="31"/>
                </a:cxn>
                <a:cxn ang="0">
                  <a:pos x="69" y="60"/>
                </a:cxn>
                <a:cxn ang="0">
                  <a:pos x="70" y="106"/>
                </a:cxn>
                <a:cxn ang="0">
                  <a:pos x="70" y="120"/>
                </a:cxn>
                <a:cxn ang="0">
                  <a:pos x="65" y="152"/>
                </a:cxn>
                <a:cxn ang="0">
                  <a:pos x="50" y="215"/>
                </a:cxn>
                <a:cxn ang="0">
                  <a:pos x="44" y="248"/>
                </a:cxn>
                <a:cxn ang="0">
                  <a:pos x="40" y="279"/>
                </a:cxn>
                <a:cxn ang="0">
                  <a:pos x="30" y="342"/>
                </a:cxn>
                <a:cxn ang="0">
                  <a:pos x="21" y="373"/>
                </a:cxn>
                <a:cxn ang="0">
                  <a:pos x="7" y="430"/>
                </a:cxn>
                <a:cxn ang="0">
                  <a:pos x="1" y="473"/>
                </a:cxn>
                <a:cxn ang="0">
                  <a:pos x="0" y="488"/>
                </a:cxn>
                <a:cxn ang="0">
                  <a:pos x="2" y="491"/>
                </a:cxn>
                <a:cxn ang="0">
                  <a:pos x="5" y="492"/>
                </a:cxn>
                <a:cxn ang="0">
                  <a:pos x="8" y="491"/>
                </a:cxn>
                <a:cxn ang="0">
                  <a:pos x="9" y="488"/>
                </a:cxn>
                <a:cxn ang="0">
                  <a:pos x="10" y="472"/>
                </a:cxn>
                <a:cxn ang="0">
                  <a:pos x="17" y="428"/>
                </a:cxn>
                <a:cxn ang="0">
                  <a:pos x="33" y="369"/>
                </a:cxn>
                <a:cxn ang="0">
                  <a:pos x="40" y="341"/>
                </a:cxn>
                <a:cxn ang="0">
                  <a:pos x="49" y="284"/>
                </a:cxn>
                <a:cxn ang="0">
                  <a:pos x="53" y="256"/>
                </a:cxn>
                <a:cxn ang="0">
                  <a:pos x="58" y="224"/>
                </a:cxn>
                <a:cxn ang="0">
                  <a:pos x="72" y="161"/>
                </a:cxn>
                <a:cxn ang="0">
                  <a:pos x="78" y="129"/>
                </a:cxn>
                <a:cxn ang="0">
                  <a:pos x="80" y="103"/>
                </a:cxn>
                <a:cxn ang="0">
                  <a:pos x="80" y="76"/>
                </a:cxn>
                <a:cxn ang="0">
                  <a:pos x="81" y="22"/>
                </a:cxn>
                <a:cxn ang="0">
                  <a:pos x="85" y="5"/>
                </a:cxn>
                <a:cxn ang="0">
                  <a:pos x="85" y="3"/>
                </a:cxn>
                <a:cxn ang="0">
                  <a:pos x="83" y="0"/>
                </a:cxn>
                <a:cxn ang="0">
                  <a:pos x="78" y="0"/>
                </a:cxn>
                <a:cxn ang="0">
                  <a:pos x="76" y="2"/>
                </a:cxn>
              </a:cxnLst>
              <a:rect l="0" t="0" r="r" b="b"/>
              <a:pathLst>
                <a:path w="85" h="492">
                  <a:moveTo>
                    <a:pt x="76" y="2"/>
                  </a:moveTo>
                  <a:lnTo>
                    <a:pt x="76" y="2"/>
                  </a:lnTo>
                  <a:lnTo>
                    <a:pt x="72" y="17"/>
                  </a:lnTo>
                  <a:lnTo>
                    <a:pt x="70" y="31"/>
                  </a:lnTo>
                  <a:lnTo>
                    <a:pt x="69" y="46"/>
                  </a:lnTo>
                  <a:lnTo>
                    <a:pt x="69" y="60"/>
                  </a:lnTo>
                  <a:lnTo>
                    <a:pt x="70" y="91"/>
                  </a:lnTo>
                  <a:lnTo>
                    <a:pt x="70" y="106"/>
                  </a:lnTo>
                  <a:lnTo>
                    <a:pt x="70" y="120"/>
                  </a:lnTo>
                  <a:lnTo>
                    <a:pt x="70" y="120"/>
                  </a:lnTo>
                  <a:lnTo>
                    <a:pt x="68" y="136"/>
                  </a:lnTo>
                  <a:lnTo>
                    <a:pt x="65" y="152"/>
                  </a:lnTo>
                  <a:lnTo>
                    <a:pt x="58" y="184"/>
                  </a:lnTo>
                  <a:lnTo>
                    <a:pt x="50" y="215"/>
                  </a:lnTo>
                  <a:lnTo>
                    <a:pt x="47" y="232"/>
                  </a:lnTo>
                  <a:lnTo>
                    <a:pt x="44" y="248"/>
                  </a:lnTo>
                  <a:lnTo>
                    <a:pt x="44" y="248"/>
                  </a:lnTo>
                  <a:lnTo>
                    <a:pt x="40" y="279"/>
                  </a:lnTo>
                  <a:lnTo>
                    <a:pt x="36" y="311"/>
                  </a:lnTo>
                  <a:lnTo>
                    <a:pt x="30" y="342"/>
                  </a:lnTo>
                  <a:lnTo>
                    <a:pt x="21" y="373"/>
                  </a:lnTo>
                  <a:lnTo>
                    <a:pt x="21" y="373"/>
                  </a:lnTo>
                  <a:lnTo>
                    <a:pt x="14" y="401"/>
                  </a:lnTo>
                  <a:lnTo>
                    <a:pt x="7" y="430"/>
                  </a:lnTo>
                  <a:lnTo>
                    <a:pt x="3" y="459"/>
                  </a:lnTo>
                  <a:lnTo>
                    <a:pt x="1" y="473"/>
                  </a:lnTo>
                  <a:lnTo>
                    <a:pt x="0" y="488"/>
                  </a:lnTo>
                  <a:lnTo>
                    <a:pt x="0" y="488"/>
                  </a:lnTo>
                  <a:lnTo>
                    <a:pt x="1" y="490"/>
                  </a:lnTo>
                  <a:lnTo>
                    <a:pt x="2" y="491"/>
                  </a:lnTo>
                  <a:lnTo>
                    <a:pt x="3" y="492"/>
                  </a:lnTo>
                  <a:lnTo>
                    <a:pt x="5" y="492"/>
                  </a:lnTo>
                  <a:lnTo>
                    <a:pt x="6" y="492"/>
                  </a:lnTo>
                  <a:lnTo>
                    <a:pt x="8" y="491"/>
                  </a:lnTo>
                  <a:lnTo>
                    <a:pt x="9" y="490"/>
                  </a:lnTo>
                  <a:lnTo>
                    <a:pt x="9" y="488"/>
                  </a:lnTo>
                  <a:lnTo>
                    <a:pt x="9" y="488"/>
                  </a:lnTo>
                  <a:lnTo>
                    <a:pt x="10" y="472"/>
                  </a:lnTo>
                  <a:lnTo>
                    <a:pt x="12" y="458"/>
                  </a:lnTo>
                  <a:lnTo>
                    <a:pt x="17" y="428"/>
                  </a:lnTo>
                  <a:lnTo>
                    <a:pt x="25" y="398"/>
                  </a:lnTo>
                  <a:lnTo>
                    <a:pt x="33" y="369"/>
                  </a:lnTo>
                  <a:lnTo>
                    <a:pt x="33" y="369"/>
                  </a:lnTo>
                  <a:lnTo>
                    <a:pt x="40" y="341"/>
                  </a:lnTo>
                  <a:lnTo>
                    <a:pt x="45" y="313"/>
                  </a:lnTo>
                  <a:lnTo>
                    <a:pt x="49" y="284"/>
                  </a:lnTo>
                  <a:lnTo>
                    <a:pt x="53" y="256"/>
                  </a:lnTo>
                  <a:lnTo>
                    <a:pt x="53" y="256"/>
                  </a:lnTo>
                  <a:lnTo>
                    <a:pt x="55" y="240"/>
                  </a:lnTo>
                  <a:lnTo>
                    <a:pt x="58" y="224"/>
                  </a:lnTo>
                  <a:lnTo>
                    <a:pt x="65" y="192"/>
                  </a:lnTo>
                  <a:lnTo>
                    <a:pt x="72" y="161"/>
                  </a:lnTo>
                  <a:lnTo>
                    <a:pt x="78" y="129"/>
                  </a:lnTo>
                  <a:lnTo>
                    <a:pt x="78" y="129"/>
                  </a:lnTo>
                  <a:lnTo>
                    <a:pt x="79" y="116"/>
                  </a:lnTo>
                  <a:lnTo>
                    <a:pt x="80" y="103"/>
                  </a:lnTo>
                  <a:lnTo>
                    <a:pt x="80" y="76"/>
                  </a:lnTo>
                  <a:lnTo>
                    <a:pt x="80" y="76"/>
                  </a:lnTo>
                  <a:lnTo>
                    <a:pt x="80" y="40"/>
                  </a:lnTo>
                  <a:lnTo>
                    <a:pt x="81" y="22"/>
                  </a:lnTo>
                  <a:lnTo>
                    <a:pt x="82" y="14"/>
                  </a:lnTo>
                  <a:lnTo>
                    <a:pt x="85" y="5"/>
                  </a:lnTo>
                  <a:lnTo>
                    <a:pt x="85" y="5"/>
                  </a:lnTo>
                  <a:lnTo>
                    <a:pt x="85" y="3"/>
                  </a:lnTo>
                  <a:lnTo>
                    <a:pt x="84" y="1"/>
                  </a:lnTo>
                  <a:lnTo>
                    <a:pt x="83" y="0"/>
                  </a:lnTo>
                  <a:lnTo>
                    <a:pt x="82" y="0"/>
                  </a:lnTo>
                  <a:lnTo>
                    <a:pt x="78" y="0"/>
                  </a:lnTo>
                  <a:lnTo>
                    <a:pt x="77" y="1"/>
                  </a:lnTo>
                  <a:lnTo>
                    <a:pt x="76" y="2"/>
                  </a:lnTo>
                  <a:lnTo>
                    <a:pt x="76" y="2"/>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82" name="Freeform 734"/>
            <p:cNvSpPr/>
            <p:nvPr/>
          </p:nvSpPr>
          <p:spPr bwMode="auto">
            <a:xfrm>
              <a:off x="5780088" y="4264025"/>
              <a:ext cx="34925" cy="196850"/>
            </a:xfrm>
            <a:custGeom>
              <a:avLst/>
              <a:gdLst/>
              <a:ahLst/>
              <a:cxnLst>
                <a:cxn ang="0">
                  <a:pos x="57" y="4"/>
                </a:cxn>
                <a:cxn ang="0">
                  <a:pos x="57" y="4"/>
                </a:cxn>
                <a:cxn ang="0">
                  <a:pos x="56" y="51"/>
                </a:cxn>
                <a:cxn ang="0">
                  <a:pos x="52" y="96"/>
                </a:cxn>
                <a:cxn ang="0">
                  <a:pos x="47" y="141"/>
                </a:cxn>
                <a:cxn ang="0">
                  <a:pos x="41" y="187"/>
                </a:cxn>
                <a:cxn ang="0">
                  <a:pos x="41" y="187"/>
                </a:cxn>
                <a:cxn ang="0">
                  <a:pos x="37" y="210"/>
                </a:cxn>
                <a:cxn ang="0">
                  <a:pos x="32" y="232"/>
                </a:cxn>
                <a:cxn ang="0">
                  <a:pos x="20" y="278"/>
                </a:cxn>
                <a:cxn ang="0">
                  <a:pos x="9" y="322"/>
                </a:cxn>
                <a:cxn ang="0">
                  <a:pos x="4" y="345"/>
                </a:cxn>
                <a:cxn ang="0">
                  <a:pos x="0" y="368"/>
                </a:cxn>
                <a:cxn ang="0">
                  <a:pos x="0" y="368"/>
                </a:cxn>
                <a:cxn ang="0">
                  <a:pos x="0" y="370"/>
                </a:cxn>
                <a:cxn ang="0">
                  <a:pos x="1" y="372"/>
                </a:cxn>
                <a:cxn ang="0">
                  <a:pos x="4" y="374"/>
                </a:cxn>
                <a:cxn ang="0">
                  <a:pos x="5" y="374"/>
                </a:cxn>
                <a:cxn ang="0">
                  <a:pos x="7" y="374"/>
                </a:cxn>
                <a:cxn ang="0">
                  <a:pos x="8" y="373"/>
                </a:cxn>
                <a:cxn ang="0">
                  <a:pos x="9" y="371"/>
                </a:cxn>
                <a:cxn ang="0">
                  <a:pos x="9" y="371"/>
                </a:cxn>
                <a:cxn ang="0">
                  <a:pos x="13" y="348"/>
                </a:cxn>
                <a:cxn ang="0">
                  <a:pos x="18" y="325"/>
                </a:cxn>
                <a:cxn ang="0">
                  <a:pos x="30" y="280"/>
                </a:cxn>
                <a:cxn ang="0">
                  <a:pos x="41" y="235"/>
                </a:cxn>
                <a:cxn ang="0">
                  <a:pos x="46" y="213"/>
                </a:cxn>
                <a:cxn ang="0">
                  <a:pos x="50" y="190"/>
                </a:cxn>
                <a:cxn ang="0">
                  <a:pos x="50" y="190"/>
                </a:cxn>
                <a:cxn ang="0">
                  <a:pos x="58" y="144"/>
                </a:cxn>
                <a:cxn ang="0">
                  <a:pos x="62" y="97"/>
                </a:cxn>
                <a:cxn ang="0">
                  <a:pos x="65" y="51"/>
                </a:cxn>
                <a:cxn ang="0">
                  <a:pos x="66" y="4"/>
                </a:cxn>
                <a:cxn ang="0">
                  <a:pos x="66" y="4"/>
                </a:cxn>
                <a:cxn ang="0">
                  <a:pos x="66" y="2"/>
                </a:cxn>
                <a:cxn ang="0">
                  <a:pos x="65" y="1"/>
                </a:cxn>
                <a:cxn ang="0">
                  <a:pos x="63" y="0"/>
                </a:cxn>
                <a:cxn ang="0">
                  <a:pos x="62" y="0"/>
                </a:cxn>
                <a:cxn ang="0">
                  <a:pos x="60" y="0"/>
                </a:cxn>
                <a:cxn ang="0">
                  <a:pos x="58" y="1"/>
                </a:cxn>
                <a:cxn ang="0">
                  <a:pos x="57" y="2"/>
                </a:cxn>
                <a:cxn ang="0">
                  <a:pos x="57" y="4"/>
                </a:cxn>
                <a:cxn ang="0">
                  <a:pos x="57" y="4"/>
                </a:cxn>
              </a:cxnLst>
              <a:rect l="0" t="0" r="r" b="b"/>
              <a:pathLst>
                <a:path w="66" h="374">
                  <a:moveTo>
                    <a:pt x="57" y="4"/>
                  </a:moveTo>
                  <a:lnTo>
                    <a:pt x="57" y="4"/>
                  </a:lnTo>
                  <a:lnTo>
                    <a:pt x="56" y="51"/>
                  </a:lnTo>
                  <a:lnTo>
                    <a:pt x="52" y="96"/>
                  </a:lnTo>
                  <a:lnTo>
                    <a:pt x="47" y="141"/>
                  </a:lnTo>
                  <a:lnTo>
                    <a:pt x="41" y="187"/>
                  </a:lnTo>
                  <a:lnTo>
                    <a:pt x="41" y="187"/>
                  </a:lnTo>
                  <a:lnTo>
                    <a:pt x="37" y="210"/>
                  </a:lnTo>
                  <a:lnTo>
                    <a:pt x="32" y="232"/>
                  </a:lnTo>
                  <a:lnTo>
                    <a:pt x="20" y="278"/>
                  </a:lnTo>
                  <a:lnTo>
                    <a:pt x="9" y="322"/>
                  </a:lnTo>
                  <a:lnTo>
                    <a:pt x="4" y="345"/>
                  </a:lnTo>
                  <a:lnTo>
                    <a:pt x="0" y="368"/>
                  </a:lnTo>
                  <a:lnTo>
                    <a:pt x="0" y="368"/>
                  </a:lnTo>
                  <a:lnTo>
                    <a:pt x="0" y="370"/>
                  </a:lnTo>
                  <a:lnTo>
                    <a:pt x="1" y="372"/>
                  </a:lnTo>
                  <a:lnTo>
                    <a:pt x="4" y="374"/>
                  </a:lnTo>
                  <a:lnTo>
                    <a:pt x="5" y="374"/>
                  </a:lnTo>
                  <a:lnTo>
                    <a:pt x="7" y="374"/>
                  </a:lnTo>
                  <a:lnTo>
                    <a:pt x="8" y="373"/>
                  </a:lnTo>
                  <a:lnTo>
                    <a:pt x="9" y="371"/>
                  </a:lnTo>
                  <a:lnTo>
                    <a:pt x="9" y="371"/>
                  </a:lnTo>
                  <a:lnTo>
                    <a:pt x="13" y="348"/>
                  </a:lnTo>
                  <a:lnTo>
                    <a:pt x="18" y="325"/>
                  </a:lnTo>
                  <a:lnTo>
                    <a:pt x="30" y="280"/>
                  </a:lnTo>
                  <a:lnTo>
                    <a:pt x="41" y="235"/>
                  </a:lnTo>
                  <a:lnTo>
                    <a:pt x="46" y="213"/>
                  </a:lnTo>
                  <a:lnTo>
                    <a:pt x="50" y="190"/>
                  </a:lnTo>
                  <a:lnTo>
                    <a:pt x="50" y="190"/>
                  </a:lnTo>
                  <a:lnTo>
                    <a:pt x="58" y="144"/>
                  </a:lnTo>
                  <a:lnTo>
                    <a:pt x="62" y="97"/>
                  </a:lnTo>
                  <a:lnTo>
                    <a:pt x="65" y="51"/>
                  </a:lnTo>
                  <a:lnTo>
                    <a:pt x="66" y="4"/>
                  </a:lnTo>
                  <a:lnTo>
                    <a:pt x="66" y="4"/>
                  </a:lnTo>
                  <a:lnTo>
                    <a:pt x="66" y="2"/>
                  </a:lnTo>
                  <a:lnTo>
                    <a:pt x="65" y="1"/>
                  </a:lnTo>
                  <a:lnTo>
                    <a:pt x="63" y="0"/>
                  </a:lnTo>
                  <a:lnTo>
                    <a:pt x="62" y="0"/>
                  </a:lnTo>
                  <a:lnTo>
                    <a:pt x="60" y="0"/>
                  </a:lnTo>
                  <a:lnTo>
                    <a:pt x="58" y="1"/>
                  </a:lnTo>
                  <a:lnTo>
                    <a:pt x="57" y="2"/>
                  </a:lnTo>
                  <a:lnTo>
                    <a:pt x="57" y="4"/>
                  </a:lnTo>
                  <a:lnTo>
                    <a:pt x="57" y="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83" name="Freeform 735"/>
            <p:cNvSpPr/>
            <p:nvPr/>
          </p:nvSpPr>
          <p:spPr bwMode="auto">
            <a:xfrm>
              <a:off x="5805488" y="4286250"/>
              <a:ext cx="42863" cy="160338"/>
            </a:xfrm>
            <a:custGeom>
              <a:avLst/>
              <a:gdLst/>
              <a:ahLst/>
              <a:cxnLst>
                <a:cxn ang="0">
                  <a:pos x="72" y="4"/>
                </a:cxn>
                <a:cxn ang="0">
                  <a:pos x="72" y="4"/>
                </a:cxn>
                <a:cxn ang="0">
                  <a:pos x="70" y="24"/>
                </a:cxn>
                <a:cxn ang="0">
                  <a:pos x="68" y="44"/>
                </a:cxn>
                <a:cxn ang="0">
                  <a:pos x="65" y="63"/>
                </a:cxn>
                <a:cxn ang="0">
                  <a:pos x="61" y="82"/>
                </a:cxn>
                <a:cxn ang="0">
                  <a:pos x="54" y="120"/>
                </a:cxn>
                <a:cxn ang="0">
                  <a:pos x="47" y="158"/>
                </a:cxn>
                <a:cxn ang="0">
                  <a:pos x="47" y="158"/>
                </a:cxn>
                <a:cxn ang="0">
                  <a:pos x="43" y="177"/>
                </a:cxn>
                <a:cxn ang="0">
                  <a:pos x="36" y="195"/>
                </a:cxn>
                <a:cxn ang="0">
                  <a:pos x="24" y="230"/>
                </a:cxn>
                <a:cxn ang="0">
                  <a:pos x="24" y="230"/>
                </a:cxn>
                <a:cxn ang="0">
                  <a:pos x="20" y="246"/>
                </a:cxn>
                <a:cxn ang="0">
                  <a:pos x="16" y="264"/>
                </a:cxn>
                <a:cxn ang="0">
                  <a:pos x="14" y="272"/>
                </a:cxn>
                <a:cxn ang="0">
                  <a:pos x="11" y="280"/>
                </a:cxn>
                <a:cxn ang="0">
                  <a:pos x="6" y="289"/>
                </a:cxn>
                <a:cxn ang="0">
                  <a:pos x="1" y="296"/>
                </a:cxn>
                <a:cxn ang="0">
                  <a:pos x="1" y="296"/>
                </a:cxn>
                <a:cxn ang="0">
                  <a:pos x="0" y="298"/>
                </a:cxn>
                <a:cxn ang="0">
                  <a:pos x="0" y="299"/>
                </a:cxn>
                <a:cxn ang="0">
                  <a:pos x="2" y="302"/>
                </a:cxn>
                <a:cxn ang="0">
                  <a:pos x="3" y="303"/>
                </a:cxn>
                <a:cxn ang="0">
                  <a:pos x="4" y="304"/>
                </a:cxn>
                <a:cxn ang="0">
                  <a:pos x="6" y="303"/>
                </a:cxn>
                <a:cxn ang="0">
                  <a:pos x="9" y="302"/>
                </a:cxn>
                <a:cxn ang="0">
                  <a:pos x="9" y="302"/>
                </a:cxn>
                <a:cxn ang="0">
                  <a:pos x="13" y="297"/>
                </a:cxn>
                <a:cxn ang="0">
                  <a:pos x="16" y="291"/>
                </a:cxn>
                <a:cxn ang="0">
                  <a:pos x="21" y="279"/>
                </a:cxn>
                <a:cxn ang="0">
                  <a:pos x="24" y="267"/>
                </a:cxn>
                <a:cxn ang="0">
                  <a:pos x="27" y="253"/>
                </a:cxn>
                <a:cxn ang="0">
                  <a:pos x="27" y="253"/>
                </a:cxn>
                <a:cxn ang="0">
                  <a:pos x="32" y="232"/>
                </a:cxn>
                <a:cxn ang="0">
                  <a:pos x="39" y="211"/>
                </a:cxn>
                <a:cxn ang="0">
                  <a:pos x="48" y="190"/>
                </a:cxn>
                <a:cxn ang="0">
                  <a:pos x="54" y="170"/>
                </a:cxn>
                <a:cxn ang="0">
                  <a:pos x="54" y="170"/>
                </a:cxn>
                <a:cxn ang="0">
                  <a:pos x="63" y="129"/>
                </a:cxn>
                <a:cxn ang="0">
                  <a:pos x="72" y="88"/>
                </a:cxn>
                <a:cxn ang="0">
                  <a:pos x="76" y="67"/>
                </a:cxn>
                <a:cxn ang="0">
                  <a:pos x="78" y="47"/>
                </a:cxn>
                <a:cxn ang="0">
                  <a:pos x="80" y="25"/>
                </a:cxn>
                <a:cxn ang="0">
                  <a:pos x="81" y="4"/>
                </a:cxn>
                <a:cxn ang="0">
                  <a:pos x="81" y="4"/>
                </a:cxn>
                <a:cxn ang="0">
                  <a:pos x="80" y="3"/>
                </a:cxn>
                <a:cxn ang="0">
                  <a:pos x="79" y="1"/>
                </a:cxn>
                <a:cxn ang="0">
                  <a:pos x="78" y="0"/>
                </a:cxn>
                <a:cxn ang="0">
                  <a:pos x="76" y="0"/>
                </a:cxn>
                <a:cxn ang="0">
                  <a:pos x="75" y="0"/>
                </a:cxn>
                <a:cxn ang="0">
                  <a:pos x="73" y="1"/>
                </a:cxn>
                <a:cxn ang="0">
                  <a:pos x="72" y="3"/>
                </a:cxn>
                <a:cxn ang="0">
                  <a:pos x="72" y="4"/>
                </a:cxn>
                <a:cxn ang="0">
                  <a:pos x="72" y="4"/>
                </a:cxn>
              </a:cxnLst>
              <a:rect l="0" t="0" r="r" b="b"/>
              <a:pathLst>
                <a:path w="81" h="304">
                  <a:moveTo>
                    <a:pt x="72" y="4"/>
                  </a:moveTo>
                  <a:lnTo>
                    <a:pt x="72" y="4"/>
                  </a:lnTo>
                  <a:lnTo>
                    <a:pt x="70" y="24"/>
                  </a:lnTo>
                  <a:lnTo>
                    <a:pt x="68" y="44"/>
                  </a:lnTo>
                  <a:lnTo>
                    <a:pt x="65" y="63"/>
                  </a:lnTo>
                  <a:lnTo>
                    <a:pt x="61" y="82"/>
                  </a:lnTo>
                  <a:lnTo>
                    <a:pt x="54" y="120"/>
                  </a:lnTo>
                  <a:lnTo>
                    <a:pt x="47" y="158"/>
                  </a:lnTo>
                  <a:lnTo>
                    <a:pt x="47" y="158"/>
                  </a:lnTo>
                  <a:lnTo>
                    <a:pt x="43" y="177"/>
                  </a:lnTo>
                  <a:lnTo>
                    <a:pt x="36" y="195"/>
                  </a:lnTo>
                  <a:lnTo>
                    <a:pt x="24" y="230"/>
                  </a:lnTo>
                  <a:lnTo>
                    <a:pt x="24" y="230"/>
                  </a:lnTo>
                  <a:lnTo>
                    <a:pt x="20" y="246"/>
                  </a:lnTo>
                  <a:lnTo>
                    <a:pt x="16" y="264"/>
                  </a:lnTo>
                  <a:lnTo>
                    <a:pt x="14" y="272"/>
                  </a:lnTo>
                  <a:lnTo>
                    <a:pt x="11" y="280"/>
                  </a:lnTo>
                  <a:lnTo>
                    <a:pt x="6" y="289"/>
                  </a:lnTo>
                  <a:lnTo>
                    <a:pt x="1" y="296"/>
                  </a:lnTo>
                  <a:lnTo>
                    <a:pt x="1" y="296"/>
                  </a:lnTo>
                  <a:lnTo>
                    <a:pt x="0" y="298"/>
                  </a:lnTo>
                  <a:lnTo>
                    <a:pt x="0" y="299"/>
                  </a:lnTo>
                  <a:lnTo>
                    <a:pt x="2" y="302"/>
                  </a:lnTo>
                  <a:lnTo>
                    <a:pt x="3" y="303"/>
                  </a:lnTo>
                  <a:lnTo>
                    <a:pt x="4" y="304"/>
                  </a:lnTo>
                  <a:lnTo>
                    <a:pt x="6" y="303"/>
                  </a:lnTo>
                  <a:lnTo>
                    <a:pt x="9" y="302"/>
                  </a:lnTo>
                  <a:lnTo>
                    <a:pt x="9" y="302"/>
                  </a:lnTo>
                  <a:lnTo>
                    <a:pt x="13" y="297"/>
                  </a:lnTo>
                  <a:lnTo>
                    <a:pt x="16" y="291"/>
                  </a:lnTo>
                  <a:lnTo>
                    <a:pt x="21" y="279"/>
                  </a:lnTo>
                  <a:lnTo>
                    <a:pt x="24" y="267"/>
                  </a:lnTo>
                  <a:lnTo>
                    <a:pt x="27" y="253"/>
                  </a:lnTo>
                  <a:lnTo>
                    <a:pt x="27" y="253"/>
                  </a:lnTo>
                  <a:lnTo>
                    <a:pt x="32" y="232"/>
                  </a:lnTo>
                  <a:lnTo>
                    <a:pt x="39" y="211"/>
                  </a:lnTo>
                  <a:lnTo>
                    <a:pt x="48" y="190"/>
                  </a:lnTo>
                  <a:lnTo>
                    <a:pt x="54" y="170"/>
                  </a:lnTo>
                  <a:lnTo>
                    <a:pt x="54" y="170"/>
                  </a:lnTo>
                  <a:lnTo>
                    <a:pt x="63" y="129"/>
                  </a:lnTo>
                  <a:lnTo>
                    <a:pt x="72" y="88"/>
                  </a:lnTo>
                  <a:lnTo>
                    <a:pt x="76" y="67"/>
                  </a:lnTo>
                  <a:lnTo>
                    <a:pt x="78" y="47"/>
                  </a:lnTo>
                  <a:lnTo>
                    <a:pt x="80" y="25"/>
                  </a:lnTo>
                  <a:lnTo>
                    <a:pt x="81" y="4"/>
                  </a:lnTo>
                  <a:lnTo>
                    <a:pt x="81" y="4"/>
                  </a:lnTo>
                  <a:lnTo>
                    <a:pt x="80" y="3"/>
                  </a:lnTo>
                  <a:lnTo>
                    <a:pt x="79" y="1"/>
                  </a:lnTo>
                  <a:lnTo>
                    <a:pt x="78" y="0"/>
                  </a:lnTo>
                  <a:lnTo>
                    <a:pt x="76" y="0"/>
                  </a:lnTo>
                  <a:lnTo>
                    <a:pt x="75" y="0"/>
                  </a:lnTo>
                  <a:lnTo>
                    <a:pt x="73" y="1"/>
                  </a:lnTo>
                  <a:lnTo>
                    <a:pt x="72" y="3"/>
                  </a:lnTo>
                  <a:lnTo>
                    <a:pt x="72" y="4"/>
                  </a:lnTo>
                  <a:lnTo>
                    <a:pt x="72" y="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84" name="Freeform 736"/>
            <p:cNvSpPr/>
            <p:nvPr/>
          </p:nvSpPr>
          <p:spPr bwMode="auto">
            <a:xfrm>
              <a:off x="5845176" y="4311650"/>
              <a:ext cx="38100" cy="122238"/>
            </a:xfrm>
            <a:custGeom>
              <a:avLst/>
              <a:gdLst/>
              <a:ahLst/>
              <a:cxnLst>
                <a:cxn ang="0">
                  <a:pos x="62" y="4"/>
                </a:cxn>
                <a:cxn ang="0">
                  <a:pos x="62" y="4"/>
                </a:cxn>
                <a:cxn ang="0">
                  <a:pos x="59" y="36"/>
                </a:cxn>
                <a:cxn ang="0">
                  <a:pos x="55" y="69"/>
                </a:cxn>
                <a:cxn ang="0">
                  <a:pos x="53" y="86"/>
                </a:cxn>
                <a:cxn ang="0">
                  <a:pos x="50" y="101"/>
                </a:cxn>
                <a:cxn ang="0">
                  <a:pos x="47" y="117"/>
                </a:cxn>
                <a:cxn ang="0">
                  <a:pos x="42" y="132"/>
                </a:cxn>
                <a:cxn ang="0">
                  <a:pos x="42" y="132"/>
                </a:cxn>
                <a:cxn ang="0">
                  <a:pos x="36" y="145"/>
                </a:cxn>
                <a:cxn ang="0">
                  <a:pos x="30" y="159"/>
                </a:cxn>
                <a:cxn ang="0">
                  <a:pos x="17" y="185"/>
                </a:cxn>
                <a:cxn ang="0">
                  <a:pos x="17" y="185"/>
                </a:cxn>
                <a:cxn ang="0">
                  <a:pos x="16" y="189"/>
                </a:cxn>
                <a:cxn ang="0">
                  <a:pos x="15" y="194"/>
                </a:cxn>
                <a:cxn ang="0">
                  <a:pos x="13" y="206"/>
                </a:cxn>
                <a:cxn ang="0">
                  <a:pos x="12" y="212"/>
                </a:cxn>
                <a:cxn ang="0">
                  <a:pos x="10" y="217"/>
                </a:cxn>
                <a:cxn ang="0">
                  <a:pos x="7" y="221"/>
                </a:cxn>
                <a:cxn ang="0">
                  <a:pos x="4" y="223"/>
                </a:cxn>
                <a:cxn ang="0">
                  <a:pos x="4" y="223"/>
                </a:cxn>
                <a:cxn ang="0">
                  <a:pos x="2" y="224"/>
                </a:cxn>
                <a:cxn ang="0">
                  <a:pos x="1" y="225"/>
                </a:cxn>
                <a:cxn ang="0">
                  <a:pos x="0" y="227"/>
                </a:cxn>
                <a:cxn ang="0">
                  <a:pos x="1" y="228"/>
                </a:cxn>
                <a:cxn ang="0">
                  <a:pos x="1" y="230"/>
                </a:cxn>
                <a:cxn ang="0">
                  <a:pos x="2" y="231"/>
                </a:cxn>
                <a:cxn ang="0">
                  <a:pos x="4" y="232"/>
                </a:cxn>
                <a:cxn ang="0">
                  <a:pos x="6" y="232"/>
                </a:cxn>
                <a:cxn ang="0">
                  <a:pos x="6" y="232"/>
                </a:cxn>
                <a:cxn ang="0">
                  <a:pos x="9" y="230"/>
                </a:cxn>
                <a:cxn ang="0">
                  <a:pos x="12" y="229"/>
                </a:cxn>
                <a:cxn ang="0">
                  <a:pos x="15" y="225"/>
                </a:cxn>
                <a:cxn ang="0">
                  <a:pos x="18" y="219"/>
                </a:cxn>
                <a:cxn ang="0">
                  <a:pos x="20" y="213"/>
                </a:cxn>
                <a:cxn ang="0">
                  <a:pos x="20" y="213"/>
                </a:cxn>
                <a:cxn ang="0">
                  <a:pos x="22" y="205"/>
                </a:cxn>
                <a:cxn ang="0">
                  <a:pos x="24" y="198"/>
                </a:cxn>
                <a:cxn ang="0">
                  <a:pos x="25" y="191"/>
                </a:cxn>
                <a:cxn ang="0">
                  <a:pos x="29" y="184"/>
                </a:cxn>
                <a:cxn ang="0">
                  <a:pos x="29" y="184"/>
                </a:cxn>
                <a:cxn ang="0">
                  <a:pos x="44" y="150"/>
                </a:cxn>
                <a:cxn ang="0">
                  <a:pos x="44" y="150"/>
                </a:cxn>
                <a:cxn ang="0">
                  <a:pos x="51" y="133"/>
                </a:cxn>
                <a:cxn ang="0">
                  <a:pos x="56" y="116"/>
                </a:cxn>
                <a:cxn ang="0">
                  <a:pos x="61" y="97"/>
                </a:cxn>
                <a:cxn ang="0">
                  <a:pos x="63" y="78"/>
                </a:cxn>
                <a:cxn ang="0">
                  <a:pos x="67" y="41"/>
                </a:cxn>
                <a:cxn ang="0">
                  <a:pos x="71" y="4"/>
                </a:cxn>
                <a:cxn ang="0">
                  <a:pos x="71" y="4"/>
                </a:cxn>
                <a:cxn ang="0">
                  <a:pos x="71" y="2"/>
                </a:cxn>
                <a:cxn ang="0">
                  <a:pos x="70" y="1"/>
                </a:cxn>
                <a:cxn ang="0">
                  <a:pos x="69" y="0"/>
                </a:cxn>
                <a:cxn ang="0">
                  <a:pos x="67" y="0"/>
                </a:cxn>
                <a:cxn ang="0">
                  <a:pos x="64" y="1"/>
                </a:cxn>
                <a:cxn ang="0">
                  <a:pos x="63" y="2"/>
                </a:cxn>
                <a:cxn ang="0">
                  <a:pos x="62" y="4"/>
                </a:cxn>
                <a:cxn ang="0">
                  <a:pos x="62" y="4"/>
                </a:cxn>
              </a:cxnLst>
              <a:rect l="0" t="0" r="r" b="b"/>
              <a:pathLst>
                <a:path w="71" h="232">
                  <a:moveTo>
                    <a:pt x="62" y="4"/>
                  </a:moveTo>
                  <a:lnTo>
                    <a:pt x="62" y="4"/>
                  </a:lnTo>
                  <a:lnTo>
                    <a:pt x="59" y="36"/>
                  </a:lnTo>
                  <a:lnTo>
                    <a:pt x="55" y="69"/>
                  </a:lnTo>
                  <a:lnTo>
                    <a:pt x="53" y="86"/>
                  </a:lnTo>
                  <a:lnTo>
                    <a:pt x="50" y="101"/>
                  </a:lnTo>
                  <a:lnTo>
                    <a:pt x="47" y="117"/>
                  </a:lnTo>
                  <a:lnTo>
                    <a:pt x="42" y="132"/>
                  </a:lnTo>
                  <a:lnTo>
                    <a:pt x="42" y="132"/>
                  </a:lnTo>
                  <a:lnTo>
                    <a:pt x="36" y="145"/>
                  </a:lnTo>
                  <a:lnTo>
                    <a:pt x="30" y="159"/>
                  </a:lnTo>
                  <a:lnTo>
                    <a:pt x="17" y="185"/>
                  </a:lnTo>
                  <a:lnTo>
                    <a:pt x="17" y="185"/>
                  </a:lnTo>
                  <a:lnTo>
                    <a:pt x="16" y="189"/>
                  </a:lnTo>
                  <a:lnTo>
                    <a:pt x="15" y="194"/>
                  </a:lnTo>
                  <a:lnTo>
                    <a:pt x="13" y="206"/>
                  </a:lnTo>
                  <a:lnTo>
                    <a:pt x="12" y="212"/>
                  </a:lnTo>
                  <a:lnTo>
                    <a:pt x="10" y="217"/>
                  </a:lnTo>
                  <a:lnTo>
                    <a:pt x="7" y="221"/>
                  </a:lnTo>
                  <a:lnTo>
                    <a:pt x="4" y="223"/>
                  </a:lnTo>
                  <a:lnTo>
                    <a:pt x="4" y="223"/>
                  </a:lnTo>
                  <a:lnTo>
                    <a:pt x="2" y="224"/>
                  </a:lnTo>
                  <a:lnTo>
                    <a:pt x="1" y="225"/>
                  </a:lnTo>
                  <a:lnTo>
                    <a:pt x="0" y="227"/>
                  </a:lnTo>
                  <a:lnTo>
                    <a:pt x="1" y="228"/>
                  </a:lnTo>
                  <a:lnTo>
                    <a:pt x="1" y="230"/>
                  </a:lnTo>
                  <a:lnTo>
                    <a:pt x="2" y="231"/>
                  </a:lnTo>
                  <a:lnTo>
                    <a:pt x="4" y="232"/>
                  </a:lnTo>
                  <a:lnTo>
                    <a:pt x="6" y="232"/>
                  </a:lnTo>
                  <a:lnTo>
                    <a:pt x="6" y="232"/>
                  </a:lnTo>
                  <a:lnTo>
                    <a:pt x="9" y="230"/>
                  </a:lnTo>
                  <a:lnTo>
                    <a:pt x="12" y="229"/>
                  </a:lnTo>
                  <a:lnTo>
                    <a:pt x="15" y="225"/>
                  </a:lnTo>
                  <a:lnTo>
                    <a:pt x="18" y="219"/>
                  </a:lnTo>
                  <a:lnTo>
                    <a:pt x="20" y="213"/>
                  </a:lnTo>
                  <a:lnTo>
                    <a:pt x="20" y="213"/>
                  </a:lnTo>
                  <a:lnTo>
                    <a:pt x="22" y="205"/>
                  </a:lnTo>
                  <a:lnTo>
                    <a:pt x="24" y="198"/>
                  </a:lnTo>
                  <a:lnTo>
                    <a:pt x="25" y="191"/>
                  </a:lnTo>
                  <a:lnTo>
                    <a:pt x="29" y="184"/>
                  </a:lnTo>
                  <a:lnTo>
                    <a:pt x="29" y="184"/>
                  </a:lnTo>
                  <a:lnTo>
                    <a:pt x="44" y="150"/>
                  </a:lnTo>
                  <a:lnTo>
                    <a:pt x="44" y="150"/>
                  </a:lnTo>
                  <a:lnTo>
                    <a:pt x="51" y="133"/>
                  </a:lnTo>
                  <a:lnTo>
                    <a:pt x="56" y="116"/>
                  </a:lnTo>
                  <a:lnTo>
                    <a:pt x="61" y="97"/>
                  </a:lnTo>
                  <a:lnTo>
                    <a:pt x="63" y="78"/>
                  </a:lnTo>
                  <a:lnTo>
                    <a:pt x="67" y="41"/>
                  </a:lnTo>
                  <a:lnTo>
                    <a:pt x="71" y="4"/>
                  </a:lnTo>
                  <a:lnTo>
                    <a:pt x="71" y="4"/>
                  </a:lnTo>
                  <a:lnTo>
                    <a:pt x="71" y="2"/>
                  </a:lnTo>
                  <a:lnTo>
                    <a:pt x="70" y="1"/>
                  </a:lnTo>
                  <a:lnTo>
                    <a:pt x="69" y="0"/>
                  </a:lnTo>
                  <a:lnTo>
                    <a:pt x="67" y="0"/>
                  </a:lnTo>
                  <a:lnTo>
                    <a:pt x="64" y="1"/>
                  </a:lnTo>
                  <a:lnTo>
                    <a:pt x="63" y="2"/>
                  </a:lnTo>
                  <a:lnTo>
                    <a:pt x="62" y="4"/>
                  </a:lnTo>
                  <a:lnTo>
                    <a:pt x="62" y="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85" name="Freeform 737"/>
            <p:cNvSpPr>
              <a:spLocks noEditPoints="1"/>
            </p:cNvSpPr>
            <p:nvPr/>
          </p:nvSpPr>
          <p:spPr bwMode="auto">
            <a:xfrm>
              <a:off x="5284788" y="4124325"/>
              <a:ext cx="636588" cy="654050"/>
            </a:xfrm>
            <a:custGeom>
              <a:avLst/>
              <a:gdLst/>
              <a:ahLst/>
              <a:cxnLst>
                <a:cxn ang="0">
                  <a:pos x="758" y="1226"/>
                </a:cxn>
                <a:cxn ang="0">
                  <a:pos x="680" y="1170"/>
                </a:cxn>
                <a:cxn ang="0">
                  <a:pos x="470" y="963"/>
                </a:cxn>
                <a:cxn ang="0">
                  <a:pos x="211" y="691"/>
                </a:cxn>
                <a:cxn ang="0">
                  <a:pos x="48" y="528"/>
                </a:cxn>
                <a:cxn ang="0">
                  <a:pos x="0" y="453"/>
                </a:cxn>
                <a:cxn ang="0">
                  <a:pos x="29" y="394"/>
                </a:cxn>
                <a:cxn ang="0">
                  <a:pos x="72" y="374"/>
                </a:cxn>
                <a:cxn ang="0">
                  <a:pos x="164" y="413"/>
                </a:cxn>
                <a:cxn ang="0">
                  <a:pos x="255" y="461"/>
                </a:cxn>
                <a:cxn ang="0">
                  <a:pos x="308" y="497"/>
                </a:cxn>
                <a:cxn ang="0">
                  <a:pos x="631" y="168"/>
                </a:cxn>
                <a:cxn ang="0">
                  <a:pos x="619" y="78"/>
                </a:cxn>
                <a:cxn ang="0">
                  <a:pos x="679" y="7"/>
                </a:cxn>
                <a:cxn ang="0">
                  <a:pos x="745" y="4"/>
                </a:cxn>
                <a:cxn ang="0">
                  <a:pos x="863" y="85"/>
                </a:cxn>
                <a:cxn ang="0">
                  <a:pos x="1020" y="246"/>
                </a:cxn>
                <a:cxn ang="0">
                  <a:pos x="1174" y="417"/>
                </a:cxn>
                <a:cxn ang="0">
                  <a:pos x="1203" y="504"/>
                </a:cxn>
                <a:cxn ang="0">
                  <a:pos x="1174" y="569"/>
                </a:cxn>
                <a:cxn ang="0">
                  <a:pos x="1108" y="602"/>
                </a:cxn>
                <a:cxn ang="0">
                  <a:pos x="1042" y="592"/>
                </a:cxn>
                <a:cxn ang="0">
                  <a:pos x="836" y="812"/>
                </a:cxn>
                <a:cxn ang="0">
                  <a:pos x="742" y="946"/>
                </a:cxn>
                <a:cxn ang="0">
                  <a:pos x="805" y="1026"/>
                </a:cxn>
                <a:cxn ang="0">
                  <a:pos x="848" y="1140"/>
                </a:cxn>
                <a:cxn ang="0">
                  <a:pos x="846" y="1212"/>
                </a:cxn>
                <a:cxn ang="0">
                  <a:pos x="807" y="1236"/>
                </a:cxn>
                <a:cxn ang="0">
                  <a:pos x="55" y="431"/>
                </a:cxn>
                <a:cxn ang="0">
                  <a:pos x="48" y="453"/>
                </a:cxn>
                <a:cxn ang="0">
                  <a:pos x="200" y="613"/>
                </a:cxn>
                <a:cxn ang="0">
                  <a:pos x="478" y="907"/>
                </a:cxn>
                <a:cxn ang="0">
                  <a:pos x="666" y="1093"/>
                </a:cxn>
                <a:cxn ang="0">
                  <a:pos x="780" y="1186"/>
                </a:cxn>
                <a:cxn ang="0">
                  <a:pos x="805" y="1181"/>
                </a:cxn>
                <a:cxn ang="0">
                  <a:pos x="795" y="1129"/>
                </a:cxn>
                <a:cxn ang="0">
                  <a:pos x="725" y="996"/>
                </a:cxn>
                <a:cxn ang="0">
                  <a:pos x="690" y="931"/>
                </a:cxn>
                <a:cxn ang="0">
                  <a:pos x="687" y="904"/>
                </a:cxn>
                <a:cxn ang="0">
                  <a:pos x="816" y="768"/>
                </a:cxn>
                <a:cxn ang="0">
                  <a:pos x="1010" y="557"/>
                </a:cxn>
                <a:cxn ang="0">
                  <a:pos x="1025" y="536"/>
                </a:cxn>
                <a:cxn ang="0">
                  <a:pos x="1050" y="540"/>
                </a:cxn>
                <a:cxn ang="0">
                  <a:pos x="1110" y="559"/>
                </a:cxn>
                <a:cxn ang="0">
                  <a:pos x="1143" y="535"/>
                </a:cxn>
                <a:cxn ang="0">
                  <a:pos x="1158" y="486"/>
                </a:cxn>
                <a:cxn ang="0">
                  <a:pos x="1111" y="411"/>
                </a:cxn>
                <a:cxn ang="0">
                  <a:pos x="996" y="286"/>
                </a:cxn>
                <a:cxn ang="0">
                  <a:pos x="822" y="108"/>
                </a:cxn>
                <a:cxn ang="0">
                  <a:pos x="747" y="50"/>
                </a:cxn>
                <a:cxn ang="0">
                  <a:pos x="688" y="57"/>
                </a:cxn>
                <a:cxn ang="0">
                  <a:pos x="658" y="111"/>
                </a:cxn>
                <a:cxn ang="0">
                  <a:pos x="679" y="159"/>
                </a:cxn>
                <a:cxn ang="0">
                  <a:pos x="674" y="184"/>
                </a:cxn>
                <a:cxn ang="0">
                  <a:pos x="425" y="444"/>
                </a:cxn>
                <a:cxn ang="0">
                  <a:pos x="324" y="533"/>
                </a:cxn>
                <a:cxn ang="0">
                  <a:pos x="301" y="542"/>
                </a:cxn>
                <a:cxn ang="0">
                  <a:pos x="235" y="502"/>
                </a:cxn>
                <a:cxn ang="0">
                  <a:pos x="170" y="470"/>
                </a:cxn>
                <a:cxn ang="0">
                  <a:pos x="116" y="434"/>
                </a:cxn>
              </a:cxnLst>
              <a:rect l="0" t="0" r="r" b="b"/>
              <a:pathLst>
                <a:path w="1204" h="1236">
                  <a:moveTo>
                    <a:pt x="799" y="1236"/>
                  </a:moveTo>
                  <a:lnTo>
                    <a:pt x="799" y="1236"/>
                  </a:lnTo>
                  <a:lnTo>
                    <a:pt x="792" y="1236"/>
                  </a:lnTo>
                  <a:lnTo>
                    <a:pt x="784" y="1235"/>
                  </a:lnTo>
                  <a:lnTo>
                    <a:pt x="777" y="1233"/>
                  </a:lnTo>
                  <a:lnTo>
                    <a:pt x="769" y="1231"/>
                  </a:lnTo>
                  <a:lnTo>
                    <a:pt x="769" y="1231"/>
                  </a:lnTo>
                  <a:lnTo>
                    <a:pt x="758" y="1226"/>
                  </a:lnTo>
                  <a:lnTo>
                    <a:pt x="747" y="1220"/>
                  </a:lnTo>
                  <a:lnTo>
                    <a:pt x="735" y="1214"/>
                  </a:lnTo>
                  <a:lnTo>
                    <a:pt x="724" y="1207"/>
                  </a:lnTo>
                  <a:lnTo>
                    <a:pt x="713" y="1199"/>
                  </a:lnTo>
                  <a:lnTo>
                    <a:pt x="701" y="1191"/>
                  </a:lnTo>
                  <a:lnTo>
                    <a:pt x="691" y="1180"/>
                  </a:lnTo>
                  <a:lnTo>
                    <a:pt x="680" y="1170"/>
                  </a:lnTo>
                  <a:lnTo>
                    <a:pt x="680" y="1170"/>
                  </a:lnTo>
                  <a:lnTo>
                    <a:pt x="656" y="1147"/>
                  </a:lnTo>
                  <a:lnTo>
                    <a:pt x="631" y="1124"/>
                  </a:lnTo>
                  <a:lnTo>
                    <a:pt x="631" y="1124"/>
                  </a:lnTo>
                  <a:lnTo>
                    <a:pt x="606" y="1103"/>
                  </a:lnTo>
                  <a:lnTo>
                    <a:pt x="582" y="1080"/>
                  </a:lnTo>
                  <a:lnTo>
                    <a:pt x="582" y="1080"/>
                  </a:lnTo>
                  <a:lnTo>
                    <a:pt x="526" y="1022"/>
                  </a:lnTo>
                  <a:lnTo>
                    <a:pt x="470" y="963"/>
                  </a:lnTo>
                  <a:lnTo>
                    <a:pt x="470" y="963"/>
                  </a:lnTo>
                  <a:lnTo>
                    <a:pt x="422" y="915"/>
                  </a:lnTo>
                  <a:lnTo>
                    <a:pt x="375" y="865"/>
                  </a:lnTo>
                  <a:lnTo>
                    <a:pt x="375" y="865"/>
                  </a:lnTo>
                  <a:lnTo>
                    <a:pt x="321" y="809"/>
                  </a:lnTo>
                  <a:lnTo>
                    <a:pt x="268" y="752"/>
                  </a:lnTo>
                  <a:lnTo>
                    <a:pt x="268" y="752"/>
                  </a:lnTo>
                  <a:lnTo>
                    <a:pt x="211" y="691"/>
                  </a:lnTo>
                  <a:lnTo>
                    <a:pt x="182" y="660"/>
                  </a:lnTo>
                  <a:lnTo>
                    <a:pt x="152" y="629"/>
                  </a:lnTo>
                  <a:lnTo>
                    <a:pt x="152" y="629"/>
                  </a:lnTo>
                  <a:lnTo>
                    <a:pt x="108" y="587"/>
                  </a:lnTo>
                  <a:lnTo>
                    <a:pt x="108" y="587"/>
                  </a:lnTo>
                  <a:lnTo>
                    <a:pt x="77" y="558"/>
                  </a:lnTo>
                  <a:lnTo>
                    <a:pt x="48" y="528"/>
                  </a:lnTo>
                  <a:lnTo>
                    <a:pt x="48" y="528"/>
                  </a:lnTo>
                  <a:lnTo>
                    <a:pt x="33" y="511"/>
                  </a:lnTo>
                  <a:lnTo>
                    <a:pt x="26" y="503"/>
                  </a:lnTo>
                  <a:lnTo>
                    <a:pt x="18" y="493"/>
                  </a:lnTo>
                  <a:lnTo>
                    <a:pt x="12" y="483"/>
                  </a:lnTo>
                  <a:lnTo>
                    <a:pt x="7" y="474"/>
                  </a:lnTo>
                  <a:lnTo>
                    <a:pt x="3" y="463"/>
                  </a:lnTo>
                  <a:lnTo>
                    <a:pt x="0" y="453"/>
                  </a:lnTo>
                  <a:lnTo>
                    <a:pt x="0" y="453"/>
                  </a:lnTo>
                  <a:lnTo>
                    <a:pt x="0" y="448"/>
                  </a:lnTo>
                  <a:lnTo>
                    <a:pt x="0" y="443"/>
                  </a:lnTo>
                  <a:lnTo>
                    <a:pt x="1" y="437"/>
                  </a:lnTo>
                  <a:lnTo>
                    <a:pt x="2" y="432"/>
                  </a:lnTo>
                  <a:lnTo>
                    <a:pt x="6" y="422"/>
                  </a:lnTo>
                  <a:lnTo>
                    <a:pt x="13" y="412"/>
                  </a:lnTo>
                  <a:lnTo>
                    <a:pt x="21" y="402"/>
                  </a:lnTo>
                  <a:lnTo>
                    <a:pt x="29" y="394"/>
                  </a:lnTo>
                  <a:lnTo>
                    <a:pt x="38" y="387"/>
                  </a:lnTo>
                  <a:lnTo>
                    <a:pt x="47" y="382"/>
                  </a:lnTo>
                  <a:lnTo>
                    <a:pt x="47" y="382"/>
                  </a:lnTo>
                  <a:lnTo>
                    <a:pt x="53" y="379"/>
                  </a:lnTo>
                  <a:lnTo>
                    <a:pt x="59" y="377"/>
                  </a:lnTo>
                  <a:lnTo>
                    <a:pt x="65" y="376"/>
                  </a:lnTo>
                  <a:lnTo>
                    <a:pt x="72" y="374"/>
                  </a:lnTo>
                  <a:lnTo>
                    <a:pt x="72" y="374"/>
                  </a:lnTo>
                  <a:lnTo>
                    <a:pt x="83" y="376"/>
                  </a:lnTo>
                  <a:lnTo>
                    <a:pt x="95" y="378"/>
                  </a:lnTo>
                  <a:lnTo>
                    <a:pt x="106" y="382"/>
                  </a:lnTo>
                  <a:lnTo>
                    <a:pt x="120" y="387"/>
                  </a:lnTo>
                  <a:lnTo>
                    <a:pt x="120" y="387"/>
                  </a:lnTo>
                  <a:lnTo>
                    <a:pt x="131" y="392"/>
                  </a:lnTo>
                  <a:lnTo>
                    <a:pt x="142" y="399"/>
                  </a:lnTo>
                  <a:lnTo>
                    <a:pt x="164" y="413"/>
                  </a:lnTo>
                  <a:lnTo>
                    <a:pt x="164" y="413"/>
                  </a:lnTo>
                  <a:lnTo>
                    <a:pt x="191" y="429"/>
                  </a:lnTo>
                  <a:lnTo>
                    <a:pt x="205" y="436"/>
                  </a:lnTo>
                  <a:lnTo>
                    <a:pt x="219" y="443"/>
                  </a:lnTo>
                  <a:lnTo>
                    <a:pt x="219" y="443"/>
                  </a:lnTo>
                  <a:lnTo>
                    <a:pt x="228" y="447"/>
                  </a:lnTo>
                  <a:lnTo>
                    <a:pt x="237" y="451"/>
                  </a:lnTo>
                  <a:lnTo>
                    <a:pt x="255" y="461"/>
                  </a:lnTo>
                  <a:lnTo>
                    <a:pt x="255" y="461"/>
                  </a:lnTo>
                  <a:lnTo>
                    <a:pt x="275" y="472"/>
                  </a:lnTo>
                  <a:lnTo>
                    <a:pt x="275" y="472"/>
                  </a:lnTo>
                  <a:lnTo>
                    <a:pt x="283" y="478"/>
                  </a:lnTo>
                  <a:lnTo>
                    <a:pt x="292" y="485"/>
                  </a:lnTo>
                  <a:lnTo>
                    <a:pt x="292" y="485"/>
                  </a:lnTo>
                  <a:lnTo>
                    <a:pt x="305" y="494"/>
                  </a:lnTo>
                  <a:lnTo>
                    <a:pt x="308" y="497"/>
                  </a:lnTo>
                  <a:lnTo>
                    <a:pt x="312" y="494"/>
                  </a:lnTo>
                  <a:lnTo>
                    <a:pt x="312" y="494"/>
                  </a:lnTo>
                  <a:lnTo>
                    <a:pt x="393" y="412"/>
                  </a:lnTo>
                  <a:lnTo>
                    <a:pt x="474" y="328"/>
                  </a:lnTo>
                  <a:lnTo>
                    <a:pt x="474" y="328"/>
                  </a:lnTo>
                  <a:lnTo>
                    <a:pt x="550" y="249"/>
                  </a:lnTo>
                  <a:lnTo>
                    <a:pt x="628" y="171"/>
                  </a:lnTo>
                  <a:lnTo>
                    <a:pt x="631" y="168"/>
                  </a:lnTo>
                  <a:lnTo>
                    <a:pt x="629" y="164"/>
                  </a:lnTo>
                  <a:lnTo>
                    <a:pt x="629" y="164"/>
                  </a:lnTo>
                  <a:lnTo>
                    <a:pt x="623" y="151"/>
                  </a:lnTo>
                  <a:lnTo>
                    <a:pt x="618" y="137"/>
                  </a:lnTo>
                  <a:lnTo>
                    <a:pt x="615" y="122"/>
                  </a:lnTo>
                  <a:lnTo>
                    <a:pt x="614" y="108"/>
                  </a:lnTo>
                  <a:lnTo>
                    <a:pt x="615" y="92"/>
                  </a:lnTo>
                  <a:lnTo>
                    <a:pt x="619" y="78"/>
                  </a:lnTo>
                  <a:lnTo>
                    <a:pt x="624" y="64"/>
                  </a:lnTo>
                  <a:lnTo>
                    <a:pt x="630" y="50"/>
                  </a:lnTo>
                  <a:lnTo>
                    <a:pt x="630" y="50"/>
                  </a:lnTo>
                  <a:lnTo>
                    <a:pt x="638" y="39"/>
                  </a:lnTo>
                  <a:lnTo>
                    <a:pt x="646" y="28"/>
                  </a:lnTo>
                  <a:lnTo>
                    <a:pt x="656" y="20"/>
                  </a:lnTo>
                  <a:lnTo>
                    <a:pt x="667" y="13"/>
                  </a:lnTo>
                  <a:lnTo>
                    <a:pt x="679" y="7"/>
                  </a:lnTo>
                  <a:lnTo>
                    <a:pt x="690" y="3"/>
                  </a:lnTo>
                  <a:lnTo>
                    <a:pt x="703" y="1"/>
                  </a:lnTo>
                  <a:lnTo>
                    <a:pt x="716" y="0"/>
                  </a:lnTo>
                  <a:lnTo>
                    <a:pt x="716" y="0"/>
                  </a:lnTo>
                  <a:lnTo>
                    <a:pt x="725" y="1"/>
                  </a:lnTo>
                  <a:lnTo>
                    <a:pt x="734" y="2"/>
                  </a:lnTo>
                  <a:lnTo>
                    <a:pt x="734" y="2"/>
                  </a:lnTo>
                  <a:lnTo>
                    <a:pt x="745" y="4"/>
                  </a:lnTo>
                  <a:lnTo>
                    <a:pt x="754" y="6"/>
                  </a:lnTo>
                  <a:lnTo>
                    <a:pt x="763" y="9"/>
                  </a:lnTo>
                  <a:lnTo>
                    <a:pt x="773" y="13"/>
                  </a:lnTo>
                  <a:lnTo>
                    <a:pt x="789" y="21"/>
                  </a:lnTo>
                  <a:lnTo>
                    <a:pt x="806" y="33"/>
                  </a:lnTo>
                  <a:lnTo>
                    <a:pt x="820" y="44"/>
                  </a:lnTo>
                  <a:lnTo>
                    <a:pt x="834" y="57"/>
                  </a:lnTo>
                  <a:lnTo>
                    <a:pt x="863" y="85"/>
                  </a:lnTo>
                  <a:lnTo>
                    <a:pt x="865" y="87"/>
                  </a:lnTo>
                  <a:lnTo>
                    <a:pt x="865" y="87"/>
                  </a:lnTo>
                  <a:lnTo>
                    <a:pt x="903" y="125"/>
                  </a:lnTo>
                  <a:lnTo>
                    <a:pt x="939" y="163"/>
                  </a:lnTo>
                  <a:lnTo>
                    <a:pt x="939" y="163"/>
                  </a:lnTo>
                  <a:lnTo>
                    <a:pt x="976" y="201"/>
                  </a:lnTo>
                  <a:lnTo>
                    <a:pt x="1013" y="239"/>
                  </a:lnTo>
                  <a:lnTo>
                    <a:pt x="1020" y="246"/>
                  </a:lnTo>
                  <a:lnTo>
                    <a:pt x="1020" y="246"/>
                  </a:lnTo>
                  <a:lnTo>
                    <a:pt x="1053" y="279"/>
                  </a:lnTo>
                  <a:lnTo>
                    <a:pt x="1085" y="313"/>
                  </a:lnTo>
                  <a:lnTo>
                    <a:pt x="1117" y="348"/>
                  </a:lnTo>
                  <a:lnTo>
                    <a:pt x="1147" y="383"/>
                  </a:lnTo>
                  <a:lnTo>
                    <a:pt x="1155" y="391"/>
                  </a:lnTo>
                  <a:lnTo>
                    <a:pt x="1155" y="391"/>
                  </a:lnTo>
                  <a:lnTo>
                    <a:pt x="1174" y="417"/>
                  </a:lnTo>
                  <a:lnTo>
                    <a:pt x="1184" y="429"/>
                  </a:lnTo>
                  <a:lnTo>
                    <a:pt x="1192" y="443"/>
                  </a:lnTo>
                  <a:lnTo>
                    <a:pt x="1198" y="457"/>
                  </a:lnTo>
                  <a:lnTo>
                    <a:pt x="1202" y="472"/>
                  </a:lnTo>
                  <a:lnTo>
                    <a:pt x="1203" y="479"/>
                  </a:lnTo>
                  <a:lnTo>
                    <a:pt x="1204" y="487"/>
                  </a:lnTo>
                  <a:lnTo>
                    <a:pt x="1203" y="495"/>
                  </a:lnTo>
                  <a:lnTo>
                    <a:pt x="1203" y="504"/>
                  </a:lnTo>
                  <a:lnTo>
                    <a:pt x="1203" y="504"/>
                  </a:lnTo>
                  <a:lnTo>
                    <a:pt x="1201" y="514"/>
                  </a:lnTo>
                  <a:lnTo>
                    <a:pt x="1198" y="524"/>
                  </a:lnTo>
                  <a:lnTo>
                    <a:pt x="1195" y="535"/>
                  </a:lnTo>
                  <a:lnTo>
                    <a:pt x="1191" y="544"/>
                  </a:lnTo>
                  <a:lnTo>
                    <a:pt x="1186" y="552"/>
                  </a:lnTo>
                  <a:lnTo>
                    <a:pt x="1181" y="560"/>
                  </a:lnTo>
                  <a:lnTo>
                    <a:pt x="1174" y="569"/>
                  </a:lnTo>
                  <a:lnTo>
                    <a:pt x="1167" y="575"/>
                  </a:lnTo>
                  <a:lnTo>
                    <a:pt x="1160" y="581"/>
                  </a:lnTo>
                  <a:lnTo>
                    <a:pt x="1153" y="586"/>
                  </a:lnTo>
                  <a:lnTo>
                    <a:pt x="1144" y="591"/>
                  </a:lnTo>
                  <a:lnTo>
                    <a:pt x="1136" y="596"/>
                  </a:lnTo>
                  <a:lnTo>
                    <a:pt x="1127" y="599"/>
                  </a:lnTo>
                  <a:lnTo>
                    <a:pt x="1117" y="601"/>
                  </a:lnTo>
                  <a:lnTo>
                    <a:pt x="1108" y="602"/>
                  </a:lnTo>
                  <a:lnTo>
                    <a:pt x="1098" y="603"/>
                  </a:lnTo>
                  <a:lnTo>
                    <a:pt x="1098" y="603"/>
                  </a:lnTo>
                  <a:lnTo>
                    <a:pt x="1085" y="602"/>
                  </a:lnTo>
                  <a:lnTo>
                    <a:pt x="1073" y="600"/>
                  </a:lnTo>
                  <a:lnTo>
                    <a:pt x="1061" y="596"/>
                  </a:lnTo>
                  <a:lnTo>
                    <a:pt x="1048" y="591"/>
                  </a:lnTo>
                  <a:lnTo>
                    <a:pt x="1045" y="589"/>
                  </a:lnTo>
                  <a:lnTo>
                    <a:pt x="1042" y="592"/>
                  </a:lnTo>
                  <a:lnTo>
                    <a:pt x="1042" y="592"/>
                  </a:lnTo>
                  <a:lnTo>
                    <a:pt x="993" y="644"/>
                  </a:lnTo>
                  <a:lnTo>
                    <a:pt x="944" y="697"/>
                  </a:lnTo>
                  <a:lnTo>
                    <a:pt x="944" y="697"/>
                  </a:lnTo>
                  <a:lnTo>
                    <a:pt x="890" y="755"/>
                  </a:lnTo>
                  <a:lnTo>
                    <a:pt x="863" y="784"/>
                  </a:lnTo>
                  <a:lnTo>
                    <a:pt x="836" y="812"/>
                  </a:lnTo>
                  <a:lnTo>
                    <a:pt x="836" y="812"/>
                  </a:lnTo>
                  <a:lnTo>
                    <a:pt x="806" y="842"/>
                  </a:lnTo>
                  <a:lnTo>
                    <a:pt x="778" y="873"/>
                  </a:lnTo>
                  <a:lnTo>
                    <a:pt x="778" y="873"/>
                  </a:lnTo>
                  <a:lnTo>
                    <a:pt x="731" y="923"/>
                  </a:lnTo>
                  <a:lnTo>
                    <a:pt x="728" y="926"/>
                  </a:lnTo>
                  <a:lnTo>
                    <a:pt x="730" y="930"/>
                  </a:lnTo>
                  <a:lnTo>
                    <a:pt x="730" y="930"/>
                  </a:lnTo>
                  <a:lnTo>
                    <a:pt x="742" y="946"/>
                  </a:lnTo>
                  <a:lnTo>
                    <a:pt x="742" y="946"/>
                  </a:lnTo>
                  <a:lnTo>
                    <a:pt x="754" y="962"/>
                  </a:lnTo>
                  <a:lnTo>
                    <a:pt x="767" y="979"/>
                  </a:lnTo>
                  <a:lnTo>
                    <a:pt x="771" y="983"/>
                  </a:lnTo>
                  <a:lnTo>
                    <a:pt x="771" y="983"/>
                  </a:lnTo>
                  <a:lnTo>
                    <a:pt x="790" y="1004"/>
                  </a:lnTo>
                  <a:lnTo>
                    <a:pt x="798" y="1015"/>
                  </a:lnTo>
                  <a:lnTo>
                    <a:pt x="805" y="1026"/>
                  </a:lnTo>
                  <a:lnTo>
                    <a:pt x="805" y="1026"/>
                  </a:lnTo>
                  <a:lnTo>
                    <a:pt x="811" y="1041"/>
                  </a:lnTo>
                  <a:lnTo>
                    <a:pt x="817" y="1056"/>
                  </a:lnTo>
                  <a:lnTo>
                    <a:pt x="828" y="1087"/>
                  </a:lnTo>
                  <a:lnTo>
                    <a:pt x="828" y="1087"/>
                  </a:lnTo>
                  <a:lnTo>
                    <a:pt x="838" y="1114"/>
                  </a:lnTo>
                  <a:lnTo>
                    <a:pt x="848" y="1140"/>
                  </a:lnTo>
                  <a:lnTo>
                    <a:pt x="848" y="1140"/>
                  </a:lnTo>
                  <a:lnTo>
                    <a:pt x="851" y="1150"/>
                  </a:lnTo>
                  <a:lnTo>
                    <a:pt x="854" y="1160"/>
                  </a:lnTo>
                  <a:lnTo>
                    <a:pt x="855" y="1169"/>
                  </a:lnTo>
                  <a:lnTo>
                    <a:pt x="856" y="1178"/>
                  </a:lnTo>
                  <a:lnTo>
                    <a:pt x="855" y="1187"/>
                  </a:lnTo>
                  <a:lnTo>
                    <a:pt x="853" y="1197"/>
                  </a:lnTo>
                  <a:lnTo>
                    <a:pt x="850" y="1204"/>
                  </a:lnTo>
                  <a:lnTo>
                    <a:pt x="846" y="1212"/>
                  </a:lnTo>
                  <a:lnTo>
                    <a:pt x="846" y="1212"/>
                  </a:lnTo>
                  <a:lnTo>
                    <a:pt x="842" y="1217"/>
                  </a:lnTo>
                  <a:lnTo>
                    <a:pt x="837" y="1223"/>
                  </a:lnTo>
                  <a:lnTo>
                    <a:pt x="831" y="1227"/>
                  </a:lnTo>
                  <a:lnTo>
                    <a:pt x="826" y="1230"/>
                  </a:lnTo>
                  <a:lnTo>
                    <a:pt x="820" y="1233"/>
                  </a:lnTo>
                  <a:lnTo>
                    <a:pt x="813" y="1235"/>
                  </a:lnTo>
                  <a:lnTo>
                    <a:pt x="807" y="1236"/>
                  </a:lnTo>
                  <a:lnTo>
                    <a:pt x="799" y="1236"/>
                  </a:lnTo>
                  <a:lnTo>
                    <a:pt x="799" y="1236"/>
                  </a:lnTo>
                  <a:close/>
                  <a:moveTo>
                    <a:pt x="86" y="424"/>
                  </a:moveTo>
                  <a:lnTo>
                    <a:pt x="86" y="424"/>
                  </a:lnTo>
                  <a:lnTo>
                    <a:pt x="76" y="424"/>
                  </a:lnTo>
                  <a:lnTo>
                    <a:pt x="65" y="427"/>
                  </a:lnTo>
                  <a:lnTo>
                    <a:pt x="60" y="429"/>
                  </a:lnTo>
                  <a:lnTo>
                    <a:pt x="55" y="431"/>
                  </a:lnTo>
                  <a:lnTo>
                    <a:pt x="50" y="434"/>
                  </a:lnTo>
                  <a:lnTo>
                    <a:pt x="47" y="439"/>
                  </a:lnTo>
                  <a:lnTo>
                    <a:pt x="47" y="439"/>
                  </a:lnTo>
                  <a:lnTo>
                    <a:pt x="46" y="442"/>
                  </a:lnTo>
                  <a:lnTo>
                    <a:pt x="45" y="446"/>
                  </a:lnTo>
                  <a:lnTo>
                    <a:pt x="46" y="449"/>
                  </a:lnTo>
                  <a:lnTo>
                    <a:pt x="48" y="453"/>
                  </a:lnTo>
                  <a:lnTo>
                    <a:pt x="48" y="453"/>
                  </a:lnTo>
                  <a:lnTo>
                    <a:pt x="60" y="471"/>
                  </a:lnTo>
                  <a:lnTo>
                    <a:pt x="73" y="487"/>
                  </a:lnTo>
                  <a:lnTo>
                    <a:pt x="88" y="503"/>
                  </a:lnTo>
                  <a:lnTo>
                    <a:pt x="104" y="519"/>
                  </a:lnTo>
                  <a:lnTo>
                    <a:pt x="104" y="519"/>
                  </a:lnTo>
                  <a:lnTo>
                    <a:pt x="129" y="542"/>
                  </a:lnTo>
                  <a:lnTo>
                    <a:pt x="153" y="566"/>
                  </a:lnTo>
                  <a:lnTo>
                    <a:pt x="200" y="613"/>
                  </a:lnTo>
                  <a:lnTo>
                    <a:pt x="247" y="662"/>
                  </a:lnTo>
                  <a:lnTo>
                    <a:pt x="291" y="710"/>
                  </a:lnTo>
                  <a:lnTo>
                    <a:pt x="291" y="710"/>
                  </a:lnTo>
                  <a:lnTo>
                    <a:pt x="349" y="772"/>
                  </a:lnTo>
                  <a:lnTo>
                    <a:pt x="407" y="833"/>
                  </a:lnTo>
                  <a:lnTo>
                    <a:pt x="407" y="833"/>
                  </a:lnTo>
                  <a:lnTo>
                    <a:pt x="443" y="870"/>
                  </a:lnTo>
                  <a:lnTo>
                    <a:pt x="478" y="907"/>
                  </a:lnTo>
                  <a:lnTo>
                    <a:pt x="478" y="907"/>
                  </a:lnTo>
                  <a:lnTo>
                    <a:pt x="518" y="950"/>
                  </a:lnTo>
                  <a:lnTo>
                    <a:pt x="560" y="992"/>
                  </a:lnTo>
                  <a:lnTo>
                    <a:pt x="560" y="992"/>
                  </a:lnTo>
                  <a:lnTo>
                    <a:pt x="595" y="1027"/>
                  </a:lnTo>
                  <a:lnTo>
                    <a:pt x="631" y="1060"/>
                  </a:lnTo>
                  <a:lnTo>
                    <a:pt x="631" y="1060"/>
                  </a:lnTo>
                  <a:lnTo>
                    <a:pt x="666" y="1093"/>
                  </a:lnTo>
                  <a:lnTo>
                    <a:pt x="701" y="1128"/>
                  </a:lnTo>
                  <a:lnTo>
                    <a:pt x="701" y="1128"/>
                  </a:lnTo>
                  <a:lnTo>
                    <a:pt x="717" y="1143"/>
                  </a:lnTo>
                  <a:lnTo>
                    <a:pt x="736" y="1161"/>
                  </a:lnTo>
                  <a:lnTo>
                    <a:pt x="748" y="1169"/>
                  </a:lnTo>
                  <a:lnTo>
                    <a:pt x="758" y="1176"/>
                  </a:lnTo>
                  <a:lnTo>
                    <a:pt x="769" y="1182"/>
                  </a:lnTo>
                  <a:lnTo>
                    <a:pt x="780" y="1186"/>
                  </a:lnTo>
                  <a:lnTo>
                    <a:pt x="780" y="1186"/>
                  </a:lnTo>
                  <a:lnTo>
                    <a:pt x="786" y="1187"/>
                  </a:lnTo>
                  <a:lnTo>
                    <a:pt x="791" y="1188"/>
                  </a:lnTo>
                  <a:lnTo>
                    <a:pt x="791" y="1188"/>
                  </a:lnTo>
                  <a:lnTo>
                    <a:pt x="796" y="1187"/>
                  </a:lnTo>
                  <a:lnTo>
                    <a:pt x="800" y="1186"/>
                  </a:lnTo>
                  <a:lnTo>
                    <a:pt x="802" y="1183"/>
                  </a:lnTo>
                  <a:lnTo>
                    <a:pt x="805" y="1181"/>
                  </a:lnTo>
                  <a:lnTo>
                    <a:pt x="805" y="1181"/>
                  </a:lnTo>
                  <a:lnTo>
                    <a:pt x="807" y="1177"/>
                  </a:lnTo>
                  <a:lnTo>
                    <a:pt x="808" y="1172"/>
                  </a:lnTo>
                  <a:lnTo>
                    <a:pt x="808" y="1166"/>
                  </a:lnTo>
                  <a:lnTo>
                    <a:pt x="807" y="1160"/>
                  </a:lnTo>
                  <a:lnTo>
                    <a:pt x="801" y="1145"/>
                  </a:lnTo>
                  <a:lnTo>
                    <a:pt x="795" y="1129"/>
                  </a:lnTo>
                  <a:lnTo>
                    <a:pt x="795" y="1129"/>
                  </a:lnTo>
                  <a:lnTo>
                    <a:pt x="791" y="1118"/>
                  </a:lnTo>
                  <a:lnTo>
                    <a:pt x="791" y="1118"/>
                  </a:lnTo>
                  <a:lnTo>
                    <a:pt x="783" y="1097"/>
                  </a:lnTo>
                  <a:lnTo>
                    <a:pt x="774" y="1076"/>
                  </a:lnTo>
                  <a:lnTo>
                    <a:pt x="763" y="1055"/>
                  </a:lnTo>
                  <a:lnTo>
                    <a:pt x="752" y="1036"/>
                  </a:lnTo>
                  <a:lnTo>
                    <a:pt x="738" y="1016"/>
                  </a:lnTo>
                  <a:lnTo>
                    <a:pt x="725" y="996"/>
                  </a:lnTo>
                  <a:lnTo>
                    <a:pt x="709" y="977"/>
                  </a:lnTo>
                  <a:lnTo>
                    <a:pt x="694" y="956"/>
                  </a:lnTo>
                  <a:lnTo>
                    <a:pt x="694" y="956"/>
                  </a:lnTo>
                  <a:lnTo>
                    <a:pt x="691" y="951"/>
                  </a:lnTo>
                  <a:lnTo>
                    <a:pt x="689" y="946"/>
                  </a:lnTo>
                  <a:lnTo>
                    <a:pt x="688" y="940"/>
                  </a:lnTo>
                  <a:lnTo>
                    <a:pt x="689" y="934"/>
                  </a:lnTo>
                  <a:lnTo>
                    <a:pt x="690" y="931"/>
                  </a:lnTo>
                  <a:lnTo>
                    <a:pt x="688" y="929"/>
                  </a:lnTo>
                  <a:lnTo>
                    <a:pt x="688" y="929"/>
                  </a:lnTo>
                  <a:lnTo>
                    <a:pt x="685" y="923"/>
                  </a:lnTo>
                  <a:lnTo>
                    <a:pt x="684" y="919"/>
                  </a:lnTo>
                  <a:lnTo>
                    <a:pt x="684" y="916"/>
                  </a:lnTo>
                  <a:lnTo>
                    <a:pt x="684" y="912"/>
                  </a:lnTo>
                  <a:lnTo>
                    <a:pt x="685" y="907"/>
                  </a:lnTo>
                  <a:lnTo>
                    <a:pt x="687" y="904"/>
                  </a:lnTo>
                  <a:lnTo>
                    <a:pt x="690" y="900"/>
                  </a:lnTo>
                  <a:lnTo>
                    <a:pt x="690" y="900"/>
                  </a:lnTo>
                  <a:lnTo>
                    <a:pt x="721" y="867"/>
                  </a:lnTo>
                  <a:lnTo>
                    <a:pt x="752" y="835"/>
                  </a:lnTo>
                  <a:lnTo>
                    <a:pt x="752" y="835"/>
                  </a:lnTo>
                  <a:lnTo>
                    <a:pt x="783" y="801"/>
                  </a:lnTo>
                  <a:lnTo>
                    <a:pt x="816" y="768"/>
                  </a:lnTo>
                  <a:lnTo>
                    <a:pt x="816" y="768"/>
                  </a:lnTo>
                  <a:lnTo>
                    <a:pt x="842" y="741"/>
                  </a:lnTo>
                  <a:lnTo>
                    <a:pt x="868" y="713"/>
                  </a:lnTo>
                  <a:lnTo>
                    <a:pt x="918" y="659"/>
                  </a:lnTo>
                  <a:lnTo>
                    <a:pt x="918" y="659"/>
                  </a:lnTo>
                  <a:lnTo>
                    <a:pt x="963" y="610"/>
                  </a:lnTo>
                  <a:lnTo>
                    <a:pt x="1008" y="562"/>
                  </a:lnTo>
                  <a:lnTo>
                    <a:pt x="1010" y="560"/>
                  </a:lnTo>
                  <a:lnTo>
                    <a:pt x="1010" y="557"/>
                  </a:lnTo>
                  <a:lnTo>
                    <a:pt x="1010" y="557"/>
                  </a:lnTo>
                  <a:lnTo>
                    <a:pt x="1010" y="554"/>
                  </a:lnTo>
                  <a:lnTo>
                    <a:pt x="1011" y="550"/>
                  </a:lnTo>
                  <a:lnTo>
                    <a:pt x="1013" y="546"/>
                  </a:lnTo>
                  <a:lnTo>
                    <a:pt x="1016" y="543"/>
                  </a:lnTo>
                  <a:lnTo>
                    <a:pt x="1016" y="543"/>
                  </a:lnTo>
                  <a:lnTo>
                    <a:pt x="1020" y="539"/>
                  </a:lnTo>
                  <a:lnTo>
                    <a:pt x="1025" y="536"/>
                  </a:lnTo>
                  <a:lnTo>
                    <a:pt x="1030" y="535"/>
                  </a:lnTo>
                  <a:lnTo>
                    <a:pt x="1035" y="534"/>
                  </a:lnTo>
                  <a:lnTo>
                    <a:pt x="1035" y="534"/>
                  </a:lnTo>
                  <a:lnTo>
                    <a:pt x="1039" y="535"/>
                  </a:lnTo>
                  <a:lnTo>
                    <a:pt x="1043" y="536"/>
                  </a:lnTo>
                  <a:lnTo>
                    <a:pt x="1046" y="537"/>
                  </a:lnTo>
                  <a:lnTo>
                    <a:pt x="1050" y="540"/>
                  </a:lnTo>
                  <a:lnTo>
                    <a:pt x="1050" y="540"/>
                  </a:lnTo>
                  <a:lnTo>
                    <a:pt x="1061" y="547"/>
                  </a:lnTo>
                  <a:lnTo>
                    <a:pt x="1074" y="554"/>
                  </a:lnTo>
                  <a:lnTo>
                    <a:pt x="1081" y="556"/>
                  </a:lnTo>
                  <a:lnTo>
                    <a:pt x="1089" y="558"/>
                  </a:lnTo>
                  <a:lnTo>
                    <a:pt x="1096" y="559"/>
                  </a:lnTo>
                  <a:lnTo>
                    <a:pt x="1103" y="560"/>
                  </a:lnTo>
                  <a:lnTo>
                    <a:pt x="1103" y="560"/>
                  </a:lnTo>
                  <a:lnTo>
                    <a:pt x="1110" y="559"/>
                  </a:lnTo>
                  <a:lnTo>
                    <a:pt x="1117" y="558"/>
                  </a:lnTo>
                  <a:lnTo>
                    <a:pt x="1117" y="558"/>
                  </a:lnTo>
                  <a:lnTo>
                    <a:pt x="1123" y="555"/>
                  </a:lnTo>
                  <a:lnTo>
                    <a:pt x="1128" y="551"/>
                  </a:lnTo>
                  <a:lnTo>
                    <a:pt x="1136" y="542"/>
                  </a:lnTo>
                  <a:lnTo>
                    <a:pt x="1136" y="542"/>
                  </a:lnTo>
                  <a:lnTo>
                    <a:pt x="1143" y="535"/>
                  </a:lnTo>
                  <a:lnTo>
                    <a:pt x="1143" y="535"/>
                  </a:lnTo>
                  <a:lnTo>
                    <a:pt x="1150" y="529"/>
                  </a:lnTo>
                  <a:lnTo>
                    <a:pt x="1154" y="523"/>
                  </a:lnTo>
                  <a:lnTo>
                    <a:pt x="1157" y="517"/>
                  </a:lnTo>
                  <a:lnTo>
                    <a:pt x="1159" y="511"/>
                  </a:lnTo>
                  <a:lnTo>
                    <a:pt x="1160" y="505"/>
                  </a:lnTo>
                  <a:lnTo>
                    <a:pt x="1160" y="498"/>
                  </a:lnTo>
                  <a:lnTo>
                    <a:pt x="1160" y="492"/>
                  </a:lnTo>
                  <a:lnTo>
                    <a:pt x="1158" y="486"/>
                  </a:lnTo>
                  <a:lnTo>
                    <a:pt x="1154" y="474"/>
                  </a:lnTo>
                  <a:lnTo>
                    <a:pt x="1147" y="462"/>
                  </a:lnTo>
                  <a:lnTo>
                    <a:pt x="1141" y="451"/>
                  </a:lnTo>
                  <a:lnTo>
                    <a:pt x="1134" y="441"/>
                  </a:lnTo>
                  <a:lnTo>
                    <a:pt x="1130" y="434"/>
                  </a:lnTo>
                  <a:lnTo>
                    <a:pt x="1130" y="434"/>
                  </a:lnTo>
                  <a:lnTo>
                    <a:pt x="1122" y="422"/>
                  </a:lnTo>
                  <a:lnTo>
                    <a:pt x="1111" y="411"/>
                  </a:lnTo>
                  <a:lnTo>
                    <a:pt x="1091" y="389"/>
                  </a:lnTo>
                  <a:lnTo>
                    <a:pt x="1091" y="389"/>
                  </a:lnTo>
                  <a:lnTo>
                    <a:pt x="1076" y="373"/>
                  </a:lnTo>
                  <a:lnTo>
                    <a:pt x="1063" y="357"/>
                  </a:lnTo>
                  <a:lnTo>
                    <a:pt x="1063" y="357"/>
                  </a:lnTo>
                  <a:lnTo>
                    <a:pt x="1046" y="338"/>
                  </a:lnTo>
                  <a:lnTo>
                    <a:pt x="1030" y="321"/>
                  </a:lnTo>
                  <a:lnTo>
                    <a:pt x="996" y="286"/>
                  </a:lnTo>
                  <a:lnTo>
                    <a:pt x="996" y="286"/>
                  </a:lnTo>
                  <a:lnTo>
                    <a:pt x="981" y="271"/>
                  </a:lnTo>
                  <a:lnTo>
                    <a:pt x="981" y="271"/>
                  </a:lnTo>
                  <a:lnTo>
                    <a:pt x="941" y="230"/>
                  </a:lnTo>
                  <a:lnTo>
                    <a:pt x="902" y="190"/>
                  </a:lnTo>
                  <a:lnTo>
                    <a:pt x="902" y="190"/>
                  </a:lnTo>
                  <a:lnTo>
                    <a:pt x="862" y="148"/>
                  </a:lnTo>
                  <a:lnTo>
                    <a:pt x="822" y="108"/>
                  </a:lnTo>
                  <a:lnTo>
                    <a:pt x="816" y="102"/>
                  </a:lnTo>
                  <a:lnTo>
                    <a:pt x="816" y="102"/>
                  </a:lnTo>
                  <a:lnTo>
                    <a:pt x="799" y="85"/>
                  </a:lnTo>
                  <a:lnTo>
                    <a:pt x="789" y="76"/>
                  </a:lnTo>
                  <a:lnTo>
                    <a:pt x="780" y="69"/>
                  </a:lnTo>
                  <a:lnTo>
                    <a:pt x="769" y="62"/>
                  </a:lnTo>
                  <a:lnTo>
                    <a:pt x="758" y="55"/>
                  </a:lnTo>
                  <a:lnTo>
                    <a:pt x="747" y="50"/>
                  </a:lnTo>
                  <a:lnTo>
                    <a:pt x="734" y="47"/>
                  </a:lnTo>
                  <a:lnTo>
                    <a:pt x="734" y="47"/>
                  </a:lnTo>
                  <a:lnTo>
                    <a:pt x="724" y="46"/>
                  </a:lnTo>
                  <a:lnTo>
                    <a:pt x="724" y="46"/>
                  </a:lnTo>
                  <a:lnTo>
                    <a:pt x="714" y="47"/>
                  </a:lnTo>
                  <a:lnTo>
                    <a:pt x="704" y="49"/>
                  </a:lnTo>
                  <a:lnTo>
                    <a:pt x="696" y="52"/>
                  </a:lnTo>
                  <a:lnTo>
                    <a:pt x="688" y="57"/>
                  </a:lnTo>
                  <a:lnTo>
                    <a:pt x="680" y="63"/>
                  </a:lnTo>
                  <a:lnTo>
                    <a:pt x="673" y="70"/>
                  </a:lnTo>
                  <a:lnTo>
                    <a:pt x="667" y="77"/>
                  </a:lnTo>
                  <a:lnTo>
                    <a:pt x="663" y="85"/>
                  </a:lnTo>
                  <a:lnTo>
                    <a:pt x="663" y="85"/>
                  </a:lnTo>
                  <a:lnTo>
                    <a:pt x="660" y="94"/>
                  </a:lnTo>
                  <a:lnTo>
                    <a:pt x="658" y="102"/>
                  </a:lnTo>
                  <a:lnTo>
                    <a:pt x="658" y="111"/>
                  </a:lnTo>
                  <a:lnTo>
                    <a:pt x="659" y="119"/>
                  </a:lnTo>
                  <a:lnTo>
                    <a:pt x="661" y="128"/>
                  </a:lnTo>
                  <a:lnTo>
                    <a:pt x="664" y="135"/>
                  </a:lnTo>
                  <a:lnTo>
                    <a:pt x="668" y="143"/>
                  </a:lnTo>
                  <a:lnTo>
                    <a:pt x="673" y="150"/>
                  </a:lnTo>
                  <a:lnTo>
                    <a:pt x="673" y="150"/>
                  </a:lnTo>
                  <a:lnTo>
                    <a:pt x="677" y="154"/>
                  </a:lnTo>
                  <a:lnTo>
                    <a:pt x="679" y="159"/>
                  </a:lnTo>
                  <a:lnTo>
                    <a:pt x="680" y="164"/>
                  </a:lnTo>
                  <a:lnTo>
                    <a:pt x="680" y="167"/>
                  </a:lnTo>
                  <a:lnTo>
                    <a:pt x="679" y="174"/>
                  </a:lnTo>
                  <a:lnTo>
                    <a:pt x="675" y="178"/>
                  </a:lnTo>
                  <a:lnTo>
                    <a:pt x="675" y="179"/>
                  </a:lnTo>
                  <a:lnTo>
                    <a:pt x="675" y="181"/>
                  </a:lnTo>
                  <a:lnTo>
                    <a:pt x="675" y="181"/>
                  </a:lnTo>
                  <a:lnTo>
                    <a:pt x="674" y="184"/>
                  </a:lnTo>
                  <a:lnTo>
                    <a:pt x="673" y="189"/>
                  </a:lnTo>
                  <a:lnTo>
                    <a:pt x="671" y="192"/>
                  </a:lnTo>
                  <a:lnTo>
                    <a:pt x="668" y="195"/>
                  </a:lnTo>
                  <a:lnTo>
                    <a:pt x="668" y="195"/>
                  </a:lnTo>
                  <a:lnTo>
                    <a:pt x="587" y="277"/>
                  </a:lnTo>
                  <a:lnTo>
                    <a:pt x="506" y="361"/>
                  </a:lnTo>
                  <a:lnTo>
                    <a:pt x="506" y="361"/>
                  </a:lnTo>
                  <a:lnTo>
                    <a:pt x="425" y="444"/>
                  </a:lnTo>
                  <a:lnTo>
                    <a:pt x="343" y="526"/>
                  </a:lnTo>
                  <a:lnTo>
                    <a:pt x="343" y="526"/>
                  </a:lnTo>
                  <a:lnTo>
                    <a:pt x="340" y="529"/>
                  </a:lnTo>
                  <a:lnTo>
                    <a:pt x="337" y="531"/>
                  </a:lnTo>
                  <a:lnTo>
                    <a:pt x="332" y="533"/>
                  </a:lnTo>
                  <a:lnTo>
                    <a:pt x="328" y="534"/>
                  </a:lnTo>
                  <a:lnTo>
                    <a:pt x="328" y="534"/>
                  </a:lnTo>
                  <a:lnTo>
                    <a:pt x="324" y="533"/>
                  </a:lnTo>
                  <a:lnTo>
                    <a:pt x="321" y="533"/>
                  </a:lnTo>
                  <a:lnTo>
                    <a:pt x="319" y="535"/>
                  </a:lnTo>
                  <a:lnTo>
                    <a:pt x="319" y="535"/>
                  </a:lnTo>
                  <a:lnTo>
                    <a:pt x="315" y="538"/>
                  </a:lnTo>
                  <a:lnTo>
                    <a:pt x="311" y="540"/>
                  </a:lnTo>
                  <a:lnTo>
                    <a:pt x="306" y="542"/>
                  </a:lnTo>
                  <a:lnTo>
                    <a:pt x="301" y="542"/>
                  </a:lnTo>
                  <a:lnTo>
                    <a:pt x="301" y="542"/>
                  </a:lnTo>
                  <a:lnTo>
                    <a:pt x="296" y="542"/>
                  </a:lnTo>
                  <a:lnTo>
                    <a:pt x="292" y="540"/>
                  </a:lnTo>
                  <a:lnTo>
                    <a:pt x="292" y="540"/>
                  </a:lnTo>
                  <a:lnTo>
                    <a:pt x="282" y="536"/>
                  </a:lnTo>
                  <a:lnTo>
                    <a:pt x="273" y="529"/>
                  </a:lnTo>
                  <a:lnTo>
                    <a:pt x="253" y="515"/>
                  </a:lnTo>
                  <a:lnTo>
                    <a:pt x="253" y="515"/>
                  </a:lnTo>
                  <a:lnTo>
                    <a:pt x="235" y="502"/>
                  </a:lnTo>
                  <a:lnTo>
                    <a:pt x="225" y="495"/>
                  </a:lnTo>
                  <a:lnTo>
                    <a:pt x="215" y="490"/>
                  </a:lnTo>
                  <a:lnTo>
                    <a:pt x="215" y="490"/>
                  </a:lnTo>
                  <a:lnTo>
                    <a:pt x="199" y="484"/>
                  </a:lnTo>
                  <a:lnTo>
                    <a:pt x="199" y="484"/>
                  </a:lnTo>
                  <a:lnTo>
                    <a:pt x="185" y="478"/>
                  </a:lnTo>
                  <a:lnTo>
                    <a:pt x="178" y="474"/>
                  </a:lnTo>
                  <a:lnTo>
                    <a:pt x="170" y="470"/>
                  </a:lnTo>
                  <a:lnTo>
                    <a:pt x="170" y="470"/>
                  </a:lnTo>
                  <a:lnTo>
                    <a:pt x="161" y="462"/>
                  </a:lnTo>
                  <a:lnTo>
                    <a:pt x="161" y="462"/>
                  </a:lnTo>
                  <a:lnTo>
                    <a:pt x="148" y="451"/>
                  </a:lnTo>
                  <a:lnTo>
                    <a:pt x="139" y="446"/>
                  </a:lnTo>
                  <a:lnTo>
                    <a:pt x="132" y="442"/>
                  </a:lnTo>
                  <a:lnTo>
                    <a:pt x="132" y="442"/>
                  </a:lnTo>
                  <a:lnTo>
                    <a:pt x="116" y="434"/>
                  </a:lnTo>
                  <a:lnTo>
                    <a:pt x="116" y="434"/>
                  </a:lnTo>
                  <a:lnTo>
                    <a:pt x="104" y="429"/>
                  </a:lnTo>
                  <a:lnTo>
                    <a:pt x="92" y="424"/>
                  </a:lnTo>
                  <a:lnTo>
                    <a:pt x="92" y="424"/>
                  </a:lnTo>
                  <a:lnTo>
                    <a:pt x="86" y="424"/>
                  </a:lnTo>
                  <a:lnTo>
                    <a:pt x="86" y="42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86" name="Freeform 738"/>
            <p:cNvSpPr/>
            <p:nvPr/>
          </p:nvSpPr>
          <p:spPr bwMode="auto">
            <a:xfrm>
              <a:off x="5268913" y="4529138"/>
              <a:ext cx="252413" cy="261938"/>
            </a:xfrm>
            <a:custGeom>
              <a:avLst/>
              <a:gdLst/>
              <a:ahLst/>
              <a:cxnLst>
                <a:cxn ang="0">
                  <a:pos x="74" y="493"/>
                </a:cxn>
                <a:cxn ang="0">
                  <a:pos x="47" y="485"/>
                </a:cxn>
                <a:cxn ang="0">
                  <a:pos x="23" y="469"/>
                </a:cxn>
                <a:cxn ang="0">
                  <a:pos x="11" y="456"/>
                </a:cxn>
                <a:cxn ang="0">
                  <a:pos x="8" y="448"/>
                </a:cxn>
                <a:cxn ang="0">
                  <a:pos x="2" y="430"/>
                </a:cxn>
                <a:cxn ang="0">
                  <a:pos x="0" y="399"/>
                </a:cxn>
                <a:cxn ang="0">
                  <a:pos x="9" y="366"/>
                </a:cxn>
                <a:cxn ang="0">
                  <a:pos x="27" y="331"/>
                </a:cxn>
                <a:cxn ang="0">
                  <a:pos x="56" y="292"/>
                </a:cxn>
                <a:cxn ang="0">
                  <a:pos x="79" y="267"/>
                </a:cxn>
                <a:cxn ang="0">
                  <a:pos x="105" y="233"/>
                </a:cxn>
                <a:cxn ang="0">
                  <a:pos x="125" y="208"/>
                </a:cxn>
                <a:cxn ang="0">
                  <a:pos x="164" y="167"/>
                </a:cxn>
                <a:cxn ang="0">
                  <a:pos x="325" y="7"/>
                </a:cxn>
                <a:cxn ang="0">
                  <a:pos x="333" y="2"/>
                </a:cxn>
                <a:cxn ang="0">
                  <a:pos x="341" y="0"/>
                </a:cxn>
                <a:cxn ang="0">
                  <a:pos x="358" y="9"/>
                </a:cxn>
                <a:cxn ang="0">
                  <a:pos x="364" y="21"/>
                </a:cxn>
                <a:cxn ang="0">
                  <a:pos x="362" y="32"/>
                </a:cxn>
                <a:cxn ang="0">
                  <a:pos x="357" y="39"/>
                </a:cxn>
                <a:cxn ang="0">
                  <a:pos x="293" y="101"/>
                </a:cxn>
                <a:cxn ang="0">
                  <a:pos x="193" y="199"/>
                </a:cxn>
                <a:cxn ang="0">
                  <a:pos x="140" y="263"/>
                </a:cxn>
                <a:cxn ang="0">
                  <a:pos x="113" y="300"/>
                </a:cxn>
                <a:cxn ang="0">
                  <a:pos x="76" y="339"/>
                </a:cxn>
                <a:cxn ang="0">
                  <a:pos x="57" y="367"/>
                </a:cxn>
                <a:cxn ang="0">
                  <a:pos x="45" y="405"/>
                </a:cxn>
                <a:cxn ang="0">
                  <a:pos x="47" y="426"/>
                </a:cxn>
                <a:cxn ang="0">
                  <a:pos x="50" y="429"/>
                </a:cxn>
                <a:cxn ang="0">
                  <a:pos x="55" y="436"/>
                </a:cxn>
                <a:cxn ang="0">
                  <a:pos x="71" y="445"/>
                </a:cxn>
                <a:cxn ang="0">
                  <a:pos x="89" y="448"/>
                </a:cxn>
                <a:cxn ang="0">
                  <a:pos x="116" y="442"/>
                </a:cxn>
                <a:cxn ang="0">
                  <a:pos x="144" y="426"/>
                </a:cxn>
                <a:cxn ang="0">
                  <a:pos x="196" y="377"/>
                </a:cxn>
                <a:cxn ang="0">
                  <a:pos x="242" y="324"/>
                </a:cxn>
                <a:cxn ang="0">
                  <a:pos x="294" y="271"/>
                </a:cxn>
                <a:cxn ang="0">
                  <a:pos x="371" y="194"/>
                </a:cxn>
                <a:cxn ang="0">
                  <a:pos x="442" y="114"/>
                </a:cxn>
                <a:cxn ang="0">
                  <a:pos x="448" y="107"/>
                </a:cxn>
                <a:cxn ang="0">
                  <a:pos x="456" y="106"/>
                </a:cxn>
                <a:cxn ang="0">
                  <a:pos x="472" y="115"/>
                </a:cxn>
                <a:cxn ang="0">
                  <a:pos x="478" y="125"/>
                </a:cxn>
                <a:cxn ang="0">
                  <a:pos x="478" y="138"/>
                </a:cxn>
                <a:cxn ang="0">
                  <a:pos x="473" y="147"/>
                </a:cxn>
                <a:cxn ang="0">
                  <a:pos x="408" y="220"/>
                </a:cxn>
                <a:cxn ang="0">
                  <a:pos x="340" y="289"/>
                </a:cxn>
                <a:cxn ang="0">
                  <a:pos x="223" y="410"/>
                </a:cxn>
                <a:cxn ang="0">
                  <a:pos x="189" y="445"/>
                </a:cxn>
                <a:cxn ang="0">
                  <a:pos x="135" y="480"/>
                </a:cxn>
                <a:cxn ang="0">
                  <a:pos x="100" y="492"/>
                </a:cxn>
                <a:cxn ang="0">
                  <a:pos x="84" y="493"/>
                </a:cxn>
              </a:cxnLst>
              <a:rect l="0" t="0" r="r" b="b"/>
              <a:pathLst>
                <a:path w="479" h="493">
                  <a:moveTo>
                    <a:pt x="84" y="493"/>
                  </a:moveTo>
                  <a:lnTo>
                    <a:pt x="84" y="493"/>
                  </a:lnTo>
                  <a:lnTo>
                    <a:pt x="74" y="493"/>
                  </a:lnTo>
                  <a:lnTo>
                    <a:pt x="65" y="491"/>
                  </a:lnTo>
                  <a:lnTo>
                    <a:pt x="56" y="489"/>
                  </a:lnTo>
                  <a:lnTo>
                    <a:pt x="47" y="485"/>
                  </a:lnTo>
                  <a:lnTo>
                    <a:pt x="39" y="480"/>
                  </a:lnTo>
                  <a:lnTo>
                    <a:pt x="31" y="475"/>
                  </a:lnTo>
                  <a:lnTo>
                    <a:pt x="23" y="469"/>
                  </a:lnTo>
                  <a:lnTo>
                    <a:pt x="14" y="462"/>
                  </a:lnTo>
                  <a:lnTo>
                    <a:pt x="14" y="462"/>
                  </a:lnTo>
                  <a:lnTo>
                    <a:pt x="11" y="456"/>
                  </a:lnTo>
                  <a:lnTo>
                    <a:pt x="8" y="449"/>
                  </a:lnTo>
                  <a:lnTo>
                    <a:pt x="8" y="449"/>
                  </a:lnTo>
                  <a:lnTo>
                    <a:pt x="8" y="448"/>
                  </a:lnTo>
                  <a:lnTo>
                    <a:pt x="8" y="448"/>
                  </a:lnTo>
                  <a:lnTo>
                    <a:pt x="4" y="439"/>
                  </a:lnTo>
                  <a:lnTo>
                    <a:pt x="2" y="430"/>
                  </a:lnTo>
                  <a:lnTo>
                    <a:pt x="0" y="419"/>
                  </a:lnTo>
                  <a:lnTo>
                    <a:pt x="0" y="409"/>
                  </a:lnTo>
                  <a:lnTo>
                    <a:pt x="0" y="399"/>
                  </a:lnTo>
                  <a:lnTo>
                    <a:pt x="2" y="388"/>
                  </a:lnTo>
                  <a:lnTo>
                    <a:pt x="5" y="377"/>
                  </a:lnTo>
                  <a:lnTo>
                    <a:pt x="9" y="366"/>
                  </a:lnTo>
                  <a:lnTo>
                    <a:pt x="13" y="354"/>
                  </a:lnTo>
                  <a:lnTo>
                    <a:pt x="20" y="342"/>
                  </a:lnTo>
                  <a:lnTo>
                    <a:pt x="27" y="331"/>
                  </a:lnTo>
                  <a:lnTo>
                    <a:pt x="35" y="318"/>
                  </a:lnTo>
                  <a:lnTo>
                    <a:pt x="44" y="306"/>
                  </a:lnTo>
                  <a:lnTo>
                    <a:pt x="56" y="292"/>
                  </a:lnTo>
                  <a:lnTo>
                    <a:pt x="67" y="280"/>
                  </a:lnTo>
                  <a:lnTo>
                    <a:pt x="79" y="267"/>
                  </a:lnTo>
                  <a:lnTo>
                    <a:pt x="79" y="267"/>
                  </a:lnTo>
                  <a:lnTo>
                    <a:pt x="87" y="258"/>
                  </a:lnTo>
                  <a:lnTo>
                    <a:pt x="94" y="250"/>
                  </a:lnTo>
                  <a:lnTo>
                    <a:pt x="105" y="233"/>
                  </a:lnTo>
                  <a:lnTo>
                    <a:pt x="105" y="233"/>
                  </a:lnTo>
                  <a:lnTo>
                    <a:pt x="115" y="220"/>
                  </a:lnTo>
                  <a:lnTo>
                    <a:pt x="125" y="208"/>
                  </a:lnTo>
                  <a:lnTo>
                    <a:pt x="125" y="208"/>
                  </a:lnTo>
                  <a:lnTo>
                    <a:pt x="144" y="187"/>
                  </a:lnTo>
                  <a:lnTo>
                    <a:pt x="164" y="167"/>
                  </a:lnTo>
                  <a:lnTo>
                    <a:pt x="164" y="167"/>
                  </a:lnTo>
                  <a:lnTo>
                    <a:pt x="185" y="148"/>
                  </a:lnTo>
                  <a:lnTo>
                    <a:pt x="325" y="7"/>
                  </a:lnTo>
                  <a:lnTo>
                    <a:pt x="325" y="7"/>
                  </a:lnTo>
                  <a:lnTo>
                    <a:pt x="328" y="4"/>
                  </a:lnTo>
                  <a:lnTo>
                    <a:pt x="333" y="2"/>
                  </a:lnTo>
                  <a:lnTo>
                    <a:pt x="337" y="1"/>
                  </a:lnTo>
                  <a:lnTo>
                    <a:pt x="341" y="0"/>
                  </a:lnTo>
                  <a:lnTo>
                    <a:pt x="341" y="0"/>
                  </a:lnTo>
                  <a:lnTo>
                    <a:pt x="347" y="1"/>
                  </a:lnTo>
                  <a:lnTo>
                    <a:pt x="353" y="4"/>
                  </a:lnTo>
                  <a:lnTo>
                    <a:pt x="358" y="9"/>
                  </a:lnTo>
                  <a:lnTo>
                    <a:pt x="362" y="15"/>
                  </a:lnTo>
                  <a:lnTo>
                    <a:pt x="362" y="15"/>
                  </a:lnTo>
                  <a:lnTo>
                    <a:pt x="364" y="21"/>
                  </a:lnTo>
                  <a:lnTo>
                    <a:pt x="365" y="26"/>
                  </a:lnTo>
                  <a:lnTo>
                    <a:pt x="364" y="29"/>
                  </a:lnTo>
                  <a:lnTo>
                    <a:pt x="362" y="32"/>
                  </a:lnTo>
                  <a:lnTo>
                    <a:pt x="360" y="36"/>
                  </a:lnTo>
                  <a:lnTo>
                    <a:pt x="357" y="39"/>
                  </a:lnTo>
                  <a:lnTo>
                    <a:pt x="357" y="39"/>
                  </a:lnTo>
                  <a:lnTo>
                    <a:pt x="325" y="70"/>
                  </a:lnTo>
                  <a:lnTo>
                    <a:pt x="293" y="101"/>
                  </a:lnTo>
                  <a:lnTo>
                    <a:pt x="293" y="101"/>
                  </a:lnTo>
                  <a:lnTo>
                    <a:pt x="252" y="139"/>
                  </a:lnTo>
                  <a:lnTo>
                    <a:pt x="212" y="179"/>
                  </a:lnTo>
                  <a:lnTo>
                    <a:pt x="193" y="199"/>
                  </a:lnTo>
                  <a:lnTo>
                    <a:pt x="174" y="220"/>
                  </a:lnTo>
                  <a:lnTo>
                    <a:pt x="157" y="242"/>
                  </a:lnTo>
                  <a:lnTo>
                    <a:pt x="140" y="263"/>
                  </a:lnTo>
                  <a:lnTo>
                    <a:pt x="140" y="263"/>
                  </a:lnTo>
                  <a:lnTo>
                    <a:pt x="127" y="281"/>
                  </a:lnTo>
                  <a:lnTo>
                    <a:pt x="113" y="300"/>
                  </a:lnTo>
                  <a:lnTo>
                    <a:pt x="95" y="319"/>
                  </a:lnTo>
                  <a:lnTo>
                    <a:pt x="76" y="339"/>
                  </a:lnTo>
                  <a:lnTo>
                    <a:pt x="76" y="339"/>
                  </a:lnTo>
                  <a:lnTo>
                    <a:pt x="70" y="346"/>
                  </a:lnTo>
                  <a:lnTo>
                    <a:pt x="63" y="355"/>
                  </a:lnTo>
                  <a:lnTo>
                    <a:pt x="57" y="367"/>
                  </a:lnTo>
                  <a:lnTo>
                    <a:pt x="52" y="379"/>
                  </a:lnTo>
                  <a:lnTo>
                    <a:pt x="47" y="391"/>
                  </a:lnTo>
                  <a:lnTo>
                    <a:pt x="45" y="405"/>
                  </a:lnTo>
                  <a:lnTo>
                    <a:pt x="45" y="416"/>
                  </a:lnTo>
                  <a:lnTo>
                    <a:pt x="46" y="421"/>
                  </a:lnTo>
                  <a:lnTo>
                    <a:pt x="47" y="426"/>
                  </a:lnTo>
                  <a:lnTo>
                    <a:pt x="47" y="427"/>
                  </a:lnTo>
                  <a:lnTo>
                    <a:pt x="50" y="429"/>
                  </a:lnTo>
                  <a:lnTo>
                    <a:pt x="50" y="429"/>
                  </a:lnTo>
                  <a:lnTo>
                    <a:pt x="54" y="435"/>
                  </a:lnTo>
                  <a:lnTo>
                    <a:pt x="54" y="436"/>
                  </a:lnTo>
                  <a:lnTo>
                    <a:pt x="55" y="436"/>
                  </a:lnTo>
                  <a:lnTo>
                    <a:pt x="55" y="436"/>
                  </a:lnTo>
                  <a:lnTo>
                    <a:pt x="63" y="441"/>
                  </a:lnTo>
                  <a:lnTo>
                    <a:pt x="71" y="445"/>
                  </a:lnTo>
                  <a:lnTo>
                    <a:pt x="79" y="447"/>
                  </a:lnTo>
                  <a:lnTo>
                    <a:pt x="89" y="448"/>
                  </a:lnTo>
                  <a:lnTo>
                    <a:pt x="89" y="448"/>
                  </a:lnTo>
                  <a:lnTo>
                    <a:pt x="98" y="447"/>
                  </a:lnTo>
                  <a:lnTo>
                    <a:pt x="106" y="445"/>
                  </a:lnTo>
                  <a:lnTo>
                    <a:pt x="116" y="442"/>
                  </a:lnTo>
                  <a:lnTo>
                    <a:pt x="125" y="437"/>
                  </a:lnTo>
                  <a:lnTo>
                    <a:pt x="134" y="432"/>
                  </a:lnTo>
                  <a:lnTo>
                    <a:pt x="144" y="426"/>
                  </a:lnTo>
                  <a:lnTo>
                    <a:pt x="162" y="411"/>
                  </a:lnTo>
                  <a:lnTo>
                    <a:pt x="180" y="395"/>
                  </a:lnTo>
                  <a:lnTo>
                    <a:pt x="196" y="377"/>
                  </a:lnTo>
                  <a:lnTo>
                    <a:pt x="227" y="341"/>
                  </a:lnTo>
                  <a:lnTo>
                    <a:pt x="227" y="341"/>
                  </a:lnTo>
                  <a:lnTo>
                    <a:pt x="242" y="324"/>
                  </a:lnTo>
                  <a:lnTo>
                    <a:pt x="253" y="311"/>
                  </a:lnTo>
                  <a:lnTo>
                    <a:pt x="253" y="311"/>
                  </a:lnTo>
                  <a:lnTo>
                    <a:pt x="294" y="271"/>
                  </a:lnTo>
                  <a:lnTo>
                    <a:pt x="294" y="271"/>
                  </a:lnTo>
                  <a:lnTo>
                    <a:pt x="333" y="233"/>
                  </a:lnTo>
                  <a:lnTo>
                    <a:pt x="371" y="194"/>
                  </a:lnTo>
                  <a:lnTo>
                    <a:pt x="407" y="155"/>
                  </a:lnTo>
                  <a:lnTo>
                    <a:pt x="424" y="134"/>
                  </a:lnTo>
                  <a:lnTo>
                    <a:pt x="442" y="114"/>
                  </a:lnTo>
                  <a:lnTo>
                    <a:pt x="442" y="114"/>
                  </a:lnTo>
                  <a:lnTo>
                    <a:pt x="445" y="111"/>
                  </a:lnTo>
                  <a:lnTo>
                    <a:pt x="448" y="107"/>
                  </a:lnTo>
                  <a:lnTo>
                    <a:pt x="452" y="106"/>
                  </a:lnTo>
                  <a:lnTo>
                    <a:pt x="456" y="106"/>
                  </a:lnTo>
                  <a:lnTo>
                    <a:pt x="456" y="106"/>
                  </a:lnTo>
                  <a:lnTo>
                    <a:pt x="462" y="107"/>
                  </a:lnTo>
                  <a:lnTo>
                    <a:pt x="468" y="111"/>
                  </a:lnTo>
                  <a:lnTo>
                    <a:pt x="472" y="115"/>
                  </a:lnTo>
                  <a:lnTo>
                    <a:pt x="476" y="121"/>
                  </a:lnTo>
                  <a:lnTo>
                    <a:pt x="476" y="121"/>
                  </a:lnTo>
                  <a:lnTo>
                    <a:pt x="478" y="125"/>
                  </a:lnTo>
                  <a:lnTo>
                    <a:pt x="479" y="131"/>
                  </a:lnTo>
                  <a:lnTo>
                    <a:pt x="478" y="135"/>
                  </a:lnTo>
                  <a:lnTo>
                    <a:pt x="478" y="138"/>
                  </a:lnTo>
                  <a:lnTo>
                    <a:pt x="476" y="143"/>
                  </a:lnTo>
                  <a:lnTo>
                    <a:pt x="473" y="147"/>
                  </a:lnTo>
                  <a:lnTo>
                    <a:pt x="473" y="147"/>
                  </a:lnTo>
                  <a:lnTo>
                    <a:pt x="458" y="165"/>
                  </a:lnTo>
                  <a:lnTo>
                    <a:pt x="442" y="184"/>
                  </a:lnTo>
                  <a:lnTo>
                    <a:pt x="408" y="220"/>
                  </a:lnTo>
                  <a:lnTo>
                    <a:pt x="374" y="255"/>
                  </a:lnTo>
                  <a:lnTo>
                    <a:pt x="340" y="289"/>
                  </a:lnTo>
                  <a:lnTo>
                    <a:pt x="340" y="289"/>
                  </a:lnTo>
                  <a:lnTo>
                    <a:pt x="280" y="348"/>
                  </a:lnTo>
                  <a:lnTo>
                    <a:pt x="251" y="379"/>
                  </a:lnTo>
                  <a:lnTo>
                    <a:pt x="223" y="410"/>
                  </a:lnTo>
                  <a:lnTo>
                    <a:pt x="223" y="410"/>
                  </a:lnTo>
                  <a:lnTo>
                    <a:pt x="207" y="429"/>
                  </a:lnTo>
                  <a:lnTo>
                    <a:pt x="189" y="445"/>
                  </a:lnTo>
                  <a:lnTo>
                    <a:pt x="171" y="460"/>
                  </a:lnTo>
                  <a:lnTo>
                    <a:pt x="153" y="471"/>
                  </a:lnTo>
                  <a:lnTo>
                    <a:pt x="135" y="480"/>
                  </a:lnTo>
                  <a:lnTo>
                    <a:pt x="118" y="488"/>
                  </a:lnTo>
                  <a:lnTo>
                    <a:pt x="109" y="490"/>
                  </a:lnTo>
                  <a:lnTo>
                    <a:pt x="100" y="492"/>
                  </a:lnTo>
                  <a:lnTo>
                    <a:pt x="92" y="493"/>
                  </a:lnTo>
                  <a:lnTo>
                    <a:pt x="84" y="493"/>
                  </a:lnTo>
                  <a:lnTo>
                    <a:pt x="84" y="493"/>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grpSp>
      <p:grpSp>
        <p:nvGrpSpPr>
          <p:cNvPr id="487" name="组合 486"/>
          <p:cNvGrpSpPr/>
          <p:nvPr/>
        </p:nvGrpSpPr>
        <p:grpSpPr>
          <a:xfrm>
            <a:off x="5722075" y="2199473"/>
            <a:ext cx="1266553" cy="1294287"/>
            <a:chOff x="5268913" y="4124325"/>
            <a:chExt cx="652463" cy="666751"/>
          </a:xfrm>
          <a:solidFill>
            <a:schemeClr val="tx1"/>
          </a:solidFill>
        </p:grpSpPr>
        <p:sp>
          <p:nvSpPr>
            <p:cNvPr id="488" name="Freeform 719"/>
            <p:cNvSpPr/>
            <p:nvPr/>
          </p:nvSpPr>
          <p:spPr bwMode="auto">
            <a:xfrm>
              <a:off x="5356226" y="4351338"/>
              <a:ext cx="9525" cy="57150"/>
            </a:xfrm>
            <a:custGeom>
              <a:avLst/>
              <a:gdLst/>
              <a:ahLst/>
              <a:cxnLst>
                <a:cxn ang="0">
                  <a:pos x="9" y="3"/>
                </a:cxn>
                <a:cxn ang="0">
                  <a:pos x="9" y="3"/>
                </a:cxn>
                <a:cxn ang="0">
                  <a:pos x="8" y="1"/>
                </a:cxn>
                <a:cxn ang="0">
                  <a:pos x="7" y="0"/>
                </a:cxn>
                <a:cxn ang="0">
                  <a:pos x="3" y="0"/>
                </a:cxn>
                <a:cxn ang="0">
                  <a:pos x="2" y="0"/>
                </a:cxn>
                <a:cxn ang="0">
                  <a:pos x="0" y="2"/>
                </a:cxn>
                <a:cxn ang="0">
                  <a:pos x="0" y="3"/>
                </a:cxn>
                <a:cxn ang="0">
                  <a:pos x="0" y="5"/>
                </a:cxn>
                <a:cxn ang="0">
                  <a:pos x="0" y="5"/>
                </a:cxn>
                <a:cxn ang="0">
                  <a:pos x="4" y="15"/>
                </a:cxn>
                <a:cxn ang="0">
                  <a:pos x="7" y="25"/>
                </a:cxn>
                <a:cxn ang="0">
                  <a:pos x="9" y="35"/>
                </a:cxn>
                <a:cxn ang="0">
                  <a:pos x="11" y="46"/>
                </a:cxn>
                <a:cxn ang="0">
                  <a:pos x="11" y="46"/>
                </a:cxn>
                <a:cxn ang="0">
                  <a:pos x="11" y="53"/>
                </a:cxn>
                <a:cxn ang="0">
                  <a:pos x="9" y="60"/>
                </a:cxn>
                <a:cxn ang="0">
                  <a:pos x="6" y="75"/>
                </a:cxn>
                <a:cxn ang="0">
                  <a:pos x="2" y="89"/>
                </a:cxn>
                <a:cxn ang="0">
                  <a:pos x="1" y="96"/>
                </a:cxn>
                <a:cxn ang="0">
                  <a:pos x="0" y="104"/>
                </a:cxn>
                <a:cxn ang="0">
                  <a:pos x="0" y="104"/>
                </a:cxn>
                <a:cxn ang="0">
                  <a:pos x="0" y="106"/>
                </a:cxn>
                <a:cxn ang="0">
                  <a:pos x="1" y="108"/>
                </a:cxn>
                <a:cxn ang="0">
                  <a:pos x="3" y="108"/>
                </a:cxn>
                <a:cxn ang="0">
                  <a:pos x="5" y="109"/>
                </a:cxn>
                <a:cxn ang="0">
                  <a:pos x="6" y="108"/>
                </a:cxn>
                <a:cxn ang="0">
                  <a:pos x="8" y="108"/>
                </a:cxn>
                <a:cxn ang="0">
                  <a:pos x="9" y="106"/>
                </a:cxn>
                <a:cxn ang="0">
                  <a:pos x="9" y="104"/>
                </a:cxn>
                <a:cxn ang="0">
                  <a:pos x="9" y="104"/>
                </a:cxn>
                <a:cxn ang="0">
                  <a:pos x="12" y="89"/>
                </a:cxn>
                <a:cxn ang="0">
                  <a:pos x="15" y="75"/>
                </a:cxn>
                <a:cxn ang="0">
                  <a:pos x="18" y="60"/>
                </a:cxn>
                <a:cxn ang="0">
                  <a:pos x="20" y="46"/>
                </a:cxn>
                <a:cxn ang="0">
                  <a:pos x="20" y="46"/>
                </a:cxn>
                <a:cxn ang="0">
                  <a:pos x="20" y="41"/>
                </a:cxn>
                <a:cxn ang="0">
                  <a:pos x="20" y="35"/>
                </a:cxn>
                <a:cxn ang="0">
                  <a:pos x="18" y="24"/>
                </a:cxn>
                <a:cxn ang="0">
                  <a:pos x="14" y="13"/>
                </a:cxn>
                <a:cxn ang="0">
                  <a:pos x="9" y="3"/>
                </a:cxn>
                <a:cxn ang="0">
                  <a:pos x="9" y="3"/>
                </a:cxn>
              </a:cxnLst>
              <a:rect l="0" t="0" r="r" b="b"/>
              <a:pathLst>
                <a:path w="20" h="109">
                  <a:moveTo>
                    <a:pt x="9" y="3"/>
                  </a:moveTo>
                  <a:lnTo>
                    <a:pt x="9" y="3"/>
                  </a:lnTo>
                  <a:lnTo>
                    <a:pt x="8" y="1"/>
                  </a:lnTo>
                  <a:lnTo>
                    <a:pt x="7" y="0"/>
                  </a:lnTo>
                  <a:lnTo>
                    <a:pt x="3" y="0"/>
                  </a:lnTo>
                  <a:lnTo>
                    <a:pt x="2" y="0"/>
                  </a:lnTo>
                  <a:lnTo>
                    <a:pt x="0" y="2"/>
                  </a:lnTo>
                  <a:lnTo>
                    <a:pt x="0" y="3"/>
                  </a:lnTo>
                  <a:lnTo>
                    <a:pt x="0" y="5"/>
                  </a:lnTo>
                  <a:lnTo>
                    <a:pt x="0" y="5"/>
                  </a:lnTo>
                  <a:lnTo>
                    <a:pt x="4" y="15"/>
                  </a:lnTo>
                  <a:lnTo>
                    <a:pt x="7" y="25"/>
                  </a:lnTo>
                  <a:lnTo>
                    <a:pt x="9" y="35"/>
                  </a:lnTo>
                  <a:lnTo>
                    <a:pt x="11" y="46"/>
                  </a:lnTo>
                  <a:lnTo>
                    <a:pt x="11" y="46"/>
                  </a:lnTo>
                  <a:lnTo>
                    <a:pt x="11" y="53"/>
                  </a:lnTo>
                  <a:lnTo>
                    <a:pt x="9" y="60"/>
                  </a:lnTo>
                  <a:lnTo>
                    <a:pt x="6" y="75"/>
                  </a:lnTo>
                  <a:lnTo>
                    <a:pt x="2" y="89"/>
                  </a:lnTo>
                  <a:lnTo>
                    <a:pt x="1" y="96"/>
                  </a:lnTo>
                  <a:lnTo>
                    <a:pt x="0" y="104"/>
                  </a:lnTo>
                  <a:lnTo>
                    <a:pt x="0" y="104"/>
                  </a:lnTo>
                  <a:lnTo>
                    <a:pt x="0" y="106"/>
                  </a:lnTo>
                  <a:lnTo>
                    <a:pt x="1" y="108"/>
                  </a:lnTo>
                  <a:lnTo>
                    <a:pt x="3" y="108"/>
                  </a:lnTo>
                  <a:lnTo>
                    <a:pt x="5" y="109"/>
                  </a:lnTo>
                  <a:lnTo>
                    <a:pt x="6" y="108"/>
                  </a:lnTo>
                  <a:lnTo>
                    <a:pt x="8" y="108"/>
                  </a:lnTo>
                  <a:lnTo>
                    <a:pt x="9" y="106"/>
                  </a:lnTo>
                  <a:lnTo>
                    <a:pt x="9" y="104"/>
                  </a:lnTo>
                  <a:lnTo>
                    <a:pt x="9" y="104"/>
                  </a:lnTo>
                  <a:lnTo>
                    <a:pt x="12" y="89"/>
                  </a:lnTo>
                  <a:lnTo>
                    <a:pt x="15" y="75"/>
                  </a:lnTo>
                  <a:lnTo>
                    <a:pt x="18" y="60"/>
                  </a:lnTo>
                  <a:lnTo>
                    <a:pt x="20" y="46"/>
                  </a:lnTo>
                  <a:lnTo>
                    <a:pt x="20" y="46"/>
                  </a:lnTo>
                  <a:lnTo>
                    <a:pt x="20" y="41"/>
                  </a:lnTo>
                  <a:lnTo>
                    <a:pt x="20" y="35"/>
                  </a:lnTo>
                  <a:lnTo>
                    <a:pt x="18" y="24"/>
                  </a:lnTo>
                  <a:lnTo>
                    <a:pt x="14" y="13"/>
                  </a:lnTo>
                  <a:lnTo>
                    <a:pt x="9" y="3"/>
                  </a:lnTo>
                  <a:lnTo>
                    <a:pt x="9" y="3"/>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89" name="Freeform 720"/>
            <p:cNvSpPr/>
            <p:nvPr/>
          </p:nvSpPr>
          <p:spPr bwMode="auto">
            <a:xfrm>
              <a:off x="5392738" y="4365625"/>
              <a:ext cx="12700" cy="80963"/>
            </a:xfrm>
            <a:custGeom>
              <a:avLst/>
              <a:gdLst/>
              <a:ahLst/>
              <a:cxnLst>
                <a:cxn ang="0">
                  <a:pos x="25" y="4"/>
                </a:cxn>
                <a:cxn ang="0">
                  <a:pos x="25" y="4"/>
                </a:cxn>
                <a:cxn ang="0">
                  <a:pos x="25" y="2"/>
                </a:cxn>
                <a:cxn ang="0">
                  <a:pos x="24" y="1"/>
                </a:cxn>
                <a:cxn ang="0">
                  <a:pos x="22" y="0"/>
                </a:cxn>
                <a:cxn ang="0">
                  <a:pos x="21" y="0"/>
                </a:cxn>
                <a:cxn ang="0">
                  <a:pos x="19" y="0"/>
                </a:cxn>
                <a:cxn ang="0">
                  <a:pos x="17" y="1"/>
                </a:cxn>
                <a:cxn ang="0">
                  <a:pos x="16" y="2"/>
                </a:cxn>
                <a:cxn ang="0">
                  <a:pos x="16" y="4"/>
                </a:cxn>
                <a:cxn ang="0">
                  <a:pos x="16" y="4"/>
                </a:cxn>
                <a:cxn ang="0">
                  <a:pos x="14" y="24"/>
                </a:cxn>
                <a:cxn ang="0">
                  <a:pos x="11" y="43"/>
                </a:cxn>
                <a:cxn ang="0">
                  <a:pos x="4" y="80"/>
                </a:cxn>
                <a:cxn ang="0">
                  <a:pos x="4" y="80"/>
                </a:cxn>
                <a:cxn ang="0">
                  <a:pos x="1" y="96"/>
                </a:cxn>
                <a:cxn ang="0">
                  <a:pos x="0" y="114"/>
                </a:cxn>
                <a:cxn ang="0">
                  <a:pos x="1" y="147"/>
                </a:cxn>
                <a:cxn ang="0">
                  <a:pos x="1" y="147"/>
                </a:cxn>
                <a:cxn ang="0">
                  <a:pos x="1" y="149"/>
                </a:cxn>
                <a:cxn ang="0">
                  <a:pos x="2" y="150"/>
                </a:cxn>
                <a:cxn ang="0">
                  <a:pos x="5" y="151"/>
                </a:cxn>
                <a:cxn ang="0">
                  <a:pos x="7" y="151"/>
                </a:cxn>
                <a:cxn ang="0">
                  <a:pos x="8" y="151"/>
                </a:cxn>
                <a:cxn ang="0">
                  <a:pos x="10" y="150"/>
                </a:cxn>
                <a:cxn ang="0">
                  <a:pos x="11" y="149"/>
                </a:cxn>
                <a:cxn ang="0">
                  <a:pos x="11" y="147"/>
                </a:cxn>
                <a:cxn ang="0">
                  <a:pos x="11" y="147"/>
                </a:cxn>
                <a:cxn ang="0">
                  <a:pos x="11" y="126"/>
                </a:cxn>
                <a:cxn ang="0">
                  <a:pos x="11" y="107"/>
                </a:cxn>
                <a:cxn ang="0">
                  <a:pos x="13" y="86"/>
                </a:cxn>
                <a:cxn ang="0">
                  <a:pos x="16" y="65"/>
                </a:cxn>
                <a:cxn ang="0">
                  <a:pos x="16" y="65"/>
                </a:cxn>
                <a:cxn ang="0">
                  <a:pos x="22" y="35"/>
                </a:cxn>
                <a:cxn ang="0">
                  <a:pos x="24" y="20"/>
                </a:cxn>
                <a:cxn ang="0">
                  <a:pos x="25" y="4"/>
                </a:cxn>
                <a:cxn ang="0">
                  <a:pos x="25" y="4"/>
                </a:cxn>
              </a:cxnLst>
              <a:rect l="0" t="0" r="r" b="b"/>
              <a:pathLst>
                <a:path w="25" h="151">
                  <a:moveTo>
                    <a:pt x="25" y="4"/>
                  </a:moveTo>
                  <a:lnTo>
                    <a:pt x="25" y="4"/>
                  </a:lnTo>
                  <a:lnTo>
                    <a:pt x="25" y="2"/>
                  </a:lnTo>
                  <a:lnTo>
                    <a:pt x="24" y="1"/>
                  </a:lnTo>
                  <a:lnTo>
                    <a:pt x="22" y="0"/>
                  </a:lnTo>
                  <a:lnTo>
                    <a:pt x="21" y="0"/>
                  </a:lnTo>
                  <a:lnTo>
                    <a:pt x="19" y="0"/>
                  </a:lnTo>
                  <a:lnTo>
                    <a:pt x="17" y="1"/>
                  </a:lnTo>
                  <a:lnTo>
                    <a:pt x="16" y="2"/>
                  </a:lnTo>
                  <a:lnTo>
                    <a:pt x="16" y="4"/>
                  </a:lnTo>
                  <a:lnTo>
                    <a:pt x="16" y="4"/>
                  </a:lnTo>
                  <a:lnTo>
                    <a:pt x="14" y="24"/>
                  </a:lnTo>
                  <a:lnTo>
                    <a:pt x="11" y="43"/>
                  </a:lnTo>
                  <a:lnTo>
                    <a:pt x="4" y="80"/>
                  </a:lnTo>
                  <a:lnTo>
                    <a:pt x="4" y="80"/>
                  </a:lnTo>
                  <a:lnTo>
                    <a:pt x="1" y="96"/>
                  </a:lnTo>
                  <a:lnTo>
                    <a:pt x="0" y="114"/>
                  </a:lnTo>
                  <a:lnTo>
                    <a:pt x="1" y="147"/>
                  </a:lnTo>
                  <a:lnTo>
                    <a:pt x="1" y="147"/>
                  </a:lnTo>
                  <a:lnTo>
                    <a:pt x="1" y="149"/>
                  </a:lnTo>
                  <a:lnTo>
                    <a:pt x="2" y="150"/>
                  </a:lnTo>
                  <a:lnTo>
                    <a:pt x="5" y="151"/>
                  </a:lnTo>
                  <a:lnTo>
                    <a:pt x="7" y="151"/>
                  </a:lnTo>
                  <a:lnTo>
                    <a:pt x="8" y="151"/>
                  </a:lnTo>
                  <a:lnTo>
                    <a:pt x="10" y="150"/>
                  </a:lnTo>
                  <a:lnTo>
                    <a:pt x="11" y="149"/>
                  </a:lnTo>
                  <a:lnTo>
                    <a:pt x="11" y="147"/>
                  </a:lnTo>
                  <a:lnTo>
                    <a:pt x="11" y="147"/>
                  </a:lnTo>
                  <a:lnTo>
                    <a:pt x="11" y="126"/>
                  </a:lnTo>
                  <a:lnTo>
                    <a:pt x="11" y="107"/>
                  </a:lnTo>
                  <a:lnTo>
                    <a:pt x="13" y="86"/>
                  </a:lnTo>
                  <a:lnTo>
                    <a:pt x="16" y="65"/>
                  </a:lnTo>
                  <a:lnTo>
                    <a:pt x="16" y="65"/>
                  </a:lnTo>
                  <a:lnTo>
                    <a:pt x="22" y="35"/>
                  </a:lnTo>
                  <a:lnTo>
                    <a:pt x="24" y="20"/>
                  </a:lnTo>
                  <a:lnTo>
                    <a:pt x="25" y="4"/>
                  </a:lnTo>
                  <a:lnTo>
                    <a:pt x="25" y="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90" name="Freeform 721"/>
            <p:cNvSpPr/>
            <p:nvPr/>
          </p:nvSpPr>
          <p:spPr bwMode="auto">
            <a:xfrm>
              <a:off x="5421313" y="4389438"/>
              <a:ext cx="19050" cy="84138"/>
            </a:xfrm>
            <a:custGeom>
              <a:avLst/>
              <a:gdLst/>
              <a:ahLst/>
              <a:cxnLst>
                <a:cxn ang="0">
                  <a:pos x="29" y="2"/>
                </a:cxn>
                <a:cxn ang="0">
                  <a:pos x="29" y="2"/>
                </a:cxn>
                <a:cxn ang="0">
                  <a:pos x="22" y="16"/>
                </a:cxn>
                <a:cxn ang="0">
                  <a:pos x="18" y="30"/>
                </a:cxn>
                <a:cxn ang="0">
                  <a:pos x="15" y="46"/>
                </a:cxn>
                <a:cxn ang="0">
                  <a:pos x="13" y="61"/>
                </a:cxn>
                <a:cxn ang="0">
                  <a:pos x="13" y="61"/>
                </a:cxn>
                <a:cxn ang="0">
                  <a:pos x="8" y="85"/>
                </a:cxn>
                <a:cxn ang="0">
                  <a:pos x="4" y="109"/>
                </a:cxn>
                <a:cxn ang="0">
                  <a:pos x="1" y="133"/>
                </a:cxn>
                <a:cxn ang="0">
                  <a:pos x="0" y="157"/>
                </a:cxn>
                <a:cxn ang="0">
                  <a:pos x="0" y="157"/>
                </a:cxn>
                <a:cxn ang="0">
                  <a:pos x="0" y="158"/>
                </a:cxn>
                <a:cxn ang="0">
                  <a:pos x="1" y="160"/>
                </a:cxn>
                <a:cxn ang="0">
                  <a:pos x="2" y="161"/>
                </a:cxn>
                <a:cxn ang="0">
                  <a:pos x="4" y="161"/>
                </a:cxn>
                <a:cxn ang="0">
                  <a:pos x="6" y="161"/>
                </a:cxn>
                <a:cxn ang="0">
                  <a:pos x="7" y="160"/>
                </a:cxn>
                <a:cxn ang="0">
                  <a:pos x="8" y="158"/>
                </a:cxn>
                <a:cxn ang="0">
                  <a:pos x="9" y="157"/>
                </a:cxn>
                <a:cxn ang="0">
                  <a:pos x="9" y="157"/>
                </a:cxn>
                <a:cxn ang="0">
                  <a:pos x="10" y="137"/>
                </a:cxn>
                <a:cxn ang="0">
                  <a:pos x="14" y="117"/>
                </a:cxn>
                <a:cxn ang="0">
                  <a:pos x="20" y="78"/>
                </a:cxn>
                <a:cxn ang="0">
                  <a:pos x="20" y="78"/>
                </a:cxn>
                <a:cxn ang="0">
                  <a:pos x="22" y="59"/>
                </a:cxn>
                <a:cxn ang="0">
                  <a:pos x="25" y="42"/>
                </a:cxn>
                <a:cxn ang="0">
                  <a:pos x="30" y="24"/>
                </a:cxn>
                <a:cxn ang="0">
                  <a:pos x="33" y="15"/>
                </a:cxn>
                <a:cxn ang="0">
                  <a:pos x="37" y="7"/>
                </a:cxn>
                <a:cxn ang="0">
                  <a:pos x="37" y="7"/>
                </a:cxn>
                <a:cxn ang="0">
                  <a:pos x="37" y="5"/>
                </a:cxn>
                <a:cxn ang="0">
                  <a:pos x="37" y="3"/>
                </a:cxn>
                <a:cxn ang="0">
                  <a:pos x="36" y="2"/>
                </a:cxn>
                <a:cxn ang="0">
                  <a:pos x="35" y="1"/>
                </a:cxn>
                <a:cxn ang="0">
                  <a:pos x="33" y="0"/>
                </a:cxn>
                <a:cxn ang="0">
                  <a:pos x="31" y="0"/>
                </a:cxn>
                <a:cxn ang="0">
                  <a:pos x="30" y="1"/>
                </a:cxn>
                <a:cxn ang="0">
                  <a:pos x="29" y="2"/>
                </a:cxn>
                <a:cxn ang="0">
                  <a:pos x="29" y="2"/>
                </a:cxn>
              </a:cxnLst>
              <a:rect l="0" t="0" r="r" b="b"/>
              <a:pathLst>
                <a:path w="37" h="161">
                  <a:moveTo>
                    <a:pt x="29" y="2"/>
                  </a:moveTo>
                  <a:lnTo>
                    <a:pt x="29" y="2"/>
                  </a:lnTo>
                  <a:lnTo>
                    <a:pt x="22" y="16"/>
                  </a:lnTo>
                  <a:lnTo>
                    <a:pt x="18" y="30"/>
                  </a:lnTo>
                  <a:lnTo>
                    <a:pt x="15" y="46"/>
                  </a:lnTo>
                  <a:lnTo>
                    <a:pt x="13" y="61"/>
                  </a:lnTo>
                  <a:lnTo>
                    <a:pt x="13" y="61"/>
                  </a:lnTo>
                  <a:lnTo>
                    <a:pt x="8" y="85"/>
                  </a:lnTo>
                  <a:lnTo>
                    <a:pt x="4" y="109"/>
                  </a:lnTo>
                  <a:lnTo>
                    <a:pt x="1" y="133"/>
                  </a:lnTo>
                  <a:lnTo>
                    <a:pt x="0" y="157"/>
                  </a:lnTo>
                  <a:lnTo>
                    <a:pt x="0" y="157"/>
                  </a:lnTo>
                  <a:lnTo>
                    <a:pt x="0" y="158"/>
                  </a:lnTo>
                  <a:lnTo>
                    <a:pt x="1" y="160"/>
                  </a:lnTo>
                  <a:lnTo>
                    <a:pt x="2" y="161"/>
                  </a:lnTo>
                  <a:lnTo>
                    <a:pt x="4" y="161"/>
                  </a:lnTo>
                  <a:lnTo>
                    <a:pt x="6" y="161"/>
                  </a:lnTo>
                  <a:lnTo>
                    <a:pt x="7" y="160"/>
                  </a:lnTo>
                  <a:lnTo>
                    <a:pt x="8" y="158"/>
                  </a:lnTo>
                  <a:lnTo>
                    <a:pt x="9" y="157"/>
                  </a:lnTo>
                  <a:lnTo>
                    <a:pt x="9" y="157"/>
                  </a:lnTo>
                  <a:lnTo>
                    <a:pt x="10" y="137"/>
                  </a:lnTo>
                  <a:lnTo>
                    <a:pt x="14" y="117"/>
                  </a:lnTo>
                  <a:lnTo>
                    <a:pt x="20" y="78"/>
                  </a:lnTo>
                  <a:lnTo>
                    <a:pt x="20" y="78"/>
                  </a:lnTo>
                  <a:lnTo>
                    <a:pt x="22" y="59"/>
                  </a:lnTo>
                  <a:lnTo>
                    <a:pt x="25" y="42"/>
                  </a:lnTo>
                  <a:lnTo>
                    <a:pt x="30" y="24"/>
                  </a:lnTo>
                  <a:lnTo>
                    <a:pt x="33" y="15"/>
                  </a:lnTo>
                  <a:lnTo>
                    <a:pt x="37" y="7"/>
                  </a:lnTo>
                  <a:lnTo>
                    <a:pt x="37" y="7"/>
                  </a:lnTo>
                  <a:lnTo>
                    <a:pt x="37" y="5"/>
                  </a:lnTo>
                  <a:lnTo>
                    <a:pt x="37" y="3"/>
                  </a:lnTo>
                  <a:lnTo>
                    <a:pt x="36" y="2"/>
                  </a:lnTo>
                  <a:lnTo>
                    <a:pt x="35" y="1"/>
                  </a:lnTo>
                  <a:lnTo>
                    <a:pt x="33" y="0"/>
                  </a:lnTo>
                  <a:lnTo>
                    <a:pt x="31" y="0"/>
                  </a:lnTo>
                  <a:lnTo>
                    <a:pt x="30" y="1"/>
                  </a:lnTo>
                  <a:lnTo>
                    <a:pt x="29" y="2"/>
                  </a:lnTo>
                  <a:lnTo>
                    <a:pt x="29" y="2"/>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91" name="Freeform 722"/>
            <p:cNvSpPr/>
            <p:nvPr/>
          </p:nvSpPr>
          <p:spPr bwMode="auto">
            <a:xfrm>
              <a:off x="5461001" y="4381500"/>
              <a:ext cx="22225" cy="125413"/>
            </a:xfrm>
            <a:custGeom>
              <a:avLst/>
              <a:gdLst/>
              <a:ahLst/>
              <a:cxnLst>
                <a:cxn ang="0">
                  <a:pos x="33" y="5"/>
                </a:cxn>
                <a:cxn ang="0">
                  <a:pos x="33" y="5"/>
                </a:cxn>
                <a:cxn ang="0">
                  <a:pos x="31" y="16"/>
                </a:cxn>
                <a:cxn ang="0">
                  <a:pos x="28" y="21"/>
                </a:cxn>
                <a:cxn ang="0">
                  <a:pos x="25" y="25"/>
                </a:cxn>
                <a:cxn ang="0">
                  <a:pos x="23" y="32"/>
                </a:cxn>
                <a:cxn ang="0">
                  <a:pos x="23" y="32"/>
                </a:cxn>
                <a:cxn ang="0">
                  <a:pos x="17" y="67"/>
                </a:cxn>
                <a:cxn ang="0">
                  <a:pos x="17" y="67"/>
                </a:cxn>
                <a:cxn ang="0">
                  <a:pos x="13" y="96"/>
                </a:cxn>
                <a:cxn ang="0">
                  <a:pos x="10" y="124"/>
                </a:cxn>
                <a:cxn ang="0">
                  <a:pos x="10" y="124"/>
                </a:cxn>
                <a:cxn ang="0">
                  <a:pos x="6" y="152"/>
                </a:cxn>
                <a:cxn ang="0">
                  <a:pos x="3" y="179"/>
                </a:cxn>
                <a:cxn ang="0">
                  <a:pos x="1" y="206"/>
                </a:cxn>
                <a:cxn ang="0">
                  <a:pos x="0" y="232"/>
                </a:cxn>
                <a:cxn ang="0">
                  <a:pos x="0" y="232"/>
                </a:cxn>
                <a:cxn ang="0">
                  <a:pos x="0" y="235"/>
                </a:cxn>
                <a:cxn ang="0">
                  <a:pos x="1" y="237"/>
                </a:cxn>
                <a:cxn ang="0">
                  <a:pos x="3" y="237"/>
                </a:cxn>
                <a:cxn ang="0">
                  <a:pos x="5" y="238"/>
                </a:cxn>
                <a:cxn ang="0">
                  <a:pos x="6" y="237"/>
                </a:cxn>
                <a:cxn ang="0">
                  <a:pos x="8" y="237"/>
                </a:cxn>
                <a:cxn ang="0">
                  <a:pos x="9" y="235"/>
                </a:cxn>
                <a:cxn ang="0">
                  <a:pos x="9" y="232"/>
                </a:cxn>
                <a:cxn ang="0">
                  <a:pos x="9" y="232"/>
                </a:cxn>
                <a:cxn ang="0">
                  <a:pos x="10" y="201"/>
                </a:cxn>
                <a:cxn ang="0">
                  <a:pos x="13" y="170"/>
                </a:cxn>
                <a:cxn ang="0">
                  <a:pos x="17" y="141"/>
                </a:cxn>
                <a:cxn ang="0">
                  <a:pos x="21" y="110"/>
                </a:cxn>
                <a:cxn ang="0">
                  <a:pos x="21" y="110"/>
                </a:cxn>
                <a:cxn ang="0">
                  <a:pos x="25" y="81"/>
                </a:cxn>
                <a:cxn ang="0">
                  <a:pos x="26" y="67"/>
                </a:cxn>
                <a:cxn ang="0">
                  <a:pos x="30" y="53"/>
                </a:cxn>
                <a:cxn ang="0">
                  <a:pos x="30" y="53"/>
                </a:cxn>
                <a:cxn ang="0">
                  <a:pos x="33" y="40"/>
                </a:cxn>
                <a:cxn ang="0">
                  <a:pos x="36" y="29"/>
                </a:cxn>
                <a:cxn ang="0">
                  <a:pos x="40" y="18"/>
                </a:cxn>
                <a:cxn ang="0">
                  <a:pos x="42" y="5"/>
                </a:cxn>
                <a:cxn ang="0">
                  <a:pos x="42" y="5"/>
                </a:cxn>
                <a:cxn ang="0">
                  <a:pos x="42" y="3"/>
                </a:cxn>
                <a:cxn ang="0">
                  <a:pos x="41" y="2"/>
                </a:cxn>
                <a:cxn ang="0">
                  <a:pos x="40" y="1"/>
                </a:cxn>
                <a:cxn ang="0">
                  <a:pos x="38" y="0"/>
                </a:cxn>
                <a:cxn ang="0">
                  <a:pos x="35" y="2"/>
                </a:cxn>
                <a:cxn ang="0">
                  <a:pos x="34" y="3"/>
                </a:cxn>
                <a:cxn ang="0">
                  <a:pos x="33" y="5"/>
                </a:cxn>
                <a:cxn ang="0">
                  <a:pos x="33" y="5"/>
                </a:cxn>
              </a:cxnLst>
              <a:rect l="0" t="0" r="r" b="b"/>
              <a:pathLst>
                <a:path w="42" h="238">
                  <a:moveTo>
                    <a:pt x="33" y="5"/>
                  </a:moveTo>
                  <a:lnTo>
                    <a:pt x="33" y="5"/>
                  </a:lnTo>
                  <a:lnTo>
                    <a:pt x="31" y="16"/>
                  </a:lnTo>
                  <a:lnTo>
                    <a:pt x="28" y="21"/>
                  </a:lnTo>
                  <a:lnTo>
                    <a:pt x="25" y="25"/>
                  </a:lnTo>
                  <a:lnTo>
                    <a:pt x="23" y="32"/>
                  </a:lnTo>
                  <a:lnTo>
                    <a:pt x="23" y="32"/>
                  </a:lnTo>
                  <a:lnTo>
                    <a:pt x="17" y="67"/>
                  </a:lnTo>
                  <a:lnTo>
                    <a:pt x="17" y="67"/>
                  </a:lnTo>
                  <a:lnTo>
                    <a:pt x="13" y="96"/>
                  </a:lnTo>
                  <a:lnTo>
                    <a:pt x="10" y="124"/>
                  </a:lnTo>
                  <a:lnTo>
                    <a:pt x="10" y="124"/>
                  </a:lnTo>
                  <a:lnTo>
                    <a:pt x="6" y="152"/>
                  </a:lnTo>
                  <a:lnTo>
                    <a:pt x="3" y="179"/>
                  </a:lnTo>
                  <a:lnTo>
                    <a:pt x="1" y="206"/>
                  </a:lnTo>
                  <a:lnTo>
                    <a:pt x="0" y="232"/>
                  </a:lnTo>
                  <a:lnTo>
                    <a:pt x="0" y="232"/>
                  </a:lnTo>
                  <a:lnTo>
                    <a:pt x="0" y="235"/>
                  </a:lnTo>
                  <a:lnTo>
                    <a:pt x="1" y="237"/>
                  </a:lnTo>
                  <a:lnTo>
                    <a:pt x="3" y="237"/>
                  </a:lnTo>
                  <a:lnTo>
                    <a:pt x="5" y="238"/>
                  </a:lnTo>
                  <a:lnTo>
                    <a:pt x="6" y="237"/>
                  </a:lnTo>
                  <a:lnTo>
                    <a:pt x="8" y="237"/>
                  </a:lnTo>
                  <a:lnTo>
                    <a:pt x="9" y="235"/>
                  </a:lnTo>
                  <a:lnTo>
                    <a:pt x="9" y="232"/>
                  </a:lnTo>
                  <a:lnTo>
                    <a:pt x="9" y="232"/>
                  </a:lnTo>
                  <a:lnTo>
                    <a:pt x="10" y="201"/>
                  </a:lnTo>
                  <a:lnTo>
                    <a:pt x="13" y="170"/>
                  </a:lnTo>
                  <a:lnTo>
                    <a:pt x="17" y="141"/>
                  </a:lnTo>
                  <a:lnTo>
                    <a:pt x="21" y="110"/>
                  </a:lnTo>
                  <a:lnTo>
                    <a:pt x="21" y="110"/>
                  </a:lnTo>
                  <a:lnTo>
                    <a:pt x="25" y="81"/>
                  </a:lnTo>
                  <a:lnTo>
                    <a:pt x="26" y="67"/>
                  </a:lnTo>
                  <a:lnTo>
                    <a:pt x="30" y="53"/>
                  </a:lnTo>
                  <a:lnTo>
                    <a:pt x="30" y="53"/>
                  </a:lnTo>
                  <a:lnTo>
                    <a:pt x="33" y="40"/>
                  </a:lnTo>
                  <a:lnTo>
                    <a:pt x="36" y="29"/>
                  </a:lnTo>
                  <a:lnTo>
                    <a:pt x="40" y="18"/>
                  </a:lnTo>
                  <a:lnTo>
                    <a:pt x="42" y="5"/>
                  </a:lnTo>
                  <a:lnTo>
                    <a:pt x="42" y="5"/>
                  </a:lnTo>
                  <a:lnTo>
                    <a:pt x="42" y="3"/>
                  </a:lnTo>
                  <a:lnTo>
                    <a:pt x="41" y="2"/>
                  </a:lnTo>
                  <a:lnTo>
                    <a:pt x="40" y="1"/>
                  </a:lnTo>
                  <a:lnTo>
                    <a:pt x="38" y="0"/>
                  </a:lnTo>
                  <a:lnTo>
                    <a:pt x="35" y="2"/>
                  </a:lnTo>
                  <a:lnTo>
                    <a:pt x="34" y="3"/>
                  </a:lnTo>
                  <a:lnTo>
                    <a:pt x="33" y="5"/>
                  </a:lnTo>
                  <a:lnTo>
                    <a:pt x="33" y="5"/>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92" name="Freeform 723"/>
            <p:cNvSpPr/>
            <p:nvPr/>
          </p:nvSpPr>
          <p:spPr bwMode="auto">
            <a:xfrm>
              <a:off x="5483226" y="4329113"/>
              <a:ext cx="38100" cy="220663"/>
            </a:xfrm>
            <a:custGeom>
              <a:avLst/>
              <a:gdLst/>
              <a:ahLst/>
              <a:cxnLst>
                <a:cxn ang="0">
                  <a:pos x="65" y="1"/>
                </a:cxn>
                <a:cxn ang="0">
                  <a:pos x="56" y="18"/>
                </a:cxn>
                <a:cxn ang="0">
                  <a:pos x="50" y="38"/>
                </a:cxn>
                <a:cxn ang="0">
                  <a:pos x="46" y="78"/>
                </a:cxn>
                <a:cxn ang="0">
                  <a:pos x="25" y="213"/>
                </a:cxn>
                <a:cxn ang="0">
                  <a:pos x="18" y="243"/>
                </a:cxn>
                <a:cxn ang="0">
                  <a:pos x="8" y="300"/>
                </a:cxn>
                <a:cxn ang="0">
                  <a:pos x="4" y="330"/>
                </a:cxn>
                <a:cxn ang="0">
                  <a:pos x="1" y="363"/>
                </a:cxn>
                <a:cxn ang="0">
                  <a:pos x="1" y="386"/>
                </a:cxn>
                <a:cxn ang="0">
                  <a:pos x="7" y="407"/>
                </a:cxn>
                <a:cxn ang="0">
                  <a:pos x="13" y="415"/>
                </a:cxn>
                <a:cxn ang="0">
                  <a:pos x="14" y="417"/>
                </a:cxn>
                <a:cxn ang="0">
                  <a:pos x="18" y="417"/>
                </a:cxn>
                <a:cxn ang="0">
                  <a:pos x="20" y="413"/>
                </a:cxn>
                <a:cxn ang="0">
                  <a:pos x="19" y="409"/>
                </a:cxn>
                <a:cxn ang="0">
                  <a:pos x="15" y="403"/>
                </a:cxn>
                <a:cxn ang="0">
                  <a:pos x="11" y="390"/>
                </a:cxn>
                <a:cxn ang="0">
                  <a:pos x="11" y="370"/>
                </a:cxn>
                <a:cxn ang="0">
                  <a:pos x="12" y="356"/>
                </a:cxn>
                <a:cxn ang="0">
                  <a:pos x="13" y="327"/>
                </a:cxn>
                <a:cxn ang="0">
                  <a:pos x="17" y="298"/>
                </a:cxn>
                <a:cxn ang="0">
                  <a:pos x="27" y="248"/>
                </a:cxn>
                <a:cxn ang="0">
                  <a:pos x="36" y="197"/>
                </a:cxn>
                <a:cxn ang="0">
                  <a:pos x="55" y="90"/>
                </a:cxn>
                <a:cxn ang="0">
                  <a:pos x="57" y="69"/>
                </a:cxn>
                <a:cxn ang="0">
                  <a:pos x="60" y="36"/>
                </a:cxn>
                <a:cxn ang="0">
                  <a:pos x="67" y="16"/>
                </a:cxn>
                <a:cxn ang="0">
                  <a:pos x="72" y="8"/>
                </a:cxn>
                <a:cxn ang="0">
                  <a:pos x="73" y="4"/>
                </a:cxn>
                <a:cxn ang="0">
                  <a:pos x="70" y="0"/>
                </a:cxn>
                <a:cxn ang="0">
                  <a:pos x="67" y="0"/>
                </a:cxn>
                <a:cxn ang="0">
                  <a:pos x="65" y="1"/>
                </a:cxn>
              </a:cxnLst>
              <a:rect l="0" t="0" r="r" b="b"/>
              <a:pathLst>
                <a:path w="73" h="417">
                  <a:moveTo>
                    <a:pt x="65" y="1"/>
                  </a:moveTo>
                  <a:lnTo>
                    <a:pt x="65" y="1"/>
                  </a:lnTo>
                  <a:lnTo>
                    <a:pt x="60" y="9"/>
                  </a:lnTo>
                  <a:lnTo>
                    <a:pt x="56" y="18"/>
                  </a:lnTo>
                  <a:lnTo>
                    <a:pt x="53" y="28"/>
                  </a:lnTo>
                  <a:lnTo>
                    <a:pt x="50" y="38"/>
                  </a:lnTo>
                  <a:lnTo>
                    <a:pt x="49" y="58"/>
                  </a:lnTo>
                  <a:lnTo>
                    <a:pt x="46" y="78"/>
                  </a:lnTo>
                  <a:lnTo>
                    <a:pt x="46" y="78"/>
                  </a:lnTo>
                  <a:lnTo>
                    <a:pt x="25" y="213"/>
                  </a:lnTo>
                  <a:lnTo>
                    <a:pt x="25" y="213"/>
                  </a:lnTo>
                  <a:lnTo>
                    <a:pt x="18" y="243"/>
                  </a:lnTo>
                  <a:lnTo>
                    <a:pt x="13" y="272"/>
                  </a:lnTo>
                  <a:lnTo>
                    <a:pt x="8" y="300"/>
                  </a:lnTo>
                  <a:lnTo>
                    <a:pt x="4" y="330"/>
                  </a:lnTo>
                  <a:lnTo>
                    <a:pt x="4" y="330"/>
                  </a:lnTo>
                  <a:lnTo>
                    <a:pt x="2" y="352"/>
                  </a:lnTo>
                  <a:lnTo>
                    <a:pt x="1" y="363"/>
                  </a:lnTo>
                  <a:lnTo>
                    <a:pt x="0" y="375"/>
                  </a:lnTo>
                  <a:lnTo>
                    <a:pt x="1" y="386"/>
                  </a:lnTo>
                  <a:lnTo>
                    <a:pt x="3" y="397"/>
                  </a:lnTo>
                  <a:lnTo>
                    <a:pt x="7" y="407"/>
                  </a:lnTo>
                  <a:lnTo>
                    <a:pt x="10" y="411"/>
                  </a:lnTo>
                  <a:lnTo>
                    <a:pt x="13" y="415"/>
                  </a:lnTo>
                  <a:lnTo>
                    <a:pt x="13" y="415"/>
                  </a:lnTo>
                  <a:lnTo>
                    <a:pt x="14" y="417"/>
                  </a:lnTo>
                  <a:lnTo>
                    <a:pt x="16" y="417"/>
                  </a:lnTo>
                  <a:lnTo>
                    <a:pt x="18" y="417"/>
                  </a:lnTo>
                  <a:lnTo>
                    <a:pt x="19" y="416"/>
                  </a:lnTo>
                  <a:lnTo>
                    <a:pt x="20" y="413"/>
                  </a:lnTo>
                  <a:lnTo>
                    <a:pt x="20" y="411"/>
                  </a:lnTo>
                  <a:lnTo>
                    <a:pt x="19" y="409"/>
                  </a:lnTo>
                  <a:lnTo>
                    <a:pt x="19" y="409"/>
                  </a:lnTo>
                  <a:lnTo>
                    <a:pt x="15" y="403"/>
                  </a:lnTo>
                  <a:lnTo>
                    <a:pt x="13" y="397"/>
                  </a:lnTo>
                  <a:lnTo>
                    <a:pt x="11" y="390"/>
                  </a:lnTo>
                  <a:lnTo>
                    <a:pt x="11" y="383"/>
                  </a:lnTo>
                  <a:lnTo>
                    <a:pt x="11" y="370"/>
                  </a:lnTo>
                  <a:lnTo>
                    <a:pt x="12" y="356"/>
                  </a:lnTo>
                  <a:lnTo>
                    <a:pt x="12" y="356"/>
                  </a:lnTo>
                  <a:lnTo>
                    <a:pt x="12" y="342"/>
                  </a:lnTo>
                  <a:lnTo>
                    <a:pt x="13" y="327"/>
                  </a:lnTo>
                  <a:lnTo>
                    <a:pt x="17" y="298"/>
                  </a:lnTo>
                  <a:lnTo>
                    <a:pt x="17" y="298"/>
                  </a:lnTo>
                  <a:lnTo>
                    <a:pt x="22" y="273"/>
                  </a:lnTo>
                  <a:lnTo>
                    <a:pt x="27" y="248"/>
                  </a:lnTo>
                  <a:lnTo>
                    <a:pt x="32" y="223"/>
                  </a:lnTo>
                  <a:lnTo>
                    <a:pt x="36" y="197"/>
                  </a:lnTo>
                  <a:lnTo>
                    <a:pt x="36" y="197"/>
                  </a:lnTo>
                  <a:lnTo>
                    <a:pt x="55" y="90"/>
                  </a:lnTo>
                  <a:lnTo>
                    <a:pt x="55" y="90"/>
                  </a:lnTo>
                  <a:lnTo>
                    <a:pt x="57" y="69"/>
                  </a:lnTo>
                  <a:lnTo>
                    <a:pt x="59" y="47"/>
                  </a:lnTo>
                  <a:lnTo>
                    <a:pt x="60" y="36"/>
                  </a:lnTo>
                  <a:lnTo>
                    <a:pt x="63" y="26"/>
                  </a:lnTo>
                  <a:lnTo>
                    <a:pt x="67" y="16"/>
                  </a:lnTo>
                  <a:lnTo>
                    <a:pt x="72" y="8"/>
                  </a:lnTo>
                  <a:lnTo>
                    <a:pt x="72" y="8"/>
                  </a:lnTo>
                  <a:lnTo>
                    <a:pt x="73" y="6"/>
                  </a:lnTo>
                  <a:lnTo>
                    <a:pt x="73" y="4"/>
                  </a:lnTo>
                  <a:lnTo>
                    <a:pt x="71" y="1"/>
                  </a:lnTo>
                  <a:lnTo>
                    <a:pt x="70" y="0"/>
                  </a:lnTo>
                  <a:lnTo>
                    <a:pt x="68" y="0"/>
                  </a:lnTo>
                  <a:lnTo>
                    <a:pt x="67" y="0"/>
                  </a:lnTo>
                  <a:lnTo>
                    <a:pt x="65" y="1"/>
                  </a:lnTo>
                  <a:lnTo>
                    <a:pt x="65" y="1"/>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93" name="Freeform 724"/>
            <p:cNvSpPr/>
            <p:nvPr/>
          </p:nvSpPr>
          <p:spPr bwMode="auto">
            <a:xfrm>
              <a:off x="5516563" y="4291013"/>
              <a:ext cx="46038" cy="268288"/>
            </a:xfrm>
            <a:custGeom>
              <a:avLst/>
              <a:gdLst/>
              <a:ahLst/>
              <a:cxnLst>
                <a:cxn ang="0">
                  <a:pos x="75" y="3"/>
                </a:cxn>
                <a:cxn ang="0">
                  <a:pos x="61" y="44"/>
                </a:cxn>
                <a:cxn ang="0">
                  <a:pos x="58" y="58"/>
                </a:cxn>
                <a:cxn ang="0">
                  <a:pos x="56" y="84"/>
                </a:cxn>
                <a:cxn ang="0">
                  <a:pos x="56" y="111"/>
                </a:cxn>
                <a:cxn ang="0">
                  <a:pos x="52" y="180"/>
                </a:cxn>
                <a:cxn ang="0">
                  <a:pos x="41" y="249"/>
                </a:cxn>
                <a:cxn ang="0">
                  <a:pos x="33" y="280"/>
                </a:cxn>
                <a:cxn ang="0">
                  <a:pos x="17" y="343"/>
                </a:cxn>
                <a:cxn ang="0">
                  <a:pos x="4" y="408"/>
                </a:cxn>
                <a:cxn ang="0">
                  <a:pos x="1" y="440"/>
                </a:cxn>
                <a:cxn ang="0">
                  <a:pos x="0" y="472"/>
                </a:cxn>
                <a:cxn ang="0">
                  <a:pos x="4" y="504"/>
                </a:cxn>
                <a:cxn ang="0">
                  <a:pos x="4" y="506"/>
                </a:cxn>
                <a:cxn ang="0">
                  <a:pos x="7" y="507"/>
                </a:cxn>
                <a:cxn ang="0">
                  <a:pos x="12" y="505"/>
                </a:cxn>
                <a:cxn ang="0">
                  <a:pos x="13" y="501"/>
                </a:cxn>
                <a:cxn ang="0">
                  <a:pos x="10" y="485"/>
                </a:cxn>
                <a:cxn ang="0">
                  <a:pos x="9" y="453"/>
                </a:cxn>
                <a:cxn ang="0">
                  <a:pos x="11" y="420"/>
                </a:cxn>
                <a:cxn ang="0">
                  <a:pos x="20" y="371"/>
                </a:cxn>
                <a:cxn ang="0">
                  <a:pos x="36" y="306"/>
                </a:cxn>
                <a:cxn ang="0">
                  <a:pos x="52" y="243"/>
                </a:cxn>
                <a:cxn ang="0">
                  <a:pos x="57" y="214"/>
                </a:cxn>
                <a:cxn ang="0">
                  <a:pos x="63" y="157"/>
                </a:cxn>
                <a:cxn ang="0">
                  <a:pos x="65" y="128"/>
                </a:cxn>
                <a:cxn ang="0">
                  <a:pos x="66" y="67"/>
                </a:cxn>
                <a:cxn ang="0">
                  <a:pos x="67" y="60"/>
                </a:cxn>
                <a:cxn ang="0">
                  <a:pos x="73" y="36"/>
                </a:cxn>
                <a:cxn ang="0">
                  <a:pos x="84" y="6"/>
                </a:cxn>
                <a:cxn ang="0">
                  <a:pos x="85" y="4"/>
                </a:cxn>
                <a:cxn ang="0">
                  <a:pos x="83" y="1"/>
                </a:cxn>
                <a:cxn ang="0">
                  <a:pos x="77" y="1"/>
                </a:cxn>
                <a:cxn ang="0">
                  <a:pos x="75" y="3"/>
                </a:cxn>
              </a:cxnLst>
              <a:rect l="0" t="0" r="r" b="b"/>
              <a:pathLst>
                <a:path w="85" h="507">
                  <a:moveTo>
                    <a:pt x="75" y="3"/>
                  </a:moveTo>
                  <a:lnTo>
                    <a:pt x="75" y="3"/>
                  </a:lnTo>
                  <a:lnTo>
                    <a:pt x="65" y="31"/>
                  </a:lnTo>
                  <a:lnTo>
                    <a:pt x="61" y="44"/>
                  </a:lnTo>
                  <a:lnTo>
                    <a:pt x="58" y="58"/>
                  </a:lnTo>
                  <a:lnTo>
                    <a:pt x="58" y="58"/>
                  </a:lnTo>
                  <a:lnTo>
                    <a:pt x="56" y="72"/>
                  </a:lnTo>
                  <a:lnTo>
                    <a:pt x="56" y="84"/>
                  </a:lnTo>
                  <a:lnTo>
                    <a:pt x="56" y="111"/>
                  </a:lnTo>
                  <a:lnTo>
                    <a:pt x="56" y="111"/>
                  </a:lnTo>
                  <a:lnTo>
                    <a:pt x="55" y="145"/>
                  </a:lnTo>
                  <a:lnTo>
                    <a:pt x="52" y="180"/>
                  </a:lnTo>
                  <a:lnTo>
                    <a:pt x="47" y="214"/>
                  </a:lnTo>
                  <a:lnTo>
                    <a:pt x="41" y="249"/>
                  </a:lnTo>
                  <a:lnTo>
                    <a:pt x="41" y="249"/>
                  </a:lnTo>
                  <a:lnTo>
                    <a:pt x="33" y="280"/>
                  </a:lnTo>
                  <a:lnTo>
                    <a:pt x="25" y="312"/>
                  </a:lnTo>
                  <a:lnTo>
                    <a:pt x="17" y="343"/>
                  </a:lnTo>
                  <a:lnTo>
                    <a:pt x="10" y="375"/>
                  </a:lnTo>
                  <a:lnTo>
                    <a:pt x="4" y="408"/>
                  </a:lnTo>
                  <a:lnTo>
                    <a:pt x="2" y="423"/>
                  </a:lnTo>
                  <a:lnTo>
                    <a:pt x="1" y="440"/>
                  </a:lnTo>
                  <a:lnTo>
                    <a:pt x="0" y="455"/>
                  </a:lnTo>
                  <a:lnTo>
                    <a:pt x="0" y="472"/>
                  </a:lnTo>
                  <a:lnTo>
                    <a:pt x="1" y="487"/>
                  </a:lnTo>
                  <a:lnTo>
                    <a:pt x="4" y="504"/>
                  </a:lnTo>
                  <a:lnTo>
                    <a:pt x="4" y="504"/>
                  </a:lnTo>
                  <a:lnTo>
                    <a:pt x="4" y="506"/>
                  </a:lnTo>
                  <a:lnTo>
                    <a:pt x="6" y="507"/>
                  </a:lnTo>
                  <a:lnTo>
                    <a:pt x="7" y="507"/>
                  </a:lnTo>
                  <a:lnTo>
                    <a:pt x="9" y="507"/>
                  </a:lnTo>
                  <a:lnTo>
                    <a:pt x="12" y="505"/>
                  </a:lnTo>
                  <a:lnTo>
                    <a:pt x="12" y="503"/>
                  </a:lnTo>
                  <a:lnTo>
                    <a:pt x="13" y="501"/>
                  </a:lnTo>
                  <a:lnTo>
                    <a:pt x="13" y="501"/>
                  </a:lnTo>
                  <a:lnTo>
                    <a:pt x="10" y="485"/>
                  </a:lnTo>
                  <a:lnTo>
                    <a:pt x="9" y="469"/>
                  </a:lnTo>
                  <a:lnTo>
                    <a:pt x="9" y="453"/>
                  </a:lnTo>
                  <a:lnTo>
                    <a:pt x="10" y="437"/>
                  </a:lnTo>
                  <a:lnTo>
                    <a:pt x="11" y="420"/>
                  </a:lnTo>
                  <a:lnTo>
                    <a:pt x="13" y="403"/>
                  </a:lnTo>
                  <a:lnTo>
                    <a:pt x="20" y="371"/>
                  </a:lnTo>
                  <a:lnTo>
                    <a:pt x="28" y="338"/>
                  </a:lnTo>
                  <a:lnTo>
                    <a:pt x="36" y="306"/>
                  </a:lnTo>
                  <a:lnTo>
                    <a:pt x="44" y="274"/>
                  </a:lnTo>
                  <a:lnTo>
                    <a:pt x="52" y="243"/>
                  </a:lnTo>
                  <a:lnTo>
                    <a:pt x="52" y="243"/>
                  </a:lnTo>
                  <a:lnTo>
                    <a:pt x="57" y="214"/>
                  </a:lnTo>
                  <a:lnTo>
                    <a:pt x="61" y="186"/>
                  </a:lnTo>
                  <a:lnTo>
                    <a:pt x="63" y="157"/>
                  </a:lnTo>
                  <a:lnTo>
                    <a:pt x="65" y="128"/>
                  </a:lnTo>
                  <a:lnTo>
                    <a:pt x="65" y="128"/>
                  </a:lnTo>
                  <a:lnTo>
                    <a:pt x="65" y="98"/>
                  </a:lnTo>
                  <a:lnTo>
                    <a:pt x="66" y="67"/>
                  </a:lnTo>
                  <a:lnTo>
                    <a:pt x="66" y="67"/>
                  </a:lnTo>
                  <a:lnTo>
                    <a:pt x="67" y="60"/>
                  </a:lnTo>
                  <a:lnTo>
                    <a:pt x="68" y="51"/>
                  </a:lnTo>
                  <a:lnTo>
                    <a:pt x="73" y="36"/>
                  </a:lnTo>
                  <a:lnTo>
                    <a:pt x="78" y="20"/>
                  </a:lnTo>
                  <a:lnTo>
                    <a:pt x="84" y="6"/>
                  </a:lnTo>
                  <a:lnTo>
                    <a:pt x="84" y="6"/>
                  </a:lnTo>
                  <a:lnTo>
                    <a:pt x="85" y="4"/>
                  </a:lnTo>
                  <a:lnTo>
                    <a:pt x="84" y="2"/>
                  </a:lnTo>
                  <a:lnTo>
                    <a:pt x="83" y="1"/>
                  </a:lnTo>
                  <a:lnTo>
                    <a:pt x="82" y="0"/>
                  </a:lnTo>
                  <a:lnTo>
                    <a:pt x="77" y="1"/>
                  </a:lnTo>
                  <a:lnTo>
                    <a:pt x="76" y="2"/>
                  </a:lnTo>
                  <a:lnTo>
                    <a:pt x="75" y="3"/>
                  </a:lnTo>
                  <a:lnTo>
                    <a:pt x="75" y="3"/>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94" name="Freeform 725"/>
            <p:cNvSpPr/>
            <p:nvPr/>
          </p:nvSpPr>
          <p:spPr bwMode="auto">
            <a:xfrm>
              <a:off x="5546726" y="4252913"/>
              <a:ext cx="60325" cy="376238"/>
            </a:xfrm>
            <a:custGeom>
              <a:avLst/>
              <a:gdLst/>
              <a:ahLst/>
              <a:cxnLst>
                <a:cxn ang="0">
                  <a:pos x="104" y="5"/>
                </a:cxn>
                <a:cxn ang="0">
                  <a:pos x="104" y="5"/>
                </a:cxn>
                <a:cxn ang="0">
                  <a:pos x="103" y="28"/>
                </a:cxn>
                <a:cxn ang="0">
                  <a:pos x="101" y="51"/>
                </a:cxn>
                <a:cxn ang="0">
                  <a:pos x="98" y="74"/>
                </a:cxn>
                <a:cxn ang="0">
                  <a:pos x="95" y="95"/>
                </a:cxn>
                <a:cxn ang="0">
                  <a:pos x="86" y="141"/>
                </a:cxn>
                <a:cxn ang="0">
                  <a:pos x="78" y="185"/>
                </a:cxn>
                <a:cxn ang="0">
                  <a:pos x="78" y="185"/>
                </a:cxn>
                <a:cxn ang="0">
                  <a:pos x="64" y="275"/>
                </a:cxn>
                <a:cxn ang="0">
                  <a:pos x="48" y="364"/>
                </a:cxn>
                <a:cxn ang="0">
                  <a:pos x="48" y="364"/>
                </a:cxn>
                <a:cxn ang="0">
                  <a:pos x="39" y="407"/>
                </a:cxn>
                <a:cxn ang="0">
                  <a:pos x="29" y="451"/>
                </a:cxn>
                <a:cxn ang="0">
                  <a:pos x="19" y="495"/>
                </a:cxn>
                <a:cxn ang="0">
                  <a:pos x="11" y="538"/>
                </a:cxn>
                <a:cxn ang="0">
                  <a:pos x="11" y="538"/>
                </a:cxn>
                <a:cxn ang="0">
                  <a:pos x="4" y="580"/>
                </a:cxn>
                <a:cxn ang="0">
                  <a:pos x="1" y="600"/>
                </a:cxn>
                <a:cxn ang="0">
                  <a:pos x="0" y="621"/>
                </a:cxn>
                <a:cxn ang="0">
                  <a:pos x="0" y="707"/>
                </a:cxn>
                <a:cxn ang="0">
                  <a:pos x="0" y="707"/>
                </a:cxn>
                <a:cxn ang="0">
                  <a:pos x="0" y="709"/>
                </a:cxn>
                <a:cxn ang="0">
                  <a:pos x="1" y="710"/>
                </a:cxn>
                <a:cxn ang="0">
                  <a:pos x="3" y="711"/>
                </a:cxn>
                <a:cxn ang="0">
                  <a:pos x="5" y="712"/>
                </a:cxn>
                <a:cxn ang="0">
                  <a:pos x="6" y="711"/>
                </a:cxn>
                <a:cxn ang="0">
                  <a:pos x="8" y="710"/>
                </a:cxn>
                <a:cxn ang="0">
                  <a:pos x="9" y="709"/>
                </a:cxn>
                <a:cxn ang="0">
                  <a:pos x="9" y="707"/>
                </a:cxn>
                <a:cxn ang="0">
                  <a:pos x="9" y="621"/>
                </a:cxn>
                <a:cxn ang="0">
                  <a:pos x="9" y="621"/>
                </a:cxn>
                <a:cxn ang="0">
                  <a:pos x="10" y="609"/>
                </a:cxn>
                <a:cxn ang="0">
                  <a:pos x="11" y="596"/>
                </a:cxn>
                <a:cxn ang="0">
                  <a:pos x="14" y="572"/>
                </a:cxn>
                <a:cxn ang="0">
                  <a:pos x="22" y="523"/>
                </a:cxn>
                <a:cxn ang="0">
                  <a:pos x="22" y="523"/>
                </a:cxn>
                <a:cxn ang="0">
                  <a:pos x="32" y="480"/>
                </a:cxn>
                <a:cxn ang="0">
                  <a:pos x="41" y="436"/>
                </a:cxn>
                <a:cxn ang="0">
                  <a:pos x="51" y="392"/>
                </a:cxn>
                <a:cxn ang="0">
                  <a:pos x="61" y="348"/>
                </a:cxn>
                <a:cxn ang="0">
                  <a:pos x="61" y="348"/>
                </a:cxn>
                <a:cxn ang="0">
                  <a:pos x="76" y="260"/>
                </a:cxn>
                <a:cxn ang="0">
                  <a:pos x="91" y="171"/>
                </a:cxn>
                <a:cxn ang="0">
                  <a:pos x="91" y="171"/>
                </a:cxn>
                <a:cxn ang="0">
                  <a:pos x="98" y="129"/>
                </a:cxn>
                <a:cxn ang="0">
                  <a:pos x="105" y="88"/>
                </a:cxn>
                <a:cxn ang="0">
                  <a:pos x="108" y="67"/>
                </a:cxn>
                <a:cxn ang="0">
                  <a:pos x="111" y="47"/>
                </a:cxn>
                <a:cxn ang="0">
                  <a:pos x="112" y="26"/>
                </a:cxn>
                <a:cxn ang="0">
                  <a:pos x="113" y="5"/>
                </a:cxn>
                <a:cxn ang="0">
                  <a:pos x="113" y="5"/>
                </a:cxn>
                <a:cxn ang="0">
                  <a:pos x="113" y="3"/>
                </a:cxn>
                <a:cxn ang="0">
                  <a:pos x="112" y="1"/>
                </a:cxn>
                <a:cxn ang="0">
                  <a:pos x="110" y="1"/>
                </a:cxn>
                <a:cxn ang="0">
                  <a:pos x="109" y="0"/>
                </a:cxn>
                <a:cxn ang="0">
                  <a:pos x="107" y="1"/>
                </a:cxn>
                <a:cxn ang="0">
                  <a:pos x="105" y="1"/>
                </a:cxn>
                <a:cxn ang="0">
                  <a:pos x="104" y="3"/>
                </a:cxn>
                <a:cxn ang="0">
                  <a:pos x="104" y="5"/>
                </a:cxn>
                <a:cxn ang="0">
                  <a:pos x="104" y="5"/>
                </a:cxn>
              </a:cxnLst>
              <a:rect l="0" t="0" r="r" b="b"/>
              <a:pathLst>
                <a:path w="113" h="712">
                  <a:moveTo>
                    <a:pt x="104" y="5"/>
                  </a:moveTo>
                  <a:lnTo>
                    <a:pt x="104" y="5"/>
                  </a:lnTo>
                  <a:lnTo>
                    <a:pt x="103" y="28"/>
                  </a:lnTo>
                  <a:lnTo>
                    <a:pt x="101" y="51"/>
                  </a:lnTo>
                  <a:lnTo>
                    <a:pt x="98" y="74"/>
                  </a:lnTo>
                  <a:lnTo>
                    <a:pt x="95" y="95"/>
                  </a:lnTo>
                  <a:lnTo>
                    <a:pt x="86" y="141"/>
                  </a:lnTo>
                  <a:lnTo>
                    <a:pt x="78" y="185"/>
                  </a:lnTo>
                  <a:lnTo>
                    <a:pt x="78" y="185"/>
                  </a:lnTo>
                  <a:lnTo>
                    <a:pt x="64" y="275"/>
                  </a:lnTo>
                  <a:lnTo>
                    <a:pt x="48" y="364"/>
                  </a:lnTo>
                  <a:lnTo>
                    <a:pt x="48" y="364"/>
                  </a:lnTo>
                  <a:lnTo>
                    <a:pt x="39" y="407"/>
                  </a:lnTo>
                  <a:lnTo>
                    <a:pt x="29" y="451"/>
                  </a:lnTo>
                  <a:lnTo>
                    <a:pt x="19" y="495"/>
                  </a:lnTo>
                  <a:lnTo>
                    <a:pt x="11" y="538"/>
                  </a:lnTo>
                  <a:lnTo>
                    <a:pt x="11" y="538"/>
                  </a:lnTo>
                  <a:lnTo>
                    <a:pt x="4" y="580"/>
                  </a:lnTo>
                  <a:lnTo>
                    <a:pt x="1" y="600"/>
                  </a:lnTo>
                  <a:lnTo>
                    <a:pt x="0" y="621"/>
                  </a:lnTo>
                  <a:lnTo>
                    <a:pt x="0" y="707"/>
                  </a:lnTo>
                  <a:lnTo>
                    <a:pt x="0" y="707"/>
                  </a:lnTo>
                  <a:lnTo>
                    <a:pt x="0" y="709"/>
                  </a:lnTo>
                  <a:lnTo>
                    <a:pt x="1" y="710"/>
                  </a:lnTo>
                  <a:lnTo>
                    <a:pt x="3" y="711"/>
                  </a:lnTo>
                  <a:lnTo>
                    <a:pt x="5" y="712"/>
                  </a:lnTo>
                  <a:lnTo>
                    <a:pt x="6" y="711"/>
                  </a:lnTo>
                  <a:lnTo>
                    <a:pt x="8" y="710"/>
                  </a:lnTo>
                  <a:lnTo>
                    <a:pt x="9" y="709"/>
                  </a:lnTo>
                  <a:lnTo>
                    <a:pt x="9" y="707"/>
                  </a:lnTo>
                  <a:lnTo>
                    <a:pt x="9" y="621"/>
                  </a:lnTo>
                  <a:lnTo>
                    <a:pt x="9" y="621"/>
                  </a:lnTo>
                  <a:lnTo>
                    <a:pt x="10" y="609"/>
                  </a:lnTo>
                  <a:lnTo>
                    <a:pt x="11" y="596"/>
                  </a:lnTo>
                  <a:lnTo>
                    <a:pt x="14" y="572"/>
                  </a:lnTo>
                  <a:lnTo>
                    <a:pt x="22" y="523"/>
                  </a:lnTo>
                  <a:lnTo>
                    <a:pt x="22" y="523"/>
                  </a:lnTo>
                  <a:lnTo>
                    <a:pt x="32" y="480"/>
                  </a:lnTo>
                  <a:lnTo>
                    <a:pt x="41" y="436"/>
                  </a:lnTo>
                  <a:lnTo>
                    <a:pt x="51" y="392"/>
                  </a:lnTo>
                  <a:lnTo>
                    <a:pt x="61" y="348"/>
                  </a:lnTo>
                  <a:lnTo>
                    <a:pt x="61" y="348"/>
                  </a:lnTo>
                  <a:lnTo>
                    <a:pt x="76" y="260"/>
                  </a:lnTo>
                  <a:lnTo>
                    <a:pt x="91" y="171"/>
                  </a:lnTo>
                  <a:lnTo>
                    <a:pt x="91" y="171"/>
                  </a:lnTo>
                  <a:lnTo>
                    <a:pt x="98" y="129"/>
                  </a:lnTo>
                  <a:lnTo>
                    <a:pt x="105" y="88"/>
                  </a:lnTo>
                  <a:lnTo>
                    <a:pt x="108" y="67"/>
                  </a:lnTo>
                  <a:lnTo>
                    <a:pt x="111" y="47"/>
                  </a:lnTo>
                  <a:lnTo>
                    <a:pt x="112" y="26"/>
                  </a:lnTo>
                  <a:lnTo>
                    <a:pt x="113" y="5"/>
                  </a:lnTo>
                  <a:lnTo>
                    <a:pt x="113" y="5"/>
                  </a:lnTo>
                  <a:lnTo>
                    <a:pt x="113" y="3"/>
                  </a:lnTo>
                  <a:lnTo>
                    <a:pt x="112" y="1"/>
                  </a:lnTo>
                  <a:lnTo>
                    <a:pt x="110" y="1"/>
                  </a:lnTo>
                  <a:lnTo>
                    <a:pt x="109" y="0"/>
                  </a:lnTo>
                  <a:lnTo>
                    <a:pt x="107" y="1"/>
                  </a:lnTo>
                  <a:lnTo>
                    <a:pt x="105" y="1"/>
                  </a:lnTo>
                  <a:lnTo>
                    <a:pt x="104" y="3"/>
                  </a:lnTo>
                  <a:lnTo>
                    <a:pt x="104" y="5"/>
                  </a:lnTo>
                  <a:lnTo>
                    <a:pt x="104" y="5"/>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95" name="Freeform 726"/>
            <p:cNvSpPr/>
            <p:nvPr/>
          </p:nvSpPr>
          <p:spPr bwMode="auto">
            <a:xfrm>
              <a:off x="5576888" y="4230688"/>
              <a:ext cx="61913" cy="415925"/>
            </a:xfrm>
            <a:custGeom>
              <a:avLst/>
              <a:gdLst/>
              <a:ahLst/>
              <a:cxnLst>
                <a:cxn ang="0">
                  <a:pos x="119" y="4"/>
                </a:cxn>
                <a:cxn ang="0">
                  <a:pos x="118" y="1"/>
                </a:cxn>
                <a:cxn ang="0">
                  <a:pos x="115" y="0"/>
                </a:cxn>
                <a:cxn ang="0">
                  <a:pos x="110" y="3"/>
                </a:cxn>
                <a:cxn ang="0">
                  <a:pos x="110" y="4"/>
                </a:cxn>
                <a:cxn ang="0">
                  <a:pos x="105" y="22"/>
                </a:cxn>
                <a:cxn ang="0">
                  <a:pos x="101" y="35"/>
                </a:cxn>
                <a:cxn ang="0">
                  <a:pos x="100" y="39"/>
                </a:cxn>
                <a:cxn ang="0">
                  <a:pos x="99" y="66"/>
                </a:cxn>
                <a:cxn ang="0">
                  <a:pos x="94" y="92"/>
                </a:cxn>
                <a:cxn ang="0">
                  <a:pos x="86" y="145"/>
                </a:cxn>
                <a:cxn ang="0">
                  <a:pos x="78" y="184"/>
                </a:cxn>
                <a:cxn ang="0">
                  <a:pos x="74" y="196"/>
                </a:cxn>
                <a:cxn ang="0">
                  <a:pos x="63" y="239"/>
                </a:cxn>
                <a:cxn ang="0">
                  <a:pos x="57" y="281"/>
                </a:cxn>
                <a:cxn ang="0">
                  <a:pos x="50" y="334"/>
                </a:cxn>
                <a:cxn ang="0">
                  <a:pos x="44" y="386"/>
                </a:cxn>
                <a:cxn ang="0">
                  <a:pos x="39" y="437"/>
                </a:cxn>
                <a:cxn ang="0">
                  <a:pos x="15" y="588"/>
                </a:cxn>
                <a:cxn ang="0">
                  <a:pos x="8" y="635"/>
                </a:cxn>
                <a:cxn ang="0">
                  <a:pos x="4" y="682"/>
                </a:cxn>
                <a:cxn ang="0">
                  <a:pos x="5" y="704"/>
                </a:cxn>
                <a:cxn ang="0">
                  <a:pos x="7" y="750"/>
                </a:cxn>
                <a:cxn ang="0">
                  <a:pos x="6" y="773"/>
                </a:cxn>
                <a:cxn ang="0">
                  <a:pos x="3" y="774"/>
                </a:cxn>
                <a:cxn ang="0">
                  <a:pos x="0" y="778"/>
                </a:cxn>
                <a:cxn ang="0">
                  <a:pos x="0" y="782"/>
                </a:cxn>
                <a:cxn ang="0">
                  <a:pos x="2" y="785"/>
                </a:cxn>
                <a:cxn ang="0">
                  <a:pos x="6" y="787"/>
                </a:cxn>
                <a:cxn ang="0">
                  <a:pos x="10" y="787"/>
                </a:cxn>
                <a:cxn ang="0">
                  <a:pos x="13" y="785"/>
                </a:cxn>
                <a:cxn ang="0">
                  <a:pos x="15" y="782"/>
                </a:cxn>
                <a:cxn ang="0">
                  <a:pos x="16" y="736"/>
                </a:cxn>
                <a:cxn ang="0">
                  <a:pos x="14" y="691"/>
                </a:cxn>
                <a:cxn ang="0">
                  <a:pos x="14" y="663"/>
                </a:cxn>
                <a:cxn ang="0">
                  <a:pos x="21" y="609"/>
                </a:cxn>
                <a:cxn ang="0">
                  <a:pos x="25" y="583"/>
                </a:cxn>
                <a:cxn ang="0">
                  <a:pos x="48" y="436"/>
                </a:cxn>
                <a:cxn ang="0">
                  <a:pos x="53" y="386"/>
                </a:cxn>
                <a:cxn ang="0">
                  <a:pos x="56" y="360"/>
                </a:cxn>
                <a:cxn ang="0">
                  <a:pos x="68" y="283"/>
                </a:cxn>
                <a:cxn ang="0">
                  <a:pos x="87" y="182"/>
                </a:cxn>
                <a:cxn ang="0">
                  <a:pos x="93" y="156"/>
                </a:cxn>
                <a:cxn ang="0">
                  <a:pos x="108" y="76"/>
                </a:cxn>
                <a:cxn ang="0">
                  <a:pos x="109" y="67"/>
                </a:cxn>
                <a:cxn ang="0">
                  <a:pos x="110" y="39"/>
                </a:cxn>
                <a:cxn ang="0">
                  <a:pos x="110" y="35"/>
                </a:cxn>
                <a:cxn ang="0">
                  <a:pos x="114" y="22"/>
                </a:cxn>
                <a:cxn ang="0">
                  <a:pos x="119" y="4"/>
                </a:cxn>
              </a:cxnLst>
              <a:rect l="0" t="0" r="r" b="b"/>
              <a:pathLst>
                <a:path w="119" h="787">
                  <a:moveTo>
                    <a:pt x="119" y="4"/>
                  </a:moveTo>
                  <a:lnTo>
                    <a:pt x="119" y="4"/>
                  </a:lnTo>
                  <a:lnTo>
                    <a:pt x="119" y="3"/>
                  </a:lnTo>
                  <a:lnTo>
                    <a:pt x="118" y="1"/>
                  </a:lnTo>
                  <a:lnTo>
                    <a:pt x="116" y="0"/>
                  </a:lnTo>
                  <a:lnTo>
                    <a:pt x="115" y="0"/>
                  </a:lnTo>
                  <a:lnTo>
                    <a:pt x="111" y="1"/>
                  </a:lnTo>
                  <a:lnTo>
                    <a:pt x="110" y="3"/>
                  </a:lnTo>
                  <a:lnTo>
                    <a:pt x="110" y="4"/>
                  </a:lnTo>
                  <a:lnTo>
                    <a:pt x="110" y="4"/>
                  </a:lnTo>
                  <a:lnTo>
                    <a:pt x="108" y="13"/>
                  </a:lnTo>
                  <a:lnTo>
                    <a:pt x="105" y="22"/>
                  </a:lnTo>
                  <a:lnTo>
                    <a:pt x="102" y="30"/>
                  </a:lnTo>
                  <a:lnTo>
                    <a:pt x="101" y="35"/>
                  </a:lnTo>
                  <a:lnTo>
                    <a:pt x="100" y="39"/>
                  </a:lnTo>
                  <a:lnTo>
                    <a:pt x="100" y="39"/>
                  </a:lnTo>
                  <a:lnTo>
                    <a:pt x="100" y="53"/>
                  </a:lnTo>
                  <a:lnTo>
                    <a:pt x="99" y="66"/>
                  </a:lnTo>
                  <a:lnTo>
                    <a:pt x="94" y="92"/>
                  </a:lnTo>
                  <a:lnTo>
                    <a:pt x="94" y="92"/>
                  </a:lnTo>
                  <a:lnTo>
                    <a:pt x="90" y="118"/>
                  </a:lnTo>
                  <a:lnTo>
                    <a:pt x="86" y="145"/>
                  </a:lnTo>
                  <a:lnTo>
                    <a:pt x="81" y="170"/>
                  </a:lnTo>
                  <a:lnTo>
                    <a:pt x="78" y="184"/>
                  </a:lnTo>
                  <a:lnTo>
                    <a:pt x="74" y="196"/>
                  </a:lnTo>
                  <a:lnTo>
                    <a:pt x="74" y="196"/>
                  </a:lnTo>
                  <a:lnTo>
                    <a:pt x="69" y="217"/>
                  </a:lnTo>
                  <a:lnTo>
                    <a:pt x="63" y="239"/>
                  </a:lnTo>
                  <a:lnTo>
                    <a:pt x="60" y="259"/>
                  </a:lnTo>
                  <a:lnTo>
                    <a:pt x="57" y="281"/>
                  </a:lnTo>
                  <a:lnTo>
                    <a:pt x="57" y="281"/>
                  </a:lnTo>
                  <a:lnTo>
                    <a:pt x="50" y="334"/>
                  </a:lnTo>
                  <a:lnTo>
                    <a:pt x="47" y="359"/>
                  </a:lnTo>
                  <a:lnTo>
                    <a:pt x="44" y="386"/>
                  </a:lnTo>
                  <a:lnTo>
                    <a:pt x="44" y="386"/>
                  </a:lnTo>
                  <a:lnTo>
                    <a:pt x="39" y="437"/>
                  </a:lnTo>
                  <a:lnTo>
                    <a:pt x="30" y="488"/>
                  </a:lnTo>
                  <a:lnTo>
                    <a:pt x="15" y="588"/>
                  </a:lnTo>
                  <a:lnTo>
                    <a:pt x="15" y="588"/>
                  </a:lnTo>
                  <a:lnTo>
                    <a:pt x="8" y="635"/>
                  </a:lnTo>
                  <a:lnTo>
                    <a:pt x="5" y="658"/>
                  </a:lnTo>
                  <a:lnTo>
                    <a:pt x="4" y="682"/>
                  </a:lnTo>
                  <a:lnTo>
                    <a:pt x="4" y="682"/>
                  </a:lnTo>
                  <a:lnTo>
                    <a:pt x="5" y="704"/>
                  </a:lnTo>
                  <a:lnTo>
                    <a:pt x="6" y="727"/>
                  </a:lnTo>
                  <a:lnTo>
                    <a:pt x="7" y="750"/>
                  </a:lnTo>
                  <a:lnTo>
                    <a:pt x="6" y="773"/>
                  </a:lnTo>
                  <a:lnTo>
                    <a:pt x="6" y="773"/>
                  </a:lnTo>
                  <a:lnTo>
                    <a:pt x="4" y="773"/>
                  </a:lnTo>
                  <a:lnTo>
                    <a:pt x="3" y="774"/>
                  </a:lnTo>
                  <a:lnTo>
                    <a:pt x="2" y="776"/>
                  </a:lnTo>
                  <a:lnTo>
                    <a:pt x="0" y="778"/>
                  </a:lnTo>
                  <a:lnTo>
                    <a:pt x="0" y="782"/>
                  </a:lnTo>
                  <a:lnTo>
                    <a:pt x="0" y="782"/>
                  </a:lnTo>
                  <a:lnTo>
                    <a:pt x="0" y="784"/>
                  </a:lnTo>
                  <a:lnTo>
                    <a:pt x="2" y="785"/>
                  </a:lnTo>
                  <a:lnTo>
                    <a:pt x="4" y="786"/>
                  </a:lnTo>
                  <a:lnTo>
                    <a:pt x="6" y="787"/>
                  </a:lnTo>
                  <a:lnTo>
                    <a:pt x="10" y="787"/>
                  </a:lnTo>
                  <a:lnTo>
                    <a:pt x="10" y="787"/>
                  </a:lnTo>
                  <a:lnTo>
                    <a:pt x="12" y="786"/>
                  </a:lnTo>
                  <a:lnTo>
                    <a:pt x="13" y="785"/>
                  </a:lnTo>
                  <a:lnTo>
                    <a:pt x="15" y="782"/>
                  </a:lnTo>
                  <a:lnTo>
                    <a:pt x="15" y="782"/>
                  </a:lnTo>
                  <a:lnTo>
                    <a:pt x="16" y="759"/>
                  </a:lnTo>
                  <a:lnTo>
                    <a:pt x="16" y="736"/>
                  </a:lnTo>
                  <a:lnTo>
                    <a:pt x="14" y="691"/>
                  </a:lnTo>
                  <a:lnTo>
                    <a:pt x="14" y="691"/>
                  </a:lnTo>
                  <a:lnTo>
                    <a:pt x="14" y="677"/>
                  </a:lnTo>
                  <a:lnTo>
                    <a:pt x="14" y="663"/>
                  </a:lnTo>
                  <a:lnTo>
                    <a:pt x="17" y="636"/>
                  </a:lnTo>
                  <a:lnTo>
                    <a:pt x="21" y="609"/>
                  </a:lnTo>
                  <a:lnTo>
                    <a:pt x="25" y="583"/>
                  </a:lnTo>
                  <a:lnTo>
                    <a:pt x="25" y="583"/>
                  </a:lnTo>
                  <a:lnTo>
                    <a:pt x="41" y="484"/>
                  </a:lnTo>
                  <a:lnTo>
                    <a:pt x="48" y="436"/>
                  </a:lnTo>
                  <a:lnTo>
                    <a:pt x="51" y="411"/>
                  </a:lnTo>
                  <a:lnTo>
                    <a:pt x="53" y="386"/>
                  </a:lnTo>
                  <a:lnTo>
                    <a:pt x="53" y="386"/>
                  </a:lnTo>
                  <a:lnTo>
                    <a:pt x="56" y="360"/>
                  </a:lnTo>
                  <a:lnTo>
                    <a:pt x="59" y="335"/>
                  </a:lnTo>
                  <a:lnTo>
                    <a:pt x="68" y="283"/>
                  </a:lnTo>
                  <a:lnTo>
                    <a:pt x="77" y="232"/>
                  </a:lnTo>
                  <a:lnTo>
                    <a:pt x="87" y="182"/>
                  </a:lnTo>
                  <a:lnTo>
                    <a:pt x="87" y="182"/>
                  </a:lnTo>
                  <a:lnTo>
                    <a:pt x="93" y="156"/>
                  </a:lnTo>
                  <a:lnTo>
                    <a:pt x="98" y="129"/>
                  </a:lnTo>
                  <a:lnTo>
                    <a:pt x="108" y="76"/>
                  </a:lnTo>
                  <a:lnTo>
                    <a:pt x="108" y="76"/>
                  </a:lnTo>
                  <a:lnTo>
                    <a:pt x="109" y="67"/>
                  </a:lnTo>
                  <a:lnTo>
                    <a:pt x="110" y="58"/>
                  </a:lnTo>
                  <a:lnTo>
                    <a:pt x="110" y="39"/>
                  </a:lnTo>
                  <a:lnTo>
                    <a:pt x="110" y="39"/>
                  </a:lnTo>
                  <a:lnTo>
                    <a:pt x="110" y="35"/>
                  </a:lnTo>
                  <a:lnTo>
                    <a:pt x="111" y="31"/>
                  </a:lnTo>
                  <a:lnTo>
                    <a:pt x="114" y="22"/>
                  </a:lnTo>
                  <a:lnTo>
                    <a:pt x="117" y="13"/>
                  </a:lnTo>
                  <a:lnTo>
                    <a:pt x="119" y="4"/>
                  </a:lnTo>
                  <a:lnTo>
                    <a:pt x="119" y="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96" name="Freeform 727"/>
            <p:cNvSpPr/>
            <p:nvPr/>
          </p:nvSpPr>
          <p:spPr bwMode="auto">
            <a:xfrm>
              <a:off x="5589588" y="4140200"/>
              <a:ext cx="90488" cy="552450"/>
            </a:xfrm>
            <a:custGeom>
              <a:avLst/>
              <a:gdLst/>
              <a:ahLst/>
              <a:cxnLst>
                <a:cxn ang="0">
                  <a:pos x="161" y="4"/>
                </a:cxn>
                <a:cxn ang="0">
                  <a:pos x="159" y="73"/>
                </a:cxn>
                <a:cxn ang="0">
                  <a:pos x="153" y="141"/>
                </a:cxn>
                <a:cxn ang="0">
                  <a:pos x="142" y="208"/>
                </a:cxn>
                <a:cxn ang="0">
                  <a:pos x="125" y="276"/>
                </a:cxn>
                <a:cxn ang="0">
                  <a:pos x="109" y="340"/>
                </a:cxn>
                <a:cxn ang="0">
                  <a:pos x="87" y="436"/>
                </a:cxn>
                <a:cxn ang="0">
                  <a:pos x="77" y="503"/>
                </a:cxn>
                <a:cxn ang="0">
                  <a:pos x="73" y="536"/>
                </a:cxn>
                <a:cxn ang="0">
                  <a:pos x="63" y="599"/>
                </a:cxn>
                <a:cxn ang="0">
                  <a:pos x="47" y="695"/>
                </a:cxn>
                <a:cxn ang="0">
                  <a:pos x="39" y="759"/>
                </a:cxn>
                <a:cxn ang="0">
                  <a:pos x="38" y="791"/>
                </a:cxn>
                <a:cxn ang="0">
                  <a:pos x="33" y="856"/>
                </a:cxn>
                <a:cxn ang="0">
                  <a:pos x="22" y="920"/>
                </a:cxn>
                <a:cxn ang="0">
                  <a:pos x="10" y="973"/>
                </a:cxn>
                <a:cxn ang="0">
                  <a:pos x="1" y="1025"/>
                </a:cxn>
                <a:cxn ang="0">
                  <a:pos x="0" y="1028"/>
                </a:cxn>
                <a:cxn ang="0">
                  <a:pos x="0" y="1038"/>
                </a:cxn>
                <a:cxn ang="0">
                  <a:pos x="1" y="1041"/>
                </a:cxn>
                <a:cxn ang="0">
                  <a:pos x="5" y="1042"/>
                </a:cxn>
                <a:cxn ang="0">
                  <a:pos x="9" y="1041"/>
                </a:cxn>
                <a:cxn ang="0">
                  <a:pos x="10" y="1038"/>
                </a:cxn>
                <a:cxn ang="0">
                  <a:pos x="11" y="1021"/>
                </a:cxn>
                <a:cxn ang="0">
                  <a:pos x="16" y="988"/>
                </a:cxn>
                <a:cxn ang="0">
                  <a:pos x="27" y="938"/>
                </a:cxn>
                <a:cxn ang="0">
                  <a:pos x="34" y="905"/>
                </a:cxn>
                <a:cxn ang="0">
                  <a:pos x="44" y="849"/>
                </a:cxn>
                <a:cxn ang="0">
                  <a:pos x="48" y="791"/>
                </a:cxn>
                <a:cxn ang="0">
                  <a:pos x="49" y="759"/>
                </a:cxn>
                <a:cxn ang="0">
                  <a:pos x="57" y="695"/>
                </a:cxn>
                <a:cxn ang="0">
                  <a:pos x="74" y="600"/>
                </a:cxn>
                <a:cxn ang="0">
                  <a:pos x="82" y="536"/>
                </a:cxn>
                <a:cxn ang="0">
                  <a:pos x="86" y="501"/>
                </a:cxn>
                <a:cxn ang="0">
                  <a:pos x="97" y="431"/>
                </a:cxn>
                <a:cxn ang="0">
                  <a:pos x="113" y="362"/>
                </a:cxn>
                <a:cxn ang="0">
                  <a:pos x="140" y="261"/>
                </a:cxn>
                <a:cxn ang="0">
                  <a:pos x="148" y="229"/>
                </a:cxn>
                <a:cxn ang="0">
                  <a:pos x="160" y="166"/>
                </a:cxn>
                <a:cxn ang="0">
                  <a:pos x="168" y="101"/>
                </a:cxn>
                <a:cxn ang="0">
                  <a:pos x="171" y="37"/>
                </a:cxn>
                <a:cxn ang="0">
                  <a:pos x="171" y="4"/>
                </a:cxn>
                <a:cxn ang="0">
                  <a:pos x="170" y="1"/>
                </a:cxn>
                <a:cxn ang="0">
                  <a:pos x="167" y="0"/>
                </a:cxn>
                <a:cxn ang="0">
                  <a:pos x="163" y="1"/>
                </a:cxn>
                <a:cxn ang="0">
                  <a:pos x="161" y="4"/>
                </a:cxn>
              </a:cxnLst>
              <a:rect l="0" t="0" r="r" b="b"/>
              <a:pathLst>
                <a:path w="171" h="1042">
                  <a:moveTo>
                    <a:pt x="161" y="4"/>
                  </a:moveTo>
                  <a:lnTo>
                    <a:pt x="161" y="4"/>
                  </a:lnTo>
                  <a:lnTo>
                    <a:pt x="161" y="39"/>
                  </a:lnTo>
                  <a:lnTo>
                    <a:pt x="159" y="73"/>
                  </a:lnTo>
                  <a:lnTo>
                    <a:pt x="156" y="107"/>
                  </a:lnTo>
                  <a:lnTo>
                    <a:pt x="153" y="141"/>
                  </a:lnTo>
                  <a:lnTo>
                    <a:pt x="148" y="175"/>
                  </a:lnTo>
                  <a:lnTo>
                    <a:pt x="142" y="208"/>
                  </a:lnTo>
                  <a:lnTo>
                    <a:pt x="135" y="242"/>
                  </a:lnTo>
                  <a:lnTo>
                    <a:pt x="125" y="276"/>
                  </a:lnTo>
                  <a:lnTo>
                    <a:pt x="125" y="276"/>
                  </a:lnTo>
                  <a:lnTo>
                    <a:pt x="109" y="340"/>
                  </a:lnTo>
                  <a:lnTo>
                    <a:pt x="94" y="404"/>
                  </a:lnTo>
                  <a:lnTo>
                    <a:pt x="87" y="436"/>
                  </a:lnTo>
                  <a:lnTo>
                    <a:pt x="82" y="470"/>
                  </a:lnTo>
                  <a:lnTo>
                    <a:pt x="77" y="503"/>
                  </a:lnTo>
                  <a:lnTo>
                    <a:pt x="73" y="536"/>
                  </a:lnTo>
                  <a:lnTo>
                    <a:pt x="73" y="536"/>
                  </a:lnTo>
                  <a:lnTo>
                    <a:pt x="68" y="568"/>
                  </a:lnTo>
                  <a:lnTo>
                    <a:pt x="63" y="599"/>
                  </a:lnTo>
                  <a:lnTo>
                    <a:pt x="52" y="663"/>
                  </a:lnTo>
                  <a:lnTo>
                    <a:pt x="47" y="695"/>
                  </a:lnTo>
                  <a:lnTo>
                    <a:pt x="43" y="727"/>
                  </a:lnTo>
                  <a:lnTo>
                    <a:pt x="39" y="759"/>
                  </a:lnTo>
                  <a:lnTo>
                    <a:pt x="38" y="791"/>
                  </a:lnTo>
                  <a:lnTo>
                    <a:pt x="38" y="791"/>
                  </a:lnTo>
                  <a:lnTo>
                    <a:pt x="36" y="824"/>
                  </a:lnTo>
                  <a:lnTo>
                    <a:pt x="33" y="856"/>
                  </a:lnTo>
                  <a:lnTo>
                    <a:pt x="28" y="888"/>
                  </a:lnTo>
                  <a:lnTo>
                    <a:pt x="22" y="920"/>
                  </a:lnTo>
                  <a:lnTo>
                    <a:pt x="22" y="920"/>
                  </a:lnTo>
                  <a:lnTo>
                    <a:pt x="10" y="973"/>
                  </a:lnTo>
                  <a:lnTo>
                    <a:pt x="4" y="999"/>
                  </a:lnTo>
                  <a:lnTo>
                    <a:pt x="1" y="1025"/>
                  </a:lnTo>
                  <a:lnTo>
                    <a:pt x="1" y="1025"/>
                  </a:lnTo>
                  <a:lnTo>
                    <a:pt x="0" y="1028"/>
                  </a:lnTo>
                  <a:lnTo>
                    <a:pt x="0" y="1038"/>
                  </a:lnTo>
                  <a:lnTo>
                    <a:pt x="0" y="1038"/>
                  </a:lnTo>
                  <a:lnTo>
                    <a:pt x="0" y="1040"/>
                  </a:lnTo>
                  <a:lnTo>
                    <a:pt x="1" y="1041"/>
                  </a:lnTo>
                  <a:lnTo>
                    <a:pt x="3" y="1042"/>
                  </a:lnTo>
                  <a:lnTo>
                    <a:pt x="5" y="1042"/>
                  </a:lnTo>
                  <a:lnTo>
                    <a:pt x="6" y="1042"/>
                  </a:lnTo>
                  <a:lnTo>
                    <a:pt x="9" y="1041"/>
                  </a:lnTo>
                  <a:lnTo>
                    <a:pt x="10" y="1040"/>
                  </a:lnTo>
                  <a:lnTo>
                    <a:pt x="10" y="1038"/>
                  </a:lnTo>
                  <a:lnTo>
                    <a:pt x="10" y="1038"/>
                  </a:lnTo>
                  <a:lnTo>
                    <a:pt x="11" y="1021"/>
                  </a:lnTo>
                  <a:lnTo>
                    <a:pt x="13" y="1005"/>
                  </a:lnTo>
                  <a:lnTo>
                    <a:pt x="16" y="988"/>
                  </a:lnTo>
                  <a:lnTo>
                    <a:pt x="19" y="972"/>
                  </a:lnTo>
                  <a:lnTo>
                    <a:pt x="27" y="938"/>
                  </a:lnTo>
                  <a:lnTo>
                    <a:pt x="34" y="905"/>
                  </a:lnTo>
                  <a:lnTo>
                    <a:pt x="34" y="905"/>
                  </a:lnTo>
                  <a:lnTo>
                    <a:pt x="39" y="878"/>
                  </a:lnTo>
                  <a:lnTo>
                    <a:pt x="44" y="849"/>
                  </a:lnTo>
                  <a:lnTo>
                    <a:pt x="47" y="820"/>
                  </a:lnTo>
                  <a:lnTo>
                    <a:pt x="48" y="791"/>
                  </a:lnTo>
                  <a:lnTo>
                    <a:pt x="48" y="791"/>
                  </a:lnTo>
                  <a:lnTo>
                    <a:pt x="49" y="759"/>
                  </a:lnTo>
                  <a:lnTo>
                    <a:pt x="52" y="727"/>
                  </a:lnTo>
                  <a:lnTo>
                    <a:pt x="57" y="695"/>
                  </a:lnTo>
                  <a:lnTo>
                    <a:pt x="62" y="663"/>
                  </a:lnTo>
                  <a:lnTo>
                    <a:pt x="74" y="600"/>
                  </a:lnTo>
                  <a:lnTo>
                    <a:pt x="78" y="568"/>
                  </a:lnTo>
                  <a:lnTo>
                    <a:pt x="82" y="536"/>
                  </a:lnTo>
                  <a:lnTo>
                    <a:pt x="82" y="536"/>
                  </a:lnTo>
                  <a:lnTo>
                    <a:pt x="86" y="501"/>
                  </a:lnTo>
                  <a:lnTo>
                    <a:pt x="91" y="465"/>
                  </a:lnTo>
                  <a:lnTo>
                    <a:pt x="97" y="431"/>
                  </a:lnTo>
                  <a:lnTo>
                    <a:pt x="105" y="396"/>
                  </a:lnTo>
                  <a:lnTo>
                    <a:pt x="113" y="362"/>
                  </a:lnTo>
                  <a:lnTo>
                    <a:pt x="121" y="328"/>
                  </a:lnTo>
                  <a:lnTo>
                    <a:pt x="140" y="261"/>
                  </a:lnTo>
                  <a:lnTo>
                    <a:pt x="140" y="261"/>
                  </a:lnTo>
                  <a:lnTo>
                    <a:pt x="148" y="229"/>
                  </a:lnTo>
                  <a:lnTo>
                    <a:pt x="154" y="197"/>
                  </a:lnTo>
                  <a:lnTo>
                    <a:pt x="160" y="166"/>
                  </a:lnTo>
                  <a:lnTo>
                    <a:pt x="164" y="134"/>
                  </a:lnTo>
                  <a:lnTo>
                    <a:pt x="168" y="101"/>
                  </a:lnTo>
                  <a:lnTo>
                    <a:pt x="170" y="69"/>
                  </a:lnTo>
                  <a:lnTo>
                    <a:pt x="171" y="37"/>
                  </a:lnTo>
                  <a:lnTo>
                    <a:pt x="171" y="4"/>
                  </a:lnTo>
                  <a:lnTo>
                    <a:pt x="171" y="4"/>
                  </a:lnTo>
                  <a:lnTo>
                    <a:pt x="171" y="2"/>
                  </a:lnTo>
                  <a:lnTo>
                    <a:pt x="170" y="1"/>
                  </a:lnTo>
                  <a:lnTo>
                    <a:pt x="168" y="0"/>
                  </a:lnTo>
                  <a:lnTo>
                    <a:pt x="167" y="0"/>
                  </a:lnTo>
                  <a:lnTo>
                    <a:pt x="164" y="0"/>
                  </a:lnTo>
                  <a:lnTo>
                    <a:pt x="163" y="1"/>
                  </a:lnTo>
                  <a:lnTo>
                    <a:pt x="161" y="2"/>
                  </a:lnTo>
                  <a:lnTo>
                    <a:pt x="161" y="4"/>
                  </a:lnTo>
                  <a:lnTo>
                    <a:pt x="161" y="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97" name="Freeform 728"/>
            <p:cNvSpPr/>
            <p:nvPr/>
          </p:nvSpPr>
          <p:spPr bwMode="auto">
            <a:xfrm>
              <a:off x="5608638" y="4162425"/>
              <a:ext cx="123825" cy="544513"/>
            </a:xfrm>
            <a:custGeom>
              <a:avLst/>
              <a:gdLst/>
              <a:ahLst/>
              <a:cxnLst>
                <a:cxn ang="0">
                  <a:pos x="226" y="1"/>
                </a:cxn>
                <a:cxn ang="0">
                  <a:pos x="209" y="14"/>
                </a:cxn>
                <a:cxn ang="0">
                  <a:pos x="198" y="30"/>
                </a:cxn>
                <a:cxn ang="0">
                  <a:pos x="192" y="48"/>
                </a:cxn>
                <a:cxn ang="0">
                  <a:pos x="187" y="69"/>
                </a:cxn>
                <a:cxn ang="0">
                  <a:pos x="177" y="145"/>
                </a:cxn>
                <a:cxn ang="0">
                  <a:pos x="164" y="219"/>
                </a:cxn>
                <a:cxn ang="0">
                  <a:pos x="156" y="254"/>
                </a:cxn>
                <a:cxn ang="0">
                  <a:pos x="142" y="357"/>
                </a:cxn>
                <a:cxn ang="0">
                  <a:pos x="136" y="392"/>
                </a:cxn>
                <a:cxn ang="0">
                  <a:pos x="116" y="498"/>
                </a:cxn>
                <a:cxn ang="0">
                  <a:pos x="109" y="533"/>
                </a:cxn>
                <a:cxn ang="0">
                  <a:pos x="81" y="637"/>
                </a:cxn>
                <a:cxn ang="0">
                  <a:pos x="62" y="707"/>
                </a:cxn>
                <a:cxn ang="0">
                  <a:pos x="49" y="779"/>
                </a:cxn>
                <a:cxn ang="0">
                  <a:pos x="45" y="813"/>
                </a:cxn>
                <a:cxn ang="0">
                  <a:pos x="43" y="847"/>
                </a:cxn>
                <a:cxn ang="0">
                  <a:pos x="38" y="878"/>
                </a:cxn>
                <a:cxn ang="0">
                  <a:pos x="34" y="910"/>
                </a:cxn>
                <a:cxn ang="0">
                  <a:pos x="31" y="924"/>
                </a:cxn>
                <a:cxn ang="0">
                  <a:pos x="24" y="951"/>
                </a:cxn>
                <a:cxn ang="0">
                  <a:pos x="20" y="965"/>
                </a:cxn>
                <a:cxn ang="0">
                  <a:pos x="12" y="999"/>
                </a:cxn>
                <a:cxn ang="0">
                  <a:pos x="8" y="1010"/>
                </a:cxn>
                <a:cxn ang="0">
                  <a:pos x="3" y="1010"/>
                </a:cxn>
                <a:cxn ang="0">
                  <a:pos x="0" y="1014"/>
                </a:cxn>
                <a:cxn ang="0">
                  <a:pos x="0" y="1024"/>
                </a:cxn>
                <a:cxn ang="0">
                  <a:pos x="4" y="1029"/>
                </a:cxn>
                <a:cxn ang="0">
                  <a:pos x="9" y="1027"/>
                </a:cxn>
                <a:cxn ang="0">
                  <a:pos x="12" y="1021"/>
                </a:cxn>
                <a:cxn ang="0">
                  <a:pos x="18" y="1007"/>
                </a:cxn>
                <a:cxn ang="0">
                  <a:pos x="24" y="987"/>
                </a:cxn>
                <a:cxn ang="0">
                  <a:pos x="31" y="964"/>
                </a:cxn>
                <a:cxn ang="0">
                  <a:pos x="38" y="940"/>
                </a:cxn>
                <a:cxn ang="0">
                  <a:pos x="42" y="912"/>
                </a:cxn>
                <a:cxn ang="0">
                  <a:pos x="45" y="884"/>
                </a:cxn>
                <a:cxn ang="0">
                  <a:pos x="48" y="869"/>
                </a:cxn>
                <a:cxn ang="0">
                  <a:pos x="54" y="822"/>
                </a:cxn>
                <a:cxn ang="0">
                  <a:pos x="57" y="786"/>
                </a:cxn>
                <a:cxn ang="0">
                  <a:pos x="70" y="715"/>
                </a:cxn>
                <a:cxn ang="0">
                  <a:pos x="79" y="680"/>
                </a:cxn>
                <a:cxn ang="0">
                  <a:pos x="100" y="607"/>
                </a:cxn>
                <a:cxn ang="0">
                  <a:pos x="118" y="534"/>
                </a:cxn>
                <a:cxn ang="0">
                  <a:pos x="133" y="467"/>
                </a:cxn>
                <a:cxn ang="0">
                  <a:pos x="144" y="399"/>
                </a:cxn>
                <a:cxn ang="0">
                  <a:pos x="164" y="263"/>
                </a:cxn>
                <a:cxn ang="0">
                  <a:pos x="176" y="194"/>
                </a:cxn>
                <a:cxn ang="0">
                  <a:pos x="188" y="126"/>
                </a:cxn>
                <a:cxn ang="0">
                  <a:pos x="193" y="94"/>
                </a:cxn>
                <a:cxn ang="0">
                  <a:pos x="198" y="61"/>
                </a:cxn>
                <a:cxn ang="0">
                  <a:pos x="205" y="38"/>
                </a:cxn>
                <a:cxn ang="0">
                  <a:pos x="213" y="25"/>
                </a:cxn>
                <a:cxn ang="0">
                  <a:pos x="224" y="13"/>
                </a:cxn>
                <a:cxn ang="0">
                  <a:pos x="230" y="9"/>
                </a:cxn>
                <a:cxn ang="0">
                  <a:pos x="232" y="5"/>
                </a:cxn>
                <a:cxn ang="0">
                  <a:pos x="232" y="2"/>
                </a:cxn>
                <a:cxn ang="0">
                  <a:pos x="229" y="0"/>
                </a:cxn>
                <a:cxn ang="0">
                  <a:pos x="226" y="1"/>
                </a:cxn>
              </a:cxnLst>
              <a:rect l="0" t="0" r="r" b="b"/>
              <a:pathLst>
                <a:path w="232" h="1029">
                  <a:moveTo>
                    <a:pt x="226" y="1"/>
                  </a:moveTo>
                  <a:lnTo>
                    <a:pt x="226" y="1"/>
                  </a:lnTo>
                  <a:lnTo>
                    <a:pt x="216" y="7"/>
                  </a:lnTo>
                  <a:lnTo>
                    <a:pt x="209" y="14"/>
                  </a:lnTo>
                  <a:lnTo>
                    <a:pt x="203" y="22"/>
                  </a:lnTo>
                  <a:lnTo>
                    <a:pt x="198" y="30"/>
                  </a:lnTo>
                  <a:lnTo>
                    <a:pt x="195" y="39"/>
                  </a:lnTo>
                  <a:lnTo>
                    <a:pt x="192" y="48"/>
                  </a:lnTo>
                  <a:lnTo>
                    <a:pt x="189" y="59"/>
                  </a:lnTo>
                  <a:lnTo>
                    <a:pt x="187" y="69"/>
                  </a:lnTo>
                  <a:lnTo>
                    <a:pt x="187" y="69"/>
                  </a:lnTo>
                  <a:lnTo>
                    <a:pt x="177" y="145"/>
                  </a:lnTo>
                  <a:lnTo>
                    <a:pt x="171" y="182"/>
                  </a:lnTo>
                  <a:lnTo>
                    <a:pt x="164" y="219"/>
                  </a:lnTo>
                  <a:lnTo>
                    <a:pt x="164" y="219"/>
                  </a:lnTo>
                  <a:lnTo>
                    <a:pt x="156" y="254"/>
                  </a:lnTo>
                  <a:lnTo>
                    <a:pt x="151" y="288"/>
                  </a:lnTo>
                  <a:lnTo>
                    <a:pt x="142" y="357"/>
                  </a:lnTo>
                  <a:lnTo>
                    <a:pt x="142" y="357"/>
                  </a:lnTo>
                  <a:lnTo>
                    <a:pt x="136" y="392"/>
                  </a:lnTo>
                  <a:lnTo>
                    <a:pt x="130" y="428"/>
                  </a:lnTo>
                  <a:lnTo>
                    <a:pt x="116" y="498"/>
                  </a:lnTo>
                  <a:lnTo>
                    <a:pt x="116" y="498"/>
                  </a:lnTo>
                  <a:lnTo>
                    <a:pt x="109" y="533"/>
                  </a:lnTo>
                  <a:lnTo>
                    <a:pt x="100" y="568"/>
                  </a:lnTo>
                  <a:lnTo>
                    <a:pt x="81" y="637"/>
                  </a:lnTo>
                  <a:lnTo>
                    <a:pt x="71" y="672"/>
                  </a:lnTo>
                  <a:lnTo>
                    <a:pt x="62" y="707"/>
                  </a:lnTo>
                  <a:lnTo>
                    <a:pt x="54" y="743"/>
                  </a:lnTo>
                  <a:lnTo>
                    <a:pt x="49" y="779"/>
                  </a:lnTo>
                  <a:lnTo>
                    <a:pt x="49" y="779"/>
                  </a:lnTo>
                  <a:lnTo>
                    <a:pt x="45" y="813"/>
                  </a:lnTo>
                  <a:lnTo>
                    <a:pt x="43" y="847"/>
                  </a:lnTo>
                  <a:lnTo>
                    <a:pt x="43" y="847"/>
                  </a:lnTo>
                  <a:lnTo>
                    <a:pt x="41" y="862"/>
                  </a:lnTo>
                  <a:lnTo>
                    <a:pt x="38" y="878"/>
                  </a:lnTo>
                  <a:lnTo>
                    <a:pt x="35" y="894"/>
                  </a:lnTo>
                  <a:lnTo>
                    <a:pt x="34" y="910"/>
                  </a:lnTo>
                  <a:lnTo>
                    <a:pt x="34" y="910"/>
                  </a:lnTo>
                  <a:lnTo>
                    <a:pt x="31" y="924"/>
                  </a:lnTo>
                  <a:lnTo>
                    <a:pt x="28" y="938"/>
                  </a:lnTo>
                  <a:lnTo>
                    <a:pt x="24" y="951"/>
                  </a:lnTo>
                  <a:lnTo>
                    <a:pt x="20" y="965"/>
                  </a:lnTo>
                  <a:lnTo>
                    <a:pt x="20" y="965"/>
                  </a:lnTo>
                  <a:lnTo>
                    <a:pt x="15" y="987"/>
                  </a:lnTo>
                  <a:lnTo>
                    <a:pt x="12" y="999"/>
                  </a:lnTo>
                  <a:lnTo>
                    <a:pt x="8" y="1010"/>
                  </a:lnTo>
                  <a:lnTo>
                    <a:pt x="8" y="1010"/>
                  </a:lnTo>
                  <a:lnTo>
                    <a:pt x="5" y="1010"/>
                  </a:lnTo>
                  <a:lnTo>
                    <a:pt x="3" y="1010"/>
                  </a:lnTo>
                  <a:lnTo>
                    <a:pt x="0" y="1012"/>
                  </a:lnTo>
                  <a:lnTo>
                    <a:pt x="0" y="1014"/>
                  </a:lnTo>
                  <a:lnTo>
                    <a:pt x="0" y="1024"/>
                  </a:lnTo>
                  <a:lnTo>
                    <a:pt x="0" y="1024"/>
                  </a:lnTo>
                  <a:lnTo>
                    <a:pt x="1" y="1027"/>
                  </a:lnTo>
                  <a:lnTo>
                    <a:pt x="4" y="1029"/>
                  </a:lnTo>
                  <a:lnTo>
                    <a:pt x="7" y="1028"/>
                  </a:lnTo>
                  <a:lnTo>
                    <a:pt x="9" y="1027"/>
                  </a:lnTo>
                  <a:lnTo>
                    <a:pt x="9" y="1027"/>
                  </a:lnTo>
                  <a:lnTo>
                    <a:pt x="12" y="1021"/>
                  </a:lnTo>
                  <a:lnTo>
                    <a:pt x="14" y="1017"/>
                  </a:lnTo>
                  <a:lnTo>
                    <a:pt x="18" y="1007"/>
                  </a:lnTo>
                  <a:lnTo>
                    <a:pt x="20" y="998"/>
                  </a:lnTo>
                  <a:lnTo>
                    <a:pt x="24" y="987"/>
                  </a:lnTo>
                  <a:lnTo>
                    <a:pt x="24" y="987"/>
                  </a:lnTo>
                  <a:lnTo>
                    <a:pt x="31" y="964"/>
                  </a:lnTo>
                  <a:lnTo>
                    <a:pt x="38" y="940"/>
                  </a:lnTo>
                  <a:lnTo>
                    <a:pt x="38" y="940"/>
                  </a:lnTo>
                  <a:lnTo>
                    <a:pt x="41" y="926"/>
                  </a:lnTo>
                  <a:lnTo>
                    <a:pt x="42" y="912"/>
                  </a:lnTo>
                  <a:lnTo>
                    <a:pt x="43" y="899"/>
                  </a:lnTo>
                  <a:lnTo>
                    <a:pt x="45" y="884"/>
                  </a:lnTo>
                  <a:lnTo>
                    <a:pt x="45" y="884"/>
                  </a:lnTo>
                  <a:lnTo>
                    <a:pt x="48" y="869"/>
                  </a:lnTo>
                  <a:lnTo>
                    <a:pt x="51" y="853"/>
                  </a:lnTo>
                  <a:lnTo>
                    <a:pt x="54" y="822"/>
                  </a:lnTo>
                  <a:lnTo>
                    <a:pt x="54" y="822"/>
                  </a:lnTo>
                  <a:lnTo>
                    <a:pt x="57" y="786"/>
                  </a:lnTo>
                  <a:lnTo>
                    <a:pt x="62" y="750"/>
                  </a:lnTo>
                  <a:lnTo>
                    <a:pt x="70" y="715"/>
                  </a:lnTo>
                  <a:lnTo>
                    <a:pt x="74" y="697"/>
                  </a:lnTo>
                  <a:lnTo>
                    <a:pt x="79" y="680"/>
                  </a:lnTo>
                  <a:lnTo>
                    <a:pt x="79" y="680"/>
                  </a:lnTo>
                  <a:lnTo>
                    <a:pt x="100" y="607"/>
                  </a:lnTo>
                  <a:lnTo>
                    <a:pt x="118" y="534"/>
                  </a:lnTo>
                  <a:lnTo>
                    <a:pt x="118" y="534"/>
                  </a:lnTo>
                  <a:lnTo>
                    <a:pt x="125" y="501"/>
                  </a:lnTo>
                  <a:lnTo>
                    <a:pt x="133" y="467"/>
                  </a:lnTo>
                  <a:lnTo>
                    <a:pt x="139" y="433"/>
                  </a:lnTo>
                  <a:lnTo>
                    <a:pt x="144" y="399"/>
                  </a:lnTo>
                  <a:lnTo>
                    <a:pt x="164" y="263"/>
                  </a:lnTo>
                  <a:lnTo>
                    <a:pt x="164" y="263"/>
                  </a:lnTo>
                  <a:lnTo>
                    <a:pt x="169" y="228"/>
                  </a:lnTo>
                  <a:lnTo>
                    <a:pt x="176" y="194"/>
                  </a:lnTo>
                  <a:lnTo>
                    <a:pt x="182" y="160"/>
                  </a:lnTo>
                  <a:lnTo>
                    <a:pt x="188" y="126"/>
                  </a:lnTo>
                  <a:lnTo>
                    <a:pt x="188" y="126"/>
                  </a:lnTo>
                  <a:lnTo>
                    <a:pt x="193" y="94"/>
                  </a:lnTo>
                  <a:lnTo>
                    <a:pt x="195" y="77"/>
                  </a:lnTo>
                  <a:lnTo>
                    <a:pt x="198" y="61"/>
                  </a:lnTo>
                  <a:lnTo>
                    <a:pt x="202" y="45"/>
                  </a:lnTo>
                  <a:lnTo>
                    <a:pt x="205" y="38"/>
                  </a:lnTo>
                  <a:lnTo>
                    <a:pt x="208" y="32"/>
                  </a:lnTo>
                  <a:lnTo>
                    <a:pt x="213" y="25"/>
                  </a:lnTo>
                  <a:lnTo>
                    <a:pt x="217" y="18"/>
                  </a:lnTo>
                  <a:lnTo>
                    <a:pt x="224" y="13"/>
                  </a:lnTo>
                  <a:lnTo>
                    <a:pt x="230" y="9"/>
                  </a:lnTo>
                  <a:lnTo>
                    <a:pt x="230" y="9"/>
                  </a:lnTo>
                  <a:lnTo>
                    <a:pt x="232" y="7"/>
                  </a:lnTo>
                  <a:lnTo>
                    <a:pt x="232" y="5"/>
                  </a:lnTo>
                  <a:lnTo>
                    <a:pt x="232" y="4"/>
                  </a:lnTo>
                  <a:lnTo>
                    <a:pt x="232" y="2"/>
                  </a:lnTo>
                  <a:lnTo>
                    <a:pt x="231" y="1"/>
                  </a:lnTo>
                  <a:lnTo>
                    <a:pt x="229" y="0"/>
                  </a:lnTo>
                  <a:lnTo>
                    <a:pt x="228" y="0"/>
                  </a:lnTo>
                  <a:lnTo>
                    <a:pt x="226" y="1"/>
                  </a:lnTo>
                  <a:lnTo>
                    <a:pt x="226" y="1"/>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98" name="Freeform 729"/>
            <p:cNvSpPr/>
            <p:nvPr/>
          </p:nvSpPr>
          <p:spPr bwMode="auto">
            <a:xfrm>
              <a:off x="5638801" y="4605338"/>
              <a:ext cx="34925" cy="111125"/>
            </a:xfrm>
            <a:custGeom>
              <a:avLst/>
              <a:gdLst/>
              <a:ahLst/>
              <a:cxnLst>
                <a:cxn ang="0">
                  <a:pos x="58" y="1"/>
                </a:cxn>
                <a:cxn ang="0">
                  <a:pos x="58" y="1"/>
                </a:cxn>
                <a:cxn ang="0">
                  <a:pos x="52" y="10"/>
                </a:cxn>
                <a:cxn ang="0">
                  <a:pos x="48" y="20"/>
                </a:cxn>
                <a:cxn ang="0">
                  <a:pos x="44" y="31"/>
                </a:cxn>
                <a:cxn ang="0">
                  <a:pos x="41" y="42"/>
                </a:cxn>
                <a:cxn ang="0">
                  <a:pos x="36" y="66"/>
                </a:cxn>
                <a:cxn ang="0">
                  <a:pos x="32" y="87"/>
                </a:cxn>
                <a:cxn ang="0">
                  <a:pos x="32" y="87"/>
                </a:cxn>
                <a:cxn ang="0">
                  <a:pos x="24" y="117"/>
                </a:cxn>
                <a:cxn ang="0">
                  <a:pos x="15" y="147"/>
                </a:cxn>
                <a:cxn ang="0">
                  <a:pos x="6" y="176"/>
                </a:cxn>
                <a:cxn ang="0">
                  <a:pos x="3" y="192"/>
                </a:cxn>
                <a:cxn ang="0">
                  <a:pos x="0" y="207"/>
                </a:cxn>
                <a:cxn ang="0">
                  <a:pos x="0" y="207"/>
                </a:cxn>
                <a:cxn ang="0">
                  <a:pos x="0" y="209"/>
                </a:cxn>
                <a:cxn ang="0">
                  <a:pos x="1" y="210"/>
                </a:cxn>
                <a:cxn ang="0">
                  <a:pos x="4" y="212"/>
                </a:cxn>
                <a:cxn ang="0">
                  <a:pos x="5" y="212"/>
                </a:cxn>
                <a:cxn ang="0">
                  <a:pos x="8" y="212"/>
                </a:cxn>
                <a:cxn ang="0">
                  <a:pos x="9" y="211"/>
                </a:cxn>
                <a:cxn ang="0">
                  <a:pos x="10" y="209"/>
                </a:cxn>
                <a:cxn ang="0">
                  <a:pos x="10" y="209"/>
                </a:cxn>
                <a:cxn ang="0">
                  <a:pos x="14" y="184"/>
                </a:cxn>
                <a:cxn ang="0">
                  <a:pos x="21" y="161"/>
                </a:cxn>
                <a:cxn ang="0">
                  <a:pos x="35" y="112"/>
                </a:cxn>
                <a:cxn ang="0">
                  <a:pos x="35" y="112"/>
                </a:cxn>
                <a:cxn ang="0">
                  <a:pos x="42" y="89"/>
                </a:cxn>
                <a:cxn ang="0">
                  <a:pos x="47" y="66"/>
                </a:cxn>
                <a:cxn ang="0">
                  <a:pos x="47" y="66"/>
                </a:cxn>
                <a:cxn ang="0">
                  <a:pos x="50" y="51"/>
                </a:cxn>
                <a:cxn ang="0">
                  <a:pos x="53" y="36"/>
                </a:cxn>
                <a:cxn ang="0">
                  <a:pos x="55" y="27"/>
                </a:cxn>
                <a:cxn ang="0">
                  <a:pos x="58" y="20"/>
                </a:cxn>
                <a:cxn ang="0">
                  <a:pos x="61" y="13"/>
                </a:cxn>
                <a:cxn ang="0">
                  <a:pos x="65" y="8"/>
                </a:cxn>
                <a:cxn ang="0">
                  <a:pos x="65" y="8"/>
                </a:cxn>
                <a:cxn ang="0">
                  <a:pos x="66" y="6"/>
                </a:cxn>
                <a:cxn ang="0">
                  <a:pos x="66" y="4"/>
                </a:cxn>
                <a:cxn ang="0">
                  <a:pos x="64" y="1"/>
                </a:cxn>
                <a:cxn ang="0">
                  <a:pos x="63" y="0"/>
                </a:cxn>
                <a:cxn ang="0">
                  <a:pos x="61" y="0"/>
                </a:cxn>
                <a:cxn ang="0">
                  <a:pos x="60" y="0"/>
                </a:cxn>
                <a:cxn ang="0">
                  <a:pos x="58" y="1"/>
                </a:cxn>
                <a:cxn ang="0">
                  <a:pos x="58" y="1"/>
                </a:cxn>
              </a:cxnLst>
              <a:rect l="0" t="0" r="r" b="b"/>
              <a:pathLst>
                <a:path w="66" h="212">
                  <a:moveTo>
                    <a:pt x="58" y="1"/>
                  </a:moveTo>
                  <a:lnTo>
                    <a:pt x="58" y="1"/>
                  </a:lnTo>
                  <a:lnTo>
                    <a:pt x="52" y="10"/>
                  </a:lnTo>
                  <a:lnTo>
                    <a:pt x="48" y="20"/>
                  </a:lnTo>
                  <a:lnTo>
                    <a:pt x="44" y="31"/>
                  </a:lnTo>
                  <a:lnTo>
                    <a:pt x="41" y="42"/>
                  </a:lnTo>
                  <a:lnTo>
                    <a:pt x="36" y="66"/>
                  </a:lnTo>
                  <a:lnTo>
                    <a:pt x="32" y="87"/>
                  </a:lnTo>
                  <a:lnTo>
                    <a:pt x="32" y="87"/>
                  </a:lnTo>
                  <a:lnTo>
                    <a:pt x="24" y="117"/>
                  </a:lnTo>
                  <a:lnTo>
                    <a:pt x="15" y="147"/>
                  </a:lnTo>
                  <a:lnTo>
                    <a:pt x="6" y="176"/>
                  </a:lnTo>
                  <a:lnTo>
                    <a:pt x="3" y="192"/>
                  </a:lnTo>
                  <a:lnTo>
                    <a:pt x="0" y="207"/>
                  </a:lnTo>
                  <a:lnTo>
                    <a:pt x="0" y="207"/>
                  </a:lnTo>
                  <a:lnTo>
                    <a:pt x="0" y="209"/>
                  </a:lnTo>
                  <a:lnTo>
                    <a:pt x="1" y="210"/>
                  </a:lnTo>
                  <a:lnTo>
                    <a:pt x="4" y="212"/>
                  </a:lnTo>
                  <a:lnTo>
                    <a:pt x="5" y="212"/>
                  </a:lnTo>
                  <a:lnTo>
                    <a:pt x="8" y="212"/>
                  </a:lnTo>
                  <a:lnTo>
                    <a:pt x="9" y="211"/>
                  </a:lnTo>
                  <a:lnTo>
                    <a:pt x="10" y="209"/>
                  </a:lnTo>
                  <a:lnTo>
                    <a:pt x="10" y="209"/>
                  </a:lnTo>
                  <a:lnTo>
                    <a:pt x="14" y="184"/>
                  </a:lnTo>
                  <a:lnTo>
                    <a:pt x="21" y="161"/>
                  </a:lnTo>
                  <a:lnTo>
                    <a:pt x="35" y="112"/>
                  </a:lnTo>
                  <a:lnTo>
                    <a:pt x="35" y="112"/>
                  </a:lnTo>
                  <a:lnTo>
                    <a:pt x="42" y="89"/>
                  </a:lnTo>
                  <a:lnTo>
                    <a:pt x="47" y="66"/>
                  </a:lnTo>
                  <a:lnTo>
                    <a:pt x="47" y="66"/>
                  </a:lnTo>
                  <a:lnTo>
                    <a:pt x="50" y="51"/>
                  </a:lnTo>
                  <a:lnTo>
                    <a:pt x="53" y="36"/>
                  </a:lnTo>
                  <a:lnTo>
                    <a:pt x="55" y="27"/>
                  </a:lnTo>
                  <a:lnTo>
                    <a:pt x="58" y="20"/>
                  </a:lnTo>
                  <a:lnTo>
                    <a:pt x="61" y="13"/>
                  </a:lnTo>
                  <a:lnTo>
                    <a:pt x="65" y="8"/>
                  </a:lnTo>
                  <a:lnTo>
                    <a:pt x="65" y="8"/>
                  </a:lnTo>
                  <a:lnTo>
                    <a:pt x="66" y="6"/>
                  </a:lnTo>
                  <a:lnTo>
                    <a:pt x="66" y="4"/>
                  </a:lnTo>
                  <a:lnTo>
                    <a:pt x="64" y="1"/>
                  </a:lnTo>
                  <a:lnTo>
                    <a:pt x="63" y="0"/>
                  </a:lnTo>
                  <a:lnTo>
                    <a:pt x="61" y="0"/>
                  </a:lnTo>
                  <a:lnTo>
                    <a:pt x="60" y="0"/>
                  </a:lnTo>
                  <a:lnTo>
                    <a:pt x="58" y="1"/>
                  </a:lnTo>
                  <a:lnTo>
                    <a:pt x="58" y="1"/>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499" name="Freeform 730"/>
            <p:cNvSpPr/>
            <p:nvPr/>
          </p:nvSpPr>
          <p:spPr bwMode="auto">
            <a:xfrm>
              <a:off x="5664201" y="4646613"/>
              <a:ext cx="25400" cy="76200"/>
            </a:xfrm>
            <a:custGeom>
              <a:avLst/>
              <a:gdLst/>
              <a:ahLst/>
              <a:cxnLst>
                <a:cxn ang="0">
                  <a:pos x="37" y="4"/>
                </a:cxn>
                <a:cxn ang="0">
                  <a:pos x="37" y="4"/>
                </a:cxn>
                <a:cxn ang="0">
                  <a:pos x="36" y="12"/>
                </a:cxn>
                <a:cxn ang="0">
                  <a:pos x="35" y="21"/>
                </a:cxn>
                <a:cxn ang="0">
                  <a:pos x="30" y="35"/>
                </a:cxn>
                <a:cxn ang="0">
                  <a:pos x="25" y="51"/>
                </a:cxn>
                <a:cxn ang="0">
                  <a:pos x="20" y="66"/>
                </a:cxn>
                <a:cxn ang="0">
                  <a:pos x="20" y="66"/>
                </a:cxn>
                <a:cxn ang="0">
                  <a:pos x="15" y="84"/>
                </a:cxn>
                <a:cxn ang="0">
                  <a:pos x="9" y="101"/>
                </a:cxn>
                <a:cxn ang="0">
                  <a:pos x="4" y="119"/>
                </a:cxn>
                <a:cxn ang="0">
                  <a:pos x="0" y="136"/>
                </a:cxn>
                <a:cxn ang="0">
                  <a:pos x="0" y="136"/>
                </a:cxn>
                <a:cxn ang="0">
                  <a:pos x="0" y="139"/>
                </a:cxn>
                <a:cxn ang="0">
                  <a:pos x="1" y="140"/>
                </a:cxn>
                <a:cxn ang="0">
                  <a:pos x="2" y="142"/>
                </a:cxn>
                <a:cxn ang="0">
                  <a:pos x="3" y="142"/>
                </a:cxn>
                <a:cxn ang="0">
                  <a:pos x="5" y="142"/>
                </a:cxn>
                <a:cxn ang="0">
                  <a:pos x="7" y="142"/>
                </a:cxn>
                <a:cxn ang="0">
                  <a:pos x="8" y="141"/>
                </a:cxn>
                <a:cxn ang="0">
                  <a:pos x="9" y="139"/>
                </a:cxn>
                <a:cxn ang="0">
                  <a:pos x="9" y="139"/>
                </a:cxn>
                <a:cxn ang="0">
                  <a:pos x="13" y="121"/>
                </a:cxn>
                <a:cxn ang="0">
                  <a:pos x="18" y="103"/>
                </a:cxn>
                <a:cxn ang="0">
                  <a:pos x="29" y="69"/>
                </a:cxn>
                <a:cxn ang="0">
                  <a:pos x="29" y="69"/>
                </a:cxn>
                <a:cxn ang="0">
                  <a:pos x="34" y="53"/>
                </a:cxn>
                <a:cxn ang="0">
                  <a:pos x="40" y="37"/>
                </a:cxn>
                <a:cxn ang="0">
                  <a:pos x="44" y="21"/>
                </a:cxn>
                <a:cxn ang="0">
                  <a:pos x="46" y="12"/>
                </a:cxn>
                <a:cxn ang="0">
                  <a:pos x="47" y="4"/>
                </a:cxn>
                <a:cxn ang="0">
                  <a:pos x="47" y="4"/>
                </a:cxn>
                <a:cxn ang="0">
                  <a:pos x="46" y="2"/>
                </a:cxn>
                <a:cxn ang="0">
                  <a:pos x="45" y="1"/>
                </a:cxn>
                <a:cxn ang="0">
                  <a:pos x="44" y="0"/>
                </a:cxn>
                <a:cxn ang="0">
                  <a:pos x="42" y="0"/>
                </a:cxn>
                <a:cxn ang="0">
                  <a:pos x="39" y="1"/>
                </a:cxn>
                <a:cxn ang="0">
                  <a:pos x="38" y="2"/>
                </a:cxn>
                <a:cxn ang="0">
                  <a:pos x="37" y="4"/>
                </a:cxn>
                <a:cxn ang="0">
                  <a:pos x="37" y="4"/>
                </a:cxn>
              </a:cxnLst>
              <a:rect l="0" t="0" r="r" b="b"/>
              <a:pathLst>
                <a:path w="47" h="142">
                  <a:moveTo>
                    <a:pt x="37" y="4"/>
                  </a:moveTo>
                  <a:lnTo>
                    <a:pt x="37" y="4"/>
                  </a:lnTo>
                  <a:lnTo>
                    <a:pt x="36" y="12"/>
                  </a:lnTo>
                  <a:lnTo>
                    <a:pt x="35" y="21"/>
                  </a:lnTo>
                  <a:lnTo>
                    <a:pt x="30" y="35"/>
                  </a:lnTo>
                  <a:lnTo>
                    <a:pt x="25" y="51"/>
                  </a:lnTo>
                  <a:lnTo>
                    <a:pt x="20" y="66"/>
                  </a:lnTo>
                  <a:lnTo>
                    <a:pt x="20" y="66"/>
                  </a:lnTo>
                  <a:lnTo>
                    <a:pt x="15" y="84"/>
                  </a:lnTo>
                  <a:lnTo>
                    <a:pt x="9" y="101"/>
                  </a:lnTo>
                  <a:lnTo>
                    <a:pt x="4" y="119"/>
                  </a:lnTo>
                  <a:lnTo>
                    <a:pt x="0" y="136"/>
                  </a:lnTo>
                  <a:lnTo>
                    <a:pt x="0" y="136"/>
                  </a:lnTo>
                  <a:lnTo>
                    <a:pt x="0" y="139"/>
                  </a:lnTo>
                  <a:lnTo>
                    <a:pt x="1" y="140"/>
                  </a:lnTo>
                  <a:lnTo>
                    <a:pt x="2" y="142"/>
                  </a:lnTo>
                  <a:lnTo>
                    <a:pt x="3" y="142"/>
                  </a:lnTo>
                  <a:lnTo>
                    <a:pt x="5" y="142"/>
                  </a:lnTo>
                  <a:lnTo>
                    <a:pt x="7" y="142"/>
                  </a:lnTo>
                  <a:lnTo>
                    <a:pt x="8" y="141"/>
                  </a:lnTo>
                  <a:lnTo>
                    <a:pt x="9" y="139"/>
                  </a:lnTo>
                  <a:lnTo>
                    <a:pt x="9" y="139"/>
                  </a:lnTo>
                  <a:lnTo>
                    <a:pt x="13" y="121"/>
                  </a:lnTo>
                  <a:lnTo>
                    <a:pt x="18" y="103"/>
                  </a:lnTo>
                  <a:lnTo>
                    <a:pt x="29" y="69"/>
                  </a:lnTo>
                  <a:lnTo>
                    <a:pt x="29" y="69"/>
                  </a:lnTo>
                  <a:lnTo>
                    <a:pt x="34" y="53"/>
                  </a:lnTo>
                  <a:lnTo>
                    <a:pt x="40" y="37"/>
                  </a:lnTo>
                  <a:lnTo>
                    <a:pt x="44" y="21"/>
                  </a:lnTo>
                  <a:lnTo>
                    <a:pt x="46" y="12"/>
                  </a:lnTo>
                  <a:lnTo>
                    <a:pt x="47" y="4"/>
                  </a:lnTo>
                  <a:lnTo>
                    <a:pt x="47" y="4"/>
                  </a:lnTo>
                  <a:lnTo>
                    <a:pt x="46" y="2"/>
                  </a:lnTo>
                  <a:lnTo>
                    <a:pt x="45" y="1"/>
                  </a:lnTo>
                  <a:lnTo>
                    <a:pt x="44" y="0"/>
                  </a:lnTo>
                  <a:lnTo>
                    <a:pt x="42" y="0"/>
                  </a:lnTo>
                  <a:lnTo>
                    <a:pt x="39" y="1"/>
                  </a:lnTo>
                  <a:lnTo>
                    <a:pt x="38" y="2"/>
                  </a:lnTo>
                  <a:lnTo>
                    <a:pt x="37" y="4"/>
                  </a:lnTo>
                  <a:lnTo>
                    <a:pt x="37" y="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00" name="Freeform 731"/>
            <p:cNvSpPr/>
            <p:nvPr/>
          </p:nvSpPr>
          <p:spPr bwMode="auto">
            <a:xfrm>
              <a:off x="5680076" y="4684713"/>
              <a:ext cx="19050" cy="61913"/>
            </a:xfrm>
            <a:custGeom>
              <a:avLst/>
              <a:gdLst/>
              <a:ahLst/>
              <a:cxnLst>
                <a:cxn ang="0">
                  <a:pos x="30" y="2"/>
                </a:cxn>
                <a:cxn ang="0">
                  <a:pos x="30" y="2"/>
                </a:cxn>
                <a:cxn ang="0">
                  <a:pos x="26" y="9"/>
                </a:cxn>
                <a:cxn ang="0">
                  <a:pos x="22" y="15"/>
                </a:cxn>
                <a:cxn ang="0">
                  <a:pos x="17" y="28"/>
                </a:cxn>
                <a:cxn ang="0">
                  <a:pos x="13" y="42"/>
                </a:cxn>
                <a:cxn ang="0">
                  <a:pos x="11" y="56"/>
                </a:cxn>
                <a:cxn ang="0">
                  <a:pos x="7" y="86"/>
                </a:cxn>
                <a:cxn ang="0">
                  <a:pos x="4" y="99"/>
                </a:cxn>
                <a:cxn ang="0">
                  <a:pos x="0" y="114"/>
                </a:cxn>
                <a:cxn ang="0">
                  <a:pos x="0" y="114"/>
                </a:cxn>
                <a:cxn ang="0">
                  <a:pos x="0" y="116"/>
                </a:cxn>
                <a:cxn ang="0">
                  <a:pos x="1" y="117"/>
                </a:cxn>
                <a:cxn ang="0">
                  <a:pos x="2" y="118"/>
                </a:cxn>
                <a:cxn ang="0">
                  <a:pos x="3" y="119"/>
                </a:cxn>
                <a:cxn ang="0">
                  <a:pos x="7" y="119"/>
                </a:cxn>
                <a:cxn ang="0">
                  <a:pos x="8" y="118"/>
                </a:cxn>
                <a:cxn ang="0">
                  <a:pos x="9" y="116"/>
                </a:cxn>
                <a:cxn ang="0">
                  <a:pos x="9" y="116"/>
                </a:cxn>
                <a:cxn ang="0">
                  <a:pos x="13" y="104"/>
                </a:cxn>
                <a:cxn ang="0">
                  <a:pos x="15" y="89"/>
                </a:cxn>
                <a:cxn ang="0">
                  <a:pos x="19" y="61"/>
                </a:cxn>
                <a:cxn ang="0">
                  <a:pos x="21" y="47"/>
                </a:cxn>
                <a:cxn ang="0">
                  <a:pos x="24" y="33"/>
                </a:cxn>
                <a:cxn ang="0">
                  <a:pos x="30" y="21"/>
                </a:cxn>
                <a:cxn ang="0">
                  <a:pos x="33" y="15"/>
                </a:cxn>
                <a:cxn ang="0">
                  <a:pos x="37" y="10"/>
                </a:cxn>
                <a:cxn ang="0">
                  <a:pos x="37" y="10"/>
                </a:cxn>
                <a:cxn ang="0">
                  <a:pos x="38" y="8"/>
                </a:cxn>
                <a:cxn ang="0">
                  <a:pos x="38" y="5"/>
                </a:cxn>
                <a:cxn ang="0">
                  <a:pos x="36" y="2"/>
                </a:cxn>
                <a:cxn ang="0">
                  <a:pos x="35" y="1"/>
                </a:cxn>
                <a:cxn ang="0">
                  <a:pos x="33" y="0"/>
                </a:cxn>
                <a:cxn ang="0">
                  <a:pos x="32" y="1"/>
                </a:cxn>
                <a:cxn ang="0">
                  <a:pos x="30" y="2"/>
                </a:cxn>
                <a:cxn ang="0">
                  <a:pos x="30" y="2"/>
                </a:cxn>
              </a:cxnLst>
              <a:rect l="0" t="0" r="r" b="b"/>
              <a:pathLst>
                <a:path w="38" h="119">
                  <a:moveTo>
                    <a:pt x="30" y="2"/>
                  </a:moveTo>
                  <a:lnTo>
                    <a:pt x="30" y="2"/>
                  </a:lnTo>
                  <a:lnTo>
                    <a:pt x="26" y="9"/>
                  </a:lnTo>
                  <a:lnTo>
                    <a:pt x="22" y="15"/>
                  </a:lnTo>
                  <a:lnTo>
                    <a:pt x="17" y="28"/>
                  </a:lnTo>
                  <a:lnTo>
                    <a:pt x="13" y="42"/>
                  </a:lnTo>
                  <a:lnTo>
                    <a:pt x="11" y="56"/>
                  </a:lnTo>
                  <a:lnTo>
                    <a:pt x="7" y="86"/>
                  </a:lnTo>
                  <a:lnTo>
                    <a:pt x="4" y="99"/>
                  </a:lnTo>
                  <a:lnTo>
                    <a:pt x="0" y="114"/>
                  </a:lnTo>
                  <a:lnTo>
                    <a:pt x="0" y="114"/>
                  </a:lnTo>
                  <a:lnTo>
                    <a:pt x="0" y="116"/>
                  </a:lnTo>
                  <a:lnTo>
                    <a:pt x="1" y="117"/>
                  </a:lnTo>
                  <a:lnTo>
                    <a:pt x="2" y="118"/>
                  </a:lnTo>
                  <a:lnTo>
                    <a:pt x="3" y="119"/>
                  </a:lnTo>
                  <a:lnTo>
                    <a:pt x="7" y="119"/>
                  </a:lnTo>
                  <a:lnTo>
                    <a:pt x="8" y="118"/>
                  </a:lnTo>
                  <a:lnTo>
                    <a:pt x="9" y="116"/>
                  </a:lnTo>
                  <a:lnTo>
                    <a:pt x="9" y="116"/>
                  </a:lnTo>
                  <a:lnTo>
                    <a:pt x="13" y="104"/>
                  </a:lnTo>
                  <a:lnTo>
                    <a:pt x="15" y="89"/>
                  </a:lnTo>
                  <a:lnTo>
                    <a:pt x="19" y="61"/>
                  </a:lnTo>
                  <a:lnTo>
                    <a:pt x="21" y="47"/>
                  </a:lnTo>
                  <a:lnTo>
                    <a:pt x="24" y="33"/>
                  </a:lnTo>
                  <a:lnTo>
                    <a:pt x="30" y="21"/>
                  </a:lnTo>
                  <a:lnTo>
                    <a:pt x="33" y="15"/>
                  </a:lnTo>
                  <a:lnTo>
                    <a:pt x="37" y="10"/>
                  </a:lnTo>
                  <a:lnTo>
                    <a:pt x="37" y="10"/>
                  </a:lnTo>
                  <a:lnTo>
                    <a:pt x="38" y="8"/>
                  </a:lnTo>
                  <a:lnTo>
                    <a:pt x="38" y="5"/>
                  </a:lnTo>
                  <a:lnTo>
                    <a:pt x="36" y="2"/>
                  </a:lnTo>
                  <a:lnTo>
                    <a:pt x="35" y="1"/>
                  </a:lnTo>
                  <a:lnTo>
                    <a:pt x="33" y="0"/>
                  </a:lnTo>
                  <a:lnTo>
                    <a:pt x="32" y="1"/>
                  </a:lnTo>
                  <a:lnTo>
                    <a:pt x="30" y="2"/>
                  </a:lnTo>
                  <a:lnTo>
                    <a:pt x="30" y="2"/>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01" name="Freeform 732"/>
            <p:cNvSpPr/>
            <p:nvPr/>
          </p:nvSpPr>
          <p:spPr bwMode="auto">
            <a:xfrm>
              <a:off x="5694363" y="4205288"/>
              <a:ext cx="63500" cy="346075"/>
            </a:xfrm>
            <a:custGeom>
              <a:avLst/>
              <a:gdLst/>
              <a:ahLst/>
              <a:cxnLst>
                <a:cxn ang="0">
                  <a:pos x="111" y="4"/>
                </a:cxn>
                <a:cxn ang="0">
                  <a:pos x="100" y="44"/>
                </a:cxn>
                <a:cxn ang="0">
                  <a:pos x="91" y="83"/>
                </a:cxn>
                <a:cxn ang="0">
                  <a:pos x="81" y="165"/>
                </a:cxn>
                <a:cxn ang="0">
                  <a:pos x="78" y="186"/>
                </a:cxn>
                <a:cxn ang="0">
                  <a:pos x="69" y="230"/>
                </a:cxn>
                <a:cxn ang="0">
                  <a:pos x="64" y="250"/>
                </a:cxn>
                <a:cxn ang="0">
                  <a:pos x="58" y="272"/>
                </a:cxn>
                <a:cxn ang="0">
                  <a:pos x="51" y="319"/>
                </a:cxn>
                <a:cxn ang="0">
                  <a:pos x="47" y="341"/>
                </a:cxn>
                <a:cxn ang="0">
                  <a:pos x="32" y="412"/>
                </a:cxn>
                <a:cxn ang="0">
                  <a:pos x="20" y="482"/>
                </a:cxn>
                <a:cxn ang="0">
                  <a:pos x="17" y="506"/>
                </a:cxn>
                <a:cxn ang="0">
                  <a:pos x="7" y="550"/>
                </a:cxn>
                <a:cxn ang="0">
                  <a:pos x="2" y="573"/>
                </a:cxn>
                <a:cxn ang="0">
                  <a:pos x="0" y="591"/>
                </a:cxn>
                <a:cxn ang="0">
                  <a:pos x="1" y="631"/>
                </a:cxn>
                <a:cxn ang="0">
                  <a:pos x="2" y="650"/>
                </a:cxn>
                <a:cxn ang="0">
                  <a:pos x="3" y="653"/>
                </a:cxn>
                <a:cxn ang="0">
                  <a:pos x="6" y="654"/>
                </a:cxn>
                <a:cxn ang="0">
                  <a:pos x="10" y="653"/>
                </a:cxn>
                <a:cxn ang="0">
                  <a:pos x="11" y="650"/>
                </a:cxn>
                <a:cxn ang="0">
                  <a:pos x="10" y="608"/>
                </a:cxn>
                <a:cxn ang="0">
                  <a:pos x="11" y="577"/>
                </a:cxn>
                <a:cxn ang="0">
                  <a:pos x="12" y="567"/>
                </a:cxn>
                <a:cxn ang="0">
                  <a:pos x="22" y="528"/>
                </a:cxn>
                <a:cxn ang="0">
                  <a:pos x="28" y="498"/>
                </a:cxn>
                <a:cxn ang="0">
                  <a:pos x="29" y="489"/>
                </a:cxn>
                <a:cxn ang="0">
                  <a:pos x="35" y="454"/>
                </a:cxn>
                <a:cxn ang="0">
                  <a:pos x="41" y="420"/>
                </a:cxn>
                <a:cxn ang="0">
                  <a:pos x="51" y="362"/>
                </a:cxn>
                <a:cxn ang="0">
                  <a:pos x="56" y="343"/>
                </a:cxn>
                <a:cxn ang="0">
                  <a:pos x="65" y="303"/>
                </a:cxn>
                <a:cxn ang="0">
                  <a:pos x="71" y="262"/>
                </a:cxn>
                <a:cxn ang="0">
                  <a:pos x="80" y="219"/>
                </a:cxn>
                <a:cxn ang="0">
                  <a:pos x="88" y="176"/>
                </a:cxn>
                <a:cxn ang="0">
                  <a:pos x="95" y="134"/>
                </a:cxn>
                <a:cxn ang="0">
                  <a:pos x="104" y="70"/>
                </a:cxn>
                <a:cxn ang="0">
                  <a:pos x="113" y="27"/>
                </a:cxn>
                <a:cxn ang="0">
                  <a:pos x="119" y="7"/>
                </a:cxn>
                <a:cxn ang="0">
                  <a:pos x="119" y="3"/>
                </a:cxn>
                <a:cxn ang="0">
                  <a:pos x="116" y="0"/>
                </a:cxn>
                <a:cxn ang="0">
                  <a:pos x="113" y="2"/>
                </a:cxn>
                <a:cxn ang="0">
                  <a:pos x="111" y="4"/>
                </a:cxn>
              </a:cxnLst>
              <a:rect l="0" t="0" r="r" b="b"/>
              <a:pathLst>
                <a:path w="120" h="654">
                  <a:moveTo>
                    <a:pt x="111" y="4"/>
                  </a:moveTo>
                  <a:lnTo>
                    <a:pt x="111" y="4"/>
                  </a:lnTo>
                  <a:lnTo>
                    <a:pt x="104" y="24"/>
                  </a:lnTo>
                  <a:lnTo>
                    <a:pt x="100" y="44"/>
                  </a:lnTo>
                  <a:lnTo>
                    <a:pt x="96" y="63"/>
                  </a:lnTo>
                  <a:lnTo>
                    <a:pt x="91" y="83"/>
                  </a:lnTo>
                  <a:lnTo>
                    <a:pt x="86" y="123"/>
                  </a:lnTo>
                  <a:lnTo>
                    <a:pt x="81" y="165"/>
                  </a:lnTo>
                  <a:lnTo>
                    <a:pt x="81" y="165"/>
                  </a:lnTo>
                  <a:lnTo>
                    <a:pt x="78" y="186"/>
                  </a:lnTo>
                  <a:lnTo>
                    <a:pt x="74" y="208"/>
                  </a:lnTo>
                  <a:lnTo>
                    <a:pt x="69" y="230"/>
                  </a:lnTo>
                  <a:lnTo>
                    <a:pt x="64" y="250"/>
                  </a:lnTo>
                  <a:lnTo>
                    <a:pt x="64" y="250"/>
                  </a:lnTo>
                  <a:lnTo>
                    <a:pt x="60" y="262"/>
                  </a:lnTo>
                  <a:lnTo>
                    <a:pt x="58" y="272"/>
                  </a:lnTo>
                  <a:lnTo>
                    <a:pt x="54" y="296"/>
                  </a:lnTo>
                  <a:lnTo>
                    <a:pt x="51" y="319"/>
                  </a:lnTo>
                  <a:lnTo>
                    <a:pt x="47" y="341"/>
                  </a:lnTo>
                  <a:lnTo>
                    <a:pt x="47" y="341"/>
                  </a:lnTo>
                  <a:lnTo>
                    <a:pt x="39" y="375"/>
                  </a:lnTo>
                  <a:lnTo>
                    <a:pt x="32" y="412"/>
                  </a:lnTo>
                  <a:lnTo>
                    <a:pt x="25" y="447"/>
                  </a:lnTo>
                  <a:lnTo>
                    <a:pt x="20" y="482"/>
                  </a:lnTo>
                  <a:lnTo>
                    <a:pt x="20" y="482"/>
                  </a:lnTo>
                  <a:lnTo>
                    <a:pt x="17" y="506"/>
                  </a:lnTo>
                  <a:lnTo>
                    <a:pt x="12" y="527"/>
                  </a:lnTo>
                  <a:lnTo>
                    <a:pt x="7" y="550"/>
                  </a:lnTo>
                  <a:lnTo>
                    <a:pt x="2" y="573"/>
                  </a:lnTo>
                  <a:lnTo>
                    <a:pt x="2" y="573"/>
                  </a:lnTo>
                  <a:lnTo>
                    <a:pt x="1" y="582"/>
                  </a:lnTo>
                  <a:lnTo>
                    <a:pt x="0" y="591"/>
                  </a:lnTo>
                  <a:lnTo>
                    <a:pt x="0" y="611"/>
                  </a:lnTo>
                  <a:lnTo>
                    <a:pt x="1" y="631"/>
                  </a:lnTo>
                  <a:lnTo>
                    <a:pt x="2" y="650"/>
                  </a:lnTo>
                  <a:lnTo>
                    <a:pt x="2" y="650"/>
                  </a:lnTo>
                  <a:lnTo>
                    <a:pt x="2" y="652"/>
                  </a:lnTo>
                  <a:lnTo>
                    <a:pt x="3" y="653"/>
                  </a:lnTo>
                  <a:lnTo>
                    <a:pt x="5" y="654"/>
                  </a:lnTo>
                  <a:lnTo>
                    <a:pt x="6" y="654"/>
                  </a:lnTo>
                  <a:lnTo>
                    <a:pt x="8" y="654"/>
                  </a:lnTo>
                  <a:lnTo>
                    <a:pt x="10" y="653"/>
                  </a:lnTo>
                  <a:lnTo>
                    <a:pt x="11" y="652"/>
                  </a:lnTo>
                  <a:lnTo>
                    <a:pt x="11" y="650"/>
                  </a:lnTo>
                  <a:lnTo>
                    <a:pt x="11" y="650"/>
                  </a:lnTo>
                  <a:lnTo>
                    <a:pt x="10" y="608"/>
                  </a:lnTo>
                  <a:lnTo>
                    <a:pt x="10" y="587"/>
                  </a:lnTo>
                  <a:lnTo>
                    <a:pt x="11" y="577"/>
                  </a:lnTo>
                  <a:lnTo>
                    <a:pt x="12" y="567"/>
                  </a:lnTo>
                  <a:lnTo>
                    <a:pt x="12" y="567"/>
                  </a:lnTo>
                  <a:lnTo>
                    <a:pt x="17" y="548"/>
                  </a:lnTo>
                  <a:lnTo>
                    <a:pt x="22" y="528"/>
                  </a:lnTo>
                  <a:lnTo>
                    <a:pt x="27" y="509"/>
                  </a:lnTo>
                  <a:lnTo>
                    <a:pt x="28" y="498"/>
                  </a:lnTo>
                  <a:lnTo>
                    <a:pt x="29" y="489"/>
                  </a:lnTo>
                  <a:lnTo>
                    <a:pt x="29" y="489"/>
                  </a:lnTo>
                  <a:lnTo>
                    <a:pt x="32" y="471"/>
                  </a:lnTo>
                  <a:lnTo>
                    <a:pt x="35" y="454"/>
                  </a:lnTo>
                  <a:lnTo>
                    <a:pt x="41" y="420"/>
                  </a:lnTo>
                  <a:lnTo>
                    <a:pt x="41" y="420"/>
                  </a:lnTo>
                  <a:lnTo>
                    <a:pt x="47" y="382"/>
                  </a:lnTo>
                  <a:lnTo>
                    <a:pt x="51" y="362"/>
                  </a:lnTo>
                  <a:lnTo>
                    <a:pt x="56" y="343"/>
                  </a:lnTo>
                  <a:lnTo>
                    <a:pt x="56" y="343"/>
                  </a:lnTo>
                  <a:lnTo>
                    <a:pt x="60" y="324"/>
                  </a:lnTo>
                  <a:lnTo>
                    <a:pt x="65" y="303"/>
                  </a:lnTo>
                  <a:lnTo>
                    <a:pt x="71" y="262"/>
                  </a:lnTo>
                  <a:lnTo>
                    <a:pt x="71" y="262"/>
                  </a:lnTo>
                  <a:lnTo>
                    <a:pt x="75" y="240"/>
                  </a:lnTo>
                  <a:lnTo>
                    <a:pt x="80" y="219"/>
                  </a:lnTo>
                  <a:lnTo>
                    <a:pt x="84" y="198"/>
                  </a:lnTo>
                  <a:lnTo>
                    <a:pt x="88" y="176"/>
                  </a:lnTo>
                  <a:lnTo>
                    <a:pt x="88" y="176"/>
                  </a:lnTo>
                  <a:lnTo>
                    <a:pt x="95" y="134"/>
                  </a:lnTo>
                  <a:lnTo>
                    <a:pt x="100" y="90"/>
                  </a:lnTo>
                  <a:lnTo>
                    <a:pt x="104" y="70"/>
                  </a:lnTo>
                  <a:lnTo>
                    <a:pt x="108" y="48"/>
                  </a:lnTo>
                  <a:lnTo>
                    <a:pt x="113" y="27"/>
                  </a:lnTo>
                  <a:lnTo>
                    <a:pt x="119" y="7"/>
                  </a:lnTo>
                  <a:lnTo>
                    <a:pt x="119" y="7"/>
                  </a:lnTo>
                  <a:lnTo>
                    <a:pt x="120" y="5"/>
                  </a:lnTo>
                  <a:lnTo>
                    <a:pt x="119" y="3"/>
                  </a:lnTo>
                  <a:lnTo>
                    <a:pt x="118" y="2"/>
                  </a:lnTo>
                  <a:lnTo>
                    <a:pt x="116" y="0"/>
                  </a:lnTo>
                  <a:lnTo>
                    <a:pt x="115" y="0"/>
                  </a:lnTo>
                  <a:lnTo>
                    <a:pt x="113" y="2"/>
                  </a:lnTo>
                  <a:lnTo>
                    <a:pt x="112" y="3"/>
                  </a:lnTo>
                  <a:lnTo>
                    <a:pt x="111" y="4"/>
                  </a:lnTo>
                  <a:lnTo>
                    <a:pt x="111" y="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02" name="Freeform 733"/>
            <p:cNvSpPr/>
            <p:nvPr/>
          </p:nvSpPr>
          <p:spPr bwMode="auto">
            <a:xfrm>
              <a:off x="5746751" y="4235450"/>
              <a:ext cx="46038" cy="260350"/>
            </a:xfrm>
            <a:custGeom>
              <a:avLst/>
              <a:gdLst/>
              <a:ahLst/>
              <a:cxnLst>
                <a:cxn ang="0">
                  <a:pos x="76" y="2"/>
                </a:cxn>
                <a:cxn ang="0">
                  <a:pos x="70" y="31"/>
                </a:cxn>
                <a:cxn ang="0">
                  <a:pos x="69" y="60"/>
                </a:cxn>
                <a:cxn ang="0">
                  <a:pos x="70" y="106"/>
                </a:cxn>
                <a:cxn ang="0">
                  <a:pos x="70" y="120"/>
                </a:cxn>
                <a:cxn ang="0">
                  <a:pos x="65" y="152"/>
                </a:cxn>
                <a:cxn ang="0">
                  <a:pos x="50" y="215"/>
                </a:cxn>
                <a:cxn ang="0">
                  <a:pos x="44" y="248"/>
                </a:cxn>
                <a:cxn ang="0">
                  <a:pos x="40" y="279"/>
                </a:cxn>
                <a:cxn ang="0">
                  <a:pos x="30" y="342"/>
                </a:cxn>
                <a:cxn ang="0">
                  <a:pos x="21" y="373"/>
                </a:cxn>
                <a:cxn ang="0">
                  <a:pos x="7" y="430"/>
                </a:cxn>
                <a:cxn ang="0">
                  <a:pos x="1" y="473"/>
                </a:cxn>
                <a:cxn ang="0">
                  <a:pos x="0" y="488"/>
                </a:cxn>
                <a:cxn ang="0">
                  <a:pos x="2" y="491"/>
                </a:cxn>
                <a:cxn ang="0">
                  <a:pos x="5" y="492"/>
                </a:cxn>
                <a:cxn ang="0">
                  <a:pos x="8" y="491"/>
                </a:cxn>
                <a:cxn ang="0">
                  <a:pos x="9" y="488"/>
                </a:cxn>
                <a:cxn ang="0">
                  <a:pos x="10" y="472"/>
                </a:cxn>
                <a:cxn ang="0">
                  <a:pos x="17" y="428"/>
                </a:cxn>
                <a:cxn ang="0">
                  <a:pos x="33" y="369"/>
                </a:cxn>
                <a:cxn ang="0">
                  <a:pos x="40" y="341"/>
                </a:cxn>
                <a:cxn ang="0">
                  <a:pos x="49" y="284"/>
                </a:cxn>
                <a:cxn ang="0">
                  <a:pos x="53" y="256"/>
                </a:cxn>
                <a:cxn ang="0">
                  <a:pos x="58" y="224"/>
                </a:cxn>
                <a:cxn ang="0">
                  <a:pos x="72" y="161"/>
                </a:cxn>
                <a:cxn ang="0">
                  <a:pos x="78" y="129"/>
                </a:cxn>
                <a:cxn ang="0">
                  <a:pos x="80" y="103"/>
                </a:cxn>
                <a:cxn ang="0">
                  <a:pos x="80" y="76"/>
                </a:cxn>
                <a:cxn ang="0">
                  <a:pos x="81" y="22"/>
                </a:cxn>
                <a:cxn ang="0">
                  <a:pos x="85" y="5"/>
                </a:cxn>
                <a:cxn ang="0">
                  <a:pos x="85" y="3"/>
                </a:cxn>
                <a:cxn ang="0">
                  <a:pos x="83" y="0"/>
                </a:cxn>
                <a:cxn ang="0">
                  <a:pos x="78" y="0"/>
                </a:cxn>
                <a:cxn ang="0">
                  <a:pos x="76" y="2"/>
                </a:cxn>
              </a:cxnLst>
              <a:rect l="0" t="0" r="r" b="b"/>
              <a:pathLst>
                <a:path w="85" h="492">
                  <a:moveTo>
                    <a:pt x="76" y="2"/>
                  </a:moveTo>
                  <a:lnTo>
                    <a:pt x="76" y="2"/>
                  </a:lnTo>
                  <a:lnTo>
                    <a:pt x="72" y="17"/>
                  </a:lnTo>
                  <a:lnTo>
                    <a:pt x="70" y="31"/>
                  </a:lnTo>
                  <a:lnTo>
                    <a:pt x="69" y="46"/>
                  </a:lnTo>
                  <a:lnTo>
                    <a:pt x="69" y="60"/>
                  </a:lnTo>
                  <a:lnTo>
                    <a:pt x="70" y="91"/>
                  </a:lnTo>
                  <a:lnTo>
                    <a:pt x="70" y="106"/>
                  </a:lnTo>
                  <a:lnTo>
                    <a:pt x="70" y="120"/>
                  </a:lnTo>
                  <a:lnTo>
                    <a:pt x="70" y="120"/>
                  </a:lnTo>
                  <a:lnTo>
                    <a:pt x="68" y="136"/>
                  </a:lnTo>
                  <a:lnTo>
                    <a:pt x="65" y="152"/>
                  </a:lnTo>
                  <a:lnTo>
                    <a:pt x="58" y="184"/>
                  </a:lnTo>
                  <a:lnTo>
                    <a:pt x="50" y="215"/>
                  </a:lnTo>
                  <a:lnTo>
                    <a:pt x="47" y="232"/>
                  </a:lnTo>
                  <a:lnTo>
                    <a:pt x="44" y="248"/>
                  </a:lnTo>
                  <a:lnTo>
                    <a:pt x="44" y="248"/>
                  </a:lnTo>
                  <a:lnTo>
                    <a:pt x="40" y="279"/>
                  </a:lnTo>
                  <a:lnTo>
                    <a:pt x="36" y="311"/>
                  </a:lnTo>
                  <a:lnTo>
                    <a:pt x="30" y="342"/>
                  </a:lnTo>
                  <a:lnTo>
                    <a:pt x="21" y="373"/>
                  </a:lnTo>
                  <a:lnTo>
                    <a:pt x="21" y="373"/>
                  </a:lnTo>
                  <a:lnTo>
                    <a:pt x="14" y="401"/>
                  </a:lnTo>
                  <a:lnTo>
                    <a:pt x="7" y="430"/>
                  </a:lnTo>
                  <a:lnTo>
                    <a:pt x="3" y="459"/>
                  </a:lnTo>
                  <a:lnTo>
                    <a:pt x="1" y="473"/>
                  </a:lnTo>
                  <a:lnTo>
                    <a:pt x="0" y="488"/>
                  </a:lnTo>
                  <a:lnTo>
                    <a:pt x="0" y="488"/>
                  </a:lnTo>
                  <a:lnTo>
                    <a:pt x="1" y="490"/>
                  </a:lnTo>
                  <a:lnTo>
                    <a:pt x="2" y="491"/>
                  </a:lnTo>
                  <a:lnTo>
                    <a:pt x="3" y="492"/>
                  </a:lnTo>
                  <a:lnTo>
                    <a:pt x="5" y="492"/>
                  </a:lnTo>
                  <a:lnTo>
                    <a:pt x="6" y="492"/>
                  </a:lnTo>
                  <a:lnTo>
                    <a:pt x="8" y="491"/>
                  </a:lnTo>
                  <a:lnTo>
                    <a:pt x="9" y="490"/>
                  </a:lnTo>
                  <a:lnTo>
                    <a:pt x="9" y="488"/>
                  </a:lnTo>
                  <a:lnTo>
                    <a:pt x="9" y="488"/>
                  </a:lnTo>
                  <a:lnTo>
                    <a:pt x="10" y="472"/>
                  </a:lnTo>
                  <a:lnTo>
                    <a:pt x="12" y="458"/>
                  </a:lnTo>
                  <a:lnTo>
                    <a:pt x="17" y="428"/>
                  </a:lnTo>
                  <a:lnTo>
                    <a:pt x="25" y="398"/>
                  </a:lnTo>
                  <a:lnTo>
                    <a:pt x="33" y="369"/>
                  </a:lnTo>
                  <a:lnTo>
                    <a:pt x="33" y="369"/>
                  </a:lnTo>
                  <a:lnTo>
                    <a:pt x="40" y="341"/>
                  </a:lnTo>
                  <a:lnTo>
                    <a:pt x="45" y="313"/>
                  </a:lnTo>
                  <a:lnTo>
                    <a:pt x="49" y="284"/>
                  </a:lnTo>
                  <a:lnTo>
                    <a:pt x="53" y="256"/>
                  </a:lnTo>
                  <a:lnTo>
                    <a:pt x="53" y="256"/>
                  </a:lnTo>
                  <a:lnTo>
                    <a:pt x="55" y="240"/>
                  </a:lnTo>
                  <a:lnTo>
                    <a:pt x="58" y="224"/>
                  </a:lnTo>
                  <a:lnTo>
                    <a:pt x="65" y="192"/>
                  </a:lnTo>
                  <a:lnTo>
                    <a:pt x="72" y="161"/>
                  </a:lnTo>
                  <a:lnTo>
                    <a:pt x="78" y="129"/>
                  </a:lnTo>
                  <a:lnTo>
                    <a:pt x="78" y="129"/>
                  </a:lnTo>
                  <a:lnTo>
                    <a:pt x="79" y="116"/>
                  </a:lnTo>
                  <a:lnTo>
                    <a:pt x="80" y="103"/>
                  </a:lnTo>
                  <a:lnTo>
                    <a:pt x="80" y="76"/>
                  </a:lnTo>
                  <a:lnTo>
                    <a:pt x="80" y="76"/>
                  </a:lnTo>
                  <a:lnTo>
                    <a:pt x="80" y="40"/>
                  </a:lnTo>
                  <a:lnTo>
                    <a:pt x="81" y="22"/>
                  </a:lnTo>
                  <a:lnTo>
                    <a:pt x="82" y="14"/>
                  </a:lnTo>
                  <a:lnTo>
                    <a:pt x="85" y="5"/>
                  </a:lnTo>
                  <a:lnTo>
                    <a:pt x="85" y="5"/>
                  </a:lnTo>
                  <a:lnTo>
                    <a:pt x="85" y="3"/>
                  </a:lnTo>
                  <a:lnTo>
                    <a:pt x="84" y="1"/>
                  </a:lnTo>
                  <a:lnTo>
                    <a:pt x="83" y="0"/>
                  </a:lnTo>
                  <a:lnTo>
                    <a:pt x="82" y="0"/>
                  </a:lnTo>
                  <a:lnTo>
                    <a:pt x="78" y="0"/>
                  </a:lnTo>
                  <a:lnTo>
                    <a:pt x="77" y="1"/>
                  </a:lnTo>
                  <a:lnTo>
                    <a:pt x="76" y="2"/>
                  </a:lnTo>
                  <a:lnTo>
                    <a:pt x="76" y="2"/>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03" name="Freeform 734"/>
            <p:cNvSpPr/>
            <p:nvPr/>
          </p:nvSpPr>
          <p:spPr bwMode="auto">
            <a:xfrm>
              <a:off x="5780088" y="4264025"/>
              <a:ext cx="34925" cy="196850"/>
            </a:xfrm>
            <a:custGeom>
              <a:avLst/>
              <a:gdLst/>
              <a:ahLst/>
              <a:cxnLst>
                <a:cxn ang="0">
                  <a:pos x="57" y="4"/>
                </a:cxn>
                <a:cxn ang="0">
                  <a:pos x="57" y="4"/>
                </a:cxn>
                <a:cxn ang="0">
                  <a:pos x="56" y="51"/>
                </a:cxn>
                <a:cxn ang="0">
                  <a:pos x="52" y="96"/>
                </a:cxn>
                <a:cxn ang="0">
                  <a:pos x="47" y="141"/>
                </a:cxn>
                <a:cxn ang="0">
                  <a:pos x="41" y="187"/>
                </a:cxn>
                <a:cxn ang="0">
                  <a:pos x="41" y="187"/>
                </a:cxn>
                <a:cxn ang="0">
                  <a:pos x="37" y="210"/>
                </a:cxn>
                <a:cxn ang="0">
                  <a:pos x="32" y="232"/>
                </a:cxn>
                <a:cxn ang="0">
                  <a:pos x="20" y="278"/>
                </a:cxn>
                <a:cxn ang="0">
                  <a:pos x="9" y="322"/>
                </a:cxn>
                <a:cxn ang="0">
                  <a:pos x="4" y="345"/>
                </a:cxn>
                <a:cxn ang="0">
                  <a:pos x="0" y="368"/>
                </a:cxn>
                <a:cxn ang="0">
                  <a:pos x="0" y="368"/>
                </a:cxn>
                <a:cxn ang="0">
                  <a:pos x="0" y="370"/>
                </a:cxn>
                <a:cxn ang="0">
                  <a:pos x="1" y="372"/>
                </a:cxn>
                <a:cxn ang="0">
                  <a:pos x="4" y="374"/>
                </a:cxn>
                <a:cxn ang="0">
                  <a:pos x="5" y="374"/>
                </a:cxn>
                <a:cxn ang="0">
                  <a:pos x="7" y="374"/>
                </a:cxn>
                <a:cxn ang="0">
                  <a:pos x="8" y="373"/>
                </a:cxn>
                <a:cxn ang="0">
                  <a:pos x="9" y="371"/>
                </a:cxn>
                <a:cxn ang="0">
                  <a:pos x="9" y="371"/>
                </a:cxn>
                <a:cxn ang="0">
                  <a:pos x="13" y="348"/>
                </a:cxn>
                <a:cxn ang="0">
                  <a:pos x="18" y="325"/>
                </a:cxn>
                <a:cxn ang="0">
                  <a:pos x="30" y="280"/>
                </a:cxn>
                <a:cxn ang="0">
                  <a:pos x="41" y="235"/>
                </a:cxn>
                <a:cxn ang="0">
                  <a:pos x="46" y="213"/>
                </a:cxn>
                <a:cxn ang="0">
                  <a:pos x="50" y="190"/>
                </a:cxn>
                <a:cxn ang="0">
                  <a:pos x="50" y="190"/>
                </a:cxn>
                <a:cxn ang="0">
                  <a:pos x="58" y="144"/>
                </a:cxn>
                <a:cxn ang="0">
                  <a:pos x="62" y="97"/>
                </a:cxn>
                <a:cxn ang="0">
                  <a:pos x="65" y="51"/>
                </a:cxn>
                <a:cxn ang="0">
                  <a:pos x="66" y="4"/>
                </a:cxn>
                <a:cxn ang="0">
                  <a:pos x="66" y="4"/>
                </a:cxn>
                <a:cxn ang="0">
                  <a:pos x="66" y="2"/>
                </a:cxn>
                <a:cxn ang="0">
                  <a:pos x="65" y="1"/>
                </a:cxn>
                <a:cxn ang="0">
                  <a:pos x="63" y="0"/>
                </a:cxn>
                <a:cxn ang="0">
                  <a:pos x="62" y="0"/>
                </a:cxn>
                <a:cxn ang="0">
                  <a:pos x="60" y="0"/>
                </a:cxn>
                <a:cxn ang="0">
                  <a:pos x="58" y="1"/>
                </a:cxn>
                <a:cxn ang="0">
                  <a:pos x="57" y="2"/>
                </a:cxn>
                <a:cxn ang="0">
                  <a:pos x="57" y="4"/>
                </a:cxn>
                <a:cxn ang="0">
                  <a:pos x="57" y="4"/>
                </a:cxn>
              </a:cxnLst>
              <a:rect l="0" t="0" r="r" b="b"/>
              <a:pathLst>
                <a:path w="66" h="374">
                  <a:moveTo>
                    <a:pt x="57" y="4"/>
                  </a:moveTo>
                  <a:lnTo>
                    <a:pt x="57" y="4"/>
                  </a:lnTo>
                  <a:lnTo>
                    <a:pt x="56" y="51"/>
                  </a:lnTo>
                  <a:lnTo>
                    <a:pt x="52" y="96"/>
                  </a:lnTo>
                  <a:lnTo>
                    <a:pt x="47" y="141"/>
                  </a:lnTo>
                  <a:lnTo>
                    <a:pt x="41" y="187"/>
                  </a:lnTo>
                  <a:lnTo>
                    <a:pt x="41" y="187"/>
                  </a:lnTo>
                  <a:lnTo>
                    <a:pt x="37" y="210"/>
                  </a:lnTo>
                  <a:lnTo>
                    <a:pt x="32" y="232"/>
                  </a:lnTo>
                  <a:lnTo>
                    <a:pt x="20" y="278"/>
                  </a:lnTo>
                  <a:lnTo>
                    <a:pt x="9" y="322"/>
                  </a:lnTo>
                  <a:lnTo>
                    <a:pt x="4" y="345"/>
                  </a:lnTo>
                  <a:lnTo>
                    <a:pt x="0" y="368"/>
                  </a:lnTo>
                  <a:lnTo>
                    <a:pt x="0" y="368"/>
                  </a:lnTo>
                  <a:lnTo>
                    <a:pt x="0" y="370"/>
                  </a:lnTo>
                  <a:lnTo>
                    <a:pt x="1" y="372"/>
                  </a:lnTo>
                  <a:lnTo>
                    <a:pt x="4" y="374"/>
                  </a:lnTo>
                  <a:lnTo>
                    <a:pt x="5" y="374"/>
                  </a:lnTo>
                  <a:lnTo>
                    <a:pt x="7" y="374"/>
                  </a:lnTo>
                  <a:lnTo>
                    <a:pt x="8" y="373"/>
                  </a:lnTo>
                  <a:lnTo>
                    <a:pt x="9" y="371"/>
                  </a:lnTo>
                  <a:lnTo>
                    <a:pt x="9" y="371"/>
                  </a:lnTo>
                  <a:lnTo>
                    <a:pt x="13" y="348"/>
                  </a:lnTo>
                  <a:lnTo>
                    <a:pt x="18" y="325"/>
                  </a:lnTo>
                  <a:lnTo>
                    <a:pt x="30" y="280"/>
                  </a:lnTo>
                  <a:lnTo>
                    <a:pt x="41" y="235"/>
                  </a:lnTo>
                  <a:lnTo>
                    <a:pt x="46" y="213"/>
                  </a:lnTo>
                  <a:lnTo>
                    <a:pt x="50" y="190"/>
                  </a:lnTo>
                  <a:lnTo>
                    <a:pt x="50" y="190"/>
                  </a:lnTo>
                  <a:lnTo>
                    <a:pt x="58" y="144"/>
                  </a:lnTo>
                  <a:lnTo>
                    <a:pt x="62" y="97"/>
                  </a:lnTo>
                  <a:lnTo>
                    <a:pt x="65" y="51"/>
                  </a:lnTo>
                  <a:lnTo>
                    <a:pt x="66" y="4"/>
                  </a:lnTo>
                  <a:lnTo>
                    <a:pt x="66" y="4"/>
                  </a:lnTo>
                  <a:lnTo>
                    <a:pt x="66" y="2"/>
                  </a:lnTo>
                  <a:lnTo>
                    <a:pt x="65" y="1"/>
                  </a:lnTo>
                  <a:lnTo>
                    <a:pt x="63" y="0"/>
                  </a:lnTo>
                  <a:lnTo>
                    <a:pt x="62" y="0"/>
                  </a:lnTo>
                  <a:lnTo>
                    <a:pt x="60" y="0"/>
                  </a:lnTo>
                  <a:lnTo>
                    <a:pt x="58" y="1"/>
                  </a:lnTo>
                  <a:lnTo>
                    <a:pt x="57" y="2"/>
                  </a:lnTo>
                  <a:lnTo>
                    <a:pt x="57" y="4"/>
                  </a:lnTo>
                  <a:lnTo>
                    <a:pt x="57" y="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04" name="Freeform 735"/>
            <p:cNvSpPr/>
            <p:nvPr/>
          </p:nvSpPr>
          <p:spPr bwMode="auto">
            <a:xfrm>
              <a:off x="5805488" y="4286250"/>
              <a:ext cx="42863" cy="160338"/>
            </a:xfrm>
            <a:custGeom>
              <a:avLst/>
              <a:gdLst/>
              <a:ahLst/>
              <a:cxnLst>
                <a:cxn ang="0">
                  <a:pos x="72" y="4"/>
                </a:cxn>
                <a:cxn ang="0">
                  <a:pos x="72" y="4"/>
                </a:cxn>
                <a:cxn ang="0">
                  <a:pos x="70" y="24"/>
                </a:cxn>
                <a:cxn ang="0">
                  <a:pos x="68" y="44"/>
                </a:cxn>
                <a:cxn ang="0">
                  <a:pos x="65" y="63"/>
                </a:cxn>
                <a:cxn ang="0">
                  <a:pos x="61" y="82"/>
                </a:cxn>
                <a:cxn ang="0">
                  <a:pos x="54" y="120"/>
                </a:cxn>
                <a:cxn ang="0">
                  <a:pos x="47" y="158"/>
                </a:cxn>
                <a:cxn ang="0">
                  <a:pos x="47" y="158"/>
                </a:cxn>
                <a:cxn ang="0">
                  <a:pos x="43" y="177"/>
                </a:cxn>
                <a:cxn ang="0">
                  <a:pos x="36" y="195"/>
                </a:cxn>
                <a:cxn ang="0">
                  <a:pos x="24" y="230"/>
                </a:cxn>
                <a:cxn ang="0">
                  <a:pos x="24" y="230"/>
                </a:cxn>
                <a:cxn ang="0">
                  <a:pos x="20" y="246"/>
                </a:cxn>
                <a:cxn ang="0">
                  <a:pos x="16" y="264"/>
                </a:cxn>
                <a:cxn ang="0">
                  <a:pos x="14" y="272"/>
                </a:cxn>
                <a:cxn ang="0">
                  <a:pos x="11" y="280"/>
                </a:cxn>
                <a:cxn ang="0">
                  <a:pos x="6" y="289"/>
                </a:cxn>
                <a:cxn ang="0">
                  <a:pos x="1" y="296"/>
                </a:cxn>
                <a:cxn ang="0">
                  <a:pos x="1" y="296"/>
                </a:cxn>
                <a:cxn ang="0">
                  <a:pos x="0" y="298"/>
                </a:cxn>
                <a:cxn ang="0">
                  <a:pos x="0" y="299"/>
                </a:cxn>
                <a:cxn ang="0">
                  <a:pos x="2" y="302"/>
                </a:cxn>
                <a:cxn ang="0">
                  <a:pos x="3" y="303"/>
                </a:cxn>
                <a:cxn ang="0">
                  <a:pos x="4" y="304"/>
                </a:cxn>
                <a:cxn ang="0">
                  <a:pos x="6" y="303"/>
                </a:cxn>
                <a:cxn ang="0">
                  <a:pos x="9" y="302"/>
                </a:cxn>
                <a:cxn ang="0">
                  <a:pos x="9" y="302"/>
                </a:cxn>
                <a:cxn ang="0">
                  <a:pos x="13" y="297"/>
                </a:cxn>
                <a:cxn ang="0">
                  <a:pos x="16" y="291"/>
                </a:cxn>
                <a:cxn ang="0">
                  <a:pos x="21" y="279"/>
                </a:cxn>
                <a:cxn ang="0">
                  <a:pos x="24" y="267"/>
                </a:cxn>
                <a:cxn ang="0">
                  <a:pos x="27" y="253"/>
                </a:cxn>
                <a:cxn ang="0">
                  <a:pos x="27" y="253"/>
                </a:cxn>
                <a:cxn ang="0">
                  <a:pos x="32" y="232"/>
                </a:cxn>
                <a:cxn ang="0">
                  <a:pos x="39" y="211"/>
                </a:cxn>
                <a:cxn ang="0">
                  <a:pos x="48" y="190"/>
                </a:cxn>
                <a:cxn ang="0">
                  <a:pos x="54" y="170"/>
                </a:cxn>
                <a:cxn ang="0">
                  <a:pos x="54" y="170"/>
                </a:cxn>
                <a:cxn ang="0">
                  <a:pos x="63" y="129"/>
                </a:cxn>
                <a:cxn ang="0">
                  <a:pos x="72" y="88"/>
                </a:cxn>
                <a:cxn ang="0">
                  <a:pos x="76" y="67"/>
                </a:cxn>
                <a:cxn ang="0">
                  <a:pos x="78" y="47"/>
                </a:cxn>
                <a:cxn ang="0">
                  <a:pos x="80" y="25"/>
                </a:cxn>
                <a:cxn ang="0">
                  <a:pos x="81" y="4"/>
                </a:cxn>
                <a:cxn ang="0">
                  <a:pos x="81" y="4"/>
                </a:cxn>
                <a:cxn ang="0">
                  <a:pos x="80" y="3"/>
                </a:cxn>
                <a:cxn ang="0">
                  <a:pos x="79" y="1"/>
                </a:cxn>
                <a:cxn ang="0">
                  <a:pos x="78" y="0"/>
                </a:cxn>
                <a:cxn ang="0">
                  <a:pos x="76" y="0"/>
                </a:cxn>
                <a:cxn ang="0">
                  <a:pos x="75" y="0"/>
                </a:cxn>
                <a:cxn ang="0">
                  <a:pos x="73" y="1"/>
                </a:cxn>
                <a:cxn ang="0">
                  <a:pos x="72" y="3"/>
                </a:cxn>
                <a:cxn ang="0">
                  <a:pos x="72" y="4"/>
                </a:cxn>
                <a:cxn ang="0">
                  <a:pos x="72" y="4"/>
                </a:cxn>
              </a:cxnLst>
              <a:rect l="0" t="0" r="r" b="b"/>
              <a:pathLst>
                <a:path w="81" h="304">
                  <a:moveTo>
                    <a:pt x="72" y="4"/>
                  </a:moveTo>
                  <a:lnTo>
                    <a:pt x="72" y="4"/>
                  </a:lnTo>
                  <a:lnTo>
                    <a:pt x="70" y="24"/>
                  </a:lnTo>
                  <a:lnTo>
                    <a:pt x="68" y="44"/>
                  </a:lnTo>
                  <a:lnTo>
                    <a:pt x="65" y="63"/>
                  </a:lnTo>
                  <a:lnTo>
                    <a:pt x="61" y="82"/>
                  </a:lnTo>
                  <a:lnTo>
                    <a:pt x="54" y="120"/>
                  </a:lnTo>
                  <a:lnTo>
                    <a:pt x="47" y="158"/>
                  </a:lnTo>
                  <a:lnTo>
                    <a:pt x="47" y="158"/>
                  </a:lnTo>
                  <a:lnTo>
                    <a:pt x="43" y="177"/>
                  </a:lnTo>
                  <a:lnTo>
                    <a:pt x="36" y="195"/>
                  </a:lnTo>
                  <a:lnTo>
                    <a:pt x="24" y="230"/>
                  </a:lnTo>
                  <a:lnTo>
                    <a:pt x="24" y="230"/>
                  </a:lnTo>
                  <a:lnTo>
                    <a:pt x="20" y="246"/>
                  </a:lnTo>
                  <a:lnTo>
                    <a:pt x="16" y="264"/>
                  </a:lnTo>
                  <a:lnTo>
                    <a:pt x="14" y="272"/>
                  </a:lnTo>
                  <a:lnTo>
                    <a:pt x="11" y="280"/>
                  </a:lnTo>
                  <a:lnTo>
                    <a:pt x="6" y="289"/>
                  </a:lnTo>
                  <a:lnTo>
                    <a:pt x="1" y="296"/>
                  </a:lnTo>
                  <a:lnTo>
                    <a:pt x="1" y="296"/>
                  </a:lnTo>
                  <a:lnTo>
                    <a:pt x="0" y="298"/>
                  </a:lnTo>
                  <a:lnTo>
                    <a:pt x="0" y="299"/>
                  </a:lnTo>
                  <a:lnTo>
                    <a:pt x="2" y="302"/>
                  </a:lnTo>
                  <a:lnTo>
                    <a:pt x="3" y="303"/>
                  </a:lnTo>
                  <a:lnTo>
                    <a:pt x="4" y="304"/>
                  </a:lnTo>
                  <a:lnTo>
                    <a:pt x="6" y="303"/>
                  </a:lnTo>
                  <a:lnTo>
                    <a:pt x="9" y="302"/>
                  </a:lnTo>
                  <a:lnTo>
                    <a:pt x="9" y="302"/>
                  </a:lnTo>
                  <a:lnTo>
                    <a:pt x="13" y="297"/>
                  </a:lnTo>
                  <a:lnTo>
                    <a:pt x="16" y="291"/>
                  </a:lnTo>
                  <a:lnTo>
                    <a:pt x="21" y="279"/>
                  </a:lnTo>
                  <a:lnTo>
                    <a:pt x="24" y="267"/>
                  </a:lnTo>
                  <a:lnTo>
                    <a:pt x="27" y="253"/>
                  </a:lnTo>
                  <a:lnTo>
                    <a:pt x="27" y="253"/>
                  </a:lnTo>
                  <a:lnTo>
                    <a:pt x="32" y="232"/>
                  </a:lnTo>
                  <a:lnTo>
                    <a:pt x="39" y="211"/>
                  </a:lnTo>
                  <a:lnTo>
                    <a:pt x="48" y="190"/>
                  </a:lnTo>
                  <a:lnTo>
                    <a:pt x="54" y="170"/>
                  </a:lnTo>
                  <a:lnTo>
                    <a:pt x="54" y="170"/>
                  </a:lnTo>
                  <a:lnTo>
                    <a:pt x="63" y="129"/>
                  </a:lnTo>
                  <a:lnTo>
                    <a:pt x="72" y="88"/>
                  </a:lnTo>
                  <a:lnTo>
                    <a:pt x="76" y="67"/>
                  </a:lnTo>
                  <a:lnTo>
                    <a:pt x="78" y="47"/>
                  </a:lnTo>
                  <a:lnTo>
                    <a:pt x="80" y="25"/>
                  </a:lnTo>
                  <a:lnTo>
                    <a:pt x="81" y="4"/>
                  </a:lnTo>
                  <a:lnTo>
                    <a:pt x="81" y="4"/>
                  </a:lnTo>
                  <a:lnTo>
                    <a:pt x="80" y="3"/>
                  </a:lnTo>
                  <a:lnTo>
                    <a:pt x="79" y="1"/>
                  </a:lnTo>
                  <a:lnTo>
                    <a:pt x="78" y="0"/>
                  </a:lnTo>
                  <a:lnTo>
                    <a:pt x="76" y="0"/>
                  </a:lnTo>
                  <a:lnTo>
                    <a:pt x="75" y="0"/>
                  </a:lnTo>
                  <a:lnTo>
                    <a:pt x="73" y="1"/>
                  </a:lnTo>
                  <a:lnTo>
                    <a:pt x="72" y="3"/>
                  </a:lnTo>
                  <a:lnTo>
                    <a:pt x="72" y="4"/>
                  </a:lnTo>
                  <a:lnTo>
                    <a:pt x="72" y="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05" name="Freeform 736"/>
            <p:cNvSpPr/>
            <p:nvPr/>
          </p:nvSpPr>
          <p:spPr bwMode="auto">
            <a:xfrm>
              <a:off x="5845176" y="4311650"/>
              <a:ext cx="38100" cy="122238"/>
            </a:xfrm>
            <a:custGeom>
              <a:avLst/>
              <a:gdLst/>
              <a:ahLst/>
              <a:cxnLst>
                <a:cxn ang="0">
                  <a:pos x="62" y="4"/>
                </a:cxn>
                <a:cxn ang="0">
                  <a:pos x="62" y="4"/>
                </a:cxn>
                <a:cxn ang="0">
                  <a:pos x="59" y="36"/>
                </a:cxn>
                <a:cxn ang="0">
                  <a:pos x="55" y="69"/>
                </a:cxn>
                <a:cxn ang="0">
                  <a:pos x="53" y="86"/>
                </a:cxn>
                <a:cxn ang="0">
                  <a:pos x="50" y="101"/>
                </a:cxn>
                <a:cxn ang="0">
                  <a:pos x="47" y="117"/>
                </a:cxn>
                <a:cxn ang="0">
                  <a:pos x="42" y="132"/>
                </a:cxn>
                <a:cxn ang="0">
                  <a:pos x="42" y="132"/>
                </a:cxn>
                <a:cxn ang="0">
                  <a:pos x="36" y="145"/>
                </a:cxn>
                <a:cxn ang="0">
                  <a:pos x="30" y="159"/>
                </a:cxn>
                <a:cxn ang="0">
                  <a:pos x="17" y="185"/>
                </a:cxn>
                <a:cxn ang="0">
                  <a:pos x="17" y="185"/>
                </a:cxn>
                <a:cxn ang="0">
                  <a:pos x="16" y="189"/>
                </a:cxn>
                <a:cxn ang="0">
                  <a:pos x="15" y="194"/>
                </a:cxn>
                <a:cxn ang="0">
                  <a:pos x="13" y="206"/>
                </a:cxn>
                <a:cxn ang="0">
                  <a:pos x="12" y="212"/>
                </a:cxn>
                <a:cxn ang="0">
                  <a:pos x="10" y="217"/>
                </a:cxn>
                <a:cxn ang="0">
                  <a:pos x="7" y="221"/>
                </a:cxn>
                <a:cxn ang="0">
                  <a:pos x="4" y="223"/>
                </a:cxn>
                <a:cxn ang="0">
                  <a:pos x="4" y="223"/>
                </a:cxn>
                <a:cxn ang="0">
                  <a:pos x="2" y="224"/>
                </a:cxn>
                <a:cxn ang="0">
                  <a:pos x="1" y="225"/>
                </a:cxn>
                <a:cxn ang="0">
                  <a:pos x="0" y="227"/>
                </a:cxn>
                <a:cxn ang="0">
                  <a:pos x="1" y="228"/>
                </a:cxn>
                <a:cxn ang="0">
                  <a:pos x="1" y="230"/>
                </a:cxn>
                <a:cxn ang="0">
                  <a:pos x="2" y="231"/>
                </a:cxn>
                <a:cxn ang="0">
                  <a:pos x="4" y="232"/>
                </a:cxn>
                <a:cxn ang="0">
                  <a:pos x="6" y="232"/>
                </a:cxn>
                <a:cxn ang="0">
                  <a:pos x="6" y="232"/>
                </a:cxn>
                <a:cxn ang="0">
                  <a:pos x="9" y="230"/>
                </a:cxn>
                <a:cxn ang="0">
                  <a:pos x="12" y="229"/>
                </a:cxn>
                <a:cxn ang="0">
                  <a:pos x="15" y="225"/>
                </a:cxn>
                <a:cxn ang="0">
                  <a:pos x="18" y="219"/>
                </a:cxn>
                <a:cxn ang="0">
                  <a:pos x="20" y="213"/>
                </a:cxn>
                <a:cxn ang="0">
                  <a:pos x="20" y="213"/>
                </a:cxn>
                <a:cxn ang="0">
                  <a:pos x="22" y="205"/>
                </a:cxn>
                <a:cxn ang="0">
                  <a:pos x="24" y="198"/>
                </a:cxn>
                <a:cxn ang="0">
                  <a:pos x="25" y="191"/>
                </a:cxn>
                <a:cxn ang="0">
                  <a:pos x="29" y="184"/>
                </a:cxn>
                <a:cxn ang="0">
                  <a:pos x="29" y="184"/>
                </a:cxn>
                <a:cxn ang="0">
                  <a:pos x="44" y="150"/>
                </a:cxn>
                <a:cxn ang="0">
                  <a:pos x="44" y="150"/>
                </a:cxn>
                <a:cxn ang="0">
                  <a:pos x="51" y="133"/>
                </a:cxn>
                <a:cxn ang="0">
                  <a:pos x="56" y="116"/>
                </a:cxn>
                <a:cxn ang="0">
                  <a:pos x="61" y="97"/>
                </a:cxn>
                <a:cxn ang="0">
                  <a:pos x="63" y="78"/>
                </a:cxn>
                <a:cxn ang="0">
                  <a:pos x="67" y="41"/>
                </a:cxn>
                <a:cxn ang="0">
                  <a:pos x="71" y="4"/>
                </a:cxn>
                <a:cxn ang="0">
                  <a:pos x="71" y="4"/>
                </a:cxn>
                <a:cxn ang="0">
                  <a:pos x="71" y="2"/>
                </a:cxn>
                <a:cxn ang="0">
                  <a:pos x="70" y="1"/>
                </a:cxn>
                <a:cxn ang="0">
                  <a:pos x="69" y="0"/>
                </a:cxn>
                <a:cxn ang="0">
                  <a:pos x="67" y="0"/>
                </a:cxn>
                <a:cxn ang="0">
                  <a:pos x="64" y="1"/>
                </a:cxn>
                <a:cxn ang="0">
                  <a:pos x="63" y="2"/>
                </a:cxn>
                <a:cxn ang="0">
                  <a:pos x="62" y="4"/>
                </a:cxn>
                <a:cxn ang="0">
                  <a:pos x="62" y="4"/>
                </a:cxn>
              </a:cxnLst>
              <a:rect l="0" t="0" r="r" b="b"/>
              <a:pathLst>
                <a:path w="71" h="232">
                  <a:moveTo>
                    <a:pt x="62" y="4"/>
                  </a:moveTo>
                  <a:lnTo>
                    <a:pt x="62" y="4"/>
                  </a:lnTo>
                  <a:lnTo>
                    <a:pt x="59" y="36"/>
                  </a:lnTo>
                  <a:lnTo>
                    <a:pt x="55" y="69"/>
                  </a:lnTo>
                  <a:lnTo>
                    <a:pt x="53" y="86"/>
                  </a:lnTo>
                  <a:lnTo>
                    <a:pt x="50" y="101"/>
                  </a:lnTo>
                  <a:lnTo>
                    <a:pt x="47" y="117"/>
                  </a:lnTo>
                  <a:lnTo>
                    <a:pt x="42" y="132"/>
                  </a:lnTo>
                  <a:lnTo>
                    <a:pt x="42" y="132"/>
                  </a:lnTo>
                  <a:lnTo>
                    <a:pt x="36" y="145"/>
                  </a:lnTo>
                  <a:lnTo>
                    <a:pt x="30" y="159"/>
                  </a:lnTo>
                  <a:lnTo>
                    <a:pt x="17" y="185"/>
                  </a:lnTo>
                  <a:lnTo>
                    <a:pt x="17" y="185"/>
                  </a:lnTo>
                  <a:lnTo>
                    <a:pt x="16" y="189"/>
                  </a:lnTo>
                  <a:lnTo>
                    <a:pt x="15" y="194"/>
                  </a:lnTo>
                  <a:lnTo>
                    <a:pt x="13" y="206"/>
                  </a:lnTo>
                  <a:lnTo>
                    <a:pt x="12" y="212"/>
                  </a:lnTo>
                  <a:lnTo>
                    <a:pt x="10" y="217"/>
                  </a:lnTo>
                  <a:lnTo>
                    <a:pt x="7" y="221"/>
                  </a:lnTo>
                  <a:lnTo>
                    <a:pt x="4" y="223"/>
                  </a:lnTo>
                  <a:lnTo>
                    <a:pt x="4" y="223"/>
                  </a:lnTo>
                  <a:lnTo>
                    <a:pt x="2" y="224"/>
                  </a:lnTo>
                  <a:lnTo>
                    <a:pt x="1" y="225"/>
                  </a:lnTo>
                  <a:lnTo>
                    <a:pt x="0" y="227"/>
                  </a:lnTo>
                  <a:lnTo>
                    <a:pt x="1" y="228"/>
                  </a:lnTo>
                  <a:lnTo>
                    <a:pt x="1" y="230"/>
                  </a:lnTo>
                  <a:lnTo>
                    <a:pt x="2" y="231"/>
                  </a:lnTo>
                  <a:lnTo>
                    <a:pt x="4" y="232"/>
                  </a:lnTo>
                  <a:lnTo>
                    <a:pt x="6" y="232"/>
                  </a:lnTo>
                  <a:lnTo>
                    <a:pt x="6" y="232"/>
                  </a:lnTo>
                  <a:lnTo>
                    <a:pt x="9" y="230"/>
                  </a:lnTo>
                  <a:lnTo>
                    <a:pt x="12" y="229"/>
                  </a:lnTo>
                  <a:lnTo>
                    <a:pt x="15" y="225"/>
                  </a:lnTo>
                  <a:lnTo>
                    <a:pt x="18" y="219"/>
                  </a:lnTo>
                  <a:lnTo>
                    <a:pt x="20" y="213"/>
                  </a:lnTo>
                  <a:lnTo>
                    <a:pt x="20" y="213"/>
                  </a:lnTo>
                  <a:lnTo>
                    <a:pt x="22" y="205"/>
                  </a:lnTo>
                  <a:lnTo>
                    <a:pt x="24" y="198"/>
                  </a:lnTo>
                  <a:lnTo>
                    <a:pt x="25" y="191"/>
                  </a:lnTo>
                  <a:lnTo>
                    <a:pt x="29" y="184"/>
                  </a:lnTo>
                  <a:lnTo>
                    <a:pt x="29" y="184"/>
                  </a:lnTo>
                  <a:lnTo>
                    <a:pt x="44" y="150"/>
                  </a:lnTo>
                  <a:lnTo>
                    <a:pt x="44" y="150"/>
                  </a:lnTo>
                  <a:lnTo>
                    <a:pt x="51" y="133"/>
                  </a:lnTo>
                  <a:lnTo>
                    <a:pt x="56" y="116"/>
                  </a:lnTo>
                  <a:lnTo>
                    <a:pt x="61" y="97"/>
                  </a:lnTo>
                  <a:lnTo>
                    <a:pt x="63" y="78"/>
                  </a:lnTo>
                  <a:lnTo>
                    <a:pt x="67" y="41"/>
                  </a:lnTo>
                  <a:lnTo>
                    <a:pt x="71" y="4"/>
                  </a:lnTo>
                  <a:lnTo>
                    <a:pt x="71" y="4"/>
                  </a:lnTo>
                  <a:lnTo>
                    <a:pt x="71" y="2"/>
                  </a:lnTo>
                  <a:lnTo>
                    <a:pt x="70" y="1"/>
                  </a:lnTo>
                  <a:lnTo>
                    <a:pt x="69" y="0"/>
                  </a:lnTo>
                  <a:lnTo>
                    <a:pt x="67" y="0"/>
                  </a:lnTo>
                  <a:lnTo>
                    <a:pt x="64" y="1"/>
                  </a:lnTo>
                  <a:lnTo>
                    <a:pt x="63" y="2"/>
                  </a:lnTo>
                  <a:lnTo>
                    <a:pt x="62" y="4"/>
                  </a:lnTo>
                  <a:lnTo>
                    <a:pt x="62" y="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06" name="Freeform 737"/>
            <p:cNvSpPr>
              <a:spLocks noEditPoints="1"/>
            </p:cNvSpPr>
            <p:nvPr/>
          </p:nvSpPr>
          <p:spPr bwMode="auto">
            <a:xfrm>
              <a:off x="5284788" y="4124325"/>
              <a:ext cx="636588" cy="654050"/>
            </a:xfrm>
            <a:custGeom>
              <a:avLst/>
              <a:gdLst/>
              <a:ahLst/>
              <a:cxnLst>
                <a:cxn ang="0">
                  <a:pos x="758" y="1226"/>
                </a:cxn>
                <a:cxn ang="0">
                  <a:pos x="680" y="1170"/>
                </a:cxn>
                <a:cxn ang="0">
                  <a:pos x="470" y="963"/>
                </a:cxn>
                <a:cxn ang="0">
                  <a:pos x="211" y="691"/>
                </a:cxn>
                <a:cxn ang="0">
                  <a:pos x="48" y="528"/>
                </a:cxn>
                <a:cxn ang="0">
                  <a:pos x="0" y="453"/>
                </a:cxn>
                <a:cxn ang="0">
                  <a:pos x="29" y="394"/>
                </a:cxn>
                <a:cxn ang="0">
                  <a:pos x="72" y="374"/>
                </a:cxn>
                <a:cxn ang="0">
                  <a:pos x="164" y="413"/>
                </a:cxn>
                <a:cxn ang="0">
                  <a:pos x="255" y="461"/>
                </a:cxn>
                <a:cxn ang="0">
                  <a:pos x="308" y="497"/>
                </a:cxn>
                <a:cxn ang="0">
                  <a:pos x="631" y="168"/>
                </a:cxn>
                <a:cxn ang="0">
                  <a:pos x="619" y="78"/>
                </a:cxn>
                <a:cxn ang="0">
                  <a:pos x="679" y="7"/>
                </a:cxn>
                <a:cxn ang="0">
                  <a:pos x="745" y="4"/>
                </a:cxn>
                <a:cxn ang="0">
                  <a:pos x="863" y="85"/>
                </a:cxn>
                <a:cxn ang="0">
                  <a:pos x="1020" y="246"/>
                </a:cxn>
                <a:cxn ang="0">
                  <a:pos x="1174" y="417"/>
                </a:cxn>
                <a:cxn ang="0">
                  <a:pos x="1203" y="504"/>
                </a:cxn>
                <a:cxn ang="0">
                  <a:pos x="1174" y="569"/>
                </a:cxn>
                <a:cxn ang="0">
                  <a:pos x="1108" y="602"/>
                </a:cxn>
                <a:cxn ang="0">
                  <a:pos x="1042" y="592"/>
                </a:cxn>
                <a:cxn ang="0">
                  <a:pos x="836" y="812"/>
                </a:cxn>
                <a:cxn ang="0">
                  <a:pos x="742" y="946"/>
                </a:cxn>
                <a:cxn ang="0">
                  <a:pos x="805" y="1026"/>
                </a:cxn>
                <a:cxn ang="0">
                  <a:pos x="848" y="1140"/>
                </a:cxn>
                <a:cxn ang="0">
                  <a:pos x="846" y="1212"/>
                </a:cxn>
                <a:cxn ang="0">
                  <a:pos x="807" y="1236"/>
                </a:cxn>
                <a:cxn ang="0">
                  <a:pos x="55" y="431"/>
                </a:cxn>
                <a:cxn ang="0">
                  <a:pos x="48" y="453"/>
                </a:cxn>
                <a:cxn ang="0">
                  <a:pos x="200" y="613"/>
                </a:cxn>
                <a:cxn ang="0">
                  <a:pos x="478" y="907"/>
                </a:cxn>
                <a:cxn ang="0">
                  <a:pos x="666" y="1093"/>
                </a:cxn>
                <a:cxn ang="0">
                  <a:pos x="780" y="1186"/>
                </a:cxn>
                <a:cxn ang="0">
                  <a:pos x="805" y="1181"/>
                </a:cxn>
                <a:cxn ang="0">
                  <a:pos x="795" y="1129"/>
                </a:cxn>
                <a:cxn ang="0">
                  <a:pos x="725" y="996"/>
                </a:cxn>
                <a:cxn ang="0">
                  <a:pos x="690" y="931"/>
                </a:cxn>
                <a:cxn ang="0">
                  <a:pos x="687" y="904"/>
                </a:cxn>
                <a:cxn ang="0">
                  <a:pos x="816" y="768"/>
                </a:cxn>
                <a:cxn ang="0">
                  <a:pos x="1010" y="557"/>
                </a:cxn>
                <a:cxn ang="0">
                  <a:pos x="1025" y="536"/>
                </a:cxn>
                <a:cxn ang="0">
                  <a:pos x="1050" y="540"/>
                </a:cxn>
                <a:cxn ang="0">
                  <a:pos x="1110" y="559"/>
                </a:cxn>
                <a:cxn ang="0">
                  <a:pos x="1143" y="535"/>
                </a:cxn>
                <a:cxn ang="0">
                  <a:pos x="1158" y="486"/>
                </a:cxn>
                <a:cxn ang="0">
                  <a:pos x="1111" y="411"/>
                </a:cxn>
                <a:cxn ang="0">
                  <a:pos x="996" y="286"/>
                </a:cxn>
                <a:cxn ang="0">
                  <a:pos x="822" y="108"/>
                </a:cxn>
                <a:cxn ang="0">
                  <a:pos x="747" y="50"/>
                </a:cxn>
                <a:cxn ang="0">
                  <a:pos x="688" y="57"/>
                </a:cxn>
                <a:cxn ang="0">
                  <a:pos x="658" y="111"/>
                </a:cxn>
                <a:cxn ang="0">
                  <a:pos x="679" y="159"/>
                </a:cxn>
                <a:cxn ang="0">
                  <a:pos x="674" y="184"/>
                </a:cxn>
                <a:cxn ang="0">
                  <a:pos x="425" y="444"/>
                </a:cxn>
                <a:cxn ang="0">
                  <a:pos x="324" y="533"/>
                </a:cxn>
                <a:cxn ang="0">
                  <a:pos x="301" y="542"/>
                </a:cxn>
                <a:cxn ang="0">
                  <a:pos x="235" y="502"/>
                </a:cxn>
                <a:cxn ang="0">
                  <a:pos x="170" y="470"/>
                </a:cxn>
                <a:cxn ang="0">
                  <a:pos x="116" y="434"/>
                </a:cxn>
              </a:cxnLst>
              <a:rect l="0" t="0" r="r" b="b"/>
              <a:pathLst>
                <a:path w="1204" h="1236">
                  <a:moveTo>
                    <a:pt x="799" y="1236"/>
                  </a:moveTo>
                  <a:lnTo>
                    <a:pt x="799" y="1236"/>
                  </a:lnTo>
                  <a:lnTo>
                    <a:pt x="792" y="1236"/>
                  </a:lnTo>
                  <a:lnTo>
                    <a:pt x="784" y="1235"/>
                  </a:lnTo>
                  <a:lnTo>
                    <a:pt x="777" y="1233"/>
                  </a:lnTo>
                  <a:lnTo>
                    <a:pt x="769" y="1231"/>
                  </a:lnTo>
                  <a:lnTo>
                    <a:pt x="769" y="1231"/>
                  </a:lnTo>
                  <a:lnTo>
                    <a:pt x="758" y="1226"/>
                  </a:lnTo>
                  <a:lnTo>
                    <a:pt x="747" y="1220"/>
                  </a:lnTo>
                  <a:lnTo>
                    <a:pt x="735" y="1214"/>
                  </a:lnTo>
                  <a:lnTo>
                    <a:pt x="724" y="1207"/>
                  </a:lnTo>
                  <a:lnTo>
                    <a:pt x="713" y="1199"/>
                  </a:lnTo>
                  <a:lnTo>
                    <a:pt x="701" y="1191"/>
                  </a:lnTo>
                  <a:lnTo>
                    <a:pt x="691" y="1180"/>
                  </a:lnTo>
                  <a:lnTo>
                    <a:pt x="680" y="1170"/>
                  </a:lnTo>
                  <a:lnTo>
                    <a:pt x="680" y="1170"/>
                  </a:lnTo>
                  <a:lnTo>
                    <a:pt x="656" y="1147"/>
                  </a:lnTo>
                  <a:lnTo>
                    <a:pt x="631" y="1124"/>
                  </a:lnTo>
                  <a:lnTo>
                    <a:pt x="631" y="1124"/>
                  </a:lnTo>
                  <a:lnTo>
                    <a:pt x="606" y="1103"/>
                  </a:lnTo>
                  <a:lnTo>
                    <a:pt x="582" y="1080"/>
                  </a:lnTo>
                  <a:lnTo>
                    <a:pt x="582" y="1080"/>
                  </a:lnTo>
                  <a:lnTo>
                    <a:pt x="526" y="1022"/>
                  </a:lnTo>
                  <a:lnTo>
                    <a:pt x="470" y="963"/>
                  </a:lnTo>
                  <a:lnTo>
                    <a:pt x="470" y="963"/>
                  </a:lnTo>
                  <a:lnTo>
                    <a:pt x="422" y="915"/>
                  </a:lnTo>
                  <a:lnTo>
                    <a:pt x="375" y="865"/>
                  </a:lnTo>
                  <a:lnTo>
                    <a:pt x="375" y="865"/>
                  </a:lnTo>
                  <a:lnTo>
                    <a:pt x="321" y="809"/>
                  </a:lnTo>
                  <a:lnTo>
                    <a:pt x="268" y="752"/>
                  </a:lnTo>
                  <a:lnTo>
                    <a:pt x="268" y="752"/>
                  </a:lnTo>
                  <a:lnTo>
                    <a:pt x="211" y="691"/>
                  </a:lnTo>
                  <a:lnTo>
                    <a:pt x="182" y="660"/>
                  </a:lnTo>
                  <a:lnTo>
                    <a:pt x="152" y="629"/>
                  </a:lnTo>
                  <a:lnTo>
                    <a:pt x="152" y="629"/>
                  </a:lnTo>
                  <a:lnTo>
                    <a:pt x="108" y="587"/>
                  </a:lnTo>
                  <a:lnTo>
                    <a:pt x="108" y="587"/>
                  </a:lnTo>
                  <a:lnTo>
                    <a:pt x="77" y="558"/>
                  </a:lnTo>
                  <a:lnTo>
                    <a:pt x="48" y="528"/>
                  </a:lnTo>
                  <a:lnTo>
                    <a:pt x="48" y="528"/>
                  </a:lnTo>
                  <a:lnTo>
                    <a:pt x="33" y="511"/>
                  </a:lnTo>
                  <a:lnTo>
                    <a:pt x="26" y="503"/>
                  </a:lnTo>
                  <a:lnTo>
                    <a:pt x="18" y="493"/>
                  </a:lnTo>
                  <a:lnTo>
                    <a:pt x="12" y="483"/>
                  </a:lnTo>
                  <a:lnTo>
                    <a:pt x="7" y="474"/>
                  </a:lnTo>
                  <a:lnTo>
                    <a:pt x="3" y="463"/>
                  </a:lnTo>
                  <a:lnTo>
                    <a:pt x="0" y="453"/>
                  </a:lnTo>
                  <a:lnTo>
                    <a:pt x="0" y="453"/>
                  </a:lnTo>
                  <a:lnTo>
                    <a:pt x="0" y="448"/>
                  </a:lnTo>
                  <a:lnTo>
                    <a:pt x="0" y="443"/>
                  </a:lnTo>
                  <a:lnTo>
                    <a:pt x="1" y="437"/>
                  </a:lnTo>
                  <a:lnTo>
                    <a:pt x="2" y="432"/>
                  </a:lnTo>
                  <a:lnTo>
                    <a:pt x="6" y="422"/>
                  </a:lnTo>
                  <a:lnTo>
                    <a:pt x="13" y="412"/>
                  </a:lnTo>
                  <a:lnTo>
                    <a:pt x="21" y="402"/>
                  </a:lnTo>
                  <a:lnTo>
                    <a:pt x="29" y="394"/>
                  </a:lnTo>
                  <a:lnTo>
                    <a:pt x="38" y="387"/>
                  </a:lnTo>
                  <a:lnTo>
                    <a:pt x="47" y="382"/>
                  </a:lnTo>
                  <a:lnTo>
                    <a:pt x="47" y="382"/>
                  </a:lnTo>
                  <a:lnTo>
                    <a:pt x="53" y="379"/>
                  </a:lnTo>
                  <a:lnTo>
                    <a:pt x="59" y="377"/>
                  </a:lnTo>
                  <a:lnTo>
                    <a:pt x="65" y="376"/>
                  </a:lnTo>
                  <a:lnTo>
                    <a:pt x="72" y="374"/>
                  </a:lnTo>
                  <a:lnTo>
                    <a:pt x="72" y="374"/>
                  </a:lnTo>
                  <a:lnTo>
                    <a:pt x="83" y="376"/>
                  </a:lnTo>
                  <a:lnTo>
                    <a:pt x="95" y="378"/>
                  </a:lnTo>
                  <a:lnTo>
                    <a:pt x="106" y="382"/>
                  </a:lnTo>
                  <a:lnTo>
                    <a:pt x="120" y="387"/>
                  </a:lnTo>
                  <a:lnTo>
                    <a:pt x="120" y="387"/>
                  </a:lnTo>
                  <a:lnTo>
                    <a:pt x="131" y="392"/>
                  </a:lnTo>
                  <a:lnTo>
                    <a:pt x="142" y="399"/>
                  </a:lnTo>
                  <a:lnTo>
                    <a:pt x="164" y="413"/>
                  </a:lnTo>
                  <a:lnTo>
                    <a:pt x="164" y="413"/>
                  </a:lnTo>
                  <a:lnTo>
                    <a:pt x="191" y="429"/>
                  </a:lnTo>
                  <a:lnTo>
                    <a:pt x="205" y="436"/>
                  </a:lnTo>
                  <a:lnTo>
                    <a:pt x="219" y="443"/>
                  </a:lnTo>
                  <a:lnTo>
                    <a:pt x="219" y="443"/>
                  </a:lnTo>
                  <a:lnTo>
                    <a:pt x="228" y="447"/>
                  </a:lnTo>
                  <a:lnTo>
                    <a:pt x="237" y="451"/>
                  </a:lnTo>
                  <a:lnTo>
                    <a:pt x="255" y="461"/>
                  </a:lnTo>
                  <a:lnTo>
                    <a:pt x="255" y="461"/>
                  </a:lnTo>
                  <a:lnTo>
                    <a:pt x="275" y="472"/>
                  </a:lnTo>
                  <a:lnTo>
                    <a:pt x="275" y="472"/>
                  </a:lnTo>
                  <a:lnTo>
                    <a:pt x="283" y="478"/>
                  </a:lnTo>
                  <a:lnTo>
                    <a:pt x="292" y="485"/>
                  </a:lnTo>
                  <a:lnTo>
                    <a:pt x="292" y="485"/>
                  </a:lnTo>
                  <a:lnTo>
                    <a:pt x="305" y="494"/>
                  </a:lnTo>
                  <a:lnTo>
                    <a:pt x="308" y="497"/>
                  </a:lnTo>
                  <a:lnTo>
                    <a:pt x="312" y="494"/>
                  </a:lnTo>
                  <a:lnTo>
                    <a:pt x="312" y="494"/>
                  </a:lnTo>
                  <a:lnTo>
                    <a:pt x="393" y="412"/>
                  </a:lnTo>
                  <a:lnTo>
                    <a:pt x="474" y="328"/>
                  </a:lnTo>
                  <a:lnTo>
                    <a:pt x="474" y="328"/>
                  </a:lnTo>
                  <a:lnTo>
                    <a:pt x="550" y="249"/>
                  </a:lnTo>
                  <a:lnTo>
                    <a:pt x="628" y="171"/>
                  </a:lnTo>
                  <a:lnTo>
                    <a:pt x="631" y="168"/>
                  </a:lnTo>
                  <a:lnTo>
                    <a:pt x="629" y="164"/>
                  </a:lnTo>
                  <a:lnTo>
                    <a:pt x="629" y="164"/>
                  </a:lnTo>
                  <a:lnTo>
                    <a:pt x="623" y="151"/>
                  </a:lnTo>
                  <a:lnTo>
                    <a:pt x="618" y="137"/>
                  </a:lnTo>
                  <a:lnTo>
                    <a:pt x="615" y="122"/>
                  </a:lnTo>
                  <a:lnTo>
                    <a:pt x="614" y="108"/>
                  </a:lnTo>
                  <a:lnTo>
                    <a:pt x="615" y="92"/>
                  </a:lnTo>
                  <a:lnTo>
                    <a:pt x="619" y="78"/>
                  </a:lnTo>
                  <a:lnTo>
                    <a:pt x="624" y="64"/>
                  </a:lnTo>
                  <a:lnTo>
                    <a:pt x="630" y="50"/>
                  </a:lnTo>
                  <a:lnTo>
                    <a:pt x="630" y="50"/>
                  </a:lnTo>
                  <a:lnTo>
                    <a:pt x="638" y="39"/>
                  </a:lnTo>
                  <a:lnTo>
                    <a:pt x="646" y="28"/>
                  </a:lnTo>
                  <a:lnTo>
                    <a:pt x="656" y="20"/>
                  </a:lnTo>
                  <a:lnTo>
                    <a:pt x="667" y="13"/>
                  </a:lnTo>
                  <a:lnTo>
                    <a:pt x="679" y="7"/>
                  </a:lnTo>
                  <a:lnTo>
                    <a:pt x="690" y="3"/>
                  </a:lnTo>
                  <a:lnTo>
                    <a:pt x="703" y="1"/>
                  </a:lnTo>
                  <a:lnTo>
                    <a:pt x="716" y="0"/>
                  </a:lnTo>
                  <a:lnTo>
                    <a:pt x="716" y="0"/>
                  </a:lnTo>
                  <a:lnTo>
                    <a:pt x="725" y="1"/>
                  </a:lnTo>
                  <a:lnTo>
                    <a:pt x="734" y="2"/>
                  </a:lnTo>
                  <a:lnTo>
                    <a:pt x="734" y="2"/>
                  </a:lnTo>
                  <a:lnTo>
                    <a:pt x="745" y="4"/>
                  </a:lnTo>
                  <a:lnTo>
                    <a:pt x="754" y="6"/>
                  </a:lnTo>
                  <a:lnTo>
                    <a:pt x="763" y="9"/>
                  </a:lnTo>
                  <a:lnTo>
                    <a:pt x="773" y="13"/>
                  </a:lnTo>
                  <a:lnTo>
                    <a:pt x="789" y="21"/>
                  </a:lnTo>
                  <a:lnTo>
                    <a:pt x="806" y="33"/>
                  </a:lnTo>
                  <a:lnTo>
                    <a:pt x="820" y="44"/>
                  </a:lnTo>
                  <a:lnTo>
                    <a:pt x="834" y="57"/>
                  </a:lnTo>
                  <a:lnTo>
                    <a:pt x="863" y="85"/>
                  </a:lnTo>
                  <a:lnTo>
                    <a:pt x="865" y="87"/>
                  </a:lnTo>
                  <a:lnTo>
                    <a:pt x="865" y="87"/>
                  </a:lnTo>
                  <a:lnTo>
                    <a:pt x="903" y="125"/>
                  </a:lnTo>
                  <a:lnTo>
                    <a:pt x="939" y="163"/>
                  </a:lnTo>
                  <a:lnTo>
                    <a:pt x="939" y="163"/>
                  </a:lnTo>
                  <a:lnTo>
                    <a:pt x="976" y="201"/>
                  </a:lnTo>
                  <a:lnTo>
                    <a:pt x="1013" y="239"/>
                  </a:lnTo>
                  <a:lnTo>
                    <a:pt x="1020" y="246"/>
                  </a:lnTo>
                  <a:lnTo>
                    <a:pt x="1020" y="246"/>
                  </a:lnTo>
                  <a:lnTo>
                    <a:pt x="1053" y="279"/>
                  </a:lnTo>
                  <a:lnTo>
                    <a:pt x="1085" y="313"/>
                  </a:lnTo>
                  <a:lnTo>
                    <a:pt x="1117" y="348"/>
                  </a:lnTo>
                  <a:lnTo>
                    <a:pt x="1147" y="383"/>
                  </a:lnTo>
                  <a:lnTo>
                    <a:pt x="1155" y="391"/>
                  </a:lnTo>
                  <a:lnTo>
                    <a:pt x="1155" y="391"/>
                  </a:lnTo>
                  <a:lnTo>
                    <a:pt x="1174" y="417"/>
                  </a:lnTo>
                  <a:lnTo>
                    <a:pt x="1184" y="429"/>
                  </a:lnTo>
                  <a:lnTo>
                    <a:pt x="1192" y="443"/>
                  </a:lnTo>
                  <a:lnTo>
                    <a:pt x="1198" y="457"/>
                  </a:lnTo>
                  <a:lnTo>
                    <a:pt x="1202" y="472"/>
                  </a:lnTo>
                  <a:lnTo>
                    <a:pt x="1203" y="479"/>
                  </a:lnTo>
                  <a:lnTo>
                    <a:pt x="1204" y="487"/>
                  </a:lnTo>
                  <a:lnTo>
                    <a:pt x="1203" y="495"/>
                  </a:lnTo>
                  <a:lnTo>
                    <a:pt x="1203" y="504"/>
                  </a:lnTo>
                  <a:lnTo>
                    <a:pt x="1203" y="504"/>
                  </a:lnTo>
                  <a:lnTo>
                    <a:pt x="1201" y="514"/>
                  </a:lnTo>
                  <a:lnTo>
                    <a:pt x="1198" y="524"/>
                  </a:lnTo>
                  <a:lnTo>
                    <a:pt x="1195" y="535"/>
                  </a:lnTo>
                  <a:lnTo>
                    <a:pt x="1191" y="544"/>
                  </a:lnTo>
                  <a:lnTo>
                    <a:pt x="1186" y="552"/>
                  </a:lnTo>
                  <a:lnTo>
                    <a:pt x="1181" y="560"/>
                  </a:lnTo>
                  <a:lnTo>
                    <a:pt x="1174" y="569"/>
                  </a:lnTo>
                  <a:lnTo>
                    <a:pt x="1167" y="575"/>
                  </a:lnTo>
                  <a:lnTo>
                    <a:pt x="1160" y="581"/>
                  </a:lnTo>
                  <a:lnTo>
                    <a:pt x="1153" y="586"/>
                  </a:lnTo>
                  <a:lnTo>
                    <a:pt x="1144" y="591"/>
                  </a:lnTo>
                  <a:lnTo>
                    <a:pt x="1136" y="596"/>
                  </a:lnTo>
                  <a:lnTo>
                    <a:pt x="1127" y="599"/>
                  </a:lnTo>
                  <a:lnTo>
                    <a:pt x="1117" y="601"/>
                  </a:lnTo>
                  <a:lnTo>
                    <a:pt x="1108" y="602"/>
                  </a:lnTo>
                  <a:lnTo>
                    <a:pt x="1098" y="603"/>
                  </a:lnTo>
                  <a:lnTo>
                    <a:pt x="1098" y="603"/>
                  </a:lnTo>
                  <a:lnTo>
                    <a:pt x="1085" y="602"/>
                  </a:lnTo>
                  <a:lnTo>
                    <a:pt x="1073" y="600"/>
                  </a:lnTo>
                  <a:lnTo>
                    <a:pt x="1061" y="596"/>
                  </a:lnTo>
                  <a:lnTo>
                    <a:pt x="1048" y="591"/>
                  </a:lnTo>
                  <a:lnTo>
                    <a:pt x="1045" y="589"/>
                  </a:lnTo>
                  <a:lnTo>
                    <a:pt x="1042" y="592"/>
                  </a:lnTo>
                  <a:lnTo>
                    <a:pt x="1042" y="592"/>
                  </a:lnTo>
                  <a:lnTo>
                    <a:pt x="993" y="644"/>
                  </a:lnTo>
                  <a:lnTo>
                    <a:pt x="944" y="697"/>
                  </a:lnTo>
                  <a:lnTo>
                    <a:pt x="944" y="697"/>
                  </a:lnTo>
                  <a:lnTo>
                    <a:pt x="890" y="755"/>
                  </a:lnTo>
                  <a:lnTo>
                    <a:pt x="863" y="784"/>
                  </a:lnTo>
                  <a:lnTo>
                    <a:pt x="836" y="812"/>
                  </a:lnTo>
                  <a:lnTo>
                    <a:pt x="836" y="812"/>
                  </a:lnTo>
                  <a:lnTo>
                    <a:pt x="806" y="842"/>
                  </a:lnTo>
                  <a:lnTo>
                    <a:pt x="778" y="873"/>
                  </a:lnTo>
                  <a:lnTo>
                    <a:pt x="778" y="873"/>
                  </a:lnTo>
                  <a:lnTo>
                    <a:pt x="731" y="923"/>
                  </a:lnTo>
                  <a:lnTo>
                    <a:pt x="728" y="926"/>
                  </a:lnTo>
                  <a:lnTo>
                    <a:pt x="730" y="930"/>
                  </a:lnTo>
                  <a:lnTo>
                    <a:pt x="730" y="930"/>
                  </a:lnTo>
                  <a:lnTo>
                    <a:pt x="742" y="946"/>
                  </a:lnTo>
                  <a:lnTo>
                    <a:pt x="742" y="946"/>
                  </a:lnTo>
                  <a:lnTo>
                    <a:pt x="754" y="962"/>
                  </a:lnTo>
                  <a:lnTo>
                    <a:pt x="767" y="979"/>
                  </a:lnTo>
                  <a:lnTo>
                    <a:pt x="771" y="983"/>
                  </a:lnTo>
                  <a:lnTo>
                    <a:pt x="771" y="983"/>
                  </a:lnTo>
                  <a:lnTo>
                    <a:pt x="790" y="1004"/>
                  </a:lnTo>
                  <a:lnTo>
                    <a:pt x="798" y="1015"/>
                  </a:lnTo>
                  <a:lnTo>
                    <a:pt x="805" y="1026"/>
                  </a:lnTo>
                  <a:lnTo>
                    <a:pt x="805" y="1026"/>
                  </a:lnTo>
                  <a:lnTo>
                    <a:pt x="811" y="1041"/>
                  </a:lnTo>
                  <a:lnTo>
                    <a:pt x="817" y="1056"/>
                  </a:lnTo>
                  <a:lnTo>
                    <a:pt x="828" y="1087"/>
                  </a:lnTo>
                  <a:lnTo>
                    <a:pt x="828" y="1087"/>
                  </a:lnTo>
                  <a:lnTo>
                    <a:pt x="838" y="1114"/>
                  </a:lnTo>
                  <a:lnTo>
                    <a:pt x="848" y="1140"/>
                  </a:lnTo>
                  <a:lnTo>
                    <a:pt x="848" y="1140"/>
                  </a:lnTo>
                  <a:lnTo>
                    <a:pt x="851" y="1150"/>
                  </a:lnTo>
                  <a:lnTo>
                    <a:pt x="854" y="1160"/>
                  </a:lnTo>
                  <a:lnTo>
                    <a:pt x="855" y="1169"/>
                  </a:lnTo>
                  <a:lnTo>
                    <a:pt x="856" y="1178"/>
                  </a:lnTo>
                  <a:lnTo>
                    <a:pt x="855" y="1187"/>
                  </a:lnTo>
                  <a:lnTo>
                    <a:pt x="853" y="1197"/>
                  </a:lnTo>
                  <a:lnTo>
                    <a:pt x="850" y="1204"/>
                  </a:lnTo>
                  <a:lnTo>
                    <a:pt x="846" y="1212"/>
                  </a:lnTo>
                  <a:lnTo>
                    <a:pt x="846" y="1212"/>
                  </a:lnTo>
                  <a:lnTo>
                    <a:pt x="842" y="1217"/>
                  </a:lnTo>
                  <a:lnTo>
                    <a:pt x="837" y="1223"/>
                  </a:lnTo>
                  <a:lnTo>
                    <a:pt x="831" y="1227"/>
                  </a:lnTo>
                  <a:lnTo>
                    <a:pt x="826" y="1230"/>
                  </a:lnTo>
                  <a:lnTo>
                    <a:pt x="820" y="1233"/>
                  </a:lnTo>
                  <a:lnTo>
                    <a:pt x="813" y="1235"/>
                  </a:lnTo>
                  <a:lnTo>
                    <a:pt x="807" y="1236"/>
                  </a:lnTo>
                  <a:lnTo>
                    <a:pt x="799" y="1236"/>
                  </a:lnTo>
                  <a:lnTo>
                    <a:pt x="799" y="1236"/>
                  </a:lnTo>
                  <a:close/>
                  <a:moveTo>
                    <a:pt x="86" y="424"/>
                  </a:moveTo>
                  <a:lnTo>
                    <a:pt x="86" y="424"/>
                  </a:lnTo>
                  <a:lnTo>
                    <a:pt x="76" y="424"/>
                  </a:lnTo>
                  <a:lnTo>
                    <a:pt x="65" y="427"/>
                  </a:lnTo>
                  <a:lnTo>
                    <a:pt x="60" y="429"/>
                  </a:lnTo>
                  <a:lnTo>
                    <a:pt x="55" y="431"/>
                  </a:lnTo>
                  <a:lnTo>
                    <a:pt x="50" y="434"/>
                  </a:lnTo>
                  <a:lnTo>
                    <a:pt x="47" y="439"/>
                  </a:lnTo>
                  <a:lnTo>
                    <a:pt x="47" y="439"/>
                  </a:lnTo>
                  <a:lnTo>
                    <a:pt x="46" y="442"/>
                  </a:lnTo>
                  <a:lnTo>
                    <a:pt x="45" y="446"/>
                  </a:lnTo>
                  <a:lnTo>
                    <a:pt x="46" y="449"/>
                  </a:lnTo>
                  <a:lnTo>
                    <a:pt x="48" y="453"/>
                  </a:lnTo>
                  <a:lnTo>
                    <a:pt x="48" y="453"/>
                  </a:lnTo>
                  <a:lnTo>
                    <a:pt x="60" y="471"/>
                  </a:lnTo>
                  <a:lnTo>
                    <a:pt x="73" y="487"/>
                  </a:lnTo>
                  <a:lnTo>
                    <a:pt x="88" y="503"/>
                  </a:lnTo>
                  <a:lnTo>
                    <a:pt x="104" y="519"/>
                  </a:lnTo>
                  <a:lnTo>
                    <a:pt x="104" y="519"/>
                  </a:lnTo>
                  <a:lnTo>
                    <a:pt x="129" y="542"/>
                  </a:lnTo>
                  <a:lnTo>
                    <a:pt x="153" y="566"/>
                  </a:lnTo>
                  <a:lnTo>
                    <a:pt x="200" y="613"/>
                  </a:lnTo>
                  <a:lnTo>
                    <a:pt x="247" y="662"/>
                  </a:lnTo>
                  <a:lnTo>
                    <a:pt x="291" y="710"/>
                  </a:lnTo>
                  <a:lnTo>
                    <a:pt x="291" y="710"/>
                  </a:lnTo>
                  <a:lnTo>
                    <a:pt x="349" y="772"/>
                  </a:lnTo>
                  <a:lnTo>
                    <a:pt x="407" y="833"/>
                  </a:lnTo>
                  <a:lnTo>
                    <a:pt x="407" y="833"/>
                  </a:lnTo>
                  <a:lnTo>
                    <a:pt x="443" y="870"/>
                  </a:lnTo>
                  <a:lnTo>
                    <a:pt x="478" y="907"/>
                  </a:lnTo>
                  <a:lnTo>
                    <a:pt x="478" y="907"/>
                  </a:lnTo>
                  <a:lnTo>
                    <a:pt x="518" y="950"/>
                  </a:lnTo>
                  <a:lnTo>
                    <a:pt x="560" y="992"/>
                  </a:lnTo>
                  <a:lnTo>
                    <a:pt x="560" y="992"/>
                  </a:lnTo>
                  <a:lnTo>
                    <a:pt x="595" y="1027"/>
                  </a:lnTo>
                  <a:lnTo>
                    <a:pt x="631" y="1060"/>
                  </a:lnTo>
                  <a:lnTo>
                    <a:pt x="631" y="1060"/>
                  </a:lnTo>
                  <a:lnTo>
                    <a:pt x="666" y="1093"/>
                  </a:lnTo>
                  <a:lnTo>
                    <a:pt x="701" y="1128"/>
                  </a:lnTo>
                  <a:lnTo>
                    <a:pt x="701" y="1128"/>
                  </a:lnTo>
                  <a:lnTo>
                    <a:pt x="717" y="1143"/>
                  </a:lnTo>
                  <a:lnTo>
                    <a:pt x="736" y="1161"/>
                  </a:lnTo>
                  <a:lnTo>
                    <a:pt x="748" y="1169"/>
                  </a:lnTo>
                  <a:lnTo>
                    <a:pt x="758" y="1176"/>
                  </a:lnTo>
                  <a:lnTo>
                    <a:pt x="769" y="1182"/>
                  </a:lnTo>
                  <a:lnTo>
                    <a:pt x="780" y="1186"/>
                  </a:lnTo>
                  <a:lnTo>
                    <a:pt x="780" y="1186"/>
                  </a:lnTo>
                  <a:lnTo>
                    <a:pt x="786" y="1187"/>
                  </a:lnTo>
                  <a:lnTo>
                    <a:pt x="791" y="1188"/>
                  </a:lnTo>
                  <a:lnTo>
                    <a:pt x="791" y="1188"/>
                  </a:lnTo>
                  <a:lnTo>
                    <a:pt x="796" y="1187"/>
                  </a:lnTo>
                  <a:lnTo>
                    <a:pt x="800" y="1186"/>
                  </a:lnTo>
                  <a:lnTo>
                    <a:pt x="802" y="1183"/>
                  </a:lnTo>
                  <a:lnTo>
                    <a:pt x="805" y="1181"/>
                  </a:lnTo>
                  <a:lnTo>
                    <a:pt x="805" y="1181"/>
                  </a:lnTo>
                  <a:lnTo>
                    <a:pt x="807" y="1177"/>
                  </a:lnTo>
                  <a:lnTo>
                    <a:pt x="808" y="1172"/>
                  </a:lnTo>
                  <a:lnTo>
                    <a:pt x="808" y="1166"/>
                  </a:lnTo>
                  <a:lnTo>
                    <a:pt x="807" y="1160"/>
                  </a:lnTo>
                  <a:lnTo>
                    <a:pt x="801" y="1145"/>
                  </a:lnTo>
                  <a:lnTo>
                    <a:pt x="795" y="1129"/>
                  </a:lnTo>
                  <a:lnTo>
                    <a:pt x="795" y="1129"/>
                  </a:lnTo>
                  <a:lnTo>
                    <a:pt x="791" y="1118"/>
                  </a:lnTo>
                  <a:lnTo>
                    <a:pt x="791" y="1118"/>
                  </a:lnTo>
                  <a:lnTo>
                    <a:pt x="783" y="1097"/>
                  </a:lnTo>
                  <a:lnTo>
                    <a:pt x="774" y="1076"/>
                  </a:lnTo>
                  <a:lnTo>
                    <a:pt x="763" y="1055"/>
                  </a:lnTo>
                  <a:lnTo>
                    <a:pt x="752" y="1036"/>
                  </a:lnTo>
                  <a:lnTo>
                    <a:pt x="738" y="1016"/>
                  </a:lnTo>
                  <a:lnTo>
                    <a:pt x="725" y="996"/>
                  </a:lnTo>
                  <a:lnTo>
                    <a:pt x="709" y="977"/>
                  </a:lnTo>
                  <a:lnTo>
                    <a:pt x="694" y="956"/>
                  </a:lnTo>
                  <a:lnTo>
                    <a:pt x="694" y="956"/>
                  </a:lnTo>
                  <a:lnTo>
                    <a:pt x="691" y="951"/>
                  </a:lnTo>
                  <a:lnTo>
                    <a:pt x="689" y="946"/>
                  </a:lnTo>
                  <a:lnTo>
                    <a:pt x="688" y="940"/>
                  </a:lnTo>
                  <a:lnTo>
                    <a:pt x="689" y="934"/>
                  </a:lnTo>
                  <a:lnTo>
                    <a:pt x="690" y="931"/>
                  </a:lnTo>
                  <a:lnTo>
                    <a:pt x="688" y="929"/>
                  </a:lnTo>
                  <a:lnTo>
                    <a:pt x="688" y="929"/>
                  </a:lnTo>
                  <a:lnTo>
                    <a:pt x="685" y="923"/>
                  </a:lnTo>
                  <a:lnTo>
                    <a:pt x="684" y="919"/>
                  </a:lnTo>
                  <a:lnTo>
                    <a:pt x="684" y="916"/>
                  </a:lnTo>
                  <a:lnTo>
                    <a:pt x="684" y="912"/>
                  </a:lnTo>
                  <a:lnTo>
                    <a:pt x="685" y="907"/>
                  </a:lnTo>
                  <a:lnTo>
                    <a:pt x="687" y="904"/>
                  </a:lnTo>
                  <a:lnTo>
                    <a:pt x="690" y="900"/>
                  </a:lnTo>
                  <a:lnTo>
                    <a:pt x="690" y="900"/>
                  </a:lnTo>
                  <a:lnTo>
                    <a:pt x="721" y="867"/>
                  </a:lnTo>
                  <a:lnTo>
                    <a:pt x="752" y="835"/>
                  </a:lnTo>
                  <a:lnTo>
                    <a:pt x="752" y="835"/>
                  </a:lnTo>
                  <a:lnTo>
                    <a:pt x="783" y="801"/>
                  </a:lnTo>
                  <a:lnTo>
                    <a:pt x="816" y="768"/>
                  </a:lnTo>
                  <a:lnTo>
                    <a:pt x="816" y="768"/>
                  </a:lnTo>
                  <a:lnTo>
                    <a:pt x="842" y="741"/>
                  </a:lnTo>
                  <a:lnTo>
                    <a:pt x="868" y="713"/>
                  </a:lnTo>
                  <a:lnTo>
                    <a:pt x="918" y="659"/>
                  </a:lnTo>
                  <a:lnTo>
                    <a:pt x="918" y="659"/>
                  </a:lnTo>
                  <a:lnTo>
                    <a:pt x="963" y="610"/>
                  </a:lnTo>
                  <a:lnTo>
                    <a:pt x="1008" y="562"/>
                  </a:lnTo>
                  <a:lnTo>
                    <a:pt x="1010" y="560"/>
                  </a:lnTo>
                  <a:lnTo>
                    <a:pt x="1010" y="557"/>
                  </a:lnTo>
                  <a:lnTo>
                    <a:pt x="1010" y="557"/>
                  </a:lnTo>
                  <a:lnTo>
                    <a:pt x="1010" y="554"/>
                  </a:lnTo>
                  <a:lnTo>
                    <a:pt x="1011" y="550"/>
                  </a:lnTo>
                  <a:lnTo>
                    <a:pt x="1013" y="546"/>
                  </a:lnTo>
                  <a:lnTo>
                    <a:pt x="1016" y="543"/>
                  </a:lnTo>
                  <a:lnTo>
                    <a:pt x="1016" y="543"/>
                  </a:lnTo>
                  <a:lnTo>
                    <a:pt x="1020" y="539"/>
                  </a:lnTo>
                  <a:lnTo>
                    <a:pt x="1025" y="536"/>
                  </a:lnTo>
                  <a:lnTo>
                    <a:pt x="1030" y="535"/>
                  </a:lnTo>
                  <a:lnTo>
                    <a:pt x="1035" y="534"/>
                  </a:lnTo>
                  <a:lnTo>
                    <a:pt x="1035" y="534"/>
                  </a:lnTo>
                  <a:lnTo>
                    <a:pt x="1039" y="535"/>
                  </a:lnTo>
                  <a:lnTo>
                    <a:pt x="1043" y="536"/>
                  </a:lnTo>
                  <a:lnTo>
                    <a:pt x="1046" y="537"/>
                  </a:lnTo>
                  <a:lnTo>
                    <a:pt x="1050" y="540"/>
                  </a:lnTo>
                  <a:lnTo>
                    <a:pt x="1050" y="540"/>
                  </a:lnTo>
                  <a:lnTo>
                    <a:pt x="1061" y="547"/>
                  </a:lnTo>
                  <a:lnTo>
                    <a:pt x="1074" y="554"/>
                  </a:lnTo>
                  <a:lnTo>
                    <a:pt x="1081" y="556"/>
                  </a:lnTo>
                  <a:lnTo>
                    <a:pt x="1089" y="558"/>
                  </a:lnTo>
                  <a:lnTo>
                    <a:pt x="1096" y="559"/>
                  </a:lnTo>
                  <a:lnTo>
                    <a:pt x="1103" y="560"/>
                  </a:lnTo>
                  <a:lnTo>
                    <a:pt x="1103" y="560"/>
                  </a:lnTo>
                  <a:lnTo>
                    <a:pt x="1110" y="559"/>
                  </a:lnTo>
                  <a:lnTo>
                    <a:pt x="1117" y="558"/>
                  </a:lnTo>
                  <a:lnTo>
                    <a:pt x="1117" y="558"/>
                  </a:lnTo>
                  <a:lnTo>
                    <a:pt x="1123" y="555"/>
                  </a:lnTo>
                  <a:lnTo>
                    <a:pt x="1128" y="551"/>
                  </a:lnTo>
                  <a:lnTo>
                    <a:pt x="1136" y="542"/>
                  </a:lnTo>
                  <a:lnTo>
                    <a:pt x="1136" y="542"/>
                  </a:lnTo>
                  <a:lnTo>
                    <a:pt x="1143" y="535"/>
                  </a:lnTo>
                  <a:lnTo>
                    <a:pt x="1143" y="535"/>
                  </a:lnTo>
                  <a:lnTo>
                    <a:pt x="1150" y="529"/>
                  </a:lnTo>
                  <a:lnTo>
                    <a:pt x="1154" y="523"/>
                  </a:lnTo>
                  <a:lnTo>
                    <a:pt x="1157" y="517"/>
                  </a:lnTo>
                  <a:lnTo>
                    <a:pt x="1159" y="511"/>
                  </a:lnTo>
                  <a:lnTo>
                    <a:pt x="1160" y="505"/>
                  </a:lnTo>
                  <a:lnTo>
                    <a:pt x="1160" y="498"/>
                  </a:lnTo>
                  <a:lnTo>
                    <a:pt x="1160" y="492"/>
                  </a:lnTo>
                  <a:lnTo>
                    <a:pt x="1158" y="486"/>
                  </a:lnTo>
                  <a:lnTo>
                    <a:pt x="1154" y="474"/>
                  </a:lnTo>
                  <a:lnTo>
                    <a:pt x="1147" y="462"/>
                  </a:lnTo>
                  <a:lnTo>
                    <a:pt x="1141" y="451"/>
                  </a:lnTo>
                  <a:lnTo>
                    <a:pt x="1134" y="441"/>
                  </a:lnTo>
                  <a:lnTo>
                    <a:pt x="1130" y="434"/>
                  </a:lnTo>
                  <a:lnTo>
                    <a:pt x="1130" y="434"/>
                  </a:lnTo>
                  <a:lnTo>
                    <a:pt x="1122" y="422"/>
                  </a:lnTo>
                  <a:lnTo>
                    <a:pt x="1111" y="411"/>
                  </a:lnTo>
                  <a:lnTo>
                    <a:pt x="1091" y="389"/>
                  </a:lnTo>
                  <a:lnTo>
                    <a:pt x="1091" y="389"/>
                  </a:lnTo>
                  <a:lnTo>
                    <a:pt x="1076" y="373"/>
                  </a:lnTo>
                  <a:lnTo>
                    <a:pt x="1063" y="357"/>
                  </a:lnTo>
                  <a:lnTo>
                    <a:pt x="1063" y="357"/>
                  </a:lnTo>
                  <a:lnTo>
                    <a:pt x="1046" y="338"/>
                  </a:lnTo>
                  <a:lnTo>
                    <a:pt x="1030" y="321"/>
                  </a:lnTo>
                  <a:lnTo>
                    <a:pt x="996" y="286"/>
                  </a:lnTo>
                  <a:lnTo>
                    <a:pt x="996" y="286"/>
                  </a:lnTo>
                  <a:lnTo>
                    <a:pt x="981" y="271"/>
                  </a:lnTo>
                  <a:lnTo>
                    <a:pt x="981" y="271"/>
                  </a:lnTo>
                  <a:lnTo>
                    <a:pt x="941" y="230"/>
                  </a:lnTo>
                  <a:lnTo>
                    <a:pt x="902" y="190"/>
                  </a:lnTo>
                  <a:lnTo>
                    <a:pt x="902" y="190"/>
                  </a:lnTo>
                  <a:lnTo>
                    <a:pt x="862" y="148"/>
                  </a:lnTo>
                  <a:lnTo>
                    <a:pt x="822" y="108"/>
                  </a:lnTo>
                  <a:lnTo>
                    <a:pt x="816" y="102"/>
                  </a:lnTo>
                  <a:lnTo>
                    <a:pt x="816" y="102"/>
                  </a:lnTo>
                  <a:lnTo>
                    <a:pt x="799" y="85"/>
                  </a:lnTo>
                  <a:lnTo>
                    <a:pt x="789" y="76"/>
                  </a:lnTo>
                  <a:lnTo>
                    <a:pt x="780" y="69"/>
                  </a:lnTo>
                  <a:lnTo>
                    <a:pt x="769" y="62"/>
                  </a:lnTo>
                  <a:lnTo>
                    <a:pt x="758" y="55"/>
                  </a:lnTo>
                  <a:lnTo>
                    <a:pt x="747" y="50"/>
                  </a:lnTo>
                  <a:lnTo>
                    <a:pt x="734" y="47"/>
                  </a:lnTo>
                  <a:lnTo>
                    <a:pt x="734" y="47"/>
                  </a:lnTo>
                  <a:lnTo>
                    <a:pt x="724" y="46"/>
                  </a:lnTo>
                  <a:lnTo>
                    <a:pt x="724" y="46"/>
                  </a:lnTo>
                  <a:lnTo>
                    <a:pt x="714" y="47"/>
                  </a:lnTo>
                  <a:lnTo>
                    <a:pt x="704" y="49"/>
                  </a:lnTo>
                  <a:lnTo>
                    <a:pt x="696" y="52"/>
                  </a:lnTo>
                  <a:lnTo>
                    <a:pt x="688" y="57"/>
                  </a:lnTo>
                  <a:lnTo>
                    <a:pt x="680" y="63"/>
                  </a:lnTo>
                  <a:lnTo>
                    <a:pt x="673" y="70"/>
                  </a:lnTo>
                  <a:lnTo>
                    <a:pt x="667" y="77"/>
                  </a:lnTo>
                  <a:lnTo>
                    <a:pt x="663" y="85"/>
                  </a:lnTo>
                  <a:lnTo>
                    <a:pt x="663" y="85"/>
                  </a:lnTo>
                  <a:lnTo>
                    <a:pt x="660" y="94"/>
                  </a:lnTo>
                  <a:lnTo>
                    <a:pt x="658" y="102"/>
                  </a:lnTo>
                  <a:lnTo>
                    <a:pt x="658" y="111"/>
                  </a:lnTo>
                  <a:lnTo>
                    <a:pt x="659" y="119"/>
                  </a:lnTo>
                  <a:lnTo>
                    <a:pt x="661" y="128"/>
                  </a:lnTo>
                  <a:lnTo>
                    <a:pt x="664" y="135"/>
                  </a:lnTo>
                  <a:lnTo>
                    <a:pt x="668" y="143"/>
                  </a:lnTo>
                  <a:lnTo>
                    <a:pt x="673" y="150"/>
                  </a:lnTo>
                  <a:lnTo>
                    <a:pt x="673" y="150"/>
                  </a:lnTo>
                  <a:lnTo>
                    <a:pt x="677" y="154"/>
                  </a:lnTo>
                  <a:lnTo>
                    <a:pt x="679" y="159"/>
                  </a:lnTo>
                  <a:lnTo>
                    <a:pt x="680" y="164"/>
                  </a:lnTo>
                  <a:lnTo>
                    <a:pt x="680" y="167"/>
                  </a:lnTo>
                  <a:lnTo>
                    <a:pt x="679" y="174"/>
                  </a:lnTo>
                  <a:lnTo>
                    <a:pt x="675" y="178"/>
                  </a:lnTo>
                  <a:lnTo>
                    <a:pt x="675" y="179"/>
                  </a:lnTo>
                  <a:lnTo>
                    <a:pt x="675" y="181"/>
                  </a:lnTo>
                  <a:lnTo>
                    <a:pt x="675" y="181"/>
                  </a:lnTo>
                  <a:lnTo>
                    <a:pt x="674" y="184"/>
                  </a:lnTo>
                  <a:lnTo>
                    <a:pt x="673" y="189"/>
                  </a:lnTo>
                  <a:lnTo>
                    <a:pt x="671" y="192"/>
                  </a:lnTo>
                  <a:lnTo>
                    <a:pt x="668" y="195"/>
                  </a:lnTo>
                  <a:lnTo>
                    <a:pt x="668" y="195"/>
                  </a:lnTo>
                  <a:lnTo>
                    <a:pt x="587" y="277"/>
                  </a:lnTo>
                  <a:lnTo>
                    <a:pt x="506" y="361"/>
                  </a:lnTo>
                  <a:lnTo>
                    <a:pt x="506" y="361"/>
                  </a:lnTo>
                  <a:lnTo>
                    <a:pt x="425" y="444"/>
                  </a:lnTo>
                  <a:lnTo>
                    <a:pt x="343" y="526"/>
                  </a:lnTo>
                  <a:lnTo>
                    <a:pt x="343" y="526"/>
                  </a:lnTo>
                  <a:lnTo>
                    <a:pt x="340" y="529"/>
                  </a:lnTo>
                  <a:lnTo>
                    <a:pt x="337" y="531"/>
                  </a:lnTo>
                  <a:lnTo>
                    <a:pt x="332" y="533"/>
                  </a:lnTo>
                  <a:lnTo>
                    <a:pt x="328" y="534"/>
                  </a:lnTo>
                  <a:lnTo>
                    <a:pt x="328" y="534"/>
                  </a:lnTo>
                  <a:lnTo>
                    <a:pt x="324" y="533"/>
                  </a:lnTo>
                  <a:lnTo>
                    <a:pt x="321" y="533"/>
                  </a:lnTo>
                  <a:lnTo>
                    <a:pt x="319" y="535"/>
                  </a:lnTo>
                  <a:lnTo>
                    <a:pt x="319" y="535"/>
                  </a:lnTo>
                  <a:lnTo>
                    <a:pt x="315" y="538"/>
                  </a:lnTo>
                  <a:lnTo>
                    <a:pt x="311" y="540"/>
                  </a:lnTo>
                  <a:lnTo>
                    <a:pt x="306" y="542"/>
                  </a:lnTo>
                  <a:lnTo>
                    <a:pt x="301" y="542"/>
                  </a:lnTo>
                  <a:lnTo>
                    <a:pt x="301" y="542"/>
                  </a:lnTo>
                  <a:lnTo>
                    <a:pt x="296" y="542"/>
                  </a:lnTo>
                  <a:lnTo>
                    <a:pt x="292" y="540"/>
                  </a:lnTo>
                  <a:lnTo>
                    <a:pt x="292" y="540"/>
                  </a:lnTo>
                  <a:lnTo>
                    <a:pt x="282" y="536"/>
                  </a:lnTo>
                  <a:lnTo>
                    <a:pt x="273" y="529"/>
                  </a:lnTo>
                  <a:lnTo>
                    <a:pt x="253" y="515"/>
                  </a:lnTo>
                  <a:lnTo>
                    <a:pt x="253" y="515"/>
                  </a:lnTo>
                  <a:lnTo>
                    <a:pt x="235" y="502"/>
                  </a:lnTo>
                  <a:lnTo>
                    <a:pt x="225" y="495"/>
                  </a:lnTo>
                  <a:lnTo>
                    <a:pt x="215" y="490"/>
                  </a:lnTo>
                  <a:lnTo>
                    <a:pt x="215" y="490"/>
                  </a:lnTo>
                  <a:lnTo>
                    <a:pt x="199" y="484"/>
                  </a:lnTo>
                  <a:lnTo>
                    <a:pt x="199" y="484"/>
                  </a:lnTo>
                  <a:lnTo>
                    <a:pt x="185" y="478"/>
                  </a:lnTo>
                  <a:lnTo>
                    <a:pt x="178" y="474"/>
                  </a:lnTo>
                  <a:lnTo>
                    <a:pt x="170" y="470"/>
                  </a:lnTo>
                  <a:lnTo>
                    <a:pt x="170" y="470"/>
                  </a:lnTo>
                  <a:lnTo>
                    <a:pt x="161" y="462"/>
                  </a:lnTo>
                  <a:lnTo>
                    <a:pt x="161" y="462"/>
                  </a:lnTo>
                  <a:lnTo>
                    <a:pt x="148" y="451"/>
                  </a:lnTo>
                  <a:lnTo>
                    <a:pt x="139" y="446"/>
                  </a:lnTo>
                  <a:lnTo>
                    <a:pt x="132" y="442"/>
                  </a:lnTo>
                  <a:lnTo>
                    <a:pt x="132" y="442"/>
                  </a:lnTo>
                  <a:lnTo>
                    <a:pt x="116" y="434"/>
                  </a:lnTo>
                  <a:lnTo>
                    <a:pt x="116" y="434"/>
                  </a:lnTo>
                  <a:lnTo>
                    <a:pt x="104" y="429"/>
                  </a:lnTo>
                  <a:lnTo>
                    <a:pt x="92" y="424"/>
                  </a:lnTo>
                  <a:lnTo>
                    <a:pt x="92" y="424"/>
                  </a:lnTo>
                  <a:lnTo>
                    <a:pt x="86" y="424"/>
                  </a:lnTo>
                  <a:lnTo>
                    <a:pt x="86" y="42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07" name="Freeform 738"/>
            <p:cNvSpPr/>
            <p:nvPr/>
          </p:nvSpPr>
          <p:spPr bwMode="auto">
            <a:xfrm>
              <a:off x="5268913" y="4529138"/>
              <a:ext cx="252413" cy="261938"/>
            </a:xfrm>
            <a:custGeom>
              <a:avLst/>
              <a:gdLst/>
              <a:ahLst/>
              <a:cxnLst>
                <a:cxn ang="0">
                  <a:pos x="74" y="493"/>
                </a:cxn>
                <a:cxn ang="0">
                  <a:pos x="47" y="485"/>
                </a:cxn>
                <a:cxn ang="0">
                  <a:pos x="23" y="469"/>
                </a:cxn>
                <a:cxn ang="0">
                  <a:pos x="11" y="456"/>
                </a:cxn>
                <a:cxn ang="0">
                  <a:pos x="8" y="448"/>
                </a:cxn>
                <a:cxn ang="0">
                  <a:pos x="2" y="430"/>
                </a:cxn>
                <a:cxn ang="0">
                  <a:pos x="0" y="399"/>
                </a:cxn>
                <a:cxn ang="0">
                  <a:pos x="9" y="366"/>
                </a:cxn>
                <a:cxn ang="0">
                  <a:pos x="27" y="331"/>
                </a:cxn>
                <a:cxn ang="0">
                  <a:pos x="56" y="292"/>
                </a:cxn>
                <a:cxn ang="0">
                  <a:pos x="79" y="267"/>
                </a:cxn>
                <a:cxn ang="0">
                  <a:pos x="105" y="233"/>
                </a:cxn>
                <a:cxn ang="0">
                  <a:pos x="125" y="208"/>
                </a:cxn>
                <a:cxn ang="0">
                  <a:pos x="164" y="167"/>
                </a:cxn>
                <a:cxn ang="0">
                  <a:pos x="325" y="7"/>
                </a:cxn>
                <a:cxn ang="0">
                  <a:pos x="333" y="2"/>
                </a:cxn>
                <a:cxn ang="0">
                  <a:pos x="341" y="0"/>
                </a:cxn>
                <a:cxn ang="0">
                  <a:pos x="358" y="9"/>
                </a:cxn>
                <a:cxn ang="0">
                  <a:pos x="364" y="21"/>
                </a:cxn>
                <a:cxn ang="0">
                  <a:pos x="362" y="32"/>
                </a:cxn>
                <a:cxn ang="0">
                  <a:pos x="357" y="39"/>
                </a:cxn>
                <a:cxn ang="0">
                  <a:pos x="293" y="101"/>
                </a:cxn>
                <a:cxn ang="0">
                  <a:pos x="193" y="199"/>
                </a:cxn>
                <a:cxn ang="0">
                  <a:pos x="140" y="263"/>
                </a:cxn>
                <a:cxn ang="0">
                  <a:pos x="113" y="300"/>
                </a:cxn>
                <a:cxn ang="0">
                  <a:pos x="76" y="339"/>
                </a:cxn>
                <a:cxn ang="0">
                  <a:pos x="57" y="367"/>
                </a:cxn>
                <a:cxn ang="0">
                  <a:pos x="45" y="405"/>
                </a:cxn>
                <a:cxn ang="0">
                  <a:pos x="47" y="426"/>
                </a:cxn>
                <a:cxn ang="0">
                  <a:pos x="50" y="429"/>
                </a:cxn>
                <a:cxn ang="0">
                  <a:pos x="55" y="436"/>
                </a:cxn>
                <a:cxn ang="0">
                  <a:pos x="71" y="445"/>
                </a:cxn>
                <a:cxn ang="0">
                  <a:pos x="89" y="448"/>
                </a:cxn>
                <a:cxn ang="0">
                  <a:pos x="116" y="442"/>
                </a:cxn>
                <a:cxn ang="0">
                  <a:pos x="144" y="426"/>
                </a:cxn>
                <a:cxn ang="0">
                  <a:pos x="196" y="377"/>
                </a:cxn>
                <a:cxn ang="0">
                  <a:pos x="242" y="324"/>
                </a:cxn>
                <a:cxn ang="0">
                  <a:pos x="294" y="271"/>
                </a:cxn>
                <a:cxn ang="0">
                  <a:pos x="371" y="194"/>
                </a:cxn>
                <a:cxn ang="0">
                  <a:pos x="442" y="114"/>
                </a:cxn>
                <a:cxn ang="0">
                  <a:pos x="448" y="107"/>
                </a:cxn>
                <a:cxn ang="0">
                  <a:pos x="456" y="106"/>
                </a:cxn>
                <a:cxn ang="0">
                  <a:pos x="472" y="115"/>
                </a:cxn>
                <a:cxn ang="0">
                  <a:pos x="478" y="125"/>
                </a:cxn>
                <a:cxn ang="0">
                  <a:pos x="478" y="138"/>
                </a:cxn>
                <a:cxn ang="0">
                  <a:pos x="473" y="147"/>
                </a:cxn>
                <a:cxn ang="0">
                  <a:pos x="408" y="220"/>
                </a:cxn>
                <a:cxn ang="0">
                  <a:pos x="340" y="289"/>
                </a:cxn>
                <a:cxn ang="0">
                  <a:pos x="223" y="410"/>
                </a:cxn>
                <a:cxn ang="0">
                  <a:pos x="189" y="445"/>
                </a:cxn>
                <a:cxn ang="0">
                  <a:pos x="135" y="480"/>
                </a:cxn>
                <a:cxn ang="0">
                  <a:pos x="100" y="492"/>
                </a:cxn>
                <a:cxn ang="0">
                  <a:pos x="84" y="493"/>
                </a:cxn>
              </a:cxnLst>
              <a:rect l="0" t="0" r="r" b="b"/>
              <a:pathLst>
                <a:path w="479" h="493">
                  <a:moveTo>
                    <a:pt x="84" y="493"/>
                  </a:moveTo>
                  <a:lnTo>
                    <a:pt x="84" y="493"/>
                  </a:lnTo>
                  <a:lnTo>
                    <a:pt x="74" y="493"/>
                  </a:lnTo>
                  <a:lnTo>
                    <a:pt x="65" y="491"/>
                  </a:lnTo>
                  <a:lnTo>
                    <a:pt x="56" y="489"/>
                  </a:lnTo>
                  <a:lnTo>
                    <a:pt x="47" y="485"/>
                  </a:lnTo>
                  <a:lnTo>
                    <a:pt x="39" y="480"/>
                  </a:lnTo>
                  <a:lnTo>
                    <a:pt x="31" y="475"/>
                  </a:lnTo>
                  <a:lnTo>
                    <a:pt x="23" y="469"/>
                  </a:lnTo>
                  <a:lnTo>
                    <a:pt x="14" y="462"/>
                  </a:lnTo>
                  <a:lnTo>
                    <a:pt x="14" y="462"/>
                  </a:lnTo>
                  <a:lnTo>
                    <a:pt x="11" y="456"/>
                  </a:lnTo>
                  <a:lnTo>
                    <a:pt x="8" y="449"/>
                  </a:lnTo>
                  <a:lnTo>
                    <a:pt x="8" y="449"/>
                  </a:lnTo>
                  <a:lnTo>
                    <a:pt x="8" y="448"/>
                  </a:lnTo>
                  <a:lnTo>
                    <a:pt x="8" y="448"/>
                  </a:lnTo>
                  <a:lnTo>
                    <a:pt x="4" y="439"/>
                  </a:lnTo>
                  <a:lnTo>
                    <a:pt x="2" y="430"/>
                  </a:lnTo>
                  <a:lnTo>
                    <a:pt x="0" y="419"/>
                  </a:lnTo>
                  <a:lnTo>
                    <a:pt x="0" y="409"/>
                  </a:lnTo>
                  <a:lnTo>
                    <a:pt x="0" y="399"/>
                  </a:lnTo>
                  <a:lnTo>
                    <a:pt x="2" y="388"/>
                  </a:lnTo>
                  <a:lnTo>
                    <a:pt x="5" y="377"/>
                  </a:lnTo>
                  <a:lnTo>
                    <a:pt x="9" y="366"/>
                  </a:lnTo>
                  <a:lnTo>
                    <a:pt x="13" y="354"/>
                  </a:lnTo>
                  <a:lnTo>
                    <a:pt x="20" y="342"/>
                  </a:lnTo>
                  <a:lnTo>
                    <a:pt x="27" y="331"/>
                  </a:lnTo>
                  <a:lnTo>
                    <a:pt x="35" y="318"/>
                  </a:lnTo>
                  <a:lnTo>
                    <a:pt x="44" y="306"/>
                  </a:lnTo>
                  <a:lnTo>
                    <a:pt x="56" y="292"/>
                  </a:lnTo>
                  <a:lnTo>
                    <a:pt x="67" y="280"/>
                  </a:lnTo>
                  <a:lnTo>
                    <a:pt x="79" y="267"/>
                  </a:lnTo>
                  <a:lnTo>
                    <a:pt x="79" y="267"/>
                  </a:lnTo>
                  <a:lnTo>
                    <a:pt x="87" y="258"/>
                  </a:lnTo>
                  <a:lnTo>
                    <a:pt x="94" y="250"/>
                  </a:lnTo>
                  <a:lnTo>
                    <a:pt x="105" y="233"/>
                  </a:lnTo>
                  <a:lnTo>
                    <a:pt x="105" y="233"/>
                  </a:lnTo>
                  <a:lnTo>
                    <a:pt x="115" y="220"/>
                  </a:lnTo>
                  <a:lnTo>
                    <a:pt x="125" y="208"/>
                  </a:lnTo>
                  <a:lnTo>
                    <a:pt x="125" y="208"/>
                  </a:lnTo>
                  <a:lnTo>
                    <a:pt x="144" y="187"/>
                  </a:lnTo>
                  <a:lnTo>
                    <a:pt x="164" y="167"/>
                  </a:lnTo>
                  <a:lnTo>
                    <a:pt x="164" y="167"/>
                  </a:lnTo>
                  <a:lnTo>
                    <a:pt x="185" y="148"/>
                  </a:lnTo>
                  <a:lnTo>
                    <a:pt x="325" y="7"/>
                  </a:lnTo>
                  <a:lnTo>
                    <a:pt x="325" y="7"/>
                  </a:lnTo>
                  <a:lnTo>
                    <a:pt x="328" y="4"/>
                  </a:lnTo>
                  <a:lnTo>
                    <a:pt x="333" y="2"/>
                  </a:lnTo>
                  <a:lnTo>
                    <a:pt x="337" y="1"/>
                  </a:lnTo>
                  <a:lnTo>
                    <a:pt x="341" y="0"/>
                  </a:lnTo>
                  <a:lnTo>
                    <a:pt x="341" y="0"/>
                  </a:lnTo>
                  <a:lnTo>
                    <a:pt x="347" y="1"/>
                  </a:lnTo>
                  <a:lnTo>
                    <a:pt x="353" y="4"/>
                  </a:lnTo>
                  <a:lnTo>
                    <a:pt x="358" y="9"/>
                  </a:lnTo>
                  <a:lnTo>
                    <a:pt x="362" y="15"/>
                  </a:lnTo>
                  <a:lnTo>
                    <a:pt x="362" y="15"/>
                  </a:lnTo>
                  <a:lnTo>
                    <a:pt x="364" y="21"/>
                  </a:lnTo>
                  <a:lnTo>
                    <a:pt x="365" y="26"/>
                  </a:lnTo>
                  <a:lnTo>
                    <a:pt x="364" y="29"/>
                  </a:lnTo>
                  <a:lnTo>
                    <a:pt x="362" y="32"/>
                  </a:lnTo>
                  <a:lnTo>
                    <a:pt x="360" y="36"/>
                  </a:lnTo>
                  <a:lnTo>
                    <a:pt x="357" y="39"/>
                  </a:lnTo>
                  <a:lnTo>
                    <a:pt x="357" y="39"/>
                  </a:lnTo>
                  <a:lnTo>
                    <a:pt x="325" y="70"/>
                  </a:lnTo>
                  <a:lnTo>
                    <a:pt x="293" y="101"/>
                  </a:lnTo>
                  <a:lnTo>
                    <a:pt x="293" y="101"/>
                  </a:lnTo>
                  <a:lnTo>
                    <a:pt x="252" y="139"/>
                  </a:lnTo>
                  <a:lnTo>
                    <a:pt x="212" y="179"/>
                  </a:lnTo>
                  <a:lnTo>
                    <a:pt x="193" y="199"/>
                  </a:lnTo>
                  <a:lnTo>
                    <a:pt x="174" y="220"/>
                  </a:lnTo>
                  <a:lnTo>
                    <a:pt x="157" y="242"/>
                  </a:lnTo>
                  <a:lnTo>
                    <a:pt x="140" y="263"/>
                  </a:lnTo>
                  <a:lnTo>
                    <a:pt x="140" y="263"/>
                  </a:lnTo>
                  <a:lnTo>
                    <a:pt x="127" y="281"/>
                  </a:lnTo>
                  <a:lnTo>
                    <a:pt x="113" y="300"/>
                  </a:lnTo>
                  <a:lnTo>
                    <a:pt x="95" y="319"/>
                  </a:lnTo>
                  <a:lnTo>
                    <a:pt x="76" y="339"/>
                  </a:lnTo>
                  <a:lnTo>
                    <a:pt x="76" y="339"/>
                  </a:lnTo>
                  <a:lnTo>
                    <a:pt x="70" y="346"/>
                  </a:lnTo>
                  <a:lnTo>
                    <a:pt x="63" y="355"/>
                  </a:lnTo>
                  <a:lnTo>
                    <a:pt x="57" y="367"/>
                  </a:lnTo>
                  <a:lnTo>
                    <a:pt x="52" y="379"/>
                  </a:lnTo>
                  <a:lnTo>
                    <a:pt x="47" y="391"/>
                  </a:lnTo>
                  <a:lnTo>
                    <a:pt x="45" y="405"/>
                  </a:lnTo>
                  <a:lnTo>
                    <a:pt x="45" y="416"/>
                  </a:lnTo>
                  <a:lnTo>
                    <a:pt x="46" y="421"/>
                  </a:lnTo>
                  <a:lnTo>
                    <a:pt x="47" y="426"/>
                  </a:lnTo>
                  <a:lnTo>
                    <a:pt x="47" y="427"/>
                  </a:lnTo>
                  <a:lnTo>
                    <a:pt x="50" y="429"/>
                  </a:lnTo>
                  <a:lnTo>
                    <a:pt x="50" y="429"/>
                  </a:lnTo>
                  <a:lnTo>
                    <a:pt x="54" y="435"/>
                  </a:lnTo>
                  <a:lnTo>
                    <a:pt x="54" y="436"/>
                  </a:lnTo>
                  <a:lnTo>
                    <a:pt x="55" y="436"/>
                  </a:lnTo>
                  <a:lnTo>
                    <a:pt x="55" y="436"/>
                  </a:lnTo>
                  <a:lnTo>
                    <a:pt x="63" y="441"/>
                  </a:lnTo>
                  <a:lnTo>
                    <a:pt x="71" y="445"/>
                  </a:lnTo>
                  <a:lnTo>
                    <a:pt x="79" y="447"/>
                  </a:lnTo>
                  <a:lnTo>
                    <a:pt x="89" y="448"/>
                  </a:lnTo>
                  <a:lnTo>
                    <a:pt x="89" y="448"/>
                  </a:lnTo>
                  <a:lnTo>
                    <a:pt x="98" y="447"/>
                  </a:lnTo>
                  <a:lnTo>
                    <a:pt x="106" y="445"/>
                  </a:lnTo>
                  <a:lnTo>
                    <a:pt x="116" y="442"/>
                  </a:lnTo>
                  <a:lnTo>
                    <a:pt x="125" y="437"/>
                  </a:lnTo>
                  <a:lnTo>
                    <a:pt x="134" y="432"/>
                  </a:lnTo>
                  <a:lnTo>
                    <a:pt x="144" y="426"/>
                  </a:lnTo>
                  <a:lnTo>
                    <a:pt x="162" y="411"/>
                  </a:lnTo>
                  <a:lnTo>
                    <a:pt x="180" y="395"/>
                  </a:lnTo>
                  <a:lnTo>
                    <a:pt x="196" y="377"/>
                  </a:lnTo>
                  <a:lnTo>
                    <a:pt x="227" y="341"/>
                  </a:lnTo>
                  <a:lnTo>
                    <a:pt x="227" y="341"/>
                  </a:lnTo>
                  <a:lnTo>
                    <a:pt x="242" y="324"/>
                  </a:lnTo>
                  <a:lnTo>
                    <a:pt x="253" y="311"/>
                  </a:lnTo>
                  <a:lnTo>
                    <a:pt x="253" y="311"/>
                  </a:lnTo>
                  <a:lnTo>
                    <a:pt x="294" y="271"/>
                  </a:lnTo>
                  <a:lnTo>
                    <a:pt x="294" y="271"/>
                  </a:lnTo>
                  <a:lnTo>
                    <a:pt x="333" y="233"/>
                  </a:lnTo>
                  <a:lnTo>
                    <a:pt x="371" y="194"/>
                  </a:lnTo>
                  <a:lnTo>
                    <a:pt x="407" y="155"/>
                  </a:lnTo>
                  <a:lnTo>
                    <a:pt x="424" y="134"/>
                  </a:lnTo>
                  <a:lnTo>
                    <a:pt x="442" y="114"/>
                  </a:lnTo>
                  <a:lnTo>
                    <a:pt x="442" y="114"/>
                  </a:lnTo>
                  <a:lnTo>
                    <a:pt x="445" y="111"/>
                  </a:lnTo>
                  <a:lnTo>
                    <a:pt x="448" y="107"/>
                  </a:lnTo>
                  <a:lnTo>
                    <a:pt x="452" y="106"/>
                  </a:lnTo>
                  <a:lnTo>
                    <a:pt x="456" y="106"/>
                  </a:lnTo>
                  <a:lnTo>
                    <a:pt x="456" y="106"/>
                  </a:lnTo>
                  <a:lnTo>
                    <a:pt x="462" y="107"/>
                  </a:lnTo>
                  <a:lnTo>
                    <a:pt x="468" y="111"/>
                  </a:lnTo>
                  <a:lnTo>
                    <a:pt x="472" y="115"/>
                  </a:lnTo>
                  <a:lnTo>
                    <a:pt x="476" y="121"/>
                  </a:lnTo>
                  <a:lnTo>
                    <a:pt x="476" y="121"/>
                  </a:lnTo>
                  <a:lnTo>
                    <a:pt x="478" y="125"/>
                  </a:lnTo>
                  <a:lnTo>
                    <a:pt x="479" y="131"/>
                  </a:lnTo>
                  <a:lnTo>
                    <a:pt x="478" y="135"/>
                  </a:lnTo>
                  <a:lnTo>
                    <a:pt x="478" y="138"/>
                  </a:lnTo>
                  <a:lnTo>
                    <a:pt x="476" y="143"/>
                  </a:lnTo>
                  <a:lnTo>
                    <a:pt x="473" y="147"/>
                  </a:lnTo>
                  <a:lnTo>
                    <a:pt x="473" y="147"/>
                  </a:lnTo>
                  <a:lnTo>
                    <a:pt x="458" y="165"/>
                  </a:lnTo>
                  <a:lnTo>
                    <a:pt x="442" y="184"/>
                  </a:lnTo>
                  <a:lnTo>
                    <a:pt x="408" y="220"/>
                  </a:lnTo>
                  <a:lnTo>
                    <a:pt x="374" y="255"/>
                  </a:lnTo>
                  <a:lnTo>
                    <a:pt x="340" y="289"/>
                  </a:lnTo>
                  <a:lnTo>
                    <a:pt x="340" y="289"/>
                  </a:lnTo>
                  <a:lnTo>
                    <a:pt x="280" y="348"/>
                  </a:lnTo>
                  <a:lnTo>
                    <a:pt x="251" y="379"/>
                  </a:lnTo>
                  <a:lnTo>
                    <a:pt x="223" y="410"/>
                  </a:lnTo>
                  <a:lnTo>
                    <a:pt x="223" y="410"/>
                  </a:lnTo>
                  <a:lnTo>
                    <a:pt x="207" y="429"/>
                  </a:lnTo>
                  <a:lnTo>
                    <a:pt x="189" y="445"/>
                  </a:lnTo>
                  <a:lnTo>
                    <a:pt x="171" y="460"/>
                  </a:lnTo>
                  <a:lnTo>
                    <a:pt x="153" y="471"/>
                  </a:lnTo>
                  <a:lnTo>
                    <a:pt x="135" y="480"/>
                  </a:lnTo>
                  <a:lnTo>
                    <a:pt x="118" y="488"/>
                  </a:lnTo>
                  <a:lnTo>
                    <a:pt x="109" y="490"/>
                  </a:lnTo>
                  <a:lnTo>
                    <a:pt x="100" y="492"/>
                  </a:lnTo>
                  <a:lnTo>
                    <a:pt x="92" y="493"/>
                  </a:lnTo>
                  <a:lnTo>
                    <a:pt x="84" y="493"/>
                  </a:lnTo>
                  <a:lnTo>
                    <a:pt x="84" y="493"/>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grpSp>
      <p:grpSp>
        <p:nvGrpSpPr>
          <p:cNvPr id="508" name="组合 507"/>
          <p:cNvGrpSpPr/>
          <p:nvPr/>
        </p:nvGrpSpPr>
        <p:grpSpPr>
          <a:xfrm>
            <a:off x="9430475" y="2199473"/>
            <a:ext cx="1266553" cy="1294287"/>
            <a:chOff x="5268913" y="4124325"/>
            <a:chExt cx="652463" cy="666751"/>
          </a:xfrm>
          <a:solidFill>
            <a:schemeClr val="tx1"/>
          </a:solidFill>
        </p:grpSpPr>
        <p:sp>
          <p:nvSpPr>
            <p:cNvPr id="509" name="Freeform 719"/>
            <p:cNvSpPr/>
            <p:nvPr/>
          </p:nvSpPr>
          <p:spPr bwMode="auto">
            <a:xfrm>
              <a:off x="5356226" y="4351338"/>
              <a:ext cx="9525" cy="57150"/>
            </a:xfrm>
            <a:custGeom>
              <a:avLst/>
              <a:gdLst/>
              <a:ahLst/>
              <a:cxnLst>
                <a:cxn ang="0">
                  <a:pos x="9" y="3"/>
                </a:cxn>
                <a:cxn ang="0">
                  <a:pos x="9" y="3"/>
                </a:cxn>
                <a:cxn ang="0">
                  <a:pos x="8" y="1"/>
                </a:cxn>
                <a:cxn ang="0">
                  <a:pos x="7" y="0"/>
                </a:cxn>
                <a:cxn ang="0">
                  <a:pos x="3" y="0"/>
                </a:cxn>
                <a:cxn ang="0">
                  <a:pos x="2" y="0"/>
                </a:cxn>
                <a:cxn ang="0">
                  <a:pos x="0" y="2"/>
                </a:cxn>
                <a:cxn ang="0">
                  <a:pos x="0" y="3"/>
                </a:cxn>
                <a:cxn ang="0">
                  <a:pos x="0" y="5"/>
                </a:cxn>
                <a:cxn ang="0">
                  <a:pos x="0" y="5"/>
                </a:cxn>
                <a:cxn ang="0">
                  <a:pos x="4" y="15"/>
                </a:cxn>
                <a:cxn ang="0">
                  <a:pos x="7" y="25"/>
                </a:cxn>
                <a:cxn ang="0">
                  <a:pos x="9" y="35"/>
                </a:cxn>
                <a:cxn ang="0">
                  <a:pos x="11" y="46"/>
                </a:cxn>
                <a:cxn ang="0">
                  <a:pos x="11" y="46"/>
                </a:cxn>
                <a:cxn ang="0">
                  <a:pos x="11" y="53"/>
                </a:cxn>
                <a:cxn ang="0">
                  <a:pos x="9" y="60"/>
                </a:cxn>
                <a:cxn ang="0">
                  <a:pos x="6" y="75"/>
                </a:cxn>
                <a:cxn ang="0">
                  <a:pos x="2" y="89"/>
                </a:cxn>
                <a:cxn ang="0">
                  <a:pos x="1" y="96"/>
                </a:cxn>
                <a:cxn ang="0">
                  <a:pos x="0" y="104"/>
                </a:cxn>
                <a:cxn ang="0">
                  <a:pos x="0" y="104"/>
                </a:cxn>
                <a:cxn ang="0">
                  <a:pos x="0" y="106"/>
                </a:cxn>
                <a:cxn ang="0">
                  <a:pos x="1" y="108"/>
                </a:cxn>
                <a:cxn ang="0">
                  <a:pos x="3" y="108"/>
                </a:cxn>
                <a:cxn ang="0">
                  <a:pos x="5" y="109"/>
                </a:cxn>
                <a:cxn ang="0">
                  <a:pos x="6" y="108"/>
                </a:cxn>
                <a:cxn ang="0">
                  <a:pos x="8" y="108"/>
                </a:cxn>
                <a:cxn ang="0">
                  <a:pos x="9" y="106"/>
                </a:cxn>
                <a:cxn ang="0">
                  <a:pos x="9" y="104"/>
                </a:cxn>
                <a:cxn ang="0">
                  <a:pos x="9" y="104"/>
                </a:cxn>
                <a:cxn ang="0">
                  <a:pos x="12" y="89"/>
                </a:cxn>
                <a:cxn ang="0">
                  <a:pos x="15" y="75"/>
                </a:cxn>
                <a:cxn ang="0">
                  <a:pos x="18" y="60"/>
                </a:cxn>
                <a:cxn ang="0">
                  <a:pos x="20" y="46"/>
                </a:cxn>
                <a:cxn ang="0">
                  <a:pos x="20" y="46"/>
                </a:cxn>
                <a:cxn ang="0">
                  <a:pos x="20" y="41"/>
                </a:cxn>
                <a:cxn ang="0">
                  <a:pos x="20" y="35"/>
                </a:cxn>
                <a:cxn ang="0">
                  <a:pos x="18" y="24"/>
                </a:cxn>
                <a:cxn ang="0">
                  <a:pos x="14" y="13"/>
                </a:cxn>
                <a:cxn ang="0">
                  <a:pos x="9" y="3"/>
                </a:cxn>
                <a:cxn ang="0">
                  <a:pos x="9" y="3"/>
                </a:cxn>
              </a:cxnLst>
              <a:rect l="0" t="0" r="r" b="b"/>
              <a:pathLst>
                <a:path w="20" h="109">
                  <a:moveTo>
                    <a:pt x="9" y="3"/>
                  </a:moveTo>
                  <a:lnTo>
                    <a:pt x="9" y="3"/>
                  </a:lnTo>
                  <a:lnTo>
                    <a:pt x="8" y="1"/>
                  </a:lnTo>
                  <a:lnTo>
                    <a:pt x="7" y="0"/>
                  </a:lnTo>
                  <a:lnTo>
                    <a:pt x="3" y="0"/>
                  </a:lnTo>
                  <a:lnTo>
                    <a:pt x="2" y="0"/>
                  </a:lnTo>
                  <a:lnTo>
                    <a:pt x="0" y="2"/>
                  </a:lnTo>
                  <a:lnTo>
                    <a:pt x="0" y="3"/>
                  </a:lnTo>
                  <a:lnTo>
                    <a:pt x="0" y="5"/>
                  </a:lnTo>
                  <a:lnTo>
                    <a:pt x="0" y="5"/>
                  </a:lnTo>
                  <a:lnTo>
                    <a:pt x="4" y="15"/>
                  </a:lnTo>
                  <a:lnTo>
                    <a:pt x="7" y="25"/>
                  </a:lnTo>
                  <a:lnTo>
                    <a:pt x="9" y="35"/>
                  </a:lnTo>
                  <a:lnTo>
                    <a:pt x="11" y="46"/>
                  </a:lnTo>
                  <a:lnTo>
                    <a:pt x="11" y="46"/>
                  </a:lnTo>
                  <a:lnTo>
                    <a:pt x="11" y="53"/>
                  </a:lnTo>
                  <a:lnTo>
                    <a:pt x="9" y="60"/>
                  </a:lnTo>
                  <a:lnTo>
                    <a:pt x="6" y="75"/>
                  </a:lnTo>
                  <a:lnTo>
                    <a:pt x="2" y="89"/>
                  </a:lnTo>
                  <a:lnTo>
                    <a:pt x="1" y="96"/>
                  </a:lnTo>
                  <a:lnTo>
                    <a:pt x="0" y="104"/>
                  </a:lnTo>
                  <a:lnTo>
                    <a:pt x="0" y="104"/>
                  </a:lnTo>
                  <a:lnTo>
                    <a:pt x="0" y="106"/>
                  </a:lnTo>
                  <a:lnTo>
                    <a:pt x="1" y="108"/>
                  </a:lnTo>
                  <a:lnTo>
                    <a:pt x="3" y="108"/>
                  </a:lnTo>
                  <a:lnTo>
                    <a:pt x="5" y="109"/>
                  </a:lnTo>
                  <a:lnTo>
                    <a:pt x="6" y="108"/>
                  </a:lnTo>
                  <a:lnTo>
                    <a:pt x="8" y="108"/>
                  </a:lnTo>
                  <a:lnTo>
                    <a:pt x="9" y="106"/>
                  </a:lnTo>
                  <a:lnTo>
                    <a:pt x="9" y="104"/>
                  </a:lnTo>
                  <a:lnTo>
                    <a:pt x="9" y="104"/>
                  </a:lnTo>
                  <a:lnTo>
                    <a:pt x="12" y="89"/>
                  </a:lnTo>
                  <a:lnTo>
                    <a:pt x="15" y="75"/>
                  </a:lnTo>
                  <a:lnTo>
                    <a:pt x="18" y="60"/>
                  </a:lnTo>
                  <a:lnTo>
                    <a:pt x="20" y="46"/>
                  </a:lnTo>
                  <a:lnTo>
                    <a:pt x="20" y="46"/>
                  </a:lnTo>
                  <a:lnTo>
                    <a:pt x="20" y="41"/>
                  </a:lnTo>
                  <a:lnTo>
                    <a:pt x="20" y="35"/>
                  </a:lnTo>
                  <a:lnTo>
                    <a:pt x="18" y="24"/>
                  </a:lnTo>
                  <a:lnTo>
                    <a:pt x="14" y="13"/>
                  </a:lnTo>
                  <a:lnTo>
                    <a:pt x="9" y="3"/>
                  </a:lnTo>
                  <a:lnTo>
                    <a:pt x="9" y="3"/>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10" name="Freeform 720"/>
            <p:cNvSpPr/>
            <p:nvPr/>
          </p:nvSpPr>
          <p:spPr bwMode="auto">
            <a:xfrm>
              <a:off x="5392738" y="4365625"/>
              <a:ext cx="12700" cy="80963"/>
            </a:xfrm>
            <a:custGeom>
              <a:avLst/>
              <a:gdLst/>
              <a:ahLst/>
              <a:cxnLst>
                <a:cxn ang="0">
                  <a:pos x="25" y="4"/>
                </a:cxn>
                <a:cxn ang="0">
                  <a:pos x="25" y="4"/>
                </a:cxn>
                <a:cxn ang="0">
                  <a:pos x="25" y="2"/>
                </a:cxn>
                <a:cxn ang="0">
                  <a:pos x="24" y="1"/>
                </a:cxn>
                <a:cxn ang="0">
                  <a:pos x="22" y="0"/>
                </a:cxn>
                <a:cxn ang="0">
                  <a:pos x="21" y="0"/>
                </a:cxn>
                <a:cxn ang="0">
                  <a:pos x="19" y="0"/>
                </a:cxn>
                <a:cxn ang="0">
                  <a:pos x="17" y="1"/>
                </a:cxn>
                <a:cxn ang="0">
                  <a:pos x="16" y="2"/>
                </a:cxn>
                <a:cxn ang="0">
                  <a:pos x="16" y="4"/>
                </a:cxn>
                <a:cxn ang="0">
                  <a:pos x="16" y="4"/>
                </a:cxn>
                <a:cxn ang="0">
                  <a:pos x="14" y="24"/>
                </a:cxn>
                <a:cxn ang="0">
                  <a:pos x="11" y="43"/>
                </a:cxn>
                <a:cxn ang="0">
                  <a:pos x="4" y="80"/>
                </a:cxn>
                <a:cxn ang="0">
                  <a:pos x="4" y="80"/>
                </a:cxn>
                <a:cxn ang="0">
                  <a:pos x="1" y="96"/>
                </a:cxn>
                <a:cxn ang="0">
                  <a:pos x="0" y="114"/>
                </a:cxn>
                <a:cxn ang="0">
                  <a:pos x="1" y="147"/>
                </a:cxn>
                <a:cxn ang="0">
                  <a:pos x="1" y="147"/>
                </a:cxn>
                <a:cxn ang="0">
                  <a:pos x="1" y="149"/>
                </a:cxn>
                <a:cxn ang="0">
                  <a:pos x="2" y="150"/>
                </a:cxn>
                <a:cxn ang="0">
                  <a:pos x="5" y="151"/>
                </a:cxn>
                <a:cxn ang="0">
                  <a:pos x="7" y="151"/>
                </a:cxn>
                <a:cxn ang="0">
                  <a:pos x="8" y="151"/>
                </a:cxn>
                <a:cxn ang="0">
                  <a:pos x="10" y="150"/>
                </a:cxn>
                <a:cxn ang="0">
                  <a:pos x="11" y="149"/>
                </a:cxn>
                <a:cxn ang="0">
                  <a:pos x="11" y="147"/>
                </a:cxn>
                <a:cxn ang="0">
                  <a:pos x="11" y="147"/>
                </a:cxn>
                <a:cxn ang="0">
                  <a:pos x="11" y="126"/>
                </a:cxn>
                <a:cxn ang="0">
                  <a:pos x="11" y="107"/>
                </a:cxn>
                <a:cxn ang="0">
                  <a:pos x="13" y="86"/>
                </a:cxn>
                <a:cxn ang="0">
                  <a:pos x="16" y="65"/>
                </a:cxn>
                <a:cxn ang="0">
                  <a:pos x="16" y="65"/>
                </a:cxn>
                <a:cxn ang="0">
                  <a:pos x="22" y="35"/>
                </a:cxn>
                <a:cxn ang="0">
                  <a:pos x="24" y="20"/>
                </a:cxn>
                <a:cxn ang="0">
                  <a:pos x="25" y="4"/>
                </a:cxn>
                <a:cxn ang="0">
                  <a:pos x="25" y="4"/>
                </a:cxn>
              </a:cxnLst>
              <a:rect l="0" t="0" r="r" b="b"/>
              <a:pathLst>
                <a:path w="25" h="151">
                  <a:moveTo>
                    <a:pt x="25" y="4"/>
                  </a:moveTo>
                  <a:lnTo>
                    <a:pt x="25" y="4"/>
                  </a:lnTo>
                  <a:lnTo>
                    <a:pt x="25" y="2"/>
                  </a:lnTo>
                  <a:lnTo>
                    <a:pt x="24" y="1"/>
                  </a:lnTo>
                  <a:lnTo>
                    <a:pt x="22" y="0"/>
                  </a:lnTo>
                  <a:lnTo>
                    <a:pt x="21" y="0"/>
                  </a:lnTo>
                  <a:lnTo>
                    <a:pt x="19" y="0"/>
                  </a:lnTo>
                  <a:lnTo>
                    <a:pt x="17" y="1"/>
                  </a:lnTo>
                  <a:lnTo>
                    <a:pt x="16" y="2"/>
                  </a:lnTo>
                  <a:lnTo>
                    <a:pt x="16" y="4"/>
                  </a:lnTo>
                  <a:lnTo>
                    <a:pt x="16" y="4"/>
                  </a:lnTo>
                  <a:lnTo>
                    <a:pt x="14" y="24"/>
                  </a:lnTo>
                  <a:lnTo>
                    <a:pt x="11" y="43"/>
                  </a:lnTo>
                  <a:lnTo>
                    <a:pt x="4" y="80"/>
                  </a:lnTo>
                  <a:lnTo>
                    <a:pt x="4" y="80"/>
                  </a:lnTo>
                  <a:lnTo>
                    <a:pt x="1" y="96"/>
                  </a:lnTo>
                  <a:lnTo>
                    <a:pt x="0" y="114"/>
                  </a:lnTo>
                  <a:lnTo>
                    <a:pt x="1" y="147"/>
                  </a:lnTo>
                  <a:lnTo>
                    <a:pt x="1" y="147"/>
                  </a:lnTo>
                  <a:lnTo>
                    <a:pt x="1" y="149"/>
                  </a:lnTo>
                  <a:lnTo>
                    <a:pt x="2" y="150"/>
                  </a:lnTo>
                  <a:lnTo>
                    <a:pt x="5" y="151"/>
                  </a:lnTo>
                  <a:lnTo>
                    <a:pt x="7" y="151"/>
                  </a:lnTo>
                  <a:lnTo>
                    <a:pt x="8" y="151"/>
                  </a:lnTo>
                  <a:lnTo>
                    <a:pt x="10" y="150"/>
                  </a:lnTo>
                  <a:lnTo>
                    <a:pt x="11" y="149"/>
                  </a:lnTo>
                  <a:lnTo>
                    <a:pt x="11" y="147"/>
                  </a:lnTo>
                  <a:lnTo>
                    <a:pt x="11" y="147"/>
                  </a:lnTo>
                  <a:lnTo>
                    <a:pt x="11" y="126"/>
                  </a:lnTo>
                  <a:lnTo>
                    <a:pt x="11" y="107"/>
                  </a:lnTo>
                  <a:lnTo>
                    <a:pt x="13" y="86"/>
                  </a:lnTo>
                  <a:lnTo>
                    <a:pt x="16" y="65"/>
                  </a:lnTo>
                  <a:lnTo>
                    <a:pt x="16" y="65"/>
                  </a:lnTo>
                  <a:lnTo>
                    <a:pt x="22" y="35"/>
                  </a:lnTo>
                  <a:lnTo>
                    <a:pt x="24" y="20"/>
                  </a:lnTo>
                  <a:lnTo>
                    <a:pt x="25" y="4"/>
                  </a:lnTo>
                  <a:lnTo>
                    <a:pt x="25" y="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11" name="Freeform 721"/>
            <p:cNvSpPr/>
            <p:nvPr/>
          </p:nvSpPr>
          <p:spPr bwMode="auto">
            <a:xfrm>
              <a:off x="5421313" y="4389438"/>
              <a:ext cx="19050" cy="84138"/>
            </a:xfrm>
            <a:custGeom>
              <a:avLst/>
              <a:gdLst/>
              <a:ahLst/>
              <a:cxnLst>
                <a:cxn ang="0">
                  <a:pos x="29" y="2"/>
                </a:cxn>
                <a:cxn ang="0">
                  <a:pos x="29" y="2"/>
                </a:cxn>
                <a:cxn ang="0">
                  <a:pos x="22" y="16"/>
                </a:cxn>
                <a:cxn ang="0">
                  <a:pos x="18" y="30"/>
                </a:cxn>
                <a:cxn ang="0">
                  <a:pos x="15" y="46"/>
                </a:cxn>
                <a:cxn ang="0">
                  <a:pos x="13" y="61"/>
                </a:cxn>
                <a:cxn ang="0">
                  <a:pos x="13" y="61"/>
                </a:cxn>
                <a:cxn ang="0">
                  <a:pos x="8" y="85"/>
                </a:cxn>
                <a:cxn ang="0">
                  <a:pos x="4" y="109"/>
                </a:cxn>
                <a:cxn ang="0">
                  <a:pos x="1" y="133"/>
                </a:cxn>
                <a:cxn ang="0">
                  <a:pos x="0" y="157"/>
                </a:cxn>
                <a:cxn ang="0">
                  <a:pos x="0" y="157"/>
                </a:cxn>
                <a:cxn ang="0">
                  <a:pos x="0" y="158"/>
                </a:cxn>
                <a:cxn ang="0">
                  <a:pos x="1" y="160"/>
                </a:cxn>
                <a:cxn ang="0">
                  <a:pos x="2" y="161"/>
                </a:cxn>
                <a:cxn ang="0">
                  <a:pos x="4" y="161"/>
                </a:cxn>
                <a:cxn ang="0">
                  <a:pos x="6" y="161"/>
                </a:cxn>
                <a:cxn ang="0">
                  <a:pos x="7" y="160"/>
                </a:cxn>
                <a:cxn ang="0">
                  <a:pos x="8" y="158"/>
                </a:cxn>
                <a:cxn ang="0">
                  <a:pos x="9" y="157"/>
                </a:cxn>
                <a:cxn ang="0">
                  <a:pos x="9" y="157"/>
                </a:cxn>
                <a:cxn ang="0">
                  <a:pos x="10" y="137"/>
                </a:cxn>
                <a:cxn ang="0">
                  <a:pos x="14" y="117"/>
                </a:cxn>
                <a:cxn ang="0">
                  <a:pos x="20" y="78"/>
                </a:cxn>
                <a:cxn ang="0">
                  <a:pos x="20" y="78"/>
                </a:cxn>
                <a:cxn ang="0">
                  <a:pos x="22" y="59"/>
                </a:cxn>
                <a:cxn ang="0">
                  <a:pos x="25" y="42"/>
                </a:cxn>
                <a:cxn ang="0">
                  <a:pos x="30" y="24"/>
                </a:cxn>
                <a:cxn ang="0">
                  <a:pos x="33" y="15"/>
                </a:cxn>
                <a:cxn ang="0">
                  <a:pos x="37" y="7"/>
                </a:cxn>
                <a:cxn ang="0">
                  <a:pos x="37" y="7"/>
                </a:cxn>
                <a:cxn ang="0">
                  <a:pos x="37" y="5"/>
                </a:cxn>
                <a:cxn ang="0">
                  <a:pos x="37" y="3"/>
                </a:cxn>
                <a:cxn ang="0">
                  <a:pos x="36" y="2"/>
                </a:cxn>
                <a:cxn ang="0">
                  <a:pos x="35" y="1"/>
                </a:cxn>
                <a:cxn ang="0">
                  <a:pos x="33" y="0"/>
                </a:cxn>
                <a:cxn ang="0">
                  <a:pos x="31" y="0"/>
                </a:cxn>
                <a:cxn ang="0">
                  <a:pos x="30" y="1"/>
                </a:cxn>
                <a:cxn ang="0">
                  <a:pos x="29" y="2"/>
                </a:cxn>
                <a:cxn ang="0">
                  <a:pos x="29" y="2"/>
                </a:cxn>
              </a:cxnLst>
              <a:rect l="0" t="0" r="r" b="b"/>
              <a:pathLst>
                <a:path w="37" h="161">
                  <a:moveTo>
                    <a:pt x="29" y="2"/>
                  </a:moveTo>
                  <a:lnTo>
                    <a:pt x="29" y="2"/>
                  </a:lnTo>
                  <a:lnTo>
                    <a:pt x="22" y="16"/>
                  </a:lnTo>
                  <a:lnTo>
                    <a:pt x="18" y="30"/>
                  </a:lnTo>
                  <a:lnTo>
                    <a:pt x="15" y="46"/>
                  </a:lnTo>
                  <a:lnTo>
                    <a:pt x="13" y="61"/>
                  </a:lnTo>
                  <a:lnTo>
                    <a:pt x="13" y="61"/>
                  </a:lnTo>
                  <a:lnTo>
                    <a:pt x="8" y="85"/>
                  </a:lnTo>
                  <a:lnTo>
                    <a:pt x="4" y="109"/>
                  </a:lnTo>
                  <a:lnTo>
                    <a:pt x="1" y="133"/>
                  </a:lnTo>
                  <a:lnTo>
                    <a:pt x="0" y="157"/>
                  </a:lnTo>
                  <a:lnTo>
                    <a:pt x="0" y="157"/>
                  </a:lnTo>
                  <a:lnTo>
                    <a:pt x="0" y="158"/>
                  </a:lnTo>
                  <a:lnTo>
                    <a:pt x="1" y="160"/>
                  </a:lnTo>
                  <a:lnTo>
                    <a:pt x="2" y="161"/>
                  </a:lnTo>
                  <a:lnTo>
                    <a:pt x="4" y="161"/>
                  </a:lnTo>
                  <a:lnTo>
                    <a:pt x="6" y="161"/>
                  </a:lnTo>
                  <a:lnTo>
                    <a:pt x="7" y="160"/>
                  </a:lnTo>
                  <a:lnTo>
                    <a:pt x="8" y="158"/>
                  </a:lnTo>
                  <a:lnTo>
                    <a:pt x="9" y="157"/>
                  </a:lnTo>
                  <a:lnTo>
                    <a:pt x="9" y="157"/>
                  </a:lnTo>
                  <a:lnTo>
                    <a:pt x="10" y="137"/>
                  </a:lnTo>
                  <a:lnTo>
                    <a:pt x="14" y="117"/>
                  </a:lnTo>
                  <a:lnTo>
                    <a:pt x="20" y="78"/>
                  </a:lnTo>
                  <a:lnTo>
                    <a:pt x="20" y="78"/>
                  </a:lnTo>
                  <a:lnTo>
                    <a:pt x="22" y="59"/>
                  </a:lnTo>
                  <a:lnTo>
                    <a:pt x="25" y="42"/>
                  </a:lnTo>
                  <a:lnTo>
                    <a:pt x="30" y="24"/>
                  </a:lnTo>
                  <a:lnTo>
                    <a:pt x="33" y="15"/>
                  </a:lnTo>
                  <a:lnTo>
                    <a:pt x="37" y="7"/>
                  </a:lnTo>
                  <a:lnTo>
                    <a:pt x="37" y="7"/>
                  </a:lnTo>
                  <a:lnTo>
                    <a:pt x="37" y="5"/>
                  </a:lnTo>
                  <a:lnTo>
                    <a:pt x="37" y="3"/>
                  </a:lnTo>
                  <a:lnTo>
                    <a:pt x="36" y="2"/>
                  </a:lnTo>
                  <a:lnTo>
                    <a:pt x="35" y="1"/>
                  </a:lnTo>
                  <a:lnTo>
                    <a:pt x="33" y="0"/>
                  </a:lnTo>
                  <a:lnTo>
                    <a:pt x="31" y="0"/>
                  </a:lnTo>
                  <a:lnTo>
                    <a:pt x="30" y="1"/>
                  </a:lnTo>
                  <a:lnTo>
                    <a:pt x="29" y="2"/>
                  </a:lnTo>
                  <a:lnTo>
                    <a:pt x="29" y="2"/>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12" name="Freeform 722"/>
            <p:cNvSpPr/>
            <p:nvPr/>
          </p:nvSpPr>
          <p:spPr bwMode="auto">
            <a:xfrm>
              <a:off x="5461001" y="4381500"/>
              <a:ext cx="22225" cy="125413"/>
            </a:xfrm>
            <a:custGeom>
              <a:avLst/>
              <a:gdLst/>
              <a:ahLst/>
              <a:cxnLst>
                <a:cxn ang="0">
                  <a:pos x="33" y="5"/>
                </a:cxn>
                <a:cxn ang="0">
                  <a:pos x="33" y="5"/>
                </a:cxn>
                <a:cxn ang="0">
                  <a:pos x="31" y="16"/>
                </a:cxn>
                <a:cxn ang="0">
                  <a:pos x="28" y="21"/>
                </a:cxn>
                <a:cxn ang="0">
                  <a:pos x="25" y="25"/>
                </a:cxn>
                <a:cxn ang="0">
                  <a:pos x="23" y="32"/>
                </a:cxn>
                <a:cxn ang="0">
                  <a:pos x="23" y="32"/>
                </a:cxn>
                <a:cxn ang="0">
                  <a:pos x="17" y="67"/>
                </a:cxn>
                <a:cxn ang="0">
                  <a:pos x="17" y="67"/>
                </a:cxn>
                <a:cxn ang="0">
                  <a:pos x="13" y="96"/>
                </a:cxn>
                <a:cxn ang="0">
                  <a:pos x="10" y="124"/>
                </a:cxn>
                <a:cxn ang="0">
                  <a:pos x="10" y="124"/>
                </a:cxn>
                <a:cxn ang="0">
                  <a:pos x="6" y="152"/>
                </a:cxn>
                <a:cxn ang="0">
                  <a:pos x="3" y="179"/>
                </a:cxn>
                <a:cxn ang="0">
                  <a:pos x="1" y="206"/>
                </a:cxn>
                <a:cxn ang="0">
                  <a:pos x="0" y="232"/>
                </a:cxn>
                <a:cxn ang="0">
                  <a:pos x="0" y="232"/>
                </a:cxn>
                <a:cxn ang="0">
                  <a:pos x="0" y="235"/>
                </a:cxn>
                <a:cxn ang="0">
                  <a:pos x="1" y="237"/>
                </a:cxn>
                <a:cxn ang="0">
                  <a:pos x="3" y="237"/>
                </a:cxn>
                <a:cxn ang="0">
                  <a:pos x="5" y="238"/>
                </a:cxn>
                <a:cxn ang="0">
                  <a:pos x="6" y="237"/>
                </a:cxn>
                <a:cxn ang="0">
                  <a:pos x="8" y="237"/>
                </a:cxn>
                <a:cxn ang="0">
                  <a:pos x="9" y="235"/>
                </a:cxn>
                <a:cxn ang="0">
                  <a:pos x="9" y="232"/>
                </a:cxn>
                <a:cxn ang="0">
                  <a:pos x="9" y="232"/>
                </a:cxn>
                <a:cxn ang="0">
                  <a:pos x="10" y="201"/>
                </a:cxn>
                <a:cxn ang="0">
                  <a:pos x="13" y="170"/>
                </a:cxn>
                <a:cxn ang="0">
                  <a:pos x="17" y="141"/>
                </a:cxn>
                <a:cxn ang="0">
                  <a:pos x="21" y="110"/>
                </a:cxn>
                <a:cxn ang="0">
                  <a:pos x="21" y="110"/>
                </a:cxn>
                <a:cxn ang="0">
                  <a:pos x="25" y="81"/>
                </a:cxn>
                <a:cxn ang="0">
                  <a:pos x="26" y="67"/>
                </a:cxn>
                <a:cxn ang="0">
                  <a:pos x="30" y="53"/>
                </a:cxn>
                <a:cxn ang="0">
                  <a:pos x="30" y="53"/>
                </a:cxn>
                <a:cxn ang="0">
                  <a:pos x="33" y="40"/>
                </a:cxn>
                <a:cxn ang="0">
                  <a:pos x="36" y="29"/>
                </a:cxn>
                <a:cxn ang="0">
                  <a:pos x="40" y="18"/>
                </a:cxn>
                <a:cxn ang="0">
                  <a:pos x="42" y="5"/>
                </a:cxn>
                <a:cxn ang="0">
                  <a:pos x="42" y="5"/>
                </a:cxn>
                <a:cxn ang="0">
                  <a:pos x="42" y="3"/>
                </a:cxn>
                <a:cxn ang="0">
                  <a:pos x="41" y="2"/>
                </a:cxn>
                <a:cxn ang="0">
                  <a:pos x="40" y="1"/>
                </a:cxn>
                <a:cxn ang="0">
                  <a:pos x="38" y="0"/>
                </a:cxn>
                <a:cxn ang="0">
                  <a:pos x="35" y="2"/>
                </a:cxn>
                <a:cxn ang="0">
                  <a:pos x="34" y="3"/>
                </a:cxn>
                <a:cxn ang="0">
                  <a:pos x="33" y="5"/>
                </a:cxn>
                <a:cxn ang="0">
                  <a:pos x="33" y="5"/>
                </a:cxn>
              </a:cxnLst>
              <a:rect l="0" t="0" r="r" b="b"/>
              <a:pathLst>
                <a:path w="42" h="238">
                  <a:moveTo>
                    <a:pt x="33" y="5"/>
                  </a:moveTo>
                  <a:lnTo>
                    <a:pt x="33" y="5"/>
                  </a:lnTo>
                  <a:lnTo>
                    <a:pt x="31" y="16"/>
                  </a:lnTo>
                  <a:lnTo>
                    <a:pt x="28" y="21"/>
                  </a:lnTo>
                  <a:lnTo>
                    <a:pt x="25" y="25"/>
                  </a:lnTo>
                  <a:lnTo>
                    <a:pt x="23" y="32"/>
                  </a:lnTo>
                  <a:lnTo>
                    <a:pt x="23" y="32"/>
                  </a:lnTo>
                  <a:lnTo>
                    <a:pt x="17" y="67"/>
                  </a:lnTo>
                  <a:lnTo>
                    <a:pt x="17" y="67"/>
                  </a:lnTo>
                  <a:lnTo>
                    <a:pt x="13" y="96"/>
                  </a:lnTo>
                  <a:lnTo>
                    <a:pt x="10" y="124"/>
                  </a:lnTo>
                  <a:lnTo>
                    <a:pt x="10" y="124"/>
                  </a:lnTo>
                  <a:lnTo>
                    <a:pt x="6" y="152"/>
                  </a:lnTo>
                  <a:lnTo>
                    <a:pt x="3" y="179"/>
                  </a:lnTo>
                  <a:lnTo>
                    <a:pt x="1" y="206"/>
                  </a:lnTo>
                  <a:lnTo>
                    <a:pt x="0" y="232"/>
                  </a:lnTo>
                  <a:lnTo>
                    <a:pt x="0" y="232"/>
                  </a:lnTo>
                  <a:lnTo>
                    <a:pt x="0" y="235"/>
                  </a:lnTo>
                  <a:lnTo>
                    <a:pt x="1" y="237"/>
                  </a:lnTo>
                  <a:lnTo>
                    <a:pt x="3" y="237"/>
                  </a:lnTo>
                  <a:lnTo>
                    <a:pt x="5" y="238"/>
                  </a:lnTo>
                  <a:lnTo>
                    <a:pt x="6" y="237"/>
                  </a:lnTo>
                  <a:lnTo>
                    <a:pt x="8" y="237"/>
                  </a:lnTo>
                  <a:lnTo>
                    <a:pt x="9" y="235"/>
                  </a:lnTo>
                  <a:lnTo>
                    <a:pt x="9" y="232"/>
                  </a:lnTo>
                  <a:lnTo>
                    <a:pt x="9" y="232"/>
                  </a:lnTo>
                  <a:lnTo>
                    <a:pt x="10" y="201"/>
                  </a:lnTo>
                  <a:lnTo>
                    <a:pt x="13" y="170"/>
                  </a:lnTo>
                  <a:lnTo>
                    <a:pt x="17" y="141"/>
                  </a:lnTo>
                  <a:lnTo>
                    <a:pt x="21" y="110"/>
                  </a:lnTo>
                  <a:lnTo>
                    <a:pt x="21" y="110"/>
                  </a:lnTo>
                  <a:lnTo>
                    <a:pt x="25" y="81"/>
                  </a:lnTo>
                  <a:lnTo>
                    <a:pt x="26" y="67"/>
                  </a:lnTo>
                  <a:lnTo>
                    <a:pt x="30" y="53"/>
                  </a:lnTo>
                  <a:lnTo>
                    <a:pt x="30" y="53"/>
                  </a:lnTo>
                  <a:lnTo>
                    <a:pt x="33" y="40"/>
                  </a:lnTo>
                  <a:lnTo>
                    <a:pt x="36" y="29"/>
                  </a:lnTo>
                  <a:lnTo>
                    <a:pt x="40" y="18"/>
                  </a:lnTo>
                  <a:lnTo>
                    <a:pt x="42" y="5"/>
                  </a:lnTo>
                  <a:lnTo>
                    <a:pt x="42" y="5"/>
                  </a:lnTo>
                  <a:lnTo>
                    <a:pt x="42" y="3"/>
                  </a:lnTo>
                  <a:lnTo>
                    <a:pt x="41" y="2"/>
                  </a:lnTo>
                  <a:lnTo>
                    <a:pt x="40" y="1"/>
                  </a:lnTo>
                  <a:lnTo>
                    <a:pt x="38" y="0"/>
                  </a:lnTo>
                  <a:lnTo>
                    <a:pt x="35" y="2"/>
                  </a:lnTo>
                  <a:lnTo>
                    <a:pt x="34" y="3"/>
                  </a:lnTo>
                  <a:lnTo>
                    <a:pt x="33" y="5"/>
                  </a:lnTo>
                  <a:lnTo>
                    <a:pt x="33" y="5"/>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13" name="Freeform 723"/>
            <p:cNvSpPr/>
            <p:nvPr/>
          </p:nvSpPr>
          <p:spPr bwMode="auto">
            <a:xfrm>
              <a:off x="5483226" y="4329113"/>
              <a:ext cx="38100" cy="220663"/>
            </a:xfrm>
            <a:custGeom>
              <a:avLst/>
              <a:gdLst/>
              <a:ahLst/>
              <a:cxnLst>
                <a:cxn ang="0">
                  <a:pos x="65" y="1"/>
                </a:cxn>
                <a:cxn ang="0">
                  <a:pos x="56" y="18"/>
                </a:cxn>
                <a:cxn ang="0">
                  <a:pos x="50" y="38"/>
                </a:cxn>
                <a:cxn ang="0">
                  <a:pos x="46" y="78"/>
                </a:cxn>
                <a:cxn ang="0">
                  <a:pos x="25" y="213"/>
                </a:cxn>
                <a:cxn ang="0">
                  <a:pos x="18" y="243"/>
                </a:cxn>
                <a:cxn ang="0">
                  <a:pos x="8" y="300"/>
                </a:cxn>
                <a:cxn ang="0">
                  <a:pos x="4" y="330"/>
                </a:cxn>
                <a:cxn ang="0">
                  <a:pos x="1" y="363"/>
                </a:cxn>
                <a:cxn ang="0">
                  <a:pos x="1" y="386"/>
                </a:cxn>
                <a:cxn ang="0">
                  <a:pos x="7" y="407"/>
                </a:cxn>
                <a:cxn ang="0">
                  <a:pos x="13" y="415"/>
                </a:cxn>
                <a:cxn ang="0">
                  <a:pos x="14" y="417"/>
                </a:cxn>
                <a:cxn ang="0">
                  <a:pos x="18" y="417"/>
                </a:cxn>
                <a:cxn ang="0">
                  <a:pos x="20" y="413"/>
                </a:cxn>
                <a:cxn ang="0">
                  <a:pos x="19" y="409"/>
                </a:cxn>
                <a:cxn ang="0">
                  <a:pos x="15" y="403"/>
                </a:cxn>
                <a:cxn ang="0">
                  <a:pos x="11" y="390"/>
                </a:cxn>
                <a:cxn ang="0">
                  <a:pos x="11" y="370"/>
                </a:cxn>
                <a:cxn ang="0">
                  <a:pos x="12" y="356"/>
                </a:cxn>
                <a:cxn ang="0">
                  <a:pos x="13" y="327"/>
                </a:cxn>
                <a:cxn ang="0">
                  <a:pos x="17" y="298"/>
                </a:cxn>
                <a:cxn ang="0">
                  <a:pos x="27" y="248"/>
                </a:cxn>
                <a:cxn ang="0">
                  <a:pos x="36" y="197"/>
                </a:cxn>
                <a:cxn ang="0">
                  <a:pos x="55" y="90"/>
                </a:cxn>
                <a:cxn ang="0">
                  <a:pos x="57" y="69"/>
                </a:cxn>
                <a:cxn ang="0">
                  <a:pos x="60" y="36"/>
                </a:cxn>
                <a:cxn ang="0">
                  <a:pos x="67" y="16"/>
                </a:cxn>
                <a:cxn ang="0">
                  <a:pos x="72" y="8"/>
                </a:cxn>
                <a:cxn ang="0">
                  <a:pos x="73" y="4"/>
                </a:cxn>
                <a:cxn ang="0">
                  <a:pos x="70" y="0"/>
                </a:cxn>
                <a:cxn ang="0">
                  <a:pos x="67" y="0"/>
                </a:cxn>
                <a:cxn ang="0">
                  <a:pos x="65" y="1"/>
                </a:cxn>
              </a:cxnLst>
              <a:rect l="0" t="0" r="r" b="b"/>
              <a:pathLst>
                <a:path w="73" h="417">
                  <a:moveTo>
                    <a:pt x="65" y="1"/>
                  </a:moveTo>
                  <a:lnTo>
                    <a:pt x="65" y="1"/>
                  </a:lnTo>
                  <a:lnTo>
                    <a:pt x="60" y="9"/>
                  </a:lnTo>
                  <a:lnTo>
                    <a:pt x="56" y="18"/>
                  </a:lnTo>
                  <a:lnTo>
                    <a:pt x="53" y="28"/>
                  </a:lnTo>
                  <a:lnTo>
                    <a:pt x="50" y="38"/>
                  </a:lnTo>
                  <a:lnTo>
                    <a:pt x="49" y="58"/>
                  </a:lnTo>
                  <a:lnTo>
                    <a:pt x="46" y="78"/>
                  </a:lnTo>
                  <a:lnTo>
                    <a:pt x="46" y="78"/>
                  </a:lnTo>
                  <a:lnTo>
                    <a:pt x="25" y="213"/>
                  </a:lnTo>
                  <a:lnTo>
                    <a:pt x="25" y="213"/>
                  </a:lnTo>
                  <a:lnTo>
                    <a:pt x="18" y="243"/>
                  </a:lnTo>
                  <a:lnTo>
                    <a:pt x="13" y="272"/>
                  </a:lnTo>
                  <a:lnTo>
                    <a:pt x="8" y="300"/>
                  </a:lnTo>
                  <a:lnTo>
                    <a:pt x="4" y="330"/>
                  </a:lnTo>
                  <a:lnTo>
                    <a:pt x="4" y="330"/>
                  </a:lnTo>
                  <a:lnTo>
                    <a:pt x="2" y="352"/>
                  </a:lnTo>
                  <a:lnTo>
                    <a:pt x="1" y="363"/>
                  </a:lnTo>
                  <a:lnTo>
                    <a:pt x="0" y="375"/>
                  </a:lnTo>
                  <a:lnTo>
                    <a:pt x="1" y="386"/>
                  </a:lnTo>
                  <a:lnTo>
                    <a:pt x="3" y="397"/>
                  </a:lnTo>
                  <a:lnTo>
                    <a:pt x="7" y="407"/>
                  </a:lnTo>
                  <a:lnTo>
                    <a:pt x="10" y="411"/>
                  </a:lnTo>
                  <a:lnTo>
                    <a:pt x="13" y="415"/>
                  </a:lnTo>
                  <a:lnTo>
                    <a:pt x="13" y="415"/>
                  </a:lnTo>
                  <a:lnTo>
                    <a:pt x="14" y="417"/>
                  </a:lnTo>
                  <a:lnTo>
                    <a:pt x="16" y="417"/>
                  </a:lnTo>
                  <a:lnTo>
                    <a:pt x="18" y="417"/>
                  </a:lnTo>
                  <a:lnTo>
                    <a:pt x="19" y="416"/>
                  </a:lnTo>
                  <a:lnTo>
                    <a:pt x="20" y="413"/>
                  </a:lnTo>
                  <a:lnTo>
                    <a:pt x="20" y="411"/>
                  </a:lnTo>
                  <a:lnTo>
                    <a:pt x="19" y="409"/>
                  </a:lnTo>
                  <a:lnTo>
                    <a:pt x="19" y="409"/>
                  </a:lnTo>
                  <a:lnTo>
                    <a:pt x="15" y="403"/>
                  </a:lnTo>
                  <a:lnTo>
                    <a:pt x="13" y="397"/>
                  </a:lnTo>
                  <a:lnTo>
                    <a:pt x="11" y="390"/>
                  </a:lnTo>
                  <a:lnTo>
                    <a:pt x="11" y="383"/>
                  </a:lnTo>
                  <a:lnTo>
                    <a:pt x="11" y="370"/>
                  </a:lnTo>
                  <a:lnTo>
                    <a:pt x="12" y="356"/>
                  </a:lnTo>
                  <a:lnTo>
                    <a:pt x="12" y="356"/>
                  </a:lnTo>
                  <a:lnTo>
                    <a:pt x="12" y="342"/>
                  </a:lnTo>
                  <a:lnTo>
                    <a:pt x="13" y="327"/>
                  </a:lnTo>
                  <a:lnTo>
                    <a:pt x="17" y="298"/>
                  </a:lnTo>
                  <a:lnTo>
                    <a:pt x="17" y="298"/>
                  </a:lnTo>
                  <a:lnTo>
                    <a:pt x="22" y="273"/>
                  </a:lnTo>
                  <a:lnTo>
                    <a:pt x="27" y="248"/>
                  </a:lnTo>
                  <a:lnTo>
                    <a:pt x="32" y="223"/>
                  </a:lnTo>
                  <a:lnTo>
                    <a:pt x="36" y="197"/>
                  </a:lnTo>
                  <a:lnTo>
                    <a:pt x="36" y="197"/>
                  </a:lnTo>
                  <a:lnTo>
                    <a:pt x="55" y="90"/>
                  </a:lnTo>
                  <a:lnTo>
                    <a:pt x="55" y="90"/>
                  </a:lnTo>
                  <a:lnTo>
                    <a:pt x="57" y="69"/>
                  </a:lnTo>
                  <a:lnTo>
                    <a:pt x="59" y="47"/>
                  </a:lnTo>
                  <a:lnTo>
                    <a:pt x="60" y="36"/>
                  </a:lnTo>
                  <a:lnTo>
                    <a:pt x="63" y="26"/>
                  </a:lnTo>
                  <a:lnTo>
                    <a:pt x="67" y="16"/>
                  </a:lnTo>
                  <a:lnTo>
                    <a:pt x="72" y="8"/>
                  </a:lnTo>
                  <a:lnTo>
                    <a:pt x="72" y="8"/>
                  </a:lnTo>
                  <a:lnTo>
                    <a:pt x="73" y="6"/>
                  </a:lnTo>
                  <a:lnTo>
                    <a:pt x="73" y="4"/>
                  </a:lnTo>
                  <a:lnTo>
                    <a:pt x="71" y="1"/>
                  </a:lnTo>
                  <a:lnTo>
                    <a:pt x="70" y="0"/>
                  </a:lnTo>
                  <a:lnTo>
                    <a:pt x="68" y="0"/>
                  </a:lnTo>
                  <a:lnTo>
                    <a:pt x="67" y="0"/>
                  </a:lnTo>
                  <a:lnTo>
                    <a:pt x="65" y="1"/>
                  </a:lnTo>
                  <a:lnTo>
                    <a:pt x="65" y="1"/>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14" name="Freeform 724"/>
            <p:cNvSpPr/>
            <p:nvPr/>
          </p:nvSpPr>
          <p:spPr bwMode="auto">
            <a:xfrm>
              <a:off x="5516563" y="4291013"/>
              <a:ext cx="46038" cy="268288"/>
            </a:xfrm>
            <a:custGeom>
              <a:avLst/>
              <a:gdLst/>
              <a:ahLst/>
              <a:cxnLst>
                <a:cxn ang="0">
                  <a:pos x="75" y="3"/>
                </a:cxn>
                <a:cxn ang="0">
                  <a:pos x="61" y="44"/>
                </a:cxn>
                <a:cxn ang="0">
                  <a:pos x="58" y="58"/>
                </a:cxn>
                <a:cxn ang="0">
                  <a:pos x="56" y="84"/>
                </a:cxn>
                <a:cxn ang="0">
                  <a:pos x="56" y="111"/>
                </a:cxn>
                <a:cxn ang="0">
                  <a:pos x="52" y="180"/>
                </a:cxn>
                <a:cxn ang="0">
                  <a:pos x="41" y="249"/>
                </a:cxn>
                <a:cxn ang="0">
                  <a:pos x="33" y="280"/>
                </a:cxn>
                <a:cxn ang="0">
                  <a:pos x="17" y="343"/>
                </a:cxn>
                <a:cxn ang="0">
                  <a:pos x="4" y="408"/>
                </a:cxn>
                <a:cxn ang="0">
                  <a:pos x="1" y="440"/>
                </a:cxn>
                <a:cxn ang="0">
                  <a:pos x="0" y="472"/>
                </a:cxn>
                <a:cxn ang="0">
                  <a:pos x="4" y="504"/>
                </a:cxn>
                <a:cxn ang="0">
                  <a:pos x="4" y="506"/>
                </a:cxn>
                <a:cxn ang="0">
                  <a:pos x="7" y="507"/>
                </a:cxn>
                <a:cxn ang="0">
                  <a:pos x="12" y="505"/>
                </a:cxn>
                <a:cxn ang="0">
                  <a:pos x="13" y="501"/>
                </a:cxn>
                <a:cxn ang="0">
                  <a:pos x="10" y="485"/>
                </a:cxn>
                <a:cxn ang="0">
                  <a:pos x="9" y="453"/>
                </a:cxn>
                <a:cxn ang="0">
                  <a:pos x="11" y="420"/>
                </a:cxn>
                <a:cxn ang="0">
                  <a:pos x="20" y="371"/>
                </a:cxn>
                <a:cxn ang="0">
                  <a:pos x="36" y="306"/>
                </a:cxn>
                <a:cxn ang="0">
                  <a:pos x="52" y="243"/>
                </a:cxn>
                <a:cxn ang="0">
                  <a:pos x="57" y="214"/>
                </a:cxn>
                <a:cxn ang="0">
                  <a:pos x="63" y="157"/>
                </a:cxn>
                <a:cxn ang="0">
                  <a:pos x="65" y="128"/>
                </a:cxn>
                <a:cxn ang="0">
                  <a:pos x="66" y="67"/>
                </a:cxn>
                <a:cxn ang="0">
                  <a:pos x="67" y="60"/>
                </a:cxn>
                <a:cxn ang="0">
                  <a:pos x="73" y="36"/>
                </a:cxn>
                <a:cxn ang="0">
                  <a:pos x="84" y="6"/>
                </a:cxn>
                <a:cxn ang="0">
                  <a:pos x="85" y="4"/>
                </a:cxn>
                <a:cxn ang="0">
                  <a:pos x="83" y="1"/>
                </a:cxn>
                <a:cxn ang="0">
                  <a:pos x="77" y="1"/>
                </a:cxn>
                <a:cxn ang="0">
                  <a:pos x="75" y="3"/>
                </a:cxn>
              </a:cxnLst>
              <a:rect l="0" t="0" r="r" b="b"/>
              <a:pathLst>
                <a:path w="85" h="507">
                  <a:moveTo>
                    <a:pt x="75" y="3"/>
                  </a:moveTo>
                  <a:lnTo>
                    <a:pt x="75" y="3"/>
                  </a:lnTo>
                  <a:lnTo>
                    <a:pt x="65" y="31"/>
                  </a:lnTo>
                  <a:lnTo>
                    <a:pt x="61" y="44"/>
                  </a:lnTo>
                  <a:lnTo>
                    <a:pt x="58" y="58"/>
                  </a:lnTo>
                  <a:lnTo>
                    <a:pt x="58" y="58"/>
                  </a:lnTo>
                  <a:lnTo>
                    <a:pt x="56" y="72"/>
                  </a:lnTo>
                  <a:lnTo>
                    <a:pt x="56" y="84"/>
                  </a:lnTo>
                  <a:lnTo>
                    <a:pt x="56" y="111"/>
                  </a:lnTo>
                  <a:lnTo>
                    <a:pt x="56" y="111"/>
                  </a:lnTo>
                  <a:lnTo>
                    <a:pt x="55" y="145"/>
                  </a:lnTo>
                  <a:lnTo>
                    <a:pt x="52" y="180"/>
                  </a:lnTo>
                  <a:lnTo>
                    <a:pt x="47" y="214"/>
                  </a:lnTo>
                  <a:lnTo>
                    <a:pt x="41" y="249"/>
                  </a:lnTo>
                  <a:lnTo>
                    <a:pt x="41" y="249"/>
                  </a:lnTo>
                  <a:lnTo>
                    <a:pt x="33" y="280"/>
                  </a:lnTo>
                  <a:lnTo>
                    <a:pt x="25" y="312"/>
                  </a:lnTo>
                  <a:lnTo>
                    <a:pt x="17" y="343"/>
                  </a:lnTo>
                  <a:lnTo>
                    <a:pt x="10" y="375"/>
                  </a:lnTo>
                  <a:lnTo>
                    <a:pt x="4" y="408"/>
                  </a:lnTo>
                  <a:lnTo>
                    <a:pt x="2" y="423"/>
                  </a:lnTo>
                  <a:lnTo>
                    <a:pt x="1" y="440"/>
                  </a:lnTo>
                  <a:lnTo>
                    <a:pt x="0" y="455"/>
                  </a:lnTo>
                  <a:lnTo>
                    <a:pt x="0" y="472"/>
                  </a:lnTo>
                  <a:lnTo>
                    <a:pt x="1" y="487"/>
                  </a:lnTo>
                  <a:lnTo>
                    <a:pt x="4" y="504"/>
                  </a:lnTo>
                  <a:lnTo>
                    <a:pt x="4" y="504"/>
                  </a:lnTo>
                  <a:lnTo>
                    <a:pt x="4" y="506"/>
                  </a:lnTo>
                  <a:lnTo>
                    <a:pt x="6" y="507"/>
                  </a:lnTo>
                  <a:lnTo>
                    <a:pt x="7" y="507"/>
                  </a:lnTo>
                  <a:lnTo>
                    <a:pt x="9" y="507"/>
                  </a:lnTo>
                  <a:lnTo>
                    <a:pt x="12" y="505"/>
                  </a:lnTo>
                  <a:lnTo>
                    <a:pt x="12" y="503"/>
                  </a:lnTo>
                  <a:lnTo>
                    <a:pt x="13" y="501"/>
                  </a:lnTo>
                  <a:lnTo>
                    <a:pt x="13" y="501"/>
                  </a:lnTo>
                  <a:lnTo>
                    <a:pt x="10" y="485"/>
                  </a:lnTo>
                  <a:lnTo>
                    <a:pt x="9" y="469"/>
                  </a:lnTo>
                  <a:lnTo>
                    <a:pt x="9" y="453"/>
                  </a:lnTo>
                  <a:lnTo>
                    <a:pt x="10" y="437"/>
                  </a:lnTo>
                  <a:lnTo>
                    <a:pt x="11" y="420"/>
                  </a:lnTo>
                  <a:lnTo>
                    <a:pt x="13" y="403"/>
                  </a:lnTo>
                  <a:lnTo>
                    <a:pt x="20" y="371"/>
                  </a:lnTo>
                  <a:lnTo>
                    <a:pt x="28" y="338"/>
                  </a:lnTo>
                  <a:lnTo>
                    <a:pt x="36" y="306"/>
                  </a:lnTo>
                  <a:lnTo>
                    <a:pt x="44" y="274"/>
                  </a:lnTo>
                  <a:lnTo>
                    <a:pt x="52" y="243"/>
                  </a:lnTo>
                  <a:lnTo>
                    <a:pt x="52" y="243"/>
                  </a:lnTo>
                  <a:lnTo>
                    <a:pt x="57" y="214"/>
                  </a:lnTo>
                  <a:lnTo>
                    <a:pt x="61" y="186"/>
                  </a:lnTo>
                  <a:lnTo>
                    <a:pt x="63" y="157"/>
                  </a:lnTo>
                  <a:lnTo>
                    <a:pt x="65" y="128"/>
                  </a:lnTo>
                  <a:lnTo>
                    <a:pt x="65" y="128"/>
                  </a:lnTo>
                  <a:lnTo>
                    <a:pt x="65" y="98"/>
                  </a:lnTo>
                  <a:lnTo>
                    <a:pt x="66" y="67"/>
                  </a:lnTo>
                  <a:lnTo>
                    <a:pt x="66" y="67"/>
                  </a:lnTo>
                  <a:lnTo>
                    <a:pt x="67" y="60"/>
                  </a:lnTo>
                  <a:lnTo>
                    <a:pt x="68" y="51"/>
                  </a:lnTo>
                  <a:lnTo>
                    <a:pt x="73" y="36"/>
                  </a:lnTo>
                  <a:lnTo>
                    <a:pt x="78" y="20"/>
                  </a:lnTo>
                  <a:lnTo>
                    <a:pt x="84" y="6"/>
                  </a:lnTo>
                  <a:lnTo>
                    <a:pt x="84" y="6"/>
                  </a:lnTo>
                  <a:lnTo>
                    <a:pt x="85" y="4"/>
                  </a:lnTo>
                  <a:lnTo>
                    <a:pt x="84" y="2"/>
                  </a:lnTo>
                  <a:lnTo>
                    <a:pt x="83" y="1"/>
                  </a:lnTo>
                  <a:lnTo>
                    <a:pt x="82" y="0"/>
                  </a:lnTo>
                  <a:lnTo>
                    <a:pt x="77" y="1"/>
                  </a:lnTo>
                  <a:lnTo>
                    <a:pt x="76" y="2"/>
                  </a:lnTo>
                  <a:lnTo>
                    <a:pt x="75" y="3"/>
                  </a:lnTo>
                  <a:lnTo>
                    <a:pt x="75" y="3"/>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15" name="Freeform 725"/>
            <p:cNvSpPr/>
            <p:nvPr/>
          </p:nvSpPr>
          <p:spPr bwMode="auto">
            <a:xfrm>
              <a:off x="5546726" y="4252913"/>
              <a:ext cx="60325" cy="376238"/>
            </a:xfrm>
            <a:custGeom>
              <a:avLst/>
              <a:gdLst/>
              <a:ahLst/>
              <a:cxnLst>
                <a:cxn ang="0">
                  <a:pos x="104" y="5"/>
                </a:cxn>
                <a:cxn ang="0">
                  <a:pos x="104" y="5"/>
                </a:cxn>
                <a:cxn ang="0">
                  <a:pos x="103" y="28"/>
                </a:cxn>
                <a:cxn ang="0">
                  <a:pos x="101" y="51"/>
                </a:cxn>
                <a:cxn ang="0">
                  <a:pos x="98" y="74"/>
                </a:cxn>
                <a:cxn ang="0">
                  <a:pos x="95" y="95"/>
                </a:cxn>
                <a:cxn ang="0">
                  <a:pos x="86" y="141"/>
                </a:cxn>
                <a:cxn ang="0">
                  <a:pos x="78" y="185"/>
                </a:cxn>
                <a:cxn ang="0">
                  <a:pos x="78" y="185"/>
                </a:cxn>
                <a:cxn ang="0">
                  <a:pos x="64" y="275"/>
                </a:cxn>
                <a:cxn ang="0">
                  <a:pos x="48" y="364"/>
                </a:cxn>
                <a:cxn ang="0">
                  <a:pos x="48" y="364"/>
                </a:cxn>
                <a:cxn ang="0">
                  <a:pos x="39" y="407"/>
                </a:cxn>
                <a:cxn ang="0">
                  <a:pos x="29" y="451"/>
                </a:cxn>
                <a:cxn ang="0">
                  <a:pos x="19" y="495"/>
                </a:cxn>
                <a:cxn ang="0">
                  <a:pos x="11" y="538"/>
                </a:cxn>
                <a:cxn ang="0">
                  <a:pos x="11" y="538"/>
                </a:cxn>
                <a:cxn ang="0">
                  <a:pos x="4" y="580"/>
                </a:cxn>
                <a:cxn ang="0">
                  <a:pos x="1" y="600"/>
                </a:cxn>
                <a:cxn ang="0">
                  <a:pos x="0" y="621"/>
                </a:cxn>
                <a:cxn ang="0">
                  <a:pos x="0" y="707"/>
                </a:cxn>
                <a:cxn ang="0">
                  <a:pos x="0" y="707"/>
                </a:cxn>
                <a:cxn ang="0">
                  <a:pos x="0" y="709"/>
                </a:cxn>
                <a:cxn ang="0">
                  <a:pos x="1" y="710"/>
                </a:cxn>
                <a:cxn ang="0">
                  <a:pos x="3" y="711"/>
                </a:cxn>
                <a:cxn ang="0">
                  <a:pos x="5" y="712"/>
                </a:cxn>
                <a:cxn ang="0">
                  <a:pos x="6" y="711"/>
                </a:cxn>
                <a:cxn ang="0">
                  <a:pos x="8" y="710"/>
                </a:cxn>
                <a:cxn ang="0">
                  <a:pos x="9" y="709"/>
                </a:cxn>
                <a:cxn ang="0">
                  <a:pos x="9" y="707"/>
                </a:cxn>
                <a:cxn ang="0">
                  <a:pos x="9" y="621"/>
                </a:cxn>
                <a:cxn ang="0">
                  <a:pos x="9" y="621"/>
                </a:cxn>
                <a:cxn ang="0">
                  <a:pos x="10" y="609"/>
                </a:cxn>
                <a:cxn ang="0">
                  <a:pos x="11" y="596"/>
                </a:cxn>
                <a:cxn ang="0">
                  <a:pos x="14" y="572"/>
                </a:cxn>
                <a:cxn ang="0">
                  <a:pos x="22" y="523"/>
                </a:cxn>
                <a:cxn ang="0">
                  <a:pos x="22" y="523"/>
                </a:cxn>
                <a:cxn ang="0">
                  <a:pos x="32" y="480"/>
                </a:cxn>
                <a:cxn ang="0">
                  <a:pos x="41" y="436"/>
                </a:cxn>
                <a:cxn ang="0">
                  <a:pos x="51" y="392"/>
                </a:cxn>
                <a:cxn ang="0">
                  <a:pos x="61" y="348"/>
                </a:cxn>
                <a:cxn ang="0">
                  <a:pos x="61" y="348"/>
                </a:cxn>
                <a:cxn ang="0">
                  <a:pos x="76" y="260"/>
                </a:cxn>
                <a:cxn ang="0">
                  <a:pos x="91" y="171"/>
                </a:cxn>
                <a:cxn ang="0">
                  <a:pos x="91" y="171"/>
                </a:cxn>
                <a:cxn ang="0">
                  <a:pos x="98" y="129"/>
                </a:cxn>
                <a:cxn ang="0">
                  <a:pos x="105" y="88"/>
                </a:cxn>
                <a:cxn ang="0">
                  <a:pos x="108" y="67"/>
                </a:cxn>
                <a:cxn ang="0">
                  <a:pos x="111" y="47"/>
                </a:cxn>
                <a:cxn ang="0">
                  <a:pos x="112" y="26"/>
                </a:cxn>
                <a:cxn ang="0">
                  <a:pos x="113" y="5"/>
                </a:cxn>
                <a:cxn ang="0">
                  <a:pos x="113" y="5"/>
                </a:cxn>
                <a:cxn ang="0">
                  <a:pos x="113" y="3"/>
                </a:cxn>
                <a:cxn ang="0">
                  <a:pos x="112" y="1"/>
                </a:cxn>
                <a:cxn ang="0">
                  <a:pos x="110" y="1"/>
                </a:cxn>
                <a:cxn ang="0">
                  <a:pos x="109" y="0"/>
                </a:cxn>
                <a:cxn ang="0">
                  <a:pos x="107" y="1"/>
                </a:cxn>
                <a:cxn ang="0">
                  <a:pos x="105" y="1"/>
                </a:cxn>
                <a:cxn ang="0">
                  <a:pos x="104" y="3"/>
                </a:cxn>
                <a:cxn ang="0">
                  <a:pos x="104" y="5"/>
                </a:cxn>
                <a:cxn ang="0">
                  <a:pos x="104" y="5"/>
                </a:cxn>
              </a:cxnLst>
              <a:rect l="0" t="0" r="r" b="b"/>
              <a:pathLst>
                <a:path w="113" h="712">
                  <a:moveTo>
                    <a:pt x="104" y="5"/>
                  </a:moveTo>
                  <a:lnTo>
                    <a:pt x="104" y="5"/>
                  </a:lnTo>
                  <a:lnTo>
                    <a:pt x="103" y="28"/>
                  </a:lnTo>
                  <a:lnTo>
                    <a:pt x="101" y="51"/>
                  </a:lnTo>
                  <a:lnTo>
                    <a:pt x="98" y="74"/>
                  </a:lnTo>
                  <a:lnTo>
                    <a:pt x="95" y="95"/>
                  </a:lnTo>
                  <a:lnTo>
                    <a:pt x="86" y="141"/>
                  </a:lnTo>
                  <a:lnTo>
                    <a:pt x="78" y="185"/>
                  </a:lnTo>
                  <a:lnTo>
                    <a:pt x="78" y="185"/>
                  </a:lnTo>
                  <a:lnTo>
                    <a:pt x="64" y="275"/>
                  </a:lnTo>
                  <a:lnTo>
                    <a:pt x="48" y="364"/>
                  </a:lnTo>
                  <a:lnTo>
                    <a:pt x="48" y="364"/>
                  </a:lnTo>
                  <a:lnTo>
                    <a:pt x="39" y="407"/>
                  </a:lnTo>
                  <a:lnTo>
                    <a:pt x="29" y="451"/>
                  </a:lnTo>
                  <a:lnTo>
                    <a:pt x="19" y="495"/>
                  </a:lnTo>
                  <a:lnTo>
                    <a:pt x="11" y="538"/>
                  </a:lnTo>
                  <a:lnTo>
                    <a:pt x="11" y="538"/>
                  </a:lnTo>
                  <a:lnTo>
                    <a:pt x="4" y="580"/>
                  </a:lnTo>
                  <a:lnTo>
                    <a:pt x="1" y="600"/>
                  </a:lnTo>
                  <a:lnTo>
                    <a:pt x="0" y="621"/>
                  </a:lnTo>
                  <a:lnTo>
                    <a:pt x="0" y="707"/>
                  </a:lnTo>
                  <a:lnTo>
                    <a:pt x="0" y="707"/>
                  </a:lnTo>
                  <a:lnTo>
                    <a:pt x="0" y="709"/>
                  </a:lnTo>
                  <a:lnTo>
                    <a:pt x="1" y="710"/>
                  </a:lnTo>
                  <a:lnTo>
                    <a:pt x="3" y="711"/>
                  </a:lnTo>
                  <a:lnTo>
                    <a:pt x="5" y="712"/>
                  </a:lnTo>
                  <a:lnTo>
                    <a:pt x="6" y="711"/>
                  </a:lnTo>
                  <a:lnTo>
                    <a:pt x="8" y="710"/>
                  </a:lnTo>
                  <a:lnTo>
                    <a:pt x="9" y="709"/>
                  </a:lnTo>
                  <a:lnTo>
                    <a:pt x="9" y="707"/>
                  </a:lnTo>
                  <a:lnTo>
                    <a:pt x="9" y="621"/>
                  </a:lnTo>
                  <a:lnTo>
                    <a:pt x="9" y="621"/>
                  </a:lnTo>
                  <a:lnTo>
                    <a:pt x="10" y="609"/>
                  </a:lnTo>
                  <a:lnTo>
                    <a:pt x="11" y="596"/>
                  </a:lnTo>
                  <a:lnTo>
                    <a:pt x="14" y="572"/>
                  </a:lnTo>
                  <a:lnTo>
                    <a:pt x="22" y="523"/>
                  </a:lnTo>
                  <a:lnTo>
                    <a:pt x="22" y="523"/>
                  </a:lnTo>
                  <a:lnTo>
                    <a:pt x="32" y="480"/>
                  </a:lnTo>
                  <a:lnTo>
                    <a:pt x="41" y="436"/>
                  </a:lnTo>
                  <a:lnTo>
                    <a:pt x="51" y="392"/>
                  </a:lnTo>
                  <a:lnTo>
                    <a:pt x="61" y="348"/>
                  </a:lnTo>
                  <a:lnTo>
                    <a:pt x="61" y="348"/>
                  </a:lnTo>
                  <a:lnTo>
                    <a:pt x="76" y="260"/>
                  </a:lnTo>
                  <a:lnTo>
                    <a:pt x="91" y="171"/>
                  </a:lnTo>
                  <a:lnTo>
                    <a:pt x="91" y="171"/>
                  </a:lnTo>
                  <a:lnTo>
                    <a:pt x="98" y="129"/>
                  </a:lnTo>
                  <a:lnTo>
                    <a:pt x="105" y="88"/>
                  </a:lnTo>
                  <a:lnTo>
                    <a:pt x="108" y="67"/>
                  </a:lnTo>
                  <a:lnTo>
                    <a:pt x="111" y="47"/>
                  </a:lnTo>
                  <a:lnTo>
                    <a:pt x="112" y="26"/>
                  </a:lnTo>
                  <a:lnTo>
                    <a:pt x="113" y="5"/>
                  </a:lnTo>
                  <a:lnTo>
                    <a:pt x="113" y="5"/>
                  </a:lnTo>
                  <a:lnTo>
                    <a:pt x="113" y="3"/>
                  </a:lnTo>
                  <a:lnTo>
                    <a:pt x="112" y="1"/>
                  </a:lnTo>
                  <a:lnTo>
                    <a:pt x="110" y="1"/>
                  </a:lnTo>
                  <a:lnTo>
                    <a:pt x="109" y="0"/>
                  </a:lnTo>
                  <a:lnTo>
                    <a:pt x="107" y="1"/>
                  </a:lnTo>
                  <a:lnTo>
                    <a:pt x="105" y="1"/>
                  </a:lnTo>
                  <a:lnTo>
                    <a:pt x="104" y="3"/>
                  </a:lnTo>
                  <a:lnTo>
                    <a:pt x="104" y="5"/>
                  </a:lnTo>
                  <a:lnTo>
                    <a:pt x="104" y="5"/>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16" name="Freeform 726"/>
            <p:cNvSpPr/>
            <p:nvPr/>
          </p:nvSpPr>
          <p:spPr bwMode="auto">
            <a:xfrm>
              <a:off x="5576888" y="4230688"/>
              <a:ext cx="61913" cy="415925"/>
            </a:xfrm>
            <a:custGeom>
              <a:avLst/>
              <a:gdLst/>
              <a:ahLst/>
              <a:cxnLst>
                <a:cxn ang="0">
                  <a:pos x="119" y="4"/>
                </a:cxn>
                <a:cxn ang="0">
                  <a:pos x="118" y="1"/>
                </a:cxn>
                <a:cxn ang="0">
                  <a:pos x="115" y="0"/>
                </a:cxn>
                <a:cxn ang="0">
                  <a:pos x="110" y="3"/>
                </a:cxn>
                <a:cxn ang="0">
                  <a:pos x="110" y="4"/>
                </a:cxn>
                <a:cxn ang="0">
                  <a:pos x="105" y="22"/>
                </a:cxn>
                <a:cxn ang="0">
                  <a:pos x="101" y="35"/>
                </a:cxn>
                <a:cxn ang="0">
                  <a:pos x="100" y="39"/>
                </a:cxn>
                <a:cxn ang="0">
                  <a:pos x="99" y="66"/>
                </a:cxn>
                <a:cxn ang="0">
                  <a:pos x="94" y="92"/>
                </a:cxn>
                <a:cxn ang="0">
                  <a:pos x="86" y="145"/>
                </a:cxn>
                <a:cxn ang="0">
                  <a:pos x="78" y="184"/>
                </a:cxn>
                <a:cxn ang="0">
                  <a:pos x="74" y="196"/>
                </a:cxn>
                <a:cxn ang="0">
                  <a:pos x="63" y="239"/>
                </a:cxn>
                <a:cxn ang="0">
                  <a:pos x="57" y="281"/>
                </a:cxn>
                <a:cxn ang="0">
                  <a:pos x="50" y="334"/>
                </a:cxn>
                <a:cxn ang="0">
                  <a:pos x="44" y="386"/>
                </a:cxn>
                <a:cxn ang="0">
                  <a:pos x="39" y="437"/>
                </a:cxn>
                <a:cxn ang="0">
                  <a:pos x="15" y="588"/>
                </a:cxn>
                <a:cxn ang="0">
                  <a:pos x="8" y="635"/>
                </a:cxn>
                <a:cxn ang="0">
                  <a:pos x="4" y="682"/>
                </a:cxn>
                <a:cxn ang="0">
                  <a:pos x="5" y="704"/>
                </a:cxn>
                <a:cxn ang="0">
                  <a:pos x="7" y="750"/>
                </a:cxn>
                <a:cxn ang="0">
                  <a:pos x="6" y="773"/>
                </a:cxn>
                <a:cxn ang="0">
                  <a:pos x="3" y="774"/>
                </a:cxn>
                <a:cxn ang="0">
                  <a:pos x="0" y="778"/>
                </a:cxn>
                <a:cxn ang="0">
                  <a:pos x="0" y="782"/>
                </a:cxn>
                <a:cxn ang="0">
                  <a:pos x="2" y="785"/>
                </a:cxn>
                <a:cxn ang="0">
                  <a:pos x="6" y="787"/>
                </a:cxn>
                <a:cxn ang="0">
                  <a:pos x="10" y="787"/>
                </a:cxn>
                <a:cxn ang="0">
                  <a:pos x="13" y="785"/>
                </a:cxn>
                <a:cxn ang="0">
                  <a:pos x="15" y="782"/>
                </a:cxn>
                <a:cxn ang="0">
                  <a:pos x="16" y="736"/>
                </a:cxn>
                <a:cxn ang="0">
                  <a:pos x="14" y="691"/>
                </a:cxn>
                <a:cxn ang="0">
                  <a:pos x="14" y="663"/>
                </a:cxn>
                <a:cxn ang="0">
                  <a:pos x="21" y="609"/>
                </a:cxn>
                <a:cxn ang="0">
                  <a:pos x="25" y="583"/>
                </a:cxn>
                <a:cxn ang="0">
                  <a:pos x="48" y="436"/>
                </a:cxn>
                <a:cxn ang="0">
                  <a:pos x="53" y="386"/>
                </a:cxn>
                <a:cxn ang="0">
                  <a:pos x="56" y="360"/>
                </a:cxn>
                <a:cxn ang="0">
                  <a:pos x="68" y="283"/>
                </a:cxn>
                <a:cxn ang="0">
                  <a:pos x="87" y="182"/>
                </a:cxn>
                <a:cxn ang="0">
                  <a:pos x="93" y="156"/>
                </a:cxn>
                <a:cxn ang="0">
                  <a:pos x="108" y="76"/>
                </a:cxn>
                <a:cxn ang="0">
                  <a:pos x="109" y="67"/>
                </a:cxn>
                <a:cxn ang="0">
                  <a:pos x="110" y="39"/>
                </a:cxn>
                <a:cxn ang="0">
                  <a:pos x="110" y="35"/>
                </a:cxn>
                <a:cxn ang="0">
                  <a:pos x="114" y="22"/>
                </a:cxn>
                <a:cxn ang="0">
                  <a:pos x="119" y="4"/>
                </a:cxn>
              </a:cxnLst>
              <a:rect l="0" t="0" r="r" b="b"/>
              <a:pathLst>
                <a:path w="119" h="787">
                  <a:moveTo>
                    <a:pt x="119" y="4"/>
                  </a:moveTo>
                  <a:lnTo>
                    <a:pt x="119" y="4"/>
                  </a:lnTo>
                  <a:lnTo>
                    <a:pt x="119" y="3"/>
                  </a:lnTo>
                  <a:lnTo>
                    <a:pt x="118" y="1"/>
                  </a:lnTo>
                  <a:lnTo>
                    <a:pt x="116" y="0"/>
                  </a:lnTo>
                  <a:lnTo>
                    <a:pt x="115" y="0"/>
                  </a:lnTo>
                  <a:lnTo>
                    <a:pt x="111" y="1"/>
                  </a:lnTo>
                  <a:lnTo>
                    <a:pt x="110" y="3"/>
                  </a:lnTo>
                  <a:lnTo>
                    <a:pt x="110" y="4"/>
                  </a:lnTo>
                  <a:lnTo>
                    <a:pt x="110" y="4"/>
                  </a:lnTo>
                  <a:lnTo>
                    <a:pt x="108" y="13"/>
                  </a:lnTo>
                  <a:lnTo>
                    <a:pt x="105" y="22"/>
                  </a:lnTo>
                  <a:lnTo>
                    <a:pt x="102" y="30"/>
                  </a:lnTo>
                  <a:lnTo>
                    <a:pt x="101" y="35"/>
                  </a:lnTo>
                  <a:lnTo>
                    <a:pt x="100" y="39"/>
                  </a:lnTo>
                  <a:lnTo>
                    <a:pt x="100" y="39"/>
                  </a:lnTo>
                  <a:lnTo>
                    <a:pt x="100" y="53"/>
                  </a:lnTo>
                  <a:lnTo>
                    <a:pt x="99" y="66"/>
                  </a:lnTo>
                  <a:lnTo>
                    <a:pt x="94" y="92"/>
                  </a:lnTo>
                  <a:lnTo>
                    <a:pt x="94" y="92"/>
                  </a:lnTo>
                  <a:lnTo>
                    <a:pt x="90" y="118"/>
                  </a:lnTo>
                  <a:lnTo>
                    <a:pt x="86" y="145"/>
                  </a:lnTo>
                  <a:lnTo>
                    <a:pt x="81" y="170"/>
                  </a:lnTo>
                  <a:lnTo>
                    <a:pt x="78" y="184"/>
                  </a:lnTo>
                  <a:lnTo>
                    <a:pt x="74" y="196"/>
                  </a:lnTo>
                  <a:lnTo>
                    <a:pt x="74" y="196"/>
                  </a:lnTo>
                  <a:lnTo>
                    <a:pt x="69" y="217"/>
                  </a:lnTo>
                  <a:lnTo>
                    <a:pt x="63" y="239"/>
                  </a:lnTo>
                  <a:lnTo>
                    <a:pt x="60" y="259"/>
                  </a:lnTo>
                  <a:lnTo>
                    <a:pt x="57" y="281"/>
                  </a:lnTo>
                  <a:lnTo>
                    <a:pt x="57" y="281"/>
                  </a:lnTo>
                  <a:lnTo>
                    <a:pt x="50" y="334"/>
                  </a:lnTo>
                  <a:lnTo>
                    <a:pt x="47" y="359"/>
                  </a:lnTo>
                  <a:lnTo>
                    <a:pt x="44" y="386"/>
                  </a:lnTo>
                  <a:lnTo>
                    <a:pt x="44" y="386"/>
                  </a:lnTo>
                  <a:lnTo>
                    <a:pt x="39" y="437"/>
                  </a:lnTo>
                  <a:lnTo>
                    <a:pt x="30" y="488"/>
                  </a:lnTo>
                  <a:lnTo>
                    <a:pt x="15" y="588"/>
                  </a:lnTo>
                  <a:lnTo>
                    <a:pt x="15" y="588"/>
                  </a:lnTo>
                  <a:lnTo>
                    <a:pt x="8" y="635"/>
                  </a:lnTo>
                  <a:lnTo>
                    <a:pt x="5" y="658"/>
                  </a:lnTo>
                  <a:lnTo>
                    <a:pt x="4" y="682"/>
                  </a:lnTo>
                  <a:lnTo>
                    <a:pt x="4" y="682"/>
                  </a:lnTo>
                  <a:lnTo>
                    <a:pt x="5" y="704"/>
                  </a:lnTo>
                  <a:lnTo>
                    <a:pt x="6" y="727"/>
                  </a:lnTo>
                  <a:lnTo>
                    <a:pt x="7" y="750"/>
                  </a:lnTo>
                  <a:lnTo>
                    <a:pt x="6" y="773"/>
                  </a:lnTo>
                  <a:lnTo>
                    <a:pt x="6" y="773"/>
                  </a:lnTo>
                  <a:lnTo>
                    <a:pt x="4" y="773"/>
                  </a:lnTo>
                  <a:lnTo>
                    <a:pt x="3" y="774"/>
                  </a:lnTo>
                  <a:lnTo>
                    <a:pt x="2" y="776"/>
                  </a:lnTo>
                  <a:lnTo>
                    <a:pt x="0" y="778"/>
                  </a:lnTo>
                  <a:lnTo>
                    <a:pt x="0" y="782"/>
                  </a:lnTo>
                  <a:lnTo>
                    <a:pt x="0" y="782"/>
                  </a:lnTo>
                  <a:lnTo>
                    <a:pt x="0" y="784"/>
                  </a:lnTo>
                  <a:lnTo>
                    <a:pt x="2" y="785"/>
                  </a:lnTo>
                  <a:lnTo>
                    <a:pt x="4" y="786"/>
                  </a:lnTo>
                  <a:lnTo>
                    <a:pt x="6" y="787"/>
                  </a:lnTo>
                  <a:lnTo>
                    <a:pt x="10" y="787"/>
                  </a:lnTo>
                  <a:lnTo>
                    <a:pt x="10" y="787"/>
                  </a:lnTo>
                  <a:lnTo>
                    <a:pt x="12" y="786"/>
                  </a:lnTo>
                  <a:lnTo>
                    <a:pt x="13" y="785"/>
                  </a:lnTo>
                  <a:lnTo>
                    <a:pt x="15" y="782"/>
                  </a:lnTo>
                  <a:lnTo>
                    <a:pt x="15" y="782"/>
                  </a:lnTo>
                  <a:lnTo>
                    <a:pt x="16" y="759"/>
                  </a:lnTo>
                  <a:lnTo>
                    <a:pt x="16" y="736"/>
                  </a:lnTo>
                  <a:lnTo>
                    <a:pt x="14" y="691"/>
                  </a:lnTo>
                  <a:lnTo>
                    <a:pt x="14" y="691"/>
                  </a:lnTo>
                  <a:lnTo>
                    <a:pt x="14" y="677"/>
                  </a:lnTo>
                  <a:lnTo>
                    <a:pt x="14" y="663"/>
                  </a:lnTo>
                  <a:lnTo>
                    <a:pt x="17" y="636"/>
                  </a:lnTo>
                  <a:lnTo>
                    <a:pt x="21" y="609"/>
                  </a:lnTo>
                  <a:lnTo>
                    <a:pt x="25" y="583"/>
                  </a:lnTo>
                  <a:lnTo>
                    <a:pt x="25" y="583"/>
                  </a:lnTo>
                  <a:lnTo>
                    <a:pt x="41" y="484"/>
                  </a:lnTo>
                  <a:lnTo>
                    <a:pt x="48" y="436"/>
                  </a:lnTo>
                  <a:lnTo>
                    <a:pt x="51" y="411"/>
                  </a:lnTo>
                  <a:lnTo>
                    <a:pt x="53" y="386"/>
                  </a:lnTo>
                  <a:lnTo>
                    <a:pt x="53" y="386"/>
                  </a:lnTo>
                  <a:lnTo>
                    <a:pt x="56" y="360"/>
                  </a:lnTo>
                  <a:lnTo>
                    <a:pt x="59" y="335"/>
                  </a:lnTo>
                  <a:lnTo>
                    <a:pt x="68" y="283"/>
                  </a:lnTo>
                  <a:lnTo>
                    <a:pt x="77" y="232"/>
                  </a:lnTo>
                  <a:lnTo>
                    <a:pt x="87" y="182"/>
                  </a:lnTo>
                  <a:lnTo>
                    <a:pt x="87" y="182"/>
                  </a:lnTo>
                  <a:lnTo>
                    <a:pt x="93" y="156"/>
                  </a:lnTo>
                  <a:lnTo>
                    <a:pt x="98" y="129"/>
                  </a:lnTo>
                  <a:lnTo>
                    <a:pt x="108" y="76"/>
                  </a:lnTo>
                  <a:lnTo>
                    <a:pt x="108" y="76"/>
                  </a:lnTo>
                  <a:lnTo>
                    <a:pt x="109" y="67"/>
                  </a:lnTo>
                  <a:lnTo>
                    <a:pt x="110" y="58"/>
                  </a:lnTo>
                  <a:lnTo>
                    <a:pt x="110" y="39"/>
                  </a:lnTo>
                  <a:lnTo>
                    <a:pt x="110" y="39"/>
                  </a:lnTo>
                  <a:lnTo>
                    <a:pt x="110" y="35"/>
                  </a:lnTo>
                  <a:lnTo>
                    <a:pt x="111" y="31"/>
                  </a:lnTo>
                  <a:lnTo>
                    <a:pt x="114" y="22"/>
                  </a:lnTo>
                  <a:lnTo>
                    <a:pt x="117" y="13"/>
                  </a:lnTo>
                  <a:lnTo>
                    <a:pt x="119" y="4"/>
                  </a:lnTo>
                  <a:lnTo>
                    <a:pt x="119" y="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17" name="Freeform 727"/>
            <p:cNvSpPr/>
            <p:nvPr/>
          </p:nvSpPr>
          <p:spPr bwMode="auto">
            <a:xfrm>
              <a:off x="5589588" y="4140200"/>
              <a:ext cx="90488" cy="552450"/>
            </a:xfrm>
            <a:custGeom>
              <a:avLst/>
              <a:gdLst/>
              <a:ahLst/>
              <a:cxnLst>
                <a:cxn ang="0">
                  <a:pos x="161" y="4"/>
                </a:cxn>
                <a:cxn ang="0">
                  <a:pos x="159" y="73"/>
                </a:cxn>
                <a:cxn ang="0">
                  <a:pos x="153" y="141"/>
                </a:cxn>
                <a:cxn ang="0">
                  <a:pos x="142" y="208"/>
                </a:cxn>
                <a:cxn ang="0">
                  <a:pos x="125" y="276"/>
                </a:cxn>
                <a:cxn ang="0">
                  <a:pos x="109" y="340"/>
                </a:cxn>
                <a:cxn ang="0">
                  <a:pos x="87" y="436"/>
                </a:cxn>
                <a:cxn ang="0">
                  <a:pos x="77" y="503"/>
                </a:cxn>
                <a:cxn ang="0">
                  <a:pos x="73" y="536"/>
                </a:cxn>
                <a:cxn ang="0">
                  <a:pos x="63" y="599"/>
                </a:cxn>
                <a:cxn ang="0">
                  <a:pos x="47" y="695"/>
                </a:cxn>
                <a:cxn ang="0">
                  <a:pos x="39" y="759"/>
                </a:cxn>
                <a:cxn ang="0">
                  <a:pos x="38" y="791"/>
                </a:cxn>
                <a:cxn ang="0">
                  <a:pos x="33" y="856"/>
                </a:cxn>
                <a:cxn ang="0">
                  <a:pos x="22" y="920"/>
                </a:cxn>
                <a:cxn ang="0">
                  <a:pos x="10" y="973"/>
                </a:cxn>
                <a:cxn ang="0">
                  <a:pos x="1" y="1025"/>
                </a:cxn>
                <a:cxn ang="0">
                  <a:pos x="0" y="1028"/>
                </a:cxn>
                <a:cxn ang="0">
                  <a:pos x="0" y="1038"/>
                </a:cxn>
                <a:cxn ang="0">
                  <a:pos x="1" y="1041"/>
                </a:cxn>
                <a:cxn ang="0">
                  <a:pos x="5" y="1042"/>
                </a:cxn>
                <a:cxn ang="0">
                  <a:pos x="9" y="1041"/>
                </a:cxn>
                <a:cxn ang="0">
                  <a:pos x="10" y="1038"/>
                </a:cxn>
                <a:cxn ang="0">
                  <a:pos x="11" y="1021"/>
                </a:cxn>
                <a:cxn ang="0">
                  <a:pos x="16" y="988"/>
                </a:cxn>
                <a:cxn ang="0">
                  <a:pos x="27" y="938"/>
                </a:cxn>
                <a:cxn ang="0">
                  <a:pos x="34" y="905"/>
                </a:cxn>
                <a:cxn ang="0">
                  <a:pos x="44" y="849"/>
                </a:cxn>
                <a:cxn ang="0">
                  <a:pos x="48" y="791"/>
                </a:cxn>
                <a:cxn ang="0">
                  <a:pos x="49" y="759"/>
                </a:cxn>
                <a:cxn ang="0">
                  <a:pos x="57" y="695"/>
                </a:cxn>
                <a:cxn ang="0">
                  <a:pos x="74" y="600"/>
                </a:cxn>
                <a:cxn ang="0">
                  <a:pos x="82" y="536"/>
                </a:cxn>
                <a:cxn ang="0">
                  <a:pos x="86" y="501"/>
                </a:cxn>
                <a:cxn ang="0">
                  <a:pos x="97" y="431"/>
                </a:cxn>
                <a:cxn ang="0">
                  <a:pos x="113" y="362"/>
                </a:cxn>
                <a:cxn ang="0">
                  <a:pos x="140" y="261"/>
                </a:cxn>
                <a:cxn ang="0">
                  <a:pos x="148" y="229"/>
                </a:cxn>
                <a:cxn ang="0">
                  <a:pos x="160" y="166"/>
                </a:cxn>
                <a:cxn ang="0">
                  <a:pos x="168" y="101"/>
                </a:cxn>
                <a:cxn ang="0">
                  <a:pos x="171" y="37"/>
                </a:cxn>
                <a:cxn ang="0">
                  <a:pos x="171" y="4"/>
                </a:cxn>
                <a:cxn ang="0">
                  <a:pos x="170" y="1"/>
                </a:cxn>
                <a:cxn ang="0">
                  <a:pos x="167" y="0"/>
                </a:cxn>
                <a:cxn ang="0">
                  <a:pos x="163" y="1"/>
                </a:cxn>
                <a:cxn ang="0">
                  <a:pos x="161" y="4"/>
                </a:cxn>
              </a:cxnLst>
              <a:rect l="0" t="0" r="r" b="b"/>
              <a:pathLst>
                <a:path w="171" h="1042">
                  <a:moveTo>
                    <a:pt x="161" y="4"/>
                  </a:moveTo>
                  <a:lnTo>
                    <a:pt x="161" y="4"/>
                  </a:lnTo>
                  <a:lnTo>
                    <a:pt x="161" y="39"/>
                  </a:lnTo>
                  <a:lnTo>
                    <a:pt x="159" y="73"/>
                  </a:lnTo>
                  <a:lnTo>
                    <a:pt x="156" y="107"/>
                  </a:lnTo>
                  <a:lnTo>
                    <a:pt x="153" y="141"/>
                  </a:lnTo>
                  <a:lnTo>
                    <a:pt x="148" y="175"/>
                  </a:lnTo>
                  <a:lnTo>
                    <a:pt x="142" y="208"/>
                  </a:lnTo>
                  <a:lnTo>
                    <a:pt x="135" y="242"/>
                  </a:lnTo>
                  <a:lnTo>
                    <a:pt x="125" y="276"/>
                  </a:lnTo>
                  <a:lnTo>
                    <a:pt x="125" y="276"/>
                  </a:lnTo>
                  <a:lnTo>
                    <a:pt x="109" y="340"/>
                  </a:lnTo>
                  <a:lnTo>
                    <a:pt x="94" y="404"/>
                  </a:lnTo>
                  <a:lnTo>
                    <a:pt x="87" y="436"/>
                  </a:lnTo>
                  <a:lnTo>
                    <a:pt x="82" y="470"/>
                  </a:lnTo>
                  <a:lnTo>
                    <a:pt x="77" y="503"/>
                  </a:lnTo>
                  <a:lnTo>
                    <a:pt x="73" y="536"/>
                  </a:lnTo>
                  <a:lnTo>
                    <a:pt x="73" y="536"/>
                  </a:lnTo>
                  <a:lnTo>
                    <a:pt x="68" y="568"/>
                  </a:lnTo>
                  <a:lnTo>
                    <a:pt x="63" y="599"/>
                  </a:lnTo>
                  <a:lnTo>
                    <a:pt x="52" y="663"/>
                  </a:lnTo>
                  <a:lnTo>
                    <a:pt x="47" y="695"/>
                  </a:lnTo>
                  <a:lnTo>
                    <a:pt x="43" y="727"/>
                  </a:lnTo>
                  <a:lnTo>
                    <a:pt x="39" y="759"/>
                  </a:lnTo>
                  <a:lnTo>
                    <a:pt x="38" y="791"/>
                  </a:lnTo>
                  <a:lnTo>
                    <a:pt x="38" y="791"/>
                  </a:lnTo>
                  <a:lnTo>
                    <a:pt x="36" y="824"/>
                  </a:lnTo>
                  <a:lnTo>
                    <a:pt x="33" y="856"/>
                  </a:lnTo>
                  <a:lnTo>
                    <a:pt x="28" y="888"/>
                  </a:lnTo>
                  <a:lnTo>
                    <a:pt x="22" y="920"/>
                  </a:lnTo>
                  <a:lnTo>
                    <a:pt x="22" y="920"/>
                  </a:lnTo>
                  <a:lnTo>
                    <a:pt x="10" y="973"/>
                  </a:lnTo>
                  <a:lnTo>
                    <a:pt x="4" y="999"/>
                  </a:lnTo>
                  <a:lnTo>
                    <a:pt x="1" y="1025"/>
                  </a:lnTo>
                  <a:lnTo>
                    <a:pt x="1" y="1025"/>
                  </a:lnTo>
                  <a:lnTo>
                    <a:pt x="0" y="1028"/>
                  </a:lnTo>
                  <a:lnTo>
                    <a:pt x="0" y="1038"/>
                  </a:lnTo>
                  <a:lnTo>
                    <a:pt x="0" y="1038"/>
                  </a:lnTo>
                  <a:lnTo>
                    <a:pt x="0" y="1040"/>
                  </a:lnTo>
                  <a:lnTo>
                    <a:pt x="1" y="1041"/>
                  </a:lnTo>
                  <a:lnTo>
                    <a:pt x="3" y="1042"/>
                  </a:lnTo>
                  <a:lnTo>
                    <a:pt x="5" y="1042"/>
                  </a:lnTo>
                  <a:lnTo>
                    <a:pt x="6" y="1042"/>
                  </a:lnTo>
                  <a:lnTo>
                    <a:pt x="9" y="1041"/>
                  </a:lnTo>
                  <a:lnTo>
                    <a:pt x="10" y="1040"/>
                  </a:lnTo>
                  <a:lnTo>
                    <a:pt x="10" y="1038"/>
                  </a:lnTo>
                  <a:lnTo>
                    <a:pt x="10" y="1038"/>
                  </a:lnTo>
                  <a:lnTo>
                    <a:pt x="11" y="1021"/>
                  </a:lnTo>
                  <a:lnTo>
                    <a:pt x="13" y="1005"/>
                  </a:lnTo>
                  <a:lnTo>
                    <a:pt x="16" y="988"/>
                  </a:lnTo>
                  <a:lnTo>
                    <a:pt x="19" y="972"/>
                  </a:lnTo>
                  <a:lnTo>
                    <a:pt x="27" y="938"/>
                  </a:lnTo>
                  <a:lnTo>
                    <a:pt x="34" y="905"/>
                  </a:lnTo>
                  <a:lnTo>
                    <a:pt x="34" y="905"/>
                  </a:lnTo>
                  <a:lnTo>
                    <a:pt x="39" y="878"/>
                  </a:lnTo>
                  <a:lnTo>
                    <a:pt x="44" y="849"/>
                  </a:lnTo>
                  <a:lnTo>
                    <a:pt x="47" y="820"/>
                  </a:lnTo>
                  <a:lnTo>
                    <a:pt x="48" y="791"/>
                  </a:lnTo>
                  <a:lnTo>
                    <a:pt x="48" y="791"/>
                  </a:lnTo>
                  <a:lnTo>
                    <a:pt x="49" y="759"/>
                  </a:lnTo>
                  <a:lnTo>
                    <a:pt x="52" y="727"/>
                  </a:lnTo>
                  <a:lnTo>
                    <a:pt x="57" y="695"/>
                  </a:lnTo>
                  <a:lnTo>
                    <a:pt x="62" y="663"/>
                  </a:lnTo>
                  <a:lnTo>
                    <a:pt x="74" y="600"/>
                  </a:lnTo>
                  <a:lnTo>
                    <a:pt x="78" y="568"/>
                  </a:lnTo>
                  <a:lnTo>
                    <a:pt x="82" y="536"/>
                  </a:lnTo>
                  <a:lnTo>
                    <a:pt x="82" y="536"/>
                  </a:lnTo>
                  <a:lnTo>
                    <a:pt x="86" y="501"/>
                  </a:lnTo>
                  <a:lnTo>
                    <a:pt x="91" y="465"/>
                  </a:lnTo>
                  <a:lnTo>
                    <a:pt x="97" y="431"/>
                  </a:lnTo>
                  <a:lnTo>
                    <a:pt x="105" y="396"/>
                  </a:lnTo>
                  <a:lnTo>
                    <a:pt x="113" y="362"/>
                  </a:lnTo>
                  <a:lnTo>
                    <a:pt x="121" y="328"/>
                  </a:lnTo>
                  <a:lnTo>
                    <a:pt x="140" y="261"/>
                  </a:lnTo>
                  <a:lnTo>
                    <a:pt x="140" y="261"/>
                  </a:lnTo>
                  <a:lnTo>
                    <a:pt x="148" y="229"/>
                  </a:lnTo>
                  <a:lnTo>
                    <a:pt x="154" y="197"/>
                  </a:lnTo>
                  <a:lnTo>
                    <a:pt x="160" y="166"/>
                  </a:lnTo>
                  <a:lnTo>
                    <a:pt x="164" y="134"/>
                  </a:lnTo>
                  <a:lnTo>
                    <a:pt x="168" y="101"/>
                  </a:lnTo>
                  <a:lnTo>
                    <a:pt x="170" y="69"/>
                  </a:lnTo>
                  <a:lnTo>
                    <a:pt x="171" y="37"/>
                  </a:lnTo>
                  <a:lnTo>
                    <a:pt x="171" y="4"/>
                  </a:lnTo>
                  <a:lnTo>
                    <a:pt x="171" y="4"/>
                  </a:lnTo>
                  <a:lnTo>
                    <a:pt x="171" y="2"/>
                  </a:lnTo>
                  <a:lnTo>
                    <a:pt x="170" y="1"/>
                  </a:lnTo>
                  <a:lnTo>
                    <a:pt x="168" y="0"/>
                  </a:lnTo>
                  <a:lnTo>
                    <a:pt x="167" y="0"/>
                  </a:lnTo>
                  <a:lnTo>
                    <a:pt x="164" y="0"/>
                  </a:lnTo>
                  <a:lnTo>
                    <a:pt x="163" y="1"/>
                  </a:lnTo>
                  <a:lnTo>
                    <a:pt x="161" y="2"/>
                  </a:lnTo>
                  <a:lnTo>
                    <a:pt x="161" y="4"/>
                  </a:lnTo>
                  <a:lnTo>
                    <a:pt x="161" y="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18" name="Freeform 728"/>
            <p:cNvSpPr/>
            <p:nvPr/>
          </p:nvSpPr>
          <p:spPr bwMode="auto">
            <a:xfrm>
              <a:off x="5608638" y="4162425"/>
              <a:ext cx="123825" cy="544513"/>
            </a:xfrm>
            <a:custGeom>
              <a:avLst/>
              <a:gdLst/>
              <a:ahLst/>
              <a:cxnLst>
                <a:cxn ang="0">
                  <a:pos x="226" y="1"/>
                </a:cxn>
                <a:cxn ang="0">
                  <a:pos x="209" y="14"/>
                </a:cxn>
                <a:cxn ang="0">
                  <a:pos x="198" y="30"/>
                </a:cxn>
                <a:cxn ang="0">
                  <a:pos x="192" y="48"/>
                </a:cxn>
                <a:cxn ang="0">
                  <a:pos x="187" y="69"/>
                </a:cxn>
                <a:cxn ang="0">
                  <a:pos x="177" y="145"/>
                </a:cxn>
                <a:cxn ang="0">
                  <a:pos x="164" y="219"/>
                </a:cxn>
                <a:cxn ang="0">
                  <a:pos x="156" y="254"/>
                </a:cxn>
                <a:cxn ang="0">
                  <a:pos x="142" y="357"/>
                </a:cxn>
                <a:cxn ang="0">
                  <a:pos x="136" y="392"/>
                </a:cxn>
                <a:cxn ang="0">
                  <a:pos x="116" y="498"/>
                </a:cxn>
                <a:cxn ang="0">
                  <a:pos x="109" y="533"/>
                </a:cxn>
                <a:cxn ang="0">
                  <a:pos x="81" y="637"/>
                </a:cxn>
                <a:cxn ang="0">
                  <a:pos x="62" y="707"/>
                </a:cxn>
                <a:cxn ang="0">
                  <a:pos x="49" y="779"/>
                </a:cxn>
                <a:cxn ang="0">
                  <a:pos x="45" y="813"/>
                </a:cxn>
                <a:cxn ang="0">
                  <a:pos x="43" y="847"/>
                </a:cxn>
                <a:cxn ang="0">
                  <a:pos x="38" y="878"/>
                </a:cxn>
                <a:cxn ang="0">
                  <a:pos x="34" y="910"/>
                </a:cxn>
                <a:cxn ang="0">
                  <a:pos x="31" y="924"/>
                </a:cxn>
                <a:cxn ang="0">
                  <a:pos x="24" y="951"/>
                </a:cxn>
                <a:cxn ang="0">
                  <a:pos x="20" y="965"/>
                </a:cxn>
                <a:cxn ang="0">
                  <a:pos x="12" y="999"/>
                </a:cxn>
                <a:cxn ang="0">
                  <a:pos x="8" y="1010"/>
                </a:cxn>
                <a:cxn ang="0">
                  <a:pos x="3" y="1010"/>
                </a:cxn>
                <a:cxn ang="0">
                  <a:pos x="0" y="1014"/>
                </a:cxn>
                <a:cxn ang="0">
                  <a:pos x="0" y="1024"/>
                </a:cxn>
                <a:cxn ang="0">
                  <a:pos x="4" y="1029"/>
                </a:cxn>
                <a:cxn ang="0">
                  <a:pos x="9" y="1027"/>
                </a:cxn>
                <a:cxn ang="0">
                  <a:pos x="12" y="1021"/>
                </a:cxn>
                <a:cxn ang="0">
                  <a:pos x="18" y="1007"/>
                </a:cxn>
                <a:cxn ang="0">
                  <a:pos x="24" y="987"/>
                </a:cxn>
                <a:cxn ang="0">
                  <a:pos x="31" y="964"/>
                </a:cxn>
                <a:cxn ang="0">
                  <a:pos x="38" y="940"/>
                </a:cxn>
                <a:cxn ang="0">
                  <a:pos x="42" y="912"/>
                </a:cxn>
                <a:cxn ang="0">
                  <a:pos x="45" y="884"/>
                </a:cxn>
                <a:cxn ang="0">
                  <a:pos x="48" y="869"/>
                </a:cxn>
                <a:cxn ang="0">
                  <a:pos x="54" y="822"/>
                </a:cxn>
                <a:cxn ang="0">
                  <a:pos x="57" y="786"/>
                </a:cxn>
                <a:cxn ang="0">
                  <a:pos x="70" y="715"/>
                </a:cxn>
                <a:cxn ang="0">
                  <a:pos x="79" y="680"/>
                </a:cxn>
                <a:cxn ang="0">
                  <a:pos x="100" y="607"/>
                </a:cxn>
                <a:cxn ang="0">
                  <a:pos x="118" y="534"/>
                </a:cxn>
                <a:cxn ang="0">
                  <a:pos x="133" y="467"/>
                </a:cxn>
                <a:cxn ang="0">
                  <a:pos x="144" y="399"/>
                </a:cxn>
                <a:cxn ang="0">
                  <a:pos x="164" y="263"/>
                </a:cxn>
                <a:cxn ang="0">
                  <a:pos x="176" y="194"/>
                </a:cxn>
                <a:cxn ang="0">
                  <a:pos x="188" y="126"/>
                </a:cxn>
                <a:cxn ang="0">
                  <a:pos x="193" y="94"/>
                </a:cxn>
                <a:cxn ang="0">
                  <a:pos x="198" y="61"/>
                </a:cxn>
                <a:cxn ang="0">
                  <a:pos x="205" y="38"/>
                </a:cxn>
                <a:cxn ang="0">
                  <a:pos x="213" y="25"/>
                </a:cxn>
                <a:cxn ang="0">
                  <a:pos x="224" y="13"/>
                </a:cxn>
                <a:cxn ang="0">
                  <a:pos x="230" y="9"/>
                </a:cxn>
                <a:cxn ang="0">
                  <a:pos x="232" y="5"/>
                </a:cxn>
                <a:cxn ang="0">
                  <a:pos x="232" y="2"/>
                </a:cxn>
                <a:cxn ang="0">
                  <a:pos x="229" y="0"/>
                </a:cxn>
                <a:cxn ang="0">
                  <a:pos x="226" y="1"/>
                </a:cxn>
              </a:cxnLst>
              <a:rect l="0" t="0" r="r" b="b"/>
              <a:pathLst>
                <a:path w="232" h="1029">
                  <a:moveTo>
                    <a:pt x="226" y="1"/>
                  </a:moveTo>
                  <a:lnTo>
                    <a:pt x="226" y="1"/>
                  </a:lnTo>
                  <a:lnTo>
                    <a:pt x="216" y="7"/>
                  </a:lnTo>
                  <a:lnTo>
                    <a:pt x="209" y="14"/>
                  </a:lnTo>
                  <a:lnTo>
                    <a:pt x="203" y="22"/>
                  </a:lnTo>
                  <a:lnTo>
                    <a:pt x="198" y="30"/>
                  </a:lnTo>
                  <a:lnTo>
                    <a:pt x="195" y="39"/>
                  </a:lnTo>
                  <a:lnTo>
                    <a:pt x="192" y="48"/>
                  </a:lnTo>
                  <a:lnTo>
                    <a:pt x="189" y="59"/>
                  </a:lnTo>
                  <a:lnTo>
                    <a:pt x="187" y="69"/>
                  </a:lnTo>
                  <a:lnTo>
                    <a:pt x="187" y="69"/>
                  </a:lnTo>
                  <a:lnTo>
                    <a:pt x="177" y="145"/>
                  </a:lnTo>
                  <a:lnTo>
                    <a:pt x="171" y="182"/>
                  </a:lnTo>
                  <a:lnTo>
                    <a:pt x="164" y="219"/>
                  </a:lnTo>
                  <a:lnTo>
                    <a:pt x="164" y="219"/>
                  </a:lnTo>
                  <a:lnTo>
                    <a:pt x="156" y="254"/>
                  </a:lnTo>
                  <a:lnTo>
                    <a:pt x="151" y="288"/>
                  </a:lnTo>
                  <a:lnTo>
                    <a:pt x="142" y="357"/>
                  </a:lnTo>
                  <a:lnTo>
                    <a:pt x="142" y="357"/>
                  </a:lnTo>
                  <a:lnTo>
                    <a:pt x="136" y="392"/>
                  </a:lnTo>
                  <a:lnTo>
                    <a:pt x="130" y="428"/>
                  </a:lnTo>
                  <a:lnTo>
                    <a:pt x="116" y="498"/>
                  </a:lnTo>
                  <a:lnTo>
                    <a:pt x="116" y="498"/>
                  </a:lnTo>
                  <a:lnTo>
                    <a:pt x="109" y="533"/>
                  </a:lnTo>
                  <a:lnTo>
                    <a:pt x="100" y="568"/>
                  </a:lnTo>
                  <a:lnTo>
                    <a:pt x="81" y="637"/>
                  </a:lnTo>
                  <a:lnTo>
                    <a:pt x="71" y="672"/>
                  </a:lnTo>
                  <a:lnTo>
                    <a:pt x="62" y="707"/>
                  </a:lnTo>
                  <a:lnTo>
                    <a:pt x="54" y="743"/>
                  </a:lnTo>
                  <a:lnTo>
                    <a:pt x="49" y="779"/>
                  </a:lnTo>
                  <a:lnTo>
                    <a:pt x="49" y="779"/>
                  </a:lnTo>
                  <a:lnTo>
                    <a:pt x="45" y="813"/>
                  </a:lnTo>
                  <a:lnTo>
                    <a:pt x="43" y="847"/>
                  </a:lnTo>
                  <a:lnTo>
                    <a:pt x="43" y="847"/>
                  </a:lnTo>
                  <a:lnTo>
                    <a:pt x="41" y="862"/>
                  </a:lnTo>
                  <a:lnTo>
                    <a:pt x="38" y="878"/>
                  </a:lnTo>
                  <a:lnTo>
                    <a:pt x="35" y="894"/>
                  </a:lnTo>
                  <a:lnTo>
                    <a:pt x="34" y="910"/>
                  </a:lnTo>
                  <a:lnTo>
                    <a:pt x="34" y="910"/>
                  </a:lnTo>
                  <a:lnTo>
                    <a:pt x="31" y="924"/>
                  </a:lnTo>
                  <a:lnTo>
                    <a:pt x="28" y="938"/>
                  </a:lnTo>
                  <a:lnTo>
                    <a:pt x="24" y="951"/>
                  </a:lnTo>
                  <a:lnTo>
                    <a:pt x="20" y="965"/>
                  </a:lnTo>
                  <a:lnTo>
                    <a:pt x="20" y="965"/>
                  </a:lnTo>
                  <a:lnTo>
                    <a:pt x="15" y="987"/>
                  </a:lnTo>
                  <a:lnTo>
                    <a:pt x="12" y="999"/>
                  </a:lnTo>
                  <a:lnTo>
                    <a:pt x="8" y="1010"/>
                  </a:lnTo>
                  <a:lnTo>
                    <a:pt x="8" y="1010"/>
                  </a:lnTo>
                  <a:lnTo>
                    <a:pt x="5" y="1010"/>
                  </a:lnTo>
                  <a:lnTo>
                    <a:pt x="3" y="1010"/>
                  </a:lnTo>
                  <a:lnTo>
                    <a:pt x="0" y="1012"/>
                  </a:lnTo>
                  <a:lnTo>
                    <a:pt x="0" y="1014"/>
                  </a:lnTo>
                  <a:lnTo>
                    <a:pt x="0" y="1024"/>
                  </a:lnTo>
                  <a:lnTo>
                    <a:pt x="0" y="1024"/>
                  </a:lnTo>
                  <a:lnTo>
                    <a:pt x="1" y="1027"/>
                  </a:lnTo>
                  <a:lnTo>
                    <a:pt x="4" y="1029"/>
                  </a:lnTo>
                  <a:lnTo>
                    <a:pt x="7" y="1028"/>
                  </a:lnTo>
                  <a:lnTo>
                    <a:pt x="9" y="1027"/>
                  </a:lnTo>
                  <a:lnTo>
                    <a:pt x="9" y="1027"/>
                  </a:lnTo>
                  <a:lnTo>
                    <a:pt x="12" y="1021"/>
                  </a:lnTo>
                  <a:lnTo>
                    <a:pt x="14" y="1017"/>
                  </a:lnTo>
                  <a:lnTo>
                    <a:pt x="18" y="1007"/>
                  </a:lnTo>
                  <a:lnTo>
                    <a:pt x="20" y="998"/>
                  </a:lnTo>
                  <a:lnTo>
                    <a:pt x="24" y="987"/>
                  </a:lnTo>
                  <a:lnTo>
                    <a:pt x="24" y="987"/>
                  </a:lnTo>
                  <a:lnTo>
                    <a:pt x="31" y="964"/>
                  </a:lnTo>
                  <a:lnTo>
                    <a:pt x="38" y="940"/>
                  </a:lnTo>
                  <a:lnTo>
                    <a:pt x="38" y="940"/>
                  </a:lnTo>
                  <a:lnTo>
                    <a:pt x="41" y="926"/>
                  </a:lnTo>
                  <a:lnTo>
                    <a:pt x="42" y="912"/>
                  </a:lnTo>
                  <a:lnTo>
                    <a:pt x="43" y="899"/>
                  </a:lnTo>
                  <a:lnTo>
                    <a:pt x="45" y="884"/>
                  </a:lnTo>
                  <a:lnTo>
                    <a:pt x="45" y="884"/>
                  </a:lnTo>
                  <a:lnTo>
                    <a:pt x="48" y="869"/>
                  </a:lnTo>
                  <a:lnTo>
                    <a:pt x="51" y="853"/>
                  </a:lnTo>
                  <a:lnTo>
                    <a:pt x="54" y="822"/>
                  </a:lnTo>
                  <a:lnTo>
                    <a:pt x="54" y="822"/>
                  </a:lnTo>
                  <a:lnTo>
                    <a:pt x="57" y="786"/>
                  </a:lnTo>
                  <a:lnTo>
                    <a:pt x="62" y="750"/>
                  </a:lnTo>
                  <a:lnTo>
                    <a:pt x="70" y="715"/>
                  </a:lnTo>
                  <a:lnTo>
                    <a:pt x="74" y="697"/>
                  </a:lnTo>
                  <a:lnTo>
                    <a:pt x="79" y="680"/>
                  </a:lnTo>
                  <a:lnTo>
                    <a:pt x="79" y="680"/>
                  </a:lnTo>
                  <a:lnTo>
                    <a:pt x="100" y="607"/>
                  </a:lnTo>
                  <a:lnTo>
                    <a:pt x="118" y="534"/>
                  </a:lnTo>
                  <a:lnTo>
                    <a:pt x="118" y="534"/>
                  </a:lnTo>
                  <a:lnTo>
                    <a:pt x="125" y="501"/>
                  </a:lnTo>
                  <a:lnTo>
                    <a:pt x="133" y="467"/>
                  </a:lnTo>
                  <a:lnTo>
                    <a:pt x="139" y="433"/>
                  </a:lnTo>
                  <a:lnTo>
                    <a:pt x="144" y="399"/>
                  </a:lnTo>
                  <a:lnTo>
                    <a:pt x="164" y="263"/>
                  </a:lnTo>
                  <a:lnTo>
                    <a:pt x="164" y="263"/>
                  </a:lnTo>
                  <a:lnTo>
                    <a:pt x="169" y="228"/>
                  </a:lnTo>
                  <a:lnTo>
                    <a:pt x="176" y="194"/>
                  </a:lnTo>
                  <a:lnTo>
                    <a:pt x="182" y="160"/>
                  </a:lnTo>
                  <a:lnTo>
                    <a:pt x="188" y="126"/>
                  </a:lnTo>
                  <a:lnTo>
                    <a:pt x="188" y="126"/>
                  </a:lnTo>
                  <a:lnTo>
                    <a:pt x="193" y="94"/>
                  </a:lnTo>
                  <a:lnTo>
                    <a:pt x="195" y="77"/>
                  </a:lnTo>
                  <a:lnTo>
                    <a:pt x="198" y="61"/>
                  </a:lnTo>
                  <a:lnTo>
                    <a:pt x="202" y="45"/>
                  </a:lnTo>
                  <a:lnTo>
                    <a:pt x="205" y="38"/>
                  </a:lnTo>
                  <a:lnTo>
                    <a:pt x="208" y="32"/>
                  </a:lnTo>
                  <a:lnTo>
                    <a:pt x="213" y="25"/>
                  </a:lnTo>
                  <a:lnTo>
                    <a:pt x="217" y="18"/>
                  </a:lnTo>
                  <a:lnTo>
                    <a:pt x="224" y="13"/>
                  </a:lnTo>
                  <a:lnTo>
                    <a:pt x="230" y="9"/>
                  </a:lnTo>
                  <a:lnTo>
                    <a:pt x="230" y="9"/>
                  </a:lnTo>
                  <a:lnTo>
                    <a:pt x="232" y="7"/>
                  </a:lnTo>
                  <a:lnTo>
                    <a:pt x="232" y="5"/>
                  </a:lnTo>
                  <a:lnTo>
                    <a:pt x="232" y="4"/>
                  </a:lnTo>
                  <a:lnTo>
                    <a:pt x="232" y="2"/>
                  </a:lnTo>
                  <a:lnTo>
                    <a:pt x="231" y="1"/>
                  </a:lnTo>
                  <a:lnTo>
                    <a:pt x="229" y="0"/>
                  </a:lnTo>
                  <a:lnTo>
                    <a:pt x="228" y="0"/>
                  </a:lnTo>
                  <a:lnTo>
                    <a:pt x="226" y="1"/>
                  </a:lnTo>
                  <a:lnTo>
                    <a:pt x="226" y="1"/>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19" name="Freeform 729"/>
            <p:cNvSpPr/>
            <p:nvPr/>
          </p:nvSpPr>
          <p:spPr bwMode="auto">
            <a:xfrm>
              <a:off x="5638801" y="4605338"/>
              <a:ext cx="34925" cy="111125"/>
            </a:xfrm>
            <a:custGeom>
              <a:avLst/>
              <a:gdLst/>
              <a:ahLst/>
              <a:cxnLst>
                <a:cxn ang="0">
                  <a:pos x="58" y="1"/>
                </a:cxn>
                <a:cxn ang="0">
                  <a:pos x="58" y="1"/>
                </a:cxn>
                <a:cxn ang="0">
                  <a:pos x="52" y="10"/>
                </a:cxn>
                <a:cxn ang="0">
                  <a:pos x="48" y="20"/>
                </a:cxn>
                <a:cxn ang="0">
                  <a:pos x="44" y="31"/>
                </a:cxn>
                <a:cxn ang="0">
                  <a:pos x="41" y="42"/>
                </a:cxn>
                <a:cxn ang="0">
                  <a:pos x="36" y="66"/>
                </a:cxn>
                <a:cxn ang="0">
                  <a:pos x="32" y="87"/>
                </a:cxn>
                <a:cxn ang="0">
                  <a:pos x="32" y="87"/>
                </a:cxn>
                <a:cxn ang="0">
                  <a:pos x="24" y="117"/>
                </a:cxn>
                <a:cxn ang="0">
                  <a:pos x="15" y="147"/>
                </a:cxn>
                <a:cxn ang="0">
                  <a:pos x="6" y="176"/>
                </a:cxn>
                <a:cxn ang="0">
                  <a:pos x="3" y="192"/>
                </a:cxn>
                <a:cxn ang="0">
                  <a:pos x="0" y="207"/>
                </a:cxn>
                <a:cxn ang="0">
                  <a:pos x="0" y="207"/>
                </a:cxn>
                <a:cxn ang="0">
                  <a:pos x="0" y="209"/>
                </a:cxn>
                <a:cxn ang="0">
                  <a:pos x="1" y="210"/>
                </a:cxn>
                <a:cxn ang="0">
                  <a:pos x="4" y="212"/>
                </a:cxn>
                <a:cxn ang="0">
                  <a:pos x="5" y="212"/>
                </a:cxn>
                <a:cxn ang="0">
                  <a:pos x="8" y="212"/>
                </a:cxn>
                <a:cxn ang="0">
                  <a:pos x="9" y="211"/>
                </a:cxn>
                <a:cxn ang="0">
                  <a:pos x="10" y="209"/>
                </a:cxn>
                <a:cxn ang="0">
                  <a:pos x="10" y="209"/>
                </a:cxn>
                <a:cxn ang="0">
                  <a:pos x="14" y="184"/>
                </a:cxn>
                <a:cxn ang="0">
                  <a:pos x="21" y="161"/>
                </a:cxn>
                <a:cxn ang="0">
                  <a:pos x="35" y="112"/>
                </a:cxn>
                <a:cxn ang="0">
                  <a:pos x="35" y="112"/>
                </a:cxn>
                <a:cxn ang="0">
                  <a:pos x="42" y="89"/>
                </a:cxn>
                <a:cxn ang="0">
                  <a:pos x="47" y="66"/>
                </a:cxn>
                <a:cxn ang="0">
                  <a:pos x="47" y="66"/>
                </a:cxn>
                <a:cxn ang="0">
                  <a:pos x="50" y="51"/>
                </a:cxn>
                <a:cxn ang="0">
                  <a:pos x="53" y="36"/>
                </a:cxn>
                <a:cxn ang="0">
                  <a:pos x="55" y="27"/>
                </a:cxn>
                <a:cxn ang="0">
                  <a:pos x="58" y="20"/>
                </a:cxn>
                <a:cxn ang="0">
                  <a:pos x="61" y="13"/>
                </a:cxn>
                <a:cxn ang="0">
                  <a:pos x="65" y="8"/>
                </a:cxn>
                <a:cxn ang="0">
                  <a:pos x="65" y="8"/>
                </a:cxn>
                <a:cxn ang="0">
                  <a:pos x="66" y="6"/>
                </a:cxn>
                <a:cxn ang="0">
                  <a:pos x="66" y="4"/>
                </a:cxn>
                <a:cxn ang="0">
                  <a:pos x="64" y="1"/>
                </a:cxn>
                <a:cxn ang="0">
                  <a:pos x="63" y="0"/>
                </a:cxn>
                <a:cxn ang="0">
                  <a:pos x="61" y="0"/>
                </a:cxn>
                <a:cxn ang="0">
                  <a:pos x="60" y="0"/>
                </a:cxn>
                <a:cxn ang="0">
                  <a:pos x="58" y="1"/>
                </a:cxn>
                <a:cxn ang="0">
                  <a:pos x="58" y="1"/>
                </a:cxn>
              </a:cxnLst>
              <a:rect l="0" t="0" r="r" b="b"/>
              <a:pathLst>
                <a:path w="66" h="212">
                  <a:moveTo>
                    <a:pt x="58" y="1"/>
                  </a:moveTo>
                  <a:lnTo>
                    <a:pt x="58" y="1"/>
                  </a:lnTo>
                  <a:lnTo>
                    <a:pt x="52" y="10"/>
                  </a:lnTo>
                  <a:lnTo>
                    <a:pt x="48" y="20"/>
                  </a:lnTo>
                  <a:lnTo>
                    <a:pt x="44" y="31"/>
                  </a:lnTo>
                  <a:lnTo>
                    <a:pt x="41" y="42"/>
                  </a:lnTo>
                  <a:lnTo>
                    <a:pt x="36" y="66"/>
                  </a:lnTo>
                  <a:lnTo>
                    <a:pt x="32" y="87"/>
                  </a:lnTo>
                  <a:lnTo>
                    <a:pt x="32" y="87"/>
                  </a:lnTo>
                  <a:lnTo>
                    <a:pt x="24" y="117"/>
                  </a:lnTo>
                  <a:lnTo>
                    <a:pt x="15" y="147"/>
                  </a:lnTo>
                  <a:lnTo>
                    <a:pt x="6" y="176"/>
                  </a:lnTo>
                  <a:lnTo>
                    <a:pt x="3" y="192"/>
                  </a:lnTo>
                  <a:lnTo>
                    <a:pt x="0" y="207"/>
                  </a:lnTo>
                  <a:lnTo>
                    <a:pt x="0" y="207"/>
                  </a:lnTo>
                  <a:lnTo>
                    <a:pt x="0" y="209"/>
                  </a:lnTo>
                  <a:lnTo>
                    <a:pt x="1" y="210"/>
                  </a:lnTo>
                  <a:lnTo>
                    <a:pt x="4" y="212"/>
                  </a:lnTo>
                  <a:lnTo>
                    <a:pt x="5" y="212"/>
                  </a:lnTo>
                  <a:lnTo>
                    <a:pt x="8" y="212"/>
                  </a:lnTo>
                  <a:lnTo>
                    <a:pt x="9" y="211"/>
                  </a:lnTo>
                  <a:lnTo>
                    <a:pt x="10" y="209"/>
                  </a:lnTo>
                  <a:lnTo>
                    <a:pt x="10" y="209"/>
                  </a:lnTo>
                  <a:lnTo>
                    <a:pt x="14" y="184"/>
                  </a:lnTo>
                  <a:lnTo>
                    <a:pt x="21" y="161"/>
                  </a:lnTo>
                  <a:lnTo>
                    <a:pt x="35" y="112"/>
                  </a:lnTo>
                  <a:lnTo>
                    <a:pt x="35" y="112"/>
                  </a:lnTo>
                  <a:lnTo>
                    <a:pt x="42" y="89"/>
                  </a:lnTo>
                  <a:lnTo>
                    <a:pt x="47" y="66"/>
                  </a:lnTo>
                  <a:lnTo>
                    <a:pt x="47" y="66"/>
                  </a:lnTo>
                  <a:lnTo>
                    <a:pt x="50" y="51"/>
                  </a:lnTo>
                  <a:lnTo>
                    <a:pt x="53" y="36"/>
                  </a:lnTo>
                  <a:lnTo>
                    <a:pt x="55" y="27"/>
                  </a:lnTo>
                  <a:lnTo>
                    <a:pt x="58" y="20"/>
                  </a:lnTo>
                  <a:lnTo>
                    <a:pt x="61" y="13"/>
                  </a:lnTo>
                  <a:lnTo>
                    <a:pt x="65" y="8"/>
                  </a:lnTo>
                  <a:lnTo>
                    <a:pt x="65" y="8"/>
                  </a:lnTo>
                  <a:lnTo>
                    <a:pt x="66" y="6"/>
                  </a:lnTo>
                  <a:lnTo>
                    <a:pt x="66" y="4"/>
                  </a:lnTo>
                  <a:lnTo>
                    <a:pt x="64" y="1"/>
                  </a:lnTo>
                  <a:lnTo>
                    <a:pt x="63" y="0"/>
                  </a:lnTo>
                  <a:lnTo>
                    <a:pt x="61" y="0"/>
                  </a:lnTo>
                  <a:lnTo>
                    <a:pt x="60" y="0"/>
                  </a:lnTo>
                  <a:lnTo>
                    <a:pt x="58" y="1"/>
                  </a:lnTo>
                  <a:lnTo>
                    <a:pt x="58" y="1"/>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20" name="Freeform 730"/>
            <p:cNvSpPr/>
            <p:nvPr/>
          </p:nvSpPr>
          <p:spPr bwMode="auto">
            <a:xfrm>
              <a:off x="5664201" y="4646613"/>
              <a:ext cx="25400" cy="76200"/>
            </a:xfrm>
            <a:custGeom>
              <a:avLst/>
              <a:gdLst/>
              <a:ahLst/>
              <a:cxnLst>
                <a:cxn ang="0">
                  <a:pos x="37" y="4"/>
                </a:cxn>
                <a:cxn ang="0">
                  <a:pos x="37" y="4"/>
                </a:cxn>
                <a:cxn ang="0">
                  <a:pos x="36" y="12"/>
                </a:cxn>
                <a:cxn ang="0">
                  <a:pos x="35" y="21"/>
                </a:cxn>
                <a:cxn ang="0">
                  <a:pos x="30" y="35"/>
                </a:cxn>
                <a:cxn ang="0">
                  <a:pos x="25" y="51"/>
                </a:cxn>
                <a:cxn ang="0">
                  <a:pos x="20" y="66"/>
                </a:cxn>
                <a:cxn ang="0">
                  <a:pos x="20" y="66"/>
                </a:cxn>
                <a:cxn ang="0">
                  <a:pos x="15" y="84"/>
                </a:cxn>
                <a:cxn ang="0">
                  <a:pos x="9" y="101"/>
                </a:cxn>
                <a:cxn ang="0">
                  <a:pos x="4" y="119"/>
                </a:cxn>
                <a:cxn ang="0">
                  <a:pos x="0" y="136"/>
                </a:cxn>
                <a:cxn ang="0">
                  <a:pos x="0" y="136"/>
                </a:cxn>
                <a:cxn ang="0">
                  <a:pos x="0" y="139"/>
                </a:cxn>
                <a:cxn ang="0">
                  <a:pos x="1" y="140"/>
                </a:cxn>
                <a:cxn ang="0">
                  <a:pos x="2" y="142"/>
                </a:cxn>
                <a:cxn ang="0">
                  <a:pos x="3" y="142"/>
                </a:cxn>
                <a:cxn ang="0">
                  <a:pos x="5" y="142"/>
                </a:cxn>
                <a:cxn ang="0">
                  <a:pos x="7" y="142"/>
                </a:cxn>
                <a:cxn ang="0">
                  <a:pos x="8" y="141"/>
                </a:cxn>
                <a:cxn ang="0">
                  <a:pos x="9" y="139"/>
                </a:cxn>
                <a:cxn ang="0">
                  <a:pos x="9" y="139"/>
                </a:cxn>
                <a:cxn ang="0">
                  <a:pos x="13" y="121"/>
                </a:cxn>
                <a:cxn ang="0">
                  <a:pos x="18" y="103"/>
                </a:cxn>
                <a:cxn ang="0">
                  <a:pos x="29" y="69"/>
                </a:cxn>
                <a:cxn ang="0">
                  <a:pos x="29" y="69"/>
                </a:cxn>
                <a:cxn ang="0">
                  <a:pos x="34" y="53"/>
                </a:cxn>
                <a:cxn ang="0">
                  <a:pos x="40" y="37"/>
                </a:cxn>
                <a:cxn ang="0">
                  <a:pos x="44" y="21"/>
                </a:cxn>
                <a:cxn ang="0">
                  <a:pos x="46" y="12"/>
                </a:cxn>
                <a:cxn ang="0">
                  <a:pos x="47" y="4"/>
                </a:cxn>
                <a:cxn ang="0">
                  <a:pos x="47" y="4"/>
                </a:cxn>
                <a:cxn ang="0">
                  <a:pos x="46" y="2"/>
                </a:cxn>
                <a:cxn ang="0">
                  <a:pos x="45" y="1"/>
                </a:cxn>
                <a:cxn ang="0">
                  <a:pos x="44" y="0"/>
                </a:cxn>
                <a:cxn ang="0">
                  <a:pos x="42" y="0"/>
                </a:cxn>
                <a:cxn ang="0">
                  <a:pos x="39" y="1"/>
                </a:cxn>
                <a:cxn ang="0">
                  <a:pos x="38" y="2"/>
                </a:cxn>
                <a:cxn ang="0">
                  <a:pos x="37" y="4"/>
                </a:cxn>
                <a:cxn ang="0">
                  <a:pos x="37" y="4"/>
                </a:cxn>
              </a:cxnLst>
              <a:rect l="0" t="0" r="r" b="b"/>
              <a:pathLst>
                <a:path w="47" h="142">
                  <a:moveTo>
                    <a:pt x="37" y="4"/>
                  </a:moveTo>
                  <a:lnTo>
                    <a:pt x="37" y="4"/>
                  </a:lnTo>
                  <a:lnTo>
                    <a:pt x="36" y="12"/>
                  </a:lnTo>
                  <a:lnTo>
                    <a:pt x="35" y="21"/>
                  </a:lnTo>
                  <a:lnTo>
                    <a:pt x="30" y="35"/>
                  </a:lnTo>
                  <a:lnTo>
                    <a:pt x="25" y="51"/>
                  </a:lnTo>
                  <a:lnTo>
                    <a:pt x="20" y="66"/>
                  </a:lnTo>
                  <a:lnTo>
                    <a:pt x="20" y="66"/>
                  </a:lnTo>
                  <a:lnTo>
                    <a:pt x="15" y="84"/>
                  </a:lnTo>
                  <a:lnTo>
                    <a:pt x="9" y="101"/>
                  </a:lnTo>
                  <a:lnTo>
                    <a:pt x="4" y="119"/>
                  </a:lnTo>
                  <a:lnTo>
                    <a:pt x="0" y="136"/>
                  </a:lnTo>
                  <a:lnTo>
                    <a:pt x="0" y="136"/>
                  </a:lnTo>
                  <a:lnTo>
                    <a:pt x="0" y="139"/>
                  </a:lnTo>
                  <a:lnTo>
                    <a:pt x="1" y="140"/>
                  </a:lnTo>
                  <a:lnTo>
                    <a:pt x="2" y="142"/>
                  </a:lnTo>
                  <a:lnTo>
                    <a:pt x="3" y="142"/>
                  </a:lnTo>
                  <a:lnTo>
                    <a:pt x="5" y="142"/>
                  </a:lnTo>
                  <a:lnTo>
                    <a:pt x="7" y="142"/>
                  </a:lnTo>
                  <a:lnTo>
                    <a:pt x="8" y="141"/>
                  </a:lnTo>
                  <a:lnTo>
                    <a:pt x="9" y="139"/>
                  </a:lnTo>
                  <a:lnTo>
                    <a:pt x="9" y="139"/>
                  </a:lnTo>
                  <a:lnTo>
                    <a:pt x="13" y="121"/>
                  </a:lnTo>
                  <a:lnTo>
                    <a:pt x="18" y="103"/>
                  </a:lnTo>
                  <a:lnTo>
                    <a:pt x="29" y="69"/>
                  </a:lnTo>
                  <a:lnTo>
                    <a:pt x="29" y="69"/>
                  </a:lnTo>
                  <a:lnTo>
                    <a:pt x="34" y="53"/>
                  </a:lnTo>
                  <a:lnTo>
                    <a:pt x="40" y="37"/>
                  </a:lnTo>
                  <a:lnTo>
                    <a:pt x="44" y="21"/>
                  </a:lnTo>
                  <a:lnTo>
                    <a:pt x="46" y="12"/>
                  </a:lnTo>
                  <a:lnTo>
                    <a:pt x="47" y="4"/>
                  </a:lnTo>
                  <a:lnTo>
                    <a:pt x="47" y="4"/>
                  </a:lnTo>
                  <a:lnTo>
                    <a:pt x="46" y="2"/>
                  </a:lnTo>
                  <a:lnTo>
                    <a:pt x="45" y="1"/>
                  </a:lnTo>
                  <a:lnTo>
                    <a:pt x="44" y="0"/>
                  </a:lnTo>
                  <a:lnTo>
                    <a:pt x="42" y="0"/>
                  </a:lnTo>
                  <a:lnTo>
                    <a:pt x="39" y="1"/>
                  </a:lnTo>
                  <a:lnTo>
                    <a:pt x="38" y="2"/>
                  </a:lnTo>
                  <a:lnTo>
                    <a:pt x="37" y="4"/>
                  </a:lnTo>
                  <a:lnTo>
                    <a:pt x="37" y="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21" name="Freeform 731"/>
            <p:cNvSpPr/>
            <p:nvPr/>
          </p:nvSpPr>
          <p:spPr bwMode="auto">
            <a:xfrm>
              <a:off x="5680076" y="4684713"/>
              <a:ext cx="19050" cy="61913"/>
            </a:xfrm>
            <a:custGeom>
              <a:avLst/>
              <a:gdLst/>
              <a:ahLst/>
              <a:cxnLst>
                <a:cxn ang="0">
                  <a:pos x="30" y="2"/>
                </a:cxn>
                <a:cxn ang="0">
                  <a:pos x="30" y="2"/>
                </a:cxn>
                <a:cxn ang="0">
                  <a:pos x="26" y="9"/>
                </a:cxn>
                <a:cxn ang="0">
                  <a:pos x="22" y="15"/>
                </a:cxn>
                <a:cxn ang="0">
                  <a:pos x="17" y="28"/>
                </a:cxn>
                <a:cxn ang="0">
                  <a:pos x="13" y="42"/>
                </a:cxn>
                <a:cxn ang="0">
                  <a:pos x="11" y="56"/>
                </a:cxn>
                <a:cxn ang="0">
                  <a:pos x="7" y="86"/>
                </a:cxn>
                <a:cxn ang="0">
                  <a:pos x="4" y="99"/>
                </a:cxn>
                <a:cxn ang="0">
                  <a:pos x="0" y="114"/>
                </a:cxn>
                <a:cxn ang="0">
                  <a:pos x="0" y="114"/>
                </a:cxn>
                <a:cxn ang="0">
                  <a:pos x="0" y="116"/>
                </a:cxn>
                <a:cxn ang="0">
                  <a:pos x="1" y="117"/>
                </a:cxn>
                <a:cxn ang="0">
                  <a:pos x="2" y="118"/>
                </a:cxn>
                <a:cxn ang="0">
                  <a:pos x="3" y="119"/>
                </a:cxn>
                <a:cxn ang="0">
                  <a:pos x="7" y="119"/>
                </a:cxn>
                <a:cxn ang="0">
                  <a:pos x="8" y="118"/>
                </a:cxn>
                <a:cxn ang="0">
                  <a:pos x="9" y="116"/>
                </a:cxn>
                <a:cxn ang="0">
                  <a:pos x="9" y="116"/>
                </a:cxn>
                <a:cxn ang="0">
                  <a:pos x="13" y="104"/>
                </a:cxn>
                <a:cxn ang="0">
                  <a:pos x="15" y="89"/>
                </a:cxn>
                <a:cxn ang="0">
                  <a:pos x="19" y="61"/>
                </a:cxn>
                <a:cxn ang="0">
                  <a:pos x="21" y="47"/>
                </a:cxn>
                <a:cxn ang="0">
                  <a:pos x="24" y="33"/>
                </a:cxn>
                <a:cxn ang="0">
                  <a:pos x="30" y="21"/>
                </a:cxn>
                <a:cxn ang="0">
                  <a:pos x="33" y="15"/>
                </a:cxn>
                <a:cxn ang="0">
                  <a:pos x="37" y="10"/>
                </a:cxn>
                <a:cxn ang="0">
                  <a:pos x="37" y="10"/>
                </a:cxn>
                <a:cxn ang="0">
                  <a:pos x="38" y="8"/>
                </a:cxn>
                <a:cxn ang="0">
                  <a:pos x="38" y="5"/>
                </a:cxn>
                <a:cxn ang="0">
                  <a:pos x="36" y="2"/>
                </a:cxn>
                <a:cxn ang="0">
                  <a:pos x="35" y="1"/>
                </a:cxn>
                <a:cxn ang="0">
                  <a:pos x="33" y="0"/>
                </a:cxn>
                <a:cxn ang="0">
                  <a:pos x="32" y="1"/>
                </a:cxn>
                <a:cxn ang="0">
                  <a:pos x="30" y="2"/>
                </a:cxn>
                <a:cxn ang="0">
                  <a:pos x="30" y="2"/>
                </a:cxn>
              </a:cxnLst>
              <a:rect l="0" t="0" r="r" b="b"/>
              <a:pathLst>
                <a:path w="38" h="119">
                  <a:moveTo>
                    <a:pt x="30" y="2"/>
                  </a:moveTo>
                  <a:lnTo>
                    <a:pt x="30" y="2"/>
                  </a:lnTo>
                  <a:lnTo>
                    <a:pt x="26" y="9"/>
                  </a:lnTo>
                  <a:lnTo>
                    <a:pt x="22" y="15"/>
                  </a:lnTo>
                  <a:lnTo>
                    <a:pt x="17" y="28"/>
                  </a:lnTo>
                  <a:lnTo>
                    <a:pt x="13" y="42"/>
                  </a:lnTo>
                  <a:lnTo>
                    <a:pt x="11" y="56"/>
                  </a:lnTo>
                  <a:lnTo>
                    <a:pt x="7" y="86"/>
                  </a:lnTo>
                  <a:lnTo>
                    <a:pt x="4" y="99"/>
                  </a:lnTo>
                  <a:lnTo>
                    <a:pt x="0" y="114"/>
                  </a:lnTo>
                  <a:lnTo>
                    <a:pt x="0" y="114"/>
                  </a:lnTo>
                  <a:lnTo>
                    <a:pt x="0" y="116"/>
                  </a:lnTo>
                  <a:lnTo>
                    <a:pt x="1" y="117"/>
                  </a:lnTo>
                  <a:lnTo>
                    <a:pt x="2" y="118"/>
                  </a:lnTo>
                  <a:lnTo>
                    <a:pt x="3" y="119"/>
                  </a:lnTo>
                  <a:lnTo>
                    <a:pt x="7" y="119"/>
                  </a:lnTo>
                  <a:lnTo>
                    <a:pt x="8" y="118"/>
                  </a:lnTo>
                  <a:lnTo>
                    <a:pt x="9" y="116"/>
                  </a:lnTo>
                  <a:lnTo>
                    <a:pt x="9" y="116"/>
                  </a:lnTo>
                  <a:lnTo>
                    <a:pt x="13" y="104"/>
                  </a:lnTo>
                  <a:lnTo>
                    <a:pt x="15" y="89"/>
                  </a:lnTo>
                  <a:lnTo>
                    <a:pt x="19" y="61"/>
                  </a:lnTo>
                  <a:lnTo>
                    <a:pt x="21" y="47"/>
                  </a:lnTo>
                  <a:lnTo>
                    <a:pt x="24" y="33"/>
                  </a:lnTo>
                  <a:lnTo>
                    <a:pt x="30" y="21"/>
                  </a:lnTo>
                  <a:lnTo>
                    <a:pt x="33" y="15"/>
                  </a:lnTo>
                  <a:lnTo>
                    <a:pt x="37" y="10"/>
                  </a:lnTo>
                  <a:lnTo>
                    <a:pt x="37" y="10"/>
                  </a:lnTo>
                  <a:lnTo>
                    <a:pt x="38" y="8"/>
                  </a:lnTo>
                  <a:lnTo>
                    <a:pt x="38" y="5"/>
                  </a:lnTo>
                  <a:lnTo>
                    <a:pt x="36" y="2"/>
                  </a:lnTo>
                  <a:lnTo>
                    <a:pt x="35" y="1"/>
                  </a:lnTo>
                  <a:lnTo>
                    <a:pt x="33" y="0"/>
                  </a:lnTo>
                  <a:lnTo>
                    <a:pt x="32" y="1"/>
                  </a:lnTo>
                  <a:lnTo>
                    <a:pt x="30" y="2"/>
                  </a:lnTo>
                  <a:lnTo>
                    <a:pt x="30" y="2"/>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22" name="Freeform 732"/>
            <p:cNvSpPr/>
            <p:nvPr/>
          </p:nvSpPr>
          <p:spPr bwMode="auto">
            <a:xfrm>
              <a:off x="5694363" y="4205288"/>
              <a:ext cx="63500" cy="346075"/>
            </a:xfrm>
            <a:custGeom>
              <a:avLst/>
              <a:gdLst/>
              <a:ahLst/>
              <a:cxnLst>
                <a:cxn ang="0">
                  <a:pos x="111" y="4"/>
                </a:cxn>
                <a:cxn ang="0">
                  <a:pos x="100" y="44"/>
                </a:cxn>
                <a:cxn ang="0">
                  <a:pos x="91" y="83"/>
                </a:cxn>
                <a:cxn ang="0">
                  <a:pos x="81" y="165"/>
                </a:cxn>
                <a:cxn ang="0">
                  <a:pos x="78" y="186"/>
                </a:cxn>
                <a:cxn ang="0">
                  <a:pos x="69" y="230"/>
                </a:cxn>
                <a:cxn ang="0">
                  <a:pos x="64" y="250"/>
                </a:cxn>
                <a:cxn ang="0">
                  <a:pos x="58" y="272"/>
                </a:cxn>
                <a:cxn ang="0">
                  <a:pos x="51" y="319"/>
                </a:cxn>
                <a:cxn ang="0">
                  <a:pos x="47" y="341"/>
                </a:cxn>
                <a:cxn ang="0">
                  <a:pos x="32" y="412"/>
                </a:cxn>
                <a:cxn ang="0">
                  <a:pos x="20" y="482"/>
                </a:cxn>
                <a:cxn ang="0">
                  <a:pos x="17" y="506"/>
                </a:cxn>
                <a:cxn ang="0">
                  <a:pos x="7" y="550"/>
                </a:cxn>
                <a:cxn ang="0">
                  <a:pos x="2" y="573"/>
                </a:cxn>
                <a:cxn ang="0">
                  <a:pos x="0" y="591"/>
                </a:cxn>
                <a:cxn ang="0">
                  <a:pos x="1" y="631"/>
                </a:cxn>
                <a:cxn ang="0">
                  <a:pos x="2" y="650"/>
                </a:cxn>
                <a:cxn ang="0">
                  <a:pos x="3" y="653"/>
                </a:cxn>
                <a:cxn ang="0">
                  <a:pos x="6" y="654"/>
                </a:cxn>
                <a:cxn ang="0">
                  <a:pos x="10" y="653"/>
                </a:cxn>
                <a:cxn ang="0">
                  <a:pos x="11" y="650"/>
                </a:cxn>
                <a:cxn ang="0">
                  <a:pos x="10" y="608"/>
                </a:cxn>
                <a:cxn ang="0">
                  <a:pos x="11" y="577"/>
                </a:cxn>
                <a:cxn ang="0">
                  <a:pos x="12" y="567"/>
                </a:cxn>
                <a:cxn ang="0">
                  <a:pos x="22" y="528"/>
                </a:cxn>
                <a:cxn ang="0">
                  <a:pos x="28" y="498"/>
                </a:cxn>
                <a:cxn ang="0">
                  <a:pos x="29" y="489"/>
                </a:cxn>
                <a:cxn ang="0">
                  <a:pos x="35" y="454"/>
                </a:cxn>
                <a:cxn ang="0">
                  <a:pos x="41" y="420"/>
                </a:cxn>
                <a:cxn ang="0">
                  <a:pos x="51" y="362"/>
                </a:cxn>
                <a:cxn ang="0">
                  <a:pos x="56" y="343"/>
                </a:cxn>
                <a:cxn ang="0">
                  <a:pos x="65" y="303"/>
                </a:cxn>
                <a:cxn ang="0">
                  <a:pos x="71" y="262"/>
                </a:cxn>
                <a:cxn ang="0">
                  <a:pos x="80" y="219"/>
                </a:cxn>
                <a:cxn ang="0">
                  <a:pos x="88" y="176"/>
                </a:cxn>
                <a:cxn ang="0">
                  <a:pos x="95" y="134"/>
                </a:cxn>
                <a:cxn ang="0">
                  <a:pos x="104" y="70"/>
                </a:cxn>
                <a:cxn ang="0">
                  <a:pos x="113" y="27"/>
                </a:cxn>
                <a:cxn ang="0">
                  <a:pos x="119" y="7"/>
                </a:cxn>
                <a:cxn ang="0">
                  <a:pos x="119" y="3"/>
                </a:cxn>
                <a:cxn ang="0">
                  <a:pos x="116" y="0"/>
                </a:cxn>
                <a:cxn ang="0">
                  <a:pos x="113" y="2"/>
                </a:cxn>
                <a:cxn ang="0">
                  <a:pos x="111" y="4"/>
                </a:cxn>
              </a:cxnLst>
              <a:rect l="0" t="0" r="r" b="b"/>
              <a:pathLst>
                <a:path w="120" h="654">
                  <a:moveTo>
                    <a:pt x="111" y="4"/>
                  </a:moveTo>
                  <a:lnTo>
                    <a:pt x="111" y="4"/>
                  </a:lnTo>
                  <a:lnTo>
                    <a:pt x="104" y="24"/>
                  </a:lnTo>
                  <a:lnTo>
                    <a:pt x="100" y="44"/>
                  </a:lnTo>
                  <a:lnTo>
                    <a:pt x="96" y="63"/>
                  </a:lnTo>
                  <a:lnTo>
                    <a:pt x="91" y="83"/>
                  </a:lnTo>
                  <a:lnTo>
                    <a:pt x="86" y="123"/>
                  </a:lnTo>
                  <a:lnTo>
                    <a:pt x="81" y="165"/>
                  </a:lnTo>
                  <a:lnTo>
                    <a:pt x="81" y="165"/>
                  </a:lnTo>
                  <a:lnTo>
                    <a:pt x="78" y="186"/>
                  </a:lnTo>
                  <a:lnTo>
                    <a:pt x="74" y="208"/>
                  </a:lnTo>
                  <a:lnTo>
                    <a:pt x="69" y="230"/>
                  </a:lnTo>
                  <a:lnTo>
                    <a:pt x="64" y="250"/>
                  </a:lnTo>
                  <a:lnTo>
                    <a:pt x="64" y="250"/>
                  </a:lnTo>
                  <a:lnTo>
                    <a:pt x="60" y="262"/>
                  </a:lnTo>
                  <a:lnTo>
                    <a:pt x="58" y="272"/>
                  </a:lnTo>
                  <a:lnTo>
                    <a:pt x="54" y="296"/>
                  </a:lnTo>
                  <a:lnTo>
                    <a:pt x="51" y="319"/>
                  </a:lnTo>
                  <a:lnTo>
                    <a:pt x="47" y="341"/>
                  </a:lnTo>
                  <a:lnTo>
                    <a:pt x="47" y="341"/>
                  </a:lnTo>
                  <a:lnTo>
                    <a:pt x="39" y="375"/>
                  </a:lnTo>
                  <a:lnTo>
                    <a:pt x="32" y="412"/>
                  </a:lnTo>
                  <a:lnTo>
                    <a:pt x="25" y="447"/>
                  </a:lnTo>
                  <a:lnTo>
                    <a:pt x="20" y="482"/>
                  </a:lnTo>
                  <a:lnTo>
                    <a:pt x="20" y="482"/>
                  </a:lnTo>
                  <a:lnTo>
                    <a:pt x="17" y="506"/>
                  </a:lnTo>
                  <a:lnTo>
                    <a:pt x="12" y="527"/>
                  </a:lnTo>
                  <a:lnTo>
                    <a:pt x="7" y="550"/>
                  </a:lnTo>
                  <a:lnTo>
                    <a:pt x="2" y="573"/>
                  </a:lnTo>
                  <a:lnTo>
                    <a:pt x="2" y="573"/>
                  </a:lnTo>
                  <a:lnTo>
                    <a:pt x="1" y="582"/>
                  </a:lnTo>
                  <a:lnTo>
                    <a:pt x="0" y="591"/>
                  </a:lnTo>
                  <a:lnTo>
                    <a:pt x="0" y="611"/>
                  </a:lnTo>
                  <a:lnTo>
                    <a:pt x="1" y="631"/>
                  </a:lnTo>
                  <a:lnTo>
                    <a:pt x="2" y="650"/>
                  </a:lnTo>
                  <a:lnTo>
                    <a:pt x="2" y="650"/>
                  </a:lnTo>
                  <a:lnTo>
                    <a:pt x="2" y="652"/>
                  </a:lnTo>
                  <a:lnTo>
                    <a:pt x="3" y="653"/>
                  </a:lnTo>
                  <a:lnTo>
                    <a:pt x="5" y="654"/>
                  </a:lnTo>
                  <a:lnTo>
                    <a:pt x="6" y="654"/>
                  </a:lnTo>
                  <a:lnTo>
                    <a:pt x="8" y="654"/>
                  </a:lnTo>
                  <a:lnTo>
                    <a:pt x="10" y="653"/>
                  </a:lnTo>
                  <a:lnTo>
                    <a:pt x="11" y="652"/>
                  </a:lnTo>
                  <a:lnTo>
                    <a:pt x="11" y="650"/>
                  </a:lnTo>
                  <a:lnTo>
                    <a:pt x="11" y="650"/>
                  </a:lnTo>
                  <a:lnTo>
                    <a:pt x="10" y="608"/>
                  </a:lnTo>
                  <a:lnTo>
                    <a:pt x="10" y="587"/>
                  </a:lnTo>
                  <a:lnTo>
                    <a:pt x="11" y="577"/>
                  </a:lnTo>
                  <a:lnTo>
                    <a:pt x="12" y="567"/>
                  </a:lnTo>
                  <a:lnTo>
                    <a:pt x="12" y="567"/>
                  </a:lnTo>
                  <a:lnTo>
                    <a:pt x="17" y="548"/>
                  </a:lnTo>
                  <a:lnTo>
                    <a:pt x="22" y="528"/>
                  </a:lnTo>
                  <a:lnTo>
                    <a:pt x="27" y="509"/>
                  </a:lnTo>
                  <a:lnTo>
                    <a:pt x="28" y="498"/>
                  </a:lnTo>
                  <a:lnTo>
                    <a:pt x="29" y="489"/>
                  </a:lnTo>
                  <a:lnTo>
                    <a:pt x="29" y="489"/>
                  </a:lnTo>
                  <a:lnTo>
                    <a:pt x="32" y="471"/>
                  </a:lnTo>
                  <a:lnTo>
                    <a:pt x="35" y="454"/>
                  </a:lnTo>
                  <a:lnTo>
                    <a:pt x="41" y="420"/>
                  </a:lnTo>
                  <a:lnTo>
                    <a:pt x="41" y="420"/>
                  </a:lnTo>
                  <a:lnTo>
                    <a:pt x="47" y="382"/>
                  </a:lnTo>
                  <a:lnTo>
                    <a:pt x="51" y="362"/>
                  </a:lnTo>
                  <a:lnTo>
                    <a:pt x="56" y="343"/>
                  </a:lnTo>
                  <a:lnTo>
                    <a:pt x="56" y="343"/>
                  </a:lnTo>
                  <a:lnTo>
                    <a:pt x="60" y="324"/>
                  </a:lnTo>
                  <a:lnTo>
                    <a:pt x="65" y="303"/>
                  </a:lnTo>
                  <a:lnTo>
                    <a:pt x="71" y="262"/>
                  </a:lnTo>
                  <a:lnTo>
                    <a:pt x="71" y="262"/>
                  </a:lnTo>
                  <a:lnTo>
                    <a:pt x="75" y="240"/>
                  </a:lnTo>
                  <a:lnTo>
                    <a:pt x="80" y="219"/>
                  </a:lnTo>
                  <a:lnTo>
                    <a:pt x="84" y="198"/>
                  </a:lnTo>
                  <a:lnTo>
                    <a:pt x="88" y="176"/>
                  </a:lnTo>
                  <a:lnTo>
                    <a:pt x="88" y="176"/>
                  </a:lnTo>
                  <a:lnTo>
                    <a:pt x="95" y="134"/>
                  </a:lnTo>
                  <a:lnTo>
                    <a:pt x="100" y="90"/>
                  </a:lnTo>
                  <a:lnTo>
                    <a:pt x="104" y="70"/>
                  </a:lnTo>
                  <a:lnTo>
                    <a:pt x="108" y="48"/>
                  </a:lnTo>
                  <a:lnTo>
                    <a:pt x="113" y="27"/>
                  </a:lnTo>
                  <a:lnTo>
                    <a:pt x="119" y="7"/>
                  </a:lnTo>
                  <a:lnTo>
                    <a:pt x="119" y="7"/>
                  </a:lnTo>
                  <a:lnTo>
                    <a:pt x="120" y="5"/>
                  </a:lnTo>
                  <a:lnTo>
                    <a:pt x="119" y="3"/>
                  </a:lnTo>
                  <a:lnTo>
                    <a:pt x="118" y="2"/>
                  </a:lnTo>
                  <a:lnTo>
                    <a:pt x="116" y="0"/>
                  </a:lnTo>
                  <a:lnTo>
                    <a:pt x="115" y="0"/>
                  </a:lnTo>
                  <a:lnTo>
                    <a:pt x="113" y="2"/>
                  </a:lnTo>
                  <a:lnTo>
                    <a:pt x="112" y="3"/>
                  </a:lnTo>
                  <a:lnTo>
                    <a:pt x="111" y="4"/>
                  </a:lnTo>
                  <a:lnTo>
                    <a:pt x="111" y="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23" name="Freeform 733"/>
            <p:cNvSpPr/>
            <p:nvPr/>
          </p:nvSpPr>
          <p:spPr bwMode="auto">
            <a:xfrm>
              <a:off x="5746751" y="4235450"/>
              <a:ext cx="46038" cy="260350"/>
            </a:xfrm>
            <a:custGeom>
              <a:avLst/>
              <a:gdLst/>
              <a:ahLst/>
              <a:cxnLst>
                <a:cxn ang="0">
                  <a:pos x="76" y="2"/>
                </a:cxn>
                <a:cxn ang="0">
                  <a:pos x="70" y="31"/>
                </a:cxn>
                <a:cxn ang="0">
                  <a:pos x="69" y="60"/>
                </a:cxn>
                <a:cxn ang="0">
                  <a:pos x="70" y="106"/>
                </a:cxn>
                <a:cxn ang="0">
                  <a:pos x="70" y="120"/>
                </a:cxn>
                <a:cxn ang="0">
                  <a:pos x="65" y="152"/>
                </a:cxn>
                <a:cxn ang="0">
                  <a:pos x="50" y="215"/>
                </a:cxn>
                <a:cxn ang="0">
                  <a:pos x="44" y="248"/>
                </a:cxn>
                <a:cxn ang="0">
                  <a:pos x="40" y="279"/>
                </a:cxn>
                <a:cxn ang="0">
                  <a:pos x="30" y="342"/>
                </a:cxn>
                <a:cxn ang="0">
                  <a:pos x="21" y="373"/>
                </a:cxn>
                <a:cxn ang="0">
                  <a:pos x="7" y="430"/>
                </a:cxn>
                <a:cxn ang="0">
                  <a:pos x="1" y="473"/>
                </a:cxn>
                <a:cxn ang="0">
                  <a:pos x="0" y="488"/>
                </a:cxn>
                <a:cxn ang="0">
                  <a:pos x="2" y="491"/>
                </a:cxn>
                <a:cxn ang="0">
                  <a:pos x="5" y="492"/>
                </a:cxn>
                <a:cxn ang="0">
                  <a:pos x="8" y="491"/>
                </a:cxn>
                <a:cxn ang="0">
                  <a:pos x="9" y="488"/>
                </a:cxn>
                <a:cxn ang="0">
                  <a:pos x="10" y="472"/>
                </a:cxn>
                <a:cxn ang="0">
                  <a:pos x="17" y="428"/>
                </a:cxn>
                <a:cxn ang="0">
                  <a:pos x="33" y="369"/>
                </a:cxn>
                <a:cxn ang="0">
                  <a:pos x="40" y="341"/>
                </a:cxn>
                <a:cxn ang="0">
                  <a:pos x="49" y="284"/>
                </a:cxn>
                <a:cxn ang="0">
                  <a:pos x="53" y="256"/>
                </a:cxn>
                <a:cxn ang="0">
                  <a:pos x="58" y="224"/>
                </a:cxn>
                <a:cxn ang="0">
                  <a:pos x="72" y="161"/>
                </a:cxn>
                <a:cxn ang="0">
                  <a:pos x="78" y="129"/>
                </a:cxn>
                <a:cxn ang="0">
                  <a:pos x="80" y="103"/>
                </a:cxn>
                <a:cxn ang="0">
                  <a:pos x="80" y="76"/>
                </a:cxn>
                <a:cxn ang="0">
                  <a:pos x="81" y="22"/>
                </a:cxn>
                <a:cxn ang="0">
                  <a:pos x="85" y="5"/>
                </a:cxn>
                <a:cxn ang="0">
                  <a:pos x="85" y="3"/>
                </a:cxn>
                <a:cxn ang="0">
                  <a:pos x="83" y="0"/>
                </a:cxn>
                <a:cxn ang="0">
                  <a:pos x="78" y="0"/>
                </a:cxn>
                <a:cxn ang="0">
                  <a:pos x="76" y="2"/>
                </a:cxn>
              </a:cxnLst>
              <a:rect l="0" t="0" r="r" b="b"/>
              <a:pathLst>
                <a:path w="85" h="492">
                  <a:moveTo>
                    <a:pt x="76" y="2"/>
                  </a:moveTo>
                  <a:lnTo>
                    <a:pt x="76" y="2"/>
                  </a:lnTo>
                  <a:lnTo>
                    <a:pt x="72" y="17"/>
                  </a:lnTo>
                  <a:lnTo>
                    <a:pt x="70" y="31"/>
                  </a:lnTo>
                  <a:lnTo>
                    <a:pt x="69" y="46"/>
                  </a:lnTo>
                  <a:lnTo>
                    <a:pt x="69" y="60"/>
                  </a:lnTo>
                  <a:lnTo>
                    <a:pt x="70" y="91"/>
                  </a:lnTo>
                  <a:lnTo>
                    <a:pt x="70" y="106"/>
                  </a:lnTo>
                  <a:lnTo>
                    <a:pt x="70" y="120"/>
                  </a:lnTo>
                  <a:lnTo>
                    <a:pt x="70" y="120"/>
                  </a:lnTo>
                  <a:lnTo>
                    <a:pt x="68" y="136"/>
                  </a:lnTo>
                  <a:lnTo>
                    <a:pt x="65" y="152"/>
                  </a:lnTo>
                  <a:lnTo>
                    <a:pt x="58" y="184"/>
                  </a:lnTo>
                  <a:lnTo>
                    <a:pt x="50" y="215"/>
                  </a:lnTo>
                  <a:lnTo>
                    <a:pt x="47" y="232"/>
                  </a:lnTo>
                  <a:lnTo>
                    <a:pt x="44" y="248"/>
                  </a:lnTo>
                  <a:lnTo>
                    <a:pt x="44" y="248"/>
                  </a:lnTo>
                  <a:lnTo>
                    <a:pt x="40" y="279"/>
                  </a:lnTo>
                  <a:lnTo>
                    <a:pt x="36" y="311"/>
                  </a:lnTo>
                  <a:lnTo>
                    <a:pt x="30" y="342"/>
                  </a:lnTo>
                  <a:lnTo>
                    <a:pt x="21" y="373"/>
                  </a:lnTo>
                  <a:lnTo>
                    <a:pt x="21" y="373"/>
                  </a:lnTo>
                  <a:lnTo>
                    <a:pt x="14" y="401"/>
                  </a:lnTo>
                  <a:lnTo>
                    <a:pt x="7" y="430"/>
                  </a:lnTo>
                  <a:lnTo>
                    <a:pt x="3" y="459"/>
                  </a:lnTo>
                  <a:lnTo>
                    <a:pt x="1" y="473"/>
                  </a:lnTo>
                  <a:lnTo>
                    <a:pt x="0" y="488"/>
                  </a:lnTo>
                  <a:lnTo>
                    <a:pt x="0" y="488"/>
                  </a:lnTo>
                  <a:lnTo>
                    <a:pt x="1" y="490"/>
                  </a:lnTo>
                  <a:lnTo>
                    <a:pt x="2" y="491"/>
                  </a:lnTo>
                  <a:lnTo>
                    <a:pt x="3" y="492"/>
                  </a:lnTo>
                  <a:lnTo>
                    <a:pt x="5" y="492"/>
                  </a:lnTo>
                  <a:lnTo>
                    <a:pt x="6" y="492"/>
                  </a:lnTo>
                  <a:lnTo>
                    <a:pt x="8" y="491"/>
                  </a:lnTo>
                  <a:lnTo>
                    <a:pt x="9" y="490"/>
                  </a:lnTo>
                  <a:lnTo>
                    <a:pt x="9" y="488"/>
                  </a:lnTo>
                  <a:lnTo>
                    <a:pt x="9" y="488"/>
                  </a:lnTo>
                  <a:lnTo>
                    <a:pt x="10" y="472"/>
                  </a:lnTo>
                  <a:lnTo>
                    <a:pt x="12" y="458"/>
                  </a:lnTo>
                  <a:lnTo>
                    <a:pt x="17" y="428"/>
                  </a:lnTo>
                  <a:lnTo>
                    <a:pt x="25" y="398"/>
                  </a:lnTo>
                  <a:lnTo>
                    <a:pt x="33" y="369"/>
                  </a:lnTo>
                  <a:lnTo>
                    <a:pt x="33" y="369"/>
                  </a:lnTo>
                  <a:lnTo>
                    <a:pt x="40" y="341"/>
                  </a:lnTo>
                  <a:lnTo>
                    <a:pt x="45" y="313"/>
                  </a:lnTo>
                  <a:lnTo>
                    <a:pt x="49" y="284"/>
                  </a:lnTo>
                  <a:lnTo>
                    <a:pt x="53" y="256"/>
                  </a:lnTo>
                  <a:lnTo>
                    <a:pt x="53" y="256"/>
                  </a:lnTo>
                  <a:lnTo>
                    <a:pt x="55" y="240"/>
                  </a:lnTo>
                  <a:lnTo>
                    <a:pt x="58" y="224"/>
                  </a:lnTo>
                  <a:lnTo>
                    <a:pt x="65" y="192"/>
                  </a:lnTo>
                  <a:lnTo>
                    <a:pt x="72" y="161"/>
                  </a:lnTo>
                  <a:lnTo>
                    <a:pt x="78" y="129"/>
                  </a:lnTo>
                  <a:lnTo>
                    <a:pt x="78" y="129"/>
                  </a:lnTo>
                  <a:lnTo>
                    <a:pt x="79" y="116"/>
                  </a:lnTo>
                  <a:lnTo>
                    <a:pt x="80" y="103"/>
                  </a:lnTo>
                  <a:lnTo>
                    <a:pt x="80" y="76"/>
                  </a:lnTo>
                  <a:lnTo>
                    <a:pt x="80" y="76"/>
                  </a:lnTo>
                  <a:lnTo>
                    <a:pt x="80" y="40"/>
                  </a:lnTo>
                  <a:lnTo>
                    <a:pt x="81" y="22"/>
                  </a:lnTo>
                  <a:lnTo>
                    <a:pt x="82" y="14"/>
                  </a:lnTo>
                  <a:lnTo>
                    <a:pt x="85" y="5"/>
                  </a:lnTo>
                  <a:lnTo>
                    <a:pt x="85" y="5"/>
                  </a:lnTo>
                  <a:lnTo>
                    <a:pt x="85" y="3"/>
                  </a:lnTo>
                  <a:lnTo>
                    <a:pt x="84" y="1"/>
                  </a:lnTo>
                  <a:lnTo>
                    <a:pt x="83" y="0"/>
                  </a:lnTo>
                  <a:lnTo>
                    <a:pt x="82" y="0"/>
                  </a:lnTo>
                  <a:lnTo>
                    <a:pt x="78" y="0"/>
                  </a:lnTo>
                  <a:lnTo>
                    <a:pt x="77" y="1"/>
                  </a:lnTo>
                  <a:lnTo>
                    <a:pt x="76" y="2"/>
                  </a:lnTo>
                  <a:lnTo>
                    <a:pt x="76" y="2"/>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24" name="Freeform 734"/>
            <p:cNvSpPr/>
            <p:nvPr/>
          </p:nvSpPr>
          <p:spPr bwMode="auto">
            <a:xfrm>
              <a:off x="5780088" y="4264025"/>
              <a:ext cx="34925" cy="196850"/>
            </a:xfrm>
            <a:custGeom>
              <a:avLst/>
              <a:gdLst/>
              <a:ahLst/>
              <a:cxnLst>
                <a:cxn ang="0">
                  <a:pos x="57" y="4"/>
                </a:cxn>
                <a:cxn ang="0">
                  <a:pos x="57" y="4"/>
                </a:cxn>
                <a:cxn ang="0">
                  <a:pos x="56" y="51"/>
                </a:cxn>
                <a:cxn ang="0">
                  <a:pos x="52" y="96"/>
                </a:cxn>
                <a:cxn ang="0">
                  <a:pos x="47" y="141"/>
                </a:cxn>
                <a:cxn ang="0">
                  <a:pos x="41" y="187"/>
                </a:cxn>
                <a:cxn ang="0">
                  <a:pos x="41" y="187"/>
                </a:cxn>
                <a:cxn ang="0">
                  <a:pos x="37" y="210"/>
                </a:cxn>
                <a:cxn ang="0">
                  <a:pos x="32" y="232"/>
                </a:cxn>
                <a:cxn ang="0">
                  <a:pos x="20" y="278"/>
                </a:cxn>
                <a:cxn ang="0">
                  <a:pos x="9" y="322"/>
                </a:cxn>
                <a:cxn ang="0">
                  <a:pos x="4" y="345"/>
                </a:cxn>
                <a:cxn ang="0">
                  <a:pos x="0" y="368"/>
                </a:cxn>
                <a:cxn ang="0">
                  <a:pos x="0" y="368"/>
                </a:cxn>
                <a:cxn ang="0">
                  <a:pos x="0" y="370"/>
                </a:cxn>
                <a:cxn ang="0">
                  <a:pos x="1" y="372"/>
                </a:cxn>
                <a:cxn ang="0">
                  <a:pos x="4" y="374"/>
                </a:cxn>
                <a:cxn ang="0">
                  <a:pos x="5" y="374"/>
                </a:cxn>
                <a:cxn ang="0">
                  <a:pos x="7" y="374"/>
                </a:cxn>
                <a:cxn ang="0">
                  <a:pos x="8" y="373"/>
                </a:cxn>
                <a:cxn ang="0">
                  <a:pos x="9" y="371"/>
                </a:cxn>
                <a:cxn ang="0">
                  <a:pos x="9" y="371"/>
                </a:cxn>
                <a:cxn ang="0">
                  <a:pos x="13" y="348"/>
                </a:cxn>
                <a:cxn ang="0">
                  <a:pos x="18" y="325"/>
                </a:cxn>
                <a:cxn ang="0">
                  <a:pos x="30" y="280"/>
                </a:cxn>
                <a:cxn ang="0">
                  <a:pos x="41" y="235"/>
                </a:cxn>
                <a:cxn ang="0">
                  <a:pos x="46" y="213"/>
                </a:cxn>
                <a:cxn ang="0">
                  <a:pos x="50" y="190"/>
                </a:cxn>
                <a:cxn ang="0">
                  <a:pos x="50" y="190"/>
                </a:cxn>
                <a:cxn ang="0">
                  <a:pos x="58" y="144"/>
                </a:cxn>
                <a:cxn ang="0">
                  <a:pos x="62" y="97"/>
                </a:cxn>
                <a:cxn ang="0">
                  <a:pos x="65" y="51"/>
                </a:cxn>
                <a:cxn ang="0">
                  <a:pos x="66" y="4"/>
                </a:cxn>
                <a:cxn ang="0">
                  <a:pos x="66" y="4"/>
                </a:cxn>
                <a:cxn ang="0">
                  <a:pos x="66" y="2"/>
                </a:cxn>
                <a:cxn ang="0">
                  <a:pos x="65" y="1"/>
                </a:cxn>
                <a:cxn ang="0">
                  <a:pos x="63" y="0"/>
                </a:cxn>
                <a:cxn ang="0">
                  <a:pos x="62" y="0"/>
                </a:cxn>
                <a:cxn ang="0">
                  <a:pos x="60" y="0"/>
                </a:cxn>
                <a:cxn ang="0">
                  <a:pos x="58" y="1"/>
                </a:cxn>
                <a:cxn ang="0">
                  <a:pos x="57" y="2"/>
                </a:cxn>
                <a:cxn ang="0">
                  <a:pos x="57" y="4"/>
                </a:cxn>
                <a:cxn ang="0">
                  <a:pos x="57" y="4"/>
                </a:cxn>
              </a:cxnLst>
              <a:rect l="0" t="0" r="r" b="b"/>
              <a:pathLst>
                <a:path w="66" h="374">
                  <a:moveTo>
                    <a:pt x="57" y="4"/>
                  </a:moveTo>
                  <a:lnTo>
                    <a:pt x="57" y="4"/>
                  </a:lnTo>
                  <a:lnTo>
                    <a:pt x="56" y="51"/>
                  </a:lnTo>
                  <a:lnTo>
                    <a:pt x="52" y="96"/>
                  </a:lnTo>
                  <a:lnTo>
                    <a:pt x="47" y="141"/>
                  </a:lnTo>
                  <a:lnTo>
                    <a:pt x="41" y="187"/>
                  </a:lnTo>
                  <a:lnTo>
                    <a:pt x="41" y="187"/>
                  </a:lnTo>
                  <a:lnTo>
                    <a:pt x="37" y="210"/>
                  </a:lnTo>
                  <a:lnTo>
                    <a:pt x="32" y="232"/>
                  </a:lnTo>
                  <a:lnTo>
                    <a:pt x="20" y="278"/>
                  </a:lnTo>
                  <a:lnTo>
                    <a:pt x="9" y="322"/>
                  </a:lnTo>
                  <a:lnTo>
                    <a:pt x="4" y="345"/>
                  </a:lnTo>
                  <a:lnTo>
                    <a:pt x="0" y="368"/>
                  </a:lnTo>
                  <a:lnTo>
                    <a:pt x="0" y="368"/>
                  </a:lnTo>
                  <a:lnTo>
                    <a:pt x="0" y="370"/>
                  </a:lnTo>
                  <a:lnTo>
                    <a:pt x="1" y="372"/>
                  </a:lnTo>
                  <a:lnTo>
                    <a:pt x="4" y="374"/>
                  </a:lnTo>
                  <a:lnTo>
                    <a:pt x="5" y="374"/>
                  </a:lnTo>
                  <a:lnTo>
                    <a:pt x="7" y="374"/>
                  </a:lnTo>
                  <a:lnTo>
                    <a:pt x="8" y="373"/>
                  </a:lnTo>
                  <a:lnTo>
                    <a:pt x="9" y="371"/>
                  </a:lnTo>
                  <a:lnTo>
                    <a:pt x="9" y="371"/>
                  </a:lnTo>
                  <a:lnTo>
                    <a:pt x="13" y="348"/>
                  </a:lnTo>
                  <a:lnTo>
                    <a:pt x="18" y="325"/>
                  </a:lnTo>
                  <a:lnTo>
                    <a:pt x="30" y="280"/>
                  </a:lnTo>
                  <a:lnTo>
                    <a:pt x="41" y="235"/>
                  </a:lnTo>
                  <a:lnTo>
                    <a:pt x="46" y="213"/>
                  </a:lnTo>
                  <a:lnTo>
                    <a:pt x="50" y="190"/>
                  </a:lnTo>
                  <a:lnTo>
                    <a:pt x="50" y="190"/>
                  </a:lnTo>
                  <a:lnTo>
                    <a:pt x="58" y="144"/>
                  </a:lnTo>
                  <a:lnTo>
                    <a:pt x="62" y="97"/>
                  </a:lnTo>
                  <a:lnTo>
                    <a:pt x="65" y="51"/>
                  </a:lnTo>
                  <a:lnTo>
                    <a:pt x="66" y="4"/>
                  </a:lnTo>
                  <a:lnTo>
                    <a:pt x="66" y="4"/>
                  </a:lnTo>
                  <a:lnTo>
                    <a:pt x="66" y="2"/>
                  </a:lnTo>
                  <a:lnTo>
                    <a:pt x="65" y="1"/>
                  </a:lnTo>
                  <a:lnTo>
                    <a:pt x="63" y="0"/>
                  </a:lnTo>
                  <a:lnTo>
                    <a:pt x="62" y="0"/>
                  </a:lnTo>
                  <a:lnTo>
                    <a:pt x="60" y="0"/>
                  </a:lnTo>
                  <a:lnTo>
                    <a:pt x="58" y="1"/>
                  </a:lnTo>
                  <a:lnTo>
                    <a:pt x="57" y="2"/>
                  </a:lnTo>
                  <a:lnTo>
                    <a:pt x="57" y="4"/>
                  </a:lnTo>
                  <a:lnTo>
                    <a:pt x="57" y="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25" name="Freeform 735"/>
            <p:cNvSpPr/>
            <p:nvPr/>
          </p:nvSpPr>
          <p:spPr bwMode="auto">
            <a:xfrm>
              <a:off x="5805488" y="4286250"/>
              <a:ext cx="42863" cy="160338"/>
            </a:xfrm>
            <a:custGeom>
              <a:avLst/>
              <a:gdLst/>
              <a:ahLst/>
              <a:cxnLst>
                <a:cxn ang="0">
                  <a:pos x="72" y="4"/>
                </a:cxn>
                <a:cxn ang="0">
                  <a:pos x="72" y="4"/>
                </a:cxn>
                <a:cxn ang="0">
                  <a:pos x="70" y="24"/>
                </a:cxn>
                <a:cxn ang="0">
                  <a:pos x="68" y="44"/>
                </a:cxn>
                <a:cxn ang="0">
                  <a:pos x="65" y="63"/>
                </a:cxn>
                <a:cxn ang="0">
                  <a:pos x="61" y="82"/>
                </a:cxn>
                <a:cxn ang="0">
                  <a:pos x="54" y="120"/>
                </a:cxn>
                <a:cxn ang="0">
                  <a:pos x="47" y="158"/>
                </a:cxn>
                <a:cxn ang="0">
                  <a:pos x="47" y="158"/>
                </a:cxn>
                <a:cxn ang="0">
                  <a:pos x="43" y="177"/>
                </a:cxn>
                <a:cxn ang="0">
                  <a:pos x="36" y="195"/>
                </a:cxn>
                <a:cxn ang="0">
                  <a:pos x="24" y="230"/>
                </a:cxn>
                <a:cxn ang="0">
                  <a:pos x="24" y="230"/>
                </a:cxn>
                <a:cxn ang="0">
                  <a:pos x="20" y="246"/>
                </a:cxn>
                <a:cxn ang="0">
                  <a:pos x="16" y="264"/>
                </a:cxn>
                <a:cxn ang="0">
                  <a:pos x="14" y="272"/>
                </a:cxn>
                <a:cxn ang="0">
                  <a:pos x="11" y="280"/>
                </a:cxn>
                <a:cxn ang="0">
                  <a:pos x="6" y="289"/>
                </a:cxn>
                <a:cxn ang="0">
                  <a:pos x="1" y="296"/>
                </a:cxn>
                <a:cxn ang="0">
                  <a:pos x="1" y="296"/>
                </a:cxn>
                <a:cxn ang="0">
                  <a:pos x="0" y="298"/>
                </a:cxn>
                <a:cxn ang="0">
                  <a:pos x="0" y="299"/>
                </a:cxn>
                <a:cxn ang="0">
                  <a:pos x="2" y="302"/>
                </a:cxn>
                <a:cxn ang="0">
                  <a:pos x="3" y="303"/>
                </a:cxn>
                <a:cxn ang="0">
                  <a:pos x="4" y="304"/>
                </a:cxn>
                <a:cxn ang="0">
                  <a:pos x="6" y="303"/>
                </a:cxn>
                <a:cxn ang="0">
                  <a:pos x="9" y="302"/>
                </a:cxn>
                <a:cxn ang="0">
                  <a:pos x="9" y="302"/>
                </a:cxn>
                <a:cxn ang="0">
                  <a:pos x="13" y="297"/>
                </a:cxn>
                <a:cxn ang="0">
                  <a:pos x="16" y="291"/>
                </a:cxn>
                <a:cxn ang="0">
                  <a:pos x="21" y="279"/>
                </a:cxn>
                <a:cxn ang="0">
                  <a:pos x="24" y="267"/>
                </a:cxn>
                <a:cxn ang="0">
                  <a:pos x="27" y="253"/>
                </a:cxn>
                <a:cxn ang="0">
                  <a:pos x="27" y="253"/>
                </a:cxn>
                <a:cxn ang="0">
                  <a:pos x="32" y="232"/>
                </a:cxn>
                <a:cxn ang="0">
                  <a:pos x="39" y="211"/>
                </a:cxn>
                <a:cxn ang="0">
                  <a:pos x="48" y="190"/>
                </a:cxn>
                <a:cxn ang="0">
                  <a:pos x="54" y="170"/>
                </a:cxn>
                <a:cxn ang="0">
                  <a:pos x="54" y="170"/>
                </a:cxn>
                <a:cxn ang="0">
                  <a:pos x="63" y="129"/>
                </a:cxn>
                <a:cxn ang="0">
                  <a:pos x="72" y="88"/>
                </a:cxn>
                <a:cxn ang="0">
                  <a:pos x="76" y="67"/>
                </a:cxn>
                <a:cxn ang="0">
                  <a:pos x="78" y="47"/>
                </a:cxn>
                <a:cxn ang="0">
                  <a:pos x="80" y="25"/>
                </a:cxn>
                <a:cxn ang="0">
                  <a:pos x="81" y="4"/>
                </a:cxn>
                <a:cxn ang="0">
                  <a:pos x="81" y="4"/>
                </a:cxn>
                <a:cxn ang="0">
                  <a:pos x="80" y="3"/>
                </a:cxn>
                <a:cxn ang="0">
                  <a:pos x="79" y="1"/>
                </a:cxn>
                <a:cxn ang="0">
                  <a:pos x="78" y="0"/>
                </a:cxn>
                <a:cxn ang="0">
                  <a:pos x="76" y="0"/>
                </a:cxn>
                <a:cxn ang="0">
                  <a:pos x="75" y="0"/>
                </a:cxn>
                <a:cxn ang="0">
                  <a:pos x="73" y="1"/>
                </a:cxn>
                <a:cxn ang="0">
                  <a:pos x="72" y="3"/>
                </a:cxn>
                <a:cxn ang="0">
                  <a:pos x="72" y="4"/>
                </a:cxn>
                <a:cxn ang="0">
                  <a:pos x="72" y="4"/>
                </a:cxn>
              </a:cxnLst>
              <a:rect l="0" t="0" r="r" b="b"/>
              <a:pathLst>
                <a:path w="81" h="304">
                  <a:moveTo>
                    <a:pt x="72" y="4"/>
                  </a:moveTo>
                  <a:lnTo>
                    <a:pt x="72" y="4"/>
                  </a:lnTo>
                  <a:lnTo>
                    <a:pt x="70" y="24"/>
                  </a:lnTo>
                  <a:lnTo>
                    <a:pt x="68" y="44"/>
                  </a:lnTo>
                  <a:lnTo>
                    <a:pt x="65" y="63"/>
                  </a:lnTo>
                  <a:lnTo>
                    <a:pt x="61" y="82"/>
                  </a:lnTo>
                  <a:lnTo>
                    <a:pt x="54" y="120"/>
                  </a:lnTo>
                  <a:lnTo>
                    <a:pt x="47" y="158"/>
                  </a:lnTo>
                  <a:lnTo>
                    <a:pt x="47" y="158"/>
                  </a:lnTo>
                  <a:lnTo>
                    <a:pt x="43" y="177"/>
                  </a:lnTo>
                  <a:lnTo>
                    <a:pt x="36" y="195"/>
                  </a:lnTo>
                  <a:lnTo>
                    <a:pt x="24" y="230"/>
                  </a:lnTo>
                  <a:lnTo>
                    <a:pt x="24" y="230"/>
                  </a:lnTo>
                  <a:lnTo>
                    <a:pt x="20" y="246"/>
                  </a:lnTo>
                  <a:lnTo>
                    <a:pt x="16" y="264"/>
                  </a:lnTo>
                  <a:lnTo>
                    <a:pt x="14" y="272"/>
                  </a:lnTo>
                  <a:lnTo>
                    <a:pt x="11" y="280"/>
                  </a:lnTo>
                  <a:lnTo>
                    <a:pt x="6" y="289"/>
                  </a:lnTo>
                  <a:lnTo>
                    <a:pt x="1" y="296"/>
                  </a:lnTo>
                  <a:lnTo>
                    <a:pt x="1" y="296"/>
                  </a:lnTo>
                  <a:lnTo>
                    <a:pt x="0" y="298"/>
                  </a:lnTo>
                  <a:lnTo>
                    <a:pt x="0" y="299"/>
                  </a:lnTo>
                  <a:lnTo>
                    <a:pt x="2" y="302"/>
                  </a:lnTo>
                  <a:lnTo>
                    <a:pt x="3" y="303"/>
                  </a:lnTo>
                  <a:lnTo>
                    <a:pt x="4" y="304"/>
                  </a:lnTo>
                  <a:lnTo>
                    <a:pt x="6" y="303"/>
                  </a:lnTo>
                  <a:lnTo>
                    <a:pt x="9" y="302"/>
                  </a:lnTo>
                  <a:lnTo>
                    <a:pt x="9" y="302"/>
                  </a:lnTo>
                  <a:lnTo>
                    <a:pt x="13" y="297"/>
                  </a:lnTo>
                  <a:lnTo>
                    <a:pt x="16" y="291"/>
                  </a:lnTo>
                  <a:lnTo>
                    <a:pt x="21" y="279"/>
                  </a:lnTo>
                  <a:lnTo>
                    <a:pt x="24" y="267"/>
                  </a:lnTo>
                  <a:lnTo>
                    <a:pt x="27" y="253"/>
                  </a:lnTo>
                  <a:lnTo>
                    <a:pt x="27" y="253"/>
                  </a:lnTo>
                  <a:lnTo>
                    <a:pt x="32" y="232"/>
                  </a:lnTo>
                  <a:lnTo>
                    <a:pt x="39" y="211"/>
                  </a:lnTo>
                  <a:lnTo>
                    <a:pt x="48" y="190"/>
                  </a:lnTo>
                  <a:lnTo>
                    <a:pt x="54" y="170"/>
                  </a:lnTo>
                  <a:lnTo>
                    <a:pt x="54" y="170"/>
                  </a:lnTo>
                  <a:lnTo>
                    <a:pt x="63" y="129"/>
                  </a:lnTo>
                  <a:lnTo>
                    <a:pt x="72" y="88"/>
                  </a:lnTo>
                  <a:lnTo>
                    <a:pt x="76" y="67"/>
                  </a:lnTo>
                  <a:lnTo>
                    <a:pt x="78" y="47"/>
                  </a:lnTo>
                  <a:lnTo>
                    <a:pt x="80" y="25"/>
                  </a:lnTo>
                  <a:lnTo>
                    <a:pt x="81" y="4"/>
                  </a:lnTo>
                  <a:lnTo>
                    <a:pt x="81" y="4"/>
                  </a:lnTo>
                  <a:lnTo>
                    <a:pt x="80" y="3"/>
                  </a:lnTo>
                  <a:lnTo>
                    <a:pt x="79" y="1"/>
                  </a:lnTo>
                  <a:lnTo>
                    <a:pt x="78" y="0"/>
                  </a:lnTo>
                  <a:lnTo>
                    <a:pt x="76" y="0"/>
                  </a:lnTo>
                  <a:lnTo>
                    <a:pt x="75" y="0"/>
                  </a:lnTo>
                  <a:lnTo>
                    <a:pt x="73" y="1"/>
                  </a:lnTo>
                  <a:lnTo>
                    <a:pt x="72" y="3"/>
                  </a:lnTo>
                  <a:lnTo>
                    <a:pt x="72" y="4"/>
                  </a:lnTo>
                  <a:lnTo>
                    <a:pt x="72" y="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26" name="Freeform 736"/>
            <p:cNvSpPr/>
            <p:nvPr/>
          </p:nvSpPr>
          <p:spPr bwMode="auto">
            <a:xfrm>
              <a:off x="5845176" y="4311650"/>
              <a:ext cx="38100" cy="122238"/>
            </a:xfrm>
            <a:custGeom>
              <a:avLst/>
              <a:gdLst/>
              <a:ahLst/>
              <a:cxnLst>
                <a:cxn ang="0">
                  <a:pos x="62" y="4"/>
                </a:cxn>
                <a:cxn ang="0">
                  <a:pos x="62" y="4"/>
                </a:cxn>
                <a:cxn ang="0">
                  <a:pos x="59" y="36"/>
                </a:cxn>
                <a:cxn ang="0">
                  <a:pos x="55" y="69"/>
                </a:cxn>
                <a:cxn ang="0">
                  <a:pos x="53" y="86"/>
                </a:cxn>
                <a:cxn ang="0">
                  <a:pos x="50" y="101"/>
                </a:cxn>
                <a:cxn ang="0">
                  <a:pos x="47" y="117"/>
                </a:cxn>
                <a:cxn ang="0">
                  <a:pos x="42" y="132"/>
                </a:cxn>
                <a:cxn ang="0">
                  <a:pos x="42" y="132"/>
                </a:cxn>
                <a:cxn ang="0">
                  <a:pos x="36" y="145"/>
                </a:cxn>
                <a:cxn ang="0">
                  <a:pos x="30" y="159"/>
                </a:cxn>
                <a:cxn ang="0">
                  <a:pos x="17" y="185"/>
                </a:cxn>
                <a:cxn ang="0">
                  <a:pos x="17" y="185"/>
                </a:cxn>
                <a:cxn ang="0">
                  <a:pos x="16" y="189"/>
                </a:cxn>
                <a:cxn ang="0">
                  <a:pos x="15" y="194"/>
                </a:cxn>
                <a:cxn ang="0">
                  <a:pos x="13" y="206"/>
                </a:cxn>
                <a:cxn ang="0">
                  <a:pos x="12" y="212"/>
                </a:cxn>
                <a:cxn ang="0">
                  <a:pos x="10" y="217"/>
                </a:cxn>
                <a:cxn ang="0">
                  <a:pos x="7" y="221"/>
                </a:cxn>
                <a:cxn ang="0">
                  <a:pos x="4" y="223"/>
                </a:cxn>
                <a:cxn ang="0">
                  <a:pos x="4" y="223"/>
                </a:cxn>
                <a:cxn ang="0">
                  <a:pos x="2" y="224"/>
                </a:cxn>
                <a:cxn ang="0">
                  <a:pos x="1" y="225"/>
                </a:cxn>
                <a:cxn ang="0">
                  <a:pos x="0" y="227"/>
                </a:cxn>
                <a:cxn ang="0">
                  <a:pos x="1" y="228"/>
                </a:cxn>
                <a:cxn ang="0">
                  <a:pos x="1" y="230"/>
                </a:cxn>
                <a:cxn ang="0">
                  <a:pos x="2" y="231"/>
                </a:cxn>
                <a:cxn ang="0">
                  <a:pos x="4" y="232"/>
                </a:cxn>
                <a:cxn ang="0">
                  <a:pos x="6" y="232"/>
                </a:cxn>
                <a:cxn ang="0">
                  <a:pos x="6" y="232"/>
                </a:cxn>
                <a:cxn ang="0">
                  <a:pos x="9" y="230"/>
                </a:cxn>
                <a:cxn ang="0">
                  <a:pos x="12" y="229"/>
                </a:cxn>
                <a:cxn ang="0">
                  <a:pos x="15" y="225"/>
                </a:cxn>
                <a:cxn ang="0">
                  <a:pos x="18" y="219"/>
                </a:cxn>
                <a:cxn ang="0">
                  <a:pos x="20" y="213"/>
                </a:cxn>
                <a:cxn ang="0">
                  <a:pos x="20" y="213"/>
                </a:cxn>
                <a:cxn ang="0">
                  <a:pos x="22" y="205"/>
                </a:cxn>
                <a:cxn ang="0">
                  <a:pos x="24" y="198"/>
                </a:cxn>
                <a:cxn ang="0">
                  <a:pos x="25" y="191"/>
                </a:cxn>
                <a:cxn ang="0">
                  <a:pos x="29" y="184"/>
                </a:cxn>
                <a:cxn ang="0">
                  <a:pos x="29" y="184"/>
                </a:cxn>
                <a:cxn ang="0">
                  <a:pos x="44" y="150"/>
                </a:cxn>
                <a:cxn ang="0">
                  <a:pos x="44" y="150"/>
                </a:cxn>
                <a:cxn ang="0">
                  <a:pos x="51" y="133"/>
                </a:cxn>
                <a:cxn ang="0">
                  <a:pos x="56" y="116"/>
                </a:cxn>
                <a:cxn ang="0">
                  <a:pos x="61" y="97"/>
                </a:cxn>
                <a:cxn ang="0">
                  <a:pos x="63" y="78"/>
                </a:cxn>
                <a:cxn ang="0">
                  <a:pos x="67" y="41"/>
                </a:cxn>
                <a:cxn ang="0">
                  <a:pos x="71" y="4"/>
                </a:cxn>
                <a:cxn ang="0">
                  <a:pos x="71" y="4"/>
                </a:cxn>
                <a:cxn ang="0">
                  <a:pos x="71" y="2"/>
                </a:cxn>
                <a:cxn ang="0">
                  <a:pos x="70" y="1"/>
                </a:cxn>
                <a:cxn ang="0">
                  <a:pos x="69" y="0"/>
                </a:cxn>
                <a:cxn ang="0">
                  <a:pos x="67" y="0"/>
                </a:cxn>
                <a:cxn ang="0">
                  <a:pos x="64" y="1"/>
                </a:cxn>
                <a:cxn ang="0">
                  <a:pos x="63" y="2"/>
                </a:cxn>
                <a:cxn ang="0">
                  <a:pos x="62" y="4"/>
                </a:cxn>
                <a:cxn ang="0">
                  <a:pos x="62" y="4"/>
                </a:cxn>
              </a:cxnLst>
              <a:rect l="0" t="0" r="r" b="b"/>
              <a:pathLst>
                <a:path w="71" h="232">
                  <a:moveTo>
                    <a:pt x="62" y="4"/>
                  </a:moveTo>
                  <a:lnTo>
                    <a:pt x="62" y="4"/>
                  </a:lnTo>
                  <a:lnTo>
                    <a:pt x="59" y="36"/>
                  </a:lnTo>
                  <a:lnTo>
                    <a:pt x="55" y="69"/>
                  </a:lnTo>
                  <a:lnTo>
                    <a:pt x="53" y="86"/>
                  </a:lnTo>
                  <a:lnTo>
                    <a:pt x="50" y="101"/>
                  </a:lnTo>
                  <a:lnTo>
                    <a:pt x="47" y="117"/>
                  </a:lnTo>
                  <a:lnTo>
                    <a:pt x="42" y="132"/>
                  </a:lnTo>
                  <a:lnTo>
                    <a:pt x="42" y="132"/>
                  </a:lnTo>
                  <a:lnTo>
                    <a:pt x="36" y="145"/>
                  </a:lnTo>
                  <a:lnTo>
                    <a:pt x="30" y="159"/>
                  </a:lnTo>
                  <a:lnTo>
                    <a:pt x="17" y="185"/>
                  </a:lnTo>
                  <a:lnTo>
                    <a:pt x="17" y="185"/>
                  </a:lnTo>
                  <a:lnTo>
                    <a:pt x="16" y="189"/>
                  </a:lnTo>
                  <a:lnTo>
                    <a:pt x="15" y="194"/>
                  </a:lnTo>
                  <a:lnTo>
                    <a:pt x="13" y="206"/>
                  </a:lnTo>
                  <a:lnTo>
                    <a:pt x="12" y="212"/>
                  </a:lnTo>
                  <a:lnTo>
                    <a:pt x="10" y="217"/>
                  </a:lnTo>
                  <a:lnTo>
                    <a:pt x="7" y="221"/>
                  </a:lnTo>
                  <a:lnTo>
                    <a:pt x="4" y="223"/>
                  </a:lnTo>
                  <a:lnTo>
                    <a:pt x="4" y="223"/>
                  </a:lnTo>
                  <a:lnTo>
                    <a:pt x="2" y="224"/>
                  </a:lnTo>
                  <a:lnTo>
                    <a:pt x="1" y="225"/>
                  </a:lnTo>
                  <a:lnTo>
                    <a:pt x="0" y="227"/>
                  </a:lnTo>
                  <a:lnTo>
                    <a:pt x="1" y="228"/>
                  </a:lnTo>
                  <a:lnTo>
                    <a:pt x="1" y="230"/>
                  </a:lnTo>
                  <a:lnTo>
                    <a:pt x="2" y="231"/>
                  </a:lnTo>
                  <a:lnTo>
                    <a:pt x="4" y="232"/>
                  </a:lnTo>
                  <a:lnTo>
                    <a:pt x="6" y="232"/>
                  </a:lnTo>
                  <a:lnTo>
                    <a:pt x="6" y="232"/>
                  </a:lnTo>
                  <a:lnTo>
                    <a:pt x="9" y="230"/>
                  </a:lnTo>
                  <a:lnTo>
                    <a:pt x="12" y="229"/>
                  </a:lnTo>
                  <a:lnTo>
                    <a:pt x="15" y="225"/>
                  </a:lnTo>
                  <a:lnTo>
                    <a:pt x="18" y="219"/>
                  </a:lnTo>
                  <a:lnTo>
                    <a:pt x="20" y="213"/>
                  </a:lnTo>
                  <a:lnTo>
                    <a:pt x="20" y="213"/>
                  </a:lnTo>
                  <a:lnTo>
                    <a:pt x="22" y="205"/>
                  </a:lnTo>
                  <a:lnTo>
                    <a:pt x="24" y="198"/>
                  </a:lnTo>
                  <a:lnTo>
                    <a:pt x="25" y="191"/>
                  </a:lnTo>
                  <a:lnTo>
                    <a:pt x="29" y="184"/>
                  </a:lnTo>
                  <a:lnTo>
                    <a:pt x="29" y="184"/>
                  </a:lnTo>
                  <a:lnTo>
                    <a:pt x="44" y="150"/>
                  </a:lnTo>
                  <a:lnTo>
                    <a:pt x="44" y="150"/>
                  </a:lnTo>
                  <a:lnTo>
                    <a:pt x="51" y="133"/>
                  </a:lnTo>
                  <a:lnTo>
                    <a:pt x="56" y="116"/>
                  </a:lnTo>
                  <a:lnTo>
                    <a:pt x="61" y="97"/>
                  </a:lnTo>
                  <a:lnTo>
                    <a:pt x="63" y="78"/>
                  </a:lnTo>
                  <a:lnTo>
                    <a:pt x="67" y="41"/>
                  </a:lnTo>
                  <a:lnTo>
                    <a:pt x="71" y="4"/>
                  </a:lnTo>
                  <a:lnTo>
                    <a:pt x="71" y="4"/>
                  </a:lnTo>
                  <a:lnTo>
                    <a:pt x="71" y="2"/>
                  </a:lnTo>
                  <a:lnTo>
                    <a:pt x="70" y="1"/>
                  </a:lnTo>
                  <a:lnTo>
                    <a:pt x="69" y="0"/>
                  </a:lnTo>
                  <a:lnTo>
                    <a:pt x="67" y="0"/>
                  </a:lnTo>
                  <a:lnTo>
                    <a:pt x="64" y="1"/>
                  </a:lnTo>
                  <a:lnTo>
                    <a:pt x="63" y="2"/>
                  </a:lnTo>
                  <a:lnTo>
                    <a:pt x="62" y="4"/>
                  </a:lnTo>
                  <a:lnTo>
                    <a:pt x="62" y="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27" name="Freeform 737"/>
            <p:cNvSpPr>
              <a:spLocks noEditPoints="1"/>
            </p:cNvSpPr>
            <p:nvPr/>
          </p:nvSpPr>
          <p:spPr bwMode="auto">
            <a:xfrm>
              <a:off x="5284788" y="4124325"/>
              <a:ext cx="636588" cy="654050"/>
            </a:xfrm>
            <a:custGeom>
              <a:avLst/>
              <a:gdLst/>
              <a:ahLst/>
              <a:cxnLst>
                <a:cxn ang="0">
                  <a:pos x="758" y="1226"/>
                </a:cxn>
                <a:cxn ang="0">
                  <a:pos x="680" y="1170"/>
                </a:cxn>
                <a:cxn ang="0">
                  <a:pos x="470" y="963"/>
                </a:cxn>
                <a:cxn ang="0">
                  <a:pos x="211" y="691"/>
                </a:cxn>
                <a:cxn ang="0">
                  <a:pos x="48" y="528"/>
                </a:cxn>
                <a:cxn ang="0">
                  <a:pos x="0" y="453"/>
                </a:cxn>
                <a:cxn ang="0">
                  <a:pos x="29" y="394"/>
                </a:cxn>
                <a:cxn ang="0">
                  <a:pos x="72" y="374"/>
                </a:cxn>
                <a:cxn ang="0">
                  <a:pos x="164" y="413"/>
                </a:cxn>
                <a:cxn ang="0">
                  <a:pos x="255" y="461"/>
                </a:cxn>
                <a:cxn ang="0">
                  <a:pos x="308" y="497"/>
                </a:cxn>
                <a:cxn ang="0">
                  <a:pos x="631" y="168"/>
                </a:cxn>
                <a:cxn ang="0">
                  <a:pos x="619" y="78"/>
                </a:cxn>
                <a:cxn ang="0">
                  <a:pos x="679" y="7"/>
                </a:cxn>
                <a:cxn ang="0">
                  <a:pos x="745" y="4"/>
                </a:cxn>
                <a:cxn ang="0">
                  <a:pos x="863" y="85"/>
                </a:cxn>
                <a:cxn ang="0">
                  <a:pos x="1020" y="246"/>
                </a:cxn>
                <a:cxn ang="0">
                  <a:pos x="1174" y="417"/>
                </a:cxn>
                <a:cxn ang="0">
                  <a:pos x="1203" y="504"/>
                </a:cxn>
                <a:cxn ang="0">
                  <a:pos x="1174" y="569"/>
                </a:cxn>
                <a:cxn ang="0">
                  <a:pos x="1108" y="602"/>
                </a:cxn>
                <a:cxn ang="0">
                  <a:pos x="1042" y="592"/>
                </a:cxn>
                <a:cxn ang="0">
                  <a:pos x="836" y="812"/>
                </a:cxn>
                <a:cxn ang="0">
                  <a:pos x="742" y="946"/>
                </a:cxn>
                <a:cxn ang="0">
                  <a:pos x="805" y="1026"/>
                </a:cxn>
                <a:cxn ang="0">
                  <a:pos x="848" y="1140"/>
                </a:cxn>
                <a:cxn ang="0">
                  <a:pos x="846" y="1212"/>
                </a:cxn>
                <a:cxn ang="0">
                  <a:pos x="807" y="1236"/>
                </a:cxn>
                <a:cxn ang="0">
                  <a:pos x="55" y="431"/>
                </a:cxn>
                <a:cxn ang="0">
                  <a:pos x="48" y="453"/>
                </a:cxn>
                <a:cxn ang="0">
                  <a:pos x="200" y="613"/>
                </a:cxn>
                <a:cxn ang="0">
                  <a:pos x="478" y="907"/>
                </a:cxn>
                <a:cxn ang="0">
                  <a:pos x="666" y="1093"/>
                </a:cxn>
                <a:cxn ang="0">
                  <a:pos x="780" y="1186"/>
                </a:cxn>
                <a:cxn ang="0">
                  <a:pos x="805" y="1181"/>
                </a:cxn>
                <a:cxn ang="0">
                  <a:pos x="795" y="1129"/>
                </a:cxn>
                <a:cxn ang="0">
                  <a:pos x="725" y="996"/>
                </a:cxn>
                <a:cxn ang="0">
                  <a:pos x="690" y="931"/>
                </a:cxn>
                <a:cxn ang="0">
                  <a:pos x="687" y="904"/>
                </a:cxn>
                <a:cxn ang="0">
                  <a:pos x="816" y="768"/>
                </a:cxn>
                <a:cxn ang="0">
                  <a:pos x="1010" y="557"/>
                </a:cxn>
                <a:cxn ang="0">
                  <a:pos x="1025" y="536"/>
                </a:cxn>
                <a:cxn ang="0">
                  <a:pos x="1050" y="540"/>
                </a:cxn>
                <a:cxn ang="0">
                  <a:pos x="1110" y="559"/>
                </a:cxn>
                <a:cxn ang="0">
                  <a:pos x="1143" y="535"/>
                </a:cxn>
                <a:cxn ang="0">
                  <a:pos x="1158" y="486"/>
                </a:cxn>
                <a:cxn ang="0">
                  <a:pos x="1111" y="411"/>
                </a:cxn>
                <a:cxn ang="0">
                  <a:pos x="996" y="286"/>
                </a:cxn>
                <a:cxn ang="0">
                  <a:pos x="822" y="108"/>
                </a:cxn>
                <a:cxn ang="0">
                  <a:pos x="747" y="50"/>
                </a:cxn>
                <a:cxn ang="0">
                  <a:pos x="688" y="57"/>
                </a:cxn>
                <a:cxn ang="0">
                  <a:pos x="658" y="111"/>
                </a:cxn>
                <a:cxn ang="0">
                  <a:pos x="679" y="159"/>
                </a:cxn>
                <a:cxn ang="0">
                  <a:pos x="674" y="184"/>
                </a:cxn>
                <a:cxn ang="0">
                  <a:pos x="425" y="444"/>
                </a:cxn>
                <a:cxn ang="0">
                  <a:pos x="324" y="533"/>
                </a:cxn>
                <a:cxn ang="0">
                  <a:pos x="301" y="542"/>
                </a:cxn>
                <a:cxn ang="0">
                  <a:pos x="235" y="502"/>
                </a:cxn>
                <a:cxn ang="0">
                  <a:pos x="170" y="470"/>
                </a:cxn>
                <a:cxn ang="0">
                  <a:pos x="116" y="434"/>
                </a:cxn>
              </a:cxnLst>
              <a:rect l="0" t="0" r="r" b="b"/>
              <a:pathLst>
                <a:path w="1204" h="1236">
                  <a:moveTo>
                    <a:pt x="799" y="1236"/>
                  </a:moveTo>
                  <a:lnTo>
                    <a:pt x="799" y="1236"/>
                  </a:lnTo>
                  <a:lnTo>
                    <a:pt x="792" y="1236"/>
                  </a:lnTo>
                  <a:lnTo>
                    <a:pt x="784" y="1235"/>
                  </a:lnTo>
                  <a:lnTo>
                    <a:pt x="777" y="1233"/>
                  </a:lnTo>
                  <a:lnTo>
                    <a:pt x="769" y="1231"/>
                  </a:lnTo>
                  <a:lnTo>
                    <a:pt x="769" y="1231"/>
                  </a:lnTo>
                  <a:lnTo>
                    <a:pt x="758" y="1226"/>
                  </a:lnTo>
                  <a:lnTo>
                    <a:pt x="747" y="1220"/>
                  </a:lnTo>
                  <a:lnTo>
                    <a:pt x="735" y="1214"/>
                  </a:lnTo>
                  <a:lnTo>
                    <a:pt x="724" y="1207"/>
                  </a:lnTo>
                  <a:lnTo>
                    <a:pt x="713" y="1199"/>
                  </a:lnTo>
                  <a:lnTo>
                    <a:pt x="701" y="1191"/>
                  </a:lnTo>
                  <a:lnTo>
                    <a:pt x="691" y="1180"/>
                  </a:lnTo>
                  <a:lnTo>
                    <a:pt x="680" y="1170"/>
                  </a:lnTo>
                  <a:lnTo>
                    <a:pt x="680" y="1170"/>
                  </a:lnTo>
                  <a:lnTo>
                    <a:pt x="656" y="1147"/>
                  </a:lnTo>
                  <a:lnTo>
                    <a:pt x="631" y="1124"/>
                  </a:lnTo>
                  <a:lnTo>
                    <a:pt x="631" y="1124"/>
                  </a:lnTo>
                  <a:lnTo>
                    <a:pt x="606" y="1103"/>
                  </a:lnTo>
                  <a:lnTo>
                    <a:pt x="582" y="1080"/>
                  </a:lnTo>
                  <a:lnTo>
                    <a:pt x="582" y="1080"/>
                  </a:lnTo>
                  <a:lnTo>
                    <a:pt x="526" y="1022"/>
                  </a:lnTo>
                  <a:lnTo>
                    <a:pt x="470" y="963"/>
                  </a:lnTo>
                  <a:lnTo>
                    <a:pt x="470" y="963"/>
                  </a:lnTo>
                  <a:lnTo>
                    <a:pt x="422" y="915"/>
                  </a:lnTo>
                  <a:lnTo>
                    <a:pt x="375" y="865"/>
                  </a:lnTo>
                  <a:lnTo>
                    <a:pt x="375" y="865"/>
                  </a:lnTo>
                  <a:lnTo>
                    <a:pt x="321" y="809"/>
                  </a:lnTo>
                  <a:lnTo>
                    <a:pt x="268" y="752"/>
                  </a:lnTo>
                  <a:lnTo>
                    <a:pt x="268" y="752"/>
                  </a:lnTo>
                  <a:lnTo>
                    <a:pt x="211" y="691"/>
                  </a:lnTo>
                  <a:lnTo>
                    <a:pt x="182" y="660"/>
                  </a:lnTo>
                  <a:lnTo>
                    <a:pt x="152" y="629"/>
                  </a:lnTo>
                  <a:lnTo>
                    <a:pt x="152" y="629"/>
                  </a:lnTo>
                  <a:lnTo>
                    <a:pt x="108" y="587"/>
                  </a:lnTo>
                  <a:lnTo>
                    <a:pt x="108" y="587"/>
                  </a:lnTo>
                  <a:lnTo>
                    <a:pt x="77" y="558"/>
                  </a:lnTo>
                  <a:lnTo>
                    <a:pt x="48" y="528"/>
                  </a:lnTo>
                  <a:lnTo>
                    <a:pt x="48" y="528"/>
                  </a:lnTo>
                  <a:lnTo>
                    <a:pt x="33" y="511"/>
                  </a:lnTo>
                  <a:lnTo>
                    <a:pt x="26" y="503"/>
                  </a:lnTo>
                  <a:lnTo>
                    <a:pt x="18" y="493"/>
                  </a:lnTo>
                  <a:lnTo>
                    <a:pt x="12" y="483"/>
                  </a:lnTo>
                  <a:lnTo>
                    <a:pt x="7" y="474"/>
                  </a:lnTo>
                  <a:lnTo>
                    <a:pt x="3" y="463"/>
                  </a:lnTo>
                  <a:lnTo>
                    <a:pt x="0" y="453"/>
                  </a:lnTo>
                  <a:lnTo>
                    <a:pt x="0" y="453"/>
                  </a:lnTo>
                  <a:lnTo>
                    <a:pt x="0" y="448"/>
                  </a:lnTo>
                  <a:lnTo>
                    <a:pt x="0" y="443"/>
                  </a:lnTo>
                  <a:lnTo>
                    <a:pt x="1" y="437"/>
                  </a:lnTo>
                  <a:lnTo>
                    <a:pt x="2" y="432"/>
                  </a:lnTo>
                  <a:lnTo>
                    <a:pt x="6" y="422"/>
                  </a:lnTo>
                  <a:lnTo>
                    <a:pt x="13" y="412"/>
                  </a:lnTo>
                  <a:lnTo>
                    <a:pt x="21" y="402"/>
                  </a:lnTo>
                  <a:lnTo>
                    <a:pt x="29" y="394"/>
                  </a:lnTo>
                  <a:lnTo>
                    <a:pt x="38" y="387"/>
                  </a:lnTo>
                  <a:lnTo>
                    <a:pt x="47" y="382"/>
                  </a:lnTo>
                  <a:lnTo>
                    <a:pt x="47" y="382"/>
                  </a:lnTo>
                  <a:lnTo>
                    <a:pt x="53" y="379"/>
                  </a:lnTo>
                  <a:lnTo>
                    <a:pt x="59" y="377"/>
                  </a:lnTo>
                  <a:lnTo>
                    <a:pt x="65" y="376"/>
                  </a:lnTo>
                  <a:lnTo>
                    <a:pt x="72" y="374"/>
                  </a:lnTo>
                  <a:lnTo>
                    <a:pt x="72" y="374"/>
                  </a:lnTo>
                  <a:lnTo>
                    <a:pt x="83" y="376"/>
                  </a:lnTo>
                  <a:lnTo>
                    <a:pt x="95" y="378"/>
                  </a:lnTo>
                  <a:lnTo>
                    <a:pt x="106" y="382"/>
                  </a:lnTo>
                  <a:lnTo>
                    <a:pt x="120" y="387"/>
                  </a:lnTo>
                  <a:lnTo>
                    <a:pt x="120" y="387"/>
                  </a:lnTo>
                  <a:lnTo>
                    <a:pt x="131" y="392"/>
                  </a:lnTo>
                  <a:lnTo>
                    <a:pt x="142" y="399"/>
                  </a:lnTo>
                  <a:lnTo>
                    <a:pt x="164" y="413"/>
                  </a:lnTo>
                  <a:lnTo>
                    <a:pt x="164" y="413"/>
                  </a:lnTo>
                  <a:lnTo>
                    <a:pt x="191" y="429"/>
                  </a:lnTo>
                  <a:lnTo>
                    <a:pt x="205" y="436"/>
                  </a:lnTo>
                  <a:lnTo>
                    <a:pt x="219" y="443"/>
                  </a:lnTo>
                  <a:lnTo>
                    <a:pt x="219" y="443"/>
                  </a:lnTo>
                  <a:lnTo>
                    <a:pt x="228" y="447"/>
                  </a:lnTo>
                  <a:lnTo>
                    <a:pt x="237" y="451"/>
                  </a:lnTo>
                  <a:lnTo>
                    <a:pt x="255" y="461"/>
                  </a:lnTo>
                  <a:lnTo>
                    <a:pt x="255" y="461"/>
                  </a:lnTo>
                  <a:lnTo>
                    <a:pt x="275" y="472"/>
                  </a:lnTo>
                  <a:lnTo>
                    <a:pt x="275" y="472"/>
                  </a:lnTo>
                  <a:lnTo>
                    <a:pt x="283" y="478"/>
                  </a:lnTo>
                  <a:lnTo>
                    <a:pt x="292" y="485"/>
                  </a:lnTo>
                  <a:lnTo>
                    <a:pt x="292" y="485"/>
                  </a:lnTo>
                  <a:lnTo>
                    <a:pt x="305" y="494"/>
                  </a:lnTo>
                  <a:lnTo>
                    <a:pt x="308" y="497"/>
                  </a:lnTo>
                  <a:lnTo>
                    <a:pt x="312" y="494"/>
                  </a:lnTo>
                  <a:lnTo>
                    <a:pt x="312" y="494"/>
                  </a:lnTo>
                  <a:lnTo>
                    <a:pt x="393" y="412"/>
                  </a:lnTo>
                  <a:lnTo>
                    <a:pt x="474" y="328"/>
                  </a:lnTo>
                  <a:lnTo>
                    <a:pt x="474" y="328"/>
                  </a:lnTo>
                  <a:lnTo>
                    <a:pt x="550" y="249"/>
                  </a:lnTo>
                  <a:lnTo>
                    <a:pt x="628" y="171"/>
                  </a:lnTo>
                  <a:lnTo>
                    <a:pt x="631" y="168"/>
                  </a:lnTo>
                  <a:lnTo>
                    <a:pt x="629" y="164"/>
                  </a:lnTo>
                  <a:lnTo>
                    <a:pt x="629" y="164"/>
                  </a:lnTo>
                  <a:lnTo>
                    <a:pt x="623" y="151"/>
                  </a:lnTo>
                  <a:lnTo>
                    <a:pt x="618" y="137"/>
                  </a:lnTo>
                  <a:lnTo>
                    <a:pt x="615" y="122"/>
                  </a:lnTo>
                  <a:lnTo>
                    <a:pt x="614" y="108"/>
                  </a:lnTo>
                  <a:lnTo>
                    <a:pt x="615" y="92"/>
                  </a:lnTo>
                  <a:lnTo>
                    <a:pt x="619" y="78"/>
                  </a:lnTo>
                  <a:lnTo>
                    <a:pt x="624" y="64"/>
                  </a:lnTo>
                  <a:lnTo>
                    <a:pt x="630" y="50"/>
                  </a:lnTo>
                  <a:lnTo>
                    <a:pt x="630" y="50"/>
                  </a:lnTo>
                  <a:lnTo>
                    <a:pt x="638" y="39"/>
                  </a:lnTo>
                  <a:lnTo>
                    <a:pt x="646" y="28"/>
                  </a:lnTo>
                  <a:lnTo>
                    <a:pt x="656" y="20"/>
                  </a:lnTo>
                  <a:lnTo>
                    <a:pt x="667" y="13"/>
                  </a:lnTo>
                  <a:lnTo>
                    <a:pt x="679" y="7"/>
                  </a:lnTo>
                  <a:lnTo>
                    <a:pt x="690" y="3"/>
                  </a:lnTo>
                  <a:lnTo>
                    <a:pt x="703" y="1"/>
                  </a:lnTo>
                  <a:lnTo>
                    <a:pt x="716" y="0"/>
                  </a:lnTo>
                  <a:lnTo>
                    <a:pt x="716" y="0"/>
                  </a:lnTo>
                  <a:lnTo>
                    <a:pt x="725" y="1"/>
                  </a:lnTo>
                  <a:lnTo>
                    <a:pt x="734" y="2"/>
                  </a:lnTo>
                  <a:lnTo>
                    <a:pt x="734" y="2"/>
                  </a:lnTo>
                  <a:lnTo>
                    <a:pt x="745" y="4"/>
                  </a:lnTo>
                  <a:lnTo>
                    <a:pt x="754" y="6"/>
                  </a:lnTo>
                  <a:lnTo>
                    <a:pt x="763" y="9"/>
                  </a:lnTo>
                  <a:lnTo>
                    <a:pt x="773" y="13"/>
                  </a:lnTo>
                  <a:lnTo>
                    <a:pt x="789" y="21"/>
                  </a:lnTo>
                  <a:lnTo>
                    <a:pt x="806" y="33"/>
                  </a:lnTo>
                  <a:lnTo>
                    <a:pt x="820" y="44"/>
                  </a:lnTo>
                  <a:lnTo>
                    <a:pt x="834" y="57"/>
                  </a:lnTo>
                  <a:lnTo>
                    <a:pt x="863" y="85"/>
                  </a:lnTo>
                  <a:lnTo>
                    <a:pt x="865" y="87"/>
                  </a:lnTo>
                  <a:lnTo>
                    <a:pt x="865" y="87"/>
                  </a:lnTo>
                  <a:lnTo>
                    <a:pt x="903" y="125"/>
                  </a:lnTo>
                  <a:lnTo>
                    <a:pt x="939" y="163"/>
                  </a:lnTo>
                  <a:lnTo>
                    <a:pt x="939" y="163"/>
                  </a:lnTo>
                  <a:lnTo>
                    <a:pt x="976" y="201"/>
                  </a:lnTo>
                  <a:lnTo>
                    <a:pt x="1013" y="239"/>
                  </a:lnTo>
                  <a:lnTo>
                    <a:pt x="1020" y="246"/>
                  </a:lnTo>
                  <a:lnTo>
                    <a:pt x="1020" y="246"/>
                  </a:lnTo>
                  <a:lnTo>
                    <a:pt x="1053" y="279"/>
                  </a:lnTo>
                  <a:lnTo>
                    <a:pt x="1085" y="313"/>
                  </a:lnTo>
                  <a:lnTo>
                    <a:pt x="1117" y="348"/>
                  </a:lnTo>
                  <a:lnTo>
                    <a:pt x="1147" y="383"/>
                  </a:lnTo>
                  <a:lnTo>
                    <a:pt x="1155" y="391"/>
                  </a:lnTo>
                  <a:lnTo>
                    <a:pt x="1155" y="391"/>
                  </a:lnTo>
                  <a:lnTo>
                    <a:pt x="1174" y="417"/>
                  </a:lnTo>
                  <a:lnTo>
                    <a:pt x="1184" y="429"/>
                  </a:lnTo>
                  <a:lnTo>
                    <a:pt x="1192" y="443"/>
                  </a:lnTo>
                  <a:lnTo>
                    <a:pt x="1198" y="457"/>
                  </a:lnTo>
                  <a:lnTo>
                    <a:pt x="1202" y="472"/>
                  </a:lnTo>
                  <a:lnTo>
                    <a:pt x="1203" y="479"/>
                  </a:lnTo>
                  <a:lnTo>
                    <a:pt x="1204" y="487"/>
                  </a:lnTo>
                  <a:lnTo>
                    <a:pt x="1203" y="495"/>
                  </a:lnTo>
                  <a:lnTo>
                    <a:pt x="1203" y="504"/>
                  </a:lnTo>
                  <a:lnTo>
                    <a:pt x="1203" y="504"/>
                  </a:lnTo>
                  <a:lnTo>
                    <a:pt x="1201" y="514"/>
                  </a:lnTo>
                  <a:lnTo>
                    <a:pt x="1198" y="524"/>
                  </a:lnTo>
                  <a:lnTo>
                    <a:pt x="1195" y="535"/>
                  </a:lnTo>
                  <a:lnTo>
                    <a:pt x="1191" y="544"/>
                  </a:lnTo>
                  <a:lnTo>
                    <a:pt x="1186" y="552"/>
                  </a:lnTo>
                  <a:lnTo>
                    <a:pt x="1181" y="560"/>
                  </a:lnTo>
                  <a:lnTo>
                    <a:pt x="1174" y="569"/>
                  </a:lnTo>
                  <a:lnTo>
                    <a:pt x="1167" y="575"/>
                  </a:lnTo>
                  <a:lnTo>
                    <a:pt x="1160" y="581"/>
                  </a:lnTo>
                  <a:lnTo>
                    <a:pt x="1153" y="586"/>
                  </a:lnTo>
                  <a:lnTo>
                    <a:pt x="1144" y="591"/>
                  </a:lnTo>
                  <a:lnTo>
                    <a:pt x="1136" y="596"/>
                  </a:lnTo>
                  <a:lnTo>
                    <a:pt x="1127" y="599"/>
                  </a:lnTo>
                  <a:lnTo>
                    <a:pt x="1117" y="601"/>
                  </a:lnTo>
                  <a:lnTo>
                    <a:pt x="1108" y="602"/>
                  </a:lnTo>
                  <a:lnTo>
                    <a:pt x="1098" y="603"/>
                  </a:lnTo>
                  <a:lnTo>
                    <a:pt x="1098" y="603"/>
                  </a:lnTo>
                  <a:lnTo>
                    <a:pt x="1085" y="602"/>
                  </a:lnTo>
                  <a:lnTo>
                    <a:pt x="1073" y="600"/>
                  </a:lnTo>
                  <a:lnTo>
                    <a:pt x="1061" y="596"/>
                  </a:lnTo>
                  <a:lnTo>
                    <a:pt x="1048" y="591"/>
                  </a:lnTo>
                  <a:lnTo>
                    <a:pt x="1045" y="589"/>
                  </a:lnTo>
                  <a:lnTo>
                    <a:pt x="1042" y="592"/>
                  </a:lnTo>
                  <a:lnTo>
                    <a:pt x="1042" y="592"/>
                  </a:lnTo>
                  <a:lnTo>
                    <a:pt x="993" y="644"/>
                  </a:lnTo>
                  <a:lnTo>
                    <a:pt x="944" y="697"/>
                  </a:lnTo>
                  <a:lnTo>
                    <a:pt x="944" y="697"/>
                  </a:lnTo>
                  <a:lnTo>
                    <a:pt x="890" y="755"/>
                  </a:lnTo>
                  <a:lnTo>
                    <a:pt x="863" y="784"/>
                  </a:lnTo>
                  <a:lnTo>
                    <a:pt x="836" y="812"/>
                  </a:lnTo>
                  <a:lnTo>
                    <a:pt x="836" y="812"/>
                  </a:lnTo>
                  <a:lnTo>
                    <a:pt x="806" y="842"/>
                  </a:lnTo>
                  <a:lnTo>
                    <a:pt x="778" y="873"/>
                  </a:lnTo>
                  <a:lnTo>
                    <a:pt x="778" y="873"/>
                  </a:lnTo>
                  <a:lnTo>
                    <a:pt x="731" y="923"/>
                  </a:lnTo>
                  <a:lnTo>
                    <a:pt x="728" y="926"/>
                  </a:lnTo>
                  <a:lnTo>
                    <a:pt x="730" y="930"/>
                  </a:lnTo>
                  <a:lnTo>
                    <a:pt x="730" y="930"/>
                  </a:lnTo>
                  <a:lnTo>
                    <a:pt x="742" y="946"/>
                  </a:lnTo>
                  <a:lnTo>
                    <a:pt x="742" y="946"/>
                  </a:lnTo>
                  <a:lnTo>
                    <a:pt x="754" y="962"/>
                  </a:lnTo>
                  <a:lnTo>
                    <a:pt x="767" y="979"/>
                  </a:lnTo>
                  <a:lnTo>
                    <a:pt x="771" y="983"/>
                  </a:lnTo>
                  <a:lnTo>
                    <a:pt x="771" y="983"/>
                  </a:lnTo>
                  <a:lnTo>
                    <a:pt x="790" y="1004"/>
                  </a:lnTo>
                  <a:lnTo>
                    <a:pt x="798" y="1015"/>
                  </a:lnTo>
                  <a:lnTo>
                    <a:pt x="805" y="1026"/>
                  </a:lnTo>
                  <a:lnTo>
                    <a:pt x="805" y="1026"/>
                  </a:lnTo>
                  <a:lnTo>
                    <a:pt x="811" y="1041"/>
                  </a:lnTo>
                  <a:lnTo>
                    <a:pt x="817" y="1056"/>
                  </a:lnTo>
                  <a:lnTo>
                    <a:pt x="828" y="1087"/>
                  </a:lnTo>
                  <a:lnTo>
                    <a:pt x="828" y="1087"/>
                  </a:lnTo>
                  <a:lnTo>
                    <a:pt x="838" y="1114"/>
                  </a:lnTo>
                  <a:lnTo>
                    <a:pt x="848" y="1140"/>
                  </a:lnTo>
                  <a:lnTo>
                    <a:pt x="848" y="1140"/>
                  </a:lnTo>
                  <a:lnTo>
                    <a:pt x="851" y="1150"/>
                  </a:lnTo>
                  <a:lnTo>
                    <a:pt x="854" y="1160"/>
                  </a:lnTo>
                  <a:lnTo>
                    <a:pt x="855" y="1169"/>
                  </a:lnTo>
                  <a:lnTo>
                    <a:pt x="856" y="1178"/>
                  </a:lnTo>
                  <a:lnTo>
                    <a:pt x="855" y="1187"/>
                  </a:lnTo>
                  <a:lnTo>
                    <a:pt x="853" y="1197"/>
                  </a:lnTo>
                  <a:lnTo>
                    <a:pt x="850" y="1204"/>
                  </a:lnTo>
                  <a:lnTo>
                    <a:pt x="846" y="1212"/>
                  </a:lnTo>
                  <a:lnTo>
                    <a:pt x="846" y="1212"/>
                  </a:lnTo>
                  <a:lnTo>
                    <a:pt x="842" y="1217"/>
                  </a:lnTo>
                  <a:lnTo>
                    <a:pt x="837" y="1223"/>
                  </a:lnTo>
                  <a:lnTo>
                    <a:pt x="831" y="1227"/>
                  </a:lnTo>
                  <a:lnTo>
                    <a:pt x="826" y="1230"/>
                  </a:lnTo>
                  <a:lnTo>
                    <a:pt x="820" y="1233"/>
                  </a:lnTo>
                  <a:lnTo>
                    <a:pt x="813" y="1235"/>
                  </a:lnTo>
                  <a:lnTo>
                    <a:pt x="807" y="1236"/>
                  </a:lnTo>
                  <a:lnTo>
                    <a:pt x="799" y="1236"/>
                  </a:lnTo>
                  <a:lnTo>
                    <a:pt x="799" y="1236"/>
                  </a:lnTo>
                  <a:close/>
                  <a:moveTo>
                    <a:pt x="86" y="424"/>
                  </a:moveTo>
                  <a:lnTo>
                    <a:pt x="86" y="424"/>
                  </a:lnTo>
                  <a:lnTo>
                    <a:pt x="76" y="424"/>
                  </a:lnTo>
                  <a:lnTo>
                    <a:pt x="65" y="427"/>
                  </a:lnTo>
                  <a:lnTo>
                    <a:pt x="60" y="429"/>
                  </a:lnTo>
                  <a:lnTo>
                    <a:pt x="55" y="431"/>
                  </a:lnTo>
                  <a:lnTo>
                    <a:pt x="50" y="434"/>
                  </a:lnTo>
                  <a:lnTo>
                    <a:pt x="47" y="439"/>
                  </a:lnTo>
                  <a:lnTo>
                    <a:pt x="47" y="439"/>
                  </a:lnTo>
                  <a:lnTo>
                    <a:pt x="46" y="442"/>
                  </a:lnTo>
                  <a:lnTo>
                    <a:pt x="45" y="446"/>
                  </a:lnTo>
                  <a:lnTo>
                    <a:pt x="46" y="449"/>
                  </a:lnTo>
                  <a:lnTo>
                    <a:pt x="48" y="453"/>
                  </a:lnTo>
                  <a:lnTo>
                    <a:pt x="48" y="453"/>
                  </a:lnTo>
                  <a:lnTo>
                    <a:pt x="60" y="471"/>
                  </a:lnTo>
                  <a:lnTo>
                    <a:pt x="73" y="487"/>
                  </a:lnTo>
                  <a:lnTo>
                    <a:pt x="88" y="503"/>
                  </a:lnTo>
                  <a:lnTo>
                    <a:pt x="104" y="519"/>
                  </a:lnTo>
                  <a:lnTo>
                    <a:pt x="104" y="519"/>
                  </a:lnTo>
                  <a:lnTo>
                    <a:pt x="129" y="542"/>
                  </a:lnTo>
                  <a:lnTo>
                    <a:pt x="153" y="566"/>
                  </a:lnTo>
                  <a:lnTo>
                    <a:pt x="200" y="613"/>
                  </a:lnTo>
                  <a:lnTo>
                    <a:pt x="247" y="662"/>
                  </a:lnTo>
                  <a:lnTo>
                    <a:pt x="291" y="710"/>
                  </a:lnTo>
                  <a:lnTo>
                    <a:pt x="291" y="710"/>
                  </a:lnTo>
                  <a:lnTo>
                    <a:pt x="349" y="772"/>
                  </a:lnTo>
                  <a:lnTo>
                    <a:pt x="407" y="833"/>
                  </a:lnTo>
                  <a:lnTo>
                    <a:pt x="407" y="833"/>
                  </a:lnTo>
                  <a:lnTo>
                    <a:pt x="443" y="870"/>
                  </a:lnTo>
                  <a:lnTo>
                    <a:pt x="478" y="907"/>
                  </a:lnTo>
                  <a:lnTo>
                    <a:pt x="478" y="907"/>
                  </a:lnTo>
                  <a:lnTo>
                    <a:pt x="518" y="950"/>
                  </a:lnTo>
                  <a:lnTo>
                    <a:pt x="560" y="992"/>
                  </a:lnTo>
                  <a:lnTo>
                    <a:pt x="560" y="992"/>
                  </a:lnTo>
                  <a:lnTo>
                    <a:pt x="595" y="1027"/>
                  </a:lnTo>
                  <a:lnTo>
                    <a:pt x="631" y="1060"/>
                  </a:lnTo>
                  <a:lnTo>
                    <a:pt x="631" y="1060"/>
                  </a:lnTo>
                  <a:lnTo>
                    <a:pt x="666" y="1093"/>
                  </a:lnTo>
                  <a:lnTo>
                    <a:pt x="701" y="1128"/>
                  </a:lnTo>
                  <a:lnTo>
                    <a:pt x="701" y="1128"/>
                  </a:lnTo>
                  <a:lnTo>
                    <a:pt x="717" y="1143"/>
                  </a:lnTo>
                  <a:lnTo>
                    <a:pt x="736" y="1161"/>
                  </a:lnTo>
                  <a:lnTo>
                    <a:pt x="748" y="1169"/>
                  </a:lnTo>
                  <a:lnTo>
                    <a:pt x="758" y="1176"/>
                  </a:lnTo>
                  <a:lnTo>
                    <a:pt x="769" y="1182"/>
                  </a:lnTo>
                  <a:lnTo>
                    <a:pt x="780" y="1186"/>
                  </a:lnTo>
                  <a:lnTo>
                    <a:pt x="780" y="1186"/>
                  </a:lnTo>
                  <a:lnTo>
                    <a:pt x="786" y="1187"/>
                  </a:lnTo>
                  <a:lnTo>
                    <a:pt x="791" y="1188"/>
                  </a:lnTo>
                  <a:lnTo>
                    <a:pt x="791" y="1188"/>
                  </a:lnTo>
                  <a:lnTo>
                    <a:pt x="796" y="1187"/>
                  </a:lnTo>
                  <a:lnTo>
                    <a:pt x="800" y="1186"/>
                  </a:lnTo>
                  <a:lnTo>
                    <a:pt x="802" y="1183"/>
                  </a:lnTo>
                  <a:lnTo>
                    <a:pt x="805" y="1181"/>
                  </a:lnTo>
                  <a:lnTo>
                    <a:pt x="805" y="1181"/>
                  </a:lnTo>
                  <a:lnTo>
                    <a:pt x="807" y="1177"/>
                  </a:lnTo>
                  <a:lnTo>
                    <a:pt x="808" y="1172"/>
                  </a:lnTo>
                  <a:lnTo>
                    <a:pt x="808" y="1166"/>
                  </a:lnTo>
                  <a:lnTo>
                    <a:pt x="807" y="1160"/>
                  </a:lnTo>
                  <a:lnTo>
                    <a:pt x="801" y="1145"/>
                  </a:lnTo>
                  <a:lnTo>
                    <a:pt x="795" y="1129"/>
                  </a:lnTo>
                  <a:lnTo>
                    <a:pt x="795" y="1129"/>
                  </a:lnTo>
                  <a:lnTo>
                    <a:pt x="791" y="1118"/>
                  </a:lnTo>
                  <a:lnTo>
                    <a:pt x="791" y="1118"/>
                  </a:lnTo>
                  <a:lnTo>
                    <a:pt x="783" y="1097"/>
                  </a:lnTo>
                  <a:lnTo>
                    <a:pt x="774" y="1076"/>
                  </a:lnTo>
                  <a:lnTo>
                    <a:pt x="763" y="1055"/>
                  </a:lnTo>
                  <a:lnTo>
                    <a:pt x="752" y="1036"/>
                  </a:lnTo>
                  <a:lnTo>
                    <a:pt x="738" y="1016"/>
                  </a:lnTo>
                  <a:lnTo>
                    <a:pt x="725" y="996"/>
                  </a:lnTo>
                  <a:lnTo>
                    <a:pt x="709" y="977"/>
                  </a:lnTo>
                  <a:lnTo>
                    <a:pt x="694" y="956"/>
                  </a:lnTo>
                  <a:lnTo>
                    <a:pt x="694" y="956"/>
                  </a:lnTo>
                  <a:lnTo>
                    <a:pt x="691" y="951"/>
                  </a:lnTo>
                  <a:lnTo>
                    <a:pt x="689" y="946"/>
                  </a:lnTo>
                  <a:lnTo>
                    <a:pt x="688" y="940"/>
                  </a:lnTo>
                  <a:lnTo>
                    <a:pt x="689" y="934"/>
                  </a:lnTo>
                  <a:lnTo>
                    <a:pt x="690" y="931"/>
                  </a:lnTo>
                  <a:lnTo>
                    <a:pt x="688" y="929"/>
                  </a:lnTo>
                  <a:lnTo>
                    <a:pt x="688" y="929"/>
                  </a:lnTo>
                  <a:lnTo>
                    <a:pt x="685" y="923"/>
                  </a:lnTo>
                  <a:lnTo>
                    <a:pt x="684" y="919"/>
                  </a:lnTo>
                  <a:lnTo>
                    <a:pt x="684" y="916"/>
                  </a:lnTo>
                  <a:lnTo>
                    <a:pt x="684" y="912"/>
                  </a:lnTo>
                  <a:lnTo>
                    <a:pt x="685" y="907"/>
                  </a:lnTo>
                  <a:lnTo>
                    <a:pt x="687" y="904"/>
                  </a:lnTo>
                  <a:lnTo>
                    <a:pt x="690" y="900"/>
                  </a:lnTo>
                  <a:lnTo>
                    <a:pt x="690" y="900"/>
                  </a:lnTo>
                  <a:lnTo>
                    <a:pt x="721" y="867"/>
                  </a:lnTo>
                  <a:lnTo>
                    <a:pt x="752" y="835"/>
                  </a:lnTo>
                  <a:lnTo>
                    <a:pt x="752" y="835"/>
                  </a:lnTo>
                  <a:lnTo>
                    <a:pt x="783" y="801"/>
                  </a:lnTo>
                  <a:lnTo>
                    <a:pt x="816" y="768"/>
                  </a:lnTo>
                  <a:lnTo>
                    <a:pt x="816" y="768"/>
                  </a:lnTo>
                  <a:lnTo>
                    <a:pt x="842" y="741"/>
                  </a:lnTo>
                  <a:lnTo>
                    <a:pt x="868" y="713"/>
                  </a:lnTo>
                  <a:lnTo>
                    <a:pt x="918" y="659"/>
                  </a:lnTo>
                  <a:lnTo>
                    <a:pt x="918" y="659"/>
                  </a:lnTo>
                  <a:lnTo>
                    <a:pt x="963" y="610"/>
                  </a:lnTo>
                  <a:lnTo>
                    <a:pt x="1008" y="562"/>
                  </a:lnTo>
                  <a:lnTo>
                    <a:pt x="1010" y="560"/>
                  </a:lnTo>
                  <a:lnTo>
                    <a:pt x="1010" y="557"/>
                  </a:lnTo>
                  <a:lnTo>
                    <a:pt x="1010" y="557"/>
                  </a:lnTo>
                  <a:lnTo>
                    <a:pt x="1010" y="554"/>
                  </a:lnTo>
                  <a:lnTo>
                    <a:pt x="1011" y="550"/>
                  </a:lnTo>
                  <a:lnTo>
                    <a:pt x="1013" y="546"/>
                  </a:lnTo>
                  <a:lnTo>
                    <a:pt x="1016" y="543"/>
                  </a:lnTo>
                  <a:lnTo>
                    <a:pt x="1016" y="543"/>
                  </a:lnTo>
                  <a:lnTo>
                    <a:pt x="1020" y="539"/>
                  </a:lnTo>
                  <a:lnTo>
                    <a:pt x="1025" y="536"/>
                  </a:lnTo>
                  <a:lnTo>
                    <a:pt x="1030" y="535"/>
                  </a:lnTo>
                  <a:lnTo>
                    <a:pt x="1035" y="534"/>
                  </a:lnTo>
                  <a:lnTo>
                    <a:pt x="1035" y="534"/>
                  </a:lnTo>
                  <a:lnTo>
                    <a:pt x="1039" y="535"/>
                  </a:lnTo>
                  <a:lnTo>
                    <a:pt x="1043" y="536"/>
                  </a:lnTo>
                  <a:lnTo>
                    <a:pt x="1046" y="537"/>
                  </a:lnTo>
                  <a:lnTo>
                    <a:pt x="1050" y="540"/>
                  </a:lnTo>
                  <a:lnTo>
                    <a:pt x="1050" y="540"/>
                  </a:lnTo>
                  <a:lnTo>
                    <a:pt x="1061" y="547"/>
                  </a:lnTo>
                  <a:lnTo>
                    <a:pt x="1074" y="554"/>
                  </a:lnTo>
                  <a:lnTo>
                    <a:pt x="1081" y="556"/>
                  </a:lnTo>
                  <a:lnTo>
                    <a:pt x="1089" y="558"/>
                  </a:lnTo>
                  <a:lnTo>
                    <a:pt x="1096" y="559"/>
                  </a:lnTo>
                  <a:lnTo>
                    <a:pt x="1103" y="560"/>
                  </a:lnTo>
                  <a:lnTo>
                    <a:pt x="1103" y="560"/>
                  </a:lnTo>
                  <a:lnTo>
                    <a:pt x="1110" y="559"/>
                  </a:lnTo>
                  <a:lnTo>
                    <a:pt x="1117" y="558"/>
                  </a:lnTo>
                  <a:lnTo>
                    <a:pt x="1117" y="558"/>
                  </a:lnTo>
                  <a:lnTo>
                    <a:pt x="1123" y="555"/>
                  </a:lnTo>
                  <a:lnTo>
                    <a:pt x="1128" y="551"/>
                  </a:lnTo>
                  <a:lnTo>
                    <a:pt x="1136" y="542"/>
                  </a:lnTo>
                  <a:lnTo>
                    <a:pt x="1136" y="542"/>
                  </a:lnTo>
                  <a:lnTo>
                    <a:pt x="1143" y="535"/>
                  </a:lnTo>
                  <a:lnTo>
                    <a:pt x="1143" y="535"/>
                  </a:lnTo>
                  <a:lnTo>
                    <a:pt x="1150" y="529"/>
                  </a:lnTo>
                  <a:lnTo>
                    <a:pt x="1154" y="523"/>
                  </a:lnTo>
                  <a:lnTo>
                    <a:pt x="1157" y="517"/>
                  </a:lnTo>
                  <a:lnTo>
                    <a:pt x="1159" y="511"/>
                  </a:lnTo>
                  <a:lnTo>
                    <a:pt x="1160" y="505"/>
                  </a:lnTo>
                  <a:lnTo>
                    <a:pt x="1160" y="498"/>
                  </a:lnTo>
                  <a:lnTo>
                    <a:pt x="1160" y="492"/>
                  </a:lnTo>
                  <a:lnTo>
                    <a:pt x="1158" y="486"/>
                  </a:lnTo>
                  <a:lnTo>
                    <a:pt x="1154" y="474"/>
                  </a:lnTo>
                  <a:lnTo>
                    <a:pt x="1147" y="462"/>
                  </a:lnTo>
                  <a:lnTo>
                    <a:pt x="1141" y="451"/>
                  </a:lnTo>
                  <a:lnTo>
                    <a:pt x="1134" y="441"/>
                  </a:lnTo>
                  <a:lnTo>
                    <a:pt x="1130" y="434"/>
                  </a:lnTo>
                  <a:lnTo>
                    <a:pt x="1130" y="434"/>
                  </a:lnTo>
                  <a:lnTo>
                    <a:pt x="1122" y="422"/>
                  </a:lnTo>
                  <a:lnTo>
                    <a:pt x="1111" y="411"/>
                  </a:lnTo>
                  <a:lnTo>
                    <a:pt x="1091" y="389"/>
                  </a:lnTo>
                  <a:lnTo>
                    <a:pt x="1091" y="389"/>
                  </a:lnTo>
                  <a:lnTo>
                    <a:pt x="1076" y="373"/>
                  </a:lnTo>
                  <a:lnTo>
                    <a:pt x="1063" y="357"/>
                  </a:lnTo>
                  <a:lnTo>
                    <a:pt x="1063" y="357"/>
                  </a:lnTo>
                  <a:lnTo>
                    <a:pt x="1046" y="338"/>
                  </a:lnTo>
                  <a:lnTo>
                    <a:pt x="1030" y="321"/>
                  </a:lnTo>
                  <a:lnTo>
                    <a:pt x="996" y="286"/>
                  </a:lnTo>
                  <a:lnTo>
                    <a:pt x="996" y="286"/>
                  </a:lnTo>
                  <a:lnTo>
                    <a:pt x="981" y="271"/>
                  </a:lnTo>
                  <a:lnTo>
                    <a:pt x="981" y="271"/>
                  </a:lnTo>
                  <a:lnTo>
                    <a:pt x="941" y="230"/>
                  </a:lnTo>
                  <a:lnTo>
                    <a:pt x="902" y="190"/>
                  </a:lnTo>
                  <a:lnTo>
                    <a:pt x="902" y="190"/>
                  </a:lnTo>
                  <a:lnTo>
                    <a:pt x="862" y="148"/>
                  </a:lnTo>
                  <a:lnTo>
                    <a:pt x="822" y="108"/>
                  </a:lnTo>
                  <a:lnTo>
                    <a:pt x="816" y="102"/>
                  </a:lnTo>
                  <a:lnTo>
                    <a:pt x="816" y="102"/>
                  </a:lnTo>
                  <a:lnTo>
                    <a:pt x="799" y="85"/>
                  </a:lnTo>
                  <a:lnTo>
                    <a:pt x="789" y="76"/>
                  </a:lnTo>
                  <a:lnTo>
                    <a:pt x="780" y="69"/>
                  </a:lnTo>
                  <a:lnTo>
                    <a:pt x="769" y="62"/>
                  </a:lnTo>
                  <a:lnTo>
                    <a:pt x="758" y="55"/>
                  </a:lnTo>
                  <a:lnTo>
                    <a:pt x="747" y="50"/>
                  </a:lnTo>
                  <a:lnTo>
                    <a:pt x="734" y="47"/>
                  </a:lnTo>
                  <a:lnTo>
                    <a:pt x="734" y="47"/>
                  </a:lnTo>
                  <a:lnTo>
                    <a:pt x="724" y="46"/>
                  </a:lnTo>
                  <a:lnTo>
                    <a:pt x="724" y="46"/>
                  </a:lnTo>
                  <a:lnTo>
                    <a:pt x="714" y="47"/>
                  </a:lnTo>
                  <a:lnTo>
                    <a:pt x="704" y="49"/>
                  </a:lnTo>
                  <a:lnTo>
                    <a:pt x="696" y="52"/>
                  </a:lnTo>
                  <a:lnTo>
                    <a:pt x="688" y="57"/>
                  </a:lnTo>
                  <a:lnTo>
                    <a:pt x="680" y="63"/>
                  </a:lnTo>
                  <a:lnTo>
                    <a:pt x="673" y="70"/>
                  </a:lnTo>
                  <a:lnTo>
                    <a:pt x="667" y="77"/>
                  </a:lnTo>
                  <a:lnTo>
                    <a:pt x="663" y="85"/>
                  </a:lnTo>
                  <a:lnTo>
                    <a:pt x="663" y="85"/>
                  </a:lnTo>
                  <a:lnTo>
                    <a:pt x="660" y="94"/>
                  </a:lnTo>
                  <a:lnTo>
                    <a:pt x="658" y="102"/>
                  </a:lnTo>
                  <a:lnTo>
                    <a:pt x="658" y="111"/>
                  </a:lnTo>
                  <a:lnTo>
                    <a:pt x="659" y="119"/>
                  </a:lnTo>
                  <a:lnTo>
                    <a:pt x="661" y="128"/>
                  </a:lnTo>
                  <a:lnTo>
                    <a:pt x="664" y="135"/>
                  </a:lnTo>
                  <a:lnTo>
                    <a:pt x="668" y="143"/>
                  </a:lnTo>
                  <a:lnTo>
                    <a:pt x="673" y="150"/>
                  </a:lnTo>
                  <a:lnTo>
                    <a:pt x="673" y="150"/>
                  </a:lnTo>
                  <a:lnTo>
                    <a:pt x="677" y="154"/>
                  </a:lnTo>
                  <a:lnTo>
                    <a:pt x="679" y="159"/>
                  </a:lnTo>
                  <a:lnTo>
                    <a:pt x="680" y="164"/>
                  </a:lnTo>
                  <a:lnTo>
                    <a:pt x="680" y="167"/>
                  </a:lnTo>
                  <a:lnTo>
                    <a:pt x="679" y="174"/>
                  </a:lnTo>
                  <a:lnTo>
                    <a:pt x="675" y="178"/>
                  </a:lnTo>
                  <a:lnTo>
                    <a:pt x="675" y="179"/>
                  </a:lnTo>
                  <a:lnTo>
                    <a:pt x="675" y="181"/>
                  </a:lnTo>
                  <a:lnTo>
                    <a:pt x="675" y="181"/>
                  </a:lnTo>
                  <a:lnTo>
                    <a:pt x="674" y="184"/>
                  </a:lnTo>
                  <a:lnTo>
                    <a:pt x="673" y="189"/>
                  </a:lnTo>
                  <a:lnTo>
                    <a:pt x="671" y="192"/>
                  </a:lnTo>
                  <a:lnTo>
                    <a:pt x="668" y="195"/>
                  </a:lnTo>
                  <a:lnTo>
                    <a:pt x="668" y="195"/>
                  </a:lnTo>
                  <a:lnTo>
                    <a:pt x="587" y="277"/>
                  </a:lnTo>
                  <a:lnTo>
                    <a:pt x="506" y="361"/>
                  </a:lnTo>
                  <a:lnTo>
                    <a:pt x="506" y="361"/>
                  </a:lnTo>
                  <a:lnTo>
                    <a:pt x="425" y="444"/>
                  </a:lnTo>
                  <a:lnTo>
                    <a:pt x="343" y="526"/>
                  </a:lnTo>
                  <a:lnTo>
                    <a:pt x="343" y="526"/>
                  </a:lnTo>
                  <a:lnTo>
                    <a:pt x="340" y="529"/>
                  </a:lnTo>
                  <a:lnTo>
                    <a:pt x="337" y="531"/>
                  </a:lnTo>
                  <a:lnTo>
                    <a:pt x="332" y="533"/>
                  </a:lnTo>
                  <a:lnTo>
                    <a:pt x="328" y="534"/>
                  </a:lnTo>
                  <a:lnTo>
                    <a:pt x="328" y="534"/>
                  </a:lnTo>
                  <a:lnTo>
                    <a:pt x="324" y="533"/>
                  </a:lnTo>
                  <a:lnTo>
                    <a:pt x="321" y="533"/>
                  </a:lnTo>
                  <a:lnTo>
                    <a:pt x="319" y="535"/>
                  </a:lnTo>
                  <a:lnTo>
                    <a:pt x="319" y="535"/>
                  </a:lnTo>
                  <a:lnTo>
                    <a:pt x="315" y="538"/>
                  </a:lnTo>
                  <a:lnTo>
                    <a:pt x="311" y="540"/>
                  </a:lnTo>
                  <a:lnTo>
                    <a:pt x="306" y="542"/>
                  </a:lnTo>
                  <a:lnTo>
                    <a:pt x="301" y="542"/>
                  </a:lnTo>
                  <a:lnTo>
                    <a:pt x="301" y="542"/>
                  </a:lnTo>
                  <a:lnTo>
                    <a:pt x="296" y="542"/>
                  </a:lnTo>
                  <a:lnTo>
                    <a:pt x="292" y="540"/>
                  </a:lnTo>
                  <a:lnTo>
                    <a:pt x="292" y="540"/>
                  </a:lnTo>
                  <a:lnTo>
                    <a:pt x="282" y="536"/>
                  </a:lnTo>
                  <a:lnTo>
                    <a:pt x="273" y="529"/>
                  </a:lnTo>
                  <a:lnTo>
                    <a:pt x="253" y="515"/>
                  </a:lnTo>
                  <a:lnTo>
                    <a:pt x="253" y="515"/>
                  </a:lnTo>
                  <a:lnTo>
                    <a:pt x="235" y="502"/>
                  </a:lnTo>
                  <a:lnTo>
                    <a:pt x="225" y="495"/>
                  </a:lnTo>
                  <a:lnTo>
                    <a:pt x="215" y="490"/>
                  </a:lnTo>
                  <a:lnTo>
                    <a:pt x="215" y="490"/>
                  </a:lnTo>
                  <a:lnTo>
                    <a:pt x="199" y="484"/>
                  </a:lnTo>
                  <a:lnTo>
                    <a:pt x="199" y="484"/>
                  </a:lnTo>
                  <a:lnTo>
                    <a:pt x="185" y="478"/>
                  </a:lnTo>
                  <a:lnTo>
                    <a:pt x="178" y="474"/>
                  </a:lnTo>
                  <a:lnTo>
                    <a:pt x="170" y="470"/>
                  </a:lnTo>
                  <a:lnTo>
                    <a:pt x="170" y="470"/>
                  </a:lnTo>
                  <a:lnTo>
                    <a:pt x="161" y="462"/>
                  </a:lnTo>
                  <a:lnTo>
                    <a:pt x="161" y="462"/>
                  </a:lnTo>
                  <a:lnTo>
                    <a:pt x="148" y="451"/>
                  </a:lnTo>
                  <a:lnTo>
                    <a:pt x="139" y="446"/>
                  </a:lnTo>
                  <a:lnTo>
                    <a:pt x="132" y="442"/>
                  </a:lnTo>
                  <a:lnTo>
                    <a:pt x="132" y="442"/>
                  </a:lnTo>
                  <a:lnTo>
                    <a:pt x="116" y="434"/>
                  </a:lnTo>
                  <a:lnTo>
                    <a:pt x="116" y="434"/>
                  </a:lnTo>
                  <a:lnTo>
                    <a:pt x="104" y="429"/>
                  </a:lnTo>
                  <a:lnTo>
                    <a:pt x="92" y="424"/>
                  </a:lnTo>
                  <a:lnTo>
                    <a:pt x="92" y="424"/>
                  </a:lnTo>
                  <a:lnTo>
                    <a:pt x="86" y="424"/>
                  </a:lnTo>
                  <a:lnTo>
                    <a:pt x="86" y="424"/>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sp>
          <p:nvSpPr>
            <p:cNvPr id="528" name="Freeform 738"/>
            <p:cNvSpPr/>
            <p:nvPr/>
          </p:nvSpPr>
          <p:spPr bwMode="auto">
            <a:xfrm>
              <a:off x="5268913" y="4529138"/>
              <a:ext cx="252413" cy="261938"/>
            </a:xfrm>
            <a:custGeom>
              <a:avLst/>
              <a:gdLst/>
              <a:ahLst/>
              <a:cxnLst>
                <a:cxn ang="0">
                  <a:pos x="74" y="493"/>
                </a:cxn>
                <a:cxn ang="0">
                  <a:pos x="47" y="485"/>
                </a:cxn>
                <a:cxn ang="0">
                  <a:pos x="23" y="469"/>
                </a:cxn>
                <a:cxn ang="0">
                  <a:pos x="11" y="456"/>
                </a:cxn>
                <a:cxn ang="0">
                  <a:pos x="8" y="448"/>
                </a:cxn>
                <a:cxn ang="0">
                  <a:pos x="2" y="430"/>
                </a:cxn>
                <a:cxn ang="0">
                  <a:pos x="0" y="399"/>
                </a:cxn>
                <a:cxn ang="0">
                  <a:pos x="9" y="366"/>
                </a:cxn>
                <a:cxn ang="0">
                  <a:pos x="27" y="331"/>
                </a:cxn>
                <a:cxn ang="0">
                  <a:pos x="56" y="292"/>
                </a:cxn>
                <a:cxn ang="0">
                  <a:pos x="79" y="267"/>
                </a:cxn>
                <a:cxn ang="0">
                  <a:pos x="105" y="233"/>
                </a:cxn>
                <a:cxn ang="0">
                  <a:pos x="125" y="208"/>
                </a:cxn>
                <a:cxn ang="0">
                  <a:pos x="164" y="167"/>
                </a:cxn>
                <a:cxn ang="0">
                  <a:pos x="325" y="7"/>
                </a:cxn>
                <a:cxn ang="0">
                  <a:pos x="333" y="2"/>
                </a:cxn>
                <a:cxn ang="0">
                  <a:pos x="341" y="0"/>
                </a:cxn>
                <a:cxn ang="0">
                  <a:pos x="358" y="9"/>
                </a:cxn>
                <a:cxn ang="0">
                  <a:pos x="364" y="21"/>
                </a:cxn>
                <a:cxn ang="0">
                  <a:pos x="362" y="32"/>
                </a:cxn>
                <a:cxn ang="0">
                  <a:pos x="357" y="39"/>
                </a:cxn>
                <a:cxn ang="0">
                  <a:pos x="293" y="101"/>
                </a:cxn>
                <a:cxn ang="0">
                  <a:pos x="193" y="199"/>
                </a:cxn>
                <a:cxn ang="0">
                  <a:pos x="140" y="263"/>
                </a:cxn>
                <a:cxn ang="0">
                  <a:pos x="113" y="300"/>
                </a:cxn>
                <a:cxn ang="0">
                  <a:pos x="76" y="339"/>
                </a:cxn>
                <a:cxn ang="0">
                  <a:pos x="57" y="367"/>
                </a:cxn>
                <a:cxn ang="0">
                  <a:pos x="45" y="405"/>
                </a:cxn>
                <a:cxn ang="0">
                  <a:pos x="47" y="426"/>
                </a:cxn>
                <a:cxn ang="0">
                  <a:pos x="50" y="429"/>
                </a:cxn>
                <a:cxn ang="0">
                  <a:pos x="55" y="436"/>
                </a:cxn>
                <a:cxn ang="0">
                  <a:pos x="71" y="445"/>
                </a:cxn>
                <a:cxn ang="0">
                  <a:pos x="89" y="448"/>
                </a:cxn>
                <a:cxn ang="0">
                  <a:pos x="116" y="442"/>
                </a:cxn>
                <a:cxn ang="0">
                  <a:pos x="144" y="426"/>
                </a:cxn>
                <a:cxn ang="0">
                  <a:pos x="196" y="377"/>
                </a:cxn>
                <a:cxn ang="0">
                  <a:pos x="242" y="324"/>
                </a:cxn>
                <a:cxn ang="0">
                  <a:pos x="294" y="271"/>
                </a:cxn>
                <a:cxn ang="0">
                  <a:pos x="371" y="194"/>
                </a:cxn>
                <a:cxn ang="0">
                  <a:pos x="442" y="114"/>
                </a:cxn>
                <a:cxn ang="0">
                  <a:pos x="448" y="107"/>
                </a:cxn>
                <a:cxn ang="0">
                  <a:pos x="456" y="106"/>
                </a:cxn>
                <a:cxn ang="0">
                  <a:pos x="472" y="115"/>
                </a:cxn>
                <a:cxn ang="0">
                  <a:pos x="478" y="125"/>
                </a:cxn>
                <a:cxn ang="0">
                  <a:pos x="478" y="138"/>
                </a:cxn>
                <a:cxn ang="0">
                  <a:pos x="473" y="147"/>
                </a:cxn>
                <a:cxn ang="0">
                  <a:pos x="408" y="220"/>
                </a:cxn>
                <a:cxn ang="0">
                  <a:pos x="340" y="289"/>
                </a:cxn>
                <a:cxn ang="0">
                  <a:pos x="223" y="410"/>
                </a:cxn>
                <a:cxn ang="0">
                  <a:pos x="189" y="445"/>
                </a:cxn>
                <a:cxn ang="0">
                  <a:pos x="135" y="480"/>
                </a:cxn>
                <a:cxn ang="0">
                  <a:pos x="100" y="492"/>
                </a:cxn>
                <a:cxn ang="0">
                  <a:pos x="84" y="493"/>
                </a:cxn>
              </a:cxnLst>
              <a:rect l="0" t="0" r="r" b="b"/>
              <a:pathLst>
                <a:path w="479" h="493">
                  <a:moveTo>
                    <a:pt x="84" y="493"/>
                  </a:moveTo>
                  <a:lnTo>
                    <a:pt x="84" y="493"/>
                  </a:lnTo>
                  <a:lnTo>
                    <a:pt x="74" y="493"/>
                  </a:lnTo>
                  <a:lnTo>
                    <a:pt x="65" y="491"/>
                  </a:lnTo>
                  <a:lnTo>
                    <a:pt x="56" y="489"/>
                  </a:lnTo>
                  <a:lnTo>
                    <a:pt x="47" y="485"/>
                  </a:lnTo>
                  <a:lnTo>
                    <a:pt x="39" y="480"/>
                  </a:lnTo>
                  <a:lnTo>
                    <a:pt x="31" y="475"/>
                  </a:lnTo>
                  <a:lnTo>
                    <a:pt x="23" y="469"/>
                  </a:lnTo>
                  <a:lnTo>
                    <a:pt x="14" y="462"/>
                  </a:lnTo>
                  <a:lnTo>
                    <a:pt x="14" y="462"/>
                  </a:lnTo>
                  <a:lnTo>
                    <a:pt x="11" y="456"/>
                  </a:lnTo>
                  <a:lnTo>
                    <a:pt x="8" y="449"/>
                  </a:lnTo>
                  <a:lnTo>
                    <a:pt x="8" y="449"/>
                  </a:lnTo>
                  <a:lnTo>
                    <a:pt x="8" y="448"/>
                  </a:lnTo>
                  <a:lnTo>
                    <a:pt x="8" y="448"/>
                  </a:lnTo>
                  <a:lnTo>
                    <a:pt x="4" y="439"/>
                  </a:lnTo>
                  <a:lnTo>
                    <a:pt x="2" y="430"/>
                  </a:lnTo>
                  <a:lnTo>
                    <a:pt x="0" y="419"/>
                  </a:lnTo>
                  <a:lnTo>
                    <a:pt x="0" y="409"/>
                  </a:lnTo>
                  <a:lnTo>
                    <a:pt x="0" y="399"/>
                  </a:lnTo>
                  <a:lnTo>
                    <a:pt x="2" y="388"/>
                  </a:lnTo>
                  <a:lnTo>
                    <a:pt x="5" y="377"/>
                  </a:lnTo>
                  <a:lnTo>
                    <a:pt x="9" y="366"/>
                  </a:lnTo>
                  <a:lnTo>
                    <a:pt x="13" y="354"/>
                  </a:lnTo>
                  <a:lnTo>
                    <a:pt x="20" y="342"/>
                  </a:lnTo>
                  <a:lnTo>
                    <a:pt x="27" y="331"/>
                  </a:lnTo>
                  <a:lnTo>
                    <a:pt x="35" y="318"/>
                  </a:lnTo>
                  <a:lnTo>
                    <a:pt x="44" y="306"/>
                  </a:lnTo>
                  <a:lnTo>
                    <a:pt x="56" y="292"/>
                  </a:lnTo>
                  <a:lnTo>
                    <a:pt x="67" y="280"/>
                  </a:lnTo>
                  <a:lnTo>
                    <a:pt x="79" y="267"/>
                  </a:lnTo>
                  <a:lnTo>
                    <a:pt x="79" y="267"/>
                  </a:lnTo>
                  <a:lnTo>
                    <a:pt x="87" y="258"/>
                  </a:lnTo>
                  <a:lnTo>
                    <a:pt x="94" y="250"/>
                  </a:lnTo>
                  <a:lnTo>
                    <a:pt x="105" y="233"/>
                  </a:lnTo>
                  <a:lnTo>
                    <a:pt x="105" y="233"/>
                  </a:lnTo>
                  <a:lnTo>
                    <a:pt x="115" y="220"/>
                  </a:lnTo>
                  <a:lnTo>
                    <a:pt x="125" y="208"/>
                  </a:lnTo>
                  <a:lnTo>
                    <a:pt x="125" y="208"/>
                  </a:lnTo>
                  <a:lnTo>
                    <a:pt x="144" y="187"/>
                  </a:lnTo>
                  <a:lnTo>
                    <a:pt x="164" y="167"/>
                  </a:lnTo>
                  <a:lnTo>
                    <a:pt x="164" y="167"/>
                  </a:lnTo>
                  <a:lnTo>
                    <a:pt x="185" y="148"/>
                  </a:lnTo>
                  <a:lnTo>
                    <a:pt x="325" y="7"/>
                  </a:lnTo>
                  <a:lnTo>
                    <a:pt x="325" y="7"/>
                  </a:lnTo>
                  <a:lnTo>
                    <a:pt x="328" y="4"/>
                  </a:lnTo>
                  <a:lnTo>
                    <a:pt x="333" y="2"/>
                  </a:lnTo>
                  <a:lnTo>
                    <a:pt x="337" y="1"/>
                  </a:lnTo>
                  <a:lnTo>
                    <a:pt x="341" y="0"/>
                  </a:lnTo>
                  <a:lnTo>
                    <a:pt x="341" y="0"/>
                  </a:lnTo>
                  <a:lnTo>
                    <a:pt x="347" y="1"/>
                  </a:lnTo>
                  <a:lnTo>
                    <a:pt x="353" y="4"/>
                  </a:lnTo>
                  <a:lnTo>
                    <a:pt x="358" y="9"/>
                  </a:lnTo>
                  <a:lnTo>
                    <a:pt x="362" y="15"/>
                  </a:lnTo>
                  <a:lnTo>
                    <a:pt x="362" y="15"/>
                  </a:lnTo>
                  <a:lnTo>
                    <a:pt x="364" y="21"/>
                  </a:lnTo>
                  <a:lnTo>
                    <a:pt x="365" y="26"/>
                  </a:lnTo>
                  <a:lnTo>
                    <a:pt x="364" y="29"/>
                  </a:lnTo>
                  <a:lnTo>
                    <a:pt x="362" y="32"/>
                  </a:lnTo>
                  <a:lnTo>
                    <a:pt x="360" y="36"/>
                  </a:lnTo>
                  <a:lnTo>
                    <a:pt x="357" y="39"/>
                  </a:lnTo>
                  <a:lnTo>
                    <a:pt x="357" y="39"/>
                  </a:lnTo>
                  <a:lnTo>
                    <a:pt x="325" y="70"/>
                  </a:lnTo>
                  <a:lnTo>
                    <a:pt x="293" y="101"/>
                  </a:lnTo>
                  <a:lnTo>
                    <a:pt x="293" y="101"/>
                  </a:lnTo>
                  <a:lnTo>
                    <a:pt x="252" y="139"/>
                  </a:lnTo>
                  <a:lnTo>
                    <a:pt x="212" y="179"/>
                  </a:lnTo>
                  <a:lnTo>
                    <a:pt x="193" y="199"/>
                  </a:lnTo>
                  <a:lnTo>
                    <a:pt x="174" y="220"/>
                  </a:lnTo>
                  <a:lnTo>
                    <a:pt x="157" y="242"/>
                  </a:lnTo>
                  <a:lnTo>
                    <a:pt x="140" y="263"/>
                  </a:lnTo>
                  <a:lnTo>
                    <a:pt x="140" y="263"/>
                  </a:lnTo>
                  <a:lnTo>
                    <a:pt x="127" y="281"/>
                  </a:lnTo>
                  <a:lnTo>
                    <a:pt x="113" y="300"/>
                  </a:lnTo>
                  <a:lnTo>
                    <a:pt x="95" y="319"/>
                  </a:lnTo>
                  <a:lnTo>
                    <a:pt x="76" y="339"/>
                  </a:lnTo>
                  <a:lnTo>
                    <a:pt x="76" y="339"/>
                  </a:lnTo>
                  <a:lnTo>
                    <a:pt x="70" y="346"/>
                  </a:lnTo>
                  <a:lnTo>
                    <a:pt x="63" y="355"/>
                  </a:lnTo>
                  <a:lnTo>
                    <a:pt x="57" y="367"/>
                  </a:lnTo>
                  <a:lnTo>
                    <a:pt x="52" y="379"/>
                  </a:lnTo>
                  <a:lnTo>
                    <a:pt x="47" y="391"/>
                  </a:lnTo>
                  <a:lnTo>
                    <a:pt x="45" y="405"/>
                  </a:lnTo>
                  <a:lnTo>
                    <a:pt x="45" y="416"/>
                  </a:lnTo>
                  <a:lnTo>
                    <a:pt x="46" y="421"/>
                  </a:lnTo>
                  <a:lnTo>
                    <a:pt x="47" y="426"/>
                  </a:lnTo>
                  <a:lnTo>
                    <a:pt x="47" y="427"/>
                  </a:lnTo>
                  <a:lnTo>
                    <a:pt x="50" y="429"/>
                  </a:lnTo>
                  <a:lnTo>
                    <a:pt x="50" y="429"/>
                  </a:lnTo>
                  <a:lnTo>
                    <a:pt x="54" y="435"/>
                  </a:lnTo>
                  <a:lnTo>
                    <a:pt x="54" y="436"/>
                  </a:lnTo>
                  <a:lnTo>
                    <a:pt x="55" y="436"/>
                  </a:lnTo>
                  <a:lnTo>
                    <a:pt x="55" y="436"/>
                  </a:lnTo>
                  <a:lnTo>
                    <a:pt x="63" y="441"/>
                  </a:lnTo>
                  <a:lnTo>
                    <a:pt x="71" y="445"/>
                  </a:lnTo>
                  <a:lnTo>
                    <a:pt x="79" y="447"/>
                  </a:lnTo>
                  <a:lnTo>
                    <a:pt x="89" y="448"/>
                  </a:lnTo>
                  <a:lnTo>
                    <a:pt x="89" y="448"/>
                  </a:lnTo>
                  <a:lnTo>
                    <a:pt x="98" y="447"/>
                  </a:lnTo>
                  <a:lnTo>
                    <a:pt x="106" y="445"/>
                  </a:lnTo>
                  <a:lnTo>
                    <a:pt x="116" y="442"/>
                  </a:lnTo>
                  <a:lnTo>
                    <a:pt x="125" y="437"/>
                  </a:lnTo>
                  <a:lnTo>
                    <a:pt x="134" y="432"/>
                  </a:lnTo>
                  <a:lnTo>
                    <a:pt x="144" y="426"/>
                  </a:lnTo>
                  <a:lnTo>
                    <a:pt x="162" y="411"/>
                  </a:lnTo>
                  <a:lnTo>
                    <a:pt x="180" y="395"/>
                  </a:lnTo>
                  <a:lnTo>
                    <a:pt x="196" y="377"/>
                  </a:lnTo>
                  <a:lnTo>
                    <a:pt x="227" y="341"/>
                  </a:lnTo>
                  <a:lnTo>
                    <a:pt x="227" y="341"/>
                  </a:lnTo>
                  <a:lnTo>
                    <a:pt x="242" y="324"/>
                  </a:lnTo>
                  <a:lnTo>
                    <a:pt x="253" y="311"/>
                  </a:lnTo>
                  <a:lnTo>
                    <a:pt x="253" y="311"/>
                  </a:lnTo>
                  <a:lnTo>
                    <a:pt x="294" y="271"/>
                  </a:lnTo>
                  <a:lnTo>
                    <a:pt x="294" y="271"/>
                  </a:lnTo>
                  <a:lnTo>
                    <a:pt x="333" y="233"/>
                  </a:lnTo>
                  <a:lnTo>
                    <a:pt x="371" y="194"/>
                  </a:lnTo>
                  <a:lnTo>
                    <a:pt x="407" y="155"/>
                  </a:lnTo>
                  <a:lnTo>
                    <a:pt x="424" y="134"/>
                  </a:lnTo>
                  <a:lnTo>
                    <a:pt x="442" y="114"/>
                  </a:lnTo>
                  <a:lnTo>
                    <a:pt x="442" y="114"/>
                  </a:lnTo>
                  <a:lnTo>
                    <a:pt x="445" y="111"/>
                  </a:lnTo>
                  <a:lnTo>
                    <a:pt x="448" y="107"/>
                  </a:lnTo>
                  <a:lnTo>
                    <a:pt x="452" y="106"/>
                  </a:lnTo>
                  <a:lnTo>
                    <a:pt x="456" y="106"/>
                  </a:lnTo>
                  <a:lnTo>
                    <a:pt x="456" y="106"/>
                  </a:lnTo>
                  <a:lnTo>
                    <a:pt x="462" y="107"/>
                  </a:lnTo>
                  <a:lnTo>
                    <a:pt x="468" y="111"/>
                  </a:lnTo>
                  <a:lnTo>
                    <a:pt x="472" y="115"/>
                  </a:lnTo>
                  <a:lnTo>
                    <a:pt x="476" y="121"/>
                  </a:lnTo>
                  <a:lnTo>
                    <a:pt x="476" y="121"/>
                  </a:lnTo>
                  <a:lnTo>
                    <a:pt x="478" y="125"/>
                  </a:lnTo>
                  <a:lnTo>
                    <a:pt x="479" y="131"/>
                  </a:lnTo>
                  <a:lnTo>
                    <a:pt x="478" y="135"/>
                  </a:lnTo>
                  <a:lnTo>
                    <a:pt x="478" y="138"/>
                  </a:lnTo>
                  <a:lnTo>
                    <a:pt x="476" y="143"/>
                  </a:lnTo>
                  <a:lnTo>
                    <a:pt x="473" y="147"/>
                  </a:lnTo>
                  <a:lnTo>
                    <a:pt x="473" y="147"/>
                  </a:lnTo>
                  <a:lnTo>
                    <a:pt x="458" y="165"/>
                  </a:lnTo>
                  <a:lnTo>
                    <a:pt x="442" y="184"/>
                  </a:lnTo>
                  <a:lnTo>
                    <a:pt x="408" y="220"/>
                  </a:lnTo>
                  <a:lnTo>
                    <a:pt x="374" y="255"/>
                  </a:lnTo>
                  <a:lnTo>
                    <a:pt x="340" y="289"/>
                  </a:lnTo>
                  <a:lnTo>
                    <a:pt x="340" y="289"/>
                  </a:lnTo>
                  <a:lnTo>
                    <a:pt x="280" y="348"/>
                  </a:lnTo>
                  <a:lnTo>
                    <a:pt x="251" y="379"/>
                  </a:lnTo>
                  <a:lnTo>
                    <a:pt x="223" y="410"/>
                  </a:lnTo>
                  <a:lnTo>
                    <a:pt x="223" y="410"/>
                  </a:lnTo>
                  <a:lnTo>
                    <a:pt x="207" y="429"/>
                  </a:lnTo>
                  <a:lnTo>
                    <a:pt x="189" y="445"/>
                  </a:lnTo>
                  <a:lnTo>
                    <a:pt x="171" y="460"/>
                  </a:lnTo>
                  <a:lnTo>
                    <a:pt x="153" y="471"/>
                  </a:lnTo>
                  <a:lnTo>
                    <a:pt x="135" y="480"/>
                  </a:lnTo>
                  <a:lnTo>
                    <a:pt x="118" y="488"/>
                  </a:lnTo>
                  <a:lnTo>
                    <a:pt x="109" y="490"/>
                  </a:lnTo>
                  <a:lnTo>
                    <a:pt x="100" y="492"/>
                  </a:lnTo>
                  <a:lnTo>
                    <a:pt x="92" y="493"/>
                  </a:lnTo>
                  <a:lnTo>
                    <a:pt x="84" y="493"/>
                  </a:lnTo>
                  <a:lnTo>
                    <a:pt x="84" y="493"/>
                  </a:lnTo>
                  <a:close/>
                </a:path>
              </a:pathLst>
            </a:custGeom>
            <a:grpFill/>
            <a:ln w="9525">
              <a:solidFill>
                <a:schemeClr val="tx1"/>
              </a:solidFill>
              <a:round/>
            </a:ln>
          </p:spPr>
          <p:txBody>
            <a:bodyPr vert="horz" wrap="square" lIns="121920" tIns="60960" rIns="121920" bIns="60960" numCol="1" anchor="t" anchorCtr="0" compatLnSpc="1"/>
            <a:lstStyle/>
            <a:p>
              <a:endParaRPr lang="zh-CN" altLang="en-US" sz="2400">
                <a:solidFill>
                  <a:srgbClr val="605448"/>
                </a:solidFill>
              </a:endParaRPr>
            </a:p>
          </p:txBody>
        </p:sp>
      </p:grpSp>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mc:AlternateContent xmlns:mc="http://schemas.openxmlformats.org/markup-compatibility/2006">
    <mc:Choice xmlns:p14="http://schemas.microsoft.com/office/powerpoint/2010/main"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 presetClass="entr" presetSubtype="4" accel="56000" fill="hold" nodeType="afterEffect" p14:presetBounceEnd="56000">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14:bounceEnd="56000">
                                          <p:cBhvr additive="base">
                                            <p:cTn id="11" dur="1000" fill="hold"/>
                                            <p:tgtEl>
                                              <p:spTgt spid="3"/>
                                            </p:tgtEl>
                                            <p:attrNameLst>
                                              <p:attrName>ppt_x</p:attrName>
                                            </p:attrNameLst>
                                          </p:cBhvr>
                                          <p:tavLst>
                                            <p:tav tm="0">
                                              <p:val>
                                                <p:strVal val="#ppt_x"/>
                                              </p:val>
                                            </p:tav>
                                            <p:tav tm="100000">
                                              <p:val>
                                                <p:strVal val="#ppt_x"/>
                                              </p:val>
                                            </p:tav>
                                          </p:tavLst>
                                        </p:anim>
                                        <p:anim calcmode="lin" valueType="num" p14:bounceEnd="56000">
                                          <p:cBhvr additive="base">
                                            <p:cTn id="12" dur="10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mc:Choice>
    <mc:Fallback>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 presetClass="entr" presetSubtype="4" accel="5600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000" fill="hold"/>
                                            <p:tgtEl>
                                              <p:spTgt spid="3"/>
                                            </p:tgtEl>
                                            <p:attrNameLst>
                                              <p:attrName>ppt_x</p:attrName>
                                            </p:attrNameLst>
                                          </p:cBhvr>
                                          <p:tavLst>
                                            <p:tav tm="0">
                                              <p:val>
                                                <p:strVal val="#ppt_x"/>
                                              </p:val>
                                            </p:tav>
                                            <p:tav tm="100000">
                                              <p:val>
                                                <p:strVal val="#ppt_x"/>
                                              </p:val>
                                            </p:tav>
                                          </p:tavLst>
                                        </p:anim>
                                        <p:anim calcmode="lin" valueType="num">
                                          <p:cBhvr additive="base">
                                            <p:cTn id="12" dur="10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 name="组合 76"/>
          <p:cNvGrpSpPr/>
          <p:nvPr/>
        </p:nvGrpSpPr>
        <p:grpSpPr>
          <a:xfrm>
            <a:off x="1352943" y="1828799"/>
            <a:ext cx="3838208" cy="2759151"/>
            <a:chOff x="1352943" y="1828799"/>
            <a:chExt cx="3838208" cy="2759151"/>
          </a:xfrm>
        </p:grpSpPr>
        <p:grpSp>
          <p:nvGrpSpPr>
            <p:cNvPr id="4" name="组合 3"/>
            <p:cNvGrpSpPr/>
            <p:nvPr/>
          </p:nvGrpSpPr>
          <p:grpSpPr>
            <a:xfrm>
              <a:off x="3361196" y="1828799"/>
              <a:ext cx="1829955" cy="2759151"/>
              <a:chOff x="6985001" y="7477126"/>
              <a:chExt cx="306388" cy="461963"/>
            </a:xfrm>
            <a:solidFill>
              <a:schemeClr val="tx1"/>
            </a:solidFill>
          </p:grpSpPr>
          <p:sp>
            <p:nvSpPr>
              <p:cNvPr id="5" name="Freeform 1344"/>
              <p:cNvSpPr>
                <a:spLocks noEditPoints="1"/>
              </p:cNvSpPr>
              <p:nvPr/>
            </p:nvSpPr>
            <p:spPr bwMode="auto">
              <a:xfrm>
                <a:off x="7011989" y="7486651"/>
                <a:ext cx="230188" cy="225425"/>
              </a:xfrm>
              <a:custGeom>
                <a:avLst/>
                <a:gdLst>
                  <a:gd name="T0" fmla="*/ 42 w 132"/>
                  <a:gd name="T1" fmla="*/ 14 h 129"/>
                  <a:gd name="T2" fmla="*/ 118 w 132"/>
                  <a:gd name="T3" fmla="*/ 39 h 129"/>
                  <a:gd name="T4" fmla="*/ 118 w 132"/>
                  <a:gd name="T5" fmla="*/ 39 h 129"/>
                  <a:gd name="T6" fmla="*/ 91 w 132"/>
                  <a:gd name="T7" fmla="*/ 115 h 129"/>
                  <a:gd name="T8" fmla="*/ 91 w 132"/>
                  <a:gd name="T9" fmla="*/ 115 h 129"/>
                  <a:gd name="T10" fmla="*/ 14 w 132"/>
                  <a:gd name="T11" fmla="*/ 90 h 129"/>
                  <a:gd name="T12" fmla="*/ 14 w 132"/>
                  <a:gd name="T13" fmla="*/ 90 h 129"/>
                  <a:gd name="T14" fmla="*/ 42 w 132"/>
                  <a:gd name="T15" fmla="*/ 14 h 129"/>
                  <a:gd name="T16" fmla="*/ 43 w 132"/>
                  <a:gd name="T17" fmla="*/ 16 h 129"/>
                  <a:gd name="T18" fmla="*/ 17 w 132"/>
                  <a:gd name="T19" fmla="*/ 89 h 129"/>
                  <a:gd name="T20" fmla="*/ 17 w 132"/>
                  <a:gd name="T21" fmla="*/ 89 h 129"/>
                  <a:gd name="T22" fmla="*/ 90 w 132"/>
                  <a:gd name="T23" fmla="*/ 112 h 129"/>
                  <a:gd name="T24" fmla="*/ 90 w 132"/>
                  <a:gd name="T25" fmla="*/ 112 h 129"/>
                  <a:gd name="T26" fmla="*/ 116 w 132"/>
                  <a:gd name="T27" fmla="*/ 40 h 129"/>
                  <a:gd name="T28" fmla="*/ 116 w 132"/>
                  <a:gd name="T29" fmla="*/ 40 h 129"/>
                  <a:gd name="T30" fmla="*/ 43 w 132"/>
                  <a:gd name="T31" fmla="*/ 1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29">
                    <a:moveTo>
                      <a:pt x="42" y="14"/>
                    </a:moveTo>
                    <a:cubicBezTo>
                      <a:pt x="70" y="0"/>
                      <a:pt x="105" y="11"/>
                      <a:pt x="118" y="39"/>
                    </a:cubicBezTo>
                    <a:cubicBezTo>
                      <a:pt x="118" y="39"/>
                      <a:pt x="118" y="39"/>
                      <a:pt x="118" y="39"/>
                    </a:cubicBezTo>
                    <a:cubicBezTo>
                      <a:pt x="132" y="67"/>
                      <a:pt x="120" y="101"/>
                      <a:pt x="91" y="115"/>
                    </a:cubicBezTo>
                    <a:cubicBezTo>
                      <a:pt x="91" y="115"/>
                      <a:pt x="91" y="115"/>
                      <a:pt x="91" y="115"/>
                    </a:cubicBezTo>
                    <a:cubicBezTo>
                      <a:pt x="62" y="129"/>
                      <a:pt x="28" y="118"/>
                      <a:pt x="14" y="90"/>
                    </a:cubicBezTo>
                    <a:cubicBezTo>
                      <a:pt x="14" y="90"/>
                      <a:pt x="14" y="90"/>
                      <a:pt x="14" y="90"/>
                    </a:cubicBezTo>
                    <a:cubicBezTo>
                      <a:pt x="0" y="62"/>
                      <a:pt x="13" y="28"/>
                      <a:pt x="42" y="14"/>
                    </a:cubicBezTo>
                    <a:close/>
                    <a:moveTo>
                      <a:pt x="43" y="16"/>
                    </a:moveTo>
                    <a:cubicBezTo>
                      <a:pt x="16" y="30"/>
                      <a:pt x="4" y="62"/>
                      <a:pt x="17" y="89"/>
                    </a:cubicBezTo>
                    <a:cubicBezTo>
                      <a:pt x="17" y="89"/>
                      <a:pt x="17" y="89"/>
                      <a:pt x="17" y="89"/>
                    </a:cubicBezTo>
                    <a:cubicBezTo>
                      <a:pt x="30" y="115"/>
                      <a:pt x="62" y="126"/>
                      <a:pt x="90" y="112"/>
                    </a:cubicBezTo>
                    <a:cubicBezTo>
                      <a:pt x="90" y="112"/>
                      <a:pt x="90" y="112"/>
                      <a:pt x="90" y="112"/>
                    </a:cubicBezTo>
                    <a:cubicBezTo>
                      <a:pt x="117" y="99"/>
                      <a:pt x="129" y="67"/>
                      <a:pt x="116" y="40"/>
                    </a:cubicBezTo>
                    <a:cubicBezTo>
                      <a:pt x="116" y="40"/>
                      <a:pt x="116" y="40"/>
                      <a:pt x="116" y="40"/>
                    </a:cubicBezTo>
                    <a:cubicBezTo>
                      <a:pt x="103" y="14"/>
                      <a:pt x="70" y="3"/>
                      <a:pt x="43"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 name="Freeform 1345"/>
              <p:cNvSpPr>
                <a:spLocks noEditPoints="1"/>
              </p:cNvSpPr>
              <p:nvPr/>
            </p:nvSpPr>
            <p:spPr bwMode="auto">
              <a:xfrm>
                <a:off x="7023101" y="7497763"/>
                <a:ext cx="207963" cy="203200"/>
              </a:xfrm>
              <a:custGeom>
                <a:avLst/>
                <a:gdLst>
                  <a:gd name="T0" fmla="*/ 5 w 119"/>
                  <a:gd name="T1" fmla="*/ 85 h 117"/>
                  <a:gd name="T2" fmla="*/ 0 w 119"/>
                  <a:gd name="T3" fmla="*/ 60 h 117"/>
                  <a:gd name="T4" fmla="*/ 0 w 119"/>
                  <a:gd name="T5" fmla="*/ 60 h 117"/>
                  <a:gd name="T6" fmla="*/ 34 w 119"/>
                  <a:gd name="T7" fmla="*/ 6 h 117"/>
                  <a:gd name="T8" fmla="*/ 34 w 119"/>
                  <a:gd name="T9" fmla="*/ 6 h 117"/>
                  <a:gd name="T10" fmla="*/ 35 w 119"/>
                  <a:gd name="T11" fmla="*/ 8 h 117"/>
                  <a:gd name="T12" fmla="*/ 34 w 119"/>
                  <a:gd name="T13" fmla="*/ 6 h 117"/>
                  <a:gd name="T14" fmla="*/ 61 w 119"/>
                  <a:gd name="T15" fmla="*/ 0 h 117"/>
                  <a:gd name="T16" fmla="*/ 61 w 119"/>
                  <a:gd name="T17" fmla="*/ 0 h 117"/>
                  <a:gd name="T18" fmla="*/ 113 w 119"/>
                  <a:gd name="T19" fmla="*/ 32 h 117"/>
                  <a:gd name="T20" fmla="*/ 113 w 119"/>
                  <a:gd name="T21" fmla="*/ 32 h 117"/>
                  <a:gd name="T22" fmla="*/ 119 w 119"/>
                  <a:gd name="T23" fmla="*/ 57 h 117"/>
                  <a:gd name="T24" fmla="*/ 119 w 119"/>
                  <a:gd name="T25" fmla="*/ 57 h 117"/>
                  <a:gd name="T26" fmla="*/ 85 w 119"/>
                  <a:gd name="T27" fmla="*/ 111 h 117"/>
                  <a:gd name="T28" fmla="*/ 85 w 119"/>
                  <a:gd name="T29" fmla="*/ 111 h 117"/>
                  <a:gd name="T30" fmla="*/ 58 w 119"/>
                  <a:gd name="T31" fmla="*/ 117 h 117"/>
                  <a:gd name="T32" fmla="*/ 58 w 119"/>
                  <a:gd name="T33" fmla="*/ 117 h 117"/>
                  <a:gd name="T34" fmla="*/ 5 w 119"/>
                  <a:gd name="T35" fmla="*/ 85 h 117"/>
                  <a:gd name="T36" fmla="*/ 7 w 119"/>
                  <a:gd name="T37" fmla="*/ 60 h 117"/>
                  <a:gd name="T38" fmla="*/ 12 w 119"/>
                  <a:gd name="T39" fmla="*/ 82 h 117"/>
                  <a:gd name="T40" fmla="*/ 12 w 119"/>
                  <a:gd name="T41" fmla="*/ 82 h 117"/>
                  <a:gd name="T42" fmla="*/ 58 w 119"/>
                  <a:gd name="T43" fmla="*/ 110 h 117"/>
                  <a:gd name="T44" fmla="*/ 58 w 119"/>
                  <a:gd name="T45" fmla="*/ 110 h 117"/>
                  <a:gd name="T46" fmla="*/ 82 w 119"/>
                  <a:gd name="T47" fmla="*/ 104 h 117"/>
                  <a:gd name="T48" fmla="*/ 82 w 119"/>
                  <a:gd name="T49" fmla="*/ 104 h 117"/>
                  <a:gd name="T50" fmla="*/ 112 w 119"/>
                  <a:gd name="T51" fmla="*/ 57 h 117"/>
                  <a:gd name="T52" fmla="*/ 112 w 119"/>
                  <a:gd name="T53" fmla="*/ 57 h 117"/>
                  <a:gd name="T54" fmla="*/ 107 w 119"/>
                  <a:gd name="T55" fmla="*/ 35 h 117"/>
                  <a:gd name="T56" fmla="*/ 107 w 119"/>
                  <a:gd name="T57" fmla="*/ 35 h 117"/>
                  <a:gd name="T58" fmla="*/ 60 w 119"/>
                  <a:gd name="T59" fmla="*/ 7 h 117"/>
                  <a:gd name="T60" fmla="*/ 60 w 119"/>
                  <a:gd name="T61" fmla="*/ 7 h 117"/>
                  <a:gd name="T62" fmla="*/ 37 w 119"/>
                  <a:gd name="T63" fmla="*/ 12 h 117"/>
                  <a:gd name="T64" fmla="*/ 37 w 119"/>
                  <a:gd name="T65" fmla="*/ 12 h 117"/>
                  <a:gd name="T66" fmla="*/ 7 w 119"/>
                  <a:gd name="T67" fmla="*/ 6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9" h="117">
                    <a:moveTo>
                      <a:pt x="5" y="85"/>
                    </a:moveTo>
                    <a:cubicBezTo>
                      <a:pt x="1" y="77"/>
                      <a:pt x="0" y="68"/>
                      <a:pt x="0" y="60"/>
                    </a:cubicBezTo>
                    <a:cubicBezTo>
                      <a:pt x="0" y="60"/>
                      <a:pt x="0" y="60"/>
                      <a:pt x="0" y="60"/>
                    </a:cubicBezTo>
                    <a:cubicBezTo>
                      <a:pt x="0" y="38"/>
                      <a:pt x="12" y="16"/>
                      <a:pt x="34" y="6"/>
                    </a:cubicBezTo>
                    <a:cubicBezTo>
                      <a:pt x="34" y="6"/>
                      <a:pt x="34" y="6"/>
                      <a:pt x="34" y="6"/>
                    </a:cubicBezTo>
                    <a:cubicBezTo>
                      <a:pt x="35" y="8"/>
                      <a:pt x="35" y="8"/>
                      <a:pt x="35" y="8"/>
                    </a:cubicBezTo>
                    <a:cubicBezTo>
                      <a:pt x="34" y="6"/>
                      <a:pt x="34" y="6"/>
                      <a:pt x="34" y="6"/>
                    </a:cubicBezTo>
                    <a:cubicBezTo>
                      <a:pt x="42" y="2"/>
                      <a:pt x="51" y="0"/>
                      <a:pt x="61" y="0"/>
                    </a:cubicBezTo>
                    <a:cubicBezTo>
                      <a:pt x="61" y="0"/>
                      <a:pt x="61" y="0"/>
                      <a:pt x="61" y="0"/>
                    </a:cubicBezTo>
                    <a:cubicBezTo>
                      <a:pt x="82" y="0"/>
                      <a:pt x="103" y="11"/>
                      <a:pt x="113" y="32"/>
                    </a:cubicBezTo>
                    <a:cubicBezTo>
                      <a:pt x="113" y="32"/>
                      <a:pt x="113" y="32"/>
                      <a:pt x="113" y="32"/>
                    </a:cubicBezTo>
                    <a:cubicBezTo>
                      <a:pt x="117" y="40"/>
                      <a:pt x="119" y="49"/>
                      <a:pt x="119" y="57"/>
                    </a:cubicBezTo>
                    <a:cubicBezTo>
                      <a:pt x="119" y="57"/>
                      <a:pt x="119" y="57"/>
                      <a:pt x="119" y="57"/>
                    </a:cubicBezTo>
                    <a:cubicBezTo>
                      <a:pt x="119" y="79"/>
                      <a:pt x="106" y="100"/>
                      <a:pt x="85" y="111"/>
                    </a:cubicBezTo>
                    <a:cubicBezTo>
                      <a:pt x="85" y="111"/>
                      <a:pt x="85" y="111"/>
                      <a:pt x="85" y="111"/>
                    </a:cubicBezTo>
                    <a:cubicBezTo>
                      <a:pt x="76" y="115"/>
                      <a:pt x="67" y="117"/>
                      <a:pt x="58" y="117"/>
                    </a:cubicBezTo>
                    <a:cubicBezTo>
                      <a:pt x="58" y="117"/>
                      <a:pt x="58" y="117"/>
                      <a:pt x="58" y="117"/>
                    </a:cubicBezTo>
                    <a:cubicBezTo>
                      <a:pt x="36" y="117"/>
                      <a:pt x="15" y="105"/>
                      <a:pt x="5" y="85"/>
                    </a:cubicBezTo>
                    <a:close/>
                    <a:moveTo>
                      <a:pt x="7" y="60"/>
                    </a:moveTo>
                    <a:cubicBezTo>
                      <a:pt x="7" y="67"/>
                      <a:pt x="8" y="75"/>
                      <a:pt x="12" y="82"/>
                    </a:cubicBezTo>
                    <a:cubicBezTo>
                      <a:pt x="12" y="82"/>
                      <a:pt x="12" y="82"/>
                      <a:pt x="12" y="82"/>
                    </a:cubicBezTo>
                    <a:cubicBezTo>
                      <a:pt x="20" y="100"/>
                      <a:pt x="39" y="110"/>
                      <a:pt x="58" y="110"/>
                    </a:cubicBezTo>
                    <a:cubicBezTo>
                      <a:pt x="58" y="110"/>
                      <a:pt x="58" y="110"/>
                      <a:pt x="58" y="110"/>
                    </a:cubicBezTo>
                    <a:cubicBezTo>
                      <a:pt x="66" y="110"/>
                      <a:pt x="74" y="108"/>
                      <a:pt x="82" y="104"/>
                    </a:cubicBezTo>
                    <a:cubicBezTo>
                      <a:pt x="82" y="104"/>
                      <a:pt x="82" y="104"/>
                      <a:pt x="82" y="104"/>
                    </a:cubicBezTo>
                    <a:cubicBezTo>
                      <a:pt x="101" y="95"/>
                      <a:pt x="112" y="76"/>
                      <a:pt x="112" y="57"/>
                    </a:cubicBezTo>
                    <a:cubicBezTo>
                      <a:pt x="112" y="57"/>
                      <a:pt x="112" y="57"/>
                      <a:pt x="112" y="57"/>
                    </a:cubicBezTo>
                    <a:cubicBezTo>
                      <a:pt x="112" y="50"/>
                      <a:pt x="110" y="42"/>
                      <a:pt x="107" y="35"/>
                    </a:cubicBezTo>
                    <a:cubicBezTo>
                      <a:pt x="107" y="35"/>
                      <a:pt x="107" y="35"/>
                      <a:pt x="107" y="35"/>
                    </a:cubicBezTo>
                    <a:cubicBezTo>
                      <a:pt x="98" y="17"/>
                      <a:pt x="80" y="7"/>
                      <a:pt x="60" y="7"/>
                    </a:cubicBezTo>
                    <a:cubicBezTo>
                      <a:pt x="60" y="7"/>
                      <a:pt x="60" y="7"/>
                      <a:pt x="60" y="7"/>
                    </a:cubicBezTo>
                    <a:cubicBezTo>
                      <a:pt x="53" y="7"/>
                      <a:pt x="44" y="8"/>
                      <a:pt x="37" y="12"/>
                    </a:cubicBezTo>
                    <a:cubicBezTo>
                      <a:pt x="37" y="12"/>
                      <a:pt x="37" y="12"/>
                      <a:pt x="37" y="12"/>
                    </a:cubicBezTo>
                    <a:cubicBezTo>
                      <a:pt x="18" y="22"/>
                      <a:pt x="7" y="40"/>
                      <a:pt x="7"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 name="Freeform 1346"/>
              <p:cNvSpPr/>
              <p:nvPr/>
            </p:nvSpPr>
            <p:spPr bwMode="auto">
              <a:xfrm>
                <a:off x="7119939" y="7485063"/>
                <a:ext cx="23813" cy="47625"/>
              </a:xfrm>
              <a:custGeom>
                <a:avLst/>
                <a:gdLst>
                  <a:gd name="T0" fmla="*/ 2 w 15"/>
                  <a:gd name="T1" fmla="*/ 0 h 30"/>
                  <a:gd name="T2" fmla="*/ 15 w 15"/>
                  <a:gd name="T3" fmla="*/ 19 h 30"/>
                  <a:gd name="T4" fmla="*/ 15 w 15"/>
                  <a:gd name="T5" fmla="*/ 19 h 30"/>
                  <a:gd name="T6" fmla="*/ 13 w 15"/>
                  <a:gd name="T7" fmla="*/ 21 h 30"/>
                  <a:gd name="T8" fmla="*/ 5 w 15"/>
                  <a:gd name="T9" fmla="*/ 10 h 30"/>
                  <a:gd name="T10" fmla="*/ 3 w 15"/>
                  <a:gd name="T11" fmla="*/ 30 h 30"/>
                  <a:gd name="T12" fmla="*/ 0 w 15"/>
                  <a:gd name="T13" fmla="*/ 30 h 30"/>
                  <a:gd name="T14" fmla="*/ 2 w 15"/>
                  <a:gd name="T15" fmla="*/ 0 h 30"/>
                  <a:gd name="T16" fmla="*/ 2 w 15"/>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30">
                    <a:moveTo>
                      <a:pt x="2" y="0"/>
                    </a:moveTo>
                    <a:lnTo>
                      <a:pt x="15" y="19"/>
                    </a:lnTo>
                    <a:lnTo>
                      <a:pt x="15" y="19"/>
                    </a:lnTo>
                    <a:lnTo>
                      <a:pt x="13" y="21"/>
                    </a:lnTo>
                    <a:lnTo>
                      <a:pt x="5" y="10"/>
                    </a:lnTo>
                    <a:lnTo>
                      <a:pt x="3" y="30"/>
                    </a:lnTo>
                    <a:lnTo>
                      <a:pt x="0" y="30"/>
                    </a:lnTo>
                    <a:lnTo>
                      <a:pt x="2" y="0"/>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8" name="Freeform 1347"/>
              <p:cNvSpPr/>
              <p:nvPr/>
            </p:nvSpPr>
            <p:spPr bwMode="auto">
              <a:xfrm>
                <a:off x="7116764" y="7477126"/>
                <a:ext cx="30163" cy="60325"/>
              </a:xfrm>
              <a:custGeom>
                <a:avLst/>
                <a:gdLst>
                  <a:gd name="T0" fmla="*/ 0 w 19"/>
                  <a:gd name="T1" fmla="*/ 37 h 38"/>
                  <a:gd name="T2" fmla="*/ 2 w 19"/>
                  <a:gd name="T3" fmla="*/ 5 h 38"/>
                  <a:gd name="T4" fmla="*/ 3 w 19"/>
                  <a:gd name="T5" fmla="*/ 0 h 38"/>
                  <a:gd name="T6" fmla="*/ 19 w 19"/>
                  <a:gd name="T7" fmla="*/ 23 h 38"/>
                  <a:gd name="T8" fmla="*/ 19 w 19"/>
                  <a:gd name="T9" fmla="*/ 24 h 38"/>
                  <a:gd name="T10" fmla="*/ 19 w 19"/>
                  <a:gd name="T11" fmla="*/ 25 h 38"/>
                  <a:gd name="T12" fmla="*/ 14 w 19"/>
                  <a:gd name="T13" fmla="*/ 28 h 38"/>
                  <a:gd name="T14" fmla="*/ 8 w 19"/>
                  <a:gd name="T15" fmla="*/ 22 h 38"/>
                  <a:gd name="T16" fmla="*/ 7 w 19"/>
                  <a:gd name="T17" fmla="*/ 38 h 38"/>
                  <a:gd name="T18" fmla="*/ 0 w 19"/>
                  <a:gd name="T19" fmla="*/ 37 h 38"/>
                  <a:gd name="T20" fmla="*/ 0 w 19"/>
                  <a:gd name="T21" fmla="*/ 3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38">
                    <a:moveTo>
                      <a:pt x="0" y="37"/>
                    </a:moveTo>
                    <a:lnTo>
                      <a:pt x="2" y="5"/>
                    </a:lnTo>
                    <a:lnTo>
                      <a:pt x="3" y="0"/>
                    </a:lnTo>
                    <a:lnTo>
                      <a:pt x="19" y="23"/>
                    </a:lnTo>
                    <a:lnTo>
                      <a:pt x="19" y="24"/>
                    </a:lnTo>
                    <a:lnTo>
                      <a:pt x="19" y="25"/>
                    </a:lnTo>
                    <a:lnTo>
                      <a:pt x="14" y="28"/>
                    </a:lnTo>
                    <a:lnTo>
                      <a:pt x="8" y="22"/>
                    </a:lnTo>
                    <a:lnTo>
                      <a:pt x="7" y="38"/>
                    </a:lnTo>
                    <a:lnTo>
                      <a:pt x="0" y="37"/>
                    </a:lnTo>
                    <a:lnTo>
                      <a:pt x="0" y="3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9" name="Freeform 1348"/>
              <p:cNvSpPr/>
              <p:nvPr/>
            </p:nvSpPr>
            <p:spPr bwMode="auto">
              <a:xfrm>
                <a:off x="7091364" y="7491413"/>
                <a:ext cx="34925" cy="44450"/>
              </a:xfrm>
              <a:custGeom>
                <a:avLst/>
                <a:gdLst>
                  <a:gd name="T0" fmla="*/ 19 w 22"/>
                  <a:gd name="T1" fmla="*/ 0 h 28"/>
                  <a:gd name="T2" fmla="*/ 22 w 22"/>
                  <a:gd name="T3" fmla="*/ 28 h 28"/>
                  <a:gd name="T4" fmla="*/ 22 w 22"/>
                  <a:gd name="T5" fmla="*/ 28 h 28"/>
                  <a:gd name="T6" fmla="*/ 19 w 22"/>
                  <a:gd name="T7" fmla="*/ 28 h 28"/>
                  <a:gd name="T8" fmla="*/ 17 w 22"/>
                  <a:gd name="T9" fmla="*/ 9 h 28"/>
                  <a:gd name="T10" fmla="*/ 2 w 22"/>
                  <a:gd name="T11" fmla="*/ 27 h 28"/>
                  <a:gd name="T12" fmla="*/ 0 w 22"/>
                  <a:gd name="T13" fmla="*/ 25 h 28"/>
                  <a:gd name="T14" fmla="*/ 19 w 22"/>
                  <a:gd name="T15" fmla="*/ 0 h 28"/>
                  <a:gd name="T16" fmla="*/ 19 w 22"/>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8">
                    <a:moveTo>
                      <a:pt x="19" y="0"/>
                    </a:moveTo>
                    <a:lnTo>
                      <a:pt x="22" y="28"/>
                    </a:lnTo>
                    <a:lnTo>
                      <a:pt x="22" y="28"/>
                    </a:lnTo>
                    <a:lnTo>
                      <a:pt x="19" y="28"/>
                    </a:lnTo>
                    <a:lnTo>
                      <a:pt x="17" y="9"/>
                    </a:lnTo>
                    <a:lnTo>
                      <a:pt x="2" y="27"/>
                    </a:lnTo>
                    <a:lnTo>
                      <a:pt x="0" y="25"/>
                    </a:lnTo>
                    <a:lnTo>
                      <a:pt x="19" y="0"/>
                    </a:lnTo>
                    <a:lnTo>
                      <a:pt x="19"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0" name="Freeform 1349"/>
              <p:cNvSpPr/>
              <p:nvPr/>
            </p:nvSpPr>
            <p:spPr bwMode="auto">
              <a:xfrm>
                <a:off x="7086601" y="7483476"/>
                <a:ext cx="42863" cy="57150"/>
              </a:xfrm>
              <a:custGeom>
                <a:avLst/>
                <a:gdLst>
                  <a:gd name="T0" fmla="*/ 19 w 27"/>
                  <a:gd name="T1" fmla="*/ 20 h 36"/>
                  <a:gd name="T2" fmla="*/ 7 w 27"/>
                  <a:gd name="T3" fmla="*/ 34 h 36"/>
                  <a:gd name="T4" fmla="*/ 0 w 27"/>
                  <a:gd name="T5" fmla="*/ 30 h 36"/>
                  <a:gd name="T6" fmla="*/ 21 w 27"/>
                  <a:gd name="T7" fmla="*/ 4 h 36"/>
                  <a:gd name="T8" fmla="*/ 24 w 27"/>
                  <a:gd name="T9" fmla="*/ 0 h 36"/>
                  <a:gd name="T10" fmla="*/ 27 w 27"/>
                  <a:gd name="T11" fmla="*/ 34 h 36"/>
                  <a:gd name="T12" fmla="*/ 27 w 27"/>
                  <a:gd name="T13" fmla="*/ 35 h 36"/>
                  <a:gd name="T14" fmla="*/ 26 w 27"/>
                  <a:gd name="T15" fmla="*/ 35 h 36"/>
                  <a:gd name="T16" fmla="*/ 20 w 27"/>
                  <a:gd name="T17" fmla="*/ 36 h 36"/>
                  <a:gd name="T18" fmla="*/ 19 w 27"/>
                  <a:gd name="T19" fmla="*/ 20 h 36"/>
                  <a:gd name="T20" fmla="*/ 19 w 27"/>
                  <a:gd name="T21" fmla="*/ 2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36">
                    <a:moveTo>
                      <a:pt x="19" y="20"/>
                    </a:moveTo>
                    <a:lnTo>
                      <a:pt x="7" y="34"/>
                    </a:lnTo>
                    <a:lnTo>
                      <a:pt x="0" y="30"/>
                    </a:lnTo>
                    <a:lnTo>
                      <a:pt x="21" y="4"/>
                    </a:lnTo>
                    <a:lnTo>
                      <a:pt x="24" y="0"/>
                    </a:lnTo>
                    <a:lnTo>
                      <a:pt x="27" y="34"/>
                    </a:lnTo>
                    <a:lnTo>
                      <a:pt x="27" y="35"/>
                    </a:lnTo>
                    <a:lnTo>
                      <a:pt x="26" y="35"/>
                    </a:lnTo>
                    <a:lnTo>
                      <a:pt x="20" y="36"/>
                    </a:lnTo>
                    <a:lnTo>
                      <a:pt x="19" y="20"/>
                    </a:lnTo>
                    <a:lnTo>
                      <a:pt x="19" y="2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1" name="Freeform 1350"/>
              <p:cNvSpPr/>
              <p:nvPr/>
            </p:nvSpPr>
            <p:spPr bwMode="auto">
              <a:xfrm>
                <a:off x="7105651" y="7497763"/>
                <a:ext cx="17463" cy="33338"/>
              </a:xfrm>
              <a:custGeom>
                <a:avLst/>
                <a:gdLst>
                  <a:gd name="T0" fmla="*/ 8 w 11"/>
                  <a:gd name="T1" fmla="*/ 0 h 21"/>
                  <a:gd name="T2" fmla="*/ 11 w 11"/>
                  <a:gd name="T3" fmla="*/ 2 h 21"/>
                  <a:gd name="T4" fmla="*/ 3 w 11"/>
                  <a:gd name="T5" fmla="*/ 21 h 21"/>
                  <a:gd name="T6" fmla="*/ 0 w 11"/>
                  <a:gd name="T7" fmla="*/ 19 h 21"/>
                  <a:gd name="T8" fmla="*/ 8 w 11"/>
                  <a:gd name="T9" fmla="*/ 0 h 21"/>
                  <a:gd name="T10" fmla="*/ 8 w 11"/>
                  <a:gd name="T11" fmla="*/ 0 h 21"/>
                </a:gdLst>
                <a:ahLst/>
                <a:cxnLst>
                  <a:cxn ang="0">
                    <a:pos x="T0" y="T1"/>
                  </a:cxn>
                  <a:cxn ang="0">
                    <a:pos x="T2" y="T3"/>
                  </a:cxn>
                  <a:cxn ang="0">
                    <a:pos x="T4" y="T5"/>
                  </a:cxn>
                  <a:cxn ang="0">
                    <a:pos x="T6" y="T7"/>
                  </a:cxn>
                  <a:cxn ang="0">
                    <a:pos x="T8" y="T9"/>
                  </a:cxn>
                  <a:cxn ang="0">
                    <a:pos x="T10" y="T11"/>
                  </a:cxn>
                </a:cxnLst>
                <a:rect l="0" t="0" r="r" b="b"/>
                <a:pathLst>
                  <a:path w="11" h="21">
                    <a:moveTo>
                      <a:pt x="8" y="0"/>
                    </a:moveTo>
                    <a:lnTo>
                      <a:pt x="11" y="2"/>
                    </a:lnTo>
                    <a:lnTo>
                      <a:pt x="3" y="21"/>
                    </a:lnTo>
                    <a:lnTo>
                      <a:pt x="0" y="19"/>
                    </a:lnTo>
                    <a:lnTo>
                      <a:pt x="8" y="0"/>
                    </a:lnTo>
                    <a:lnTo>
                      <a:pt x="8"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2" name="Freeform 1351"/>
              <p:cNvSpPr/>
              <p:nvPr/>
            </p:nvSpPr>
            <p:spPr bwMode="auto">
              <a:xfrm>
                <a:off x="7102476" y="7494588"/>
                <a:ext cx="23813" cy="39688"/>
              </a:xfrm>
              <a:custGeom>
                <a:avLst/>
                <a:gdLst>
                  <a:gd name="T0" fmla="*/ 0 w 15"/>
                  <a:gd name="T1" fmla="*/ 23 h 25"/>
                  <a:gd name="T2" fmla="*/ 8 w 15"/>
                  <a:gd name="T3" fmla="*/ 2 h 25"/>
                  <a:gd name="T4" fmla="*/ 9 w 15"/>
                  <a:gd name="T5" fmla="*/ 0 h 25"/>
                  <a:gd name="T6" fmla="*/ 15 w 15"/>
                  <a:gd name="T7" fmla="*/ 2 h 25"/>
                  <a:gd name="T8" fmla="*/ 8 w 15"/>
                  <a:gd name="T9" fmla="*/ 25 h 25"/>
                  <a:gd name="T10" fmla="*/ 0 w 15"/>
                  <a:gd name="T11" fmla="*/ 23 h 25"/>
                  <a:gd name="T12" fmla="*/ 0 w 15"/>
                  <a:gd name="T13" fmla="*/ 23 h 25"/>
                </a:gdLst>
                <a:ahLst/>
                <a:cxnLst>
                  <a:cxn ang="0">
                    <a:pos x="T0" y="T1"/>
                  </a:cxn>
                  <a:cxn ang="0">
                    <a:pos x="T2" y="T3"/>
                  </a:cxn>
                  <a:cxn ang="0">
                    <a:pos x="T4" y="T5"/>
                  </a:cxn>
                  <a:cxn ang="0">
                    <a:pos x="T6" y="T7"/>
                  </a:cxn>
                  <a:cxn ang="0">
                    <a:pos x="T8" y="T9"/>
                  </a:cxn>
                  <a:cxn ang="0">
                    <a:pos x="T10" y="T11"/>
                  </a:cxn>
                  <a:cxn ang="0">
                    <a:pos x="T12" y="T13"/>
                  </a:cxn>
                </a:cxnLst>
                <a:rect l="0" t="0" r="r" b="b"/>
                <a:pathLst>
                  <a:path w="15" h="25">
                    <a:moveTo>
                      <a:pt x="0" y="23"/>
                    </a:moveTo>
                    <a:lnTo>
                      <a:pt x="8" y="2"/>
                    </a:lnTo>
                    <a:lnTo>
                      <a:pt x="9" y="0"/>
                    </a:lnTo>
                    <a:lnTo>
                      <a:pt x="15" y="2"/>
                    </a:lnTo>
                    <a:lnTo>
                      <a:pt x="8" y="25"/>
                    </a:lnTo>
                    <a:lnTo>
                      <a:pt x="0" y="23"/>
                    </a:lnTo>
                    <a:lnTo>
                      <a:pt x="0" y="2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3" name="Freeform 1352"/>
              <p:cNvSpPr/>
              <p:nvPr/>
            </p:nvSpPr>
            <p:spPr bwMode="auto">
              <a:xfrm>
                <a:off x="7078664" y="7573963"/>
                <a:ext cx="9525" cy="7938"/>
              </a:xfrm>
              <a:custGeom>
                <a:avLst/>
                <a:gdLst>
                  <a:gd name="T0" fmla="*/ 0 w 6"/>
                  <a:gd name="T1" fmla="*/ 2 h 5"/>
                  <a:gd name="T2" fmla="*/ 5 w 6"/>
                  <a:gd name="T3" fmla="*/ 0 h 5"/>
                  <a:gd name="T4" fmla="*/ 6 w 6"/>
                  <a:gd name="T5" fmla="*/ 3 h 5"/>
                  <a:gd name="T6" fmla="*/ 1 w 6"/>
                  <a:gd name="T7" fmla="*/ 5 h 5"/>
                  <a:gd name="T8" fmla="*/ 0 w 6"/>
                  <a:gd name="T9" fmla="*/ 2 h 5"/>
                  <a:gd name="T10" fmla="*/ 0 w 6"/>
                  <a:gd name="T11" fmla="*/ 2 h 5"/>
                </a:gdLst>
                <a:ahLst/>
                <a:cxnLst>
                  <a:cxn ang="0">
                    <a:pos x="T0" y="T1"/>
                  </a:cxn>
                  <a:cxn ang="0">
                    <a:pos x="T2" y="T3"/>
                  </a:cxn>
                  <a:cxn ang="0">
                    <a:pos x="T4" y="T5"/>
                  </a:cxn>
                  <a:cxn ang="0">
                    <a:pos x="T6" y="T7"/>
                  </a:cxn>
                  <a:cxn ang="0">
                    <a:pos x="T8" y="T9"/>
                  </a:cxn>
                  <a:cxn ang="0">
                    <a:pos x="T10" y="T11"/>
                  </a:cxn>
                </a:cxnLst>
                <a:rect l="0" t="0" r="r" b="b"/>
                <a:pathLst>
                  <a:path w="6" h="5">
                    <a:moveTo>
                      <a:pt x="0" y="2"/>
                    </a:moveTo>
                    <a:lnTo>
                      <a:pt x="5" y="0"/>
                    </a:lnTo>
                    <a:lnTo>
                      <a:pt x="6" y="3"/>
                    </a:lnTo>
                    <a:lnTo>
                      <a:pt x="1" y="5"/>
                    </a:lnTo>
                    <a:lnTo>
                      <a:pt x="0" y="2"/>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4" name="Freeform 1353"/>
              <p:cNvSpPr/>
              <p:nvPr/>
            </p:nvSpPr>
            <p:spPr bwMode="auto">
              <a:xfrm>
                <a:off x="7072314" y="7569201"/>
                <a:ext cx="20638" cy="19050"/>
              </a:xfrm>
              <a:custGeom>
                <a:avLst/>
                <a:gdLst>
                  <a:gd name="T0" fmla="*/ 2 w 13"/>
                  <a:gd name="T1" fmla="*/ 10 h 12"/>
                  <a:gd name="T2" fmla="*/ 1 w 13"/>
                  <a:gd name="T3" fmla="*/ 6 h 12"/>
                  <a:gd name="T4" fmla="*/ 4 w 13"/>
                  <a:gd name="T5" fmla="*/ 5 h 12"/>
                  <a:gd name="T6" fmla="*/ 4 w 13"/>
                  <a:gd name="T7" fmla="*/ 7 h 12"/>
                  <a:gd name="T8" fmla="*/ 4 w 13"/>
                  <a:gd name="T9" fmla="*/ 5 h 12"/>
                  <a:gd name="T10" fmla="*/ 1 w 13"/>
                  <a:gd name="T11" fmla="*/ 6 h 12"/>
                  <a:gd name="T12" fmla="*/ 0 w 13"/>
                  <a:gd name="T13" fmla="*/ 4 h 12"/>
                  <a:gd name="T14" fmla="*/ 9 w 13"/>
                  <a:gd name="T15" fmla="*/ 0 h 12"/>
                  <a:gd name="T16" fmla="*/ 13 w 13"/>
                  <a:gd name="T17" fmla="*/ 7 h 12"/>
                  <a:gd name="T18" fmla="*/ 4 w 13"/>
                  <a:gd name="T19" fmla="*/ 12 h 12"/>
                  <a:gd name="T20" fmla="*/ 2 w 13"/>
                  <a:gd name="T21" fmla="*/ 10 h 12"/>
                  <a:gd name="T22" fmla="*/ 2 w 13"/>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2">
                    <a:moveTo>
                      <a:pt x="2" y="10"/>
                    </a:moveTo>
                    <a:lnTo>
                      <a:pt x="1" y="6"/>
                    </a:lnTo>
                    <a:lnTo>
                      <a:pt x="4" y="5"/>
                    </a:lnTo>
                    <a:lnTo>
                      <a:pt x="4" y="7"/>
                    </a:lnTo>
                    <a:lnTo>
                      <a:pt x="4" y="5"/>
                    </a:lnTo>
                    <a:lnTo>
                      <a:pt x="1" y="6"/>
                    </a:lnTo>
                    <a:lnTo>
                      <a:pt x="0" y="4"/>
                    </a:lnTo>
                    <a:lnTo>
                      <a:pt x="9" y="0"/>
                    </a:lnTo>
                    <a:lnTo>
                      <a:pt x="13" y="7"/>
                    </a:lnTo>
                    <a:lnTo>
                      <a:pt x="4" y="12"/>
                    </a:lnTo>
                    <a:lnTo>
                      <a:pt x="2" y="10"/>
                    </a:lnTo>
                    <a:lnTo>
                      <a:pt x="2" y="1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5" name="Freeform 1354"/>
              <p:cNvSpPr/>
              <p:nvPr/>
            </p:nvSpPr>
            <p:spPr bwMode="auto">
              <a:xfrm>
                <a:off x="7159626" y="7567613"/>
                <a:ext cx="9525" cy="7938"/>
              </a:xfrm>
              <a:custGeom>
                <a:avLst/>
                <a:gdLst>
                  <a:gd name="T0" fmla="*/ 0 w 6"/>
                  <a:gd name="T1" fmla="*/ 2 h 5"/>
                  <a:gd name="T2" fmla="*/ 4 w 6"/>
                  <a:gd name="T3" fmla="*/ 0 h 5"/>
                  <a:gd name="T4" fmla="*/ 6 w 6"/>
                  <a:gd name="T5" fmla="*/ 3 h 5"/>
                  <a:gd name="T6" fmla="*/ 1 w 6"/>
                  <a:gd name="T7" fmla="*/ 5 h 5"/>
                  <a:gd name="T8" fmla="*/ 0 w 6"/>
                  <a:gd name="T9" fmla="*/ 2 h 5"/>
                  <a:gd name="T10" fmla="*/ 0 w 6"/>
                  <a:gd name="T11" fmla="*/ 2 h 5"/>
                </a:gdLst>
                <a:ahLst/>
                <a:cxnLst>
                  <a:cxn ang="0">
                    <a:pos x="T0" y="T1"/>
                  </a:cxn>
                  <a:cxn ang="0">
                    <a:pos x="T2" y="T3"/>
                  </a:cxn>
                  <a:cxn ang="0">
                    <a:pos x="T4" y="T5"/>
                  </a:cxn>
                  <a:cxn ang="0">
                    <a:pos x="T6" y="T7"/>
                  </a:cxn>
                  <a:cxn ang="0">
                    <a:pos x="T8" y="T9"/>
                  </a:cxn>
                  <a:cxn ang="0">
                    <a:pos x="T10" y="T11"/>
                  </a:cxn>
                </a:cxnLst>
                <a:rect l="0" t="0" r="r" b="b"/>
                <a:pathLst>
                  <a:path w="6" h="5">
                    <a:moveTo>
                      <a:pt x="0" y="2"/>
                    </a:moveTo>
                    <a:lnTo>
                      <a:pt x="4" y="0"/>
                    </a:lnTo>
                    <a:lnTo>
                      <a:pt x="6" y="3"/>
                    </a:lnTo>
                    <a:lnTo>
                      <a:pt x="1" y="5"/>
                    </a:lnTo>
                    <a:lnTo>
                      <a:pt x="0" y="2"/>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6" name="Freeform 1355"/>
              <p:cNvSpPr/>
              <p:nvPr/>
            </p:nvSpPr>
            <p:spPr bwMode="auto">
              <a:xfrm>
                <a:off x="7154864" y="7561263"/>
                <a:ext cx="19050" cy="17463"/>
              </a:xfrm>
              <a:custGeom>
                <a:avLst/>
                <a:gdLst>
                  <a:gd name="T0" fmla="*/ 3 w 12"/>
                  <a:gd name="T1" fmla="*/ 10 h 11"/>
                  <a:gd name="T2" fmla="*/ 1 w 12"/>
                  <a:gd name="T3" fmla="*/ 7 h 11"/>
                  <a:gd name="T4" fmla="*/ 3 w 12"/>
                  <a:gd name="T5" fmla="*/ 6 h 11"/>
                  <a:gd name="T6" fmla="*/ 4 w 12"/>
                  <a:gd name="T7" fmla="*/ 8 h 11"/>
                  <a:gd name="T8" fmla="*/ 3 w 12"/>
                  <a:gd name="T9" fmla="*/ 6 h 11"/>
                  <a:gd name="T10" fmla="*/ 1 w 12"/>
                  <a:gd name="T11" fmla="*/ 7 h 11"/>
                  <a:gd name="T12" fmla="*/ 0 w 12"/>
                  <a:gd name="T13" fmla="*/ 5 h 11"/>
                  <a:gd name="T14" fmla="*/ 9 w 12"/>
                  <a:gd name="T15" fmla="*/ 0 h 11"/>
                  <a:gd name="T16" fmla="*/ 12 w 12"/>
                  <a:gd name="T17" fmla="*/ 8 h 11"/>
                  <a:gd name="T18" fmla="*/ 3 w 12"/>
                  <a:gd name="T19" fmla="*/ 11 h 11"/>
                  <a:gd name="T20" fmla="*/ 3 w 12"/>
                  <a:gd name="T21" fmla="*/ 10 h 11"/>
                  <a:gd name="T22" fmla="*/ 3 w 12"/>
                  <a:gd name="T23"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1">
                    <a:moveTo>
                      <a:pt x="3" y="10"/>
                    </a:moveTo>
                    <a:lnTo>
                      <a:pt x="1" y="7"/>
                    </a:lnTo>
                    <a:lnTo>
                      <a:pt x="3" y="6"/>
                    </a:lnTo>
                    <a:lnTo>
                      <a:pt x="4" y="8"/>
                    </a:lnTo>
                    <a:lnTo>
                      <a:pt x="3" y="6"/>
                    </a:lnTo>
                    <a:lnTo>
                      <a:pt x="1" y="7"/>
                    </a:lnTo>
                    <a:lnTo>
                      <a:pt x="0" y="5"/>
                    </a:lnTo>
                    <a:lnTo>
                      <a:pt x="9" y="0"/>
                    </a:lnTo>
                    <a:lnTo>
                      <a:pt x="12" y="8"/>
                    </a:lnTo>
                    <a:lnTo>
                      <a:pt x="3" y="11"/>
                    </a:lnTo>
                    <a:lnTo>
                      <a:pt x="3" y="10"/>
                    </a:lnTo>
                    <a:lnTo>
                      <a:pt x="3" y="1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7" name="Freeform 1356"/>
              <p:cNvSpPr/>
              <p:nvPr/>
            </p:nvSpPr>
            <p:spPr bwMode="auto">
              <a:xfrm>
                <a:off x="7072314" y="7613651"/>
                <a:ext cx="96838" cy="44450"/>
              </a:xfrm>
              <a:custGeom>
                <a:avLst/>
                <a:gdLst>
                  <a:gd name="T0" fmla="*/ 3 w 55"/>
                  <a:gd name="T1" fmla="*/ 9 h 25"/>
                  <a:gd name="T2" fmla="*/ 0 w 55"/>
                  <a:gd name="T3" fmla="*/ 1 h 25"/>
                  <a:gd name="T4" fmla="*/ 0 w 55"/>
                  <a:gd name="T5" fmla="*/ 1 h 25"/>
                  <a:gd name="T6" fmla="*/ 3 w 55"/>
                  <a:gd name="T7" fmla="*/ 0 h 25"/>
                  <a:gd name="T8" fmla="*/ 6 w 55"/>
                  <a:gd name="T9" fmla="*/ 8 h 25"/>
                  <a:gd name="T10" fmla="*/ 6 w 55"/>
                  <a:gd name="T11" fmla="*/ 8 h 25"/>
                  <a:gd name="T12" fmla="*/ 23 w 55"/>
                  <a:gd name="T13" fmla="*/ 21 h 25"/>
                  <a:gd name="T14" fmla="*/ 23 w 55"/>
                  <a:gd name="T15" fmla="*/ 21 h 25"/>
                  <a:gd name="T16" fmla="*/ 36 w 55"/>
                  <a:gd name="T17" fmla="*/ 17 h 25"/>
                  <a:gd name="T18" fmla="*/ 36 w 55"/>
                  <a:gd name="T19" fmla="*/ 17 h 25"/>
                  <a:gd name="T20" fmla="*/ 47 w 55"/>
                  <a:gd name="T21" fmla="*/ 9 h 25"/>
                  <a:gd name="T22" fmla="*/ 47 w 55"/>
                  <a:gd name="T23" fmla="*/ 9 h 25"/>
                  <a:gd name="T24" fmla="*/ 52 w 55"/>
                  <a:gd name="T25" fmla="*/ 3 h 25"/>
                  <a:gd name="T26" fmla="*/ 52 w 55"/>
                  <a:gd name="T27" fmla="*/ 3 h 25"/>
                  <a:gd name="T28" fmla="*/ 52 w 55"/>
                  <a:gd name="T29" fmla="*/ 3 h 25"/>
                  <a:gd name="T30" fmla="*/ 52 w 55"/>
                  <a:gd name="T31" fmla="*/ 3 h 25"/>
                  <a:gd name="T32" fmla="*/ 52 w 55"/>
                  <a:gd name="T33" fmla="*/ 3 h 25"/>
                  <a:gd name="T34" fmla="*/ 52 w 55"/>
                  <a:gd name="T35" fmla="*/ 3 h 25"/>
                  <a:gd name="T36" fmla="*/ 52 w 55"/>
                  <a:gd name="T37" fmla="*/ 3 h 25"/>
                  <a:gd name="T38" fmla="*/ 54 w 55"/>
                  <a:gd name="T39" fmla="*/ 2 h 25"/>
                  <a:gd name="T40" fmla="*/ 54 w 55"/>
                  <a:gd name="T41" fmla="*/ 6 h 25"/>
                  <a:gd name="T42" fmla="*/ 54 w 55"/>
                  <a:gd name="T43" fmla="*/ 6 h 25"/>
                  <a:gd name="T44" fmla="*/ 50 w 55"/>
                  <a:gd name="T45" fmla="*/ 11 h 25"/>
                  <a:gd name="T46" fmla="*/ 50 w 55"/>
                  <a:gd name="T47" fmla="*/ 11 h 25"/>
                  <a:gd name="T48" fmla="*/ 37 w 55"/>
                  <a:gd name="T49" fmla="*/ 20 h 25"/>
                  <a:gd name="T50" fmla="*/ 37 w 55"/>
                  <a:gd name="T51" fmla="*/ 20 h 25"/>
                  <a:gd name="T52" fmla="*/ 24 w 55"/>
                  <a:gd name="T53" fmla="*/ 24 h 25"/>
                  <a:gd name="T54" fmla="*/ 24 w 55"/>
                  <a:gd name="T55" fmla="*/ 24 h 25"/>
                  <a:gd name="T56" fmla="*/ 3 w 55"/>
                  <a:gd name="T57" fmla="*/ 9 h 25"/>
                  <a:gd name="T58" fmla="*/ 3 w 55"/>
                  <a:gd name="T59" fmla="*/ 9 h 25"/>
                  <a:gd name="T60" fmla="*/ 3 w 55"/>
                  <a:gd name="T6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25">
                    <a:moveTo>
                      <a:pt x="3" y="9"/>
                    </a:moveTo>
                    <a:cubicBezTo>
                      <a:pt x="1" y="5"/>
                      <a:pt x="0" y="1"/>
                      <a:pt x="0" y="1"/>
                    </a:cubicBezTo>
                    <a:cubicBezTo>
                      <a:pt x="0" y="1"/>
                      <a:pt x="0" y="1"/>
                      <a:pt x="0" y="1"/>
                    </a:cubicBezTo>
                    <a:cubicBezTo>
                      <a:pt x="3" y="0"/>
                      <a:pt x="3" y="0"/>
                      <a:pt x="3" y="0"/>
                    </a:cubicBezTo>
                    <a:cubicBezTo>
                      <a:pt x="3" y="0"/>
                      <a:pt x="4" y="4"/>
                      <a:pt x="6" y="8"/>
                    </a:cubicBezTo>
                    <a:cubicBezTo>
                      <a:pt x="6" y="8"/>
                      <a:pt x="6" y="8"/>
                      <a:pt x="6" y="8"/>
                    </a:cubicBezTo>
                    <a:cubicBezTo>
                      <a:pt x="9" y="14"/>
                      <a:pt x="15" y="22"/>
                      <a:pt x="23" y="21"/>
                    </a:cubicBezTo>
                    <a:cubicBezTo>
                      <a:pt x="23" y="21"/>
                      <a:pt x="23" y="21"/>
                      <a:pt x="23" y="21"/>
                    </a:cubicBezTo>
                    <a:cubicBezTo>
                      <a:pt x="28" y="20"/>
                      <a:pt x="32" y="19"/>
                      <a:pt x="36" y="17"/>
                    </a:cubicBezTo>
                    <a:cubicBezTo>
                      <a:pt x="36" y="17"/>
                      <a:pt x="36" y="17"/>
                      <a:pt x="36" y="17"/>
                    </a:cubicBezTo>
                    <a:cubicBezTo>
                      <a:pt x="40" y="15"/>
                      <a:pt x="45" y="12"/>
                      <a:pt x="47" y="9"/>
                    </a:cubicBezTo>
                    <a:cubicBezTo>
                      <a:pt x="47" y="9"/>
                      <a:pt x="47" y="9"/>
                      <a:pt x="47" y="9"/>
                    </a:cubicBezTo>
                    <a:cubicBezTo>
                      <a:pt x="50" y="6"/>
                      <a:pt x="52" y="4"/>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4" y="2"/>
                      <a:pt x="54" y="2"/>
                      <a:pt x="54" y="2"/>
                    </a:cubicBezTo>
                    <a:cubicBezTo>
                      <a:pt x="55" y="4"/>
                      <a:pt x="54" y="5"/>
                      <a:pt x="54" y="6"/>
                    </a:cubicBezTo>
                    <a:cubicBezTo>
                      <a:pt x="54" y="6"/>
                      <a:pt x="54" y="6"/>
                      <a:pt x="54" y="6"/>
                    </a:cubicBezTo>
                    <a:cubicBezTo>
                      <a:pt x="53" y="8"/>
                      <a:pt x="52" y="9"/>
                      <a:pt x="50" y="11"/>
                    </a:cubicBezTo>
                    <a:cubicBezTo>
                      <a:pt x="50" y="11"/>
                      <a:pt x="50" y="11"/>
                      <a:pt x="50" y="11"/>
                    </a:cubicBezTo>
                    <a:cubicBezTo>
                      <a:pt x="47" y="14"/>
                      <a:pt x="42" y="17"/>
                      <a:pt x="37" y="20"/>
                    </a:cubicBezTo>
                    <a:cubicBezTo>
                      <a:pt x="37" y="20"/>
                      <a:pt x="37" y="20"/>
                      <a:pt x="37" y="20"/>
                    </a:cubicBezTo>
                    <a:cubicBezTo>
                      <a:pt x="33" y="22"/>
                      <a:pt x="28" y="23"/>
                      <a:pt x="24" y="24"/>
                    </a:cubicBezTo>
                    <a:cubicBezTo>
                      <a:pt x="24" y="24"/>
                      <a:pt x="24" y="24"/>
                      <a:pt x="24" y="24"/>
                    </a:cubicBezTo>
                    <a:cubicBezTo>
                      <a:pt x="13" y="25"/>
                      <a:pt x="7" y="16"/>
                      <a:pt x="3" y="9"/>
                    </a:cubicBezTo>
                    <a:cubicBezTo>
                      <a:pt x="3" y="9"/>
                      <a:pt x="3" y="9"/>
                      <a:pt x="3" y="9"/>
                    </a:cubicBezTo>
                    <a:cubicBezTo>
                      <a:pt x="3" y="9"/>
                      <a:pt x="3" y="9"/>
                      <a:pt x="3"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8" name="Freeform 1357"/>
              <p:cNvSpPr>
                <a:spLocks noEditPoints="1"/>
              </p:cNvSpPr>
              <p:nvPr/>
            </p:nvSpPr>
            <p:spPr bwMode="auto">
              <a:xfrm>
                <a:off x="7069139" y="7610476"/>
                <a:ext cx="103188" cy="49213"/>
              </a:xfrm>
              <a:custGeom>
                <a:avLst/>
                <a:gdLst>
                  <a:gd name="T0" fmla="*/ 24 w 59"/>
                  <a:gd name="T1" fmla="*/ 28 h 28"/>
                  <a:gd name="T2" fmla="*/ 3 w 59"/>
                  <a:gd name="T3" fmla="*/ 12 h 28"/>
                  <a:gd name="T4" fmla="*/ 3 w 59"/>
                  <a:gd name="T5" fmla="*/ 12 h 28"/>
                  <a:gd name="T6" fmla="*/ 3 w 59"/>
                  <a:gd name="T7" fmla="*/ 12 h 28"/>
                  <a:gd name="T8" fmla="*/ 3 w 59"/>
                  <a:gd name="T9" fmla="*/ 12 h 28"/>
                  <a:gd name="T10" fmla="*/ 0 w 59"/>
                  <a:gd name="T11" fmla="*/ 3 h 28"/>
                  <a:gd name="T12" fmla="*/ 0 w 59"/>
                  <a:gd name="T13" fmla="*/ 3 h 28"/>
                  <a:gd name="T14" fmla="*/ 0 w 59"/>
                  <a:gd name="T15" fmla="*/ 1 h 28"/>
                  <a:gd name="T16" fmla="*/ 2 w 59"/>
                  <a:gd name="T17" fmla="*/ 1 h 28"/>
                  <a:gd name="T18" fmla="*/ 5 w 59"/>
                  <a:gd name="T19" fmla="*/ 0 h 28"/>
                  <a:gd name="T20" fmla="*/ 5 w 59"/>
                  <a:gd name="T21" fmla="*/ 0 h 28"/>
                  <a:gd name="T22" fmla="*/ 7 w 59"/>
                  <a:gd name="T23" fmla="*/ 1 h 28"/>
                  <a:gd name="T24" fmla="*/ 7 w 59"/>
                  <a:gd name="T25" fmla="*/ 1 h 28"/>
                  <a:gd name="T26" fmla="*/ 7 w 59"/>
                  <a:gd name="T27" fmla="*/ 1 h 28"/>
                  <a:gd name="T28" fmla="*/ 7 w 59"/>
                  <a:gd name="T29" fmla="*/ 1 h 28"/>
                  <a:gd name="T30" fmla="*/ 7 w 59"/>
                  <a:gd name="T31" fmla="*/ 1 h 28"/>
                  <a:gd name="T32" fmla="*/ 7 w 59"/>
                  <a:gd name="T33" fmla="*/ 1 h 28"/>
                  <a:gd name="T34" fmla="*/ 7 w 59"/>
                  <a:gd name="T35" fmla="*/ 2 h 28"/>
                  <a:gd name="T36" fmla="*/ 7 w 59"/>
                  <a:gd name="T37" fmla="*/ 2 h 28"/>
                  <a:gd name="T38" fmla="*/ 7 w 59"/>
                  <a:gd name="T39" fmla="*/ 2 h 28"/>
                  <a:gd name="T40" fmla="*/ 7 w 59"/>
                  <a:gd name="T41" fmla="*/ 2 h 28"/>
                  <a:gd name="T42" fmla="*/ 7 w 59"/>
                  <a:gd name="T43" fmla="*/ 2 h 28"/>
                  <a:gd name="T44" fmla="*/ 7 w 59"/>
                  <a:gd name="T45" fmla="*/ 2 h 28"/>
                  <a:gd name="T46" fmla="*/ 8 w 59"/>
                  <a:gd name="T47" fmla="*/ 4 h 28"/>
                  <a:gd name="T48" fmla="*/ 8 w 59"/>
                  <a:gd name="T49" fmla="*/ 4 h 28"/>
                  <a:gd name="T50" fmla="*/ 10 w 59"/>
                  <a:gd name="T51" fmla="*/ 9 h 28"/>
                  <a:gd name="T52" fmla="*/ 10 w 59"/>
                  <a:gd name="T53" fmla="*/ 9 h 28"/>
                  <a:gd name="T54" fmla="*/ 24 w 59"/>
                  <a:gd name="T55" fmla="*/ 21 h 28"/>
                  <a:gd name="T56" fmla="*/ 24 w 59"/>
                  <a:gd name="T57" fmla="*/ 21 h 28"/>
                  <a:gd name="T58" fmla="*/ 25 w 59"/>
                  <a:gd name="T59" fmla="*/ 21 h 28"/>
                  <a:gd name="T60" fmla="*/ 25 w 59"/>
                  <a:gd name="T61" fmla="*/ 21 h 28"/>
                  <a:gd name="T62" fmla="*/ 37 w 59"/>
                  <a:gd name="T63" fmla="*/ 17 h 28"/>
                  <a:gd name="T64" fmla="*/ 37 w 59"/>
                  <a:gd name="T65" fmla="*/ 17 h 28"/>
                  <a:gd name="T66" fmla="*/ 48 w 59"/>
                  <a:gd name="T67" fmla="*/ 9 h 28"/>
                  <a:gd name="T68" fmla="*/ 48 w 59"/>
                  <a:gd name="T69" fmla="*/ 9 h 28"/>
                  <a:gd name="T70" fmla="*/ 51 w 59"/>
                  <a:gd name="T71" fmla="*/ 5 h 28"/>
                  <a:gd name="T72" fmla="*/ 51 w 59"/>
                  <a:gd name="T73" fmla="*/ 5 h 28"/>
                  <a:gd name="T74" fmla="*/ 51 w 59"/>
                  <a:gd name="T75" fmla="*/ 3 h 28"/>
                  <a:gd name="T76" fmla="*/ 53 w 59"/>
                  <a:gd name="T77" fmla="*/ 3 h 28"/>
                  <a:gd name="T78" fmla="*/ 57 w 59"/>
                  <a:gd name="T79" fmla="*/ 1 h 28"/>
                  <a:gd name="T80" fmla="*/ 58 w 59"/>
                  <a:gd name="T81" fmla="*/ 3 h 28"/>
                  <a:gd name="T82" fmla="*/ 59 w 59"/>
                  <a:gd name="T83" fmla="*/ 5 h 28"/>
                  <a:gd name="T84" fmla="*/ 59 w 59"/>
                  <a:gd name="T85" fmla="*/ 5 h 28"/>
                  <a:gd name="T86" fmla="*/ 57 w 59"/>
                  <a:gd name="T87" fmla="*/ 9 h 28"/>
                  <a:gd name="T88" fmla="*/ 57 w 59"/>
                  <a:gd name="T89" fmla="*/ 9 h 28"/>
                  <a:gd name="T90" fmla="*/ 53 w 59"/>
                  <a:gd name="T91" fmla="*/ 14 h 28"/>
                  <a:gd name="T92" fmla="*/ 53 w 59"/>
                  <a:gd name="T93" fmla="*/ 14 h 28"/>
                  <a:gd name="T94" fmla="*/ 40 w 59"/>
                  <a:gd name="T95" fmla="*/ 23 h 28"/>
                  <a:gd name="T96" fmla="*/ 40 w 59"/>
                  <a:gd name="T97" fmla="*/ 23 h 28"/>
                  <a:gd name="T98" fmla="*/ 26 w 59"/>
                  <a:gd name="T99" fmla="*/ 28 h 28"/>
                  <a:gd name="T100" fmla="*/ 26 w 59"/>
                  <a:gd name="T101" fmla="*/ 28 h 28"/>
                  <a:gd name="T102" fmla="*/ 24 w 59"/>
                  <a:gd name="T103" fmla="*/ 28 h 28"/>
                  <a:gd name="T104" fmla="*/ 24 w 59"/>
                  <a:gd name="T105" fmla="*/ 28 h 28"/>
                  <a:gd name="T106" fmla="*/ 24 w 59"/>
                  <a:gd name="T107" fmla="*/ 28 h 28"/>
                  <a:gd name="T108" fmla="*/ 5 w 59"/>
                  <a:gd name="T109" fmla="*/ 11 h 28"/>
                  <a:gd name="T110" fmla="*/ 6 w 59"/>
                  <a:gd name="T111" fmla="*/ 11 h 28"/>
                  <a:gd name="T112" fmla="*/ 6 w 59"/>
                  <a:gd name="T113" fmla="*/ 11 h 28"/>
                  <a:gd name="T114" fmla="*/ 6 w 59"/>
                  <a:gd name="T115" fmla="*/ 11 h 28"/>
                  <a:gd name="T116" fmla="*/ 5 w 59"/>
                  <a:gd name="T117" fmla="*/ 1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9" h="28">
                    <a:moveTo>
                      <a:pt x="24" y="28"/>
                    </a:moveTo>
                    <a:cubicBezTo>
                      <a:pt x="13" y="28"/>
                      <a:pt x="7" y="19"/>
                      <a:pt x="3" y="12"/>
                    </a:cubicBezTo>
                    <a:cubicBezTo>
                      <a:pt x="3" y="12"/>
                      <a:pt x="3" y="12"/>
                      <a:pt x="3" y="12"/>
                    </a:cubicBezTo>
                    <a:cubicBezTo>
                      <a:pt x="3" y="12"/>
                      <a:pt x="3" y="12"/>
                      <a:pt x="3" y="12"/>
                    </a:cubicBezTo>
                    <a:cubicBezTo>
                      <a:pt x="3" y="12"/>
                      <a:pt x="3" y="12"/>
                      <a:pt x="3" y="12"/>
                    </a:cubicBezTo>
                    <a:cubicBezTo>
                      <a:pt x="1" y="7"/>
                      <a:pt x="0" y="3"/>
                      <a:pt x="0" y="3"/>
                    </a:cubicBezTo>
                    <a:cubicBezTo>
                      <a:pt x="0" y="3"/>
                      <a:pt x="0" y="3"/>
                      <a:pt x="0" y="3"/>
                    </a:cubicBezTo>
                    <a:cubicBezTo>
                      <a:pt x="0" y="1"/>
                      <a:pt x="0" y="1"/>
                      <a:pt x="0" y="1"/>
                    </a:cubicBezTo>
                    <a:cubicBezTo>
                      <a:pt x="2" y="1"/>
                      <a:pt x="2" y="1"/>
                      <a:pt x="2" y="1"/>
                    </a:cubicBezTo>
                    <a:cubicBezTo>
                      <a:pt x="5" y="0"/>
                      <a:pt x="5" y="0"/>
                      <a:pt x="5" y="0"/>
                    </a:cubicBezTo>
                    <a:cubicBezTo>
                      <a:pt x="5" y="0"/>
                      <a:pt x="5" y="0"/>
                      <a:pt x="5"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3"/>
                      <a:pt x="8" y="4"/>
                    </a:cubicBezTo>
                    <a:cubicBezTo>
                      <a:pt x="8" y="4"/>
                      <a:pt x="8" y="4"/>
                      <a:pt x="8" y="4"/>
                    </a:cubicBezTo>
                    <a:cubicBezTo>
                      <a:pt x="8" y="5"/>
                      <a:pt x="9" y="7"/>
                      <a:pt x="10" y="9"/>
                    </a:cubicBezTo>
                    <a:cubicBezTo>
                      <a:pt x="10" y="9"/>
                      <a:pt x="10" y="9"/>
                      <a:pt x="10" y="9"/>
                    </a:cubicBezTo>
                    <a:cubicBezTo>
                      <a:pt x="13" y="15"/>
                      <a:pt x="17" y="21"/>
                      <a:pt x="24" y="21"/>
                    </a:cubicBezTo>
                    <a:cubicBezTo>
                      <a:pt x="24" y="21"/>
                      <a:pt x="24" y="21"/>
                      <a:pt x="24" y="21"/>
                    </a:cubicBezTo>
                    <a:cubicBezTo>
                      <a:pt x="24" y="21"/>
                      <a:pt x="25" y="21"/>
                      <a:pt x="25" y="21"/>
                    </a:cubicBezTo>
                    <a:cubicBezTo>
                      <a:pt x="25" y="21"/>
                      <a:pt x="25" y="21"/>
                      <a:pt x="25" y="21"/>
                    </a:cubicBezTo>
                    <a:cubicBezTo>
                      <a:pt x="29" y="20"/>
                      <a:pt x="33" y="19"/>
                      <a:pt x="37" y="17"/>
                    </a:cubicBezTo>
                    <a:cubicBezTo>
                      <a:pt x="37" y="17"/>
                      <a:pt x="37" y="17"/>
                      <a:pt x="37" y="17"/>
                    </a:cubicBezTo>
                    <a:cubicBezTo>
                      <a:pt x="41" y="15"/>
                      <a:pt x="45" y="12"/>
                      <a:pt x="48" y="9"/>
                    </a:cubicBezTo>
                    <a:cubicBezTo>
                      <a:pt x="48" y="9"/>
                      <a:pt x="48" y="9"/>
                      <a:pt x="48" y="9"/>
                    </a:cubicBezTo>
                    <a:cubicBezTo>
                      <a:pt x="50" y="8"/>
                      <a:pt x="51" y="6"/>
                      <a:pt x="51" y="5"/>
                    </a:cubicBezTo>
                    <a:cubicBezTo>
                      <a:pt x="51" y="5"/>
                      <a:pt x="51" y="5"/>
                      <a:pt x="51" y="5"/>
                    </a:cubicBezTo>
                    <a:cubicBezTo>
                      <a:pt x="51" y="3"/>
                      <a:pt x="51" y="3"/>
                      <a:pt x="51" y="3"/>
                    </a:cubicBezTo>
                    <a:cubicBezTo>
                      <a:pt x="53" y="3"/>
                      <a:pt x="53" y="3"/>
                      <a:pt x="53" y="3"/>
                    </a:cubicBezTo>
                    <a:cubicBezTo>
                      <a:pt x="57" y="1"/>
                      <a:pt x="57" y="1"/>
                      <a:pt x="57" y="1"/>
                    </a:cubicBezTo>
                    <a:cubicBezTo>
                      <a:pt x="58" y="3"/>
                      <a:pt x="58" y="3"/>
                      <a:pt x="58" y="3"/>
                    </a:cubicBezTo>
                    <a:cubicBezTo>
                      <a:pt x="58" y="4"/>
                      <a:pt x="59" y="5"/>
                      <a:pt x="59" y="5"/>
                    </a:cubicBezTo>
                    <a:cubicBezTo>
                      <a:pt x="59" y="5"/>
                      <a:pt x="59" y="5"/>
                      <a:pt x="59" y="5"/>
                    </a:cubicBezTo>
                    <a:cubicBezTo>
                      <a:pt x="59" y="7"/>
                      <a:pt x="58" y="8"/>
                      <a:pt x="57" y="9"/>
                    </a:cubicBezTo>
                    <a:cubicBezTo>
                      <a:pt x="57" y="9"/>
                      <a:pt x="57" y="9"/>
                      <a:pt x="57" y="9"/>
                    </a:cubicBezTo>
                    <a:cubicBezTo>
                      <a:pt x="56" y="11"/>
                      <a:pt x="55" y="12"/>
                      <a:pt x="53" y="14"/>
                    </a:cubicBezTo>
                    <a:cubicBezTo>
                      <a:pt x="53" y="14"/>
                      <a:pt x="53" y="14"/>
                      <a:pt x="53" y="14"/>
                    </a:cubicBezTo>
                    <a:cubicBezTo>
                      <a:pt x="50" y="17"/>
                      <a:pt x="46" y="21"/>
                      <a:pt x="40" y="23"/>
                    </a:cubicBezTo>
                    <a:cubicBezTo>
                      <a:pt x="40" y="23"/>
                      <a:pt x="40" y="23"/>
                      <a:pt x="40" y="23"/>
                    </a:cubicBezTo>
                    <a:cubicBezTo>
                      <a:pt x="36" y="25"/>
                      <a:pt x="31" y="27"/>
                      <a:pt x="26" y="28"/>
                    </a:cubicBezTo>
                    <a:cubicBezTo>
                      <a:pt x="26" y="28"/>
                      <a:pt x="26" y="28"/>
                      <a:pt x="26" y="28"/>
                    </a:cubicBezTo>
                    <a:cubicBezTo>
                      <a:pt x="25" y="28"/>
                      <a:pt x="25" y="28"/>
                      <a:pt x="24" y="28"/>
                    </a:cubicBezTo>
                    <a:cubicBezTo>
                      <a:pt x="24" y="28"/>
                      <a:pt x="24" y="28"/>
                      <a:pt x="24" y="28"/>
                    </a:cubicBezTo>
                    <a:cubicBezTo>
                      <a:pt x="24" y="28"/>
                      <a:pt x="24" y="28"/>
                      <a:pt x="24" y="28"/>
                    </a:cubicBezTo>
                    <a:close/>
                    <a:moveTo>
                      <a:pt x="5" y="11"/>
                    </a:moveTo>
                    <a:cubicBezTo>
                      <a:pt x="6" y="11"/>
                      <a:pt x="6" y="11"/>
                      <a:pt x="6" y="11"/>
                    </a:cubicBezTo>
                    <a:cubicBezTo>
                      <a:pt x="6" y="11"/>
                      <a:pt x="6" y="11"/>
                      <a:pt x="6" y="11"/>
                    </a:cubicBezTo>
                    <a:cubicBezTo>
                      <a:pt x="6" y="11"/>
                      <a:pt x="6" y="11"/>
                      <a:pt x="6" y="11"/>
                    </a:cubicBezTo>
                    <a:cubicBezTo>
                      <a:pt x="5" y="11"/>
                      <a:pt x="5" y="11"/>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9" name="Freeform 1358"/>
              <p:cNvSpPr/>
              <p:nvPr/>
            </p:nvSpPr>
            <p:spPr bwMode="auto">
              <a:xfrm>
                <a:off x="7161214" y="7610476"/>
                <a:ext cx="14288" cy="11113"/>
              </a:xfrm>
              <a:custGeom>
                <a:avLst/>
                <a:gdLst>
                  <a:gd name="T0" fmla="*/ 1 w 9"/>
                  <a:gd name="T1" fmla="*/ 0 h 7"/>
                  <a:gd name="T2" fmla="*/ 9 w 9"/>
                  <a:gd name="T3" fmla="*/ 3 h 7"/>
                  <a:gd name="T4" fmla="*/ 8 w 9"/>
                  <a:gd name="T5" fmla="*/ 7 h 7"/>
                  <a:gd name="T6" fmla="*/ 0 w 9"/>
                  <a:gd name="T7" fmla="*/ 3 h 7"/>
                  <a:gd name="T8" fmla="*/ 1 w 9"/>
                  <a:gd name="T9" fmla="*/ 0 h 7"/>
                  <a:gd name="T10" fmla="*/ 1 w 9"/>
                  <a:gd name="T11" fmla="*/ 0 h 7"/>
                </a:gdLst>
                <a:ahLst/>
                <a:cxnLst>
                  <a:cxn ang="0">
                    <a:pos x="T0" y="T1"/>
                  </a:cxn>
                  <a:cxn ang="0">
                    <a:pos x="T2" y="T3"/>
                  </a:cxn>
                  <a:cxn ang="0">
                    <a:pos x="T4" y="T5"/>
                  </a:cxn>
                  <a:cxn ang="0">
                    <a:pos x="T6" y="T7"/>
                  </a:cxn>
                  <a:cxn ang="0">
                    <a:pos x="T8" y="T9"/>
                  </a:cxn>
                  <a:cxn ang="0">
                    <a:pos x="T10" y="T11"/>
                  </a:cxn>
                </a:cxnLst>
                <a:rect l="0" t="0" r="r" b="b"/>
                <a:pathLst>
                  <a:path w="9" h="7">
                    <a:moveTo>
                      <a:pt x="1" y="0"/>
                    </a:moveTo>
                    <a:lnTo>
                      <a:pt x="9" y="3"/>
                    </a:lnTo>
                    <a:lnTo>
                      <a:pt x="8" y="7"/>
                    </a:lnTo>
                    <a:lnTo>
                      <a:pt x="0" y="3"/>
                    </a:lnTo>
                    <a:lnTo>
                      <a:pt x="1"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0" name="Freeform 1359"/>
              <p:cNvSpPr/>
              <p:nvPr/>
            </p:nvSpPr>
            <p:spPr bwMode="auto">
              <a:xfrm>
                <a:off x="7156451" y="7605713"/>
                <a:ext cx="23813" cy="20638"/>
              </a:xfrm>
              <a:custGeom>
                <a:avLst/>
                <a:gdLst>
                  <a:gd name="T0" fmla="*/ 0 w 15"/>
                  <a:gd name="T1" fmla="*/ 7 h 13"/>
                  <a:gd name="T2" fmla="*/ 1 w 15"/>
                  <a:gd name="T3" fmla="*/ 5 h 13"/>
                  <a:gd name="T4" fmla="*/ 2 w 15"/>
                  <a:gd name="T5" fmla="*/ 2 h 13"/>
                  <a:gd name="T6" fmla="*/ 3 w 15"/>
                  <a:gd name="T7" fmla="*/ 0 h 13"/>
                  <a:gd name="T8" fmla="*/ 15 w 15"/>
                  <a:gd name="T9" fmla="*/ 5 h 13"/>
                  <a:gd name="T10" fmla="*/ 12 w 15"/>
                  <a:gd name="T11" fmla="*/ 13 h 13"/>
                  <a:gd name="T12" fmla="*/ 0 w 15"/>
                  <a:gd name="T13" fmla="*/ 7 h 13"/>
                  <a:gd name="T14" fmla="*/ 0 w 15"/>
                  <a:gd name="T15" fmla="*/ 7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0" y="7"/>
                    </a:moveTo>
                    <a:lnTo>
                      <a:pt x="1" y="5"/>
                    </a:lnTo>
                    <a:lnTo>
                      <a:pt x="2" y="2"/>
                    </a:lnTo>
                    <a:lnTo>
                      <a:pt x="3" y="0"/>
                    </a:lnTo>
                    <a:lnTo>
                      <a:pt x="15" y="5"/>
                    </a:lnTo>
                    <a:lnTo>
                      <a:pt x="12" y="13"/>
                    </a:lnTo>
                    <a:lnTo>
                      <a:pt x="0" y="7"/>
                    </a:lnTo>
                    <a:lnTo>
                      <a:pt x="0" y="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1" name="Freeform 1360"/>
              <p:cNvSpPr/>
              <p:nvPr/>
            </p:nvSpPr>
            <p:spPr bwMode="auto">
              <a:xfrm>
                <a:off x="7069139" y="7612063"/>
                <a:ext cx="12700" cy="12700"/>
              </a:xfrm>
              <a:custGeom>
                <a:avLst/>
                <a:gdLst>
                  <a:gd name="T0" fmla="*/ 4 w 8"/>
                  <a:gd name="T1" fmla="*/ 0 h 8"/>
                  <a:gd name="T2" fmla="*/ 8 w 8"/>
                  <a:gd name="T3" fmla="*/ 1 h 8"/>
                  <a:gd name="T4" fmla="*/ 3 w 8"/>
                  <a:gd name="T5" fmla="*/ 8 h 8"/>
                  <a:gd name="T6" fmla="*/ 0 w 8"/>
                  <a:gd name="T7" fmla="*/ 6 h 8"/>
                  <a:gd name="T8" fmla="*/ 4 w 8"/>
                  <a:gd name="T9" fmla="*/ 0 h 8"/>
                  <a:gd name="T10" fmla="*/ 4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4" y="0"/>
                    </a:moveTo>
                    <a:lnTo>
                      <a:pt x="8" y="1"/>
                    </a:lnTo>
                    <a:lnTo>
                      <a:pt x="3" y="8"/>
                    </a:lnTo>
                    <a:lnTo>
                      <a:pt x="0" y="6"/>
                    </a:lnTo>
                    <a:lnTo>
                      <a:pt x="4" y="0"/>
                    </a:lnTo>
                    <a:lnTo>
                      <a:pt x="4"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2" name="Freeform 1361"/>
              <p:cNvSpPr/>
              <p:nvPr/>
            </p:nvSpPr>
            <p:spPr bwMode="auto">
              <a:xfrm>
                <a:off x="7064376" y="7607301"/>
                <a:ext cx="20638" cy="22225"/>
              </a:xfrm>
              <a:custGeom>
                <a:avLst/>
                <a:gdLst>
                  <a:gd name="T0" fmla="*/ 0 w 13"/>
                  <a:gd name="T1" fmla="*/ 10 h 14"/>
                  <a:gd name="T2" fmla="*/ 6 w 13"/>
                  <a:gd name="T3" fmla="*/ 1 h 14"/>
                  <a:gd name="T4" fmla="*/ 7 w 13"/>
                  <a:gd name="T5" fmla="*/ 0 h 14"/>
                  <a:gd name="T6" fmla="*/ 13 w 13"/>
                  <a:gd name="T7" fmla="*/ 4 h 14"/>
                  <a:gd name="T8" fmla="*/ 6 w 13"/>
                  <a:gd name="T9" fmla="*/ 14 h 14"/>
                  <a:gd name="T10" fmla="*/ 0 w 13"/>
                  <a:gd name="T11" fmla="*/ 10 h 14"/>
                  <a:gd name="T12" fmla="*/ 0 w 13"/>
                  <a:gd name="T13" fmla="*/ 10 h 14"/>
                </a:gdLst>
                <a:ahLst/>
                <a:cxnLst>
                  <a:cxn ang="0">
                    <a:pos x="T0" y="T1"/>
                  </a:cxn>
                  <a:cxn ang="0">
                    <a:pos x="T2" y="T3"/>
                  </a:cxn>
                  <a:cxn ang="0">
                    <a:pos x="T4" y="T5"/>
                  </a:cxn>
                  <a:cxn ang="0">
                    <a:pos x="T6" y="T7"/>
                  </a:cxn>
                  <a:cxn ang="0">
                    <a:pos x="T8" y="T9"/>
                  </a:cxn>
                  <a:cxn ang="0">
                    <a:pos x="T10" y="T11"/>
                  </a:cxn>
                  <a:cxn ang="0">
                    <a:pos x="T12" y="T13"/>
                  </a:cxn>
                </a:cxnLst>
                <a:rect l="0" t="0" r="r" b="b"/>
                <a:pathLst>
                  <a:path w="13" h="14">
                    <a:moveTo>
                      <a:pt x="0" y="10"/>
                    </a:moveTo>
                    <a:lnTo>
                      <a:pt x="6" y="1"/>
                    </a:lnTo>
                    <a:lnTo>
                      <a:pt x="7" y="0"/>
                    </a:lnTo>
                    <a:lnTo>
                      <a:pt x="13" y="4"/>
                    </a:lnTo>
                    <a:lnTo>
                      <a:pt x="6" y="14"/>
                    </a:lnTo>
                    <a:lnTo>
                      <a:pt x="0" y="10"/>
                    </a:lnTo>
                    <a:lnTo>
                      <a:pt x="0" y="1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3" name="Freeform 1362"/>
              <p:cNvSpPr/>
              <p:nvPr/>
            </p:nvSpPr>
            <p:spPr bwMode="auto">
              <a:xfrm>
                <a:off x="7007226" y="7656513"/>
                <a:ext cx="87313" cy="68263"/>
              </a:xfrm>
              <a:custGeom>
                <a:avLst/>
                <a:gdLst>
                  <a:gd name="T0" fmla="*/ 0 w 51"/>
                  <a:gd name="T1" fmla="*/ 1 h 40"/>
                  <a:gd name="T2" fmla="*/ 3 w 51"/>
                  <a:gd name="T3" fmla="*/ 0 h 40"/>
                  <a:gd name="T4" fmla="*/ 9 w 51"/>
                  <a:gd name="T5" fmla="*/ 12 h 40"/>
                  <a:gd name="T6" fmla="*/ 9 w 51"/>
                  <a:gd name="T7" fmla="*/ 12 h 40"/>
                  <a:gd name="T8" fmla="*/ 23 w 51"/>
                  <a:gd name="T9" fmla="*/ 33 h 40"/>
                  <a:gd name="T10" fmla="*/ 23 w 51"/>
                  <a:gd name="T11" fmla="*/ 33 h 40"/>
                  <a:gd name="T12" fmla="*/ 40 w 51"/>
                  <a:gd name="T13" fmla="*/ 36 h 40"/>
                  <a:gd name="T14" fmla="*/ 40 w 51"/>
                  <a:gd name="T15" fmla="*/ 36 h 40"/>
                  <a:gd name="T16" fmla="*/ 51 w 51"/>
                  <a:gd name="T17" fmla="*/ 36 h 40"/>
                  <a:gd name="T18" fmla="*/ 51 w 51"/>
                  <a:gd name="T19" fmla="*/ 36 h 40"/>
                  <a:gd name="T20" fmla="*/ 51 w 51"/>
                  <a:gd name="T21" fmla="*/ 39 h 40"/>
                  <a:gd name="T22" fmla="*/ 22 w 51"/>
                  <a:gd name="T23" fmla="*/ 35 h 40"/>
                  <a:gd name="T24" fmla="*/ 22 w 51"/>
                  <a:gd name="T25" fmla="*/ 35 h 40"/>
                  <a:gd name="T26" fmla="*/ 6 w 51"/>
                  <a:gd name="T27" fmla="*/ 13 h 40"/>
                  <a:gd name="T28" fmla="*/ 6 w 51"/>
                  <a:gd name="T29" fmla="*/ 13 h 40"/>
                  <a:gd name="T30" fmla="*/ 0 w 51"/>
                  <a:gd name="T31"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 h="40">
                    <a:moveTo>
                      <a:pt x="0" y="1"/>
                    </a:moveTo>
                    <a:cubicBezTo>
                      <a:pt x="3" y="0"/>
                      <a:pt x="3" y="0"/>
                      <a:pt x="3" y="0"/>
                    </a:cubicBezTo>
                    <a:cubicBezTo>
                      <a:pt x="3" y="0"/>
                      <a:pt x="5" y="5"/>
                      <a:pt x="9" y="12"/>
                    </a:cubicBezTo>
                    <a:cubicBezTo>
                      <a:pt x="9" y="12"/>
                      <a:pt x="9" y="12"/>
                      <a:pt x="9" y="12"/>
                    </a:cubicBezTo>
                    <a:cubicBezTo>
                      <a:pt x="13" y="21"/>
                      <a:pt x="19" y="31"/>
                      <a:pt x="23" y="33"/>
                    </a:cubicBezTo>
                    <a:cubicBezTo>
                      <a:pt x="23" y="33"/>
                      <a:pt x="23" y="33"/>
                      <a:pt x="23" y="33"/>
                    </a:cubicBezTo>
                    <a:cubicBezTo>
                      <a:pt x="27" y="34"/>
                      <a:pt x="34" y="35"/>
                      <a:pt x="40" y="36"/>
                    </a:cubicBezTo>
                    <a:cubicBezTo>
                      <a:pt x="40" y="36"/>
                      <a:pt x="40" y="36"/>
                      <a:pt x="40" y="36"/>
                    </a:cubicBezTo>
                    <a:cubicBezTo>
                      <a:pt x="46" y="36"/>
                      <a:pt x="51" y="36"/>
                      <a:pt x="51" y="36"/>
                    </a:cubicBezTo>
                    <a:cubicBezTo>
                      <a:pt x="51" y="36"/>
                      <a:pt x="51" y="36"/>
                      <a:pt x="51" y="36"/>
                    </a:cubicBezTo>
                    <a:cubicBezTo>
                      <a:pt x="51" y="39"/>
                      <a:pt x="51" y="39"/>
                      <a:pt x="51" y="39"/>
                    </a:cubicBezTo>
                    <a:cubicBezTo>
                      <a:pt x="51" y="39"/>
                      <a:pt x="32" y="40"/>
                      <a:pt x="22" y="35"/>
                    </a:cubicBezTo>
                    <a:cubicBezTo>
                      <a:pt x="22" y="35"/>
                      <a:pt x="22" y="35"/>
                      <a:pt x="22" y="35"/>
                    </a:cubicBezTo>
                    <a:cubicBezTo>
                      <a:pt x="16" y="33"/>
                      <a:pt x="10" y="22"/>
                      <a:pt x="6" y="13"/>
                    </a:cubicBezTo>
                    <a:cubicBezTo>
                      <a:pt x="6" y="13"/>
                      <a:pt x="6" y="13"/>
                      <a:pt x="6" y="13"/>
                    </a:cubicBezTo>
                    <a:cubicBezTo>
                      <a:pt x="2" y="7"/>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4" name="Freeform 1363"/>
              <p:cNvSpPr>
                <a:spLocks noEditPoints="1"/>
              </p:cNvSpPr>
              <p:nvPr/>
            </p:nvSpPr>
            <p:spPr bwMode="auto">
              <a:xfrm>
                <a:off x="7000876" y="7650163"/>
                <a:ext cx="98425" cy="82550"/>
              </a:xfrm>
              <a:custGeom>
                <a:avLst/>
                <a:gdLst>
                  <a:gd name="T0" fmla="*/ 53 w 56"/>
                  <a:gd name="T1" fmla="*/ 44 h 47"/>
                  <a:gd name="T2" fmla="*/ 52 w 56"/>
                  <a:gd name="T3" fmla="*/ 44 h 47"/>
                  <a:gd name="T4" fmla="*/ 52 w 56"/>
                  <a:gd name="T5" fmla="*/ 44 h 47"/>
                  <a:gd name="T6" fmla="*/ 24 w 56"/>
                  <a:gd name="T7" fmla="*/ 40 h 47"/>
                  <a:gd name="T8" fmla="*/ 24 w 56"/>
                  <a:gd name="T9" fmla="*/ 40 h 47"/>
                  <a:gd name="T10" fmla="*/ 7 w 56"/>
                  <a:gd name="T11" fmla="*/ 17 h 47"/>
                  <a:gd name="T12" fmla="*/ 7 w 56"/>
                  <a:gd name="T13" fmla="*/ 17 h 47"/>
                  <a:gd name="T14" fmla="*/ 1 w 56"/>
                  <a:gd name="T15" fmla="*/ 5 h 47"/>
                  <a:gd name="T16" fmla="*/ 1 w 56"/>
                  <a:gd name="T17" fmla="*/ 5 h 47"/>
                  <a:gd name="T18" fmla="*/ 0 w 56"/>
                  <a:gd name="T19" fmla="*/ 3 h 47"/>
                  <a:gd name="T20" fmla="*/ 7 w 56"/>
                  <a:gd name="T21" fmla="*/ 0 h 47"/>
                  <a:gd name="T22" fmla="*/ 8 w 56"/>
                  <a:gd name="T23" fmla="*/ 2 h 47"/>
                  <a:gd name="T24" fmla="*/ 13 w 56"/>
                  <a:gd name="T25" fmla="*/ 14 h 47"/>
                  <a:gd name="T26" fmla="*/ 13 w 56"/>
                  <a:gd name="T27" fmla="*/ 14 h 47"/>
                  <a:gd name="T28" fmla="*/ 27 w 56"/>
                  <a:gd name="T29" fmla="*/ 34 h 47"/>
                  <a:gd name="T30" fmla="*/ 27 w 56"/>
                  <a:gd name="T31" fmla="*/ 34 h 47"/>
                  <a:gd name="T32" fmla="*/ 43 w 56"/>
                  <a:gd name="T33" fmla="*/ 37 h 47"/>
                  <a:gd name="T34" fmla="*/ 43 w 56"/>
                  <a:gd name="T35" fmla="*/ 37 h 47"/>
                  <a:gd name="T36" fmla="*/ 52 w 56"/>
                  <a:gd name="T37" fmla="*/ 37 h 47"/>
                  <a:gd name="T38" fmla="*/ 52 w 56"/>
                  <a:gd name="T39" fmla="*/ 37 h 47"/>
                  <a:gd name="T40" fmla="*/ 54 w 56"/>
                  <a:gd name="T41" fmla="*/ 37 h 47"/>
                  <a:gd name="T42" fmla="*/ 54 w 56"/>
                  <a:gd name="T43" fmla="*/ 37 h 47"/>
                  <a:gd name="T44" fmla="*/ 56 w 56"/>
                  <a:gd name="T45" fmla="*/ 37 h 47"/>
                  <a:gd name="T46" fmla="*/ 56 w 56"/>
                  <a:gd name="T47" fmla="*/ 47 h 47"/>
                  <a:gd name="T48" fmla="*/ 53 w 56"/>
                  <a:gd name="T49" fmla="*/ 44 h 47"/>
                  <a:gd name="T50" fmla="*/ 4 w 56"/>
                  <a:gd name="T51" fmla="*/ 6 h 47"/>
                  <a:gd name="T52" fmla="*/ 3 w 56"/>
                  <a:gd name="T53" fmla="*/ 4 h 47"/>
                  <a:gd name="T54" fmla="*/ 3 w 56"/>
                  <a:gd name="T55" fmla="*/ 4 h 47"/>
                  <a:gd name="T56" fmla="*/ 3 w 56"/>
                  <a:gd name="T57" fmla="*/ 4 h 47"/>
                  <a:gd name="T58" fmla="*/ 4 w 56"/>
                  <a:gd name="T59" fmla="*/ 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6" h="47">
                    <a:moveTo>
                      <a:pt x="53" y="44"/>
                    </a:moveTo>
                    <a:cubicBezTo>
                      <a:pt x="53" y="44"/>
                      <a:pt x="52" y="44"/>
                      <a:pt x="52" y="44"/>
                    </a:cubicBezTo>
                    <a:cubicBezTo>
                      <a:pt x="52" y="44"/>
                      <a:pt x="52" y="44"/>
                      <a:pt x="52" y="44"/>
                    </a:cubicBezTo>
                    <a:cubicBezTo>
                      <a:pt x="46" y="44"/>
                      <a:pt x="33" y="44"/>
                      <a:pt x="24" y="40"/>
                    </a:cubicBezTo>
                    <a:cubicBezTo>
                      <a:pt x="24" y="40"/>
                      <a:pt x="24" y="40"/>
                      <a:pt x="24" y="40"/>
                    </a:cubicBezTo>
                    <a:cubicBezTo>
                      <a:pt x="17" y="37"/>
                      <a:pt x="11" y="26"/>
                      <a:pt x="7" y="17"/>
                    </a:cubicBezTo>
                    <a:cubicBezTo>
                      <a:pt x="7" y="17"/>
                      <a:pt x="7" y="17"/>
                      <a:pt x="7" y="17"/>
                    </a:cubicBezTo>
                    <a:cubicBezTo>
                      <a:pt x="4" y="11"/>
                      <a:pt x="2" y="5"/>
                      <a:pt x="1" y="5"/>
                    </a:cubicBezTo>
                    <a:cubicBezTo>
                      <a:pt x="1" y="5"/>
                      <a:pt x="1" y="5"/>
                      <a:pt x="1" y="5"/>
                    </a:cubicBezTo>
                    <a:cubicBezTo>
                      <a:pt x="0" y="3"/>
                      <a:pt x="0" y="3"/>
                      <a:pt x="0" y="3"/>
                    </a:cubicBezTo>
                    <a:cubicBezTo>
                      <a:pt x="7" y="0"/>
                      <a:pt x="7" y="0"/>
                      <a:pt x="7" y="0"/>
                    </a:cubicBezTo>
                    <a:cubicBezTo>
                      <a:pt x="8" y="2"/>
                      <a:pt x="8" y="2"/>
                      <a:pt x="8" y="2"/>
                    </a:cubicBezTo>
                    <a:cubicBezTo>
                      <a:pt x="8" y="2"/>
                      <a:pt x="10" y="8"/>
                      <a:pt x="13" y="14"/>
                    </a:cubicBezTo>
                    <a:cubicBezTo>
                      <a:pt x="13" y="14"/>
                      <a:pt x="13" y="14"/>
                      <a:pt x="13" y="14"/>
                    </a:cubicBezTo>
                    <a:cubicBezTo>
                      <a:pt x="17" y="23"/>
                      <a:pt x="24" y="33"/>
                      <a:pt x="27" y="34"/>
                    </a:cubicBezTo>
                    <a:cubicBezTo>
                      <a:pt x="27" y="34"/>
                      <a:pt x="27" y="34"/>
                      <a:pt x="27" y="34"/>
                    </a:cubicBezTo>
                    <a:cubicBezTo>
                      <a:pt x="31" y="35"/>
                      <a:pt x="38" y="36"/>
                      <a:pt x="43" y="37"/>
                    </a:cubicBezTo>
                    <a:cubicBezTo>
                      <a:pt x="43" y="37"/>
                      <a:pt x="43" y="37"/>
                      <a:pt x="43" y="37"/>
                    </a:cubicBezTo>
                    <a:cubicBezTo>
                      <a:pt x="47" y="37"/>
                      <a:pt x="50" y="37"/>
                      <a:pt x="52" y="37"/>
                    </a:cubicBezTo>
                    <a:cubicBezTo>
                      <a:pt x="52" y="37"/>
                      <a:pt x="52" y="37"/>
                      <a:pt x="52" y="37"/>
                    </a:cubicBezTo>
                    <a:cubicBezTo>
                      <a:pt x="53" y="37"/>
                      <a:pt x="54" y="37"/>
                      <a:pt x="54" y="37"/>
                    </a:cubicBezTo>
                    <a:cubicBezTo>
                      <a:pt x="54" y="37"/>
                      <a:pt x="54" y="37"/>
                      <a:pt x="54" y="37"/>
                    </a:cubicBezTo>
                    <a:cubicBezTo>
                      <a:pt x="56" y="37"/>
                      <a:pt x="56" y="37"/>
                      <a:pt x="56" y="37"/>
                    </a:cubicBezTo>
                    <a:cubicBezTo>
                      <a:pt x="56" y="47"/>
                      <a:pt x="56" y="47"/>
                      <a:pt x="56" y="47"/>
                    </a:cubicBezTo>
                    <a:cubicBezTo>
                      <a:pt x="53" y="44"/>
                      <a:pt x="53" y="44"/>
                      <a:pt x="53" y="44"/>
                    </a:cubicBezTo>
                    <a:close/>
                    <a:moveTo>
                      <a:pt x="4" y="6"/>
                    </a:moveTo>
                    <a:cubicBezTo>
                      <a:pt x="3" y="4"/>
                      <a:pt x="3" y="4"/>
                      <a:pt x="3" y="4"/>
                    </a:cubicBezTo>
                    <a:cubicBezTo>
                      <a:pt x="3" y="4"/>
                      <a:pt x="3" y="4"/>
                      <a:pt x="3" y="4"/>
                    </a:cubicBezTo>
                    <a:cubicBezTo>
                      <a:pt x="3" y="4"/>
                      <a:pt x="3" y="4"/>
                      <a:pt x="3" y="4"/>
                    </a:cubicBezTo>
                    <a:cubicBezTo>
                      <a:pt x="4" y="6"/>
                      <a:pt x="4" y="6"/>
                      <a:pt x="4"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5" name="Freeform 1364"/>
              <p:cNvSpPr>
                <a:spLocks noEditPoints="1"/>
              </p:cNvSpPr>
              <p:nvPr/>
            </p:nvSpPr>
            <p:spPr bwMode="auto">
              <a:xfrm>
                <a:off x="7165976" y="7651751"/>
                <a:ext cx="100013" cy="65088"/>
              </a:xfrm>
              <a:custGeom>
                <a:avLst/>
                <a:gdLst>
                  <a:gd name="T0" fmla="*/ 0 w 57"/>
                  <a:gd name="T1" fmla="*/ 34 h 37"/>
                  <a:gd name="T2" fmla="*/ 36 w 57"/>
                  <a:gd name="T3" fmla="*/ 24 h 37"/>
                  <a:gd name="T4" fmla="*/ 36 w 57"/>
                  <a:gd name="T5" fmla="*/ 24 h 37"/>
                  <a:gd name="T6" fmla="*/ 37 w 57"/>
                  <a:gd name="T7" fmla="*/ 24 h 37"/>
                  <a:gd name="T8" fmla="*/ 37 w 57"/>
                  <a:gd name="T9" fmla="*/ 24 h 37"/>
                  <a:gd name="T10" fmla="*/ 50 w 57"/>
                  <a:gd name="T11" fmla="*/ 9 h 37"/>
                  <a:gd name="T12" fmla="*/ 50 w 57"/>
                  <a:gd name="T13" fmla="*/ 9 h 37"/>
                  <a:gd name="T14" fmla="*/ 54 w 57"/>
                  <a:gd name="T15" fmla="*/ 0 h 37"/>
                  <a:gd name="T16" fmla="*/ 54 w 57"/>
                  <a:gd name="T17" fmla="*/ 0 h 37"/>
                  <a:gd name="T18" fmla="*/ 57 w 57"/>
                  <a:gd name="T19" fmla="*/ 0 h 37"/>
                  <a:gd name="T20" fmla="*/ 38 w 57"/>
                  <a:gd name="T21" fmla="*/ 26 h 37"/>
                  <a:gd name="T22" fmla="*/ 38 w 57"/>
                  <a:gd name="T23" fmla="*/ 26 h 37"/>
                  <a:gd name="T24" fmla="*/ 37 w 57"/>
                  <a:gd name="T25" fmla="*/ 27 h 37"/>
                  <a:gd name="T26" fmla="*/ 37 w 57"/>
                  <a:gd name="T27" fmla="*/ 27 h 37"/>
                  <a:gd name="T28" fmla="*/ 0 w 57"/>
                  <a:gd name="T29" fmla="*/ 37 h 37"/>
                  <a:gd name="T30" fmla="*/ 0 w 57"/>
                  <a:gd name="T31" fmla="*/ 37 h 37"/>
                  <a:gd name="T32" fmla="*/ 0 w 57"/>
                  <a:gd name="T33" fmla="*/ 34 h 37"/>
                  <a:gd name="T34" fmla="*/ 54 w 57"/>
                  <a:gd name="T35" fmla="*/ 0 h 37"/>
                  <a:gd name="T36" fmla="*/ 54 w 57"/>
                  <a:gd name="T37" fmla="*/ 0 h 37"/>
                  <a:gd name="T38" fmla="*/ 54 w 57"/>
                  <a:gd name="T39" fmla="*/ 0 h 37"/>
                  <a:gd name="T40" fmla="*/ 54 w 57"/>
                  <a:gd name="T41" fmla="*/ 0 h 37"/>
                  <a:gd name="T42" fmla="*/ 54 w 57"/>
                  <a:gd name="T4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37">
                    <a:moveTo>
                      <a:pt x="0" y="34"/>
                    </a:moveTo>
                    <a:cubicBezTo>
                      <a:pt x="0" y="34"/>
                      <a:pt x="21" y="31"/>
                      <a:pt x="36" y="24"/>
                    </a:cubicBezTo>
                    <a:cubicBezTo>
                      <a:pt x="36" y="24"/>
                      <a:pt x="36" y="24"/>
                      <a:pt x="36" y="24"/>
                    </a:cubicBezTo>
                    <a:cubicBezTo>
                      <a:pt x="36" y="24"/>
                      <a:pt x="36" y="24"/>
                      <a:pt x="37" y="24"/>
                    </a:cubicBezTo>
                    <a:cubicBezTo>
                      <a:pt x="37" y="24"/>
                      <a:pt x="37" y="24"/>
                      <a:pt x="37" y="24"/>
                    </a:cubicBezTo>
                    <a:cubicBezTo>
                      <a:pt x="43" y="20"/>
                      <a:pt x="48" y="14"/>
                      <a:pt x="50" y="9"/>
                    </a:cubicBezTo>
                    <a:cubicBezTo>
                      <a:pt x="50" y="9"/>
                      <a:pt x="50" y="9"/>
                      <a:pt x="50" y="9"/>
                    </a:cubicBezTo>
                    <a:cubicBezTo>
                      <a:pt x="53" y="4"/>
                      <a:pt x="54" y="0"/>
                      <a:pt x="54" y="0"/>
                    </a:cubicBezTo>
                    <a:cubicBezTo>
                      <a:pt x="54" y="0"/>
                      <a:pt x="54" y="0"/>
                      <a:pt x="54" y="0"/>
                    </a:cubicBezTo>
                    <a:cubicBezTo>
                      <a:pt x="57" y="0"/>
                      <a:pt x="57" y="0"/>
                      <a:pt x="57" y="0"/>
                    </a:cubicBezTo>
                    <a:cubicBezTo>
                      <a:pt x="56" y="0"/>
                      <a:pt x="53" y="19"/>
                      <a:pt x="38" y="26"/>
                    </a:cubicBezTo>
                    <a:cubicBezTo>
                      <a:pt x="38" y="26"/>
                      <a:pt x="38" y="26"/>
                      <a:pt x="38" y="26"/>
                    </a:cubicBezTo>
                    <a:cubicBezTo>
                      <a:pt x="38" y="27"/>
                      <a:pt x="37" y="27"/>
                      <a:pt x="37" y="27"/>
                    </a:cubicBezTo>
                    <a:cubicBezTo>
                      <a:pt x="37" y="27"/>
                      <a:pt x="37" y="27"/>
                      <a:pt x="37" y="27"/>
                    </a:cubicBezTo>
                    <a:cubicBezTo>
                      <a:pt x="22" y="34"/>
                      <a:pt x="0" y="37"/>
                      <a:pt x="0" y="37"/>
                    </a:cubicBezTo>
                    <a:cubicBezTo>
                      <a:pt x="0" y="37"/>
                      <a:pt x="0" y="37"/>
                      <a:pt x="0" y="37"/>
                    </a:cubicBezTo>
                    <a:cubicBezTo>
                      <a:pt x="0" y="34"/>
                      <a:pt x="0" y="34"/>
                      <a:pt x="0" y="34"/>
                    </a:cubicBezTo>
                    <a:close/>
                    <a:moveTo>
                      <a:pt x="54" y="0"/>
                    </a:moveTo>
                    <a:cubicBezTo>
                      <a:pt x="54" y="0"/>
                      <a:pt x="54" y="0"/>
                      <a:pt x="54" y="0"/>
                    </a:cubicBezTo>
                    <a:cubicBezTo>
                      <a:pt x="54" y="0"/>
                      <a:pt x="54" y="0"/>
                      <a:pt x="54" y="0"/>
                    </a:cubicBezTo>
                    <a:cubicBezTo>
                      <a:pt x="54" y="0"/>
                      <a:pt x="54" y="0"/>
                      <a:pt x="54" y="0"/>
                    </a:cubicBezTo>
                    <a:cubicBezTo>
                      <a:pt x="54" y="0"/>
                      <a:pt x="54" y="0"/>
                      <a:pt x="5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6" name="Freeform 1365"/>
              <p:cNvSpPr/>
              <p:nvPr/>
            </p:nvSpPr>
            <p:spPr bwMode="auto">
              <a:xfrm>
                <a:off x="7162801" y="7646988"/>
                <a:ext cx="107950" cy="73025"/>
              </a:xfrm>
              <a:custGeom>
                <a:avLst/>
                <a:gdLst>
                  <a:gd name="T0" fmla="*/ 0 w 62"/>
                  <a:gd name="T1" fmla="*/ 40 h 42"/>
                  <a:gd name="T2" fmla="*/ 0 w 62"/>
                  <a:gd name="T3" fmla="*/ 37 h 42"/>
                  <a:gd name="T4" fmla="*/ 2 w 62"/>
                  <a:gd name="T5" fmla="*/ 37 h 42"/>
                  <a:gd name="T6" fmla="*/ 0 w 62"/>
                  <a:gd name="T7" fmla="*/ 37 h 42"/>
                  <a:gd name="T8" fmla="*/ 0 w 62"/>
                  <a:gd name="T9" fmla="*/ 36 h 42"/>
                  <a:gd name="T10" fmla="*/ 0 w 62"/>
                  <a:gd name="T11" fmla="*/ 35 h 42"/>
                  <a:gd name="T12" fmla="*/ 1 w 62"/>
                  <a:gd name="T13" fmla="*/ 35 h 42"/>
                  <a:gd name="T14" fmla="*/ 1 w 62"/>
                  <a:gd name="T15" fmla="*/ 35 h 42"/>
                  <a:gd name="T16" fmla="*/ 1 w 62"/>
                  <a:gd name="T17" fmla="*/ 35 h 42"/>
                  <a:gd name="T18" fmla="*/ 1 w 62"/>
                  <a:gd name="T19" fmla="*/ 35 h 42"/>
                  <a:gd name="T20" fmla="*/ 1 w 62"/>
                  <a:gd name="T21" fmla="*/ 35 h 42"/>
                  <a:gd name="T22" fmla="*/ 1 w 62"/>
                  <a:gd name="T23" fmla="*/ 35 h 42"/>
                  <a:gd name="T24" fmla="*/ 1 w 62"/>
                  <a:gd name="T25" fmla="*/ 35 h 42"/>
                  <a:gd name="T26" fmla="*/ 1 w 62"/>
                  <a:gd name="T27" fmla="*/ 35 h 42"/>
                  <a:gd name="T28" fmla="*/ 2 w 62"/>
                  <a:gd name="T29" fmla="*/ 35 h 42"/>
                  <a:gd name="T30" fmla="*/ 2 w 62"/>
                  <a:gd name="T31" fmla="*/ 35 h 42"/>
                  <a:gd name="T32" fmla="*/ 2 w 62"/>
                  <a:gd name="T33" fmla="*/ 34 h 42"/>
                  <a:gd name="T34" fmla="*/ 2 w 62"/>
                  <a:gd name="T35" fmla="*/ 34 h 42"/>
                  <a:gd name="T36" fmla="*/ 5 w 62"/>
                  <a:gd name="T37" fmla="*/ 34 h 42"/>
                  <a:gd name="T38" fmla="*/ 5 w 62"/>
                  <a:gd name="T39" fmla="*/ 34 h 42"/>
                  <a:gd name="T40" fmla="*/ 14 w 62"/>
                  <a:gd name="T41" fmla="*/ 32 h 42"/>
                  <a:gd name="T42" fmla="*/ 14 w 62"/>
                  <a:gd name="T43" fmla="*/ 32 h 42"/>
                  <a:gd name="T44" fmla="*/ 37 w 62"/>
                  <a:gd name="T45" fmla="*/ 25 h 42"/>
                  <a:gd name="T46" fmla="*/ 37 w 62"/>
                  <a:gd name="T47" fmla="*/ 25 h 42"/>
                  <a:gd name="T48" fmla="*/ 38 w 62"/>
                  <a:gd name="T49" fmla="*/ 25 h 42"/>
                  <a:gd name="T50" fmla="*/ 38 w 62"/>
                  <a:gd name="T51" fmla="*/ 25 h 42"/>
                  <a:gd name="T52" fmla="*/ 50 w 62"/>
                  <a:gd name="T53" fmla="*/ 11 h 42"/>
                  <a:gd name="T54" fmla="*/ 50 w 62"/>
                  <a:gd name="T55" fmla="*/ 11 h 42"/>
                  <a:gd name="T56" fmla="*/ 54 w 62"/>
                  <a:gd name="T57" fmla="*/ 2 h 42"/>
                  <a:gd name="T58" fmla="*/ 54 w 62"/>
                  <a:gd name="T59" fmla="*/ 2 h 42"/>
                  <a:gd name="T60" fmla="*/ 54 w 62"/>
                  <a:gd name="T61" fmla="*/ 0 h 42"/>
                  <a:gd name="T62" fmla="*/ 62 w 62"/>
                  <a:gd name="T63" fmla="*/ 2 h 42"/>
                  <a:gd name="T64" fmla="*/ 60 w 62"/>
                  <a:gd name="T65" fmla="*/ 4 h 42"/>
                  <a:gd name="T66" fmla="*/ 60 w 62"/>
                  <a:gd name="T67" fmla="*/ 5 h 42"/>
                  <a:gd name="T68" fmla="*/ 60 w 62"/>
                  <a:gd name="T69" fmla="*/ 5 h 42"/>
                  <a:gd name="T70" fmla="*/ 60 w 62"/>
                  <a:gd name="T71" fmla="*/ 7 h 42"/>
                  <a:gd name="T72" fmla="*/ 60 w 62"/>
                  <a:gd name="T73" fmla="*/ 7 h 42"/>
                  <a:gd name="T74" fmla="*/ 57 w 62"/>
                  <a:gd name="T75" fmla="*/ 14 h 42"/>
                  <a:gd name="T76" fmla="*/ 57 w 62"/>
                  <a:gd name="T77" fmla="*/ 14 h 42"/>
                  <a:gd name="T78" fmla="*/ 41 w 62"/>
                  <a:gd name="T79" fmla="*/ 31 h 42"/>
                  <a:gd name="T80" fmla="*/ 41 w 62"/>
                  <a:gd name="T81" fmla="*/ 31 h 42"/>
                  <a:gd name="T82" fmla="*/ 40 w 62"/>
                  <a:gd name="T83" fmla="*/ 32 h 42"/>
                  <a:gd name="T84" fmla="*/ 40 w 62"/>
                  <a:gd name="T85" fmla="*/ 32 h 42"/>
                  <a:gd name="T86" fmla="*/ 3 w 62"/>
                  <a:gd name="T87" fmla="*/ 42 h 42"/>
                  <a:gd name="T88" fmla="*/ 3 w 62"/>
                  <a:gd name="T89" fmla="*/ 42 h 42"/>
                  <a:gd name="T90" fmla="*/ 0 w 62"/>
                  <a:gd name="T91" fmla="*/ 42 h 42"/>
                  <a:gd name="T92" fmla="*/ 0 w 62"/>
                  <a:gd name="T93"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2" h="42">
                    <a:moveTo>
                      <a:pt x="0" y="40"/>
                    </a:moveTo>
                    <a:cubicBezTo>
                      <a:pt x="0" y="37"/>
                      <a:pt x="0" y="37"/>
                      <a:pt x="0" y="37"/>
                    </a:cubicBezTo>
                    <a:cubicBezTo>
                      <a:pt x="2" y="37"/>
                      <a:pt x="2" y="37"/>
                      <a:pt x="2" y="37"/>
                    </a:cubicBezTo>
                    <a:cubicBezTo>
                      <a:pt x="0" y="37"/>
                      <a:pt x="0" y="37"/>
                      <a:pt x="0" y="37"/>
                    </a:cubicBezTo>
                    <a:cubicBezTo>
                      <a:pt x="0" y="36"/>
                      <a:pt x="0" y="36"/>
                      <a:pt x="0" y="36"/>
                    </a:cubicBezTo>
                    <a:cubicBezTo>
                      <a:pt x="0" y="35"/>
                      <a:pt x="0" y="35"/>
                      <a:pt x="0"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2" y="35"/>
                      <a:pt x="2" y="35"/>
                      <a:pt x="2" y="35"/>
                    </a:cubicBezTo>
                    <a:cubicBezTo>
                      <a:pt x="2" y="35"/>
                      <a:pt x="2" y="35"/>
                      <a:pt x="2" y="35"/>
                    </a:cubicBezTo>
                    <a:cubicBezTo>
                      <a:pt x="2" y="35"/>
                      <a:pt x="2" y="35"/>
                      <a:pt x="2" y="34"/>
                    </a:cubicBezTo>
                    <a:cubicBezTo>
                      <a:pt x="2" y="34"/>
                      <a:pt x="2" y="34"/>
                      <a:pt x="2" y="34"/>
                    </a:cubicBezTo>
                    <a:cubicBezTo>
                      <a:pt x="3" y="34"/>
                      <a:pt x="4" y="34"/>
                      <a:pt x="5" y="34"/>
                    </a:cubicBezTo>
                    <a:cubicBezTo>
                      <a:pt x="5" y="34"/>
                      <a:pt x="5" y="34"/>
                      <a:pt x="5" y="34"/>
                    </a:cubicBezTo>
                    <a:cubicBezTo>
                      <a:pt x="7" y="34"/>
                      <a:pt x="10" y="33"/>
                      <a:pt x="14" y="32"/>
                    </a:cubicBezTo>
                    <a:cubicBezTo>
                      <a:pt x="14" y="32"/>
                      <a:pt x="14" y="32"/>
                      <a:pt x="14" y="32"/>
                    </a:cubicBezTo>
                    <a:cubicBezTo>
                      <a:pt x="21" y="31"/>
                      <a:pt x="30" y="28"/>
                      <a:pt x="37" y="25"/>
                    </a:cubicBezTo>
                    <a:cubicBezTo>
                      <a:pt x="37" y="25"/>
                      <a:pt x="37" y="25"/>
                      <a:pt x="37" y="25"/>
                    </a:cubicBezTo>
                    <a:cubicBezTo>
                      <a:pt x="37" y="25"/>
                      <a:pt x="37" y="25"/>
                      <a:pt x="38" y="25"/>
                    </a:cubicBezTo>
                    <a:cubicBezTo>
                      <a:pt x="38" y="25"/>
                      <a:pt x="38" y="25"/>
                      <a:pt x="38" y="25"/>
                    </a:cubicBezTo>
                    <a:cubicBezTo>
                      <a:pt x="44" y="22"/>
                      <a:pt x="48" y="16"/>
                      <a:pt x="50" y="11"/>
                    </a:cubicBezTo>
                    <a:cubicBezTo>
                      <a:pt x="50" y="11"/>
                      <a:pt x="50" y="11"/>
                      <a:pt x="50" y="11"/>
                    </a:cubicBezTo>
                    <a:cubicBezTo>
                      <a:pt x="53" y="6"/>
                      <a:pt x="54" y="2"/>
                      <a:pt x="54" y="2"/>
                    </a:cubicBezTo>
                    <a:cubicBezTo>
                      <a:pt x="54" y="2"/>
                      <a:pt x="54" y="2"/>
                      <a:pt x="54" y="2"/>
                    </a:cubicBezTo>
                    <a:cubicBezTo>
                      <a:pt x="54" y="0"/>
                      <a:pt x="54" y="0"/>
                      <a:pt x="54" y="0"/>
                    </a:cubicBezTo>
                    <a:cubicBezTo>
                      <a:pt x="62" y="2"/>
                      <a:pt x="62" y="2"/>
                      <a:pt x="62" y="2"/>
                    </a:cubicBezTo>
                    <a:cubicBezTo>
                      <a:pt x="60" y="4"/>
                      <a:pt x="60" y="4"/>
                      <a:pt x="60" y="4"/>
                    </a:cubicBezTo>
                    <a:cubicBezTo>
                      <a:pt x="60" y="4"/>
                      <a:pt x="60" y="4"/>
                      <a:pt x="60" y="5"/>
                    </a:cubicBezTo>
                    <a:cubicBezTo>
                      <a:pt x="60" y="5"/>
                      <a:pt x="60" y="5"/>
                      <a:pt x="60" y="5"/>
                    </a:cubicBezTo>
                    <a:cubicBezTo>
                      <a:pt x="60" y="5"/>
                      <a:pt x="60" y="6"/>
                      <a:pt x="60" y="7"/>
                    </a:cubicBezTo>
                    <a:cubicBezTo>
                      <a:pt x="60" y="7"/>
                      <a:pt x="60" y="7"/>
                      <a:pt x="60" y="7"/>
                    </a:cubicBezTo>
                    <a:cubicBezTo>
                      <a:pt x="59" y="9"/>
                      <a:pt x="58" y="12"/>
                      <a:pt x="57" y="14"/>
                    </a:cubicBezTo>
                    <a:cubicBezTo>
                      <a:pt x="57" y="14"/>
                      <a:pt x="57" y="14"/>
                      <a:pt x="57" y="14"/>
                    </a:cubicBezTo>
                    <a:cubicBezTo>
                      <a:pt x="54" y="20"/>
                      <a:pt x="49" y="27"/>
                      <a:pt x="41" y="31"/>
                    </a:cubicBezTo>
                    <a:cubicBezTo>
                      <a:pt x="41" y="31"/>
                      <a:pt x="41" y="31"/>
                      <a:pt x="41" y="31"/>
                    </a:cubicBezTo>
                    <a:cubicBezTo>
                      <a:pt x="40" y="31"/>
                      <a:pt x="40" y="31"/>
                      <a:pt x="40" y="32"/>
                    </a:cubicBezTo>
                    <a:cubicBezTo>
                      <a:pt x="40" y="32"/>
                      <a:pt x="40" y="32"/>
                      <a:pt x="40" y="32"/>
                    </a:cubicBezTo>
                    <a:cubicBezTo>
                      <a:pt x="25" y="38"/>
                      <a:pt x="5" y="41"/>
                      <a:pt x="3" y="42"/>
                    </a:cubicBezTo>
                    <a:cubicBezTo>
                      <a:pt x="3" y="42"/>
                      <a:pt x="3" y="42"/>
                      <a:pt x="3" y="42"/>
                    </a:cubicBezTo>
                    <a:cubicBezTo>
                      <a:pt x="0" y="42"/>
                      <a:pt x="0" y="42"/>
                      <a:pt x="0" y="42"/>
                    </a:cubicBezTo>
                    <a:cubicBezTo>
                      <a:pt x="0" y="40"/>
                      <a:pt x="0" y="40"/>
                      <a:pt x="0"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7" name="Freeform 1366"/>
              <p:cNvSpPr/>
              <p:nvPr/>
            </p:nvSpPr>
            <p:spPr bwMode="auto">
              <a:xfrm>
                <a:off x="7065964" y="7685088"/>
                <a:ext cx="128588" cy="176213"/>
              </a:xfrm>
              <a:custGeom>
                <a:avLst/>
                <a:gdLst>
                  <a:gd name="T0" fmla="*/ 7 w 74"/>
                  <a:gd name="T1" fmla="*/ 69 h 101"/>
                  <a:gd name="T2" fmla="*/ 31 w 74"/>
                  <a:gd name="T3" fmla="*/ 6 h 101"/>
                  <a:gd name="T4" fmla="*/ 31 w 74"/>
                  <a:gd name="T5" fmla="*/ 6 h 101"/>
                  <a:gd name="T6" fmla="*/ 66 w 74"/>
                  <a:gd name="T7" fmla="*/ 24 h 101"/>
                  <a:gd name="T8" fmla="*/ 66 w 74"/>
                  <a:gd name="T9" fmla="*/ 24 h 101"/>
                  <a:gd name="T10" fmla="*/ 70 w 74"/>
                  <a:gd name="T11" fmla="*/ 38 h 101"/>
                  <a:gd name="T12" fmla="*/ 70 w 74"/>
                  <a:gd name="T13" fmla="*/ 38 h 101"/>
                  <a:gd name="T14" fmla="*/ 44 w 74"/>
                  <a:gd name="T15" fmla="*/ 95 h 101"/>
                  <a:gd name="T16" fmla="*/ 44 w 74"/>
                  <a:gd name="T17" fmla="*/ 95 h 101"/>
                  <a:gd name="T18" fmla="*/ 43 w 74"/>
                  <a:gd name="T19" fmla="*/ 94 h 101"/>
                  <a:gd name="T20" fmla="*/ 41 w 74"/>
                  <a:gd name="T21" fmla="*/ 93 h 101"/>
                  <a:gd name="T22" fmla="*/ 67 w 74"/>
                  <a:gd name="T23" fmla="*/ 39 h 101"/>
                  <a:gd name="T24" fmla="*/ 67 w 74"/>
                  <a:gd name="T25" fmla="*/ 39 h 101"/>
                  <a:gd name="T26" fmla="*/ 63 w 74"/>
                  <a:gd name="T27" fmla="*/ 25 h 101"/>
                  <a:gd name="T28" fmla="*/ 63 w 74"/>
                  <a:gd name="T29" fmla="*/ 25 h 101"/>
                  <a:gd name="T30" fmla="*/ 32 w 74"/>
                  <a:gd name="T31" fmla="*/ 9 h 101"/>
                  <a:gd name="T32" fmla="*/ 32 w 74"/>
                  <a:gd name="T33" fmla="*/ 9 h 101"/>
                  <a:gd name="T34" fmla="*/ 10 w 74"/>
                  <a:gd name="T35" fmla="*/ 68 h 101"/>
                  <a:gd name="T36" fmla="*/ 10 w 74"/>
                  <a:gd name="T37" fmla="*/ 68 h 101"/>
                  <a:gd name="T38" fmla="*/ 14 w 74"/>
                  <a:gd name="T39" fmla="*/ 79 h 101"/>
                  <a:gd name="T40" fmla="*/ 14 w 74"/>
                  <a:gd name="T41" fmla="*/ 79 h 101"/>
                  <a:gd name="T42" fmla="*/ 25 w 74"/>
                  <a:gd name="T43" fmla="*/ 94 h 101"/>
                  <a:gd name="T44" fmla="*/ 25 w 74"/>
                  <a:gd name="T45" fmla="*/ 94 h 101"/>
                  <a:gd name="T46" fmla="*/ 38 w 74"/>
                  <a:gd name="T47" fmla="*/ 95 h 101"/>
                  <a:gd name="T48" fmla="*/ 38 w 74"/>
                  <a:gd name="T49" fmla="*/ 95 h 101"/>
                  <a:gd name="T50" fmla="*/ 41 w 74"/>
                  <a:gd name="T51" fmla="*/ 93 h 101"/>
                  <a:gd name="T52" fmla="*/ 41 w 74"/>
                  <a:gd name="T53" fmla="*/ 93 h 101"/>
                  <a:gd name="T54" fmla="*/ 43 w 74"/>
                  <a:gd name="T55" fmla="*/ 94 h 101"/>
                  <a:gd name="T56" fmla="*/ 44 w 74"/>
                  <a:gd name="T57" fmla="*/ 95 h 101"/>
                  <a:gd name="T58" fmla="*/ 39 w 74"/>
                  <a:gd name="T59" fmla="*/ 98 h 101"/>
                  <a:gd name="T60" fmla="*/ 39 w 74"/>
                  <a:gd name="T61" fmla="*/ 98 h 101"/>
                  <a:gd name="T62" fmla="*/ 24 w 74"/>
                  <a:gd name="T63" fmla="*/ 96 h 101"/>
                  <a:gd name="T64" fmla="*/ 24 w 74"/>
                  <a:gd name="T65" fmla="*/ 96 h 101"/>
                  <a:gd name="T66" fmla="*/ 12 w 74"/>
                  <a:gd name="T67" fmla="*/ 80 h 101"/>
                  <a:gd name="T68" fmla="*/ 12 w 74"/>
                  <a:gd name="T69" fmla="*/ 80 h 101"/>
                  <a:gd name="T70" fmla="*/ 7 w 74"/>
                  <a:gd name="T71" fmla="*/ 6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 h="101">
                    <a:moveTo>
                      <a:pt x="7" y="69"/>
                    </a:moveTo>
                    <a:cubicBezTo>
                      <a:pt x="0" y="47"/>
                      <a:pt x="13" y="15"/>
                      <a:pt x="31" y="6"/>
                    </a:cubicBezTo>
                    <a:cubicBezTo>
                      <a:pt x="31" y="6"/>
                      <a:pt x="31" y="6"/>
                      <a:pt x="31" y="6"/>
                    </a:cubicBezTo>
                    <a:cubicBezTo>
                      <a:pt x="45" y="0"/>
                      <a:pt x="59" y="9"/>
                      <a:pt x="66" y="24"/>
                    </a:cubicBezTo>
                    <a:cubicBezTo>
                      <a:pt x="66" y="24"/>
                      <a:pt x="66" y="24"/>
                      <a:pt x="66" y="24"/>
                    </a:cubicBezTo>
                    <a:cubicBezTo>
                      <a:pt x="68" y="28"/>
                      <a:pt x="70" y="33"/>
                      <a:pt x="70" y="38"/>
                    </a:cubicBezTo>
                    <a:cubicBezTo>
                      <a:pt x="70" y="38"/>
                      <a:pt x="70" y="38"/>
                      <a:pt x="70" y="38"/>
                    </a:cubicBezTo>
                    <a:cubicBezTo>
                      <a:pt x="74" y="61"/>
                      <a:pt x="63" y="78"/>
                      <a:pt x="44" y="95"/>
                    </a:cubicBezTo>
                    <a:cubicBezTo>
                      <a:pt x="44" y="95"/>
                      <a:pt x="44" y="95"/>
                      <a:pt x="44" y="95"/>
                    </a:cubicBezTo>
                    <a:cubicBezTo>
                      <a:pt x="43" y="94"/>
                      <a:pt x="43" y="94"/>
                      <a:pt x="43" y="94"/>
                    </a:cubicBezTo>
                    <a:cubicBezTo>
                      <a:pt x="41" y="93"/>
                      <a:pt x="41" y="93"/>
                      <a:pt x="41" y="93"/>
                    </a:cubicBezTo>
                    <a:cubicBezTo>
                      <a:pt x="61" y="75"/>
                      <a:pt x="71" y="60"/>
                      <a:pt x="67" y="39"/>
                    </a:cubicBezTo>
                    <a:cubicBezTo>
                      <a:pt x="67" y="39"/>
                      <a:pt x="67" y="39"/>
                      <a:pt x="67" y="39"/>
                    </a:cubicBezTo>
                    <a:cubicBezTo>
                      <a:pt x="67" y="34"/>
                      <a:pt x="65" y="29"/>
                      <a:pt x="63" y="25"/>
                    </a:cubicBezTo>
                    <a:cubicBezTo>
                      <a:pt x="63" y="25"/>
                      <a:pt x="63" y="25"/>
                      <a:pt x="63" y="25"/>
                    </a:cubicBezTo>
                    <a:cubicBezTo>
                      <a:pt x="56" y="11"/>
                      <a:pt x="44" y="3"/>
                      <a:pt x="32" y="9"/>
                    </a:cubicBezTo>
                    <a:cubicBezTo>
                      <a:pt x="32" y="9"/>
                      <a:pt x="32" y="9"/>
                      <a:pt x="32" y="9"/>
                    </a:cubicBezTo>
                    <a:cubicBezTo>
                      <a:pt x="16" y="16"/>
                      <a:pt x="3" y="48"/>
                      <a:pt x="10" y="68"/>
                    </a:cubicBezTo>
                    <a:cubicBezTo>
                      <a:pt x="10" y="68"/>
                      <a:pt x="10" y="68"/>
                      <a:pt x="10" y="68"/>
                    </a:cubicBezTo>
                    <a:cubicBezTo>
                      <a:pt x="11" y="72"/>
                      <a:pt x="13" y="75"/>
                      <a:pt x="14" y="79"/>
                    </a:cubicBezTo>
                    <a:cubicBezTo>
                      <a:pt x="14" y="79"/>
                      <a:pt x="14" y="79"/>
                      <a:pt x="14" y="79"/>
                    </a:cubicBezTo>
                    <a:cubicBezTo>
                      <a:pt x="18" y="85"/>
                      <a:pt x="21" y="91"/>
                      <a:pt x="25" y="94"/>
                    </a:cubicBezTo>
                    <a:cubicBezTo>
                      <a:pt x="25" y="94"/>
                      <a:pt x="25" y="94"/>
                      <a:pt x="25" y="94"/>
                    </a:cubicBezTo>
                    <a:cubicBezTo>
                      <a:pt x="29" y="97"/>
                      <a:pt x="33" y="97"/>
                      <a:pt x="38" y="95"/>
                    </a:cubicBezTo>
                    <a:cubicBezTo>
                      <a:pt x="38" y="95"/>
                      <a:pt x="38" y="95"/>
                      <a:pt x="38" y="95"/>
                    </a:cubicBezTo>
                    <a:cubicBezTo>
                      <a:pt x="39" y="95"/>
                      <a:pt x="40" y="94"/>
                      <a:pt x="41" y="93"/>
                    </a:cubicBezTo>
                    <a:cubicBezTo>
                      <a:pt x="41" y="93"/>
                      <a:pt x="41" y="93"/>
                      <a:pt x="41" y="93"/>
                    </a:cubicBezTo>
                    <a:cubicBezTo>
                      <a:pt x="43" y="94"/>
                      <a:pt x="43" y="94"/>
                      <a:pt x="43" y="94"/>
                    </a:cubicBezTo>
                    <a:cubicBezTo>
                      <a:pt x="44" y="95"/>
                      <a:pt x="44" y="95"/>
                      <a:pt x="44" y="95"/>
                    </a:cubicBezTo>
                    <a:cubicBezTo>
                      <a:pt x="42" y="96"/>
                      <a:pt x="41" y="97"/>
                      <a:pt x="39" y="98"/>
                    </a:cubicBezTo>
                    <a:cubicBezTo>
                      <a:pt x="39" y="98"/>
                      <a:pt x="39" y="98"/>
                      <a:pt x="39" y="98"/>
                    </a:cubicBezTo>
                    <a:cubicBezTo>
                      <a:pt x="34" y="101"/>
                      <a:pt x="28" y="100"/>
                      <a:pt x="24" y="96"/>
                    </a:cubicBezTo>
                    <a:cubicBezTo>
                      <a:pt x="24" y="96"/>
                      <a:pt x="24" y="96"/>
                      <a:pt x="24" y="96"/>
                    </a:cubicBezTo>
                    <a:cubicBezTo>
                      <a:pt x="19" y="93"/>
                      <a:pt x="15" y="87"/>
                      <a:pt x="12" y="80"/>
                    </a:cubicBezTo>
                    <a:cubicBezTo>
                      <a:pt x="12" y="80"/>
                      <a:pt x="12" y="80"/>
                      <a:pt x="12" y="80"/>
                    </a:cubicBezTo>
                    <a:cubicBezTo>
                      <a:pt x="10" y="77"/>
                      <a:pt x="8" y="73"/>
                      <a:pt x="7"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8" name="Freeform 1367"/>
              <p:cNvSpPr>
                <a:spLocks noEditPoints="1"/>
              </p:cNvSpPr>
              <p:nvPr/>
            </p:nvSpPr>
            <p:spPr bwMode="auto">
              <a:xfrm>
                <a:off x="7070726" y="7688263"/>
                <a:ext cx="122238" cy="174625"/>
              </a:xfrm>
              <a:custGeom>
                <a:avLst/>
                <a:gdLst>
                  <a:gd name="T0" fmla="*/ 30 w 70"/>
                  <a:gd name="T1" fmla="*/ 100 h 100"/>
                  <a:gd name="T2" fmla="*/ 19 w 70"/>
                  <a:gd name="T3" fmla="*/ 96 h 100"/>
                  <a:gd name="T4" fmla="*/ 19 w 70"/>
                  <a:gd name="T5" fmla="*/ 96 h 100"/>
                  <a:gd name="T6" fmla="*/ 7 w 70"/>
                  <a:gd name="T7" fmla="*/ 79 h 100"/>
                  <a:gd name="T8" fmla="*/ 7 w 70"/>
                  <a:gd name="T9" fmla="*/ 79 h 100"/>
                  <a:gd name="T10" fmla="*/ 2 w 70"/>
                  <a:gd name="T11" fmla="*/ 67 h 100"/>
                  <a:gd name="T12" fmla="*/ 2 w 70"/>
                  <a:gd name="T13" fmla="*/ 67 h 100"/>
                  <a:gd name="T14" fmla="*/ 4 w 70"/>
                  <a:gd name="T15" fmla="*/ 67 h 100"/>
                  <a:gd name="T16" fmla="*/ 2 w 70"/>
                  <a:gd name="T17" fmla="*/ 67 h 100"/>
                  <a:gd name="T18" fmla="*/ 0 w 70"/>
                  <a:gd name="T19" fmla="*/ 53 h 100"/>
                  <a:gd name="T20" fmla="*/ 0 w 70"/>
                  <a:gd name="T21" fmla="*/ 53 h 100"/>
                  <a:gd name="T22" fmla="*/ 27 w 70"/>
                  <a:gd name="T23" fmla="*/ 2 h 100"/>
                  <a:gd name="T24" fmla="*/ 27 w 70"/>
                  <a:gd name="T25" fmla="*/ 2 h 100"/>
                  <a:gd name="T26" fmla="*/ 37 w 70"/>
                  <a:gd name="T27" fmla="*/ 0 h 100"/>
                  <a:gd name="T28" fmla="*/ 37 w 70"/>
                  <a:gd name="T29" fmla="*/ 0 h 100"/>
                  <a:gd name="T30" fmla="*/ 65 w 70"/>
                  <a:gd name="T31" fmla="*/ 21 h 100"/>
                  <a:gd name="T32" fmla="*/ 65 w 70"/>
                  <a:gd name="T33" fmla="*/ 21 h 100"/>
                  <a:gd name="T34" fmla="*/ 69 w 70"/>
                  <a:gd name="T35" fmla="*/ 36 h 100"/>
                  <a:gd name="T36" fmla="*/ 69 w 70"/>
                  <a:gd name="T37" fmla="*/ 36 h 100"/>
                  <a:gd name="T38" fmla="*/ 70 w 70"/>
                  <a:gd name="T39" fmla="*/ 44 h 100"/>
                  <a:gd name="T40" fmla="*/ 70 w 70"/>
                  <a:gd name="T41" fmla="*/ 44 h 100"/>
                  <a:gd name="T42" fmla="*/ 43 w 70"/>
                  <a:gd name="T43" fmla="*/ 93 h 100"/>
                  <a:gd name="T44" fmla="*/ 43 w 70"/>
                  <a:gd name="T45" fmla="*/ 93 h 100"/>
                  <a:gd name="T46" fmla="*/ 43 w 70"/>
                  <a:gd name="T47" fmla="*/ 93 h 100"/>
                  <a:gd name="T48" fmla="*/ 42 w 70"/>
                  <a:gd name="T49" fmla="*/ 94 h 100"/>
                  <a:gd name="T50" fmla="*/ 41 w 70"/>
                  <a:gd name="T51" fmla="*/ 95 h 100"/>
                  <a:gd name="T52" fmla="*/ 41 w 70"/>
                  <a:gd name="T53" fmla="*/ 95 h 100"/>
                  <a:gd name="T54" fmla="*/ 40 w 70"/>
                  <a:gd name="T55" fmla="*/ 96 h 100"/>
                  <a:gd name="T56" fmla="*/ 40 w 70"/>
                  <a:gd name="T57" fmla="*/ 96 h 100"/>
                  <a:gd name="T58" fmla="*/ 37 w 70"/>
                  <a:gd name="T59" fmla="*/ 98 h 100"/>
                  <a:gd name="T60" fmla="*/ 37 w 70"/>
                  <a:gd name="T61" fmla="*/ 98 h 100"/>
                  <a:gd name="T62" fmla="*/ 30 w 70"/>
                  <a:gd name="T63" fmla="*/ 100 h 100"/>
                  <a:gd name="T64" fmla="*/ 30 w 70"/>
                  <a:gd name="T65" fmla="*/ 100 h 100"/>
                  <a:gd name="T66" fmla="*/ 30 w 70"/>
                  <a:gd name="T67" fmla="*/ 100 h 100"/>
                  <a:gd name="T68" fmla="*/ 37 w 70"/>
                  <a:gd name="T69" fmla="*/ 7 h 100"/>
                  <a:gd name="T70" fmla="*/ 30 w 70"/>
                  <a:gd name="T71" fmla="*/ 9 h 100"/>
                  <a:gd name="T72" fmla="*/ 30 w 70"/>
                  <a:gd name="T73" fmla="*/ 9 h 100"/>
                  <a:gd name="T74" fmla="*/ 7 w 70"/>
                  <a:gd name="T75" fmla="*/ 54 h 100"/>
                  <a:gd name="T76" fmla="*/ 7 w 70"/>
                  <a:gd name="T77" fmla="*/ 54 h 100"/>
                  <a:gd name="T78" fmla="*/ 9 w 70"/>
                  <a:gd name="T79" fmla="*/ 65 h 100"/>
                  <a:gd name="T80" fmla="*/ 9 w 70"/>
                  <a:gd name="T81" fmla="*/ 65 h 100"/>
                  <a:gd name="T82" fmla="*/ 13 w 70"/>
                  <a:gd name="T83" fmla="*/ 76 h 100"/>
                  <a:gd name="T84" fmla="*/ 13 w 70"/>
                  <a:gd name="T85" fmla="*/ 76 h 100"/>
                  <a:gd name="T86" fmla="*/ 24 w 70"/>
                  <a:gd name="T87" fmla="*/ 90 h 100"/>
                  <a:gd name="T88" fmla="*/ 24 w 70"/>
                  <a:gd name="T89" fmla="*/ 90 h 100"/>
                  <a:gd name="T90" fmla="*/ 30 w 70"/>
                  <a:gd name="T91" fmla="*/ 92 h 100"/>
                  <a:gd name="T92" fmla="*/ 30 w 70"/>
                  <a:gd name="T93" fmla="*/ 92 h 100"/>
                  <a:gd name="T94" fmla="*/ 34 w 70"/>
                  <a:gd name="T95" fmla="*/ 92 h 100"/>
                  <a:gd name="T96" fmla="*/ 34 w 70"/>
                  <a:gd name="T97" fmla="*/ 92 h 100"/>
                  <a:gd name="T98" fmla="*/ 37 w 70"/>
                  <a:gd name="T99" fmla="*/ 89 h 100"/>
                  <a:gd name="T100" fmla="*/ 37 w 70"/>
                  <a:gd name="T101" fmla="*/ 89 h 100"/>
                  <a:gd name="T102" fmla="*/ 63 w 70"/>
                  <a:gd name="T103" fmla="*/ 44 h 100"/>
                  <a:gd name="T104" fmla="*/ 63 w 70"/>
                  <a:gd name="T105" fmla="*/ 44 h 100"/>
                  <a:gd name="T106" fmla="*/ 62 w 70"/>
                  <a:gd name="T107" fmla="*/ 37 h 100"/>
                  <a:gd name="T108" fmla="*/ 62 w 70"/>
                  <a:gd name="T109" fmla="*/ 37 h 100"/>
                  <a:gd name="T110" fmla="*/ 58 w 70"/>
                  <a:gd name="T111" fmla="*/ 24 h 100"/>
                  <a:gd name="T112" fmla="*/ 58 w 70"/>
                  <a:gd name="T113" fmla="*/ 24 h 100"/>
                  <a:gd name="T114" fmla="*/ 37 w 70"/>
                  <a:gd name="T115" fmla="*/ 7 h 100"/>
                  <a:gd name="T116" fmla="*/ 37 w 70"/>
                  <a:gd name="T117" fmla="*/ 7 h 100"/>
                  <a:gd name="T118" fmla="*/ 37 w 70"/>
                  <a:gd name="T119"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0" h="100">
                    <a:moveTo>
                      <a:pt x="30" y="100"/>
                    </a:moveTo>
                    <a:cubicBezTo>
                      <a:pt x="26" y="100"/>
                      <a:pt x="22" y="98"/>
                      <a:pt x="19" y="96"/>
                    </a:cubicBezTo>
                    <a:cubicBezTo>
                      <a:pt x="19" y="96"/>
                      <a:pt x="19" y="96"/>
                      <a:pt x="19" y="96"/>
                    </a:cubicBezTo>
                    <a:cubicBezTo>
                      <a:pt x="14" y="92"/>
                      <a:pt x="10" y="86"/>
                      <a:pt x="7" y="79"/>
                    </a:cubicBezTo>
                    <a:cubicBezTo>
                      <a:pt x="7" y="79"/>
                      <a:pt x="7" y="79"/>
                      <a:pt x="7" y="79"/>
                    </a:cubicBezTo>
                    <a:cubicBezTo>
                      <a:pt x="5" y="75"/>
                      <a:pt x="4" y="71"/>
                      <a:pt x="2" y="67"/>
                    </a:cubicBezTo>
                    <a:cubicBezTo>
                      <a:pt x="2" y="67"/>
                      <a:pt x="2" y="67"/>
                      <a:pt x="2" y="67"/>
                    </a:cubicBezTo>
                    <a:cubicBezTo>
                      <a:pt x="4" y="67"/>
                      <a:pt x="4" y="67"/>
                      <a:pt x="4" y="67"/>
                    </a:cubicBezTo>
                    <a:cubicBezTo>
                      <a:pt x="2" y="67"/>
                      <a:pt x="2" y="67"/>
                      <a:pt x="2" y="67"/>
                    </a:cubicBezTo>
                    <a:cubicBezTo>
                      <a:pt x="1" y="63"/>
                      <a:pt x="0" y="58"/>
                      <a:pt x="0" y="53"/>
                    </a:cubicBezTo>
                    <a:cubicBezTo>
                      <a:pt x="0" y="53"/>
                      <a:pt x="0" y="53"/>
                      <a:pt x="0" y="53"/>
                    </a:cubicBezTo>
                    <a:cubicBezTo>
                      <a:pt x="0" y="33"/>
                      <a:pt x="12" y="10"/>
                      <a:pt x="27" y="2"/>
                    </a:cubicBezTo>
                    <a:cubicBezTo>
                      <a:pt x="27" y="2"/>
                      <a:pt x="27" y="2"/>
                      <a:pt x="27" y="2"/>
                    </a:cubicBezTo>
                    <a:cubicBezTo>
                      <a:pt x="30" y="1"/>
                      <a:pt x="34" y="0"/>
                      <a:pt x="37" y="0"/>
                    </a:cubicBezTo>
                    <a:cubicBezTo>
                      <a:pt x="37" y="0"/>
                      <a:pt x="37" y="0"/>
                      <a:pt x="37" y="0"/>
                    </a:cubicBezTo>
                    <a:cubicBezTo>
                      <a:pt x="49" y="0"/>
                      <a:pt x="59" y="9"/>
                      <a:pt x="65" y="21"/>
                    </a:cubicBezTo>
                    <a:cubicBezTo>
                      <a:pt x="65" y="21"/>
                      <a:pt x="65" y="21"/>
                      <a:pt x="65" y="21"/>
                    </a:cubicBezTo>
                    <a:cubicBezTo>
                      <a:pt x="67" y="26"/>
                      <a:pt x="69" y="31"/>
                      <a:pt x="69" y="36"/>
                    </a:cubicBezTo>
                    <a:cubicBezTo>
                      <a:pt x="69" y="36"/>
                      <a:pt x="69" y="36"/>
                      <a:pt x="69" y="36"/>
                    </a:cubicBezTo>
                    <a:cubicBezTo>
                      <a:pt x="70" y="39"/>
                      <a:pt x="70" y="42"/>
                      <a:pt x="70" y="44"/>
                    </a:cubicBezTo>
                    <a:cubicBezTo>
                      <a:pt x="70" y="44"/>
                      <a:pt x="70" y="44"/>
                      <a:pt x="70" y="44"/>
                    </a:cubicBezTo>
                    <a:cubicBezTo>
                      <a:pt x="70" y="63"/>
                      <a:pt x="60" y="78"/>
                      <a:pt x="43" y="93"/>
                    </a:cubicBezTo>
                    <a:cubicBezTo>
                      <a:pt x="43" y="93"/>
                      <a:pt x="43" y="93"/>
                      <a:pt x="43" y="93"/>
                    </a:cubicBezTo>
                    <a:cubicBezTo>
                      <a:pt x="43" y="93"/>
                      <a:pt x="43" y="93"/>
                      <a:pt x="43" y="93"/>
                    </a:cubicBezTo>
                    <a:cubicBezTo>
                      <a:pt x="42" y="94"/>
                      <a:pt x="42" y="94"/>
                      <a:pt x="42" y="94"/>
                    </a:cubicBezTo>
                    <a:cubicBezTo>
                      <a:pt x="42" y="95"/>
                      <a:pt x="42" y="95"/>
                      <a:pt x="41" y="95"/>
                    </a:cubicBezTo>
                    <a:cubicBezTo>
                      <a:pt x="41" y="95"/>
                      <a:pt x="41" y="95"/>
                      <a:pt x="41" y="95"/>
                    </a:cubicBezTo>
                    <a:cubicBezTo>
                      <a:pt x="40" y="96"/>
                      <a:pt x="40" y="96"/>
                      <a:pt x="40" y="96"/>
                    </a:cubicBezTo>
                    <a:cubicBezTo>
                      <a:pt x="40" y="96"/>
                      <a:pt x="40" y="96"/>
                      <a:pt x="40" y="96"/>
                    </a:cubicBezTo>
                    <a:cubicBezTo>
                      <a:pt x="39" y="97"/>
                      <a:pt x="38" y="97"/>
                      <a:pt x="37" y="98"/>
                    </a:cubicBezTo>
                    <a:cubicBezTo>
                      <a:pt x="37" y="98"/>
                      <a:pt x="37" y="98"/>
                      <a:pt x="37" y="98"/>
                    </a:cubicBezTo>
                    <a:cubicBezTo>
                      <a:pt x="35" y="99"/>
                      <a:pt x="32" y="100"/>
                      <a:pt x="30" y="100"/>
                    </a:cubicBezTo>
                    <a:cubicBezTo>
                      <a:pt x="30" y="100"/>
                      <a:pt x="30" y="100"/>
                      <a:pt x="30" y="100"/>
                    </a:cubicBezTo>
                    <a:cubicBezTo>
                      <a:pt x="30" y="100"/>
                      <a:pt x="30" y="100"/>
                      <a:pt x="30" y="100"/>
                    </a:cubicBezTo>
                    <a:close/>
                    <a:moveTo>
                      <a:pt x="37" y="7"/>
                    </a:moveTo>
                    <a:cubicBezTo>
                      <a:pt x="35" y="7"/>
                      <a:pt x="32" y="8"/>
                      <a:pt x="30" y="9"/>
                    </a:cubicBezTo>
                    <a:cubicBezTo>
                      <a:pt x="30" y="9"/>
                      <a:pt x="30" y="9"/>
                      <a:pt x="30" y="9"/>
                    </a:cubicBezTo>
                    <a:cubicBezTo>
                      <a:pt x="18" y="14"/>
                      <a:pt x="7" y="36"/>
                      <a:pt x="7" y="54"/>
                    </a:cubicBezTo>
                    <a:cubicBezTo>
                      <a:pt x="7" y="54"/>
                      <a:pt x="7" y="54"/>
                      <a:pt x="7" y="54"/>
                    </a:cubicBezTo>
                    <a:cubicBezTo>
                      <a:pt x="7" y="58"/>
                      <a:pt x="8" y="62"/>
                      <a:pt x="9" y="65"/>
                    </a:cubicBezTo>
                    <a:cubicBezTo>
                      <a:pt x="9" y="65"/>
                      <a:pt x="9" y="65"/>
                      <a:pt x="9" y="65"/>
                    </a:cubicBezTo>
                    <a:cubicBezTo>
                      <a:pt x="10" y="69"/>
                      <a:pt x="12" y="73"/>
                      <a:pt x="13" y="76"/>
                    </a:cubicBezTo>
                    <a:cubicBezTo>
                      <a:pt x="13" y="76"/>
                      <a:pt x="13" y="76"/>
                      <a:pt x="13" y="76"/>
                    </a:cubicBezTo>
                    <a:cubicBezTo>
                      <a:pt x="16" y="82"/>
                      <a:pt x="20" y="87"/>
                      <a:pt x="24" y="90"/>
                    </a:cubicBezTo>
                    <a:cubicBezTo>
                      <a:pt x="24" y="90"/>
                      <a:pt x="24" y="90"/>
                      <a:pt x="24" y="90"/>
                    </a:cubicBezTo>
                    <a:cubicBezTo>
                      <a:pt x="26" y="92"/>
                      <a:pt x="28" y="92"/>
                      <a:pt x="30" y="92"/>
                    </a:cubicBezTo>
                    <a:cubicBezTo>
                      <a:pt x="30" y="92"/>
                      <a:pt x="30" y="92"/>
                      <a:pt x="30" y="92"/>
                    </a:cubicBezTo>
                    <a:cubicBezTo>
                      <a:pt x="31" y="92"/>
                      <a:pt x="32" y="92"/>
                      <a:pt x="34" y="92"/>
                    </a:cubicBezTo>
                    <a:cubicBezTo>
                      <a:pt x="34" y="92"/>
                      <a:pt x="34" y="92"/>
                      <a:pt x="34" y="92"/>
                    </a:cubicBezTo>
                    <a:cubicBezTo>
                      <a:pt x="35" y="91"/>
                      <a:pt x="36" y="90"/>
                      <a:pt x="37" y="89"/>
                    </a:cubicBezTo>
                    <a:cubicBezTo>
                      <a:pt x="37" y="89"/>
                      <a:pt x="37" y="89"/>
                      <a:pt x="37" y="89"/>
                    </a:cubicBezTo>
                    <a:cubicBezTo>
                      <a:pt x="54" y="74"/>
                      <a:pt x="63" y="61"/>
                      <a:pt x="63" y="44"/>
                    </a:cubicBezTo>
                    <a:cubicBezTo>
                      <a:pt x="63" y="44"/>
                      <a:pt x="63" y="44"/>
                      <a:pt x="63" y="44"/>
                    </a:cubicBezTo>
                    <a:cubicBezTo>
                      <a:pt x="63" y="42"/>
                      <a:pt x="63" y="40"/>
                      <a:pt x="62" y="37"/>
                    </a:cubicBezTo>
                    <a:cubicBezTo>
                      <a:pt x="62" y="37"/>
                      <a:pt x="62" y="37"/>
                      <a:pt x="62" y="37"/>
                    </a:cubicBezTo>
                    <a:cubicBezTo>
                      <a:pt x="62" y="33"/>
                      <a:pt x="60" y="28"/>
                      <a:pt x="58" y="24"/>
                    </a:cubicBezTo>
                    <a:cubicBezTo>
                      <a:pt x="58" y="24"/>
                      <a:pt x="58" y="24"/>
                      <a:pt x="58" y="24"/>
                    </a:cubicBezTo>
                    <a:cubicBezTo>
                      <a:pt x="53" y="14"/>
                      <a:pt x="45" y="7"/>
                      <a:pt x="37" y="7"/>
                    </a:cubicBezTo>
                    <a:cubicBezTo>
                      <a:pt x="37" y="7"/>
                      <a:pt x="37" y="7"/>
                      <a:pt x="37" y="7"/>
                    </a:cubicBezTo>
                    <a:cubicBezTo>
                      <a:pt x="37" y="7"/>
                      <a:pt x="37" y="7"/>
                      <a:pt x="37"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9" name="Freeform 1368"/>
              <p:cNvSpPr>
                <a:spLocks noEditPoints="1"/>
              </p:cNvSpPr>
              <p:nvPr/>
            </p:nvSpPr>
            <p:spPr bwMode="auto">
              <a:xfrm>
                <a:off x="7104064" y="7858126"/>
                <a:ext cx="28575" cy="77788"/>
              </a:xfrm>
              <a:custGeom>
                <a:avLst/>
                <a:gdLst>
                  <a:gd name="T0" fmla="*/ 0 w 18"/>
                  <a:gd name="T1" fmla="*/ 46 h 49"/>
                  <a:gd name="T2" fmla="*/ 14 w 18"/>
                  <a:gd name="T3" fmla="*/ 43 h 49"/>
                  <a:gd name="T4" fmla="*/ 10 w 18"/>
                  <a:gd name="T5" fmla="*/ 0 h 49"/>
                  <a:gd name="T6" fmla="*/ 14 w 18"/>
                  <a:gd name="T7" fmla="*/ 0 h 49"/>
                  <a:gd name="T8" fmla="*/ 18 w 18"/>
                  <a:gd name="T9" fmla="*/ 46 h 49"/>
                  <a:gd name="T10" fmla="*/ 1 w 18"/>
                  <a:gd name="T11" fmla="*/ 49 h 49"/>
                  <a:gd name="T12" fmla="*/ 0 w 18"/>
                  <a:gd name="T13" fmla="*/ 46 h 49"/>
                  <a:gd name="T14" fmla="*/ 0 w 18"/>
                  <a:gd name="T15" fmla="*/ 46 h 49"/>
                  <a:gd name="T16" fmla="*/ 10 w 18"/>
                  <a:gd name="T17" fmla="*/ 0 h 49"/>
                  <a:gd name="T18" fmla="*/ 10 w 18"/>
                  <a:gd name="T19" fmla="*/ 0 h 49"/>
                  <a:gd name="T20" fmla="*/ 10 w 18"/>
                  <a:gd name="T21" fmla="*/ 0 h 49"/>
                  <a:gd name="T22" fmla="*/ 10 w 18"/>
                  <a:gd name="T23" fmla="*/ 0 h 49"/>
                  <a:gd name="T24" fmla="*/ 10 w 18"/>
                  <a:gd name="T25"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49">
                    <a:moveTo>
                      <a:pt x="0" y="46"/>
                    </a:moveTo>
                    <a:lnTo>
                      <a:pt x="14" y="43"/>
                    </a:lnTo>
                    <a:lnTo>
                      <a:pt x="10" y="0"/>
                    </a:lnTo>
                    <a:lnTo>
                      <a:pt x="14" y="0"/>
                    </a:lnTo>
                    <a:lnTo>
                      <a:pt x="18" y="46"/>
                    </a:lnTo>
                    <a:lnTo>
                      <a:pt x="1" y="49"/>
                    </a:lnTo>
                    <a:lnTo>
                      <a:pt x="0" y="46"/>
                    </a:lnTo>
                    <a:lnTo>
                      <a:pt x="0" y="46"/>
                    </a:lnTo>
                    <a:close/>
                    <a:moveTo>
                      <a:pt x="10" y="0"/>
                    </a:moveTo>
                    <a:lnTo>
                      <a:pt x="10" y="0"/>
                    </a:lnTo>
                    <a:lnTo>
                      <a:pt x="10" y="0"/>
                    </a:lnTo>
                    <a:lnTo>
                      <a:pt x="10" y="0"/>
                    </a:lnTo>
                    <a:lnTo>
                      <a:pt x="1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0" name="Freeform 1369"/>
              <p:cNvSpPr>
                <a:spLocks noEditPoints="1"/>
              </p:cNvSpPr>
              <p:nvPr/>
            </p:nvSpPr>
            <p:spPr bwMode="auto">
              <a:xfrm>
                <a:off x="7100889" y="7854951"/>
                <a:ext cx="34925" cy="84138"/>
              </a:xfrm>
              <a:custGeom>
                <a:avLst/>
                <a:gdLst>
                  <a:gd name="T0" fmla="*/ 1 w 22"/>
                  <a:gd name="T1" fmla="*/ 51 h 53"/>
                  <a:gd name="T2" fmla="*/ 0 w 22"/>
                  <a:gd name="T3" fmla="*/ 48 h 53"/>
                  <a:gd name="T4" fmla="*/ 2 w 22"/>
                  <a:gd name="T5" fmla="*/ 48 h 53"/>
                  <a:gd name="T6" fmla="*/ 2 w 22"/>
                  <a:gd name="T7" fmla="*/ 50 h 53"/>
                  <a:gd name="T8" fmla="*/ 2 w 22"/>
                  <a:gd name="T9" fmla="*/ 48 h 53"/>
                  <a:gd name="T10" fmla="*/ 0 w 22"/>
                  <a:gd name="T11" fmla="*/ 48 h 53"/>
                  <a:gd name="T12" fmla="*/ 0 w 22"/>
                  <a:gd name="T13" fmla="*/ 47 h 53"/>
                  <a:gd name="T14" fmla="*/ 14 w 22"/>
                  <a:gd name="T15" fmla="*/ 44 h 53"/>
                  <a:gd name="T16" fmla="*/ 10 w 22"/>
                  <a:gd name="T17" fmla="*/ 1 h 53"/>
                  <a:gd name="T18" fmla="*/ 17 w 22"/>
                  <a:gd name="T19" fmla="*/ 0 h 53"/>
                  <a:gd name="T20" fmla="*/ 22 w 22"/>
                  <a:gd name="T21" fmla="*/ 49 h 53"/>
                  <a:gd name="T22" fmla="*/ 1 w 22"/>
                  <a:gd name="T23" fmla="*/ 53 h 53"/>
                  <a:gd name="T24" fmla="*/ 1 w 22"/>
                  <a:gd name="T25" fmla="*/ 51 h 53"/>
                  <a:gd name="T26" fmla="*/ 1 w 22"/>
                  <a:gd name="T27" fmla="*/ 51 h 53"/>
                  <a:gd name="T28" fmla="*/ 12 w 22"/>
                  <a:gd name="T29" fmla="*/ 2 h 53"/>
                  <a:gd name="T30" fmla="*/ 12 w 22"/>
                  <a:gd name="T31" fmla="*/ 0 h 53"/>
                  <a:gd name="T32" fmla="*/ 12 w 22"/>
                  <a:gd name="T33" fmla="*/ 2 h 53"/>
                  <a:gd name="T34" fmla="*/ 12 w 22"/>
                  <a:gd name="T35" fmla="*/ 2 h 53"/>
                  <a:gd name="T36" fmla="*/ 12 w 22"/>
                  <a:gd name="T37" fmla="*/ 2 h 53"/>
                  <a:gd name="T38" fmla="*/ 12 w 22"/>
                  <a:gd name="T39" fmla="*/ 0 h 53"/>
                  <a:gd name="T40" fmla="*/ 12 w 22"/>
                  <a:gd name="T41" fmla="*/ 2 h 53"/>
                  <a:gd name="T42" fmla="*/ 12 w 22"/>
                  <a:gd name="T43" fmla="*/ 0 h 53"/>
                  <a:gd name="T44" fmla="*/ 12 w 22"/>
                  <a:gd name="T45" fmla="*/ 2 h 53"/>
                  <a:gd name="T46" fmla="*/ 12 w 22"/>
                  <a:gd name="T47" fmla="*/ 2 h 53"/>
                  <a:gd name="T48" fmla="*/ 12 w 22"/>
                  <a:gd name="T49" fmla="*/ 2 h 53"/>
                  <a:gd name="T50" fmla="*/ 12 w 22"/>
                  <a:gd name="T51" fmla="*/ 0 h 53"/>
                  <a:gd name="T52" fmla="*/ 12 w 22"/>
                  <a:gd name="T53" fmla="*/ 2 h 53"/>
                  <a:gd name="T54" fmla="*/ 12 w 22"/>
                  <a:gd name="T55"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53">
                    <a:moveTo>
                      <a:pt x="1" y="51"/>
                    </a:moveTo>
                    <a:lnTo>
                      <a:pt x="0" y="48"/>
                    </a:lnTo>
                    <a:lnTo>
                      <a:pt x="2" y="48"/>
                    </a:lnTo>
                    <a:lnTo>
                      <a:pt x="2" y="50"/>
                    </a:lnTo>
                    <a:lnTo>
                      <a:pt x="2" y="48"/>
                    </a:lnTo>
                    <a:lnTo>
                      <a:pt x="0" y="48"/>
                    </a:lnTo>
                    <a:lnTo>
                      <a:pt x="0" y="47"/>
                    </a:lnTo>
                    <a:lnTo>
                      <a:pt x="14" y="44"/>
                    </a:lnTo>
                    <a:lnTo>
                      <a:pt x="10" y="1"/>
                    </a:lnTo>
                    <a:lnTo>
                      <a:pt x="17" y="0"/>
                    </a:lnTo>
                    <a:lnTo>
                      <a:pt x="22" y="49"/>
                    </a:lnTo>
                    <a:lnTo>
                      <a:pt x="1" y="53"/>
                    </a:lnTo>
                    <a:lnTo>
                      <a:pt x="1" y="51"/>
                    </a:lnTo>
                    <a:lnTo>
                      <a:pt x="1" y="51"/>
                    </a:lnTo>
                    <a:close/>
                    <a:moveTo>
                      <a:pt x="12" y="2"/>
                    </a:moveTo>
                    <a:lnTo>
                      <a:pt x="12" y="0"/>
                    </a:lnTo>
                    <a:lnTo>
                      <a:pt x="12" y="2"/>
                    </a:lnTo>
                    <a:lnTo>
                      <a:pt x="12" y="2"/>
                    </a:lnTo>
                    <a:close/>
                    <a:moveTo>
                      <a:pt x="12" y="2"/>
                    </a:moveTo>
                    <a:lnTo>
                      <a:pt x="12" y="0"/>
                    </a:lnTo>
                    <a:lnTo>
                      <a:pt x="12" y="2"/>
                    </a:lnTo>
                    <a:lnTo>
                      <a:pt x="12" y="0"/>
                    </a:lnTo>
                    <a:lnTo>
                      <a:pt x="12" y="2"/>
                    </a:lnTo>
                    <a:lnTo>
                      <a:pt x="12" y="2"/>
                    </a:lnTo>
                    <a:close/>
                    <a:moveTo>
                      <a:pt x="12" y="2"/>
                    </a:moveTo>
                    <a:lnTo>
                      <a:pt x="12" y="0"/>
                    </a:lnTo>
                    <a:lnTo>
                      <a:pt x="12" y="2"/>
                    </a:lnTo>
                    <a:lnTo>
                      <a:pt x="1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1" name="Freeform 1370"/>
              <p:cNvSpPr/>
              <p:nvPr/>
            </p:nvSpPr>
            <p:spPr bwMode="auto">
              <a:xfrm>
                <a:off x="7137401" y="7848601"/>
                <a:ext cx="22225" cy="77788"/>
              </a:xfrm>
              <a:custGeom>
                <a:avLst/>
                <a:gdLst>
                  <a:gd name="T0" fmla="*/ 0 w 14"/>
                  <a:gd name="T1" fmla="*/ 0 h 49"/>
                  <a:gd name="T2" fmla="*/ 0 w 14"/>
                  <a:gd name="T3" fmla="*/ 0 h 49"/>
                  <a:gd name="T4" fmla="*/ 3 w 14"/>
                  <a:gd name="T5" fmla="*/ 0 h 49"/>
                  <a:gd name="T6" fmla="*/ 9 w 14"/>
                  <a:gd name="T7" fmla="*/ 43 h 49"/>
                  <a:gd name="T8" fmla="*/ 14 w 14"/>
                  <a:gd name="T9" fmla="*/ 45 h 49"/>
                  <a:gd name="T10" fmla="*/ 13 w 14"/>
                  <a:gd name="T11" fmla="*/ 49 h 49"/>
                  <a:gd name="T12" fmla="*/ 5 w 14"/>
                  <a:gd name="T13" fmla="*/ 46 h 49"/>
                  <a:gd name="T14" fmla="*/ 0 w 14"/>
                  <a:gd name="T15" fmla="*/ 0 h 49"/>
                  <a:gd name="T16" fmla="*/ 0 w 14"/>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9">
                    <a:moveTo>
                      <a:pt x="0" y="0"/>
                    </a:moveTo>
                    <a:lnTo>
                      <a:pt x="0" y="0"/>
                    </a:lnTo>
                    <a:lnTo>
                      <a:pt x="3" y="0"/>
                    </a:lnTo>
                    <a:lnTo>
                      <a:pt x="9" y="43"/>
                    </a:lnTo>
                    <a:lnTo>
                      <a:pt x="14" y="45"/>
                    </a:lnTo>
                    <a:lnTo>
                      <a:pt x="13" y="49"/>
                    </a:lnTo>
                    <a:lnTo>
                      <a:pt x="5" y="46"/>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2" name="Freeform 1371"/>
              <p:cNvSpPr/>
              <p:nvPr/>
            </p:nvSpPr>
            <p:spPr bwMode="auto">
              <a:xfrm>
                <a:off x="7134226" y="7843838"/>
                <a:ext cx="30163" cy="85725"/>
              </a:xfrm>
              <a:custGeom>
                <a:avLst/>
                <a:gdLst>
                  <a:gd name="T0" fmla="*/ 5 w 19"/>
                  <a:gd name="T1" fmla="*/ 51 h 54"/>
                  <a:gd name="T2" fmla="*/ 0 w 19"/>
                  <a:gd name="T3" fmla="*/ 3 h 54"/>
                  <a:gd name="T4" fmla="*/ 2 w 19"/>
                  <a:gd name="T5" fmla="*/ 3 h 54"/>
                  <a:gd name="T6" fmla="*/ 0 w 19"/>
                  <a:gd name="T7" fmla="*/ 3 h 54"/>
                  <a:gd name="T8" fmla="*/ 2 w 19"/>
                  <a:gd name="T9" fmla="*/ 3 h 54"/>
                  <a:gd name="T10" fmla="*/ 2 w 19"/>
                  <a:gd name="T11" fmla="*/ 1 h 54"/>
                  <a:gd name="T12" fmla="*/ 7 w 19"/>
                  <a:gd name="T13" fmla="*/ 0 h 54"/>
                  <a:gd name="T14" fmla="*/ 12 w 19"/>
                  <a:gd name="T15" fmla="*/ 45 h 54"/>
                  <a:gd name="T16" fmla="*/ 19 w 19"/>
                  <a:gd name="T17" fmla="*/ 46 h 54"/>
                  <a:gd name="T18" fmla="*/ 17 w 19"/>
                  <a:gd name="T19" fmla="*/ 54 h 54"/>
                  <a:gd name="T20" fmla="*/ 5 w 19"/>
                  <a:gd name="T21" fmla="*/ 51 h 54"/>
                  <a:gd name="T22" fmla="*/ 5 w 19"/>
                  <a:gd name="T23" fmla="*/ 5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54">
                    <a:moveTo>
                      <a:pt x="5" y="51"/>
                    </a:moveTo>
                    <a:lnTo>
                      <a:pt x="0" y="3"/>
                    </a:lnTo>
                    <a:lnTo>
                      <a:pt x="2" y="3"/>
                    </a:lnTo>
                    <a:lnTo>
                      <a:pt x="0" y="3"/>
                    </a:lnTo>
                    <a:lnTo>
                      <a:pt x="2" y="3"/>
                    </a:lnTo>
                    <a:lnTo>
                      <a:pt x="2" y="1"/>
                    </a:lnTo>
                    <a:lnTo>
                      <a:pt x="7" y="0"/>
                    </a:lnTo>
                    <a:lnTo>
                      <a:pt x="12" y="45"/>
                    </a:lnTo>
                    <a:lnTo>
                      <a:pt x="19" y="46"/>
                    </a:lnTo>
                    <a:lnTo>
                      <a:pt x="17" y="54"/>
                    </a:lnTo>
                    <a:lnTo>
                      <a:pt x="5" y="51"/>
                    </a:lnTo>
                    <a:lnTo>
                      <a:pt x="5" y="5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3" name="Freeform 1372"/>
              <p:cNvSpPr/>
              <p:nvPr/>
            </p:nvSpPr>
            <p:spPr bwMode="auto">
              <a:xfrm>
                <a:off x="7008814" y="7643813"/>
                <a:ext cx="12700" cy="17463"/>
              </a:xfrm>
              <a:custGeom>
                <a:avLst/>
                <a:gdLst>
                  <a:gd name="T0" fmla="*/ 5 w 8"/>
                  <a:gd name="T1" fmla="*/ 0 h 11"/>
                  <a:gd name="T2" fmla="*/ 8 w 8"/>
                  <a:gd name="T3" fmla="*/ 2 h 11"/>
                  <a:gd name="T4" fmla="*/ 3 w 8"/>
                  <a:gd name="T5" fmla="*/ 11 h 11"/>
                  <a:gd name="T6" fmla="*/ 0 w 8"/>
                  <a:gd name="T7" fmla="*/ 10 h 11"/>
                  <a:gd name="T8" fmla="*/ 5 w 8"/>
                  <a:gd name="T9" fmla="*/ 0 h 11"/>
                  <a:gd name="T10" fmla="*/ 5 w 8"/>
                  <a:gd name="T11" fmla="*/ 0 h 11"/>
                </a:gdLst>
                <a:ahLst/>
                <a:cxnLst>
                  <a:cxn ang="0">
                    <a:pos x="T0" y="T1"/>
                  </a:cxn>
                  <a:cxn ang="0">
                    <a:pos x="T2" y="T3"/>
                  </a:cxn>
                  <a:cxn ang="0">
                    <a:pos x="T4" y="T5"/>
                  </a:cxn>
                  <a:cxn ang="0">
                    <a:pos x="T6" y="T7"/>
                  </a:cxn>
                  <a:cxn ang="0">
                    <a:pos x="T8" y="T9"/>
                  </a:cxn>
                  <a:cxn ang="0">
                    <a:pos x="T10" y="T11"/>
                  </a:cxn>
                </a:cxnLst>
                <a:rect l="0" t="0" r="r" b="b"/>
                <a:pathLst>
                  <a:path w="8" h="11">
                    <a:moveTo>
                      <a:pt x="5" y="0"/>
                    </a:moveTo>
                    <a:lnTo>
                      <a:pt x="8" y="2"/>
                    </a:lnTo>
                    <a:lnTo>
                      <a:pt x="3" y="11"/>
                    </a:lnTo>
                    <a:lnTo>
                      <a:pt x="0" y="10"/>
                    </a:lnTo>
                    <a:lnTo>
                      <a:pt x="5" y="0"/>
                    </a:lnTo>
                    <a:lnTo>
                      <a:pt x="5"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4" name="Freeform 1373"/>
              <p:cNvSpPr/>
              <p:nvPr/>
            </p:nvSpPr>
            <p:spPr bwMode="auto">
              <a:xfrm>
                <a:off x="7002464" y="7640638"/>
                <a:ext cx="23813" cy="25400"/>
              </a:xfrm>
              <a:custGeom>
                <a:avLst/>
                <a:gdLst>
                  <a:gd name="T0" fmla="*/ 0 w 15"/>
                  <a:gd name="T1" fmla="*/ 12 h 16"/>
                  <a:gd name="T2" fmla="*/ 7 w 15"/>
                  <a:gd name="T3" fmla="*/ 1 h 16"/>
                  <a:gd name="T4" fmla="*/ 8 w 15"/>
                  <a:gd name="T5" fmla="*/ 0 h 16"/>
                  <a:gd name="T6" fmla="*/ 15 w 15"/>
                  <a:gd name="T7" fmla="*/ 3 h 16"/>
                  <a:gd name="T8" fmla="*/ 8 w 15"/>
                  <a:gd name="T9" fmla="*/ 16 h 16"/>
                  <a:gd name="T10" fmla="*/ 0 w 15"/>
                  <a:gd name="T11" fmla="*/ 12 h 16"/>
                  <a:gd name="T12" fmla="*/ 0 w 15"/>
                  <a:gd name="T13" fmla="*/ 12 h 16"/>
                </a:gdLst>
                <a:ahLst/>
                <a:cxnLst>
                  <a:cxn ang="0">
                    <a:pos x="T0" y="T1"/>
                  </a:cxn>
                  <a:cxn ang="0">
                    <a:pos x="T2" y="T3"/>
                  </a:cxn>
                  <a:cxn ang="0">
                    <a:pos x="T4" y="T5"/>
                  </a:cxn>
                  <a:cxn ang="0">
                    <a:pos x="T6" y="T7"/>
                  </a:cxn>
                  <a:cxn ang="0">
                    <a:pos x="T8" y="T9"/>
                  </a:cxn>
                  <a:cxn ang="0">
                    <a:pos x="T10" y="T11"/>
                  </a:cxn>
                  <a:cxn ang="0">
                    <a:pos x="T12" y="T13"/>
                  </a:cxn>
                </a:cxnLst>
                <a:rect l="0" t="0" r="r" b="b"/>
                <a:pathLst>
                  <a:path w="15" h="16">
                    <a:moveTo>
                      <a:pt x="0" y="12"/>
                    </a:moveTo>
                    <a:lnTo>
                      <a:pt x="7" y="1"/>
                    </a:lnTo>
                    <a:lnTo>
                      <a:pt x="8" y="0"/>
                    </a:lnTo>
                    <a:lnTo>
                      <a:pt x="15" y="3"/>
                    </a:lnTo>
                    <a:lnTo>
                      <a:pt x="8" y="16"/>
                    </a:lnTo>
                    <a:lnTo>
                      <a:pt x="0" y="12"/>
                    </a:lnTo>
                    <a:lnTo>
                      <a:pt x="0" y="1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5" name="Freeform 1374"/>
              <p:cNvSpPr/>
              <p:nvPr/>
            </p:nvSpPr>
            <p:spPr bwMode="auto">
              <a:xfrm>
                <a:off x="6991351" y="7640638"/>
                <a:ext cx="25400" cy="30163"/>
              </a:xfrm>
              <a:custGeom>
                <a:avLst/>
                <a:gdLst>
                  <a:gd name="T0" fmla="*/ 2 w 16"/>
                  <a:gd name="T1" fmla="*/ 4 h 19"/>
                  <a:gd name="T2" fmla="*/ 12 w 16"/>
                  <a:gd name="T3" fmla="*/ 11 h 19"/>
                  <a:gd name="T4" fmla="*/ 10 w 16"/>
                  <a:gd name="T5" fmla="*/ 1 h 19"/>
                  <a:gd name="T6" fmla="*/ 13 w 16"/>
                  <a:gd name="T7" fmla="*/ 0 h 19"/>
                  <a:gd name="T8" fmla="*/ 16 w 16"/>
                  <a:gd name="T9" fmla="*/ 19 h 19"/>
                  <a:gd name="T10" fmla="*/ 0 w 16"/>
                  <a:gd name="T11" fmla="*/ 6 h 19"/>
                  <a:gd name="T12" fmla="*/ 2 w 16"/>
                  <a:gd name="T13" fmla="*/ 4 h 19"/>
                  <a:gd name="T14" fmla="*/ 2 w 16"/>
                  <a:gd name="T15" fmla="*/ 4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9">
                    <a:moveTo>
                      <a:pt x="2" y="4"/>
                    </a:moveTo>
                    <a:lnTo>
                      <a:pt x="12" y="11"/>
                    </a:lnTo>
                    <a:lnTo>
                      <a:pt x="10" y="1"/>
                    </a:lnTo>
                    <a:lnTo>
                      <a:pt x="13" y="0"/>
                    </a:lnTo>
                    <a:lnTo>
                      <a:pt x="16" y="19"/>
                    </a:lnTo>
                    <a:lnTo>
                      <a:pt x="0" y="6"/>
                    </a:lnTo>
                    <a:lnTo>
                      <a:pt x="2" y="4"/>
                    </a:lnTo>
                    <a:lnTo>
                      <a:pt x="2" y="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6" name="Freeform 1375"/>
              <p:cNvSpPr/>
              <p:nvPr/>
            </p:nvSpPr>
            <p:spPr bwMode="auto">
              <a:xfrm>
                <a:off x="6985001" y="7635876"/>
                <a:ext cx="36513" cy="42863"/>
              </a:xfrm>
              <a:custGeom>
                <a:avLst/>
                <a:gdLst>
                  <a:gd name="T0" fmla="*/ 0 w 23"/>
                  <a:gd name="T1" fmla="*/ 9 h 27"/>
                  <a:gd name="T2" fmla="*/ 3 w 23"/>
                  <a:gd name="T3" fmla="*/ 8 h 27"/>
                  <a:gd name="T4" fmla="*/ 5 w 23"/>
                  <a:gd name="T5" fmla="*/ 5 h 27"/>
                  <a:gd name="T6" fmla="*/ 6 w 23"/>
                  <a:gd name="T7" fmla="*/ 4 h 27"/>
                  <a:gd name="T8" fmla="*/ 12 w 23"/>
                  <a:gd name="T9" fmla="*/ 9 h 27"/>
                  <a:gd name="T10" fmla="*/ 11 w 23"/>
                  <a:gd name="T11" fmla="*/ 2 h 27"/>
                  <a:gd name="T12" fmla="*/ 19 w 23"/>
                  <a:gd name="T13" fmla="*/ 0 h 27"/>
                  <a:gd name="T14" fmla="*/ 23 w 23"/>
                  <a:gd name="T15" fmla="*/ 27 h 27"/>
                  <a:gd name="T16" fmla="*/ 0 w 23"/>
                  <a:gd name="T17" fmla="*/ 9 h 27"/>
                  <a:gd name="T18" fmla="*/ 0 w 23"/>
                  <a:gd name="T19"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27">
                    <a:moveTo>
                      <a:pt x="0" y="9"/>
                    </a:moveTo>
                    <a:lnTo>
                      <a:pt x="3" y="8"/>
                    </a:lnTo>
                    <a:lnTo>
                      <a:pt x="5" y="5"/>
                    </a:lnTo>
                    <a:lnTo>
                      <a:pt x="6" y="4"/>
                    </a:lnTo>
                    <a:lnTo>
                      <a:pt x="12" y="9"/>
                    </a:lnTo>
                    <a:lnTo>
                      <a:pt x="11" y="2"/>
                    </a:lnTo>
                    <a:lnTo>
                      <a:pt x="19" y="0"/>
                    </a:lnTo>
                    <a:lnTo>
                      <a:pt x="23" y="27"/>
                    </a:lnTo>
                    <a:lnTo>
                      <a:pt x="0" y="9"/>
                    </a:lnTo>
                    <a:lnTo>
                      <a:pt x="0" y="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7" name="Freeform 1410"/>
              <p:cNvSpPr/>
              <p:nvPr/>
            </p:nvSpPr>
            <p:spPr bwMode="auto">
              <a:xfrm>
                <a:off x="7261226" y="7643813"/>
                <a:ext cx="26988" cy="14288"/>
              </a:xfrm>
              <a:custGeom>
                <a:avLst/>
                <a:gdLst>
                  <a:gd name="T0" fmla="*/ 0 w 17"/>
                  <a:gd name="T1" fmla="*/ 6 h 9"/>
                  <a:gd name="T2" fmla="*/ 16 w 17"/>
                  <a:gd name="T3" fmla="*/ 0 h 9"/>
                  <a:gd name="T4" fmla="*/ 17 w 17"/>
                  <a:gd name="T5" fmla="*/ 3 h 9"/>
                  <a:gd name="T6" fmla="*/ 1 w 17"/>
                  <a:gd name="T7" fmla="*/ 9 h 9"/>
                  <a:gd name="T8" fmla="*/ 0 w 17"/>
                  <a:gd name="T9" fmla="*/ 6 h 9"/>
                  <a:gd name="T10" fmla="*/ 0 w 17"/>
                  <a:gd name="T11" fmla="*/ 6 h 9"/>
                </a:gdLst>
                <a:ahLst/>
                <a:cxnLst>
                  <a:cxn ang="0">
                    <a:pos x="T0" y="T1"/>
                  </a:cxn>
                  <a:cxn ang="0">
                    <a:pos x="T2" y="T3"/>
                  </a:cxn>
                  <a:cxn ang="0">
                    <a:pos x="T4" y="T5"/>
                  </a:cxn>
                  <a:cxn ang="0">
                    <a:pos x="T6" y="T7"/>
                  </a:cxn>
                  <a:cxn ang="0">
                    <a:pos x="T8" y="T9"/>
                  </a:cxn>
                  <a:cxn ang="0">
                    <a:pos x="T10" y="T11"/>
                  </a:cxn>
                </a:cxnLst>
                <a:rect l="0" t="0" r="r" b="b"/>
                <a:pathLst>
                  <a:path w="17" h="9">
                    <a:moveTo>
                      <a:pt x="0" y="6"/>
                    </a:moveTo>
                    <a:lnTo>
                      <a:pt x="16" y="0"/>
                    </a:lnTo>
                    <a:lnTo>
                      <a:pt x="17" y="3"/>
                    </a:lnTo>
                    <a:lnTo>
                      <a:pt x="1" y="9"/>
                    </a:lnTo>
                    <a:lnTo>
                      <a:pt x="0" y="6"/>
                    </a:lnTo>
                    <a:lnTo>
                      <a:pt x="0" y="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8" name="Freeform 1412"/>
              <p:cNvSpPr/>
              <p:nvPr/>
            </p:nvSpPr>
            <p:spPr bwMode="auto">
              <a:xfrm>
                <a:off x="7254876" y="7639051"/>
                <a:ext cx="36513" cy="23813"/>
              </a:xfrm>
              <a:custGeom>
                <a:avLst/>
                <a:gdLst>
                  <a:gd name="T0" fmla="*/ 3 w 23"/>
                  <a:gd name="T1" fmla="*/ 13 h 15"/>
                  <a:gd name="T2" fmla="*/ 2 w 23"/>
                  <a:gd name="T3" fmla="*/ 9 h 15"/>
                  <a:gd name="T4" fmla="*/ 4 w 23"/>
                  <a:gd name="T5" fmla="*/ 9 h 15"/>
                  <a:gd name="T6" fmla="*/ 5 w 23"/>
                  <a:gd name="T7" fmla="*/ 11 h 15"/>
                  <a:gd name="T8" fmla="*/ 4 w 23"/>
                  <a:gd name="T9" fmla="*/ 9 h 15"/>
                  <a:gd name="T10" fmla="*/ 2 w 23"/>
                  <a:gd name="T11" fmla="*/ 9 h 15"/>
                  <a:gd name="T12" fmla="*/ 0 w 23"/>
                  <a:gd name="T13" fmla="*/ 7 h 15"/>
                  <a:gd name="T14" fmla="*/ 21 w 23"/>
                  <a:gd name="T15" fmla="*/ 0 h 15"/>
                  <a:gd name="T16" fmla="*/ 23 w 23"/>
                  <a:gd name="T17" fmla="*/ 7 h 15"/>
                  <a:gd name="T18" fmla="*/ 4 w 23"/>
                  <a:gd name="T19" fmla="*/ 15 h 15"/>
                  <a:gd name="T20" fmla="*/ 3 w 23"/>
                  <a:gd name="T21" fmla="*/ 13 h 15"/>
                  <a:gd name="T22" fmla="*/ 3 w 23"/>
                  <a:gd name="T23"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5">
                    <a:moveTo>
                      <a:pt x="3" y="13"/>
                    </a:moveTo>
                    <a:lnTo>
                      <a:pt x="2" y="9"/>
                    </a:lnTo>
                    <a:lnTo>
                      <a:pt x="4" y="9"/>
                    </a:lnTo>
                    <a:lnTo>
                      <a:pt x="5" y="11"/>
                    </a:lnTo>
                    <a:lnTo>
                      <a:pt x="4" y="9"/>
                    </a:lnTo>
                    <a:lnTo>
                      <a:pt x="2" y="9"/>
                    </a:lnTo>
                    <a:lnTo>
                      <a:pt x="0" y="7"/>
                    </a:lnTo>
                    <a:lnTo>
                      <a:pt x="21" y="0"/>
                    </a:lnTo>
                    <a:lnTo>
                      <a:pt x="23" y="7"/>
                    </a:lnTo>
                    <a:lnTo>
                      <a:pt x="4" y="15"/>
                    </a:lnTo>
                    <a:lnTo>
                      <a:pt x="3" y="13"/>
                    </a:lnTo>
                    <a:lnTo>
                      <a:pt x="3" y="1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9" name="Freeform 1413"/>
              <p:cNvSpPr>
                <a:spLocks noEditPoints="1"/>
              </p:cNvSpPr>
              <p:nvPr/>
            </p:nvSpPr>
            <p:spPr bwMode="auto">
              <a:xfrm>
                <a:off x="7259639" y="7629526"/>
                <a:ext cx="22225" cy="34925"/>
              </a:xfrm>
              <a:custGeom>
                <a:avLst/>
                <a:gdLst>
                  <a:gd name="T0" fmla="*/ 0 w 14"/>
                  <a:gd name="T1" fmla="*/ 0 h 22"/>
                  <a:gd name="T2" fmla="*/ 3 w 14"/>
                  <a:gd name="T3" fmla="*/ 0 h 22"/>
                  <a:gd name="T4" fmla="*/ 4 w 14"/>
                  <a:gd name="T5" fmla="*/ 12 h 22"/>
                  <a:gd name="T6" fmla="*/ 12 w 14"/>
                  <a:gd name="T7" fmla="*/ 0 h 22"/>
                  <a:gd name="T8" fmla="*/ 14 w 14"/>
                  <a:gd name="T9" fmla="*/ 1 h 22"/>
                  <a:gd name="T10" fmla="*/ 2 w 14"/>
                  <a:gd name="T11" fmla="*/ 22 h 22"/>
                  <a:gd name="T12" fmla="*/ 0 w 14"/>
                  <a:gd name="T13" fmla="*/ 0 h 22"/>
                  <a:gd name="T14" fmla="*/ 0 w 14"/>
                  <a:gd name="T15" fmla="*/ 0 h 22"/>
                  <a:gd name="T16" fmla="*/ 12 w 14"/>
                  <a:gd name="T17" fmla="*/ 0 h 22"/>
                  <a:gd name="T18" fmla="*/ 12 w 14"/>
                  <a:gd name="T19" fmla="*/ 0 h 22"/>
                  <a:gd name="T20" fmla="*/ 12 w 14"/>
                  <a:gd name="T21" fmla="*/ 0 h 22"/>
                  <a:gd name="T22" fmla="*/ 12 w 14"/>
                  <a:gd name="T23" fmla="*/ 0 h 22"/>
                  <a:gd name="T24" fmla="*/ 12 w 14"/>
                  <a:gd name="T2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22">
                    <a:moveTo>
                      <a:pt x="0" y="0"/>
                    </a:moveTo>
                    <a:lnTo>
                      <a:pt x="3" y="0"/>
                    </a:lnTo>
                    <a:lnTo>
                      <a:pt x="4" y="12"/>
                    </a:lnTo>
                    <a:lnTo>
                      <a:pt x="12" y="0"/>
                    </a:lnTo>
                    <a:lnTo>
                      <a:pt x="14" y="1"/>
                    </a:lnTo>
                    <a:lnTo>
                      <a:pt x="2" y="22"/>
                    </a:lnTo>
                    <a:lnTo>
                      <a:pt x="0" y="0"/>
                    </a:lnTo>
                    <a:lnTo>
                      <a:pt x="0" y="0"/>
                    </a:lnTo>
                    <a:close/>
                    <a:moveTo>
                      <a:pt x="12" y="0"/>
                    </a:moveTo>
                    <a:lnTo>
                      <a:pt x="12" y="0"/>
                    </a:lnTo>
                    <a:lnTo>
                      <a:pt x="12" y="0"/>
                    </a:lnTo>
                    <a:lnTo>
                      <a:pt x="12" y="0"/>
                    </a:lnTo>
                    <a:lnTo>
                      <a:pt x="1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0" name="Freeform 1414"/>
              <p:cNvSpPr/>
              <p:nvPr/>
            </p:nvSpPr>
            <p:spPr bwMode="auto">
              <a:xfrm>
                <a:off x="7254876" y="7624764"/>
                <a:ext cx="31750" cy="52388"/>
              </a:xfrm>
              <a:custGeom>
                <a:avLst/>
                <a:gdLst>
                  <a:gd name="T0" fmla="*/ 0 w 20"/>
                  <a:gd name="T1" fmla="*/ 3 h 33"/>
                  <a:gd name="T2" fmla="*/ 3 w 20"/>
                  <a:gd name="T3" fmla="*/ 3 h 33"/>
                  <a:gd name="T4" fmla="*/ 3 w 20"/>
                  <a:gd name="T5" fmla="*/ 5 h 33"/>
                  <a:gd name="T6" fmla="*/ 3 w 20"/>
                  <a:gd name="T7" fmla="*/ 3 h 33"/>
                  <a:gd name="T8" fmla="*/ 0 w 20"/>
                  <a:gd name="T9" fmla="*/ 3 h 33"/>
                  <a:gd name="T10" fmla="*/ 0 w 20"/>
                  <a:gd name="T11" fmla="*/ 2 h 33"/>
                  <a:gd name="T12" fmla="*/ 8 w 20"/>
                  <a:gd name="T13" fmla="*/ 1 h 33"/>
                  <a:gd name="T14" fmla="*/ 9 w 20"/>
                  <a:gd name="T15" fmla="*/ 9 h 33"/>
                  <a:gd name="T16" fmla="*/ 11 w 20"/>
                  <a:gd name="T17" fmla="*/ 3 h 33"/>
                  <a:gd name="T18" fmla="*/ 9 w 20"/>
                  <a:gd name="T19" fmla="*/ 1 h 33"/>
                  <a:gd name="T20" fmla="*/ 12 w 20"/>
                  <a:gd name="T21" fmla="*/ 1 h 33"/>
                  <a:gd name="T22" fmla="*/ 14 w 20"/>
                  <a:gd name="T23" fmla="*/ 0 h 33"/>
                  <a:gd name="T24" fmla="*/ 15 w 20"/>
                  <a:gd name="T25" fmla="*/ 1 h 33"/>
                  <a:gd name="T26" fmla="*/ 17 w 20"/>
                  <a:gd name="T27" fmla="*/ 1 h 33"/>
                  <a:gd name="T28" fmla="*/ 17 w 20"/>
                  <a:gd name="T29" fmla="*/ 2 h 33"/>
                  <a:gd name="T30" fmla="*/ 20 w 20"/>
                  <a:gd name="T31" fmla="*/ 4 h 33"/>
                  <a:gd name="T32" fmla="*/ 4 w 20"/>
                  <a:gd name="T33" fmla="*/ 33 h 33"/>
                  <a:gd name="T34" fmla="*/ 0 w 20"/>
                  <a:gd name="T35" fmla="*/ 3 h 33"/>
                  <a:gd name="T36" fmla="*/ 0 w 20"/>
                  <a:gd name="T37"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33">
                    <a:moveTo>
                      <a:pt x="0" y="3"/>
                    </a:moveTo>
                    <a:lnTo>
                      <a:pt x="3" y="3"/>
                    </a:lnTo>
                    <a:lnTo>
                      <a:pt x="3" y="5"/>
                    </a:lnTo>
                    <a:lnTo>
                      <a:pt x="3" y="3"/>
                    </a:lnTo>
                    <a:lnTo>
                      <a:pt x="0" y="3"/>
                    </a:lnTo>
                    <a:lnTo>
                      <a:pt x="0" y="2"/>
                    </a:lnTo>
                    <a:lnTo>
                      <a:pt x="8" y="1"/>
                    </a:lnTo>
                    <a:lnTo>
                      <a:pt x="9" y="9"/>
                    </a:lnTo>
                    <a:lnTo>
                      <a:pt x="11" y="3"/>
                    </a:lnTo>
                    <a:lnTo>
                      <a:pt x="9" y="1"/>
                    </a:lnTo>
                    <a:lnTo>
                      <a:pt x="12" y="1"/>
                    </a:lnTo>
                    <a:lnTo>
                      <a:pt x="14" y="0"/>
                    </a:lnTo>
                    <a:lnTo>
                      <a:pt x="15" y="1"/>
                    </a:lnTo>
                    <a:lnTo>
                      <a:pt x="17" y="1"/>
                    </a:lnTo>
                    <a:lnTo>
                      <a:pt x="17" y="2"/>
                    </a:lnTo>
                    <a:lnTo>
                      <a:pt x="20" y="4"/>
                    </a:lnTo>
                    <a:lnTo>
                      <a:pt x="4" y="33"/>
                    </a:lnTo>
                    <a:lnTo>
                      <a:pt x="0" y="3"/>
                    </a:ln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grpSp>
        <p:grpSp>
          <p:nvGrpSpPr>
            <p:cNvPr id="41" name="组合 40"/>
            <p:cNvGrpSpPr/>
            <p:nvPr/>
          </p:nvGrpSpPr>
          <p:grpSpPr>
            <a:xfrm>
              <a:off x="1352943" y="1828799"/>
              <a:ext cx="1894475" cy="2677671"/>
              <a:chOff x="7443789" y="7534276"/>
              <a:chExt cx="284162" cy="401638"/>
            </a:xfrm>
            <a:solidFill>
              <a:schemeClr val="tx1"/>
            </a:solidFill>
          </p:grpSpPr>
          <p:sp>
            <p:nvSpPr>
              <p:cNvPr id="42" name="Freeform 1310"/>
              <p:cNvSpPr/>
              <p:nvPr/>
            </p:nvSpPr>
            <p:spPr bwMode="auto">
              <a:xfrm>
                <a:off x="7556501" y="7875588"/>
                <a:ext cx="28575" cy="52388"/>
              </a:xfrm>
              <a:custGeom>
                <a:avLst/>
                <a:gdLst>
                  <a:gd name="T0" fmla="*/ 3 w 18"/>
                  <a:gd name="T1" fmla="*/ 0 h 33"/>
                  <a:gd name="T2" fmla="*/ 7 w 18"/>
                  <a:gd name="T3" fmla="*/ 29 h 33"/>
                  <a:gd name="T4" fmla="*/ 18 w 18"/>
                  <a:gd name="T5" fmla="*/ 29 h 33"/>
                  <a:gd name="T6" fmla="*/ 18 w 18"/>
                  <a:gd name="T7" fmla="*/ 33 h 33"/>
                  <a:gd name="T8" fmla="*/ 3 w 18"/>
                  <a:gd name="T9" fmla="*/ 33 h 33"/>
                  <a:gd name="T10" fmla="*/ 0 w 18"/>
                  <a:gd name="T11" fmla="*/ 1 h 33"/>
                  <a:gd name="T12" fmla="*/ 3 w 18"/>
                  <a:gd name="T13" fmla="*/ 0 h 33"/>
                  <a:gd name="T14" fmla="*/ 3 w 18"/>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33">
                    <a:moveTo>
                      <a:pt x="3" y="0"/>
                    </a:moveTo>
                    <a:lnTo>
                      <a:pt x="7" y="29"/>
                    </a:lnTo>
                    <a:lnTo>
                      <a:pt x="18" y="29"/>
                    </a:lnTo>
                    <a:lnTo>
                      <a:pt x="18" y="33"/>
                    </a:lnTo>
                    <a:lnTo>
                      <a:pt x="3" y="33"/>
                    </a:lnTo>
                    <a:lnTo>
                      <a:pt x="0" y="1"/>
                    </a:lnTo>
                    <a:lnTo>
                      <a:pt x="3" y="0"/>
                    </a:lnTo>
                    <a:lnTo>
                      <a:pt x="3"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3" name="Freeform 1311"/>
              <p:cNvSpPr/>
              <p:nvPr/>
            </p:nvSpPr>
            <p:spPr bwMode="auto">
              <a:xfrm>
                <a:off x="7553326" y="7872413"/>
                <a:ext cx="34925" cy="58738"/>
              </a:xfrm>
              <a:custGeom>
                <a:avLst/>
                <a:gdLst>
                  <a:gd name="T0" fmla="*/ 3 w 22"/>
                  <a:gd name="T1" fmla="*/ 37 h 37"/>
                  <a:gd name="T2" fmla="*/ 0 w 22"/>
                  <a:gd name="T3" fmla="*/ 1 h 37"/>
                  <a:gd name="T4" fmla="*/ 2 w 22"/>
                  <a:gd name="T5" fmla="*/ 1 h 37"/>
                  <a:gd name="T6" fmla="*/ 4 w 22"/>
                  <a:gd name="T7" fmla="*/ 0 h 37"/>
                  <a:gd name="T8" fmla="*/ 7 w 22"/>
                  <a:gd name="T9" fmla="*/ 0 h 37"/>
                  <a:gd name="T10" fmla="*/ 10 w 22"/>
                  <a:gd name="T11" fmla="*/ 29 h 37"/>
                  <a:gd name="T12" fmla="*/ 22 w 22"/>
                  <a:gd name="T13" fmla="*/ 29 h 37"/>
                  <a:gd name="T14" fmla="*/ 22 w 22"/>
                  <a:gd name="T15" fmla="*/ 31 h 37"/>
                  <a:gd name="T16" fmla="*/ 22 w 22"/>
                  <a:gd name="T17" fmla="*/ 37 h 37"/>
                  <a:gd name="T18" fmla="*/ 3 w 22"/>
                  <a:gd name="T19" fmla="*/ 37 h 37"/>
                  <a:gd name="T20" fmla="*/ 3 w 22"/>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37">
                    <a:moveTo>
                      <a:pt x="3" y="37"/>
                    </a:moveTo>
                    <a:lnTo>
                      <a:pt x="0" y="1"/>
                    </a:lnTo>
                    <a:lnTo>
                      <a:pt x="2" y="1"/>
                    </a:lnTo>
                    <a:lnTo>
                      <a:pt x="4" y="0"/>
                    </a:lnTo>
                    <a:lnTo>
                      <a:pt x="7" y="0"/>
                    </a:lnTo>
                    <a:lnTo>
                      <a:pt x="10" y="29"/>
                    </a:lnTo>
                    <a:lnTo>
                      <a:pt x="22" y="29"/>
                    </a:lnTo>
                    <a:lnTo>
                      <a:pt x="22" y="31"/>
                    </a:lnTo>
                    <a:lnTo>
                      <a:pt x="22" y="37"/>
                    </a:lnTo>
                    <a:lnTo>
                      <a:pt x="3" y="37"/>
                    </a:lnTo>
                    <a:lnTo>
                      <a:pt x="3" y="3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4" name="Freeform 1312"/>
              <p:cNvSpPr/>
              <p:nvPr/>
            </p:nvSpPr>
            <p:spPr bwMode="auto">
              <a:xfrm>
                <a:off x="7524751" y="7881938"/>
                <a:ext cx="22225" cy="50800"/>
              </a:xfrm>
              <a:custGeom>
                <a:avLst/>
                <a:gdLst>
                  <a:gd name="T0" fmla="*/ 8 w 14"/>
                  <a:gd name="T1" fmla="*/ 0 h 32"/>
                  <a:gd name="T2" fmla="*/ 14 w 14"/>
                  <a:gd name="T3" fmla="*/ 32 h 32"/>
                  <a:gd name="T4" fmla="*/ 0 w 14"/>
                  <a:gd name="T5" fmla="*/ 31 h 32"/>
                  <a:gd name="T6" fmla="*/ 0 w 14"/>
                  <a:gd name="T7" fmla="*/ 28 h 32"/>
                  <a:gd name="T8" fmla="*/ 10 w 14"/>
                  <a:gd name="T9" fmla="*/ 29 h 32"/>
                  <a:gd name="T10" fmla="*/ 5 w 14"/>
                  <a:gd name="T11" fmla="*/ 0 h 32"/>
                  <a:gd name="T12" fmla="*/ 8 w 14"/>
                  <a:gd name="T13" fmla="*/ 0 h 32"/>
                  <a:gd name="T14" fmla="*/ 8 w 14"/>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2">
                    <a:moveTo>
                      <a:pt x="8" y="0"/>
                    </a:moveTo>
                    <a:lnTo>
                      <a:pt x="14" y="32"/>
                    </a:lnTo>
                    <a:lnTo>
                      <a:pt x="0" y="31"/>
                    </a:lnTo>
                    <a:lnTo>
                      <a:pt x="0" y="28"/>
                    </a:lnTo>
                    <a:lnTo>
                      <a:pt x="10" y="29"/>
                    </a:lnTo>
                    <a:lnTo>
                      <a:pt x="5" y="0"/>
                    </a:lnTo>
                    <a:lnTo>
                      <a:pt x="8" y="0"/>
                    </a:lnTo>
                    <a:lnTo>
                      <a:pt x="8"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5" name="Freeform 1313"/>
              <p:cNvSpPr/>
              <p:nvPr/>
            </p:nvSpPr>
            <p:spPr bwMode="auto">
              <a:xfrm>
                <a:off x="7521576" y="7877176"/>
                <a:ext cx="28575" cy="58738"/>
              </a:xfrm>
              <a:custGeom>
                <a:avLst/>
                <a:gdLst>
                  <a:gd name="T0" fmla="*/ 0 w 18"/>
                  <a:gd name="T1" fmla="*/ 36 h 37"/>
                  <a:gd name="T2" fmla="*/ 0 w 18"/>
                  <a:gd name="T3" fmla="*/ 34 h 37"/>
                  <a:gd name="T4" fmla="*/ 0 w 18"/>
                  <a:gd name="T5" fmla="*/ 28 h 37"/>
                  <a:gd name="T6" fmla="*/ 9 w 18"/>
                  <a:gd name="T7" fmla="*/ 30 h 37"/>
                  <a:gd name="T8" fmla="*/ 5 w 18"/>
                  <a:gd name="T9" fmla="*/ 1 h 37"/>
                  <a:gd name="T10" fmla="*/ 7 w 18"/>
                  <a:gd name="T11" fmla="*/ 1 h 37"/>
                  <a:gd name="T12" fmla="*/ 10 w 18"/>
                  <a:gd name="T13" fmla="*/ 1 h 37"/>
                  <a:gd name="T14" fmla="*/ 12 w 18"/>
                  <a:gd name="T15" fmla="*/ 0 h 37"/>
                  <a:gd name="T16" fmla="*/ 18 w 18"/>
                  <a:gd name="T17" fmla="*/ 37 h 37"/>
                  <a:gd name="T18" fmla="*/ 0 w 18"/>
                  <a:gd name="T19" fmla="*/ 36 h 37"/>
                  <a:gd name="T20" fmla="*/ 0 w 18"/>
                  <a:gd name="T21"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37">
                    <a:moveTo>
                      <a:pt x="0" y="36"/>
                    </a:moveTo>
                    <a:lnTo>
                      <a:pt x="0" y="34"/>
                    </a:lnTo>
                    <a:lnTo>
                      <a:pt x="0" y="28"/>
                    </a:lnTo>
                    <a:lnTo>
                      <a:pt x="9" y="30"/>
                    </a:lnTo>
                    <a:lnTo>
                      <a:pt x="5" y="1"/>
                    </a:lnTo>
                    <a:lnTo>
                      <a:pt x="7" y="1"/>
                    </a:lnTo>
                    <a:lnTo>
                      <a:pt x="10" y="1"/>
                    </a:lnTo>
                    <a:lnTo>
                      <a:pt x="12" y="0"/>
                    </a:lnTo>
                    <a:lnTo>
                      <a:pt x="18" y="37"/>
                    </a:lnTo>
                    <a:lnTo>
                      <a:pt x="0" y="36"/>
                    </a:lnTo>
                    <a:lnTo>
                      <a:pt x="0" y="3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6" name="Freeform 1314"/>
              <p:cNvSpPr>
                <a:spLocks noEditPoints="1"/>
              </p:cNvSpPr>
              <p:nvPr/>
            </p:nvSpPr>
            <p:spPr bwMode="auto">
              <a:xfrm>
                <a:off x="7497764" y="7729538"/>
                <a:ext cx="104775" cy="155575"/>
              </a:xfrm>
              <a:custGeom>
                <a:avLst/>
                <a:gdLst>
                  <a:gd name="T0" fmla="*/ 13 w 60"/>
                  <a:gd name="T1" fmla="*/ 12 h 90"/>
                  <a:gd name="T2" fmla="*/ 36 w 60"/>
                  <a:gd name="T3" fmla="*/ 2 h 90"/>
                  <a:gd name="T4" fmla="*/ 36 w 60"/>
                  <a:gd name="T5" fmla="*/ 2 h 90"/>
                  <a:gd name="T6" fmla="*/ 52 w 60"/>
                  <a:gd name="T7" fmla="*/ 20 h 90"/>
                  <a:gd name="T8" fmla="*/ 52 w 60"/>
                  <a:gd name="T9" fmla="*/ 20 h 90"/>
                  <a:gd name="T10" fmla="*/ 58 w 60"/>
                  <a:gd name="T11" fmla="*/ 53 h 90"/>
                  <a:gd name="T12" fmla="*/ 58 w 60"/>
                  <a:gd name="T13" fmla="*/ 53 h 90"/>
                  <a:gd name="T14" fmla="*/ 42 w 60"/>
                  <a:gd name="T15" fmla="*/ 80 h 90"/>
                  <a:gd name="T16" fmla="*/ 42 w 60"/>
                  <a:gd name="T17" fmla="*/ 80 h 90"/>
                  <a:gd name="T18" fmla="*/ 22 w 60"/>
                  <a:gd name="T19" fmla="*/ 89 h 90"/>
                  <a:gd name="T20" fmla="*/ 22 w 60"/>
                  <a:gd name="T21" fmla="*/ 89 h 90"/>
                  <a:gd name="T22" fmla="*/ 6 w 60"/>
                  <a:gd name="T23" fmla="*/ 72 h 90"/>
                  <a:gd name="T24" fmla="*/ 6 w 60"/>
                  <a:gd name="T25" fmla="*/ 72 h 90"/>
                  <a:gd name="T26" fmla="*/ 2 w 60"/>
                  <a:gd name="T27" fmla="*/ 40 h 90"/>
                  <a:gd name="T28" fmla="*/ 2 w 60"/>
                  <a:gd name="T29" fmla="*/ 40 h 90"/>
                  <a:gd name="T30" fmla="*/ 13 w 60"/>
                  <a:gd name="T31" fmla="*/ 12 h 90"/>
                  <a:gd name="T32" fmla="*/ 50 w 60"/>
                  <a:gd name="T33" fmla="*/ 21 h 90"/>
                  <a:gd name="T34" fmla="*/ 35 w 60"/>
                  <a:gd name="T35" fmla="*/ 5 h 90"/>
                  <a:gd name="T36" fmla="*/ 35 w 60"/>
                  <a:gd name="T37" fmla="*/ 5 h 90"/>
                  <a:gd name="T38" fmla="*/ 15 w 60"/>
                  <a:gd name="T39" fmla="*/ 13 h 90"/>
                  <a:gd name="T40" fmla="*/ 15 w 60"/>
                  <a:gd name="T41" fmla="*/ 13 h 90"/>
                  <a:gd name="T42" fmla="*/ 5 w 60"/>
                  <a:gd name="T43" fmla="*/ 41 h 90"/>
                  <a:gd name="T44" fmla="*/ 5 w 60"/>
                  <a:gd name="T45" fmla="*/ 41 h 90"/>
                  <a:gd name="T46" fmla="*/ 9 w 60"/>
                  <a:gd name="T47" fmla="*/ 71 h 90"/>
                  <a:gd name="T48" fmla="*/ 9 w 60"/>
                  <a:gd name="T49" fmla="*/ 71 h 90"/>
                  <a:gd name="T50" fmla="*/ 22 w 60"/>
                  <a:gd name="T51" fmla="*/ 86 h 90"/>
                  <a:gd name="T52" fmla="*/ 22 w 60"/>
                  <a:gd name="T53" fmla="*/ 86 h 90"/>
                  <a:gd name="T54" fmla="*/ 40 w 60"/>
                  <a:gd name="T55" fmla="*/ 78 h 90"/>
                  <a:gd name="T56" fmla="*/ 40 w 60"/>
                  <a:gd name="T57" fmla="*/ 78 h 90"/>
                  <a:gd name="T58" fmla="*/ 55 w 60"/>
                  <a:gd name="T59" fmla="*/ 52 h 90"/>
                  <a:gd name="T60" fmla="*/ 55 w 60"/>
                  <a:gd name="T61" fmla="*/ 52 h 90"/>
                  <a:gd name="T62" fmla="*/ 55 w 60"/>
                  <a:gd name="T63" fmla="*/ 52 h 90"/>
                  <a:gd name="T64" fmla="*/ 55 w 60"/>
                  <a:gd name="T65" fmla="*/ 52 h 90"/>
                  <a:gd name="T66" fmla="*/ 50 w 60"/>
                  <a:gd name="T67" fmla="*/ 2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0" h="90">
                    <a:moveTo>
                      <a:pt x="13" y="12"/>
                    </a:moveTo>
                    <a:cubicBezTo>
                      <a:pt x="19" y="4"/>
                      <a:pt x="26" y="0"/>
                      <a:pt x="36" y="2"/>
                    </a:cubicBezTo>
                    <a:cubicBezTo>
                      <a:pt x="36" y="2"/>
                      <a:pt x="36" y="2"/>
                      <a:pt x="36" y="2"/>
                    </a:cubicBezTo>
                    <a:cubicBezTo>
                      <a:pt x="41" y="3"/>
                      <a:pt x="48" y="11"/>
                      <a:pt x="52" y="20"/>
                    </a:cubicBezTo>
                    <a:cubicBezTo>
                      <a:pt x="52" y="20"/>
                      <a:pt x="52" y="20"/>
                      <a:pt x="52" y="20"/>
                    </a:cubicBezTo>
                    <a:cubicBezTo>
                      <a:pt x="57" y="29"/>
                      <a:pt x="60" y="41"/>
                      <a:pt x="58" y="53"/>
                    </a:cubicBezTo>
                    <a:cubicBezTo>
                      <a:pt x="58" y="53"/>
                      <a:pt x="58" y="53"/>
                      <a:pt x="58" y="53"/>
                    </a:cubicBezTo>
                    <a:cubicBezTo>
                      <a:pt x="55" y="64"/>
                      <a:pt x="49" y="73"/>
                      <a:pt x="42" y="80"/>
                    </a:cubicBezTo>
                    <a:cubicBezTo>
                      <a:pt x="42" y="80"/>
                      <a:pt x="42" y="80"/>
                      <a:pt x="42" y="80"/>
                    </a:cubicBezTo>
                    <a:cubicBezTo>
                      <a:pt x="35" y="86"/>
                      <a:pt x="27" y="90"/>
                      <a:pt x="22" y="89"/>
                    </a:cubicBezTo>
                    <a:cubicBezTo>
                      <a:pt x="22" y="89"/>
                      <a:pt x="22" y="89"/>
                      <a:pt x="22" y="89"/>
                    </a:cubicBezTo>
                    <a:cubicBezTo>
                      <a:pt x="16" y="88"/>
                      <a:pt x="10" y="81"/>
                      <a:pt x="6" y="72"/>
                    </a:cubicBezTo>
                    <a:cubicBezTo>
                      <a:pt x="6" y="72"/>
                      <a:pt x="6" y="72"/>
                      <a:pt x="6" y="72"/>
                    </a:cubicBezTo>
                    <a:cubicBezTo>
                      <a:pt x="2" y="63"/>
                      <a:pt x="0" y="51"/>
                      <a:pt x="2" y="40"/>
                    </a:cubicBezTo>
                    <a:cubicBezTo>
                      <a:pt x="2" y="40"/>
                      <a:pt x="2" y="40"/>
                      <a:pt x="2" y="40"/>
                    </a:cubicBezTo>
                    <a:cubicBezTo>
                      <a:pt x="4" y="29"/>
                      <a:pt x="8" y="19"/>
                      <a:pt x="13" y="12"/>
                    </a:cubicBezTo>
                    <a:close/>
                    <a:moveTo>
                      <a:pt x="50" y="21"/>
                    </a:moveTo>
                    <a:cubicBezTo>
                      <a:pt x="46" y="12"/>
                      <a:pt x="39" y="5"/>
                      <a:pt x="35" y="5"/>
                    </a:cubicBezTo>
                    <a:cubicBezTo>
                      <a:pt x="35" y="5"/>
                      <a:pt x="35" y="5"/>
                      <a:pt x="35" y="5"/>
                    </a:cubicBezTo>
                    <a:cubicBezTo>
                      <a:pt x="27" y="3"/>
                      <a:pt x="21" y="6"/>
                      <a:pt x="15" y="13"/>
                    </a:cubicBezTo>
                    <a:cubicBezTo>
                      <a:pt x="15" y="13"/>
                      <a:pt x="15" y="13"/>
                      <a:pt x="15" y="13"/>
                    </a:cubicBezTo>
                    <a:cubicBezTo>
                      <a:pt x="10" y="20"/>
                      <a:pt x="7" y="30"/>
                      <a:pt x="5" y="41"/>
                    </a:cubicBezTo>
                    <a:cubicBezTo>
                      <a:pt x="5" y="41"/>
                      <a:pt x="5" y="41"/>
                      <a:pt x="5" y="41"/>
                    </a:cubicBezTo>
                    <a:cubicBezTo>
                      <a:pt x="2" y="51"/>
                      <a:pt x="5" y="62"/>
                      <a:pt x="9" y="71"/>
                    </a:cubicBezTo>
                    <a:cubicBezTo>
                      <a:pt x="9" y="71"/>
                      <a:pt x="9" y="71"/>
                      <a:pt x="9" y="71"/>
                    </a:cubicBezTo>
                    <a:cubicBezTo>
                      <a:pt x="12" y="80"/>
                      <a:pt x="18" y="86"/>
                      <a:pt x="22" y="86"/>
                    </a:cubicBezTo>
                    <a:cubicBezTo>
                      <a:pt x="22" y="86"/>
                      <a:pt x="22" y="86"/>
                      <a:pt x="22" y="86"/>
                    </a:cubicBezTo>
                    <a:cubicBezTo>
                      <a:pt x="26" y="87"/>
                      <a:pt x="33" y="84"/>
                      <a:pt x="40" y="78"/>
                    </a:cubicBezTo>
                    <a:cubicBezTo>
                      <a:pt x="40" y="78"/>
                      <a:pt x="40" y="78"/>
                      <a:pt x="40" y="78"/>
                    </a:cubicBezTo>
                    <a:cubicBezTo>
                      <a:pt x="47" y="72"/>
                      <a:pt x="53" y="63"/>
                      <a:pt x="55" y="52"/>
                    </a:cubicBezTo>
                    <a:cubicBezTo>
                      <a:pt x="55" y="52"/>
                      <a:pt x="55" y="52"/>
                      <a:pt x="55" y="52"/>
                    </a:cubicBezTo>
                    <a:cubicBezTo>
                      <a:pt x="55" y="52"/>
                      <a:pt x="55" y="52"/>
                      <a:pt x="55" y="52"/>
                    </a:cubicBezTo>
                    <a:cubicBezTo>
                      <a:pt x="55" y="52"/>
                      <a:pt x="55" y="52"/>
                      <a:pt x="55" y="52"/>
                    </a:cubicBezTo>
                    <a:cubicBezTo>
                      <a:pt x="57" y="42"/>
                      <a:pt x="55" y="30"/>
                      <a:pt x="50"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7" name="Freeform 1315"/>
              <p:cNvSpPr>
                <a:spLocks noEditPoints="1"/>
              </p:cNvSpPr>
              <p:nvPr/>
            </p:nvSpPr>
            <p:spPr bwMode="auto">
              <a:xfrm>
                <a:off x="7496176" y="7727951"/>
                <a:ext cx="107950" cy="158750"/>
              </a:xfrm>
              <a:custGeom>
                <a:avLst/>
                <a:gdLst>
                  <a:gd name="T0" fmla="*/ 22 w 62"/>
                  <a:gd name="T1" fmla="*/ 92 h 92"/>
                  <a:gd name="T2" fmla="*/ 5 w 62"/>
                  <a:gd name="T3" fmla="*/ 74 h 92"/>
                  <a:gd name="T4" fmla="*/ 5 w 62"/>
                  <a:gd name="T5" fmla="*/ 74 h 92"/>
                  <a:gd name="T6" fmla="*/ 0 w 62"/>
                  <a:gd name="T7" fmla="*/ 51 h 92"/>
                  <a:gd name="T8" fmla="*/ 0 w 62"/>
                  <a:gd name="T9" fmla="*/ 51 h 92"/>
                  <a:gd name="T10" fmla="*/ 1 w 62"/>
                  <a:gd name="T11" fmla="*/ 41 h 92"/>
                  <a:gd name="T12" fmla="*/ 1 w 62"/>
                  <a:gd name="T13" fmla="*/ 41 h 92"/>
                  <a:gd name="T14" fmla="*/ 13 w 62"/>
                  <a:gd name="T15" fmla="*/ 11 h 92"/>
                  <a:gd name="T16" fmla="*/ 13 w 62"/>
                  <a:gd name="T17" fmla="*/ 11 h 92"/>
                  <a:gd name="T18" fmla="*/ 13 w 62"/>
                  <a:gd name="T19" fmla="*/ 11 h 92"/>
                  <a:gd name="T20" fmla="*/ 32 w 62"/>
                  <a:gd name="T21" fmla="*/ 0 h 92"/>
                  <a:gd name="T22" fmla="*/ 32 w 62"/>
                  <a:gd name="T23" fmla="*/ 0 h 92"/>
                  <a:gd name="T24" fmla="*/ 37 w 62"/>
                  <a:gd name="T25" fmla="*/ 1 h 92"/>
                  <a:gd name="T26" fmla="*/ 37 w 62"/>
                  <a:gd name="T27" fmla="*/ 1 h 92"/>
                  <a:gd name="T28" fmla="*/ 55 w 62"/>
                  <a:gd name="T29" fmla="*/ 20 h 92"/>
                  <a:gd name="T30" fmla="*/ 55 w 62"/>
                  <a:gd name="T31" fmla="*/ 20 h 92"/>
                  <a:gd name="T32" fmla="*/ 62 w 62"/>
                  <a:gd name="T33" fmla="*/ 45 h 92"/>
                  <a:gd name="T34" fmla="*/ 62 w 62"/>
                  <a:gd name="T35" fmla="*/ 45 h 92"/>
                  <a:gd name="T36" fmla="*/ 61 w 62"/>
                  <a:gd name="T37" fmla="*/ 54 h 92"/>
                  <a:gd name="T38" fmla="*/ 61 w 62"/>
                  <a:gd name="T39" fmla="*/ 54 h 92"/>
                  <a:gd name="T40" fmla="*/ 44 w 62"/>
                  <a:gd name="T41" fmla="*/ 82 h 92"/>
                  <a:gd name="T42" fmla="*/ 44 w 62"/>
                  <a:gd name="T43" fmla="*/ 82 h 92"/>
                  <a:gd name="T44" fmla="*/ 25 w 62"/>
                  <a:gd name="T45" fmla="*/ 92 h 92"/>
                  <a:gd name="T46" fmla="*/ 25 w 62"/>
                  <a:gd name="T47" fmla="*/ 92 h 92"/>
                  <a:gd name="T48" fmla="*/ 22 w 62"/>
                  <a:gd name="T49" fmla="*/ 92 h 92"/>
                  <a:gd name="T50" fmla="*/ 18 w 62"/>
                  <a:gd name="T51" fmla="*/ 15 h 92"/>
                  <a:gd name="T52" fmla="*/ 8 w 62"/>
                  <a:gd name="T53" fmla="*/ 42 h 92"/>
                  <a:gd name="T54" fmla="*/ 8 w 62"/>
                  <a:gd name="T55" fmla="*/ 42 h 92"/>
                  <a:gd name="T56" fmla="*/ 7 w 62"/>
                  <a:gd name="T57" fmla="*/ 51 h 92"/>
                  <a:gd name="T58" fmla="*/ 7 w 62"/>
                  <a:gd name="T59" fmla="*/ 51 h 92"/>
                  <a:gd name="T60" fmla="*/ 11 w 62"/>
                  <a:gd name="T61" fmla="*/ 71 h 92"/>
                  <a:gd name="T62" fmla="*/ 11 w 62"/>
                  <a:gd name="T63" fmla="*/ 71 h 92"/>
                  <a:gd name="T64" fmla="*/ 24 w 62"/>
                  <a:gd name="T65" fmla="*/ 85 h 92"/>
                  <a:gd name="T66" fmla="*/ 24 w 62"/>
                  <a:gd name="T67" fmla="*/ 85 h 92"/>
                  <a:gd name="T68" fmla="*/ 25 w 62"/>
                  <a:gd name="T69" fmla="*/ 86 h 92"/>
                  <a:gd name="T70" fmla="*/ 25 w 62"/>
                  <a:gd name="T71" fmla="*/ 86 h 92"/>
                  <a:gd name="T72" fmla="*/ 39 w 62"/>
                  <a:gd name="T73" fmla="*/ 77 h 92"/>
                  <a:gd name="T74" fmla="*/ 39 w 62"/>
                  <a:gd name="T75" fmla="*/ 77 h 92"/>
                  <a:gd name="T76" fmla="*/ 54 w 62"/>
                  <a:gd name="T77" fmla="*/ 52 h 92"/>
                  <a:gd name="T78" fmla="*/ 54 w 62"/>
                  <a:gd name="T79" fmla="*/ 52 h 92"/>
                  <a:gd name="T80" fmla="*/ 54 w 62"/>
                  <a:gd name="T81" fmla="*/ 53 h 92"/>
                  <a:gd name="T82" fmla="*/ 55 w 62"/>
                  <a:gd name="T83" fmla="*/ 45 h 92"/>
                  <a:gd name="T84" fmla="*/ 55 w 62"/>
                  <a:gd name="T85" fmla="*/ 45 h 92"/>
                  <a:gd name="T86" fmla="*/ 49 w 62"/>
                  <a:gd name="T87" fmla="*/ 23 h 92"/>
                  <a:gd name="T88" fmla="*/ 49 w 62"/>
                  <a:gd name="T89" fmla="*/ 23 h 92"/>
                  <a:gd name="T90" fmla="*/ 51 w 62"/>
                  <a:gd name="T91" fmla="*/ 22 h 92"/>
                  <a:gd name="T92" fmla="*/ 49 w 62"/>
                  <a:gd name="T93" fmla="*/ 23 h 92"/>
                  <a:gd name="T94" fmla="*/ 36 w 62"/>
                  <a:gd name="T95" fmla="*/ 8 h 92"/>
                  <a:gd name="T96" fmla="*/ 36 w 62"/>
                  <a:gd name="T97" fmla="*/ 8 h 92"/>
                  <a:gd name="T98" fmla="*/ 32 w 62"/>
                  <a:gd name="T99" fmla="*/ 7 h 92"/>
                  <a:gd name="T100" fmla="*/ 32 w 62"/>
                  <a:gd name="T101" fmla="*/ 7 h 92"/>
                  <a:gd name="T102" fmla="*/ 18 w 62"/>
                  <a:gd name="T103" fmla="*/ 15 h 92"/>
                  <a:gd name="T104" fmla="*/ 15 w 62"/>
                  <a:gd name="T105" fmla="*/ 13 h 92"/>
                  <a:gd name="T106" fmla="*/ 15 w 62"/>
                  <a:gd name="T107" fmla="*/ 13 h 92"/>
                  <a:gd name="T108" fmla="*/ 15 w 62"/>
                  <a:gd name="T109" fmla="*/ 13 h 92"/>
                  <a:gd name="T110" fmla="*/ 14 w 62"/>
                  <a:gd name="T111" fmla="*/ 13 h 92"/>
                  <a:gd name="T112" fmla="*/ 15 w 62"/>
                  <a:gd name="T113" fmla="*/ 1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2" h="92">
                    <a:moveTo>
                      <a:pt x="22" y="92"/>
                    </a:moveTo>
                    <a:cubicBezTo>
                      <a:pt x="15" y="90"/>
                      <a:pt x="10" y="83"/>
                      <a:pt x="5" y="74"/>
                    </a:cubicBezTo>
                    <a:cubicBezTo>
                      <a:pt x="5" y="74"/>
                      <a:pt x="5" y="74"/>
                      <a:pt x="5" y="74"/>
                    </a:cubicBezTo>
                    <a:cubicBezTo>
                      <a:pt x="2" y="67"/>
                      <a:pt x="0" y="59"/>
                      <a:pt x="0" y="51"/>
                    </a:cubicBezTo>
                    <a:cubicBezTo>
                      <a:pt x="0" y="51"/>
                      <a:pt x="0" y="51"/>
                      <a:pt x="0" y="51"/>
                    </a:cubicBezTo>
                    <a:cubicBezTo>
                      <a:pt x="0" y="47"/>
                      <a:pt x="0" y="44"/>
                      <a:pt x="1" y="41"/>
                    </a:cubicBezTo>
                    <a:cubicBezTo>
                      <a:pt x="1" y="41"/>
                      <a:pt x="1" y="41"/>
                      <a:pt x="1" y="41"/>
                    </a:cubicBezTo>
                    <a:cubicBezTo>
                      <a:pt x="3" y="30"/>
                      <a:pt x="7" y="19"/>
                      <a:pt x="13" y="11"/>
                    </a:cubicBezTo>
                    <a:cubicBezTo>
                      <a:pt x="13" y="11"/>
                      <a:pt x="13" y="11"/>
                      <a:pt x="13" y="11"/>
                    </a:cubicBezTo>
                    <a:cubicBezTo>
                      <a:pt x="13" y="11"/>
                      <a:pt x="13" y="11"/>
                      <a:pt x="13" y="11"/>
                    </a:cubicBezTo>
                    <a:cubicBezTo>
                      <a:pt x="17" y="5"/>
                      <a:pt x="24" y="0"/>
                      <a:pt x="32" y="0"/>
                    </a:cubicBezTo>
                    <a:cubicBezTo>
                      <a:pt x="32" y="0"/>
                      <a:pt x="32" y="0"/>
                      <a:pt x="32" y="0"/>
                    </a:cubicBezTo>
                    <a:cubicBezTo>
                      <a:pt x="34" y="0"/>
                      <a:pt x="36" y="1"/>
                      <a:pt x="37" y="1"/>
                    </a:cubicBezTo>
                    <a:cubicBezTo>
                      <a:pt x="37" y="1"/>
                      <a:pt x="37" y="1"/>
                      <a:pt x="37" y="1"/>
                    </a:cubicBezTo>
                    <a:cubicBezTo>
                      <a:pt x="44" y="3"/>
                      <a:pt x="50" y="10"/>
                      <a:pt x="55" y="20"/>
                    </a:cubicBezTo>
                    <a:cubicBezTo>
                      <a:pt x="55" y="20"/>
                      <a:pt x="55" y="20"/>
                      <a:pt x="55" y="20"/>
                    </a:cubicBezTo>
                    <a:cubicBezTo>
                      <a:pt x="59" y="27"/>
                      <a:pt x="62" y="36"/>
                      <a:pt x="62" y="45"/>
                    </a:cubicBezTo>
                    <a:cubicBezTo>
                      <a:pt x="62" y="45"/>
                      <a:pt x="62" y="45"/>
                      <a:pt x="62" y="45"/>
                    </a:cubicBezTo>
                    <a:cubicBezTo>
                      <a:pt x="62" y="48"/>
                      <a:pt x="61" y="51"/>
                      <a:pt x="61" y="54"/>
                    </a:cubicBezTo>
                    <a:cubicBezTo>
                      <a:pt x="61" y="54"/>
                      <a:pt x="61" y="54"/>
                      <a:pt x="61" y="54"/>
                    </a:cubicBezTo>
                    <a:cubicBezTo>
                      <a:pt x="58" y="66"/>
                      <a:pt x="51" y="76"/>
                      <a:pt x="44" y="82"/>
                    </a:cubicBezTo>
                    <a:cubicBezTo>
                      <a:pt x="44" y="82"/>
                      <a:pt x="44" y="82"/>
                      <a:pt x="44" y="82"/>
                    </a:cubicBezTo>
                    <a:cubicBezTo>
                      <a:pt x="38" y="88"/>
                      <a:pt x="31" y="92"/>
                      <a:pt x="25" y="92"/>
                    </a:cubicBezTo>
                    <a:cubicBezTo>
                      <a:pt x="25" y="92"/>
                      <a:pt x="25" y="92"/>
                      <a:pt x="25" y="92"/>
                    </a:cubicBezTo>
                    <a:cubicBezTo>
                      <a:pt x="24" y="92"/>
                      <a:pt x="23" y="92"/>
                      <a:pt x="22" y="92"/>
                    </a:cubicBezTo>
                    <a:close/>
                    <a:moveTo>
                      <a:pt x="18" y="15"/>
                    </a:moveTo>
                    <a:cubicBezTo>
                      <a:pt x="13" y="22"/>
                      <a:pt x="10" y="32"/>
                      <a:pt x="8" y="42"/>
                    </a:cubicBezTo>
                    <a:cubicBezTo>
                      <a:pt x="8" y="42"/>
                      <a:pt x="8" y="42"/>
                      <a:pt x="8" y="42"/>
                    </a:cubicBezTo>
                    <a:cubicBezTo>
                      <a:pt x="7" y="45"/>
                      <a:pt x="7" y="48"/>
                      <a:pt x="7" y="51"/>
                    </a:cubicBezTo>
                    <a:cubicBezTo>
                      <a:pt x="7" y="51"/>
                      <a:pt x="7" y="51"/>
                      <a:pt x="7" y="51"/>
                    </a:cubicBezTo>
                    <a:cubicBezTo>
                      <a:pt x="7" y="58"/>
                      <a:pt x="9" y="65"/>
                      <a:pt x="11" y="71"/>
                    </a:cubicBezTo>
                    <a:cubicBezTo>
                      <a:pt x="11" y="71"/>
                      <a:pt x="11" y="71"/>
                      <a:pt x="11" y="71"/>
                    </a:cubicBezTo>
                    <a:cubicBezTo>
                      <a:pt x="15" y="79"/>
                      <a:pt x="21" y="85"/>
                      <a:pt x="24" y="85"/>
                    </a:cubicBezTo>
                    <a:cubicBezTo>
                      <a:pt x="24" y="85"/>
                      <a:pt x="24" y="85"/>
                      <a:pt x="24" y="85"/>
                    </a:cubicBezTo>
                    <a:cubicBezTo>
                      <a:pt x="24" y="86"/>
                      <a:pt x="24" y="86"/>
                      <a:pt x="25" y="86"/>
                    </a:cubicBezTo>
                    <a:cubicBezTo>
                      <a:pt x="25" y="86"/>
                      <a:pt x="25" y="86"/>
                      <a:pt x="25" y="86"/>
                    </a:cubicBezTo>
                    <a:cubicBezTo>
                      <a:pt x="28" y="86"/>
                      <a:pt x="34" y="83"/>
                      <a:pt x="39" y="77"/>
                    </a:cubicBezTo>
                    <a:cubicBezTo>
                      <a:pt x="39" y="77"/>
                      <a:pt x="39" y="77"/>
                      <a:pt x="39" y="77"/>
                    </a:cubicBezTo>
                    <a:cubicBezTo>
                      <a:pt x="46" y="71"/>
                      <a:pt x="52" y="63"/>
                      <a:pt x="54" y="52"/>
                    </a:cubicBezTo>
                    <a:cubicBezTo>
                      <a:pt x="54" y="52"/>
                      <a:pt x="54" y="52"/>
                      <a:pt x="54" y="52"/>
                    </a:cubicBezTo>
                    <a:cubicBezTo>
                      <a:pt x="54" y="53"/>
                      <a:pt x="54" y="53"/>
                      <a:pt x="54" y="53"/>
                    </a:cubicBezTo>
                    <a:cubicBezTo>
                      <a:pt x="55" y="50"/>
                      <a:pt x="55" y="48"/>
                      <a:pt x="55" y="45"/>
                    </a:cubicBezTo>
                    <a:cubicBezTo>
                      <a:pt x="55" y="45"/>
                      <a:pt x="55" y="45"/>
                      <a:pt x="55" y="45"/>
                    </a:cubicBezTo>
                    <a:cubicBezTo>
                      <a:pt x="55" y="38"/>
                      <a:pt x="53" y="30"/>
                      <a:pt x="49" y="23"/>
                    </a:cubicBezTo>
                    <a:cubicBezTo>
                      <a:pt x="49" y="23"/>
                      <a:pt x="49" y="23"/>
                      <a:pt x="49" y="23"/>
                    </a:cubicBezTo>
                    <a:cubicBezTo>
                      <a:pt x="51" y="22"/>
                      <a:pt x="51" y="22"/>
                      <a:pt x="51" y="22"/>
                    </a:cubicBezTo>
                    <a:cubicBezTo>
                      <a:pt x="49" y="23"/>
                      <a:pt x="49" y="23"/>
                      <a:pt x="49" y="23"/>
                    </a:cubicBezTo>
                    <a:cubicBezTo>
                      <a:pt x="45" y="14"/>
                      <a:pt x="38" y="8"/>
                      <a:pt x="36" y="8"/>
                    </a:cubicBezTo>
                    <a:cubicBezTo>
                      <a:pt x="36" y="8"/>
                      <a:pt x="36" y="8"/>
                      <a:pt x="36" y="8"/>
                    </a:cubicBezTo>
                    <a:cubicBezTo>
                      <a:pt x="34" y="7"/>
                      <a:pt x="33" y="7"/>
                      <a:pt x="32" y="7"/>
                    </a:cubicBezTo>
                    <a:cubicBezTo>
                      <a:pt x="32" y="7"/>
                      <a:pt x="32" y="7"/>
                      <a:pt x="32" y="7"/>
                    </a:cubicBezTo>
                    <a:cubicBezTo>
                      <a:pt x="26" y="7"/>
                      <a:pt x="22" y="10"/>
                      <a:pt x="18" y="15"/>
                    </a:cubicBezTo>
                    <a:close/>
                    <a:moveTo>
                      <a:pt x="15" y="13"/>
                    </a:moveTo>
                    <a:cubicBezTo>
                      <a:pt x="15" y="13"/>
                      <a:pt x="15" y="13"/>
                      <a:pt x="15" y="13"/>
                    </a:cubicBezTo>
                    <a:cubicBezTo>
                      <a:pt x="15" y="13"/>
                      <a:pt x="15" y="13"/>
                      <a:pt x="15" y="13"/>
                    </a:cubicBezTo>
                    <a:cubicBezTo>
                      <a:pt x="14" y="13"/>
                      <a:pt x="14" y="13"/>
                      <a:pt x="14" y="13"/>
                    </a:cubicBezTo>
                    <a:cubicBezTo>
                      <a:pt x="15" y="13"/>
                      <a:pt x="15" y="13"/>
                      <a:pt x="1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8" name="Freeform 1316"/>
              <p:cNvSpPr/>
              <p:nvPr/>
            </p:nvSpPr>
            <p:spPr bwMode="auto">
              <a:xfrm>
                <a:off x="7502526" y="7791451"/>
                <a:ext cx="92075" cy="11113"/>
              </a:xfrm>
              <a:custGeom>
                <a:avLst/>
                <a:gdLst>
                  <a:gd name="T0" fmla="*/ 58 w 58"/>
                  <a:gd name="T1" fmla="*/ 0 h 7"/>
                  <a:gd name="T2" fmla="*/ 58 w 58"/>
                  <a:gd name="T3" fmla="*/ 3 h 7"/>
                  <a:gd name="T4" fmla="*/ 0 w 58"/>
                  <a:gd name="T5" fmla="*/ 7 h 7"/>
                  <a:gd name="T6" fmla="*/ 0 w 58"/>
                  <a:gd name="T7" fmla="*/ 3 h 7"/>
                  <a:gd name="T8" fmla="*/ 58 w 58"/>
                  <a:gd name="T9" fmla="*/ 0 h 7"/>
                  <a:gd name="T10" fmla="*/ 58 w 58"/>
                  <a:gd name="T11" fmla="*/ 0 h 7"/>
                </a:gdLst>
                <a:ahLst/>
                <a:cxnLst>
                  <a:cxn ang="0">
                    <a:pos x="T0" y="T1"/>
                  </a:cxn>
                  <a:cxn ang="0">
                    <a:pos x="T2" y="T3"/>
                  </a:cxn>
                  <a:cxn ang="0">
                    <a:pos x="T4" y="T5"/>
                  </a:cxn>
                  <a:cxn ang="0">
                    <a:pos x="T6" y="T7"/>
                  </a:cxn>
                  <a:cxn ang="0">
                    <a:pos x="T8" y="T9"/>
                  </a:cxn>
                  <a:cxn ang="0">
                    <a:pos x="T10" y="T11"/>
                  </a:cxn>
                </a:cxnLst>
                <a:rect l="0" t="0" r="r" b="b"/>
                <a:pathLst>
                  <a:path w="58" h="7">
                    <a:moveTo>
                      <a:pt x="58" y="0"/>
                    </a:moveTo>
                    <a:lnTo>
                      <a:pt x="58" y="3"/>
                    </a:lnTo>
                    <a:lnTo>
                      <a:pt x="0" y="7"/>
                    </a:lnTo>
                    <a:lnTo>
                      <a:pt x="0" y="3"/>
                    </a:lnTo>
                    <a:lnTo>
                      <a:pt x="58" y="0"/>
                    </a:lnTo>
                    <a:lnTo>
                      <a:pt x="58"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9" name="Freeform 1317"/>
              <p:cNvSpPr/>
              <p:nvPr/>
            </p:nvSpPr>
            <p:spPr bwMode="auto">
              <a:xfrm>
                <a:off x="7499351" y="7788276"/>
                <a:ext cx="100013" cy="17463"/>
              </a:xfrm>
              <a:custGeom>
                <a:avLst/>
                <a:gdLst>
                  <a:gd name="T0" fmla="*/ 0 w 63"/>
                  <a:gd name="T1" fmla="*/ 9 h 11"/>
                  <a:gd name="T2" fmla="*/ 0 w 63"/>
                  <a:gd name="T3" fmla="*/ 3 h 11"/>
                  <a:gd name="T4" fmla="*/ 60 w 63"/>
                  <a:gd name="T5" fmla="*/ 0 h 11"/>
                  <a:gd name="T6" fmla="*/ 63 w 63"/>
                  <a:gd name="T7" fmla="*/ 0 h 11"/>
                  <a:gd name="T8" fmla="*/ 63 w 63"/>
                  <a:gd name="T9" fmla="*/ 2 h 11"/>
                  <a:gd name="T10" fmla="*/ 63 w 63"/>
                  <a:gd name="T11" fmla="*/ 8 h 11"/>
                  <a:gd name="T12" fmla="*/ 1 w 63"/>
                  <a:gd name="T13" fmla="*/ 11 h 11"/>
                  <a:gd name="T14" fmla="*/ 0 w 63"/>
                  <a:gd name="T15" fmla="*/ 9 h 11"/>
                  <a:gd name="T16" fmla="*/ 0 w 63"/>
                  <a:gd name="T1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11">
                    <a:moveTo>
                      <a:pt x="0" y="9"/>
                    </a:moveTo>
                    <a:lnTo>
                      <a:pt x="0" y="3"/>
                    </a:lnTo>
                    <a:lnTo>
                      <a:pt x="60" y="0"/>
                    </a:lnTo>
                    <a:lnTo>
                      <a:pt x="63" y="0"/>
                    </a:lnTo>
                    <a:lnTo>
                      <a:pt x="63" y="2"/>
                    </a:lnTo>
                    <a:lnTo>
                      <a:pt x="63" y="8"/>
                    </a:lnTo>
                    <a:lnTo>
                      <a:pt x="1" y="11"/>
                    </a:lnTo>
                    <a:lnTo>
                      <a:pt x="0" y="9"/>
                    </a:lnTo>
                    <a:lnTo>
                      <a:pt x="0" y="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0" name="Freeform 1318"/>
              <p:cNvSpPr>
                <a:spLocks noEditPoints="1"/>
              </p:cNvSpPr>
              <p:nvPr/>
            </p:nvSpPr>
            <p:spPr bwMode="auto">
              <a:xfrm>
                <a:off x="7573964" y="7661276"/>
                <a:ext cx="128588" cy="90488"/>
              </a:xfrm>
              <a:custGeom>
                <a:avLst/>
                <a:gdLst>
                  <a:gd name="T0" fmla="*/ 1 w 74"/>
                  <a:gd name="T1" fmla="*/ 48 h 52"/>
                  <a:gd name="T2" fmla="*/ 42 w 74"/>
                  <a:gd name="T3" fmla="*/ 31 h 52"/>
                  <a:gd name="T4" fmla="*/ 42 w 74"/>
                  <a:gd name="T5" fmla="*/ 31 h 52"/>
                  <a:gd name="T6" fmla="*/ 70 w 74"/>
                  <a:gd name="T7" fmla="*/ 11 h 52"/>
                  <a:gd name="T8" fmla="*/ 70 w 74"/>
                  <a:gd name="T9" fmla="*/ 11 h 52"/>
                  <a:gd name="T10" fmla="*/ 71 w 74"/>
                  <a:gd name="T11" fmla="*/ 0 h 52"/>
                  <a:gd name="T12" fmla="*/ 74 w 74"/>
                  <a:gd name="T13" fmla="*/ 0 h 52"/>
                  <a:gd name="T14" fmla="*/ 73 w 74"/>
                  <a:gd name="T15" fmla="*/ 12 h 52"/>
                  <a:gd name="T16" fmla="*/ 73 w 74"/>
                  <a:gd name="T17" fmla="*/ 12 h 52"/>
                  <a:gd name="T18" fmla="*/ 44 w 74"/>
                  <a:gd name="T19" fmla="*/ 33 h 52"/>
                  <a:gd name="T20" fmla="*/ 44 w 74"/>
                  <a:gd name="T21" fmla="*/ 33 h 52"/>
                  <a:gd name="T22" fmla="*/ 0 w 74"/>
                  <a:gd name="T23" fmla="*/ 50 h 52"/>
                  <a:gd name="T24" fmla="*/ 0 w 74"/>
                  <a:gd name="T25" fmla="*/ 50 h 52"/>
                  <a:gd name="T26" fmla="*/ 0 w 74"/>
                  <a:gd name="T27" fmla="*/ 50 h 52"/>
                  <a:gd name="T28" fmla="*/ 1 w 74"/>
                  <a:gd name="T29" fmla="*/ 48 h 52"/>
                  <a:gd name="T30" fmla="*/ 1 w 74"/>
                  <a:gd name="T31" fmla="*/ 48 h 52"/>
                  <a:gd name="T32" fmla="*/ 71 w 74"/>
                  <a:gd name="T33" fmla="*/ 0 h 52"/>
                  <a:gd name="T34" fmla="*/ 71 w 74"/>
                  <a:gd name="T35" fmla="*/ 0 h 52"/>
                  <a:gd name="T36" fmla="*/ 71 w 74"/>
                  <a:gd name="T37" fmla="*/ 0 h 52"/>
                  <a:gd name="T38" fmla="*/ 71 w 74"/>
                  <a:gd name="T3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4" h="52">
                    <a:moveTo>
                      <a:pt x="1" y="48"/>
                    </a:moveTo>
                    <a:cubicBezTo>
                      <a:pt x="9" y="50"/>
                      <a:pt x="27" y="40"/>
                      <a:pt x="42" y="31"/>
                    </a:cubicBezTo>
                    <a:cubicBezTo>
                      <a:pt x="42" y="31"/>
                      <a:pt x="42" y="31"/>
                      <a:pt x="42" y="31"/>
                    </a:cubicBezTo>
                    <a:cubicBezTo>
                      <a:pt x="56" y="22"/>
                      <a:pt x="68" y="13"/>
                      <a:pt x="70" y="11"/>
                    </a:cubicBezTo>
                    <a:cubicBezTo>
                      <a:pt x="70" y="11"/>
                      <a:pt x="70" y="11"/>
                      <a:pt x="70" y="11"/>
                    </a:cubicBezTo>
                    <a:cubicBezTo>
                      <a:pt x="71" y="0"/>
                      <a:pt x="71" y="0"/>
                      <a:pt x="71" y="0"/>
                    </a:cubicBezTo>
                    <a:cubicBezTo>
                      <a:pt x="74" y="0"/>
                      <a:pt x="74" y="0"/>
                      <a:pt x="74" y="0"/>
                    </a:cubicBezTo>
                    <a:cubicBezTo>
                      <a:pt x="73" y="12"/>
                      <a:pt x="73" y="12"/>
                      <a:pt x="73" y="12"/>
                    </a:cubicBezTo>
                    <a:cubicBezTo>
                      <a:pt x="73" y="12"/>
                      <a:pt x="73" y="12"/>
                      <a:pt x="73" y="12"/>
                    </a:cubicBezTo>
                    <a:cubicBezTo>
                      <a:pt x="73" y="12"/>
                      <a:pt x="59" y="23"/>
                      <a:pt x="44" y="33"/>
                    </a:cubicBezTo>
                    <a:cubicBezTo>
                      <a:pt x="44" y="33"/>
                      <a:pt x="44" y="33"/>
                      <a:pt x="44" y="33"/>
                    </a:cubicBezTo>
                    <a:cubicBezTo>
                      <a:pt x="28" y="43"/>
                      <a:pt x="10" y="52"/>
                      <a:pt x="0" y="50"/>
                    </a:cubicBezTo>
                    <a:cubicBezTo>
                      <a:pt x="0" y="50"/>
                      <a:pt x="0" y="50"/>
                      <a:pt x="0" y="50"/>
                    </a:cubicBezTo>
                    <a:cubicBezTo>
                      <a:pt x="0" y="50"/>
                      <a:pt x="0" y="50"/>
                      <a:pt x="0" y="50"/>
                    </a:cubicBezTo>
                    <a:cubicBezTo>
                      <a:pt x="1" y="48"/>
                      <a:pt x="1" y="48"/>
                      <a:pt x="1" y="48"/>
                    </a:cubicBezTo>
                    <a:cubicBezTo>
                      <a:pt x="1" y="48"/>
                      <a:pt x="1" y="48"/>
                      <a:pt x="1" y="48"/>
                    </a:cubicBezTo>
                    <a:close/>
                    <a:moveTo>
                      <a:pt x="71" y="0"/>
                    </a:moveTo>
                    <a:cubicBezTo>
                      <a:pt x="71" y="0"/>
                      <a:pt x="71" y="0"/>
                      <a:pt x="71" y="0"/>
                    </a:cubicBezTo>
                    <a:cubicBezTo>
                      <a:pt x="71" y="0"/>
                      <a:pt x="71" y="0"/>
                      <a:pt x="71" y="0"/>
                    </a:cubicBezTo>
                    <a:cubicBezTo>
                      <a:pt x="71" y="0"/>
                      <a:pt x="71" y="0"/>
                      <a:pt x="7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1" name="Freeform 1319"/>
              <p:cNvSpPr>
                <a:spLocks noEditPoints="1"/>
              </p:cNvSpPr>
              <p:nvPr/>
            </p:nvSpPr>
            <p:spPr bwMode="auto">
              <a:xfrm>
                <a:off x="7570789" y="7656513"/>
                <a:ext cx="136525" cy="96838"/>
              </a:xfrm>
              <a:custGeom>
                <a:avLst/>
                <a:gdLst>
                  <a:gd name="T0" fmla="*/ 2 w 78"/>
                  <a:gd name="T1" fmla="*/ 55 h 56"/>
                  <a:gd name="T2" fmla="*/ 0 w 78"/>
                  <a:gd name="T3" fmla="*/ 55 h 56"/>
                  <a:gd name="T4" fmla="*/ 1 w 78"/>
                  <a:gd name="T5" fmla="*/ 48 h 56"/>
                  <a:gd name="T6" fmla="*/ 3 w 78"/>
                  <a:gd name="T7" fmla="*/ 49 h 56"/>
                  <a:gd name="T8" fmla="*/ 3 w 78"/>
                  <a:gd name="T9" fmla="*/ 49 h 56"/>
                  <a:gd name="T10" fmla="*/ 3 w 78"/>
                  <a:gd name="T11" fmla="*/ 49 h 56"/>
                  <a:gd name="T12" fmla="*/ 3 w 78"/>
                  <a:gd name="T13" fmla="*/ 49 h 56"/>
                  <a:gd name="T14" fmla="*/ 3 w 78"/>
                  <a:gd name="T15" fmla="*/ 49 h 56"/>
                  <a:gd name="T16" fmla="*/ 3 w 78"/>
                  <a:gd name="T17" fmla="*/ 49 h 56"/>
                  <a:gd name="T18" fmla="*/ 3 w 78"/>
                  <a:gd name="T19" fmla="*/ 49 h 56"/>
                  <a:gd name="T20" fmla="*/ 3 w 78"/>
                  <a:gd name="T21" fmla="*/ 49 h 56"/>
                  <a:gd name="T22" fmla="*/ 3 w 78"/>
                  <a:gd name="T23" fmla="*/ 49 h 56"/>
                  <a:gd name="T24" fmla="*/ 3 w 78"/>
                  <a:gd name="T25" fmla="*/ 49 h 56"/>
                  <a:gd name="T26" fmla="*/ 3 w 78"/>
                  <a:gd name="T27" fmla="*/ 49 h 56"/>
                  <a:gd name="T28" fmla="*/ 5 w 78"/>
                  <a:gd name="T29" fmla="*/ 49 h 56"/>
                  <a:gd name="T30" fmla="*/ 5 w 78"/>
                  <a:gd name="T31" fmla="*/ 49 h 56"/>
                  <a:gd name="T32" fmla="*/ 43 w 78"/>
                  <a:gd name="T33" fmla="*/ 32 h 56"/>
                  <a:gd name="T34" fmla="*/ 43 w 78"/>
                  <a:gd name="T35" fmla="*/ 32 h 56"/>
                  <a:gd name="T36" fmla="*/ 70 w 78"/>
                  <a:gd name="T37" fmla="*/ 13 h 56"/>
                  <a:gd name="T38" fmla="*/ 70 w 78"/>
                  <a:gd name="T39" fmla="*/ 13 h 56"/>
                  <a:gd name="T40" fmla="*/ 71 w 78"/>
                  <a:gd name="T41" fmla="*/ 4 h 56"/>
                  <a:gd name="T42" fmla="*/ 68 w 78"/>
                  <a:gd name="T43" fmla="*/ 3 h 56"/>
                  <a:gd name="T44" fmla="*/ 71 w 78"/>
                  <a:gd name="T45" fmla="*/ 2 h 56"/>
                  <a:gd name="T46" fmla="*/ 71 w 78"/>
                  <a:gd name="T47" fmla="*/ 1 h 56"/>
                  <a:gd name="T48" fmla="*/ 73 w 78"/>
                  <a:gd name="T49" fmla="*/ 1 h 56"/>
                  <a:gd name="T50" fmla="*/ 75 w 78"/>
                  <a:gd name="T51" fmla="*/ 0 h 56"/>
                  <a:gd name="T52" fmla="*/ 75 w 78"/>
                  <a:gd name="T53" fmla="*/ 1 h 56"/>
                  <a:gd name="T54" fmla="*/ 78 w 78"/>
                  <a:gd name="T55" fmla="*/ 1 h 56"/>
                  <a:gd name="T56" fmla="*/ 77 w 78"/>
                  <a:gd name="T57" fmla="*/ 16 h 56"/>
                  <a:gd name="T58" fmla="*/ 76 w 78"/>
                  <a:gd name="T59" fmla="*/ 17 h 56"/>
                  <a:gd name="T60" fmla="*/ 76 w 78"/>
                  <a:gd name="T61" fmla="*/ 17 h 56"/>
                  <a:gd name="T62" fmla="*/ 47 w 78"/>
                  <a:gd name="T63" fmla="*/ 38 h 56"/>
                  <a:gd name="T64" fmla="*/ 47 w 78"/>
                  <a:gd name="T65" fmla="*/ 38 h 56"/>
                  <a:gd name="T66" fmla="*/ 5 w 78"/>
                  <a:gd name="T67" fmla="*/ 56 h 56"/>
                  <a:gd name="T68" fmla="*/ 5 w 78"/>
                  <a:gd name="T69" fmla="*/ 56 h 56"/>
                  <a:gd name="T70" fmla="*/ 2 w 78"/>
                  <a:gd name="T71" fmla="*/ 55 h 56"/>
                  <a:gd name="T72" fmla="*/ 3 w 78"/>
                  <a:gd name="T73" fmla="*/ 53 h 56"/>
                  <a:gd name="T74" fmla="*/ 3 w 78"/>
                  <a:gd name="T75" fmla="*/ 53 h 56"/>
                  <a:gd name="T76" fmla="*/ 3 w 78"/>
                  <a:gd name="T77" fmla="*/ 53 h 56"/>
                  <a:gd name="T78" fmla="*/ 2 w 78"/>
                  <a:gd name="T79" fmla="*/ 53 h 56"/>
                  <a:gd name="T80" fmla="*/ 2 w 78"/>
                  <a:gd name="T81" fmla="*/ 53 h 56"/>
                  <a:gd name="T82" fmla="*/ 2 w 78"/>
                  <a:gd name="T83" fmla="*/ 53 h 56"/>
                  <a:gd name="T84" fmla="*/ 2 w 78"/>
                  <a:gd name="T85" fmla="*/ 53 h 56"/>
                  <a:gd name="T86" fmla="*/ 2 w 78"/>
                  <a:gd name="T87" fmla="*/ 53 h 56"/>
                  <a:gd name="T88" fmla="*/ 2 w 78"/>
                  <a:gd name="T89" fmla="*/ 53 h 56"/>
                  <a:gd name="T90" fmla="*/ 3 w 78"/>
                  <a:gd name="T91" fmla="*/ 53 h 56"/>
                  <a:gd name="T92" fmla="*/ 3 w 78"/>
                  <a:gd name="T93" fmla="*/ 49 h 56"/>
                  <a:gd name="T94" fmla="*/ 3 w 78"/>
                  <a:gd name="T95" fmla="*/ 49 h 56"/>
                  <a:gd name="T96" fmla="*/ 3 w 78"/>
                  <a:gd name="T97" fmla="*/ 49 h 56"/>
                  <a:gd name="T98" fmla="*/ 3 w 78"/>
                  <a:gd name="T99"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8" h="56">
                    <a:moveTo>
                      <a:pt x="2" y="55"/>
                    </a:moveTo>
                    <a:cubicBezTo>
                      <a:pt x="0" y="55"/>
                      <a:pt x="0" y="55"/>
                      <a:pt x="0" y="55"/>
                    </a:cubicBezTo>
                    <a:cubicBezTo>
                      <a:pt x="1" y="48"/>
                      <a:pt x="1" y="48"/>
                      <a:pt x="1" y="48"/>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4" y="49"/>
                      <a:pt x="5" y="49"/>
                      <a:pt x="5" y="49"/>
                    </a:cubicBezTo>
                    <a:cubicBezTo>
                      <a:pt x="5" y="49"/>
                      <a:pt x="5" y="49"/>
                      <a:pt x="5" y="49"/>
                    </a:cubicBezTo>
                    <a:cubicBezTo>
                      <a:pt x="13" y="49"/>
                      <a:pt x="29" y="41"/>
                      <a:pt x="43" y="32"/>
                    </a:cubicBezTo>
                    <a:cubicBezTo>
                      <a:pt x="43" y="32"/>
                      <a:pt x="43" y="32"/>
                      <a:pt x="43" y="32"/>
                    </a:cubicBezTo>
                    <a:cubicBezTo>
                      <a:pt x="56" y="24"/>
                      <a:pt x="67" y="15"/>
                      <a:pt x="70" y="13"/>
                    </a:cubicBezTo>
                    <a:cubicBezTo>
                      <a:pt x="70" y="13"/>
                      <a:pt x="70" y="13"/>
                      <a:pt x="70" y="13"/>
                    </a:cubicBezTo>
                    <a:cubicBezTo>
                      <a:pt x="71" y="4"/>
                      <a:pt x="71" y="4"/>
                      <a:pt x="71" y="4"/>
                    </a:cubicBezTo>
                    <a:cubicBezTo>
                      <a:pt x="68" y="3"/>
                      <a:pt x="68" y="3"/>
                      <a:pt x="68" y="3"/>
                    </a:cubicBezTo>
                    <a:cubicBezTo>
                      <a:pt x="71" y="2"/>
                      <a:pt x="71" y="2"/>
                      <a:pt x="71" y="2"/>
                    </a:cubicBezTo>
                    <a:cubicBezTo>
                      <a:pt x="71" y="1"/>
                      <a:pt x="71" y="1"/>
                      <a:pt x="71" y="1"/>
                    </a:cubicBezTo>
                    <a:cubicBezTo>
                      <a:pt x="73" y="1"/>
                      <a:pt x="73" y="1"/>
                      <a:pt x="73" y="1"/>
                    </a:cubicBezTo>
                    <a:cubicBezTo>
                      <a:pt x="75" y="0"/>
                      <a:pt x="75" y="0"/>
                      <a:pt x="75" y="0"/>
                    </a:cubicBezTo>
                    <a:cubicBezTo>
                      <a:pt x="75" y="1"/>
                      <a:pt x="75" y="1"/>
                      <a:pt x="75" y="1"/>
                    </a:cubicBezTo>
                    <a:cubicBezTo>
                      <a:pt x="78" y="1"/>
                      <a:pt x="78" y="1"/>
                      <a:pt x="78" y="1"/>
                    </a:cubicBezTo>
                    <a:cubicBezTo>
                      <a:pt x="77" y="16"/>
                      <a:pt x="77" y="16"/>
                      <a:pt x="77" y="16"/>
                    </a:cubicBezTo>
                    <a:cubicBezTo>
                      <a:pt x="76" y="17"/>
                      <a:pt x="76" y="17"/>
                      <a:pt x="76" y="17"/>
                    </a:cubicBezTo>
                    <a:cubicBezTo>
                      <a:pt x="76" y="17"/>
                      <a:pt x="76" y="17"/>
                      <a:pt x="76" y="17"/>
                    </a:cubicBezTo>
                    <a:cubicBezTo>
                      <a:pt x="76" y="17"/>
                      <a:pt x="62" y="28"/>
                      <a:pt x="47" y="38"/>
                    </a:cubicBezTo>
                    <a:cubicBezTo>
                      <a:pt x="47" y="38"/>
                      <a:pt x="47" y="38"/>
                      <a:pt x="47" y="38"/>
                    </a:cubicBezTo>
                    <a:cubicBezTo>
                      <a:pt x="32" y="47"/>
                      <a:pt x="16" y="56"/>
                      <a:pt x="5" y="56"/>
                    </a:cubicBezTo>
                    <a:cubicBezTo>
                      <a:pt x="5" y="56"/>
                      <a:pt x="5" y="56"/>
                      <a:pt x="5" y="56"/>
                    </a:cubicBezTo>
                    <a:cubicBezTo>
                      <a:pt x="4" y="56"/>
                      <a:pt x="3" y="56"/>
                      <a:pt x="2" y="55"/>
                    </a:cubicBezTo>
                    <a:close/>
                    <a:moveTo>
                      <a:pt x="3" y="53"/>
                    </a:moveTo>
                    <a:cubicBezTo>
                      <a:pt x="3" y="53"/>
                      <a:pt x="3" y="53"/>
                      <a:pt x="3" y="53"/>
                    </a:cubicBezTo>
                    <a:cubicBezTo>
                      <a:pt x="3" y="53"/>
                      <a:pt x="3" y="53"/>
                      <a:pt x="3" y="53"/>
                    </a:cubicBezTo>
                    <a:cubicBezTo>
                      <a:pt x="2" y="53"/>
                      <a:pt x="2" y="53"/>
                      <a:pt x="2" y="53"/>
                    </a:cubicBezTo>
                    <a:cubicBezTo>
                      <a:pt x="2" y="53"/>
                      <a:pt x="2" y="53"/>
                      <a:pt x="2" y="53"/>
                    </a:cubicBezTo>
                    <a:cubicBezTo>
                      <a:pt x="2" y="53"/>
                      <a:pt x="2" y="53"/>
                      <a:pt x="2" y="53"/>
                    </a:cubicBezTo>
                    <a:cubicBezTo>
                      <a:pt x="2" y="53"/>
                      <a:pt x="2" y="53"/>
                      <a:pt x="2" y="53"/>
                    </a:cubicBezTo>
                    <a:cubicBezTo>
                      <a:pt x="2" y="53"/>
                      <a:pt x="2" y="53"/>
                      <a:pt x="2" y="53"/>
                    </a:cubicBezTo>
                    <a:cubicBezTo>
                      <a:pt x="2" y="53"/>
                      <a:pt x="2" y="53"/>
                      <a:pt x="2" y="53"/>
                    </a:cubicBezTo>
                    <a:cubicBezTo>
                      <a:pt x="2" y="53"/>
                      <a:pt x="2" y="53"/>
                      <a:pt x="3" y="53"/>
                    </a:cubicBezTo>
                    <a:close/>
                    <a:moveTo>
                      <a:pt x="3" y="49"/>
                    </a:moveTo>
                    <a:cubicBezTo>
                      <a:pt x="3" y="49"/>
                      <a:pt x="3" y="49"/>
                      <a:pt x="3" y="49"/>
                    </a:cubicBezTo>
                    <a:cubicBezTo>
                      <a:pt x="3" y="49"/>
                      <a:pt x="3" y="49"/>
                      <a:pt x="3" y="49"/>
                    </a:cubicBezTo>
                    <a:cubicBezTo>
                      <a:pt x="3" y="49"/>
                      <a:pt x="3" y="49"/>
                      <a:pt x="3" y="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2" name="Freeform 1320"/>
              <p:cNvSpPr/>
              <p:nvPr/>
            </p:nvSpPr>
            <p:spPr bwMode="auto">
              <a:xfrm>
                <a:off x="7696201" y="7675563"/>
                <a:ext cx="25400" cy="9525"/>
              </a:xfrm>
              <a:custGeom>
                <a:avLst/>
                <a:gdLst>
                  <a:gd name="T0" fmla="*/ 16 w 16"/>
                  <a:gd name="T1" fmla="*/ 0 h 6"/>
                  <a:gd name="T2" fmla="*/ 16 w 16"/>
                  <a:gd name="T3" fmla="*/ 3 h 6"/>
                  <a:gd name="T4" fmla="*/ 1 w 16"/>
                  <a:gd name="T5" fmla="*/ 6 h 6"/>
                  <a:gd name="T6" fmla="*/ 0 w 16"/>
                  <a:gd name="T7" fmla="*/ 3 h 6"/>
                  <a:gd name="T8" fmla="*/ 16 w 16"/>
                  <a:gd name="T9" fmla="*/ 0 h 6"/>
                  <a:gd name="T10" fmla="*/ 16 w 16"/>
                  <a:gd name="T11" fmla="*/ 0 h 6"/>
                </a:gdLst>
                <a:ahLst/>
                <a:cxnLst>
                  <a:cxn ang="0">
                    <a:pos x="T0" y="T1"/>
                  </a:cxn>
                  <a:cxn ang="0">
                    <a:pos x="T2" y="T3"/>
                  </a:cxn>
                  <a:cxn ang="0">
                    <a:pos x="T4" y="T5"/>
                  </a:cxn>
                  <a:cxn ang="0">
                    <a:pos x="T6" y="T7"/>
                  </a:cxn>
                  <a:cxn ang="0">
                    <a:pos x="T8" y="T9"/>
                  </a:cxn>
                  <a:cxn ang="0">
                    <a:pos x="T10" y="T11"/>
                  </a:cxn>
                </a:cxnLst>
                <a:rect l="0" t="0" r="r" b="b"/>
                <a:pathLst>
                  <a:path w="16" h="6">
                    <a:moveTo>
                      <a:pt x="16" y="0"/>
                    </a:moveTo>
                    <a:lnTo>
                      <a:pt x="16" y="3"/>
                    </a:lnTo>
                    <a:lnTo>
                      <a:pt x="1" y="6"/>
                    </a:lnTo>
                    <a:lnTo>
                      <a:pt x="0" y="3"/>
                    </a:lnTo>
                    <a:lnTo>
                      <a:pt x="16" y="0"/>
                    </a:lnTo>
                    <a:lnTo>
                      <a:pt x="16"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3" name="Freeform 1321"/>
              <p:cNvSpPr/>
              <p:nvPr/>
            </p:nvSpPr>
            <p:spPr bwMode="auto">
              <a:xfrm>
                <a:off x="7693026" y="7670801"/>
                <a:ext cx="34925" cy="17463"/>
              </a:xfrm>
              <a:custGeom>
                <a:avLst/>
                <a:gdLst>
                  <a:gd name="T0" fmla="*/ 0 w 22"/>
                  <a:gd name="T1" fmla="*/ 5 h 11"/>
                  <a:gd name="T2" fmla="*/ 18 w 22"/>
                  <a:gd name="T3" fmla="*/ 0 h 11"/>
                  <a:gd name="T4" fmla="*/ 21 w 22"/>
                  <a:gd name="T5" fmla="*/ 0 h 11"/>
                  <a:gd name="T6" fmla="*/ 22 w 22"/>
                  <a:gd name="T7" fmla="*/ 8 h 11"/>
                  <a:gd name="T8" fmla="*/ 1 w 22"/>
                  <a:gd name="T9" fmla="*/ 11 h 11"/>
                  <a:gd name="T10" fmla="*/ 0 w 22"/>
                  <a:gd name="T11" fmla="*/ 5 h 11"/>
                  <a:gd name="T12" fmla="*/ 0 w 22"/>
                  <a:gd name="T13" fmla="*/ 5 h 11"/>
                </a:gdLst>
                <a:ahLst/>
                <a:cxnLst>
                  <a:cxn ang="0">
                    <a:pos x="T0" y="T1"/>
                  </a:cxn>
                  <a:cxn ang="0">
                    <a:pos x="T2" y="T3"/>
                  </a:cxn>
                  <a:cxn ang="0">
                    <a:pos x="T4" y="T5"/>
                  </a:cxn>
                  <a:cxn ang="0">
                    <a:pos x="T6" y="T7"/>
                  </a:cxn>
                  <a:cxn ang="0">
                    <a:pos x="T8" y="T9"/>
                  </a:cxn>
                  <a:cxn ang="0">
                    <a:pos x="T10" y="T11"/>
                  </a:cxn>
                  <a:cxn ang="0">
                    <a:pos x="T12" y="T13"/>
                  </a:cxn>
                </a:cxnLst>
                <a:rect l="0" t="0" r="r" b="b"/>
                <a:pathLst>
                  <a:path w="22" h="11">
                    <a:moveTo>
                      <a:pt x="0" y="5"/>
                    </a:moveTo>
                    <a:lnTo>
                      <a:pt x="18" y="0"/>
                    </a:lnTo>
                    <a:lnTo>
                      <a:pt x="21" y="0"/>
                    </a:lnTo>
                    <a:lnTo>
                      <a:pt x="22" y="8"/>
                    </a:lnTo>
                    <a:lnTo>
                      <a:pt x="1" y="11"/>
                    </a:lnTo>
                    <a:lnTo>
                      <a:pt x="0" y="5"/>
                    </a:lnTo>
                    <a:lnTo>
                      <a:pt x="0"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4" name="Freeform 1322"/>
              <p:cNvSpPr/>
              <p:nvPr/>
            </p:nvSpPr>
            <p:spPr bwMode="auto">
              <a:xfrm>
                <a:off x="7697789" y="7662863"/>
                <a:ext cx="17463" cy="19050"/>
              </a:xfrm>
              <a:custGeom>
                <a:avLst/>
                <a:gdLst>
                  <a:gd name="T0" fmla="*/ 9 w 11"/>
                  <a:gd name="T1" fmla="*/ 0 h 12"/>
                  <a:gd name="T2" fmla="*/ 11 w 11"/>
                  <a:gd name="T3" fmla="*/ 2 h 12"/>
                  <a:gd name="T4" fmla="*/ 2 w 11"/>
                  <a:gd name="T5" fmla="*/ 12 h 12"/>
                  <a:gd name="T6" fmla="*/ 0 w 11"/>
                  <a:gd name="T7" fmla="*/ 10 h 12"/>
                  <a:gd name="T8" fmla="*/ 9 w 11"/>
                  <a:gd name="T9" fmla="*/ 0 h 12"/>
                  <a:gd name="T10" fmla="*/ 9 w 11"/>
                  <a:gd name="T11" fmla="*/ 0 h 12"/>
                </a:gdLst>
                <a:ahLst/>
                <a:cxnLst>
                  <a:cxn ang="0">
                    <a:pos x="T0" y="T1"/>
                  </a:cxn>
                  <a:cxn ang="0">
                    <a:pos x="T2" y="T3"/>
                  </a:cxn>
                  <a:cxn ang="0">
                    <a:pos x="T4" y="T5"/>
                  </a:cxn>
                  <a:cxn ang="0">
                    <a:pos x="T6" y="T7"/>
                  </a:cxn>
                  <a:cxn ang="0">
                    <a:pos x="T8" y="T9"/>
                  </a:cxn>
                  <a:cxn ang="0">
                    <a:pos x="T10" y="T11"/>
                  </a:cxn>
                </a:cxnLst>
                <a:rect l="0" t="0" r="r" b="b"/>
                <a:pathLst>
                  <a:path w="11" h="12">
                    <a:moveTo>
                      <a:pt x="9" y="0"/>
                    </a:moveTo>
                    <a:lnTo>
                      <a:pt x="11" y="2"/>
                    </a:lnTo>
                    <a:lnTo>
                      <a:pt x="2" y="12"/>
                    </a:lnTo>
                    <a:lnTo>
                      <a:pt x="0" y="10"/>
                    </a:lnTo>
                    <a:lnTo>
                      <a:pt x="9" y="0"/>
                    </a:lnTo>
                    <a:lnTo>
                      <a:pt x="9"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5" name="Freeform 1323"/>
              <p:cNvSpPr/>
              <p:nvPr/>
            </p:nvSpPr>
            <p:spPr bwMode="auto">
              <a:xfrm>
                <a:off x="7693026" y="7658101"/>
                <a:ext cx="26988" cy="28575"/>
              </a:xfrm>
              <a:custGeom>
                <a:avLst/>
                <a:gdLst>
                  <a:gd name="T0" fmla="*/ 0 w 17"/>
                  <a:gd name="T1" fmla="*/ 14 h 18"/>
                  <a:gd name="T2" fmla="*/ 10 w 17"/>
                  <a:gd name="T3" fmla="*/ 2 h 18"/>
                  <a:gd name="T4" fmla="*/ 11 w 17"/>
                  <a:gd name="T5" fmla="*/ 0 h 18"/>
                  <a:gd name="T6" fmla="*/ 17 w 17"/>
                  <a:gd name="T7" fmla="*/ 5 h 18"/>
                  <a:gd name="T8" fmla="*/ 5 w 17"/>
                  <a:gd name="T9" fmla="*/ 18 h 18"/>
                  <a:gd name="T10" fmla="*/ 0 w 17"/>
                  <a:gd name="T11" fmla="*/ 14 h 18"/>
                  <a:gd name="T12" fmla="*/ 0 w 17"/>
                  <a:gd name="T13" fmla="*/ 14 h 18"/>
                </a:gdLst>
                <a:ahLst/>
                <a:cxnLst>
                  <a:cxn ang="0">
                    <a:pos x="T0" y="T1"/>
                  </a:cxn>
                  <a:cxn ang="0">
                    <a:pos x="T2" y="T3"/>
                  </a:cxn>
                  <a:cxn ang="0">
                    <a:pos x="T4" y="T5"/>
                  </a:cxn>
                  <a:cxn ang="0">
                    <a:pos x="T6" y="T7"/>
                  </a:cxn>
                  <a:cxn ang="0">
                    <a:pos x="T8" y="T9"/>
                  </a:cxn>
                  <a:cxn ang="0">
                    <a:pos x="T10" y="T11"/>
                  </a:cxn>
                  <a:cxn ang="0">
                    <a:pos x="T12" y="T13"/>
                  </a:cxn>
                </a:cxnLst>
                <a:rect l="0" t="0" r="r" b="b"/>
                <a:pathLst>
                  <a:path w="17" h="18">
                    <a:moveTo>
                      <a:pt x="0" y="14"/>
                    </a:moveTo>
                    <a:lnTo>
                      <a:pt x="10" y="2"/>
                    </a:lnTo>
                    <a:lnTo>
                      <a:pt x="11" y="0"/>
                    </a:lnTo>
                    <a:lnTo>
                      <a:pt x="17" y="5"/>
                    </a:lnTo>
                    <a:lnTo>
                      <a:pt x="5" y="18"/>
                    </a:lnTo>
                    <a:lnTo>
                      <a:pt x="0" y="14"/>
                    </a:lnTo>
                    <a:lnTo>
                      <a:pt x="0" y="1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6" name="Freeform 1324"/>
              <p:cNvSpPr/>
              <p:nvPr/>
            </p:nvSpPr>
            <p:spPr bwMode="auto">
              <a:xfrm>
                <a:off x="7459664" y="7753351"/>
                <a:ext cx="60325" cy="88900"/>
              </a:xfrm>
              <a:custGeom>
                <a:avLst/>
                <a:gdLst>
                  <a:gd name="T0" fmla="*/ 0 w 35"/>
                  <a:gd name="T1" fmla="*/ 39 h 51"/>
                  <a:gd name="T2" fmla="*/ 33 w 35"/>
                  <a:gd name="T3" fmla="*/ 0 h 51"/>
                  <a:gd name="T4" fmla="*/ 33 w 35"/>
                  <a:gd name="T5" fmla="*/ 0 h 51"/>
                  <a:gd name="T6" fmla="*/ 35 w 35"/>
                  <a:gd name="T7" fmla="*/ 3 h 51"/>
                  <a:gd name="T8" fmla="*/ 20 w 35"/>
                  <a:gd name="T9" fmla="*/ 16 h 51"/>
                  <a:gd name="T10" fmla="*/ 20 w 35"/>
                  <a:gd name="T11" fmla="*/ 16 h 51"/>
                  <a:gd name="T12" fmla="*/ 3 w 35"/>
                  <a:gd name="T13" fmla="*/ 39 h 51"/>
                  <a:gd name="T14" fmla="*/ 3 w 35"/>
                  <a:gd name="T15" fmla="*/ 39 h 51"/>
                  <a:gd name="T16" fmla="*/ 6 w 35"/>
                  <a:gd name="T17" fmla="*/ 51 h 51"/>
                  <a:gd name="T18" fmla="*/ 6 w 35"/>
                  <a:gd name="T19" fmla="*/ 51 h 51"/>
                  <a:gd name="T20" fmla="*/ 4 w 35"/>
                  <a:gd name="T21" fmla="*/ 51 h 51"/>
                  <a:gd name="T22" fmla="*/ 0 w 35"/>
                  <a:gd name="T23" fmla="*/ 39 h 51"/>
                  <a:gd name="T24" fmla="*/ 0 w 35"/>
                  <a:gd name="T25" fmla="*/ 39 h 51"/>
                  <a:gd name="T26" fmla="*/ 0 w 35"/>
                  <a:gd name="T27" fmla="*/ 39 h 51"/>
                  <a:gd name="T28" fmla="*/ 0 w 35"/>
                  <a:gd name="T29" fmla="*/ 3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51">
                    <a:moveTo>
                      <a:pt x="0" y="39"/>
                    </a:moveTo>
                    <a:cubicBezTo>
                      <a:pt x="4" y="25"/>
                      <a:pt x="33" y="1"/>
                      <a:pt x="33" y="0"/>
                    </a:cubicBezTo>
                    <a:cubicBezTo>
                      <a:pt x="33" y="0"/>
                      <a:pt x="33" y="0"/>
                      <a:pt x="33" y="0"/>
                    </a:cubicBezTo>
                    <a:cubicBezTo>
                      <a:pt x="35" y="3"/>
                      <a:pt x="35" y="3"/>
                      <a:pt x="35" y="3"/>
                    </a:cubicBezTo>
                    <a:cubicBezTo>
                      <a:pt x="35" y="3"/>
                      <a:pt x="28" y="9"/>
                      <a:pt x="20" y="16"/>
                    </a:cubicBezTo>
                    <a:cubicBezTo>
                      <a:pt x="20" y="16"/>
                      <a:pt x="20" y="16"/>
                      <a:pt x="20" y="16"/>
                    </a:cubicBezTo>
                    <a:cubicBezTo>
                      <a:pt x="12" y="24"/>
                      <a:pt x="4" y="33"/>
                      <a:pt x="3" y="39"/>
                    </a:cubicBezTo>
                    <a:cubicBezTo>
                      <a:pt x="3" y="39"/>
                      <a:pt x="3" y="39"/>
                      <a:pt x="3" y="39"/>
                    </a:cubicBezTo>
                    <a:cubicBezTo>
                      <a:pt x="4" y="41"/>
                      <a:pt x="6" y="48"/>
                      <a:pt x="6" y="51"/>
                    </a:cubicBezTo>
                    <a:cubicBezTo>
                      <a:pt x="6" y="51"/>
                      <a:pt x="6" y="51"/>
                      <a:pt x="6" y="51"/>
                    </a:cubicBezTo>
                    <a:cubicBezTo>
                      <a:pt x="4" y="51"/>
                      <a:pt x="4" y="51"/>
                      <a:pt x="4" y="51"/>
                    </a:cubicBezTo>
                    <a:cubicBezTo>
                      <a:pt x="3" y="49"/>
                      <a:pt x="0" y="39"/>
                      <a:pt x="0" y="39"/>
                    </a:cubicBezTo>
                    <a:cubicBezTo>
                      <a:pt x="0" y="39"/>
                      <a:pt x="0" y="39"/>
                      <a:pt x="0" y="39"/>
                    </a:cubicBezTo>
                    <a:cubicBezTo>
                      <a:pt x="0" y="39"/>
                      <a:pt x="0" y="39"/>
                      <a:pt x="0" y="39"/>
                    </a:cubicBezTo>
                    <a:cubicBezTo>
                      <a:pt x="0" y="39"/>
                      <a:pt x="0" y="39"/>
                      <a:pt x="0" y="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7" name="Freeform 1325"/>
              <p:cNvSpPr/>
              <p:nvPr/>
            </p:nvSpPr>
            <p:spPr bwMode="auto">
              <a:xfrm>
                <a:off x="7456489" y="7747001"/>
                <a:ext cx="68263" cy="98425"/>
              </a:xfrm>
              <a:custGeom>
                <a:avLst/>
                <a:gdLst>
                  <a:gd name="T0" fmla="*/ 4 w 40"/>
                  <a:gd name="T1" fmla="*/ 55 h 57"/>
                  <a:gd name="T2" fmla="*/ 1 w 40"/>
                  <a:gd name="T3" fmla="*/ 45 h 57"/>
                  <a:gd name="T4" fmla="*/ 1 w 40"/>
                  <a:gd name="T5" fmla="*/ 45 h 57"/>
                  <a:gd name="T6" fmla="*/ 1 w 40"/>
                  <a:gd name="T7" fmla="*/ 45 h 57"/>
                  <a:gd name="T8" fmla="*/ 0 w 40"/>
                  <a:gd name="T9" fmla="*/ 44 h 57"/>
                  <a:gd name="T10" fmla="*/ 0 w 40"/>
                  <a:gd name="T11" fmla="*/ 44 h 57"/>
                  <a:gd name="T12" fmla="*/ 0 w 40"/>
                  <a:gd name="T13" fmla="*/ 44 h 57"/>
                  <a:gd name="T14" fmla="*/ 0 w 40"/>
                  <a:gd name="T15" fmla="*/ 44 h 57"/>
                  <a:gd name="T16" fmla="*/ 0 w 40"/>
                  <a:gd name="T17" fmla="*/ 44 h 57"/>
                  <a:gd name="T18" fmla="*/ 0 w 40"/>
                  <a:gd name="T19" fmla="*/ 43 h 57"/>
                  <a:gd name="T20" fmla="*/ 0 w 40"/>
                  <a:gd name="T21" fmla="*/ 42 h 57"/>
                  <a:gd name="T22" fmla="*/ 0 w 40"/>
                  <a:gd name="T23" fmla="*/ 42 h 57"/>
                  <a:gd name="T24" fmla="*/ 2 w 40"/>
                  <a:gd name="T25" fmla="*/ 43 h 57"/>
                  <a:gd name="T26" fmla="*/ 0 w 40"/>
                  <a:gd name="T27" fmla="*/ 42 h 57"/>
                  <a:gd name="T28" fmla="*/ 34 w 40"/>
                  <a:gd name="T29" fmla="*/ 3 h 57"/>
                  <a:gd name="T30" fmla="*/ 34 w 40"/>
                  <a:gd name="T31" fmla="*/ 3 h 57"/>
                  <a:gd name="T32" fmla="*/ 35 w 40"/>
                  <a:gd name="T33" fmla="*/ 0 h 57"/>
                  <a:gd name="T34" fmla="*/ 40 w 40"/>
                  <a:gd name="T35" fmla="*/ 7 h 57"/>
                  <a:gd name="T36" fmla="*/ 39 w 40"/>
                  <a:gd name="T37" fmla="*/ 8 h 57"/>
                  <a:gd name="T38" fmla="*/ 23 w 40"/>
                  <a:gd name="T39" fmla="*/ 22 h 57"/>
                  <a:gd name="T40" fmla="*/ 23 w 40"/>
                  <a:gd name="T41" fmla="*/ 22 h 57"/>
                  <a:gd name="T42" fmla="*/ 7 w 40"/>
                  <a:gd name="T43" fmla="*/ 43 h 57"/>
                  <a:gd name="T44" fmla="*/ 7 w 40"/>
                  <a:gd name="T45" fmla="*/ 43 h 57"/>
                  <a:gd name="T46" fmla="*/ 10 w 40"/>
                  <a:gd name="T47" fmla="*/ 54 h 57"/>
                  <a:gd name="T48" fmla="*/ 10 w 40"/>
                  <a:gd name="T49" fmla="*/ 54 h 57"/>
                  <a:gd name="T50" fmla="*/ 11 w 40"/>
                  <a:gd name="T51" fmla="*/ 56 h 57"/>
                  <a:gd name="T52" fmla="*/ 9 w 40"/>
                  <a:gd name="T53" fmla="*/ 57 h 57"/>
                  <a:gd name="T54" fmla="*/ 4 w 40"/>
                  <a:gd name="T55" fmla="*/ 57 h 57"/>
                  <a:gd name="T56" fmla="*/ 4 w 40"/>
                  <a:gd name="T57"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 h="57">
                    <a:moveTo>
                      <a:pt x="4" y="55"/>
                    </a:moveTo>
                    <a:cubicBezTo>
                      <a:pt x="4" y="54"/>
                      <a:pt x="2" y="47"/>
                      <a:pt x="1" y="45"/>
                    </a:cubicBezTo>
                    <a:cubicBezTo>
                      <a:pt x="1" y="45"/>
                      <a:pt x="1" y="45"/>
                      <a:pt x="1" y="45"/>
                    </a:cubicBezTo>
                    <a:cubicBezTo>
                      <a:pt x="1" y="45"/>
                      <a:pt x="1" y="45"/>
                      <a:pt x="1" y="45"/>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3"/>
                      <a:pt x="0" y="43"/>
                      <a:pt x="0" y="43"/>
                    </a:cubicBezTo>
                    <a:cubicBezTo>
                      <a:pt x="0" y="42"/>
                      <a:pt x="0" y="42"/>
                      <a:pt x="0" y="42"/>
                    </a:cubicBezTo>
                    <a:cubicBezTo>
                      <a:pt x="0" y="42"/>
                      <a:pt x="0" y="42"/>
                      <a:pt x="0" y="42"/>
                    </a:cubicBezTo>
                    <a:cubicBezTo>
                      <a:pt x="2" y="43"/>
                      <a:pt x="2" y="43"/>
                      <a:pt x="2" y="43"/>
                    </a:cubicBezTo>
                    <a:cubicBezTo>
                      <a:pt x="0" y="42"/>
                      <a:pt x="0" y="42"/>
                      <a:pt x="0" y="42"/>
                    </a:cubicBezTo>
                    <a:cubicBezTo>
                      <a:pt x="4" y="28"/>
                      <a:pt x="30" y="6"/>
                      <a:pt x="34" y="3"/>
                    </a:cubicBezTo>
                    <a:cubicBezTo>
                      <a:pt x="34" y="3"/>
                      <a:pt x="34" y="3"/>
                      <a:pt x="34" y="3"/>
                    </a:cubicBezTo>
                    <a:cubicBezTo>
                      <a:pt x="35" y="0"/>
                      <a:pt x="35" y="0"/>
                      <a:pt x="35" y="0"/>
                    </a:cubicBezTo>
                    <a:cubicBezTo>
                      <a:pt x="40" y="7"/>
                      <a:pt x="40" y="7"/>
                      <a:pt x="40" y="7"/>
                    </a:cubicBezTo>
                    <a:cubicBezTo>
                      <a:pt x="39" y="8"/>
                      <a:pt x="39" y="8"/>
                      <a:pt x="39" y="8"/>
                    </a:cubicBezTo>
                    <a:cubicBezTo>
                      <a:pt x="38" y="8"/>
                      <a:pt x="31" y="14"/>
                      <a:pt x="23" y="22"/>
                    </a:cubicBezTo>
                    <a:cubicBezTo>
                      <a:pt x="23" y="22"/>
                      <a:pt x="23" y="22"/>
                      <a:pt x="23" y="22"/>
                    </a:cubicBezTo>
                    <a:cubicBezTo>
                      <a:pt x="16" y="29"/>
                      <a:pt x="9" y="38"/>
                      <a:pt x="7" y="43"/>
                    </a:cubicBezTo>
                    <a:cubicBezTo>
                      <a:pt x="7" y="43"/>
                      <a:pt x="7" y="43"/>
                      <a:pt x="7" y="43"/>
                    </a:cubicBezTo>
                    <a:cubicBezTo>
                      <a:pt x="8" y="45"/>
                      <a:pt x="10" y="51"/>
                      <a:pt x="10" y="54"/>
                    </a:cubicBezTo>
                    <a:cubicBezTo>
                      <a:pt x="10" y="54"/>
                      <a:pt x="10" y="54"/>
                      <a:pt x="10" y="54"/>
                    </a:cubicBezTo>
                    <a:cubicBezTo>
                      <a:pt x="11" y="56"/>
                      <a:pt x="11" y="56"/>
                      <a:pt x="11" y="56"/>
                    </a:cubicBezTo>
                    <a:cubicBezTo>
                      <a:pt x="9" y="57"/>
                      <a:pt x="9" y="57"/>
                      <a:pt x="9" y="57"/>
                    </a:cubicBezTo>
                    <a:cubicBezTo>
                      <a:pt x="4" y="57"/>
                      <a:pt x="4" y="57"/>
                      <a:pt x="4" y="57"/>
                    </a:cubicBezTo>
                    <a:cubicBezTo>
                      <a:pt x="4" y="55"/>
                      <a:pt x="4" y="55"/>
                      <a:pt x="4" y="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8" name="Freeform 1326"/>
              <p:cNvSpPr/>
              <p:nvPr/>
            </p:nvSpPr>
            <p:spPr bwMode="auto">
              <a:xfrm>
                <a:off x="7448551" y="7813676"/>
                <a:ext cx="17463" cy="26988"/>
              </a:xfrm>
              <a:custGeom>
                <a:avLst/>
                <a:gdLst>
                  <a:gd name="T0" fmla="*/ 11 w 11"/>
                  <a:gd name="T1" fmla="*/ 0 h 17"/>
                  <a:gd name="T2" fmla="*/ 8 w 11"/>
                  <a:gd name="T3" fmla="*/ 17 h 17"/>
                  <a:gd name="T4" fmla="*/ 5 w 11"/>
                  <a:gd name="T5" fmla="*/ 16 h 17"/>
                  <a:gd name="T6" fmla="*/ 6 w 11"/>
                  <a:gd name="T7" fmla="*/ 8 h 17"/>
                  <a:gd name="T8" fmla="*/ 2 w 11"/>
                  <a:gd name="T9" fmla="*/ 11 h 17"/>
                  <a:gd name="T10" fmla="*/ 0 w 11"/>
                  <a:gd name="T11" fmla="*/ 9 h 17"/>
                  <a:gd name="T12" fmla="*/ 11 w 11"/>
                  <a:gd name="T13" fmla="*/ 0 h 17"/>
                  <a:gd name="T14" fmla="*/ 11 w 11"/>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7">
                    <a:moveTo>
                      <a:pt x="11" y="0"/>
                    </a:moveTo>
                    <a:lnTo>
                      <a:pt x="8" y="17"/>
                    </a:lnTo>
                    <a:lnTo>
                      <a:pt x="5" y="16"/>
                    </a:lnTo>
                    <a:lnTo>
                      <a:pt x="6" y="8"/>
                    </a:lnTo>
                    <a:lnTo>
                      <a:pt x="2" y="11"/>
                    </a:lnTo>
                    <a:lnTo>
                      <a:pt x="0" y="9"/>
                    </a:lnTo>
                    <a:lnTo>
                      <a:pt x="11" y="0"/>
                    </a:lnTo>
                    <a:lnTo>
                      <a:pt x="1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9" name="Freeform 1327"/>
              <p:cNvSpPr/>
              <p:nvPr/>
            </p:nvSpPr>
            <p:spPr bwMode="auto">
              <a:xfrm>
                <a:off x="7443789" y="7805738"/>
                <a:ext cx="26988" cy="38100"/>
              </a:xfrm>
              <a:custGeom>
                <a:avLst/>
                <a:gdLst>
                  <a:gd name="T0" fmla="*/ 4 w 17"/>
                  <a:gd name="T1" fmla="*/ 23 h 24"/>
                  <a:gd name="T2" fmla="*/ 5 w 17"/>
                  <a:gd name="T3" fmla="*/ 21 h 24"/>
                  <a:gd name="T4" fmla="*/ 5 w 17"/>
                  <a:gd name="T5" fmla="*/ 19 h 24"/>
                  <a:gd name="T6" fmla="*/ 4 w 17"/>
                  <a:gd name="T7" fmla="*/ 20 h 24"/>
                  <a:gd name="T8" fmla="*/ 0 w 17"/>
                  <a:gd name="T9" fmla="*/ 14 h 24"/>
                  <a:gd name="T10" fmla="*/ 12 w 17"/>
                  <a:gd name="T11" fmla="*/ 4 h 24"/>
                  <a:gd name="T12" fmla="*/ 17 w 17"/>
                  <a:gd name="T13" fmla="*/ 0 h 24"/>
                  <a:gd name="T14" fmla="*/ 12 w 17"/>
                  <a:gd name="T15" fmla="*/ 24 h 24"/>
                  <a:gd name="T16" fmla="*/ 4 w 17"/>
                  <a:gd name="T17" fmla="*/ 23 h 24"/>
                  <a:gd name="T18" fmla="*/ 4 w 17"/>
                  <a:gd name="T19"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24">
                    <a:moveTo>
                      <a:pt x="4" y="23"/>
                    </a:moveTo>
                    <a:lnTo>
                      <a:pt x="5" y="21"/>
                    </a:lnTo>
                    <a:lnTo>
                      <a:pt x="5" y="19"/>
                    </a:lnTo>
                    <a:lnTo>
                      <a:pt x="4" y="20"/>
                    </a:lnTo>
                    <a:lnTo>
                      <a:pt x="0" y="14"/>
                    </a:lnTo>
                    <a:lnTo>
                      <a:pt x="12" y="4"/>
                    </a:lnTo>
                    <a:lnTo>
                      <a:pt x="17" y="0"/>
                    </a:lnTo>
                    <a:lnTo>
                      <a:pt x="12" y="24"/>
                    </a:lnTo>
                    <a:lnTo>
                      <a:pt x="4" y="23"/>
                    </a:lnTo>
                    <a:lnTo>
                      <a:pt x="4" y="2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0" name="Freeform 1328"/>
              <p:cNvSpPr>
                <a:spLocks noEditPoints="1"/>
              </p:cNvSpPr>
              <p:nvPr/>
            </p:nvSpPr>
            <p:spPr bwMode="auto">
              <a:xfrm>
                <a:off x="7448551" y="7534276"/>
                <a:ext cx="209550" cy="207963"/>
              </a:xfrm>
              <a:custGeom>
                <a:avLst/>
                <a:gdLst>
                  <a:gd name="T0" fmla="*/ 72 w 120"/>
                  <a:gd name="T1" fmla="*/ 6 h 120"/>
                  <a:gd name="T2" fmla="*/ 113 w 120"/>
                  <a:gd name="T3" fmla="*/ 72 h 120"/>
                  <a:gd name="T4" fmla="*/ 113 w 120"/>
                  <a:gd name="T5" fmla="*/ 72 h 120"/>
                  <a:gd name="T6" fmla="*/ 48 w 120"/>
                  <a:gd name="T7" fmla="*/ 113 h 120"/>
                  <a:gd name="T8" fmla="*/ 48 w 120"/>
                  <a:gd name="T9" fmla="*/ 113 h 120"/>
                  <a:gd name="T10" fmla="*/ 6 w 120"/>
                  <a:gd name="T11" fmla="*/ 48 h 120"/>
                  <a:gd name="T12" fmla="*/ 6 w 120"/>
                  <a:gd name="T13" fmla="*/ 48 h 120"/>
                  <a:gd name="T14" fmla="*/ 72 w 120"/>
                  <a:gd name="T15" fmla="*/ 6 h 120"/>
                  <a:gd name="T16" fmla="*/ 71 w 120"/>
                  <a:gd name="T17" fmla="*/ 9 h 120"/>
                  <a:gd name="T18" fmla="*/ 9 w 120"/>
                  <a:gd name="T19" fmla="*/ 48 h 120"/>
                  <a:gd name="T20" fmla="*/ 9 w 120"/>
                  <a:gd name="T21" fmla="*/ 48 h 120"/>
                  <a:gd name="T22" fmla="*/ 49 w 120"/>
                  <a:gd name="T23" fmla="*/ 111 h 120"/>
                  <a:gd name="T24" fmla="*/ 49 w 120"/>
                  <a:gd name="T25" fmla="*/ 111 h 120"/>
                  <a:gd name="T26" fmla="*/ 111 w 120"/>
                  <a:gd name="T27" fmla="*/ 71 h 120"/>
                  <a:gd name="T28" fmla="*/ 111 w 120"/>
                  <a:gd name="T29" fmla="*/ 71 h 120"/>
                  <a:gd name="T30" fmla="*/ 71 w 120"/>
                  <a:gd name="T31" fmla="*/ 9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20">
                    <a:moveTo>
                      <a:pt x="72" y="6"/>
                    </a:moveTo>
                    <a:cubicBezTo>
                      <a:pt x="101" y="13"/>
                      <a:pt x="120" y="42"/>
                      <a:pt x="113" y="72"/>
                    </a:cubicBezTo>
                    <a:cubicBezTo>
                      <a:pt x="113" y="72"/>
                      <a:pt x="113" y="72"/>
                      <a:pt x="113" y="72"/>
                    </a:cubicBezTo>
                    <a:cubicBezTo>
                      <a:pt x="107" y="101"/>
                      <a:pt x="77" y="120"/>
                      <a:pt x="48" y="113"/>
                    </a:cubicBezTo>
                    <a:cubicBezTo>
                      <a:pt x="48" y="113"/>
                      <a:pt x="48" y="113"/>
                      <a:pt x="48" y="113"/>
                    </a:cubicBezTo>
                    <a:cubicBezTo>
                      <a:pt x="18" y="107"/>
                      <a:pt x="0" y="77"/>
                      <a:pt x="6" y="48"/>
                    </a:cubicBezTo>
                    <a:cubicBezTo>
                      <a:pt x="6" y="48"/>
                      <a:pt x="6" y="48"/>
                      <a:pt x="6" y="48"/>
                    </a:cubicBezTo>
                    <a:cubicBezTo>
                      <a:pt x="13" y="18"/>
                      <a:pt x="42" y="0"/>
                      <a:pt x="72" y="6"/>
                    </a:cubicBezTo>
                    <a:close/>
                    <a:moveTo>
                      <a:pt x="71" y="9"/>
                    </a:moveTo>
                    <a:cubicBezTo>
                      <a:pt x="43" y="3"/>
                      <a:pt x="15" y="20"/>
                      <a:pt x="9" y="48"/>
                    </a:cubicBezTo>
                    <a:cubicBezTo>
                      <a:pt x="9" y="48"/>
                      <a:pt x="9" y="48"/>
                      <a:pt x="9" y="48"/>
                    </a:cubicBezTo>
                    <a:cubicBezTo>
                      <a:pt x="3" y="77"/>
                      <a:pt x="20" y="104"/>
                      <a:pt x="49" y="111"/>
                    </a:cubicBezTo>
                    <a:cubicBezTo>
                      <a:pt x="49" y="111"/>
                      <a:pt x="49" y="111"/>
                      <a:pt x="49" y="111"/>
                    </a:cubicBezTo>
                    <a:cubicBezTo>
                      <a:pt x="77" y="117"/>
                      <a:pt x="104" y="99"/>
                      <a:pt x="111" y="71"/>
                    </a:cubicBezTo>
                    <a:cubicBezTo>
                      <a:pt x="111" y="71"/>
                      <a:pt x="111" y="71"/>
                      <a:pt x="111" y="71"/>
                    </a:cubicBezTo>
                    <a:cubicBezTo>
                      <a:pt x="117" y="43"/>
                      <a:pt x="99" y="15"/>
                      <a:pt x="7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1" name="Freeform 1329"/>
              <p:cNvSpPr>
                <a:spLocks noEditPoints="1"/>
              </p:cNvSpPr>
              <p:nvPr/>
            </p:nvSpPr>
            <p:spPr bwMode="auto">
              <a:xfrm>
                <a:off x="7453314" y="7539038"/>
                <a:ext cx="200025" cy="198438"/>
              </a:xfrm>
              <a:custGeom>
                <a:avLst/>
                <a:gdLst>
                  <a:gd name="T0" fmla="*/ 44 w 114"/>
                  <a:gd name="T1" fmla="*/ 112 h 114"/>
                  <a:gd name="T2" fmla="*/ 0 w 114"/>
                  <a:gd name="T3" fmla="*/ 57 h 114"/>
                  <a:gd name="T4" fmla="*/ 0 w 114"/>
                  <a:gd name="T5" fmla="*/ 57 h 114"/>
                  <a:gd name="T6" fmla="*/ 1 w 114"/>
                  <a:gd name="T7" fmla="*/ 44 h 114"/>
                  <a:gd name="T8" fmla="*/ 1 w 114"/>
                  <a:gd name="T9" fmla="*/ 44 h 114"/>
                  <a:gd name="T10" fmla="*/ 57 w 114"/>
                  <a:gd name="T11" fmla="*/ 0 h 114"/>
                  <a:gd name="T12" fmla="*/ 57 w 114"/>
                  <a:gd name="T13" fmla="*/ 0 h 114"/>
                  <a:gd name="T14" fmla="*/ 69 w 114"/>
                  <a:gd name="T15" fmla="*/ 1 h 114"/>
                  <a:gd name="T16" fmla="*/ 69 w 114"/>
                  <a:gd name="T17" fmla="*/ 1 h 114"/>
                  <a:gd name="T18" fmla="*/ 69 w 114"/>
                  <a:gd name="T19" fmla="*/ 3 h 114"/>
                  <a:gd name="T20" fmla="*/ 69 w 114"/>
                  <a:gd name="T21" fmla="*/ 4 h 114"/>
                  <a:gd name="T22" fmla="*/ 69 w 114"/>
                  <a:gd name="T23" fmla="*/ 3 h 114"/>
                  <a:gd name="T24" fmla="*/ 69 w 114"/>
                  <a:gd name="T25" fmla="*/ 1 h 114"/>
                  <a:gd name="T26" fmla="*/ 114 w 114"/>
                  <a:gd name="T27" fmla="*/ 57 h 114"/>
                  <a:gd name="T28" fmla="*/ 114 w 114"/>
                  <a:gd name="T29" fmla="*/ 57 h 114"/>
                  <a:gd name="T30" fmla="*/ 112 w 114"/>
                  <a:gd name="T31" fmla="*/ 69 h 114"/>
                  <a:gd name="T32" fmla="*/ 112 w 114"/>
                  <a:gd name="T33" fmla="*/ 69 h 114"/>
                  <a:gd name="T34" fmla="*/ 57 w 114"/>
                  <a:gd name="T35" fmla="*/ 114 h 114"/>
                  <a:gd name="T36" fmla="*/ 57 w 114"/>
                  <a:gd name="T37" fmla="*/ 114 h 114"/>
                  <a:gd name="T38" fmla="*/ 44 w 114"/>
                  <a:gd name="T39" fmla="*/ 112 h 114"/>
                  <a:gd name="T40" fmla="*/ 8 w 114"/>
                  <a:gd name="T41" fmla="*/ 46 h 114"/>
                  <a:gd name="T42" fmla="*/ 7 w 114"/>
                  <a:gd name="T43" fmla="*/ 57 h 114"/>
                  <a:gd name="T44" fmla="*/ 7 w 114"/>
                  <a:gd name="T45" fmla="*/ 57 h 114"/>
                  <a:gd name="T46" fmla="*/ 46 w 114"/>
                  <a:gd name="T47" fmla="*/ 106 h 114"/>
                  <a:gd name="T48" fmla="*/ 46 w 114"/>
                  <a:gd name="T49" fmla="*/ 106 h 114"/>
                  <a:gd name="T50" fmla="*/ 57 w 114"/>
                  <a:gd name="T51" fmla="*/ 107 h 114"/>
                  <a:gd name="T52" fmla="*/ 57 w 114"/>
                  <a:gd name="T53" fmla="*/ 107 h 114"/>
                  <a:gd name="T54" fmla="*/ 106 w 114"/>
                  <a:gd name="T55" fmla="*/ 68 h 114"/>
                  <a:gd name="T56" fmla="*/ 106 w 114"/>
                  <a:gd name="T57" fmla="*/ 68 h 114"/>
                  <a:gd name="T58" fmla="*/ 107 w 114"/>
                  <a:gd name="T59" fmla="*/ 57 h 114"/>
                  <a:gd name="T60" fmla="*/ 107 w 114"/>
                  <a:gd name="T61" fmla="*/ 57 h 114"/>
                  <a:gd name="T62" fmla="*/ 68 w 114"/>
                  <a:gd name="T63" fmla="*/ 8 h 114"/>
                  <a:gd name="T64" fmla="*/ 68 w 114"/>
                  <a:gd name="T65" fmla="*/ 8 h 114"/>
                  <a:gd name="T66" fmla="*/ 68 w 114"/>
                  <a:gd name="T67" fmla="*/ 8 h 114"/>
                  <a:gd name="T68" fmla="*/ 57 w 114"/>
                  <a:gd name="T69" fmla="*/ 7 h 114"/>
                  <a:gd name="T70" fmla="*/ 57 w 114"/>
                  <a:gd name="T71" fmla="*/ 7 h 114"/>
                  <a:gd name="T72" fmla="*/ 8 w 114"/>
                  <a:gd name="T73" fmla="*/ 46 h 114"/>
                  <a:gd name="T74" fmla="*/ 68 w 114"/>
                  <a:gd name="T75" fmla="*/ 6 h 114"/>
                  <a:gd name="T76" fmla="*/ 68 w 114"/>
                  <a:gd name="T77" fmla="*/ 5 h 114"/>
                  <a:gd name="T78" fmla="*/ 68 w 114"/>
                  <a:gd name="T79" fmla="*/ 5 h 114"/>
                  <a:gd name="T80" fmla="*/ 68 w 114"/>
                  <a:gd name="T81" fmla="*/ 5 h 114"/>
                  <a:gd name="T82" fmla="*/ 68 w 114"/>
                  <a:gd name="T83" fmla="*/ 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4" h="114">
                    <a:moveTo>
                      <a:pt x="44" y="112"/>
                    </a:moveTo>
                    <a:cubicBezTo>
                      <a:pt x="18" y="106"/>
                      <a:pt x="0" y="83"/>
                      <a:pt x="0" y="57"/>
                    </a:cubicBezTo>
                    <a:cubicBezTo>
                      <a:pt x="0" y="57"/>
                      <a:pt x="0" y="57"/>
                      <a:pt x="0" y="57"/>
                    </a:cubicBezTo>
                    <a:cubicBezTo>
                      <a:pt x="0" y="53"/>
                      <a:pt x="0" y="49"/>
                      <a:pt x="1" y="44"/>
                    </a:cubicBezTo>
                    <a:cubicBezTo>
                      <a:pt x="1" y="44"/>
                      <a:pt x="1" y="44"/>
                      <a:pt x="1" y="44"/>
                    </a:cubicBezTo>
                    <a:cubicBezTo>
                      <a:pt x="7" y="18"/>
                      <a:pt x="31" y="0"/>
                      <a:pt x="57" y="0"/>
                    </a:cubicBezTo>
                    <a:cubicBezTo>
                      <a:pt x="57" y="0"/>
                      <a:pt x="57" y="0"/>
                      <a:pt x="57" y="0"/>
                    </a:cubicBezTo>
                    <a:cubicBezTo>
                      <a:pt x="61" y="0"/>
                      <a:pt x="65" y="0"/>
                      <a:pt x="69" y="1"/>
                    </a:cubicBezTo>
                    <a:cubicBezTo>
                      <a:pt x="69" y="1"/>
                      <a:pt x="69" y="1"/>
                      <a:pt x="69" y="1"/>
                    </a:cubicBezTo>
                    <a:cubicBezTo>
                      <a:pt x="69" y="3"/>
                      <a:pt x="69" y="3"/>
                      <a:pt x="69" y="3"/>
                    </a:cubicBezTo>
                    <a:cubicBezTo>
                      <a:pt x="69" y="4"/>
                      <a:pt x="69" y="4"/>
                      <a:pt x="69" y="4"/>
                    </a:cubicBezTo>
                    <a:cubicBezTo>
                      <a:pt x="69" y="3"/>
                      <a:pt x="69" y="3"/>
                      <a:pt x="69" y="3"/>
                    </a:cubicBezTo>
                    <a:cubicBezTo>
                      <a:pt x="69" y="1"/>
                      <a:pt x="69" y="1"/>
                      <a:pt x="69" y="1"/>
                    </a:cubicBezTo>
                    <a:cubicBezTo>
                      <a:pt x="96" y="7"/>
                      <a:pt x="114" y="31"/>
                      <a:pt x="114" y="57"/>
                    </a:cubicBezTo>
                    <a:cubicBezTo>
                      <a:pt x="114" y="57"/>
                      <a:pt x="114" y="57"/>
                      <a:pt x="114" y="57"/>
                    </a:cubicBezTo>
                    <a:cubicBezTo>
                      <a:pt x="114" y="61"/>
                      <a:pt x="113" y="65"/>
                      <a:pt x="112" y="69"/>
                    </a:cubicBezTo>
                    <a:cubicBezTo>
                      <a:pt x="112" y="69"/>
                      <a:pt x="112" y="69"/>
                      <a:pt x="112" y="69"/>
                    </a:cubicBezTo>
                    <a:cubicBezTo>
                      <a:pt x="106" y="96"/>
                      <a:pt x="83" y="114"/>
                      <a:pt x="57" y="114"/>
                    </a:cubicBezTo>
                    <a:cubicBezTo>
                      <a:pt x="57" y="114"/>
                      <a:pt x="57" y="114"/>
                      <a:pt x="57" y="114"/>
                    </a:cubicBezTo>
                    <a:cubicBezTo>
                      <a:pt x="53" y="114"/>
                      <a:pt x="49" y="113"/>
                      <a:pt x="44" y="112"/>
                    </a:cubicBezTo>
                    <a:close/>
                    <a:moveTo>
                      <a:pt x="8" y="46"/>
                    </a:moveTo>
                    <a:cubicBezTo>
                      <a:pt x="7" y="49"/>
                      <a:pt x="7" y="53"/>
                      <a:pt x="7" y="57"/>
                    </a:cubicBezTo>
                    <a:cubicBezTo>
                      <a:pt x="7" y="57"/>
                      <a:pt x="7" y="57"/>
                      <a:pt x="7" y="57"/>
                    </a:cubicBezTo>
                    <a:cubicBezTo>
                      <a:pt x="7" y="80"/>
                      <a:pt x="23" y="100"/>
                      <a:pt x="46" y="106"/>
                    </a:cubicBezTo>
                    <a:cubicBezTo>
                      <a:pt x="46" y="106"/>
                      <a:pt x="46" y="106"/>
                      <a:pt x="46" y="106"/>
                    </a:cubicBezTo>
                    <a:cubicBezTo>
                      <a:pt x="50" y="106"/>
                      <a:pt x="53" y="107"/>
                      <a:pt x="57" y="107"/>
                    </a:cubicBezTo>
                    <a:cubicBezTo>
                      <a:pt x="57" y="107"/>
                      <a:pt x="57" y="107"/>
                      <a:pt x="57" y="107"/>
                    </a:cubicBezTo>
                    <a:cubicBezTo>
                      <a:pt x="80" y="107"/>
                      <a:pt x="101" y="91"/>
                      <a:pt x="106" y="68"/>
                    </a:cubicBezTo>
                    <a:cubicBezTo>
                      <a:pt x="106" y="68"/>
                      <a:pt x="106" y="68"/>
                      <a:pt x="106" y="68"/>
                    </a:cubicBezTo>
                    <a:cubicBezTo>
                      <a:pt x="107" y="64"/>
                      <a:pt x="107" y="60"/>
                      <a:pt x="107" y="57"/>
                    </a:cubicBezTo>
                    <a:cubicBezTo>
                      <a:pt x="107" y="57"/>
                      <a:pt x="107" y="57"/>
                      <a:pt x="107" y="57"/>
                    </a:cubicBezTo>
                    <a:cubicBezTo>
                      <a:pt x="107" y="34"/>
                      <a:pt x="91" y="13"/>
                      <a:pt x="68" y="8"/>
                    </a:cubicBezTo>
                    <a:cubicBezTo>
                      <a:pt x="68" y="8"/>
                      <a:pt x="68" y="8"/>
                      <a:pt x="68" y="8"/>
                    </a:cubicBezTo>
                    <a:cubicBezTo>
                      <a:pt x="68" y="8"/>
                      <a:pt x="68" y="8"/>
                      <a:pt x="68" y="8"/>
                    </a:cubicBezTo>
                    <a:cubicBezTo>
                      <a:pt x="64" y="7"/>
                      <a:pt x="60" y="7"/>
                      <a:pt x="57" y="7"/>
                    </a:cubicBezTo>
                    <a:cubicBezTo>
                      <a:pt x="57" y="7"/>
                      <a:pt x="57" y="7"/>
                      <a:pt x="57" y="7"/>
                    </a:cubicBezTo>
                    <a:cubicBezTo>
                      <a:pt x="34" y="7"/>
                      <a:pt x="13" y="22"/>
                      <a:pt x="8" y="46"/>
                    </a:cubicBezTo>
                    <a:close/>
                    <a:moveTo>
                      <a:pt x="68" y="6"/>
                    </a:moveTo>
                    <a:cubicBezTo>
                      <a:pt x="68" y="5"/>
                      <a:pt x="68" y="5"/>
                      <a:pt x="68" y="5"/>
                    </a:cubicBezTo>
                    <a:cubicBezTo>
                      <a:pt x="68" y="5"/>
                      <a:pt x="68" y="5"/>
                      <a:pt x="68" y="5"/>
                    </a:cubicBezTo>
                    <a:cubicBezTo>
                      <a:pt x="68" y="5"/>
                      <a:pt x="68" y="5"/>
                      <a:pt x="68" y="5"/>
                    </a:cubicBezTo>
                    <a:cubicBezTo>
                      <a:pt x="68" y="6"/>
                      <a:pt x="68" y="6"/>
                      <a:pt x="6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2" name="Freeform 1330"/>
              <p:cNvSpPr/>
              <p:nvPr/>
            </p:nvSpPr>
            <p:spPr bwMode="auto">
              <a:xfrm>
                <a:off x="7461251" y="7540626"/>
                <a:ext cx="158750" cy="90488"/>
              </a:xfrm>
              <a:custGeom>
                <a:avLst/>
                <a:gdLst>
                  <a:gd name="T0" fmla="*/ 1 w 91"/>
                  <a:gd name="T1" fmla="*/ 52 h 52"/>
                  <a:gd name="T2" fmla="*/ 14 w 91"/>
                  <a:gd name="T3" fmla="*/ 34 h 52"/>
                  <a:gd name="T4" fmla="*/ 19 w 91"/>
                  <a:gd name="T5" fmla="*/ 15 h 52"/>
                  <a:gd name="T6" fmla="*/ 56 w 91"/>
                  <a:gd name="T7" fmla="*/ 23 h 52"/>
                  <a:gd name="T8" fmla="*/ 91 w 91"/>
                  <a:gd name="T9" fmla="*/ 19 h 52"/>
                  <a:gd name="T10" fmla="*/ 54 w 91"/>
                  <a:gd name="T11" fmla="*/ 2 h 52"/>
                  <a:gd name="T12" fmla="*/ 21 w 91"/>
                  <a:gd name="T13" fmla="*/ 13 h 52"/>
                  <a:gd name="T14" fmla="*/ 2 w 91"/>
                  <a:gd name="T15" fmla="*/ 39 h 52"/>
                  <a:gd name="T16" fmla="*/ 1 w 91"/>
                  <a:gd name="T17"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52">
                    <a:moveTo>
                      <a:pt x="1" y="52"/>
                    </a:moveTo>
                    <a:cubicBezTo>
                      <a:pt x="1" y="52"/>
                      <a:pt x="10" y="44"/>
                      <a:pt x="14" y="34"/>
                    </a:cubicBezTo>
                    <a:cubicBezTo>
                      <a:pt x="18" y="24"/>
                      <a:pt x="19" y="15"/>
                      <a:pt x="19" y="15"/>
                    </a:cubicBezTo>
                    <a:cubicBezTo>
                      <a:pt x="19" y="15"/>
                      <a:pt x="46" y="21"/>
                      <a:pt x="56" y="23"/>
                    </a:cubicBezTo>
                    <a:cubicBezTo>
                      <a:pt x="65" y="25"/>
                      <a:pt x="91" y="19"/>
                      <a:pt x="91" y="19"/>
                    </a:cubicBezTo>
                    <a:cubicBezTo>
                      <a:pt x="91" y="19"/>
                      <a:pt x="69" y="0"/>
                      <a:pt x="54" y="2"/>
                    </a:cubicBezTo>
                    <a:cubicBezTo>
                      <a:pt x="38" y="4"/>
                      <a:pt x="21" y="13"/>
                      <a:pt x="21" y="13"/>
                    </a:cubicBezTo>
                    <a:cubicBezTo>
                      <a:pt x="21" y="13"/>
                      <a:pt x="4" y="30"/>
                      <a:pt x="2" y="39"/>
                    </a:cubicBezTo>
                    <a:cubicBezTo>
                      <a:pt x="0" y="49"/>
                      <a:pt x="1" y="52"/>
                      <a:pt x="1" y="52"/>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3" name="Freeform 1331"/>
              <p:cNvSpPr>
                <a:spLocks noEditPoints="1"/>
              </p:cNvSpPr>
              <p:nvPr/>
            </p:nvSpPr>
            <p:spPr bwMode="auto">
              <a:xfrm>
                <a:off x="7459664" y="7540626"/>
                <a:ext cx="168275" cy="92075"/>
              </a:xfrm>
              <a:custGeom>
                <a:avLst/>
                <a:gdLst>
                  <a:gd name="T0" fmla="*/ 2 w 97"/>
                  <a:gd name="T1" fmla="*/ 52 h 53"/>
                  <a:gd name="T2" fmla="*/ 1 w 97"/>
                  <a:gd name="T3" fmla="*/ 53 h 53"/>
                  <a:gd name="T4" fmla="*/ 0 w 97"/>
                  <a:gd name="T5" fmla="*/ 48 h 53"/>
                  <a:gd name="T6" fmla="*/ 0 w 97"/>
                  <a:gd name="T7" fmla="*/ 48 h 53"/>
                  <a:gd name="T8" fmla="*/ 1 w 97"/>
                  <a:gd name="T9" fmla="*/ 39 h 53"/>
                  <a:gd name="T10" fmla="*/ 1 w 97"/>
                  <a:gd name="T11" fmla="*/ 39 h 53"/>
                  <a:gd name="T12" fmla="*/ 18 w 97"/>
                  <a:gd name="T13" fmla="*/ 14 h 53"/>
                  <a:gd name="T14" fmla="*/ 18 w 97"/>
                  <a:gd name="T15" fmla="*/ 14 h 53"/>
                  <a:gd name="T16" fmla="*/ 18 w 97"/>
                  <a:gd name="T17" fmla="*/ 12 h 53"/>
                  <a:gd name="T18" fmla="*/ 19 w 97"/>
                  <a:gd name="T19" fmla="*/ 13 h 53"/>
                  <a:gd name="T20" fmla="*/ 20 w 97"/>
                  <a:gd name="T21" fmla="*/ 12 h 53"/>
                  <a:gd name="T22" fmla="*/ 20 w 97"/>
                  <a:gd name="T23" fmla="*/ 12 h 53"/>
                  <a:gd name="T24" fmla="*/ 21 w 97"/>
                  <a:gd name="T25" fmla="*/ 11 h 53"/>
                  <a:gd name="T26" fmla="*/ 21 w 97"/>
                  <a:gd name="T27" fmla="*/ 11 h 53"/>
                  <a:gd name="T28" fmla="*/ 54 w 97"/>
                  <a:gd name="T29" fmla="*/ 0 h 53"/>
                  <a:gd name="T30" fmla="*/ 54 w 97"/>
                  <a:gd name="T31" fmla="*/ 0 h 53"/>
                  <a:gd name="T32" fmla="*/ 57 w 97"/>
                  <a:gd name="T33" fmla="*/ 0 h 53"/>
                  <a:gd name="T34" fmla="*/ 57 w 97"/>
                  <a:gd name="T35" fmla="*/ 0 h 53"/>
                  <a:gd name="T36" fmla="*/ 94 w 97"/>
                  <a:gd name="T37" fmla="*/ 17 h 53"/>
                  <a:gd name="T38" fmla="*/ 94 w 97"/>
                  <a:gd name="T39" fmla="*/ 17 h 53"/>
                  <a:gd name="T40" fmla="*/ 97 w 97"/>
                  <a:gd name="T41" fmla="*/ 20 h 53"/>
                  <a:gd name="T42" fmla="*/ 93 w 97"/>
                  <a:gd name="T43" fmla="*/ 21 h 53"/>
                  <a:gd name="T44" fmla="*/ 62 w 97"/>
                  <a:gd name="T45" fmla="*/ 25 h 53"/>
                  <a:gd name="T46" fmla="*/ 62 w 97"/>
                  <a:gd name="T47" fmla="*/ 25 h 53"/>
                  <a:gd name="T48" fmla="*/ 56 w 97"/>
                  <a:gd name="T49" fmla="*/ 25 h 53"/>
                  <a:gd name="T50" fmla="*/ 56 w 97"/>
                  <a:gd name="T51" fmla="*/ 25 h 53"/>
                  <a:gd name="T52" fmla="*/ 21 w 97"/>
                  <a:gd name="T53" fmla="*/ 17 h 53"/>
                  <a:gd name="T54" fmla="*/ 21 w 97"/>
                  <a:gd name="T55" fmla="*/ 17 h 53"/>
                  <a:gd name="T56" fmla="*/ 17 w 97"/>
                  <a:gd name="T57" fmla="*/ 35 h 53"/>
                  <a:gd name="T58" fmla="*/ 17 w 97"/>
                  <a:gd name="T59" fmla="*/ 35 h 53"/>
                  <a:gd name="T60" fmla="*/ 4 w 97"/>
                  <a:gd name="T61" fmla="*/ 53 h 53"/>
                  <a:gd name="T62" fmla="*/ 4 w 97"/>
                  <a:gd name="T63" fmla="*/ 53 h 53"/>
                  <a:gd name="T64" fmla="*/ 4 w 97"/>
                  <a:gd name="T65" fmla="*/ 53 h 53"/>
                  <a:gd name="T66" fmla="*/ 2 w 97"/>
                  <a:gd name="T67" fmla="*/ 52 h 53"/>
                  <a:gd name="T68" fmla="*/ 15 w 97"/>
                  <a:gd name="T69" fmla="*/ 24 h 53"/>
                  <a:gd name="T70" fmla="*/ 5 w 97"/>
                  <a:gd name="T71" fmla="*/ 40 h 53"/>
                  <a:gd name="T72" fmla="*/ 5 w 97"/>
                  <a:gd name="T73" fmla="*/ 40 h 53"/>
                  <a:gd name="T74" fmla="*/ 4 w 97"/>
                  <a:gd name="T75" fmla="*/ 47 h 53"/>
                  <a:gd name="T76" fmla="*/ 4 w 97"/>
                  <a:gd name="T77" fmla="*/ 47 h 53"/>
                  <a:gd name="T78" fmla="*/ 6 w 97"/>
                  <a:gd name="T79" fmla="*/ 45 h 53"/>
                  <a:gd name="T80" fmla="*/ 6 w 97"/>
                  <a:gd name="T81" fmla="*/ 45 h 53"/>
                  <a:gd name="T82" fmla="*/ 13 w 97"/>
                  <a:gd name="T83" fmla="*/ 33 h 53"/>
                  <a:gd name="T84" fmla="*/ 13 w 97"/>
                  <a:gd name="T85" fmla="*/ 33 h 53"/>
                  <a:gd name="T86" fmla="*/ 17 w 97"/>
                  <a:gd name="T87" fmla="*/ 21 h 53"/>
                  <a:gd name="T88" fmla="*/ 17 w 97"/>
                  <a:gd name="T89" fmla="*/ 21 h 53"/>
                  <a:gd name="T90" fmla="*/ 15 w 97"/>
                  <a:gd name="T91" fmla="*/ 24 h 53"/>
                  <a:gd name="T92" fmla="*/ 57 w 97"/>
                  <a:gd name="T93" fmla="*/ 21 h 53"/>
                  <a:gd name="T94" fmla="*/ 62 w 97"/>
                  <a:gd name="T95" fmla="*/ 21 h 53"/>
                  <a:gd name="T96" fmla="*/ 62 w 97"/>
                  <a:gd name="T97" fmla="*/ 21 h 53"/>
                  <a:gd name="T98" fmla="*/ 88 w 97"/>
                  <a:gd name="T99" fmla="*/ 18 h 53"/>
                  <a:gd name="T100" fmla="*/ 88 w 97"/>
                  <a:gd name="T101" fmla="*/ 18 h 53"/>
                  <a:gd name="T102" fmla="*/ 79 w 97"/>
                  <a:gd name="T103" fmla="*/ 12 h 53"/>
                  <a:gd name="T104" fmla="*/ 79 w 97"/>
                  <a:gd name="T105" fmla="*/ 12 h 53"/>
                  <a:gd name="T106" fmla="*/ 57 w 97"/>
                  <a:gd name="T107" fmla="*/ 4 h 53"/>
                  <a:gd name="T108" fmla="*/ 57 w 97"/>
                  <a:gd name="T109" fmla="*/ 4 h 53"/>
                  <a:gd name="T110" fmla="*/ 55 w 97"/>
                  <a:gd name="T111" fmla="*/ 4 h 53"/>
                  <a:gd name="T112" fmla="*/ 55 w 97"/>
                  <a:gd name="T113" fmla="*/ 4 h 53"/>
                  <a:gd name="T114" fmla="*/ 25 w 97"/>
                  <a:gd name="T115" fmla="*/ 14 h 53"/>
                  <a:gd name="T116" fmla="*/ 25 w 97"/>
                  <a:gd name="T117" fmla="*/ 14 h 53"/>
                  <a:gd name="T118" fmla="*/ 57 w 97"/>
                  <a:gd name="T119" fmla="*/ 2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7" h="53">
                    <a:moveTo>
                      <a:pt x="2" y="52"/>
                    </a:moveTo>
                    <a:cubicBezTo>
                      <a:pt x="1" y="53"/>
                      <a:pt x="1" y="53"/>
                      <a:pt x="1" y="53"/>
                    </a:cubicBezTo>
                    <a:cubicBezTo>
                      <a:pt x="0" y="52"/>
                      <a:pt x="0" y="51"/>
                      <a:pt x="0" y="48"/>
                    </a:cubicBezTo>
                    <a:cubicBezTo>
                      <a:pt x="0" y="48"/>
                      <a:pt x="0" y="48"/>
                      <a:pt x="0" y="48"/>
                    </a:cubicBezTo>
                    <a:cubicBezTo>
                      <a:pt x="0" y="46"/>
                      <a:pt x="0" y="43"/>
                      <a:pt x="1" y="39"/>
                    </a:cubicBezTo>
                    <a:cubicBezTo>
                      <a:pt x="1" y="39"/>
                      <a:pt x="1" y="39"/>
                      <a:pt x="1" y="39"/>
                    </a:cubicBezTo>
                    <a:cubicBezTo>
                      <a:pt x="3" y="31"/>
                      <a:pt x="13" y="20"/>
                      <a:pt x="18" y="14"/>
                    </a:cubicBezTo>
                    <a:cubicBezTo>
                      <a:pt x="18" y="14"/>
                      <a:pt x="18" y="14"/>
                      <a:pt x="18" y="14"/>
                    </a:cubicBezTo>
                    <a:cubicBezTo>
                      <a:pt x="18" y="12"/>
                      <a:pt x="18" y="12"/>
                      <a:pt x="18" y="12"/>
                    </a:cubicBezTo>
                    <a:cubicBezTo>
                      <a:pt x="19" y="13"/>
                      <a:pt x="19" y="13"/>
                      <a:pt x="19" y="13"/>
                    </a:cubicBezTo>
                    <a:cubicBezTo>
                      <a:pt x="20" y="12"/>
                      <a:pt x="20" y="12"/>
                      <a:pt x="20" y="12"/>
                    </a:cubicBezTo>
                    <a:cubicBezTo>
                      <a:pt x="20" y="12"/>
                      <a:pt x="20" y="12"/>
                      <a:pt x="20" y="12"/>
                    </a:cubicBezTo>
                    <a:cubicBezTo>
                      <a:pt x="21" y="11"/>
                      <a:pt x="21" y="11"/>
                      <a:pt x="21" y="11"/>
                    </a:cubicBezTo>
                    <a:cubicBezTo>
                      <a:pt x="21" y="11"/>
                      <a:pt x="21" y="11"/>
                      <a:pt x="21" y="11"/>
                    </a:cubicBezTo>
                    <a:cubicBezTo>
                      <a:pt x="21" y="11"/>
                      <a:pt x="38" y="2"/>
                      <a:pt x="54" y="0"/>
                    </a:cubicBezTo>
                    <a:cubicBezTo>
                      <a:pt x="54" y="0"/>
                      <a:pt x="54" y="0"/>
                      <a:pt x="54" y="0"/>
                    </a:cubicBezTo>
                    <a:cubicBezTo>
                      <a:pt x="55" y="0"/>
                      <a:pt x="56" y="0"/>
                      <a:pt x="57" y="0"/>
                    </a:cubicBezTo>
                    <a:cubicBezTo>
                      <a:pt x="57" y="0"/>
                      <a:pt x="57" y="0"/>
                      <a:pt x="57" y="0"/>
                    </a:cubicBezTo>
                    <a:cubicBezTo>
                      <a:pt x="74" y="0"/>
                      <a:pt x="93" y="17"/>
                      <a:pt x="94" y="17"/>
                    </a:cubicBezTo>
                    <a:cubicBezTo>
                      <a:pt x="94" y="17"/>
                      <a:pt x="94" y="17"/>
                      <a:pt x="94" y="17"/>
                    </a:cubicBezTo>
                    <a:cubicBezTo>
                      <a:pt x="97" y="20"/>
                      <a:pt x="97" y="20"/>
                      <a:pt x="97" y="20"/>
                    </a:cubicBezTo>
                    <a:cubicBezTo>
                      <a:pt x="93" y="21"/>
                      <a:pt x="93" y="21"/>
                      <a:pt x="93" y="21"/>
                    </a:cubicBezTo>
                    <a:cubicBezTo>
                      <a:pt x="93" y="21"/>
                      <a:pt x="74" y="25"/>
                      <a:pt x="62" y="25"/>
                    </a:cubicBezTo>
                    <a:cubicBezTo>
                      <a:pt x="62" y="25"/>
                      <a:pt x="62" y="25"/>
                      <a:pt x="62" y="25"/>
                    </a:cubicBezTo>
                    <a:cubicBezTo>
                      <a:pt x="60" y="25"/>
                      <a:pt x="58" y="25"/>
                      <a:pt x="56" y="25"/>
                    </a:cubicBezTo>
                    <a:cubicBezTo>
                      <a:pt x="56" y="25"/>
                      <a:pt x="56" y="25"/>
                      <a:pt x="56" y="25"/>
                    </a:cubicBezTo>
                    <a:cubicBezTo>
                      <a:pt x="49" y="23"/>
                      <a:pt x="28" y="18"/>
                      <a:pt x="21" y="17"/>
                    </a:cubicBezTo>
                    <a:cubicBezTo>
                      <a:pt x="21" y="17"/>
                      <a:pt x="21" y="17"/>
                      <a:pt x="21" y="17"/>
                    </a:cubicBezTo>
                    <a:cubicBezTo>
                      <a:pt x="21" y="21"/>
                      <a:pt x="20" y="28"/>
                      <a:pt x="17" y="35"/>
                    </a:cubicBezTo>
                    <a:cubicBezTo>
                      <a:pt x="17" y="35"/>
                      <a:pt x="17" y="35"/>
                      <a:pt x="17" y="35"/>
                    </a:cubicBezTo>
                    <a:cubicBezTo>
                      <a:pt x="13" y="45"/>
                      <a:pt x="4" y="53"/>
                      <a:pt x="4" y="53"/>
                    </a:cubicBezTo>
                    <a:cubicBezTo>
                      <a:pt x="4" y="53"/>
                      <a:pt x="4" y="53"/>
                      <a:pt x="4" y="53"/>
                    </a:cubicBezTo>
                    <a:cubicBezTo>
                      <a:pt x="4" y="53"/>
                      <a:pt x="4" y="53"/>
                      <a:pt x="4" y="53"/>
                    </a:cubicBezTo>
                    <a:cubicBezTo>
                      <a:pt x="2" y="52"/>
                      <a:pt x="2" y="52"/>
                      <a:pt x="2" y="52"/>
                    </a:cubicBezTo>
                    <a:close/>
                    <a:moveTo>
                      <a:pt x="15" y="24"/>
                    </a:moveTo>
                    <a:cubicBezTo>
                      <a:pt x="10" y="29"/>
                      <a:pt x="6" y="36"/>
                      <a:pt x="5" y="40"/>
                    </a:cubicBezTo>
                    <a:cubicBezTo>
                      <a:pt x="5" y="40"/>
                      <a:pt x="5" y="40"/>
                      <a:pt x="5" y="40"/>
                    </a:cubicBezTo>
                    <a:cubicBezTo>
                      <a:pt x="4" y="43"/>
                      <a:pt x="4" y="46"/>
                      <a:pt x="4" y="47"/>
                    </a:cubicBezTo>
                    <a:cubicBezTo>
                      <a:pt x="4" y="47"/>
                      <a:pt x="4" y="47"/>
                      <a:pt x="4" y="47"/>
                    </a:cubicBezTo>
                    <a:cubicBezTo>
                      <a:pt x="4" y="47"/>
                      <a:pt x="5" y="46"/>
                      <a:pt x="6" y="45"/>
                    </a:cubicBezTo>
                    <a:cubicBezTo>
                      <a:pt x="6" y="45"/>
                      <a:pt x="6" y="45"/>
                      <a:pt x="6" y="45"/>
                    </a:cubicBezTo>
                    <a:cubicBezTo>
                      <a:pt x="8" y="42"/>
                      <a:pt x="12" y="38"/>
                      <a:pt x="13" y="33"/>
                    </a:cubicBezTo>
                    <a:cubicBezTo>
                      <a:pt x="13" y="33"/>
                      <a:pt x="13" y="33"/>
                      <a:pt x="13" y="33"/>
                    </a:cubicBezTo>
                    <a:cubicBezTo>
                      <a:pt x="15" y="29"/>
                      <a:pt x="16" y="25"/>
                      <a:pt x="17" y="21"/>
                    </a:cubicBezTo>
                    <a:cubicBezTo>
                      <a:pt x="17" y="21"/>
                      <a:pt x="17" y="21"/>
                      <a:pt x="17" y="21"/>
                    </a:cubicBezTo>
                    <a:cubicBezTo>
                      <a:pt x="16" y="22"/>
                      <a:pt x="15" y="23"/>
                      <a:pt x="15" y="24"/>
                    </a:cubicBezTo>
                    <a:close/>
                    <a:moveTo>
                      <a:pt x="57" y="21"/>
                    </a:moveTo>
                    <a:cubicBezTo>
                      <a:pt x="58" y="21"/>
                      <a:pt x="60" y="21"/>
                      <a:pt x="62" y="21"/>
                    </a:cubicBezTo>
                    <a:cubicBezTo>
                      <a:pt x="62" y="21"/>
                      <a:pt x="62" y="21"/>
                      <a:pt x="62" y="21"/>
                    </a:cubicBezTo>
                    <a:cubicBezTo>
                      <a:pt x="70" y="21"/>
                      <a:pt x="81" y="19"/>
                      <a:pt x="88" y="18"/>
                    </a:cubicBezTo>
                    <a:cubicBezTo>
                      <a:pt x="88" y="18"/>
                      <a:pt x="88" y="18"/>
                      <a:pt x="88" y="18"/>
                    </a:cubicBezTo>
                    <a:cubicBezTo>
                      <a:pt x="86" y="16"/>
                      <a:pt x="83" y="14"/>
                      <a:pt x="79" y="12"/>
                    </a:cubicBezTo>
                    <a:cubicBezTo>
                      <a:pt x="79" y="12"/>
                      <a:pt x="79" y="12"/>
                      <a:pt x="79" y="12"/>
                    </a:cubicBezTo>
                    <a:cubicBezTo>
                      <a:pt x="73" y="8"/>
                      <a:pt x="64" y="4"/>
                      <a:pt x="57" y="4"/>
                    </a:cubicBezTo>
                    <a:cubicBezTo>
                      <a:pt x="57" y="4"/>
                      <a:pt x="57" y="4"/>
                      <a:pt x="57" y="4"/>
                    </a:cubicBezTo>
                    <a:cubicBezTo>
                      <a:pt x="56" y="4"/>
                      <a:pt x="56" y="4"/>
                      <a:pt x="55" y="4"/>
                    </a:cubicBezTo>
                    <a:cubicBezTo>
                      <a:pt x="55" y="4"/>
                      <a:pt x="55" y="4"/>
                      <a:pt x="55" y="4"/>
                    </a:cubicBezTo>
                    <a:cubicBezTo>
                      <a:pt x="43" y="6"/>
                      <a:pt x="30" y="11"/>
                      <a:pt x="25" y="14"/>
                    </a:cubicBezTo>
                    <a:cubicBezTo>
                      <a:pt x="25" y="14"/>
                      <a:pt x="25" y="14"/>
                      <a:pt x="25" y="14"/>
                    </a:cubicBezTo>
                    <a:cubicBezTo>
                      <a:pt x="33" y="15"/>
                      <a:pt x="50" y="19"/>
                      <a:pt x="57"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4" name="Freeform 1332"/>
              <p:cNvSpPr>
                <a:spLocks noEditPoints="1"/>
              </p:cNvSpPr>
              <p:nvPr/>
            </p:nvSpPr>
            <p:spPr bwMode="auto">
              <a:xfrm>
                <a:off x="7458076" y="7542213"/>
                <a:ext cx="166688" cy="92075"/>
              </a:xfrm>
              <a:custGeom>
                <a:avLst/>
                <a:gdLst>
                  <a:gd name="T0" fmla="*/ 19 w 96"/>
                  <a:gd name="T1" fmla="*/ 14 h 53"/>
                  <a:gd name="T2" fmla="*/ 19 w 96"/>
                  <a:gd name="T3" fmla="*/ 14 h 53"/>
                  <a:gd name="T4" fmla="*/ 19 w 96"/>
                  <a:gd name="T5" fmla="*/ 14 h 53"/>
                  <a:gd name="T6" fmla="*/ 19 w 96"/>
                  <a:gd name="T7" fmla="*/ 12 h 53"/>
                  <a:gd name="T8" fmla="*/ 21 w 96"/>
                  <a:gd name="T9" fmla="*/ 12 h 53"/>
                  <a:gd name="T10" fmla="*/ 22 w 96"/>
                  <a:gd name="T11" fmla="*/ 11 h 53"/>
                  <a:gd name="T12" fmla="*/ 22 w 96"/>
                  <a:gd name="T13" fmla="*/ 11 h 53"/>
                  <a:gd name="T14" fmla="*/ 22 w 96"/>
                  <a:gd name="T15" fmla="*/ 11 h 53"/>
                  <a:gd name="T16" fmla="*/ 22 w 96"/>
                  <a:gd name="T17" fmla="*/ 11 h 53"/>
                  <a:gd name="T18" fmla="*/ 55 w 96"/>
                  <a:gd name="T19" fmla="*/ 0 h 53"/>
                  <a:gd name="T20" fmla="*/ 55 w 96"/>
                  <a:gd name="T21" fmla="*/ 0 h 53"/>
                  <a:gd name="T22" fmla="*/ 64 w 96"/>
                  <a:gd name="T23" fmla="*/ 0 h 53"/>
                  <a:gd name="T24" fmla="*/ 64 w 96"/>
                  <a:gd name="T25" fmla="*/ 0 h 53"/>
                  <a:gd name="T26" fmla="*/ 94 w 96"/>
                  <a:gd name="T27" fmla="*/ 17 h 53"/>
                  <a:gd name="T28" fmla="*/ 94 w 96"/>
                  <a:gd name="T29" fmla="*/ 17 h 53"/>
                  <a:gd name="T30" fmla="*/ 96 w 96"/>
                  <a:gd name="T31" fmla="*/ 18 h 53"/>
                  <a:gd name="T32" fmla="*/ 94 w 96"/>
                  <a:gd name="T33" fmla="*/ 19 h 53"/>
                  <a:gd name="T34" fmla="*/ 58 w 96"/>
                  <a:gd name="T35" fmla="*/ 23 h 53"/>
                  <a:gd name="T36" fmla="*/ 58 w 96"/>
                  <a:gd name="T37" fmla="*/ 23 h 53"/>
                  <a:gd name="T38" fmla="*/ 22 w 96"/>
                  <a:gd name="T39" fmla="*/ 15 h 53"/>
                  <a:gd name="T40" fmla="*/ 22 w 96"/>
                  <a:gd name="T41" fmla="*/ 15 h 53"/>
                  <a:gd name="T42" fmla="*/ 21 w 96"/>
                  <a:gd name="T43" fmla="*/ 24 h 53"/>
                  <a:gd name="T44" fmla="*/ 21 w 96"/>
                  <a:gd name="T45" fmla="*/ 24 h 53"/>
                  <a:gd name="T46" fmla="*/ 18 w 96"/>
                  <a:gd name="T47" fmla="*/ 33 h 53"/>
                  <a:gd name="T48" fmla="*/ 18 w 96"/>
                  <a:gd name="T49" fmla="*/ 33 h 53"/>
                  <a:gd name="T50" fmla="*/ 4 w 96"/>
                  <a:gd name="T51" fmla="*/ 52 h 53"/>
                  <a:gd name="T52" fmla="*/ 4 w 96"/>
                  <a:gd name="T53" fmla="*/ 52 h 53"/>
                  <a:gd name="T54" fmla="*/ 3 w 96"/>
                  <a:gd name="T55" fmla="*/ 51 h 53"/>
                  <a:gd name="T56" fmla="*/ 4 w 96"/>
                  <a:gd name="T57" fmla="*/ 52 h 53"/>
                  <a:gd name="T58" fmla="*/ 3 w 96"/>
                  <a:gd name="T59" fmla="*/ 53 h 53"/>
                  <a:gd name="T60" fmla="*/ 2 w 96"/>
                  <a:gd name="T61" fmla="*/ 51 h 53"/>
                  <a:gd name="T62" fmla="*/ 3 w 96"/>
                  <a:gd name="T63" fmla="*/ 38 h 53"/>
                  <a:gd name="T64" fmla="*/ 3 w 96"/>
                  <a:gd name="T65" fmla="*/ 38 h 53"/>
                  <a:gd name="T66" fmla="*/ 3 w 96"/>
                  <a:gd name="T67" fmla="*/ 38 h 53"/>
                  <a:gd name="T68" fmla="*/ 3 w 96"/>
                  <a:gd name="T69" fmla="*/ 38 h 53"/>
                  <a:gd name="T70" fmla="*/ 19 w 96"/>
                  <a:gd name="T71" fmla="*/ 14 h 53"/>
                  <a:gd name="T72" fmla="*/ 15 w 96"/>
                  <a:gd name="T73" fmla="*/ 22 h 53"/>
                  <a:gd name="T74" fmla="*/ 5 w 96"/>
                  <a:gd name="T75" fmla="*/ 38 h 53"/>
                  <a:gd name="T76" fmla="*/ 5 w 96"/>
                  <a:gd name="T77" fmla="*/ 38 h 53"/>
                  <a:gd name="T78" fmla="*/ 5 w 96"/>
                  <a:gd name="T79" fmla="*/ 39 h 53"/>
                  <a:gd name="T80" fmla="*/ 5 w 96"/>
                  <a:gd name="T81" fmla="*/ 39 h 53"/>
                  <a:gd name="T82" fmla="*/ 4 w 96"/>
                  <a:gd name="T83" fmla="*/ 48 h 53"/>
                  <a:gd name="T84" fmla="*/ 4 w 96"/>
                  <a:gd name="T85" fmla="*/ 48 h 53"/>
                  <a:gd name="T86" fmla="*/ 15 w 96"/>
                  <a:gd name="T87" fmla="*/ 32 h 53"/>
                  <a:gd name="T88" fmla="*/ 15 w 96"/>
                  <a:gd name="T89" fmla="*/ 32 h 53"/>
                  <a:gd name="T90" fmla="*/ 18 w 96"/>
                  <a:gd name="T91" fmla="*/ 23 h 53"/>
                  <a:gd name="T92" fmla="*/ 18 w 96"/>
                  <a:gd name="T93" fmla="*/ 23 h 53"/>
                  <a:gd name="T94" fmla="*/ 19 w 96"/>
                  <a:gd name="T95" fmla="*/ 18 h 53"/>
                  <a:gd name="T96" fmla="*/ 19 w 96"/>
                  <a:gd name="T97" fmla="*/ 18 h 53"/>
                  <a:gd name="T98" fmla="*/ 15 w 96"/>
                  <a:gd name="T99" fmla="*/ 22 h 53"/>
                  <a:gd name="T100" fmla="*/ 64 w 96"/>
                  <a:gd name="T101" fmla="*/ 3 h 53"/>
                  <a:gd name="T102" fmla="*/ 56 w 96"/>
                  <a:gd name="T103" fmla="*/ 3 h 53"/>
                  <a:gd name="T104" fmla="*/ 56 w 96"/>
                  <a:gd name="T105" fmla="*/ 3 h 53"/>
                  <a:gd name="T106" fmla="*/ 24 w 96"/>
                  <a:gd name="T107" fmla="*/ 13 h 53"/>
                  <a:gd name="T108" fmla="*/ 24 w 96"/>
                  <a:gd name="T109" fmla="*/ 13 h 53"/>
                  <a:gd name="T110" fmla="*/ 58 w 96"/>
                  <a:gd name="T111" fmla="*/ 20 h 53"/>
                  <a:gd name="T112" fmla="*/ 58 w 96"/>
                  <a:gd name="T113" fmla="*/ 20 h 53"/>
                  <a:gd name="T114" fmla="*/ 79 w 96"/>
                  <a:gd name="T115" fmla="*/ 19 h 53"/>
                  <a:gd name="T116" fmla="*/ 79 w 96"/>
                  <a:gd name="T117" fmla="*/ 19 h 53"/>
                  <a:gd name="T118" fmla="*/ 90 w 96"/>
                  <a:gd name="T119" fmla="*/ 17 h 53"/>
                  <a:gd name="T120" fmla="*/ 90 w 96"/>
                  <a:gd name="T121" fmla="*/ 17 h 53"/>
                  <a:gd name="T122" fmla="*/ 64 w 96"/>
                  <a:gd name="T123" fmla="*/ 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 h="53">
                    <a:moveTo>
                      <a:pt x="19" y="14"/>
                    </a:moveTo>
                    <a:cubicBezTo>
                      <a:pt x="19" y="14"/>
                      <a:pt x="19" y="14"/>
                      <a:pt x="19" y="14"/>
                    </a:cubicBezTo>
                    <a:cubicBezTo>
                      <a:pt x="19" y="14"/>
                      <a:pt x="19" y="14"/>
                      <a:pt x="19" y="14"/>
                    </a:cubicBezTo>
                    <a:cubicBezTo>
                      <a:pt x="19" y="12"/>
                      <a:pt x="19" y="12"/>
                      <a:pt x="19" y="12"/>
                    </a:cubicBezTo>
                    <a:cubicBezTo>
                      <a:pt x="21" y="12"/>
                      <a:pt x="21" y="12"/>
                      <a:pt x="21" y="12"/>
                    </a:cubicBezTo>
                    <a:cubicBezTo>
                      <a:pt x="21" y="11"/>
                      <a:pt x="22" y="11"/>
                      <a:pt x="22" y="11"/>
                    </a:cubicBezTo>
                    <a:cubicBezTo>
                      <a:pt x="22" y="11"/>
                      <a:pt x="22" y="11"/>
                      <a:pt x="22" y="11"/>
                    </a:cubicBezTo>
                    <a:cubicBezTo>
                      <a:pt x="22" y="11"/>
                      <a:pt x="22" y="11"/>
                      <a:pt x="22" y="11"/>
                    </a:cubicBezTo>
                    <a:cubicBezTo>
                      <a:pt x="22" y="11"/>
                      <a:pt x="22" y="11"/>
                      <a:pt x="22" y="11"/>
                    </a:cubicBezTo>
                    <a:cubicBezTo>
                      <a:pt x="22" y="11"/>
                      <a:pt x="40" y="2"/>
                      <a:pt x="55" y="0"/>
                    </a:cubicBezTo>
                    <a:cubicBezTo>
                      <a:pt x="55" y="0"/>
                      <a:pt x="55" y="0"/>
                      <a:pt x="55" y="0"/>
                    </a:cubicBezTo>
                    <a:cubicBezTo>
                      <a:pt x="58" y="0"/>
                      <a:pt x="61" y="0"/>
                      <a:pt x="64" y="0"/>
                    </a:cubicBezTo>
                    <a:cubicBezTo>
                      <a:pt x="64" y="0"/>
                      <a:pt x="64" y="0"/>
                      <a:pt x="64" y="0"/>
                    </a:cubicBezTo>
                    <a:cubicBezTo>
                      <a:pt x="79" y="4"/>
                      <a:pt x="94" y="16"/>
                      <a:pt x="94" y="17"/>
                    </a:cubicBezTo>
                    <a:cubicBezTo>
                      <a:pt x="94" y="17"/>
                      <a:pt x="94" y="17"/>
                      <a:pt x="94" y="17"/>
                    </a:cubicBezTo>
                    <a:cubicBezTo>
                      <a:pt x="96" y="18"/>
                      <a:pt x="96" y="18"/>
                      <a:pt x="96" y="18"/>
                    </a:cubicBezTo>
                    <a:cubicBezTo>
                      <a:pt x="94" y="19"/>
                      <a:pt x="94" y="19"/>
                      <a:pt x="94" y="19"/>
                    </a:cubicBezTo>
                    <a:cubicBezTo>
                      <a:pt x="93" y="19"/>
                      <a:pt x="68" y="25"/>
                      <a:pt x="58" y="23"/>
                    </a:cubicBezTo>
                    <a:cubicBezTo>
                      <a:pt x="58" y="23"/>
                      <a:pt x="58" y="23"/>
                      <a:pt x="58" y="23"/>
                    </a:cubicBezTo>
                    <a:cubicBezTo>
                      <a:pt x="49" y="21"/>
                      <a:pt x="28" y="17"/>
                      <a:pt x="22" y="15"/>
                    </a:cubicBezTo>
                    <a:cubicBezTo>
                      <a:pt x="22" y="15"/>
                      <a:pt x="22" y="15"/>
                      <a:pt x="22" y="15"/>
                    </a:cubicBezTo>
                    <a:cubicBezTo>
                      <a:pt x="22" y="17"/>
                      <a:pt x="21" y="20"/>
                      <a:pt x="21" y="24"/>
                    </a:cubicBezTo>
                    <a:cubicBezTo>
                      <a:pt x="21" y="24"/>
                      <a:pt x="21" y="24"/>
                      <a:pt x="21" y="24"/>
                    </a:cubicBezTo>
                    <a:cubicBezTo>
                      <a:pt x="20" y="27"/>
                      <a:pt x="19" y="30"/>
                      <a:pt x="18" y="33"/>
                    </a:cubicBezTo>
                    <a:cubicBezTo>
                      <a:pt x="18" y="33"/>
                      <a:pt x="18" y="33"/>
                      <a:pt x="18" y="33"/>
                    </a:cubicBezTo>
                    <a:cubicBezTo>
                      <a:pt x="13" y="44"/>
                      <a:pt x="4" y="52"/>
                      <a:pt x="4" y="52"/>
                    </a:cubicBezTo>
                    <a:cubicBezTo>
                      <a:pt x="4" y="52"/>
                      <a:pt x="4" y="52"/>
                      <a:pt x="4" y="52"/>
                    </a:cubicBezTo>
                    <a:cubicBezTo>
                      <a:pt x="3" y="51"/>
                      <a:pt x="3" y="51"/>
                      <a:pt x="3" y="51"/>
                    </a:cubicBezTo>
                    <a:cubicBezTo>
                      <a:pt x="4" y="52"/>
                      <a:pt x="4" y="52"/>
                      <a:pt x="4" y="52"/>
                    </a:cubicBezTo>
                    <a:cubicBezTo>
                      <a:pt x="3" y="53"/>
                      <a:pt x="3" y="53"/>
                      <a:pt x="3" y="53"/>
                    </a:cubicBezTo>
                    <a:cubicBezTo>
                      <a:pt x="2" y="51"/>
                      <a:pt x="2" y="51"/>
                      <a:pt x="2" y="51"/>
                    </a:cubicBezTo>
                    <a:cubicBezTo>
                      <a:pt x="2" y="51"/>
                      <a:pt x="0" y="48"/>
                      <a:pt x="3" y="38"/>
                    </a:cubicBezTo>
                    <a:cubicBezTo>
                      <a:pt x="3" y="38"/>
                      <a:pt x="3" y="38"/>
                      <a:pt x="3" y="38"/>
                    </a:cubicBezTo>
                    <a:cubicBezTo>
                      <a:pt x="3" y="38"/>
                      <a:pt x="3" y="38"/>
                      <a:pt x="3" y="38"/>
                    </a:cubicBezTo>
                    <a:cubicBezTo>
                      <a:pt x="3" y="38"/>
                      <a:pt x="3" y="38"/>
                      <a:pt x="3" y="38"/>
                    </a:cubicBezTo>
                    <a:cubicBezTo>
                      <a:pt x="4" y="30"/>
                      <a:pt x="14" y="19"/>
                      <a:pt x="19" y="14"/>
                    </a:cubicBezTo>
                    <a:close/>
                    <a:moveTo>
                      <a:pt x="15" y="22"/>
                    </a:moveTo>
                    <a:cubicBezTo>
                      <a:pt x="11" y="28"/>
                      <a:pt x="6" y="34"/>
                      <a:pt x="5" y="38"/>
                    </a:cubicBezTo>
                    <a:cubicBezTo>
                      <a:pt x="5" y="38"/>
                      <a:pt x="5" y="38"/>
                      <a:pt x="5" y="38"/>
                    </a:cubicBezTo>
                    <a:cubicBezTo>
                      <a:pt x="5" y="39"/>
                      <a:pt x="5" y="39"/>
                      <a:pt x="5" y="39"/>
                    </a:cubicBezTo>
                    <a:cubicBezTo>
                      <a:pt x="5" y="39"/>
                      <a:pt x="5" y="39"/>
                      <a:pt x="5" y="39"/>
                    </a:cubicBezTo>
                    <a:cubicBezTo>
                      <a:pt x="4" y="43"/>
                      <a:pt x="4" y="46"/>
                      <a:pt x="4" y="48"/>
                    </a:cubicBezTo>
                    <a:cubicBezTo>
                      <a:pt x="4" y="48"/>
                      <a:pt x="4" y="48"/>
                      <a:pt x="4" y="48"/>
                    </a:cubicBezTo>
                    <a:cubicBezTo>
                      <a:pt x="7" y="45"/>
                      <a:pt x="12" y="39"/>
                      <a:pt x="15" y="32"/>
                    </a:cubicBezTo>
                    <a:cubicBezTo>
                      <a:pt x="15" y="32"/>
                      <a:pt x="15" y="32"/>
                      <a:pt x="15" y="32"/>
                    </a:cubicBezTo>
                    <a:cubicBezTo>
                      <a:pt x="16" y="29"/>
                      <a:pt x="17" y="26"/>
                      <a:pt x="18" y="23"/>
                    </a:cubicBezTo>
                    <a:cubicBezTo>
                      <a:pt x="18" y="23"/>
                      <a:pt x="18" y="23"/>
                      <a:pt x="18" y="23"/>
                    </a:cubicBezTo>
                    <a:cubicBezTo>
                      <a:pt x="18" y="21"/>
                      <a:pt x="19" y="20"/>
                      <a:pt x="19" y="18"/>
                    </a:cubicBezTo>
                    <a:cubicBezTo>
                      <a:pt x="19" y="18"/>
                      <a:pt x="19" y="18"/>
                      <a:pt x="19" y="18"/>
                    </a:cubicBezTo>
                    <a:cubicBezTo>
                      <a:pt x="18" y="19"/>
                      <a:pt x="16" y="21"/>
                      <a:pt x="15" y="22"/>
                    </a:cubicBezTo>
                    <a:close/>
                    <a:moveTo>
                      <a:pt x="64" y="3"/>
                    </a:moveTo>
                    <a:cubicBezTo>
                      <a:pt x="61" y="2"/>
                      <a:pt x="58" y="2"/>
                      <a:pt x="56" y="3"/>
                    </a:cubicBezTo>
                    <a:cubicBezTo>
                      <a:pt x="56" y="3"/>
                      <a:pt x="56" y="3"/>
                      <a:pt x="56" y="3"/>
                    </a:cubicBezTo>
                    <a:cubicBezTo>
                      <a:pt x="42" y="4"/>
                      <a:pt x="27" y="12"/>
                      <a:pt x="24" y="13"/>
                    </a:cubicBezTo>
                    <a:cubicBezTo>
                      <a:pt x="24" y="13"/>
                      <a:pt x="24" y="13"/>
                      <a:pt x="24" y="13"/>
                    </a:cubicBezTo>
                    <a:cubicBezTo>
                      <a:pt x="31" y="14"/>
                      <a:pt x="50" y="19"/>
                      <a:pt x="58" y="20"/>
                    </a:cubicBezTo>
                    <a:cubicBezTo>
                      <a:pt x="58" y="20"/>
                      <a:pt x="58" y="20"/>
                      <a:pt x="58" y="20"/>
                    </a:cubicBezTo>
                    <a:cubicBezTo>
                      <a:pt x="62" y="21"/>
                      <a:pt x="71" y="20"/>
                      <a:pt x="79" y="19"/>
                    </a:cubicBezTo>
                    <a:cubicBezTo>
                      <a:pt x="79" y="19"/>
                      <a:pt x="79" y="19"/>
                      <a:pt x="79" y="19"/>
                    </a:cubicBezTo>
                    <a:cubicBezTo>
                      <a:pt x="83" y="18"/>
                      <a:pt x="88" y="17"/>
                      <a:pt x="90" y="17"/>
                    </a:cubicBezTo>
                    <a:cubicBezTo>
                      <a:pt x="90" y="17"/>
                      <a:pt x="90" y="17"/>
                      <a:pt x="90" y="17"/>
                    </a:cubicBezTo>
                    <a:cubicBezTo>
                      <a:pt x="85" y="13"/>
                      <a:pt x="74" y="5"/>
                      <a:pt x="6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5" name="Freeform 1333"/>
              <p:cNvSpPr>
                <a:spLocks noEditPoints="1"/>
              </p:cNvSpPr>
              <p:nvPr/>
            </p:nvSpPr>
            <p:spPr bwMode="auto">
              <a:xfrm>
                <a:off x="7456489" y="7539038"/>
                <a:ext cx="176213" cy="101600"/>
              </a:xfrm>
              <a:custGeom>
                <a:avLst/>
                <a:gdLst>
                  <a:gd name="T0" fmla="*/ 1 w 102"/>
                  <a:gd name="T1" fmla="*/ 54 h 58"/>
                  <a:gd name="T2" fmla="*/ 0 w 102"/>
                  <a:gd name="T3" fmla="*/ 49 h 58"/>
                  <a:gd name="T4" fmla="*/ 2 w 102"/>
                  <a:gd name="T5" fmla="*/ 40 h 58"/>
                  <a:gd name="T6" fmla="*/ 2 w 102"/>
                  <a:gd name="T7" fmla="*/ 39 h 58"/>
                  <a:gd name="T8" fmla="*/ 18 w 102"/>
                  <a:gd name="T9" fmla="*/ 15 h 58"/>
                  <a:gd name="T10" fmla="*/ 21 w 102"/>
                  <a:gd name="T11" fmla="*/ 12 h 58"/>
                  <a:gd name="T12" fmla="*/ 21 w 102"/>
                  <a:gd name="T13" fmla="*/ 12 h 58"/>
                  <a:gd name="T14" fmla="*/ 21 w 102"/>
                  <a:gd name="T15" fmla="*/ 12 h 58"/>
                  <a:gd name="T16" fmla="*/ 22 w 102"/>
                  <a:gd name="T17" fmla="*/ 11 h 58"/>
                  <a:gd name="T18" fmla="*/ 22 w 102"/>
                  <a:gd name="T19" fmla="*/ 11 h 58"/>
                  <a:gd name="T20" fmla="*/ 23 w 102"/>
                  <a:gd name="T21" fmla="*/ 10 h 58"/>
                  <a:gd name="T22" fmla="*/ 25 w 102"/>
                  <a:gd name="T23" fmla="*/ 9 h 58"/>
                  <a:gd name="T24" fmla="*/ 33 w 102"/>
                  <a:gd name="T25" fmla="*/ 6 h 58"/>
                  <a:gd name="T26" fmla="*/ 56 w 102"/>
                  <a:gd name="T27" fmla="*/ 0 h 58"/>
                  <a:gd name="T28" fmla="*/ 59 w 102"/>
                  <a:gd name="T29" fmla="*/ 0 h 58"/>
                  <a:gd name="T30" fmla="*/ 66 w 102"/>
                  <a:gd name="T31" fmla="*/ 0 h 58"/>
                  <a:gd name="T32" fmla="*/ 96 w 102"/>
                  <a:gd name="T33" fmla="*/ 17 h 58"/>
                  <a:gd name="T34" fmla="*/ 96 w 102"/>
                  <a:gd name="T35" fmla="*/ 17 h 58"/>
                  <a:gd name="T36" fmla="*/ 98 w 102"/>
                  <a:gd name="T37" fmla="*/ 22 h 58"/>
                  <a:gd name="T38" fmla="*/ 94 w 102"/>
                  <a:gd name="T39" fmla="*/ 23 h 58"/>
                  <a:gd name="T40" fmla="*/ 92 w 102"/>
                  <a:gd name="T41" fmla="*/ 24 h 58"/>
                  <a:gd name="T42" fmla="*/ 84 w 102"/>
                  <a:gd name="T43" fmla="*/ 25 h 58"/>
                  <a:gd name="T44" fmla="*/ 64 w 102"/>
                  <a:gd name="T45" fmla="*/ 27 h 58"/>
                  <a:gd name="T46" fmla="*/ 58 w 102"/>
                  <a:gd name="T47" fmla="*/ 27 h 58"/>
                  <a:gd name="T48" fmla="*/ 25 w 102"/>
                  <a:gd name="T49" fmla="*/ 20 h 58"/>
                  <a:gd name="T50" fmla="*/ 24 w 102"/>
                  <a:gd name="T51" fmla="*/ 26 h 58"/>
                  <a:gd name="T52" fmla="*/ 20 w 102"/>
                  <a:gd name="T53" fmla="*/ 36 h 58"/>
                  <a:gd name="T54" fmla="*/ 8 w 102"/>
                  <a:gd name="T55" fmla="*/ 54 h 58"/>
                  <a:gd name="T56" fmla="*/ 7 w 102"/>
                  <a:gd name="T57" fmla="*/ 55 h 58"/>
                  <a:gd name="T58" fmla="*/ 7 w 102"/>
                  <a:gd name="T59" fmla="*/ 55 h 58"/>
                  <a:gd name="T60" fmla="*/ 5 w 102"/>
                  <a:gd name="T61" fmla="*/ 57 h 58"/>
                  <a:gd name="T62" fmla="*/ 2 w 102"/>
                  <a:gd name="T63" fmla="*/ 56 h 58"/>
                  <a:gd name="T64" fmla="*/ 8 w 102"/>
                  <a:gd name="T65" fmla="*/ 41 h 58"/>
                  <a:gd name="T66" fmla="*/ 8 w 102"/>
                  <a:gd name="T67" fmla="*/ 44 h 58"/>
                  <a:gd name="T68" fmla="*/ 14 w 102"/>
                  <a:gd name="T69" fmla="*/ 34 h 58"/>
                  <a:gd name="T70" fmla="*/ 16 w 102"/>
                  <a:gd name="T71" fmla="*/ 27 h 58"/>
                  <a:gd name="T72" fmla="*/ 8 w 102"/>
                  <a:gd name="T73" fmla="*/ 41 h 58"/>
                  <a:gd name="T74" fmla="*/ 64 w 102"/>
                  <a:gd name="T75" fmla="*/ 21 h 58"/>
                  <a:gd name="T76" fmla="*/ 80 w 102"/>
                  <a:gd name="T77" fmla="*/ 19 h 58"/>
                  <a:gd name="T78" fmla="*/ 86 w 102"/>
                  <a:gd name="T79" fmla="*/ 18 h 58"/>
                  <a:gd name="T80" fmla="*/ 64 w 102"/>
                  <a:gd name="T81" fmla="*/ 7 h 58"/>
                  <a:gd name="T82" fmla="*/ 65 w 102"/>
                  <a:gd name="T83" fmla="*/ 5 h 58"/>
                  <a:gd name="T84" fmla="*/ 59 w 102"/>
                  <a:gd name="T85" fmla="*/ 6 h 58"/>
                  <a:gd name="T86" fmla="*/ 57 w 102"/>
                  <a:gd name="T87" fmla="*/ 7 h 58"/>
                  <a:gd name="T88" fmla="*/ 31 w 102"/>
                  <a:gd name="T89" fmla="*/ 14 h 58"/>
                  <a:gd name="T90" fmla="*/ 60 w 102"/>
                  <a:gd name="T91" fmla="*/ 20 h 58"/>
                  <a:gd name="T92" fmla="*/ 18 w 102"/>
                  <a:gd name="T93" fmla="*/ 15 h 58"/>
                  <a:gd name="T94" fmla="*/ 18 w 102"/>
                  <a:gd name="T95" fmla="*/ 1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2" h="58">
                    <a:moveTo>
                      <a:pt x="2" y="56"/>
                    </a:moveTo>
                    <a:cubicBezTo>
                      <a:pt x="1" y="54"/>
                      <a:pt x="1" y="54"/>
                      <a:pt x="1" y="54"/>
                    </a:cubicBezTo>
                    <a:cubicBezTo>
                      <a:pt x="1" y="54"/>
                      <a:pt x="0" y="52"/>
                      <a:pt x="0" y="49"/>
                    </a:cubicBezTo>
                    <a:cubicBezTo>
                      <a:pt x="0" y="49"/>
                      <a:pt x="0" y="49"/>
                      <a:pt x="0" y="49"/>
                    </a:cubicBezTo>
                    <a:cubicBezTo>
                      <a:pt x="0" y="47"/>
                      <a:pt x="1" y="44"/>
                      <a:pt x="2" y="40"/>
                    </a:cubicBezTo>
                    <a:cubicBezTo>
                      <a:pt x="2" y="40"/>
                      <a:pt x="2" y="40"/>
                      <a:pt x="2" y="40"/>
                    </a:cubicBezTo>
                    <a:cubicBezTo>
                      <a:pt x="2" y="40"/>
                      <a:pt x="2" y="40"/>
                      <a:pt x="2" y="39"/>
                    </a:cubicBezTo>
                    <a:cubicBezTo>
                      <a:pt x="2" y="39"/>
                      <a:pt x="2" y="39"/>
                      <a:pt x="2" y="39"/>
                    </a:cubicBezTo>
                    <a:cubicBezTo>
                      <a:pt x="4" y="31"/>
                      <a:pt x="13" y="20"/>
                      <a:pt x="18" y="15"/>
                    </a:cubicBezTo>
                    <a:cubicBezTo>
                      <a:pt x="18" y="15"/>
                      <a:pt x="18" y="15"/>
                      <a:pt x="18" y="15"/>
                    </a:cubicBezTo>
                    <a:cubicBezTo>
                      <a:pt x="18" y="11"/>
                      <a:pt x="18" y="11"/>
                      <a:pt x="18" y="11"/>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2" y="11"/>
                      <a:pt x="22" y="11"/>
                      <a:pt x="22" y="11"/>
                    </a:cubicBezTo>
                    <a:cubicBezTo>
                      <a:pt x="22" y="11"/>
                      <a:pt x="22" y="11"/>
                      <a:pt x="22" y="11"/>
                    </a:cubicBezTo>
                    <a:cubicBezTo>
                      <a:pt x="22" y="11"/>
                      <a:pt x="22" y="11"/>
                      <a:pt x="22" y="11"/>
                    </a:cubicBezTo>
                    <a:cubicBezTo>
                      <a:pt x="23" y="11"/>
                      <a:pt x="23" y="11"/>
                      <a:pt x="23" y="11"/>
                    </a:cubicBezTo>
                    <a:cubicBezTo>
                      <a:pt x="23" y="11"/>
                      <a:pt x="23" y="11"/>
                      <a:pt x="23" y="10"/>
                    </a:cubicBezTo>
                    <a:cubicBezTo>
                      <a:pt x="23" y="10"/>
                      <a:pt x="23" y="10"/>
                      <a:pt x="23" y="10"/>
                    </a:cubicBezTo>
                    <a:cubicBezTo>
                      <a:pt x="24" y="10"/>
                      <a:pt x="24" y="10"/>
                      <a:pt x="25" y="9"/>
                    </a:cubicBezTo>
                    <a:cubicBezTo>
                      <a:pt x="25" y="9"/>
                      <a:pt x="25" y="9"/>
                      <a:pt x="25" y="9"/>
                    </a:cubicBezTo>
                    <a:cubicBezTo>
                      <a:pt x="27" y="9"/>
                      <a:pt x="30" y="7"/>
                      <a:pt x="33" y="6"/>
                    </a:cubicBezTo>
                    <a:cubicBezTo>
                      <a:pt x="33" y="6"/>
                      <a:pt x="33" y="6"/>
                      <a:pt x="33" y="6"/>
                    </a:cubicBezTo>
                    <a:cubicBezTo>
                      <a:pt x="40" y="4"/>
                      <a:pt x="48" y="1"/>
                      <a:pt x="56" y="0"/>
                    </a:cubicBezTo>
                    <a:cubicBezTo>
                      <a:pt x="56" y="0"/>
                      <a:pt x="56" y="0"/>
                      <a:pt x="56" y="0"/>
                    </a:cubicBezTo>
                    <a:cubicBezTo>
                      <a:pt x="57" y="0"/>
                      <a:pt x="58" y="0"/>
                      <a:pt x="59" y="0"/>
                    </a:cubicBezTo>
                    <a:cubicBezTo>
                      <a:pt x="59" y="0"/>
                      <a:pt x="59" y="0"/>
                      <a:pt x="59" y="0"/>
                    </a:cubicBezTo>
                    <a:cubicBezTo>
                      <a:pt x="61" y="0"/>
                      <a:pt x="64" y="0"/>
                      <a:pt x="66" y="0"/>
                    </a:cubicBezTo>
                    <a:cubicBezTo>
                      <a:pt x="66" y="0"/>
                      <a:pt x="66" y="0"/>
                      <a:pt x="66" y="0"/>
                    </a:cubicBezTo>
                    <a:cubicBezTo>
                      <a:pt x="80" y="4"/>
                      <a:pt x="95" y="15"/>
                      <a:pt x="96" y="17"/>
                    </a:cubicBezTo>
                    <a:cubicBezTo>
                      <a:pt x="96" y="17"/>
                      <a:pt x="96" y="17"/>
                      <a:pt x="96" y="17"/>
                    </a:cubicBezTo>
                    <a:cubicBezTo>
                      <a:pt x="96" y="17"/>
                      <a:pt x="96" y="17"/>
                      <a:pt x="96" y="17"/>
                    </a:cubicBezTo>
                    <a:cubicBezTo>
                      <a:pt x="102" y="21"/>
                      <a:pt x="102" y="21"/>
                      <a:pt x="102" y="21"/>
                    </a:cubicBezTo>
                    <a:cubicBezTo>
                      <a:pt x="98" y="22"/>
                      <a:pt x="98" y="22"/>
                      <a:pt x="98" y="22"/>
                    </a:cubicBezTo>
                    <a:cubicBezTo>
                      <a:pt x="94" y="23"/>
                      <a:pt x="94" y="23"/>
                      <a:pt x="94" y="23"/>
                    </a:cubicBezTo>
                    <a:cubicBezTo>
                      <a:pt x="94" y="23"/>
                      <a:pt x="94" y="23"/>
                      <a:pt x="94" y="23"/>
                    </a:cubicBezTo>
                    <a:cubicBezTo>
                      <a:pt x="93" y="23"/>
                      <a:pt x="93" y="23"/>
                      <a:pt x="92" y="24"/>
                    </a:cubicBezTo>
                    <a:cubicBezTo>
                      <a:pt x="92" y="24"/>
                      <a:pt x="92" y="24"/>
                      <a:pt x="92" y="24"/>
                    </a:cubicBezTo>
                    <a:cubicBezTo>
                      <a:pt x="90" y="24"/>
                      <a:pt x="87" y="25"/>
                      <a:pt x="84" y="25"/>
                    </a:cubicBezTo>
                    <a:cubicBezTo>
                      <a:pt x="84" y="25"/>
                      <a:pt x="84" y="25"/>
                      <a:pt x="84" y="25"/>
                    </a:cubicBezTo>
                    <a:cubicBezTo>
                      <a:pt x="78" y="26"/>
                      <a:pt x="70" y="27"/>
                      <a:pt x="64" y="27"/>
                    </a:cubicBezTo>
                    <a:cubicBezTo>
                      <a:pt x="64" y="27"/>
                      <a:pt x="64" y="27"/>
                      <a:pt x="64" y="27"/>
                    </a:cubicBezTo>
                    <a:cubicBezTo>
                      <a:pt x="62" y="27"/>
                      <a:pt x="60" y="27"/>
                      <a:pt x="58" y="27"/>
                    </a:cubicBezTo>
                    <a:cubicBezTo>
                      <a:pt x="58" y="27"/>
                      <a:pt x="58" y="27"/>
                      <a:pt x="58" y="27"/>
                    </a:cubicBezTo>
                    <a:cubicBezTo>
                      <a:pt x="51" y="25"/>
                      <a:pt x="33" y="21"/>
                      <a:pt x="25" y="20"/>
                    </a:cubicBezTo>
                    <a:cubicBezTo>
                      <a:pt x="25" y="20"/>
                      <a:pt x="25" y="20"/>
                      <a:pt x="25" y="20"/>
                    </a:cubicBezTo>
                    <a:cubicBezTo>
                      <a:pt x="24" y="21"/>
                      <a:pt x="24" y="24"/>
                      <a:pt x="24" y="26"/>
                    </a:cubicBezTo>
                    <a:cubicBezTo>
                      <a:pt x="24" y="26"/>
                      <a:pt x="24" y="26"/>
                      <a:pt x="24" y="26"/>
                    </a:cubicBezTo>
                    <a:cubicBezTo>
                      <a:pt x="23" y="29"/>
                      <a:pt x="22" y="33"/>
                      <a:pt x="20" y="36"/>
                    </a:cubicBezTo>
                    <a:cubicBezTo>
                      <a:pt x="20" y="36"/>
                      <a:pt x="20" y="36"/>
                      <a:pt x="20" y="36"/>
                    </a:cubicBezTo>
                    <a:cubicBezTo>
                      <a:pt x="17" y="44"/>
                      <a:pt x="11" y="51"/>
                      <a:pt x="8" y="54"/>
                    </a:cubicBezTo>
                    <a:cubicBezTo>
                      <a:pt x="8" y="54"/>
                      <a:pt x="8" y="54"/>
                      <a:pt x="8" y="54"/>
                    </a:cubicBezTo>
                    <a:cubicBezTo>
                      <a:pt x="8" y="54"/>
                      <a:pt x="8" y="54"/>
                      <a:pt x="8" y="54"/>
                    </a:cubicBezTo>
                    <a:cubicBezTo>
                      <a:pt x="7" y="55"/>
                      <a:pt x="7" y="55"/>
                      <a:pt x="7" y="55"/>
                    </a:cubicBezTo>
                    <a:cubicBezTo>
                      <a:pt x="7" y="55"/>
                      <a:pt x="7" y="55"/>
                      <a:pt x="7" y="55"/>
                    </a:cubicBezTo>
                    <a:cubicBezTo>
                      <a:pt x="7" y="55"/>
                      <a:pt x="7" y="55"/>
                      <a:pt x="7" y="55"/>
                    </a:cubicBezTo>
                    <a:cubicBezTo>
                      <a:pt x="5" y="57"/>
                      <a:pt x="5" y="57"/>
                      <a:pt x="5" y="57"/>
                    </a:cubicBezTo>
                    <a:cubicBezTo>
                      <a:pt x="5" y="57"/>
                      <a:pt x="5" y="57"/>
                      <a:pt x="5" y="57"/>
                    </a:cubicBezTo>
                    <a:cubicBezTo>
                      <a:pt x="3" y="58"/>
                      <a:pt x="3" y="58"/>
                      <a:pt x="3" y="58"/>
                    </a:cubicBezTo>
                    <a:cubicBezTo>
                      <a:pt x="2" y="56"/>
                      <a:pt x="2" y="56"/>
                      <a:pt x="2" y="56"/>
                    </a:cubicBezTo>
                    <a:close/>
                    <a:moveTo>
                      <a:pt x="8" y="41"/>
                    </a:moveTo>
                    <a:cubicBezTo>
                      <a:pt x="8" y="41"/>
                      <a:pt x="8" y="41"/>
                      <a:pt x="8" y="41"/>
                    </a:cubicBezTo>
                    <a:cubicBezTo>
                      <a:pt x="8" y="41"/>
                      <a:pt x="8" y="41"/>
                      <a:pt x="8" y="41"/>
                    </a:cubicBezTo>
                    <a:cubicBezTo>
                      <a:pt x="8" y="42"/>
                      <a:pt x="8" y="43"/>
                      <a:pt x="8" y="44"/>
                    </a:cubicBezTo>
                    <a:cubicBezTo>
                      <a:pt x="8" y="44"/>
                      <a:pt x="8" y="44"/>
                      <a:pt x="8" y="44"/>
                    </a:cubicBezTo>
                    <a:cubicBezTo>
                      <a:pt x="10" y="41"/>
                      <a:pt x="13" y="38"/>
                      <a:pt x="14" y="34"/>
                    </a:cubicBezTo>
                    <a:cubicBezTo>
                      <a:pt x="14" y="34"/>
                      <a:pt x="14" y="34"/>
                      <a:pt x="14" y="34"/>
                    </a:cubicBezTo>
                    <a:cubicBezTo>
                      <a:pt x="15" y="32"/>
                      <a:pt x="16" y="29"/>
                      <a:pt x="16" y="27"/>
                    </a:cubicBezTo>
                    <a:cubicBezTo>
                      <a:pt x="16" y="27"/>
                      <a:pt x="16" y="27"/>
                      <a:pt x="16" y="27"/>
                    </a:cubicBezTo>
                    <a:cubicBezTo>
                      <a:pt x="12" y="32"/>
                      <a:pt x="9" y="38"/>
                      <a:pt x="8" y="41"/>
                    </a:cubicBezTo>
                    <a:close/>
                    <a:moveTo>
                      <a:pt x="60" y="20"/>
                    </a:moveTo>
                    <a:cubicBezTo>
                      <a:pt x="61" y="21"/>
                      <a:pt x="62" y="21"/>
                      <a:pt x="64" y="21"/>
                    </a:cubicBezTo>
                    <a:cubicBezTo>
                      <a:pt x="64" y="21"/>
                      <a:pt x="64" y="21"/>
                      <a:pt x="64" y="21"/>
                    </a:cubicBezTo>
                    <a:cubicBezTo>
                      <a:pt x="68" y="21"/>
                      <a:pt x="74" y="20"/>
                      <a:pt x="80" y="19"/>
                    </a:cubicBezTo>
                    <a:cubicBezTo>
                      <a:pt x="80" y="19"/>
                      <a:pt x="80" y="19"/>
                      <a:pt x="80" y="19"/>
                    </a:cubicBezTo>
                    <a:cubicBezTo>
                      <a:pt x="82" y="19"/>
                      <a:pt x="84" y="18"/>
                      <a:pt x="86" y="18"/>
                    </a:cubicBezTo>
                    <a:cubicBezTo>
                      <a:pt x="86" y="18"/>
                      <a:pt x="86" y="18"/>
                      <a:pt x="86" y="18"/>
                    </a:cubicBezTo>
                    <a:cubicBezTo>
                      <a:pt x="81" y="14"/>
                      <a:pt x="72" y="9"/>
                      <a:pt x="64" y="7"/>
                    </a:cubicBezTo>
                    <a:cubicBezTo>
                      <a:pt x="64" y="7"/>
                      <a:pt x="64" y="7"/>
                      <a:pt x="64" y="7"/>
                    </a:cubicBezTo>
                    <a:cubicBezTo>
                      <a:pt x="65" y="5"/>
                      <a:pt x="65" y="5"/>
                      <a:pt x="65" y="5"/>
                    </a:cubicBezTo>
                    <a:cubicBezTo>
                      <a:pt x="64" y="7"/>
                      <a:pt x="64" y="7"/>
                      <a:pt x="64" y="7"/>
                    </a:cubicBezTo>
                    <a:cubicBezTo>
                      <a:pt x="62" y="7"/>
                      <a:pt x="61" y="6"/>
                      <a:pt x="59" y="6"/>
                    </a:cubicBezTo>
                    <a:cubicBezTo>
                      <a:pt x="59" y="6"/>
                      <a:pt x="59" y="6"/>
                      <a:pt x="59" y="6"/>
                    </a:cubicBezTo>
                    <a:cubicBezTo>
                      <a:pt x="58" y="6"/>
                      <a:pt x="58" y="6"/>
                      <a:pt x="57" y="7"/>
                    </a:cubicBezTo>
                    <a:cubicBezTo>
                      <a:pt x="57" y="7"/>
                      <a:pt x="57" y="7"/>
                      <a:pt x="57" y="7"/>
                    </a:cubicBezTo>
                    <a:cubicBezTo>
                      <a:pt x="48" y="8"/>
                      <a:pt x="38" y="12"/>
                      <a:pt x="31" y="14"/>
                    </a:cubicBezTo>
                    <a:cubicBezTo>
                      <a:pt x="31" y="14"/>
                      <a:pt x="31" y="14"/>
                      <a:pt x="31" y="14"/>
                    </a:cubicBezTo>
                    <a:cubicBezTo>
                      <a:pt x="40" y="16"/>
                      <a:pt x="54" y="19"/>
                      <a:pt x="60" y="20"/>
                    </a:cubicBezTo>
                    <a:close/>
                    <a:moveTo>
                      <a:pt x="18" y="16"/>
                    </a:moveTo>
                    <a:cubicBezTo>
                      <a:pt x="18" y="15"/>
                      <a:pt x="18" y="15"/>
                      <a:pt x="18" y="15"/>
                    </a:cubicBezTo>
                    <a:cubicBezTo>
                      <a:pt x="18" y="15"/>
                      <a:pt x="18" y="15"/>
                      <a:pt x="18" y="15"/>
                    </a:cubicBezTo>
                    <a:cubicBezTo>
                      <a:pt x="18" y="16"/>
                      <a:pt x="18" y="16"/>
                      <a:pt x="18"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6" name="Freeform 1334"/>
              <p:cNvSpPr/>
              <p:nvPr/>
            </p:nvSpPr>
            <p:spPr bwMode="auto">
              <a:xfrm>
                <a:off x="7577139" y="7599363"/>
                <a:ext cx="7938" cy="6350"/>
              </a:xfrm>
              <a:custGeom>
                <a:avLst/>
                <a:gdLst>
                  <a:gd name="T0" fmla="*/ 1 w 5"/>
                  <a:gd name="T1" fmla="*/ 0 h 4"/>
                  <a:gd name="T2" fmla="*/ 5 w 5"/>
                  <a:gd name="T3" fmla="*/ 2 h 4"/>
                  <a:gd name="T4" fmla="*/ 4 w 5"/>
                  <a:gd name="T5" fmla="*/ 4 h 4"/>
                  <a:gd name="T6" fmla="*/ 0 w 5"/>
                  <a:gd name="T7" fmla="*/ 4 h 4"/>
                  <a:gd name="T8" fmla="*/ 1 w 5"/>
                  <a:gd name="T9" fmla="*/ 0 h 4"/>
                  <a:gd name="T10" fmla="*/ 1 w 5"/>
                  <a:gd name="T11" fmla="*/ 0 h 4"/>
                </a:gdLst>
                <a:ahLst/>
                <a:cxnLst>
                  <a:cxn ang="0">
                    <a:pos x="T0" y="T1"/>
                  </a:cxn>
                  <a:cxn ang="0">
                    <a:pos x="T2" y="T3"/>
                  </a:cxn>
                  <a:cxn ang="0">
                    <a:pos x="T4" y="T5"/>
                  </a:cxn>
                  <a:cxn ang="0">
                    <a:pos x="T6" y="T7"/>
                  </a:cxn>
                  <a:cxn ang="0">
                    <a:pos x="T8" y="T9"/>
                  </a:cxn>
                  <a:cxn ang="0">
                    <a:pos x="T10" y="T11"/>
                  </a:cxn>
                </a:cxnLst>
                <a:rect l="0" t="0" r="r" b="b"/>
                <a:pathLst>
                  <a:path w="5" h="4">
                    <a:moveTo>
                      <a:pt x="1" y="0"/>
                    </a:moveTo>
                    <a:lnTo>
                      <a:pt x="5" y="2"/>
                    </a:lnTo>
                    <a:lnTo>
                      <a:pt x="4" y="4"/>
                    </a:lnTo>
                    <a:lnTo>
                      <a:pt x="0" y="4"/>
                    </a:lnTo>
                    <a:lnTo>
                      <a:pt x="1"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7" name="Freeform 1335"/>
              <p:cNvSpPr/>
              <p:nvPr/>
            </p:nvSpPr>
            <p:spPr bwMode="auto">
              <a:xfrm>
                <a:off x="7573964" y="7594601"/>
                <a:ext cx="14288" cy="15875"/>
              </a:xfrm>
              <a:custGeom>
                <a:avLst/>
                <a:gdLst>
                  <a:gd name="T0" fmla="*/ 0 w 9"/>
                  <a:gd name="T1" fmla="*/ 8 h 10"/>
                  <a:gd name="T2" fmla="*/ 0 w 9"/>
                  <a:gd name="T3" fmla="*/ 6 h 10"/>
                  <a:gd name="T4" fmla="*/ 1 w 9"/>
                  <a:gd name="T5" fmla="*/ 2 h 10"/>
                  <a:gd name="T6" fmla="*/ 1 w 9"/>
                  <a:gd name="T7" fmla="*/ 0 h 10"/>
                  <a:gd name="T8" fmla="*/ 9 w 9"/>
                  <a:gd name="T9" fmla="*/ 2 h 10"/>
                  <a:gd name="T10" fmla="*/ 8 w 9"/>
                  <a:gd name="T11" fmla="*/ 10 h 10"/>
                  <a:gd name="T12" fmla="*/ 0 w 9"/>
                  <a:gd name="T13" fmla="*/ 8 h 10"/>
                  <a:gd name="T14" fmla="*/ 0 w 9"/>
                  <a:gd name="T15" fmla="*/ 8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0">
                    <a:moveTo>
                      <a:pt x="0" y="8"/>
                    </a:moveTo>
                    <a:lnTo>
                      <a:pt x="0" y="6"/>
                    </a:lnTo>
                    <a:lnTo>
                      <a:pt x="1" y="2"/>
                    </a:lnTo>
                    <a:lnTo>
                      <a:pt x="1" y="0"/>
                    </a:lnTo>
                    <a:lnTo>
                      <a:pt x="9" y="2"/>
                    </a:lnTo>
                    <a:lnTo>
                      <a:pt x="8" y="10"/>
                    </a:lnTo>
                    <a:lnTo>
                      <a:pt x="0" y="8"/>
                    </a:lnTo>
                    <a:lnTo>
                      <a:pt x="0" y="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8" name="Freeform 1336"/>
              <p:cNvSpPr/>
              <p:nvPr/>
            </p:nvSpPr>
            <p:spPr bwMode="auto">
              <a:xfrm>
                <a:off x="7502526" y="7608888"/>
                <a:ext cx="7938" cy="4763"/>
              </a:xfrm>
              <a:custGeom>
                <a:avLst/>
                <a:gdLst>
                  <a:gd name="T0" fmla="*/ 1 w 5"/>
                  <a:gd name="T1" fmla="*/ 0 h 3"/>
                  <a:gd name="T2" fmla="*/ 5 w 5"/>
                  <a:gd name="T3" fmla="*/ 0 h 3"/>
                  <a:gd name="T4" fmla="*/ 3 w 5"/>
                  <a:gd name="T5" fmla="*/ 3 h 3"/>
                  <a:gd name="T6" fmla="*/ 0 w 5"/>
                  <a:gd name="T7" fmla="*/ 2 h 3"/>
                  <a:gd name="T8" fmla="*/ 1 w 5"/>
                  <a:gd name="T9" fmla="*/ 0 h 3"/>
                  <a:gd name="T10" fmla="*/ 1 w 5"/>
                  <a:gd name="T11" fmla="*/ 0 h 3"/>
                </a:gdLst>
                <a:ahLst/>
                <a:cxnLst>
                  <a:cxn ang="0">
                    <a:pos x="T0" y="T1"/>
                  </a:cxn>
                  <a:cxn ang="0">
                    <a:pos x="T2" y="T3"/>
                  </a:cxn>
                  <a:cxn ang="0">
                    <a:pos x="T4" y="T5"/>
                  </a:cxn>
                  <a:cxn ang="0">
                    <a:pos x="T6" y="T7"/>
                  </a:cxn>
                  <a:cxn ang="0">
                    <a:pos x="T8" y="T9"/>
                  </a:cxn>
                  <a:cxn ang="0">
                    <a:pos x="T10" y="T11"/>
                  </a:cxn>
                </a:cxnLst>
                <a:rect l="0" t="0" r="r" b="b"/>
                <a:pathLst>
                  <a:path w="5" h="3">
                    <a:moveTo>
                      <a:pt x="1" y="0"/>
                    </a:moveTo>
                    <a:lnTo>
                      <a:pt x="5" y="0"/>
                    </a:lnTo>
                    <a:lnTo>
                      <a:pt x="3" y="3"/>
                    </a:lnTo>
                    <a:lnTo>
                      <a:pt x="0" y="2"/>
                    </a:lnTo>
                    <a:lnTo>
                      <a:pt x="1"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9" name="Freeform 1337"/>
              <p:cNvSpPr/>
              <p:nvPr/>
            </p:nvSpPr>
            <p:spPr bwMode="auto">
              <a:xfrm>
                <a:off x="7499351" y="7604126"/>
                <a:ext cx="14288" cy="12700"/>
              </a:xfrm>
              <a:custGeom>
                <a:avLst/>
                <a:gdLst>
                  <a:gd name="T0" fmla="*/ 0 w 9"/>
                  <a:gd name="T1" fmla="*/ 7 h 8"/>
                  <a:gd name="T2" fmla="*/ 0 w 9"/>
                  <a:gd name="T3" fmla="*/ 5 h 8"/>
                  <a:gd name="T4" fmla="*/ 1 w 9"/>
                  <a:gd name="T5" fmla="*/ 2 h 8"/>
                  <a:gd name="T6" fmla="*/ 1 w 9"/>
                  <a:gd name="T7" fmla="*/ 0 h 8"/>
                  <a:gd name="T8" fmla="*/ 9 w 9"/>
                  <a:gd name="T9" fmla="*/ 2 h 8"/>
                  <a:gd name="T10" fmla="*/ 8 w 9"/>
                  <a:gd name="T11" fmla="*/ 8 h 8"/>
                  <a:gd name="T12" fmla="*/ 0 w 9"/>
                  <a:gd name="T13" fmla="*/ 7 h 8"/>
                  <a:gd name="T14" fmla="*/ 0 w 9"/>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8">
                    <a:moveTo>
                      <a:pt x="0" y="7"/>
                    </a:moveTo>
                    <a:lnTo>
                      <a:pt x="0" y="5"/>
                    </a:lnTo>
                    <a:lnTo>
                      <a:pt x="1" y="2"/>
                    </a:lnTo>
                    <a:lnTo>
                      <a:pt x="1" y="0"/>
                    </a:lnTo>
                    <a:lnTo>
                      <a:pt x="9" y="2"/>
                    </a:lnTo>
                    <a:lnTo>
                      <a:pt x="8" y="8"/>
                    </a:lnTo>
                    <a:lnTo>
                      <a:pt x="0" y="7"/>
                    </a:lnTo>
                    <a:lnTo>
                      <a:pt x="0" y="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0" name="Freeform 1338"/>
              <p:cNvSpPr>
                <a:spLocks noEditPoints="1"/>
              </p:cNvSpPr>
              <p:nvPr/>
            </p:nvSpPr>
            <p:spPr bwMode="auto">
              <a:xfrm>
                <a:off x="7486651" y="7639051"/>
                <a:ext cx="114300" cy="47625"/>
              </a:xfrm>
              <a:custGeom>
                <a:avLst/>
                <a:gdLst>
                  <a:gd name="T0" fmla="*/ 2 w 65"/>
                  <a:gd name="T1" fmla="*/ 8 h 28"/>
                  <a:gd name="T2" fmla="*/ 32 w 65"/>
                  <a:gd name="T3" fmla="*/ 24 h 28"/>
                  <a:gd name="T4" fmla="*/ 32 w 65"/>
                  <a:gd name="T5" fmla="*/ 24 h 28"/>
                  <a:gd name="T6" fmla="*/ 32 w 65"/>
                  <a:gd name="T7" fmla="*/ 24 h 28"/>
                  <a:gd name="T8" fmla="*/ 32 w 65"/>
                  <a:gd name="T9" fmla="*/ 24 h 28"/>
                  <a:gd name="T10" fmla="*/ 52 w 65"/>
                  <a:gd name="T11" fmla="*/ 13 h 28"/>
                  <a:gd name="T12" fmla="*/ 52 w 65"/>
                  <a:gd name="T13" fmla="*/ 13 h 28"/>
                  <a:gd name="T14" fmla="*/ 63 w 65"/>
                  <a:gd name="T15" fmla="*/ 0 h 28"/>
                  <a:gd name="T16" fmla="*/ 63 w 65"/>
                  <a:gd name="T17" fmla="*/ 0 h 28"/>
                  <a:gd name="T18" fmla="*/ 65 w 65"/>
                  <a:gd name="T19" fmla="*/ 1 h 28"/>
                  <a:gd name="T20" fmla="*/ 54 w 65"/>
                  <a:gd name="T21" fmla="*/ 15 h 28"/>
                  <a:gd name="T22" fmla="*/ 54 w 65"/>
                  <a:gd name="T23" fmla="*/ 15 h 28"/>
                  <a:gd name="T24" fmla="*/ 32 w 65"/>
                  <a:gd name="T25" fmla="*/ 27 h 28"/>
                  <a:gd name="T26" fmla="*/ 32 w 65"/>
                  <a:gd name="T27" fmla="*/ 27 h 28"/>
                  <a:gd name="T28" fmla="*/ 31 w 65"/>
                  <a:gd name="T29" fmla="*/ 27 h 28"/>
                  <a:gd name="T30" fmla="*/ 31 w 65"/>
                  <a:gd name="T31" fmla="*/ 27 h 28"/>
                  <a:gd name="T32" fmla="*/ 0 w 65"/>
                  <a:gd name="T33" fmla="*/ 10 h 28"/>
                  <a:gd name="T34" fmla="*/ 0 w 65"/>
                  <a:gd name="T35" fmla="*/ 10 h 28"/>
                  <a:gd name="T36" fmla="*/ 2 w 65"/>
                  <a:gd name="T37" fmla="*/ 8 h 28"/>
                  <a:gd name="T38" fmla="*/ 63 w 65"/>
                  <a:gd name="T39" fmla="*/ 0 h 28"/>
                  <a:gd name="T40" fmla="*/ 63 w 65"/>
                  <a:gd name="T41" fmla="*/ 0 h 28"/>
                  <a:gd name="T42" fmla="*/ 63 w 65"/>
                  <a:gd name="T43" fmla="*/ 0 h 28"/>
                  <a:gd name="T44" fmla="*/ 63 w 65"/>
                  <a:gd name="T45" fmla="*/ 0 h 28"/>
                  <a:gd name="T46" fmla="*/ 63 w 65"/>
                  <a:gd name="T4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5" h="28">
                    <a:moveTo>
                      <a:pt x="2" y="8"/>
                    </a:moveTo>
                    <a:cubicBezTo>
                      <a:pt x="2" y="8"/>
                      <a:pt x="19" y="21"/>
                      <a:pt x="32" y="24"/>
                    </a:cubicBezTo>
                    <a:cubicBezTo>
                      <a:pt x="32" y="24"/>
                      <a:pt x="32" y="24"/>
                      <a:pt x="32" y="24"/>
                    </a:cubicBezTo>
                    <a:cubicBezTo>
                      <a:pt x="32" y="24"/>
                      <a:pt x="32" y="24"/>
                      <a:pt x="32" y="24"/>
                    </a:cubicBezTo>
                    <a:cubicBezTo>
                      <a:pt x="32" y="24"/>
                      <a:pt x="32" y="24"/>
                      <a:pt x="32" y="24"/>
                    </a:cubicBezTo>
                    <a:cubicBezTo>
                      <a:pt x="38" y="25"/>
                      <a:pt x="46" y="20"/>
                      <a:pt x="52" y="13"/>
                    </a:cubicBezTo>
                    <a:cubicBezTo>
                      <a:pt x="52" y="13"/>
                      <a:pt x="52" y="13"/>
                      <a:pt x="52" y="13"/>
                    </a:cubicBezTo>
                    <a:cubicBezTo>
                      <a:pt x="58" y="6"/>
                      <a:pt x="63" y="0"/>
                      <a:pt x="63" y="0"/>
                    </a:cubicBezTo>
                    <a:cubicBezTo>
                      <a:pt x="63" y="0"/>
                      <a:pt x="63" y="0"/>
                      <a:pt x="63" y="0"/>
                    </a:cubicBezTo>
                    <a:cubicBezTo>
                      <a:pt x="65" y="1"/>
                      <a:pt x="65" y="1"/>
                      <a:pt x="65" y="1"/>
                    </a:cubicBezTo>
                    <a:cubicBezTo>
                      <a:pt x="65" y="1"/>
                      <a:pt x="60" y="8"/>
                      <a:pt x="54" y="15"/>
                    </a:cubicBezTo>
                    <a:cubicBezTo>
                      <a:pt x="54" y="15"/>
                      <a:pt x="54" y="15"/>
                      <a:pt x="54" y="15"/>
                    </a:cubicBezTo>
                    <a:cubicBezTo>
                      <a:pt x="47" y="22"/>
                      <a:pt x="39" y="28"/>
                      <a:pt x="32" y="27"/>
                    </a:cubicBezTo>
                    <a:cubicBezTo>
                      <a:pt x="32" y="27"/>
                      <a:pt x="32" y="27"/>
                      <a:pt x="32" y="27"/>
                    </a:cubicBezTo>
                    <a:cubicBezTo>
                      <a:pt x="32" y="27"/>
                      <a:pt x="31" y="27"/>
                      <a:pt x="31" y="27"/>
                    </a:cubicBezTo>
                    <a:cubicBezTo>
                      <a:pt x="31" y="27"/>
                      <a:pt x="31" y="27"/>
                      <a:pt x="31" y="27"/>
                    </a:cubicBezTo>
                    <a:cubicBezTo>
                      <a:pt x="18" y="24"/>
                      <a:pt x="1" y="10"/>
                      <a:pt x="0" y="10"/>
                    </a:cubicBezTo>
                    <a:cubicBezTo>
                      <a:pt x="0" y="10"/>
                      <a:pt x="0" y="10"/>
                      <a:pt x="0" y="10"/>
                    </a:cubicBezTo>
                    <a:cubicBezTo>
                      <a:pt x="2" y="8"/>
                      <a:pt x="2" y="8"/>
                      <a:pt x="2" y="8"/>
                    </a:cubicBezTo>
                    <a:close/>
                    <a:moveTo>
                      <a:pt x="63" y="0"/>
                    </a:moveTo>
                    <a:cubicBezTo>
                      <a:pt x="63" y="0"/>
                      <a:pt x="63" y="0"/>
                      <a:pt x="63" y="0"/>
                    </a:cubicBezTo>
                    <a:cubicBezTo>
                      <a:pt x="63" y="0"/>
                      <a:pt x="63" y="0"/>
                      <a:pt x="63" y="0"/>
                    </a:cubicBezTo>
                    <a:cubicBezTo>
                      <a:pt x="63" y="0"/>
                      <a:pt x="63" y="0"/>
                      <a:pt x="63" y="0"/>
                    </a:cubicBezTo>
                    <a:cubicBezTo>
                      <a:pt x="63" y="0"/>
                      <a:pt x="63" y="0"/>
                      <a:pt x="6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1" name="Freeform 1339"/>
              <p:cNvSpPr>
                <a:spLocks noEditPoints="1"/>
              </p:cNvSpPr>
              <p:nvPr/>
            </p:nvSpPr>
            <p:spPr bwMode="auto">
              <a:xfrm>
                <a:off x="7481889" y="7632701"/>
                <a:ext cx="123825" cy="55563"/>
              </a:xfrm>
              <a:custGeom>
                <a:avLst/>
                <a:gdLst>
                  <a:gd name="T0" fmla="*/ 34 w 71"/>
                  <a:gd name="T1" fmla="*/ 32 h 32"/>
                  <a:gd name="T2" fmla="*/ 34 w 71"/>
                  <a:gd name="T3" fmla="*/ 32 h 32"/>
                  <a:gd name="T4" fmla="*/ 34 w 71"/>
                  <a:gd name="T5" fmla="*/ 32 h 32"/>
                  <a:gd name="T6" fmla="*/ 3 w 71"/>
                  <a:gd name="T7" fmla="*/ 15 h 32"/>
                  <a:gd name="T8" fmla="*/ 3 w 71"/>
                  <a:gd name="T9" fmla="*/ 15 h 32"/>
                  <a:gd name="T10" fmla="*/ 0 w 71"/>
                  <a:gd name="T11" fmla="*/ 14 h 32"/>
                  <a:gd name="T12" fmla="*/ 2 w 71"/>
                  <a:gd name="T13" fmla="*/ 12 h 32"/>
                  <a:gd name="T14" fmla="*/ 4 w 71"/>
                  <a:gd name="T15" fmla="*/ 10 h 32"/>
                  <a:gd name="T16" fmla="*/ 4 w 71"/>
                  <a:gd name="T17" fmla="*/ 9 h 32"/>
                  <a:gd name="T18" fmla="*/ 4 w 71"/>
                  <a:gd name="T19" fmla="*/ 9 h 32"/>
                  <a:gd name="T20" fmla="*/ 5 w 71"/>
                  <a:gd name="T21" fmla="*/ 9 h 32"/>
                  <a:gd name="T22" fmla="*/ 5 w 71"/>
                  <a:gd name="T23" fmla="*/ 9 h 32"/>
                  <a:gd name="T24" fmla="*/ 6 w 71"/>
                  <a:gd name="T25" fmla="*/ 9 h 32"/>
                  <a:gd name="T26" fmla="*/ 6 w 71"/>
                  <a:gd name="T27" fmla="*/ 9 h 32"/>
                  <a:gd name="T28" fmla="*/ 6 w 71"/>
                  <a:gd name="T29" fmla="*/ 9 h 32"/>
                  <a:gd name="T30" fmla="*/ 6 w 71"/>
                  <a:gd name="T31" fmla="*/ 9 h 32"/>
                  <a:gd name="T32" fmla="*/ 6 w 71"/>
                  <a:gd name="T33" fmla="*/ 9 h 32"/>
                  <a:gd name="T34" fmla="*/ 6 w 71"/>
                  <a:gd name="T35" fmla="*/ 9 h 32"/>
                  <a:gd name="T36" fmla="*/ 6 w 71"/>
                  <a:gd name="T37" fmla="*/ 9 h 32"/>
                  <a:gd name="T38" fmla="*/ 6 w 71"/>
                  <a:gd name="T39" fmla="*/ 9 h 32"/>
                  <a:gd name="T40" fmla="*/ 6 w 71"/>
                  <a:gd name="T41" fmla="*/ 9 h 32"/>
                  <a:gd name="T42" fmla="*/ 6 w 71"/>
                  <a:gd name="T43" fmla="*/ 9 h 32"/>
                  <a:gd name="T44" fmla="*/ 7 w 71"/>
                  <a:gd name="T45" fmla="*/ 9 h 32"/>
                  <a:gd name="T46" fmla="*/ 7 w 71"/>
                  <a:gd name="T47" fmla="*/ 9 h 32"/>
                  <a:gd name="T48" fmla="*/ 7 w 71"/>
                  <a:gd name="T49" fmla="*/ 10 h 32"/>
                  <a:gd name="T50" fmla="*/ 7 w 71"/>
                  <a:gd name="T51" fmla="*/ 10 h 32"/>
                  <a:gd name="T52" fmla="*/ 9 w 71"/>
                  <a:gd name="T53" fmla="*/ 11 h 32"/>
                  <a:gd name="T54" fmla="*/ 9 w 71"/>
                  <a:gd name="T55" fmla="*/ 11 h 32"/>
                  <a:gd name="T56" fmla="*/ 16 w 71"/>
                  <a:gd name="T57" fmla="*/ 16 h 32"/>
                  <a:gd name="T58" fmla="*/ 16 w 71"/>
                  <a:gd name="T59" fmla="*/ 16 h 32"/>
                  <a:gd name="T60" fmla="*/ 35 w 71"/>
                  <a:gd name="T61" fmla="*/ 25 h 32"/>
                  <a:gd name="T62" fmla="*/ 35 w 71"/>
                  <a:gd name="T63" fmla="*/ 25 h 32"/>
                  <a:gd name="T64" fmla="*/ 36 w 71"/>
                  <a:gd name="T65" fmla="*/ 25 h 32"/>
                  <a:gd name="T66" fmla="*/ 36 w 71"/>
                  <a:gd name="T67" fmla="*/ 25 h 32"/>
                  <a:gd name="T68" fmla="*/ 37 w 71"/>
                  <a:gd name="T69" fmla="*/ 25 h 32"/>
                  <a:gd name="T70" fmla="*/ 37 w 71"/>
                  <a:gd name="T71" fmla="*/ 25 h 32"/>
                  <a:gd name="T72" fmla="*/ 54 w 71"/>
                  <a:gd name="T73" fmla="*/ 15 h 32"/>
                  <a:gd name="T74" fmla="*/ 54 w 71"/>
                  <a:gd name="T75" fmla="*/ 15 h 32"/>
                  <a:gd name="T76" fmla="*/ 63 w 71"/>
                  <a:gd name="T77" fmla="*/ 3 h 32"/>
                  <a:gd name="T78" fmla="*/ 63 w 71"/>
                  <a:gd name="T79" fmla="*/ 3 h 32"/>
                  <a:gd name="T80" fmla="*/ 61 w 71"/>
                  <a:gd name="T81" fmla="*/ 1 h 32"/>
                  <a:gd name="T82" fmla="*/ 65 w 71"/>
                  <a:gd name="T83" fmla="*/ 1 h 32"/>
                  <a:gd name="T84" fmla="*/ 66 w 71"/>
                  <a:gd name="T85" fmla="*/ 0 h 32"/>
                  <a:gd name="T86" fmla="*/ 67 w 71"/>
                  <a:gd name="T87" fmla="*/ 1 h 32"/>
                  <a:gd name="T88" fmla="*/ 71 w 71"/>
                  <a:gd name="T89" fmla="*/ 1 h 32"/>
                  <a:gd name="T90" fmla="*/ 69 w 71"/>
                  <a:gd name="T91" fmla="*/ 2 h 32"/>
                  <a:gd name="T92" fmla="*/ 71 w 71"/>
                  <a:gd name="T93" fmla="*/ 4 h 32"/>
                  <a:gd name="T94" fmla="*/ 70 w 71"/>
                  <a:gd name="T95" fmla="*/ 6 h 32"/>
                  <a:gd name="T96" fmla="*/ 70 w 71"/>
                  <a:gd name="T97" fmla="*/ 6 h 32"/>
                  <a:gd name="T98" fmla="*/ 69 w 71"/>
                  <a:gd name="T99" fmla="*/ 7 h 32"/>
                  <a:gd name="T100" fmla="*/ 69 w 71"/>
                  <a:gd name="T101" fmla="*/ 7 h 32"/>
                  <a:gd name="T102" fmla="*/ 67 w 71"/>
                  <a:gd name="T103" fmla="*/ 10 h 32"/>
                  <a:gd name="T104" fmla="*/ 67 w 71"/>
                  <a:gd name="T105" fmla="*/ 10 h 32"/>
                  <a:gd name="T106" fmla="*/ 58 w 71"/>
                  <a:gd name="T107" fmla="*/ 19 h 32"/>
                  <a:gd name="T108" fmla="*/ 58 w 71"/>
                  <a:gd name="T109" fmla="*/ 19 h 32"/>
                  <a:gd name="T110" fmla="*/ 37 w 71"/>
                  <a:gd name="T111" fmla="*/ 32 h 32"/>
                  <a:gd name="T112" fmla="*/ 37 w 71"/>
                  <a:gd name="T113" fmla="*/ 32 h 32"/>
                  <a:gd name="T114" fmla="*/ 34 w 71"/>
                  <a:gd name="T115" fmla="*/ 32 h 32"/>
                  <a:gd name="T116" fmla="*/ 4 w 71"/>
                  <a:gd name="T117" fmla="*/ 12 h 32"/>
                  <a:gd name="T118" fmla="*/ 3 w 71"/>
                  <a:gd name="T119" fmla="*/ 11 h 32"/>
                  <a:gd name="T120" fmla="*/ 3 w 71"/>
                  <a:gd name="T121" fmla="*/ 11 h 32"/>
                  <a:gd name="T122" fmla="*/ 4 w 71"/>
                  <a:gd name="T123"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 h="32">
                    <a:moveTo>
                      <a:pt x="34" y="32"/>
                    </a:moveTo>
                    <a:cubicBezTo>
                      <a:pt x="34" y="32"/>
                      <a:pt x="34" y="32"/>
                      <a:pt x="34" y="32"/>
                    </a:cubicBezTo>
                    <a:cubicBezTo>
                      <a:pt x="34" y="32"/>
                      <a:pt x="34" y="32"/>
                      <a:pt x="34" y="32"/>
                    </a:cubicBezTo>
                    <a:cubicBezTo>
                      <a:pt x="20" y="29"/>
                      <a:pt x="4" y="16"/>
                      <a:pt x="3" y="15"/>
                    </a:cubicBezTo>
                    <a:cubicBezTo>
                      <a:pt x="3" y="15"/>
                      <a:pt x="3" y="15"/>
                      <a:pt x="3" y="15"/>
                    </a:cubicBezTo>
                    <a:cubicBezTo>
                      <a:pt x="0" y="14"/>
                      <a:pt x="0" y="14"/>
                      <a:pt x="0" y="14"/>
                    </a:cubicBezTo>
                    <a:cubicBezTo>
                      <a:pt x="2" y="12"/>
                      <a:pt x="2" y="12"/>
                      <a:pt x="2" y="12"/>
                    </a:cubicBezTo>
                    <a:cubicBezTo>
                      <a:pt x="4" y="10"/>
                      <a:pt x="4" y="10"/>
                      <a:pt x="4" y="10"/>
                    </a:cubicBezTo>
                    <a:cubicBezTo>
                      <a:pt x="4" y="10"/>
                      <a:pt x="4" y="9"/>
                      <a:pt x="4" y="9"/>
                    </a:cubicBezTo>
                    <a:cubicBezTo>
                      <a:pt x="4" y="9"/>
                      <a:pt x="4" y="9"/>
                      <a:pt x="4" y="9"/>
                    </a:cubicBezTo>
                    <a:cubicBezTo>
                      <a:pt x="4" y="9"/>
                      <a:pt x="5" y="9"/>
                      <a:pt x="5" y="9"/>
                    </a:cubicBezTo>
                    <a:cubicBezTo>
                      <a:pt x="5" y="9"/>
                      <a:pt x="5" y="9"/>
                      <a:pt x="5" y="9"/>
                    </a:cubicBezTo>
                    <a:cubicBezTo>
                      <a:pt x="5"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7" y="9"/>
                      <a:pt x="7" y="9"/>
                    </a:cubicBezTo>
                    <a:cubicBezTo>
                      <a:pt x="7" y="9"/>
                      <a:pt x="7" y="9"/>
                      <a:pt x="7" y="9"/>
                    </a:cubicBezTo>
                    <a:cubicBezTo>
                      <a:pt x="7" y="9"/>
                      <a:pt x="7" y="10"/>
                      <a:pt x="7" y="10"/>
                    </a:cubicBezTo>
                    <a:cubicBezTo>
                      <a:pt x="7" y="10"/>
                      <a:pt x="7" y="10"/>
                      <a:pt x="7" y="10"/>
                    </a:cubicBezTo>
                    <a:cubicBezTo>
                      <a:pt x="8" y="10"/>
                      <a:pt x="8" y="11"/>
                      <a:pt x="9" y="11"/>
                    </a:cubicBezTo>
                    <a:cubicBezTo>
                      <a:pt x="9" y="11"/>
                      <a:pt x="9" y="11"/>
                      <a:pt x="9" y="11"/>
                    </a:cubicBezTo>
                    <a:cubicBezTo>
                      <a:pt x="11" y="13"/>
                      <a:pt x="14" y="14"/>
                      <a:pt x="16" y="16"/>
                    </a:cubicBezTo>
                    <a:cubicBezTo>
                      <a:pt x="16" y="16"/>
                      <a:pt x="16" y="16"/>
                      <a:pt x="16" y="16"/>
                    </a:cubicBezTo>
                    <a:cubicBezTo>
                      <a:pt x="22" y="20"/>
                      <a:pt x="30" y="24"/>
                      <a:pt x="35" y="25"/>
                    </a:cubicBezTo>
                    <a:cubicBezTo>
                      <a:pt x="35" y="25"/>
                      <a:pt x="35" y="25"/>
                      <a:pt x="35" y="25"/>
                    </a:cubicBezTo>
                    <a:cubicBezTo>
                      <a:pt x="35" y="25"/>
                      <a:pt x="36" y="25"/>
                      <a:pt x="36" y="25"/>
                    </a:cubicBezTo>
                    <a:cubicBezTo>
                      <a:pt x="36" y="25"/>
                      <a:pt x="36" y="25"/>
                      <a:pt x="36" y="25"/>
                    </a:cubicBezTo>
                    <a:cubicBezTo>
                      <a:pt x="36" y="25"/>
                      <a:pt x="36" y="25"/>
                      <a:pt x="37" y="25"/>
                    </a:cubicBezTo>
                    <a:cubicBezTo>
                      <a:pt x="37" y="25"/>
                      <a:pt x="37" y="25"/>
                      <a:pt x="37" y="25"/>
                    </a:cubicBezTo>
                    <a:cubicBezTo>
                      <a:pt x="41" y="26"/>
                      <a:pt x="48" y="20"/>
                      <a:pt x="54" y="15"/>
                    </a:cubicBezTo>
                    <a:cubicBezTo>
                      <a:pt x="54" y="15"/>
                      <a:pt x="54" y="15"/>
                      <a:pt x="54" y="15"/>
                    </a:cubicBezTo>
                    <a:cubicBezTo>
                      <a:pt x="58" y="10"/>
                      <a:pt x="62" y="5"/>
                      <a:pt x="63" y="3"/>
                    </a:cubicBezTo>
                    <a:cubicBezTo>
                      <a:pt x="63" y="3"/>
                      <a:pt x="63" y="3"/>
                      <a:pt x="63" y="3"/>
                    </a:cubicBezTo>
                    <a:cubicBezTo>
                      <a:pt x="61" y="1"/>
                      <a:pt x="61" y="1"/>
                      <a:pt x="61" y="1"/>
                    </a:cubicBezTo>
                    <a:cubicBezTo>
                      <a:pt x="65" y="1"/>
                      <a:pt x="65" y="1"/>
                      <a:pt x="65" y="1"/>
                    </a:cubicBezTo>
                    <a:cubicBezTo>
                      <a:pt x="66" y="0"/>
                      <a:pt x="66" y="0"/>
                      <a:pt x="66" y="0"/>
                    </a:cubicBezTo>
                    <a:cubicBezTo>
                      <a:pt x="67" y="1"/>
                      <a:pt x="67" y="1"/>
                      <a:pt x="67" y="1"/>
                    </a:cubicBezTo>
                    <a:cubicBezTo>
                      <a:pt x="71" y="1"/>
                      <a:pt x="71" y="1"/>
                      <a:pt x="71" y="1"/>
                    </a:cubicBezTo>
                    <a:cubicBezTo>
                      <a:pt x="69" y="2"/>
                      <a:pt x="69" y="2"/>
                      <a:pt x="69" y="2"/>
                    </a:cubicBezTo>
                    <a:cubicBezTo>
                      <a:pt x="71" y="4"/>
                      <a:pt x="71" y="4"/>
                      <a:pt x="71" y="4"/>
                    </a:cubicBezTo>
                    <a:cubicBezTo>
                      <a:pt x="70" y="6"/>
                      <a:pt x="70" y="6"/>
                      <a:pt x="70" y="6"/>
                    </a:cubicBezTo>
                    <a:cubicBezTo>
                      <a:pt x="70" y="6"/>
                      <a:pt x="70" y="6"/>
                      <a:pt x="70" y="6"/>
                    </a:cubicBezTo>
                    <a:cubicBezTo>
                      <a:pt x="70" y="6"/>
                      <a:pt x="69" y="6"/>
                      <a:pt x="69" y="7"/>
                    </a:cubicBezTo>
                    <a:cubicBezTo>
                      <a:pt x="69" y="7"/>
                      <a:pt x="69" y="7"/>
                      <a:pt x="69" y="7"/>
                    </a:cubicBezTo>
                    <a:cubicBezTo>
                      <a:pt x="69" y="7"/>
                      <a:pt x="68" y="8"/>
                      <a:pt x="67" y="10"/>
                    </a:cubicBezTo>
                    <a:cubicBezTo>
                      <a:pt x="67" y="10"/>
                      <a:pt x="67" y="10"/>
                      <a:pt x="67" y="10"/>
                    </a:cubicBezTo>
                    <a:cubicBezTo>
                      <a:pt x="65" y="12"/>
                      <a:pt x="62" y="16"/>
                      <a:pt x="58" y="19"/>
                    </a:cubicBezTo>
                    <a:cubicBezTo>
                      <a:pt x="58" y="19"/>
                      <a:pt x="58" y="19"/>
                      <a:pt x="58" y="19"/>
                    </a:cubicBezTo>
                    <a:cubicBezTo>
                      <a:pt x="52" y="25"/>
                      <a:pt x="45" y="32"/>
                      <a:pt x="37" y="32"/>
                    </a:cubicBezTo>
                    <a:cubicBezTo>
                      <a:pt x="37" y="32"/>
                      <a:pt x="37" y="32"/>
                      <a:pt x="37" y="32"/>
                    </a:cubicBezTo>
                    <a:cubicBezTo>
                      <a:pt x="36" y="32"/>
                      <a:pt x="35" y="32"/>
                      <a:pt x="34" y="32"/>
                    </a:cubicBezTo>
                    <a:close/>
                    <a:moveTo>
                      <a:pt x="4" y="12"/>
                    </a:moveTo>
                    <a:cubicBezTo>
                      <a:pt x="3" y="12"/>
                      <a:pt x="3" y="12"/>
                      <a:pt x="3" y="11"/>
                    </a:cubicBezTo>
                    <a:cubicBezTo>
                      <a:pt x="3" y="11"/>
                      <a:pt x="3" y="11"/>
                      <a:pt x="3" y="11"/>
                    </a:cubicBezTo>
                    <a:cubicBezTo>
                      <a:pt x="3" y="12"/>
                      <a:pt x="3" y="12"/>
                      <a:pt x="4"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2" name="Freeform 1340"/>
              <p:cNvSpPr/>
              <p:nvPr/>
            </p:nvSpPr>
            <p:spPr bwMode="auto">
              <a:xfrm>
                <a:off x="7486651" y="7650163"/>
                <a:ext cx="9525" cy="9525"/>
              </a:xfrm>
              <a:custGeom>
                <a:avLst/>
                <a:gdLst>
                  <a:gd name="T0" fmla="*/ 5 w 6"/>
                  <a:gd name="T1" fmla="*/ 0 h 6"/>
                  <a:gd name="T2" fmla="*/ 6 w 6"/>
                  <a:gd name="T3" fmla="*/ 2 h 6"/>
                  <a:gd name="T4" fmla="*/ 3 w 6"/>
                  <a:gd name="T5" fmla="*/ 6 h 6"/>
                  <a:gd name="T6" fmla="*/ 0 w 6"/>
                  <a:gd name="T7" fmla="*/ 4 h 6"/>
                  <a:gd name="T8" fmla="*/ 5 w 6"/>
                  <a:gd name="T9" fmla="*/ 0 h 6"/>
                  <a:gd name="T10" fmla="*/ 5 w 6"/>
                  <a:gd name="T11" fmla="*/ 0 h 6"/>
                </a:gdLst>
                <a:ahLst/>
                <a:cxnLst>
                  <a:cxn ang="0">
                    <a:pos x="T0" y="T1"/>
                  </a:cxn>
                  <a:cxn ang="0">
                    <a:pos x="T2" y="T3"/>
                  </a:cxn>
                  <a:cxn ang="0">
                    <a:pos x="T4" y="T5"/>
                  </a:cxn>
                  <a:cxn ang="0">
                    <a:pos x="T6" y="T7"/>
                  </a:cxn>
                  <a:cxn ang="0">
                    <a:pos x="T8" y="T9"/>
                  </a:cxn>
                  <a:cxn ang="0">
                    <a:pos x="T10" y="T11"/>
                  </a:cxn>
                </a:cxnLst>
                <a:rect l="0" t="0" r="r" b="b"/>
                <a:pathLst>
                  <a:path w="6" h="6">
                    <a:moveTo>
                      <a:pt x="5" y="0"/>
                    </a:moveTo>
                    <a:lnTo>
                      <a:pt x="6" y="2"/>
                    </a:lnTo>
                    <a:lnTo>
                      <a:pt x="3" y="6"/>
                    </a:lnTo>
                    <a:lnTo>
                      <a:pt x="0" y="4"/>
                    </a:lnTo>
                    <a:lnTo>
                      <a:pt x="5" y="0"/>
                    </a:lnTo>
                    <a:lnTo>
                      <a:pt x="5"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3" name="Freeform 1341"/>
              <p:cNvSpPr/>
              <p:nvPr/>
            </p:nvSpPr>
            <p:spPr bwMode="auto">
              <a:xfrm>
                <a:off x="7481889" y="7645401"/>
                <a:ext cx="19050" cy="17463"/>
              </a:xfrm>
              <a:custGeom>
                <a:avLst/>
                <a:gdLst>
                  <a:gd name="T0" fmla="*/ 0 w 12"/>
                  <a:gd name="T1" fmla="*/ 5 h 11"/>
                  <a:gd name="T2" fmla="*/ 6 w 12"/>
                  <a:gd name="T3" fmla="*/ 1 h 11"/>
                  <a:gd name="T4" fmla="*/ 8 w 12"/>
                  <a:gd name="T5" fmla="*/ 0 h 11"/>
                  <a:gd name="T6" fmla="*/ 12 w 12"/>
                  <a:gd name="T7" fmla="*/ 5 h 11"/>
                  <a:gd name="T8" fmla="*/ 6 w 12"/>
                  <a:gd name="T9" fmla="*/ 11 h 11"/>
                  <a:gd name="T10" fmla="*/ 0 w 12"/>
                  <a:gd name="T11" fmla="*/ 5 h 11"/>
                  <a:gd name="T12" fmla="*/ 0 w 12"/>
                  <a:gd name="T13" fmla="*/ 5 h 11"/>
                </a:gdLst>
                <a:ahLst/>
                <a:cxnLst>
                  <a:cxn ang="0">
                    <a:pos x="T0" y="T1"/>
                  </a:cxn>
                  <a:cxn ang="0">
                    <a:pos x="T2" y="T3"/>
                  </a:cxn>
                  <a:cxn ang="0">
                    <a:pos x="T4" y="T5"/>
                  </a:cxn>
                  <a:cxn ang="0">
                    <a:pos x="T6" y="T7"/>
                  </a:cxn>
                  <a:cxn ang="0">
                    <a:pos x="T8" y="T9"/>
                  </a:cxn>
                  <a:cxn ang="0">
                    <a:pos x="T10" y="T11"/>
                  </a:cxn>
                  <a:cxn ang="0">
                    <a:pos x="T12" y="T13"/>
                  </a:cxn>
                </a:cxnLst>
                <a:rect l="0" t="0" r="r" b="b"/>
                <a:pathLst>
                  <a:path w="12" h="11">
                    <a:moveTo>
                      <a:pt x="0" y="5"/>
                    </a:moveTo>
                    <a:lnTo>
                      <a:pt x="6" y="1"/>
                    </a:lnTo>
                    <a:lnTo>
                      <a:pt x="8" y="0"/>
                    </a:lnTo>
                    <a:lnTo>
                      <a:pt x="12" y="5"/>
                    </a:lnTo>
                    <a:lnTo>
                      <a:pt x="6" y="11"/>
                    </a:lnTo>
                    <a:lnTo>
                      <a:pt x="0" y="5"/>
                    </a:lnTo>
                    <a:lnTo>
                      <a:pt x="0"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4" name="Freeform 1342"/>
              <p:cNvSpPr/>
              <p:nvPr/>
            </p:nvSpPr>
            <p:spPr bwMode="auto">
              <a:xfrm>
                <a:off x="7593014" y="7634288"/>
                <a:ext cx="12700" cy="7938"/>
              </a:xfrm>
              <a:custGeom>
                <a:avLst/>
                <a:gdLst>
                  <a:gd name="T0" fmla="*/ 0 w 8"/>
                  <a:gd name="T1" fmla="*/ 0 h 5"/>
                  <a:gd name="T2" fmla="*/ 8 w 8"/>
                  <a:gd name="T3" fmla="*/ 3 h 5"/>
                  <a:gd name="T4" fmla="*/ 7 w 8"/>
                  <a:gd name="T5" fmla="*/ 5 h 5"/>
                  <a:gd name="T6" fmla="*/ 0 w 8"/>
                  <a:gd name="T7" fmla="*/ 4 h 5"/>
                  <a:gd name="T8" fmla="*/ 0 w 8"/>
                  <a:gd name="T9" fmla="*/ 0 h 5"/>
                  <a:gd name="T10" fmla="*/ 0 w 8"/>
                  <a:gd name="T11" fmla="*/ 0 h 5"/>
                </a:gdLst>
                <a:ahLst/>
                <a:cxnLst>
                  <a:cxn ang="0">
                    <a:pos x="T0" y="T1"/>
                  </a:cxn>
                  <a:cxn ang="0">
                    <a:pos x="T2" y="T3"/>
                  </a:cxn>
                  <a:cxn ang="0">
                    <a:pos x="T4" y="T5"/>
                  </a:cxn>
                  <a:cxn ang="0">
                    <a:pos x="T6" y="T7"/>
                  </a:cxn>
                  <a:cxn ang="0">
                    <a:pos x="T8" y="T9"/>
                  </a:cxn>
                  <a:cxn ang="0">
                    <a:pos x="T10" y="T11"/>
                  </a:cxn>
                </a:cxnLst>
                <a:rect l="0" t="0" r="r" b="b"/>
                <a:pathLst>
                  <a:path w="8" h="5">
                    <a:moveTo>
                      <a:pt x="0" y="0"/>
                    </a:moveTo>
                    <a:lnTo>
                      <a:pt x="8" y="3"/>
                    </a:lnTo>
                    <a:lnTo>
                      <a:pt x="7" y="5"/>
                    </a:lnTo>
                    <a:lnTo>
                      <a:pt x="0" y="4"/>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5" name="Freeform 1343"/>
              <p:cNvSpPr/>
              <p:nvPr/>
            </p:nvSpPr>
            <p:spPr bwMode="auto">
              <a:xfrm>
                <a:off x="7588251" y="7631113"/>
                <a:ext cx="20638" cy="15875"/>
              </a:xfrm>
              <a:custGeom>
                <a:avLst/>
                <a:gdLst>
                  <a:gd name="T0" fmla="*/ 0 w 13"/>
                  <a:gd name="T1" fmla="*/ 7 h 10"/>
                  <a:gd name="T2" fmla="*/ 1 w 13"/>
                  <a:gd name="T3" fmla="*/ 6 h 10"/>
                  <a:gd name="T4" fmla="*/ 1 w 13"/>
                  <a:gd name="T5" fmla="*/ 2 h 10"/>
                  <a:gd name="T6" fmla="*/ 2 w 13"/>
                  <a:gd name="T7" fmla="*/ 0 h 10"/>
                  <a:gd name="T8" fmla="*/ 13 w 13"/>
                  <a:gd name="T9" fmla="*/ 2 h 10"/>
                  <a:gd name="T10" fmla="*/ 12 w 13"/>
                  <a:gd name="T11" fmla="*/ 10 h 10"/>
                  <a:gd name="T12" fmla="*/ 0 w 13"/>
                  <a:gd name="T13" fmla="*/ 7 h 10"/>
                  <a:gd name="T14" fmla="*/ 0 w 13"/>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0">
                    <a:moveTo>
                      <a:pt x="0" y="7"/>
                    </a:moveTo>
                    <a:lnTo>
                      <a:pt x="1" y="6"/>
                    </a:lnTo>
                    <a:lnTo>
                      <a:pt x="1" y="2"/>
                    </a:lnTo>
                    <a:lnTo>
                      <a:pt x="2" y="0"/>
                    </a:lnTo>
                    <a:lnTo>
                      <a:pt x="13" y="2"/>
                    </a:lnTo>
                    <a:lnTo>
                      <a:pt x="12" y="10"/>
                    </a:lnTo>
                    <a:lnTo>
                      <a:pt x="0" y="7"/>
                    </a:lnTo>
                    <a:lnTo>
                      <a:pt x="0" y="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grpSp>
      </p:grpSp>
      <p:sp>
        <p:nvSpPr>
          <p:cNvPr id="76" name="文本框 75"/>
          <p:cNvSpPr txBox="1"/>
          <p:nvPr/>
        </p:nvSpPr>
        <p:spPr>
          <a:xfrm>
            <a:off x="5381411" y="1936029"/>
            <a:ext cx="4642545" cy="2400657"/>
          </a:xfrm>
          <a:prstGeom prst="rect">
            <a:avLst/>
          </a:prstGeom>
          <a:noFill/>
        </p:spPr>
        <p:txBody>
          <a:bodyPr wrap="square" rtlCol="0">
            <a:spAutoFit/>
          </a:bodyPr>
          <a:lstStyle/>
          <a:p>
            <a:pPr algn="ctr">
              <a:lnSpc>
                <a:spcPct val="125000"/>
              </a:lnSpc>
            </a:pPr>
            <a:r>
              <a:rPr lang="en-US" altLang="zh-CN" sz="6000" b="1" dirty="0">
                <a:latin typeface="Senty小丸子" panose="03000600000000000000" pitchFamily="66" charset="-122"/>
                <a:ea typeface="Senty小丸子" panose="03000600000000000000" pitchFamily="66" charset="-122"/>
              </a:rPr>
              <a:t>PART </a:t>
            </a:r>
            <a:r>
              <a:rPr lang="en-US" altLang="zh-CN" sz="6000" b="1" dirty="0" smtClean="0">
                <a:latin typeface="Senty小丸子" panose="03000600000000000000" pitchFamily="66" charset="-122"/>
                <a:ea typeface="Senty小丸子" panose="03000600000000000000" pitchFamily="66" charset="-122"/>
              </a:rPr>
              <a:t>03</a:t>
            </a:r>
            <a:endParaRPr lang="en-US" altLang="zh-CN" sz="6000" b="1" dirty="0">
              <a:latin typeface="Senty小丸子" panose="03000600000000000000" pitchFamily="66" charset="-122"/>
              <a:ea typeface="Senty小丸子" panose="03000600000000000000" pitchFamily="66" charset="-122"/>
            </a:endParaRPr>
          </a:p>
          <a:p>
            <a:pPr algn="ctr">
              <a:lnSpc>
                <a:spcPct val="125000"/>
              </a:lnSpc>
            </a:pPr>
            <a:r>
              <a:rPr lang="zh-CN" altLang="en-US" sz="6000" b="1" dirty="0" smtClean="0">
                <a:latin typeface="Senty小丸子" panose="03000600000000000000" pitchFamily="66" charset="-122"/>
                <a:ea typeface="Senty小丸子" panose="03000600000000000000" pitchFamily="66" charset="-122"/>
              </a:rPr>
              <a:t>教学设计</a:t>
            </a:r>
            <a:endParaRPr lang="zh-CN" altLang="en-US" sz="6000" b="1" dirty="0">
              <a:latin typeface="Senty小丸子" panose="03000600000000000000" pitchFamily="66" charset="-122"/>
              <a:ea typeface="Senty小丸子" panose="03000600000000000000" pitchFamily="66"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wipe(left)">
                                      <p:cBhvr>
                                        <p:cTn id="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718097" y="215973"/>
            <a:ext cx="2794359" cy="584775"/>
          </a:xfrm>
          <a:prstGeom prst="rect">
            <a:avLst/>
          </a:prstGeom>
          <a:noFill/>
        </p:spPr>
        <p:txBody>
          <a:bodyPr wrap="square" rtlCol="0">
            <a:spAutoFit/>
          </a:bodyPr>
          <a:lstStyle/>
          <a:p>
            <a:r>
              <a:rPr lang="en-US" altLang="zh-CN" sz="3200" dirty="0" smtClean="0">
                <a:latin typeface="Senty小丸子" panose="03000600000000000000" pitchFamily="66" charset="-122"/>
                <a:ea typeface="Senty小丸子" panose="03000600000000000000" pitchFamily="66" charset="-122"/>
              </a:rPr>
              <a:t>03 </a:t>
            </a:r>
            <a:r>
              <a:rPr lang="zh-CN" altLang="en-US" sz="3200" dirty="0" smtClean="0">
                <a:latin typeface="Senty小丸子" panose="03000600000000000000" pitchFamily="66" charset="-122"/>
                <a:ea typeface="Senty小丸子" panose="03000600000000000000" pitchFamily="66" charset="-122"/>
              </a:rPr>
              <a:t>教学设计</a:t>
            </a:r>
            <a:endParaRPr lang="zh-CN" altLang="en-US" sz="3200" dirty="0">
              <a:latin typeface="Senty小丸子" panose="03000600000000000000" pitchFamily="66" charset="-122"/>
              <a:ea typeface="Senty小丸子" panose="03000600000000000000" pitchFamily="66" charset="-122"/>
            </a:endParaRPr>
          </a:p>
        </p:txBody>
      </p:sp>
      <p:grpSp>
        <p:nvGrpSpPr>
          <p:cNvPr id="3" name="Group 4"/>
          <p:cNvGrpSpPr>
            <a:grpSpLocks noChangeAspect="1"/>
          </p:cNvGrpSpPr>
          <p:nvPr/>
        </p:nvGrpSpPr>
        <p:grpSpPr bwMode="auto">
          <a:xfrm>
            <a:off x="145143" y="171426"/>
            <a:ext cx="439541" cy="518530"/>
            <a:chOff x="3082" y="1214"/>
            <a:chExt cx="1623" cy="1896"/>
          </a:xfrm>
          <a:solidFill>
            <a:schemeClr val="tx1"/>
          </a:solidFill>
        </p:grpSpPr>
        <p:grpSp>
          <p:nvGrpSpPr>
            <p:cNvPr id="4" name="Group 205"/>
            <p:cNvGrpSpPr/>
            <p:nvPr/>
          </p:nvGrpSpPr>
          <p:grpSpPr bwMode="auto">
            <a:xfrm>
              <a:off x="3082" y="1214"/>
              <a:ext cx="1623" cy="1603"/>
              <a:chOff x="3082" y="1214"/>
              <a:chExt cx="1623" cy="1603"/>
            </a:xfrm>
            <a:grpFill/>
          </p:grpSpPr>
          <p:sp>
            <p:nvSpPr>
              <p:cNvPr id="252" name="Freeform 5"/>
              <p:cNvSpPr/>
              <p:nvPr/>
            </p:nvSpPr>
            <p:spPr bwMode="auto">
              <a:xfrm>
                <a:off x="3608" y="2103"/>
                <a:ext cx="13" cy="0"/>
              </a:xfrm>
              <a:custGeom>
                <a:avLst/>
                <a:gdLst>
                  <a:gd name="T0" fmla="*/ 0 w 6"/>
                  <a:gd name="T1" fmla="*/ 6 w 6"/>
                  <a:gd name="T2" fmla="*/ 0 w 6"/>
                </a:gdLst>
                <a:ahLst/>
                <a:cxnLst>
                  <a:cxn ang="0">
                    <a:pos x="T0" y="0"/>
                  </a:cxn>
                  <a:cxn ang="0">
                    <a:pos x="T1" y="0"/>
                  </a:cxn>
                  <a:cxn ang="0">
                    <a:pos x="T2" y="0"/>
                  </a:cxn>
                </a:cxnLst>
                <a:rect l="0" t="0" r="r" b="b"/>
                <a:pathLst>
                  <a:path w="6">
                    <a:moveTo>
                      <a:pt x="0" y="0"/>
                    </a:moveTo>
                    <a:cubicBezTo>
                      <a:pt x="1" y="0"/>
                      <a:pt x="3" y="0"/>
                      <a:pt x="6" y="0"/>
                    </a:cubicBezTo>
                    <a:cubicBezTo>
                      <a:pt x="3" y="0"/>
                      <a:pt x="2"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3" name="Freeform 6"/>
              <p:cNvSpPr/>
              <p:nvPr/>
            </p:nvSpPr>
            <p:spPr bwMode="auto">
              <a:xfrm>
                <a:off x="3576" y="1893"/>
                <a:ext cx="5"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0" y="0"/>
                      <a:pt x="0" y="0"/>
                    </a:cubicBezTo>
                    <a:cubicBezTo>
                      <a:pt x="0" y="0"/>
                      <a:pt x="0" y="0"/>
                      <a:pt x="0" y="0"/>
                    </a:cubicBezTo>
                    <a:cubicBezTo>
                      <a:pt x="0" y="0"/>
                      <a:pt x="0" y="0"/>
                      <a:pt x="0" y="0"/>
                    </a:cubicBezTo>
                    <a:cubicBezTo>
                      <a:pt x="1" y="0"/>
                      <a:pt x="1" y="0"/>
                      <a:pt x="2" y="0"/>
                    </a:cubicBezTo>
                    <a:cubicBezTo>
                      <a:pt x="2" y="0"/>
                      <a:pt x="2" y="0"/>
                      <a:pt x="2"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4" name="Freeform 7"/>
              <p:cNvSpPr/>
              <p:nvPr/>
            </p:nvSpPr>
            <p:spPr bwMode="auto">
              <a:xfrm>
                <a:off x="3615" y="1903"/>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0"/>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5" name="Freeform 8"/>
              <p:cNvSpPr/>
              <p:nvPr/>
            </p:nvSpPr>
            <p:spPr bwMode="auto">
              <a:xfrm>
                <a:off x="3566" y="1893"/>
                <a:ext cx="6" cy="0"/>
              </a:xfrm>
              <a:custGeom>
                <a:avLst/>
                <a:gdLst>
                  <a:gd name="T0" fmla="*/ 3 w 3"/>
                  <a:gd name="T1" fmla="*/ 3 w 3"/>
                </a:gdLst>
                <a:ahLst/>
                <a:cxnLst>
                  <a:cxn ang="0">
                    <a:pos x="T0" y="0"/>
                  </a:cxn>
                  <a:cxn ang="0">
                    <a:pos x="T1" y="0"/>
                  </a:cxn>
                </a:cxnLst>
                <a:rect l="0" t="0" r="r" b="b"/>
                <a:pathLst>
                  <a:path w="3">
                    <a:moveTo>
                      <a:pt x="3" y="0"/>
                    </a:moveTo>
                    <a:cubicBezTo>
                      <a:pt x="0" y="0"/>
                      <a:pt x="1"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6" name="Freeform 9"/>
              <p:cNvSpPr/>
              <p:nvPr/>
            </p:nvSpPr>
            <p:spPr bwMode="auto">
              <a:xfrm>
                <a:off x="3820" y="2304"/>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7" name="Freeform 10"/>
              <p:cNvSpPr/>
              <p:nvPr/>
            </p:nvSpPr>
            <p:spPr bwMode="auto">
              <a:xfrm>
                <a:off x="3642" y="2209"/>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8" name="Freeform 11"/>
              <p:cNvSpPr/>
              <p:nvPr/>
            </p:nvSpPr>
            <p:spPr bwMode="auto">
              <a:xfrm>
                <a:off x="3549" y="2154"/>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0"/>
                      <a:pt x="1" y="1"/>
                      <a:pt x="1"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9" name="Freeform 12"/>
              <p:cNvSpPr/>
              <p:nvPr/>
            </p:nvSpPr>
            <p:spPr bwMode="auto">
              <a:xfrm>
                <a:off x="3610" y="1895"/>
                <a:ext cx="9" cy="8"/>
              </a:xfrm>
              <a:custGeom>
                <a:avLst/>
                <a:gdLst>
                  <a:gd name="T0" fmla="*/ 1 w 4"/>
                  <a:gd name="T1" fmla="*/ 1 h 4"/>
                  <a:gd name="T2" fmla="*/ 1 w 4"/>
                  <a:gd name="T3" fmla="*/ 2 h 4"/>
                  <a:gd name="T4" fmla="*/ 0 w 4"/>
                  <a:gd name="T5" fmla="*/ 2 h 4"/>
                  <a:gd name="T6" fmla="*/ 2 w 4"/>
                  <a:gd name="T7" fmla="*/ 4 h 4"/>
                  <a:gd name="T8" fmla="*/ 2 w 4"/>
                  <a:gd name="T9" fmla="*/ 2 h 4"/>
                  <a:gd name="T10" fmla="*/ 3 w 4"/>
                  <a:gd name="T11" fmla="*/ 1 h 4"/>
                  <a:gd name="T12" fmla="*/ 4 w 4"/>
                  <a:gd name="T13" fmla="*/ 0 h 4"/>
                  <a:gd name="T14" fmla="*/ 4 w 4"/>
                  <a:gd name="T15" fmla="*/ 0 h 4"/>
                  <a:gd name="T16" fmla="*/ 4 w 4"/>
                  <a:gd name="T17" fmla="*/ 0 h 4"/>
                  <a:gd name="T18" fmla="*/ 2 w 4"/>
                  <a:gd name="T19" fmla="*/ 0 h 4"/>
                  <a:gd name="T20" fmla="*/ 2 w 4"/>
                  <a:gd name="T21" fmla="*/ 0 h 4"/>
                  <a:gd name="T22" fmla="*/ 1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1" y="1"/>
                    </a:moveTo>
                    <a:cubicBezTo>
                      <a:pt x="1" y="2"/>
                      <a:pt x="1" y="2"/>
                      <a:pt x="1" y="2"/>
                    </a:cubicBezTo>
                    <a:cubicBezTo>
                      <a:pt x="1" y="2"/>
                      <a:pt x="0" y="2"/>
                      <a:pt x="0" y="2"/>
                    </a:cubicBezTo>
                    <a:cubicBezTo>
                      <a:pt x="1" y="2"/>
                      <a:pt x="2" y="3"/>
                      <a:pt x="2" y="4"/>
                    </a:cubicBezTo>
                    <a:cubicBezTo>
                      <a:pt x="2" y="3"/>
                      <a:pt x="2" y="3"/>
                      <a:pt x="2" y="2"/>
                    </a:cubicBezTo>
                    <a:cubicBezTo>
                      <a:pt x="3" y="1"/>
                      <a:pt x="3" y="1"/>
                      <a:pt x="3" y="1"/>
                    </a:cubicBezTo>
                    <a:cubicBezTo>
                      <a:pt x="4" y="0"/>
                      <a:pt x="4" y="0"/>
                      <a:pt x="4" y="0"/>
                    </a:cubicBezTo>
                    <a:cubicBezTo>
                      <a:pt x="4" y="0"/>
                      <a:pt x="4" y="0"/>
                      <a:pt x="4" y="0"/>
                    </a:cubicBezTo>
                    <a:cubicBezTo>
                      <a:pt x="4" y="0"/>
                      <a:pt x="4" y="0"/>
                      <a:pt x="4" y="0"/>
                    </a:cubicBezTo>
                    <a:cubicBezTo>
                      <a:pt x="3" y="0"/>
                      <a:pt x="2" y="0"/>
                      <a:pt x="2" y="0"/>
                    </a:cubicBezTo>
                    <a:cubicBezTo>
                      <a:pt x="2" y="0"/>
                      <a:pt x="2" y="0"/>
                      <a:pt x="2" y="0"/>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0" name="Freeform 13"/>
              <p:cNvSpPr/>
              <p:nvPr/>
            </p:nvSpPr>
            <p:spPr bwMode="auto">
              <a:xfrm>
                <a:off x="3926" y="1914"/>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1" name="Freeform 14"/>
              <p:cNvSpPr/>
              <p:nvPr/>
            </p:nvSpPr>
            <p:spPr bwMode="auto">
              <a:xfrm>
                <a:off x="3810" y="1774"/>
                <a:ext cx="2" cy="4"/>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0" y="2"/>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2" name="Freeform 15"/>
              <p:cNvSpPr/>
              <p:nvPr/>
            </p:nvSpPr>
            <p:spPr bwMode="auto">
              <a:xfrm>
                <a:off x="3846" y="2474"/>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3" name="Freeform 16"/>
              <p:cNvSpPr/>
              <p:nvPr/>
            </p:nvSpPr>
            <p:spPr bwMode="auto">
              <a:xfrm>
                <a:off x="3943" y="2546"/>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4" name="Freeform 17"/>
              <p:cNvSpPr/>
              <p:nvPr/>
            </p:nvSpPr>
            <p:spPr bwMode="auto">
              <a:xfrm>
                <a:off x="3846" y="2474"/>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5" name="Freeform 18"/>
              <p:cNvSpPr/>
              <p:nvPr/>
            </p:nvSpPr>
            <p:spPr bwMode="auto">
              <a:xfrm>
                <a:off x="4156" y="22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6" name="Freeform 19"/>
              <p:cNvSpPr/>
              <p:nvPr/>
            </p:nvSpPr>
            <p:spPr bwMode="auto">
              <a:xfrm>
                <a:off x="4056" y="2213"/>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7" name="Freeform 20"/>
              <p:cNvSpPr/>
              <p:nvPr/>
            </p:nvSpPr>
            <p:spPr bwMode="auto">
              <a:xfrm>
                <a:off x="3837" y="2470"/>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8" name="Freeform 21"/>
              <p:cNvSpPr/>
              <p:nvPr/>
            </p:nvSpPr>
            <p:spPr bwMode="auto">
              <a:xfrm>
                <a:off x="3954" y="2311"/>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9" name="Freeform 22"/>
              <p:cNvSpPr/>
              <p:nvPr/>
            </p:nvSpPr>
            <p:spPr bwMode="auto">
              <a:xfrm>
                <a:off x="3576" y="18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0" name="Freeform 23"/>
              <p:cNvSpPr/>
              <p:nvPr/>
            </p:nvSpPr>
            <p:spPr bwMode="auto">
              <a:xfrm>
                <a:off x="3281" y="254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1" name="Freeform 24"/>
              <p:cNvSpPr/>
              <p:nvPr/>
            </p:nvSpPr>
            <p:spPr bwMode="auto">
              <a:xfrm>
                <a:off x="3364" y="2470"/>
                <a:ext cx="2" cy="4"/>
              </a:xfrm>
              <a:custGeom>
                <a:avLst/>
                <a:gdLst>
                  <a:gd name="T0" fmla="*/ 1 w 1"/>
                  <a:gd name="T1" fmla="*/ 2 h 2"/>
                  <a:gd name="T2" fmla="*/ 1 w 1"/>
                  <a:gd name="T3" fmla="*/ 1 h 2"/>
                  <a:gd name="T4" fmla="*/ 1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0" y="0"/>
                      <a:pt x="1" y="1"/>
                      <a:pt x="1" y="1"/>
                    </a:cubicBezTo>
                    <a:cubicBezTo>
                      <a:pt x="1" y="1"/>
                      <a:pt x="1"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2" name="Freeform 25"/>
              <p:cNvSpPr/>
              <p:nvPr/>
            </p:nvSpPr>
            <p:spPr bwMode="auto">
              <a:xfrm>
                <a:off x="3360" y="2470"/>
                <a:ext cx="2"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3" name="Freeform 26"/>
              <p:cNvSpPr/>
              <p:nvPr/>
            </p:nvSpPr>
            <p:spPr bwMode="auto">
              <a:xfrm>
                <a:off x="3353" y="2470"/>
                <a:ext cx="3" cy="4"/>
              </a:xfrm>
              <a:custGeom>
                <a:avLst/>
                <a:gdLst>
                  <a:gd name="T0" fmla="*/ 1 w 1"/>
                  <a:gd name="T1" fmla="*/ 2 h 2"/>
                  <a:gd name="T2" fmla="*/ 0 w 1"/>
                  <a:gd name="T3" fmla="*/ 1 h 2"/>
                  <a:gd name="T4" fmla="*/ 1 w 1"/>
                  <a:gd name="T5" fmla="*/ 2 h 2"/>
                </a:gdLst>
                <a:ahLst/>
                <a:cxnLst>
                  <a:cxn ang="0">
                    <a:pos x="T0" y="T1"/>
                  </a:cxn>
                  <a:cxn ang="0">
                    <a:pos x="T2" y="T3"/>
                  </a:cxn>
                  <a:cxn ang="0">
                    <a:pos x="T4" y="T5"/>
                  </a:cxn>
                </a:cxnLst>
                <a:rect l="0" t="0" r="r" b="b"/>
                <a:pathLst>
                  <a:path w="1" h="2">
                    <a:moveTo>
                      <a:pt x="1" y="2"/>
                    </a:moveTo>
                    <a:cubicBezTo>
                      <a:pt x="0" y="0"/>
                      <a:pt x="1" y="1"/>
                      <a:pt x="0" y="1"/>
                    </a:cubicBezTo>
                    <a:cubicBezTo>
                      <a:pt x="1" y="1"/>
                      <a:pt x="1"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4" name="Freeform 27"/>
              <p:cNvSpPr/>
              <p:nvPr/>
            </p:nvSpPr>
            <p:spPr bwMode="auto">
              <a:xfrm>
                <a:off x="3392" y="2482"/>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1"/>
                      <a:pt x="1" y="1"/>
                    </a:cubicBezTo>
                    <a:cubicBezTo>
                      <a:pt x="0" y="0"/>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5" name="Freeform 28"/>
              <p:cNvSpPr/>
              <p:nvPr/>
            </p:nvSpPr>
            <p:spPr bwMode="auto">
              <a:xfrm>
                <a:off x="3390" y="2480"/>
                <a:ext cx="2" cy="7"/>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0"/>
                      <a:pt x="0" y="0"/>
                      <a:pt x="0" y="0"/>
                    </a:cubicBezTo>
                    <a:cubicBezTo>
                      <a:pt x="0" y="2"/>
                      <a:pt x="1" y="2"/>
                      <a:pt x="1"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6" name="Freeform 29"/>
              <p:cNvSpPr/>
              <p:nvPr/>
            </p:nvSpPr>
            <p:spPr bwMode="auto">
              <a:xfrm>
                <a:off x="3341" y="2474"/>
                <a:ext cx="2" cy="4"/>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1"/>
                      <a:pt x="1" y="1"/>
                      <a:pt x="1" y="2"/>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7" name="Freeform 30"/>
              <p:cNvSpPr/>
              <p:nvPr/>
            </p:nvSpPr>
            <p:spPr bwMode="auto">
              <a:xfrm>
                <a:off x="3822" y="2279"/>
                <a:ext cx="5" cy="4"/>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0" y="1"/>
                      <a:pt x="0" y="1"/>
                    </a:cubicBezTo>
                    <a:cubicBezTo>
                      <a:pt x="0" y="2"/>
                      <a:pt x="0" y="2"/>
                      <a:pt x="0" y="2"/>
                    </a:cubicBezTo>
                    <a:cubicBezTo>
                      <a:pt x="1" y="1"/>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8" name="Freeform 31"/>
              <p:cNvSpPr/>
              <p:nvPr/>
            </p:nvSpPr>
            <p:spPr bwMode="auto">
              <a:xfrm>
                <a:off x="3292" y="2529"/>
                <a:ext cx="2" cy="2"/>
              </a:xfrm>
              <a:custGeom>
                <a:avLst/>
                <a:gdLst>
                  <a:gd name="T0" fmla="*/ 2 w 2"/>
                  <a:gd name="T1" fmla="*/ 2 h 2"/>
                  <a:gd name="T2" fmla="*/ 0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0" y="0"/>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9" name="Freeform 32"/>
              <p:cNvSpPr/>
              <p:nvPr/>
            </p:nvSpPr>
            <p:spPr bwMode="auto">
              <a:xfrm>
                <a:off x="3699" y="2796"/>
                <a:ext cx="7" cy="5"/>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3" y="1"/>
                      <a:pt x="2" y="0"/>
                      <a:pt x="2" y="0"/>
                    </a:cubicBezTo>
                    <a:cubicBezTo>
                      <a:pt x="0" y="0"/>
                      <a:pt x="3"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0" name="Freeform 33"/>
              <p:cNvSpPr/>
              <p:nvPr/>
            </p:nvSpPr>
            <p:spPr bwMode="auto">
              <a:xfrm>
                <a:off x="4616" y="1870"/>
                <a:ext cx="2"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1" name="Freeform 34"/>
              <p:cNvSpPr/>
              <p:nvPr/>
            </p:nvSpPr>
            <p:spPr bwMode="auto">
              <a:xfrm>
                <a:off x="3262" y="2567"/>
                <a:ext cx="4" cy="4"/>
              </a:xfrm>
              <a:custGeom>
                <a:avLst/>
                <a:gdLst>
                  <a:gd name="T0" fmla="*/ 0 w 4"/>
                  <a:gd name="T1" fmla="*/ 2 h 4"/>
                  <a:gd name="T2" fmla="*/ 4 w 4"/>
                  <a:gd name="T3" fmla="*/ 4 h 4"/>
                  <a:gd name="T4" fmla="*/ 0 w 4"/>
                  <a:gd name="T5" fmla="*/ 0 h 4"/>
                  <a:gd name="T6" fmla="*/ 0 w 4"/>
                  <a:gd name="T7" fmla="*/ 2 h 4"/>
                </a:gdLst>
                <a:ahLst/>
                <a:cxnLst>
                  <a:cxn ang="0">
                    <a:pos x="T0" y="T1"/>
                  </a:cxn>
                  <a:cxn ang="0">
                    <a:pos x="T2" y="T3"/>
                  </a:cxn>
                  <a:cxn ang="0">
                    <a:pos x="T4" y="T5"/>
                  </a:cxn>
                  <a:cxn ang="0">
                    <a:pos x="T6" y="T7"/>
                  </a:cxn>
                </a:cxnLst>
                <a:rect l="0" t="0" r="r" b="b"/>
                <a:pathLst>
                  <a:path w="4" h="4">
                    <a:moveTo>
                      <a:pt x="0" y="2"/>
                    </a:moveTo>
                    <a:lnTo>
                      <a:pt x="4" y="4"/>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2" name="Freeform 35"/>
              <p:cNvSpPr/>
              <p:nvPr/>
            </p:nvSpPr>
            <p:spPr bwMode="auto">
              <a:xfrm>
                <a:off x="3570" y="1893"/>
                <a:ext cx="6" cy="6"/>
              </a:xfrm>
              <a:custGeom>
                <a:avLst/>
                <a:gdLst>
                  <a:gd name="T0" fmla="*/ 1 w 3"/>
                  <a:gd name="T1" fmla="*/ 0 h 3"/>
                  <a:gd name="T2" fmla="*/ 1 w 3"/>
                  <a:gd name="T3" fmla="*/ 0 h 3"/>
                  <a:gd name="T4" fmla="*/ 1 w 3"/>
                  <a:gd name="T5" fmla="*/ 0 h 3"/>
                  <a:gd name="T6" fmla="*/ 1 w 3"/>
                  <a:gd name="T7" fmla="*/ 0 h 3"/>
                  <a:gd name="T8" fmla="*/ 1 w 3"/>
                  <a:gd name="T9" fmla="*/ 0 h 3"/>
                  <a:gd name="T10" fmla="*/ 2 w 3"/>
                  <a:gd name="T11" fmla="*/ 1 h 3"/>
                  <a:gd name="T12" fmla="*/ 0 w 3"/>
                  <a:gd name="T13" fmla="*/ 2 h 3"/>
                  <a:gd name="T14" fmla="*/ 2 w 3"/>
                  <a:gd name="T15" fmla="*/ 2 h 3"/>
                  <a:gd name="T16" fmla="*/ 3 w 3"/>
                  <a:gd name="T17" fmla="*/ 0 h 3"/>
                  <a:gd name="T18" fmla="*/ 1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1" y="0"/>
                    </a:moveTo>
                    <a:cubicBezTo>
                      <a:pt x="1" y="0"/>
                      <a:pt x="1" y="0"/>
                      <a:pt x="1" y="0"/>
                    </a:cubicBezTo>
                    <a:cubicBezTo>
                      <a:pt x="1" y="0"/>
                      <a:pt x="1" y="0"/>
                      <a:pt x="1" y="0"/>
                    </a:cubicBezTo>
                    <a:cubicBezTo>
                      <a:pt x="1" y="0"/>
                      <a:pt x="1" y="0"/>
                      <a:pt x="1" y="0"/>
                    </a:cubicBezTo>
                    <a:cubicBezTo>
                      <a:pt x="1" y="0"/>
                      <a:pt x="1" y="0"/>
                      <a:pt x="1" y="0"/>
                    </a:cubicBezTo>
                    <a:cubicBezTo>
                      <a:pt x="2" y="1"/>
                      <a:pt x="2" y="1"/>
                      <a:pt x="2" y="1"/>
                    </a:cubicBezTo>
                    <a:cubicBezTo>
                      <a:pt x="1" y="2"/>
                      <a:pt x="0" y="0"/>
                      <a:pt x="0" y="2"/>
                    </a:cubicBezTo>
                    <a:cubicBezTo>
                      <a:pt x="0" y="3"/>
                      <a:pt x="1" y="3"/>
                      <a:pt x="2" y="2"/>
                    </a:cubicBezTo>
                    <a:cubicBezTo>
                      <a:pt x="3" y="0"/>
                      <a:pt x="3" y="0"/>
                      <a:pt x="3" y="0"/>
                    </a:cubicBezTo>
                    <a:cubicBezTo>
                      <a:pt x="3"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3" name="Freeform 36"/>
              <p:cNvSpPr/>
              <p:nvPr/>
            </p:nvSpPr>
            <p:spPr bwMode="auto">
              <a:xfrm>
                <a:off x="3207" y="2465"/>
                <a:ext cx="183" cy="174"/>
              </a:xfrm>
              <a:custGeom>
                <a:avLst/>
                <a:gdLst>
                  <a:gd name="T0" fmla="*/ 83 w 86"/>
                  <a:gd name="T1" fmla="*/ 5 h 82"/>
                  <a:gd name="T2" fmla="*/ 80 w 86"/>
                  <a:gd name="T3" fmla="*/ 4 h 82"/>
                  <a:gd name="T4" fmla="*/ 77 w 86"/>
                  <a:gd name="T5" fmla="*/ 8 h 82"/>
                  <a:gd name="T6" fmla="*/ 76 w 86"/>
                  <a:gd name="T7" fmla="*/ 6 h 82"/>
                  <a:gd name="T8" fmla="*/ 72 w 86"/>
                  <a:gd name="T9" fmla="*/ 7 h 82"/>
                  <a:gd name="T10" fmla="*/ 70 w 86"/>
                  <a:gd name="T11" fmla="*/ 4 h 82"/>
                  <a:gd name="T12" fmla="*/ 67 w 86"/>
                  <a:gd name="T13" fmla="*/ 1 h 82"/>
                  <a:gd name="T14" fmla="*/ 68 w 86"/>
                  <a:gd name="T15" fmla="*/ 6 h 82"/>
                  <a:gd name="T16" fmla="*/ 70 w 86"/>
                  <a:gd name="T17" fmla="*/ 10 h 82"/>
                  <a:gd name="T18" fmla="*/ 65 w 86"/>
                  <a:gd name="T19" fmla="*/ 6 h 82"/>
                  <a:gd name="T20" fmla="*/ 65 w 86"/>
                  <a:gd name="T21" fmla="*/ 8 h 82"/>
                  <a:gd name="T22" fmla="*/ 62 w 86"/>
                  <a:gd name="T23" fmla="*/ 6 h 82"/>
                  <a:gd name="T24" fmla="*/ 61 w 86"/>
                  <a:gd name="T25" fmla="*/ 8 h 82"/>
                  <a:gd name="T26" fmla="*/ 59 w 86"/>
                  <a:gd name="T27" fmla="*/ 9 h 82"/>
                  <a:gd name="T28" fmla="*/ 62 w 86"/>
                  <a:gd name="T29" fmla="*/ 15 h 82"/>
                  <a:gd name="T30" fmla="*/ 58 w 86"/>
                  <a:gd name="T31" fmla="*/ 10 h 82"/>
                  <a:gd name="T32" fmla="*/ 57 w 86"/>
                  <a:gd name="T33" fmla="*/ 12 h 82"/>
                  <a:gd name="T34" fmla="*/ 53 w 86"/>
                  <a:gd name="T35" fmla="*/ 17 h 82"/>
                  <a:gd name="T36" fmla="*/ 51 w 86"/>
                  <a:gd name="T37" fmla="*/ 19 h 82"/>
                  <a:gd name="T38" fmla="*/ 48 w 86"/>
                  <a:gd name="T39" fmla="*/ 22 h 82"/>
                  <a:gd name="T40" fmla="*/ 48 w 86"/>
                  <a:gd name="T41" fmla="*/ 24 h 82"/>
                  <a:gd name="T42" fmla="*/ 46 w 86"/>
                  <a:gd name="T43" fmla="*/ 24 h 82"/>
                  <a:gd name="T44" fmla="*/ 45 w 86"/>
                  <a:gd name="T45" fmla="*/ 25 h 82"/>
                  <a:gd name="T46" fmla="*/ 46 w 86"/>
                  <a:gd name="T47" fmla="*/ 27 h 82"/>
                  <a:gd name="T48" fmla="*/ 43 w 86"/>
                  <a:gd name="T49" fmla="*/ 28 h 82"/>
                  <a:gd name="T50" fmla="*/ 40 w 86"/>
                  <a:gd name="T51" fmla="*/ 30 h 82"/>
                  <a:gd name="T52" fmla="*/ 38 w 86"/>
                  <a:gd name="T53" fmla="*/ 32 h 82"/>
                  <a:gd name="T54" fmla="*/ 36 w 86"/>
                  <a:gd name="T55" fmla="*/ 34 h 82"/>
                  <a:gd name="T56" fmla="*/ 36 w 86"/>
                  <a:gd name="T57" fmla="*/ 37 h 82"/>
                  <a:gd name="T58" fmla="*/ 34 w 86"/>
                  <a:gd name="T59" fmla="*/ 36 h 82"/>
                  <a:gd name="T60" fmla="*/ 34 w 86"/>
                  <a:gd name="T61" fmla="*/ 37 h 82"/>
                  <a:gd name="T62" fmla="*/ 31 w 86"/>
                  <a:gd name="T63" fmla="*/ 41 h 82"/>
                  <a:gd name="T64" fmla="*/ 32 w 86"/>
                  <a:gd name="T65" fmla="*/ 45 h 82"/>
                  <a:gd name="T66" fmla="*/ 31 w 86"/>
                  <a:gd name="T67" fmla="*/ 48 h 82"/>
                  <a:gd name="T68" fmla="*/ 28 w 86"/>
                  <a:gd name="T69" fmla="*/ 47 h 82"/>
                  <a:gd name="T70" fmla="*/ 25 w 86"/>
                  <a:gd name="T71" fmla="*/ 53 h 82"/>
                  <a:gd name="T72" fmla="*/ 24 w 86"/>
                  <a:gd name="T73" fmla="*/ 55 h 82"/>
                  <a:gd name="T74" fmla="*/ 18 w 86"/>
                  <a:gd name="T75" fmla="*/ 59 h 82"/>
                  <a:gd name="T76" fmla="*/ 15 w 86"/>
                  <a:gd name="T77" fmla="*/ 59 h 82"/>
                  <a:gd name="T78" fmla="*/ 14 w 86"/>
                  <a:gd name="T79" fmla="*/ 60 h 82"/>
                  <a:gd name="T80" fmla="*/ 11 w 86"/>
                  <a:gd name="T81" fmla="*/ 69 h 82"/>
                  <a:gd name="T82" fmla="*/ 2 w 86"/>
                  <a:gd name="T83" fmla="*/ 75 h 82"/>
                  <a:gd name="T84" fmla="*/ 23 w 86"/>
                  <a:gd name="T85" fmla="*/ 72 h 82"/>
                  <a:gd name="T86" fmla="*/ 28 w 86"/>
                  <a:gd name="T87" fmla="*/ 68 h 82"/>
                  <a:gd name="T88" fmla="*/ 42 w 86"/>
                  <a:gd name="T89" fmla="*/ 48 h 82"/>
                  <a:gd name="T90" fmla="*/ 49 w 86"/>
                  <a:gd name="T91" fmla="*/ 45 h 82"/>
                  <a:gd name="T92" fmla="*/ 55 w 86"/>
                  <a:gd name="T93" fmla="*/ 43 h 82"/>
                  <a:gd name="T94" fmla="*/ 63 w 86"/>
                  <a:gd name="T95" fmla="*/ 35 h 82"/>
                  <a:gd name="T96" fmla="*/ 68 w 86"/>
                  <a:gd name="T97" fmla="*/ 31 h 82"/>
                  <a:gd name="T98" fmla="*/ 74 w 86"/>
                  <a:gd name="T99" fmla="*/ 23 h 82"/>
                  <a:gd name="T100" fmla="*/ 75 w 86"/>
                  <a:gd name="T101" fmla="*/ 16 h 82"/>
                  <a:gd name="T102" fmla="*/ 82 w 86"/>
                  <a:gd name="T103" fmla="*/ 14 h 82"/>
                  <a:gd name="T104" fmla="*/ 84 w 86"/>
                  <a:gd name="T105" fmla="*/ 13 h 82"/>
                  <a:gd name="T106" fmla="*/ 84 w 86"/>
                  <a:gd name="T107" fmla="*/ 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82">
                    <a:moveTo>
                      <a:pt x="84" y="7"/>
                    </a:moveTo>
                    <a:cubicBezTo>
                      <a:pt x="85" y="8"/>
                      <a:pt x="85" y="9"/>
                      <a:pt x="86" y="10"/>
                    </a:cubicBezTo>
                    <a:cubicBezTo>
                      <a:pt x="85" y="6"/>
                      <a:pt x="85" y="6"/>
                      <a:pt x="85" y="6"/>
                    </a:cubicBezTo>
                    <a:cubicBezTo>
                      <a:pt x="85" y="7"/>
                      <a:pt x="85" y="6"/>
                      <a:pt x="84" y="5"/>
                    </a:cubicBezTo>
                    <a:cubicBezTo>
                      <a:pt x="84" y="6"/>
                      <a:pt x="84" y="6"/>
                      <a:pt x="84" y="6"/>
                    </a:cubicBezTo>
                    <a:cubicBezTo>
                      <a:pt x="83" y="5"/>
                      <a:pt x="83" y="5"/>
                      <a:pt x="83" y="5"/>
                    </a:cubicBezTo>
                    <a:cubicBezTo>
                      <a:pt x="83" y="5"/>
                      <a:pt x="82" y="4"/>
                      <a:pt x="82" y="6"/>
                    </a:cubicBezTo>
                    <a:cubicBezTo>
                      <a:pt x="83" y="7"/>
                      <a:pt x="83" y="7"/>
                      <a:pt x="83" y="7"/>
                    </a:cubicBezTo>
                    <a:cubicBezTo>
                      <a:pt x="83" y="7"/>
                      <a:pt x="84" y="9"/>
                      <a:pt x="83" y="8"/>
                    </a:cubicBezTo>
                    <a:cubicBezTo>
                      <a:pt x="82" y="6"/>
                      <a:pt x="82" y="6"/>
                      <a:pt x="82" y="6"/>
                    </a:cubicBezTo>
                    <a:cubicBezTo>
                      <a:pt x="82" y="6"/>
                      <a:pt x="82" y="6"/>
                      <a:pt x="82" y="6"/>
                    </a:cubicBezTo>
                    <a:cubicBezTo>
                      <a:pt x="80" y="4"/>
                      <a:pt x="80" y="4"/>
                      <a:pt x="80" y="4"/>
                    </a:cubicBezTo>
                    <a:cubicBezTo>
                      <a:pt x="82" y="7"/>
                      <a:pt x="80" y="5"/>
                      <a:pt x="81" y="6"/>
                    </a:cubicBezTo>
                    <a:cubicBezTo>
                      <a:pt x="80" y="6"/>
                      <a:pt x="80" y="6"/>
                      <a:pt x="80" y="6"/>
                    </a:cubicBezTo>
                    <a:cubicBezTo>
                      <a:pt x="79" y="5"/>
                      <a:pt x="81" y="7"/>
                      <a:pt x="81" y="7"/>
                    </a:cubicBezTo>
                    <a:cubicBezTo>
                      <a:pt x="80" y="7"/>
                      <a:pt x="79" y="5"/>
                      <a:pt x="79" y="4"/>
                    </a:cubicBezTo>
                    <a:cubicBezTo>
                      <a:pt x="78" y="4"/>
                      <a:pt x="79" y="6"/>
                      <a:pt x="77" y="5"/>
                    </a:cubicBezTo>
                    <a:cubicBezTo>
                      <a:pt x="77" y="5"/>
                      <a:pt x="77" y="6"/>
                      <a:pt x="77" y="8"/>
                    </a:cubicBezTo>
                    <a:cubicBezTo>
                      <a:pt x="77" y="8"/>
                      <a:pt x="76" y="5"/>
                      <a:pt x="76" y="6"/>
                    </a:cubicBezTo>
                    <a:cubicBezTo>
                      <a:pt x="75" y="5"/>
                      <a:pt x="74" y="3"/>
                      <a:pt x="74" y="2"/>
                    </a:cubicBezTo>
                    <a:cubicBezTo>
                      <a:pt x="74" y="2"/>
                      <a:pt x="73" y="1"/>
                      <a:pt x="73" y="2"/>
                    </a:cubicBezTo>
                    <a:cubicBezTo>
                      <a:pt x="73" y="1"/>
                      <a:pt x="72" y="0"/>
                      <a:pt x="72" y="0"/>
                    </a:cubicBezTo>
                    <a:cubicBezTo>
                      <a:pt x="73" y="1"/>
                      <a:pt x="74" y="3"/>
                      <a:pt x="74" y="3"/>
                    </a:cubicBezTo>
                    <a:cubicBezTo>
                      <a:pt x="76" y="5"/>
                      <a:pt x="74" y="4"/>
                      <a:pt x="76" y="6"/>
                    </a:cubicBezTo>
                    <a:cubicBezTo>
                      <a:pt x="75" y="6"/>
                      <a:pt x="74" y="6"/>
                      <a:pt x="74" y="7"/>
                    </a:cubicBezTo>
                    <a:cubicBezTo>
                      <a:pt x="74" y="7"/>
                      <a:pt x="73" y="5"/>
                      <a:pt x="73" y="4"/>
                    </a:cubicBezTo>
                    <a:cubicBezTo>
                      <a:pt x="73" y="6"/>
                      <a:pt x="73" y="7"/>
                      <a:pt x="73" y="7"/>
                    </a:cubicBezTo>
                    <a:cubicBezTo>
                      <a:pt x="74" y="8"/>
                      <a:pt x="74" y="8"/>
                      <a:pt x="75" y="10"/>
                    </a:cubicBezTo>
                    <a:cubicBezTo>
                      <a:pt x="75" y="10"/>
                      <a:pt x="75" y="11"/>
                      <a:pt x="75" y="11"/>
                    </a:cubicBezTo>
                    <a:cubicBezTo>
                      <a:pt x="74" y="9"/>
                      <a:pt x="72" y="7"/>
                      <a:pt x="72" y="7"/>
                    </a:cubicBezTo>
                    <a:cubicBezTo>
                      <a:pt x="71" y="5"/>
                      <a:pt x="73" y="7"/>
                      <a:pt x="71" y="5"/>
                    </a:cubicBezTo>
                    <a:cubicBezTo>
                      <a:pt x="70" y="3"/>
                      <a:pt x="71" y="2"/>
                      <a:pt x="72" y="3"/>
                    </a:cubicBezTo>
                    <a:cubicBezTo>
                      <a:pt x="71" y="1"/>
                      <a:pt x="71" y="3"/>
                      <a:pt x="70" y="1"/>
                    </a:cubicBezTo>
                    <a:cubicBezTo>
                      <a:pt x="70" y="1"/>
                      <a:pt x="70" y="3"/>
                      <a:pt x="70" y="3"/>
                    </a:cubicBezTo>
                    <a:cubicBezTo>
                      <a:pt x="71" y="4"/>
                      <a:pt x="71" y="4"/>
                      <a:pt x="71" y="5"/>
                    </a:cubicBezTo>
                    <a:cubicBezTo>
                      <a:pt x="72" y="8"/>
                      <a:pt x="70" y="4"/>
                      <a:pt x="70" y="4"/>
                    </a:cubicBezTo>
                    <a:cubicBezTo>
                      <a:pt x="69" y="3"/>
                      <a:pt x="69" y="3"/>
                      <a:pt x="69" y="3"/>
                    </a:cubicBezTo>
                    <a:cubicBezTo>
                      <a:pt x="69" y="3"/>
                      <a:pt x="69" y="4"/>
                      <a:pt x="69" y="4"/>
                    </a:cubicBezTo>
                    <a:cubicBezTo>
                      <a:pt x="67" y="2"/>
                      <a:pt x="69" y="4"/>
                      <a:pt x="68" y="2"/>
                    </a:cubicBezTo>
                    <a:cubicBezTo>
                      <a:pt x="67" y="0"/>
                      <a:pt x="67" y="0"/>
                      <a:pt x="67" y="0"/>
                    </a:cubicBezTo>
                    <a:cubicBezTo>
                      <a:pt x="66" y="0"/>
                      <a:pt x="68" y="2"/>
                      <a:pt x="67" y="2"/>
                    </a:cubicBezTo>
                    <a:cubicBezTo>
                      <a:pt x="67" y="1"/>
                      <a:pt x="67" y="1"/>
                      <a:pt x="67" y="1"/>
                    </a:cubicBezTo>
                    <a:cubicBezTo>
                      <a:pt x="67" y="2"/>
                      <a:pt x="67" y="2"/>
                      <a:pt x="67" y="2"/>
                    </a:cubicBezTo>
                    <a:cubicBezTo>
                      <a:pt x="68" y="3"/>
                      <a:pt x="69" y="4"/>
                      <a:pt x="69" y="4"/>
                    </a:cubicBezTo>
                    <a:cubicBezTo>
                      <a:pt x="70" y="7"/>
                      <a:pt x="69" y="4"/>
                      <a:pt x="69" y="5"/>
                    </a:cubicBezTo>
                    <a:cubicBezTo>
                      <a:pt x="69" y="7"/>
                      <a:pt x="69" y="5"/>
                      <a:pt x="70" y="6"/>
                    </a:cubicBezTo>
                    <a:cubicBezTo>
                      <a:pt x="71" y="8"/>
                      <a:pt x="70" y="8"/>
                      <a:pt x="70" y="8"/>
                    </a:cubicBezTo>
                    <a:cubicBezTo>
                      <a:pt x="70" y="9"/>
                      <a:pt x="69" y="7"/>
                      <a:pt x="68" y="6"/>
                    </a:cubicBezTo>
                    <a:cubicBezTo>
                      <a:pt x="68" y="6"/>
                      <a:pt x="68" y="5"/>
                      <a:pt x="69" y="6"/>
                    </a:cubicBezTo>
                    <a:cubicBezTo>
                      <a:pt x="68" y="4"/>
                      <a:pt x="67" y="3"/>
                      <a:pt x="66" y="2"/>
                    </a:cubicBezTo>
                    <a:cubicBezTo>
                      <a:pt x="65" y="1"/>
                      <a:pt x="67" y="4"/>
                      <a:pt x="67" y="4"/>
                    </a:cubicBezTo>
                    <a:cubicBezTo>
                      <a:pt x="67" y="3"/>
                      <a:pt x="68" y="5"/>
                      <a:pt x="68" y="6"/>
                    </a:cubicBezTo>
                    <a:cubicBezTo>
                      <a:pt x="70" y="10"/>
                      <a:pt x="66" y="3"/>
                      <a:pt x="66" y="4"/>
                    </a:cubicBezTo>
                    <a:cubicBezTo>
                      <a:pt x="68" y="6"/>
                      <a:pt x="67" y="8"/>
                      <a:pt x="70" y="10"/>
                    </a:cubicBezTo>
                    <a:cubicBezTo>
                      <a:pt x="70" y="11"/>
                      <a:pt x="70" y="12"/>
                      <a:pt x="70" y="12"/>
                    </a:cubicBezTo>
                    <a:cubicBezTo>
                      <a:pt x="69" y="10"/>
                      <a:pt x="69" y="10"/>
                      <a:pt x="68" y="8"/>
                    </a:cubicBezTo>
                    <a:cubicBezTo>
                      <a:pt x="68" y="9"/>
                      <a:pt x="68" y="9"/>
                      <a:pt x="68" y="9"/>
                    </a:cubicBezTo>
                    <a:cubicBezTo>
                      <a:pt x="66" y="6"/>
                      <a:pt x="66" y="6"/>
                      <a:pt x="66" y="6"/>
                    </a:cubicBezTo>
                    <a:cubicBezTo>
                      <a:pt x="64" y="3"/>
                      <a:pt x="64" y="3"/>
                      <a:pt x="64" y="3"/>
                    </a:cubicBezTo>
                    <a:cubicBezTo>
                      <a:pt x="64" y="4"/>
                      <a:pt x="65" y="5"/>
                      <a:pt x="65" y="6"/>
                    </a:cubicBezTo>
                    <a:cubicBezTo>
                      <a:pt x="64" y="5"/>
                      <a:pt x="64" y="4"/>
                      <a:pt x="64" y="4"/>
                    </a:cubicBezTo>
                    <a:cubicBezTo>
                      <a:pt x="64" y="5"/>
                      <a:pt x="65" y="7"/>
                      <a:pt x="65" y="7"/>
                    </a:cubicBezTo>
                    <a:cubicBezTo>
                      <a:pt x="65" y="7"/>
                      <a:pt x="64" y="6"/>
                      <a:pt x="63" y="5"/>
                    </a:cubicBezTo>
                    <a:cubicBezTo>
                      <a:pt x="63" y="4"/>
                      <a:pt x="63" y="4"/>
                      <a:pt x="63" y="4"/>
                    </a:cubicBezTo>
                    <a:cubicBezTo>
                      <a:pt x="63" y="5"/>
                      <a:pt x="62" y="3"/>
                      <a:pt x="62" y="4"/>
                    </a:cubicBezTo>
                    <a:cubicBezTo>
                      <a:pt x="63" y="5"/>
                      <a:pt x="64" y="6"/>
                      <a:pt x="65" y="8"/>
                    </a:cubicBezTo>
                    <a:cubicBezTo>
                      <a:pt x="65" y="8"/>
                      <a:pt x="64" y="7"/>
                      <a:pt x="64" y="7"/>
                    </a:cubicBezTo>
                    <a:cubicBezTo>
                      <a:pt x="63" y="6"/>
                      <a:pt x="63" y="6"/>
                      <a:pt x="63" y="6"/>
                    </a:cubicBezTo>
                    <a:cubicBezTo>
                      <a:pt x="63" y="7"/>
                      <a:pt x="62" y="4"/>
                      <a:pt x="62" y="5"/>
                    </a:cubicBezTo>
                    <a:cubicBezTo>
                      <a:pt x="62" y="6"/>
                      <a:pt x="62" y="6"/>
                      <a:pt x="62" y="6"/>
                    </a:cubicBezTo>
                    <a:cubicBezTo>
                      <a:pt x="62" y="6"/>
                      <a:pt x="62" y="5"/>
                      <a:pt x="61" y="5"/>
                    </a:cubicBezTo>
                    <a:cubicBezTo>
                      <a:pt x="62" y="6"/>
                      <a:pt x="62" y="6"/>
                      <a:pt x="62" y="6"/>
                    </a:cubicBezTo>
                    <a:cubicBezTo>
                      <a:pt x="61" y="5"/>
                      <a:pt x="61" y="5"/>
                      <a:pt x="61" y="5"/>
                    </a:cubicBezTo>
                    <a:cubicBezTo>
                      <a:pt x="62" y="6"/>
                      <a:pt x="63" y="8"/>
                      <a:pt x="61" y="6"/>
                    </a:cubicBezTo>
                    <a:cubicBezTo>
                      <a:pt x="63" y="8"/>
                      <a:pt x="61" y="6"/>
                      <a:pt x="62" y="7"/>
                    </a:cubicBezTo>
                    <a:cubicBezTo>
                      <a:pt x="64" y="9"/>
                      <a:pt x="63" y="9"/>
                      <a:pt x="63" y="9"/>
                    </a:cubicBezTo>
                    <a:cubicBezTo>
                      <a:pt x="62" y="7"/>
                      <a:pt x="63" y="9"/>
                      <a:pt x="63" y="9"/>
                    </a:cubicBezTo>
                    <a:cubicBezTo>
                      <a:pt x="61" y="8"/>
                      <a:pt x="61" y="8"/>
                      <a:pt x="61" y="8"/>
                    </a:cubicBezTo>
                    <a:cubicBezTo>
                      <a:pt x="62" y="9"/>
                      <a:pt x="62" y="9"/>
                      <a:pt x="62" y="9"/>
                    </a:cubicBezTo>
                    <a:cubicBezTo>
                      <a:pt x="60" y="6"/>
                      <a:pt x="62" y="10"/>
                      <a:pt x="61" y="10"/>
                    </a:cubicBezTo>
                    <a:cubicBezTo>
                      <a:pt x="61" y="9"/>
                      <a:pt x="60" y="7"/>
                      <a:pt x="60" y="7"/>
                    </a:cubicBezTo>
                    <a:cubicBezTo>
                      <a:pt x="61" y="9"/>
                      <a:pt x="61" y="10"/>
                      <a:pt x="62" y="11"/>
                    </a:cubicBezTo>
                    <a:cubicBezTo>
                      <a:pt x="61" y="11"/>
                      <a:pt x="60" y="9"/>
                      <a:pt x="59" y="7"/>
                    </a:cubicBezTo>
                    <a:cubicBezTo>
                      <a:pt x="60" y="9"/>
                      <a:pt x="58" y="7"/>
                      <a:pt x="59" y="9"/>
                    </a:cubicBezTo>
                    <a:cubicBezTo>
                      <a:pt x="60" y="9"/>
                      <a:pt x="60" y="10"/>
                      <a:pt x="61" y="11"/>
                    </a:cubicBezTo>
                    <a:cubicBezTo>
                      <a:pt x="61" y="11"/>
                      <a:pt x="60" y="10"/>
                      <a:pt x="60" y="10"/>
                    </a:cubicBezTo>
                    <a:cubicBezTo>
                      <a:pt x="60" y="10"/>
                      <a:pt x="61" y="12"/>
                      <a:pt x="61" y="12"/>
                    </a:cubicBezTo>
                    <a:cubicBezTo>
                      <a:pt x="61" y="12"/>
                      <a:pt x="62" y="14"/>
                      <a:pt x="61" y="13"/>
                    </a:cubicBezTo>
                    <a:cubicBezTo>
                      <a:pt x="60" y="12"/>
                      <a:pt x="61" y="12"/>
                      <a:pt x="60" y="11"/>
                    </a:cubicBezTo>
                    <a:cubicBezTo>
                      <a:pt x="60" y="11"/>
                      <a:pt x="62" y="15"/>
                      <a:pt x="62" y="15"/>
                    </a:cubicBezTo>
                    <a:cubicBezTo>
                      <a:pt x="63" y="16"/>
                      <a:pt x="65" y="18"/>
                      <a:pt x="65" y="19"/>
                    </a:cubicBezTo>
                    <a:cubicBezTo>
                      <a:pt x="64" y="19"/>
                      <a:pt x="65" y="18"/>
                      <a:pt x="63" y="17"/>
                    </a:cubicBezTo>
                    <a:cubicBezTo>
                      <a:pt x="63" y="17"/>
                      <a:pt x="63" y="17"/>
                      <a:pt x="63" y="17"/>
                    </a:cubicBezTo>
                    <a:cubicBezTo>
                      <a:pt x="61" y="15"/>
                      <a:pt x="61" y="13"/>
                      <a:pt x="59" y="11"/>
                    </a:cubicBezTo>
                    <a:cubicBezTo>
                      <a:pt x="60" y="12"/>
                      <a:pt x="60" y="12"/>
                      <a:pt x="60" y="12"/>
                    </a:cubicBezTo>
                    <a:cubicBezTo>
                      <a:pt x="59" y="12"/>
                      <a:pt x="58" y="10"/>
                      <a:pt x="58" y="10"/>
                    </a:cubicBezTo>
                    <a:cubicBezTo>
                      <a:pt x="59" y="12"/>
                      <a:pt x="57" y="11"/>
                      <a:pt x="58" y="11"/>
                    </a:cubicBezTo>
                    <a:cubicBezTo>
                      <a:pt x="59" y="12"/>
                      <a:pt x="58" y="11"/>
                      <a:pt x="58" y="12"/>
                    </a:cubicBezTo>
                    <a:cubicBezTo>
                      <a:pt x="58" y="12"/>
                      <a:pt x="60" y="14"/>
                      <a:pt x="59" y="14"/>
                    </a:cubicBezTo>
                    <a:cubicBezTo>
                      <a:pt x="57" y="11"/>
                      <a:pt x="57" y="11"/>
                      <a:pt x="57" y="11"/>
                    </a:cubicBezTo>
                    <a:cubicBezTo>
                      <a:pt x="56" y="11"/>
                      <a:pt x="58" y="13"/>
                      <a:pt x="57" y="12"/>
                    </a:cubicBezTo>
                    <a:cubicBezTo>
                      <a:pt x="57" y="12"/>
                      <a:pt x="57" y="12"/>
                      <a:pt x="57" y="12"/>
                    </a:cubicBezTo>
                    <a:cubicBezTo>
                      <a:pt x="56" y="12"/>
                      <a:pt x="55" y="13"/>
                      <a:pt x="57" y="17"/>
                    </a:cubicBezTo>
                    <a:cubicBezTo>
                      <a:pt x="56" y="16"/>
                      <a:pt x="55" y="16"/>
                      <a:pt x="54" y="15"/>
                    </a:cubicBezTo>
                    <a:cubicBezTo>
                      <a:pt x="55" y="16"/>
                      <a:pt x="55" y="17"/>
                      <a:pt x="55" y="17"/>
                    </a:cubicBezTo>
                    <a:cubicBezTo>
                      <a:pt x="54" y="16"/>
                      <a:pt x="54" y="16"/>
                      <a:pt x="54" y="16"/>
                    </a:cubicBezTo>
                    <a:cubicBezTo>
                      <a:pt x="53" y="15"/>
                      <a:pt x="54" y="17"/>
                      <a:pt x="54" y="18"/>
                    </a:cubicBezTo>
                    <a:cubicBezTo>
                      <a:pt x="53" y="17"/>
                      <a:pt x="53" y="17"/>
                      <a:pt x="53" y="17"/>
                    </a:cubicBezTo>
                    <a:cubicBezTo>
                      <a:pt x="52" y="16"/>
                      <a:pt x="54" y="18"/>
                      <a:pt x="54" y="18"/>
                    </a:cubicBezTo>
                    <a:cubicBezTo>
                      <a:pt x="53" y="17"/>
                      <a:pt x="53" y="17"/>
                      <a:pt x="53" y="17"/>
                    </a:cubicBezTo>
                    <a:cubicBezTo>
                      <a:pt x="54" y="18"/>
                      <a:pt x="54" y="18"/>
                      <a:pt x="54" y="18"/>
                    </a:cubicBezTo>
                    <a:cubicBezTo>
                      <a:pt x="54" y="19"/>
                      <a:pt x="53" y="19"/>
                      <a:pt x="52" y="17"/>
                    </a:cubicBezTo>
                    <a:cubicBezTo>
                      <a:pt x="53" y="18"/>
                      <a:pt x="53" y="18"/>
                      <a:pt x="53" y="18"/>
                    </a:cubicBezTo>
                    <a:cubicBezTo>
                      <a:pt x="52" y="18"/>
                      <a:pt x="51" y="18"/>
                      <a:pt x="51" y="19"/>
                    </a:cubicBezTo>
                    <a:cubicBezTo>
                      <a:pt x="52" y="19"/>
                      <a:pt x="52" y="20"/>
                      <a:pt x="53" y="21"/>
                    </a:cubicBezTo>
                    <a:cubicBezTo>
                      <a:pt x="55" y="22"/>
                      <a:pt x="53" y="20"/>
                      <a:pt x="54" y="22"/>
                    </a:cubicBezTo>
                    <a:cubicBezTo>
                      <a:pt x="53" y="21"/>
                      <a:pt x="52" y="20"/>
                      <a:pt x="52" y="20"/>
                    </a:cubicBezTo>
                    <a:cubicBezTo>
                      <a:pt x="49" y="18"/>
                      <a:pt x="50" y="21"/>
                      <a:pt x="50" y="20"/>
                    </a:cubicBezTo>
                    <a:cubicBezTo>
                      <a:pt x="50" y="21"/>
                      <a:pt x="50" y="21"/>
                      <a:pt x="50" y="21"/>
                    </a:cubicBezTo>
                    <a:cubicBezTo>
                      <a:pt x="48" y="20"/>
                      <a:pt x="50" y="22"/>
                      <a:pt x="48" y="22"/>
                    </a:cubicBezTo>
                    <a:cubicBezTo>
                      <a:pt x="49" y="22"/>
                      <a:pt x="51" y="25"/>
                      <a:pt x="51" y="25"/>
                    </a:cubicBezTo>
                    <a:cubicBezTo>
                      <a:pt x="52" y="26"/>
                      <a:pt x="49" y="23"/>
                      <a:pt x="48" y="22"/>
                    </a:cubicBezTo>
                    <a:cubicBezTo>
                      <a:pt x="48" y="23"/>
                      <a:pt x="48" y="23"/>
                      <a:pt x="48" y="23"/>
                    </a:cubicBezTo>
                    <a:cubicBezTo>
                      <a:pt x="48" y="23"/>
                      <a:pt x="48" y="23"/>
                      <a:pt x="48" y="23"/>
                    </a:cubicBezTo>
                    <a:cubicBezTo>
                      <a:pt x="48" y="24"/>
                      <a:pt x="49" y="25"/>
                      <a:pt x="48" y="24"/>
                    </a:cubicBezTo>
                    <a:cubicBezTo>
                      <a:pt x="48" y="24"/>
                      <a:pt x="48" y="24"/>
                      <a:pt x="48" y="24"/>
                    </a:cubicBezTo>
                    <a:cubicBezTo>
                      <a:pt x="48" y="24"/>
                      <a:pt x="47" y="23"/>
                      <a:pt x="47" y="23"/>
                    </a:cubicBezTo>
                    <a:cubicBezTo>
                      <a:pt x="48" y="25"/>
                      <a:pt x="47" y="24"/>
                      <a:pt x="48" y="25"/>
                    </a:cubicBezTo>
                    <a:cubicBezTo>
                      <a:pt x="47" y="25"/>
                      <a:pt x="47" y="25"/>
                      <a:pt x="47" y="25"/>
                    </a:cubicBezTo>
                    <a:cubicBezTo>
                      <a:pt x="48" y="26"/>
                      <a:pt x="48" y="26"/>
                      <a:pt x="48" y="26"/>
                    </a:cubicBezTo>
                    <a:cubicBezTo>
                      <a:pt x="47" y="26"/>
                      <a:pt x="47" y="26"/>
                      <a:pt x="47" y="26"/>
                    </a:cubicBezTo>
                    <a:cubicBezTo>
                      <a:pt x="46" y="24"/>
                      <a:pt x="46" y="24"/>
                      <a:pt x="46" y="24"/>
                    </a:cubicBezTo>
                    <a:cubicBezTo>
                      <a:pt x="45" y="24"/>
                      <a:pt x="47" y="25"/>
                      <a:pt x="47" y="26"/>
                    </a:cubicBezTo>
                    <a:cubicBezTo>
                      <a:pt x="48" y="27"/>
                      <a:pt x="47" y="26"/>
                      <a:pt x="46" y="26"/>
                    </a:cubicBezTo>
                    <a:cubicBezTo>
                      <a:pt x="46" y="25"/>
                      <a:pt x="47" y="26"/>
                      <a:pt x="47" y="25"/>
                    </a:cubicBezTo>
                    <a:cubicBezTo>
                      <a:pt x="46" y="24"/>
                      <a:pt x="46" y="25"/>
                      <a:pt x="46" y="25"/>
                    </a:cubicBezTo>
                    <a:cubicBezTo>
                      <a:pt x="46" y="25"/>
                      <a:pt x="47" y="26"/>
                      <a:pt x="46" y="26"/>
                    </a:cubicBezTo>
                    <a:cubicBezTo>
                      <a:pt x="46" y="26"/>
                      <a:pt x="46" y="26"/>
                      <a:pt x="45" y="25"/>
                    </a:cubicBezTo>
                    <a:cubicBezTo>
                      <a:pt x="46" y="26"/>
                      <a:pt x="45" y="26"/>
                      <a:pt x="46" y="27"/>
                    </a:cubicBezTo>
                    <a:cubicBezTo>
                      <a:pt x="46" y="27"/>
                      <a:pt x="47" y="27"/>
                      <a:pt x="47" y="28"/>
                    </a:cubicBezTo>
                    <a:cubicBezTo>
                      <a:pt x="47" y="28"/>
                      <a:pt x="47" y="28"/>
                      <a:pt x="47" y="28"/>
                    </a:cubicBezTo>
                    <a:cubicBezTo>
                      <a:pt x="47" y="27"/>
                      <a:pt x="47" y="27"/>
                      <a:pt x="47" y="27"/>
                    </a:cubicBezTo>
                    <a:cubicBezTo>
                      <a:pt x="47" y="28"/>
                      <a:pt x="46" y="28"/>
                      <a:pt x="47" y="29"/>
                    </a:cubicBezTo>
                    <a:cubicBezTo>
                      <a:pt x="46" y="27"/>
                      <a:pt x="46" y="27"/>
                      <a:pt x="46" y="27"/>
                    </a:cubicBezTo>
                    <a:cubicBezTo>
                      <a:pt x="47" y="28"/>
                      <a:pt x="46" y="28"/>
                      <a:pt x="46" y="29"/>
                    </a:cubicBezTo>
                    <a:cubicBezTo>
                      <a:pt x="45" y="27"/>
                      <a:pt x="44" y="26"/>
                      <a:pt x="44" y="26"/>
                    </a:cubicBezTo>
                    <a:cubicBezTo>
                      <a:pt x="44" y="27"/>
                      <a:pt x="44" y="27"/>
                      <a:pt x="44" y="27"/>
                    </a:cubicBezTo>
                    <a:cubicBezTo>
                      <a:pt x="44" y="28"/>
                      <a:pt x="44" y="27"/>
                      <a:pt x="43" y="27"/>
                    </a:cubicBezTo>
                    <a:cubicBezTo>
                      <a:pt x="42" y="26"/>
                      <a:pt x="46" y="31"/>
                      <a:pt x="45" y="30"/>
                    </a:cubicBezTo>
                    <a:cubicBezTo>
                      <a:pt x="44" y="28"/>
                      <a:pt x="43" y="28"/>
                      <a:pt x="43" y="28"/>
                    </a:cubicBezTo>
                    <a:cubicBezTo>
                      <a:pt x="43" y="29"/>
                      <a:pt x="43" y="29"/>
                      <a:pt x="43" y="29"/>
                    </a:cubicBezTo>
                    <a:cubicBezTo>
                      <a:pt x="44" y="29"/>
                      <a:pt x="42" y="28"/>
                      <a:pt x="44" y="28"/>
                    </a:cubicBezTo>
                    <a:cubicBezTo>
                      <a:pt x="44" y="29"/>
                      <a:pt x="44" y="29"/>
                      <a:pt x="44" y="30"/>
                    </a:cubicBezTo>
                    <a:cubicBezTo>
                      <a:pt x="41" y="27"/>
                      <a:pt x="42" y="30"/>
                      <a:pt x="40" y="29"/>
                    </a:cubicBezTo>
                    <a:cubicBezTo>
                      <a:pt x="42" y="30"/>
                      <a:pt x="41" y="29"/>
                      <a:pt x="41" y="30"/>
                    </a:cubicBezTo>
                    <a:cubicBezTo>
                      <a:pt x="39" y="28"/>
                      <a:pt x="41" y="31"/>
                      <a:pt x="40" y="30"/>
                    </a:cubicBezTo>
                    <a:cubicBezTo>
                      <a:pt x="42" y="32"/>
                      <a:pt x="42" y="32"/>
                      <a:pt x="42" y="32"/>
                    </a:cubicBezTo>
                    <a:cubicBezTo>
                      <a:pt x="40" y="31"/>
                      <a:pt x="44" y="35"/>
                      <a:pt x="41" y="33"/>
                    </a:cubicBezTo>
                    <a:cubicBezTo>
                      <a:pt x="40" y="31"/>
                      <a:pt x="40" y="31"/>
                      <a:pt x="40" y="31"/>
                    </a:cubicBezTo>
                    <a:cubicBezTo>
                      <a:pt x="38" y="29"/>
                      <a:pt x="41" y="33"/>
                      <a:pt x="39" y="31"/>
                    </a:cubicBezTo>
                    <a:cubicBezTo>
                      <a:pt x="39" y="32"/>
                      <a:pt x="40" y="33"/>
                      <a:pt x="41" y="34"/>
                    </a:cubicBezTo>
                    <a:cubicBezTo>
                      <a:pt x="40" y="33"/>
                      <a:pt x="39" y="33"/>
                      <a:pt x="38" y="32"/>
                    </a:cubicBezTo>
                    <a:cubicBezTo>
                      <a:pt x="39" y="33"/>
                      <a:pt x="39" y="33"/>
                      <a:pt x="38" y="33"/>
                    </a:cubicBezTo>
                    <a:cubicBezTo>
                      <a:pt x="38" y="32"/>
                      <a:pt x="38" y="32"/>
                      <a:pt x="38" y="32"/>
                    </a:cubicBezTo>
                    <a:cubicBezTo>
                      <a:pt x="37" y="32"/>
                      <a:pt x="38" y="33"/>
                      <a:pt x="38" y="33"/>
                    </a:cubicBezTo>
                    <a:cubicBezTo>
                      <a:pt x="37" y="32"/>
                      <a:pt x="37" y="33"/>
                      <a:pt x="36" y="33"/>
                    </a:cubicBezTo>
                    <a:cubicBezTo>
                      <a:pt x="37" y="35"/>
                      <a:pt x="35" y="32"/>
                      <a:pt x="37" y="35"/>
                    </a:cubicBezTo>
                    <a:cubicBezTo>
                      <a:pt x="36" y="34"/>
                      <a:pt x="36" y="34"/>
                      <a:pt x="36" y="34"/>
                    </a:cubicBezTo>
                    <a:cubicBezTo>
                      <a:pt x="37" y="35"/>
                      <a:pt x="38" y="36"/>
                      <a:pt x="38" y="37"/>
                    </a:cubicBezTo>
                    <a:cubicBezTo>
                      <a:pt x="36" y="35"/>
                      <a:pt x="36" y="35"/>
                      <a:pt x="36" y="35"/>
                    </a:cubicBezTo>
                    <a:cubicBezTo>
                      <a:pt x="35" y="33"/>
                      <a:pt x="36" y="35"/>
                      <a:pt x="35" y="34"/>
                    </a:cubicBezTo>
                    <a:cubicBezTo>
                      <a:pt x="36" y="35"/>
                      <a:pt x="35" y="34"/>
                      <a:pt x="36" y="35"/>
                    </a:cubicBezTo>
                    <a:cubicBezTo>
                      <a:pt x="36" y="36"/>
                      <a:pt x="36" y="36"/>
                      <a:pt x="36" y="36"/>
                    </a:cubicBezTo>
                    <a:cubicBezTo>
                      <a:pt x="36" y="37"/>
                      <a:pt x="36" y="37"/>
                      <a:pt x="36" y="37"/>
                    </a:cubicBezTo>
                    <a:cubicBezTo>
                      <a:pt x="36" y="38"/>
                      <a:pt x="35" y="36"/>
                      <a:pt x="35" y="36"/>
                    </a:cubicBezTo>
                    <a:cubicBezTo>
                      <a:pt x="34" y="35"/>
                      <a:pt x="34" y="36"/>
                      <a:pt x="35" y="36"/>
                    </a:cubicBezTo>
                    <a:cubicBezTo>
                      <a:pt x="35" y="36"/>
                      <a:pt x="35" y="36"/>
                      <a:pt x="35" y="37"/>
                    </a:cubicBezTo>
                    <a:cubicBezTo>
                      <a:pt x="35" y="36"/>
                      <a:pt x="35" y="36"/>
                      <a:pt x="35" y="36"/>
                    </a:cubicBezTo>
                    <a:cubicBezTo>
                      <a:pt x="35" y="36"/>
                      <a:pt x="35" y="36"/>
                      <a:pt x="35" y="37"/>
                    </a:cubicBezTo>
                    <a:cubicBezTo>
                      <a:pt x="35" y="36"/>
                      <a:pt x="35" y="36"/>
                      <a:pt x="34" y="36"/>
                    </a:cubicBezTo>
                    <a:cubicBezTo>
                      <a:pt x="34" y="36"/>
                      <a:pt x="34" y="36"/>
                      <a:pt x="35" y="36"/>
                    </a:cubicBezTo>
                    <a:cubicBezTo>
                      <a:pt x="34" y="36"/>
                      <a:pt x="34" y="36"/>
                      <a:pt x="34" y="36"/>
                    </a:cubicBezTo>
                    <a:cubicBezTo>
                      <a:pt x="34" y="36"/>
                      <a:pt x="34" y="36"/>
                      <a:pt x="34" y="36"/>
                    </a:cubicBezTo>
                    <a:cubicBezTo>
                      <a:pt x="34" y="36"/>
                      <a:pt x="34" y="36"/>
                      <a:pt x="34" y="36"/>
                    </a:cubicBezTo>
                    <a:cubicBezTo>
                      <a:pt x="33" y="35"/>
                      <a:pt x="33" y="35"/>
                      <a:pt x="33" y="35"/>
                    </a:cubicBezTo>
                    <a:cubicBezTo>
                      <a:pt x="33" y="35"/>
                      <a:pt x="33" y="36"/>
                      <a:pt x="34" y="37"/>
                    </a:cubicBezTo>
                    <a:cubicBezTo>
                      <a:pt x="32" y="36"/>
                      <a:pt x="33" y="38"/>
                      <a:pt x="33" y="39"/>
                    </a:cubicBezTo>
                    <a:cubicBezTo>
                      <a:pt x="33" y="39"/>
                      <a:pt x="32" y="38"/>
                      <a:pt x="33" y="38"/>
                    </a:cubicBezTo>
                    <a:cubicBezTo>
                      <a:pt x="33" y="39"/>
                      <a:pt x="33" y="40"/>
                      <a:pt x="33" y="39"/>
                    </a:cubicBezTo>
                    <a:cubicBezTo>
                      <a:pt x="33" y="40"/>
                      <a:pt x="32" y="38"/>
                      <a:pt x="32" y="38"/>
                    </a:cubicBezTo>
                    <a:cubicBezTo>
                      <a:pt x="31" y="38"/>
                      <a:pt x="33" y="40"/>
                      <a:pt x="32" y="40"/>
                    </a:cubicBezTo>
                    <a:cubicBezTo>
                      <a:pt x="30" y="38"/>
                      <a:pt x="33" y="42"/>
                      <a:pt x="31" y="41"/>
                    </a:cubicBezTo>
                    <a:cubicBezTo>
                      <a:pt x="31" y="41"/>
                      <a:pt x="31" y="40"/>
                      <a:pt x="30" y="39"/>
                    </a:cubicBezTo>
                    <a:cubicBezTo>
                      <a:pt x="30" y="40"/>
                      <a:pt x="30" y="41"/>
                      <a:pt x="31" y="43"/>
                    </a:cubicBezTo>
                    <a:cubicBezTo>
                      <a:pt x="30" y="41"/>
                      <a:pt x="30" y="41"/>
                      <a:pt x="30" y="41"/>
                    </a:cubicBezTo>
                    <a:cubicBezTo>
                      <a:pt x="30" y="41"/>
                      <a:pt x="30" y="42"/>
                      <a:pt x="31" y="43"/>
                    </a:cubicBezTo>
                    <a:cubicBezTo>
                      <a:pt x="32" y="44"/>
                      <a:pt x="32" y="45"/>
                      <a:pt x="32" y="45"/>
                    </a:cubicBezTo>
                    <a:cubicBezTo>
                      <a:pt x="32" y="45"/>
                      <a:pt x="32" y="45"/>
                      <a:pt x="32" y="45"/>
                    </a:cubicBezTo>
                    <a:cubicBezTo>
                      <a:pt x="32" y="46"/>
                      <a:pt x="32" y="46"/>
                      <a:pt x="32" y="46"/>
                    </a:cubicBezTo>
                    <a:cubicBezTo>
                      <a:pt x="31" y="45"/>
                      <a:pt x="31" y="45"/>
                      <a:pt x="31" y="45"/>
                    </a:cubicBezTo>
                    <a:cubicBezTo>
                      <a:pt x="29" y="43"/>
                      <a:pt x="29" y="44"/>
                      <a:pt x="29" y="44"/>
                    </a:cubicBezTo>
                    <a:cubicBezTo>
                      <a:pt x="30" y="45"/>
                      <a:pt x="30" y="45"/>
                      <a:pt x="30" y="45"/>
                    </a:cubicBezTo>
                    <a:cubicBezTo>
                      <a:pt x="30" y="46"/>
                      <a:pt x="29" y="44"/>
                      <a:pt x="29" y="44"/>
                    </a:cubicBezTo>
                    <a:cubicBezTo>
                      <a:pt x="31" y="48"/>
                      <a:pt x="31" y="48"/>
                      <a:pt x="31" y="48"/>
                    </a:cubicBezTo>
                    <a:cubicBezTo>
                      <a:pt x="31" y="48"/>
                      <a:pt x="30" y="47"/>
                      <a:pt x="29" y="46"/>
                    </a:cubicBezTo>
                    <a:cubicBezTo>
                      <a:pt x="29" y="46"/>
                      <a:pt x="31" y="49"/>
                      <a:pt x="31" y="50"/>
                    </a:cubicBezTo>
                    <a:cubicBezTo>
                      <a:pt x="31" y="50"/>
                      <a:pt x="31" y="51"/>
                      <a:pt x="31" y="51"/>
                    </a:cubicBezTo>
                    <a:cubicBezTo>
                      <a:pt x="30" y="50"/>
                      <a:pt x="31" y="51"/>
                      <a:pt x="31" y="51"/>
                    </a:cubicBezTo>
                    <a:cubicBezTo>
                      <a:pt x="30" y="50"/>
                      <a:pt x="30" y="50"/>
                      <a:pt x="30" y="50"/>
                    </a:cubicBezTo>
                    <a:cubicBezTo>
                      <a:pt x="30" y="49"/>
                      <a:pt x="28" y="48"/>
                      <a:pt x="28" y="47"/>
                    </a:cubicBezTo>
                    <a:cubicBezTo>
                      <a:pt x="28" y="48"/>
                      <a:pt x="27" y="47"/>
                      <a:pt x="26" y="47"/>
                    </a:cubicBezTo>
                    <a:cubicBezTo>
                      <a:pt x="28" y="49"/>
                      <a:pt x="27" y="49"/>
                      <a:pt x="28" y="51"/>
                    </a:cubicBezTo>
                    <a:cubicBezTo>
                      <a:pt x="28" y="51"/>
                      <a:pt x="27" y="49"/>
                      <a:pt x="26" y="49"/>
                    </a:cubicBezTo>
                    <a:cubicBezTo>
                      <a:pt x="27" y="50"/>
                      <a:pt x="26" y="50"/>
                      <a:pt x="25" y="50"/>
                    </a:cubicBezTo>
                    <a:cubicBezTo>
                      <a:pt x="25" y="50"/>
                      <a:pt x="25" y="50"/>
                      <a:pt x="25" y="50"/>
                    </a:cubicBezTo>
                    <a:cubicBezTo>
                      <a:pt x="25" y="51"/>
                      <a:pt x="24" y="51"/>
                      <a:pt x="25" y="53"/>
                    </a:cubicBezTo>
                    <a:cubicBezTo>
                      <a:pt x="25" y="52"/>
                      <a:pt x="25" y="52"/>
                      <a:pt x="25" y="52"/>
                    </a:cubicBezTo>
                    <a:cubicBezTo>
                      <a:pt x="24" y="51"/>
                      <a:pt x="27" y="54"/>
                      <a:pt x="25" y="53"/>
                    </a:cubicBezTo>
                    <a:cubicBezTo>
                      <a:pt x="25" y="52"/>
                      <a:pt x="25" y="52"/>
                      <a:pt x="25" y="52"/>
                    </a:cubicBezTo>
                    <a:cubicBezTo>
                      <a:pt x="25" y="53"/>
                      <a:pt x="23" y="52"/>
                      <a:pt x="24" y="54"/>
                    </a:cubicBezTo>
                    <a:cubicBezTo>
                      <a:pt x="24" y="53"/>
                      <a:pt x="24" y="53"/>
                      <a:pt x="24" y="53"/>
                    </a:cubicBezTo>
                    <a:cubicBezTo>
                      <a:pt x="24" y="53"/>
                      <a:pt x="23" y="53"/>
                      <a:pt x="24" y="55"/>
                    </a:cubicBezTo>
                    <a:cubicBezTo>
                      <a:pt x="23" y="53"/>
                      <a:pt x="23" y="53"/>
                      <a:pt x="23" y="53"/>
                    </a:cubicBezTo>
                    <a:cubicBezTo>
                      <a:pt x="22" y="52"/>
                      <a:pt x="24" y="55"/>
                      <a:pt x="23" y="55"/>
                    </a:cubicBezTo>
                    <a:cubicBezTo>
                      <a:pt x="23" y="55"/>
                      <a:pt x="22" y="54"/>
                      <a:pt x="22" y="54"/>
                    </a:cubicBezTo>
                    <a:cubicBezTo>
                      <a:pt x="23" y="55"/>
                      <a:pt x="22" y="55"/>
                      <a:pt x="23" y="55"/>
                    </a:cubicBezTo>
                    <a:cubicBezTo>
                      <a:pt x="21" y="54"/>
                      <a:pt x="21" y="54"/>
                      <a:pt x="21" y="54"/>
                    </a:cubicBezTo>
                    <a:cubicBezTo>
                      <a:pt x="20" y="55"/>
                      <a:pt x="18" y="56"/>
                      <a:pt x="18" y="59"/>
                    </a:cubicBezTo>
                    <a:cubicBezTo>
                      <a:pt x="16" y="57"/>
                      <a:pt x="17" y="57"/>
                      <a:pt x="16" y="56"/>
                    </a:cubicBezTo>
                    <a:cubicBezTo>
                      <a:pt x="18" y="58"/>
                      <a:pt x="16" y="57"/>
                      <a:pt x="16" y="58"/>
                    </a:cubicBezTo>
                    <a:cubicBezTo>
                      <a:pt x="16" y="57"/>
                      <a:pt x="16" y="57"/>
                      <a:pt x="16" y="57"/>
                    </a:cubicBezTo>
                    <a:cubicBezTo>
                      <a:pt x="16" y="58"/>
                      <a:pt x="15" y="57"/>
                      <a:pt x="16" y="58"/>
                    </a:cubicBezTo>
                    <a:cubicBezTo>
                      <a:pt x="16" y="58"/>
                      <a:pt x="16" y="58"/>
                      <a:pt x="16" y="58"/>
                    </a:cubicBezTo>
                    <a:cubicBezTo>
                      <a:pt x="17" y="59"/>
                      <a:pt x="14" y="56"/>
                      <a:pt x="15" y="59"/>
                    </a:cubicBezTo>
                    <a:cubicBezTo>
                      <a:pt x="14" y="57"/>
                      <a:pt x="14" y="57"/>
                      <a:pt x="14" y="57"/>
                    </a:cubicBezTo>
                    <a:cubicBezTo>
                      <a:pt x="16" y="60"/>
                      <a:pt x="13" y="57"/>
                      <a:pt x="15" y="59"/>
                    </a:cubicBezTo>
                    <a:cubicBezTo>
                      <a:pt x="14" y="59"/>
                      <a:pt x="14" y="59"/>
                      <a:pt x="14" y="59"/>
                    </a:cubicBezTo>
                    <a:cubicBezTo>
                      <a:pt x="13" y="58"/>
                      <a:pt x="15" y="61"/>
                      <a:pt x="14" y="60"/>
                    </a:cubicBezTo>
                    <a:cubicBezTo>
                      <a:pt x="14" y="60"/>
                      <a:pt x="14" y="61"/>
                      <a:pt x="15" y="63"/>
                    </a:cubicBezTo>
                    <a:cubicBezTo>
                      <a:pt x="14" y="60"/>
                      <a:pt x="14" y="60"/>
                      <a:pt x="14" y="60"/>
                    </a:cubicBezTo>
                    <a:cubicBezTo>
                      <a:pt x="13" y="62"/>
                      <a:pt x="12" y="63"/>
                      <a:pt x="13" y="65"/>
                    </a:cubicBezTo>
                    <a:cubicBezTo>
                      <a:pt x="12" y="65"/>
                      <a:pt x="12" y="65"/>
                      <a:pt x="12" y="65"/>
                    </a:cubicBezTo>
                    <a:cubicBezTo>
                      <a:pt x="13" y="67"/>
                      <a:pt x="9" y="64"/>
                      <a:pt x="12" y="67"/>
                    </a:cubicBezTo>
                    <a:cubicBezTo>
                      <a:pt x="13" y="69"/>
                      <a:pt x="13" y="69"/>
                      <a:pt x="13" y="69"/>
                    </a:cubicBezTo>
                    <a:cubicBezTo>
                      <a:pt x="11" y="67"/>
                      <a:pt x="11" y="67"/>
                      <a:pt x="11" y="67"/>
                    </a:cubicBezTo>
                    <a:cubicBezTo>
                      <a:pt x="11" y="68"/>
                      <a:pt x="10" y="68"/>
                      <a:pt x="11" y="69"/>
                    </a:cubicBezTo>
                    <a:cubicBezTo>
                      <a:pt x="10" y="68"/>
                      <a:pt x="10" y="68"/>
                      <a:pt x="10" y="68"/>
                    </a:cubicBezTo>
                    <a:cubicBezTo>
                      <a:pt x="10" y="68"/>
                      <a:pt x="11" y="70"/>
                      <a:pt x="11" y="70"/>
                    </a:cubicBezTo>
                    <a:cubicBezTo>
                      <a:pt x="10" y="69"/>
                      <a:pt x="10" y="69"/>
                      <a:pt x="10" y="69"/>
                    </a:cubicBezTo>
                    <a:cubicBezTo>
                      <a:pt x="7" y="68"/>
                      <a:pt x="4" y="67"/>
                      <a:pt x="5" y="71"/>
                    </a:cubicBezTo>
                    <a:cubicBezTo>
                      <a:pt x="5" y="72"/>
                      <a:pt x="3" y="70"/>
                      <a:pt x="3" y="70"/>
                    </a:cubicBezTo>
                    <a:cubicBezTo>
                      <a:pt x="5" y="73"/>
                      <a:pt x="0" y="70"/>
                      <a:pt x="2" y="75"/>
                    </a:cubicBezTo>
                    <a:cubicBezTo>
                      <a:pt x="2" y="77"/>
                      <a:pt x="6" y="82"/>
                      <a:pt x="6" y="82"/>
                    </a:cubicBezTo>
                    <a:cubicBezTo>
                      <a:pt x="7" y="78"/>
                      <a:pt x="10" y="79"/>
                      <a:pt x="14" y="80"/>
                    </a:cubicBezTo>
                    <a:cubicBezTo>
                      <a:pt x="14" y="79"/>
                      <a:pt x="14" y="77"/>
                      <a:pt x="15" y="78"/>
                    </a:cubicBezTo>
                    <a:cubicBezTo>
                      <a:pt x="18" y="75"/>
                      <a:pt x="23" y="77"/>
                      <a:pt x="24" y="73"/>
                    </a:cubicBezTo>
                    <a:cubicBezTo>
                      <a:pt x="23" y="73"/>
                      <a:pt x="23" y="72"/>
                      <a:pt x="23" y="71"/>
                    </a:cubicBezTo>
                    <a:cubicBezTo>
                      <a:pt x="23" y="72"/>
                      <a:pt x="23" y="72"/>
                      <a:pt x="23" y="72"/>
                    </a:cubicBezTo>
                    <a:cubicBezTo>
                      <a:pt x="22" y="71"/>
                      <a:pt x="22" y="71"/>
                      <a:pt x="22" y="71"/>
                    </a:cubicBezTo>
                    <a:cubicBezTo>
                      <a:pt x="23" y="70"/>
                      <a:pt x="24" y="72"/>
                      <a:pt x="24" y="72"/>
                    </a:cubicBezTo>
                    <a:cubicBezTo>
                      <a:pt x="25" y="71"/>
                      <a:pt x="25" y="70"/>
                      <a:pt x="26" y="70"/>
                    </a:cubicBezTo>
                    <a:cubicBezTo>
                      <a:pt x="25" y="68"/>
                      <a:pt x="27" y="69"/>
                      <a:pt x="25" y="67"/>
                    </a:cubicBezTo>
                    <a:cubicBezTo>
                      <a:pt x="26" y="68"/>
                      <a:pt x="26" y="68"/>
                      <a:pt x="26" y="68"/>
                    </a:cubicBezTo>
                    <a:cubicBezTo>
                      <a:pt x="26" y="67"/>
                      <a:pt x="26" y="67"/>
                      <a:pt x="28" y="68"/>
                    </a:cubicBezTo>
                    <a:cubicBezTo>
                      <a:pt x="32" y="68"/>
                      <a:pt x="33" y="64"/>
                      <a:pt x="36" y="63"/>
                    </a:cubicBezTo>
                    <a:cubicBezTo>
                      <a:pt x="39" y="60"/>
                      <a:pt x="40" y="57"/>
                      <a:pt x="43" y="54"/>
                    </a:cubicBezTo>
                    <a:cubicBezTo>
                      <a:pt x="41" y="51"/>
                      <a:pt x="42" y="52"/>
                      <a:pt x="41" y="49"/>
                    </a:cubicBezTo>
                    <a:cubicBezTo>
                      <a:pt x="42" y="50"/>
                      <a:pt x="42" y="50"/>
                      <a:pt x="42" y="50"/>
                    </a:cubicBezTo>
                    <a:cubicBezTo>
                      <a:pt x="41" y="48"/>
                      <a:pt x="42" y="49"/>
                      <a:pt x="44" y="50"/>
                    </a:cubicBezTo>
                    <a:cubicBezTo>
                      <a:pt x="43" y="49"/>
                      <a:pt x="44" y="50"/>
                      <a:pt x="42" y="48"/>
                    </a:cubicBezTo>
                    <a:cubicBezTo>
                      <a:pt x="41" y="47"/>
                      <a:pt x="44" y="50"/>
                      <a:pt x="44" y="49"/>
                    </a:cubicBezTo>
                    <a:cubicBezTo>
                      <a:pt x="45" y="50"/>
                      <a:pt x="43" y="48"/>
                      <a:pt x="44" y="49"/>
                    </a:cubicBezTo>
                    <a:cubicBezTo>
                      <a:pt x="43" y="46"/>
                      <a:pt x="44" y="50"/>
                      <a:pt x="47" y="50"/>
                    </a:cubicBezTo>
                    <a:cubicBezTo>
                      <a:pt x="47" y="49"/>
                      <a:pt x="47" y="46"/>
                      <a:pt x="49" y="46"/>
                    </a:cubicBezTo>
                    <a:cubicBezTo>
                      <a:pt x="49" y="46"/>
                      <a:pt x="48" y="45"/>
                      <a:pt x="48" y="45"/>
                    </a:cubicBezTo>
                    <a:cubicBezTo>
                      <a:pt x="50" y="47"/>
                      <a:pt x="48" y="44"/>
                      <a:pt x="49" y="45"/>
                    </a:cubicBezTo>
                    <a:cubicBezTo>
                      <a:pt x="50" y="46"/>
                      <a:pt x="50" y="46"/>
                      <a:pt x="50" y="46"/>
                    </a:cubicBezTo>
                    <a:cubicBezTo>
                      <a:pt x="51" y="46"/>
                      <a:pt x="50" y="45"/>
                      <a:pt x="52" y="45"/>
                    </a:cubicBezTo>
                    <a:cubicBezTo>
                      <a:pt x="51" y="44"/>
                      <a:pt x="54" y="45"/>
                      <a:pt x="53" y="44"/>
                    </a:cubicBezTo>
                    <a:cubicBezTo>
                      <a:pt x="54" y="45"/>
                      <a:pt x="54" y="44"/>
                      <a:pt x="54" y="45"/>
                    </a:cubicBezTo>
                    <a:cubicBezTo>
                      <a:pt x="52" y="42"/>
                      <a:pt x="56" y="45"/>
                      <a:pt x="55" y="43"/>
                    </a:cubicBezTo>
                    <a:cubicBezTo>
                      <a:pt x="55" y="43"/>
                      <a:pt x="55" y="43"/>
                      <a:pt x="55" y="43"/>
                    </a:cubicBezTo>
                    <a:cubicBezTo>
                      <a:pt x="56" y="42"/>
                      <a:pt x="58" y="42"/>
                      <a:pt x="58" y="39"/>
                    </a:cubicBezTo>
                    <a:cubicBezTo>
                      <a:pt x="59" y="38"/>
                      <a:pt x="62" y="40"/>
                      <a:pt x="62" y="38"/>
                    </a:cubicBezTo>
                    <a:cubicBezTo>
                      <a:pt x="61" y="37"/>
                      <a:pt x="61" y="37"/>
                      <a:pt x="61" y="37"/>
                    </a:cubicBezTo>
                    <a:cubicBezTo>
                      <a:pt x="61" y="36"/>
                      <a:pt x="62" y="37"/>
                      <a:pt x="62" y="38"/>
                    </a:cubicBezTo>
                    <a:cubicBezTo>
                      <a:pt x="61" y="36"/>
                      <a:pt x="63" y="37"/>
                      <a:pt x="64" y="37"/>
                    </a:cubicBezTo>
                    <a:cubicBezTo>
                      <a:pt x="63" y="36"/>
                      <a:pt x="63" y="36"/>
                      <a:pt x="63" y="35"/>
                    </a:cubicBezTo>
                    <a:cubicBezTo>
                      <a:pt x="66" y="36"/>
                      <a:pt x="63" y="33"/>
                      <a:pt x="66" y="34"/>
                    </a:cubicBezTo>
                    <a:cubicBezTo>
                      <a:pt x="63" y="32"/>
                      <a:pt x="65" y="33"/>
                      <a:pt x="64" y="32"/>
                    </a:cubicBezTo>
                    <a:cubicBezTo>
                      <a:pt x="64" y="32"/>
                      <a:pt x="65" y="33"/>
                      <a:pt x="65" y="33"/>
                    </a:cubicBezTo>
                    <a:cubicBezTo>
                      <a:pt x="66" y="33"/>
                      <a:pt x="66" y="32"/>
                      <a:pt x="67" y="33"/>
                    </a:cubicBezTo>
                    <a:cubicBezTo>
                      <a:pt x="67" y="32"/>
                      <a:pt x="66" y="31"/>
                      <a:pt x="66" y="31"/>
                    </a:cubicBezTo>
                    <a:cubicBezTo>
                      <a:pt x="68" y="33"/>
                      <a:pt x="67" y="31"/>
                      <a:pt x="68" y="31"/>
                    </a:cubicBezTo>
                    <a:cubicBezTo>
                      <a:pt x="66" y="29"/>
                      <a:pt x="66" y="28"/>
                      <a:pt x="66" y="28"/>
                    </a:cubicBezTo>
                    <a:cubicBezTo>
                      <a:pt x="68" y="31"/>
                      <a:pt x="68" y="31"/>
                      <a:pt x="68" y="31"/>
                    </a:cubicBezTo>
                    <a:cubicBezTo>
                      <a:pt x="68" y="29"/>
                      <a:pt x="71" y="30"/>
                      <a:pt x="70" y="27"/>
                    </a:cubicBezTo>
                    <a:cubicBezTo>
                      <a:pt x="71" y="28"/>
                      <a:pt x="71" y="28"/>
                      <a:pt x="71" y="28"/>
                    </a:cubicBezTo>
                    <a:cubicBezTo>
                      <a:pt x="71" y="25"/>
                      <a:pt x="73" y="26"/>
                      <a:pt x="72" y="23"/>
                    </a:cubicBezTo>
                    <a:cubicBezTo>
                      <a:pt x="73" y="23"/>
                      <a:pt x="73" y="24"/>
                      <a:pt x="74" y="23"/>
                    </a:cubicBezTo>
                    <a:cubicBezTo>
                      <a:pt x="73" y="22"/>
                      <a:pt x="73" y="22"/>
                      <a:pt x="72" y="20"/>
                    </a:cubicBezTo>
                    <a:cubicBezTo>
                      <a:pt x="72" y="20"/>
                      <a:pt x="73" y="21"/>
                      <a:pt x="74" y="21"/>
                    </a:cubicBezTo>
                    <a:cubicBezTo>
                      <a:pt x="74" y="21"/>
                      <a:pt x="76" y="23"/>
                      <a:pt x="75" y="20"/>
                    </a:cubicBezTo>
                    <a:cubicBezTo>
                      <a:pt x="76" y="21"/>
                      <a:pt x="76" y="21"/>
                      <a:pt x="76" y="21"/>
                    </a:cubicBezTo>
                    <a:cubicBezTo>
                      <a:pt x="76" y="20"/>
                      <a:pt x="75" y="18"/>
                      <a:pt x="76" y="19"/>
                    </a:cubicBezTo>
                    <a:cubicBezTo>
                      <a:pt x="76" y="18"/>
                      <a:pt x="76" y="17"/>
                      <a:pt x="75" y="16"/>
                    </a:cubicBezTo>
                    <a:cubicBezTo>
                      <a:pt x="75" y="16"/>
                      <a:pt x="76" y="18"/>
                      <a:pt x="76" y="17"/>
                    </a:cubicBezTo>
                    <a:cubicBezTo>
                      <a:pt x="77" y="19"/>
                      <a:pt x="77" y="19"/>
                      <a:pt x="77" y="19"/>
                    </a:cubicBezTo>
                    <a:cubicBezTo>
                      <a:pt x="78" y="18"/>
                      <a:pt x="78" y="17"/>
                      <a:pt x="79" y="15"/>
                    </a:cubicBezTo>
                    <a:cubicBezTo>
                      <a:pt x="80" y="17"/>
                      <a:pt x="80" y="15"/>
                      <a:pt x="81" y="15"/>
                    </a:cubicBezTo>
                    <a:cubicBezTo>
                      <a:pt x="81" y="14"/>
                      <a:pt x="82" y="15"/>
                      <a:pt x="81" y="13"/>
                    </a:cubicBezTo>
                    <a:cubicBezTo>
                      <a:pt x="82" y="14"/>
                      <a:pt x="82" y="14"/>
                      <a:pt x="82" y="14"/>
                    </a:cubicBezTo>
                    <a:cubicBezTo>
                      <a:pt x="82" y="14"/>
                      <a:pt x="83" y="13"/>
                      <a:pt x="84" y="14"/>
                    </a:cubicBezTo>
                    <a:cubicBezTo>
                      <a:pt x="84" y="14"/>
                      <a:pt x="83" y="12"/>
                      <a:pt x="83" y="11"/>
                    </a:cubicBezTo>
                    <a:cubicBezTo>
                      <a:pt x="84" y="12"/>
                      <a:pt x="84" y="12"/>
                      <a:pt x="84" y="12"/>
                    </a:cubicBezTo>
                    <a:cubicBezTo>
                      <a:pt x="84" y="11"/>
                      <a:pt x="83" y="10"/>
                      <a:pt x="82" y="8"/>
                    </a:cubicBezTo>
                    <a:cubicBezTo>
                      <a:pt x="83" y="9"/>
                      <a:pt x="82" y="8"/>
                      <a:pt x="83" y="9"/>
                    </a:cubicBezTo>
                    <a:cubicBezTo>
                      <a:pt x="83" y="10"/>
                      <a:pt x="84" y="11"/>
                      <a:pt x="84" y="13"/>
                    </a:cubicBezTo>
                    <a:cubicBezTo>
                      <a:pt x="85" y="13"/>
                      <a:pt x="84" y="10"/>
                      <a:pt x="85" y="11"/>
                    </a:cubicBezTo>
                    <a:cubicBezTo>
                      <a:pt x="86" y="12"/>
                      <a:pt x="86" y="11"/>
                      <a:pt x="85" y="9"/>
                    </a:cubicBezTo>
                    <a:cubicBezTo>
                      <a:pt x="85" y="10"/>
                      <a:pt x="85" y="10"/>
                      <a:pt x="86" y="11"/>
                    </a:cubicBezTo>
                    <a:cubicBezTo>
                      <a:pt x="86" y="11"/>
                      <a:pt x="86" y="11"/>
                      <a:pt x="86" y="10"/>
                    </a:cubicBezTo>
                    <a:cubicBezTo>
                      <a:pt x="86" y="10"/>
                      <a:pt x="85" y="10"/>
                      <a:pt x="85" y="10"/>
                    </a:cubicBezTo>
                    <a:cubicBezTo>
                      <a:pt x="85" y="9"/>
                      <a:pt x="85" y="8"/>
                      <a:pt x="84" y="7"/>
                    </a:cubicBezTo>
                    <a:cubicBezTo>
                      <a:pt x="84" y="7"/>
                      <a:pt x="84" y="7"/>
                      <a:pt x="84" y="7"/>
                    </a:cubicBezTo>
                    <a:cubicBezTo>
                      <a:pt x="83" y="6"/>
                      <a:pt x="84" y="5"/>
                      <a:pt x="84"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4" name="Freeform 37"/>
              <p:cNvSpPr/>
              <p:nvPr/>
            </p:nvSpPr>
            <p:spPr bwMode="auto">
              <a:xfrm>
                <a:off x="3725" y="2268"/>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5" name="Freeform 38"/>
              <p:cNvSpPr/>
              <p:nvPr/>
            </p:nvSpPr>
            <p:spPr bwMode="auto">
              <a:xfrm>
                <a:off x="3474"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6" name="Freeform 39"/>
              <p:cNvSpPr/>
              <p:nvPr/>
            </p:nvSpPr>
            <p:spPr bwMode="auto">
              <a:xfrm>
                <a:off x="3799" y="2608"/>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7" name="Freeform 40"/>
              <p:cNvSpPr/>
              <p:nvPr/>
            </p:nvSpPr>
            <p:spPr bwMode="auto">
              <a:xfrm>
                <a:off x="3470" y="2079"/>
                <a:ext cx="2" cy="3"/>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8" name="Freeform 41"/>
              <p:cNvSpPr/>
              <p:nvPr/>
            </p:nvSpPr>
            <p:spPr bwMode="auto">
              <a:xfrm>
                <a:off x="3825" y="27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9" name="Freeform 42"/>
              <p:cNvSpPr/>
              <p:nvPr/>
            </p:nvSpPr>
            <p:spPr bwMode="auto">
              <a:xfrm>
                <a:off x="3466" y="215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0" name="Freeform 43"/>
              <p:cNvSpPr/>
              <p:nvPr/>
            </p:nvSpPr>
            <p:spPr bwMode="auto">
              <a:xfrm>
                <a:off x="3916" y="258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1" name="Freeform 44"/>
              <p:cNvSpPr/>
              <p:nvPr/>
            </p:nvSpPr>
            <p:spPr bwMode="auto">
              <a:xfrm>
                <a:off x="3899" y="27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2" name="Freeform 45"/>
              <p:cNvSpPr/>
              <p:nvPr/>
            </p:nvSpPr>
            <p:spPr bwMode="auto">
              <a:xfrm>
                <a:off x="3926" y="2582"/>
                <a:ext cx="3" cy="2"/>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3" name="Freeform 46"/>
              <p:cNvSpPr/>
              <p:nvPr/>
            </p:nvSpPr>
            <p:spPr bwMode="auto">
              <a:xfrm>
                <a:off x="3850" y="2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4" name="Freeform 47"/>
              <p:cNvSpPr/>
              <p:nvPr/>
            </p:nvSpPr>
            <p:spPr bwMode="auto">
              <a:xfrm>
                <a:off x="3926" y="25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5" name="Freeform 48"/>
              <p:cNvSpPr/>
              <p:nvPr/>
            </p:nvSpPr>
            <p:spPr bwMode="auto">
              <a:xfrm>
                <a:off x="3810" y="27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6" name="Freeform 49"/>
              <p:cNvSpPr/>
              <p:nvPr/>
            </p:nvSpPr>
            <p:spPr bwMode="auto">
              <a:xfrm>
                <a:off x="3827" y="2270"/>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7" name="Freeform 50"/>
              <p:cNvSpPr/>
              <p:nvPr/>
            </p:nvSpPr>
            <p:spPr bwMode="auto">
              <a:xfrm>
                <a:off x="3470" y="2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8" name="Freeform 51"/>
              <p:cNvSpPr/>
              <p:nvPr/>
            </p:nvSpPr>
            <p:spPr bwMode="auto">
              <a:xfrm>
                <a:off x="4497" y="2332"/>
                <a:ext cx="2" cy="4"/>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1"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9" name="Freeform 52"/>
              <p:cNvSpPr/>
              <p:nvPr/>
            </p:nvSpPr>
            <p:spPr bwMode="auto">
              <a:xfrm>
                <a:off x="4468" y="2319"/>
                <a:ext cx="2" cy="2"/>
              </a:xfrm>
              <a:custGeom>
                <a:avLst/>
                <a:gdLst>
                  <a:gd name="T0" fmla="*/ 2 w 2"/>
                  <a:gd name="T1" fmla="*/ 2 h 2"/>
                  <a:gd name="T2" fmla="*/ 2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2"/>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0" name="Freeform 53"/>
              <p:cNvSpPr/>
              <p:nvPr/>
            </p:nvSpPr>
            <p:spPr bwMode="auto">
              <a:xfrm>
                <a:off x="4451" y="227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1" name="Freeform 54"/>
              <p:cNvSpPr/>
              <p:nvPr/>
            </p:nvSpPr>
            <p:spPr bwMode="auto">
              <a:xfrm>
                <a:off x="4385" y="228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2" name="Freeform 55"/>
              <p:cNvSpPr/>
              <p:nvPr/>
            </p:nvSpPr>
            <p:spPr bwMode="auto">
              <a:xfrm>
                <a:off x="4381" y="2277"/>
                <a:ext cx="4" cy="2"/>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0" y="1"/>
                      <a:pt x="1" y="1"/>
                      <a:pt x="1" y="1"/>
                    </a:cubicBezTo>
                    <a:cubicBezTo>
                      <a:pt x="1" y="0"/>
                      <a:pt x="2" y="0"/>
                      <a:pt x="1" y="0"/>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3" name="Freeform 56"/>
              <p:cNvSpPr/>
              <p:nvPr/>
            </p:nvSpPr>
            <p:spPr bwMode="auto">
              <a:xfrm>
                <a:off x="4383" y="2281"/>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4" name="Freeform 57"/>
              <p:cNvSpPr/>
              <p:nvPr/>
            </p:nvSpPr>
            <p:spPr bwMode="auto">
              <a:xfrm>
                <a:off x="4504" y="23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5" name="Freeform 58"/>
              <p:cNvSpPr/>
              <p:nvPr/>
            </p:nvSpPr>
            <p:spPr bwMode="auto">
              <a:xfrm>
                <a:off x="3602" y="1893"/>
                <a:ext cx="27" cy="2"/>
              </a:xfrm>
              <a:custGeom>
                <a:avLst/>
                <a:gdLst>
                  <a:gd name="T0" fmla="*/ 4 w 13"/>
                  <a:gd name="T1" fmla="*/ 1 h 1"/>
                  <a:gd name="T2" fmla="*/ 6 w 13"/>
                  <a:gd name="T3" fmla="*/ 1 h 1"/>
                  <a:gd name="T4" fmla="*/ 6 w 13"/>
                  <a:gd name="T5" fmla="*/ 1 h 1"/>
                  <a:gd name="T6" fmla="*/ 6 w 13"/>
                  <a:gd name="T7" fmla="*/ 1 h 1"/>
                  <a:gd name="T8" fmla="*/ 6 w 13"/>
                  <a:gd name="T9" fmla="*/ 1 h 1"/>
                  <a:gd name="T10" fmla="*/ 6 w 13"/>
                  <a:gd name="T11" fmla="*/ 1 h 1"/>
                  <a:gd name="T12" fmla="*/ 6 w 13"/>
                  <a:gd name="T13" fmla="*/ 1 h 1"/>
                  <a:gd name="T14" fmla="*/ 6 w 13"/>
                  <a:gd name="T15" fmla="*/ 1 h 1"/>
                  <a:gd name="T16" fmla="*/ 4 w 13"/>
                  <a:gd name="T17" fmla="*/ 1 h 1"/>
                  <a:gd name="T18" fmla="*/ 4 w 1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
                    <a:moveTo>
                      <a:pt x="4" y="1"/>
                    </a:moveTo>
                    <a:cubicBezTo>
                      <a:pt x="4" y="1"/>
                      <a:pt x="5"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0" y="0"/>
                      <a:pt x="13" y="1"/>
                      <a:pt x="4" y="1"/>
                    </a:cubicBezTo>
                    <a:cubicBezTo>
                      <a:pt x="4" y="1"/>
                      <a:pt x="4" y="1"/>
                      <a:pt x="4"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6" name="Freeform 59"/>
              <p:cNvSpPr/>
              <p:nvPr/>
            </p:nvSpPr>
            <p:spPr bwMode="auto">
              <a:xfrm>
                <a:off x="4495" y="233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7" name="Freeform 60"/>
              <p:cNvSpPr/>
              <p:nvPr/>
            </p:nvSpPr>
            <p:spPr bwMode="auto">
              <a:xfrm>
                <a:off x="4381" y="2277"/>
                <a:ext cx="4" cy="8"/>
              </a:xfrm>
              <a:custGeom>
                <a:avLst/>
                <a:gdLst>
                  <a:gd name="T0" fmla="*/ 2 w 2"/>
                  <a:gd name="T1" fmla="*/ 1 h 4"/>
                  <a:gd name="T2" fmla="*/ 2 w 2"/>
                  <a:gd name="T3" fmla="*/ 0 h 4"/>
                  <a:gd name="T4" fmla="*/ 1 w 2"/>
                  <a:gd name="T5" fmla="*/ 2 h 4"/>
                  <a:gd name="T6" fmla="*/ 1 w 2"/>
                  <a:gd name="T7" fmla="*/ 2 h 4"/>
                  <a:gd name="T8" fmla="*/ 0 w 2"/>
                  <a:gd name="T9" fmla="*/ 4 h 4"/>
                  <a:gd name="T10" fmla="*/ 2 w 2"/>
                  <a:gd name="T11" fmla="*/ 1 h 4"/>
                </a:gdLst>
                <a:ahLst/>
                <a:cxnLst>
                  <a:cxn ang="0">
                    <a:pos x="T0" y="T1"/>
                  </a:cxn>
                  <a:cxn ang="0">
                    <a:pos x="T2" y="T3"/>
                  </a:cxn>
                  <a:cxn ang="0">
                    <a:pos x="T4" y="T5"/>
                  </a:cxn>
                  <a:cxn ang="0">
                    <a:pos x="T6" y="T7"/>
                  </a:cxn>
                  <a:cxn ang="0">
                    <a:pos x="T8" y="T9"/>
                  </a:cxn>
                  <a:cxn ang="0">
                    <a:pos x="T10" y="T11"/>
                  </a:cxn>
                </a:cxnLst>
                <a:rect l="0" t="0" r="r" b="b"/>
                <a:pathLst>
                  <a:path w="2" h="4">
                    <a:moveTo>
                      <a:pt x="2" y="1"/>
                    </a:moveTo>
                    <a:cubicBezTo>
                      <a:pt x="2" y="1"/>
                      <a:pt x="2" y="0"/>
                      <a:pt x="2" y="0"/>
                    </a:cubicBezTo>
                    <a:cubicBezTo>
                      <a:pt x="1" y="1"/>
                      <a:pt x="1" y="1"/>
                      <a:pt x="1" y="2"/>
                    </a:cubicBezTo>
                    <a:cubicBezTo>
                      <a:pt x="1" y="2"/>
                      <a:pt x="0" y="3"/>
                      <a:pt x="1" y="2"/>
                    </a:cubicBezTo>
                    <a:cubicBezTo>
                      <a:pt x="0" y="3"/>
                      <a:pt x="0" y="4"/>
                      <a:pt x="0" y="4"/>
                    </a:cubicBezTo>
                    <a:cubicBezTo>
                      <a:pt x="1" y="3"/>
                      <a:pt x="1" y="1"/>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8" name="Freeform 61"/>
              <p:cNvSpPr/>
              <p:nvPr/>
            </p:nvSpPr>
            <p:spPr bwMode="auto">
              <a:xfrm>
                <a:off x="4519" y="2328"/>
                <a:ext cx="2" cy="2"/>
              </a:xfrm>
              <a:custGeom>
                <a:avLst/>
                <a:gdLst>
                  <a:gd name="T0" fmla="*/ 0 w 2"/>
                  <a:gd name="T1" fmla="*/ 2 h 2"/>
                  <a:gd name="T2" fmla="*/ 0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0" y="2"/>
                    </a:lnTo>
                    <a:lnTo>
                      <a:pt x="2"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9" name="Freeform 62"/>
              <p:cNvSpPr/>
              <p:nvPr/>
            </p:nvSpPr>
            <p:spPr bwMode="auto">
              <a:xfrm>
                <a:off x="4504" y="2325"/>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0" name="Freeform 63"/>
              <p:cNvSpPr/>
              <p:nvPr/>
            </p:nvSpPr>
            <p:spPr bwMode="auto">
              <a:xfrm>
                <a:off x="4391" y="2294"/>
                <a:ext cx="4" cy="4"/>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0" y="2"/>
                      <a:pt x="1" y="1"/>
                      <a:pt x="1" y="1"/>
                    </a:cubicBezTo>
                    <a:cubicBezTo>
                      <a:pt x="2" y="0"/>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1" name="Freeform 64"/>
              <p:cNvSpPr/>
              <p:nvPr/>
            </p:nvSpPr>
            <p:spPr bwMode="auto">
              <a:xfrm>
                <a:off x="4381" y="2281"/>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2" name="Freeform 65"/>
              <p:cNvSpPr/>
              <p:nvPr/>
            </p:nvSpPr>
            <p:spPr bwMode="auto">
              <a:xfrm>
                <a:off x="3332" y="1903"/>
                <a:ext cx="2" cy="7"/>
              </a:xfrm>
              <a:custGeom>
                <a:avLst/>
                <a:gdLst>
                  <a:gd name="T0" fmla="*/ 0 w 1"/>
                  <a:gd name="T1" fmla="*/ 3 h 3"/>
                  <a:gd name="T2" fmla="*/ 1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1" y="3"/>
                    </a:cubicBezTo>
                    <a:cubicBezTo>
                      <a:pt x="1" y="2"/>
                      <a:pt x="1" y="1"/>
                      <a:pt x="1" y="0"/>
                    </a:cubicBezTo>
                    <a:lnTo>
                      <a:pt x="0" y="3"/>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3" name="Freeform 66"/>
              <p:cNvSpPr/>
              <p:nvPr/>
            </p:nvSpPr>
            <p:spPr bwMode="auto">
              <a:xfrm>
                <a:off x="3566" y="2372"/>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4" name="Freeform 67"/>
              <p:cNvSpPr/>
              <p:nvPr/>
            </p:nvSpPr>
            <p:spPr bwMode="auto">
              <a:xfrm>
                <a:off x="3474" y="2073"/>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5" name="Freeform 68"/>
              <p:cNvSpPr/>
              <p:nvPr/>
            </p:nvSpPr>
            <p:spPr bwMode="auto">
              <a:xfrm>
                <a:off x="4060" y="1568"/>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6" name="Freeform 69"/>
              <p:cNvSpPr/>
              <p:nvPr/>
            </p:nvSpPr>
            <p:spPr bwMode="auto">
              <a:xfrm>
                <a:off x="3472" y="2073"/>
                <a:ext cx="2"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0" y="0"/>
                      <a:pt x="0" y="0"/>
                      <a:pt x="0" y="0"/>
                    </a:cubicBezTo>
                    <a:cubicBezTo>
                      <a:pt x="0" y="0"/>
                      <a:pt x="0" y="0"/>
                      <a:pt x="1"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7" name="Freeform 70"/>
              <p:cNvSpPr/>
              <p:nvPr/>
            </p:nvSpPr>
            <p:spPr bwMode="auto">
              <a:xfrm>
                <a:off x="3474" y="2073"/>
                <a:ext cx="0" cy="2"/>
              </a:xfrm>
              <a:custGeom>
                <a:avLst/>
                <a:gdLst>
                  <a:gd name="T0" fmla="*/ 0 h 1"/>
                  <a:gd name="T1" fmla="*/ 1 h 1"/>
                  <a:gd name="T2" fmla="*/ 1 h 1"/>
                  <a:gd name="T3" fmla="*/ 1 h 1"/>
                  <a:gd name="T4" fmla="*/ 1 h 1"/>
                  <a:gd name="T5" fmla="*/ 1 h 1"/>
                  <a:gd name="T6" fmla="*/ 0 h 1"/>
                  <a:gd name="T7" fmla="*/ 0 h 1"/>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
                    <a:moveTo>
                      <a:pt x="0" y="0"/>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8" name="Freeform 71"/>
              <p:cNvSpPr/>
              <p:nvPr/>
            </p:nvSpPr>
            <p:spPr bwMode="auto">
              <a:xfrm>
                <a:off x="3702" y="1530"/>
                <a:ext cx="4" cy="2"/>
              </a:xfrm>
              <a:custGeom>
                <a:avLst/>
                <a:gdLst>
                  <a:gd name="T0" fmla="*/ 0 w 2"/>
                  <a:gd name="T1" fmla="*/ 1 h 1"/>
                  <a:gd name="T2" fmla="*/ 0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0" y="1"/>
                      <a:pt x="1" y="0"/>
                      <a:pt x="2"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9" name="Freeform 72"/>
              <p:cNvSpPr/>
              <p:nvPr/>
            </p:nvSpPr>
            <p:spPr bwMode="auto">
              <a:xfrm>
                <a:off x="3421" y="2084"/>
                <a:ext cx="17" cy="15"/>
              </a:xfrm>
              <a:custGeom>
                <a:avLst/>
                <a:gdLst>
                  <a:gd name="T0" fmla="*/ 2 w 8"/>
                  <a:gd name="T1" fmla="*/ 5 h 7"/>
                  <a:gd name="T2" fmla="*/ 4 w 8"/>
                  <a:gd name="T3" fmla="*/ 2 h 7"/>
                  <a:gd name="T4" fmla="*/ 2 w 8"/>
                  <a:gd name="T5" fmla="*/ 5 h 7"/>
                </a:gdLst>
                <a:ahLst/>
                <a:cxnLst>
                  <a:cxn ang="0">
                    <a:pos x="T0" y="T1"/>
                  </a:cxn>
                  <a:cxn ang="0">
                    <a:pos x="T2" y="T3"/>
                  </a:cxn>
                  <a:cxn ang="0">
                    <a:pos x="T4" y="T5"/>
                  </a:cxn>
                </a:cxnLst>
                <a:rect l="0" t="0" r="r" b="b"/>
                <a:pathLst>
                  <a:path w="8" h="7">
                    <a:moveTo>
                      <a:pt x="2" y="5"/>
                    </a:moveTo>
                    <a:cubicBezTo>
                      <a:pt x="8" y="0"/>
                      <a:pt x="0" y="7"/>
                      <a:pt x="4" y="2"/>
                    </a:cubicBezTo>
                    <a:cubicBezTo>
                      <a:pt x="2" y="3"/>
                      <a:pt x="2" y="4"/>
                      <a:pt x="2" y="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0" name="Freeform 73"/>
              <p:cNvSpPr/>
              <p:nvPr/>
            </p:nvSpPr>
            <p:spPr bwMode="auto">
              <a:xfrm>
                <a:off x="4381" y="2247"/>
                <a:ext cx="2" cy="4"/>
              </a:xfrm>
              <a:custGeom>
                <a:avLst/>
                <a:gdLst>
                  <a:gd name="T0" fmla="*/ 0 w 1"/>
                  <a:gd name="T1" fmla="*/ 1 h 2"/>
                  <a:gd name="T2" fmla="*/ 1 w 1"/>
                  <a:gd name="T3" fmla="*/ 0 h 2"/>
                  <a:gd name="T4" fmla="*/ 0 w 1"/>
                  <a:gd name="T5" fmla="*/ 1 h 2"/>
                </a:gdLst>
                <a:ahLst/>
                <a:cxnLst>
                  <a:cxn ang="0">
                    <a:pos x="T0" y="T1"/>
                  </a:cxn>
                  <a:cxn ang="0">
                    <a:pos x="T2" y="T3"/>
                  </a:cxn>
                  <a:cxn ang="0">
                    <a:pos x="T4" y="T5"/>
                  </a:cxn>
                </a:cxnLst>
                <a:rect l="0" t="0" r="r" b="b"/>
                <a:pathLst>
                  <a:path w="1" h="2">
                    <a:moveTo>
                      <a:pt x="0" y="1"/>
                    </a:moveTo>
                    <a:cubicBezTo>
                      <a:pt x="0" y="2"/>
                      <a:pt x="0" y="0"/>
                      <a:pt x="1" y="0"/>
                    </a:cubicBezTo>
                    <a:cubicBezTo>
                      <a:pt x="1" y="0"/>
                      <a:pt x="1"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1" name="Freeform 74"/>
              <p:cNvSpPr/>
              <p:nvPr/>
            </p:nvSpPr>
            <p:spPr bwMode="auto">
              <a:xfrm>
                <a:off x="4381" y="2247"/>
                <a:ext cx="2" cy="6"/>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2" name="Freeform 75"/>
              <p:cNvSpPr/>
              <p:nvPr/>
            </p:nvSpPr>
            <p:spPr bwMode="auto">
              <a:xfrm>
                <a:off x="3914" y="15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3" name="Freeform 76"/>
              <p:cNvSpPr/>
              <p:nvPr/>
            </p:nvSpPr>
            <p:spPr bwMode="auto">
              <a:xfrm>
                <a:off x="3317" y="1492"/>
                <a:ext cx="1064" cy="1219"/>
              </a:xfrm>
              <a:custGeom>
                <a:avLst/>
                <a:gdLst>
                  <a:gd name="T0" fmla="*/ 307 w 501"/>
                  <a:gd name="T1" fmla="*/ 7 h 575"/>
                  <a:gd name="T2" fmla="*/ 204 w 501"/>
                  <a:gd name="T3" fmla="*/ 13 h 575"/>
                  <a:gd name="T4" fmla="*/ 130 w 501"/>
                  <a:gd name="T5" fmla="*/ 42 h 575"/>
                  <a:gd name="T6" fmla="*/ 23 w 501"/>
                  <a:gd name="T7" fmla="*/ 152 h 575"/>
                  <a:gd name="T8" fmla="*/ 0 w 501"/>
                  <a:gd name="T9" fmla="*/ 247 h 575"/>
                  <a:gd name="T10" fmla="*/ 50 w 501"/>
                  <a:gd name="T11" fmla="*/ 385 h 575"/>
                  <a:gd name="T12" fmla="*/ 111 w 501"/>
                  <a:gd name="T13" fmla="*/ 430 h 575"/>
                  <a:gd name="T14" fmla="*/ 184 w 501"/>
                  <a:gd name="T15" fmla="*/ 490 h 575"/>
                  <a:gd name="T16" fmla="*/ 202 w 501"/>
                  <a:gd name="T17" fmla="*/ 528 h 575"/>
                  <a:gd name="T18" fmla="*/ 213 w 501"/>
                  <a:gd name="T19" fmla="*/ 562 h 575"/>
                  <a:gd name="T20" fmla="*/ 214 w 501"/>
                  <a:gd name="T21" fmla="*/ 567 h 575"/>
                  <a:gd name="T22" fmla="*/ 211 w 501"/>
                  <a:gd name="T23" fmla="*/ 536 h 575"/>
                  <a:gd name="T24" fmla="*/ 199 w 501"/>
                  <a:gd name="T25" fmla="*/ 494 h 575"/>
                  <a:gd name="T26" fmla="*/ 165 w 501"/>
                  <a:gd name="T27" fmla="*/ 454 h 575"/>
                  <a:gd name="T28" fmla="*/ 164 w 501"/>
                  <a:gd name="T29" fmla="*/ 451 h 575"/>
                  <a:gd name="T30" fmla="*/ 135 w 501"/>
                  <a:gd name="T31" fmla="*/ 430 h 575"/>
                  <a:gd name="T32" fmla="*/ 134 w 501"/>
                  <a:gd name="T33" fmla="*/ 428 h 575"/>
                  <a:gd name="T34" fmla="*/ 125 w 501"/>
                  <a:gd name="T35" fmla="*/ 419 h 575"/>
                  <a:gd name="T36" fmla="*/ 97 w 501"/>
                  <a:gd name="T37" fmla="*/ 407 h 575"/>
                  <a:gd name="T38" fmla="*/ 85 w 501"/>
                  <a:gd name="T39" fmla="*/ 394 h 575"/>
                  <a:gd name="T40" fmla="*/ 77 w 501"/>
                  <a:gd name="T41" fmla="*/ 384 h 575"/>
                  <a:gd name="T42" fmla="*/ 63 w 501"/>
                  <a:gd name="T43" fmla="*/ 368 h 575"/>
                  <a:gd name="T44" fmla="*/ 49 w 501"/>
                  <a:gd name="T45" fmla="*/ 353 h 575"/>
                  <a:gd name="T46" fmla="*/ 40 w 501"/>
                  <a:gd name="T47" fmla="*/ 338 h 575"/>
                  <a:gd name="T48" fmla="*/ 25 w 501"/>
                  <a:gd name="T49" fmla="*/ 323 h 575"/>
                  <a:gd name="T50" fmla="*/ 29 w 501"/>
                  <a:gd name="T51" fmla="*/ 315 h 575"/>
                  <a:gd name="T52" fmla="*/ 21 w 501"/>
                  <a:gd name="T53" fmla="*/ 247 h 575"/>
                  <a:gd name="T54" fmla="*/ 23 w 501"/>
                  <a:gd name="T55" fmla="*/ 221 h 575"/>
                  <a:gd name="T56" fmla="*/ 26 w 501"/>
                  <a:gd name="T57" fmla="*/ 191 h 575"/>
                  <a:gd name="T58" fmla="*/ 56 w 501"/>
                  <a:gd name="T59" fmla="*/ 133 h 575"/>
                  <a:gd name="T60" fmla="*/ 74 w 501"/>
                  <a:gd name="T61" fmla="*/ 107 h 575"/>
                  <a:gd name="T62" fmla="*/ 84 w 501"/>
                  <a:gd name="T63" fmla="*/ 99 h 575"/>
                  <a:gd name="T64" fmla="*/ 90 w 501"/>
                  <a:gd name="T65" fmla="*/ 91 h 575"/>
                  <a:gd name="T66" fmla="*/ 110 w 501"/>
                  <a:gd name="T67" fmla="*/ 80 h 575"/>
                  <a:gd name="T68" fmla="*/ 129 w 501"/>
                  <a:gd name="T69" fmla="*/ 65 h 575"/>
                  <a:gd name="T70" fmla="*/ 182 w 501"/>
                  <a:gd name="T71" fmla="*/ 36 h 575"/>
                  <a:gd name="T72" fmla="*/ 211 w 501"/>
                  <a:gd name="T73" fmla="*/ 29 h 575"/>
                  <a:gd name="T74" fmla="*/ 253 w 501"/>
                  <a:gd name="T75" fmla="*/ 19 h 575"/>
                  <a:gd name="T76" fmla="*/ 281 w 501"/>
                  <a:gd name="T77" fmla="*/ 19 h 575"/>
                  <a:gd name="T78" fmla="*/ 284 w 501"/>
                  <a:gd name="T79" fmla="*/ 19 h 575"/>
                  <a:gd name="T80" fmla="*/ 320 w 501"/>
                  <a:gd name="T81" fmla="*/ 24 h 575"/>
                  <a:gd name="T82" fmla="*/ 369 w 501"/>
                  <a:gd name="T83" fmla="*/ 42 h 575"/>
                  <a:gd name="T84" fmla="*/ 388 w 501"/>
                  <a:gd name="T85" fmla="*/ 53 h 575"/>
                  <a:gd name="T86" fmla="*/ 407 w 501"/>
                  <a:gd name="T87" fmla="*/ 71 h 575"/>
                  <a:gd name="T88" fmla="*/ 435 w 501"/>
                  <a:gd name="T89" fmla="*/ 107 h 575"/>
                  <a:gd name="T90" fmla="*/ 462 w 501"/>
                  <a:gd name="T91" fmla="*/ 154 h 575"/>
                  <a:gd name="T92" fmla="*/ 471 w 501"/>
                  <a:gd name="T93" fmla="*/ 184 h 575"/>
                  <a:gd name="T94" fmla="*/ 464 w 501"/>
                  <a:gd name="T95" fmla="*/ 279 h 575"/>
                  <a:gd name="T96" fmla="*/ 451 w 501"/>
                  <a:gd name="T97" fmla="*/ 307 h 575"/>
                  <a:gd name="T98" fmla="*/ 395 w 501"/>
                  <a:gd name="T99" fmla="*/ 377 h 575"/>
                  <a:gd name="T100" fmla="*/ 368 w 501"/>
                  <a:gd name="T101" fmla="*/ 412 h 575"/>
                  <a:gd name="T102" fmla="*/ 363 w 501"/>
                  <a:gd name="T103" fmla="*/ 573 h 575"/>
                  <a:gd name="T104" fmla="*/ 446 w 501"/>
                  <a:gd name="T105" fmla="*/ 342 h 575"/>
                  <a:gd name="T106" fmla="*/ 463 w 501"/>
                  <a:gd name="T107" fmla="*/ 118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1" h="575">
                    <a:moveTo>
                      <a:pt x="463" y="118"/>
                    </a:moveTo>
                    <a:cubicBezTo>
                      <a:pt x="439" y="74"/>
                      <a:pt x="402" y="38"/>
                      <a:pt x="355" y="17"/>
                    </a:cubicBezTo>
                    <a:cubicBezTo>
                      <a:pt x="347" y="17"/>
                      <a:pt x="337" y="12"/>
                      <a:pt x="328" y="12"/>
                    </a:cubicBezTo>
                    <a:cubicBezTo>
                      <a:pt x="328" y="11"/>
                      <a:pt x="328" y="11"/>
                      <a:pt x="328" y="11"/>
                    </a:cubicBezTo>
                    <a:cubicBezTo>
                      <a:pt x="320" y="11"/>
                      <a:pt x="319" y="8"/>
                      <a:pt x="310" y="5"/>
                    </a:cubicBezTo>
                    <a:cubicBezTo>
                      <a:pt x="309" y="7"/>
                      <a:pt x="306" y="5"/>
                      <a:pt x="307" y="7"/>
                    </a:cubicBezTo>
                    <a:cubicBezTo>
                      <a:pt x="303" y="8"/>
                      <a:pt x="301" y="3"/>
                      <a:pt x="296" y="4"/>
                    </a:cubicBezTo>
                    <a:cubicBezTo>
                      <a:pt x="296" y="3"/>
                      <a:pt x="296" y="5"/>
                      <a:pt x="295" y="4"/>
                    </a:cubicBezTo>
                    <a:cubicBezTo>
                      <a:pt x="282" y="5"/>
                      <a:pt x="298" y="3"/>
                      <a:pt x="282" y="0"/>
                    </a:cubicBezTo>
                    <a:cubicBezTo>
                      <a:pt x="259" y="0"/>
                      <a:pt x="236" y="5"/>
                      <a:pt x="215" y="9"/>
                    </a:cubicBezTo>
                    <a:cubicBezTo>
                      <a:pt x="216" y="9"/>
                      <a:pt x="217" y="10"/>
                      <a:pt x="215" y="11"/>
                    </a:cubicBezTo>
                    <a:cubicBezTo>
                      <a:pt x="212" y="8"/>
                      <a:pt x="208" y="13"/>
                      <a:pt x="204" y="13"/>
                    </a:cubicBezTo>
                    <a:cubicBezTo>
                      <a:pt x="204" y="12"/>
                      <a:pt x="206" y="12"/>
                      <a:pt x="207" y="11"/>
                    </a:cubicBezTo>
                    <a:cubicBezTo>
                      <a:pt x="197" y="13"/>
                      <a:pt x="190" y="17"/>
                      <a:pt x="181" y="19"/>
                    </a:cubicBezTo>
                    <a:cubicBezTo>
                      <a:pt x="173" y="24"/>
                      <a:pt x="163" y="25"/>
                      <a:pt x="158" y="29"/>
                    </a:cubicBezTo>
                    <a:cubicBezTo>
                      <a:pt x="159" y="27"/>
                      <a:pt x="154" y="30"/>
                      <a:pt x="152" y="30"/>
                    </a:cubicBezTo>
                    <a:cubicBezTo>
                      <a:pt x="148" y="37"/>
                      <a:pt x="136" y="37"/>
                      <a:pt x="131" y="43"/>
                    </a:cubicBezTo>
                    <a:cubicBezTo>
                      <a:pt x="130" y="42"/>
                      <a:pt x="130" y="42"/>
                      <a:pt x="130" y="42"/>
                    </a:cubicBezTo>
                    <a:cubicBezTo>
                      <a:pt x="110" y="54"/>
                      <a:pt x="88" y="68"/>
                      <a:pt x="70" y="87"/>
                    </a:cubicBezTo>
                    <a:cubicBezTo>
                      <a:pt x="59" y="96"/>
                      <a:pt x="48" y="108"/>
                      <a:pt x="39" y="121"/>
                    </a:cubicBezTo>
                    <a:cubicBezTo>
                      <a:pt x="38" y="123"/>
                      <a:pt x="40" y="122"/>
                      <a:pt x="39" y="124"/>
                    </a:cubicBezTo>
                    <a:cubicBezTo>
                      <a:pt x="37" y="127"/>
                      <a:pt x="38" y="123"/>
                      <a:pt x="37" y="124"/>
                    </a:cubicBezTo>
                    <a:cubicBezTo>
                      <a:pt x="34" y="132"/>
                      <a:pt x="28" y="140"/>
                      <a:pt x="23" y="148"/>
                    </a:cubicBezTo>
                    <a:cubicBezTo>
                      <a:pt x="23" y="150"/>
                      <a:pt x="22" y="152"/>
                      <a:pt x="23" y="152"/>
                    </a:cubicBezTo>
                    <a:cubicBezTo>
                      <a:pt x="17" y="161"/>
                      <a:pt x="14" y="176"/>
                      <a:pt x="9" y="185"/>
                    </a:cubicBezTo>
                    <a:cubicBezTo>
                      <a:pt x="14" y="183"/>
                      <a:pt x="10" y="192"/>
                      <a:pt x="10" y="196"/>
                    </a:cubicBezTo>
                    <a:cubicBezTo>
                      <a:pt x="9" y="198"/>
                      <a:pt x="8" y="198"/>
                      <a:pt x="8" y="197"/>
                    </a:cubicBezTo>
                    <a:cubicBezTo>
                      <a:pt x="6" y="205"/>
                      <a:pt x="5" y="209"/>
                      <a:pt x="3" y="219"/>
                    </a:cubicBezTo>
                    <a:cubicBezTo>
                      <a:pt x="2" y="223"/>
                      <a:pt x="4" y="225"/>
                      <a:pt x="3" y="230"/>
                    </a:cubicBezTo>
                    <a:cubicBezTo>
                      <a:pt x="0" y="233"/>
                      <a:pt x="1" y="241"/>
                      <a:pt x="0" y="247"/>
                    </a:cubicBezTo>
                    <a:cubicBezTo>
                      <a:pt x="2" y="245"/>
                      <a:pt x="4" y="252"/>
                      <a:pt x="3" y="257"/>
                    </a:cubicBezTo>
                    <a:cubicBezTo>
                      <a:pt x="0" y="256"/>
                      <a:pt x="0" y="256"/>
                      <a:pt x="0" y="256"/>
                    </a:cubicBezTo>
                    <a:cubicBezTo>
                      <a:pt x="1" y="272"/>
                      <a:pt x="0" y="297"/>
                      <a:pt x="9" y="316"/>
                    </a:cubicBezTo>
                    <a:cubicBezTo>
                      <a:pt x="8" y="318"/>
                      <a:pt x="8" y="318"/>
                      <a:pt x="8" y="318"/>
                    </a:cubicBezTo>
                    <a:cubicBezTo>
                      <a:pt x="17" y="337"/>
                      <a:pt x="25" y="356"/>
                      <a:pt x="39" y="370"/>
                    </a:cubicBezTo>
                    <a:cubicBezTo>
                      <a:pt x="42" y="375"/>
                      <a:pt x="47" y="381"/>
                      <a:pt x="50" y="385"/>
                    </a:cubicBezTo>
                    <a:cubicBezTo>
                      <a:pt x="56" y="390"/>
                      <a:pt x="58" y="391"/>
                      <a:pt x="63" y="393"/>
                    </a:cubicBezTo>
                    <a:cubicBezTo>
                      <a:pt x="65" y="395"/>
                      <a:pt x="65" y="397"/>
                      <a:pt x="65" y="398"/>
                    </a:cubicBezTo>
                    <a:cubicBezTo>
                      <a:pt x="71" y="405"/>
                      <a:pt x="76" y="411"/>
                      <a:pt x="83" y="414"/>
                    </a:cubicBezTo>
                    <a:cubicBezTo>
                      <a:pt x="83" y="415"/>
                      <a:pt x="83" y="415"/>
                      <a:pt x="83" y="415"/>
                    </a:cubicBezTo>
                    <a:cubicBezTo>
                      <a:pt x="89" y="419"/>
                      <a:pt x="98" y="423"/>
                      <a:pt x="104" y="429"/>
                    </a:cubicBezTo>
                    <a:cubicBezTo>
                      <a:pt x="106" y="429"/>
                      <a:pt x="113" y="433"/>
                      <a:pt x="111" y="430"/>
                    </a:cubicBezTo>
                    <a:cubicBezTo>
                      <a:pt x="114" y="431"/>
                      <a:pt x="111" y="433"/>
                      <a:pt x="115" y="433"/>
                    </a:cubicBezTo>
                    <a:cubicBezTo>
                      <a:pt x="111" y="433"/>
                      <a:pt x="111" y="433"/>
                      <a:pt x="111" y="433"/>
                    </a:cubicBezTo>
                    <a:cubicBezTo>
                      <a:pt x="125" y="443"/>
                      <a:pt x="138" y="450"/>
                      <a:pt x="152" y="459"/>
                    </a:cubicBezTo>
                    <a:cubicBezTo>
                      <a:pt x="154" y="464"/>
                      <a:pt x="165" y="469"/>
                      <a:pt x="170" y="476"/>
                    </a:cubicBezTo>
                    <a:cubicBezTo>
                      <a:pt x="175" y="479"/>
                      <a:pt x="180" y="487"/>
                      <a:pt x="185" y="489"/>
                    </a:cubicBezTo>
                    <a:cubicBezTo>
                      <a:pt x="184" y="490"/>
                      <a:pt x="184" y="490"/>
                      <a:pt x="184" y="490"/>
                    </a:cubicBezTo>
                    <a:cubicBezTo>
                      <a:pt x="188" y="495"/>
                      <a:pt x="194" y="503"/>
                      <a:pt x="196" y="512"/>
                    </a:cubicBezTo>
                    <a:cubicBezTo>
                      <a:pt x="198" y="518"/>
                      <a:pt x="200" y="517"/>
                      <a:pt x="202" y="521"/>
                    </a:cubicBezTo>
                    <a:cubicBezTo>
                      <a:pt x="201" y="521"/>
                      <a:pt x="201" y="521"/>
                      <a:pt x="201" y="521"/>
                    </a:cubicBezTo>
                    <a:cubicBezTo>
                      <a:pt x="203" y="525"/>
                      <a:pt x="206" y="526"/>
                      <a:pt x="207" y="528"/>
                    </a:cubicBezTo>
                    <a:cubicBezTo>
                      <a:pt x="207" y="532"/>
                      <a:pt x="208" y="532"/>
                      <a:pt x="208" y="536"/>
                    </a:cubicBezTo>
                    <a:cubicBezTo>
                      <a:pt x="207" y="532"/>
                      <a:pt x="205" y="530"/>
                      <a:pt x="202" y="528"/>
                    </a:cubicBezTo>
                    <a:cubicBezTo>
                      <a:pt x="203" y="534"/>
                      <a:pt x="207" y="539"/>
                      <a:pt x="206" y="543"/>
                    </a:cubicBezTo>
                    <a:cubicBezTo>
                      <a:pt x="207" y="547"/>
                      <a:pt x="207" y="551"/>
                      <a:pt x="209" y="551"/>
                    </a:cubicBezTo>
                    <a:cubicBezTo>
                      <a:pt x="209" y="552"/>
                      <a:pt x="208" y="555"/>
                      <a:pt x="207" y="552"/>
                    </a:cubicBezTo>
                    <a:cubicBezTo>
                      <a:pt x="208" y="556"/>
                      <a:pt x="208" y="558"/>
                      <a:pt x="209" y="560"/>
                    </a:cubicBezTo>
                    <a:cubicBezTo>
                      <a:pt x="209" y="560"/>
                      <a:pt x="209" y="559"/>
                      <a:pt x="209" y="558"/>
                    </a:cubicBezTo>
                    <a:cubicBezTo>
                      <a:pt x="211" y="560"/>
                      <a:pt x="211" y="563"/>
                      <a:pt x="213" y="562"/>
                    </a:cubicBezTo>
                    <a:cubicBezTo>
                      <a:pt x="212" y="561"/>
                      <a:pt x="212" y="560"/>
                      <a:pt x="212" y="558"/>
                    </a:cubicBezTo>
                    <a:cubicBezTo>
                      <a:pt x="213" y="559"/>
                      <a:pt x="214" y="565"/>
                      <a:pt x="213" y="567"/>
                    </a:cubicBezTo>
                    <a:cubicBezTo>
                      <a:pt x="212" y="569"/>
                      <a:pt x="210" y="563"/>
                      <a:pt x="210" y="566"/>
                    </a:cubicBezTo>
                    <a:cubicBezTo>
                      <a:pt x="213" y="575"/>
                      <a:pt x="213" y="575"/>
                      <a:pt x="213" y="575"/>
                    </a:cubicBezTo>
                    <a:cubicBezTo>
                      <a:pt x="213" y="573"/>
                      <a:pt x="214" y="570"/>
                      <a:pt x="215" y="571"/>
                    </a:cubicBezTo>
                    <a:cubicBezTo>
                      <a:pt x="214" y="567"/>
                      <a:pt x="214" y="567"/>
                      <a:pt x="214" y="567"/>
                    </a:cubicBezTo>
                    <a:cubicBezTo>
                      <a:pt x="215" y="567"/>
                      <a:pt x="215" y="567"/>
                      <a:pt x="215" y="567"/>
                    </a:cubicBezTo>
                    <a:cubicBezTo>
                      <a:pt x="214" y="560"/>
                      <a:pt x="215" y="555"/>
                      <a:pt x="214" y="548"/>
                    </a:cubicBezTo>
                    <a:cubicBezTo>
                      <a:pt x="212" y="551"/>
                      <a:pt x="212" y="551"/>
                      <a:pt x="212" y="551"/>
                    </a:cubicBezTo>
                    <a:cubicBezTo>
                      <a:pt x="212" y="547"/>
                      <a:pt x="209" y="543"/>
                      <a:pt x="210" y="539"/>
                    </a:cubicBezTo>
                    <a:cubicBezTo>
                      <a:pt x="211" y="541"/>
                      <a:pt x="211" y="539"/>
                      <a:pt x="212" y="539"/>
                    </a:cubicBezTo>
                    <a:cubicBezTo>
                      <a:pt x="212" y="538"/>
                      <a:pt x="211" y="537"/>
                      <a:pt x="211" y="536"/>
                    </a:cubicBezTo>
                    <a:cubicBezTo>
                      <a:pt x="214" y="538"/>
                      <a:pt x="214" y="538"/>
                      <a:pt x="214" y="538"/>
                    </a:cubicBezTo>
                    <a:cubicBezTo>
                      <a:pt x="210" y="536"/>
                      <a:pt x="210" y="526"/>
                      <a:pt x="210" y="525"/>
                    </a:cubicBezTo>
                    <a:cubicBezTo>
                      <a:pt x="210" y="525"/>
                      <a:pt x="210" y="525"/>
                      <a:pt x="210" y="525"/>
                    </a:cubicBezTo>
                    <a:cubicBezTo>
                      <a:pt x="209" y="519"/>
                      <a:pt x="209" y="527"/>
                      <a:pt x="208" y="523"/>
                    </a:cubicBezTo>
                    <a:cubicBezTo>
                      <a:pt x="207" y="519"/>
                      <a:pt x="210" y="520"/>
                      <a:pt x="210" y="517"/>
                    </a:cubicBezTo>
                    <a:cubicBezTo>
                      <a:pt x="207" y="511"/>
                      <a:pt x="202" y="501"/>
                      <a:pt x="199" y="494"/>
                    </a:cubicBezTo>
                    <a:cubicBezTo>
                      <a:pt x="196" y="489"/>
                      <a:pt x="191" y="484"/>
                      <a:pt x="186" y="481"/>
                    </a:cubicBezTo>
                    <a:cubicBezTo>
                      <a:pt x="183" y="477"/>
                      <a:pt x="189" y="480"/>
                      <a:pt x="184" y="476"/>
                    </a:cubicBezTo>
                    <a:cubicBezTo>
                      <a:pt x="186" y="476"/>
                      <a:pt x="186" y="475"/>
                      <a:pt x="186" y="474"/>
                    </a:cubicBezTo>
                    <a:cubicBezTo>
                      <a:pt x="185" y="474"/>
                      <a:pt x="179" y="467"/>
                      <a:pt x="181" y="471"/>
                    </a:cubicBezTo>
                    <a:cubicBezTo>
                      <a:pt x="176" y="466"/>
                      <a:pt x="169" y="460"/>
                      <a:pt x="163" y="455"/>
                    </a:cubicBezTo>
                    <a:cubicBezTo>
                      <a:pt x="165" y="457"/>
                      <a:pt x="167" y="456"/>
                      <a:pt x="165" y="454"/>
                    </a:cubicBezTo>
                    <a:cubicBezTo>
                      <a:pt x="162" y="453"/>
                      <a:pt x="156" y="450"/>
                      <a:pt x="151" y="445"/>
                    </a:cubicBezTo>
                    <a:cubicBezTo>
                      <a:pt x="150" y="447"/>
                      <a:pt x="152" y="448"/>
                      <a:pt x="150" y="449"/>
                    </a:cubicBezTo>
                    <a:cubicBezTo>
                      <a:pt x="149" y="449"/>
                      <a:pt x="147" y="449"/>
                      <a:pt x="146" y="447"/>
                    </a:cubicBezTo>
                    <a:cubicBezTo>
                      <a:pt x="147" y="445"/>
                      <a:pt x="148" y="443"/>
                      <a:pt x="144" y="440"/>
                    </a:cubicBezTo>
                    <a:cubicBezTo>
                      <a:pt x="146" y="438"/>
                      <a:pt x="152" y="446"/>
                      <a:pt x="151" y="442"/>
                    </a:cubicBezTo>
                    <a:cubicBezTo>
                      <a:pt x="154" y="442"/>
                      <a:pt x="163" y="448"/>
                      <a:pt x="164" y="451"/>
                    </a:cubicBezTo>
                    <a:cubicBezTo>
                      <a:pt x="170" y="452"/>
                      <a:pt x="161" y="448"/>
                      <a:pt x="163" y="447"/>
                    </a:cubicBezTo>
                    <a:cubicBezTo>
                      <a:pt x="159" y="444"/>
                      <a:pt x="157" y="444"/>
                      <a:pt x="151" y="440"/>
                    </a:cubicBezTo>
                    <a:cubicBezTo>
                      <a:pt x="150" y="440"/>
                      <a:pt x="152" y="442"/>
                      <a:pt x="148" y="441"/>
                    </a:cubicBezTo>
                    <a:cubicBezTo>
                      <a:pt x="142" y="439"/>
                      <a:pt x="143" y="435"/>
                      <a:pt x="141" y="434"/>
                    </a:cubicBezTo>
                    <a:cubicBezTo>
                      <a:pt x="144" y="435"/>
                      <a:pt x="144" y="435"/>
                      <a:pt x="144" y="435"/>
                    </a:cubicBezTo>
                    <a:cubicBezTo>
                      <a:pt x="141" y="432"/>
                      <a:pt x="139" y="432"/>
                      <a:pt x="135" y="430"/>
                    </a:cubicBezTo>
                    <a:cubicBezTo>
                      <a:pt x="136" y="426"/>
                      <a:pt x="142" y="434"/>
                      <a:pt x="144" y="433"/>
                    </a:cubicBezTo>
                    <a:cubicBezTo>
                      <a:pt x="143" y="429"/>
                      <a:pt x="143" y="429"/>
                      <a:pt x="143" y="429"/>
                    </a:cubicBezTo>
                    <a:cubicBezTo>
                      <a:pt x="137" y="425"/>
                      <a:pt x="140" y="430"/>
                      <a:pt x="134" y="425"/>
                    </a:cubicBezTo>
                    <a:cubicBezTo>
                      <a:pt x="135" y="425"/>
                      <a:pt x="135" y="425"/>
                      <a:pt x="135" y="425"/>
                    </a:cubicBezTo>
                    <a:cubicBezTo>
                      <a:pt x="131" y="423"/>
                      <a:pt x="131" y="423"/>
                      <a:pt x="131" y="423"/>
                    </a:cubicBezTo>
                    <a:cubicBezTo>
                      <a:pt x="131" y="424"/>
                      <a:pt x="130" y="426"/>
                      <a:pt x="134" y="428"/>
                    </a:cubicBezTo>
                    <a:cubicBezTo>
                      <a:pt x="130" y="429"/>
                      <a:pt x="131" y="427"/>
                      <a:pt x="125" y="424"/>
                    </a:cubicBezTo>
                    <a:cubicBezTo>
                      <a:pt x="122" y="424"/>
                      <a:pt x="127" y="425"/>
                      <a:pt x="126" y="427"/>
                    </a:cubicBezTo>
                    <a:cubicBezTo>
                      <a:pt x="126" y="428"/>
                      <a:pt x="123" y="426"/>
                      <a:pt x="120" y="425"/>
                    </a:cubicBezTo>
                    <a:cubicBezTo>
                      <a:pt x="116" y="422"/>
                      <a:pt x="119" y="421"/>
                      <a:pt x="118" y="419"/>
                    </a:cubicBezTo>
                    <a:cubicBezTo>
                      <a:pt x="119" y="420"/>
                      <a:pt x="122" y="422"/>
                      <a:pt x="121" y="422"/>
                    </a:cubicBezTo>
                    <a:cubicBezTo>
                      <a:pt x="127" y="424"/>
                      <a:pt x="121" y="418"/>
                      <a:pt x="125" y="419"/>
                    </a:cubicBezTo>
                    <a:cubicBezTo>
                      <a:pt x="122" y="415"/>
                      <a:pt x="121" y="417"/>
                      <a:pt x="118" y="416"/>
                    </a:cubicBezTo>
                    <a:cubicBezTo>
                      <a:pt x="119" y="417"/>
                      <a:pt x="117" y="418"/>
                      <a:pt x="117" y="419"/>
                    </a:cubicBezTo>
                    <a:cubicBezTo>
                      <a:pt x="108" y="418"/>
                      <a:pt x="115" y="413"/>
                      <a:pt x="108" y="409"/>
                    </a:cubicBezTo>
                    <a:cubicBezTo>
                      <a:pt x="108" y="413"/>
                      <a:pt x="98" y="407"/>
                      <a:pt x="100" y="413"/>
                    </a:cubicBezTo>
                    <a:cubicBezTo>
                      <a:pt x="98" y="412"/>
                      <a:pt x="96" y="411"/>
                      <a:pt x="95" y="410"/>
                    </a:cubicBezTo>
                    <a:cubicBezTo>
                      <a:pt x="98" y="409"/>
                      <a:pt x="93" y="407"/>
                      <a:pt x="97" y="407"/>
                    </a:cubicBezTo>
                    <a:cubicBezTo>
                      <a:pt x="95" y="405"/>
                      <a:pt x="95" y="405"/>
                      <a:pt x="95" y="405"/>
                    </a:cubicBezTo>
                    <a:cubicBezTo>
                      <a:pt x="100" y="406"/>
                      <a:pt x="100" y="406"/>
                      <a:pt x="100" y="406"/>
                    </a:cubicBezTo>
                    <a:cubicBezTo>
                      <a:pt x="98" y="403"/>
                      <a:pt x="95" y="399"/>
                      <a:pt x="94" y="397"/>
                    </a:cubicBezTo>
                    <a:cubicBezTo>
                      <a:pt x="91" y="395"/>
                      <a:pt x="94" y="399"/>
                      <a:pt x="90" y="397"/>
                    </a:cubicBezTo>
                    <a:cubicBezTo>
                      <a:pt x="92" y="397"/>
                      <a:pt x="91" y="394"/>
                      <a:pt x="89" y="393"/>
                    </a:cubicBezTo>
                    <a:cubicBezTo>
                      <a:pt x="92" y="396"/>
                      <a:pt x="87" y="395"/>
                      <a:pt x="85" y="394"/>
                    </a:cubicBezTo>
                    <a:cubicBezTo>
                      <a:pt x="82" y="392"/>
                      <a:pt x="81" y="388"/>
                      <a:pt x="81" y="388"/>
                    </a:cubicBezTo>
                    <a:cubicBezTo>
                      <a:pt x="86" y="389"/>
                      <a:pt x="86" y="389"/>
                      <a:pt x="86" y="389"/>
                    </a:cubicBezTo>
                    <a:cubicBezTo>
                      <a:pt x="82" y="388"/>
                      <a:pt x="85" y="388"/>
                      <a:pt x="82" y="386"/>
                    </a:cubicBezTo>
                    <a:cubicBezTo>
                      <a:pt x="81" y="386"/>
                      <a:pt x="78" y="386"/>
                      <a:pt x="77" y="387"/>
                    </a:cubicBezTo>
                    <a:cubicBezTo>
                      <a:pt x="75" y="385"/>
                      <a:pt x="74" y="383"/>
                      <a:pt x="73" y="383"/>
                    </a:cubicBezTo>
                    <a:cubicBezTo>
                      <a:pt x="77" y="384"/>
                      <a:pt x="77" y="384"/>
                      <a:pt x="77" y="384"/>
                    </a:cubicBezTo>
                    <a:cubicBezTo>
                      <a:pt x="73" y="381"/>
                      <a:pt x="79" y="381"/>
                      <a:pt x="74" y="378"/>
                    </a:cubicBezTo>
                    <a:cubicBezTo>
                      <a:pt x="72" y="378"/>
                      <a:pt x="72" y="378"/>
                      <a:pt x="72" y="378"/>
                    </a:cubicBezTo>
                    <a:cubicBezTo>
                      <a:pt x="72" y="377"/>
                      <a:pt x="72" y="376"/>
                      <a:pt x="73" y="377"/>
                    </a:cubicBezTo>
                    <a:cubicBezTo>
                      <a:pt x="71" y="377"/>
                      <a:pt x="69" y="375"/>
                      <a:pt x="68" y="374"/>
                    </a:cubicBezTo>
                    <a:cubicBezTo>
                      <a:pt x="69" y="373"/>
                      <a:pt x="69" y="373"/>
                      <a:pt x="69" y="373"/>
                    </a:cubicBezTo>
                    <a:cubicBezTo>
                      <a:pt x="67" y="372"/>
                      <a:pt x="63" y="371"/>
                      <a:pt x="63" y="368"/>
                    </a:cubicBezTo>
                    <a:cubicBezTo>
                      <a:pt x="62" y="371"/>
                      <a:pt x="65" y="370"/>
                      <a:pt x="66" y="373"/>
                    </a:cubicBezTo>
                    <a:cubicBezTo>
                      <a:pt x="66" y="377"/>
                      <a:pt x="62" y="372"/>
                      <a:pt x="62" y="371"/>
                    </a:cubicBezTo>
                    <a:cubicBezTo>
                      <a:pt x="64" y="370"/>
                      <a:pt x="58" y="367"/>
                      <a:pt x="56" y="364"/>
                    </a:cubicBezTo>
                    <a:cubicBezTo>
                      <a:pt x="56" y="363"/>
                      <a:pt x="55" y="361"/>
                      <a:pt x="55" y="360"/>
                    </a:cubicBezTo>
                    <a:cubicBezTo>
                      <a:pt x="53" y="360"/>
                      <a:pt x="53" y="360"/>
                      <a:pt x="53" y="360"/>
                    </a:cubicBezTo>
                    <a:cubicBezTo>
                      <a:pt x="56" y="357"/>
                      <a:pt x="49" y="356"/>
                      <a:pt x="49" y="353"/>
                    </a:cubicBezTo>
                    <a:cubicBezTo>
                      <a:pt x="50" y="354"/>
                      <a:pt x="51" y="353"/>
                      <a:pt x="51" y="351"/>
                    </a:cubicBezTo>
                    <a:cubicBezTo>
                      <a:pt x="50" y="355"/>
                      <a:pt x="45" y="349"/>
                      <a:pt x="44" y="350"/>
                    </a:cubicBezTo>
                    <a:cubicBezTo>
                      <a:pt x="42" y="345"/>
                      <a:pt x="48" y="349"/>
                      <a:pt x="48" y="347"/>
                    </a:cubicBezTo>
                    <a:cubicBezTo>
                      <a:pt x="45" y="346"/>
                      <a:pt x="46" y="341"/>
                      <a:pt x="43" y="341"/>
                    </a:cubicBezTo>
                    <a:cubicBezTo>
                      <a:pt x="44" y="345"/>
                      <a:pt x="41" y="341"/>
                      <a:pt x="40" y="341"/>
                    </a:cubicBezTo>
                    <a:cubicBezTo>
                      <a:pt x="38" y="337"/>
                      <a:pt x="41" y="341"/>
                      <a:pt x="40" y="338"/>
                    </a:cubicBezTo>
                    <a:cubicBezTo>
                      <a:pt x="39" y="336"/>
                      <a:pt x="36" y="335"/>
                      <a:pt x="37" y="338"/>
                    </a:cubicBezTo>
                    <a:cubicBezTo>
                      <a:pt x="36" y="335"/>
                      <a:pt x="32" y="333"/>
                      <a:pt x="32" y="330"/>
                    </a:cubicBezTo>
                    <a:cubicBezTo>
                      <a:pt x="33" y="328"/>
                      <a:pt x="36" y="335"/>
                      <a:pt x="36" y="333"/>
                    </a:cubicBezTo>
                    <a:cubicBezTo>
                      <a:pt x="32" y="326"/>
                      <a:pt x="30" y="331"/>
                      <a:pt x="27" y="325"/>
                    </a:cubicBezTo>
                    <a:cubicBezTo>
                      <a:pt x="27" y="328"/>
                      <a:pt x="24" y="327"/>
                      <a:pt x="22" y="324"/>
                    </a:cubicBezTo>
                    <a:cubicBezTo>
                      <a:pt x="19" y="317"/>
                      <a:pt x="24" y="327"/>
                      <a:pt x="25" y="323"/>
                    </a:cubicBezTo>
                    <a:cubicBezTo>
                      <a:pt x="23" y="321"/>
                      <a:pt x="23" y="321"/>
                      <a:pt x="23" y="321"/>
                    </a:cubicBezTo>
                    <a:cubicBezTo>
                      <a:pt x="25" y="316"/>
                      <a:pt x="31" y="327"/>
                      <a:pt x="32" y="322"/>
                    </a:cubicBezTo>
                    <a:cubicBezTo>
                      <a:pt x="30" y="320"/>
                      <a:pt x="30" y="320"/>
                      <a:pt x="30" y="320"/>
                    </a:cubicBezTo>
                    <a:cubicBezTo>
                      <a:pt x="31" y="320"/>
                      <a:pt x="32" y="321"/>
                      <a:pt x="33" y="319"/>
                    </a:cubicBezTo>
                    <a:cubicBezTo>
                      <a:pt x="30" y="319"/>
                      <a:pt x="30" y="313"/>
                      <a:pt x="29" y="312"/>
                    </a:cubicBezTo>
                    <a:cubicBezTo>
                      <a:pt x="27" y="312"/>
                      <a:pt x="30" y="315"/>
                      <a:pt x="29" y="315"/>
                    </a:cubicBezTo>
                    <a:cubicBezTo>
                      <a:pt x="27" y="312"/>
                      <a:pt x="24" y="311"/>
                      <a:pt x="24" y="306"/>
                    </a:cubicBezTo>
                    <a:cubicBezTo>
                      <a:pt x="26" y="308"/>
                      <a:pt x="26" y="304"/>
                      <a:pt x="27" y="305"/>
                    </a:cubicBezTo>
                    <a:cubicBezTo>
                      <a:pt x="27" y="303"/>
                      <a:pt x="25" y="305"/>
                      <a:pt x="25" y="301"/>
                    </a:cubicBezTo>
                    <a:cubicBezTo>
                      <a:pt x="26" y="301"/>
                      <a:pt x="26" y="301"/>
                      <a:pt x="26" y="301"/>
                    </a:cubicBezTo>
                    <a:cubicBezTo>
                      <a:pt x="23" y="289"/>
                      <a:pt x="22" y="272"/>
                      <a:pt x="18" y="260"/>
                    </a:cubicBezTo>
                    <a:cubicBezTo>
                      <a:pt x="20" y="258"/>
                      <a:pt x="20" y="254"/>
                      <a:pt x="21" y="247"/>
                    </a:cubicBezTo>
                    <a:cubicBezTo>
                      <a:pt x="21" y="250"/>
                      <a:pt x="19" y="247"/>
                      <a:pt x="19" y="246"/>
                    </a:cubicBezTo>
                    <a:cubicBezTo>
                      <a:pt x="21" y="242"/>
                      <a:pt x="21" y="242"/>
                      <a:pt x="21" y="242"/>
                    </a:cubicBezTo>
                    <a:cubicBezTo>
                      <a:pt x="23" y="239"/>
                      <a:pt x="22" y="233"/>
                      <a:pt x="21" y="230"/>
                    </a:cubicBezTo>
                    <a:cubicBezTo>
                      <a:pt x="22" y="229"/>
                      <a:pt x="22" y="229"/>
                      <a:pt x="23" y="229"/>
                    </a:cubicBezTo>
                    <a:cubicBezTo>
                      <a:pt x="24" y="225"/>
                      <a:pt x="22" y="225"/>
                      <a:pt x="22" y="224"/>
                    </a:cubicBezTo>
                    <a:cubicBezTo>
                      <a:pt x="23" y="221"/>
                      <a:pt x="23" y="221"/>
                      <a:pt x="23" y="221"/>
                    </a:cubicBezTo>
                    <a:cubicBezTo>
                      <a:pt x="22" y="221"/>
                      <a:pt x="22" y="221"/>
                      <a:pt x="22" y="221"/>
                    </a:cubicBezTo>
                    <a:cubicBezTo>
                      <a:pt x="22" y="217"/>
                      <a:pt x="23" y="213"/>
                      <a:pt x="25" y="213"/>
                    </a:cubicBezTo>
                    <a:cubicBezTo>
                      <a:pt x="25" y="212"/>
                      <a:pt x="25" y="211"/>
                      <a:pt x="24" y="212"/>
                    </a:cubicBezTo>
                    <a:cubicBezTo>
                      <a:pt x="26" y="209"/>
                      <a:pt x="28" y="200"/>
                      <a:pt x="29" y="193"/>
                    </a:cubicBezTo>
                    <a:cubicBezTo>
                      <a:pt x="28" y="196"/>
                      <a:pt x="27" y="196"/>
                      <a:pt x="26" y="196"/>
                    </a:cubicBezTo>
                    <a:cubicBezTo>
                      <a:pt x="24" y="194"/>
                      <a:pt x="27" y="194"/>
                      <a:pt x="26" y="191"/>
                    </a:cubicBezTo>
                    <a:cubicBezTo>
                      <a:pt x="27" y="192"/>
                      <a:pt x="28" y="189"/>
                      <a:pt x="28" y="192"/>
                    </a:cubicBezTo>
                    <a:cubicBezTo>
                      <a:pt x="33" y="185"/>
                      <a:pt x="36" y="173"/>
                      <a:pt x="40" y="164"/>
                    </a:cubicBezTo>
                    <a:cubicBezTo>
                      <a:pt x="40" y="162"/>
                      <a:pt x="40" y="162"/>
                      <a:pt x="39" y="161"/>
                    </a:cubicBezTo>
                    <a:cubicBezTo>
                      <a:pt x="45" y="156"/>
                      <a:pt x="47" y="148"/>
                      <a:pt x="51" y="142"/>
                    </a:cubicBezTo>
                    <a:cubicBezTo>
                      <a:pt x="49" y="143"/>
                      <a:pt x="48" y="139"/>
                      <a:pt x="50" y="136"/>
                    </a:cubicBezTo>
                    <a:cubicBezTo>
                      <a:pt x="51" y="131"/>
                      <a:pt x="53" y="136"/>
                      <a:pt x="56" y="133"/>
                    </a:cubicBezTo>
                    <a:cubicBezTo>
                      <a:pt x="57" y="131"/>
                      <a:pt x="59" y="128"/>
                      <a:pt x="60" y="127"/>
                    </a:cubicBezTo>
                    <a:cubicBezTo>
                      <a:pt x="60" y="127"/>
                      <a:pt x="60" y="127"/>
                      <a:pt x="60" y="127"/>
                    </a:cubicBezTo>
                    <a:cubicBezTo>
                      <a:pt x="61" y="125"/>
                      <a:pt x="63" y="121"/>
                      <a:pt x="65" y="120"/>
                    </a:cubicBezTo>
                    <a:cubicBezTo>
                      <a:pt x="65" y="120"/>
                      <a:pt x="65" y="120"/>
                      <a:pt x="65" y="120"/>
                    </a:cubicBezTo>
                    <a:cubicBezTo>
                      <a:pt x="67" y="118"/>
                      <a:pt x="69" y="117"/>
                      <a:pt x="71" y="115"/>
                    </a:cubicBezTo>
                    <a:cubicBezTo>
                      <a:pt x="70" y="113"/>
                      <a:pt x="75" y="109"/>
                      <a:pt x="74" y="107"/>
                    </a:cubicBezTo>
                    <a:cubicBezTo>
                      <a:pt x="75" y="107"/>
                      <a:pt x="74" y="107"/>
                      <a:pt x="75" y="107"/>
                    </a:cubicBezTo>
                    <a:cubicBezTo>
                      <a:pt x="74" y="106"/>
                      <a:pt x="74" y="106"/>
                      <a:pt x="74" y="106"/>
                    </a:cubicBezTo>
                    <a:cubicBezTo>
                      <a:pt x="78" y="103"/>
                      <a:pt x="78" y="103"/>
                      <a:pt x="78" y="103"/>
                    </a:cubicBezTo>
                    <a:cubicBezTo>
                      <a:pt x="78" y="104"/>
                      <a:pt x="78" y="105"/>
                      <a:pt x="78" y="106"/>
                    </a:cubicBezTo>
                    <a:cubicBezTo>
                      <a:pt x="82" y="103"/>
                      <a:pt x="78" y="104"/>
                      <a:pt x="79" y="101"/>
                    </a:cubicBezTo>
                    <a:cubicBezTo>
                      <a:pt x="81" y="98"/>
                      <a:pt x="82" y="99"/>
                      <a:pt x="84" y="99"/>
                    </a:cubicBezTo>
                    <a:cubicBezTo>
                      <a:pt x="84" y="100"/>
                      <a:pt x="82" y="100"/>
                      <a:pt x="81" y="101"/>
                    </a:cubicBezTo>
                    <a:cubicBezTo>
                      <a:pt x="81" y="103"/>
                      <a:pt x="83" y="100"/>
                      <a:pt x="84" y="101"/>
                    </a:cubicBezTo>
                    <a:cubicBezTo>
                      <a:pt x="85" y="100"/>
                      <a:pt x="84" y="98"/>
                      <a:pt x="86" y="97"/>
                    </a:cubicBezTo>
                    <a:cubicBezTo>
                      <a:pt x="88" y="96"/>
                      <a:pt x="92" y="92"/>
                      <a:pt x="92" y="93"/>
                    </a:cubicBezTo>
                    <a:cubicBezTo>
                      <a:pt x="93" y="91"/>
                      <a:pt x="95" y="90"/>
                      <a:pt x="96" y="88"/>
                    </a:cubicBezTo>
                    <a:cubicBezTo>
                      <a:pt x="94" y="89"/>
                      <a:pt x="91" y="91"/>
                      <a:pt x="90" y="91"/>
                    </a:cubicBezTo>
                    <a:cubicBezTo>
                      <a:pt x="91" y="90"/>
                      <a:pt x="94" y="87"/>
                      <a:pt x="94" y="87"/>
                    </a:cubicBezTo>
                    <a:cubicBezTo>
                      <a:pt x="94" y="88"/>
                      <a:pt x="94" y="88"/>
                      <a:pt x="94" y="88"/>
                    </a:cubicBezTo>
                    <a:cubicBezTo>
                      <a:pt x="94" y="87"/>
                      <a:pt x="99" y="84"/>
                      <a:pt x="96" y="85"/>
                    </a:cubicBezTo>
                    <a:cubicBezTo>
                      <a:pt x="100" y="84"/>
                      <a:pt x="100" y="84"/>
                      <a:pt x="100" y="84"/>
                    </a:cubicBezTo>
                    <a:cubicBezTo>
                      <a:pt x="100" y="82"/>
                      <a:pt x="103" y="80"/>
                      <a:pt x="105" y="78"/>
                    </a:cubicBezTo>
                    <a:cubicBezTo>
                      <a:pt x="106" y="80"/>
                      <a:pt x="106" y="82"/>
                      <a:pt x="110" y="80"/>
                    </a:cubicBezTo>
                    <a:cubicBezTo>
                      <a:pt x="113" y="76"/>
                      <a:pt x="113" y="76"/>
                      <a:pt x="113" y="76"/>
                    </a:cubicBezTo>
                    <a:cubicBezTo>
                      <a:pt x="115" y="74"/>
                      <a:pt x="116" y="74"/>
                      <a:pt x="116" y="75"/>
                    </a:cubicBezTo>
                    <a:cubicBezTo>
                      <a:pt x="124" y="71"/>
                      <a:pt x="121" y="66"/>
                      <a:pt x="128" y="64"/>
                    </a:cubicBezTo>
                    <a:cubicBezTo>
                      <a:pt x="126" y="67"/>
                      <a:pt x="129" y="66"/>
                      <a:pt x="132" y="65"/>
                    </a:cubicBezTo>
                    <a:cubicBezTo>
                      <a:pt x="131" y="65"/>
                      <a:pt x="131" y="64"/>
                      <a:pt x="132" y="63"/>
                    </a:cubicBezTo>
                    <a:cubicBezTo>
                      <a:pt x="131" y="63"/>
                      <a:pt x="132" y="65"/>
                      <a:pt x="129" y="65"/>
                    </a:cubicBezTo>
                    <a:cubicBezTo>
                      <a:pt x="128" y="65"/>
                      <a:pt x="131" y="63"/>
                      <a:pt x="132" y="62"/>
                    </a:cubicBezTo>
                    <a:cubicBezTo>
                      <a:pt x="139" y="63"/>
                      <a:pt x="150" y="53"/>
                      <a:pt x="160" y="50"/>
                    </a:cubicBezTo>
                    <a:cubicBezTo>
                      <a:pt x="158" y="48"/>
                      <a:pt x="163" y="48"/>
                      <a:pt x="164" y="46"/>
                    </a:cubicBezTo>
                    <a:cubicBezTo>
                      <a:pt x="165" y="49"/>
                      <a:pt x="169" y="43"/>
                      <a:pt x="172" y="44"/>
                    </a:cubicBezTo>
                    <a:cubicBezTo>
                      <a:pt x="170" y="42"/>
                      <a:pt x="170" y="42"/>
                      <a:pt x="170" y="42"/>
                    </a:cubicBezTo>
                    <a:cubicBezTo>
                      <a:pt x="176" y="41"/>
                      <a:pt x="177" y="34"/>
                      <a:pt x="182" y="36"/>
                    </a:cubicBezTo>
                    <a:cubicBezTo>
                      <a:pt x="185" y="35"/>
                      <a:pt x="182" y="38"/>
                      <a:pt x="181" y="39"/>
                    </a:cubicBezTo>
                    <a:cubicBezTo>
                      <a:pt x="186" y="40"/>
                      <a:pt x="191" y="32"/>
                      <a:pt x="196" y="34"/>
                    </a:cubicBezTo>
                    <a:cubicBezTo>
                      <a:pt x="196" y="33"/>
                      <a:pt x="194" y="32"/>
                      <a:pt x="197" y="30"/>
                    </a:cubicBezTo>
                    <a:cubicBezTo>
                      <a:pt x="201" y="30"/>
                      <a:pt x="207" y="29"/>
                      <a:pt x="207" y="29"/>
                    </a:cubicBezTo>
                    <a:cubicBezTo>
                      <a:pt x="209" y="28"/>
                      <a:pt x="210" y="27"/>
                      <a:pt x="213" y="27"/>
                    </a:cubicBezTo>
                    <a:cubicBezTo>
                      <a:pt x="213" y="28"/>
                      <a:pt x="212" y="28"/>
                      <a:pt x="211" y="29"/>
                    </a:cubicBezTo>
                    <a:cubicBezTo>
                      <a:pt x="215" y="28"/>
                      <a:pt x="219" y="26"/>
                      <a:pt x="222" y="24"/>
                    </a:cubicBezTo>
                    <a:cubicBezTo>
                      <a:pt x="225" y="26"/>
                      <a:pt x="233" y="23"/>
                      <a:pt x="238" y="23"/>
                    </a:cubicBezTo>
                    <a:cubicBezTo>
                      <a:pt x="241" y="20"/>
                      <a:pt x="247" y="23"/>
                      <a:pt x="247" y="20"/>
                    </a:cubicBezTo>
                    <a:cubicBezTo>
                      <a:pt x="247" y="20"/>
                      <a:pt x="247" y="20"/>
                      <a:pt x="248" y="21"/>
                    </a:cubicBezTo>
                    <a:cubicBezTo>
                      <a:pt x="249" y="19"/>
                      <a:pt x="251" y="17"/>
                      <a:pt x="253" y="17"/>
                    </a:cubicBezTo>
                    <a:cubicBezTo>
                      <a:pt x="253" y="19"/>
                      <a:pt x="253" y="19"/>
                      <a:pt x="253" y="19"/>
                    </a:cubicBezTo>
                    <a:cubicBezTo>
                      <a:pt x="252" y="22"/>
                      <a:pt x="260" y="19"/>
                      <a:pt x="261" y="20"/>
                    </a:cubicBezTo>
                    <a:cubicBezTo>
                      <a:pt x="258" y="19"/>
                      <a:pt x="263" y="20"/>
                      <a:pt x="263" y="18"/>
                    </a:cubicBezTo>
                    <a:cubicBezTo>
                      <a:pt x="266" y="18"/>
                      <a:pt x="266" y="18"/>
                      <a:pt x="266" y="18"/>
                    </a:cubicBezTo>
                    <a:cubicBezTo>
                      <a:pt x="271" y="17"/>
                      <a:pt x="267" y="17"/>
                      <a:pt x="273" y="16"/>
                    </a:cubicBezTo>
                    <a:cubicBezTo>
                      <a:pt x="276" y="16"/>
                      <a:pt x="274" y="19"/>
                      <a:pt x="273" y="19"/>
                    </a:cubicBezTo>
                    <a:cubicBezTo>
                      <a:pt x="275" y="20"/>
                      <a:pt x="278" y="19"/>
                      <a:pt x="281" y="19"/>
                    </a:cubicBezTo>
                    <a:cubicBezTo>
                      <a:pt x="280" y="18"/>
                      <a:pt x="280" y="18"/>
                      <a:pt x="281" y="18"/>
                    </a:cubicBezTo>
                    <a:cubicBezTo>
                      <a:pt x="281" y="18"/>
                      <a:pt x="281" y="18"/>
                      <a:pt x="281" y="19"/>
                    </a:cubicBezTo>
                    <a:cubicBezTo>
                      <a:pt x="282" y="18"/>
                      <a:pt x="283" y="18"/>
                      <a:pt x="285" y="18"/>
                    </a:cubicBezTo>
                    <a:cubicBezTo>
                      <a:pt x="285" y="19"/>
                      <a:pt x="285" y="19"/>
                      <a:pt x="285" y="19"/>
                    </a:cubicBezTo>
                    <a:cubicBezTo>
                      <a:pt x="283" y="19"/>
                      <a:pt x="282" y="19"/>
                      <a:pt x="281" y="19"/>
                    </a:cubicBezTo>
                    <a:cubicBezTo>
                      <a:pt x="282" y="19"/>
                      <a:pt x="283" y="19"/>
                      <a:pt x="284" y="19"/>
                    </a:cubicBezTo>
                    <a:cubicBezTo>
                      <a:pt x="285" y="19"/>
                      <a:pt x="285" y="19"/>
                      <a:pt x="285" y="19"/>
                    </a:cubicBezTo>
                    <a:cubicBezTo>
                      <a:pt x="286" y="19"/>
                      <a:pt x="287" y="19"/>
                      <a:pt x="288" y="20"/>
                    </a:cubicBezTo>
                    <a:cubicBezTo>
                      <a:pt x="287" y="21"/>
                      <a:pt x="287" y="21"/>
                      <a:pt x="287" y="21"/>
                    </a:cubicBezTo>
                    <a:cubicBezTo>
                      <a:pt x="289" y="22"/>
                      <a:pt x="294" y="20"/>
                      <a:pt x="294" y="20"/>
                    </a:cubicBezTo>
                    <a:cubicBezTo>
                      <a:pt x="303" y="22"/>
                      <a:pt x="318" y="23"/>
                      <a:pt x="322" y="24"/>
                    </a:cubicBezTo>
                    <a:cubicBezTo>
                      <a:pt x="319" y="23"/>
                      <a:pt x="318" y="24"/>
                      <a:pt x="320" y="24"/>
                    </a:cubicBezTo>
                    <a:cubicBezTo>
                      <a:pt x="323" y="25"/>
                      <a:pt x="326" y="24"/>
                      <a:pt x="326" y="25"/>
                    </a:cubicBezTo>
                    <a:cubicBezTo>
                      <a:pt x="329" y="25"/>
                      <a:pt x="328" y="27"/>
                      <a:pt x="332" y="28"/>
                    </a:cubicBezTo>
                    <a:cubicBezTo>
                      <a:pt x="332" y="29"/>
                      <a:pt x="333" y="27"/>
                      <a:pt x="332" y="27"/>
                    </a:cubicBezTo>
                    <a:cubicBezTo>
                      <a:pt x="337" y="31"/>
                      <a:pt x="347" y="31"/>
                      <a:pt x="354" y="36"/>
                    </a:cubicBezTo>
                    <a:cubicBezTo>
                      <a:pt x="353" y="36"/>
                      <a:pt x="352" y="36"/>
                      <a:pt x="351" y="37"/>
                    </a:cubicBezTo>
                    <a:cubicBezTo>
                      <a:pt x="357" y="38"/>
                      <a:pt x="363" y="41"/>
                      <a:pt x="369" y="42"/>
                    </a:cubicBezTo>
                    <a:cubicBezTo>
                      <a:pt x="368" y="42"/>
                      <a:pt x="368" y="43"/>
                      <a:pt x="366" y="43"/>
                    </a:cubicBezTo>
                    <a:cubicBezTo>
                      <a:pt x="369" y="44"/>
                      <a:pt x="372" y="46"/>
                      <a:pt x="375" y="47"/>
                    </a:cubicBezTo>
                    <a:cubicBezTo>
                      <a:pt x="375" y="47"/>
                      <a:pt x="375" y="47"/>
                      <a:pt x="375" y="47"/>
                    </a:cubicBezTo>
                    <a:cubicBezTo>
                      <a:pt x="373" y="44"/>
                      <a:pt x="378" y="46"/>
                      <a:pt x="381" y="48"/>
                    </a:cubicBezTo>
                    <a:cubicBezTo>
                      <a:pt x="380" y="48"/>
                      <a:pt x="380" y="48"/>
                      <a:pt x="380" y="48"/>
                    </a:cubicBezTo>
                    <a:cubicBezTo>
                      <a:pt x="384" y="51"/>
                      <a:pt x="385" y="50"/>
                      <a:pt x="388" y="53"/>
                    </a:cubicBezTo>
                    <a:cubicBezTo>
                      <a:pt x="390" y="55"/>
                      <a:pt x="386" y="52"/>
                      <a:pt x="386" y="53"/>
                    </a:cubicBezTo>
                    <a:cubicBezTo>
                      <a:pt x="386" y="56"/>
                      <a:pt x="393" y="61"/>
                      <a:pt x="394" y="62"/>
                    </a:cubicBezTo>
                    <a:cubicBezTo>
                      <a:pt x="395" y="62"/>
                      <a:pt x="396" y="63"/>
                      <a:pt x="397" y="62"/>
                    </a:cubicBezTo>
                    <a:cubicBezTo>
                      <a:pt x="400" y="64"/>
                      <a:pt x="397" y="64"/>
                      <a:pt x="399" y="66"/>
                    </a:cubicBezTo>
                    <a:cubicBezTo>
                      <a:pt x="409" y="69"/>
                      <a:pt x="409" y="69"/>
                      <a:pt x="409" y="69"/>
                    </a:cubicBezTo>
                    <a:cubicBezTo>
                      <a:pt x="408" y="69"/>
                      <a:pt x="410" y="73"/>
                      <a:pt x="407" y="71"/>
                    </a:cubicBezTo>
                    <a:cubicBezTo>
                      <a:pt x="412" y="76"/>
                      <a:pt x="417" y="77"/>
                      <a:pt x="422" y="80"/>
                    </a:cubicBezTo>
                    <a:cubicBezTo>
                      <a:pt x="423" y="82"/>
                      <a:pt x="428" y="87"/>
                      <a:pt x="430" y="89"/>
                    </a:cubicBezTo>
                    <a:cubicBezTo>
                      <a:pt x="429" y="90"/>
                      <a:pt x="428" y="87"/>
                      <a:pt x="427" y="87"/>
                    </a:cubicBezTo>
                    <a:cubicBezTo>
                      <a:pt x="428" y="91"/>
                      <a:pt x="428" y="91"/>
                      <a:pt x="428" y="91"/>
                    </a:cubicBezTo>
                    <a:cubicBezTo>
                      <a:pt x="425" y="87"/>
                      <a:pt x="427" y="93"/>
                      <a:pt x="424" y="91"/>
                    </a:cubicBezTo>
                    <a:cubicBezTo>
                      <a:pt x="428" y="94"/>
                      <a:pt x="432" y="102"/>
                      <a:pt x="435" y="107"/>
                    </a:cubicBezTo>
                    <a:cubicBezTo>
                      <a:pt x="435" y="102"/>
                      <a:pt x="440" y="113"/>
                      <a:pt x="443" y="111"/>
                    </a:cubicBezTo>
                    <a:cubicBezTo>
                      <a:pt x="447" y="117"/>
                      <a:pt x="443" y="115"/>
                      <a:pt x="443" y="118"/>
                    </a:cubicBezTo>
                    <a:cubicBezTo>
                      <a:pt x="448" y="124"/>
                      <a:pt x="451" y="130"/>
                      <a:pt x="453" y="136"/>
                    </a:cubicBezTo>
                    <a:cubicBezTo>
                      <a:pt x="453" y="136"/>
                      <a:pt x="453" y="136"/>
                      <a:pt x="453" y="136"/>
                    </a:cubicBezTo>
                    <a:cubicBezTo>
                      <a:pt x="456" y="141"/>
                      <a:pt x="459" y="150"/>
                      <a:pt x="464" y="155"/>
                    </a:cubicBezTo>
                    <a:cubicBezTo>
                      <a:pt x="463" y="154"/>
                      <a:pt x="463" y="155"/>
                      <a:pt x="462" y="154"/>
                    </a:cubicBezTo>
                    <a:cubicBezTo>
                      <a:pt x="463" y="160"/>
                      <a:pt x="465" y="154"/>
                      <a:pt x="466" y="161"/>
                    </a:cubicBezTo>
                    <a:cubicBezTo>
                      <a:pt x="465" y="160"/>
                      <a:pt x="465" y="160"/>
                      <a:pt x="465" y="160"/>
                    </a:cubicBezTo>
                    <a:cubicBezTo>
                      <a:pt x="467" y="164"/>
                      <a:pt x="467" y="169"/>
                      <a:pt x="470" y="173"/>
                    </a:cubicBezTo>
                    <a:cubicBezTo>
                      <a:pt x="469" y="174"/>
                      <a:pt x="469" y="173"/>
                      <a:pt x="468" y="172"/>
                    </a:cubicBezTo>
                    <a:cubicBezTo>
                      <a:pt x="470" y="177"/>
                      <a:pt x="471" y="182"/>
                      <a:pt x="474" y="186"/>
                    </a:cubicBezTo>
                    <a:cubicBezTo>
                      <a:pt x="473" y="186"/>
                      <a:pt x="472" y="186"/>
                      <a:pt x="471" y="184"/>
                    </a:cubicBezTo>
                    <a:cubicBezTo>
                      <a:pt x="471" y="189"/>
                      <a:pt x="474" y="189"/>
                      <a:pt x="474" y="193"/>
                    </a:cubicBezTo>
                    <a:cubicBezTo>
                      <a:pt x="475" y="194"/>
                      <a:pt x="474" y="197"/>
                      <a:pt x="474" y="196"/>
                    </a:cubicBezTo>
                    <a:cubicBezTo>
                      <a:pt x="475" y="198"/>
                      <a:pt x="476" y="205"/>
                      <a:pt x="477" y="207"/>
                    </a:cubicBezTo>
                    <a:cubicBezTo>
                      <a:pt x="476" y="208"/>
                      <a:pt x="476" y="209"/>
                      <a:pt x="475" y="212"/>
                    </a:cubicBezTo>
                    <a:cubicBezTo>
                      <a:pt x="478" y="236"/>
                      <a:pt x="473" y="260"/>
                      <a:pt x="467" y="283"/>
                    </a:cubicBezTo>
                    <a:cubicBezTo>
                      <a:pt x="463" y="286"/>
                      <a:pt x="467" y="277"/>
                      <a:pt x="464" y="279"/>
                    </a:cubicBezTo>
                    <a:cubicBezTo>
                      <a:pt x="467" y="280"/>
                      <a:pt x="464" y="283"/>
                      <a:pt x="461" y="290"/>
                    </a:cubicBezTo>
                    <a:cubicBezTo>
                      <a:pt x="461" y="290"/>
                      <a:pt x="461" y="290"/>
                      <a:pt x="461" y="290"/>
                    </a:cubicBezTo>
                    <a:cubicBezTo>
                      <a:pt x="460" y="293"/>
                      <a:pt x="458" y="294"/>
                      <a:pt x="457" y="297"/>
                    </a:cubicBezTo>
                    <a:cubicBezTo>
                      <a:pt x="458" y="297"/>
                      <a:pt x="458" y="297"/>
                      <a:pt x="458" y="297"/>
                    </a:cubicBezTo>
                    <a:cubicBezTo>
                      <a:pt x="458" y="301"/>
                      <a:pt x="452" y="303"/>
                      <a:pt x="453" y="306"/>
                    </a:cubicBezTo>
                    <a:cubicBezTo>
                      <a:pt x="451" y="307"/>
                      <a:pt x="451" y="307"/>
                      <a:pt x="451" y="307"/>
                    </a:cubicBezTo>
                    <a:cubicBezTo>
                      <a:pt x="451" y="312"/>
                      <a:pt x="447" y="312"/>
                      <a:pt x="447" y="316"/>
                    </a:cubicBezTo>
                    <a:cubicBezTo>
                      <a:pt x="447" y="316"/>
                      <a:pt x="447" y="316"/>
                      <a:pt x="447" y="316"/>
                    </a:cubicBezTo>
                    <a:cubicBezTo>
                      <a:pt x="443" y="320"/>
                      <a:pt x="442" y="327"/>
                      <a:pt x="439" y="328"/>
                    </a:cubicBezTo>
                    <a:cubicBezTo>
                      <a:pt x="437" y="332"/>
                      <a:pt x="434" y="337"/>
                      <a:pt x="435" y="339"/>
                    </a:cubicBezTo>
                    <a:cubicBezTo>
                      <a:pt x="433" y="339"/>
                      <a:pt x="433" y="338"/>
                      <a:pt x="433" y="337"/>
                    </a:cubicBezTo>
                    <a:cubicBezTo>
                      <a:pt x="422" y="352"/>
                      <a:pt x="406" y="365"/>
                      <a:pt x="395" y="377"/>
                    </a:cubicBezTo>
                    <a:cubicBezTo>
                      <a:pt x="394" y="378"/>
                      <a:pt x="395" y="377"/>
                      <a:pt x="395" y="376"/>
                    </a:cubicBezTo>
                    <a:cubicBezTo>
                      <a:pt x="389" y="385"/>
                      <a:pt x="378" y="390"/>
                      <a:pt x="378" y="398"/>
                    </a:cubicBezTo>
                    <a:cubicBezTo>
                      <a:pt x="377" y="402"/>
                      <a:pt x="377" y="402"/>
                      <a:pt x="377" y="402"/>
                    </a:cubicBezTo>
                    <a:cubicBezTo>
                      <a:pt x="375" y="403"/>
                      <a:pt x="375" y="402"/>
                      <a:pt x="373" y="403"/>
                    </a:cubicBezTo>
                    <a:cubicBezTo>
                      <a:pt x="373" y="406"/>
                      <a:pt x="368" y="411"/>
                      <a:pt x="369" y="413"/>
                    </a:cubicBezTo>
                    <a:cubicBezTo>
                      <a:pt x="368" y="414"/>
                      <a:pt x="369" y="412"/>
                      <a:pt x="368" y="412"/>
                    </a:cubicBezTo>
                    <a:cubicBezTo>
                      <a:pt x="365" y="416"/>
                      <a:pt x="365" y="422"/>
                      <a:pt x="363" y="426"/>
                    </a:cubicBezTo>
                    <a:cubicBezTo>
                      <a:pt x="363" y="424"/>
                      <a:pt x="363" y="424"/>
                      <a:pt x="363" y="424"/>
                    </a:cubicBezTo>
                    <a:cubicBezTo>
                      <a:pt x="349" y="443"/>
                      <a:pt x="340" y="473"/>
                      <a:pt x="342" y="493"/>
                    </a:cubicBezTo>
                    <a:cubicBezTo>
                      <a:pt x="343" y="498"/>
                      <a:pt x="340" y="495"/>
                      <a:pt x="340" y="497"/>
                    </a:cubicBezTo>
                    <a:cubicBezTo>
                      <a:pt x="342" y="517"/>
                      <a:pt x="338" y="542"/>
                      <a:pt x="349" y="558"/>
                    </a:cubicBezTo>
                    <a:cubicBezTo>
                      <a:pt x="355" y="570"/>
                      <a:pt x="363" y="573"/>
                      <a:pt x="363" y="573"/>
                    </a:cubicBezTo>
                    <a:cubicBezTo>
                      <a:pt x="346" y="542"/>
                      <a:pt x="349" y="513"/>
                      <a:pt x="356" y="481"/>
                    </a:cubicBezTo>
                    <a:cubicBezTo>
                      <a:pt x="356" y="470"/>
                      <a:pt x="359" y="457"/>
                      <a:pt x="363" y="448"/>
                    </a:cubicBezTo>
                    <a:cubicBezTo>
                      <a:pt x="376" y="404"/>
                      <a:pt x="410" y="388"/>
                      <a:pt x="444" y="349"/>
                    </a:cubicBezTo>
                    <a:cubicBezTo>
                      <a:pt x="442" y="350"/>
                      <a:pt x="443" y="348"/>
                      <a:pt x="444" y="346"/>
                    </a:cubicBezTo>
                    <a:cubicBezTo>
                      <a:pt x="445" y="345"/>
                      <a:pt x="445" y="345"/>
                      <a:pt x="445" y="345"/>
                    </a:cubicBezTo>
                    <a:cubicBezTo>
                      <a:pt x="446" y="342"/>
                      <a:pt x="446" y="342"/>
                      <a:pt x="446" y="342"/>
                    </a:cubicBezTo>
                    <a:cubicBezTo>
                      <a:pt x="448" y="339"/>
                      <a:pt x="449" y="341"/>
                      <a:pt x="447" y="344"/>
                    </a:cubicBezTo>
                    <a:cubicBezTo>
                      <a:pt x="459" y="329"/>
                      <a:pt x="467" y="314"/>
                      <a:pt x="475" y="297"/>
                    </a:cubicBezTo>
                    <a:cubicBezTo>
                      <a:pt x="474" y="295"/>
                      <a:pt x="479" y="288"/>
                      <a:pt x="477" y="286"/>
                    </a:cubicBezTo>
                    <a:cubicBezTo>
                      <a:pt x="478" y="286"/>
                      <a:pt x="478" y="286"/>
                      <a:pt x="478" y="287"/>
                    </a:cubicBezTo>
                    <a:cubicBezTo>
                      <a:pt x="481" y="274"/>
                      <a:pt x="482" y="274"/>
                      <a:pt x="487" y="263"/>
                    </a:cubicBezTo>
                    <a:cubicBezTo>
                      <a:pt x="501" y="211"/>
                      <a:pt x="485" y="161"/>
                      <a:pt x="463" y="118"/>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4" name="Rectangle 77"/>
              <p:cNvSpPr>
                <a:spLocks noChangeArrowheads="1"/>
              </p:cNvSpPr>
              <p:nvPr/>
            </p:nvSpPr>
            <p:spPr bwMode="auto">
              <a:xfrm>
                <a:off x="4586" y="1893"/>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5" name="Freeform 78"/>
              <p:cNvSpPr/>
              <p:nvPr/>
            </p:nvSpPr>
            <p:spPr bwMode="auto">
              <a:xfrm>
                <a:off x="3937" y="2817"/>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6" name="Freeform 79"/>
              <p:cNvSpPr/>
              <p:nvPr/>
            </p:nvSpPr>
            <p:spPr bwMode="auto">
              <a:xfrm>
                <a:off x="4629" y="1859"/>
                <a:ext cx="2" cy="2"/>
              </a:xfrm>
              <a:custGeom>
                <a:avLst/>
                <a:gdLst>
                  <a:gd name="T0" fmla="*/ 2 w 2"/>
                  <a:gd name="T1" fmla="*/ 2 h 2"/>
                  <a:gd name="T2" fmla="*/ 2 w 2"/>
                  <a:gd name="T3" fmla="*/ 2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2"/>
                    </a:lnTo>
                    <a:lnTo>
                      <a:pt x="0" y="0"/>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7" name="Freeform 80"/>
              <p:cNvSpPr/>
              <p:nvPr/>
            </p:nvSpPr>
            <p:spPr bwMode="auto">
              <a:xfrm>
                <a:off x="3967" y="28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8" name="Freeform 81"/>
              <p:cNvSpPr/>
              <p:nvPr/>
            </p:nvSpPr>
            <p:spPr bwMode="auto">
              <a:xfrm>
                <a:off x="4618" y="1878"/>
                <a:ext cx="2" cy="4"/>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0"/>
                      <a:pt x="1" y="2"/>
                      <a:pt x="1" y="2"/>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9" name="Freeform 82"/>
              <p:cNvSpPr/>
              <p:nvPr/>
            </p:nvSpPr>
            <p:spPr bwMode="auto">
              <a:xfrm>
                <a:off x="3814" y="226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0" name="Freeform 83"/>
              <p:cNvSpPr/>
              <p:nvPr/>
            </p:nvSpPr>
            <p:spPr bwMode="auto">
              <a:xfrm>
                <a:off x="3876" y="243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1" name="Freeform 84"/>
              <p:cNvSpPr/>
              <p:nvPr/>
            </p:nvSpPr>
            <p:spPr bwMode="auto">
              <a:xfrm>
                <a:off x="4618" y="187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2" name="Freeform 85"/>
              <p:cNvSpPr/>
              <p:nvPr/>
            </p:nvSpPr>
            <p:spPr bwMode="auto">
              <a:xfrm>
                <a:off x="3801" y="227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3" name="Freeform 86"/>
              <p:cNvSpPr/>
              <p:nvPr/>
            </p:nvSpPr>
            <p:spPr bwMode="auto">
              <a:xfrm>
                <a:off x="3808" y="2266"/>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0"/>
                      <a:pt x="1" y="1"/>
                      <a:pt x="1"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4" name="Freeform 87"/>
              <p:cNvSpPr/>
              <p:nvPr/>
            </p:nvSpPr>
            <p:spPr bwMode="auto">
              <a:xfrm>
                <a:off x="3878" y="2393"/>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5" name="Freeform 88"/>
              <p:cNvSpPr/>
              <p:nvPr/>
            </p:nvSpPr>
            <p:spPr bwMode="auto">
              <a:xfrm>
                <a:off x="3810" y="2266"/>
                <a:ext cx="6" cy="0"/>
              </a:xfrm>
              <a:custGeom>
                <a:avLst/>
                <a:gdLst>
                  <a:gd name="T0" fmla="*/ 1 w 3"/>
                  <a:gd name="T1" fmla="*/ 0 w 3"/>
                  <a:gd name="T2" fmla="*/ 1 w 3"/>
                </a:gdLst>
                <a:ahLst/>
                <a:cxnLst>
                  <a:cxn ang="0">
                    <a:pos x="T0" y="0"/>
                  </a:cxn>
                  <a:cxn ang="0">
                    <a:pos x="T1" y="0"/>
                  </a:cxn>
                  <a:cxn ang="0">
                    <a:pos x="T2" y="0"/>
                  </a:cxn>
                </a:cxnLst>
                <a:rect l="0" t="0" r="r" b="b"/>
                <a:pathLst>
                  <a:path w="3">
                    <a:moveTo>
                      <a:pt x="1" y="0"/>
                    </a:moveTo>
                    <a:cubicBezTo>
                      <a:pt x="0" y="0"/>
                      <a:pt x="0" y="0"/>
                      <a:pt x="0" y="0"/>
                    </a:cubicBezTo>
                    <a:cubicBezTo>
                      <a:pt x="3"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6" name="Freeform 89"/>
              <p:cNvSpPr/>
              <p:nvPr/>
            </p:nvSpPr>
            <p:spPr bwMode="auto">
              <a:xfrm>
                <a:off x="3935" y="224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7" name="Freeform 90"/>
              <p:cNvSpPr/>
              <p:nvPr/>
            </p:nvSpPr>
            <p:spPr bwMode="auto">
              <a:xfrm>
                <a:off x="3876" y="2213"/>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8" name="Oval 91"/>
              <p:cNvSpPr>
                <a:spLocks noChangeArrowheads="1"/>
              </p:cNvSpPr>
              <p:nvPr/>
            </p:nvSpPr>
            <p:spPr bwMode="auto">
              <a:xfrm>
                <a:off x="3814" y="2266"/>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9" name="Freeform 92"/>
              <p:cNvSpPr/>
              <p:nvPr/>
            </p:nvSpPr>
            <p:spPr bwMode="auto">
              <a:xfrm>
                <a:off x="3801" y="2007"/>
                <a:ext cx="5" cy="7"/>
              </a:xfrm>
              <a:custGeom>
                <a:avLst/>
                <a:gdLst>
                  <a:gd name="T0" fmla="*/ 1 w 2"/>
                  <a:gd name="T1" fmla="*/ 0 h 3"/>
                  <a:gd name="T2" fmla="*/ 2 w 2"/>
                  <a:gd name="T3" fmla="*/ 3 h 3"/>
                  <a:gd name="T4" fmla="*/ 1 w 2"/>
                  <a:gd name="T5" fmla="*/ 2 h 3"/>
                  <a:gd name="T6" fmla="*/ 1 w 2"/>
                  <a:gd name="T7" fmla="*/ 0 h 3"/>
                </a:gdLst>
                <a:ahLst/>
                <a:cxnLst>
                  <a:cxn ang="0">
                    <a:pos x="T0" y="T1"/>
                  </a:cxn>
                  <a:cxn ang="0">
                    <a:pos x="T2" y="T3"/>
                  </a:cxn>
                  <a:cxn ang="0">
                    <a:pos x="T4" y="T5"/>
                  </a:cxn>
                  <a:cxn ang="0">
                    <a:pos x="T6" y="T7"/>
                  </a:cxn>
                </a:cxnLst>
                <a:rect l="0" t="0" r="r" b="b"/>
                <a:pathLst>
                  <a:path w="2" h="3">
                    <a:moveTo>
                      <a:pt x="1" y="0"/>
                    </a:moveTo>
                    <a:cubicBezTo>
                      <a:pt x="0" y="0"/>
                      <a:pt x="0" y="1"/>
                      <a:pt x="2" y="3"/>
                    </a:cubicBezTo>
                    <a:cubicBezTo>
                      <a:pt x="1" y="2"/>
                      <a:pt x="1" y="2"/>
                      <a:pt x="1" y="2"/>
                    </a:cubicBezTo>
                    <a:cubicBezTo>
                      <a:pt x="1" y="1"/>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0" name="Freeform 93"/>
              <p:cNvSpPr/>
              <p:nvPr/>
            </p:nvSpPr>
            <p:spPr bwMode="auto">
              <a:xfrm>
                <a:off x="3837" y="24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1" name="Freeform 94"/>
              <p:cNvSpPr/>
              <p:nvPr/>
            </p:nvSpPr>
            <p:spPr bwMode="auto">
              <a:xfrm>
                <a:off x="4398" y="2296"/>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2" name="Freeform 95"/>
              <p:cNvSpPr/>
              <p:nvPr/>
            </p:nvSpPr>
            <p:spPr bwMode="auto">
              <a:xfrm>
                <a:off x="4376" y="2249"/>
                <a:ext cx="227" cy="119"/>
              </a:xfrm>
              <a:custGeom>
                <a:avLst/>
                <a:gdLst>
                  <a:gd name="T0" fmla="*/ 90 w 107"/>
                  <a:gd name="T1" fmla="*/ 34 h 56"/>
                  <a:gd name="T2" fmla="*/ 75 w 107"/>
                  <a:gd name="T3" fmla="*/ 23 h 56"/>
                  <a:gd name="T4" fmla="*/ 59 w 107"/>
                  <a:gd name="T5" fmla="*/ 22 h 56"/>
                  <a:gd name="T6" fmla="*/ 54 w 107"/>
                  <a:gd name="T7" fmla="*/ 18 h 56"/>
                  <a:gd name="T8" fmla="*/ 44 w 107"/>
                  <a:gd name="T9" fmla="*/ 13 h 56"/>
                  <a:gd name="T10" fmla="*/ 37 w 107"/>
                  <a:gd name="T11" fmla="*/ 9 h 56"/>
                  <a:gd name="T12" fmla="*/ 30 w 107"/>
                  <a:gd name="T13" fmla="*/ 11 h 56"/>
                  <a:gd name="T14" fmla="*/ 20 w 107"/>
                  <a:gd name="T15" fmla="*/ 8 h 56"/>
                  <a:gd name="T16" fmla="*/ 15 w 107"/>
                  <a:gd name="T17" fmla="*/ 6 h 56"/>
                  <a:gd name="T18" fmla="*/ 9 w 107"/>
                  <a:gd name="T19" fmla="*/ 1 h 56"/>
                  <a:gd name="T20" fmla="*/ 6 w 107"/>
                  <a:gd name="T21" fmla="*/ 1 h 56"/>
                  <a:gd name="T22" fmla="*/ 3 w 107"/>
                  <a:gd name="T23" fmla="*/ 3 h 56"/>
                  <a:gd name="T24" fmla="*/ 0 w 107"/>
                  <a:gd name="T25" fmla="*/ 5 h 56"/>
                  <a:gd name="T26" fmla="*/ 1 w 107"/>
                  <a:gd name="T27" fmla="*/ 8 h 56"/>
                  <a:gd name="T28" fmla="*/ 6 w 107"/>
                  <a:gd name="T29" fmla="*/ 9 h 56"/>
                  <a:gd name="T30" fmla="*/ 8 w 107"/>
                  <a:gd name="T31" fmla="*/ 14 h 56"/>
                  <a:gd name="T32" fmla="*/ 3 w 107"/>
                  <a:gd name="T33" fmla="*/ 19 h 56"/>
                  <a:gd name="T34" fmla="*/ 5 w 107"/>
                  <a:gd name="T35" fmla="*/ 20 h 56"/>
                  <a:gd name="T36" fmla="*/ 8 w 107"/>
                  <a:gd name="T37" fmla="*/ 18 h 56"/>
                  <a:gd name="T38" fmla="*/ 8 w 107"/>
                  <a:gd name="T39" fmla="*/ 20 h 56"/>
                  <a:gd name="T40" fmla="*/ 12 w 107"/>
                  <a:gd name="T41" fmla="*/ 17 h 56"/>
                  <a:gd name="T42" fmla="*/ 11 w 107"/>
                  <a:gd name="T43" fmla="*/ 22 h 56"/>
                  <a:gd name="T44" fmla="*/ 11 w 107"/>
                  <a:gd name="T45" fmla="*/ 25 h 56"/>
                  <a:gd name="T46" fmla="*/ 13 w 107"/>
                  <a:gd name="T47" fmla="*/ 23 h 56"/>
                  <a:gd name="T48" fmla="*/ 14 w 107"/>
                  <a:gd name="T49" fmla="*/ 25 h 56"/>
                  <a:gd name="T50" fmla="*/ 17 w 107"/>
                  <a:gd name="T51" fmla="*/ 22 h 56"/>
                  <a:gd name="T52" fmla="*/ 21 w 107"/>
                  <a:gd name="T53" fmla="*/ 18 h 56"/>
                  <a:gd name="T54" fmla="*/ 20 w 107"/>
                  <a:gd name="T55" fmla="*/ 23 h 56"/>
                  <a:gd name="T56" fmla="*/ 24 w 107"/>
                  <a:gd name="T57" fmla="*/ 26 h 56"/>
                  <a:gd name="T58" fmla="*/ 26 w 107"/>
                  <a:gd name="T59" fmla="*/ 27 h 56"/>
                  <a:gd name="T60" fmla="*/ 28 w 107"/>
                  <a:gd name="T61" fmla="*/ 27 h 56"/>
                  <a:gd name="T62" fmla="*/ 33 w 107"/>
                  <a:gd name="T63" fmla="*/ 29 h 56"/>
                  <a:gd name="T64" fmla="*/ 35 w 107"/>
                  <a:gd name="T65" fmla="*/ 30 h 56"/>
                  <a:gd name="T66" fmla="*/ 36 w 107"/>
                  <a:gd name="T67" fmla="*/ 30 h 56"/>
                  <a:gd name="T68" fmla="*/ 38 w 107"/>
                  <a:gd name="T69" fmla="*/ 28 h 56"/>
                  <a:gd name="T70" fmla="*/ 39 w 107"/>
                  <a:gd name="T71" fmla="*/ 31 h 56"/>
                  <a:gd name="T72" fmla="*/ 41 w 107"/>
                  <a:gd name="T73" fmla="*/ 30 h 56"/>
                  <a:gd name="T74" fmla="*/ 44 w 107"/>
                  <a:gd name="T75" fmla="*/ 33 h 56"/>
                  <a:gd name="T76" fmla="*/ 48 w 107"/>
                  <a:gd name="T77" fmla="*/ 34 h 56"/>
                  <a:gd name="T78" fmla="*/ 50 w 107"/>
                  <a:gd name="T79" fmla="*/ 37 h 56"/>
                  <a:gd name="T80" fmla="*/ 52 w 107"/>
                  <a:gd name="T81" fmla="*/ 36 h 56"/>
                  <a:gd name="T82" fmla="*/ 52 w 107"/>
                  <a:gd name="T83" fmla="*/ 37 h 56"/>
                  <a:gd name="T84" fmla="*/ 55 w 107"/>
                  <a:gd name="T85" fmla="*/ 37 h 56"/>
                  <a:gd name="T86" fmla="*/ 58 w 107"/>
                  <a:gd name="T87" fmla="*/ 38 h 56"/>
                  <a:gd name="T88" fmla="*/ 61 w 107"/>
                  <a:gd name="T89" fmla="*/ 38 h 56"/>
                  <a:gd name="T90" fmla="*/ 67 w 107"/>
                  <a:gd name="T91" fmla="*/ 33 h 56"/>
                  <a:gd name="T92" fmla="*/ 67 w 107"/>
                  <a:gd name="T93" fmla="*/ 38 h 56"/>
                  <a:gd name="T94" fmla="*/ 71 w 107"/>
                  <a:gd name="T95" fmla="*/ 39 h 56"/>
                  <a:gd name="T96" fmla="*/ 73 w 107"/>
                  <a:gd name="T97" fmla="*/ 40 h 56"/>
                  <a:gd name="T98" fmla="*/ 79 w 107"/>
                  <a:gd name="T99" fmla="*/ 44 h 56"/>
                  <a:gd name="T100" fmla="*/ 81 w 107"/>
                  <a:gd name="T101" fmla="*/ 46 h 56"/>
                  <a:gd name="T102" fmla="*/ 90 w 107"/>
                  <a:gd name="T103" fmla="*/ 46 h 56"/>
                  <a:gd name="T104" fmla="*/ 93 w 107"/>
                  <a:gd name="T105" fmla="*/ 4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56">
                    <a:moveTo>
                      <a:pt x="102" y="41"/>
                    </a:moveTo>
                    <a:cubicBezTo>
                      <a:pt x="101" y="41"/>
                      <a:pt x="100" y="41"/>
                      <a:pt x="100" y="40"/>
                    </a:cubicBezTo>
                    <a:cubicBezTo>
                      <a:pt x="96" y="38"/>
                      <a:pt x="96" y="32"/>
                      <a:pt x="92" y="32"/>
                    </a:cubicBezTo>
                    <a:cubicBezTo>
                      <a:pt x="91" y="33"/>
                      <a:pt x="91" y="34"/>
                      <a:pt x="90" y="34"/>
                    </a:cubicBezTo>
                    <a:cubicBezTo>
                      <a:pt x="91" y="33"/>
                      <a:pt x="91" y="33"/>
                      <a:pt x="91" y="33"/>
                    </a:cubicBezTo>
                    <a:cubicBezTo>
                      <a:pt x="90" y="34"/>
                      <a:pt x="90" y="34"/>
                      <a:pt x="90" y="34"/>
                    </a:cubicBezTo>
                    <a:cubicBezTo>
                      <a:pt x="89" y="34"/>
                      <a:pt x="90" y="33"/>
                      <a:pt x="91" y="33"/>
                    </a:cubicBezTo>
                    <a:cubicBezTo>
                      <a:pt x="89" y="32"/>
                      <a:pt x="88" y="32"/>
                      <a:pt x="87" y="31"/>
                    </a:cubicBezTo>
                    <a:cubicBezTo>
                      <a:pt x="86" y="32"/>
                      <a:pt x="86" y="30"/>
                      <a:pt x="85" y="32"/>
                    </a:cubicBezTo>
                    <a:cubicBezTo>
                      <a:pt x="86" y="31"/>
                      <a:pt x="86" y="31"/>
                      <a:pt x="86" y="31"/>
                    </a:cubicBezTo>
                    <a:cubicBezTo>
                      <a:pt x="84" y="32"/>
                      <a:pt x="84" y="32"/>
                      <a:pt x="85" y="29"/>
                    </a:cubicBezTo>
                    <a:cubicBezTo>
                      <a:pt x="82" y="25"/>
                      <a:pt x="78" y="26"/>
                      <a:pt x="75" y="23"/>
                    </a:cubicBezTo>
                    <a:cubicBezTo>
                      <a:pt x="72" y="22"/>
                      <a:pt x="68" y="22"/>
                      <a:pt x="64" y="21"/>
                    </a:cubicBezTo>
                    <a:cubicBezTo>
                      <a:pt x="62" y="24"/>
                      <a:pt x="62" y="23"/>
                      <a:pt x="60" y="25"/>
                    </a:cubicBezTo>
                    <a:cubicBezTo>
                      <a:pt x="61" y="24"/>
                      <a:pt x="61" y="24"/>
                      <a:pt x="61" y="24"/>
                    </a:cubicBezTo>
                    <a:cubicBezTo>
                      <a:pt x="60" y="25"/>
                      <a:pt x="60" y="24"/>
                      <a:pt x="60" y="22"/>
                    </a:cubicBezTo>
                    <a:cubicBezTo>
                      <a:pt x="60" y="23"/>
                      <a:pt x="60" y="22"/>
                      <a:pt x="59" y="24"/>
                    </a:cubicBezTo>
                    <a:cubicBezTo>
                      <a:pt x="58" y="26"/>
                      <a:pt x="60" y="21"/>
                      <a:pt x="59" y="22"/>
                    </a:cubicBezTo>
                    <a:cubicBezTo>
                      <a:pt x="60" y="21"/>
                      <a:pt x="59" y="23"/>
                      <a:pt x="59" y="22"/>
                    </a:cubicBezTo>
                    <a:cubicBezTo>
                      <a:pt x="57" y="24"/>
                      <a:pt x="60" y="22"/>
                      <a:pt x="59" y="19"/>
                    </a:cubicBezTo>
                    <a:cubicBezTo>
                      <a:pt x="57" y="19"/>
                      <a:pt x="55" y="20"/>
                      <a:pt x="54" y="19"/>
                    </a:cubicBezTo>
                    <a:cubicBezTo>
                      <a:pt x="54" y="19"/>
                      <a:pt x="54" y="20"/>
                      <a:pt x="54" y="20"/>
                    </a:cubicBezTo>
                    <a:cubicBezTo>
                      <a:pt x="55" y="17"/>
                      <a:pt x="53" y="21"/>
                      <a:pt x="53" y="19"/>
                    </a:cubicBezTo>
                    <a:cubicBezTo>
                      <a:pt x="53" y="19"/>
                      <a:pt x="53" y="19"/>
                      <a:pt x="54" y="18"/>
                    </a:cubicBezTo>
                    <a:cubicBezTo>
                      <a:pt x="54" y="17"/>
                      <a:pt x="52" y="18"/>
                      <a:pt x="52" y="17"/>
                    </a:cubicBezTo>
                    <a:cubicBezTo>
                      <a:pt x="51" y="18"/>
                      <a:pt x="52" y="15"/>
                      <a:pt x="51" y="16"/>
                    </a:cubicBezTo>
                    <a:cubicBezTo>
                      <a:pt x="51" y="15"/>
                      <a:pt x="51" y="15"/>
                      <a:pt x="51" y="15"/>
                    </a:cubicBezTo>
                    <a:cubicBezTo>
                      <a:pt x="49" y="18"/>
                      <a:pt x="50" y="13"/>
                      <a:pt x="49" y="15"/>
                    </a:cubicBezTo>
                    <a:cubicBezTo>
                      <a:pt x="49" y="14"/>
                      <a:pt x="49" y="14"/>
                      <a:pt x="49" y="14"/>
                    </a:cubicBezTo>
                    <a:cubicBezTo>
                      <a:pt x="47" y="14"/>
                      <a:pt x="46" y="12"/>
                      <a:pt x="44" y="13"/>
                    </a:cubicBezTo>
                    <a:cubicBezTo>
                      <a:pt x="43" y="13"/>
                      <a:pt x="43" y="10"/>
                      <a:pt x="41" y="11"/>
                    </a:cubicBezTo>
                    <a:cubicBezTo>
                      <a:pt x="40" y="12"/>
                      <a:pt x="40" y="12"/>
                      <a:pt x="40" y="12"/>
                    </a:cubicBezTo>
                    <a:cubicBezTo>
                      <a:pt x="40" y="12"/>
                      <a:pt x="41" y="11"/>
                      <a:pt x="41" y="11"/>
                    </a:cubicBezTo>
                    <a:cubicBezTo>
                      <a:pt x="40" y="12"/>
                      <a:pt x="40" y="10"/>
                      <a:pt x="39" y="10"/>
                    </a:cubicBezTo>
                    <a:cubicBezTo>
                      <a:pt x="39" y="10"/>
                      <a:pt x="39" y="10"/>
                      <a:pt x="39" y="11"/>
                    </a:cubicBezTo>
                    <a:cubicBezTo>
                      <a:pt x="39" y="9"/>
                      <a:pt x="37" y="11"/>
                      <a:pt x="37" y="9"/>
                    </a:cubicBezTo>
                    <a:cubicBezTo>
                      <a:pt x="35" y="12"/>
                      <a:pt x="35" y="11"/>
                      <a:pt x="35" y="11"/>
                    </a:cubicBezTo>
                    <a:cubicBezTo>
                      <a:pt x="35" y="11"/>
                      <a:pt x="35" y="10"/>
                      <a:pt x="35" y="10"/>
                    </a:cubicBezTo>
                    <a:cubicBezTo>
                      <a:pt x="35" y="10"/>
                      <a:pt x="34" y="10"/>
                      <a:pt x="34" y="9"/>
                    </a:cubicBezTo>
                    <a:cubicBezTo>
                      <a:pt x="34" y="9"/>
                      <a:pt x="33" y="11"/>
                      <a:pt x="33" y="10"/>
                    </a:cubicBezTo>
                    <a:cubicBezTo>
                      <a:pt x="34" y="8"/>
                      <a:pt x="32" y="10"/>
                      <a:pt x="32" y="9"/>
                    </a:cubicBezTo>
                    <a:cubicBezTo>
                      <a:pt x="31" y="10"/>
                      <a:pt x="30" y="12"/>
                      <a:pt x="30" y="11"/>
                    </a:cubicBezTo>
                    <a:cubicBezTo>
                      <a:pt x="32" y="8"/>
                      <a:pt x="32" y="8"/>
                      <a:pt x="32" y="8"/>
                    </a:cubicBezTo>
                    <a:cubicBezTo>
                      <a:pt x="30" y="9"/>
                      <a:pt x="30" y="6"/>
                      <a:pt x="27" y="8"/>
                    </a:cubicBezTo>
                    <a:cubicBezTo>
                      <a:pt x="28" y="7"/>
                      <a:pt x="28" y="7"/>
                      <a:pt x="28" y="7"/>
                    </a:cubicBezTo>
                    <a:cubicBezTo>
                      <a:pt x="26" y="8"/>
                      <a:pt x="25" y="5"/>
                      <a:pt x="23" y="7"/>
                    </a:cubicBezTo>
                    <a:cubicBezTo>
                      <a:pt x="23" y="6"/>
                      <a:pt x="23" y="6"/>
                      <a:pt x="22" y="5"/>
                    </a:cubicBezTo>
                    <a:cubicBezTo>
                      <a:pt x="21" y="7"/>
                      <a:pt x="21" y="6"/>
                      <a:pt x="20" y="8"/>
                    </a:cubicBezTo>
                    <a:cubicBezTo>
                      <a:pt x="19" y="8"/>
                      <a:pt x="20" y="7"/>
                      <a:pt x="20" y="6"/>
                    </a:cubicBezTo>
                    <a:cubicBezTo>
                      <a:pt x="20" y="6"/>
                      <a:pt x="21" y="3"/>
                      <a:pt x="19" y="5"/>
                    </a:cubicBezTo>
                    <a:cubicBezTo>
                      <a:pt x="20" y="4"/>
                      <a:pt x="20" y="4"/>
                      <a:pt x="20" y="4"/>
                    </a:cubicBezTo>
                    <a:cubicBezTo>
                      <a:pt x="18" y="5"/>
                      <a:pt x="17" y="6"/>
                      <a:pt x="17" y="5"/>
                    </a:cubicBezTo>
                    <a:cubicBezTo>
                      <a:pt x="16" y="6"/>
                      <a:pt x="16" y="6"/>
                      <a:pt x="15" y="7"/>
                    </a:cubicBezTo>
                    <a:cubicBezTo>
                      <a:pt x="15" y="7"/>
                      <a:pt x="16" y="5"/>
                      <a:pt x="15" y="6"/>
                    </a:cubicBezTo>
                    <a:cubicBezTo>
                      <a:pt x="16" y="5"/>
                      <a:pt x="16" y="5"/>
                      <a:pt x="16" y="5"/>
                    </a:cubicBezTo>
                    <a:cubicBezTo>
                      <a:pt x="16" y="4"/>
                      <a:pt x="14" y="4"/>
                      <a:pt x="13" y="4"/>
                    </a:cubicBezTo>
                    <a:cubicBezTo>
                      <a:pt x="14" y="2"/>
                      <a:pt x="11" y="4"/>
                      <a:pt x="12" y="2"/>
                    </a:cubicBezTo>
                    <a:cubicBezTo>
                      <a:pt x="11" y="3"/>
                      <a:pt x="11" y="1"/>
                      <a:pt x="9" y="4"/>
                    </a:cubicBezTo>
                    <a:cubicBezTo>
                      <a:pt x="10" y="3"/>
                      <a:pt x="10" y="3"/>
                      <a:pt x="10" y="3"/>
                    </a:cubicBezTo>
                    <a:cubicBezTo>
                      <a:pt x="9" y="2"/>
                      <a:pt x="9" y="2"/>
                      <a:pt x="9" y="1"/>
                    </a:cubicBezTo>
                    <a:cubicBezTo>
                      <a:pt x="8" y="0"/>
                      <a:pt x="7" y="2"/>
                      <a:pt x="7" y="3"/>
                    </a:cubicBezTo>
                    <a:cubicBezTo>
                      <a:pt x="7" y="1"/>
                      <a:pt x="7" y="1"/>
                      <a:pt x="7" y="1"/>
                    </a:cubicBezTo>
                    <a:cubicBezTo>
                      <a:pt x="7" y="2"/>
                      <a:pt x="5" y="4"/>
                      <a:pt x="4" y="5"/>
                    </a:cubicBezTo>
                    <a:cubicBezTo>
                      <a:pt x="5" y="4"/>
                      <a:pt x="4" y="5"/>
                      <a:pt x="4" y="4"/>
                    </a:cubicBezTo>
                    <a:cubicBezTo>
                      <a:pt x="5" y="3"/>
                      <a:pt x="6" y="2"/>
                      <a:pt x="7" y="1"/>
                    </a:cubicBezTo>
                    <a:cubicBezTo>
                      <a:pt x="7" y="0"/>
                      <a:pt x="5" y="3"/>
                      <a:pt x="6" y="1"/>
                    </a:cubicBezTo>
                    <a:cubicBezTo>
                      <a:pt x="6" y="0"/>
                      <a:pt x="5" y="0"/>
                      <a:pt x="4" y="2"/>
                    </a:cubicBezTo>
                    <a:cubicBezTo>
                      <a:pt x="5" y="1"/>
                      <a:pt x="5" y="1"/>
                      <a:pt x="5" y="0"/>
                    </a:cubicBezTo>
                    <a:cubicBezTo>
                      <a:pt x="5" y="0"/>
                      <a:pt x="5" y="0"/>
                      <a:pt x="4" y="1"/>
                    </a:cubicBezTo>
                    <a:cubicBezTo>
                      <a:pt x="4" y="1"/>
                      <a:pt x="4" y="1"/>
                      <a:pt x="4" y="1"/>
                    </a:cubicBezTo>
                    <a:cubicBezTo>
                      <a:pt x="3" y="2"/>
                      <a:pt x="3" y="2"/>
                      <a:pt x="2" y="4"/>
                    </a:cubicBezTo>
                    <a:cubicBezTo>
                      <a:pt x="2" y="3"/>
                      <a:pt x="3" y="3"/>
                      <a:pt x="3" y="3"/>
                    </a:cubicBezTo>
                    <a:cubicBezTo>
                      <a:pt x="2" y="4"/>
                      <a:pt x="1" y="5"/>
                      <a:pt x="2" y="3"/>
                    </a:cubicBezTo>
                    <a:cubicBezTo>
                      <a:pt x="2" y="2"/>
                      <a:pt x="3" y="2"/>
                      <a:pt x="4" y="1"/>
                    </a:cubicBezTo>
                    <a:cubicBezTo>
                      <a:pt x="1" y="3"/>
                      <a:pt x="1" y="3"/>
                      <a:pt x="1" y="3"/>
                    </a:cubicBezTo>
                    <a:cubicBezTo>
                      <a:pt x="2" y="2"/>
                      <a:pt x="1" y="3"/>
                      <a:pt x="0" y="5"/>
                    </a:cubicBezTo>
                    <a:cubicBezTo>
                      <a:pt x="1" y="4"/>
                      <a:pt x="1" y="4"/>
                      <a:pt x="1" y="4"/>
                    </a:cubicBezTo>
                    <a:cubicBezTo>
                      <a:pt x="0" y="5"/>
                      <a:pt x="0" y="5"/>
                      <a:pt x="0" y="5"/>
                    </a:cubicBezTo>
                    <a:cubicBezTo>
                      <a:pt x="1" y="5"/>
                      <a:pt x="0" y="6"/>
                      <a:pt x="2" y="6"/>
                    </a:cubicBezTo>
                    <a:cubicBezTo>
                      <a:pt x="2" y="4"/>
                      <a:pt x="2" y="4"/>
                      <a:pt x="2" y="4"/>
                    </a:cubicBezTo>
                    <a:cubicBezTo>
                      <a:pt x="3" y="4"/>
                      <a:pt x="4" y="3"/>
                      <a:pt x="3" y="4"/>
                    </a:cubicBezTo>
                    <a:cubicBezTo>
                      <a:pt x="2" y="6"/>
                      <a:pt x="2" y="6"/>
                      <a:pt x="2" y="6"/>
                    </a:cubicBezTo>
                    <a:cubicBezTo>
                      <a:pt x="2" y="6"/>
                      <a:pt x="3" y="6"/>
                      <a:pt x="3" y="6"/>
                    </a:cubicBezTo>
                    <a:cubicBezTo>
                      <a:pt x="1" y="8"/>
                      <a:pt x="1" y="8"/>
                      <a:pt x="1" y="8"/>
                    </a:cubicBezTo>
                    <a:cubicBezTo>
                      <a:pt x="3" y="5"/>
                      <a:pt x="3" y="7"/>
                      <a:pt x="3" y="7"/>
                    </a:cubicBezTo>
                    <a:cubicBezTo>
                      <a:pt x="3" y="7"/>
                      <a:pt x="3" y="7"/>
                      <a:pt x="3" y="7"/>
                    </a:cubicBezTo>
                    <a:cubicBezTo>
                      <a:pt x="2" y="9"/>
                      <a:pt x="3" y="6"/>
                      <a:pt x="4" y="6"/>
                    </a:cubicBezTo>
                    <a:cubicBezTo>
                      <a:pt x="4" y="7"/>
                      <a:pt x="2" y="9"/>
                      <a:pt x="2" y="10"/>
                    </a:cubicBezTo>
                    <a:cubicBezTo>
                      <a:pt x="2" y="10"/>
                      <a:pt x="4" y="9"/>
                      <a:pt x="3" y="11"/>
                    </a:cubicBezTo>
                    <a:cubicBezTo>
                      <a:pt x="4" y="10"/>
                      <a:pt x="5" y="10"/>
                      <a:pt x="6" y="9"/>
                    </a:cubicBezTo>
                    <a:cubicBezTo>
                      <a:pt x="6" y="9"/>
                      <a:pt x="4" y="11"/>
                      <a:pt x="5" y="11"/>
                    </a:cubicBezTo>
                    <a:cubicBezTo>
                      <a:pt x="5" y="11"/>
                      <a:pt x="4" y="12"/>
                      <a:pt x="4" y="13"/>
                    </a:cubicBezTo>
                    <a:cubicBezTo>
                      <a:pt x="5" y="12"/>
                      <a:pt x="4" y="13"/>
                      <a:pt x="5" y="11"/>
                    </a:cubicBezTo>
                    <a:cubicBezTo>
                      <a:pt x="6" y="12"/>
                      <a:pt x="6" y="13"/>
                      <a:pt x="7" y="12"/>
                    </a:cubicBezTo>
                    <a:cubicBezTo>
                      <a:pt x="7" y="12"/>
                      <a:pt x="6" y="14"/>
                      <a:pt x="5" y="15"/>
                    </a:cubicBezTo>
                    <a:cubicBezTo>
                      <a:pt x="6" y="13"/>
                      <a:pt x="7" y="13"/>
                      <a:pt x="8" y="14"/>
                    </a:cubicBezTo>
                    <a:cubicBezTo>
                      <a:pt x="9" y="12"/>
                      <a:pt x="8" y="12"/>
                      <a:pt x="9" y="11"/>
                    </a:cubicBezTo>
                    <a:cubicBezTo>
                      <a:pt x="10" y="10"/>
                      <a:pt x="10" y="10"/>
                      <a:pt x="10" y="10"/>
                    </a:cubicBezTo>
                    <a:cubicBezTo>
                      <a:pt x="9" y="11"/>
                      <a:pt x="8" y="14"/>
                      <a:pt x="8" y="14"/>
                    </a:cubicBezTo>
                    <a:cubicBezTo>
                      <a:pt x="6" y="16"/>
                      <a:pt x="8" y="13"/>
                      <a:pt x="6" y="16"/>
                    </a:cubicBezTo>
                    <a:cubicBezTo>
                      <a:pt x="5" y="18"/>
                      <a:pt x="4" y="17"/>
                      <a:pt x="5" y="16"/>
                    </a:cubicBezTo>
                    <a:cubicBezTo>
                      <a:pt x="3" y="18"/>
                      <a:pt x="5" y="17"/>
                      <a:pt x="3" y="19"/>
                    </a:cubicBezTo>
                    <a:cubicBezTo>
                      <a:pt x="4" y="19"/>
                      <a:pt x="5" y="18"/>
                      <a:pt x="5" y="18"/>
                    </a:cubicBezTo>
                    <a:cubicBezTo>
                      <a:pt x="6" y="17"/>
                      <a:pt x="6" y="16"/>
                      <a:pt x="7" y="16"/>
                    </a:cubicBezTo>
                    <a:cubicBezTo>
                      <a:pt x="8" y="14"/>
                      <a:pt x="6" y="17"/>
                      <a:pt x="6" y="18"/>
                    </a:cubicBezTo>
                    <a:cubicBezTo>
                      <a:pt x="6" y="18"/>
                      <a:pt x="6" y="18"/>
                      <a:pt x="6" y="18"/>
                    </a:cubicBezTo>
                    <a:cubicBezTo>
                      <a:pt x="6" y="19"/>
                      <a:pt x="7" y="18"/>
                      <a:pt x="7" y="18"/>
                    </a:cubicBezTo>
                    <a:cubicBezTo>
                      <a:pt x="5" y="21"/>
                      <a:pt x="6" y="18"/>
                      <a:pt x="5" y="20"/>
                    </a:cubicBezTo>
                    <a:cubicBezTo>
                      <a:pt x="4" y="22"/>
                      <a:pt x="4" y="22"/>
                      <a:pt x="4" y="22"/>
                    </a:cubicBezTo>
                    <a:cubicBezTo>
                      <a:pt x="4" y="22"/>
                      <a:pt x="6" y="19"/>
                      <a:pt x="6" y="20"/>
                    </a:cubicBezTo>
                    <a:cubicBezTo>
                      <a:pt x="5" y="21"/>
                      <a:pt x="5" y="21"/>
                      <a:pt x="5" y="21"/>
                    </a:cubicBezTo>
                    <a:cubicBezTo>
                      <a:pt x="6" y="21"/>
                      <a:pt x="6" y="21"/>
                      <a:pt x="6" y="21"/>
                    </a:cubicBezTo>
                    <a:cubicBezTo>
                      <a:pt x="6" y="20"/>
                      <a:pt x="7" y="18"/>
                      <a:pt x="7" y="18"/>
                    </a:cubicBezTo>
                    <a:cubicBezTo>
                      <a:pt x="9" y="16"/>
                      <a:pt x="7" y="18"/>
                      <a:pt x="8" y="18"/>
                    </a:cubicBezTo>
                    <a:cubicBezTo>
                      <a:pt x="9" y="16"/>
                      <a:pt x="8" y="18"/>
                      <a:pt x="9" y="16"/>
                    </a:cubicBezTo>
                    <a:cubicBezTo>
                      <a:pt x="9" y="15"/>
                      <a:pt x="10" y="15"/>
                      <a:pt x="10" y="15"/>
                    </a:cubicBezTo>
                    <a:cubicBezTo>
                      <a:pt x="10" y="15"/>
                      <a:pt x="9" y="17"/>
                      <a:pt x="9" y="18"/>
                    </a:cubicBezTo>
                    <a:cubicBezTo>
                      <a:pt x="9" y="18"/>
                      <a:pt x="8" y="18"/>
                      <a:pt x="9" y="17"/>
                    </a:cubicBezTo>
                    <a:cubicBezTo>
                      <a:pt x="7" y="19"/>
                      <a:pt x="7" y="21"/>
                      <a:pt x="6" y="21"/>
                    </a:cubicBezTo>
                    <a:cubicBezTo>
                      <a:pt x="6" y="23"/>
                      <a:pt x="7" y="20"/>
                      <a:pt x="8" y="20"/>
                    </a:cubicBezTo>
                    <a:cubicBezTo>
                      <a:pt x="7" y="21"/>
                      <a:pt x="8" y="19"/>
                      <a:pt x="9" y="18"/>
                    </a:cubicBezTo>
                    <a:cubicBezTo>
                      <a:pt x="12" y="14"/>
                      <a:pt x="7" y="21"/>
                      <a:pt x="8" y="21"/>
                    </a:cubicBezTo>
                    <a:cubicBezTo>
                      <a:pt x="10" y="18"/>
                      <a:pt x="11" y="18"/>
                      <a:pt x="12" y="15"/>
                    </a:cubicBezTo>
                    <a:cubicBezTo>
                      <a:pt x="13" y="14"/>
                      <a:pt x="13" y="14"/>
                      <a:pt x="13" y="14"/>
                    </a:cubicBezTo>
                    <a:cubicBezTo>
                      <a:pt x="12" y="16"/>
                      <a:pt x="13" y="16"/>
                      <a:pt x="11" y="17"/>
                    </a:cubicBezTo>
                    <a:cubicBezTo>
                      <a:pt x="12" y="17"/>
                      <a:pt x="12" y="17"/>
                      <a:pt x="12" y="17"/>
                    </a:cubicBezTo>
                    <a:cubicBezTo>
                      <a:pt x="10" y="19"/>
                      <a:pt x="10" y="19"/>
                      <a:pt x="10" y="19"/>
                    </a:cubicBezTo>
                    <a:cubicBezTo>
                      <a:pt x="10" y="21"/>
                      <a:pt x="9" y="22"/>
                      <a:pt x="9" y="23"/>
                    </a:cubicBezTo>
                    <a:cubicBezTo>
                      <a:pt x="10" y="22"/>
                      <a:pt x="10" y="21"/>
                      <a:pt x="10" y="21"/>
                    </a:cubicBezTo>
                    <a:cubicBezTo>
                      <a:pt x="10" y="22"/>
                      <a:pt x="9" y="23"/>
                      <a:pt x="10" y="23"/>
                    </a:cubicBezTo>
                    <a:cubicBezTo>
                      <a:pt x="10" y="22"/>
                      <a:pt x="11" y="20"/>
                      <a:pt x="11" y="20"/>
                    </a:cubicBezTo>
                    <a:cubicBezTo>
                      <a:pt x="12" y="20"/>
                      <a:pt x="11" y="22"/>
                      <a:pt x="11" y="22"/>
                    </a:cubicBezTo>
                    <a:cubicBezTo>
                      <a:pt x="10" y="24"/>
                      <a:pt x="10" y="24"/>
                      <a:pt x="10" y="24"/>
                    </a:cubicBezTo>
                    <a:cubicBezTo>
                      <a:pt x="11" y="23"/>
                      <a:pt x="9" y="24"/>
                      <a:pt x="10" y="24"/>
                    </a:cubicBezTo>
                    <a:cubicBezTo>
                      <a:pt x="12" y="20"/>
                      <a:pt x="12" y="20"/>
                      <a:pt x="12" y="20"/>
                    </a:cubicBezTo>
                    <a:cubicBezTo>
                      <a:pt x="13" y="20"/>
                      <a:pt x="12" y="21"/>
                      <a:pt x="12" y="21"/>
                    </a:cubicBezTo>
                    <a:cubicBezTo>
                      <a:pt x="11" y="22"/>
                      <a:pt x="11" y="22"/>
                      <a:pt x="11" y="22"/>
                    </a:cubicBezTo>
                    <a:cubicBezTo>
                      <a:pt x="12" y="22"/>
                      <a:pt x="10" y="25"/>
                      <a:pt x="11" y="25"/>
                    </a:cubicBezTo>
                    <a:cubicBezTo>
                      <a:pt x="12" y="23"/>
                      <a:pt x="12" y="23"/>
                      <a:pt x="12" y="23"/>
                    </a:cubicBezTo>
                    <a:cubicBezTo>
                      <a:pt x="11" y="25"/>
                      <a:pt x="11" y="25"/>
                      <a:pt x="11" y="25"/>
                    </a:cubicBezTo>
                    <a:cubicBezTo>
                      <a:pt x="11" y="24"/>
                      <a:pt x="12" y="24"/>
                      <a:pt x="12" y="24"/>
                    </a:cubicBezTo>
                    <a:cubicBezTo>
                      <a:pt x="11" y="25"/>
                      <a:pt x="11" y="25"/>
                      <a:pt x="11" y="25"/>
                    </a:cubicBezTo>
                    <a:cubicBezTo>
                      <a:pt x="12" y="24"/>
                      <a:pt x="13" y="22"/>
                      <a:pt x="12" y="24"/>
                    </a:cubicBezTo>
                    <a:cubicBezTo>
                      <a:pt x="14" y="22"/>
                      <a:pt x="12" y="24"/>
                      <a:pt x="13" y="23"/>
                    </a:cubicBezTo>
                    <a:cubicBezTo>
                      <a:pt x="13" y="21"/>
                      <a:pt x="14" y="21"/>
                      <a:pt x="14" y="21"/>
                    </a:cubicBezTo>
                    <a:cubicBezTo>
                      <a:pt x="13" y="24"/>
                      <a:pt x="14" y="22"/>
                      <a:pt x="14" y="22"/>
                    </a:cubicBezTo>
                    <a:cubicBezTo>
                      <a:pt x="14" y="23"/>
                      <a:pt x="14" y="23"/>
                      <a:pt x="14" y="24"/>
                    </a:cubicBezTo>
                    <a:cubicBezTo>
                      <a:pt x="15" y="22"/>
                      <a:pt x="15" y="22"/>
                      <a:pt x="15" y="22"/>
                    </a:cubicBezTo>
                    <a:cubicBezTo>
                      <a:pt x="13" y="25"/>
                      <a:pt x="15" y="22"/>
                      <a:pt x="15" y="23"/>
                    </a:cubicBezTo>
                    <a:cubicBezTo>
                      <a:pt x="14" y="24"/>
                      <a:pt x="14" y="25"/>
                      <a:pt x="14" y="25"/>
                    </a:cubicBezTo>
                    <a:cubicBezTo>
                      <a:pt x="15" y="23"/>
                      <a:pt x="16" y="23"/>
                      <a:pt x="16" y="21"/>
                    </a:cubicBezTo>
                    <a:cubicBezTo>
                      <a:pt x="16" y="22"/>
                      <a:pt x="15" y="24"/>
                      <a:pt x="14" y="26"/>
                    </a:cubicBezTo>
                    <a:cubicBezTo>
                      <a:pt x="15" y="24"/>
                      <a:pt x="14" y="27"/>
                      <a:pt x="15" y="25"/>
                    </a:cubicBezTo>
                    <a:cubicBezTo>
                      <a:pt x="15" y="24"/>
                      <a:pt x="16" y="23"/>
                      <a:pt x="17" y="22"/>
                    </a:cubicBezTo>
                    <a:cubicBezTo>
                      <a:pt x="17" y="23"/>
                      <a:pt x="16" y="23"/>
                      <a:pt x="16" y="24"/>
                    </a:cubicBezTo>
                    <a:cubicBezTo>
                      <a:pt x="16" y="24"/>
                      <a:pt x="17" y="23"/>
                      <a:pt x="17" y="22"/>
                    </a:cubicBezTo>
                    <a:cubicBezTo>
                      <a:pt x="17" y="22"/>
                      <a:pt x="19" y="20"/>
                      <a:pt x="18" y="22"/>
                    </a:cubicBezTo>
                    <a:cubicBezTo>
                      <a:pt x="18" y="23"/>
                      <a:pt x="17" y="22"/>
                      <a:pt x="17" y="23"/>
                    </a:cubicBezTo>
                    <a:cubicBezTo>
                      <a:pt x="17" y="24"/>
                      <a:pt x="19" y="20"/>
                      <a:pt x="20" y="20"/>
                    </a:cubicBezTo>
                    <a:cubicBezTo>
                      <a:pt x="20" y="19"/>
                      <a:pt x="22" y="16"/>
                      <a:pt x="22" y="15"/>
                    </a:cubicBezTo>
                    <a:cubicBezTo>
                      <a:pt x="23" y="16"/>
                      <a:pt x="22" y="16"/>
                      <a:pt x="21" y="18"/>
                    </a:cubicBezTo>
                    <a:cubicBezTo>
                      <a:pt x="21" y="18"/>
                      <a:pt x="21" y="18"/>
                      <a:pt x="21" y="18"/>
                    </a:cubicBezTo>
                    <a:cubicBezTo>
                      <a:pt x="20" y="21"/>
                      <a:pt x="18" y="22"/>
                      <a:pt x="18" y="24"/>
                    </a:cubicBezTo>
                    <a:cubicBezTo>
                      <a:pt x="18" y="23"/>
                      <a:pt x="18" y="23"/>
                      <a:pt x="18" y="23"/>
                    </a:cubicBezTo>
                    <a:cubicBezTo>
                      <a:pt x="17" y="26"/>
                      <a:pt x="17" y="26"/>
                      <a:pt x="17" y="26"/>
                    </a:cubicBezTo>
                    <a:cubicBezTo>
                      <a:pt x="18" y="24"/>
                      <a:pt x="18" y="26"/>
                      <a:pt x="18" y="26"/>
                    </a:cubicBezTo>
                    <a:cubicBezTo>
                      <a:pt x="19" y="24"/>
                      <a:pt x="17" y="26"/>
                      <a:pt x="18" y="25"/>
                    </a:cubicBezTo>
                    <a:cubicBezTo>
                      <a:pt x="19" y="25"/>
                      <a:pt x="20" y="22"/>
                      <a:pt x="20" y="23"/>
                    </a:cubicBezTo>
                    <a:cubicBezTo>
                      <a:pt x="18" y="26"/>
                      <a:pt x="18" y="26"/>
                      <a:pt x="18" y="26"/>
                    </a:cubicBezTo>
                    <a:cubicBezTo>
                      <a:pt x="18" y="27"/>
                      <a:pt x="19" y="24"/>
                      <a:pt x="19" y="25"/>
                    </a:cubicBezTo>
                    <a:cubicBezTo>
                      <a:pt x="19" y="26"/>
                      <a:pt x="19" y="26"/>
                      <a:pt x="19" y="26"/>
                    </a:cubicBezTo>
                    <a:cubicBezTo>
                      <a:pt x="19" y="27"/>
                      <a:pt x="21" y="28"/>
                      <a:pt x="23" y="24"/>
                    </a:cubicBezTo>
                    <a:cubicBezTo>
                      <a:pt x="23" y="26"/>
                      <a:pt x="23" y="26"/>
                      <a:pt x="23" y="27"/>
                    </a:cubicBezTo>
                    <a:cubicBezTo>
                      <a:pt x="23" y="27"/>
                      <a:pt x="24" y="26"/>
                      <a:pt x="24" y="26"/>
                    </a:cubicBezTo>
                    <a:cubicBezTo>
                      <a:pt x="23" y="28"/>
                      <a:pt x="23" y="28"/>
                      <a:pt x="23" y="28"/>
                    </a:cubicBezTo>
                    <a:cubicBezTo>
                      <a:pt x="23" y="29"/>
                      <a:pt x="24" y="27"/>
                      <a:pt x="25" y="26"/>
                    </a:cubicBezTo>
                    <a:cubicBezTo>
                      <a:pt x="25" y="28"/>
                      <a:pt x="25" y="28"/>
                      <a:pt x="25" y="28"/>
                    </a:cubicBezTo>
                    <a:cubicBezTo>
                      <a:pt x="24" y="29"/>
                      <a:pt x="25" y="27"/>
                      <a:pt x="26" y="26"/>
                    </a:cubicBezTo>
                    <a:cubicBezTo>
                      <a:pt x="25" y="28"/>
                      <a:pt x="25" y="28"/>
                      <a:pt x="25" y="28"/>
                    </a:cubicBezTo>
                    <a:cubicBezTo>
                      <a:pt x="26" y="27"/>
                      <a:pt x="26" y="27"/>
                      <a:pt x="26" y="27"/>
                    </a:cubicBezTo>
                    <a:cubicBezTo>
                      <a:pt x="26" y="26"/>
                      <a:pt x="27" y="26"/>
                      <a:pt x="26" y="28"/>
                    </a:cubicBezTo>
                    <a:cubicBezTo>
                      <a:pt x="26" y="27"/>
                      <a:pt x="26" y="27"/>
                      <a:pt x="26" y="27"/>
                    </a:cubicBezTo>
                    <a:cubicBezTo>
                      <a:pt x="26" y="28"/>
                      <a:pt x="27" y="29"/>
                      <a:pt x="27" y="28"/>
                    </a:cubicBezTo>
                    <a:cubicBezTo>
                      <a:pt x="28" y="28"/>
                      <a:pt x="28" y="27"/>
                      <a:pt x="28" y="26"/>
                    </a:cubicBezTo>
                    <a:cubicBezTo>
                      <a:pt x="29" y="24"/>
                      <a:pt x="28" y="26"/>
                      <a:pt x="29" y="25"/>
                    </a:cubicBezTo>
                    <a:cubicBezTo>
                      <a:pt x="28" y="27"/>
                      <a:pt x="28" y="27"/>
                      <a:pt x="28" y="27"/>
                    </a:cubicBezTo>
                    <a:cubicBezTo>
                      <a:pt x="27" y="30"/>
                      <a:pt x="29" y="28"/>
                      <a:pt x="30" y="29"/>
                    </a:cubicBezTo>
                    <a:cubicBezTo>
                      <a:pt x="31" y="28"/>
                      <a:pt x="31" y="28"/>
                      <a:pt x="31" y="28"/>
                    </a:cubicBezTo>
                    <a:cubicBezTo>
                      <a:pt x="30" y="30"/>
                      <a:pt x="32" y="28"/>
                      <a:pt x="32" y="30"/>
                    </a:cubicBezTo>
                    <a:cubicBezTo>
                      <a:pt x="32" y="29"/>
                      <a:pt x="33" y="26"/>
                      <a:pt x="34" y="26"/>
                    </a:cubicBezTo>
                    <a:cubicBezTo>
                      <a:pt x="35" y="25"/>
                      <a:pt x="33" y="29"/>
                      <a:pt x="32" y="30"/>
                    </a:cubicBezTo>
                    <a:cubicBezTo>
                      <a:pt x="33" y="29"/>
                      <a:pt x="33" y="29"/>
                      <a:pt x="33" y="29"/>
                    </a:cubicBezTo>
                    <a:cubicBezTo>
                      <a:pt x="33" y="30"/>
                      <a:pt x="33" y="30"/>
                      <a:pt x="33" y="30"/>
                    </a:cubicBezTo>
                    <a:cubicBezTo>
                      <a:pt x="34" y="29"/>
                      <a:pt x="34" y="28"/>
                      <a:pt x="34" y="29"/>
                    </a:cubicBezTo>
                    <a:cubicBezTo>
                      <a:pt x="34" y="29"/>
                      <a:pt x="34" y="29"/>
                      <a:pt x="34" y="29"/>
                    </a:cubicBezTo>
                    <a:cubicBezTo>
                      <a:pt x="34" y="30"/>
                      <a:pt x="34" y="31"/>
                      <a:pt x="34" y="31"/>
                    </a:cubicBezTo>
                    <a:cubicBezTo>
                      <a:pt x="35" y="29"/>
                      <a:pt x="35" y="30"/>
                      <a:pt x="36" y="29"/>
                    </a:cubicBezTo>
                    <a:cubicBezTo>
                      <a:pt x="35" y="30"/>
                      <a:pt x="35" y="30"/>
                      <a:pt x="35" y="30"/>
                    </a:cubicBezTo>
                    <a:cubicBezTo>
                      <a:pt x="36" y="28"/>
                      <a:pt x="36" y="28"/>
                      <a:pt x="36" y="28"/>
                    </a:cubicBezTo>
                    <a:cubicBezTo>
                      <a:pt x="36" y="29"/>
                      <a:pt x="36" y="29"/>
                      <a:pt x="36" y="29"/>
                    </a:cubicBezTo>
                    <a:cubicBezTo>
                      <a:pt x="35" y="31"/>
                      <a:pt x="35" y="31"/>
                      <a:pt x="35" y="31"/>
                    </a:cubicBezTo>
                    <a:cubicBezTo>
                      <a:pt x="35" y="32"/>
                      <a:pt x="36" y="29"/>
                      <a:pt x="36" y="29"/>
                    </a:cubicBezTo>
                    <a:cubicBezTo>
                      <a:pt x="37" y="28"/>
                      <a:pt x="37" y="29"/>
                      <a:pt x="36" y="30"/>
                    </a:cubicBezTo>
                    <a:cubicBezTo>
                      <a:pt x="36" y="30"/>
                      <a:pt x="36" y="29"/>
                      <a:pt x="36" y="30"/>
                    </a:cubicBezTo>
                    <a:cubicBezTo>
                      <a:pt x="35" y="31"/>
                      <a:pt x="36" y="30"/>
                      <a:pt x="36" y="31"/>
                    </a:cubicBezTo>
                    <a:cubicBezTo>
                      <a:pt x="36" y="31"/>
                      <a:pt x="37" y="29"/>
                      <a:pt x="37" y="30"/>
                    </a:cubicBezTo>
                    <a:cubicBezTo>
                      <a:pt x="37" y="30"/>
                      <a:pt x="37" y="30"/>
                      <a:pt x="37" y="31"/>
                    </a:cubicBezTo>
                    <a:cubicBezTo>
                      <a:pt x="37" y="30"/>
                      <a:pt x="37" y="31"/>
                      <a:pt x="38" y="30"/>
                    </a:cubicBezTo>
                    <a:cubicBezTo>
                      <a:pt x="38" y="30"/>
                      <a:pt x="38" y="29"/>
                      <a:pt x="38" y="28"/>
                    </a:cubicBezTo>
                    <a:cubicBezTo>
                      <a:pt x="38" y="28"/>
                      <a:pt x="39" y="28"/>
                      <a:pt x="38" y="28"/>
                    </a:cubicBezTo>
                    <a:cubicBezTo>
                      <a:pt x="38" y="29"/>
                      <a:pt x="38" y="29"/>
                      <a:pt x="38" y="29"/>
                    </a:cubicBezTo>
                    <a:cubicBezTo>
                      <a:pt x="38" y="28"/>
                      <a:pt x="38" y="29"/>
                      <a:pt x="39" y="28"/>
                    </a:cubicBezTo>
                    <a:cubicBezTo>
                      <a:pt x="38" y="30"/>
                      <a:pt x="38" y="30"/>
                      <a:pt x="38" y="30"/>
                    </a:cubicBezTo>
                    <a:cubicBezTo>
                      <a:pt x="39" y="29"/>
                      <a:pt x="39" y="29"/>
                      <a:pt x="39" y="29"/>
                    </a:cubicBezTo>
                    <a:cubicBezTo>
                      <a:pt x="39" y="30"/>
                      <a:pt x="38" y="32"/>
                      <a:pt x="38" y="32"/>
                    </a:cubicBezTo>
                    <a:cubicBezTo>
                      <a:pt x="39" y="31"/>
                      <a:pt x="39" y="31"/>
                      <a:pt x="39" y="31"/>
                    </a:cubicBezTo>
                    <a:cubicBezTo>
                      <a:pt x="39" y="31"/>
                      <a:pt x="39" y="31"/>
                      <a:pt x="39" y="32"/>
                    </a:cubicBezTo>
                    <a:cubicBezTo>
                      <a:pt x="39" y="33"/>
                      <a:pt x="41" y="28"/>
                      <a:pt x="41" y="30"/>
                    </a:cubicBezTo>
                    <a:cubicBezTo>
                      <a:pt x="40" y="31"/>
                      <a:pt x="40" y="32"/>
                      <a:pt x="40" y="32"/>
                    </a:cubicBezTo>
                    <a:cubicBezTo>
                      <a:pt x="40" y="32"/>
                      <a:pt x="41" y="31"/>
                      <a:pt x="41" y="31"/>
                    </a:cubicBezTo>
                    <a:cubicBezTo>
                      <a:pt x="41" y="31"/>
                      <a:pt x="40" y="33"/>
                      <a:pt x="40" y="31"/>
                    </a:cubicBezTo>
                    <a:cubicBezTo>
                      <a:pt x="41" y="30"/>
                      <a:pt x="41" y="31"/>
                      <a:pt x="41" y="30"/>
                    </a:cubicBezTo>
                    <a:cubicBezTo>
                      <a:pt x="40" y="35"/>
                      <a:pt x="42" y="32"/>
                      <a:pt x="42" y="34"/>
                    </a:cubicBezTo>
                    <a:cubicBezTo>
                      <a:pt x="43" y="32"/>
                      <a:pt x="43" y="34"/>
                      <a:pt x="43" y="33"/>
                    </a:cubicBezTo>
                    <a:cubicBezTo>
                      <a:pt x="42" y="35"/>
                      <a:pt x="44" y="33"/>
                      <a:pt x="43" y="34"/>
                    </a:cubicBezTo>
                    <a:cubicBezTo>
                      <a:pt x="44" y="32"/>
                      <a:pt x="44" y="32"/>
                      <a:pt x="44" y="32"/>
                    </a:cubicBezTo>
                    <a:cubicBezTo>
                      <a:pt x="44" y="33"/>
                      <a:pt x="46" y="29"/>
                      <a:pt x="45" y="31"/>
                    </a:cubicBezTo>
                    <a:cubicBezTo>
                      <a:pt x="45" y="32"/>
                      <a:pt x="45" y="33"/>
                      <a:pt x="44" y="33"/>
                    </a:cubicBezTo>
                    <a:cubicBezTo>
                      <a:pt x="44" y="36"/>
                      <a:pt x="46" y="32"/>
                      <a:pt x="45" y="35"/>
                    </a:cubicBezTo>
                    <a:cubicBezTo>
                      <a:pt x="46" y="34"/>
                      <a:pt x="46" y="32"/>
                      <a:pt x="47" y="31"/>
                    </a:cubicBezTo>
                    <a:cubicBezTo>
                      <a:pt x="47" y="33"/>
                      <a:pt x="47" y="34"/>
                      <a:pt x="46" y="34"/>
                    </a:cubicBezTo>
                    <a:cubicBezTo>
                      <a:pt x="47" y="34"/>
                      <a:pt x="47" y="33"/>
                      <a:pt x="47" y="34"/>
                    </a:cubicBezTo>
                    <a:cubicBezTo>
                      <a:pt x="47" y="35"/>
                      <a:pt x="47" y="35"/>
                      <a:pt x="46" y="35"/>
                    </a:cubicBezTo>
                    <a:cubicBezTo>
                      <a:pt x="46" y="36"/>
                      <a:pt x="47" y="35"/>
                      <a:pt x="48" y="34"/>
                    </a:cubicBezTo>
                    <a:cubicBezTo>
                      <a:pt x="47" y="36"/>
                      <a:pt x="48" y="35"/>
                      <a:pt x="48" y="37"/>
                    </a:cubicBezTo>
                    <a:cubicBezTo>
                      <a:pt x="49" y="35"/>
                      <a:pt x="48" y="38"/>
                      <a:pt x="49" y="35"/>
                    </a:cubicBezTo>
                    <a:cubicBezTo>
                      <a:pt x="49" y="36"/>
                      <a:pt x="49" y="36"/>
                      <a:pt x="49" y="36"/>
                    </a:cubicBezTo>
                    <a:cubicBezTo>
                      <a:pt x="50" y="35"/>
                      <a:pt x="51" y="33"/>
                      <a:pt x="51" y="33"/>
                    </a:cubicBezTo>
                    <a:cubicBezTo>
                      <a:pt x="50" y="35"/>
                      <a:pt x="50" y="35"/>
                      <a:pt x="50" y="35"/>
                    </a:cubicBezTo>
                    <a:cubicBezTo>
                      <a:pt x="49" y="37"/>
                      <a:pt x="50" y="36"/>
                      <a:pt x="50" y="37"/>
                    </a:cubicBezTo>
                    <a:cubicBezTo>
                      <a:pt x="50" y="35"/>
                      <a:pt x="50" y="37"/>
                      <a:pt x="51" y="36"/>
                    </a:cubicBezTo>
                    <a:cubicBezTo>
                      <a:pt x="51" y="35"/>
                      <a:pt x="51" y="35"/>
                      <a:pt x="51" y="35"/>
                    </a:cubicBezTo>
                    <a:cubicBezTo>
                      <a:pt x="52" y="35"/>
                      <a:pt x="52" y="34"/>
                      <a:pt x="52" y="34"/>
                    </a:cubicBezTo>
                    <a:cubicBezTo>
                      <a:pt x="52" y="34"/>
                      <a:pt x="51" y="36"/>
                      <a:pt x="51" y="36"/>
                    </a:cubicBezTo>
                    <a:cubicBezTo>
                      <a:pt x="51" y="37"/>
                      <a:pt x="51" y="37"/>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7"/>
                      <a:pt x="52" y="37"/>
                      <a:pt x="52" y="37"/>
                    </a:cubicBezTo>
                    <a:cubicBezTo>
                      <a:pt x="52" y="37"/>
                      <a:pt x="52" y="37"/>
                      <a:pt x="52" y="37"/>
                    </a:cubicBezTo>
                    <a:cubicBezTo>
                      <a:pt x="52" y="37"/>
                      <a:pt x="52" y="37"/>
                      <a:pt x="52" y="37"/>
                    </a:cubicBezTo>
                    <a:cubicBezTo>
                      <a:pt x="51" y="39"/>
                      <a:pt x="51" y="39"/>
                      <a:pt x="51" y="39"/>
                    </a:cubicBezTo>
                    <a:cubicBezTo>
                      <a:pt x="51" y="39"/>
                      <a:pt x="52" y="37"/>
                      <a:pt x="53" y="37"/>
                    </a:cubicBezTo>
                    <a:cubicBezTo>
                      <a:pt x="53" y="38"/>
                      <a:pt x="54" y="37"/>
                      <a:pt x="55" y="37"/>
                    </a:cubicBezTo>
                    <a:cubicBezTo>
                      <a:pt x="55" y="37"/>
                      <a:pt x="54" y="38"/>
                      <a:pt x="55" y="37"/>
                    </a:cubicBezTo>
                    <a:cubicBezTo>
                      <a:pt x="55" y="37"/>
                      <a:pt x="56" y="36"/>
                      <a:pt x="55" y="37"/>
                    </a:cubicBezTo>
                    <a:cubicBezTo>
                      <a:pt x="56" y="36"/>
                      <a:pt x="55" y="38"/>
                      <a:pt x="55" y="38"/>
                    </a:cubicBezTo>
                    <a:cubicBezTo>
                      <a:pt x="55" y="38"/>
                      <a:pt x="56" y="37"/>
                      <a:pt x="56" y="37"/>
                    </a:cubicBezTo>
                    <a:cubicBezTo>
                      <a:pt x="55" y="39"/>
                      <a:pt x="58" y="36"/>
                      <a:pt x="57" y="38"/>
                    </a:cubicBezTo>
                    <a:cubicBezTo>
                      <a:pt x="58" y="37"/>
                      <a:pt x="57" y="38"/>
                      <a:pt x="57" y="39"/>
                    </a:cubicBezTo>
                    <a:cubicBezTo>
                      <a:pt x="57" y="38"/>
                      <a:pt x="58" y="38"/>
                      <a:pt x="59" y="36"/>
                    </a:cubicBezTo>
                    <a:cubicBezTo>
                      <a:pt x="58" y="38"/>
                      <a:pt x="58" y="38"/>
                      <a:pt x="58" y="38"/>
                    </a:cubicBezTo>
                    <a:cubicBezTo>
                      <a:pt x="59" y="38"/>
                      <a:pt x="59" y="38"/>
                      <a:pt x="60" y="37"/>
                    </a:cubicBezTo>
                    <a:cubicBezTo>
                      <a:pt x="60" y="36"/>
                      <a:pt x="61" y="35"/>
                      <a:pt x="61" y="35"/>
                    </a:cubicBezTo>
                    <a:cubicBezTo>
                      <a:pt x="61" y="35"/>
                      <a:pt x="61" y="35"/>
                      <a:pt x="61" y="35"/>
                    </a:cubicBezTo>
                    <a:cubicBezTo>
                      <a:pt x="61" y="36"/>
                      <a:pt x="62" y="35"/>
                      <a:pt x="62" y="35"/>
                    </a:cubicBezTo>
                    <a:cubicBezTo>
                      <a:pt x="62" y="36"/>
                      <a:pt x="62" y="35"/>
                      <a:pt x="61" y="36"/>
                    </a:cubicBezTo>
                    <a:cubicBezTo>
                      <a:pt x="60" y="39"/>
                      <a:pt x="61" y="38"/>
                      <a:pt x="61" y="38"/>
                    </a:cubicBezTo>
                    <a:cubicBezTo>
                      <a:pt x="62" y="37"/>
                      <a:pt x="62" y="37"/>
                      <a:pt x="62" y="37"/>
                    </a:cubicBezTo>
                    <a:cubicBezTo>
                      <a:pt x="63" y="36"/>
                      <a:pt x="61" y="38"/>
                      <a:pt x="62" y="38"/>
                    </a:cubicBezTo>
                    <a:cubicBezTo>
                      <a:pt x="64" y="34"/>
                      <a:pt x="64" y="34"/>
                      <a:pt x="64" y="34"/>
                    </a:cubicBezTo>
                    <a:cubicBezTo>
                      <a:pt x="64" y="34"/>
                      <a:pt x="64" y="36"/>
                      <a:pt x="63" y="37"/>
                    </a:cubicBezTo>
                    <a:cubicBezTo>
                      <a:pt x="64" y="37"/>
                      <a:pt x="65" y="34"/>
                      <a:pt x="66" y="33"/>
                    </a:cubicBezTo>
                    <a:cubicBezTo>
                      <a:pt x="66" y="34"/>
                      <a:pt x="67" y="33"/>
                      <a:pt x="67" y="33"/>
                    </a:cubicBezTo>
                    <a:cubicBezTo>
                      <a:pt x="67" y="34"/>
                      <a:pt x="67" y="33"/>
                      <a:pt x="67" y="34"/>
                    </a:cubicBezTo>
                    <a:cubicBezTo>
                      <a:pt x="66" y="35"/>
                      <a:pt x="66" y="35"/>
                      <a:pt x="66" y="35"/>
                    </a:cubicBezTo>
                    <a:cubicBezTo>
                      <a:pt x="66" y="35"/>
                      <a:pt x="65" y="37"/>
                      <a:pt x="65" y="38"/>
                    </a:cubicBezTo>
                    <a:cubicBezTo>
                      <a:pt x="65" y="37"/>
                      <a:pt x="66" y="39"/>
                      <a:pt x="66" y="39"/>
                    </a:cubicBezTo>
                    <a:cubicBezTo>
                      <a:pt x="67" y="36"/>
                      <a:pt x="67" y="38"/>
                      <a:pt x="68" y="36"/>
                    </a:cubicBezTo>
                    <a:cubicBezTo>
                      <a:pt x="69" y="36"/>
                      <a:pt x="67" y="38"/>
                      <a:pt x="67" y="38"/>
                    </a:cubicBezTo>
                    <a:cubicBezTo>
                      <a:pt x="68" y="38"/>
                      <a:pt x="68" y="39"/>
                      <a:pt x="69" y="39"/>
                    </a:cubicBezTo>
                    <a:cubicBezTo>
                      <a:pt x="69" y="39"/>
                      <a:pt x="69" y="39"/>
                      <a:pt x="69" y="39"/>
                    </a:cubicBezTo>
                    <a:cubicBezTo>
                      <a:pt x="69" y="38"/>
                      <a:pt x="70" y="39"/>
                      <a:pt x="71" y="38"/>
                    </a:cubicBezTo>
                    <a:cubicBezTo>
                      <a:pt x="70" y="39"/>
                      <a:pt x="70" y="39"/>
                      <a:pt x="70" y="39"/>
                    </a:cubicBezTo>
                    <a:cubicBezTo>
                      <a:pt x="70" y="40"/>
                      <a:pt x="72" y="36"/>
                      <a:pt x="72" y="37"/>
                    </a:cubicBezTo>
                    <a:cubicBezTo>
                      <a:pt x="71" y="39"/>
                      <a:pt x="71" y="39"/>
                      <a:pt x="71" y="39"/>
                    </a:cubicBezTo>
                    <a:cubicBezTo>
                      <a:pt x="72" y="38"/>
                      <a:pt x="71" y="40"/>
                      <a:pt x="72" y="38"/>
                    </a:cubicBezTo>
                    <a:cubicBezTo>
                      <a:pt x="72" y="39"/>
                      <a:pt x="72" y="39"/>
                      <a:pt x="72" y="39"/>
                    </a:cubicBezTo>
                    <a:cubicBezTo>
                      <a:pt x="72" y="39"/>
                      <a:pt x="73" y="39"/>
                      <a:pt x="74" y="38"/>
                    </a:cubicBezTo>
                    <a:cubicBezTo>
                      <a:pt x="73" y="40"/>
                      <a:pt x="73" y="40"/>
                      <a:pt x="73" y="40"/>
                    </a:cubicBezTo>
                    <a:cubicBezTo>
                      <a:pt x="72" y="41"/>
                      <a:pt x="74" y="38"/>
                      <a:pt x="74" y="39"/>
                    </a:cubicBezTo>
                    <a:cubicBezTo>
                      <a:pt x="74" y="39"/>
                      <a:pt x="74" y="40"/>
                      <a:pt x="73" y="40"/>
                    </a:cubicBezTo>
                    <a:cubicBezTo>
                      <a:pt x="74" y="39"/>
                      <a:pt x="75" y="39"/>
                      <a:pt x="75" y="39"/>
                    </a:cubicBezTo>
                    <a:cubicBezTo>
                      <a:pt x="74" y="41"/>
                      <a:pt x="74" y="41"/>
                      <a:pt x="74" y="41"/>
                    </a:cubicBezTo>
                    <a:cubicBezTo>
                      <a:pt x="76" y="42"/>
                      <a:pt x="77" y="43"/>
                      <a:pt x="80" y="42"/>
                    </a:cubicBezTo>
                    <a:cubicBezTo>
                      <a:pt x="79" y="44"/>
                      <a:pt x="79" y="43"/>
                      <a:pt x="78" y="45"/>
                    </a:cubicBezTo>
                    <a:cubicBezTo>
                      <a:pt x="79" y="43"/>
                      <a:pt x="79" y="44"/>
                      <a:pt x="79" y="44"/>
                    </a:cubicBezTo>
                    <a:cubicBezTo>
                      <a:pt x="79" y="44"/>
                      <a:pt x="79" y="44"/>
                      <a:pt x="79" y="44"/>
                    </a:cubicBezTo>
                    <a:cubicBezTo>
                      <a:pt x="80" y="44"/>
                      <a:pt x="79" y="45"/>
                      <a:pt x="80" y="45"/>
                    </a:cubicBezTo>
                    <a:cubicBezTo>
                      <a:pt x="80" y="44"/>
                      <a:pt x="80" y="44"/>
                      <a:pt x="80" y="44"/>
                    </a:cubicBezTo>
                    <a:cubicBezTo>
                      <a:pt x="81" y="43"/>
                      <a:pt x="79" y="47"/>
                      <a:pt x="81" y="45"/>
                    </a:cubicBezTo>
                    <a:cubicBezTo>
                      <a:pt x="80" y="46"/>
                      <a:pt x="80" y="46"/>
                      <a:pt x="80" y="46"/>
                    </a:cubicBezTo>
                    <a:cubicBezTo>
                      <a:pt x="81" y="44"/>
                      <a:pt x="80" y="47"/>
                      <a:pt x="81" y="46"/>
                    </a:cubicBezTo>
                    <a:cubicBezTo>
                      <a:pt x="81" y="46"/>
                      <a:pt x="81" y="46"/>
                      <a:pt x="81" y="46"/>
                    </a:cubicBezTo>
                    <a:cubicBezTo>
                      <a:pt x="81" y="47"/>
                      <a:pt x="83" y="44"/>
                      <a:pt x="82" y="46"/>
                    </a:cubicBezTo>
                    <a:cubicBezTo>
                      <a:pt x="83" y="46"/>
                      <a:pt x="83" y="46"/>
                      <a:pt x="84" y="44"/>
                    </a:cubicBezTo>
                    <a:cubicBezTo>
                      <a:pt x="83" y="46"/>
                      <a:pt x="83" y="46"/>
                      <a:pt x="83" y="46"/>
                    </a:cubicBezTo>
                    <a:cubicBezTo>
                      <a:pt x="85" y="46"/>
                      <a:pt x="86" y="47"/>
                      <a:pt x="88" y="46"/>
                    </a:cubicBezTo>
                    <a:cubicBezTo>
                      <a:pt x="87" y="47"/>
                      <a:pt x="87" y="47"/>
                      <a:pt x="87" y="47"/>
                    </a:cubicBezTo>
                    <a:cubicBezTo>
                      <a:pt x="89" y="45"/>
                      <a:pt x="87" y="49"/>
                      <a:pt x="90" y="46"/>
                    </a:cubicBezTo>
                    <a:cubicBezTo>
                      <a:pt x="92" y="45"/>
                      <a:pt x="92" y="45"/>
                      <a:pt x="92" y="45"/>
                    </a:cubicBezTo>
                    <a:cubicBezTo>
                      <a:pt x="90" y="47"/>
                      <a:pt x="90" y="47"/>
                      <a:pt x="90" y="47"/>
                    </a:cubicBezTo>
                    <a:cubicBezTo>
                      <a:pt x="91" y="46"/>
                      <a:pt x="91" y="47"/>
                      <a:pt x="92" y="46"/>
                    </a:cubicBezTo>
                    <a:cubicBezTo>
                      <a:pt x="91" y="47"/>
                      <a:pt x="91" y="47"/>
                      <a:pt x="91" y="47"/>
                    </a:cubicBezTo>
                    <a:cubicBezTo>
                      <a:pt x="91" y="47"/>
                      <a:pt x="93" y="45"/>
                      <a:pt x="93" y="46"/>
                    </a:cubicBezTo>
                    <a:cubicBezTo>
                      <a:pt x="93" y="47"/>
                      <a:pt x="93" y="47"/>
                      <a:pt x="93" y="47"/>
                    </a:cubicBezTo>
                    <a:cubicBezTo>
                      <a:pt x="92" y="50"/>
                      <a:pt x="93" y="54"/>
                      <a:pt x="96" y="51"/>
                    </a:cubicBezTo>
                    <a:cubicBezTo>
                      <a:pt x="97" y="51"/>
                      <a:pt x="95" y="53"/>
                      <a:pt x="95" y="53"/>
                    </a:cubicBezTo>
                    <a:cubicBezTo>
                      <a:pt x="99" y="51"/>
                      <a:pt x="97" y="56"/>
                      <a:pt x="101" y="53"/>
                    </a:cubicBezTo>
                    <a:cubicBezTo>
                      <a:pt x="103" y="52"/>
                      <a:pt x="107" y="48"/>
                      <a:pt x="107" y="48"/>
                    </a:cubicBezTo>
                    <a:cubicBezTo>
                      <a:pt x="103" y="48"/>
                      <a:pt x="103" y="45"/>
                      <a:pt x="102" y="4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3" name="Freeform 96"/>
              <p:cNvSpPr/>
              <p:nvPr/>
            </p:nvSpPr>
            <p:spPr bwMode="auto">
              <a:xfrm>
                <a:off x="4117" y="22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4" name="Freeform 97"/>
              <p:cNvSpPr/>
              <p:nvPr/>
            </p:nvSpPr>
            <p:spPr bwMode="auto">
              <a:xfrm>
                <a:off x="4487" y="23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5" name="Freeform 98"/>
              <p:cNvSpPr/>
              <p:nvPr/>
            </p:nvSpPr>
            <p:spPr bwMode="auto">
              <a:xfrm>
                <a:off x="4387" y="2285"/>
                <a:ext cx="2" cy="4"/>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1"/>
                      <a:pt x="0"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6" name="Freeform 99"/>
              <p:cNvSpPr/>
              <p:nvPr/>
            </p:nvSpPr>
            <p:spPr bwMode="auto">
              <a:xfrm>
                <a:off x="4508" y="193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7" name="Freeform 100"/>
              <p:cNvSpPr/>
              <p:nvPr/>
            </p:nvSpPr>
            <p:spPr bwMode="auto">
              <a:xfrm>
                <a:off x="4487" y="2285"/>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8" name="Freeform 101"/>
              <p:cNvSpPr/>
              <p:nvPr/>
            </p:nvSpPr>
            <p:spPr bwMode="auto">
              <a:xfrm>
                <a:off x="4514" y="1929"/>
                <a:ext cx="0" cy="4"/>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9" name="Freeform 102"/>
              <p:cNvSpPr/>
              <p:nvPr/>
            </p:nvSpPr>
            <p:spPr bwMode="auto">
              <a:xfrm>
                <a:off x="4506" y="1927"/>
                <a:ext cx="0" cy="4"/>
              </a:xfrm>
              <a:custGeom>
                <a:avLst/>
                <a:gdLst>
                  <a:gd name="T0" fmla="*/ 1 h 2"/>
                  <a:gd name="T1" fmla="*/ 0 h 2"/>
                  <a:gd name="T2" fmla="*/ 1 h 2"/>
                </a:gdLst>
                <a:ahLst/>
                <a:cxnLst>
                  <a:cxn ang="0">
                    <a:pos x="0" y="T0"/>
                  </a:cxn>
                  <a:cxn ang="0">
                    <a:pos x="0" y="T1"/>
                  </a:cxn>
                  <a:cxn ang="0">
                    <a:pos x="0" y="T2"/>
                  </a:cxn>
                </a:cxnLst>
                <a:rect l="0" t="0" r="r" b="b"/>
                <a:pathLst>
                  <a:path h="2">
                    <a:moveTo>
                      <a:pt x="0" y="1"/>
                    </a:moveTo>
                    <a:cubicBezTo>
                      <a:pt x="0" y="1"/>
                      <a:pt x="0" y="0"/>
                      <a:pt x="0" y="0"/>
                    </a:cubicBezTo>
                    <a:cubicBezTo>
                      <a:pt x="0" y="2"/>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0" name="Freeform 103"/>
              <p:cNvSpPr/>
              <p:nvPr/>
            </p:nvSpPr>
            <p:spPr bwMode="auto">
              <a:xfrm>
                <a:off x="4516" y="1927"/>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1" name="Freeform 104"/>
              <p:cNvSpPr/>
              <p:nvPr/>
            </p:nvSpPr>
            <p:spPr bwMode="auto">
              <a:xfrm>
                <a:off x="4495" y="1925"/>
                <a:ext cx="2" cy="4"/>
              </a:xfrm>
              <a:custGeom>
                <a:avLst/>
                <a:gdLst>
                  <a:gd name="T0" fmla="*/ 1 w 1"/>
                  <a:gd name="T1" fmla="*/ 1 h 2"/>
                  <a:gd name="T2" fmla="*/ 0 w 1"/>
                  <a:gd name="T3" fmla="*/ 0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1"/>
                      <a:pt x="1" y="1"/>
                      <a:pt x="1"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2" name="Freeform 105"/>
              <p:cNvSpPr/>
              <p:nvPr/>
            </p:nvSpPr>
            <p:spPr bwMode="auto">
              <a:xfrm>
                <a:off x="3201" y="2162"/>
                <a:ext cx="0" cy="4"/>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3" name="Freeform 106"/>
              <p:cNvSpPr/>
              <p:nvPr/>
            </p:nvSpPr>
            <p:spPr bwMode="auto">
              <a:xfrm>
                <a:off x="3544" y="154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4" name="Freeform 107"/>
              <p:cNvSpPr/>
              <p:nvPr/>
            </p:nvSpPr>
            <p:spPr bwMode="auto">
              <a:xfrm>
                <a:off x="3914" y="141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5" name="Freeform 108"/>
              <p:cNvSpPr/>
              <p:nvPr/>
            </p:nvSpPr>
            <p:spPr bwMode="auto">
              <a:xfrm>
                <a:off x="3916" y="1409"/>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2" y="1"/>
                      <a:pt x="0" y="1"/>
                      <a:pt x="1" y="0"/>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6" name="Freeform 109"/>
              <p:cNvSpPr/>
              <p:nvPr/>
            </p:nvSpPr>
            <p:spPr bwMode="auto">
              <a:xfrm>
                <a:off x="3893" y="1441"/>
                <a:ext cx="4" cy="4"/>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0"/>
                      <a:pt x="1" y="1"/>
                      <a:pt x="1" y="1"/>
                    </a:cubicBezTo>
                    <a:cubicBezTo>
                      <a:pt x="0" y="2"/>
                      <a:pt x="1" y="1"/>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7" name="Freeform 110"/>
              <p:cNvSpPr/>
              <p:nvPr/>
            </p:nvSpPr>
            <p:spPr bwMode="auto">
              <a:xfrm>
                <a:off x="3893" y="1437"/>
                <a:ext cx="6" cy="6"/>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cubicBezTo>
                      <a:pt x="3" y="0"/>
                      <a:pt x="3" y="0"/>
                      <a:pt x="3" y="0"/>
                    </a:cubicBezTo>
                    <a:cubicBezTo>
                      <a:pt x="1" y="1"/>
                      <a:pt x="1"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8" name="Freeform 111"/>
              <p:cNvSpPr/>
              <p:nvPr/>
            </p:nvSpPr>
            <p:spPr bwMode="auto">
              <a:xfrm>
                <a:off x="3909" y="1418"/>
                <a:ext cx="5"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2"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9" name="Freeform 112"/>
              <p:cNvSpPr/>
              <p:nvPr/>
            </p:nvSpPr>
            <p:spPr bwMode="auto">
              <a:xfrm>
                <a:off x="3912" y="1416"/>
                <a:ext cx="4"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0" name="Freeform 113"/>
              <p:cNvSpPr/>
              <p:nvPr/>
            </p:nvSpPr>
            <p:spPr bwMode="auto">
              <a:xfrm>
                <a:off x="4472" y="1804"/>
                <a:ext cx="233" cy="133"/>
              </a:xfrm>
              <a:custGeom>
                <a:avLst/>
                <a:gdLst>
                  <a:gd name="T0" fmla="*/ 86 w 110"/>
                  <a:gd name="T1" fmla="*/ 5 h 63"/>
                  <a:gd name="T2" fmla="*/ 79 w 110"/>
                  <a:gd name="T3" fmla="*/ 7 h 63"/>
                  <a:gd name="T4" fmla="*/ 58 w 110"/>
                  <a:gd name="T5" fmla="*/ 24 h 63"/>
                  <a:gd name="T6" fmla="*/ 50 w 110"/>
                  <a:gd name="T7" fmla="*/ 26 h 63"/>
                  <a:gd name="T8" fmla="*/ 44 w 110"/>
                  <a:gd name="T9" fmla="*/ 26 h 63"/>
                  <a:gd name="T10" fmla="*/ 34 w 110"/>
                  <a:gd name="T11" fmla="*/ 31 h 63"/>
                  <a:gd name="T12" fmla="*/ 28 w 110"/>
                  <a:gd name="T13" fmla="*/ 33 h 63"/>
                  <a:gd name="T14" fmla="*/ 17 w 110"/>
                  <a:gd name="T15" fmla="*/ 38 h 63"/>
                  <a:gd name="T16" fmla="*/ 13 w 110"/>
                  <a:gd name="T17" fmla="*/ 45 h 63"/>
                  <a:gd name="T18" fmla="*/ 5 w 110"/>
                  <a:gd name="T19" fmla="*/ 47 h 63"/>
                  <a:gd name="T20" fmla="*/ 1 w 110"/>
                  <a:gd name="T21" fmla="*/ 50 h 63"/>
                  <a:gd name="T22" fmla="*/ 3 w 110"/>
                  <a:gd name="T23" fmla="*/ 55 h 63"/>
                  <a:gd name="T24" fmla="*/ 3 w 110"/>
                  <a:gd name="T25" fmla="*/ 56 h 63"/>
                  <a:gd name="T26" fmla="*/ 5 w 110"/>
                  <a:gd name="T27" fmla="*/ 55 h 63"/>
                  <a:gd name="T28" fmla="*/ 9 w 110"/>
                  <a:gd name="T29" fmla="*/ 56 h 63"/>
                  <a:gd name="T30" fmla="*/ 12 w 110"/>
                  <a:gd name="T31" fmla="*/ 58 h 63"/>
                  <a:gd name="T32" fmla="*/ 12 w 110"/>
                  <a:gd name="T33" fmla="*/ 51 h 63"/>
                  <a:gd name="T34" fmla="*/ 15 w 110"/>
                  <a:gd name="T35" fmla="*/ 57 h 63"/>
                  <a:gd name="T36" fmla="*/ 18 w 110"/>
                  <a:gd name="T37" fmla="*/ 61 h 63"/>
                  <a:gd name="T38" fmla="*/ 16 w 110"/>
                  <a:gd name="T39" fmla="*/ 54 h 63"/>
                  <a:gd name="T40" fmla="*/ 19 w 110"/>
                  <a:gd name="T41" fmla="*/ 59 h 63"/>
                  <a:gd name="T42" fmla="*/ 21 w 110"/>
                  <a:gd name="T43" fmla="*/ 60 h 63"/>
                  <a:gd name="T44" fmla="*/ 22 w 110"/>
                  <a:gd name="T45" fmla="*/ 60 h 63"/>
                  <a:gd name="T46" fmla="*/ 23 w 110"/>
                  <a:gd name="T47" fmla="*/ 60 h 63"/>
                  <a:gd name="T48" fmla="*/ 23 w 110"/>
                  <a:gd name="T49" fmla="*/ 55 h 63"/>
                  <a:gd name="T50" fmla="*/ 26 w 110"/>
                  <a:gd name="T51" fmla="*/ 58 h 63"/>
                  <a:gd name="T52" fmla="*/ 26 w 110"/>
                  <a:gd name="T53" fmla="*/ 54 h 63"/>
                  <a:gd name="T54" fmla="*/ 27 w 110"/>
                  <a:gd name="T55" fmla="*/ 54 h 63"/>
                  <a:gd name="T56" fmla="*/ 29 w 110"/>
                  <a:gd name="T57" fmla="*/ 54 h 63"/>
                  <a:gd name="T58" fmla="*/ 34 w 110"/>
                  <a:gd name="T59" fmla="*/ 51 h 63"/>
                  <a:gd name="T60" fmla="*/ 36 w 110"/>
                  <a:gd name="T61" fmla="*/ 51 h 63"/>
                  <a:gd name="T62" fmla="*/ 40 w 110"/>
                  <a:gd name="T63" fmla="*/ 49 h 63"/>
                  <a:gd name="T64" fmla="*/ 44 w 110"/>
                  <a:gd name="T65" fmla="*/ 47 h 63"/>
                  <a:gd name="T66" fmla="*/ 45 w 110"/>
                  <a:gd name="T67" fmla="*/ 45 h 63"/>
                  <a:gd name="T68" fmla="*/ 46 w 110"/>
                  <a:gd name="T69" fmla="*/ 45 h 63"/>
                  <a:gd name="T70" fmla="*/ 46 w 110"/>
                  <a:gd name="T71" fmla="*/ 42 h 63"/>
                  <a:gd name="T72" fmla="*/ 49 w 110"/>
                  <a:gd name="T73" fmla="*/ 42 h 63"/>
                  <a:gd name="T74" fmla="*/ 53 w 110"/>
                  <a:gd name="T75" fmla="*/ 42 h 63"/>
                  <a:gd name="T76" fmla="*/ 55 w 110"/>
                  <a:gd name="T77" fmla="*/ 39 h 63"/>
                  <a:gd name="T78" fmla="*/ 60 w 110"/>
                  <a:gd name="T79" fmla="*/ 39 h 63"/>
                  <a:gd name="T80" fmla="*/ 61 w 110"/>
                  <a:gd name="T81" fmla="*/ 38 h 63"/>
                  <a:gd name="T82" fmla="*/ 62 w 110"/>
                  <a:gd name="T83" fmla="*/ 38 h 63"/>
                  <a:gd name="T84" fmla="*/ 64 w 110"/>
                  <a:gd name="T85" fmla="*/ 40 h 63"/>
                  <a:gd name="T86" fmla="*/ 66 w 110"/>
                  <a:gd name="T87" fmla="*/ 35 h 63"/>
                  <a:gd name="T88" fmla="*/ 68 w 110"/>
                  <a:gd name="T89" fmla="*/ 30 h 63"/>
                  <a:gd name="T90" fmla="*/ 71 w 110"/>
                  <a:gd name="T91" fmla="*/ 31 h 63"/>
                  <a:gd name="T92" fmla="*/ 72 w 110"/>
                  <a:gd name="T93" fmla="*/ 26 h 63"/>
                  <a:gd name="T94" fmla="*/ 76 w 110"/>
                  <a:gd name="T95" fmla="*/ 26 h 63"/>
                  <a:gd name="T96" fmla="*/ 79 w 110"/>
                  <a:gd name="T97" fmla="*/ 24 h 63"/>
                  <a:gd name="T98" fmla="*/ 82 w 110"/>
                  <a:gd name="T99" fmla="*/ 23 h 63"/>
                  <a:gd name="T100" fmla="*/ 88 w 110"/>
                  <a:gd name="T101" fmla="*/ 20 h 63"/>
                  <a:gd name="T102" fmla="*/ 91 w 110"/>
                  <a:gd name="T103" fmla="*/ 16 h 63"/>
                  <a:gd name="T104" fmla="*/ 97 w 110"/>
                  <a:gd name="T105" fmla="*/ 13 h 63"/>
                  <a:gd name="T106" fmla="*/ 105 w 110"/>
                  <a:gd name="T107" fmla="*/ 1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 h="63">
                    <a:moveTo>
                      <a:pt x="108" y="1"/>
                    </a:moveTo>
                    <a:cubicBezTo>
                      <a:pt x="106" y="4"/>
                      <a:pt x="103" y="2"/>
                      <a:pt x="100" y="0"/>
                    </a:cubicBezTo>
                    <a:cubicBezTo>
                      <a:pt x="99" y="1"/>
                      <a:pt x="98" y="2"/>
                      <a:pt x="97" y="1"/>
                    </a:cubicBezTo>
                    <a:cubicBezTo>
                      <a:pt x="94" y="3"/>
                      <a:pt x="88" y="0"/>
                      <a:pt x="85" y="3"/>
                    </a:cubicBezTo>
                    <a:cubicBezTo>
                      <a:pt x="86" y="4"/>
                      <a:pt x="86" y="5"/>
                      <a:pt x="86" y="5"/>
                    </a:cubicBezTo>
                    <a:cubicBezTo>
                      <a:pt x="86" y="5"/>
                      <a:pt x="86" y="5"/>
                      <a:pt x="86" y="5"/>
                    </a:cubicBezTo>
                    <a:cubicBezTo>
                      <a:pt x="86" y="6"/>
                      <a:pt x="86" y="6"/>
                      <a:pt x="86" y="6"/>
                    </a:cubicBezTo>
                    <a:cubicBezTo>
                      <a:pt x="86" y="7"/>
                      <a:pt x="85" y="5"/>
                      <a:pt x="85" y="5"/>
                    </a:cubicBezTo>
                    <a:cubicBezTo>
                      <a:pt x="84" y="5"/>
                      <a:pt x="83" y="6"/>
                      <a:pt x="82" y="6"/>
                    </a:cubicBezTo>
                    <a:cubicBezTo>
                      <a:pt x="82" y="8"/>
                      <a:pt x="81" y="7"/>
                      <a:pt x="82" y="9"/>
                    </a:cubicBezTo>
                    <a:cubicBezTo>
                      <a:pt x="81" y="8"/>
                      <a:pt x="81" y="8"/>
                      <a:pt x="81" y="8"/>
                    </a:cubicBezTo>
                    <a:cubicBezTo>
                      <a:pt x="81" y="10"/>
                      <a:pt x="81" y="10"/>
                      <a:pt x="79" y="7"/>
                    </a:cubicBezTo>
                    <a:cubicBezTo>
                      <a:pt x="75" y="7"/>
                      <a:pt x="72" y="10"/>
                      <a:pt x="68" y="11"/>
                    </a:cubicBezTo>
                    <a:cubicBezTo>
                      <a:pt x="65" y="13"/>
                      <a:pt x="63" y="16"/>
                      <a:pt x="60" y="19"/>
                    </a:cubicBezTo>
                    <a:cubicBezTo>
                      <a:pt x="60" y="22"/>
                      <a:pt x="59" y="21"/>
                      <a:pt x="60" y="24"/>
                    </a:cubicBezTo>
                    <a:cubicBezTo>
                      <a:pt x="59" y="23"/>
                      <a:pt x="59" y="23"/>
                      <a:pt x="59" y="23"/>
                    </a:cubicBezTo>
                    <a:cubicBezTo>
                      <a:pt x="59" y="24"/>
                      <a:pt x="59" y="23"/>
                      <a:pt x="57" y="22"/>
                    </a:cubicBezTo>
                    <a:cubicBezTo>
                      <a:pt x="58" y="23"/>
                      <a:pt x="57" y="22"/>
                      <a:pt x="58" y="24"/>
                    </a:cubicBezTo>
                    <a:cubicBezTo>
                      <a:pt x="59" y="26"/>
                      <a:pt x="57" y="22"/>
                      <a:pt x="57" y="23"/>
                    </a:cubicBezTo>
                    <a:cubicBezTo>
                      <a:pt x="56" y="22"/>
                      <a:pt x="57" y="24"/>
                      <a:pt x="57" y="23"/>
                    </a:cubicBezTo>
                    <a:cubicBezTo>
                      <a:pt x="57" y="26"/>
                      <a:pt x="56" y="22"/>
                      <a:pt x="55" y="21"/>
                    </a:cubicBezTo>
                    <a:cubicBezTo>
                      <a:pt x="53" y="22"/>
                      <a:pt x="53" y="25"/>
                      <a:pt x="51" y="25"/>
                    </a:cubicBezTo>
                    <a:cubicBezTo>
                      <a:pt x="51" y="24"/>
                      <a:pt x="51" y="26"/>
                      <a:pt x="51" y="26"/>
                    </a:cubicBezTo>
                    <a:cubicBezTo>
                      <a:pt x="50" y="23"/>
                      <a:pt x="51" y="27"/>
                      <a:pt x="50" y="26"/>
                    </a:cubicBezTo>
                    <a:cubicBezTo>
                      <a:pt x="50" y="25"/>
                      <a:pt x="50" y="25"/>
                      <a:pt x="50" y="25"/>
                    </a:cubicBezTo>
                    <a:cubicBezTo>
                      <a:pt x="49" y="24"/>
                      <a:pt x="49" y="26"/>
                      <a:pt x="48" y="25"/>
                    </a:cubicBezTo>
                    <a:cubicBezTo>
                      <a:pt x="48" y="26"/>
                      <a:pt x="46" y="24"/>
                      <a:pt x="46" y="26"/>
                    </a:cubicBezTo>
                    <a:cubicBezTo>
                      <a:pt x="46" y="24"/>
                      <a:pt x="46" y="25"/>
                      <a:pt x="45" y="24"/>
                    </a:cubicBezTo>
                    <a:cubicBezTo>
                      <a:pt x="46" y="28"/>
                      <a:pt x="44" y="24"/>
                      <a:pt x="44" y="26"/>
                    </a:cubicBezTo>
                    <a:cubicBezTo>
                      <a:pt x="44" y="26"/>
                      <a:pt x="44" y="26"/>
                      <a:pt x="44" y="26"/>
                    </a:cubicBezTo>
                    <a:cubicBezTo>
                      <a:pt x="42" y="26"/>
                      <a:pt x="40" y="26"/>
                      <a:pt x="39" y="29"/>
                    </a:cubicBezTo>
                    <a:cubicBezTo>
                      <a:pt x="39" y="29"/>
                      <a:pt x="36" y="27"/>
                      <a:pt x="36" y="29"/>
                    </a:cubicBezTo>
                    <a:cubicBezTo>
                      <a:pt x="36" y="30"/>
                      <a:pt x="36" y="30"/>
                      <a:pt x="36" y="30"/>
                    </a:cubicBezTo>
                    <a:cubicBezTo>
                      <a:pt x="36" y="30"/>
                      <a:pt x="36" y="29"/>
                      <a:pt x="36" y="29"/>
                    </a:cubicBezTo>
                    <a:cubicBezTo>
                      <a:pt x="36" y="30"/>
                      <a:pt x="34" y="29"/>
                      <a:pt x="34" y="29"/>
                    </a:cubicBezTo>
                    <a:cubicBezTo>
                      <a:pt x="34" y="30"/>
                      <a:pt x="34" y="30"/>
                      <a:pt x="34" y="31"/>
                    </a:cubicBezTo>
                    <a:cubicBezTo>
                      <a:pt x="32" y="29"/>
                      <a:pt x="33" y="33"/>
                      <a:pt x="31" y="31"/>
                    </a:cubicBezTo>
                    <a:cubicBezTo>
                      <a:pt x="32" y="34"/>
                      <a:pt x="32" y="33"/>
                      <a:pt x="32" y="34"/>
                    </a:cubicBezTo>
                    <a:cubicBezTo>
                      <a:pt x="32" y="33"/>
                      <a:pt x="31" y="33"/>
                      <a:pt x="31" y="32"/>
                    </a:cubicBezTo>
                    <a:cubicBezTo>
                      <a:pt x="31" y="32"/>
                      <a:pt x="30" y="33"/>
                      <a:pt x="30" y="32"/>
                    </a:cubicBezTo>
                    <a:cubicBezTo>
                      <a:pt x="29" y="32"/>
                      <a:pt x="30" y="34"/>
                      <a:pt x="29" y="34"/>
                    </a:cubicBezTo>
                    <a:cubicBezTo>
                      <a:pt x="28" y="32"/>
                      <a:pt x="28" y="34"/>
                      <a:pt x="28" y="33"/>
                    </a:cubicBezTo>
                    <a:cubicBezTo>
                      <a:pt x="28" y="35"/>
                      <a:pt x="28" y="37"/>
                      <a:pt x="28" y="36"/>
                    </a:cubicBezTo>
                    <a:cubicBezTo>
                      <a:pt x="27" y="33"/>
                      <a:pt x="27" y="33"/>
                      <a:pt x="27" y="33"/>
                    </a:cubicBezTo>
                    <a:cubicBezTo>
                      <a:pt x="26" y="35"/>
                      <a:pt x="24" y="32"/>
                      <a:pt x="23" y="36"/>
                    </a:cubicBezTo>
                    <a:cubicBezTo>
                      <a:pt x="23" y="35"/>
                      <a:pt x="23" y="35"/>
                      <a:pt x="23" y="35"/>
                    </a:cubicBezTo>
                    <a:cubicBezTo>
                      <a:pt x="22" y="37"/>
                      <a:pt x="20" y="36"/>
                      <a:pt x="19" y="39"/>
                    </a:cubicBezTo>
                    <a:cubicBezTo>
                      <a:pt x="18" y="38"/>
                      <a:pt x="18" y="38"/>
                      <a:pt x="17" y="38"/>
                    </a:cubicBezTo>
                    <a:cubicBezTo>
                      <a:pt x="17" y="40"/>
                      <a:pt x="17" y="40"/>
                      <a:pt x="17" y="42"/>
                    </a:cubicBezTo>
                    <a:cubicBezTo>
                      <a:pt x="17" y="42"/>
                      <a:pt x="16" y="41"/>
                      <a:pt x="16" y="40"/>
                    </a:cubicBezTo>
                    <a:cubicBezTo>
                      <a:pt x="15" y="40"/>
                      <a:pt x="14" y="38"/>
                      <a:pt x="14" y="41"/>
                    </a:cubicBezTo>
                    <a:cubicBezTo>
                      <a:pt x="14" y="39"/>
                      <a:pt x="14" y="39"/>
                      <a:pt x="14" y="39"/>
                    </a:cubicBezTo>
                    <a:cubicBezTo>
                      <a:pt x="14" y="41"/>
                      <a:pt x="13" y="43"/>
                      <a:pt x="12" y="42"/>
                    </a:cubicBezTo>
                    <a:cubicBezTo>
                      <a:pt x="13" y="43"/>
                      <a:pt x="12" y="44"/>
                      <a:pt x="13" y="45"/>
                    </a:cubicBezTo>
                    <a:cubicBezTo>
                      <a:pt x="13" y="45"/>
                      <a:pt x="12" y="43"/>
                      <a:pt x="12" y="44"/>
                    </a:cubicBezTo>
                    <a:cubicBezTo>
                      <a:pt x="12" y="42"/>
                      <a:pt x="12" y="42"/>
                      <a:pt x="12" y="42"/>
                    </a:cubicBezTo>
                    <a:cubicBezTo>
                      <a:pt x="10" y="43"/>
                      <a:pt x="9" y="44"/>
                      <a:pt x="8" y="46"/>
                    </a:cubicBezTo>
                    <a:cubicBezTo>
                      <a:pt x="7" y="44"/>
                      <a:pt x="7" y="46"/>
                      <a:pt x="6" y="45"/>
                    </a:cubicBezTo>
                    <a:cubicBezTo>
                      <a:pt x="6" y="47"/>
                      <a:pt x="4" y="46"/>
                      <a:pt x="6" y="48"/>
                    </a:cubicBezTo>
                    <a:cubicBezTo>
                      <a:pt x="5" y="47"/>
                      <a:pt x="5" y="47"/>
                      <a:pt x="5" y="47"/>
                    </a:cubicBezTo>
                    <a:cubicBezTo>
                      <a:pt x="4" y="47"/>
                      <a:pt x="4" y="48"/>
                      <a:pt x="2" y="48"/>
                    </a:cubicBezTo>
                    <a:cubicBezTo>
                      <a:pt x="2" y="48"/>
                      <a:pt x="3" y="50"/>
                      <a:pt x="3" y="51"/>
                    </a:cubicBezTo>
                    <a:cubicBezTo>
                      <a:pt x="2" y="50"/>
                      <a:pt x="2" y="50"/>
                      <a:pt x="2" y="50"/>
                    </a:cubicBezTo>
                    <a:cubicBezTo>
                      <a:pt x="2" y="51"/>
                      <a:pt x="4" y="52"/>
                      <a:pt x="5" y="53"/>
                    </a:cubicBezTo>
                    <a:cubicBezTo>
                      <a:pt x="4" y="53"/>
                      <a:pt x="4" y="54"/>
                      <a:pt x="4" y="53"/>
                    </a:cubicBezTo>
                    <a:cubicBezTo>
                      <a:pt x="3" y="52"/>
                      <a:pt x="2" y="51"/>
                      <a:pt x="1" y="50"/>
                    </a:cubicBezTo>
                    <a:cubicBezTo>
                      <a:pt x="0" y="50"/>
                      <a:pt x="2" y="53"/>
                      <a:pt x="1" y="51"/>
                    </a:cubicBezTo>
                    <a:cubicBezTo>
                      <a:pt x="0" y="51"/>
                      <a:pt x="0" y="52"/>
                      <a:pt x="1" y="53"/>
                    </a:cubicBezTo>
                    <a:cubicBezTo>
                      <a:pt x="1" y="53"/>
                      <a:pt x="0" y="53"/>
                      <a:pt x="0" y="52"/>
                    </a:cubicBezTo>
                    <a:cubicBezTo>
                      <a:pt x="0" y="52"/>
                      <a:pt x="0" y="53"/>
                      <a:pt x="0" y="53"/>
                    </a:cubicBezTo>
                    <a:cubicBezTo>
                      <a:pt x="0" y="53"/>
                      <a:pt x="0" y="53"/>
                      <a:pt x="0" y="53"/>
                    </a:cubicBezTo>
                    <a:cubicBezTo>
                      <a:pt x="1" y="54"/>
                      <a:pt x="1" y="54"/>
                      <a:pt x="3" y="55"/>
                    </a:cubicBezTo>
                    <a:cubicBezTo>
                      <a:pt x="3" y="55"/>
                      <a:pt x="2" y="55"/>
                      <a:pt x="3" y="55"/>
                    </a:cubicBezTo>
                    <a:cubicBezTo>
                      <a:pt x="4" y="56"/>
                      <a:pt x="4" y="56"/>
                      <a:pt x="3" y="56"/>
                    </a:cubicBezTo>
                    <a:cubicBezTo>
                      <a:pt x="1" y="55"/>
                      <a:pt x="1" y="54"/>
                      <a:pt x="0" y="54"/>
                    </a:cubicBezTo>
                    <a:cubicBezTo>
                      <a:pt x="2" y="56"/>
                      <a:pt x="2" y="56"/>
                      <a:pt x="2" y="56"/>
                    </a:cubicBezTo>
                    <a:cubicBezTo>
                      <a:pt x="2" y="56"/>
                      <a:pt x="3" y="56"/>
                      <a:pt x="4" y="57"/>
                    </a:cubicBezTo>
                    <a:cubicBezTo>
                      <a:pt x="3" y="56"/>
                      <a:pt x="3" y="56"/>
                      <a:pt x="3" y="56"/>
                    </a:cubicBezTo>
                    <a:cubicBezTo>
                      <a:pt x="4" y="57"/>
                      <a:pt x="4" y="57"/>
                      <a:pt x="4" y="57"/>
                    </a:cubicBezTo>
                    <a:cubicBezTo>
                      <a:pt x="4" y="56"/>
                      <a:pt x="6" y="57"/>
                      <a:pt x="5" y="56"/>
                    </a:cubicBezTo>
                    <a:cubicBezTo>
                      <a:pt x="4" y="55"/>
                      <a:pt x="4" y="55"/>
                      <a:pt x="4" y="55"/>
                    </a:cubicBezTo>
                    <a:cubicBezTo>
                      <a:pt x="4" y="55"/>
                      <a:pt x="3" y="53"/>
                      <a:pt x="4" y="54"/>
                    </a:cubicBezTo>
                    <a:cubicBezTo>
                      <a:pt x="6" y="56"/>
                      <a:pt x="6" y="56"/>
                      <a:pt x="6" y="56"/>
                    </a:cubicBezTo>
                    <a:cubicBezTo>
                      <a:pt x="6" y="56"/>
                      <a:pt x="5" y="55"/>
                      <a:pt x="5" y="55"/>
                    </a:cubicBezTo>
                    <a:cubicBezTo>
                      <a:pt x="7" y="57"/>
                      <a:pt x="7" y="57"/>
                      <a:pt x="7" y="57"/>
                    </a:cubicBezTo>
                    <a:cubicBezTo>
                      <a:pt x="5" y="55"/>
                      <a:pt x="7" y="56"/>
                      <a:pt x="7" y="55"/>
                    </a:cubicBezTo>
                    <a:cubicBezTo>
                      <a:pt x="7" y="56"/>
                      <a:pt x="7" y="56"/>
                      <a:pt x="7" y="56"/>
                    </a:cubicBezTo>
                    <a:cubicBezTo>
                      <a:pt x="8" y="56"/>
                      <a:pt x="6" y="55"/>
                      <a:pt x="6" y="54"/>
                    </a:cubicBezTo>
                    <a:cubicBezTo>
                      <a:pt x="6" y="55"/>
                      <a:pt x="8" y="56"/>
                      <a:pt x="9" y="57"/>
                    </a:cubicBezTo>
                    <a:cubicBezTo>
                      <a:pt x="9" y="57"/>
                      <a:pt x="8" y="55"/>
                      <a:pt x="9" y="56"/>
                    </a:cubicBezTo>
                    <a:cubicBezTo>
                      <a:pt x="9" y="56"/>
                      <a:pt x="9" y="55"/>
                      <a:pt x="9" y="53"/>
                    </a:cubicBezTo>
                    <a:cubicBezTo>
                      <a:pt x="9" y="53"/>
                      <a:pt x="10" y="56"/>
                      <a:pt x="10" y="55"/>
                    </a:cubicBezTo>
                    <a:cubicBezTo>
                      <a:pt x="11" y="56"/>
                      <a:pt x="12" y="58"/>
                      <a:pt x="12" y="59"/>
                    </a:cubicBezTo>
                    <a:cubicBezTo>
                      <a:pt x="13" y="59"/>
                      <a:pt x="14" y="60"/>
                      <a:pt x="13" y="60"/>
                    </a:cubicBezTo>
                    <a:cubicBezTo>
                      <a:pt x="13" y="60"/>
                      <a:pt x="14" y="61"/>
                      <a:pt x="14" y="61"/>
                    </a:cubicBezTo>
                    <a:cubicBezTo>
                      <a:pt x="14" y="60"/>
                      <a:pt x="12" y="58"/>
                      <a:pt x="12" y="58"/>
                    </a:cubicBezTo>
                    <a:cubicBezTo>
                      <a:pt x="11" y="56"/>
                      <a:pt x="12" y="57"/>
                      <a:pt x="11" y="55"/>
                    </a:cubicBezTo>
                    <a:cubicBezTo>
                      <a:pt x="11" y="55"/>
                      <a:pt x="12" y="55"/>
                      <a:pt x="12" y="55"/>
                    </a:cubicBezTo>
                    <a:cubicBezTo>
                      <a:pt x="12" y="55"/>
                      <a:pt x="13" y="56"/>
                      <a:pt x="14" y="57"/>
                    </a:cubicBezTo>
                    <a:cubicBezTo>
                      <a:pt x="13" y="56"/>
                      <a:pt x="13" y="55"/>
                      <a:pt x="14" y="55"/>
                    </a:cubicBezTo>
                    <a:cubicBezTo>
                      <a:pt x="13" y="53"/>
                      <a:pt x="13" y="53"/>
                      <a:pt x="12" y="52"/>
                    </a:cubicBezTo>
                    <a:cubicBezTo>
                      <a:pt x="12" y="51"/>
                      <a:pt x="12" y="51"/>
                      <a:pt x="12" y="51"/>
                    </a:cubicBezTo>
                    <a:cubicBezTo>
                      <a:pt x="13" y="52"/>
                      <a:pt x="14" y="55"/>
                      <a:pt x="14" y="55"/>
                    </a:cubicBezTo>
                    <a:cubicBezTo>
                      <a:pt x="15" y="57"/>
                      <a:pt x="14" y="55"/>
                      <a:pt x="15" y="57"/>
                    </a:cubicBezTo>
                    <a:cubicBezTo>
                      <a:pt x="16" y="59"/>
                      <a:pt x="15" y="60"/>
                      <a:pt x="14" y="58"/>
                    </a:cubicBezTo>
                    <a:cubicBezTo>
                      <a:pt x="15" y="61"/>
                      <a:pt x="15" y="59"/>
                      <a:pt x="16" y="61"/>
                    </a:cubicBezTo>
                    <a:cubicBezTo>
                      <a:pt x="16" y="61"/>
                      <a:pt x="15" y="59"/>
                      <a:pt x="16" y="59"/>
                    </a:cubicBezTo>
                    <a:cubicBezTo>
                      <a:pt x="15" y="58"/>
                      <a:pt x="15" y="58"/>
                      <a:pt x="15" y="57"/>
                    </a:cubicBezTo>
                    <a:cubicBezTo>
                      <a:pt x="14" y="54"/>
                      <a:pt x="16" y="58"/>
                      <a:pt x="16" y="58"/>
                    </a:cubicBezTo>
                    <a:cubicBezTo>
                      <a:pt x="16" y="59"/>
                      <a:pt x="16" y="59"/>
                      <a:pt x="16" y="59"/>
                    </a:cubicBezTo>
                    <a:cubicBezTo>
                      <a:pt x="17" y="60"/>
                      <a:pt x="16" y="58"/>
                      <a:pt x="17" y="58"/>
                    </a:cubicBezTo>
                    <a:cubicBezTo>
                      <a:pt x="18" y="61"/>
                      <a:pt x="16" y="58"/>
                      <a:pt x="17" y="60"/>
                    </a:cubicBezTo>
                    <a:cubicBezTo>
                      <a:pt x="18" y="62"/>
                      <a:pt x="18" y="62"/>
                      <a:pt x="18" y="62"/>
                    </a:cubicBezTo>
                    <a:cubicBezTo>
                      <a:pt x="19" y="63"/>
                      <a:pt x="17" y="60"/>
                      <a:pt x="18" y="61"/>
                    </a:cubicBezTo>
                    <a:cubicBezTo>
                      <a:pt x="18" y="62"/>
                      <a:pt x="18" y="62"/>
                      <a:pt x="18" y="62"/>
                    </a:cubicBezTo>
                    <a:cubicBezTo>
                      <a:pt x="18" y="61"/>
                      <a:pt x="18" y="61"/>
                      <a:pt x="18" y="61"/>
                    </a:cubicBezTo>
                    <a:cubicBezTo>
                      <a:pt x="18" y="60"/>
                      <a:pt x="17" y="58"/>
                      <a:pt x="17" y="58"/>
                    </a:cubicBezTo>
                    <a:cubicBezTo>
                      <a:pt x="16" y="55"/>
                      <a:pt x="17" y="58"/>
                      <a:pt x="17" y="57"/>
                    </a:cubicBezTo>
                    <a:cubicBezTo>
                      <a:pt x="16" y="55"/>
                      <a:pt x="17" y="57"/>
                      <a:pt x="16" y="56"/>
                    </a:cubicBezTo>
                    <a:cubicBezTo>
                      <a:pt x="16" y="54"/>
                      <a:pt x="16" y="54"/>
                      <a:pt x="16" y="54"/>
                    </a:cubicBezTo>
                    <a:cubicBezTo>
                      <a:pt x="16" y="54"/>
                      <a:pt x="17" y="55"/>
                      <a:pt x="17" y="57"/>
                    </a:cubicBezTo>
                    <a:cubicBezTo>
                      <a:pt x="17" y="57"/>
                      <a:pt x="17" y="57"/>
                      <a:pt x="17" y="56"/>
                    </a:cubicBezTo>
                    <a:cubicBezTo>
                      <a:pt x="17" y="58"/>
                      <a:pt x="18" y="60"/>
                      <a:pt x="19" y="61"/>
                    </a:cubicBezTo>
                    <a:cubicBezTo>
                      <a:pt x="19" y="62"/>
                      <a:pt x="18" y="60"/>
                      <a:pt x="18" y="59"/>
                    </a:cubicBezTo>
                    <a:cubicBezTo>
                      <a:pt x="18" y="59"/>
                      <a:pt x="18" y="57"/>
                      <a:pt x="18" y="57"/>
                    </a:cubicBezTo>
                    <a:cubicBezTo>
                      <a:pt x="16" y="52"/>
                      <a:pt x="19" y="60"/>
                      <a:pt x="19" y="59"/>
                    </a:cubicBezTo>
                    <a:cubicBezTo>
                      <a:pt x="18" y="56"/>
                      <a:pt x="18" y="55"/>
                      <a:pt x="17" y="52"/>
                    </a:cubicBezTo>
                    <a:cubicBezTo>
                      <a:pt x="17" y="51"/>
                      <a:pt x="17" y="50"/>
                      <a:pt x="17" y="51"/>
                    </a:cubicBezTo>
                    <a:cubicBezTo>
                      <a:pt x="18" y="53"/>
                      <a:pt x="18" y="52"/>
                      <a:pt x="18" y="54"/>
                    </a:cubicBezTo>
                    <a:cubicBezTo>
                      <a:pt x="18" y="54"/>
                      <a:pt x="18" y="54"/>
                      <a:pt x="18" y="54"/>
                    </a:cubicBezTo>
                    <a:cubicBezTo>
                      <a:pt x="19" y="56"/>
                      <a:pt x="19" y="56"/>
                      <a:pt x="19" y="56"/>
                    </a:cubicBezTo>
                    <a:cubicBezTo>
                      <a:pt x="21" y="60"/>
                      <a:pt x="21" y="60"/>
                      <a:pt x="21" y="60"/>
                    </a:cubicBezTo>
                    <a:cubicBezTo>
                      <a:pt x="21" y="59"/>
                      <a:pt x="20" y="58"/>
                      <a:pt x="20" y="57"/>
                    </a:cubicBezTo>
                    <a:cubicBezTo>
                      <a:pt x="20" y="58"/>
                      <a:pt x="21" y="59"/>
                      <a:pt x="21" y="59"/>
                    </a:cubicBezTo>
                    <a:cubicBezTo>
                      <a:pt x="20" y="59"/>
                      <a:pt x="20" y="56"/>
                      <a:pt x="20" y="56"/>
                    </a:cubicBezTo>
                    <a:cubicBezTo>
                      <a:pt x="20" y="56"/>
                      <a:pt x="21" y="58"/>
                      <a:pt x="21" y="58"/>
                    </a:cubicBezTo>
                    <a:cubicBezTo>
                      <a:pt x="22" y="60"/>
                      <a:pt x="22" y="60"/>
                      <a:pt x="22" y="60"/>
                    </a:cubicBezTo>
                    <a:cubicBezTo>
                      <a:pt x="21" y="58"/>
                      <a:pt x="22" y="61"/>
                      <a:pt x="22" y="60"/>
                    </a:cubicBezTo>
                    <a:cubicBezTo>
                      <a:pt x="22" y="59"/>
                      <a:pt x="21" y="57"/>
                      <a:pt x="21" y="56"/>
                    </a:cubicBezTo>
                    <a:cubicBezTo>
                      <a:pt x="21" y="55"/>
                      <a:pt x="22" y="56"/>
                      <a:pt x="22" y="56"/>
                    </a:cubicBezTo>
                    <a:cubicBezTo>
                      <a:pt x="22" y="57"/>
                      <a:pt x="22" y="57"/>
                      <a:pt x="22" y="57"/>
                    </a:cubicBezTo>
                    <a:cubicBezTo>
                      <a:pt x="22" y="57"/>
                      <a:pt x="23" y="61"/>
                      <a:pt x="23" y="60"/>
                    </a:cubicBezTo>
                    <a:cubicBezTo>
                      <a:pt x="22" y="58"/>
                      <a:pt x="22" y="58"/>
                      <a:pt x="22" y="58"/>
                    </a:cubicBezTo>
                    <a:cubicBezTo>
                      <a:pt x="23" y="58"/>
                      <a:pt x="23" y="59"/>
                      <a:pt x="23" y="60"/>
                    </a:cubicBezTo>
                    <a:cubicBezTo>
                      <a:pt x="23" y="58"/>
                      <a:pt x="23" y="59"/>
                      <a:pt x="23" y="58"/>
                    </a:cubicBezTo>
                    <a:cubicBezTo>
                      <a:pt x="23" y="59"/>
                      <a:pt x="23" y="59"/>
                      <a:pt x="23" y="59"/>
                    </a:cubicBezTo>
                    <a:cubicBezTo>
                      <a:pt x="23" y="58"/>
                      <a:pt x="23" y="56"/>
                      <a:pt x="24" y="58"/>
                    </a:cubicBezTo>
                    <a:cubicBezTo>
                      <a:pt x="23" y="56"/>
                      <a:pt x="23" y="58"/>
                      <a:pt x="23" y="57"/>
                    </a:cubicBezTo>
                    <a:cubicBezTo>
                      <a:pt x="22" y="55"/>
                      <a:pt x="22" y="55"/>
                      <a:pt x="22" y="55"/>
                    </a:cubicBezTo>
                    <a:cubicBezTo>
                      <a:pt x="23" y="58"/>
                      <a:pt x="23" y="55"/>
                      <a:pt x="23" y="55"/>
                    </a:cubicBezTo>
                    <a:cubicBezTo>
                      <a:pt x="24" y="56"/>
                      <a:pt x="24" y="56"/>
                      <a:pt x="24" y="57"/>
                    </a:cubicBezTo>
                    <a:cubicBezTo>
                      <a:pt x="24" y="55"/>
                      <a:pt x="24" y="55"/>
                      <a:pt x="24" y="55"/>
                    </a:cubicBezTo>
                    <a:cubicBezTo>
                      <a:pt x="25" y="59"/>
                      <a:pt x="24" y="54"/>
                      <a:pt x="24" y="55"/>
                    </a:cubicBezTo>
                    <a:cubicBezTo>
                      <a:pt x="25" y="56"/>
                      <a:pt x="25" y="58"/>
                      <a:pt x="25" y="58"/>
                    </a:cubicBezTo>
                    <a:cubicBezTo>
                      <a:pt x="24" y="56"/>
                      <a:pt x="25" y="55"/>
                      <a:pt x="24" y="53"/>
                    </a:cubicBezTo>
                    <a:cubicBezTo>
                      <a:pt x="25" y="54"/>
                      <a:pt x="25" y="56"/>
                      <a:pt x="26" y="58"/>
                    </a:cubicBezTo>
                    <a:cubicBezTo>
                      <a:pt x="25" y="56"/>
                      <a:pt x="26" y="59"/>
                      <a:pt x="26" y="57"/>
                    </a:cubicBezTo>
                    <a:cubicBezTo>
                      <a:pt x="25" y="56"/>
                      <a:pt x="25" y="55"/>
                      <a:pt x="25" y="54"/>
                    </a:cubicBezTo>
                    <a:cubicBezTo>
                      <a:pt x="26" y="54"/>
                      <a:pt x="25" y="55"/>
                      <a:pt x="26" y="56"/>
                    </a:cubicBezTo>
                    <a:cubicBezTo>
                      <a:pt x="26" y="56"/>
                      <a:pt x="26" y="54"/>
                      <a:pt x="25" y="53"/>
                    </a:cubicBezTo>
                    <a:cubicBezTo>
                      <a:pt x="26" y="53"/>
                      <a:pt x="25" y="51"/>
                      <a:pt x="26" y="52"/>
                    </a:cubicBezTo>
                    <a:cubicBezTo>
                      <a:pt x="26" y="54"/>
                      <a:pt x="26" y="53"/>
                      <a:pt x="26" y="54"/>
                    </a:cubicBezTo>
                    <a:cubicBezTo>
                      <a:pt x="27" y="54"/>
                      <a:pt x="25" y="50"/>
                      <a:pt x="26" y="50"/>
                    </a:cubicBezTo>
                    <a:cubicBezTo>
                      <a:pt x="25" y="49"/>
                      <a:pt x="25" y="46"/>
                      <a:pt x="25" y="45"/>
                    </a:cubicBezTo>
                    <a:cubicBezTo>
                      <a:pt x="25" y="45"/>
                      <a:pt x="25" y="46"/>
                      <a:pt x="25" y="48"/>
                    </a:cubicBezTo>
                    <a:cubicBezTo>
                      <a:pt x="25" y="48"/>
                      <a:pt x="25" y="48"/>
                      <a:pt x="25" y="48"/>
                    </a:cubicBezTo>
                    <a:cubicBezTo>
                      <a:pt x="27" y="50"/>
                      <a:pt x="26" y="52"/>
                      <a:pt x="27" y="55"/>
                    </a:cubicBezTo>
                    <a:cubicBezTo>
                      <a:pt x="27" y="54"/>
                      <a:pt x="27" y="54"/>
                      <a:pt x="27" y="54"/>
                    </a:cubicBezTo>
                    <a:cubicBezTo>
                      <a:pt x="28" y="57"/>
                      <a:pt x="28" y="57"/>
                      <a:pt x="28" y="57"/>
                    </a:cubicBezTo>
                    <a:cubicBezTo>
                      <a:pt x="27" y="55"/>
                      <a:pt x="28" y="56"/>
                      <a:pt x="28" y="55"/>
                    </a:cubicBezTo>
                    <a:cubicBezTo>
                      <a:pt x="28" y="54"/>
                      <a:pt x="28" y="56"/>
                      <a:pt x="28" y="55"/>
                    </a:cubicBezTo>
                    <a:cubicBezTo>
                      <a:pt x="28" y="54"/>
                      <a:pt x="27" y="51"/>
                      <a:pt x="28" y="52"/>
                    </a:cubicBezTo>
                    <a:cubicBezTo>
                      <a:pt x="29" y="55"/>
                      <a:pt x="29" y="55"/>
                      <a:pt x="29" y="55"/>
                    </a:cubicBezTo>
                    <a:cubicBezTo>
                      <a:pt x="29" y="56"/>
                      <a:pt x="28" y="53"/>
                      <a:pt x="29" y="54"/>
                    </a:cubicBezTo>
                    <a:cubicBezTo>
                      <a:pt x="29" y="55"/>
                      <a:pt x="29" y="55"/>
                      <a:pt x="29" y="55"/>
                    </a:cubicBezTo>
                    <a:cubicBezTo>
                      <a:pt x="30" y="55"/>
                      <a:pt x="32" y="55"/>
                      <a:pt x="31" y="51"/>
                    </a:cubicBezTo>
                    <a:cubicBezTo>
                      <a:pt x="32" y="52"/>
                      <a:pt x="32" y="52"/>
                      <a:pt x="33" y="53"/>
                    </a:cubicBezTo>
                    <a:cubicBezTo>
                      <a:pt x="33" y="53"/>
                      <a:pt x="33" y="51"/>
                      <a:pt x="33" y="51"/>
                    </a:cubicBezTo>
                    <a:cubicBezTo>
                      <a:pt x="34" y="53"/>
                      <a:pt x="34" y="53"/>
                      <a:pt x="34" y="53"/>
                    </a:cubicBezTo>
                    <a:cubicBezTo>
                      <a:pt x="34" y="54"/>
                      <a:pt x="34" y="52"/>
                      <a:pt x="34" y="51"/>
                    </a:cubicBezTo>
                    <a:cubicBezTo>
                      <a:pt x="35" y="52"/>
                      <a:pt x="35" y="52"/>
                      <a:pt x="35" y="52"/>
                    </a:cubicBezTo>
                    <a:cubicBezTo>
                      <a:pt x="35" y="54"/>
                      <a:pt x="35" y="51"/>
                      <a:pt x="35" y="51"/>
                    </a:cubicBezTo>
                    <a:cubicBezTo>
                      <a:pt x="35" y="52"/>
                      <a:pt x="35" y="52"/>
                      <a:pt x="35" y="52"/>
                    </a:cubicBezTo>
                    <a:cubicBezTo>
                      <a:pt x="35" y="51"/>
                      <a:pt x="35" y="51"/>
                      <a:pt x="35" y="51"/>
                    </a:cubicBezTo>
                    <a:cubicBezTo>
                      <a:pt x="35" y="50"/>
                      <a:pt x="35" y="50"/>
                      <a:pt x="36" y="52"/>
                    </a:cubicBezTo>
                    <a:cubicBezTo>
                      <a:pt x="36" y="51"/>
                      <a:pt x="36" y="51"/>
                      <a:pt x="36" y="51"/>
                    </a:cubicBezTo>
                    <a:cubicBezTo>
                      <a:pt x="37" y="52"/>
                      <a:pt x="37" y="52"/>
                      <a:pt x="38" y="51"/>
                    </a:cubicBezTo>
                    <a:cubicBezTo>
                      <a:pt x="37" y="51"/>
                      <a:pt x="37" y="50"/>
                      <a:pt x="37" y="49"/>
                    </a:cubicBezTo>
                    <a:cubicBezTo>
                      <a:pt x="36" y="46"/>
                      <a:pt x="37" y="49"/>
                      <a:pt x="37" y="47"/>
                    </a:cubicBezTo>
                    <a:cubicBezTo>
                      <a:pt x="37" y="48"/>
                      <a:pt x="38" y="49"/>
                      <a:pt x="38" y="50"/>
                    </a:cubicBezTo>
                    <a:cubicBezTo>
                      <a:pt x="39" y="52"/>
                      <a:pt x="39" y="50"/>
                      <a:pt x="40" y="50"/>
                    </a:cubicBezTo>
                    <a:cubicBezTo>
                      <a:pt x="40" y="49"/>
                      <a:pt x="40" y="49"/>
                      <a:pt x="40" y="49"/>
                    </a:cubicBezTo>
                    <a:cubicBezTo>
                      <a:pt x="42" y="51"/>
                      <a:pt x="41" y="48"/>
                      <a:pt x="42" y="49"/>
                    </a:cubicBezTo>
                    <a:cubicBezTo>
                      <a:pt x="42" y="48"/>
                      <a:pt x="41" y="45"/>
                      <a:pt x="41" y="45"/>
                    </a:cubicBezTo>
                    <a:cubicBezTo>
                      <a:pt x="41" y="43"/>
                      <a:pt x="42" y="47"/>
                      <a:pt x="43" y="48"/>
                    </a:cubicBezTo>
                    <a:cubicBezTo>
                      <a:pt x="43" y="48"/>
                      <a:pt x="43" y="47"/>
                      <a:pt x="43" y="47"/>
                    </a:cubicBezTo>
                    <a:cubicBezTo>
                      <a:pt x="43" y="48"/>
                      <a:pt x="43" y="48"/>
                      <a:pt x="43" y="48"/>
                    </a:cubicBezTo>
                    <a:cubicBezTo>
                      <a:pt x="43" y="47"/>
                      <a:pt x="43" y="46"/>
                      <a:pt x="44" y="47"/>
                    </a:cubicBezTo>
                    <a:cubicBezTo>
                      <a:pt x="44" y="47"/>
                      <a:pt x="44" y="47"/>
                      <a:pt x="44" y="47"/>
                    </a:cubicBezTo>
                    <a:cubicBezTo>
                      <a:pt x="44" y="47"/>
                      <a:pt x="45" y="48"/>
                      <a:pt x="45" y="48"/>
                    </a:cubicBezTo>
                    <a:cubicBezTo>
                      <a:pt x="44" y="46"/>
                      <a:pt x="45" y="47"/>
                      <a:pt x="45" y="45"/>
                    </a:cubicBezTo>
                    <a:cubicBezTo>
                      <a:pt x="45" y="46"/>
                      <a:pt x="45" y="46"/>
                      <a:pt x="45" y="46"/>
                    </a:cubicBezTo>
                    <a:cubicBezTo>
                      <a:pt x="45" y="44"/>
                      <a:pt x="45" y="44"/>
                      <a:pt x="45" y="44"/>
                    </a:cubicBezTo>
                    <a:cubicBezTo>
                      <a:pt x="45" y="45"/>
                      <a:pt x="45" y="45"/>
                      <a:pt x="45" y="45"/>
                    </a:cubicBezTo>
                    <a:cubicBezTo>
                      <a:pt x="46" y="47"/>
                      <a:pt x="46" y="47"/>
                      <a:pt x="46" y="47"/>
                    </a:cubicBezTo>
                    <a:cubicBezTo>
                      <a:pt x="46" y="48"/>
                      <a:pt x="45" y="45"/>
                      <a:pt x="45" y="45"/>
                    </a:cubicBezTo>
                    <a:cubicBezTo>
                      <a:pt x="45" y="43"/>
                      <a:pt x="46" y="45"/>
                      <a:pt x="46" y="45"/>
                    </a:cubicBezTo>
                    <a:cubicBezTo>
                      <a:pt x="46" y="46"/>
                      <a:pt x="46" y="45"/>
                      <a:pt x="46" y="45"/>
                    </a:cubicBezTo>
                    <a:cubicBezTo>
                      <a:pt x="46" y="47"/>
                      <a:pt x="46" y="46"/>
                      <a:pt x="46" y="47"/>
                    </a:cubicBezTo>
                    <a:cubicBezTo>
                      <a:pt x="46" y="47"/>
                      <a:pt x="46" y="45"/>
                      <a:pt x="46" y="45"/>
                    </a:cubicBezTo>
                    <a:cubicBezTo>
                      <a:pt x="46" y="45"/>
                      <a:pt x="47" y="45"/>
                      <a:pt x="47" y="46"/>
                    </a:cubicBezTo>
                    <a:cubicBezTo>
                      <a:pt x="47" y="45"/>
                      <a:pt x="47" y="45"/>
                      <a:pt x="47" y="45"/>
                    </a:cubicBezTo>
                    <a:cubicBezTo>
                      <a:pt x="47" y="44"/>
                      <a:pt x="46" y="44"/>
                      <a:pt x="46" y="43"/>
                    </a:cubicBezTo>
                    <a:cubicBezTo>
                      <a:pt x="46" y="43"/>
                      <a:pt x="46" y="42"/>
                      <a:pt x="46" y="43"/>
                    </a:cubicBezTo>
                    <a:cubicBezTo>
                      <a:pt x="46" y="43"/>
                      <a:pt x="46" y="43"/>
                      <a:pt x="46" y="43"/>
                    </a:cubicBezTo>
                    <a:cubicBezTo>
                      <a:pt x="46" y="43"/>
                      <a:pt x="47" y="43"/>
                      <a:pt x="46" y="42"/>
                    </a:cubicBezTo>
                    <a:cubicBezTo>
                      <a:pt x="47" y="44"/>
                      <a:pt x="47" y="44"/>
                      <a:pt x="47" y="44"/>
                    </a:cubicBezTo>
                    <a:cubicBezTo>
                      <a:pt x="47" y="43"/>
                      <a:pt x="47" y="43"/>
                      <a:pt x="47" y="42"/>
                    </a:cubicBezTo>
                    <a:cubicBezTo>
                      <a:pt x="48" y="44"/>
                      <a:pt x="49" y="46"/>
                      <a:pt x="49" y="46"/>
                    </a:cubicBezTo>
                    <a:cubicBezTo>
                      <a:pt x="49" y="44"/>
                      <a:pt x="49" y="44"/>
                      <a:pt x="49" y="44"/>
                    </a:cubicBezTo>
                    <a:cubicBezTo>
                      <a:pt x="49" y="44"/>
                      <a:pt x="49" y="44"/>
                      <a:pt x="50" y="45"/>
                    </a:cubicBezTo>
                    <a:cubicBezTo>
                      <a:pt x="51" y="46"/>
                      <a:pt x="48" y="40"/>
                      <a:pt x="49" y="42"/>
                    </a:cubicBezTo>
                    <a:cubicBezTo>
                      <a:pt x="50" y="44"/>
                      <a:pt x="50" y="44"/>
                      <a:pt x="51" y="44"/>
                    </a:cubicBezTo>
                    <a:cubicBezTo>
                      <a:pt x="50" y="43"/>
                      <a:pt x="50" y="43"/>
                      <a:pt x="50" y="43"/>
                    </a:cubicBezTo>
                    <a:cubicBezTo>
                      <a:pt x="50" y="42"/>
                      <a:pt x="51" y="45"/>
                      <a:pt x="50" y="43"/>
                    </a:cubicBezTo>
                    <a:cubicBezTo>
                      <a:pt x="50" y="42"/>
                      <a:pt x="50" y="42"/>
                      <a:pt x="50" y="42"/>
                    </a:cubicBezTo>
                    <a:cubicBezTo>
                      <a:pt x="52" y="46"/>
                      <a:pt x="52" y="42"/>
                      <a:pt x="54" y="44"/>
                    </a:cubicBezTo>
                    <a:cubicBezTo>
                      <a:pt x="52" y="42"/>
                      <a:pt x="54" y="43"/>
                      <a:pt x="53" y="42"/>
                    </a:cubicBezTo>
                    <a:cubicBezTo>
                      <a:pt x="54" y="45"/>
                      <a:pt x="54" y="42"/>
                      <a:pt x="54" y="43"/>
                    </a:cubicBezTo>
                    <a:cubicBezTo>
                      <a:pt x="53" y="41"/>
                      <a:pt x="53" y="41"/>
                      <a:pt x="53" y="41"/>
                    </a:cubicBezTo>
                    <a:cubicBezTo>
                      <a:pt x="54" y="42"/>
                      <a:pt x="53" y="37"/>
                      <a:pt x="54" y="40"/>
                    </a:cubicBezTo>
                    <a:cubicBezTo>
                      <a:pt x="55" y="40"/>
                      <a:pt x="55" y="41"/>
                      <a:pt x="55" y="42"/>
                    </a:cubicBezTo>
                    <a:cubicBezTo>
                      <a:pt x="56" y="44"/>
                      <a:pt x="55" y="39"/>
                      <a:pt x="56" y="42"/>
                    </a:cubicBezTo>
                    <a:cubicBezTo>
                      <a:pt x="56" y="41"/>
                      <a:pt x="55" y="40"/>
                      <a:pt x="55" y="39"/>
                    </a:cubicBezTo>
                    <a:cubicBezTo>
                      <a:pt x="56" y="40"/>
                      <a:pt x="57" y="41"/>
                      <a:pt x="57" y="41"/>
                    </a:cubicBezTo>
                    <a:cubicBezTo>
                      <a:pt x="57" y="41"/>
                      <a:pt x="57" y="40"/>
                      <a:pt x="57" y="40"/>
                    </a:cubicBezTo>
                    <a:cubicBezTo>
                      <a:pt x="57" y="41"/>
                      <a:pt x="57" y="41"/>
                      <a:pt x="57" y="42"/>
                    </a:cubicBezTo>
                    <a:cubicBezTo>
                      <a:pt x="58" y="42"/>
                      <a:pt x="58" y="41"/>
                      <a:pt x="58" y="40"/>
                    </a:cubicBezTo>
                    <a:cubicBezTo>
                      <a:pt x="59" y="41"/>
                      <a:pt x="59" y="40"/>
                      <a:pt x="60" y="41"/>
                    </a:cubicBezTo>
                    <a:cubicBezTo>
                      <a:pt x="59" y="39"/>
                      <a:pt x="61" y="42"/>
                      <a:pt x="60" y="39"/>
                    </a:cubicBezTo>
                    <a:cubicBezTo>
                      <a:pt x="60" y="40"/>
                      <a:pt x="60" y="40"/>
                      <a:pt x="60" y="40"/>
                    </a:cubicBezTo>
                    <a:cubicBezTo>
                      <a:pt x="60" y="39"/>
                      <a:pt x="59" y="37"/>
                      <a:pt x="59" y="37"/>
                    </a:cubicBezTo>
                    <a:cubicBezTo>
                      <a:pt x="60" y="39"/>
                      <a:pt x="60" y="39"/>
                      <a:pt x="60" y="39"/>
                    </a:cubicBezTo>
                    <a:cubicBezTo>
                      <a:pt x="61" y="41"/>
                      <a:pt x="61" y="39"/>
                      <a:pt x="61" y="40"/>
                    </a:cubicBezTo>
                    <a:cubicBezTo>
                      <a:pt x="60" y="38"/>
                      <a:pt x="62" y="40"/>
                      <a:pt x="61" y="38"/>
                    </a:cubicBezTo>
                    <a:cubicBezTo>
                      <a:pt x="61" y="38"/>
                      <a:pt x="61" y="38"/>
                      <a:pt x="61" y="38"/>
                    </a:cubicBezTo>
                    <a:cubicBezTo>
                      <a:pt x="61" y="37"/>
                      <a:pt x="60" y="37"/>
                      <a:pt x="61" y="36"/>
                    </a:cubicBezTo>
                    <a:cubicBezTo>
                      <a:pt x="61" y="36"/>
                      <a:pt x="62" y="38"/>
                      <a:pt x="62" y="38"/>
                    </a:cubicBezTo>
                    <a:cubicBezTo>
                      <a:pt x="62" y="39"/>
                      <a:pt x="62" y="38"/>
                      <a:pt x="62" y="38"/>
                    </a:cubicBezTo>
                    <a:cubicBezTo>
                      <a:pt x="62" y="38"/>
                      <a:pt x="62" y="38"/>
                      <a:pt x="62" y="37"/>
                    </a:cubicBezTo>
                    <a:cubicBezTo>
                      <a:pt x="62" y="38"/>
                      <a:pt x="62" y="38"/>
                      <a:pt x="62" y="38"/>
                    </a:cubicBezTo>
                    <a:cubicBezTo>
                      <a:pt x="62" y="38"/>
                      <a:pt x="62" y="38"/>
                      <a:pt x="62" y="38"/>
                    </a:cubicBezTo>
                    <a:cubicBezTo>
                      <a:pt x="62" y="38"/>
                      <a:pt x="62" y="38"/>
                      <a:pt x="62" y="38"/>
                    </a:cubicBezTo>
                    <a:cubicBezTo>
                      <a:pt x="62" y="38"/>
                      <a:pt x="62" y="38"/>
                      <a:pt x="62" y="38"/>
                    </a:cubicBezTo>
                    <a:cubicBezTo>
                      <a:pt x="62" y="38"/>
                      <a:pt x="63" y="38"/>
                      <a:pt x="63" y="38"/>
                    </a:cubicBezTo>
                    <a:cubicBezTo>
                      <a:pt x="63" y="38"/>
                      <a:pt x="63" y="38"/>
                      <a:pt x="63" y="38"/>
                    </a:cubicBezTo>
                    <a:cubicBezTo>
                      <a:pt x="63" y="38"/>
                      <a:pt x="63" y="38"/>
                      <a:pt x="63" y="38"/>
                    </a:cubicBezTo>
                    <a:cubicBezTo>
                      <a:pt x="64" y="40"/>
                      <a:pt x="64" y="40"/>
                      <a:pt x="64" y="40"/>
                    </a:cubicBezTo>
                    <a:cubicBezTo>
                      <a:pt x="64" y="40"/>
                      <a:pt x="64" y="38"/>
                      <a:pt x="63" y="37"/>
                    </a:cubicBezTo>
                    <a:cubicBezTo>
                      <a:pt x="64" y="38"/>
                      <a:pt x="65" y="36"/>
                      <a:pt x="65" y="36"/>
                    </a:cubicBezTo>
                    <a:cubicBezTo>
                      <a:pt x="65" y="36"/>
                      <a:pt x="65" y="37"/>
                      <a:pt x="65" y="36"/>
                    </a:cubicBezTo>
                    <a:cubicBezTo>
                      <a:pt x="65" y="36"/>
                      <a:pt x="65" y="34"/>
                      <a:pt x="65" y="35"/>
                    </a:cubicBezTo>
                    <a:cubicBezTo>
                      <a:pt x="65" y="35"/>
                      <a:pt x="66" y="36"/>
                      <a:pt x="66" y="36"/>
                    </a:cubicBezTo>
                    <a:cubicBezTo>
                      <a:pt x="66" y="37"/>
                      <a:pt x="66" y="35"/>
                      <a:pt x="66" y="35"/>
                    </a:cubicBezTo>
                    <a:cubicBezTo>
                      <a:pt x="67" y="37"/>
                      <a:pt x="66" y="33"/>
                      <a:pt x="67" y="34"/>
                    </a:cubicBezTo>
                    <a:cubicBezTo>
                      <a:pt x="67" y="34"/>
                      <a:pt x="68" y="35"/>
                      <a:pt x="68" y="36"/>
                    </a:cubicBezTo>
                    <a:cubicBezTo>
                      <a:pt x="68" y="35"/>
                      <a:pt x="68" y="34"/>
                      <a:pt x="68" y="32"/>
                    </a:cubicBezTo>
                    <a:cubicBezTo>
                      <a:pt x="68" y="34"/>
                      <a:pt x="68" y="34"/>
                      <a:pt x="68" y="34"/>
                    </a:cubicBezTo>
                    <a:cubicBezTo>
                      <a:pt x="69" y="34"/>
                      <a:pt x="69" y="33"/>
                      <a:pt x="69" y="32"/>
                    </a:cubicBezTo>
                    <a:cubicBezTo>
                      <a:pt x="68" y="31"/>
                      <a:pt x="68" y="30"/>
                      <a:pt x="68" y="30"/>
                    </a:cubicBezTo>
                    <a:cubicBezTo>
                      <a:pt x="68" y="30"/>
                      <a:pt x="68" y="30"/>
                      <a:pt x="68" y="30"/>
                    </a:cubicBezTo>
                    <a:cubicBezTo>
                      <a:pt x="68" y="29"/>
                      <a:pt x="68" y="29"/>
                      <a:pt x="68" y="29"/>
                    </a:cubicBezTo>
                    <a:cubicBezTo>
                      <a:pt x="69" y="30"/>
                      <a:pt x="68" y="30"/>
                      <a:pt x="69" y="30"/>
                    </a:cubicBezTo>
                    <a:cubicBezTo>
                      <a:pt x="70" y="33"/>
                      <a:pt x="70" y="31"/>
                      <a:pt x="70" y="32"/>
                    </a:cubicBezTo>
                    <a:cubicBezTo>
                      <a:pt x="70" y="30"/>
                      <a:pt x="70" y="30"/>
                      <a:pt x="70" y="30"/>
                    </a:cubicBezTo>
                    <a:cubicBezTo>
                      <a:pt x="70" y="29"/>
                      <a:pt x="71" y="31"/>
                      <a:pt x="71" y="31"/>
                    </a:cubicBezTo>
                    <a:cubicBezTo>
                      <a:pt x="69" y="26"/>
                      <a:pt x="69" y="26"/>
                      <a:pt x="69" y="26"/>
                    </a:cubicBezTo>
                    <a:cubicBezTo>
                      <a:pt x="69" y="27"/>
                      <a:pt x="71" y="28"/>
                      <a:pt x="71" y="29"/>
                    </a:cubicBezTo>
                    <a:cubicBezTo>
                      <a:pt x="71" y="29"/>
                      <a:pt x="70" y="26"/>
                      <a:pt x="70" y="24"/>
                    </a:cubicBezTo>
                    <a:cubicBezTo>
                      <a:pt x="70" y="25"/>
                      <a:pt x="70" y="24"/>
                      <a:pt x="70" y="23"/>
                    </a:cubicBezTo>
                    <a:cubicBezTo>
                      <a:pt x="71" y="25"/>
                      <a:pt x="70" y="23"/>
                      <a:pt x="71" y="24"/>
                    </a:cubicBezTo>
                    <a:cubicBezTo>
                      <a:pt x="72" y="26"/>
                      <a:pt x="72" y="26"/>
                      <a:pt x="72" y="26"/>
                    </a:cubicBezTo>
                    <a:cubicBezTo>
                      <a:pt x="71" y="26"/>
                      <a:pt x="73" y="28"/>
                      <a:pt x="73" y="29"/>
                    </a:cubicBezTo>
                    <a:cubicBezTo>
                      <a:pt x="73" y="28"/>
                      <a:pt x="74" y="28"/>
                      <a:pt x="75" y="29"/>
                    </a:cubicBezTo>
                    <a:cubicBezTo>
                      <a:pt x="73" y="26"/>
                      <a:pt x="74" y="27"/>
                      <a:pt x="73" y="25"/>
                    </a:cubicBezTo>
                    <a:cubicBezTo>
                      <a:pt x="74" y="24"/>
                      <a:pt x="74" y="27"/>
                      <a:pt x="75" y="27"/>
                    </a:cubicBezTo>
                    <a:cubicBezTo>
                      <a:pt x="75" y="26"/>
                      <a:pt x="76" y="26"/>
                      <a:pt x="76" y="26"/>
                    </a:cubicBezTo>
                    <a:cubicBezTo>
                      <a:pt x="76" y="26"/>
                      <a:pt x="76" y="26"/>
                      <a:pt x="76" y="26"/>
                    </a:cubicBezTo>
                    <a:cubicBezTo>
                      <a:pt x="76" y="25"/>
                      <a:pt x="77" y="26"/>
                      <a:pt x="77" y="23"/>
                    </a:cubicBezTo>
                    <a:cubicBezTo>
                      <a:pt x="77" y="25"/>
                      <a:pt x="77" y="25"/>
                      <a:pt x="77" y="25"/>
                    </a:cubicBezTo>
                    <a:cubicBezTo>
                      <a:pt x="78" y="25"/>
                      <a:pt x="76" y="22"/>
                      <a:pt x="77" y="23"/>
                    </a:cubicBezTo>
                    <a:cubicBezTo>
                      <a:pt x="78" y="24"/>
                      <a:pt x="78" y="24"/>
                      <a:pt x="78" y="24"/>
                    </a:cubicBezTo>
                    <a:cubicBezTo>
                      <a:pt x="78" y="23"/>
                      <a:pt x="79" y="25"/>
                      <a:pt x="78" y="23"/>
                    </a:cubicBezTo>
                    <a:cubicBezTo>
                      <a:pt x="79" y="24"/>
                      <a:pt x="79" y="24"/>
                      <a:pt x="79" y="24"/>
                    </a:cubicBezTo>
                    <a:cubicBezTo>
                      <a:pt x="79" y="23"/>
                      <a:pt x="79" y="24"/>
                      <a:pt x="79" y="22"/>
                    </a:cubicBezTo>
                    <a:cubicBezTo>
                      <a:pt x="80" y="24"/>
                      <a:pt x="80" y="24"/>
                      <a:pt x="80" y="24"/>
                    </a:cubicBezTo>
                    <a:cubicBezTo>
                      <a:pt x="80" y="25"/>
                      <a:pt x="79" y="22"/>
                      <a:pt x="80" y="22"/>
                    </a:cubicBezTo>
                    <a:cubicBezTo>
                      <a:pt x="80" y="22"/>
                      <a:pt x="81" y="23"/>
                      <a:pt x="81" y="23"/>
                    </a:cubicBezTo>
                    <a:cubicBezTo>
                      <a:pt x="80" y="22"/>
                      <a:pt x="81" y="22"/>
                      <a:pt x="81" y="21"/>
                    </a:cubicBezTo>
                    <a:cubicBezTo>
                      <a:pt x="82" y="23"/>
                      <a:pt x="82" y="23"/>
                      <a:pt x="82" y="23"/>
                    </a:cubicBezTo>
                    <a:cubicBezTo>
                      <a:pt x="84" y="22"/>
                      <a:pt x="86" y="22"/>
                      <a:pt x="86" y="19"/>
                    </a:cubicBezTo>
                    <a:cubicBezTo>
                      <a:pt x="88" y="21"/>
                      <a:pt x="87" y="21"/>
                      <a:pt x="87" y="22"/>
                    </a:cubicBezTo>
                    <a:cubicBezTo>
                      <a:pt x="87" y="20"/>
                      <a:pt x="87" y="22"/>
                      <a:pt x="88" y="21"/>
                    </a:cubicBezTo>
                    <a:cubicBezTo>
                      <a:pt x="88" y="21"/>
                      <a:pt x="88" y="21"/>
                      <a:pt x="88" y="21"/>
                    </a:cubicBezTo>
                    <a:cubicBezTo>
                      <a:pt x="88" y="20"/>
                      <a:pt x="89" y="22"/>
                      <a:pt x="89" y="21"/>
                    </a:cubicBezTo>
                    <a:cubicBezTo>
                      <a:pt x="88" y="20"/>
                      <a:pt x="88" y="20"/>
                      <a:pt x="88" y="20"/>
                    </a:cubicBezTo>
                    <a:cubicBezTo>
                      <a:pt x="88" y="19"/>
                      <a:pt x="90" y="23"/>
                      <a:pt x="89" y="20"/>
                    </a:cubicBezTo>
                    <a:cubicBezTo>
                      <a:pt x="90" y="22"/>
                      <a:pt x="90" y="22"/>
                      <a:pt x="90" y="22"/>
                    </a:cubicBezTo>
                    <a:cubicBezTo>
                      <a:pt x="89" y="19"/>
                      <a:pt x="91" y="22"/>
                      <a:pt x="90" y="20"/>
                    </a:cubicBezTo>
                    <a:cubicBezTo>
                      <a:pt x="90" y="20"/>
                      <a:pt x="90" y="20"/>
                      <a:pt x="90" y="20"/>
                    </a:cubicBezTo>
                    <a:cubicBezTo>
                      <a:pt x="91" y="21"/>
                      <a:pt x="90" y="17"/>
                      <a:pt x="91" y="19"/>
                    </a:cubicBezTo>
                    <a:cubicBezTo>
                      <a:pt x="91" y="19"/>
                      <a:pt x="91" y="18"/>
                      <a:pt x="91" y="16"/>
                    </a:cubicBezTo>
                    <a:cubicBezTo>
                      <a:pt x="92" y="19"/>
                      <a:pt x="92" y="19"/>
                      <a:pt x="92" y="19"/>
                    </a:cubicBezTo>
                    <a:cubicBezTo>
                      <a:pt x="93" y="17"/>
                      <a:pt x="94" y="17"/>
                      <a:pt x="94" y="14"/>
                    </a:cubicBezTo>
                    <a:cubicBezTo>
                      <a:pt x="95" y="15"/>
                      <a:pt x="95" y="15"/>
                      <a:pt x="95" y="15"/>
                    </a:cubicBezTo>
                    <a:cubicBezTo>
                      <a:pt x="95" y="13"/>
                      <a:pt x="97" y="17"/>
                      <a:pt x="96" y="13"/>
                    </a:cubicBezTo>
                    <a:cubicBezTo>
                      <a:pt x="96" y="11"/>
                      <a:pt x="96" y="11"/>
                      <a:pt x="96" y="11"/>
                    </a:cubicBezTo>
                    <a:cubicBezTo>
                      <a:pt x="97" y="13"/>
                      <a:pt x="97" y="13"/>
                      <a:pt x="97" y="13"/>
                    </a:cubicBezTo>
                    <a:cubicBezTo>
                      <a:pt x="97" y="12"/>
                      <a:pt x="98" y="13"/>
                      <a:pt x="97" y="11"/>
                    </a:cubicBezTo>
                    <a:cubicBezTo>
                      <a:pt x="98" y="13"/>
                      <a:pt x="98" y="13"/>
                      <a:pt x="98" y="13"/>
                    </a:cubicBezTo>
                    <a:cubicBezTo>
                      <a:pt x="98" y="13"/>
                      <a:pt x="98" y="10"/>
                      <a:pt x="98" y="11"/>
                    </a:cubicBezTo>
                    <a:cubicBezTo>
                      <a:pt x="98" y="11"/>
                      <a:pt x="98" y="11"/>
                      <a:pt x="98" y="11"/>
                    </a:cubicBezTo>
                    <a:cubicBezTo>
                      <a:pt x="101" y="14"/>
                      <a:pt x="104" y="15"/>
                      <a:pt x="104" y="11"/>
                    </a:cubicBezTo>
                    <a:cubicBezTo>
                      <a:pt x="104" y="10"/>
                      <a:pt x="105" y="13"/>
                      <a:pt x="105" y="13"/>
                    </a:cubicBezTo>
                    <a:cubicBezTo>
                      <a:pt x="106" y="9"/>
                      <a:pt x="109" y="14"/>
                      <a:pt x="109" y="8"/>
                    </a:cubicBezTo>
                    <a:cubicBezTo>
                      <a:pt x="110" y="6"/>
                      <a:pt x="108" y="1"/>
                      <a:pt x="108"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1" name="Freeform 114"/>
              <p:cNvSpPr/>
              <p:nvPr/>
            </p:nvSpPr>
            <p:spPr bwMode="auto">
              <a:xfrm>
                <a:off x="3897" y="1269"/>
                <a:ext cx="6" cy="2"/>
              </a:xfrm>
              <a:custGeom>
                <a:avLst/>
                <a:gdLst>
                  <a:gd name="T0" fmla="*/ 6 w 6"/>
                  <a:gd name="T1" fmla="*/ 0 h 2"/>
                  <a:gd name="T2" fmla="*/ 6 w 6"/>
                  <a:gd name="T3" fmla="*/ 0 h 2"/>
                  <a:gd name="T4" fmla="*/ 0 w 6"/>
                  <a:gd name="T5" fmla="*/ 2 h 2"/>
                  <a:gd name="T6" fmla="*/ 6 w 6"/>
                  <a:gd name="T7" fmla="*/ 0 h 2"/>
                </a:gdLst>
                <a:ahLst/>
                <a:cxnLst>
                  <a:cxn ang="0">
                    <a:pos x="T0" y="T1"/>
                  </a:cxn>
                  <a:cxn ang="0">
                    <a:pos x="T2" y="T3"/>
                  </a:cxn>
                  <a:cxn ang="0">
                    <a:pos x="T4" y="T5"/>
                  </a:cxn>
                  <a:cxn ang="0">
                    <a:pos x="T6" y="T7"/>
                  </a:cxn>
                </a:cxnLst>
                <a:rect l="0" t="0" r="r" b="b"/>
                <a:pathLst>
                  <a:path w="6" h="2">
                    <a:moveTo>
                      <a:pt x="6" y="0"/>
                    </a:moveTo>
                    <a:lnTo>
                      <a:pt x="6" y="0"/>
                    </a:lnTo>
                    <a:lnTo>
                      <a:pt x="0" y="2"/>
                    </a:lnTo>
                    <a:lnTo>
                      <a:pt x="6"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2" name="Freeform 115"/>
              <p:cNvSpPr/>
              <p:nvPr/>
            </p:nvSpPr>
            <p:spPr bwMode="auto">
              <a:xfrm>
                <a:off x="3935" y="1214"/>
                <a:ext cx="78" cy="253"/>
              </a:xfrm>
              <a:custGeom>
                <a:avLst/>
                <a:gdLst>
                  <a:gd name="T0" fmla="*/ 15 w 37"/>
                  <a:gd name="T1" fmla="*/ 54 h 119"/>
                  <a:gd name="T2" fmla="*/ 12 w 37"/>
                  <a:gd name="T3" fmla="*/ 62 h 119"/>
                  <a:gd name="T4" fmla="*/ 8 w 37"/>
                  <a:gd name="T5" fmla="*/ 67 h 119"/>
                  <a:gd name="T6" fmla="*/ 6 w 37"/>
                  <a:gd name="T7" fmla="*/ 78 h 119"/>
                  <a:gd name="T8" fmla="*/ 4 w 37"/>
                  <a:gd name="T9" fmla="*/ 84 h 119"/>
                  <a:gd name="T10" fmla="*/ 2 w 37"/>
                  <a:gd name="T11" fmla="*/ 96 h 119"/>
                  <a:gd name="T12" fmla="*/ 5 w 37"/>
                  <a:gd name="T13" fmla="*/ 103 h 119"/>
                  <a:gd name="T14" fmla="*/ 2 w 37"/>
                  <a:gd name="T15" fmla="*/ 111 h 119"/>
                  <a:gd name="T16" fmla="*/ 2 w 37"/>
                  <a:gd name="T17" fmla="*/ 115 h 119"/>
                  <a:gd name="T18" fmla="*/ 7 w 37"/>
                  <a:gd name="T19" fmla="*/ 117 h 119"/>
                  <a:gd name="T20" fmla="*/ 8 w 37"/>
                  <a:gd name="T21" fmla="*/ 117 h 119"/>
                  <a:gd name="T22" fmla="*/ 9 w 37"/>
                  <a:gd name="T23" fmla="*/ 115 h 119"/>
                  <a:gd name="T24" fmla="*/ 12 w 37"/>
                  <a:gd name="T25" fmla="*/ 113 h 119"/>
                  <a:gd name="T26" fmla="*/ 15 w 37"/>
                  <a:gd name="T27" fmla="*/ 110 h 119"/>
                  <a:gd name="T28" fmla="*/ 17 w 37"/>
                  <a:gd name="T29" fmla="*/ 110 h 119"/>
                  <a:gd name="T30" fmla="*/ 17 w 37"/>
                  <a:gd name="T31" fmla="*/ 108 h 119"/>
                  <a:gd name="T32" fmla="*/ 18 w 37"/>
                  <a:gd name="T33" fmla="*/ 108 h 119"/>
                  <a:gd name="T34" fmla="*/ 21 w 37"/>
                  <a:gd name="T35" fmla="*/ 108 h 119"/>
                  <a:gd name="T36" fmla="*/ 15 w 37"/>
                  <a:gd name="T37" fmla="*/ 104 h 119"/>
                  <a:gd name="T38" fmla="*/ 18 w 37"/>
                  <a:gd name="T39" fmla="*/ 104 h 119"/>
                  <a:gd name="T40" fmla="*/ 20 w 37"/>
                  <a:gd name="T41" fmla="*/ 104 h 119"/>
                  <a:gd name="T42" fmla="*/ 22 w 37"/>
                  <a:gd name="T43" fmla="*/ 102 h 119"/>
                  <a:gd name="T44" fmla="*/ 20 w 37"/>
                  <a:gd name="T45" fmla="*/ 100 h 119"/>
                  <a:gd name="T46" fmla="*/ 22 w 37"/>
                  <a:gd name="T47" fmla="*/ 99 h 119"/>
                  <a:gd name="T48" fmla="*/ 15 w 37"/>
                  <a:gd name="T49" fmla="*/ 95 h 119"/>
                  <a:gd name="T50" fmla="*/ 21 w 37"/>
                  <a:gd name="T51" fmla="*/ 97 h 119"/>
                  <a:gd name="T52" fmla="*/ 24 w 37"/>
                  <a:gd name="T53" fmla="*/ 92 h 119"/>
                  <a:gd name="T54" fmla="*/ 24 w 37"/>
                  <a:gd name="T55" fmla="*/ 89 h 119"/>
                  <a:gd name="T56" fmla="*/ 21 w 37"/>
                  <a:gd name="T57" fmla="*/ 85 h 119"/>
                  <a:gd name="T58" fmla="*/ 26 w 37"/>
                  <a:gd name="T59" fmla="*/ 81 h 119"/>
                  <a:gd name="T60" fmla="*/ 24 w 37"/>
                  <a:gd name="T61" fmla="*/ 78 h 119"/>
                  <a:gd name="T62" fmla="*/ 25 w 37"/>
                  <a:gd name="T63" fmla="*/ 77 h 119"/>
                  <a:gd name="T64" fmla="*/ 23 w 37"/>
                  <a:gd name="T65" fmla="*/ 75 h 119"/>
                  <a:gd name="T66" fmla="*/ 27 w 37"/>
                  <a:gd name="T67" fmla="*/ 75 h 119"/>
                  <a:gd name="T68" fmla="*/ 26 w 37"/>
                  <a:gd name="T69" fmla="*/ 72 h 119"/>
                  <a:gd name="T70" fmla="*/ 25 w 37"/>
                  <a:gd name="T71" fmla="*/ 67 h 119"/>
                  <a:gd name="T72" fmla="*/ 29 w 37"/>
                  <a:gd name="T73" fmla="*/ 65 h 119"/>
                  <a:gd name="T74" fmla="*/ 28 w 37"/>
                  <a:gd name="T75" fmla="*/ 61 h 119"/>
                  <a:gd name="T76" fmla="*/ 29 w 37"/>
                  <a:gd name="T77" fmla="*/ 59 h 119"/>
                  <a:gd name="T78" fmla="*/ 29 w 37"/>
                  <a:gd name="T79" fmla="*/ 59 h 119"/>
                  <a:gd name="T80" fmla="*/ 29 w 37"/>
                  <a:gd name="T81" fmla="*/ 56 h 119"/>
                  <a:gd name="T82" fmla="*/ 27 w 37"/>
                  <a:gd name="T83" fmla="*/ 51 h 119"/>
                  <a:gd name="T84" fmla="*/ 25 w 37"/>
                  <a:gd name="T85" fmla="*/ 49 h 119"/>
                  <a:gd name="T86" fmla="*/ 27 w 37"/>
                  <a:gd name="T87" fmla="*/ 47 h 119"/>
                  <a:gd name="T88" fmla="*/ 29 w 37"/>
                  <a:gd name="T89" fmla="*/ 44 h 119"/>
                  <a:gd name="T90" fmla="*/ 27 w 37"/>
                  <a:gd name="T91" fmla="*/ 39 h 119"/>
                  <a:gd name="T92" fmla="*/ 28 w 37"/>
                  <a:gd name="T93" fmla="*/ 37 h 119"/>
                  <a:gd name="T94" fmla="*/ 31 w 37"/>
                  <a:gd name="T95" fmla="*/ 30 h 119"/>
                  <a:gd name="T96" fmla="*/ 32 w 37"/>
                  <a:gd name="T97" fmla="*/ 27 h 119"/>
                  <a:gd name="T98" fmla="*/ 29 w 37"/>
                  <a:gd name="T99" fmla="*/ 19 h 119"/>
                  <a:gd name="T100" fmla="*/ 30 w 37"/>
                  <a:gd name="T101" fmla="*/ 16 h 119"/>
                  <a:gd name="T102" fmla="*/ 26 w 37"/>
                  <a:gd name="T103" fmla="*/ 0 h 119"/>
                  <a:gd name="T104" fmla="*/ 18 w 37"/>
                  <a:gd name="T105" fmla="*/ 21 h 119"/>
                  <a:gd name="T106" fmla="*/ 11 w 37"/>
                  <a:gd name="T107" fmla="*/ 3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 h="119">
                    <a:moveTo>
                      <a:pt x="11" y="38"/>
                    </a:moveTo>
                    <a:cubicBezTo>
                      <a:pt x="11" y="42"/>
                      <a:pt x="12" y="46"/>
                      <a:pt x="12" y="50"/>
                    </a:cubicBezTo>
                    <a:cubicBezTo>
                      <a:pt x="15" y="51"/>
                      <a:pt x="13" y="52"/>
                      <a:pt x="16" y="53"/>
                    </a:cubicBezTo>
                    <a:cubicBezTo>
                      <a:pt x="15" y="53"/>
                      <a:pt x="15" y="53"/>
                      <a:pt x="15" y="53"/>
                    </a:cubicBezTo>
                    <a:cubicBezTo>
                      <a:pt x="16" y="53"/>
                      <a:pt x="14" y="53"/>
                      <a:pt x="13" y="54"/>
                    </a:cubicBezTo>
                    <a:cubicBezTo>
                      <a:pt x="14" y="54"/>
                      <a:pt x="13" y="54"/>
                      <a:pt x="15" y="54"/>
                    </a:cubicBezTo>
                    <a:cubicBezTo>
                      <a:pt x="17" y="55"/>
                      <a:pt x="12" y="54"/>
                      <a:pt x="13" y="55"/>
                    </a:cubicBezTo>
                    <a:cubicBezTo>
                      <a:pt x="13" y="55"/>
                      <a:pt x="14" y="55"/>
                      <a:pt x="14" y="55"/>
                    </a:cubicBezTo>
                    <a:cubicBezTo>
                      <a:pt x="16" y="56"/>
                      <a:pt x="13" y="55"/>
                      <a:pt x="11" y="55"/>
                    </a:cubicBezTo>
                    <a:cubicBezTo>
                      <a:pt x="11" y="57"/>
                      <a:pt x="13" y="59"/>
                      <a:pt x="11" y="61"/>
                    </a:cubicBezTo>
                    <a:cubicBezTo>
                      <a:pt x="11" y="60"/>
                      <a:pt x="13" y="61"/>
                      <a:pt x="13" y="61"/>
                    </a:cubicBezTo>
                    <a:cubicBezTo>
                      <a:pt x="9" y="60"/>
                      <a:pt x="13" y="62"/>
                      <a:pt x="12" y="62"/>
                    </a:cubicBezTo>
                    <a:cubicBezTo>
                      <a:pt x="11" y="61"/>
                      <a:pt x="11" y="61"/>
                      <a:pt x="11" y="61"/>
                    </a:cubicBezTo>
                    <a:cubicBezTo>
                      <a:pt x="9" y="62"/>
                      <a:pt x="11" y="63"/>
                      <a:pt x="10" y="63"/>
                    </a:cubicBezTo>
                    <a:cubicBezTo>
                      <a:pt x="11" y="64"/>
                      <a:pt x="8" y="64"/>
                      <a:pt x="9" y="65"/>
                    </a:cubicBezTo>
                    <a:cubicBezTo>
                      <a:pt x="8" y="64"/>
                      <a:pt x="8" y="65"/>
                      <a:pt x="8" y="65"/>
                    </a:cubicBezTo>
                    <a:cubicBezTo>
                      <a:pt x="11" y="66"/>
                      <a:pt x="6" y="66"/>
                      <a:pt x="8" y="67"/>
                    </a:cubicBezTo>
                    <a:cubicBezTo>
                      <a:pt x="8" y="67"/>
                      <a:pt x="8" y="67"/>
                      <a:pt x="8" y="67"/>
                    </a:cubicBezTo>
                    <a:cubicBezTo>
                      <a:pt x="8" y="68"/>
                      <a:pt x="6" y="70"/>
                      <a:pt x="8" y="72"/>
                    </a:cubicBezTo>
                    <a:cubicBezTo>
                      <a:pt x="8" y="73"/>
                      <a:pt x="4" y="73"/>
                      <a:pt x="5" y="75"/>
                    </a:cubicBezTo>
                    <a:cubicBezTo>
                      <a:pt x="7" y="76"/>
                      <a:pt x="7" y="76"/>
                      <a:pt x="7" y="76"/>
                    </a:cubicBezTo>
                    <a:cubicBezTo>
                      <a:pt x="7" y="76"/>
                      <a:pt x="6" y="75"/>
                      <a:pt x="5" y="75"/>
                    </a:cubicBezTo>
                    <a:cubicBezTo>
                      <a:pt x="7" y="76"/>
                      <a:pt x="5" y="76"/>
                      <a:pt x="5" y="77"/>
                    </a:cubicBezTo>
                    <a:cubicBezTo>
                      <a:pt x="5" y="77"/>
                      <a:pt x="5" y="78"/>
                      <a:pt x="6" y="78"/>
                    </a:cubicBezTo>
                    <a:cubicBezTo>
                      <a:pt x="4" y="78"/>
                      <a:pt x="7" y="80"/>
                      <a:pt x="5" y="80"/>
                    </a:cubicBezTo>
                    <a:cubicBezTo>
                      <a:pt x="8" y="81"/>
                      <a:pt x="6" y="80"/>
                      <a:pt x="7" y="81"/>
                    </a:cubicBezTo>
                    <a:cubicBezTo>
                      <a:pt x="7" y="81"/>
                      <a:pt x="6" y="81"/>
                      <a:pt x="5" y="81"/>
                    </a:cubicBezTo>
                    <a:cubicBezTo>
                      <a:pt x="6" y="81"/>
                      <a:pt x="6" y="82"/>
                      <a:pt x="4" y="82"/>
                    </a:cubicBezTo>
                    <a:cubicBezTo>
                      <a:pt x="5" y="82"/>
                      <a:pt x="6" y="83"/>
                      <a:pt x="6" y="83"/>
                    </a:cubicBezTo>
                    <a:cubicBezTo>
                      <a:pt x="3" y="83"/>
                      <a:pt x="5" y="84"/>
                      <a:pt x="4" y="84"/>
                    </a:cubicBezTo>
                    <a:cubicBezTo>
                      <a:pt x="6" y="85"/>
                      <a:pt x="8" y="86"/>
                      <a:pt x="7" y="86"/>
                    </a:cubicBezTo>
                    <a:cubicBezTo>
                      <a:pt x="4" y="85"/>
                      <a:pt x="4" y="85"/>
                      <a:pt x="4" y="85"/>
                    </a:cubicBezTo>
                    <a:cubicBezTo>
                      <a:pt x="5" y="86"/>
                      <a:pt x="2" y="87"/>
                      <a:pt x="4" y="90"/>
                    </a:cubicBezTo>
                    <a:cubicBezTo>
                      <a:pt x="3" y="89"/>
                      <a:pt x="3" y="89"/>
                      <a:pt x="3" y="89"/>
                    </a:cubicBezTo>
                    <a:cubicBezTo>
                      <a:pt x="4" y="91"/>
                      <a:pt x="1" y="92"/>
                      <a:pt x="4" y="95"/>
                    </a:cubicBezTo>
                    <a:cubicBezTo>
                      <a:pt x="3" y="95"/>
                      <a:pt x="2" y="95"/>
                      <a:pt x="2" y="96"/>
                    </a:cubicBezTo>
                    <a:cubicBezTo>
                      <a:pt x="3" y="97"/>
                      <a:pt x="3" y="97"/>
                      <a:pt x="5" y="98"/>
                    </a:cubicBezTo>
                    <a:cubicBezTo>
                      <a:pt x="5" y="98"/>
                      <a:pt x="4" y="98"/>
                      <a:pt x="3" y="98"/>
                    </a:cubicBezTo>
                    <a:cubicBezTo>
                      <a:pt x="2" y="98"/>
                      <a:pt x="0" y="98"/>
                      <a:pt x="2" y="99"/>
                    </a:cubicBezTo>
                    <a:cubicBezTo>
                      <a:pt x="1" y="99"/>
                      <a:pt x="1" y="99"/>
                      <a:pt x="1" y="99"/>
                    </a:cubicBezTo>
                    <a:cubicBezTo>
                      <a:pt x="2" y="100"/>
                      <a:pt x="4" y="101"/>
                      <a:pt x="2" y="102"/>
                    </a:cubicBezTo>
                    <a:cubicBezTo>
                      <a:pt x="3" y="102"/>
                      <a:pt x="3" y="103"/>
                      <a:pt x="5" y="103"/>
                    </a:cubicBezTo>
                    <a:cubicBezTo>
                      <a:pt x="5" y="103"/>
                      <a:pt x="3" y="103"/>
                      <a:pt x="4" y="103"/>
                    </a:cubicBezTo>
                    <a:cubicBezTo>
                      <a:pt x="2" y="102"/>
                      <a:pt x="2" y="102"/>
                      <a:pt x="2" y="102"/>
                    </a:cubicBezTo>
                    <a:cubicBezTo>
                      <a:pt x="1" y="104"/>
                      <a:pt x="2" y="105"/>
                      <a:pt x="3" y="107"/>
                    </a:cubicBezTo>
                    <a:cubicBezTo>
                      <a:pt x="0" y="107"/>
                      <a:pt x="3" y="108"/>
                      <a:pt x="1" y="109"/>
                    </a:cubicBezTo>
                    <a:cubicBezTo>
                      <a:pt x="2" y="110"/>
                      <a:pt x="0" y="110"/>
                      <a:pt x="3" y="111"/>
                    </a:cubicBezTo>
                    <a:cubicBezTo>
                      <a:pt x="2" y="111"/>
                      <a:pt x="2" y="111"/>
                      <a:pt x="2" y="111"/>
                    </a:cubicBezTo>
                    <a:cubicBezTo>
                      <a:pt x="1" y="111"/>
                      <a:pt x="2" y="112"/>
                      <a:pt x="1" y="113"/>
                    </a:cubicBezTo>
                    <a:cubicBezTo>
                      <a:pt x="1" y="114"/>
                      <a:pt x="3" y="114"/>
                      <a:pt x="4" y="114"/>
                    </a:cubicBezTo>
                    <a:cubicBezTo>
                      <a:pt x="2" y="114"/>
                      <a:pt x="2" y="114"/>
                      <a:pt x="2" y="114"/>
                    </a:cubicBezTo>
                    <a:cubicBezTo>
                      <a:pt x="3" y="115"/>
                      <a:pt x="5" y="115"/>
                      <a:pt x="7" y="115"/>
                    </a:cubicBezTo>
                    <a:cubicBezTo>
                      <a:pt x="6" y="115"/>
                      <a:pt x="7" y="115"/>
                      <a:pt x="6" y="115"/>
                    </a:cubicBezTo>
                    <a:cubicBezTo>
                      <a:pt x="5" y="115"/>
                      <a:pt x="4" y="115"/>
                      <a:pt x="2" y="115"/>
                    </a:cubicBezTo>
                    <a:cubicBezTo>
                      <a:pt x="1" y="116"/>
                      <a:pt x="5" y="116"/>
                      <a:pt x="3" y="117"/>
                    </a:cubicBezTo>
                    <a:cubicBezTo>
                      <a:pt x="2" y="117"/>
                      <a:pt x="3" y="118"/>
                      <a:pt x="5" y="117"/>
                    </a:cubicBezTo>
                    <a:cubicBezTo>
                      <a:pt x="4" y="117"/>
                      <a:pt x="4" y="118"/>
                      <a:pt x="3" y="118"/>
                    </a:cubicBezTo>
                    <a:cubicBezTo>
                      <a:pt x="3" y="118"/>
                      <a:pt x="3" y="118"/>
                      <a:pt x="4" y="118"/>
                    </a:cubicBezTo>
                    <a:cubicBezTo>
                      <a:pt x="4" y="118"/>
                      <a:pt x="4" y="118"/>
                      <a:pt x="4" y="118"/>
                    </a:cubicBezTo>
                    <a:cubicBezTo>
                      <a:pt x="5" y="118"/>
                      <a:pt x="5" y="118"/>
                      <a:pt x="7" y="117"/>
                    </a:cubicBezTo>
                    <a:cubicBezTo>
                      <a:pt x="7" y="117"/>
                      <a:pt x="6" y="117"/>
                      <a:pt x="7" y="117"/>
                    </a:cubicBezTo>
                    <a:cubicBezTo>
                      <a:pt x="8" y="117"/>
                      <a:pt x="8" y="117"/>
                      <a:pt x="7" y="118"/>
                    </a:cubicBezTo>
                    <a:cubicBezTo>
                      <a:pt x="6" y="118"/>
                      <a:pt x="5" y="118"/>
                      <a:pt x="4" y="119"/>
                    </a:cubicBezTo>
                    <a:cubicBezTo>
                      <a:pt x="7" y="118"/>
                      <a:pt x="7" y="118"/>
                      <a:pt x="7" y="118"/>
                    </a:cubicBezTo>
                    <a:cubicBezTo>
                      <a:pt x="7" y="118"/>
                      <a:pt x="8" y="118"/>
                      <a:pt x="9" y="117"/>
                    </a:cubicBezTo>
                    <a:cubicBezTo>
                      <a:pt x="8" y="117"/>
                      <a:pt x="8" y="117"/>
                      <a:pt x="8" y="117"/>
                    </a:cubicBezTo>
                    <a:cubicBezTo>
                      <a:pt x="9" y="117"/>
                      <a:pt x="9" y="117"/>
                      <a:pt x="9" y="117"/>
                    </a:cubicBezTo>
                    <a:cubicBezTo>
                      <a:pt x="9" y="117"/>
                      <a:pt x="10" y="116"/>
                      <a:pt x="9" y="116"/>
                    </a:cubicBezTo>
                    <a:cubicBezTo>
                      <a:pt x="7" y="116"/>
                      <a:pt x="7" y="116"/>
                      <a:pt x="7" y="116"/>
                    </a:cubicBezTo>
                    <a:cubicBezTo>
                      <a:pt x="7" y="116"/>
                      <a:pt x="5" y="116"/>
                      <a:pt x="7" y="116"/>
                    </a:cubicBezTo>
                    <a:cubicBezTo>
                      <a:pt x="9" y="115"/>
                      <a:pt x="9" y="115"/>
                      <a:pt x="9" y="115"/>
                    </a:cubicBezTo>
                    <a:cubicBezTo>
                      <a:pt x="9" y="115"/>
                      <a:pt x="8" y="115"/>
                      <a:pt x="9" y="115"/>
                    </a:cubicBezTo>
                    <a:cubicBezTo>
                      <a:pt x="11" y="115"/>
                      <a:pt x="11" y="115"/>
                      <a:pt x="11" y="115"/>
                    </a:cubicBezTo>
                    <a:cubicBezTo>
                      <a:pt x="8" y="115"/>
                      <a:pt x="10" y="114"/>
                      <a:pt x="9" y="114"/>
                    </a:cubicBezTo>
                    <a:cubicBezTo>
                      <a:pt x="10" y="114"/>
                      <a:pt x="10" y="114"/>
                      <a:pt x="10" y="114"/>
                    </a:cubicBezTo>
                    <a:cubicBezTo>
                      <a:pt x="11" y="114"/>
                      <a:pt x="8" y="114"/>
                      <a:pt x="8" y="114"/>
                    </a:cubicBezTo>
                    <a:cubicBezTo>
                      <a:pt x="9" y="114"/>
                      <a:pt x="11" y="114"/>
                      <a:pt x="12" y="114"/>
                    </a:cubicBezTo>
                    <a:cubicBezTo>
                      <a:pt x="12" y="113"/>
                      <a:pt x="10" y="113"/>
                      <a:pt x="12" y="113"/>
                    </a:cubicBezTo>
                    <a:cubicBezTo>
                      <a:pt x="11" y="112"/>
                      <a:pt x="10" y="112"/>
                      <a:pt x="9" y="111"/>
                    </a:cubicBezTo>
                    <a:cubicBezTo>
                      <a:pt x="9" y="111"/>
                      <a:pt x="12" y="112"/>
                      <a:pt x="11" y="111"/>
                    </a:cubicBezTo>
                    <a:cubicBezTo>
                      <a:pt x="12" y="111"/>
                      <a:pt x="13" y="111"/>
                      <a:pt x="14" y="111"/>
                    </a:cubicBezTo>
                    <a:cubicBezTo>
                      <a:pt x="13" y="111"/>
                      <a:pt x="14" y="111"/>
                      <a:pt x="12" y="111"/>
                    </a:cubicBezTo>
                    <a:cubicBezTo>
                      <a:pt x="12" y="110"/>
                      <a:pt x="13" y="110"/>
                      <a:pt x="12" y="109"/>
                    </a:cubicBezTo>
                    <a:cubicBezTo>
                      <a:pt x="12" y="109"/>
                      <a:pt x="14" y="110"/>
                      <a:pt x="15" y="110"/>
                    </a:cubicBezTo>
                    <a:cubicBezTo>
                      <a:pt x="13" y="109"/>
                      <a:pt x="13" y="109"/>
                      <a:pt x="13" y="108"/>
                    </a:cubicBezTo>
                    <a:cubicBezTo>
                      <a:pt x="11" y="108"/>
                      <a:pt x="11" y="108"/>
                      <a:pt x="10" y="108"/>
                    </a:cubicBezTo>
                    <a:cubicBezTo>
                      <a:pt x="9" y="108"/>
                      <a:pt x="9" y="107"/>
                      <a:pt x="9" y="107"/>
                    </a:cubicBezTo>
                    <a:cubicBezTo>
                      <a:pt x="11" y="108"/>
                      <a:pt x="13" y="108"/>
                      <a:pt x="14" y="108"/>
                    </a:cubicBezTo>
                    <a:cubicBezTo>
                      <a:pt x="16" y="108"/>
                      <a:pt x="13" y="108"/>
                      <a:pt x="16" y="109"/>
                    </a:cubicBezTo>
                    <a:cubicBezTo>
                      <a:pt x="18" y="109"/>
                      <a:pt x="18" y="110"/>
                      <a:pt x="17" y="110"/>
                    </a:cubicBezTo>
                    <a:cubicBezTo>
                      <a:pt x="19" y="111"/>
                      <a:pt x="17" y="110"/>
                      <a:pt x="19" y="110"/>
                    </a:cubicBezTo>
                    <a:cubicBezTo>
                      <a:pt x="19" y="110"/>
                      <a:pt x="18" y="110"/>
                      <a:pt x="18" y="109"/>
                    </a:cubicBezTo>
                    <a:cubicBezTo>
                      <a:pt x="17" y="109"/>
                      <a:pt x="16" y="109"/>
                      <a:pt x="15" y="108"/>
                    </a:cubicBezTo>
                    <a:cubicBezTo>
                      <a:pt x="13" y="108"/>
                      <a:pt x="17" y="108"/>
                      <a:pt x="17" y="108"/>
                    </a:cubicBezTo>
                    <a:cubicBezTo>
                      <a:pt x="18" y="109"/>
                      <a:pt x="18" y="109"/>
                      <a:pt x="18" y="109"/>
                    </a:cubicBezTo>
                    <a:cubicBezTo>
                      <a:pt x="19" y="109"/>
                      <a:pt x="17" y="108"/>
                      <a:pt x="17" y="108"/>
                    </a:cubicBezTo>
                    <a:cubicBezTo>
                      <a:pt x="21" y="109"/>
                      <a:pt x="18" y="108"/>
                      <a:pt x="20" y="109"/>
                    </a:cubicBezTo>
                    <a:cubicBezTo>
                      <a:pt x="22" y="109"/>
                      <a:pt x="22" y="109"/>
                      <a:pt x="22" y="109"/>
                    </a:cubicBezTo>
                    <a:cubicBezTo>
                      <a:pt x="22" y="109"/>
                      <a:pt x="19" y="109"/>
                      <a:pt x="20" y="108"/>
                    </a:cubicBezTo>
                    <a:cubicBezTo>
                      <a:pt x="21" y="109"/>
                      <a:pt x="21" y="109"/>
                      <a:pt x="21" y="109"/>
                    </a:cubicBezTo>
                    <a:cubicBezTo>
                      <a:pt x="21" y="108"/>
                      <a:pt x="21" y="108"/>
                      <a:pt x="21" y="108"/>
                    </a:cubicBezTo>
                    <a:cubicBezTo>
                      <a:pt x="20" y="108"/>
                      <a:pt x="18" y="108"/>
                      <a:pt x="18" y="108"/>
                    </a:cubicBezTo>
                    <a:cubicBezTo>
                      <a:pt x="15" y="107"/>
                      <a:pt x="18" y="108"/>
                      <a:pt x="17" y="107"/>
                    </a:cubicBezTo>
                    <a:cubicBezTo>
                      <a:pt x="15" y="106"/>
                      <a:pt x="17" y="107"/>
                      <a:pt x="16" y="107"/>
                    </a:cubicBezTo>
                    <a:cubicBezTo>
                      <a:pt x="14" y="106"/>
                      <a:pt x="14" y="106"/>
                      <a:pt x="14" y="106"/>
                    </a:cubicBezTo>
                    <a:cubicBezTo>
                      <a:pt x="14" y="105"/>
                      <a:pt x="16" y="106"/>
                      <a:pt x="17" y="106"/>
                    </a:cubicBezTo>
                    <a:cubicBezTo>
                      <a:pt x="17" y="106"/>
                      <a:pt x="17" y="107"/>
                      <a:pt x="16" y="106"/>
                    </a:cubicBezTo>
                    <a:cubicBezTo>
                      <a:pt x="18" y="107"/>
                      <a:pt x="20" y="107"/>
                      <a:pt x="21" y="108"/>
                    </a:cubicBezTo>
                    <a:cubicBezTo>
                      <a:pt x="22" y="108"/>
                      <a:pt x="20" y="107"/>
                      <a:pt x="20" y="107"/>
                    </a:cubicBezTo>
                    <a:cubicBezTo>
                      <a:pt x="19" y="107"/>
                      <a:pt x="18" y="107"/>
                      <a:pt x="17" y="106"/>
                    </a:cubicBezTo>
                    <a:cubicBezTo>
                      <a:pt x="13" y="105"/>
                      <a:pt x="21" y="107"/>
                      <a:pt x="20" y="106"/>
                    </a:cubicBezTo>
                    <a:cubicBezTo>
                      <a:pt x="17" y="106"/>
                      <a:pt x="16" y="104"/>
                      <a:pt x="13" y="104"/>
                    </a:cubicBezTo>
                    <a:cubicBezTo>
                      <a:pt x="12" y="104"/>
                      <a:pt x="12" y="103"/>
                      <a:pt x="12" y="103"/>
                    </a:cubicBezTo>
                    <a:cubicBezTo>
                      <a:pt x="14" y="104"/>
                      <a:pt x="13" y="103"/>
                      <a:pt x="15" y="104"/>
                    </a:cubicBezTo>
                    <a:cubicBezTo>
                      <a:pt x="15" y="104"/>
                      <a:pt x="15" y="104"/>
                      <a:pt x="15" y="104"/>
                    </a:cubicBezTo>
                    <a:cubicBezTo>
                      <a:pt x="18" y="105"/>
                      <a:pt x="18" y="105"/>
                      <a:pt x="18" y="105"/>
                    </a:cubicBezTo>
                    <a:cubicBezTo>
                      <a:pt x="22" y="106"/>
                      <a:pt x="22" y="106"/>
                      <a:pt x="22" y="106"/>
                    </a:cubicBezTo>
                    <a:cubicBezTo>
                      <a:pt x="21" y="105"/>
                      <a:pt x="20" y="105"/>
                      <a:pt x="19" y="105"/>
                    </a:cubicBezTo>
                    <a:cubicBezTo>
                      <a:pt x="20" y="105"/>
                      <a:pt x="21" y="105"/>
                      <a:pt x="21" y="105"/>
                    </a:cubicBezTo>
                    <a:cubicBezTo>
                      <a:pt x="20" y="105"/>
                      <a:pt x="18" y="104"/>
                      <a:pt x="18" y="104"/>
                    </a:cubicBezTo>
                    <a:cubicBezTo>
                      <a:pt x="18" y="103"/>
                      <a:pt x="20" y="104"/>
                      <a:pt x="20" y="104"/>
                    </a:cubicBezTo>
                    <a:cubicBezTo>
                      <a:pt x="22" y="105"/>
                      <a:pt x="22" y="105"/>
                      <a:pt x="22" y="105"/>
                    </a:cubicBezTo>
                    <a:cubicBezTo>
                      <a:pt x="21" y="104"/>
                      <a:pt x="23" y="105"/>
                      <a:pt x="22" y="105"/>
                    </a:cubicBezTo>
                    <a:cubicBezTo>
                      <a:pt x="21" y="104"/>
                      <a:pt x="20" y="104"/>
                      <a:pt x="18" y="103"/>
                    </a:cubicBezTo>
                    <a:cubicBezTo>
                      <a:pt x="18" y="103"/>
                      <a:pt x="19" y="103"/>
                      <a:pt x="19" y="103"/>
                    </a:cubicBezTo>
                    <a:cubicBezTo>
                      <a:pt x="20" y="104"/>
                      <a:pt x="20" y="104"/>
                      <a:pt x="20" y="104"/>
                    </a:cubicBezTo>
                    <a:cubicBezTo>
                      <a:pt x="20" y="103"/>
                      <a:pt x="23" y="104"/>
                      <a:pt x="23" y="104"/>
                    </a:cubicBezTo>
                    <a:cubicBezTo>
                      <a:pt x="21" y="103"/>
                      <a:pt x="21" y="103"/>
                      <a:pt x="21" y="103"/>
                    </a:cubicBezTo>
                    <a:cubicBezTo>
                      <a:pt x="23" y="104"/>
                      <a:pt x="23" y="104"/>
                      <a:pt x="23" y="104"/>
                    </a:cubicBezTo>
                    <a:cubicBezTo>
                      <a:pt x="22" y="103"/>
                      <a:pt x="22" y="103"/>
                      <a:pt x="21" y="103"/>
                    </a:cubicBezTo>
                    <a:cubicBezTo>
                      <a:pt x="23" y="103"/>
                      <a:pt x="23" y="103"/>
                      <a:pt x="23" y="103"/>
                    </a:cubicBezTo>
                    <a:cubicBezTo>
                      <a:pt x="22" y="103"/>
                      <a:pt x="20" y="102"/>
                      <a:pt x="22" y="102"/>
                    </a:cubicBezTo>
                    <a:cubicBezTo>
                      <a:pt x="19" y="102"/>
                      <a:pt x="22" y="103"/>
                      <a:pt x="20" y="102"/>
                    </a:cubicBezTo>
                    <a:cubicBezTo>
                      <a:pt x="19" y="102"/>
                      <a:pt x="19" y="101"/>
                      <a:pt x="19" y="101"/>
                    </a:cubicBezTo>
                    <a:cubicBezTo>
                      <a:pt x="21" y="102"/>
                      <a:pt x="19" y="101"/>
                      <a:pt x="19" y="101"/>
                    </a:cubicBezTo>
                    <a:cubicBezTo>
                      <a:pt x="20" y="101"/>
                      <a:pt x="21" y="101"/>
                      <a:pt x="21" y="101"/>
                    </a:cubicBezTo>
                    <a:cubicBezTo>
                      <a:pt x="19" y="101"/>
                      <a:pt x="19" y="101"/>
                      <a:pt x="19" y="101"/>
                    </a:cubicBezTo>
                    <a:cubicBezTo>
                      <a:pt x="23" y="102"/>
                      <a:pt x="19" y="100"/>
                      <a:pt x="20" y="100"/>
                    </a:cubicBezTo>
                    <a:cubicBezTo>
                      <a:pt x="21" y="101"/>
                      <a:pt x="22" y="101"/>
                      <a:pt x="23" y="101"/>
                    </a:cubicBezTo>
                    <a:cubicBezTo>
                      <a:pt x="20" y="100"/>
                      <a:pt x="20" y="99"/>
                      <a:pt x="18" y="99"/>
                    </a:cubicBezTo>
                    <a:cubicBezTo>
                      <a:pt x="19" y="99"/>
                      <a:pt x="21" y="100"/>
                      <a:pt x="23" y="101"/>
                    </a:cubicBezTo>
                    <a:cubicBezTo>
                      <a:pt x="21" y="100"/>
                      <a:pt x="25" y="101"/>
                      <a:pt x="22" y="100"/>
                    </a:cubicBezTo>
                    <a:cubicBezTo>
                      <a:pt x="21" y="100"/>
                      <a:pt x="21" y="99"/>
                      <a:pt x="19" y="99"/>
                    </a:cubicBezTo>
                    <a:cubicBezTo>
                      <a:pt x="20" y="98"/>
                      <a:pt x="21" y="99"/>
                      <a:pt x="22" y="99"/>
                    </a:cubicBezTo>
                    <a:cubicBezTo>
                      <a:pt x="21" y="99"/>
                      <a:pt x="19" y="98"/>
                      <a:pt x="19" y="98"/>
                    </a:cubicBezTo>
                    <a:cubicBezTo>
                      <a:pt x="19" y="98"/>
                      <a:pt x="17" y="97"/>
                      <a:pt x="19" y="97"/>
                    </a:cubicBezTo>
                    <a:cubicBezTo>
                      <a:pt x="20" y="98"/>
                      <a:pt x="19" y="98"/>
                      <a:pt x="20" y="98"/>
                    </a:cubicBezTo>
                    <a:cubicBezTo>
                      <a:pt x="21" y="98"/>
                      <a:pt x="17" y="96"/>
                      <a:pt x="16" y="96"/>
                    </a:cubicBezTo>
                    <a:cubicBezTo>
                      <a:pt x="15" y="95"/>
                      <a:pt x="13" y="94"/>
                      <a:pt x="12" y="94"/>
                    </a:cubicBezTo>
                    <a:cubicBezTo>
                      <a:pt x="13" y="93"/>
                      <a:pt x="13" y="94"/>
                      <a:pt x="15" y="95"/>
                    </a:cubicBezTo>
                    <a:cubicBezTo>
                      <a:pt x="14" y="94"/>
                      <a:pt x="14" y="94"/>
                      <a:pt x="14" y="94"/>
                    </a:cubicBezTo>
                    <a:cubicBezTo>
                      <a:pt x="17" y="95"/>
                      <a:pt x="19" y="97"/>
                      <a:pt x="21" y="97"/>
                    </a:cubicBezTo>
                    <a:cubicBezTo>
                      <a:pt x="20" y="97"/>
                      <a:pt x="20" y="97"/>
                      <a:pt x="20" y="97"/>
                    </a:cubicBezTo>
                    <a:cubicBezTo>
                      <a:pt x="23" y="98"/>
                      <a:pt x="23" y="98"/>
                      <a:pt x="23" y="98"/>
                    </a:cubicBezTo>
                    <a:cubicBezTo>
                      <a:pt x="21" y="97"/>
                      <a:pt x="23" y="97"/>
                      <a:pt x="22" y="97"/>
                    </a:cubicBezTo>
                    <a:cubicBezTo>
                      <a:pt x="21" y="96"/>
                      <a:pt x="23" y="97"/>
                      <a:pt x="21" y="97"/>
                    </a:cubicBezTo>
                    <a:cubicBezTo>
                      <a:pt x="21" y="97"/>
                      <a:pt x="19" y="95"/>
                      <a:pt x="20" y="95"/>
                    </a:cubicBezTo>
                    <a:cubicBezTo>
                      <a:pt x="23" y="97"/>
                      <a:pt x="23" y="97"/>
                      <a:pt x="23" y="97"/>
                    </a:cubicBezTo>
                    <a:cubicBezTo>
                      <a:pt x="23" y="97"/>
                      <a:pt x="21" y="96"/>
                      <a:pt x="22" y="96"/>
                    </a:cubicBezTo>
                    <a:cubicBezTo>
                      <a:pt x="23" y="96"/>
                      <a:pt x="23" y="96"/>
                      <a:pt x="23" y="96"/>
                    </a:cubicBezTo>
                    <a:cubicBezTo>
                      <a:pt x="23" y="96"/>
                      <a:pt x="24" y="94"/>
                      <a:pt x="20" y="92"/>
                    </a:cubicBezTo>
                    <a:cubicBezTo>
                      <a:pt x="22" y="92"/>
                      <a:pt x="22" y="92"/>
                      <a:pt x="24" y="92"/>
                    </a:cubicBezTo>
                    <a:cubicBezTo>
                      <a:pt x="23" y="92"/>
                      <a:pt x="22" y="91"/>
                      <a:pt x="22" y="91"/>
                    </a:cubicBezTo>
                    <a:cubicBezTo>
                      <a:pt x="24" y="91"/>
                      <a:pt x="24" y="91"/>
                      <a:pt x="24" y="91"/>
                    </a:cubicBezTo>
                    <a:cubicBezTo>
                      <a:pt x="25" y="91"/>
                      <a:pt x="23" y="90"/>
                      <a:pt x="23" y="90"/>
                    </a:cubicBezTo>
                    <a:cubicBezTo>
                      <a:pt x="24" y="90"/>
                      <a:pt x="24" y="90"/>
                      <a:pt x="24" y="90"/>
                    </a:cubicBezTo>
                    <a:cubicBezTo>
                      <a:pt x="25" y="90"/>
                      <a:pt x="23" y="89"/>
                      <a:pt x="23" y="89"/>
                    </a:cubicBezTo>
                    <a:cubicBezTo>
                      <a:pt x="24" y="89"/>
                      <a:pt x="24" y="89"/>
                      <a:pt x="24" y="89"/>
                    </a:cubicBezTo>
                    <a:cubicBezTo>
                      <a:pt x="23" y="89"/>
                      <a:pt x="23" y="89"/>
                      <a:pt x="23" y="89"/>
                    </a:cubicBezTo>
                    <a:cubicBezTo>
                      <a:pt x="22" y="88"/>
                      <a:pt x="23" y="88"/>
                      <a:pt x="25" y="89"/>
                    </a:cubicBezTo>
                    <a:cubicBezTo>
                      <a:pt x="23" y="88"/>
                      <a:pt x="23" y="88"/>
                      <a:pt x="23" y="88"/>
                    </a:cubicBezTo>
                    <a:cubicBezTo>
                      <a:pt x="25" y="88"/>
                      <a:pt x="25" y="88"/>
                      <a:pt x="25" y="86"/>
                    </a:cubicBezTo>
                    <a:cubicBezTo>
                      <a:pt x="24" y="87"/>
                      <a:pt x="23" y="86"/>
                      <a:pt x="22" y="86"/>
                    </a:cubicBezTo>
                    <a:cubicBezTo>
                      <a:pt x="20" y="86"/>
                      <a:pt x="22" y="86"/>
                      <a:pt x="21" y="85"/>
                    </a:cubicBezTo>
                    <a:cubicBezTo>
                      <a:pt x="24" y="86"/>
                      <a:pt x="24" y="86"/>
                      <a:pt x="24" y="86"/>
                    </a:cubicBezTo>
                    <a:cubicBezTo>
                      <a:pt x="27" y="86"/>
                      <a:pt x="25" y="85"/>
                      <a:pt x="25" y="84"/>
                    </a:cubicBezTo>
                    <a:cubicBezTo>
                      <a:pt x="24" y="83"/>
                      <a:pt x="24" y="83"/>
                      <a:pt x="24" y="83"/>
                    </a:cubicBezTo>
                    <a:cubicBezTo>
                      <a:pt x="27" y="83"/>
                      <a:pt x="24" y="82"/>
                      <a:pt x="25" y="82"/>
                    </a:cubicBezTo>
                    <a:cubicBezTo>
                      <a:pt x="24" y="82"/>
                      <a:pt x="22" y="81"/>
                      <a:pt x="22" y="80"/>
                    </a:cubicBezTo>
                    <a:cubicBezTo>
                      <a:pt x="20" y="79"/>
                      <a:pt x="25" y="81"/>
                      <a:pt x="26" y="81"/>
                    </a:cubicBezTo>
                    <a:cubicBezTo>
                      <a:pt x="25" y="80"/>
                      <a:pt x="25" y="80"/>
                      <a:pt x="25" y="80"/>
                    </a:cubicBezTo>
                    <a:cubicBezTo>
                      <a:pt x="25" y="80"/>
                      <a:pt x="25" y="80"/>
                      <a:pt x="25" y="80"/>
                    </a:cubicBezTo>
                    <a:cubicBezTo>
                      <a:pt x="24" y="80"/>
                      <a:pt x="24" y="79"/>
                      <a:pt x="25" y="79"/>
                    </a:cubicBezTo>
                    <a:cubicBezTo>
                      <a:pt x="25" y="79"/>
                      <a:pt x="25" y="79"/>
                      <a:pt x="25" y="79"/>
                    </a:cubicBezTo>
                    <a:cubicBezTo>
                      <a:pt x="25" y="79"/>
                      <a:pt x="26" y="79"/>
                      <a:pt x="26" y="79"/>
                    </a:cubicBezTo>
                    <a:cubicBezTo>
                      <a:pt x="24" y="78"/>
                      <a:pt x="26" y="78"/>
                      <a:pt x="24" y="78"/>
                    </a:cubicBezTo>
                    <a:cubicBezTo>
                      <a:pt x="25" y="78"/>
                      <a:pt x="25" y="78"/>
                      <a:pt x="25" y="78"/>
                    </a:cubicBezTo>
                    <a:cubicBezTo>
                      <a:pt x="23" y="77"/>
                      <a:pt x="23" y="77"/>
                      <a:pt x="23" y="77"/>
                    </a:cubicBezTo>
                    <a:cubicBezTo>
                      <a:pt x="24" y="77"/>
                      <a:pt x="24" y="77"/>
                      <a:pt x="24" y="77"/>
                    </a:cubicBezTo>
                    <a:cubicBezTo>
                      <a:pt x="26" y="78"/>
                      <a:pt x="26" y="78"/>
                      <a:pt x="26" y="78"/>
                    </a:cubicBezTo>
                    <a:cubicBezTo>
                      <a:pt x="27" y="78"/>
                      <a:pt x="25" y="77"/>
                      <a:pt x="24" y="77"/>
                    </a:cubicBezTo>
                    <a:cubicBezTo>
                      <a:pt x="23" y="76"/>
                      <a:pt x="24" y="77"/>
                      <a:pt x="25" y="77"/>
                    </a:cubicBezTo>
                    <a:cubicBezTo>
                      <a:pt x="26" y="77"/>
                      <a:pt x="25" y="77"/>
                      <a:pt x="25" y="77"/>
                    </a:cubicBezTo>
                    <a:cubicBezTo>
                      <a:pt x="26" y="78"/>
                      <a:pt x="25" y="77"/>
                      <a:pt x="26" y="77"/>
                    </a:cubicBezTo>
                    <a:cubicBezTo>
                      <a:pt x="26" y="77"/>
                      <a:pt x="24" y="77"/>
                      <a:pt x="25" y="77"/>
                    </a:cubicBezTo>
                    <a:cubicBezTo>
                      <a:pt x="25" y="76"/>
                      <a:pt x="25" y="76"/>
                      <a:pt x="26" y="76"/>
                    </a:cubicBezTo>
                    <a:cubicBezTo>
                      <a:pt x="26" y="76"/>
                      <a:pt x="26" y="76"/>
                      <a:pt x="25" y="75"/>
                    </a:cubicBezTo>
                    <a:cubicBezTo>
                      <a:pt x="25" y="76"/>
                      <a:pt x="24" y="76"/>
                      <a:pt x="23" y="75"/>
                    </a:cubicBezTo>
                    <a:cubicBezTo>
                      <a:pt x="23" y="75"/>
                      <a:pt x="23" y="75"/>
                      <a:pt x="23" y="75"/>
                    </a:cubicBezTo>
                    <a:cubicBezTo>
                      <a:pt x="24" y="75"/>
                      <a:pt x="24" y="75"/>
                      <a:pt x="24" y="75"/>
                    </a:cubicBezTo>
                    <a:cubicBezTo>
                      <a:pt x="23" y="75"/>
                      <a:pt x="24" y="75"/>
                      <a:pt x="22" y="75"/>
                    </a:cubicBezTo>
                    <a:cubicBezTo>
                      <a:pt x="25" y="75"/>
                      <a:pt x="25" y="75"/>
                      <a:pt x="25" y="75"/>
                    </a:cubicBezTo>
                    <a:cubicBezTo>
                      <a:pt x="23" y="74"/>
                      <a:pt x="23" y="74"/>
                      <a:pt x="23" y="74"/>
                    </a:cubicBezTo>
                    <a:cubicBezTo>
                      <a:pt x="25" y="74"/>
                      <a:pt x="27" y="75"/>
                      <a:pt x="27" y="75"/>
                    </a:cubicBezTo>
                    <a:cubicBezTo>
                      <a:pt x="26" y="74"/>
                      <a:pt x="26" y="74"/>
                      <a:pt x="26" y="74"/>
                    </a:cubicBezTo>
                    <a:cubicBezTo>
                      <a:pt x="26" y="73"/>
                      <a:pt x="26" y="74"/>
                      <a:pt x="27" y="74"/>
                    </a:cubicBezTo>
                    <a:cubicBezTo>
                      <a:pt x="28" y="73"/>
                      <a:pt x="22" y="72"/>
                      <a:pt x="24" y="72"/>
                    </a:cubicBezTo>
                    <a:cubicBezTo>
                      <a:pt x="26" y="72"/>
                      <a:pt x="26" y="72"/>
                      <a:pt x="27" y="72"/>
                    </a:cubicBezTo>
                    <a:cubicBezTo>
                      <a:pt x="27" y="72"/>
                      <a:pt x="26" y="72"/>
                      <a:pt x="26" y="72"/>
                    </a:cubicBezTo>
                    <a:cubicBezTo>
                      <a:pt x="25" y="72"/>
                      <a:pt x="27" y="72"/>
                      <a:pt x="26" y="72"/>
                    </a:cubicBezTo>
                    <a:cubicBezTo>
                      <a:pt x="25" y="72"/>
                      <a:pt x="25" y="72"/>
                      <a:pt x="25" y="72"/>
                    </a:cubicBezTo>
                    <a:cubicBezTo>
                      <a:pt x="29" y="72"/>
                      <a:pt x="26" y="70"/>
                      <a:pt x="28" y="70"/>
                    </a:cubicBezTo>
                    <a:cubicBezTo>
                      <a:pt x="26" y="69"/>
                      <a:pt x="28" y="69"/>
                      <a:pt x="27" y="69"/>
                    </a:cubicBezTo>
                    <a:cubicBezTo>
                      <a:pt x="29" y="70"/>
                      <a:pt x="27" y="68"/>
                      <a:pt x="28" y="69"/>
                    </a:cubicBezTo>
                    <a:cubicBezTo>
                      <a:pt x="26" y="68"/>
                      <a:pt x="26" y="68"/>
                      <a:pt x="26" y="68"/>
                    </a:cubicBezTo>
                    <a:cubicBezTo>
                      <a:pt x="27" y="68"/>
                      <a:pt x="22" y="66"/>
                      <a:pt x="25" y="67"/>
                    </a:cubicBezTo>
                    <a:cubicBezTo>
                      <a:pt x="26" y="67"/>
                      <a:pt x="27" y="67"/>
                      <a:pt x="27" y="68"/>
                    </a:cubicBezTo>
                    <a:cubicBezTo>
                      <a:pt x="30" y="68"/>
                      <a:pt x="25" y="66"/>
                      <a:pt x="29" y="67"/>
                    </a:cubicBezTo>
                    <a:cubicBezTo>
                      <a:pt x="28" y="66"/>
                      <a:pt x="26" y="66"/>
                      <a:pt x="25" y="65"/>
                    </a:cubicBezTo>
                    <a:cubicBezTo>
                      <a:pt x="26" y="65"/>
                      <a:pt x="28" y="65"/>
                      <a:pt x="28" y="65"/>
                    </a:cubicBezTo>
                    <a:cubicBezTo>
                      <a:pt x="28" y="65"/>
                      <a:pt x="27" y="65"/>
                      <a:pt x="28" y="65"/>
                    </a:cubicBezTo>
                    <a:cubicBezTo>
                      <a:pt x="28" y="65"/>
                      <a:pt x="28" y="65"/>
                      <a:pt x="29" y="65"/>
                    </a:cubicBezTo>
                    <a:cubicBezTo>
                      <a:pt x="30" y="65"/>
                      <a:pt x="28" y="64"/>
                      <a:pt x="28" y="64"/>
                    </a:cubicBezTo>
                    <a:cubicBezTo>
                      <a:pt x="30" y="64"/>
                      <a:pt x="29" y="63"/>
                      <a:pt x="30" y="63"/>
                    </a:cubicBezTo>
                    <a:cubicBezTo>
                      <a:pt x="28" y="62"/>
                      <a:pt x="31" y="63"/>
                      <a:pt x="28" y="62"/>
                    </a:cubicBezTo>
                    <a:cubicBezTo>
                      <a:pt x="29" y="62"/>
                      <a:pt x="29" y="62"/>
                      <a:pt x="29" y="62"/>
                    </a:cubicBezTo>
                    <a:cubicBezTo>
                      <a:pt x="28" y="62"/>
                      <a:pt x="26" y="61"/>
                      <a:pt x="26" y="61"/>
                    </a:cubicBezTo>
                    <a:cubicBezTo>
                      <a:pt x="28" y="61"/>
                      <a:pt x="28" y="61"/>
                      <a:pt x="28" y="61"/>
                    </a:cubicBezTo>
                    <a:cubicBezTo>
                      <a:pt x="30" y="62"/>
                      <a:pt x="29" y="61"/>
                      <a:pt x="30" y="61"/>
                    </a:cubicBezTo>
                    <a:cubicBezTo>
                      <a:pt x="28" y="61"/>
                      <a:pt x="30" y="61"/>
                      <a:pt x="28" y="61"/>
                    </a:cubicBezTo>
                    <a:cubicBezTo>
                      <a:pt x="28" y="60"/>
                      <a:pt x="28" y="60"/>
                      <a:pt x="28" y="60"/>
                    </a:cubicBezTo>
                    <a:cubicBezTo>
                      <a:pt x="27" y="60"/>
                      <a:pt x="27" y="60"/>
                      <a:pt x="27" y="59"/>
                    </a:cubicBezTo>
                    <a:cubicBezTo>
                      <a:pt x="27" y="59"/>
                      <a:pt x="29" y="60"/>
                      <a:pt x="29" y="60"/>
                    </a:cubicBezTo>
                    <a:cubicBezTo>
                      <a:pt x="30" y="60"/>
                      <a:pt x="29" y="60"/>
                      <a:pt x="29" y="59"/>
                    </a:cubicBezTo>
                    <a:cubicBezTo>
                      <a:pt x="29" y="59"/>
                      <a:pt x="29" y="59"/>
                      <a:pt x="28"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30" y="59"/>
                    </a:cubicBezTo>
                    <a:cubicBezTo>
                      <a:pt x="31" y="59"/>
                      <a:pt x="31" y="59"/>
                      <a:pt x="31" y="59"/>
                    </a:cubicBezTo>
                    <a:cubicBezTo>
                      <a:pt x="31" y="59"/>
                      <a:pt x="30" y="58"/>
                      <a:pt x="29" y="58"/>
                    </a:cubicBezTo>
                    <a:cubicBezTo>
                      <a:pt x="30" y="58"/>
                      <a:pt x="29" y="56"/>
                      <a:pt x="28" y="56"/>
                    </a:cubicBezTo>
                    <a:cubicBezTo>
                      <a:pt x="28" y="56"/>
                      <a:pt x="30" y="56"/>
                      <a:pt x="29" y="56"/>
                    </a:cubicBezTo>
                    <a:cubicBezTo>
                      <a:pt x="29" y="56"/>
                      <a:pt x="27" y="55"/>
                      <a:pt x="28" y="55"/>
                    </a:cubicBezTo>
                    <a:cubicBezTo>
                      <a:pt x="28" y="55"/>
                      <a:pt x="30" y="55"/>
                      <a:pt x="30" y="55"/>
                    </a:cubicBezTo>
                    <a:cubicBezTo>
                      <a:pt x="30" y="55"/>
                      <a:pt x="28" y="55"/>
                      <a:pt x="28" y="55"/>
                    </a:cubicBezTo>
                    <a:cubicBezTo>
                      <a:pt x="31" y="55"/>
                      <a:pt x="27" y="53"/>
                      <a:pt x="29" y="53"/>
                    </a:cubicBezTo>
                    <a:cubicBezTo>
                      <a:pt x="29" y="53"/>
                      <a:pt x="30" y="53"/>
                      <a:pt x="30" y="53"/>
                    </a:cubicBezTo>
                    <a:cubicBezTo>
                      <a:pt x="30" y="53"/>
                      <a:pt x="29" y="52"/>
                      <a:pt x="27" y="51"/>
                    </a:cubicBezTo>
                    <a:cubicBezTo>
                      <a:pt x="29" y="52"/>
                      <a:pt x="29" y="52"/>
                      <a:pt x="29" y="52"/>
                    </a:cubicBezTo>
                    <a:cubicBezTo>
                      <a:pt x="29" y="51"/>
                      <a:pt x="29" y="51"/>
                      <a:pt x="27" y="50"/>
                    </a:cubicBezTo>
                    <a:cubicBezTo>
                      <a:pt x="27" y="51"/>
                      <a:pt x="28" y="51"/>
                      <a:pt x="28" y="51"/>
                    </a:cubicBezTo>
                    <a:cubicBezTo>
                      <a:pt x="27" y="51"/>
                      <a:pt x="25" y="50"/>
                      <a:pt x="26" y="50"/>
                    </a:cubicBezTo>
                    <a:cubicBezTo>
                      <a:pt x="26" y="50"/>
                      <a:pt x="26" y="50"/>
                      <a:pt x="26" y="50"/>
                    </a:cubicBezTo>
                    <a:cubicBezTo>
                      <a:pt x="26" y="50"/>
                      <a:pt x="25" y="49"/>
                      <a:pt x="25" y="49"/>
                    </a:cubicBezTo>
                    <a:cubicBezTo>
                      <a:pt x="26" y="49"/>
                      <a:pt x="26" y="49"/>
                      <a:pt x="27" y="49"/>
                    </a:cubicBezTo>
                    <a:cubicBezTo>
                      <a:pt x="29" y="50"/>
                      <a:pt x="28" y="49"/>
                      <a:pt x="29" y="49"/>
                    </a:cubicBezTo>
                    <a:cubicBezTo>
                      <a:pt x="27" y="48"/>
                      <a:pt x="27" y="48"/>
                      <a:pt x="27" y="48"/>
                    </a:cubicBezTo>
                    <a:cubicBezTo>
                      <a:pt x="26" y="48"/>
                      <a:pt x="29" y="49"/>
                      <a:pt x="29" y="48"/>
                    </a:cubicBezTo>
                    <a:cubicBezTo>
                      <a:pt x="24" y="47"/>
                      <a:pt x="24" y="47"/>
                      <a:pt x="24" y="47"/>
                    </a:cubicBezTo>
                    <a:cubicBezTo>
                      <a:pt x="24" y="47"/>
                      <a:pt x="26" y="47"/>
                      <a:pt x="27" y="47"/>
                    </a:cubicBezTo>
                    <a:cubicBezTo>
                      <a:pt x="27" y="47"/>
                      <a:pt x="24" y="46"/>
                      <a:pt x="22" y="45"/>
                    </a:cubicBezTo>
                    <a:cubicBezTo>
                      <a:pt x="23" y="45"/>
                      <a:pt x="22" y="44"/>
                      <a:pt x="22" y="44"/>
                    </a:cubicBezTo>
                    <a:cubicBezTo>
                      <a:pt x="23" y="44"/>
                      <a:pt x="22" y="44"/>
                      <a:pt x="23" y="44"/>
                    </a:cubicBezTo>
                    <a:cubicBezTo>
                      <a:pt x="25" y="44"/>
                      <a:pt x="25" y="44"/>
                      <a:pt x="25" y="44"/>
                    </a:cubicBezTo>
                    <a:cubicBezTo>
                      <a:pt x="25" y="45"/>
                      <a:pt x="27" y="45"/>
                      <a:pt x="28" y="45"/>
                    </a:cubicBezTo>
                    <a:cubicBezTo>
                      <a:pt x="27" y="45"/>
                      <a:pt x="28" y="44"/>
                      <a:pt x="29" y="44"/>
                    </a:cubicBezTo>
                    <a:cubicBezTo>
                      <a:pt x="26" y="44"/>
                      <a:pt x="27" y="43"/>
                      <a:pt x="25" y="42"/>
                    </a:cubicBezTo>
                    <a:cubicBezTo>
                      <a:pt x="24" y="42"/>
                      <a:pt x="27" y="43"/>
                      <a:pt x="28" y="43"/>
                    </a:cubicBezTo>
                    <a:cubicBezTo>
                      <a:pt x="27" y="42"/>
                      <a:pt x="27" y="41"/>
                      <a:pt x="27" y="41"/>
                    </a:cubicBezTo>
                    <a:cubicBezTo>
                      <a:pt x="28" y="41"/>
                      <a:pt x="28" y="41"/>
                      <a:pt x="28" y="41"/>
                    </a:cubicBezTo>
                    <a:cubicBezTo>
                      <a:pt x="27" y="40"/>
                      <a:pt x="28" y="40"/>
                      <a:pt x="26" y="39"/>
                    </a:cubicBezTo>
                    <a:cubicBezTo>
                      <a:pt x="27" y="39"/>
                      <a:pt x="27" y="39"/>
                      <a:pt x="27" y="39"/>
                    </a:cubicBezTo>
                    <a:cubicBezTo>
                      <a:pt x="28" y="39"/>
                      <a:pt x="24" y="38"/>
                      <a:pt x="26" y="38"/>
                    </a:cubicBezTo>
                    <a:cubicBezTo>
                      <a:pt x="27" y="39"/>
                      <a:pt x="27" y="39"/>
                      <a:pt x="27" y="39"/>
                    </a:cubicBezTo>
                    <a:cubicBezTo>
                      <a:pt x="26" y="38"/>
                      <a:pt x="28" y="38"/>
                      <a:pt x="26" y="37"/>
                    </a:cubicBezTo>
                    <a:cubicBezTo>
                      <a:pt x="27" y="37"/>
                      <a:pt x="27" y="38"/>
                      <a:pt x="28" y="38"/>
                    </a:cubicBezTo>
                    <a:cubicBezTo>
                      <a:pt x="27" y="37"/>
                      <a:pt x="27" y="37"/>
                      <a:pt x="26" y="36"/>
                    </a:cubicBezTo>
                    <a:cubicBezTo>
                      <a:pt x="28" y="37"/>
                      <a:pt x="28" y="37"/>
                      <a:pt x="28" y="37"/>
                    </a:cubicBezTo>
                    <a:cubicBezTo>
                      <a:pt x="29" y="37"/>
                      <a:pt x="26" y="36"/>
                      <a:pt x="27" y="36"/>
                    </a:cubicBezTo>
                    <a:cubicBezTo>
                      <a:pt x="27" y="36"/>
                      <a:pt x="28" y="36"/>
                      <a:pt x="28" y="36"/>
                    </a:cubicBezTo>
                    <a:cubicBezTo>
                      <a:pt x="27" y="35"/>
                      <a:pt x="27" y="35"/>
                      <a:pt x="27" y="35"/>
                    </a:cubicBezTo>
                    <a:cubicBezTo>
                      <a:pt x="29" y="35"/>
                      <a:pt x="29" y="35"/>
                      <a:pt x="29" y="35"/>
                    </a:cubicBezTo>
                    <a:cubicBezTo>
                      <a:pt x="29" y="33"/>
                      <a:pt x="30" y="31"/>
                      <a:pt x="28" y="29"/>
                    </a:cubicBezTo>
                    <a:cubicBezTo>
                      <a:pt x="31" y="29"/>
                      <a:pt x="30" y="30"/>
                      <a:pt x="31" y="30"/>
                    </a:cubicBezTo>
                    <a:cubicBezTo>
                      <a:pt x="29" y="29"/>
                      <a:pt x="31" y="29"/>
                      <a:pt x="30" y="29"/>
                    </a:cubicBezTo>
                    <a:cubicBezTo>
                      <a:pt x="30" y="29"/>
                      <a:pt x="30" y="29"/>
                      <a:pt x="30" y="29"/>
                    </a:cubicBezTo>
                    <a:cubicBezTo>
                      <a:pt x="30" y="28"/>
                      <a:pt x="31" y="28"/>
                      <a:pt x="31" y="28"/>
                    </a:cubicBezTo>
                    <a:cubicBezTo>
                      <a:pt x="30" y="28"/>
                      <a:pt x="30" y="28"/>
                      <a:pt x="30" y="28"/>
                    </a:cubicBezTo>
                    <a:cubicBezTo>
                      <a:pt x="29" y="27"/>
                      <a:pt x="33" y="28"/>
                      <a:pt x="30" y="27"/>
                    </a:cubicBezTo>
                    <a:cubicBezTo>
                      <a:pt x="32" y="27"/>
                      <a:pt x="32" y="27"/>
                      <a:pt x="32" y="27"/>
                    </a:cubicBezTo>
                    <a:cubicBezTo>
                      <a:pt x="30" y="26"/>
                      <a:pt x="33" y="27"/>
                      <a:pt x="31" y="26"/>
                    </a:cubicBezTo>
                    <a:cubicBezTo>
                      <a:pt x="31" y="26"/>
                      <a:pt x="31" y="26"/>
                      <a:pt x="31" y="26"/>
                    </a:cubicBezTo>
                    <a:cubicBezTo>
                      <a:pt x="33" y="26"/>
                      <a:pt x="29" y="25"/>
                      <a:pt x="31" y="25"/>
                    </a:cubicBezTo>
                    <a:cubicBezTo>
                      <a:pt x="31" y="25"/>
                      <a:pt x="30" y="24"/>
                      <a:pt x="28" y="24"/>
                    </a:cubicBezTo>
                    <a:cubicBezTo>
                      <a:pt x="31" y="24"/>
                      <a:pt x="31" y="24"/>
                      <a:pt x="31" y="24"/>
                    </a:cubicBezTo>
                    <a:cubicBezTo>
                      <a:pt x="30" y="23"/>
                      <a:pt x="31" y="21"/>
                      <a:pt x="29" y="19"/>
                    </a:cubicBezTo>
                    <a:cubicBezTo>
                      <a:pt x="30" y="20"/>
                      <a:pt x="30" y="20"/>
                      <a:pt x="30" y="20"/>
                    </a:cubicBezTo>
                    <a:cubicBezTo>
                      <a:pt x="28" y="18"/>
                      <a:pt x="33" y="19"/>
                      <a:pt x="29" y="17"/>
                    </a:cubicBezTo>
                    <a:cubicBezTo>
                      <a:pt x="27" y="16"/>
                      <a:pt x="27" y="16"/>
                      <a:pt x="27" y="16"/>
                    </a:cubicBezTo>
                    <a:cubicBezTo>
                      <a:pt x="30" y="17"/>
                      <a:pt x="30" y="17"/>
                      <a:pt x="30" y="17"/>
                    </a:cubicBezTo>
                    <a:cubicBezTo>
                      <a:pt x="29" y="16"/>
                      <a:pt x="30" y="16"/>
                      <a:pt x="28" y="15"/>
                    </a:cubicBezTo>
                    <a:cubicBezTo>
                      <a:pt x="30" y="16"/>
                      <a:pt x="30" y="16"/>
                      <a:pt x="30" y="16"/>
                    </a:cubicBezTo>
                    <a:cubicBezTo>
                      <a:pt x="30" y="15"/>
                      <a:pt x="28" y="14"/>
                      <a:pt x="28" y="14"/>
                    </a:cubicBezTo>
                    <a:cubicBezTo>
                      <a:pt x="29" y="14"/>
                      <a:pt x="29" y="14"/>
                      <a:pt x="29" y="14"/>
                    </a:cubicBezTo>
                    <a:cubicBezTo>
                      <a:pt x="33" y="14"/>
                      <a:pt x="36" y="12"/>
                      <a:pt x="32" y="9"/>
                    </a:cubicBezTo>
                    <a:cubicBezTo>
                      <a:pt x="32" y="9"/>
                      <a:pt x="35" y="10"/>
                      <a:pt x="34" y="10"/>
                    </a:cubicBezTo>
                    <a:cubicBezTo>
                      <a:pt x="32" y="7"/>
                      <a:pt x="37" y="7"/>
                      <a:pt x="33" y="4"/>
                    </a:cubicBezTo>
                    <a:cubicBezTo>
                      <a:pt x="32" y="2"/>
                      <a:pt x="26" y="0"/>
                      <a:pt x="26" y="0"/>
                    </a:cubicBezTo>
                    <a:cubicBezTo>
                      <a:pt x="28" y="3"/>
                      <a:pt x="24" y="5"/>
                      <a:pt x="21" y="7"/>
                    </a:cubicBezTo>
                    <a:cubicBezTo>
                      <a:pt x="21" y="8"/>
                      <a:pt x="21" y="9"/>
                      <a:pt x="20" y="10"/>
                    </a:cubicBezTo>
                    <a:cubicBezTo>
                      <a:pt x="20" y="13"/>
                      <a:pt x="14" y="16"/>
                      <a:pt x="15" y="20"/>
                    </a:cubicBezTo>
                    <a:cubicBezTo>
                      <a:pt x="16" y="20"/>
                      <a:pt x="17" y="21"/>
                      <a:pt x="17" y="21"/>
                    </a:cubicBezTo>
                    <a:cubicBezTo>
                      <a:pt x="16" y="21"/>
                      <a:pt x="16" y="21"/>
                      <a:pt x="16" y="21"/>
                    </a:cubicBezTo>
                    <a:cubicBezTo>
                      <a:pt x="18" y="21"/>
                      <a:pt x="18" y="21"/>
                      <a:pt x="18" y="21"/>
                    </a:cubicBezTo>
                    <a:cubicBezTo>
                      <a:pt x="18" y="22"/>
                      <a:pt x="16" y="21"/>
                      <a:pt x="16" y="21"/>
                    </a:cubicBezTo>
                    <a:cubicBezTo>
                      <a:pt x="15" y="22"/>
                      <a:pt x="16" y="24"/>
                      <a:pt x="15" y="25"/>
                    </a:cubicBezTo>
                    <a:cubicBezTo>
                      <a:pt x="17" y="25"/>
                      <a:pt x="15" y="26"/>
                      <a:pt x="17" y="26"/>
                    </a:cubicBezTo>
                    <a:cubicBezTo>
                      <a:pt x="16" y="26"/>
                      <a:pt x="16" y="26"/>
                      <a:pt x="16" y="26"/>
                    </a:cubicBezTo>
                    <a:cubicBezTo>
                      <a:pt x="17" y="27"/>
                      <a:pt x="17" y="27"/>
                      <a:pt x="14" y="28"/>
                    </a:cubicBezTo>
                    <a:cubicBezTo>
                      <a:pt x="12" y="31"/>
                      <a:pt x="12" y="35"/>
                      <a:pt x="11" y="38"/>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3" name="Freeform 116"/>
              <p:cNvSpPr/>
              <p:nvPr/>
            </p:nvSpPr>
            <p:spPr bwMode="auto">
              <a:xfrm>
                <a:off x="3914" y="130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4" name="Freeform 117"/>
              <p:cNvSpPr/>
              <p:nvPr/>
            </p:nvSpPr>
            <p:spPr bwMode="auto">
              <a:xfrm>
                <a:off x="3364" y="24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5" name="Freeform 118"/>
              <p:cNvSpPr/>
              <p:nvPr/>
            </p:nvSpPr>
            <p:spPr bwMode="auto">
              <a:xfrm>
                <a:off x="3920" y="1403"/>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6" name="Freeform 119"/>
              <p:cNvSpPr/>
              <p:nvPr/>
            </p:nvSpPr>
            <p:spPr bwMode="auto">
              <a:xfrm>
                <a:off x="3918" y="1401"/>
                <a:ext cx="4"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2"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7" name="Freeform 120"/>
              <p:cNvSpPr/>
              <p:nvPr/>
            </p:nvSpPr>
            <p:spPr bwMode="auto">
              <a:xfrm>
                <a:off x="3920" y="1411"/>
                <a:ext cx="4"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8" name="Freeform 121"/>
              <p:cNvSpPr/>
              <p:nvPr/>
            </p:nvSpPr>
            <p:spPr bwMode="auto">
              <a:xfrm>
                <a:off x="3477" y="150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9" name="Freeform 122"/>
              <p:cNvSpPr/>
              <p:nvPr/>
            </p:nvSpPr>
            <p:spPr bwMode="auto">
              <a:xfrm>
                <a:off x="3453" y="145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0" name="Freeform 123"/>
              <p:cNvSpPr/>
              <p:nvPr/>
            </p:nvSpPr>
            <p:spPr bwMode="auto">
              <a:xfrm>
                <a:off x="3477" y="142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1" name="Freeform 124"/>
              <p:cNvSpPr/>
              <p:nvPr/>
            </p:nvSpPr>
            <p:spPr bwMode="auto">
              <a:xfrm>
                <a:off x="4603" y="18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2" name="Freeform 125"/>
              <p:cNvSpPr/>
              <p:nvPr/>
            </p:nvSpPr>
            <p:spPr bwMode="auto">
              <a:xfrm>
                <a:off x="3540" y="1530"/>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0"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3" name="Rectangle 126"/>
              <p:cNvSpPr>
                <a:spLocks noChangeArrowheads="1"/>
              </p:cNvSpPr>
              <p:nvPr/>
            </p:nvSpPr>
            <p:spPr bwMode="auto">
              <a:xfrm>
                <a:off x="3489" y="1441"/>
                <a:ext cx="2"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4" name="Freeform 127"/>
              <p:cNvSpPr/>
              <p:nvPr/>
            </p:nvSpPr>
            <p:spPr bwMode="auto">
              <a:xfrm>
                <a:off x="3375" y="1310"/>
                <a:ext cx="174" cy="269"/>
              </a:xfrm>
              <a:custGeom>
                <a:avLst/>
                <a:gdLst>
                  <a:gd name="T0" fmla="*/ 11 w 82"/>
                  <a:gd name="T1" fmla="*/ 27 h 127"/>
                  <a:gd name="T2" fmla="*/ 20 w 82"/>
                  <a:gd name="T3" fmla="*/ 47 h 127"/>
                  <a:gd name="T4" fmla="*/ 34 w 82"/>
                  <a:gd name="T5" fmla="*/ 60 h 127"/>
                  <a:gd name="T6" fmla="*/ 37 w 82"/>
                  <a:gd name="T7" fmla="*/ 68 h 127"/>
                  <a:gd name="T8" fmla="*/ 43 w 82"/>
                  <a:gd name="T9" fmla="*/ 80 h 127"/>
                  <a:gd name="T10" fmla="*/ 47 w 82"/>
                  <a:gd name="T11" fmla="*/ 89 h 127"/>
                  <a:gd name="T12" fmla="*/ 53 w 82"/>
                  <a:gd name="T13" fmla="*/ 94 h 127"/>
                  <a:gd name="T14" fmla="*/ 60 w 82"/>
                  <a:gd name="T15" fmla="*/ 105 h 127"/>
                  <a:gd name="T16" fmla="*/ 63 w 82"/>
                  <a:gd name="T17" fmla="*/ 111 h 127"/>
                  <a:gd name="T18" fmla="*/ 63 w 82"/>
                  <a:gd name="T19" fmla="*/ 121 h 127"/>
                  <a:gd name="T20" fmla="*/ 65 w 82"/>
                  <a:gd name="T21" fmla="*/ 124 h 127"/>
                  <a:gd name="T22" fmla="*/ 69 w 82"/>
                  <a:gd name="T23" fmla="*/ 126 h 127"/>
                  <a:gd name="T24" fmla="*/ 72 w 82"/>
                  <a:gd name="T25" fmla="*/ 126 h 127"/>
                  <a:gd name="T26" fmla="*/ 73 w 82"/>
                  <a:gd name="T27" fmla="*/ 123 h 127"/>
                  <a:gd name="T28" fmla="*/ 71 w 82"/>
                  <a:gd name="T29" fmla="*/ 118 h 127"/>
                  <a:gd name="T30" fmla="*/ 73 w 82"/>
                  <a:gd name="T31" fmla="*/ 112 h 127"/>
                  <a:gd name="T32" fmla="*/ 80 w 82"/>
                  <a:gd name="T33" fmla="*/ 112 h 127"/>
                  <a:gd name="T34" fmla="*/ 80 w 82"/>
                  <a:gd name="T35" fmla="*/ 109 h 127"/>
                  <a:gd name="T36" fmla="*/ 76 w 82"/>
                  <a:gd name="T37" fmla="*/ 108 h 127"/>
                  <a:gd name="T38" fmla="*/ 78 w 82"/>
                  <a:gd name="T39" fmla="*/ 107 h 127"/>
                  <a:gd name="T40" fmla="*/ 73 w 82"/>
                  <a:gd name="T41" fmla="*/ 105 h 127"/>
                  <a:gd name="T42" fmla="*/ 77 w 82"/>
                  <a:gd name="T43" fmla="*/ 102 h 127"/>
                  <a:gd name="T44" fmla="*/ 78 w 82"/>
                  <a:gd name="T45" fmla="*/ 100 h 127"/>
                  <a:gd name="T46" fmla="*/ 76 w 82"/>
                  <a:gd name="T47" fmla="*/ 100 h 127"/>
                  <a:gd name="T48" fmla="*/ 76 w 82"/>
                  <a:gd name="T49" fmla="*/ 96 h 127"/>
                  <a:gd name="T50" fmla="*/ 71 w 82"/>
                  <a:gd name="T51" fmla="*/ 96 h 127"/>
                  <a:gd name="T52" fmla="*/ 65 w 82"/>
                  <a:gd name="T53" fmla="*/ 95 h 127"/>
                  <a:gd name="T54" fmla="*/ 70 w 82"/>
                  <a:gd name="T55" fmla="*/ 92 h 127"/>
                  <a:gd name="T56" fmla="*/ 68 w 82"/>
                  <a:gd name="T57" fmla="*/ 86 h 127"/>
                  <a:gd name="T58" fmla="*/ 67 w 82"/>
                  <a:gd name="T59" fmla="*/ 84 h 127"/>
                  <a:gd name="T60" fmla="*/ 65 w 82"/>
                  <a:gd name="T61" fmla="*/ 81 h 127"/>
                  <a:gd name="T62" fmla="*/ 62 w 82"/>
                  <a:gd name="T63" fmla="*/ 75 h 127"/>
                  <a:gd name="T64" fmla="*/ 60 w 82"/>
                  <a:gd name="T65" fmla="*/ 73 h 127"/>
                  <a:gd name="T66" fmla="*/ 59 w 82"/>
                  <a:gd name="T67" fmla="*/ 72 h 127"/>
                  <a:gd name="T68" fmla="*/ 57 w 82"/>
                  <a:gd name="T69" fmla="*/ 71 h 127"/>
                  <a:gd name="T70" fmla="*/ 58 w 82"/>
                  <a:gd name="T71" fmla="*/ 68 h 127"/>
                  <a:gd name="T72" fmla="*/ 55 w 82"/>
                  <a:gd name="T73" fmla="*/ 67 h 127"/>
                  <a:gd name="T74" fmla="*/ 54 w 82"/>
                  <a:gd name="T75" fmla="*/ 62 h 127"/>
                  <a:gd name="T76" fmla="*/ 51 w 82"/>
                  <a:gd name="T77" fmla="*/ 58 h 127"/>
                  <a:gd name="T78" fmla="*/ 51 w 82"/>
                  <a:gd name="T79" fmla="*/ 54 h 127"/>
                  <a:gd name="T80" fmla="*/ 48 w 82"/>
                  <a:gd name="T81" fmla="*/ 53 h 127"/>
                  <a:gd name="T82" fmla="*/ 49 w 82"/>
                  <a:gd name="T83" fmla="*/ 53 h 127"/>
                  <a:gd name="T84" fmla="*/ 45 w 82"/>
                  <a:gd name="T85" fmla="*/ 50 h 127"/>
                  <a:gd name="T86" fmla="*/ 43 w 82"/>
                  <a:gd name="T87" fmla="*/ 46 h 127"/>
                  <a:gd name="T88" fmla="*/ 41 w 82"/>
                  <a:gd name="T89" fmla="*/ 44 h 127"/>
                  <a:gd name="T90" fmla="*/ 32 w 82"/>
                  <a:gd name="T91" fmla="*/ 44 h 127"/>
                  <a:gd name="T92" fmla="*/ 35 w 82"/>
                  <a:gd name="T93" fmla="*/ 39 h 127"/>
                  <a:gd name="T94" fmla="*/ 31 w 82"/>
                  <a:gd name="T95" fmla="*/ 36 h 127"/>
                  <a:gd name="T96" fmla="*/ 30 w 82"/>
                  <a:gd name="T97" fmla="*/ 32 h 127"/>
                  <a:gd name="T98" fmla="*/ 26 w 82"/>
                  <a:gd name="T99" fmla="*/ 24 h 127"/>
                  <a:gd name="T100" fmla="*/ 25 w 82"/>
                  <a:gd name="T101" fmla="*/ 21 h 127"/>
                  <a:gd name="T102" fmla="*/ 15 w 82"/>
                  <a:gd name="T103" fmla="*/ 15 h 127"/>
                  <a:gd name="T104" fmla="*/ 13 w 82"/>
                  <a:gd name="T105" fmla="*/ 1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 h="127">
                    <a:moveTo>
                      <a:pt x="1" y="12"/>
                    </a:moveTo>
                    <a:cubicBezTo>
                      <a:pt x="2" y="13"/>
                      <a:pt x="4" y="14"/>
                      <a:pt x="3" y="15"/>
                    </a:cubicBezTo>
                    <a:cubicBezTo>
                      <a:pt x="6" y="19"/>
                      <a:pt x="4" y="25"/>
                      <a:pt x="8" y="28"/>
                    </a:cubicBezTo>
                    <a:cubicBezTo>
                      <a:pt x="9" y="27"/>
                      <a:pt x="10" y="27"/>
                      <a:pt x="10" y="27"/>
                    </a:cubicBezTo>
                    <a:cubicBezTo>
                      <a:pt x="10" y="27"/>
                      <a:pt x="10" y="27"/>
                      <a:pt x="10" y="27"/>
                    </a:cubicBezTo>
                    <a:cubicBezTo>
                      <a:pt x="11" y="27"/>
                      <a:pt x="11" y="27"/>
                      <a:pt x="11" y="27"/>
                    </a:cubicBezTo>
                    <a:cubicBezTo>
                      <a:pt x="11" y="27"/>
                      <a:pt x="10" y="28"/>
                      <a:pt x="9" y="28"/>
                    </a:cubicBezTo>
                    <a:cubicBezTo>
                      <a:pt x="10" y="29"/>
                      <a:pt x="12" y="30"/>
                      <a:pt x="12" y="32"/>
                    </a:cubicBezTo>
                    <a:cubicBezTo>
                      <a:pt x="14" y="31"/>
                      <a:pt x="13" y="33"/>
                      <a:pt x="15" y="32"/>
                    </a:cubicBezTo>
                    <a:cubicBezTo>
                      <a:pt x="14" y="32"/>
                      <a:pt x="14" y="32"/>
                      <a:pt x="14" y="32"/>
                    </a:cubicBezTo>
                    <a:cubicBezTo>
                      <a:pt x="15" y="33"/>
                      <a:pt x="15" y="33"/>
                      <a:pt x="13" y="35"/>
                    </a:cubicBezTo>
                    <a:cubicBezTo>
                      <a:pt x="14" y="40"/>
                      <a:pt x="18" y="43"/>
                      <a:pt x="20" y="47"/>
                    </a:cubicBezTo>
                    <a:cubicBezTo>
                      <a:pt x="22" y="50"/>
                      <a:pt x="26" y="53"/>
                      <a:pt x="29" y="57"/>
                    </a:cubicBezTo>
                    <a:cubicBezTo>
                      <a:pt x="32" y="56"/>
                      <a:pt x="31" y="57"/>
                      <a:pt x="34" y="56"/>
                    </a:cubicBezTo>
                    <a:cubicBezTo>
                      <a:pt x="33" y="57"/>
                      <a:pt x="33" y="57"/>
                      <a:pt x="33" y="57"/>
                    </a:cubicBezTo>
                    <a:cubicBezTo>
                      <a:pt x="35" y="57"/>
                      <a:pt x="34" y="58"/>
                      <a:pt x="33" y="59"/>
                    </a:cubicBezTo>
                    <a:cubicBezTo>
                      <a:pt x="34" y="59"/>
                      <a:pt x="33" y="59"/>
                      <a:pt x="35" y="58"/>
                    </a:cubicBezTo>
                    <a:cubicBezTo>
                      <a:pt x="37" y="58"/>
                      <a:pt x="33" y="60"/>
                      <a:pt x="34" y="60"/>
                    </a:cubicBezTo>
                    <a:cubicBezTo>
                      <a:pt x="33" y="60"/>
                      <a:pt x="35" y="59"/>
                      <a:pt x="35" y="60"/>
                    </a:cubicBezTo>
                    <a:cubicBezTo>
                      <a:pt x="37" y="60"/>
                      <a:pt x="33" y="60"/>
                      <a:pt x="32" y="62"/>
                    </a:cubicBezTo>
                    <a:cubicBezTo>
                      <a:pt x="34" y="64"/>
                      <a:pt x="37" y="65"/>
                      <a:pt x="37" y="67"/>
                    </a:cubicBezTo>
                    <a:cubicBezTo>
                      <a:pt x="37" y="67"/>
                      <a:pt x="38" y="66"/>
                      <a:pt x="38" y="66"/>
                    </a:cubicBezTo>
                    <a:cubicBezTo>
                      <a:pt x="35" y="68"/>
                      <a:pt x="39" y="66"/>
                      <a:pt x="38" y="67"/>
                    </a:cubicBezTo>
                    <a:cubicBezTo>
                      <a:pt x="37" y="68"/>
                      <a:pt x="37" y="68"/>
                      <a:pt x="37" y="68"/>
                    </a:cubicBezTo>
                    <a:cubicBezTo>
                      <a:pt x="36" y="69"/>
                      <a:pt x="39" y="69"/>
                      <a:pt x="38" y="70"/>
                    </a:cubicBezTo>
                    <a:cubicBezTo>
                      <a:pt x="39" y="70"/>
                      <a:pt x="37" y="72"/>
                      <a:pt x="39" y="72"/>
                    </a:cubicBezTo>
                    <a:cubicBezTo>
                      <a:pt x="38" y="72"/>
                      <a:pt x="38" y="73"/>
                      <a:pt x="38" y="73"/>
                    </a:cubicBezTo>
                    <a:cubicBezTo>
                      <a:pt x="41" y="72"/>
                      <a:pt x="37" y="75"/>
                      <a:pt x="40" y="74"/>
                    </a:cubicBezTo>
                    <a:cubicBezTo>
                      <a:pt x="39" y="75"/>
                      <a:pt x="39" y="75"/>
                      <a:pt x="39" y="75"/>
                    </a:cubicBezTo>
                    <a:cubicBezTo>
                      <a:pt x="41" y="76"/>
                      <a:pt x="41" y="79"/>
                      <a:pt x="43" y="80"/>
                    </a:cubicBezTo>
                    <a:cubicBezTo>
                      <a:pt x="44" y="81"/>
                      <a:pt x="42" y="84"/>
                      <a:pt x="44" y="84"/>
                    </a:cubicBezTo>
                    <a:cubicBezTo>
                      <a:pt x="46" y="84"/>
                      <a:pt x="46" y="84"/>
                      <a:pt x="46" y="84"/>
                    </a:cubicBezTo>
                    <a:cubicBezTo>
                      <a:pt x="46" y="84"/>
                      <a:pt x="45" y="84"/>
                      <a:pt x="44" y="84"/>
                    </a:cubicBezTo>
                    <a:cubicBezTo>
                      <a:pt x="46" y="84"/>
                      <a:pt x="45" y="86"/>
                      <a:pt x="45" y="87"/>
                    </a:cubicBezTo>
                    <a:cubicBezTo>
                      <a:pt x="46" y="87"/>
                      <a:pt x="46" y="87"/>
                      <a:pt x="47" y="86"/>
                    </a:cubicBezTo>
                    <a:cubicBezTo>
                      <a:pt x="45" y="88"/>
                      <a:pt x="48" y="88"/>
                      <a:pt x="47" y="89"/>
                    </a:cubicBezTo>
                    <a:cubicBezTo>
                      <a:pt x="50" y="88"/>
                      <a:pt x="49" y="89"/>
                      <a:pt x="50" y="89"/>
                    </a:cubicBezTo>
                    <a:cubicBezTo>
                      <a:pt x="50" y="89"/>
                      <a:pt x="49" y="90"/>
                      <a:pt x="48" y="90"/>
                    </a:cubicBezTo>
                    <a:cubicBezTo>
                      <a:pt x="49" y="91"/>
                      <a:pt x="49" y="91"/>
                      <a:pt x="49" y="92"/>
                    </a:cubicBezTo>
                    <a:cubicBezTo>
                      <a:pt x="49" y="92"/>
                      <a:pt x="51" y="92"/>
                      <a:pt x="51" y="92"/>
                    </a:cubicBezTo>
                    <a:cubicBezTo>
                      <a:pt x="49" y="93"/>
                      <a:pt x="51" y="93"/>
                      <a:pt x="50" y="94"/>
                    </a:cubicBezTo>
                    <a:cubicBezTo>
                      <a:pt x="52" y="93"/>
                      <a:pt x="54" y="93"/>
                      <a:pt x="53" y="94"/>
                    </a:cubicBezTo>
                    <a:cubicBezTo>
                      <a:pt x="51" y="95"/>
                      <a:pt x="51" y="95"/>
                      <a:pt x="51" y="95"/>
                    </a:cubicBezTo>
                    <a:cubicBezTo>
                      <a:pt x="53" y="95"/>
                      <a:pt x="51" y="98"/>
                      <a:pt x="55" y="99"/>
                    </a:cubicBezTo>
                    <a:cubicBezTo>
                      <a:pt x="53" y="99"/>
                      <a:pt x="53" y="99"/>
                      <a:pt x="53" y="99"/>
                    </a:cubicBezTo>
                    <a:cubicBezTo>
                      <a:pt x="56" y="100"/>
                      <a:pt x="54" y="103"/>
                      <a:pt x="58" y="103"/>
                    </a:cubicBezTo>
                    <a:cubicBezTo>
                      <a:pt x="57" y="104"/>
                      <a:pt x="56" y="105"/>
                      <a:pt x="57" y="105"/>
                    </a:cubicBezTo>
                    <a:cubicBezTo>
                      <a:pt x="58" y="105"/>
                      <a:pt x="58" y="106"/>
                      <a:pt x="60" y="105"/>
                    </a:cubicBezTo>
                    <a:cubicBezTo>
                      <a:pt x="61" y="106"/>
                      <a:pt x="59" y="106"/>
                      <a:pt x="59" y="106"/>
                    </a:cubicBezTo>
                    <a:cubicBezTo>
                      <a:pt x="59" y="107"/>
                      <a:pt x="57" y="108"/>
                      <a:pt x="59" y="108"/>
                    </a:cubicBezTo>
                    <a:cubicBezTo>
                      <a:pt x="58" y="109"/>
                      <a:pt x="58" y="109"/>
                      <a:pt x="58" y="109"/>
                    </a:cubicBezTo>
                    <a:cubicBezTo>
                      <a:pt x="59" y="109"/>
                      <a:pt x="61" y="109"/>
                      <a:pt x="60" y="110"/>
                    </a:cubicBezTo>
                    <a:cubicBezTo>
                      <a:pt x="61" y="110"/>
                      <a:pt x="62" y="111"/>
                      <a:pt x="64" y="110"/>
                    </a:cubicBezTo>
                    <a:cubicBezTo>
                      <a:pt x="64" y="110"/>
                      <a:pt x="61" y="111"/>
                      <a:pt x="63" y="111"/>
                    </a:cubicBezTo>
                    <a:cubicBezTo>
                      <a:pt x="61" y="111"/>
                      <a:pt x="61" y="111"/>
                      <a:pt x="61" y="111"/>
                    </a:cubicBezTo>
                    <a:cubicBezTo>
                      <a:pt x="61" y="113"/>
                      <a:pt x="62" y="114"/>
                      <a:pt x="63" y="115"/>
                    </a:cubicBezTo>
                    <a:cubicBezTo>
                      <a:pt x="61" y="116"/>
                      <a:pt x="64" y="116"/>
                      <a:pt x="62" y="117"/>
                    </a:cubicBezTo>
                    <a:cubicBezTo>
                      <a:pt x="64" y="118"/>
                      <a:pt x="62" y="119"/>
                      <a:pt x="65" y="119"/>
                    </a:cubicBezTo>
                    <a:cubicBezTo>
                      <a:pt x="64" y="119"/>
                      <a:pt x="64" y="119"/>
                      <a:pt x="64" y="119"/>
                    </a:cubicBezTo>
                    <a:cubicBezTo>
                      <a:pt x="64" y="120"/>
                      <a:pt x="64" y="121"/>
                      <a:pt x="63" y="121"/>
                    </a:cubicBezTo>
                    <a:cubicBezTo>
                      <a:pt x="63" y="122"/>
                      <a:pt x="65" y="122"/>
                      <a:pt x="66" y="122"/>
                    </a:cubicBezTo>
                    <a:cubicBezTo>
                      <a:pt x="64" y="122"/>
                      <a:pt x="64" y="122"/>
                      <a:pt x="64" y="122"/>
                    </a:cubicBezTo>
                    <a:cubicBezTo>
                      <a:pt x="65" y="123"/>
                      <a:pt x="67" y="123"/>
                      <a:pt x="69" y="123"/>
                    </a:cubicBezTo>
                    <a:cubicBezTo>
                      <a:pt x="68" y="123"/>
                      <a:pt x="69" y="123"/>
                      <a:pt x="68" y="124"/>
                    </a:cubicBezTo>
                    <a:cubicBezTo>
                      <a:pt x="67" y="123"/>
                      <a:pt x="66" y="123"/>
                      <a:pt x="64" y="123"/>
                    </a:cubicBezTo>
                    <a:cubicBezTo>
                      <a:pt x="63" y="123"/>
                      <a:pt x="67" y="124"/>
                      <a:pt x="65" y="124"/>
                    </a:cubicBezTo>
                    <a:cubicBezTo>
                      <a:pt x="64" y="125"/>
                      <a:pt x="65" y="125"/>
                      <a:pt x="67" y="125"/>
                    </a:cubicBezTo>
                    <a:cubicBezTo>
                      <a:pt x="66" y="125"/>
                      <a:pt x="66" y="125"/>
                      <a:pt x="65" y="125"/>
                    </a:cubicBezTo>
                    <a:cubicBezTo>
                      <a:pt x="65" y="126"/>
                      <a:pt x="65" y="126"/>
                      <a:pt x="66" y="126"/>
                    </a:cubicBezTo>
                    <a:cubicBezTo>
                      <a:pt x="66" y="126"/>
                      <a:pt x="66" y="126"/>
                      <a:pt x="66" y="126"/>
                    </a:cubicBezTo>
                    <a:cubicBezTo>
                      <a:pt x="67" y="126"/>
                      <a:pt x="67" y="126"/>
                      <a:pt x="69" y="126"/>
                    </a:cubicBezTo>
                    <a:cubicBezTo>
                      <a:pt x="69" y="126"/>
                      <a:pt x="68" y="126"/>
                      <a:pt x="69" y="126"/>
                    </a:cubicBezTo>
                    <a:cubicBezTo>
                      <a:pt x="70" y="126"/>
                      <a:pt x="71" y="126"/>
                      <a:pt x="69" y="126"/>
                    </a:cubicBezTo>
                    <a:cubicBezTo>
                      <a:pt x="68" y="127"/>
                      <a:pt x="67" y="126"/>
                      <a:pt x="66" y="126"/>
                    </a:cubicBezTo>
                    <a:cubicBezTo>
                      <a:pt x="70" y="127"/>
                      <a:pt x="70" y="127"/>
                      <a:pt x="70" y="127"/>
                    </a:cubicBezTo>
                    <a:cubicBezTo>
                      <a:pt x="69" y="127"/>
                      <a:pt x="69" y="127"/>
                      <a:pt x="71" y="127"/>
                    </a:cubicBezTo>
                    <a:cubicBezTo>
                      <a:pt x="70" y="126"/>
                      <a:pt x="70" y="126"/>
                      <a:pt x="70" y="126"/>
                    </a:cubicBezTo>
                    <a:cubicBezTo>
                      <a:pt x="72" y="126"/>
                      <a:pt x="72" y="126"/>
                      <a:pt x="72" y="126"/>
                    </a:cubicBezTo>
                    <a:cubicBezTo>
                      <a:pt x="71" y="126"/>
                      <a:pt x="72" y="125"/>
                      <a:pt x="71" y="125"/>
                    </a:cubicBezTo>
                    <a:cubicBezTo>
                      <a:pt x="70" y="125"/>
                      <a:pt x="70" y="125"/>
                      <a:pt x="70" y="125"/>
                    </a:cubicBezTo>
                    <a:cubicBezTo>
                      <a:pt x="69" y="125"/>
                      <a:pt x="67" y="124"/>
                      <a:pt x="69" y="124"/>
                    </a:cubicBezTo>
                    <a:cubicBezTo>
                      <a:pt x="71" y="124"/>
                      <a:pt x="71" y="124"/>
                      <a:pt x="71" y="124"/>
                    </a:cubicBezTo>
                    <a:cubicBezTo>
                      <a:pt x="71" y="124"/>
                      <a:pt x="70" y="124"/>
                      <a:pt x="71" y="123"/>
                    </a:cubicBezTo>
                    <a:cubicBezTo>
                      <a:pt x="73" y="123"/>
                      <a:pt x="73" y="123"/>
                      <a:pt x="73" y="123"/>
                    </a:cubicBezTo>
                    <a:cubicBezTo>
                      <a:pt x="70" y="124"/>
                      <a:pt x="72" y="122"/>
                      <a:pt x="71" y="122"/>
                    </a:cubicBezTo>
                    <a:cubicBezTo>
                      <a:pt x="72" y="122"/>
                      <a:pt x="72" y="122"/>
                      <a:pt x="72" y="122"/>
                    </a:cubicBezTo>
                    <a:cubicBezTo>
                      <a:pt x="73" y="122"/>
                      <a:pt x="70" y="123"/>
                      <a:pt x="70" y="122"/>
                    </a:cubicBezTo>
                    <a:cubicBezTo>
                      <a:pt x="71" y="122"/>
                      <a:pt x="73" y="122"/>
                      <a:pt x="74" y="121"/>
                    </a:cubicBezTo>
                    <a:cubicBezTo>
                      <a:pt x="74" y="121"/>
                      <a:pt x="72" y="120"/>
                      <a:pt x="74" y="119"/>
                    </a:cubicBezTo>
                    <a:cubicBezTo>
                      <a:pt x="73" y="118"/>
                      <a:pt x="72" y="118"/>
                      <a:pt x="71" y="118"/>
                    </a:cubicBezTo>
                    <a:cubicBezTo>
                      <a:pt x="71" y="117"/>
                      <a:pt x="74" y="117"/>
                      <a:pt x="73" y="117"/>
                    </a:cubicBezTo>
                    <a:cubicBezTo>
                      <a:pt x="74" y="117"/>
                      <a:pt x="75" y="117"/>
                      <a:pt x="75" y="116"/>
                    </a:cubicBezTo>
                    <a:cubicBezTo>
                      <a:pt x="74" y="116"/>
                      <a:pt x="75" y="115"/>
                      <a:pt x="73" y="116"/>
                    </a:cubicBezTo>
                    <a:cubicBezTo>
                      <a:pt x="74" y="115"/>
                      <a:pt x="74" y="114"/>
                      <a:pt x="73" y="114"/>
                    </a:cubicBezTo>
                    <a:cubicBezTo>
                      <a:pt x="73" y="114"/>
                      <a:pt x="75" y="114"/>
                      <a:pt x="76" y="113"/>
                    </a:cubicBezTo>
                    <a:cubicBezTo>
                      <a:pt x="74" y="113"/>
                      <a:pt x="73" y="113"/>
                      <a:pt x="73" y="112"/>
                    </a:cubicBezTo>
                    <a:cubicBezTo>
                      <a:pt x="72" y="112"/>
                      <a:pt x="72" y="113"/>
                      <a:pt x="70" y="113"/>
                    </a:cubicBezTo>
                    <a:cubicBezTo>
                      <a:pt x="70" y="113"/>
                      <a:pt x="69" y="113"/>
                      <a:pt x="69" y="113"/>
                    </a:cubicBezTo>
                    <a:cubicBezTo>
                      <a:pt x="71" y="112"/>
                      <a:pt x="74" y="112"/>
                      <a:pt x="74" y="111"/>
                    </a:cubicBezTo>
                    <a:cubicBezTo>
                      <a:pt x="77" y="111"/>
                      <a:pt x="73" y="112"/>
                      <a:pt x="76" y="111"/>
                    </a:cubicBezTo>
                    <a:cubicBezTo>
                      <a:pt x="78" y="111"/>
                      <a:pt x="79" y="112"/>
                      <a:pt x="77" y="113"/>
                    </a:cubicBezTo>
                    <a:cubicBezTo>
                      <a:pt x="80" y="113"/>
                      <a:pt x="78" y="112"/>
                      <a:pt x="80" y="112"/>
                    </a:cubicBezTo>
                    <a:cubicBezTo>
                      <a:pt x="80" y="111"/>
                      <a:pt x="78" y="111"/>
                      <a:pt x="78" y="111"/>
                    </a:cubicBezTo>
                    <a:cubicBezTo>
                      <a:pt x="77" y="111"/>
                      <a:pt x="77" y="111"/>
                      <a:pt x="76" y="111"/>
                    </a:cubicBezTo>
                    <a:cubicBezTo>
                      <a:pt x="73" y="111"/>
                      <a:pt x="77" y="110"/>
                      <a:pt x="77" y="110"/>
                    </a:cubicBezTo>
                    <a:cubicBezTo>
                      <a:pt x="78" y="110"/>
                      <a:pt x="78" y="110"/>
                      <a:pt x="78" y="110"/>
                    </a:cubicBezTo>
                    <a:cubicBezTo>
                      <a:pt x="79" y="109"/>
                      <a:pt x="77" y="110"/>
                      <a:pt x="77" y="109"/>
                    </a:cubicBezTo>
                    <a:cubicBezTo>
                      <a:pt x="80" y="108"/>
                      <a:pt x="78" y="110"/>
                      <a:pt x="80" y="109"/>
                    </a:cubicBezTo>
                    <a:cubicBezTo>
                      <a:pt x="82" y="109"/>
                      <a:pt x="82" y="109"/>
                      <a:pt x="82" y="109"/>
                    </a:cubicBezTo>
                    <a:cubicBezTo>
                      <a:pt x="82" y="108"/>
                      <a:pt x="79" y="109"/>
                      <a:pt x="80" y="108"/>
                    </a:cubicBezTo>
                    <a:cubicBezTo>
                      <a:pt x="81" y="108"/>
                      <a:pt x="81" y="108"/>
                      <a:pt x="81" y="108"/>
                    </a:cubicBezTo>
                    <a:cubicBezTo>
                      <a:pt x="80" y="108"/>
                      <a:pt x="80" y="108"/>
                      <a:pt x="80" y="108"/>
                    </a:cubicBezTo>
                    <a:cubicBezTo>
                      <a:pt x="79" y="108"/>
                      <a:pt x="77" y="108"/>
                      <a:pt x="77" y="109"/>
                    </a:cubicBezTo>
                    <a:cubicBezTo>
                      <a:pt x="74" y="109"/>
                      <a:pt x="77" y="109"/>
                      <a:pt x="76" y="108"/>
                    </a:cubicBezTo>
                    <a:cubicBezTo>
                      <a:pt x="74" y="108"/>
                      <a:pt x="76" y="108"/>
                      <a:pt x="75" y="109"/>
                    </a:cubicBezTo>
                    <a:cubicBezTo>
                      <a:pt x="73" y="109"/>
                      <a:pt x="73" y="109"/>
                      <a:pt x="73" y="108"/>
                    </a:cubicBezTo>
                    <a:cubicBezTo>
                      <a:pt x="72" y="108"/>
                      <a:pt x="74" y="108"/>
                      <a:pt x="75" y="107"/>
                    </a:cubicBezTo>
                    <a:cubicBezTo>
                      <a:pt x="76" y="107"/>
                      <a:pt x="76" y="108"/>
                      <a:pt x="75" y="108"/>
                    </a:cubicBezTo>
                    <a:cubicBezTo>
                      <a:pt x="77" y="108"/>
                      <a:pt x="79" y="107"/>
                      <a:pt x="80" y="107"/>
                    </a:cubicBezTo>
                    <a:cubicBezTo>
                      <a:pt x="81" y="106"/>
                      <a:pt x="79" y="107"/>
                      <a:pt x="78" y="107"/>
                    </a:cubicBezTo>
                    <a:cubicBezTo>
                      <a:pt x="78" y="107"/>
                      <a:pt x="76" y="107"/>
                      <a:pt x="76" y="107"/>
                    </a:cubicBezTo>
                    <a:cubicBezTo>
                      <a:pt x="71" y="107"/>
                      <a:pt x="79" y="106"/>
                      <a:pt x="78" y="105"/>
                    </a:cubicBezTo>
                    <a:cubicBezTo>
                      <a:pt x="75" y="106"/>
                      <a:pt x="74" y="105"/>
                      <a:pt x="70" y="107"/>
                    </a:cubicBezTo>
                    <a:cubicBezTo>
                      <a:pt x="70" y="107"/>
                      <a:pt x="69" y="107"/>
                      <a:pt x="69" y="106"/>
                    </a:cubicBezTo>
                    <a:cubicBezTo>
                      <a:pt x="71" y="106"/>
                      <a:pt x="71" y="106"/>
                      <a:pt x="73" y="105"/>
                    </a:cubicBezTo>
                    <a:cubicBezTo>
                      <a:pt x="73" y="105"/>
                      <a:pt x="73" y="105"/>
                      <a:pt x="73" y="105"/>
                    </a:cubicBezTo>
                    <a:cubicBezTo>
                      <a:pt x="75" y="105"/>
                      <a:pt x="75" y="105"/>
                      <a:pt x="75" y="105"/>
                    </a:cubicBezTo>
                    <a:cubicBezTo>
                      <a:pt x="79" y="103"/>
                      <a:pt x="79" y="103"/>
                      <a:pt x="79" y="103"/>
                    </a:cubicBezTo>
                    <a:cubicBezTo>
                      <a:pt x="78" y="103"/>
                      <a:pt x="77" y="104"/>
                      <a:pt x="76" y="103"/>
                    </a:cubicBezTo>
                    <a:cubicBezTo>
                      <a:pt x="77" y="103"/>
                      <a:pt x="78" y="103"/>
                      <a:pt x="78" y="102"/>
                    </a:cubicBezTo>
                    <a:cubicBezTo>
                      <a:pt x="77" y="103"/>
                      <a:pt x="75" y="103"/>
                      <a:pt x="75" y="103"/>
                    </a:cubicBezTo>
                    <a:cubicBezTo>
                      <a:pt x="74" y="103"/>
                      <a:pt x="76" y="102"/>
                      <a:pt x="77" y="102"/>
                    </a:cubicBezTo>
                    <a:cubicBezTo>
                      <a:pt x="79" y="102"/>
                      <a:pt x="79" y="102"/>
                      <a:pt x="79" y="102"/>
                    </a:cubicBezTo>
                    <a:cubicBezTo>
                      <a:pt x="77" y="102"/>
                      <a:pt x="79" y="101"/>
                      <a:pt x="79" y="101"/>
                    </a:cubicBezTo>
                    <a:cubicBezTo>
                      <a:pt x="77" y="101"/>
                      <a:pt x="76" y="102"/>
                      <a:pt x="74" y="102"/>
                    </a:cubicBezTo>
                    <a:cubicBezTo>
                      <a:pt x="74" y="102"/>
                      <a:pt x="75" y="101"/>
                      <a:pt x="75" y="101"/>
                    </a:cubicBezTo>
                    <a:cubicBezTo>
                      <a:pt x="76" y="101"/>
                      <a:pt x="76" y="101"/>
                      <a:pt x="76" y="101"/>
                    </a:cubicBezTo>
                    <a:cubicBezTo>
                      <a:pt x="76" y="101"/>
                      <a:pt x="79" y="100"/>
                      <a:pt x="78" y="100"/>
                    </a:cubicBezTo>
                    <a:cubicBezTo>
                      <a:pt x="77" y="100"/>
                      <a:pt x="77" y="100"/>
                      <a:pt x="77" y="100"/>
                    </a:cubicBezTo>
                    <a:cubicBezTo>
                      <a:pt x="77" y="100"/>
                      <a:pt x="78" y="100"/>
                      <a:pt x="78" y="100"/>
                    </a:cubicBezTo>
                    <a:cubicBezTo>
                      <a:pt x="77" y="100"/>
                      <a:pt x="77" y="99"/>
                      <a:pt x="77" y="99"/>
                    </a:cubicBezTo>
                    <a:cubicBezTo>
                      <a:pt x="78" y="99"/>
                      <a:pt x="78" y="99"/>
                      <a:pt x="78" y="99"/>
                    </a:cubicBezTo>
                    <a:cubicBezTo>
                      <a:pt x="77" y="99"/>
                      <a:pt x="75" y="99"/>
                      <a:pt x="76" y="99"/>
                    </a:cubicBezTo>
                    <a:cubicBezTo>
                      <a:pt x="74" y="100"/>
                      <a:pt x="77" y="99"/>
                      <a:pt x="76" y="100"/>
                    </a:cubicBezTo>
                    <a:cubicBezTo>
                      <a:pt x="74" y="100"/>
                      <a:pt x="74" y="100"/>
                      <a:pt x="73" y="100"/>
                    </a:cubicBezTo>
                    <a:cubicBezTo>
                      <a:pt x="76" y="99"/>
                      <a:pt x="73" y="99"/>
                      <a:pt x="73" y="99"/>
                    </a:cubicBezTo>
                    <a:cubicBezTo>
                      <a:pt x="74" y="98"/>
                      <a:pt x="75" y="98"/>
                      <a:pt x="75" y="98"/>
                    </a:cubicBezTo>
                    <a:cubicBezTo>
                      <a:pt x="73" y="98"/>
                      <a:pt x="73" y="98"/>
                      <a:pt x="73" y="98"/>
                    </a:cubicBezTo>
                    <a:cubicBezTo>
                      <a:pt x="77" y="97"/>
                      <a:pt x="73" y="98"/>
                      <a:pt x="73" y="97"/>
                    </a:cubicBezTo>
                    <a:cubicBezTo>
                      <a:pt x="75" y="97"/>
                      <a:pt x="76" y="96"/>
                      <a:pt x="76" y="96"/>
                    </a:cubicBezTo>
                    <a:cubicBezTo>
                      <a:pt x="74" y="97"/>
                      <a:pt x="73" y="97"/>
                      <a:pt x="71" y="97"/>
                    </a:cubicBezTo>
                    <a:cubicBezTo>
                      <a:pt x="72" y="96"/>
                      <a:pt x="75" y="96"/>
                      <a:pt x="76" y="96"/>
                    </a:cubicBezTo>
                    <a:cubicBezTo>
                      <a:pt x="74" y="96"/>
                      <a:pt x="77" y="94"/>
                      <a:pt x="75" y="95"/>
                    </a:cubicBezTo>
                    <a:cubicBezTo>
                      <a:pt x="74" y="96"/>
                      <a:pt x="73" y="96"/>
                      <a:pt x="72" y="96"/>
                    </a:cubicBezTo>
                    <a:cubicBezTo>
                      <a:pt x="72" y="95"/>
                      <a:pt x="73" y="96"/>
                      <a:pt x="74" y="95"/>
                    </a:cubicBezTo>
                    <a:cubicBezTo>
                      <a:pt x="74" y="95"/>
                      <a:pt x="72" y="95"/>
                      <a:pt x="71" y="96"/>
                    </a:cubicBezTo>
                    <a:cubicBezTo>
                      <a:pt x="71" y="95"/>
                      <a:pt x="69" y="96"/>
                      <a:pt x="70" y="95"/>
                    </a:cubicBezTo>
                    <a:cubicBezTo>
                      <a:pt x="72" y="94"/>
                      <a:pt x="71" y="95"/>
                      <a:pt x="72" y="95"/>
                    </a:cubicBezTo>
                    <a:cubicBezTo>
                      <a:pt x="72" y="94"/>
                      <a:pt x="68" y="96"/>
                      <a:pt x="68" y="95"/>
                    </a:cubicBezTo>
                    <a:cubicBezTo>
                      <a:pt x="67" y="96"/>
                      <a:pt x="64" y="97"/>
                      <a:pt x="63" y="97"/>
                    </a:cubicBezTo>
                    <a:cubicBezTo>
                      <a:pt x="63" y="96"/>
                      <a:pt x="64" y="97"/>
                      <a:pt x="66" y="96"/>
                    </a:cubicBezTo>
                    <a:cubicBezTo>
                      <a:pt x="65" y="95"/>
                      <a:pt x="65" y="95"/>
                      <a:pt x="65" y="95"/>
                    </a:cubicBezTo>
                    <a:cubicBezTo>
                      <a:pt x="68" y="94"/>
                      <a:pt x="70" y="95"/>
                      <a:pt x="72" y="93"/>
                    </a:cubicBezTo>
                    <a:cubicBezTo>
                      <a:pt x="71" y="93"/>
                      <a:pt x="71" y="93"/>
                      <a:pt x="71" y="93"/>
                    </a:cubicBezTo>
                    <a:cubicBezTo>
                      <a:pt x="72" y="93"/>
                      <a:pt x="74" y="93"/>
                      <a:pt x="74" y="92"/>
                    </a:cubicBezTo>
                    <a:cubicBezTo>
                      <a:pt x="72" y="93"/>
                      <a:pt x="74" y="92"/>
                      <a:pt x="73" y="92"/>
                    </a:cubicBezTo>
                    <a:cubicBezTo>
                      <a:pt x="71" y="92"/>
                      <a:pt x="74" y="92"/>
                      <a:pt x="72" y="92"/>
                    </a:cubicBezTo>
                    <a:cubicBezTo>
                      <a:pt x="72" y="92"/>
                      <a:pt x="69" y="93"/>
                      <a:pt x="70" y="92"/>
                    </a:cubicBezTo>
                    <a:cubicBezTo>
                      <a:pt x="73" y="91"/>
                      <a:pt x="73" y="91"/>
                      <a:pt x="73" y="91"/>
                    </a:cubicBezTo>
                    <a:cubicBezTo>
                      <a:pt x="74" y="91"/>
                      <a:pt x="71" y="92"/>
                      <a:pt x="72" y="91"/>
                    </a:cubicBezTo>
                    <a:cubicBezTo>
                      <a:pt x="73" y="91"/>
                      <a:pt x="73" y="91"/>
                      <a:pt x="73" y="91"/>
                    </a:cubicBezTo>
                    <a:cubicBezTo>
                      <a:pt x="72" y="89"/>
                      <a:pt x="72" y="88"/>
                      <a:pt x="67" y="88"/>
                    </a:cubicBezTo>
                    <a:cubicBezTo>
                      <a:pt x="69" y="87"/>
                      <a:pt x="69" y="87"/>
                      <a:pt x="70" y="86"/>
                    </a:cubicBezTo>
                    <a:cubicBezTo>
                      <a:pt x="69" y="86"/>
                      <a:pt x="68" y="86"/>
                      <a:pt x="68" y="86"/>
                    </a:cubicBezTo>
                    <a:cubicBezTo>
                      <a:pt x="69" y="85"/>
                      <a:pt x="69" y="85"/>
                      <a:pt x="69" y="85"/>
                    </a:cubicBezTo>
                    <a:cubicBezTo>
                      <a:pt x="70" y="84"/>
                      <a:pt x="68" y="85"/>
                      <a:pt x="67" y="85"/>
                    </a:cubicBezTo>
                    <a:cubicBezTo>
                      <a:pt x="68" y="84"/>
                      <a:pt x="68" y="84"/>
                      <a:pt x="68" y="84"/>
                    </a:cubicBezTo>
                    <a:cubicBezTo>
                      <a:pt x="69" y="83"/>
                      <a:pt x="67" y="84"/>
                      <a:pt x="67" y="84"/>
                    </a:cubicBezTo>
                    <a:cubicBezTo>
                      <a:pt x="68" y="84"/>
                      <a:pt x="68" y="84"/>
                      <a:pt x="68" y="84"/>
                    </a:cubicBezTo>
                    <a:cubicBezTo>
                      <a:pt x="67" y="84"/>
                      <a:pt x="67" y="84"/>
                      <a:pt x="67" y="84"/>
                    </a:cubicBezTo>
                    <a:cubicBezTo>
                      <a:pt x="66" y="84"/>
                      <a:pt x="66" y="83"/>
                      <a:pt x="68" y="83"/>
                    </a:cubicBezTo>
                    <a:cubicBezTo>
                      <a:pt x="67" y="83"/>
                      <a:pt x="67" y="83"/>
                      <a:pt x="67" y="83"/>
                    </a:cubicBezTo>
                    <a:cubicBezTo>
                      <a:pt x="68" y="82"/>
                      <a:pt x="67" y="81"/>
                      <a:pt x="66" y="81"/>
                    </a:cubicBezTo>
                    <a:cubicBezTo>
                      <a:pt x="66" y="82"/>
                      <a:pt x="65" y="82"/>
                      <a:pt x="64" y="82"/>
                    </a:cubicBezTo>
                    <a:cubicBezTo>
                      <a:pt x="62" y="83"/>
                      <a:pt x="64" y="82"/>
                      <a:pt x="63" y="82"/>
                    </a:cubicBezTo>
                    <a:cubicBezTo>
                      <a:pt x="64" y="82"/>
                      <a:pt x="64" y="81"/>
                      <a:pt x="65" y="81"/>
                    </a:cubicBezTo>
                    <a:cubicBezTo>
                      <a:pt x="68" y="79"/>
                      <a:pt x="65" y="79"/>
                      <a:pt x="65" y="78"/>
                    </a:cubicBezTo>
                    <a:cubicBezTo>
                      <a:pt x="64" y="78"/>
                      <a:pt x="64" y="78"/>
                      <a:pt x="64" y="78"/>
                    </a:cubicBezTo>
                    <a:cubicBezTo>
                      <a:pt x="66" y="77"/>
                      <a:pt x="63" y="77"/>
                      <a:pt x="64" y="76"/>
                    </a:cubicBezTo>
                    <a:cubicBezTo>
                      <a:pt x="63" y="76"/>
                      <a:pt x="60" y="77"/>
                      <a:pt x="60" y="77"/>
                    </a:cubicBezTo>
                    <a:cubicBezTo>
                      <a:pt x="58" y="78"/>
                      <a:pt x="62" y="76"/>
                      <a:pt x="63" y="75"/>
                    </a:cubicBezTo>
                    <a:cubicBezTo>
                      <a:pt x="62" y="75"/>
                      <a:pt x="62" y="75"/>
                      <a:pt x="62" y="75"/>
                    </a:cubicBezTo>
                    <a:cubicBezTo>
                      <a:pt x="62" y="75"/>
                      <a:pt x="62" y="75"/>
                      <a:pt x="62" y="75"/>
                    </a:cubicBezTo>
                    <a:cubicBezTo>
                      <a:pt x="61" y="75"/>
                      <a:pt x="60" y="75"/>
                      <a:pt x="61" y="74"/>
                    </a:cubicBezTo>
                    <a:cubicBezTo>
                      <a:pt x="61" y="74"/>
                      <a:pt x="61" y="74"/>
                      <a:pt x="61" y="74"/>
                    </a:cubicBezTo>
                    <a:cubicBezTo>
                      <a:pt x="61" y="74"/>
                      <a:pt x="62" y="73"/>
                      <a:pt x="62" y="73"/>
                    </a:cubicBezTo>
                    <a:cubicBezTo>
                      <a:pt x="60" y="74"/>
                      <a:pt x="61" y="72"/>
                      <a:pt x="59" y="73"/>
                    </a:cubicBezTo>
                    <a:cubicBezTo>
                      <a:pt x="60" y="73"/>
                      <a:pt x="60" y="73"/>
                      <a:pt x="60" y="73"/>
                    </a:cubicBezTo>
                    <a:cubicBezTo>
                      <a:pt x="59" y="73"/>
                      <a:pt x="59" y="73"/>
                      <a:pt x="59" y="73"/>
                    </a:cubicBezTo>
                    <a:cubicBezTo>
                      <a:pt x="59" y="73"/>
                      <a:pt x="59" y="73"/>
                      <a:pt x="59" y="73"/>
                    </a:cubicBezTo>
                    <a:cubicBezTo>
                      <a:pt x="61" y="72"/>
                      <a:pt x="61" y="72"/>
                      <a:pt x="61" y="72"/>
                    </a:cubicBezTo>
                    <a:cubicBezTo>
                      <a:pt x="62" y="71"/>
                      <a:pt x="60" y="72"/>
                      <a:pt x="59" y="73"/>
                    </a:cubicBezTo>
                    <a:cubicBezTo>
                      <a:pt x="57" y="73"/>
                      <a:pt x="59" y="72"/>
                      <a:pt x="59" y="72"/>
                    </a:cubicBezTo>
                    <a:cubicBezTo>
                      <a:pt x="60" y="71"/>
                      <a:pt x="59" y="72"/>
                      <a:pt x="59" y="72"/>
                    </a:cubicBezTo>
                    <a:cubicBezTo>
                      <a:pt x="61" y="72"/>
                      <a:pt x="60" y="72"/>
                      <a:pt x="61" y="71"/>
                    </a:cubicBezTo>
                    <a:cubicBezTo>
                      <a:pt x="61" y="71"/>
                      <a:pt x="59" y="72"/>
                      <a:pt x="59" y="72"/>
                    </a:cubicBezTo>
                    <a:cubicBezTo>
                      <a:pt x="59" y="71"/>
                      <a:pt x="58" y="71"/>
                      <a:pt x="60" y="70"/>
                    </a:cubicBezTo>
                    <a:cubicBezTo>
                      <a:pt x="59" y="71"/>
                      <a:pt x="59" y="70"/>
                      <a:pt x="58" y="70"/>
                    </a:cubicBezTo>
                    <a:cubicBezTo>
                      <a:pt x="58" y="71"/>
                      <a:pt x="58" y="71"/>
                      <a:pt x="57" y="72"/>
                    </a:cubicBezTo>
                    <a:cubicBezTo>
                      <a:pt x="57" y="72"/>
                      <a:pt x="56" y="72"/>
                      <a:pt x="57" y="71"/>
                    </a:cubicBezTo>
                    <a:cubicBezTo>
                      <a:pt x="57" y="71"/>
                      <a:pt x="57" y="71"/>
                      <a:pt x="57" y="71"/>
                    </a:cubicBezTo>
                    <a:cubicBezTo>
                      <a:pt x="57" y="71"/>
                      <a:pt x="57" y="71"/>
                      <a:pt x="56" y="72"/>
                    </a:cubicBezTo>
                    <a:cubicBezTo>
                      <a:pt x="58" y="70"/>
                      <a:pt x="58" y="70"/>
                      <a:pt x="58" y="70"/>
                    </a:cubicBezTo>
                    <a:cubicBezTo>
                      <a:pt x="56" y="71"/>
                      <a:pt x="56" y="70"/>
                      <a:pt x="56" y="70"/>
                    </a:cubicBezTo>
                    <a:cubicBezTo>
                      <a:pt x="57" y="69"/>
                      <a:pt x="59" y="69"/>
                      <a:pt x="59" y="68"/>
                    </a:cubicBezTo>
                    <a:cubicBezTo>
                      <a:pt x="58" y="68"/>
                      <a:pt x="58" y="68"/>
                      <a:pt x="58" y="68"/>
                    </a:cubicBezTo>
                    <a:cubicBezTo>
                      <a:pt x="57" y="68"/>
                      <a:pt x="58" y="68"/>
                      <a:pt x="59" y="68"/>
                    </a:cubicBezTo>
                    <a:cubicBezTo>
                      <a:pt x="59" y="66"/>
                      <a:pt x="54" y="69"/>
                      <a:pt x="55" y="68"/>
                    </a:cubicBezTo>
                    <a:cubicBezTo>
                      <a:pt x="57" y="67"/>
                      <a:pt x="57" y="67"/>
                      <a:pt x="57" y="66"/>
                    </a:cubicBezTo>
                    <a:cubicBezTo>
                      <a:pt x="56" y="67"/>
                      <a:pt x="56" y="67"/>
                      <a:pt x="56" y="67"/>
                    </a:cubicBezTo>
                    <a:cubicBezTo>
                      <a:pt x="55" y="67"/>
                      <a:pt x="58" y="66"/>
                      <a:pt x="56" y="67"/>
                    </a:cubicBezTo>
                    <a:cubicBezTo>
                      <a:pt x="55" y="68"/>
                      <a:pt x="56" y="67"/>
                      <a:pt x="55" y="67"/>
                    </a:cubicBezTo>
                    <a:cubicBezTo>
                      <a:pt x="59" y="65"/>
                      <a:pt x="55" y="65"/>
                      <a:pt x="57" y="63"/>
                    </a:cubicBezTo>
                    <a:cubicBezTo>
                      <a:pt x="54" y="64"/>
                      <a:pt x="56" y="63"/>
                      <a:pt x="55" y="63"/>
                    </a:cubicBezTo>
                    <a:cubicBezTo>
                      <a:pt x="57" y="62"/>
                      <a:pt x="54" y="63"/>
                      <a:pt x="55" y="62"/>
                    </a:cubicBezTo>
                    <a:cubicBezTo>
                      <a:pt x="53" y="63"/>
                      <a:pt x="53" y="63"/>
                      <a:pt x="53" y="63"/>
                    </a:cubicBezTo>
                    <a:cubicBezTo>
                      <a:pt x="54" y="62"/>
                      <a:pt x="49" y="64"/>
                      <a:pt x="52" y="63"/>
                    </a:cubicBezTo>
                    <a:cubicBezTo>
                      <a:pt x="52" y="62"/>
                      <a:pt x="54" y="62"/>
                      <a:pt x="54" y="62"/>
                    </a:cubicBezTo>
                    <a:cubicBezTo>
                      <a:pt x="56" y="60"/>
                      <a:pt x="51" y="62"/>
                      <a:pt x="54" y="60"/>
                    </a:cubicBezTo>
                    <a:cubicBezTo>
                      <a:pt x="53" y="60"/>
                      <a:pt x="52" y="61"/>
                      <a:pt x="51" y="61"/>
                    </a:cubicBezTo>
                    <a:cubicBezTo>
                      <a:pt x="52" y="61"/>
                      <a:pt x="52" y="59"/>
                      <a:pt x="53" y="59"/>
                    </a:cubicBezTo>
                    <a:cubicBezTo>
                      <a:pt x="52" y="59"/>
                      <a:pt x="52" y="60"/>
                      <a:pt x="52" y="59"/>
                    </a:cubicBezTo>
                    <a:cubicBezTo>
                      <a:pt x="53" y="59"/>
                      <a:pt x="53" y="59"/>
                      <a:pt x="53" y="59"/>
                    </a:cubicBezTo>
                    <a:cubicBezTo>
                      <a:pt x="54" y="58"/>
                      <a:pt x="52" y="58"/>
                      <a:pt x="51" y="58"/>
                    </a:cubicBezTo>
                    <a:cubicBezTo>
                      <a:pt x="53" y="57"/>
                      <a:pt x="52" y="57"/>
                      <a:pt x="52" y="56"/>
                    </a:cubicBezTo>
                    <a:cubicBezTo>
                      <a:pt x="50" y="57"/>
                      <a:pt x="53" y="55"/>
                      <a:pt x="50" y="56"/>
                    </a:cubicBezTo>
                    <a:cubicBezTo>
                      <a:pt x="51" y="56"/>
                      <a:pt x="51" y="56"/>
                      <a:pt x="51" y="56"/>
                    </a:cubicBezTo>
                    <a:cubicBezTo>
                      <a:pt x="50" y="56"/>
                      <a:pt x="48" y="57"/>
                      <a:pt x="48" y="57"/>
                    </a:cubicBezTo>
                    <a:cubicBezTo>
                      <a:pt x="50" y="56"/>
                      <a:pt x="50" y="56"/>
                      <a:pt x="50" y="56"/>
                    </a:cubicBezTo>
                    <a:cubicBezTo>
                      <a:pt x="52" y="54"/>
                      <a:pt x="50" y="55"/>
                      <a:pt x="51" y="54"/>
                    </a:cubicBezTo>
                    <a:cubicBezTo>
                      <a:pt x="49" y="55"/>
                      <a:pt x="51" y="54"/>
                      <a:pt x="49" y="55"/>
                    </a:cubicBezTo>
                    <a:cubicBezTo>
                      <a:pt x="49" y="55"/>
                      <a:pt x="49" y="55"/>
                      <a:pt x="49" y="55"/>
                    </a:cubicBezTo>
                    <a:cubicBezTo>
                      <a:pt x="48" y="55"/>
                      <a:pt x="48" y="55"/>
                      <a:pt x="47" y="55"/>
                    </a:cubicBezTo>
                    <a:cubicBezTo>
                      <a:pt x="47" y="55"/>
                      <a:pt x="49" y="54"/>
                      <a:pt x="49" y="54"/>
                    </a:cubicBezTo>
                    <a:cubicBezTo>
                      <a:pt x="50" y="53"/>
                      <a:pt x="49" y="53"/>
                      <a:pt x="49" y="53"/>
                    </a:cubicBezTo>
                    <a:cubicBezTo>
                      <a:pt x="49" y="53"/>
                      <a:pt x="49" y="53"/>
                      <a:pt x="48" y="53"/>
                    </a:cubicBezTo>
                    <a:cubicBezTo>
                      <a:pt x="48" y="53"/>
                      <a:pt x="48" y="53"/>
                      <a:pt x="48" y="53"/>
                    </a:cubicBezTo>
                    <a:cubicBezTo>
                      <a:pt x="48" y="53"/>
                      <a:pt x="48" y="53"/>
                      <a:pt x="48" y="53"/>
                    </a:cubicBezTo>
                    <a:cubicBezTo>
                      <a:pt x="48" y="53"/>
                      <a:pt x="48" y="53"/>
                      <a:pt x="48" y="53"/>
                    </a:cubicBezTo>
                    <a:cubicBezTo>
                      <a:pt x="48" y="53"/>
                      <a:pt x="48" y="53"/>
                      <a:pt x="49" y="53"/>
                    </a:cubicBezTo>
                    <a:cubicBezTo>
                      <a:pt x="49" y="53"/>
                      <a:pt x="49" y="53"/>
                      <a:pt x="49" y="53"/>
                    </a:cubicBezTo>
                    <a:cubicBezTo>
                      <a:pt x="49" y="53"/>
                      <a:pt x="49" y="53"/>
                      <a:pt x="49" y="53"/>
                    </a:cubicBezTo>
                    <a:cubicBezTo>
                      <a:pt x="49" y="52"/>
                      <a:pt x="49" y="52"/>
                      <a:pt x="49" y="52"/>
                    </a:cubicBezTo>
                    <a:cubicBezTo>
                      <a:pt x="50" y="51"/>
                      <a:pt x="50" y="51"/>
                      <a:pt x="50" y="51"/>
                    </a:cubicBezTo>
                    <a:cubicBezTo>
                      <a:pt x="50" y="51"/>
                      <a:pt x="48" y="52"/>
                      <a:pt x="48" y="52"/>
                    </a:cubicBezTo>
                    <a:cubicBezTo>
                      <a:pt x="49" y="50"/>
                      <a:pt x="46" y="50"/>
                      <a:pt x="46" y="50"/>
                    </a:cubicBezTo>
                    <a:cubicBezTo>
                      <a:pt x="46" y="50"/>
                      <a:pt x="47" y="50"/>
                      <a:pt x="46" y="50"/>
                    </a:cubicBezTo>
                    <a:cubicBezTo>
                      <a:pt x="46" y="50"/>
                      <a:pt x="44" y="50"/>
                      <a:pt x="45" y="50"/>
                    </a:cubicBezTo>
                    <a:cubicBezTo>
                      <a:pt x="45" y="50"/>
                      <a:pt x="46" y="49"/>
                      <a:pt x="46" y="49"/>
                    </a:cubicBezTo>
                    <a:cubicBezTo>
                      <a:pt x="46" y="48"/>
                      <a:pt x="45" y="49"/>
                      <a:pt x="45" y="49"/>
                    </a:cubicBezTo>
                    <a:cubicBezTo>
                      <a:pt x="47" y="47"/>
                      <a:pt x="43" y="49"/>
                      <a:pt x="44" y="47"/>
                    </a:cubicBezTo>
                    <a:cubicBezTo>
                      <a:pt x="44" y="47"/>
                      <a:pt x="45" y="47"/>
                      <a:pt x="45" y="47"/>
                    </a:cubicBezTo>
                    <a:cubicBezTo>
                      <a:pt x="44" y="47"/>
                      <a:pt x="43" y="46"/>
                      <a:pt x="41" y="47"/>
                    </a:cubicBezTo>
                    <a:cubicBezTo>
                      <a:pt x="43" y="46"/>
                      <a:pt x="43" y="46"/>
                      <a:pt x="43" y="46"/>
                    </a:cubicBezTo>
                    <a:cubicBezTo>
                      <a:pt x="43" y="46"/>
                      <a:pt x="42" y="46"/>
                      <a:pt x="41" y="46"/>
                    </a:cubicBezTo>
                    <a:cubicBezTo>
                      <a:pt x="40" y="47"/>
                      <a:pt x="39" y="47"/>
                      <a:pt x="39" y="47"/>
                    </a:cubicBezTo>
                    <a:cubicBezTo>
                      <a:pt x="39" y="47"/>
                      <a:pt x="39" y="47"/>
                      <a:pt x="39" y="47"/>
                    </a:cubicBezTo>
                    <a:cubicBezTo>
                      <a:pt x="38" y="46"/>
                      <a:pt x="38" y="46"/>
                      <a:pt x="38" y="46"/>
                    </a:cubicBezTo>
                    <a:cubicBezTo>
                      <a:pt x="39" y="46"/>
                      <a:pt x="39" y="46"/>
                      <a:pt x="39" y="46"/>
                    </a:cubicBezTo>
                    <a:cubicBezTo>
                      <a:pt x="42" y="44"/>
                      <a:pt x="40" y="44"/>
                      <a:pt x="41" y="44"/>
                    </a:cubicBezTo>
                    <a:cubicBezTo>
                      <a:pt x="39" y="44"/>
                      <a:pt x="39" y="44"/>
                      <a:pt x="39" y="44"/>
                    </a:cubicBezTo>
                    <a:cubicBezTo>
                      <a:pt x="38" y="44"/>
                      <a:pt x="40" y="43"/>
                      <a:pt x="40" y="43"/>
                    </a:cubicBezTo>
                    <a:cubicBezTo>
                      <a:pt x="35" y="45"/>
                      <a:pt x="35" y="45"/>
                      <a:pt x="35" y="45"/>
                    </a:cubicBezTo>
                    <a:cubicBezTo>
                      <a:pt x="36" y="45"/>
                      <a:pt x="37" y="44"/>
                      <a:pt x="38" y="43"/>
                    </a:cubicBezTo>
                    <a:cubicBezTo>
                      <a:pt x="37" y="43"/>
                      <a:pt x="35" y="44"/>
                      <a:pt x="33" y="45"/>
                    </a:cubicBezTo>
                    <a:cubicBezTo>
                      <a:pt x="33" y="44"/>
                      <a:pt x="32" y="44"/>
                      <a:pt x="32" y="44"/>
                    </a:cubicBezTo>
                    <a:cubicBezTo>
                      <a:pt x="33" y="43"/>
                      <a:pt x="32" y="44"/>
                      <a:pt x="33" y="44"/>
                    </a:cubicBezTo>
                    <a:cubicBezTo>
                      <a:pt x="34" y="43"/>
                      <a:pt x="34" y="43"/>
                      <a:pt x="34" y="43"/>
                    </a:cubicBezTo>
                    <a:cubicBezTo>
                      <a:pt x="34" y="43"/>
                      <a:pt x="36" y="41"/>
                      <a:pt x="37" y="41"/>
                    </a:cubicBezTo>
                    <a:cubicBezTo>
                      <a:pt x="36" y="41"/>
                      <a:pt x="36" y="40"/>
                      <a:pt x="36" y="39"/>
                    </a:cubicBezTo>
                    <a:cubicBezTo>
                      <a:pt x="34" y="41"/>
                      <a:pt x="35" y="39"/>
                      <a:pt x="33" y="41"/>
                    </a:cubicBezTo>
                    <a:cubicBezTo>
                      <a:pt x="32" y="40"/>
                      <a:pt x="34" y="39"/>
                      <a:pt x="35" y="39"/>
                    </a:cubicBezTo>
                    <a:cubicBezTo>
                      <a:pt x="33" y="39"/>
                      <a:pt x="34" y="38"/>
                      <a:pt x="33" y="37"/>
                    </a:cubicBezTo>
                    <a:cubicBezTo>
                      <a:pt x="34" y="37"/>
                      <a:pt x="34" y="37"/>
                      <a:pt x="34" y="37"/>
                    </a:cubicBezTo>
                    <a:cubicBezTo>
                      <a:pt x="33" y="37"/>
                      <a:pt x="33" y="36"/>
                      <a:pt x="31" y="37"/>
                    </a:cubicBezTo>
                    <a:cubicBezTo>
                      <a:pt x="32" y="36"/>
                      <a:pt x="32" y="36"/>
                      <a:pt x="32" y="36"/>
                    </a:cubicBezTo>
                    <a:cubicBezTo>
                      <a:pt x="32" y="35"/>
                      <a:pt x="29" y="38"/>
                      <a:pt x="30" y="36"/>
                    </a:cubicBezTo>
                    <a:cubicBezTo>
                      <a:pt x="31" y="36"/>
                      <a:pt x="31" y="36"/>
                      <a:pt x="31" y="36"/>
                    </a:cubicBezTo>
                    <a:cubicBezTo>
                      <a:pt x="30" y="36"/>
                      <a:pt x="32" y="34"/>
                      <a:pt x="30" y="35"/>
                    </a:cubicBezTo>
                    <a:cubicBezTo>
                      <a:pt x="31" y="34"/>
                      <a:pt x="31" y="34"/>
                      <a:pt x="31" y="34"/>
                    </a:cubicBezTo>
                    <a:cubicBezTo>
                      <a:pt x="30" y="34"/>
                      <a:pt x="30" y="34"/>
                      <a:pt x="28" y="34"/>
                    </a:cubicBezTo>
                    <a:cubicBezTo>
                      <a:pt x="30" y="33"/>
                      <a:pt x="30" y="33"/>
                      <a:pt x="30" y="33"/>
                    </a:cubicBezTo>
                    <a:cubicBezTo>
                      <a:pt x="31" y="32"/>
                      <a:pt x="28" y="34"/>
                      <a:pt x="29" y="33"/>
                    </a:cubicBezTo>
                    <a:cubicBezTo>
                      <a:pt x="29" y="33"/>
                      <a:pt x="29" y="32"/>
                      <a:pt x="30" y="32"/>
                    </a:cubicBezTo>
                    <a:cubicBezTo>
                      <a:pt x="28" y="33"/>
                      <a:pt x="28" y="32"/>
                      <a:pt x="28" y="32"/>
                    </a:cubicBezTo>
                    <a:cubicBezTo>
                      <a:pt x="29" y="31"/>
                      <a:pt x="29" y="31"/>
                      <a:pt x="29" y="31"/>
                    </a:cubicBezTo>
                    <a:cubicBezTo>
                      <a:pt x="28" y="29"/>
                      <a:pt x="27" y="27"/>
                      <a:pt x="24" y="26"/>
                    </a:cubicBezTo>
                    <a:cubicBezTo>
                      <a:pt x="26" y="24"/>
                      <a:pt x="26" y="26"/>
                      <a:pt x="27" y="24"/>
                    </a:cubicBezTo>
                    <a:cubicBezTo>
                      <a:pt x="25" y="26"/>
                      <a:pt x="26" y="24"/>
                      <a:pt x="25" y="24"/>
                    </a:cubicBezTo>
                    <a:cubicBezTo>
                      <a:pt x="26" y="24"/>
                      <a:pt x="26" y="24"/>
                      <a:pt x="26" y="24"/>
                    </a:cubicBezTo>
                    <a:cubicBezTo>
                      <a:pt x="25" y="24"/>
                      <a:pt x="26" y="23"/>
                      <a:pt x="25" y="23"/>
                    </a:cubicBezTo>
                    <a:cubicBezTo>
                      <a:pt x="25" y="24"/>
                      <a:pt x="25" y="24"/>
                      <a:pt x="25" y="24"/>
                    </a:cubicBezTo>
                    <a:cubicBezTo>
                      <a:pt x="24" y="24"/>
                      <a:pt x="27" y="21"/>
                      <a:pt x="25" y="23"/>
                    </a:cubicBezTo>
                    <a:cubicBezTo>
                      <a:pt x="26" y="22"/>
                      <a:pt x="26" y="22"/>
                      <a:pt x="26" y="22"/>
                    </a:cubicBezTo>
                    <a:cubicBezTo>
                      <a:pt x="23" y="23"/>
                      <a:pt x="26" y="21"/>
                      <a:pt x="24" y="22"/>
                    </a:cubicBezTo>
                    <a:cubicBezTo>
                      <a:pt x="25" y="21"/>
                      <a:pt x="25" y="21"/>
                      <a:pt x="25" y="21"/>
                    </a:cubicBezTo>
                    <a:cubicBezTo>
                      <a:pt x="25" y="20"/>
                      <a:pt x="22" y="22"/>
                      <a:pt x="23" y="21"/>
                    </a:cubicBezTo>
                    <a:cubicBezTo>
                      <a:pt x="23" y="20"/>
                      <a:pt x="22" y="20"/>
                      <a:pt x="20" y="21"/>
                    </a:cubicBezTo>
                    <a:cubicBezTo>
                      <a:pt x="23" y="20"/>
                      <a:pt x="23" y="20"/>
                      <a:pt x="23" y="20"/>
                    </a:cubicBezTo>
                    <a:cubicBezTo>
                      <a:pt x="21" y="19"/>
                      <a:pt x="20" y="17"/>
                      <a:pt x="17" y="17"/>
                    </a:cubicBezTo>
                    <a:cubicBezTo>
                      <a:pt x="18" y="16"/>
                      <a:pt x="18" y="16"/>
                      <a:pt x="18" y="16"/>
                    </a:cubicBezTo>
                    <a:cubicBezTo>
                      <a:pt x="16" y="17"/>
                      <a:pt x="19" y="13"/>
                      <a:pt x="15" y="15"/>
                    </a:cubicBezTo>
                    <a:cubicBezTo>
                      <a:pt x="13" y="16"/>
                      <a:pt x="13" y="16"/>
                      <a:pt x="13" y="16"/>
                    </a:cubicBezTo>
                    <a:cubicBezTo>
                      <a:pt x="15" y="14"/>
                      <a:pt x="15" y="14"/>
                      <a:pt x="15" y="14"/>
                    </a:cubicBezTo>
                    <a:cubicBezTo>
                      <a:pt x="14" y="14"/>
                      <a:pt x="15" y="13"/>
                      <a:pt x="13" y="14"/>
                    </a:cubicBezTo>
                    <a:cubicBezTo>
                      <a:pt x="15" y="13"/>
                      <a:pt x="15" y="13"/>
                      <a:pt x="15" y="13"/>
                    </a:cubicBezTo>
                    <a:cubicBezTo>
                      <a:pt x="15" y="13"/>
                      <a:pt x="12" y="14"/>
                      <a:pt x="12" y="13"/>
                    </a:cubicBezTo>
                    <a:cubicBezTo>
                      <a:pt x="13" y="13"/>
                      <a:pt x="13" y="13"/>
                      <a:pt x="13" y="13"/>
                    </a:cubicBezTo>
                    <a:cubicBezTo>
                      <a:pt x="15" y="9"/>
                      <a:pt x="16" y="6"/>
                      <a:pt x="11" y="6"/>
                    </a:cubicBezTo>
                    <a:cubicBezTo>
                      <a:pt x="11" y="6"/>
                      <a:pt x="13" y="4"/>
                      <a:pt x="13" y="4"/>
                    </a:cubicBezTo>
                    <a:cubicBezTo>
                      <a:pt x="9" y="4"/>
                      <a:pt x="13" y="0"/>
                      <a:pt x="7" y="1"/>
                    </a:cubicBezTo>
                    <a:cubicBezTo>
                      <a:pt x="6" y="0"/>
                      <a:pt x="0" y="2"/>
                      <a:pt x="0" y="2"/>
                    </a:cubicBezTo>
                    <a:cubicBezTo>
                      <a:pt x="3" y="4"/>
                      <a:pt x="3" y="8"/>
                      <a:pt x="1" y="1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5" name="Freeform 128"/>
              <p:cNvSpPr/>
              <p:nvPr/>
            </p:nvSpPr>
            <p:spPr bwMode="auto">
              <a:xfrm>
                <a:off x="3538" y="1526"/>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6" name="Freeform 129"/>
              <p:cNvSpPr/>
              <p:nvPr/>
            </p:nvSpPr>
            <p:spPr bwMode="auto">
              <a:xfrm>
                <a:off x="3460" y="1407"/>
                <a:ext cx="2"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7" name="Freeform 130"/>
              <p:cNvSpPr/>
              <p:nvPr/>
            </p:nvSpPr>
            <p:spPr bwMode="auto">
              <a:xfrm>
                <a:off x="3445" y="1392"/>
                <a:ext cx="4" cy="2"/>
              </a:xfrm>
              <a:custGeom>
                <a:avLst/>
                <a:gdLst>
                  <a:gd name="T0" fmla="*/ 4 w 4"/>
                  <a:gd name="T1" fmla="*/ 0 h 2"/>
                  <a:gd name="T2" fmla="*/ 4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4" y="0"/>
                    </a:lnTo>
                    <a:lnTo>
                      <a:pt x="0" y="2"/>
                    </a:lnTo>
                    <a:lnTo>
                      <a:pt x="4"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8" name="Freeform 131"/>
              <p:cNvSpPr/>
              <p:nvPr/>
            </p:nvSpPr>
            <p:spPr bwMode="auto">
              <a:xfrm>
                <a:off x="3468" y="1405"/>
                <a:ext cx="4"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2" y="0"/>
                      <a:pt x="0" y="0"/>
                      <a:pt x="1" y="0"/>
                    </a:cubicBezTo>
                    <a:cubicBezTo>
                      <a:pt x="1" y="0"/>
                      <a:pt x="2"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9" name="Freeform 132"/>
              <p:cNvSpPr/>
              <p:nvPr/>
            </p:nvSpPr>
            <p:spPr bwMode="auto">
              <a:xfrm>
                <a:off x="3515" y="15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0" name="Freeform 133"/>
              <p:cNvSpPr/>
              <p:nvPr/>
            </p:nvSpPr>
            <p:spPr bwMode="auto">
              <a:xfrm>
                <a:off x="3470" y="140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1" name="Freeform 134"/>
              <p:cNvSpPr/>
              <p:nvPr/>
            </p:nvSpPr>
            <p:spPr bwMode="auto">
              <a:xfrm>
                <a:off x="3462" y="140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2" name="Freeform 135"/>
              <p:cNvSpPr/>
              <p:nvPr/>
            </p:nvSpPr>
            <p:spPr bwMode="auto">
              <a:xfrm>
                <a:off x="3909" y="1416"/>
                <a:ext cx="11" cy="2"/>
              </a:xfrm>
              <a:custGeom>
                <a:avLst/>
                <a:gdLst>
                  <a:gd name="T0" fmla="*/ 1 w 5"/>
                  <a:gd name="T1" fmla="*/ 1 h 1"/>
                  <a:gd name="T2" fmla="*/ 0 w 5"/>
                  <a:gd name="T3" fmla="*/ 1 h 1"/>
                  <a:gd name="T4" fmla="*/ 2 w 5"/>
                  <a:gd name="T5" fmla="*/ 1 h 1"/>
                  <a:gd name="T6" fmla="*/ 3 w 5"/>
                  <a:gd name="T7" fmla="*/ 1 h 1"/>
                  <a:gd name="T8" fmla="*/ 5 w 5"/>
                  <a:gd name="T9" fmla="*/ 0 h 1"/>
                  <a:gd name="T10" fmla="*/ 1 w 5"/>
                  <a:gd name="T11" fmla="*/ 1 h 1"/>
                </a:gdLst>
                <a:ahLst/>
                <a:cxnLst>
                  <a:cxn ang="0">
                    <a:pos x="T0" y="T1"/>
                  </a:cxn>
                  <a:cxn ang="0">
                    <a:pos x="T2" y="T3"/>
                  </a:cxn>
                  <a:cxn ang="0">
                    <a:pos x="T4" y="T5"/>
                  </a:cxn>
                  <a:cxn ang="0">
                    <a:pos x="T6" y="T7"/>
                  </a:cxn>
                  <a:cxn ang="0">
                    <a:pos x="T8" y="T9"/>
                  </a:cxn>
                  <a:cxn ang="0">
                    <a:pos x="T10" y="T11"/>
                  </a:cxn>
                </a:cxnLst>
                <a:rect l="0" t="0" r="r" b="b"/>
                <a:pathLst>
                  <a:path w="5" h="1">
                    <a:moveTo>
                      <a:pt x="1" y="1"/>
                    </a:moveTo>
                    <a:cubicBezTo>
                      <a:pt x="1" y="1"/>
                      <a:pt x="1" y="1"/>
                      <a:pt x="0" y="1"/>
                    </a:cubicBezTo>
                    <a:cubicBezTo>
                      <a:pt x="1" y="1"/>
                      <a:pt x="2" y="1"/>
                      <a:pt x="2" y="1"/>
                    </a:cubicBezTo>
                    <a:cubicBezTo>
                      <a:pt x="3" y="1"/>
                      <a:pt x="4" y="1"/>
                      <a:pt x="3" y="1"/>
                    </a:cubicBezTo>
                    <a:cubicBezTo>
                      <a:pt x="4" y="0"/>
                      <a:pt x="5" y="0"/>
                      <a:pt x="5" y="0"/>
                    </a:cubicBezTo>
                    <a:cubicBezTo>
                      <a:pt x="4" y="0"/>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3" name="Freeform 136"/>
              <p:cNvSpPr/>
              <p:nvPr/>
            </p:nvSpPr>
            <p:spPr bwMode="auto">
              <a:xfrm>
                <a:off x="4491" y="1382"/>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4" name="Freeform 137"/>
              <p:cNvSpPr/>
              <p:nvPr/>
            </p:nvSpPr>
            <p:spPr bwMode="auto">
              <a:xfrm>
                <a:off x="4368" y="1484"/>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5" name="Freeform 138"/>
              <p:cNvSpPr/>
              <p:nvPr/>
            </p:nvSpPr>
            <p:spPr bwMode="auto">
              <a:xfrm>
                <a:off x="4504" y="1378"/>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6" name="Freeform 139"/>
              <p:cNvSpPr/>
              <p:nvPr/>
            </p:nvSpPr>
            <p:spPr bwMode="auto">
              <a:xfrm>
                <a:off x="4506" y="138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7" name="Freeform 140"/>
              <p:cNvSpPr/>
              <p:nvPr/>
            </p:nvSpPr>
            <p:spPr bwMode="auto">
              <a:xfrm>
                <a:off x="4368" y="14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8" name="Freeform 141"/>
              <p:cNvSpPr/>
              <p:nvPr/>
            </p:nvSpPr>
            <p:spPr bwMode="auto">
              <a:xfrm>
                <a:off x="4364" y="1484"/>
                <a:ext cx="2" cy="4"/>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0"/>
                      <a:pt x="0" y="0"/>
                    </a:cubicBezTo>
                    <a:cubicBezTo>
                      <a:pt x="0" y="0"/>
                      <a:pt x="1"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9" name="Freeform 142"/>
              <p:cNvSpPr/>
              <p:nvPr/>
            </p:nvSpPr>
            <p:spPr bwMode="auto">
              <a:xfrm>
                <a:off x="4368" y="1492"/>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0" name="Freeform 143"/>
              <p:cNvSpPr/>
              <p:nvPr/>
            </p:nvSpPr>
            <p:spPr bwMode="auto">
              <a:xfrm>
                <a:off x="4487" y="1388"/>
                <a:ext cx="2"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1"/>
                      <a:pt x="0" y="1"/>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1" name="Freeform 144"/>
              <p:cNvSpPr/>
              <p:nvPr/>
            </p:nvSpPr>
            <p:spPr bwMode="auto">
              <a:xfrm>
                <a:off x="4514" y="1382"/>
                <a:ext cx="2" cy="4"/>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0" y="0"/>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2" name="Freeform 145"/>
              <p:cNvSpPr/>
              <p:nvPr/>
            </p:nvSpPr>
            <p:spPr bwMode="auto">
              <a:xfrm>
                <a:off x="4548" y="1397"/>
                <a:ext cx="2" cy="6"/>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3" name="Freeform 146"/>
              <p:cNvSpPr/>
              <p:nvPr/>
            </p:nvSpPr>
            <p:spPr bwMode="auto">
              <a:xfrm>
                <a:off x="4550" y="1399"/>
                <a:ext cx="3" cy="4"/>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2"/>
                      <a:pt x="1" y="1"/>
                    </a:cubicBezTo>
                    <a:cubicBezTo>
                      <a:pt x="0" y="0"/>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4" name="Freeform 147"/>
              <p:cNvSpPr/>
              <p:nvPr/>
            </p:nvSpPr>
            <p:spPr bwMode="auto">
              <a:xfrm>
                <a:off x="4521" y="1382"/>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5" name="Freeform 148"/>
              <p:cNvSpPr/>
              <p:nvPr/>
            </p:nvSpPr>
            <p:spPr bwMode="auto">
              <a:xfrm>
                <a:off x="4516" y="1378"/>
                <a:ext cx="5" cy="8"/>
              </a:xfrm>
              <a:custGeom>
                <a:avLst/>
                <a:gdLst>
                  <a:gd name="T0" fmla="*/ 2 w 2"/>
                  <a:gd name="T1" fmla="*/ 4 h 4"/>
                  <a:gd name="T2" fmla="*/ 1 w 2"/>
                  <a:gd name="T3" fmla="*/ 2 h 4"/>
                  <a:gd name="T4" fmla="*/ 0 w 2"/>
                  <a:gd name="T5" fmla="*/ 2 h 4"/>
                  <a:gd name="T6" fmla="*/ 0 w 2"/>
                  <a:gd name="T7" fmla="*/ 0 h 4"/>
                  <a:gd name="T8" fmla="*/ 2 w 2"/>
                  <a:gd name="T9" fmla="*/ 4 h 4"/>
                  <a:gd name="T10" fmla="*/ 2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2" y="4"/>
                    </a:moveTo>
                    <a:cubicBezTo>
                      <a:pt x="2" y="3"/>
                      <a:pt x="1" y="3"/>
                      <a:pt x="1" y="2"/>
                    </a:cubicBezTo>
                    <a:cubicBezTo>
                      <a:pt x="1" y="2"/>
                      <a:pt x="0" y="1"/>
                      <a:pt x="0" y="2"/>
                    </a:cubicBezTo>
                    <a:cubicBezTo>
                      <a:pt x="0" y="1"/>
                      <a:pt x="0" y="0"/>
                      <a:pt x="0" y="0"/>
                    </a:cubicBezTo>
                    <a:cubicBezTo>
                      <a:pt x="0" y="1"/>
                      <a:pt x="1" y="3"/>
                      <a:pt x="2" y="4"/>
                    </a:cubicBezTo>
                    <a:cubicBezTo>
                      <a:pt x="2" y="4"/>
                      <a:pt x="2" y="4"/>
                      <a:pt x="2" y="4"/>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6" name="Freeform 149"/>
              <p:cNvSpPr/>
              <p:nvPr/>
            </p:nvSpPr>
            <p:spPr bwMode="auto">
              <a:xfrm>
                <a:off x="4519" y="1380"/>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7" name="Freeform 150"/>
              <p:cNvSpPr/>
              <p:nvPr/>
            </p:nvSpPr>
            <p:spPr bwMode="auto">
              <a:xfrm>
                <a:off x="3876" y="13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8" name="Freeform 151"/>
              <p:cNvSpPr/>
              <p:nvPr/>
            </p:nvSpPr>
            <p:spPr bwMode="auto">
              <a:xfrm>
                <a:off x="4465" y="1920"/>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9" name="Freeform 152"/>
              <p:cNvSpPr/>
              <p:nvPr/>
            </p:nvSpPr>
            <p:spPr bwMode="auto">
              <a:xfrm>
                <a:off x="4468" y="1918"/>
                <a:ext cx="6"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0" name="Freeform 153"/>
              <p:cNvSpPr/>
              <p:nvPr/>
            </p:nvSpPr>
            <p:spPr bwMode="auto">
              <a:xfrm>
                <a:off x="3912" y="1286"/>
                <a:ext cx="4" cy="2"/>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2" y="1"/>
                      <a:pt x="0" y="1"/>
                      <a:pt x="1" y="1"/>
                    </a:cubicBezTo>
                    <a:cubicBezTo>
                      <a:pt x="1" y="0"/>
                      <a:pt x="2"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1" name="Freeform 154"/>
              <p:cNvSpPr/>
              <p:nvPr/>
            </p:nvSpPr>
            <p:spPr bwMode="auto">
              <a:xfrm>
                <a:off x="3876" y="132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2" name="Rectangle 155"/>
              <p:cNvSpPr>
                <a:spLocks noChangeArrowheads="1"/>
              </p:cNvSpPr>
              <p:nvPr/>
            </p:nvSpPr>
            <p:spPr bwMode="auto">
              <a:xfrm>
                <a:off x="4402" y="1454"/>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3" name="Freeform 156"/>
              <p:cNvSpPr/>
              <p:nvPr/>
            </p:nvSpPr>
            <p:spPr bwMode="auto">
              <a:xfrm>
                <a:off x="4546" y="140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4" name="Freeform 157"/>
              <p:cNvSpPr/>
              <p:nvPr/>
            </p:nvSpPr>
            <p:spPr bwMode="auto">
              <a:xfrm>
                <a:off x="3914" y="12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5" name="Freeform 158"/>
              <p:cNvSpPr/>
              <p:nvPr/>
            </p:nvSpPr>
            <p:spPr bwMode="auto">
              <a:xfrm>
                <a:off x="4423" y="14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6" name="Freeform 159"/>
              <p:cNvSpPr/>
              <p:nvPr/>
            </p:nvSpPr>
            <p:spPr bwMode="auto">
              <a:xfrm>
                <a:off x="4465" y="1456"/>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7" name="Freeform 160"/>
              <p:cNvSpPr/>
              <p:nvPr/>
            </p:nvSpPr>
            <p:spPr bwMode="auto">
              <a:xfrm>
                <a:off x="4355" y="1509"/>
                <a:ext cx="4" cy="4"/>
              </a:xfrm>
              <a:custGeom>
                <a:avLst/>
                <a:gdLst>
                  <a:gd name="T0" fmla="*/ 0 w 4"/>
                  <a:gd name="T1" fmla="*/ 0 h 4"/>
                  <a:gd name="T2" fmla="*/ 0 w 4"/>
                  <a:gd name="T3" fmla="*/ 2 h 4"/>
                  <a:gd name="T4" fmla="*/ 4 w 4"/>
                  <a:gd name="T5" fmla="*/ 4 h 4"/>
                  <a:gd name="T6" fmla="*/ 0 w 4"/>
                  <a:gd name="T7" fmla="*/ 0 h 4"/>
                </a:gdLst>
                <a:ahLst/>
                <a:cxnLst>
                  <a:cxn ang="0">
                    <a:pos x="T0" y="T1"/>
                  </a:cxn>
                  <a:cxn ang="0">
                    <a:pos x="T2" y="T3"/>
                  </a:cxn>
                  <a:cxn ang="0">
                    <a:pos x="T4" y="T5"/>
                  </a:cxn>
                  <a:cxn ang="0">
                    <a:pos x="T6" y="T7"/>
                  </a:cxn>
                </a:cxnLst>
                <a:rect l="0" t="0" r="r" b="b"/>
                <a:pathLst>
                  <a:path w="4" h="4">
                    <a:moveTo>
                      <a:pt x="0" y="0"/>
                    </a:moveTo>
                    <a:lnTo>
                      <a:pt x="0" y="2"/>
                    </a:lnTo>
                    <a:lnTo>
                      <a:pt x="4"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8" name="Freeform 161"/>
              <p:cNvSpPr/>
              <p:nvPr/>
            </p:nvSpPr>
            <p:spPr bwMode="auto">
              <a:xfrm>
                <a:off x="4383" y="14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9" name="Freeform 162"/>
              <p:cNvSpPr/>
              <p:nvPr/>
            </p:nvSpPr>
            <p:spPr bwMode="auto">
              <a:xfrm>
                <a:off x="4287" y="1378"/>
                <a:ext cx="261" cy="237"/>
              </a:xfrm>
              <a:custGeom>
                <a:avLst/>
                <a:gdLst>
                  <a:gd name="T0" fmla="*/ 27 w 123"/>
                  <a:gd name="T1" fmla="*/ 92 h 112"/>
                  <a:gd name="T2" fmla="*/ 33 w 123"/>
                  <a:gd name="T3" fmla="*/ 85 h 112"/>
                  <a:gd name="T4" fmla="*/ 52 w 123"/>
                  <a:gd name="T5" fmla="*/ 57 h 112"/>
                  <a:gd name="T6" fmla="*/ 61 w 123"/>
                  <a:gd name="T7" fmla="*/ 52 h 112"/>
                  <a:gd name="T8" fmla="*/ 69 w 123"/>
                  <a:gd name="T9" fmla="*/ 49 h 112"/>
                  <a:gd name="T10" fmla="*/ 81 w 123"/>
                  <a:gd name="T11" fmla="*/ 39 h 112"/>
                  <a:gd name="T12" fmla="*/ 89 w 123"/>
                  <a:gd name="T13" fmla="*/ 34 h 112"/>
                  <a:gd name="T14" fmla="*/ 100 w 123"/>
                  <a:gd name="T15" fmla="*/ 25 h 112"/>
                  <a:gd name="T16" fmla="*/ 105 w 123"/>
                  <a:gd name="T17" fmla="*/ 17 h 112"/>
                  <a:gd name="T18" fmla="*/ 115 w 123"/>
                  <a:gd name="T19" fmla="*/ 15 h 112"/>
                  <a:gd name="T20" fmla="*/ 119 w 123"/>
                  <a:gd name="T21" fmla="*/ 14 h 112"/>
                  <a:gd name="T22" fmla="*/ 121 w 123"/>
                  <a:gd name="T23" fmla="*/ 8 h 112"/>
                  <a:gd name="T24" fmla="*/ 122 w 123"/>
                  <a:gd name="T25" fmla="*/ 7 h 112"/>
                  <a:gd name="T26" fmla="*/ 118 w 123"/>
                  <a:gd name="T27" fmla="*/ 7 h 112"/>
                  <a:gd name="T28" fmla="*/ 113 w 123"/>
                  <a:gd name="T29" fmla="*/ 5 h 112"/>
                  <a:gd name="T30" fmla="*/ 107 w 123"/>
                  <a:gd name="T31" fmla="*/ 4 h 112"/>
                  <a:gd name="T32" fmla="*/ 106 w 123"/>
                  <a:gd name="T33" fmla="*/ 3 h 112"/>
                  <a:gd name="T34" fmla="*/ 102 w 123"/>
                  <a:gd name="T35" fmla="*/ 4 h 112"/>
                  <a:gd name="T36" fmla="*/ 101 w 123"/>
                  <a:gd name="T37" fmla="*/ 4 h 112"/>
                  <a:gd name="T38" fmla="*/ 99 w 123"/>
                  <a:gd name="T39" fmla="*/ 2 h 112"/>
                  <a:gd name="T40" fmla="*/ 98 w 123"/>
                  <a:gd name="T41" fmla="*/ 9 h 112"/>
                  <a:gd name="T42" fmla="*/ 96 w 123"/>
                  <a:gd name="T43" fmla="*/ 8 h 112"/>
                  <a:gd name="T44" fmla="*/ 93 w 123"/>
                  <a:gd name="T45" fmla="*/ 7 h 112"/>
                  <a:gd name="T46" fmla="*/ 91 w 123"/>
                  <a:gd name="T47" fmla="*/ 7 h 112"/>
                  <a:gd name="T48" fmla="*/ 89 w 123"/>
                  <a:gd name="T49" fmla="*/ 10 h 112"/>
                  <a:gd name="T50" fmla="*/ 87 w 123"/>
                  <a:gd name="T51" fmla="*/ 10 h 112"/>
                  <a:gd name="T52" fmla="*/ 89 w 123"/>
                  <a:gd name="T53" fmla="*/ 18 h 112"/>
                  <a:gd name="T54" fmla="*/ 85 w 123"/>
                  <a:gd name="T55" fmla="*/ 12 h 112"/>
                  <a:gd name="T56" fmla="*/ 78 w 123"/>
                  <a:gd name="T57" fmla="*/ 16 h 112"/>
                  <a:gd name="T58" fmla="*/ 75 w 123"/>
                  <a:gd name="T59" fmla="*/ 18 h 112"/>
                  <a:gd name="T60" fmla="*/ 75 w 123"/>
                  <a:gd name="T61" fmla="*/ 24 h 112"/>
                  <a:gd name="T62" fmla="*/ 67 w 123"/>
                  <a:gd name="T63" fmla="*/ 25 h 112"/>
                  <a:gd name="T64" fmla="*/ 65 w 123"/>
                  <a:gd name="T65" fmla="*/ 29 h 112"/>
                  <a:gd name="T66" fmla="*/ 64 w 123"/>
                  <a:gd name="T67" fmla="*/ 29 h 112"/>
                  <a:gd name="T68" fmla="*/ 64 w 123"/>
                  <a:gd name="T69" fmla="*/ 32 h 112"/>
                  <a:gd name="T70" fmla="*/ 60 w 123"/>
                  <a:gd name="T71" fmla="*/ 30 h 112"/>
                  <a:gd name="T72" fmla="*/ 59 w 123"/>
                  <a:gd name="T73" fmla="*/ 34 h 112"/>
                  <a:gd name="T74" fmla="*/ 55 w 123"/>
                  <a:gd name="T75" fmla="*/ 39 h 112"/>
                  <a:gd name="T76" fmla="*/ 50 w 123"/>
                  <a:gd name="T77" fmla="*/ 39 h 112"/>
                  <a:gd name="T78" fmla="*/ 47 w 123"/>
                  <a:gd name="T79" fmla="*/ 43 h 112"/>
                  <a:gd name="T80" fmla="*/ 45 w 123"/>
                  <a:gd name="T81" fmla="*/ 45 h 112"/>
                  <a:gd name="T82" fmla="*/ 44 w 123"/>
                  <a:gd name="T83" fmla="*/ 45 h 112"/>
                  <a:gd name="T84" fmla="*/ 42 w 123"/>
                  <a:gd name="T85" fmla="*/ 48 h 112"/>
                  <a:gd name="T86" fmla="*/ 39 w 123"/>
                  <a:gd name="T87" fmla="*/ 54 h 112"/>
                  <a:gd name="T88" fmla="*/ 38 w 123"/>
                  <a:gd name="T89" fmla="*/ 56 h 112"/>
                  <a:gd name="T90" fmla="*/ 38 w 123"/>
                  <a:gd name="T91" fmla="*/ 63 h 112"/>
                  <a:gd name="T92" fmla="*/ 34 w 123"/>
                  <a:gd name="T93" fmla="*/ 65 h 112"/>
                  <a:gd name="T94" fmla="*/ 30 w 123"/>
                  <a:gd name="T95" fmla="*/ 69 h 112"/>
                  <a:gd name="T96" fmla="*/ 27 w 123"/>
                  <a:gd name="T97" fmla="*/ 71 h 112"/>
                  <a:gd name="T98" fmla="*/ 19 w 123"/>
                  <a:gd name="T99" fmla="*/ 78 h 112"/>
                  <a:gd name="T100" fmla="*/ 17 w 123"/>
                  <a:gd name="T101" fmla="*/ 80 h 112"/>
                  <a:gd name="T102" fmla="*/ 13 w 123"/>
                  <a:gd name="T103" fmla="*/ 88 h 112"/>
                  <a:gd name="T104" fmla="*/ 12 w 123"/>
                  <a:gd name="T105" fmla="*/ 9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12">
                    <a:moveTo>
                      <a:pt x="9" y="112"/>
                    </a:moveTo>
                    <a:cubicBezTo>
                      <a:pt x="9" y="108"/>
                      <a:pt x="13" y="106"/>
                      <a:pt x="17" y="105"/>
                    </a:cubicBezTo>
                    <a:cubicBezTo>
                      <a:pt x="17" y="104"/>
                      <a:pt x="17" y="102"/>
                      <a:pt x="18" y="102"/>
                    </a:cubicBezTo>
                    <a:cubicBezTo>
                      <a:pt x="20" y="98"/>
                      <a:pt x="27" y="98"/>
                      <a:pt x="28" y="93"/>
                    </a:cubicBezTo>
                    <a:cubicBezTo>
                      <a:pt x="27" y="93"/>
                      <a:pt x="27" y="92"/>
                      <a:pt x="26" y="91"/>
                    </a:cubicBezTo>
                    <a:cubicBezTo>
                      <a:pt x="27" y="92"/>
                      <a:pt x="27" y="92"/>
                      <a:pt x="27" y="92"/>
                    </a:cubicBezTo>
                    <a:cubicBezTo>
                      <a:pt x="26" y="91"/>
                      <a:pt x="26" y="91"/>
                      <a:pt x="26" y="91"/>
                    </a:cubicBezTo>
                    <a:cubicBezTo>
                      <a:pt x="26" y="90"/>
                      <a:pt x="28" y="92"/>
                      <a:pt x="28" y="92"/>
                    </a:cubicBezTo>
                    <a:cubicBezTo>
                      <a:pt x="29" y="91"/>
                      <a:pt x="29" y="89"/>
                      <a:pt x="31" y="88"/>
                    </a:cubicBezTo>
                    <a:cubicBezTo>
                      <a:pt x="29" y="86"/>
                      <a:pt x="31" y="87"/>
                      <a:pt x="29" y="85"/>
                    </a:cubicBezTo>
                    <a:cubicBezTo>
                      <a:pt x="30" y="86"/>
                      <a:pt x="30" y="86"/>
                      <a:pt x="30" y="86"/>
                    </a:cubicBezTo>
                    <a:cubicBezTo>
                      <a:pt x="30" y="84"/>
                      <a:pt x="30" y="84"/>
                      <a:pt x="33" y="85"/>
                    </a:cubicBezTo>
                    <a:cubicBezTo>
                      <a:pt x="38" y="83"/>
                      <a:pt x="40" y="79"/>
                      <a:pt x="43" y="76"/>
                    </a:cubicBezTo>
                    <a:cubicBezTo>
                      <a:pt x="46" y="72"/>
                      <a:pt x="48" y="68"/>
                      <a:pt x="52" y="64"/>
                    </a:cubicBezTo>
                    <a:cubicBezTo>
                      <a:pt x="50" y="61"/>
                      <a:pt x="52" y="61"/>
                      <a:pt x="50" y="59"/>
                    </a:cubicBezTo>
                    <a:cubicBezTo>
                      <a:pt x="51" y="59"/>
                      <a:pt x="51" y="59"/>
                      <a:pt x="51" y="59"/>
                    </a:cubicBezTo>
                    <a:cubicBezTo>
                      <a:pt x="51" y="58"/>
                      <a:pt x="52" y="59"/>
                      <a:pt x="54" y="59"/>
                    </a:cubicBezTo>
                    <a:cubicBezTo>
                      <a:pt x="53" y="58"/>
                      <a:pt x="54" y="59"/>
                      <a:pt x="52" y="57"/>
                    </a:cubicBezTo>
                    <a:cubicBezTo>
                      <a:pt x="51" y="56"/>
                      <a:pt x="55" y="59"/>
                      <a:pt x="54" y="58"/>
                    </a:cubicBezTo>
                    <a:cubicBezTo>
                      <a:pt x="55" y="59"/>
                      <a:pt x="53" y="57"/>
                      <a:pt x="54" y="58"/>
                    </a:cubicBezTo>
                    <a:cubicBezTo>
                      <a:pt x="53" y="55"/>
                      <a:pt x="55" y="59"/>
                      <a:pt x="57" y="59"/>
                    </a:cubicBezTo>
                    <a:cubicBezTo>
                      <a:pt x="58" y="57"/>
                      <a:pt x="58" y="54"/>
                      <a:pt x="61" y="54"/>
                    </a:cubicBezTo>
                    <a:cubicBezTo>
                      <a:pt x="61" y="54"/>
                      <a:pt x="60" y="52"/>
                      <a:pt x="60" y="52"/>
                    </a:cubicBezTo>
                    <a:cubicBezTo>
                      <a:pt x="62" y="55"/>
                      <a:pt x="60" y="51"/>
                      <a:pt x="61" y="52"/>
                    </a:cubicBezTo>
                    <a:cubicBezTo>
                      <a:pt x="62" y="53"/>
                      <a:pt x="62" y="53"/>
                      <a:pt x="62" y="53"/>
                    </a:cubicBezTo>
                    <a:cubicBezTo>
                      <a:pt x="63" y="54"/>
                      <a:pt x="63" y="51"/>
                      <a:pt x="64" y="52"/>
                    </a:cubicBezTo>
                    <a:cubicBezTo>
                      <a:pt x="64" y="50"/>
                      <a:pt x="67" y="52"/>
                      <a:pt x="66" y="50"/>
                    </a:cubicBezTo>
                    <a:cubicBezTo>
                      <a:pt x="67" y="52"/>
                      <a:pt x="67" y="51"/>
                      <a:pt x="68" y="51"/>
                    </a:cubicBezTo>
                    <a:cubicBezTo>
                      <a:pt x="66" y="48"/>
                      <a:pt x="70" y="51"/>
                      <a:pt x="69" y="49"/>
                    </a:cubicBezTo>
                    <a:cubicBezTo>
                      <a:pt x="69" y="49"/>
                      <a:pt x="69" y="49"/>
                      <a:pt x="69" y="49"/>
                    </a:cubicBezTo>
                    <a:cubicBezTo>
                      <a:pt x="71" y="48"/>
                      <a:pt x="73" y="47"/>
                      <a:pt x="74" y="44"/>
                    </a:cubicBezTo>
                    <a:cubicBezTo>
                      <a:pt x="75" y="43"/>
                      <a:pt x="78" y="45"/>
                      <a:pt x="79" y="42"/>
                    </a:cubicBezTo>
                    <a:cubicBezTo>
                      <a:pt x="78" y="41"/>
                      <a:pt x="78" y="41"/>
                      <a:pt x="78" y="41"/>
                    </a:cubicBezTo>
                    <a:cubicBezTo>
                      <a:pt x="78" y="41"/>
                      <a:pt x="79" y="42"/>
                      <a:pt x="79" y="42"/>
                    </a:cubicBezTo>
                    <a:cubicBezTo>
                      <a:pt x="79" y="40"/>
                      <a:pt x="81" y="41"/>
                      <a:pt x="81" y="41"/>
                    </a:cubicBezTo>
                    <a:cubicBezTo>
                      <a:pt x="81" y="40"/>
                      <a:pt x="81" y="40"/>
                      <a:pt x="81" y="39"/>
                    </a:cubicBezTo>
                    <a:cubicBezTo>
                      <a:pt x="83" y="41"/>
                      <a:pt x="82" y="37"/>
                      <a:pt x="84" y="38"/>
                    </a:cubicBezTo>
                    <a:cubicBezTo>
                      <a:pt x="82" y="36"/>
                      <a:pt x="84" y="37"/>
                      <a:pt x="84" y="36"/>
                    </a:cubicBezTo>
                    <a:cubicBezTo>
                      <a:pt x="84" y="36"/>
                      <a:pt x="84" y="36"/>
                      <a:pt x="85" y="37"/>
                    </a:cubicBezTo>
                    <a:cubicBezTo>
                      <a:pt x="85" y="36"/>
                      <a:pt x="85" y="36"/>
                      <a:pt x="87" y="36"/>
                    </a:cubicBezTo>
                    <a:cubicBezTo>
                      <a:pt x="87" y="36"/>
                      <a:pt x="86" y="34"/>
                      <a:pt x="87" y="34"/>
                    </a:cubicBezTo>
                    <a:cubicBezTo>
                      <a:pt x="88" y="36"/>
                      <a:pt x="88" y="34"/>
                      <a:pt x="89" y="34"/>
                    </a:cubicBezTo>
                    <a:cubicBezTo>
                      <a:pt x="87" y="32"/>
                      <a:pt x="87" y="31"/>
                      <a:pt x="88" y="31"/>
                    </a:cubicBezTo>
                    <a:cubicBezTo>
                      <a:pt x="89" y="34"/>
                      <a:pt x="89" y="34"/>
                      <a:pt x="89" y="34"/>
                    </a:cubicBezTo>
                    <a:cubicBezTo>
                      <a:pt x="90" y="31"/>
                      <a:pt x="93" y="33"/>
                      <a:pt x="93" y="29"/>
                    </a:cubicBezTo>
                    <a:cubicBezTo>
                      <a:pt x="94" y="30"/>
                      <a:pt x="94" y="30"/>
                      <a:pt x="94" y="30"/>
                    </a:cubicBezTo>
                    <a:cubicBezTo>
                      <a:pt x="95" y="28"/>
                      <a:pt x="98" y="29"/>
                      <a:pt x="98" y="25"/>
                    </a:cubicBezTo>
                    <a:cubicBezTo>
                      <a:pt x="99" y="25"/>
                      <a:pt x="100" y="26"/>
                      <a:pt x="100" y="25"/>
                    </a:cubicBezTo>
                    <a:cubicBezTo>
                      <a:pt x="100" y="24"/>
                      <a:pt x="101" y="24"/>
                      <a:pt x="100" y="22"/>
                    </a:cubicBezTo>
                    <a:cubicBezTo>
                      <a:pt x="100" y="21"/>
                      <a:pt x="101" y="22"/>
                      <a:pt x="101" y="23"/>
                    </a:cubicBezTo>
                    <a:cubicBezTo>
                      <a:pt x="102" y="23"/>
                      <a:pt x="104" y="25"/>
                      <a:pt x="103" y="22"/>
                    </a:cubicBezTo>
                    <a:cubicBezTo>
                      <a:pt x="104" y="23"/>
                      <a:pt x="104" y="23"/>
                      <a:pt x="104" y="23"/>
                    </a:cubicBezTo>
                    <a:cubicBezTo>
                      <a:pt x="104" y="22"/>
                      <a:pt x="104" y="20"/>
                      <a:pt x="106" y="21"/>
                    </a:cubicBezTo>
                    <a:cubicBezTo>
                      <a:pt x="105" y="19"/>
                      <a:pt x="106" y="19"/>
                      <a:pt x="105" y="17"/>
                    </a:cubicBezTo>
                    <a:cubicBezTo>
                      <a:pt x="105" y="17"/>
                      <a:pt x="106" y="19"/>
                      <a:pt x="106" y="18"/>
                    </a:cubicBezTo>
                    <a:cubicBezTo>
                      <a:pt x="106" y="20"/>
                      <a:pt x="106" y="20"/>
                      <a:pt x="106" y="20"/>
                    </a:cubicBezTo>
                    <a:cubicBezTo>
                      <a:pt x="108" y="20"/>
                      <a:pt x="109" y="18"/>
                      <a:pt x="110" y="16"/>
                    </a:cubicBezTo>
                    <a:cubicBezTo>
                      <a:pt x="112" y="19"/>
                      <a:pt x="112" y="16"/>
                      <a:pt x="113" y="17"/>
                    </a:cubicBezTo>
                    <a:cubicBezTo>
                      <a:pt x="113" y="15"/>
                      <a:pt x="115" y="17"/>
                      <a:pt x="114" y="14"/>
                    </a:cubicBezTo>
                    <a:cubicBezTo>
                      <a:pt x="115" y="15"/>
                      <a:pt x="115" y="15"/>
                      <a:pt x="115" y="15"/>
                    </a:cubicBezTo>
                    <a:cubicBezTo>
                      <a:pt x="115" y="15"/>
                      <a:pt x="116" y="15"/>
                      <a:pt x="117" y="15"/>
                    </a:cubicBezTo>
                    <a:cubicBezTo>
                      <a:pt x="118" y="16"/>
                      <a:pt x="118" y="14"/>
                      <a:pt x="118" y="13"/>
                    </a:cubicBezTo>
                    <a:cubicBezTo>
                      <a:pt x="118" y="14"/>
                      <a:pt x="118" y="14"/>
                      <a:pt x="118" y="14"/>
                    </a:cubicBezTo>
                    <a:cubicBezTo>
                      <a:pt x="118" y="13"/>
                      <a:pt x="118" y="11"/>
                      <a:pt x="118" y="9"/>
                    </a:cubicBezTo>
                    <a:cubicBezTo>
                      <a:pt x="119" y="10"/>
                      <a:pt x="118" y="9"/>
                      <a:pt x="119" y="10"/>
                    </a:cubicBezTo>
                    <a:cubicBezTo>
                      <a:pt x="119" y="11"/>
                      <a:pt x="119" y="13"/>
                      <a:pt x="119" y="14"/>
                    </a:cubicBezTo>
                    <a:cubicBezTo>
                      <a:pt x="120" y="15"/>
                      <a:pt x="119" y="11"/>
                      <a:pt x="120" y="13"/>
                    </a:cubicBezTo>
                    <a:cubicBezTo>
                      <a:pt x="121" y="14"/>
                      <a:pt x="121" y="13"/>
                      <a:pt x="121" y="11"/>
                    </a:cubicBezTo>
                    <a:cubicBezTo>
                      <a:pt x="121" y="12"/>
                      <a:pt x="121" y="12"/>
                      <a:pt x="121" y="13"/>
                    </a:cubicBezTo>
                    <a:cubicBezTo>
                      <a:pt x="122" y="13"/>
                      <a:pt x="122" y="13"/>
                      <a:pt x="122" y="12"/>
                    </a:cubicBezTo>
                    <a:cubicBezTo>
                      <a:pt x="122" y="12"/>
                      <a:pt x="122" y="12"/>
                      <a:pt x="122" y="12"/>
                    </a:cubicBezTo>
                    <a:cubicBezTo>
                      <a:pt x="122" y="10"/>
                      <a:pt x="122" y="10"/>
                      <a:pt x="121" y="8"/>
                    </a:cubicBezTo>
                    <a:cubicBezTo>
                      <a:pt x="121" y="9"/>
                      <a:pt x="121" y="9"/>
                      <a:pt x="121" y="9"/>
                    </a:cubicBezTo>
                    <a:cubicBezTo>
                      <a:pt x="121" y="7"/>
                      <a:pt x="121" y="7"/>
                      <a:pt x="122" y="8"/>
                    </a:cubicBezTo>
                    <a:cubicBezTo>
                      <a:pt x="122" y="10"/>
                      <a:pt x="122" y="11"/>
                      <a:pt x="122" y="11"/>
                    </a:cubicBezTo>
                    <a:cubicBezTo>
                      <a:pt x="123" y="7"/>
                      <a:pt x="123" y="7"/>
                      <a:pt x="123" y="7"/>
                    </a:cubicBezTo>
                    <a:cubicBezTo>
                      <a:pt x="123" y="9"/>
                      <a:pt x="122" y="8"/>
                      <a:pt x="122" y="6"/>
                    </a:cubicBezTo>
                    <a:cubicBezTo>
                      <a:pt x="122" y="7"/>
                      <a:pt x="122" y="7"/>
                      <a:pt x="122" y="7"/>
                    </a:cubicBezTo>
                    <a:cubicBezTo>
                      <a:pt x="122" y="6"/>
                      <a:pt x="122" y="6"/>
                      <a:pt x="122" y="6"/>
                    </a:cubicBezTo>
                    <a:cubicBezTo>
                      <a:pt x="121" y="7"/>
                      <a:pt x="120" y="5"/>
                      <a:pt x="120" y="7"/>
                    </a:cubicBezTo>
                    <a:cubicBezTo>
                      <a:pt x="120" y="8"/>
                      <a:pt x="120" y="8"/>
                      <a:pt x="120" y="8"/>
                    </a:cubicBezTo>
                    <a:cubicBezTo>
                      <a:pt x="120" y="8"/>
                      <a:pt x="120" y="11"/>
                      <a:pt x="119" y="9"/>
                    </a:cubicBezTo>
                    <a:cubicBezTo>
                      <a:pt x="119" y="7"/>
                      <a:pt x="119" y="7"/>
                      <a:pt x="119" y="7"/>
                    </a:cubicBezTo>
                    <a:cubicBezTo>
                      <a:pt x="119" y="7"/>
                      <a:pt x="119" y="8"/>
                      <a:pt x="118" y="7"/>
                    </a:cubicBezTo>
                    <a:cubicBezTo>
                      <a:pt x="118" y="5"/>
                      <a:pt x="118" y="5"/>
                      <a:pt x="118" y="5"/>
                    </a:cubicBezTo>
                    <a:cubicBezTo>
                      <a:pt x="119" y="8"/>
                      <a:pt x="117" y="6"/>
                      <a:pt x="117" y="7"/>
                    </a:cubicBezTo>
                    <a:cubicBezTo>
                      <a:pt x="117" y="6"/>
                      <a:pt x="117" y="6"/>
                      <a:pt x="117" y="6"/>
                    </a:cubicBezTo>
                    <a:cubicBezTo>
                      <a:pt x="116" y="6"/>
                      <a:pt x="117" y="8"/>
                      <a:pt x="117" y="8"/>
                    </a:cubicBezTo>
                    <a:cubicBezTo>
                      <a:pt x="117" y="8"/>
                      <a:pt x="116" y="5"/>
                      <a:pt x="115" y="4"/>
                    </a:cubicBezTo>
                    <a:cubicBezTo>
                      <a:pt x="115" y="5"/>
                      <a:pt x="114" y="7"/>
                      <a:pt x="113" y="5"/>
                    </a:cubicBezTo>
                    <a:cubicBezTo>
                      <a:pt x="112" y="6"/>
                      <a:pt x="112" y="7"/>
                      <a:pt x="112" y="8"/>
                    </a:cubicBezTo>
                    <a:cubicBezTo>
                      <a:pt x="111" y="8"/>
                      <a:pt x="111" y="6"/>
                      <a:pt x="111" y="7"/>
                    </a:cubicBezTo>
                    <a:cubicBezTo>
                      <a:pt x="111" y="6"/>
                      <a:pt x="110" y="5"/>
                      <a:pt x="110" y="4"/>
                    </a:cubicBezTo>
                    <a:cubicBezTo>
                      <a:pt x="110" y="5"/>
                      <a:pt x="109" y="4"/>
                      <a:pt x="110" y="7"/>
                    </a:cubicBezTo>
                    <a:cubicBezTo>
                      <a:pt x="109" y="6"/>
                      <a:pt x="108" y="6"/>
                      <a:pt x="107" y="7"/>
                    </a:cubicBezTo>
                    <a:cubicBezTo>
                      <a:pt x="108" y="7"/>
                      <a:pt x="107" y="5"/>
                      <a:pt x="107" y="4"/>
                    </a:cubicBezTo>
                    <a:cubicBezTo>
                      <a:pt x="107" y="6"/>
                      <a:pt x="106" y="7"/>
                      <a:pt x="106" y="7"/>
                    </a:cubicBezTo>
                    <a:cubicBezTo>
                      <a:pt x="106" y="9"/>
                      <a:pt x="106" y="9"/>
                      <a:pt x="107" y="10"/>
                    </a:cubicBezTo>
                    <a:cubicBezTo>
                      <a:pt x="107" y="10"/>
                      <a:pt x="107" y="11"/>
                      <a:pt x="107" y="11"/>
                    </a:cubicBezTo>
                    <a:cubicBezTo>
                      <a:pt x="106" y="9"/>
                      <a:pt x="105" y="7"/>
                      <a:pt x="104" y="7"/>
                    </a:cubicBezTo>
                    <a:cubicBezTo>
                      <a:pt x="104" y="4"/>
                      <a:pt x="106" y="7"/>
                      <a:pt x="104" y="4"/>
                    </a:cubicBezTo>
                    <a:cubicBezTo>
                      <a:pt x="104" y="2"/>
                      <a:pt x="105" y="2"/>
                      <a:pt x="106" y="3"/>
                    </a:cubicBezTo>
                    <a:cubicBezTo>
                      <a:pt x="105" y="1"/>
                      <a:pt x="105" y="3"/>
                      <a:pt x="104" y="1"/>
                    </a:cubicBezTo>
                    <a:cubicBezTo>
                      <a:pt x="104" y="1"/>
                      <a:pt x="104" y="2"/>
                      <a:pt x="103" y="3"/>
                    </a:cubicBezTo>
                    <a:cubicBezTo>
                      <a:pt x="104" y="4"/>
                      <a:pt x="104" y="4"/>
                      <a:pt x="104" y="5"/>
                    </a:cubicBezTo>
                    <a:cubicBezTo>
                      <a:pt x="105" y="8"/>
                      <a:pt x="103" y="4"/>
                      <a:pt x="103" y="4"/>
                    </a:cubicBezTo>
                    <a:cubicBezTo>
                      <a:pt x="103" y="3"/>
                      <a:pt x="103" y="3"/>
                      <a:pt x="103" y="3"/>
                    </a:cubicBezTo>
                    <a:cubicBezTo>
                      <a:pt x="102" y="2"/>
                      <a:pt x="102" y="4"/>
                      <a:pt x="102" y="4"/>
                    </a:cubicBezTo>
                    <a:cubicBezTo>
                      <a:pt x="100" y="1"/>
                      <a:pt x="102" y="3"/>
                      <a:pt x="102" y="1"/>
                    </a:cubicBezTo>
                    <a:cubicBezTo>
                      <a:pt x="101" y="0"/>
                      <a:pt x="101" y="0"/>
                      <a:pt x="101" y="0"/>
                    </a:cubicBezTo>
                    <a:cubicBezTo>
                      <a:pt x="100" y="0"/>
                      <a:pt x="101" y="2"/>
                      <a:pt x="100" y="2"/>
                    </a:cubicBezTo>
                    <a:cubicBezTo>
                      <a:pt x="100" y="1"/>
                      <a:pt x="100" y="1"/>
                      <a:pt x="100" y="1"/>
                    </a:cubicBezTo>
                    <a:cubicBezTo>
                      <a:pt x="100" y="1"/>
                      <a:pt x="100" y="1"/>
                      <a:pt x="100" y="1"/>
                    </a:cubicBezTo>
                    <a:cubicBezTo>
                      <a:pt x="100" y="3"/>
                      <a:pt x="101" y="4"/>
                      <a:pt x="101" y="4"/>
                    </a:cubicBezTo>
                    <a:cubicBezTo>
                      <a:pt x="102" y="7"/>
                      <a:pt x="101" y="4"/>
                      <a:pt x="101" y="5"/>
                    </a:cubicBezTo>
                    <a:cubicBezTo>
                      <a:pt x="101" y="7"/>
                      <a:pt x="101" y="5"/>
                      <a:pt x="102" y="7"/>
                    </a:cubicBezTo>
                    <a:cubicBezTo>
                      <a:pt x="102" y="8"/>
                      <a:pt x="102" y="8"/>
                      <a:pt x="102" y="9"/>
                    </a:cubicBezTo>
                    <a:cubicBezTo>
                      <a:pt x="101" y="9"/>
                      <a:pt x="101" y="7"/>
                      <a:pt x="100" y="6"/>
                    </a:cubicBezTo>
                    <a:cubicBezTo>
                      <a:pt x="100" y="6"/>
                      <a:pt x="100" y="5"/>
                      <a:pt x="101" y="6"/>
                    </a:cubicBezTo>
                    <a:cubicBezTo>
                      <a:pt x="101" y="4"/>
                      <a:pt x="99" y="3"/>
                      <a:pt x="99" y="2"/>
                    </a:cubicBezTo>
                    <a:cubicBezTo>
                      <a:pt x="98" y="1"/>
                      <a:pt x="99" y="4"/>
                      <a:pt x="99" y="4"/>
                    </a:cubicBezTo>
                    <a:cubicBezTo>
                      <a:pt x="99" y="3"/>
                      <a:pt x="99" y="5"/>
                      <a:pt x="100" y="6"/>
                    </a:cubicBezTo>
                    <a:cubicBezTo>
                      <a:pt x="101" y="11"/>
                      <a:pt x="98" y="3"/>
                      <a:pt x="97" y="4"/>
                    </a:cubicBezTo>
                    <a:cubicBezTo>
                      <a:pt x="99" y="7"/>
                      <a:pt x="98" y="8"/>
                      <a:pt x="100" y="11"/>
                    </a:cubicBezTo>
                    <a:cubicBezTo>
                      <a:pt x="100" y="12"/>
                      <a:pt x="100" y="13"/>
                      <a:pt x="100" y="12"/>
                    </a:cubicBezTo>
                    <a:cubicBezTo>
                      <a:pt x="99" y="10"/>
                      <a:pt x="99" y="11"/>
                      <a:pt x="98" y="9"/>
                    </a:cubicBezTo>
                    <a:cubicBezTo>
                      <a:pt x="98" y="9"/>
                      <a:pt x="98" y="9"/>
                      <a:pt x="98" y="9"/>
                    </a:cubicBezTo>
                    <a:cubicBezTo>
                      <a:pt x="98" y="7"/>
                      <a:pt x="98" y="7"/>
                      <a:pt x="98" y="7"/>
                    </a:cubicBezTo>
                    <a:cubicBezTo>
                      <a:pt x="97" y="5"/>
                      <a:pt x="95" y="4"/>
                      <a:pt x="95" y="4"/>
                    </a:cubicBezTo>
                    <a:cubicBezTo>
                      <a:pt x="95" y="5"/>
                      <a:pt x="96" y="5"/>
                      <a:pt x="96" y="6"/>
                    </a:cubicBezTo>
                    <a:cubicBezTo>
                      <a:pt x="95" y="5"/>
                      <a:pt x="95" y="4"/>
                      <a:pt x="94" y="4"/>
                    </a:cubicBezTo>
                    <a:cubicBezTo>
                      <a:pt x="95" y="5"/>
                      <a:pt x="96" y="7"/>
                      <a:pt x="96" y="8"/>
                    </a:cubicBezTo>
                    <a:cubicBezTo>
                      <a:pt x="95" y="8"/>
                      <a:pt x="94" y="6"/>
                      <a:pt x="94" y="6"/>
                    </a:cubicBezTo>
                    <a:cubicBezTo>
                      <a:pt x="94" y="4"/>
                      <a:pt x="94" y="4"/>
                      <a:pt x="94" y="4"/>
                    </a:cubicBezTo>
                    <a:cubicBezTo>
                      <a:pt x="94" y="6"/>
                      <a:pt x="93" y="3"/>
                      <a:pt x="93" y="4"/>
                    </a:cubicBezTo>
                    <a:cubicBezTo>
                      <a:pt x="93" y="5"/>
                      <a:pt x="94" y="7"/>
                      <a:pt x="94" y="8"/>
                    </a:cubicBezTo>
                    <a:cubicBezTo>
                      <a:pt x="94" y="9"/>
                      <a:pt x="94" y="8"/>
                      <a:pt x="94" y="8"/>
                    </a:cubicBezTo>
                    <a:cubicBezTo>
                      <a:pt x="93" y="7"/>
                      <a:pt x="93" y="7"/>
                      <a:pt x="93" y="7"/>
                    </a:cubicBezTo>
                    <a:cubicBezTo>
                      <a:pt x="93" y="7"/>
                      <a:pt x="92" y="4"/>
                      <a:pt x="92" y="5"/>
                    </a:cubicBezTo>
                    <a:cubicBezTo>
                      <a:pt x="92" y="6"/>
                      <a:pt x="92" y="6"/>
                      <a:pt x="92" y="6"/>
                    </a:cubicBezTo>
                    <a:cubicBezTo>
                      <a:pt x="92" y="6"/>
                      <a:pt x="92" y="6"/>
                      <a:pt x="91" y="5"/>
                    </a:cubicBezTo>
                    <a:cubicBezTo>
                      <a:pt x="92" y="6"/>
                      <a:pt x="91" y="6"/>
                      <a:pt x="92" y="6"/>
                    </a:cubicBezTo>
                    <a:cubicBezTo>
                      <a:pt x="91" y="5"/>
                      <a:pt x="91" y="5"/>
                      <a:pt x="91" y="5"/>
                    </a:cubicBezTo>
                    <a:cubicBezTo>
                      <a:pt x="91" y="6"/>
                      <a:pt x="92" y="9"/>
                      <a:pt x="91" y="7"/>
                    </a:cubicBezTo>
                    <a:cubicBezTo>
                      <a:pt x="92" y="9"/>
                      <a:pt x="91" y="7"/>
                      <a:pt x="92" y="8"/>
                    </a:cubicBezTo>
                    <a:cubicBezTo>
                      <a:pt x="93" y="9"/>
                      <a:pt x="92" y="9"/>
                      <a:pt x="92" y="10"/>
                    </a:cubicBezTo>
                    <a:cubicBezTo>
                      <a:pt x="91" y="7"/>
                      <a:pt x="91" y="10"/>
                      <a:pt x="91" y="10"/>
                    </a:cubicBezTo>
                    <a:cubicBezTo>
                      <a:pt x="91" y="9"/>
                      <a:pt x="90" y="9"/>
                      <a:pt x="90" y="8"/>
                    </a:cubicBezTo>
                    <a:cubicBezTo>
                      <a:pt x="91" y="10"/>
                      <a:pt x="91" y="10"/>
                      <a:pt x="91" y="10"/>
                    </a:cubicBezTo>
                    <a:cubicBezTo>
                      <a:pt x="89" y="7"/>
                      <a:pt x="90" y="11"/>
                      <a:pt x="89" y="10"/>
                    </a:cubicBezTo>
                    <a:cubicBezTo>
                      <a:pt x="89" y="9"/>
                      <a:pt x="88" y="8"/>
                      <a:pt x="88" y="7"/>
                    </a:cubicBezTo>
                    <a:cubicBezTo>
                      <a:pt x="90" y="10"/>
                      <a:pt x="89" y="11"/>
                      <a:pt x="90" y="12"/>
                    </a:cubicBezTo>
                    <a:cubicBezTo>
                      <a:pt x="89" y="12"/>
                      <a:pt x="88" y="9"/>
                      <a:pt x="87" y="8"/>
                    </a:cubicBezTo>
                    <a:cubicBezTo>
                      <a:pt x="88" y="10"/>
                      <a:pt x="86" y="7"/>
                      <a:pt x="87" y="9"/>
                    </a:cubicBezTo>
                    <a:cubicBezTo>
                      <a:pt x="88" y="10"/>
                      <a:pt x="88" y="11"/>
                      <a:pt x="88" y="12"/>
                    </a:cubicBezTo>
                    <a:cubicBezTo>
                      <a:pt x="88" y="12"/>
                      <a:pt x="88" y="11"/>
                      <a:pt x="87" y="10"/>
                    </a:cubicBezTo>
                    <a:cubicBezTo>
                      <a:pt x="87" y="10"/>
                      <a:pt x="88" y="12"/>
                      <a:pt x="88" y="13"/>
                    </a:cubicBezTo>
                    <a:cubicBezTo>
                      <a:pt x="88" y="13"/>
                      <a:pt x="89" y="15"/>
                      <a:pt x="88" y="14"/>
                    </a:cubicBezTo>
                    <a:cubicBezTo>
                      <a:pt x="87" y="12"/>
                      <a:pt x="88" y="13"/>
                      <a:pt x="87" y="12"/>
                    </a:cubicBezTo>
                    <a:cubicBezTo>
                      <a:pt x="86" y="12"/>
                      <a:pt x="89" y="16"/>
                      <a:pt x="88" y="16"/>
                    </a:cubicBezTo>
                    <a:cubicBezTo>
                      <a:pt x="89" y="17"/>
                      <a:pt x="90" y="20"/>
                      <a:pt x="90" y="21"/>
                    </a:cubicBezTo>
                    <a:cubicBezTo>
                      <a:pt x="89" y="21"/>
                      <a:pt x="90" y="20"/>
                      <a:pt x="89" y="18"/>
                    </a:cubicBezTo>
                    <a:cubicBezTo>
                      <a:pt x="89" y="18"/>
                      <a:pt x="89" y="18"/>
                      <a:pt x="89" y="18"/>
                    </a:cubicBezTo>
                    <a:cubicBezTo>
                      <a:pt x="87" y="16"/>
                      <a:pt x="87" y="14"/>
                      <a:pt x="86" y="12"/>
                    </a:cubicBezTo>
                    <a:cubicBezTo>
                      <a:pt x="86" y="13"/>
                      <a:pt x="86" y="13"/>
                      <a:pt x="86" y="13"/>
                    </a:cubicBezTo>
                    <a:cubicBezTo>
                      <a:pt x="85" y="12"/>
                      <a:pt x="85" y="11"/>
                      <a:pt x="84" y="10"/>
                    </a:cubicBezTo>
                    <a:cubicBezTo>
                      <a:pt x="85" y="12"/>
                      <a:pt x="84" y="11"/>
                      <a:pt x="84" y="11"/>
                    </a:cubicBezTo>
                    <a:cubicBezTo>
                      <a:pt x="85" y="13"/>
                      <a:pt x="84" y="11"/>
                      <a:pt x="85" y="12"/>
                    </a:cubicBezTo>
                    <a:cubicBezTo>
                      <a:pt x="84" y="13"/>
                      <a:pt x="86" y="15"/>
                      <a:pt x="85" y="15"/>
                    </a:cubicBezTo>
                    <a:cubicBezTo>
                      <a:pt x="83" y="12"/>
                      <a:pt x="83" y="12"/>
                      <a:pt x="83" y="12"/>
                    </a:cubicBezTo>
                    <a:cubicBezTo>
                      <a:pt x="82" y="11"/>
                      <a:pt x="84" y="14"/>
                      <a:pt x="83" y="13"/>
                    </a:cubicBezTo>
                    <a:cubicBezTo>
                      <a:pt x="83" y="12"/>
                      <a:pt x="83" y="12"/>
                      <a:pt x="83" y="12"/>
                    </a:cubicBezTo>
                    <a:cubicBezTo>
                      <a:pt x="81" y="13"/>
                      <a:pt x="80" y="14"/>
                      <a:pt x="81" y="18"/>
                    </a:cubicBezTo>
                    <a:cubicBezTo>
                      <a:pt x="80" y="17"/>
                      <a:pt x="79" y="17"/>
                      <a:pt x="78" y="16"/>
                    </a:cubicBezTo>
                    <a:cubicBezTo>
                      <a:pt x="78" y="17"/>
                      <a:pt x="79" y="18"/>
                      <a:pt x="79" y="18"/>
                    </a:cubicBezTo>
                    <a:cubicBezTo>
                      <a:pt x="77" y="17"/>
                      <a:pt x="77" y="17"/>
                      <a:pt x="77" y="17"/>
                    </a:cubicBezTo>
                    <a:cubicBezTo>
                      <a:pt x="76" y="16"/>
                      <a:pt x="77" y="18"/>
                      <a:pt x="77" y="19"/>
                    </a:cubicBezTo>
                    <a:cubicBezTo>
                      <a:pt x="76" y="18"/>
                      <a:pt x="76" y="18"/>
                      <a:pt x="76" y="18"/>
                    </a:cubicBezTo>
                    <a:cubicBezTo>
                      <a:pt x="75" y="17"/>
                      <a:pt x="76" y="19"/>
                      <a:pt x="76" y="19"/>
                    </a:cubicBezTo>
                    <a:cubicBezTo>
                      <a:pt x="75" y="18"/>
                      <a:pt x="75" y="18"/>
                      <a:pt x="75" y="18"/>
                    </a:cubicBezTo>
                    <a:cubicBezTo>
                      <a:pt x="76" y="20"/>
                      <a:pt x="76" y="20"/>
                      <a:pt x="76" y="20"/>
                    </a:cubicBezTo>
                    <a:cubicBezTo>
                      <a:pt x="76" y="20"/>
                      <a:pt x="76" y="20"/>
                      <a:pt x="74" y="19"/>
                    </a:cubicBezTo>
                    <a:cubicBezTo>
                      <a:pt x="75" y="19"/>
                      <a:pt x="75" y="19"/>
                      <a:pt x="75" y="20"/>
                    </a:cubicBezTo>
                    <a:cubicBezTo>
                      <a:pt x="74" y="19"/>
                      <a:pt x="73" y="20"/>
                      <a:pt x="73" y="21"/>
                    </a:cubicBezTo>
                    <a:cubicBezTo>
                      <a:pt x="74" y="21"/>
                      <a:pt x="74" y="21"/>
                      <a:pt x="75" y="23"/>
                    </a:cubicBezTo>
                    <a:cubicBezTo>
                      <a:pt x="76" y="25"/>
                      <a:pt x="74" y="22"/>
                      <a:pt x="75" y="24"/>
                    </a:cubicBezTo>
                    <a:cubicBezTo>
                      <a:pt x="74" y="23"/>
                      <a:pt x="74" y="22"/>
                      <a:pt x="73" y="22"/>
                    </a:cubicBezTo>
                    <a:cubicBezTo>
                      <a:pt x="71" y="20"/>
                      <a:pt x="71" y="22"/>
                      <a:pt x="70" y="23"/>
                    </a:cubicBezTo>
                    <a:cubicBezTo>
                      <a:pt x="70" y="24"/>
                      <a:pt x="70" y="24"/>
                      <a:pt x="70" y="24"/>
                    </a:cubicBezTo>
                    <a:cubicBezTo>
                      <a:pt x="68" y="22"/>
                      <a:pt x="69" y="25"/>
                      <a:pt x="68" y="24"/>
                    </a:cubicBezTo>
                    <a:cubicBezTo>
                      <a:pt x="68" y="25"/>
                      <a:pt x="70" y="28"/>
                      <a:pt x="69" y="28"/>
                    </a:cubicBezTo>
                    <a:cubicBezTo>
                      <a:pt x="70" y="30"/>
                      <a:pt x="68" y="26"/>
                      <a:pt x="67" y="25"/>
                    </a:cubicBezTo>
                    <a:cubicBezTo>
                      <a:pt x="67" y="26"/>
                      <a:pt x="67" y="26"/>
                      <a:pt x="67" y="26"/>
                    </a:cubicBezTo>
                    <a:cubicBezTo>
                      <a:pt x="66" y="26"/>
                      <a:pt x="66" y="26"/>
                      <a:pt x="66" y="26"/>
                    </a:cubicBezTo>
                    <a:cubicBezTo>
                      <a:pt x="67" y="27"/>
                      <a:pt x="67" y="28"/>
                      <a:pt x="66" y="27"/>
                    </a:cubicBezTo>
                    <a:cubicBezTo>
                      <a:pt x="66" y="27"/>
                      <a:pt x="66" y="27"/>
                      <a:pt x="66" y="27"/>
                    </a:cubicBezTo>
                    <a:cubicBezTo>
                      <a:pt x="66" y="27"/>
                      <a:pt x="65" y="26"/>
                      <a:pt x="64" y="27"/>
                    </a:cubicBezTo>
                    <a:cubicBezTo>
                      <a:pt x="65" y="28"/>
                      <a:pt x="64" y="28"/>
                      <a:pt x="65" y="29"/>
                    </a:cubicBezTo>
                    <a:cubicBezTo>
                      <a:pt x="65" y="28"/>
                      <a:pt x="65" y="28"/>
                      <a:pt x="65" y="28"/>
                    </a:cubicBezTo>
                    <a:cubicBezTo>
                      <a:pt x="65" y="30"/>
                      <a:pt x="65" y="30"/>
                      <a:pt x="65" y="30"/>
                    </a:cubicBezTo>
                    <a:cubicBezTo>
                      <a:pt x="65" y="29"/>
                      <a:pt x="65" y="29"/>
                      <a:pt x="65" y="29"/>
                    </a:cubicBezTo>
                    <a:cubicBezTo>
                      <a:pt x="64" y="28"/>
                      <a:pt x="64" y="28"/>
                      <a:pt x="64" y="28"/>
                    </a:cubicBezTo>
                    <a:cubicBezTo>
                      <a:pt x="63" y="27"/>
                      <a:pt x="64" y="29"/>
                      <a:pt x="65" y="30"/>
                    </a:cubicBezTo>
                    <a:cubicBezTo>
                      <a:pt x="65" y="31"/>
                      <a:pt x="64" y="30"/>
                      <a:pt x="64" y="29"/>
                    </a:cubicBezTo>
                    <a:cubicBezTo>
                      <a:pt x="63" y="29"/>
                      <a:pt x="64" y="30"/>
                      <a:pt x="64" y="29"/>
                    </a:cubicBezTo>
                    <a:cubicBezTo>
                      <a:pt x="63" y="28"/>
                      <a:pt x="63" y="29"/>
                      <a:pt x="63" y="28"/>
                    </a:cubicBezTo>
                    <a:cubicBezTo>
                      <a:pt x="63" y="28"/>
                      <a:pt x="64" y="30"/>
                      <a:pt x="63" y="30"/>
                    </a:cubicBezTo>
                    <a:cubicBezTo>
                      <a:pt x="63" y="30"/>
                      <a:pt x="63" y="31"/>
                      <a:pt x="62" y="29"/>
                    </a:cubicBezTo>
                    <a:cubicBezTo>
                      <a:pt x="62" y="30"/>
                      <a:pt x="62" y="30"/>
                      <a:pt x="62" y="31"/>
                    </a:cubicBezTo>
                    <a:cubicBezTo>
                      <a:pt x="63" y="31"/>
                      <a:pt x="63" y="31"/>
                      <a:pt x="64" y="32"/>
                    </a:cubicBezTo>
                    <a:cubicBezTo>
                      <a:pt x="64" y="32"/>
                      <a:pt x="64" y="33"/>
                      <a:pt x="63" y="32"/>
                    </a:cubicBezTo>
                    <a:cubicBezTo>
                      <a:pt x="63" y="32"/>
                      <a:pt x="63" y="32"/>
                      <a:pt x="63" y="32"/>
                    </a:cubicBezTo>
                    <a:cubicBezTo>
                      <a:pt x="63" y="32"/>
                      <a:pt x="63" y="32"/>
                      <a:pt x="64" y="33"/>
                    </a:cubicBezTo>
                    <a:cubicBezTo>
                      <a:pt x="62" y="32"/>
                      <a:pt x="62" y="32"/>
                      <a:pt x="62" y="32"/>
                    </a:cubicBezTo>
                    <a:cubicBezTo>
                      <a:pt x="63" y="33"/>
                      <a:pt x="62" y="33"/>
                      <a:pt x="62" y="33"/>
                    </a:cubicBezTo>
                    <a:cubicBezTo>
                      <a:pt x="61" y="32"/>
                      <a:pt x="60" y="30"/>
                      <a:pt x="60" y="30"/>
                    </a:cubicBezTo>
                    <a:cubicBezTo>
                      <a:pt x="60" y="32"/>
                      <a:pt x="60" y="32"/>
                      <a:pt x="60" y="32"/>
                    </a:cubicBezTo>
                    <a:cubicBezTo>
                      <a:pt x="60" y="32"/>
                      <a:pt x="60" y="32"/>
                      <a:pt x="59" y="31"/>
                    </a:cubicBezTo>
                    <a:cubicBezTo>
                      <a:pt x="58" y="31"/>
                      <a:pt x="61" y="36"/>
                      <a:pt x="60" y="35"/>
                    </a:cubicBezTo>
                    <a:cubicBezTo>
                      <a:pt x="59" y="33"/>
                      <a:pt x="59" y="33"/>
                      <a:pt x="58" y="33"/>
                    </a:cubicBezTo>
                    <a:cubicBezTo>
                      <a:pt x="58" y="34"/>
                      <a:pt x="58" y="34"/>
                      <a:pt x="58" y="34"/>
                    </a:cubicBezTo>
                    <a:cubicBezTo>
                      <a:pt x="59" y="35"/>
                      <a:pt x="58" y="33"/>
                      <a:pt x="59" y="34"/>
                    </a:cubicBezTo>
                    <a:cubicBezTo>
                      <a:pt x="60" y="34"/>
                      <a:pt x="59" y="34"/>
                      <a:pt x="59" y="35"/>
                    </a:cubicBezTo>
                    <a:cubicBezTo>
                      <a:pt x="56" y="32"/>
                      <a:pt x="57" y="35"/>
                      <a:pt x="55" y="34"/>
                    </a:cubicBezTo>
                    <a:cubicBezTo>
                      <a:pt x="56" y="36"/>
                      <a:pt x="55" y="35"/>
                      <a:pt x="55" y="36"/>
                    </a:cubicBezTo>
                    <a:cubicBezTo>
                      <a:pt x="54" y="34"/>
                      <a:pt x="55" y="37"/>
                      <a:pt x="54" y="36"/>
                    </a:cubicBezTo>
                    <a:cubicBezTo>
                      <a:pt x="55" y="38"/>
                      <a:pt x="55" y="38"/>
                      <a:pt x="55" y="38"/>
                    </a:cubicBezTo>
                    <a:cubicBezTo>
                      <a:pt x="54" y="37"/>
                      <a:pt x="57" y="41"/>
                      <a:pt x="55" y="39"/>
                    </a:cubicBezTo>
                    <a:cubicBezTo>
                      <a:pt x="54" y="39"/>
                      <a:pt x="54" y="38"/>
                      <a:pt x="53" y="37"/>
                    </a:cubicBezTo>
                    <a:cubicBezTo>
                      <a:pt x="51" y="35"/>
                      <a:pt x="54" y="40"/>
                      <a:pt x="52" y="38"/>
                    </a:cubicBezTo>
                    <a:cubicBezTo>
                      <a:pt x="52" y="38"/>
                      <a:pt x="53" y="40"/>
                      <a:pt x="54" y="41"/>
                    </a:cubicBezTo>
                    <a:cubicBezTo>
                      <a:pt x="53" y="40"/>
                      <a:pt x="51" y="39"/>
                      <a:pt x="51" y="39"/>
                    </a:cubicBezTo>
                    <a:cubicBezTo>
                      <a:pt x="51" y="40"/>
                      <a:pt x="51" y="40"/>
                      <a:pt x="51" y="40"/>
                    </a:cubicBezTo>
                    <a:cubicBezTo>
                      <a:pt x="50" y="39"/>
                      <a:pt x="50" y="39"/>
                      <a:pt x="50" y="39"/>
                    </a:cubicBezTo>
                    <a:cubicBezTo>
                      <a:pt x="49" y="39"/>
                      <a:pt x="50" y="40"/>
                      <a:pt x="50" y="41"/>
                    </a:cubicBezTo>
                    <a:cubicBezTo>
                      <a:pt x="49" y="39"/>
                      <a:pt x="48" y="41"/>
                      <a:pt x="47" y="40"/>
                    </a:cubicBezTo>
                    <a:cubicBezTo>
                      <a:pt x="49" y="42"/>
                      <a:pt x="46" y="40"/>
                      <a:pt x="48" y="43"/>
                    </a:cubicBezTo>
                    <a:cubicBezTo>
                      <a:pt x="47" y="42"/>
                      <a:pt x="47" y="42"/>
                      <a:pt x="47" y="42"/>
                    </a:cubicBezTo>
                    <a:cubicBezTo>
                      <a:pt x="48" y="43"/>
                      <a:pt x="49" y="44"/>
                      <a:pt x="49" y="45"/>
                    </a:cubicBezTo>
                    <a:cubicBezTo>
                      <a:pt x="47" y="43"/>
                      <a:pt x="47" y="43"/>
                      <a:pt x="47" y="43"/>
                    </a:cubicBezTo>
                    <a:cubicBezTo>
                      <a:pt x="46" y="41"/>
                      <a:pt x="47" y="43"/>
                      <a:pt x="46" y="42"/>
                    </a:cubicBezTo>
                    <a:cubicBezTo>
                      <a:pt x="47" y="43"/>
                      <a:pt x="45" y="42"/>
                      <a:pt x="46" y="44"/>
                    </a:cubicBezTo>
                    <a:cubicBezTo>
                      <a:pt x="47" y="44"/>
                      <a:pt x="47" y="44"/>
                      <a:pt x="47" y="44"/>
                    </a:cubicBezTo>
                    <a:cubicBezTo>
                      <a:pt x="47" y="45"/>
                      <a:pt x="47" y="45"/>
                      <a:pt x="47" y="46"/>
                    </a:cubicBezTo>
                    <a:cubicBezTo>
                      <a:pt x="47" y="46"/>
                      <a:pt x="45" y="44"/>
                      <a:pt x="45" y="44"/>
                    </a:cubicBezTo>
                    <a:cubicBezTo>
                      <a:pt x="45" y="44"/>
                      <a:pt x="45" y="44"/>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4" y="45"/>
                      <a:pt x="44" y="45"/>
                    </a:cubicBezTo>
                    <a:cubicBezTo>
                      <a:pt x="44" y="45"/>
                      <a:pt x="44" y="45"/>
                      <a:pt x="44" y="45"/>
                    </a:cubicBezTo>
                    <a:cubicBezTo>
                      <a:pt x="44" y="45"/>
                      <a:pt x="44" y="45"/>
                      <a:pt x="44" y="45"/>
                    </a:cubicBezTo>
                    <a:cubicBezTo>
                      <a:pt x="43" y="44"/>
                      <a:pt x="43" y="44"/>
                      <a:pt x="43" y="44"/>
                    </a:cubicBezTo>
                    <a:cubicBezTo>
                      <a:pt x="43" y="44"/>
                      <a:pt x="43" y="45"/>
                      <a:pt x="44" y="46"/>
                    </a:cubicBezTo>
                    <a:cubicBezTo>
                      <a:pt x="42" y="46"/>
                      <a:pt x="42" y="48"/>
                      <a:pt x="42" y="49"/>
                    </a:cubicBezTo>
                    <a:cubicBezTo>
                      <a:pt x="42" y="49"/>
                      <a:pt x="41" y="48"/>
                      <a:pt x="42" y="48"/>
                    </a:cubicBezTo>
                    <a:cubicBezTo>
                      <a:pt x="42" y="49"/>
                      <a:pt x="42" y="50"/>
                      <a:pt x="42" y="49"/>
                    </a:cubicBezTo>
                    <a:cubicBezTo>
                      <a:pt x="42" y="50"/>
                      <a:pt x="41" y="48"/>
                      <a:pt x="40" y="49"/>
                    </a:cubicBezTo>
                    <a:cubicBezTo>
                      <a:pt x="40" y="48"/>
                      <a:pt x="41" y="50"/>
                      <a:pt x="41" y="50"/>
                    </a:cubicBezTo>
                    <a:cubicBezTo>
                      <a:pt x="39" y="48"/>
                      <a:pt x="41" y="52"/>
                      <a:pt x="39" y="51"/>
                    </a:cubicBezTo>
                    <a:cubicBezTo>
                      <a:pt x="40" y="52"/>
                      <a:pt x="39" y="51"/>
                      <a:pt x="39" y="50"/>
                    </a:cubicBezTo>
                    <a:cubicBezTo>
                      <a:pt x="39" y="51"/>
                      <a:pt x="38" y="52"/>
                      <a:pt x="39" y="54"/>
                    </a:cubicBezTo>
                    <a:cubicBezTo>
                      <a:pt x="38" y="53"/>
                      <a:pt x="38" y="53"/>
                      <a:pt x="38" y="53"/>
                    </a:cubicBezTo>
                    <a:cubicBezTo>
                      <a:pt x="38" y="53"/>
                      <a:pt x="38" y="53"/>
                      <a:pt x="38" y="54"/>
                    </a:cubicBezTo>
                    <a:cubicBezTo>
                      <a:pt x="39" y="55"/>
                      <a:pt x="40" y="56"/>
                      <a:pt x="39" y="56"/>
                    </a:cubicBezTo>
                    <a:cubicBezTo>
                      <a:pt x="39" y="56"/>
                      <a:pt x="39" y="56"/>
                      <a:pt x="39" y="56"/>
                    </a:cubicBezTo>
                    <a:cubicBezTo>
                      <a:pt x="39" y="56"/>
                      <a:pt x="39" y="57"/>
                      <a:pt x="39" y="57"/>
                    </a:cubicBezTo>
                    <a:cubicBezTo>
                      <a:pt x="38" y="57"/>
                      <a:pt x="39" y="57"/>
                      <a:pt x="38" y="56"/>
                    </a:cubicBezTo>
                    <a:cubicBezTo>
                      <a:pt x="36" y="54"/>
                      <a:pt x="36" y="56"/>
                      <a:pt x="36" y="56"/>
                    </a:cubicBezTo>
                    <a:cubicBezTo>
                      <a:pt x="37" y="57"/>
                      <a:pt x="37" y="57"/>
                      <a:pt x="37" y="57"/>
                    </a:cubicBezTo>
                    <a:cubicBezTo>
                      <a:pt x="37" y="58"/>
                      <a:pt x="36" y="56"/>
                      <a:pt x="36" y="56"/>
                    </a:cubicBezTo>
                    <a:cubicBezTo>
                      <a:pt x="38" y="61"/>
                      <a:pt x="38" y="61"/>
                      <a:pt x="38" y="61"/>
                    </a:cubicBezTo>
                    <a:cubicBezTo>
                      <a:pt x="38" y="60"/>
                      <a:pt x="37" y="59"/>
                      <a:pt x="36" y="58"/>
                    </a:cubicBezTo>
                    <a:cubicBezTo>
                      <a:pt x="36" y="59"/>
                      <a:pt x="37" y="61"/>
                      <a:pt x="38" y="63"/>
                    </a:cubicBezTo>
                    <a:cubicBezTo>
                      <a:pt x="38" y="63"/>
                      <a:pt x="38" y="64"/>
                      <a:pt x="38" y="64"/>
                    </a:cubicBezTo>
                    <a:cubicBezTo>
                      <a:pt x="37" y="63"/>
                      <a:pt x="38" y="64"/>
                      <a:pt x="37" y="63"/>
                    </a:cubicBezTo>
                    <a:cubicBezTo>
                      <a:pt x="36" y="63"/>
                      <a:pt x="36" y="63"/>
                      <a:pt x="36" y="63"/>
                    </a:cubicBezTo>
                    <a:cubicBezTo>
                      <a:pt x="36" y="62"/>
                      <a:pt x="34" y="61"/>
                      <a:pt x="34" y="60"/>
                    </a:cubicBezTo>
                    <a:cubicBezTo>
                      <a:pt x="34" y="61"/>
                      <a:pt x="33" y="61"/>
                      <a:pt x="32" y="61"/>
                    </a:cubicBezTo>
                    <a:cubicBezTo>
                      <a:pt x="34" y="63"/>
                      <a:pt x="32" y="63"/>
                      <a:pt x="34" y="65"/>
                    </a:cubicBezTo>
                    <a:cubicBezTo>
                      <a:pt x="34" y="65"/>
                      <a:pt x="32" y="63"/>
                      <a:pt x="32" y="63"/>
                    </a:cubicBezTo>
                    <a:cubicBezTo>
                      <a:pt x="32" y="64"/>
                      <a:pt x="31" y="64"/>
                      <a:pt x="31" y="65"/>
                    </a:cubicBezTo>
                    <a:cubicBezTo>
                      <a:pt x="30" y="65"/>
                      <a:pt x="30" y="65"/>
                      <a:pt x="30" y="65"/>
                    </a:cubicBezTo>
                    <a:cubicBezTo>
                      <a:pt x="30" y="66"/>
                      <a:pt x="29" y="66"/>
                      <a:pt x="30" y="68"/>
                    </a:cubicBezTo>
                    <a:cubicBezTo>
                      <a:pt x="30" y="67"/>
                      <a:pt x="30" y="67"/>
                      <a:pt x="30" y="67"/>
                    </a:cubicBezTo>
                    <a:cubicBezTo>
                      <a:pt x="28" y="67"/>
                      <a:pt x="32" y="69"/>
                      <a:pt x="30" y="69"/>
                    </a:cubicBezTo>
                    <a:cubicBezTo>
                      <a:pt x="29" y="68"/>
                      <a:pt x="29" y="68"/>
                      <a:pt x="29" y="68"/>
                    </a:cubicBezTo>
                    <a:cubicBezTo>
                      <a:pt x="30" y="69"/>
                      <a:pt x="28" y="68"/>
                      <a:pt x="29" y="70"/>
                    </a:cubicBezTo>
                    <a:cubicBezTo>
                      <a:pt x="28" y="68"/>
                      <a:pt x="28" y="68"/>
                      <a:pt x="28" y="68"/>
                    </a:cubicBezTo>
                    <a:cubicBezTo>
                      <a:pt x="28" y="69"/>
                      <a:pt x="28" y="69"/>
                      <a:pt x="28" y="71"/>
                    </a:cubicBezTo>
                    <a:cubicBezTo>
                      <a:pt x="27" y="69"/>
                      <a:pt x="27" y="69"/>
                      <a:pt x="27" y="69"/>
                    </a:cubicBezTo>
                    <a:cubicBezTo>
                      <a:pt x="26" y="69"/>
                      <a:pt x="28" y="71"/>
                      <a:pt x="27" y="71"/>
                    </a:cubicBezTo>
                    <a:cubicBezTo>
                      <a:pt x="27" y="71"/>
                      <a:pt x="26" y="71"/>
                      <a:pt x="26" y="70"/>
                    </a:cubicBezTo>
                    <a:cubicBezTo>
                      <a:pt x="27" y="71"/>
                      <a:pt x="26" y="72"/>
                      <a:pt x="27" y="72"/>
                    </a:cubicBezTo>
                    <a:cubicBezTo>
                      <a:pt x="25" y="71"/>
                      <a:pt x="25" y="71"/>
                      <a:pt x="25" y="71"/>
                    </a:cubicBezTo>
                    <a:cubicBezTo>
                      <a:pt x="23" y="73"/>
                      <a:pt x="21" y="75"/>
                      <a:pt x="21" y="78"/>
                    </a:cubicBezTo>
                    <a:cubicBezTo>
                      <a:pt x="19" y="77"/>
                      <a:pt x="20" y="77"/>
                      <a:pt x="19" y="76"/>
                    </a:cubicBezTo>
                    <a:cubicBezTo>
                      <a:pt x="20" y="77"/>
                      <a:pt x="19" y="77"/>
                      <a:pt x="19" y="78"/>
                    </a:cubicBezTo>
                    <a:cubicBezTo>
                      <a:pt x="19" y="77"/>
                      <a:pt x="19" y="77"/>
                      <a:pt x="19" y="77"/>
                    </a:cubicBezTo>
                    <a:cubicBezTo>
                      <a:pt x="19" y="78"/>
                      <a:pt x="18" y="77"/>
                      <a:pt x="18" y="78"/>
                    </a:cubicBezTo>
                    <a:cubicBezTo>
                      <a:pt x="18" y="78"/>
                      <a:pt x="18" y="78"/>
                      <a:pt x="18" y="78"/>
                    </a:cubicBezTo>
                    <a:cubicBezTo>
                      <a:pt x="19" y="80"/>
                      <a:pt x="16" y="77"/>
                      <a:pt x="18" y="79"/>
                    </a:cubicBezTo>
                    <a:cubicBezTo>
                      <a:pt x="16" y="78"/>
                      <a:pt x="16" y="78"/>
                      <a:pt x="16" y="78"/>
                    </a:cubicBezTo>
                    <a:cubicBezTo>
                      <a:pt x="18" y="80"/>
                      <a:pt x="15" y="78"/>
                      <a:pt x="17" y="80"/>
                    </a:cubicBezTo>
                    <a:cubicBezTo>
                      <a:pt x="16" y="80"/>
                      <a:pt x="16" y="80"/>
                      <a:pt x="16" y="80"/>
                    </a:cubicBezTo>
                    <a:cubicBezTo>
                      <a:pt x="15" y="79"/>
                      <a:pt x="18" y="82"/>
                      <a:pt x="16" y="81"/>
                    </a:cubicBezTo>
                    <a:cubicBezTo>
                      <a:pt x="16" y="82"/>
                      <a:pt x="16" y="83"/>
                      <a:pt x="17" y="84"/>
                    </a:cubicBezTo>
                    <a:cubicBezTo>
                      <a:pt x="15" y="82"/>
                      <a:pt x="15" y="82"/>
                      <a:pt x="15" y="82"/>
                    </a:cubicBezTo>
                    <a:cubicBezTo>
                      <a:pt x="15" y="85"/>
                      <a:pt x="13" y="86"/>
                      <a:pt x="14" y="89"/>
                    </a:cubicBezTo>
                    <a:cubicBezTo>
                      <a:pt x="13" y="88"/>
                      <a:pt x="13" y="88"/>
                      <a:pt x="13" y="88"/>
                    </a:cubicBezTo>
                    <a:cubicBezTo>
                      <a:pt x="14" y="90"/>
                      <a:pt x="10" y="89"/>
                      <a:pt x="13" y="92"/>
                    </a:cubicBezTo>
                    <a:cubicBezTo>
                      <a:pt x="14" y="93"/>
                      <a:pt x="14" y="93"/>
                      <a:pt x="14" y="93"/>
                    </a:cubicBezTo>
                    <a:cubicBezTo>
                      <a:pt x="12" y="92"/>
                      <a:pt x="12" y="92"/>
                      <a:pt x="12" y="92"/>
                    </a:cubicBezTo>
                    <a:cubicBezTo>
                      <a:pt x="13" y="93"/>
                      <a:pt x="11" y="93"/>
                      <a:pt x="13" y="94"/>
                    </a:cubicBezTo>
                    <a:cubicBezTo>
                      <a:pt x="12" y="94"/>
                      <a:pt x="12" y="93"/>
                      <a:pt x="12" y="93"/>
                    </a:cubicBezTo>
                    <a:cubicBezTo>
                      <a:pt x="11" y="93"/>
                      <a:pt x="13" y="95"/>
                      <a:pt x="12" y="95"/>
                    </a:cubicBezTo>
                    <a:cubicBezTo>
                      <a:pt x="11" y="95"/>
                      <a:pt x="11" y="95"/>
                      <a:pt x="11" y="95"/>
                    </a:cubicBezTo>
                    <a:cubicBezTo>
                      <a:pt x="8" y="95"/>
                      <a:pt x="4" y="96"/>
                      <a:pt x="6" y="100"/>
                    </a:cubicBezTo>
                    <a:cubicBezTo>
                      <a:pt x="6" y="101"/>
                      <a:pt x="4" y="99"/>
                      <a:pt x="4" y="99"/>
                    </a:cubicBezTo>
                    <a:cubicBezTo>
                      <a:pt x="6" y="103"/>
                      <a:pt x="0" y="102"/>
                      <a:pt x="3" y="107"/>
                    </a:cubicBezTo>
                    <a:cubicBezTo>
                      <a:pt x="4" y="109"/>
                      <a:pt x="9" y="112"/>
                      <a:pt x="9" y="11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0" name="Freeform 163"/>
              <p:cNvSpPr/>
              <p:nvPr/>
            </p:nvSpPr>
            <p:spPr bwMode="auto">
              <a:xfrm>
                <a:off x="4499" y="1925"/>
                <a:ext cx="3"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1" y="2"/>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1" name="Freeform 164"/>
              <p:cNvSpPr/>
              <p:nvPr/>
            </p:nvSpPr>
            <p:spPr bwMode="auto">
              <a:xfrm>
                <a:off x="3914" y="1322"/>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2" name="Freeform 165"/>
              <p:cNvSpPr/>
              <p:nvPr/>
            </p:nvSpPr>
            <p:spPr bwMode="auto">
              <a:xfrm>
                <a:off x="3122" y="2198"/>
                <a:ext cx="2" cy="4"/>
              </a:xfrm>
              <a:custGeom>
                <a:avLst/>
                <a:gdLst>
                  <a:gd name="T0" fmla="*/ 0 w 2"/>
                  <a:gd name="T1" fmla="*/ 0 h 4"/>
                  <a:gd name="T2" fmla="*/ 0 w 2"/>
                  <a:gd name="T3" fmla="*/ 0 h 4"/>
                  <a:gd name="T4" fmla="*/ 2 w 2"/>
                  <a:gd name="T5" fmla="*/ 4 h 4"/>
                  <a:gd name="T6" fmla="*/ 0 w 2"/>
                  <a:gd name="T7" fmla="*/ 0 h 4"/>
                </a:gdLst>
                <a:ahLst/>
                <a:cxnLst>
                  <a:cxn ang="0">
                    <a:pos x="T0" y="T1"/>
                  </a:cxn>
                  <a:cxn ang="0">
                    <a:pos x="T2" y="T3"/>
                  </a:cxn>
                  <a:cxn ang="0">
                    <a:pos x="T4" y="T5"/>
                  </a:cxn>
                  <a:cxn ang="0">
                    <a:pos x="T6" y="T7"/>
                  </a:cxn>
                </a:cxnLst>
                <a:rect l="0" t="0" r="r" b="b"/>
                <a:pathLst>
                  <a:path w="2" h="4">
                    <a:moveTo>
                      <a:pt x="0" y="0"/>
                    </a:moveTo>
                    <a:lnTo>
                      <a:pt x="0" y="0"/>
                    </a:lnTo>
                    <a:lnTo>
                      <a:pt x="2"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3" name="Freeform 166"/>
              <p:cNvSpPr/>
              <p:nvPr/>
            </p:nvSpPr>
            <p:spPr bwMode="auto">
              <a:xfrm>
                <a:off x="3126" y="2183"/>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0" y="0"/>
                    </a:cubicBezTo>
                    <a:cubicBezTo>
                      <a:pt x="0"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4" name="Freeform 167"/>
              <p:cNvSpPr/>
              <p:nvPr/>
            </p:nvSpPr>
            <p:spPr bwMode="auto">
              <a:xfrm>
                <a:off x="3540" y="1543"/>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1"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5" name="Freeform 168"/>
              <p:cNvSpPr/>
              <p:nvPr/>
            </p:nvSpPr>
            <p:spPr bwMode="auto">
              <a:xfrm>
                <a:off x="3156" y="221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6" name="Freeform 169"/>
              <p:cNvSpPr/>
              <p:nvPr/>
            </p:nvSpPr>
            <p:spPr bwMode="auto">
              <a:xfrm>
                <a:off x="3129" y="218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7" name="Freeform 170"/>
              <p:cNvSpPr/>
              <p:nvPr/>
            </p:nvSpPr>
            <p:spPr bwMode="auto">
              <a:xfrm>
                <a:off x="3129" y="21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8" name="Freeform 171"/>
              <p:cNvSpPr/>
              <p:nvPr/>
            </p:nvSpPr>
            <p:spPr bwMode="auto">
              <a:xfrm>
                <a:off x="3129" y="219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9" name="Freeform 172"/>
              <p:cNvSpPr/>
              <p:nvPr/>
            </p:nvSpPr>
            <p:spPr bwMode="auto">
              <a:xfrm>
                <a:off x="3205" y="2162"/>
                <a:ext cx="2" cy="9"/>
              </a:xfrm>
              <a:custGeom>
                <a:avLst/>
                <a:gdLst>
                  <a:gd name="T0" fmla="*/ 1 w 1"/>
                  <a:gd name="T1" fmla="*/ 2 h 4"/>
                  <a:gd name="T2" fmla="*/ 1 w 1"/>
                  <a:gd name="T3" fmla="*/ 0 h 4"/>
                  <a:gd name="T4" fmla="*/ 1 w 1"/>
                  <a:gd name="T5" fmla="*/ 4 h 4"/>
                  <a:gd name="T6" fmla="*/ 1 w 1"/>
                  <a:gd name="T7" fmla="*/ 4 h 4"/>
                  <a:gd name="T8" fmla="*/ 1 w 1"/>
                  <a:gd name="T9" fmla="*/ 3 h 4"/>
                  <a:gd name="T10" fmla="*/ 1 w 1"/>
                  <a:gd name="T11" fmla="*/ 2 h 4"/>
                </a:gdLst>
                <a:ahLst/>
                <a:cxnLst>
                  <a:cxn ang="0">
                    <a:pos x="T0" y="T1"/>
                  </a:cxn>
                  <a:cxn ang="0">
                    <a:pos x="T2" y="T3"/>
                  </a:cxn>
                  <a:cxn ang="0">
                    <a:pos x="T4" y="T5"/>
                  </a:cxn>
                  <a:cxn ang="0">
                    <a:pos x="T6" y="T7"/>
                  </a:cxn>
                  <a:cxn ang="0">
                    <a:pos x="T8" y="T9"/>
                  </a:cxn>
                  <a:cxn ang="0">
                    <a:pos x="T10" y="T11"/>
                  </a:cxn>
                </a:cxnLst>
                <a:rect l="0" t="0" r="r" b="b"/>
                <a:pathLst>
                  <a:path w="1" h="4">
                    <a:moveTo>
                      <a:pt x="1" y="2"/>
                    </a:moveTo>
                    <a:cubicBezTo>
                      <a:pt x="1" y="1"/>
                      <a:pt x="1" y="0"/>
                      <a:pt x="1" y="0"/>
                    </a:cubicBezTo>
                    <a:cubicBezTo>
                      <a:pt x="1" y="1"/>
                      <a:pt x="0" y="3"/>
                      <a:pt x="1" y="4"/>
                    </a:cubicBezTo>
                    <a:cubicBezTo>
                      <a:pt x="1" y="4"/>
                      <a:pt x="1" y="4"/>
                      <a:pt x="1" y="4"/>
                    </a:cubicBezTo>
                    <a:cubicBezTo>
                      <a:pt x="1" y="4"/>
                      <a:pt x="1" y="3"/>
                      <a:pt x="1" y="3"/>
                    </a:cubicBezTo>
                    <a:cubicBezTo>
                      <a:pt x="1" y="3"/>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0" name="Freeform 173"/>
              <p:cNvSpPr/>
              <p:nvPr/>
            </p:nvSpPr>
            <p:spPr bwMode="auto">
              <a:xfrm>
                <a:off x="3207" y="216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1" name="Freeform 174"/>
              <p:cNvSpPr/>
              <p:nvPr/>
            </p:nvSpPr>
            <p:spPr bwMode="auto">
              <a:xfrm>
                <a:off x="3207" y="2169"/>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2" name="Freeform 175"/>
              <p:cNvSpPr/>
              <p:nvPr/>
            </p:nvSpPr>
            <p:spPr bwMode="auto">
              <a:xfrm>
                <a:off x="3194" y="2156"/>
                <a:ext cx="0" cy="6"/>
              </a:xfrm>
              <a:custGeom>
                <a:avLst/>
                <a:gdLst>
                  <a:gd name="T0" fmla="*/ 2 h 3"/>
                  <a:gd name="T1" fmla="*/ 2 h 3"/>
                  <a:gd name="T2" fmla="*/ 2 h 3"/>
                </a:gdLst>
                <a:ahLst/>
                <a:cxnLst>
                  <a:cxn ang="0">
                    <a:pos x="0" y="T0"/>
                  </a:cxn>
                  <a:cxn ang="0">
                    <a:pos x="0" y="T1"/>
                  </a:cxn>
                  <a:cxn ang="0">
                    <a:pos x="0" y="T2"/>
                  </a:cxn>
                </a:cxnLst>
                <a:rect l="0" t="0" r="r" b="b"/>
                <a:pathLst>
                  <a:path h="3">
                    <a:moveTo>
                      <a:pt x="0" y="2"/>
                    </a:moveTo>
                    <a:cubicBezTo>
                      <a:pt x="0" y="0"/>
                      <a:pt x="0" y="2"/>
                      <a:pt x="0" y="2"/>
                    </a:cubicBezTo>
                    <a:cubicBezTo>
                      <a:pt x="0" y="3"/>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3" name="Freeform 176"/>
              <p:cNvSpPr/>
              <p:nvPr/>
            </p:nvSpPr>
            <p:spPr bwMode="auto">
              <a:xfrm>
                <a:off x="3209" y="219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4" name="Freeform 177"/>
              <p:cNvSpPr/>
              <p:nvPr/>
            </p:nvSpPr>
            <p:spPr bwMode="auto">
              <a:xfrm>
                <a:off x="3472" y="20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5" name="Freeform 178"/>
              <p:cNvSpPr/>
              <p:nvPr/>
            </p:nvSpPr>
            <p:spPr bwMode="auto">
              <a:xfrm>
                <a:off x="3201" y="2158"/>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6" name="Freeform 179"/>
              <p:cNvSpPr/>
              <p:nvPr/>
            </p:nvSpPr>
            <p:spPr bwMode="auto">
              <a:xfrm>
                <a:off x="3211" y="2194"/>
                <a:ext cx="2" cy="4"/>
              </a:xfrm>
              <a:custGeom>
                <a:avLst/>
                <a:gdLst>
                  <a:gd name="T0" fmla="*/ 1 w 1"/>
                  <a:gd name="T1" fmla="*/ 1 h 2"/>
                  <a:gd name="T2" fmla="*/ 0 w 1"/>
                  <a:gd name="T3" fmla="*/ 2 h 2"/>
                  <a:gd name="T4" fmla="*/ 1 w 1"/>
                  <a:gd name="T5" fmla="*/ 1 h 2"/>
                </a:gdLst>
                <a:ahLst/>
                <a:cxnLst>
                  <a:cxn ang="0">
                    <a:pos x="T0" y="T1"/>
                  </a:cxn>
                  <a:cxn ang="0">
                    <a:pos x="T2" y="T3"/>
                  </a:cxn>
                  <a:cxn ang="0">
                    <a:pos x="T4" y="T5"/>
                  </a:cxn>
                </a:cxnLst>
                <a:rect l="0" t="0" r="r" b="b"/>
                <a:pathLst>
                  <a:path w="1" h="2">
                    <a:moveTo>
                      <a:pt x="1" y="1"/>
                    </a:moveTo>
                    <a:cubicBezTo>
                      <a:pt x="1" y="0"/>
                      <a:pt x="1" y="1"/>
                      <a:pt x="0" y="2"/>
                    </a:cubicBezTo>
                    <a:cubicBezTo>
                      <a:pt x="0" y="2"/>
                      <a:pt x="0"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7" name="Freeform 180"/>
              <p:cNvSpPr/>
              <p:nvPr/>
            </p:nvSpPr>
            <p:spPr bwMode="auto">
              <a:xfrm>
                <a:off x="3317" y="2561"/>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8" name="Freeform 181"/>
              <p:cNvSpPr/>
              <p:nvPr/>
            </p:nvSpPr>
            <p:spPr bwMode="auto">
              <a:xfrm>
                <a:off x="3345" y="2535"/>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9" name="Freeform 182"/>
              <p:cNvSpPr/>
              <p:nvPr/>
            </p:nvSpPr>
            <p:spPr bwMode="auto">
              <a:xfrm>
                <a:off x="3211" y="2192"/>
                <a:ext cx="2" cy="6"/>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0"/>
                      <a:pt x="1" y="0"/>
                      <a:pt x="1" y="0"/>
                    </a:cubicBezTo>
                    <a:cubicBezTo>
                      <a:pt x="0" y="1"/>
                      <a:pt x="0"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0" name="Freeform 183"/>
              <p:cNvSpPr/>
              <p:nvPr/>
            </p:nvSpPr>
            <p:spPr bwMode="auto">
              <a:xfrm>
                <a:off x="3266" y="254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1" name="Freeform 184"/>
              <p:cNvSpPr/>
              <p:nvPr/>
            </p:nvSpPr>
            <p:spPr bwMode="auto">
              <a:xfrm>
                <a:off x="3271" y="25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2" name="Freeform 185"/>
              <p:cNvSpPr/>
              <p:nvPr/>
            </p:nvSpPr>
            <p:spPr bwMode="auto">
              <a:xfrm>
                <a:off x="3273" y="255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3" name="Freeform 186"/>
              <p:cNvSpPr/>
              <p:nvPr/>
            </p:nvSpPr>
            <p:spPr bwMode="auto">
              <a:xfrm>
                <a:off x="3271" y="2557"/>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4" name="Freeform 187"/>
              <p:cNvSpPr/>
              <p:nvPr/>
            </p:nvSpPr>
            <p:spPr bwMode="auto">
              <a:xfrm>
                <a:off x="4616" y="18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5" name="Freeform 188"/>
              <p:cNvSpPr/>
              <p:nvPr/>
            </p:nvSpPr>
            <p:spPr bwMode="auto">
              <a:xfrm>
                <a:off x="3175" y="221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6" name="Freeform 189"/>
              <p:cNvSpPr/>
              <p:nvPr/>
            </p:nvSpPr>
            <p:spPr bwMode="auto">
              <a:xfrm>
                <a:off x="3137" y="218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7" name="Freeform 190"/>
              <p:cNvSpPr/>
              <p:nvPr/>
            </p:nvSpPr>
            <p:spPr bwMode="auto">
              <a:xfrm>
                <a:off x="3203" y="2166"/>
                <a:ext cx="2" cy="5"/>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0" y="2"/>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8" name="Freeform 191"/>
              <p:cNvSpPr/>
              <p:nvPr/>
            </p:nvSpPr>
            <p:spPr bwMode="auto">
              <a:xfrm>
                <a:off x="4497" y="192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9" name="Freeform 192"/>
              <p:cNvSpPr/>
              <p:nvPr/>
            </p:nvSpPr>
            <p:spPr bwMode="auto">
              <a:xfrm>
                <a:off x="3082" y="2156"/>
                <a:ext cx="131" cy="91"/>
              </a:xfrm>
              <a:custGeom>
                <a:avLst/>
                <a:gdLst>
                  <a:gd name="T0" fmla="*/ 46 w 62"/>
                  <a:gd name="T1" fmla="*/ 23 h 43"/>
                  <a:gd name="T2" fmla="*/ 51 w 62"/>
                  <a:gd name="T3" fmla="*/ 20 h 43"/>
                  <a:gd name="T4" fmla="*/ 54 w 62"/>
                  <a:gd name="T5" fmla="*/ 19 h 43"/>
                  <a:gd name="T6" fmla="*/ 58 w 62"/>
                  <a:gd name="T7" fmla="*/ 21 h 43"/>
                  <a:gd name="T8" fmla="*/ 60 w 62"/>
                  <a:gd name="T9" fmla="*/ 20 h 43"/>
                  <a:gd name="T10" fmla="*/ 61 w 62"/>
                  <a:gd name="T11" fmla="*/ 16 h 43"/>
                  <a:gd name="T12" fmla="*/ 62 w 62"/>
                  <a:gd name="T13" fmla="*/ 13 h 43"/>
                  <a:gd name="T14" fmla="*/ 62 w 62"/>
                  <a:gd name="T15" fmla="*/ 11 h 43"/>
                  <a:gd name="T16" fmla="*/ 58 w 62"/>
                  <a:gd name="T17" fmla="*/ 12 h 43"/>
                  <a:gd name="T18" fmla="*/ 56 w 62"/>
                  <a:gd name="T19" fmla="*/ 9 h 43"/>
                  <a:gd name="T20" fmla="*/ 57 w 62"/>
                  <a:gd name="T21" fmla="*/ 2 h 43"/>
                  <a:gd name="T22" fmla="*/ 56 w 62"/>
                  <a:gd name="T23" fmla="*/ 2 h 43"/>
                  <a:gd name="T24" fmla="*/ 55 w 62"/>
                  <a:gd name="T25" fmla="*/ 5 h 43"/>
                  <a:gd name="T26" fmla="*/ 54 w 62"/>
                  <a:gd name="T27" fmla="*/ 3 h 43"/>
                  <a:gd name="T28" fmla="*/ 53 w 62"/>
                  <a:gd name="T29" fmla="*/ 8 h 43"/>
                  <a:gd name="T30" fmla="*/ 51 w 62"/>
                  <a:gd name="T31" fmla="*/ 3 h 43"/>
                  <a:gd name="T32" fmla="*/ 51 w 62"/>
                  <a:gd name="T33" fmla="*/ 1 h 43"/>
                  <a:gd name="T34" fmla="*/ 50 w 62"/>
                  <a:gd name="T35" fmla="*/ 4 h 43"/>
                  <a:gd name="T36" fmla="*/ 49 w 62"/>
                  <a:gd name="T37" fmla="*/ 2 h 43"/>
                  <a:gd name="T38" fmla="*/ 48 w 62"/>
                  <a:gd name="T39" fmla="*/ 7 h 43"/>
                  <a:gd name="T40" fmla="*/ 47 w 62"/>
                  <a:gd name="T41" fmla="*/ 12 h 43"/>
                  <a:gd name="T42" fmla="*/ 46 w 62"/>
                  <a:gd name="T43" fmla="*/ 7 h 43"/>
                  <a:gd name="T44" fmla="*/ 43 w 62"/>
                  <a:gd name="T45" fmla="*/ 7 h 43"/>
                  <a:gd name="T46" fmla="*/ 42 w 62"/>
                  <a:gd name="T47" fmla="*/ 7 h 43"/>
                  <a:gd name="T48" fmla="*/ 40 w 62"/>
                  <a:gd name="T49" fmla="*/ 8 h 43"/>
                  <a:gd name="T50" fmla="*/ 37 w 62"/>
                  <a:gd name="T51" fmla="*/ 9 h 43"/>
                  <a:gd name="T52" fmla="*/ 36 w 62"/>
                  <a:gd name="T53" fmla="*/ 10 h 43"/>
                  <a:gd name="T54" fmla="*/ 36 w 62"/>
                  <a:gd name="T55" fmla="*/ 10 h 43"/>
                  <a:gd name="T56" fmla="*/ 35 w 62"/>
                  <a:gd name="T57" fmla="*/ 12 h 43"/>
                  <a:gd name="T58" fmla="*/ 34 w 62"/>
                  <a:gd name="T59" fmla="*/ 10 h 43"/>
                  <a:gd name="T60" fmla="*/ 33 w 62"/>
                  <a:gd name="T61" fmla="*/ 12 h 43"/>
                  <a:gd name="T62" fmla="*/ 30 w 62"/>
                  <a:gd name="T63" fmla="*/ 11 h 43"/>
                  <a:gd name="T64" fmla="*/ 28 w 62"/>
                  <a:gd name="T65" fmla="*/ 12 h 43"/>
                  <a:gd name="T66" fmla="*/ 26 w 62"/>
                  <a:gd name="T67" fmla="*/ 12 h 43"/>
                  <a:gd name="T68" fmla="*/ 26 w 62"/>
                  <a:gd name="T69" fmla="*/ 14 h 43"/>
                  <a:gd name="T70" fmla="*/ 25 w 62"/>
                  <a:gd name="T71" fmla="*/ 13 h 43"/>
                  <a:gd name="T72" fmla="*/ 24 w 62"/>
                  <a:gd name="T73" fmla="*/ 15 h 43"/>
                  <a:gd name="T74" fmla="*/ 22 w 62"/>
                  <a:gd name="T75" fmla="*/ 16 h 43"/>
                  <a:gd name="T76" fmla="*/ 21 w 62"/>
                  <a:gd name="T77" fmla="*/ 17 h 43"/>
                  <a:gd name="T78" fmla="*/ 22 w 62"/>
                  <a:gd name="T79" fmla="*/ 25 h 43"/>
                  <a:gd name="T80" fmla="*/ 19 w 62"/>
                  <a:gd name="T81" fmla="*/ 21 h 43"/>
                  <a:gd name="T82" fmla="*/ 17 w 62"/>
                  <a:gd name="T83" fmla="*/ 23 h 43"/>
                  <a:gd name="T84" fmla="*/ 16 w 62"/>
                  <a:gd name="T85" fmla="*/ 23 h 43"/>
                  <a:gd name="T86" fmla="*/ 11 w 62"/>
                  <a:gd name="T87" fmla="*/ 24 h 43"/>
                  <a:gd name="T88" fmla="*/ 10 w 62"/>
                  <a:gd name="T89" fmla="*/ 24 h 43"/>
                  <a:gd name="T90" fmla="*/ 8 w 62"/>
                  <a:gd name="T91" fmla="*/ 31 h 43"/>
                  <a:gd name="T92" fmla="*/ 7 w 62"/>
                  <a:gd name="T93" fmla="*/ 32 h 43"/>
                  <a:gd name="T94" fmla="*/ 12 w 62"/>
                  <a:gd name="T95" fmla="*/ 41 h 43"/>
                  <a:gd name="T96" fmla="*/ 18 w 62"/>
                  <a:gd name="T97" fmla="*/ 38 h 43"/>
                  <a:gd name="T98" fmla="*/ 28 w 62"/>
                  <a:gd name="T99" fmla="*/ 27 h 43"/>
                  <a:gd name="T100" fmla="*/ 31 w 62"/>
                  <a:gd name="T101" fmla="*/ 31 h 43"/>
                  <a:gd name="T102" fmla="*/ 36 w 62"/>
                  <a:gd name="T103" fmla="*/ 29 h 43"/>
                  <a:gd name="T104" fmla="*/ 41 w 62"/>
                  <a:gd name="T105"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43">
                    <a:moveTo>
                      <a:pt x="44" y="25"/>
                    </a:moveTo>
                    <a:cubicBezTo>
                      <a:pt x="44" y="25"/>
                      <a:pt x="44" y="26"/>
                      <a:pt x="44" y="26"/>
                    </a:cubicBezTo>
                    <a:cubicBezTo>
                      <a:pt x="44" y="26"/>
                      <a:pt x="44" y="26"/>
                      <a:pt x="45" y="27"/>
                    </a:cubicBezTo>
                    <a:cubicBezTo>
                      <a:pt x="45" y="26"/>
                      <a:pt x="45" y="25"/>
                      <a:pt x="45" y="25"/>
                    </a:cubicBezTo>
                    <a:cubicBezTo>
                      <a:pt x="46" y="27"/>
                      <a:pt x="46" y="25"/>
                      <a:pt x="46" y="26"/>
                    </a:cubicBezTo>
                    <a:cubicBezTo>
                      <a:pt x="46" y="24"/>
                      <a:pt x="46" y="22"/>
                      <a:pt x="46" y="23"/>
                    </a:cubicBezTo>
                    <a:cubicBezTo>
                      <a:pt x="46" y="26"/>
                      <a:pt x="46" y="26"/>
                      <a:pt x="46" y="26"/>
                    </a:cubicBezTo>
                    <a:cubicBezTo>
                      <a:pt x="47" y="24"/>
                      <a:pt x="48" y="27"/>
                      <a:pt x="48" y="23"/>
                    </a:cubicBezTo>
                    <a:cubicBezTo>
                      <a:pt x="48" y="25"/>
                      <a:pt x="48" y="25"/>
                      <a:pt x="48" y="25"/>
                    </a:cubicBezTo>
                    <a:cubicBezTo>
                      <a:pt x="49" y="23"/>
                      <a:pt x="50" y="25"/>
                      <a:pt x="50" y="22"/>
                    </a:cubicBezTo>
                    <a:cubicBezTo>
                      <a:pt x="50" y="23"/>
                      <a:pt x="51" y="23"/>
                      <a:pt x="51" y="23"/>
                    </a:cubicBezTo>
                    <a:cubicBezTo>
                      <a:pt x="51" y="22"/>
                      <a:pt x="51" y="22"/>
                      <a:pt x="51" y="20"/>
                    </a:cubicBezTo>
                    <a:cubicBezTo>
                      <a:pt x="51" y="20"/>
                      <a:pt x="52" y="21"/>
                      <a:pt x="52" y="21"/>
                    </a:cubicBezTo>
                    <a:cubicBezTo>
                      <a:pt x="52" y="22"/>
                      <a:pt x="52" y="24"/>
                      <a:pt x="52" y="22"/>
                    </a:cubicBezTo>
                    <a:cubicBezTo>
                      <a:pt x="52" y="23"/>
                      <a:pt x="52" y="23"/>
                      <a:pt x="52" y="23"/>
                    </a:cubicBezTo>
                    <a:cubicBezTo>
                      <a:pt x="53" y="22"/>
                      <a:pt x="53" y="20"/>
                      <a:pt x="53" y="21"/>
                    </a:cubicBezTo>
                    <a:cubicBezTo>
                      <a:pt x="54" y="20"/>
                      <a:pt x="54" y="20"/>
                      <a:pt x="54" y="18"/>
                    </a:cubicBezTo>
                    <a:cubicBezTo>
                      <a:pt x="54" y="18"/>
                      <a:pt x="54" y="20"/>
                      <a:pt x="54" y="19"/>
                    </a:cubicBezTo>
                    <a:cubicBezTo>
                      <a:pt x="54" y="21"/>
                      <a:pt x="54" y="21"/>
                      <a:pt x="54" y="21"/>
                    </a:cubicBezTo>
                    <a:cubicBezTo>
                      <a:pt x="54" y="21"/>
                      <a:pt x="55" y="20"/>
                      <a:pt x="56" y="19"/>
                    </a:cubicBezTo>
                    <a:cubicBezTo>
                      <a:pt x="56" y="22"/>
                      <a:pt x="56" y="19"/>
                      <a:pt x="57" y="21"/>
                    </a:cubicBezTo>
                    <a:cubicBezTo>
                      <a:pt x="57" y="19"/>
                      <a:pt x="57" y="21"/>
                      <a:pt x="58" y="18"/>
                    </a:cubicBezTo>
                    <a:cubicBezTo>
                      <a:pt x="57" y="20"/>
                      <a:pt x="57" y="20"/>
                      <a:pt x="57" y="20"/>
                    </a:cubicBezTo>
                    <a:cubicBezTo>
                      <a:pt x="58" y="20"/>
                      <a:pt x="58" y="20"/>
                      <a:pt x="58" y="21"/>
                    </a:cubicBezTo>
                    <a:cubicBezTo>
                      <a:pt x="58" y="21"/>
                      <a:pt x="59" y="19"/>
                      <a:pt x="59" y="18"/>
                    </a:cubicBezTo>
                    <a:cubicBezTo>
                      <a:pt x="59" y="20"/>
                      <a:pt x="59" y="20"/>
                      <a:pt x="59" y="20"/>
                    </a:cubicBezTo>
                    <a:cubicBezTo>
                      <a:pt x="59" y="19"/>
                      <a:pt x="60" y="17"/>
                      <a:pt x="60" y="15"/>
                    </a:cubicBezTo>
                    <a:cubicBezTo>
                      <a:pt x="60" y="16"/>
                      <a:pt x="60" y="15"/>
                      <a:pt x="60" y="16"/>
                    </a:cubicBezTo>
                    <a:cubicBezTo>
                      <a:pt x="60" y="17"/>
                      <a:pt x="59" y="19"/>
                      <a:pt x="59" y="20"/>
                    </a:cubicBezTo>
                    <a:cubicBezTo>
                      <a:pt x="59" y="21"/>
                      <a:pt x="60" y="18"/>
                      <a:pt x="60" y="20"/>
                    </a:cubicBezTo>
                    <a:cubicBezTo>
                      <a:pt x="60" y="20"/>
                      <a:pt x="60" y="20"/>
                      <a:pt x="60" y="18"/>
                    </a:cubicBezTo>
                    <a:cubicBezTo>
                      <a:pt x="60" y="20"/>
                      <a:pt x="60" y="20"/>
                      <a:pt x="60" y="20"/>
                    </a:cubicBezTo>
                    <a:cubicBezTo>
                      <a:pt x="60" y="20"/>
                      <a:pt x="60" y="20"/>
                      <a:pt x="60" y="19"/>
                    </a:cubicBezTo>
                    <a:cubicBezTo>
                      <a:pt x="60" y="19"/>
                      <a:pt x="60" y="19"/>
                      <a:pt x="60" y="19"/>
                    </a:cubicBezTo>
                    <a:cubicBezTo>
                      <a:pt x="61" y="17"/>
                      <a:pt x="61" y="17"/>
                      <a:pt x="62" y="15"/>
                    </a:cubicBezTo>
                    <a:cubicBezTo>
                      <a:pt x="61" y="16"/>
                      <a:pt x="61" y="16"/>
                      <a:pt x="61" y="16"/>
                    </a:cubicBezTo>
                    <a:cubicBezTo>
                      <a:pt x="62" y="15"/>
                      <a:pt x="62" y="14"/>
                      <a:pt x="62" y="16"/>
                    </a:cubicBezTo>
                    <a:cubicBezTo>
                      <a:pt x="61" y="17"/>
                      <a:pt x="61" y="18"/>
                      <a:pt x="61" y="19"/>
                    </a:cubicBezTo>
                    <a:cubicBezTo>
                      <a:pt x="62" y="15"/>
                      <a:pt x="62" y="15"/>
                      <a:pt x="62" y="15"/>
                    </a:cubicBezTo>
                    <a:cubicBezTo>
                      <a:pt x="62" y="16"/>
                      <a:pt x="62" y="16"/>
                      <a:pt x="62" y="14"/>
                    </a:cubicBezTo>
                    <a:cubicBezTo>
                      <a:pt x="62" y="15"/>
                      <a:pt x="62" y="15"/>
                      <a:pt x="62" y="15"/>
                    </a:cubicBezTo>
                    <a:cubicBezTo>
                      <a:pt x="62" y="13"/>
                      <a:pt x="62" y="13"/>
                      <a:pt x="62" y="13"/>
                    </a:cubicBezTo>
                    <a:cubicBezTo>
                      <a:pt x="62" y="14"/>
                      <a:pt x="62" y="12"/>
                      <a:pt x="61" y="14"/>
                    </a:cubicBezTo>
                    <a:cubicBezTo>
                      <a:pt x="61" y="15"/>
                      <a:pt x="61" y="15"/>
                      <a:pt x="61" y="15"/>
                    </a:cubicBezTo>
                    <a:cubicBezTo>
                      <a:pt x="61" y="15"/>
                      <a:pt x="60" y="17"/>
                      <a:pt x="61" y="15"/>
                    </a:cubicBezTo>
                    <a:cubicBezTo>
                      <a:pt x="61" y="13"/>
                      <a:pt x="61" y="13"/>
                      <a:pt x="61" y="13"/>
                    </a:cubicBezTo>
                    <a:cubicBezTo>
                      <a:pt x="61" y="13"/>
                      <a:pt x="61" y="14"/>
                      <a:pt x="61" y="14"/>
                    </a:cubicBezTo>
                    <a:cubicBezTo>
                      <a:pt x="62" y="11"/>
                      <a:pt x="62" y="11"/>
                      <a:pt x="62" y="11"/>
                    </a:cubicBezTo>
                    <a:cubicBezTo>
                      <a:pt x="61" y="15"/>
                      <a:pt x="61" y="12"/>
                      <a:pt x="60" y="13"/>
                    </a:cubicBezTo>
                    <a:cubicBezTo>
                      <a:pt x="61" y="12"/>
                      <a:pt x="61" y="12"/>
                      <a:pt x="61" y="12"/>
                    </a:cubicBezTo>
                    <a:cubicBezTo>
                      <a:pt x="61" y="11"/>
                      <a:pt x="60" y="14"/>
                      <a:pt x="60" y="14"/>
                    </a:cubicBezTo>
                    <a:cubicBezTo>
                      <a:pt x="60" y="13"/>
                      <a:pt x="61" y="11"/>
                      <a:pt x="61" y="10"/>
                    </a:cubicBezTo>
                    <a:cubicBezTo>
                      <a:pt x="60" y="10"/>
                      <a:pt x="59" y="12"/>
                      <a:pt x="59" y="10"/>
                    </a:cubicBezTo>
                    <a:cubicBezTo>
                      <a:pt x="59" y="10"/>
                      <a:pt x="59" y="11"/>
                      <a:pt x="58" y="12"/>
                    </a:cubicBezTo>
                    <a:cubicBezTo>
                      <a:pt x="58" y="12"/>
                      <a:pt x="59" y="9"/>
                      <a:pt x="58" y="11"/>
                    </a:cubicBezTo>
                    <a:cubicBezTo>
                      <a:pt x="58" y="10"/>
                      <a:pt x="58" y="9"/>
                      <a:pt x="59" y="8"/>
                    </a:cubicBezTo>
                    <a:cubicBezTo>
                      <a:pt x="58" y="9"/>
                      <a:pt x="58" y="8"/>
                      <a:pt x="58" y="10"/>
                    </a:cubicBezTo>
                    <a:cubicBezTo>
                      <a:pt x="58" y="9"/>
                      <a:pt x="57" y="9"/>
                      <a:pt x="57" y="9"/>
                    </a:cubicBezTo>
                    <a:cubicBezTo>
                      <a:pt x="57" y="9"/>
                      <a:pt x="57" y="8"/>
                      <a:pt x="57" y="7"/>
                    </a:cubicBezTo>
                    <a:cubicBezTo>
                      <a:pt x="57" y="8"/>
                      <a:pt x="56" y="9"/>
                      <a:pt x="56" y="9"/>
                    </a:cubicBezTo>
                    <a:cubicBezTo>
                      <a:pt x="56" y="11"/>
                      <a:pt x="56" y="11"/>
                      <a:pt x="56" y="12"/>
                    </a:cubicBezTo>
                    <a:cubicBezTo>
                      <a:pt x="56" y="13"/>
                      <a:pt x="56" y="13"/>
                      <a:pt x="56" y="13"/>
                    </a:cubicBezTo>
                    <a:cubicBezTo>
                      <a:pt x="56" y="11"/>
                      <a:pt x="56" y="9"/>
                      <a:pt x="56" y="9"/>
                    </a:cubicBezTo>
                    <a:cubicBezTo>
                      <a:pt x="56" y="6"/>
                      <a:pt x="56" y="9"/>
                      <a:pt x="56" y="6"/>
                    </a:cubicBezTo>
                    <a:cubicBezTo>
                      <a:pt x="56" y="4"/>
                      <a:pt x="57" y="4"/>
                      <a:pt x="57" y="5"/>
                    </a:cubicBezTo>
                    <a:cubicBezTo>
                      <a:pt x="58" y="3"/>
                      <a:pt x="57" y="5"/>
                      <a:pt x="57" y="2"/>
                    </a:cubicBezTo>
                    <a:cubicBezTo>
                      <a:pt x="57" y="3"/>
                      <a:pt x="57" y="4"/>
                      <a:pt x="56" y="4"/>
                    </a:cubicBezTo>
                    <a:cubicBezTo>
                      <a:pt x="56" y="5"/>
                      <a:pt x="56" y="6"/>
                      <a:pt x="56" y="7"/>
                    </a:cubicBezTo>
                    <a:cubicBezTo>
                      <a:pt x="56" y="9"/>
                      <a:pt x="56" y="5"/>
                      <a:pt x="56" y="5"/>
                    </a:cubicBezTo>
                    <a:cubicBezTo>
                      <a:pt x="56" y="4"/>
                      <a:pt x="56" y="4"/>
                      <a:pt x="56" y="4"/>
                    </a:cubicBezTo>
                    <a:cubicBezTo>
                      <a:pt x="56" y="3"/>
                      <a:pt x="55" y="5"/>
                      <a:pt x="55" y="5"/>
                    </a:cubicBezTo>
                    <a:cubicBezTo>
                      <a:pt x="55" y="1"/>
                      <a:pt x="56" y="4"/>
                      <a:pt x="56" y="2"/>
                    </a:cubicBezTo>
                    <a:cubicBezTo>
                      <a:pt x="56" y="0"/>
                      <a:pt x="56" y="0"/>
                      <a:pt x="56" y="0"/>
                    </a:cubicBezTo>
                    <a:cubicBezTo>
                      <a:pt x="55" y="0"/>
                      <a:pt x="56" y="3"/>
                      <a:pt x="55" y="2"/>
                    </a:cubicBezTo>
                    <a:cubicBezTo>
                      <a:pt x="55" y="1"/>
                      <a:pt x="55" y="1"/>
                      <a:pt x="55" y="1"/>
                    </a:cubicBezTo>
                    <a:cubicBezTo>
                      <a:pt x="55" y="1"/>
                      <a:pt x="55" y="1"/>
                      <a:pt x="55" y="1"/>
                    </a:cubicBezTo>
                    <a:cubicBezTo>
                      <a:pt x="55" y="3"/>
                      <a:pt x="55" y="4"/>
                      <a:pt x="55" y="4"/>
                    </a:cubicBezTo>
                    <a:cubicBezTo>
                      <a:pt x="55" y="7"/>
                      <a:pt x="55" y="5"/>
                      <a:pt x="55" y="5"/>
                    </a:cubicBezTo>
                    <a:cubicBezTo>
                      <a:pt x="54" y="7"/>
                      <a:pt x="55" y="5"/>
                      <a:pt x="55" y="7"/>
                    </a:cubicBezTo>
                    <a:cubicBezTo>
                      <a:pt x="55" y="8"/>
                      <a:pt x="54" y="9"/>
                      <a:pt x="54" y="9"/>
                    </a:cubicBezTo>
                    <a:cubicBezTo>
                      <a:pt x="54" y="9"/>
                      <a:pt x="54" y="7"/>
                      <a:pt x="54" y="6"/>
                    </a:cubicBezTo>
                    <a:cubicBezTo>
                      <a:pt x="54" y="5"/>
                      <a:pt x="54" y="5"/>
                      <a:pt x="54" y="6"/>
                    </a:cubicBezTo>
                    <a:cubicBezTo>
                      <a:pt x="55" y="4"/>
                      <a:pt x="54" y="3"/>
                      <a:pt x="55" y="1"/>
                    </a:cubicBezTo>
                    <a:cubicBezTo>
                      <a:pt x="54" y="0"/>
                      <a:pt x="54" y="2"/>
                      <a:pt x="54" y="3"/>
                    </a:cubicBezTo>
                    <a:cubicBezTo>
                      <a:pt x="54" y="3"/>
                      <a:pt x="54" y="5"/>
                      <a:pt x="54" y="5"/>
                    </a:cubicBezTo>
                    <a:cubicBezTo>
                      <a:pt x="54" y="10"/>
                      <a:pt x="54" y="2"/>
                      <a:pt x="53" y="3"/>
                    </a:cubicBezTo>
                    <a:cubicBezTo>
                      <a:pt x="53" y="6"/>
                      <a:pt x="53" y="7"/>
                      <a:pt x="53" y="10"/>
                    </a:cubicBezTo>
                    <a:cubicBezTo>
                      <a:pt x="53" y="11"/>
                      <a:pt x="53" y="12"/>
                      <a:pt x="53" y="11"/>
                    </a:cubicBezTo>
                    <a:cubicBezTo>
                      <a:pt x="53" y="9"/>
                      <a:pt x="53" y="10"/>
                      <a:pt x="53" y="8"/>
                    </a:cubicBezTo>
                    <a:cubicBezTo>
                      <a:pt x="53" y="8"/>
                      <a:pt x="53" y="8"/>
                      <a:pt x="53" y="8"/>
                    </a:cubicBezTo>
                    <a:cubicBezTo>
                      <a:pt x="53" y="5"/>
                      <a:pt x="53" y="5"/>
                      <a:pt x="53" y="5"/>
                    </a:cubicBezTo>
                    <a:cubicBezTo>
                      <a:pt x="53" y="4"/>
                      <a:pt x="52" y="2"/>
                      <a:pt x="52" y="1"/>
                    </a:cubicBezTo>
                    <a:cubicBezTo>
                      <a:pt x="52" y="2"/>
                      <a:pt x="52" y="3"/>
                      <a:pt x="52" y="4"/>
                    </a:cubicBezTo>
                    <a:cubicBezTo>
                      <a:pt x="52" y="3"/>
                      <a:pt x="52" y="2"/>
                      <a:pt x="52" y="2"/>
                    </a:cubicBezTo>
                    <a:cubicBezTo>
                      <a:pt x="52" y="3"/>
                      <a:pt x="52" y="5"/>
                      <a:pt x="52" y="5"/>
                    </a:cubicBezTo>
                    <a:cubicBezTo>
                      <a:pt x="52" y="5"/>
                      <a:pt x="51" y="3"/>
                      <a:pt x="51" y="3"/>
                    </a:cubicBezTo>
                    <a:cubicBezTo>
                      <a:pt x="52" y="1"/>
                      <a:pt x="52" y="1"/>
                      <a:pt x="52" y="1"/>
                    </a:cubicBezTo>
                    <a:cubicBezTo>
                      <a:pt x="52" y="3"/>
                      <a:pt x="52" y="0"/>
                      <a:pt x="51" y="1"/>
                    </a:cubicBezTo>
                    <a:cubicBezTo>
                      <a:pt x="51" y="2"/>
                      <a:pt x="51" y="4"/>
                      <a:pt x="51" y="5"/>
                    </a:cubicBezTo>
                    <a:cubicBezTo>
                      <a:pt x="51" y="6"/>
                      <a:pt x="51" y="4"/>
                      <a:pt x="51" y="5"/>
                    </a:cubicBezTo>
                    <a:cubicBezTo>
                      <a:pt x="51" y="3"/>
                      <a:pt x="51" y="3"/>
                      <a:pt x="51" y="3"/>
                    </a:cubicBezTo>
                    <a:cubicBezTo>
                      <a:pt x="51" y="4"/>
                      <a:pt x="51" y="0"/>
                      <a:pt x="51" y="1"/>
                    </a:cubicBezTo>
                    <a:cubicBezTo>
                      <a:pt x="51" y="3"/>
                      <a:pt x="51" y="3"/>
                      <a:pt x="51" y="3"/>
                    </a:cubicBezTo>
                    <a:cubicBezTo>
                      <a:pt x="51" y="2"/>
                      <a:pt x="51" y="2"/>
                      <a:pt x="51" y="1"/>
                    </a:cubicBezTo>
                    <a:cubicBezTo>
                      <a:pt x="51" y="2"/>
                      <a:pt x="50" y="2"/>
                      <a:pt x="50" y="2"/>
                    </a:cubicBezTo>
                    <a:cubicBezTo>
                      <a:pt x="50" y="1"/>
                      <a:pt x="50" y="1"/>
                      <a:pt x="50" y="1"/>
                    </a:cubicBezTo>
                    <a:cubicBezTo>
                      <a:pt x="50" y="2"/>
                      <a:pt x="50" y="4"/>
                      <a:pt x="50" y="2"/>
                    </a:cubicBezTo>
                    <a:cubicBezTo>
                      <a:pt x="50" y="5"/>
                      <a:pt x="50" y="2"/>
                      <a:pt x="50" y="4"/>
                    </a:cubicBezTo>
                    <a:cubicBezTo>
                      <a:pt x="51" y="5"/>
                      <a:pt x="50" y="5"/>
                      <a:pt x="50" y="6"/>
                    </a:cubicBezTo>
                    <a:cubicBezTo>
                      <a:pt x="50" y="3"/>
                      <a:pt x="50" y="5"/>
                      <a:pt x="50" y="5"/>
                    </a:cubicBezTo>
                    <a:cubicBezTo>
                      <a:pt x="50" y="4"/>
                      <a:pt x="49" y="4"/>
                      <a:pt x="49" y="3"/>
                    </a:cubicBezTo>
                    <a:cubicBezTo>
                      <a:pt x="49" y="5"/>
                      <a:pt x="49" y="5"/>
                      <a:pt x="49" y="5"/>
                    </a:cubicBezTo>
                    <a:cubicBezTo>
                      <a:pt x="49" y="2"/>
                      <a:pt x="49" y="6"/>
                      <a:pt x="49" y="5"/>
                    </a:cubicBezTo>
                    <a:cubicBezTo>
                      <a:pt x="49" y="4"/>
                      <a:pt x="49" y="2"/>
                      <a:pt x="49" y="2"/>
                    </a:cubicBezTo>
                    <a:cubicBezTo>
                      <a:pt x="49" y="4"/>
                      <a:pt x="49" y="5"/>
                      <a:pt x="49" y="7"/>
                    </a:cubicBezTo>
                    <a:cubicBezTo>
                      <a:pt x="48" y="6"/>
                      <a:pt x="49" y="4"/>
                      <a:pt x="48" y="2"/>
                    </a:cubicBezTo>
                    <a:cubicBezTo>
                      <a:pt x="48" y="4"/>
                      <a:pt x="48" y="0"/>
                      <a:pt x="48" y="3"/>
                    </a:cubicBezTo>
                    <a:cubicBezTo>
                      <a:pt x="48" y="6"/>
                      <a:pt x="48" y="6"/>
                      <a:pt x="48" y="6"/>
                    </a:cubicBezTo>
                    <a:cubicBezTo>
                      <a:pt x="48" y="6"/>
                      <a:pt x="48" y="5"/>
                      <a:pt x="48" y="4"/>
                    </a:cubicBezTo>
                    <a:cubicBezTo>
                      <a:pt x="48" y="4"/>
                      <a:pt x="48" y="6"/>
                      <a:pt x="48" y="7"/>
                    </a:cubicBezTo>
                    <a:cubicBezTo>
                      <a:pt x="48" y="6"/>
                      <a:pt x="48" y="9"/>
                      <a:pt x="47" y="7"/>
                    </a:cubicBezTo>
                    <a:cubicBezTo>
                      <a:pt x="47" y="6"/>
                      <a:pt x="48" y="7"/>
                      <a:pt x="48" y="5"/>
                    </a:cubicBezTo>
                    <a:cubicBezTo>
                      <a:pt x="47" y="5"/>
                      <a:pt x="48" y="9"/>
                      <a:pt x="47" y="10"/>
                    </a:cubicBezTo>
                    <a:cubicBezTo>
                      <a:pt x="48" y="11"/>
                      <a:pt x="48" y="14"/>
                      <a:pt x="48" y="15"/>
                    </a:cubicBezTo>
                    <a:cubicBezTo>
                      <a:pt x="47" y="14"/>
                      <a:pt x="48" y="14"/>
                      <a:pt x="47" y="12"/>
                    </a:cubicBezTo>
                    <a:cubicBezTo>
                      <a:pt x="47" y="12"/>
                      <a:pt x="47" y="12"/>
                      <a:pt x="47" y="12"/>
                    </a:cubicBezTo>
                    <a:cubicBezTo>
                      <a:pt x="47" y="9"/>
                      <a:pt x="47" y="7"/>
                      <a:pt x="47" y="5"/>
                    </a:cubicBezTo>
                    <a:cubicBezTo>
                      <a:pt x="47" y="6"/>
                      <a:pt x="47" y="6"/>
                      <a:pt x="47" y="6"/>
                    </a:cubicBezTo>
                    <a:cubicBezTo>
                      <a:pt x="47" y="3"/>
                      <a:pt x="47" y="3"/>
                      <a:pt x="47" y="3"/>
                    </a:cubicBezTo>
                    <a:cubicBezTo>
                      <a:pt x="47" y="5"/>
                      <a:pt x="46" y="3"/>
                      <a:pt x="46" y="4"/>
                    </a:cubicBezTo>
                    <a:cubicBezTo>
                      <a:pt x="46" y="6"/>
                      <a:pt x="46" y="3"/>
                      <a:pt x="46" y="5"/>
                    </a:cubicBezTo>
                    <a:cubicBezTo>
                      <a:pt x="46" y="5"/>
                      <a:pt x="47" y="8"/>
                      <a:pt x="46" y="7"/>
                    </a:cubicBezTo>
                    <a:cubicBezTo>
                      <a:pt x="46" y="4"/>
                      <a:pt x="46" y="4"/>
                      <a:pt x="46" y="4"/>
                    </a:cubicBezTo>
                    <a:cubicBezTo>
                      <a:pt x="46" y="3"/>
                      <a:pt x="46" y="6"/>
                      <a:pt x="46" y="5"/>
                    </a:cubicBezTo>
                    <a:cubicBezTo>
                      <a:pt x="46" y="4"/>
                      <a:pt x="46" y="4"/>
                      <a:pt x="46" y="4"/>
                    </a:cubicBezTo>
                    <a:cubicBezTo>
                      <a:pt x="45" y="4"/>
                      <a:pt x="44" y="4"/>
                      <a:pt x="44" y="8"/>
                    </a:cubicBezTo>
                    <a:cubicBezTo>
                      <a:pt x="44" y="6"/>
                      <a:pt x="43" y="6"/>
                      <a:pt x="43" y="5"/>
                    </a:cubicBezTo>
                    <a:cubicBezTo>
                      <a:pt x="43" y="6"/>
                      <a:pt x="43" y="7"/>
                      <a:pt x="43" y="7"/>
                    </a:cubicBezTo>
                    <a:cubicBezTo>
                      <a:pt x="43" y="5"/>
                      <a:pt x="43" y="5"/>
                      <a:pt x="43" y="5"/>
                    </a:cubicBezTo>
                    <a:cubicBezTo>
                      <a:pt x="42" y="4"/>
                      <a:pt x="42" y="6"/>
                      <a:pt x="42" y="7"/>
                    </a:cubicBezTo>
                    <a:cubicBezTo>
                      <a:pt x="42" y="6"/>
                      <a:pt x="42" y="6"/>
                      <a:pt x="42" y="6"/>
                    </a:cubicBezTo>
                    <a:cubicBezTo>
                      <a:pt x="42" y="4"/>
                      <a:pt x="42" y="7"/>
                      <a:pt x="42" y="7"/>
                    </a:cubicBezTo>
                    <a:cubicBezTo>
                      <a:pt x="42" y="6"/>
                      <a:pt x="42" y="6"/>
                      <a:pt x="42" y="6"/>
                    </a:cubicBezTo>
                    <a:cubicBezTo>
                      <a:pt x="42" y="7"/>
                      <a:pt x="42" y="7"/>
                      <a:pt x="42" y="7"/>
                    </a:cubicBezTo>
                    <a:cubicBezTo>
                      <a:pt x="42" y="8"/>
                      <a:pt x="42" y="8"/>
                      <a:pt x="41" y="6"/>
                    </a:cubicBezTo>
                    <a:cubicBezTo>
                      <a:pt x="41" y="7"/>
                      <a:pt x="41" y="7"/>
                      <a:pt x="41" y="7"/>
                    </a:cubicBezTo>
                    <a:cubicBezTo>
                      <a:pt x="41" y="6"/>
                      <a:pt x="41" y="6"/>
                      <a:pt x="40" y="7"/>
                    </a:cubicBezTo>
                    <a:cubicBezTo>
                      <a:pt x="41" y="7"/>
                      <a:pt x="41" y="8"/>
                      <a:pt x="41" y="9"/>
                    </a:cubicBezTo>
                    <a:cubicBezTo>
                      <a:pt x="41" y="12"/>
                      <a:pt x="41" y="9"/>
                      <a:pt x="41" y="10"/>
                    </a:cubicBezTo>
                    <a:cubicBezTo>
                      <a:pt x="40" y="8"/>
                      <a:pt x="40" y="8"/>
                      <a:pt x="40" y="8"/>
                    </a:cubicBezTo>
                    <a:cubicBezTo>
                      <a:pt x="40" y="5"/>
                      <a:pt x="39" y="7"/>
                      <a:pt x="39" y="7"/>
                    </a:cubicBezTo>
                    <a:cubicBezTo>
                      <a:pt x="39" y="8"/>
                      <a:pt x="39" y="8"/>
                      <a:pt x="39" y="8"/>
                    </a:cubicBezTo>
                    <a:cubicBezTo>
                      <a:pt x="38" y="6"/>
                      <a:pt x="38" y="8"/>
                      <a:pt x="38" y="8"/>
                    </a:cubicBezTo>
                    <a:cubicBezTo>
                      <a:pt x="38" y="9"/>
                      <a:pt x="38" y="11"/>
                      <a:pt x="38" y="11"/>
                    </a:cubicBezTo>
                    <a:cubicBezTo>
                      <a:pt x="38" y="13"/>
                      <a:pt x="38" y="9"/>
                      <a:pt x="37" y="8"/>
                    </a:cubicBezTo>
                    <a:cubicBezTo>
                      <a:pt x="37" y="9"/>
                      <a:pt x="37" y="9"/>
                      <a:pt x="37" y="9"/>
                    </a:cubicBezTo>
                    <a:cubicBezTo>
                      <a:pt x="37" y="8"/>
                      <a:pt x="37" y="8"/>
                      <a:pt x="37" y="8"/>
                    </a:cubicBezTo>
                    <a:cubicBezTo>
                      <a:pt x="37" y="9"/>
                      <a:pt x="37" y="10"/>
                      <a:pt x="37" y="9"/>
                    </a:cubicBezTo>
                    <a:cubicBezTo>
                      <a:pt x="37" y="9"/>
                      <a:pt x="37" y="9"/>
                      <a:pt x="37" y="9"/>
                    </a:cubicBezTo>
                    <a:cubicBezTo>
                      <a:pt x="36" y="9"/>
                      <a:pt x="36" y="8"/>
                      <a:pt x="36" y="8"/>
                    </a:cubicBezTo>
                    <a:cubicBezTo>
                      <a:pt x="36" y="10"/>
                      <a:pt x="36" y="9"/>
                      <a:pt x="36" y="10"/>
                    </a:cubicBezTo>
                    <a:cubicBezTo>
                      <a:pt x="36" y="10"/>
                      <a:pt x="36" y="10"/>
                      <a:pt x="36" y="10"/>
                    </a:cubicBezTo>
                    <a:cubicBezTo>
                      <a:pt x="36" y="11"/>
                      <a:pt x="36" y="11"/>
                      <a:pt x="36" y="11"/>
                    </a:cubicBezTo>
                    <a:cubicBezTo>
                      <a:pt x="36" y="10"/>
                      <a:pt x="36" y="10"/>
                      <a:pt x="36" y="10"/>
                    </a:cubicBezTo>
                    <a:cubicBezTo>
                      <a:pt x="36" y="9"/>
                      <a:pt x="36" y="9"/>
                      <a:pt x="36" y="9"/>
                    </a:cubicBezTo>
                    <a:cubicBezTo>
                      <a:pt x="35" y="8"/>
                      <a:pt x="36" y="10"/>
                      <a:pt x="36" y="11"/>
                    </a:cubicBezTo>
                    <a:cubicBezTo>
                      <a:pt x="36" y="12"/>
                      <a:pt x="36" y="11"/>
                      <a:pt x="35" y="10"/>
                    </a:cubicBezTo>
                    <a:cubicBezTo>
                      <a:pt x="35" y="9"/>
                      <a:pt x="36" y="10"/>
                      <a:pt x="36" y="10"/>
                    </a:cubicBezTo>
                    <a:cubicBezTo>
                      <a:pt x="35" y="9"/>
                      <a:pt x="35" y="9"/>
                      <a:pt x="35" y="9"/>
                    </a:cubicBezTo>
                    <a:cubicBezTo>
                      <a:pt x="35" y="9"/>
                      <a:pt x="36" y="10"/>
                      <a:pt x="35" y="10"/>
                    </a:cubicBezTo>
                    <a:cubicBezTo>
                      <a:pt x="35" y="10"/>
                      <a:pt x="35" y="10"/>
                      <a:pt x="35" y="9"/>
                    </a:cubicBezTo>
                    <a:cubicBezTo>
                      <a:pt x="35" y="10"/>
                      <a:pt x="35" y="10"/>
                      <a:pt x="35" y="10"/>
                    </a:cubicBezTo>
                    <a:cubicBezTo>
                      <a:pt x="35" y="11"/>
                      <a:pt x="35" y="11"/>
                      <a:pt x="35" y="12"/>
                    </a:cubicBezTo>
                    <a:cubicBezTo>
                      <a:pt x="35" y="12"/>
                      <a:pt x="35" y="13"/>
                      <a:pt x="35" y="12"/>
                    </a:cubicBezTo>
                    <a:cubicBezTo>
                      <a:pt x="35" y="12"/>
                      <a:pt x="35" y="12"/>
                      <a:pt x="35" y="12"/>
                    </a:cubicBezTo>
                    <a:cubicBezTo>
                      <a:pt x="35" y="12"/>
                      <a:pt x="35" y="12"/>
                      <a:pt x="35" y="13"/>
                    </a:cubicBezTo>
                    <a:cubicBezTo>
                      <a:pt x="35" y="11"/>
                      <a:pt x="35" y="11"/>
                      <a:pt x="35" y="11"/>
                    </a:cubicBezTo>
                    <a:cubicBezTo>
                      <a:pt x="35" y="12"/>
                      <a:pt x="35" y="12"/>
                      <a:pt x="35" y="13"/>
                    </a:cubicBezTo>
                    <a:cubicBezTo>
                      <a:pt x="34" y="11"/>
                      <a:pt x="34" y="9"/>
                      <a:pt x="33" y="9"/>
                    </a:cubicBezTo>
                    <a:cubicBezTo>
                      <a:pt x="34" y="10"/>
                      <a:pt x="34" y="10"/>
                      <a:pt x="34" y="10"/>
                    </a:cubicBezTo>
                    <a:cubicBezTo>
                      <a:pt x="34" y="11"/>
                      <a:pt x="33" y="10"/>
                      <a:pt x="33" y="9"/>
                    </a:cubicBezTo>
                    <a:cubicBezTo>
                      <a:pt x="33" y="8"/>
                      <a:pt x="34" y="14"/>
                      <a:pt x="33" y="13"/>
                    </a:cubicBezTo>
                    <a:cubicBezTo>
                      <a:pt x="33" y="11"/>
                      <a:pt x="33" y="10"/>
                      <a:pt x="32" y="10"/>
                    </a:cubicBezTo>
                    <a:cubicBezTo>
                      <a:pt x="33" y="10"/>
                      <a:pt x="33" y="11"/>
                      <a:pt x="33" y="11"/>
                    </a:cubicBezTo>
                    <a:cubicBezTo>
                      <a:pt x="33" y="12"/>
                      <a:pt x="32" y="10"/>
                      <a:pt x="33" y="11"/>
                    </a:cubicBezTo>
                    <a:cubicBezTo>
                      <a:pt x="33" y="12"/>
                      <a:pt x="33" y="12"/>
                      <a:pt x="33" y="12"/>
                    </a:cubicBezTo>
                    <a:cubicBezTo>
                      <a:pt x="32" y="8"/>
                      <a:pt x="32" y="11"/>
                      <a:pt x="31" y="9"/>
                    </a:cubicBezTo>
                    <a:cubicBezTo>
                      <a:pt x="31" y="12"/>
                      <a:pt x="31" y="10"/>
                      <a:pt x="31" y="11"/>
                    </a:cubicBezTo>
                    <a:cubicBezTo>
                      <a:pt x="30" y="9"/>
                      <a:pt x="31" y="12"/>
                      <a:pt x="30" y="10"/>
                    </a:cubicBezTo>
                    <a:cubicBezTo>
                      <a:pt x="31" y="13"/>
                      <a:pt x="31" y="13"/>
                      <a:pt x="31" y="13"/>
                    </a:cubicBezTo>
                    <a:cubicBezTo>
                      <a:pt x="30" y="11"/>
                      <a:pt x="32" y="16"/>
                      <a:pt x="31" y="13"/>
                    </a:cubicBezTo>
                    <a:cubicBezTo>
                      <a:pt x="30" y="13"/>
                      <a:pt x="30" y="12"/>
                      <a:pt x="30" y="11"/>
                    </a:cubicBezTo>
                    <a:cubicBezTo>
                      <a:pt x="29" y="9"/>
                      <a:pt x="30" y="14"/>
                      <a:pt x="29" y="11"/>
                    </a:cubicBezTo>
                    <a:cubicBezTo>
                      <a:pt x="30" y="14"/>
                      <a:pt x="30" y="14"/>
                      <a:pt x="30" y="14"/>
                    </a:cubicBezTo>
                    <a:cubicBezTo>
                      <a:pt x="30" y="13"/>
                      <a:pt x="29" y="12"/>
                      <a:pt x="29" y="11"/>
                    </a:cubicBezTo>
                    <a:cubicBezTo>
                      <a:pt x="29" y="12"/>
                      <a:pt x="29" y="13"/>
                      <a:pt x="29" y="12"/>
                    </a:cubicBezTo>
                    <a:cubicBezTo>
                      <a:pt x="28" y="11"/>
                      <a:pt x="28" y="11"/>
                      <a:pt x="28" y="11"/>
                    </a:cubicBezTo>
                    <a:cubicBezTo>
                      <a:pt x="28" y="10"/>
                      <a:pt x="28" y="11"/>
                      <a:pt x="28" y="12"/>
                    </a:cubicBezTo>
                    <a:cubicBezTo>
                      <a:pt x="28" y="11"/>
                      <a:pt x="28" y="12"/>
                      <a:pt x="27" y="11"/>
                    </a:cubicBezTo>
                    <a:cubicBezTo>
                      <a:pt x="28" y="13"/>
                      <a:pt x="26" y="10"/>
                      <a:pt x="27" y="13"/>
                    </a:cubicBezTo>
                    <a:cubicBezTo>
                      <a:pt x="27" y="12"/>
                      <a:pt x="27" y="12"/>
                      <a:pt x="27" y="12"/>
                    </a:cubicBezTo>
                    <a:cubicBezTo>
                      <a:pt x="27" y="13"/>
                      <a:pt x="28" y="15"/>
                      <a:pt x="28" y="15"/>
                    </a:cubicBezTo>
                    <a:cubicBezTo>
                      <a:pt x="27" y="13"/>
                      <a:pt x="27" y="13"/>
                      <a:pt x="27" y="13"/>
                    </a:cubicBezTo>
                    <a:cubicBezTo>
                      <a:pt x="26" y="11"/>
                      <a:pt x="27" y="13"/>
                      <a:pt x="26" y="12"/>
                    </a:cubicBezTo>
                    <a:cubicBezTo>
                      <a:pt x="27" y="13"/>
                      <a:pt x="26" y="12"/>
                      <a:pt x="26" y="13"/>
                    </a:cubicBezTo>
                    <a:cubicBezTo>
                      <a:pt x="26" y="14"/>
                      <a:pt x="26" y="14"/>
                      <a:pt x="26" y="14"/>
                    </a:cubicBezTo>
                    <a:cubicBezTo>
                      <a:pt x="27" y="15"/>
                      <a:pt x="27" y="15"/>
                      <a:pt x="27" y="15"/>
                    </a:cubicBezTo>
                    <a:cubicBezTo>
                      <a:pt x="26" y="15"/>
                      <a:pt x="26" y="13"/>
                      <a:pt x="26" y="13"/>
                    </a:cubicBezTo>
                    <a:cubicBezTo>
                      <a:pt x="25" y="12"/>
                      <a:pt x="26" y="13"/>
                      <a:pt x="26" y="13"/>
                    </a:cubicBezTo>
                    <a:cubicBezTo>
                      <a:pt x="26" y="13"/>
                      <a:pt x="26" y="13"/>
                      <a:pt x="26" y="14"/>
                    </a:cubicBezTo>
                    <a:cubicBezTo>
                      <a:pt x="26" y="13"/>
                      <a:pt x="26" y="13"/>
                      <a:pt x="26" y="13"/>
                    </a:cubicBezTo>
                    <a:cubicBezTo>
                      <a:pt x="26" y="13"/>
                      <a:pt x="26" y="13"/>
                      <a:pt x="26" y="14"/>
                    </a:cubicBezTo>
                    <a:cubicBezTo>
                      <a:pt x="26" y="13"/>
                      <a:pt x="26" y="13"/>
                      <a:pt x="25" y="13"/>
                    </a:cubicBezTo>
                    <a:cubicBezTo>
                      <a:pt x="26" y="13"/>
                      <a:pt x="26" y="13"/>
                      <a:pt x="26" y="13"/>
                    </a:cubicBezTo>
                    <a:cubicBezTo>
                      <a:pt x="25" y="13"/>
                      <a:pt x="25" y="13"/>
                      <a:pt x="25" y="13"/>
                    </a:cubicBezTo>
                    <a:cubicBezTo>
                      <a:pt x="25" y="13"/>
                      <a:pt x="25" y="13"/>
                      <a:pt x="25" y="13"/>
                    </a:cubicBezTo>
                    <a:cubicBezTo>
                      <a:pt x="25" y="13"/>
                      <a:pt x="25" y="13"/>
                      <a:pt x="25" y="13"/>
                    </a:cubicBezTo>
                    <a:cubicBezTo>
                      <a:pt x="25" y="11"/>
                      <a:pt x="25" y="11"/>
                      <a:pt x="25" y="11"/>
                    </a:cubicBezTo>
                    <a:cubicBezTo>
                      <a:pt x="24" y="11"/>
                      <a:pt x="25" y="13"/>
                      <a:pt x="25" y="13"/>
                    </a:cubicBezTo>
                    <a:cubicBezTo>
                      <a:pt x="24" y="12"/>
                      <a:pt x="24" y="14"/>
                      <a:pt x="24" y="15"/>
                    </a:cubicBezTo>
                    <a:cubicBezTo>
                      <a:pt x="24" y="15"/>
                      <a:pt x="24" y="14"/>
                      <a:pt x="24" y="14"/>
                    </a:cubicBezTo>
                    <a:cubicBezTo>
                      <a:pt x="24" y="15"/>
                      <a:pt x="24" y="16"/>
                      <a:pt x="24" y="15"/>
                    </a:cubicBezTo>
                    <a:cubicBezTo>
                      <a:pt x="24" y="16"/>
                      <a:pt x="23" y="14"/>
                      <a:pt x="23" y="14"/>
                    </a:cubicBezTo>
                    <a:cubicBezTo>
                      <a:pt x="23" y="14"/>
                      <a:pt x="24" y="15"/>
                      <a:pt x="24" y="15"/>
                    </a:cubicBezTo>
                    <a:cubicBezTo>
                      <a:pt x="23" y="13"/>
                      <a:pt x="23" y="17"/>
                      <a:pt x="23" y="15"/>
                    </a:cubicBezTo>
                    <a:cubicBezTo>
                      <a:pt x="23" y="15"/>
                      <a:pt x="22" y="14"/>
                      <a:pt x="22" y="14"/>
                    </a:cubicBezTo>
                    <a:cubicBezTo>
                      <a:pt x="22" y="15"/>
                      <a:pt x="22" y="16"/>
                      <a:pt x="23" y="17"/>
                    </a:cubicBezTo>
                    <a:cubicBezTo>
                      <a:pt x="22" y="16"/>
                      <a:pt x="22" y="16"/>
                      <a:pt x="22" y="16"/>
                    </a:cubicBezTo>
                    <a:cubicBezTo>
                      <a:pt x="22" y="16"/>
                      <a:pt x="22" y="16"/>
                      <a:pt x="22" y="17"/>
                    </a:cubicBezTo>
                    <a:cubicBezTo>
                      <a:pt x="23" y="18"/>
                      <a:pt x="23" y="20"/>
                      <a:pt x="23" y="19"/>
                    </a:cubicBezTo>
                    <a:cubicBezTo>
                      <a:pt x="23" y="19"/>
                      <a:pt x="23" y="19"/>
                      <a:pt x="23" y="19"/>
                    </a:cubicBezTo>
                    <a:cubicBezTo>
                      <a:pt x="22" y="20"/>
                      <a:pt x="22" y="20"/>
                      <a:pt x="22" y="20"/>
                    </a:cubicBezTo>
                    <a:cubicBezTo>
                      <a:pt x="22" y="19"/>
                      <a:pt x="22" y="20"/>
                      <a:pt x="22" y="19"/>
                    </a:cubicBezTo>
                    <a:cubicBezTo>
                      <a:pt x="21" y="16"/>
                      <a:pt x="21" y="17"/>
                      <a:pt x="21" y="17"/>
                    </a:cubicBezTo>
                    <a:cubicBezTo>
                      <a:pt x="21" y="19"/>
                      <a:pt x="21" y="19"/>
                      <a:pt x="21" y="19"/>
                    </a:cubicBezTo>
                    <a:cubicBezTo>
                      <a:pt x="21" y="19"/>
                      <a:pt x="21" y="17"/>
                      <a:pt x="21" y="17"/>
                    </a:cubicBezTo>
                    <a:cubicBezTo>
                      <a:pt x="22" y="22"/>
                      <a:pt x="22" y="22"/>
                      <a:pt x="22" y="22"/>
                    </a:cubicBezTo>
                    <a:cubicBezTo>
                      <a:pt x="22" y="22"/>
                      <a:pt x="21" y="20"/>
                      <a:pt x="21" y="19"/>
                    </a:cubicBezTo>
                    <a:cubicBezTo>
                      <a:pt x="21" y="20"/>
                      <a:pt x="22" y="22"/>
                      <a:pt x="22" y="24"/>
                    </a:cubicBezTo>
                    <a:cubicBezTo>
                      <a:pt x="22" y="24"/>
                      <a:pt x="22" y="25"/>
                      <a:pt x="22" y="25"/>
                    </a:cubicBezTo>
                    <a:cubicBezTo>
                      <a:pt x="21" y="24"/>
                      <a:pt x="22" y="25"/>
                      <a:pt x="22" y="24"/>
                    </a:cubicBezTo>
                    <a:cubicBezTo>
                      <a:pt x="21" y="22"/>
                      <a:pt x="21" y="22"/>
                      <a:pt x="21" y="22"/>
                    </a:cubicBezTo>
                    <a:cubicBezTo>
                      <a:pt x="21" y="22"/>
                      <a:pt x="20" y="20"/>
                      <a:pt x="20" y="19"/>
                    </a:cubicBezTo>
                    <a:cubicBezTo>
                      <a:pt x="20" y="20"/>
                      <a:pt x="19" y="19"/>
                      <a:pt x="19" y="19"/>
                    </a:cubicBezTo>
                    <a:cubicBezTo>
                      <a:pt x="20" y="22"/>
                      <a:pt x="19" y="21"/>
                      <a:pt x="20" y="23"/>
                    </a:cubicBezTo>
                    <a:cubicBezTo>
                      <a:pt x="20" y="24"/>
                      <a:pt x="19" y="21"/>
                      <a:pt x="19" y="21"/>
                    </a:cubicBezTo>
                    <a:cubicBezTo>
                      <a:pt x="19" y="22"/>
                      <a:pt x="18" y="21"/>
                      <a:pt x="18" y="22"/>
                    </a:cubicBezTo>
                    <a:cubicBezTo>
                      <a:pt x="18" y="21"/>
                      <a:pt x="18" y="21"/>
                      <a:pt x="18" y="21"/>
                    </a:cubicBezTo>
                    <a:cubicBezTo>
                      <a:pt x="18" y="22"/>
                      <a:pt x="17" y="21"/>
                      <a:pt x="18" y="24"/>
                    </a:cubicBezTo>
                    <a:cubicBezTo>
                      <a:pt x="17" y="22"/>
                      <a:pt x="17" y="22"/>
                      <a:pt x="17" y="22"/>
                    </a:cubicBezTo>
                    <a:cubicBezTo>
                      <a:pt x="17" y="22"/>
                      <a:pt x="19" y="25"/>
                      <a:pt x="18" y="24"/>
                    </a:cubicBezTo>
                    <a:cubicBezTo>
                      <a:pt x="17" y="23"/>
                      <a:pt x="17" y="23"/>
                      <a:pt x="17" y="23"/>
                    </a:cubicBezTo>
                    <a:cubicBezTo>
                      <a:pt x="18" y="24"/>
                      <a:pt x="16" y="22"/>
                      <a:pt x="17" y="24"/>
                    </a:cubicBezTo>
                    <a:cubicBezTo>
                      <a:pt x="17" y="23"/>
                      <a:pt x="17" y="23"/>
                      <a:pt x="17" y="23"/>
                    </a:cubicBezTo>
                    <a:cubicBezTo>
                      <a:pt x="17" y="23"/>
                      <a:pt x="16" y="23"/>
                      <a:pt x="17" y="25"/>
                    </a:cubicBezTo>
                    <a:cubicBezTo>
                      <a:pt x="16" y="23"/>
                      <a:pt x="16" y="23"/>
                      <a:pt x="16" y="23"/>
                    </a:cubicBezTo>
                    <a:cubicBezTo>
                      <a:pt x="15" y="22"/>
                      <a:pt x="17" y="25"/>
                      <a:pt x="16" y="24"/>
                    </a:cubicBezTo>
                    <a:cubicBezTo>
                      <a:pt x="16" y="24"/>
                      <a:pt x="16" y="23"/>
                      <a:pt x="16" y="23"/>
                    </a:cubicBezTo>
                    <a:cubicBezTo>
                      <a:pt x="16" y="24"/>
                      <a:pt x="16" y="24"/>
                      <a:pt x="16" y="25"/>
                    </a:cubicBezTo>
                    <a:cubicBezTo>
                      <a:pt x="15" y="23"/>
                      <a:pt x="15" y="23"/>
                      <a:pt x="15" y="23"/>
                    </a:cubicBezTo>
                    <a:cubicBezTo>
                      <a:pt x="14" y="23"/>
                      <a:pt x="13" y="23"/>
                      <a:pt x="13" y="26"/>
                    </a:cubicBezTo>
                    <a:cubicBezTo>
                      <a:pt x="11" y="24"/>
                      <a:pt x="12" y="24"/>
                      <a:pt x="11" y="23"/>
                    </a:cubicBezTo>
                    <a:cubicBezTo>
                      <a:pt x="12" y="25"/>
                      <a:pt x="11" y="24"/>
                      <a:pt x="11" y="24"/>
                    </a:cubicBezTo>
                    <a:cubicBezTo>
                      <a:pt x="11" y="24"/>
                      <a:pt x="11" y="24"/>
                      <a:pt x="11" y="24"/>
                    </a:cubicBezTo>
                    <a:cubicBezTo>
                      <a:pt x="11" y="25"/>
                      <a:pt x="11" y="23"/>
                      <a:pt x="11" y="24"/>
                    </a:cubicBezTo>
                    <a:cubicBezTo>
                      <a:pt x="11" y="25"/>
                      <a:pt x="11" y="25"/>
                      <a:pt x="11" y="25"/>
                    </a:cubicBezTo>
                    <a:cubicBezTo>
                      <a:pt x="12" y="26"/>
                      <a:pt x="10" y="22"/>
                      <a:pt x="11" y="25"/>
                    </a:cubicBezTo>
                    <a:cubicBezTo>
                      <a:pt x="10" y="23"/>
                      <a:pt x="10" y="23"/>
                      <a:pt x="10" y="23"/>
                    </a:cubicBezTo>
                    <a:cubicBezTo>
                      <a:pt x="11" y="26"/>
                      <a:pt x="9" y="23"/>
                      <a:pt x="10" y="25"/>
                    </a:cubicBezTo>
                    <a:cubicBezTo>
                      <a:pt x="10" y="24"/>
                      <a:pt x="10" y="24"/>
                      <a:pt x="10" y="24"/>
                    </a:cubicBezTo>
                    <a:cubicBezTo>
                      <a:pt x="9" y="24"/>
                      <a:pt x="11" y="27"/>
                      <a:pt x="10" y="25"/>
                    </a:cubicBezTo>
                    <a:cubicBezTo>
                      <a:pt x="10" y="26"/>
                      <a:pt x="10" y="26"/>
                      <a:pt x="11" y="28"/>
                    </a:cubicBezTo>
                    <a:cubicBezTo>
                      <a:pt x="9" y="26"/>
                      <a:pt x="9" y="26"/>
                      <a:pt x="9" y="26"/>
                    </a:cubicBezTo>
                    <a:cubicBezTo>
                      <a:pt x="9" y="27"/>
                      <a:pt x="8" y="27"/>
                      <a:pt x="9" y="30"/>
                    </a:cubicBezTo>
                    <a:cubicBezTo>
                      <a:pt x="8" y="29"/>
                      <a:pt x="8" y="29"/>
                      <a:pt x="8" y="29"/>
                    </a:cubicBezTo>
                    <a:cubicBezTo>
                      <a:pt x="9" y="31"/>
                      <a:pt x="6" y="27"/>
                      <a:pt x="8" y="31"/>
                    </a:cubicBezTo>
                    <a:cubicBezTo>
                      <a:pt x="9" y="33"/>
                      <a:pt x="9" y="33"/>
                      <a:pt x="9" y="33"/>
                    </a:cubicBezTo>
                    <a:cubicBezTo>
                      <a:pt x="8" y="30"/>
                      <a:pt x="8" y="30"/>
                      <a:pt x="8" y="30"/>
                    </a:cubicBezTo>
                    <a:cubicBezTo>
                      <a:pt x="8" y="32"/>
                      <a:pt x="7" y="31"/>
                      <a:pt x="8" y="32"/>
                    </a:cubicBezTo>
                    <a:cubicBezTo>
                      <a:pt x="7" y="31"/>
                      <a:pt x="7" y="31"/>
                      <a:pt x="7" y="31"/>
                    </a:cubicBezTo>
                    <a:cubicBezTo>
                      <a:pt x="7" y="31"/>
                      <a:pt x="8" y="33"/>
                      <a:pt x="8" y="33"/>
                    </a:cubicBezTo>
                    <a:cubicBezTo>
                      <a:pt x="7" y="32"/>
                      <a:pt x="7" y="32"/>
                      <a:pt x="7" y="32"/>
                    </a:cubicBezTo>
                    <a:cubicBezTo>
                      <a:pt x="5" y="30"/>
                      <a:pt x="2" y="29"/>
                      <a:pt x="4" y="33"/>
                    </a:cubicBezTo>
                    <a:cubicBezTo>
                      <a:pt x="4" y="33"/>
                      <a:pt x="3" y="31"/>
                      <a:pt x="3" y="31"/>
                    </a:cubicBezTo>
                    <a:cubicBezTo>
                      <a:pt x="4" y="34"/>
                      <a:pt x="0" y="30"/>
                      <a:pt x="2" y="35"/>
                    </a:cubicBezTo>
                    <a:cubicBezTo>
                      <a:pt x="3" y="36"/>
                      <a:pt x="6" y="41"/>
                      <a:pt x="6" y="41"/>
                    </a:cubicBezTo>
                    <a:cubicBezTo>
                      <a:pt x="6" y="39"/>
                      <a:pt x="9" y="40"/>
                      <a:pt x="11" y="42"/>
                    </a:cubicBezTo>
                    <a:cubicBezTo>
                      <a:pt x="11" y="41"/>
                      <a:pt x="11" y="40"/>
                      <a:pt x="12" y="41"/>
                    </a:cubicBezTo>
                    <a:cubicBezTo>
                      <a:pt x="13" y="40"/>
                      <a:pt x="17" y="43"/>
                      <a:pt x="17" y="40"/>
                    </a:cubicBezTo>
                    <a:cubicBezTo>
                      <a:pt x="17" y="40"/>
                      <a:pt x="16" y="39"/>
                      <a:pt x="16" y="38"/>
                    </a:cubicBezTo>
                    <a:cubicBezTo>
                      <a:pt x="17" y="39"/>
                      <a:pt x="17" y="39"/>
                      <a:pt x="17" y="39"/>
                    </a:cubicBezTo>
                    <a:cubicBezTo>
                      <a:pt x="16" y="38"/>
                      <a:pt x="16" y="38"/>
                      <a:pt x="16" y="38"/>
                    </a:cubicBezTo>
                    <a:cubicBezTo>
                      <a:pt x="16" y="37"/>
                      <a:pt x="17" y="39"/>
                      <a:pt x="17" y="39"/>
                    </a:cubicBezTo>
                    <a:cubicBezTo>
                      <a:pt x="17" y="39"/>
                      <a:pt x="18" y="38"/>
                      <a:pt x="18" y="38"/>
                    </a:cubicBezTo>
                    <a:cubicBezTo>
                      <a:pt x="18" y="36"/>
                      <a:pt x="19" y="38"/>
                      <a:pt x="18" y="36"/>
                    </a:cubicBezTo>
                    <a:cubicBezTo>
                      <a:pt x="18" y="37"/>
                      <a:pt x="18" y="37"/>
                      <a:pt x="18" y="37"/>
                    </a:cubicBezTo>
                    <a:cubicBezTo>
                      <a:pt x="18" y="36"/>
                      <a:pt x="18" y="35"/>
                      <a:pt x="20" y="38"/>
                    </a:cubicBezTo>
                    <a:cubicBezTo>
                      <a:pt x="22" y="39"/>
                      <a:pt x="23" y="37"/>
                      <a:pt x="25" y="37"/>
                    </a:cubicBezTo>
                    <a:cubicBezTo>
                      <a:pt x="26" y="35"/>
                      <a:pt x="27" y="33"/>
                      <a:pt x="29" y="32"/>
                    </a:cubicBezTo>
                    <a:cubicBezTo>
                      <a:pt x="28" y="28"/>
                      <a:pt x="29" y="30"/>
                      <a:pt x="28" y="27"/>
                    </a:cubicBezTo>
                    <a:cubicBezTo>
                      <a:pt x="29" y="28"/>
                      <a:pt x="29" y="28"/>
                      <a:pt x="29" y="28"/>
                    </a:cubicBezTo>
                    <a:cubicBezTo>
                      <a:pt x="28" y="26"/>
                      <a:pt x="29" y="28"/>
                      <a:pt x="30" y="29"/>
                    </a:cubicBezTo>
                    <a:cubicBezTo>
                      <a:pt x="29" y="28"/>
                      <a:pt x="30" y="29"/>
                      <a:pt x="29" y="27"/>
                    </a:cubicBezTo>
                    <a:cubicBezTo>
                      <a:pt x="29" y="25"/>
                      <a:pt x="30" y="30"/>
                      <a:pt x="30" y="29"/>
                    </a:cubicBezTo>
                    <a:cubicBezTo>
                      <a:pt x="30" y="29"/>
                      <a:pt x="30" y="27"/>
                      <a:pt x="30" y="28"/>
                    </a:cubicBezTo>
                    <a:cubicBezTo>
                      <a:pt x="30" y="26"/>
                      <a:pt x="30" y="29"/>
                      <a:pt x="31" y="31"/>
                    </a:cubicBezTo>
                    <a:cubicBezTo>
                      <a:pt x="32" y="30"/>
                      <a:pt x="32" y="28"/>
                      <a:pt x="33" y="29"/>
                    </a:cubicBezTo>
                    <a:cubicBezTo>
                      <a:pt x="33" y="29"/>
                      <a:pt x="33" y="27"/>
                      <a:pt x="33" y="27"/>
                    </a:cubicBezTo>
                    <a:cubicBezTo>
                      <a:pt x="34" y="30"/>
                      <a:pt x="33" y="26"/>
                      <a:pt x="33" y="27"/>
                    </a:cubicBezTo>
                    <a:cubicBezTo>
                      <a:pt x="34" y="28"/>
                      <a:pt x="34" y="28"/>
                      <a:pt x="34" y="28"/>
                    </a:cubicBezTo>
                    <a:cubicBezTo>
                      <a:pt x="34" y="30"/>
                      <a:pt x="34" y="28"/>
                      <a:pt x="35" y="29"/>
                    </a:cubicBezTo>
                    <a:cubicBezTo>
                      <a:pt x="35" y="28"/>
                      <a:pt x="36" y="30"/>
                      <a:pt x="36" y="29"/>
                    </a:cubicBezTo>
                    <a:cubicBezTo>
                      <a:pt x="36" y="30"/>
                      <a:pt x="36" y="29"/>
                      <a:pt x="36" y="30"/>
                    </a:cubicBezTo>
                    <a:cubicBezTo>
                      <a:pt x="36" y="26"/>
                      <a:pt x="37" y="31"/>
                      <a:pt x="37" y="29"/>
                    </a:cubicBezTo>
                    <a:cubicBezTo>
                      <a:pt x="37" y="29"/>
                      <a:pt x="37" y="29"/>
                      <a:pt x="37" y="29"/>
                    </a:cubicBezTo>
                    <a:cubicBezTo>
                      <a:pt x="38" y="29"/>
                      <a:pt x="39" y="29"/>
                      <a:pt x="40" y="27"/>
                    </a:cubicBezTo>
                    <a:cubicBezTo>
                      <a:pt x="40" y="27"/>
                      <a:pt x="41" y="30"/>
                      <a:pt x="41" y="28"/>
                    </a:cubicBezTo>
                    <a:cubicBezTo>
                      <a:pt x="41" y="27"/>
                      <a:pt x="41" y="27"/>
                      <a:pt x="41" y="27"/>
                    </a:cubicBezTo>
                    <a:cubicBezTo>
                      <a:pt x="41" y="27"/>
                      <a:pt x="41" y="28"/>
                      <a:pt x="42" y="28"/>
                    </a:cubicBezTo>
                    <a:cubicBezTo>
                      <a:pt x="42" y="27"/>
                      <a:pt x="42" y="28"/>
                      <a:pt x="43" y="28"/>
                    </a:cubicBezTo>
                    <a:cubicBezTo>
                      <a:pt x="43" y="28"/>
                      <a:pt x="43" y="27"/>
                      <a:pt x="42" y="27"/>
                    </a:cubicBezTo>
                    <a:cubicBezTo>
                      <a:pt x="43" y="29"/>
                      <a:pt x="43" y="26"/>
                      <a:pt x="44" y="27"/>
                    </a:cubicBezTo>
                    <a:cubicBezTo>
                      <a:pt x="43" y="24"/>
                      <a:pt x="44" y="26"/>
                      <a:pt x="44" y="2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0" name="Freeform 193"/>
              <p:cNvSpPr/>
              <p:nvPr/>
            </p:nvSpPr>
            <p:spPr bwMode="auto">
              <a:xfrm>
                <a:off x="3192" y="2160"/>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1" name="Freeform 194"/>
              <p:cNvSpPr/>
              <p:nvPr/>
            </p:nvSpPr>
            <p:spPr bwMode="auto">
              <a:xfrm>
                <a:off x="3146" y="2177"/>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2" name="Freeform 195"/>
              <p:cNvSpPr/>
              <p:nvPr/>
            </p:nvSpPr>
            <p:spPr bwMode="auto">
              <a:xfrm>
                <a:off x="3264" y="1853"/>
                <a:ext cx="2" cy="4"/>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1" y="0"/>
                      <a:pt x="0" y="2"/>
                      <a:pt x="0" y="1"/>
                    </a:cubicBezTo>
                    <a:cubicBezTo>
                      <a:pt x="0" y="2"/>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3" name="Freeform 196"/>
              <p:cNvSpPr/>
              <p:nvPr/>
            </p:nvSpPr>
            <p:spPr bwMode="auto">
              <a:xfrm>
                <a:off x="3209" y="1836"/>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4" name="Freeform 197"/>
              <p:cNvSpPr/>
              <p:nvPr/>
            </p:nvSpPr>
            <p:spPr bwMode="auto">
              <a:xfrm>
                <a:off x="3343" y="2470"/>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5" name="Freeform 198"/>
              <p:cNvSpPr/>
              <p:nvPr/>
            </p:nvSpPr>
            <p:spPr bwMode="auto">
              <a:xfrm>
                <a:off x="3186" y="18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6" name="Freeform 199"/>
              <p:cNvSpPr/>
              <p:nvPr/>
            </p:nvSpPr>
            <p:spPr bwMode="auto">
              <a:xfrm>
                <a:off x="3188" y="1825"/>
                <a:ext cx="2" cy="4"/>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0"/>
                      <a:pt x="0" y="2"/>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7" name="Freeform 200"/>
              <p:cNvSpPr/>
              <p:nvPr/>
            </p:nvSpPr>
            <p:spPr bwMode="auto">
              <a:xfrm>
                <a:off x="3184" y="1833"/>
                <a:ext cx="2"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8" name="Freeform 201"/>
              <p:cNvSpPr/>
              <p:nvPr/>
            </p:nvSpPr>
            <p:spPr bwMode="auto">
              <a:xfrm>
                <a:off x="3351" y="2465"/>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9" name="Freeform 202"/>
              <p:cNvSpPr/>
              <p:nvPr/>
            </p:nvSpPr>
            <p:spPr bwMode="auto">
              <a:xfrm>
                <a:off x="3173" y="1831"/>
                <a:ext cx="2" cy="5"/>
              </a:xfrm>
              <a:custGeom>
                <a:avLst/>
                <a:gdLst>
                  <a:gd name="T0" fmla="*/ 2 w 2"/>
                  <a:gd name="T1" fmla="*/ 0 h 5"/>
                  <a:gd name="T2" fmla="*/ 2 w 2"/>
                  <a:gd name="T3" fmla="*/ 0 h 5"/>
                  <a:gd name="T4" fmla="*/ 0 w 2"/>
                  <a:gd name="T5" fmla="*/ 5 h 5"/>
                  <a:gd name="T6" fmla="*/ 2 w 2"/>
                  <a:gd name="T7" fmla="*/ 0 h 5"/>
                </a:gdLst>
                <a:ahLst/>
                <a:cxnLst>
                  <a:cxn ang="0">
                    <a:pos x="T0" y="T1"/>
                  </a:cxn>
                  <a:cxn ang="0">
                    <a:pos x="T2" y="T3"/>
                  </a:cxn>
                  <a:cxn ang="0">
                    <a:pos x="T4" y="T5"/>
                  </a:cxn>
                  <a:cxn ang="0">
                    <a:pos x="T6" y="T7"/>
                  </a:cxn>
                </a:cxnLst>
                <a:rect l="0" t="0" r="r" b="b"/>
                <a:pathLst>
                  <a:path w="2" h="5">
                    <a:moveTo>
                      <a:pt x="2" y="0"/>
                    </a:moveTo>
                    <a:lnTo>
                      <a:pt x="2" y="0"/>
                    </a:lnTo>
                    <a:lnTo>
                      <a:pt x="0" y="5"/>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0" name="Freeform 203"/>
              <p:cNvSpPr/>
              <p:nvPr/>
            </p:nvSpPr>
            <p:spPr bwMode="auto">
              <a:xfrm>
                <a:off x="3536" y="1554"/>
                <a:ext cx="8" cy="2"/>
              </a:xfrm>
              <a:custGeom>
                <a:avLst/>
                <a:gdLst>
                  <a:gd name="T0" fmla="*/ 0 w 4"/>
                  <a:gd name="T1" fmla="*/ 1 h 1"/>
                  <a:gd name="T2" fmla="*/ 0 w 4"/>
                  <a:gd name="T3" fmla="*/ 1 h 1"/>
                  <a:gd name="T4" fmla="*/ 1 w 4"/>
                  <a:gd name="T5" fmla="*/ 1 h 1"/>
                  <a:gd name="T6" fmla="*/ 2 w 4"/>
                  <a:gd name="T7" fmla="*/ 0 h 1"/>
                  <a:gd name="T8" fmla="*/ 4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0" y="1"/>
                      <a:pt x="0" y="1"/>
                    </a:cubicBezTo>
                    <a:cubicBezTo>
                      <a:pt x="0" y="1"/>
                      <a:pt x="1" y="1"/>
                      <a:pt x="1" y="1"/>
                    </a:cubicBezTo>
                    <a:cubicBezTo>
                      <a:pt x="2" y="1"/>
                      <a:pt x="3" y="1"/>
                      <a:pt x="2" y="0"/>
                    </a:cubicBezTo>
                    <a:cubicBezTo>
                      <a:pt x="3" y="0"/>
                      <a:pt x="4" y="0"/>
                      <a:pt x="4" y="0"/>
                    </a:cubicBezTo>
                    <a:cubicBezTo>
                      <a:pt x="3"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1" name="Freeform 204"/>
              <p:cNvSpPr/>
              <p:nvPr/>
            </p:nvSpPr>
            <p:spPr bwMode="auto">
              <a:xfrm>
                <a:off x="3538" y="155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grpSp>
          <p:nvGrpSpPr>
            <p:cNvPr id="5" name="Group 406"/>
            <p:cNvGrpSpPr/>
            <p:nvPr/>
          </p:nvGrpSpPr>
          <p:grpSpPr bwMode="auto">
            <a:xfrm>
              <a:off x="3112" y="1551"/>
              <a:ext cx="1462" cy="1559"/>
              <a:chOff x="3112" y="1551"/>
              <a:chExt cx="1462" cy="1559"/>
            </a:xfrm>
            <a:grpFill/>
          </p:grpSpPr>
          <p:sp>
            <p:nvSpPr>
              <p:cNvPr id="52" name="Freeform 206"/>
              <p:cNvSpPr/>
              <p:nvPr/>
            </p:nvSpPr>
            <p:spPr bwMode="auto">
              <a:xfrm>
                <a:off x="3534" y="1558"/>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3" name="Freeform 207"/>
              <p:cNvSpPr/>
              <p:nvPr/>
            </p:nvSpPr>
            <p:spPr bwMode="auto">
              <a:xfrm>
                <a:off x="3513" y="1581"/>
                <a:ext cx="4"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4" name="Freeform 208"/>
              <p:cNvSpPr/>
              <p:nvPr/>
            </p:nvSpPr>
            <p:spPr bwMode="auto">
              <a:xfrm>
                <a:off x="3513" y="1579"/>
                <a:ext cx="6" cy="2"/>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5" name="Freeform 209"/>
              <p:cNvSpPr/>
              <p:nvPr/>
            </p:nvSpPr>
            <p:spPr bwMode="auto">
              <a:xfrm>
                <a:off x="3536" y="1551"/>
                <a:ext cx="4"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lnTo>
                      <a:pt x="2"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6" name="Freeform 210"/>
              <p:cNvSpPr/>
              <p:nvPr/>
            </p:nvSpPr>
            <p:spPr bwMode="auto">
              <a:xfrm>
                <a:off x="3112" y="1810"/>
                <a:ext cx="161" cy="87"/>
              </a:xfrm>
              <a:custGeom>
                <a:avLst/>
                <a:gdLst>
                  <a:gd name="T0" fmla="*/ 12 w 76"/>
                  <a:gd name="T1" fmla="*/ 18 h 41"/>
                  <a:gd name="T2" fmla="*/ 22 w 76"/>
                  <a:gd name="T3" fmla="*/ 26 h 41"/>
                  <a:gd name="T4" fmla="*/ 33 w 76"/>
                  <a:gd name="T5" fmla="*/ 25 h 41"/>
                  <a:gd name="T6" fmla="*/ 37 w 76"/>
                  <a:gd name="T7" fmla="*/ 28 h 41"/>
                  <a:gd name="T8" fmla="*/ 43 w 76"/>
                  <a:gd name="T9" fmla="*/ 32 h 41"/>
                  <a:gd name="T10" fmla="*/ 48 w 76"/>
                  <a:gd name="T11" fmla="*/ 35 h 41"/>
                  <a:gd name="T12" fmla="*/ 53 w 76"/>
                  <a:gd name="T13" fmla="*/ 33 h 41"/>
                  <a:gd name="T14" fmla="*/ 60 w 76"/>
                  <a:gd name="T15" fmla="*/ 35 h 41"/>
                  <a:gd name="T16" fmla="*/ 63 w 76"/>
                  <a:gd name="T17" fmla="*/ 36 h 41"/>
                  <a:gd name="T18" fmla="*/ 67 w 76"/>
                  <a:gd name="T19" fmla="*/ 40 h 41"/>
                  <a:gd name="T20" fmla="*/ 69 w 76"/>
                  <a:gd name="T21" fmla="*/ 40 h 41"/>
                  <a:gd name="T22" fmla="*/ 72 w 76"/>
                  <a:gd name="T23" fmla="*/ 38 h 41"/>
                  <a:gd name="T24" fmla="*/ 74 w 76"/>
                  <a:gd name="T25" fmla="*/ 36 h 41"/>
                  <a:gd name="T26" fmla="*/ 75 w 76"/>
                  <a:gd name="T27" fmla="*/ 34 h 41"/>
                  <a:gd name="T28" fmla="*/ 71 w 76"/>
                  <a:gd name="T29" fmla="*/ 33 h 41"/>
                  <a:gd name="T30" fmla="*/ 72 w 76"/>
                  <a:gd name="T31" fmla="*/ 31 h 41"/>
                  <a:gd name="T32" fmla="*/ 71 w 76"/>
                  <a:gd name="T33" fmla="*/ 29 h 41"/>
                  <a:gd name="T34" fmla="*/ 73 w 76"/>
                  <a:gd name="T35" fmla="*/ 25 h 41"/>
                  <a:gd name="T36" fmla="*/ 75 w 76"/>
                  <a:gd name="T37" fmla="*/ 22 h 41"/>
                  <a:gd name="T38" fmla="*/ 71 w 76"/>
                  <a:gd name="T39" fmla="*/ 25 h 41"/>
                  <a:gd name="T40" fmla="*/ 67 w 76"/>
                  <a:gd name="T41" fmla="*/ 28 h 41"/>
                  <a:gd name="T42" fmla="*/ 70 w 76"/>
                  <a:gd name="T43" fmla="*/ 22 h 41"/>
                  <a:gd name="T44" fmla="*/ 69 w 76"/>
                  <a:gd name="T45" fmla="*/ 23 h 41"/>
                  <a:gd name="T46" fmla="*/ 70 w 76"/>
                  <a:gd name="T47" fmla="*/ 20 h 41"/>
                  <a:gd name="T48" fmla="*/ 68 w 76"/>
                  <a:gd name="T49" fmla="*/ 20 h 41"/>
                  <a:gd name="T50" fmla="*/ 67 w 76"/>
                  <a:gd name="T51" fmla="*/ 19 h 41"/>
                  <a:gd name="T52" fmla="*/ 62 w 76"/>
                  <a:gd name="T53" fmla="*/ 24 h 41"/>
                  <a:gd name="T54" fmla="*/ 66 w 76"/>
                  <a:gd name="T55" fmla="*/ 18 h 41"/>
                  <a:gd name="T56" fmla="*/ 65 w 76"/>
                  <a:gd name="T57" fmla="*/ 18 h 41"/>
                  <a:gd name="T58" fmla="*/ 60 w 76"/>
                  <a:gd name="T59" fmla="*/ 17 h 41"/>
                  <a:gd name="T60" fmla="*/ 58 w 76"/>
                  <a:gd name="T61" fmla="*/ 17 h 41"/>
                  <a:gd name="T62" fmla="*/ 55 w 76"/>
                  <a:gd name="T63" fmla="*/ 15 h 41"/>
                  <a:gd name="T64" fmla="*/ 53 w 76"/>
                  <a:gd name="T65" fmla="*/ 16 h 41"/>
                  <a:gd name="T66" fmla="*/ 53 w 76"/>
                  <a:gd name="T67" fmla="*/ 15 h 41"/>
                  <a:gd name="T68" fmla="*/ 52 w 76"/>
                  <a:gd name="T69" fmla="*/ 14 h 41"/>
                  <a:gd name="T70" fmla="*/ 50 w 76"/>
                  <a:gd name="T71" fmla="*/ 16 h 41"/>
                  <a:gd name="T72" fmla="*/ 49 w 76"/>
                  <a:gd name="T73" fmla="*/ 13 h 41"/>
                  <a:gd name="T74" fmla="*/ 47 w 76"/>
                  <a:gd name="T75" fmla="*/ 12 h 41"/>
                  <a:gd name="T76" fmla="*/ 45 w 76"/>
                  <a:gd name="T77" fmla="*/ 12 h 41"/>
                  <a:gd name="T78" fmla="*/ 43 w 76"/>
                  <a:gd name="T79" fmla="*/ 11 h 41"/>
                  <a:gd name="T80" fmla="*/ 40 w 76"/>
                  <a:gd name="T81" fmla="*/ 13 h 41"/>
                  <a:gd name="T82" fmla="*/ 40 w 76"/>
                  <a:gd name="T83" fmla="*/ 11 h 41"/>
                  <a:gd name="T84" fmla="*/ 40 w 76"/>
                  <a:gd name="T85" fmla="*/ 11 h 41"/>
                  <a:gd name="T86" fmla="*/ 37 w 76"/>
                  <a:gd name="T87" fmla="*/ 10 h 41"/>
                  <a:gd name="T88" fmla="*/ 34 w 76"/>
                  <a:gd name="T89" fmla="*/ 13 h 41"/>
                  <a:gd name="T90" fmla="*/ 31 w 76"/>
                  <a:gd name="T91" fmla="*/ 14 h 41"/>
                  <a:gd name="T92" fmla="*/ 31 w 76"/>
                  <a:gd name="T93" fmla="*/ 10 h 41"/>
                  <a:gd name="T94" fmla="*/ 26 w 76"/>
                  <a:gd name="T95" fmla="*/ 12 h 41"/>
                  <a:gd name="T96" fmla="*/ 24 w 76"/>
                  <a:gd name="T97" fmla="*/ 12 h 41"/>
                  <a:gd name="T98" fmla="*/ 20 w 76"/>
                  <a:gd name="T99" fmla="*/ 9 h 41"/>
                  <a:gd name="T100" fmla="*/ 20 w 76"/>
                  <a:gd name="T101" fmla="*/ 7 h 41"/>
                  <a:gd name="T102" fmla="*/ 18 w 76"/>
                  <a:gd name="T103" fmla="*/ 6 h 41"/>
                  <a:gd name="T104" fmla="*/ 11 w 76"/>
                  <a:gd name="T105" fmla="*/ 8 h 41"/>
                  <a:gd name="T106" fmla="*/ 4 w 76"/>
                  <a:gd name="T107"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41">
                    <a:moveTo>
                      <a:pt x="3" y="15"/>
                    </a:moveTo>
                    <a:cubicBezTo>
                      <a:pt x="4" y="15"/>
                      <a:pt x="5" y="15"/>
                      <a:pt x="5" y="16"/>
                    </a:cubicBezTo>
                    <a:cubicBezTo>
                      <a:pt x="7" y="16"/>
                      <a:pt x="8" y="22"/>
                      <a:pt x="11" y="21"/>
                    </a:cubicBezTo>
                    <a:cubicBezTo>
                      <a:pt x="11" y="20"/>
                      <a:pt x="11" y="19"/>
                      <a:pt x="12" y="19"/>
                    </a:cubicBezTo>
                    <a:cubicBezTo>
                      <a:pt x="11" y="20"/>
                      <a:pt x="11" y="20"/>
                      <a:pt x="11" y="20"/>
                    </a:cubicBezTo>
                    <a:cubicBezTo>
                      <a:pt x="12" y="18"/>
                      <a:pt x="12" y="18"/>
                      <a:pt x="12" y="18"/>
                    </a:cubicBezTo>
                    <a:cubicBezTo>
                      <a:pt x="13" y="18"/>
                      <a:pt x="12" y="20"/>
                      <a:pt x="11" y="20"/>
                    </a:cubicBezTo>
                    <a:cubicBezTo>
                      <a:pt x="12" y="21"/>
                      <a:pt x="13" y="20"/>
                      <a:pt x="14" y="21"/>
                    </a:cubicBezTo>
                    <a:cubicBezTo>
                      <a:pt x="15" y="19"/>
                      <a:pt x="15" y="21"/>
                      <a:pt x="15" y="19"/>
                    </a:cubicBezTo>
                    <a:cubicBezTo>
                      <a:pt x="15" y="20"/>
                      <a:pt x="15" y="20"/>
                      <a:pt x="15" y="20"/>
                    </a:cubicBezTo>
                    <a:cubicBezTo>
                      <a:pt x="16" y="19"/>
                      <a:pt x="16" y="19"/>
                      <a:pt x="16" y="22"/>
                    </a:cubicBezTo>
                    <a:cubicBezTo>
                      <a:pt x="17" y="25"/>
                      <a:pt x="20" y="24"/>
                      <a:pt x="22" y="26"/>
                    </a:cubicBezTo>
                    <a:cubicBezTo>
                      <a:pt x="24" y="27"/>
                      <a:pt x="27" y="26"/>
                      <a:pt x="30" y="26"/>
                    </a:cubicBezTo>
                    <a:cubicBezTo>
                      <a:pt x="31" y="23"/>
                      <a:pt x="31" y="25"/>
                      <a:pt x="33" y="22"/>
                    </a:cubicBezTo>
                    <a:cubicBezTo>
                      <a:pt x="32" y="23"/>
                      <a:pt x="32" y="23"/>
                      <a:pt x="32" y="23"/>
                    </a:cubicBezTo>
                    <a:cubicBezTo>
                      <a:pt x="33" y="22"/>
                      <a:pt x="33" y="24"/>
                      <a:pt x="33" y="25"/>
                    </a:cubicBezTo>
                    <a:cubicBezTo>
                      <a:pt x="33" y="24"/>
                      <a:pt x="33" y="25"/>
                      <a:pt x="34" y="23"/>
                    </a:cubicBezTo>
                    <a:cubicBezTo>
                      <a:pt x="34" y="22"/>
                      <a:pt x="33" y="26"/>
                      <a:pt x="33" y="25"/>
                    </a:cubicBezTo>
                    <a:cubicBezTo>
                      <a:pt x="33" y="26"/>
                      <a:pt x="34" y="24"/>
                      <a:pt x="34" y="24"/>
                    </a:cubicBezTo>
                    <a:cubicBezTo>
                      <a:pt x="35" y="23"/>
                      <a:pt x="33" y="25"/>
                      <a:pt x="33" y="28"/>
                    </a:cubicBezTo>
                    <a:cubicBezTo>
                      <a:pt x="34" y="27"/>
                      <a:pt x="36" y="26"/>
                      <a:pt x="37" y="27"/>
                    </a:cubicBezTo>
                    <a:cubicBezTo>
                      <a:pt x="36" y="28"/>
                      <a:pt x="37" y="26"/>
                      <a:pt x="37" y="26"/>
                    </a:cubicBezTo>
                    <a:cubicBezTo>
                      <a:pt x="36" y="29"/>
                      <a:pt x="38" y="25"/>
                      <a:pt x="37" y="27"/>
                    </a:cubicBezTo>
                    <a:cubicBezTo>
                      <a:pt x="37" y="27"/>
                      <a:pt x="37" y="27"/>
                      <a:pt x="37" y="28"/>
                    </a:cubicBezTo>
                    <a:cubicBezTo>
                      <a:pt x="37" y="29"/>
                      <a:pt x="38" y="27"/>
                      <a:pt x="38" y="29"/>
                    </a:cubicBezTo>
                    <a:cubicBezTo>
                      <a:pt x="39" y="28"/>
                      <a:pt x="38" y="31"/>
                      <a:pt x="39" y="29"/>
                    </a:cubicBezTo>
                    <a:cubicBezTo>
                      <a:pt x="38" y="31"/>
                      <a:pt x="39" y="30"/>
                      <a:pt x="38" y="31"/>
                    </a:cubicBezTo>
                    <a:cubicBezTo>
                      <a:pt x="40" y="28"/>
                      <a:pt x="38" y="33"/>
                      <a:pt x="40" y="30"/>
                    </a:cubicBezTo>
                    <a:cubicBezTo>
                      <a:pt x="40" y="31"/>
                      <a:pt x="40" y="31"/>
                      <a:pt x="40" y="31"/>
                    </a:cubicBezTo>
                    <a:cubicBezTo>
                      <a:pt x="41" y="31"/>
                      <a:pt x="41" y="33"/>
                      <a:pt x="43" y="32"/>
                    </a:cubicBezTo>
                    <a:cubicBezTo>
                      <a:pt x="44" y="31"/>
                      <a:pt x="43" y="35"/>
                      <a:pt x="44" y="34"/>
                    </a:cubicBezTo>
                    <a:cubicBezTo>
                      <a:pt x="45" y="32"/>
                      <a:pt x="45" y="32"/>
                      <a:pt x="45" y="32"/>
                    </a:cubicBezTo>
                    <a:cubicBezTo>
                      <a:pt x="45" y="32"/>
                      <a:pt x="45" y="33"/>
                      <a:pt x="45" y="34"/>
                    </a:cubicBezTo>
                    <a:cubicBezTo>
                      <a:pt x="46" y="33"/>
                      <a:pt x="45" y="34"/>
                      <a:pt x="46" y="35"/>
                    </a:cubicBezTo>
                    <a:cubicBezTo>
                      <a:pt x="46" y="34"/>
                      <a:pt x="46" y="34"/>
                      <a:pt x="47" y="33"/>
                    </a:cubicBezTo>
                    <a:cubicBezTo>
                      <a:pt x="46" y="36"/>
                      <a:pt x="48" y="33"/>
                      <a:pt x="48" y="35"/>
                    </a:cubicBezTo>
                    <a:cubicBezTo>
                      <a:pt x="49" y="32"/>
                      <a:pt x="49" y="33"/>
                      <a:pt x="49" y="33"/>
                    </a:cubicBezTo>
                    <a:cubicBezTo>
                      <a:pt x="49" y="33"/>
                      <a:pt x="49" y="34"/>
                      <a:pt x="48" y="34"/>
                    </a:cubicBezTo>
                    <a:cubicBezTo>
                      <a:pt x="49" y="34"/>
                      <a:pt x="49" y="34"/>
                      <a:pt x="49" y="35"/>
                    </a:cubicBezTo>
                    <a:cubicBezTo>
                      <a:pt x="50" y="35"/>
                      <a:pt x="51" y="33"/>
                      <a:pt x="50" y="34"/>
                    </a:cubicBezTo>
                    <a:cubicBezTo>
                      <a:pt x="49" y="36"/>
                      <a:pt x="51" y="34"/>
                      <a:pt x="51" y="35"/>
                    </a:cubicBezTo>
                    <a:cubicBezTo>
                      <a:pt x="52" y="33"/>
                      <a:pt x="53" y="32"/>
                      <a:pt x="53" y="33"/>
                    </a:cubicBezTo>
                    <a:cubicBezTo>
                      <a:pt x="51" y="35"/>
                      <a:pt x="51" y="35"/>
                      <a:pt x="51" y="35"/>
                    </a:cubicBezTo>
                    <a:cubicBezTo>
                      <a:pt x="53" y="34"/>
                      <a:pt x="52" y="37"/>
                      <a:pt x="55" y="35"/>
                    </a:cubicBezTo>
                    <a:cubicBezTo>
                      <a:pt x="54" y="36"/>
                      <a:pt x="54" y="36"/>
                      <a:pt x="54" y="36"/>
                    </a:cubicBezTo>
                    <a:cubicBezTo>
                      <a:pt x="56" y="35"/>
                      <a:pt x="55" y="38"/>
                      <a:pt x="58" y="35"/>
                    </a:cubicBezTo>
                    <a:cubicBezTo>
                      <a:pt x="57" y="36"/>
                      <a:pt x="57" y="37"/>
                      <a:pt x="57" y="37"/>
                    </a:cubicBezTo>
                    <a:cubicBezTo>
                      <a:pt x="58" y="36"/>
                      <a:pt x="58" y="36"/>
                      <a:pt x="60" y="35"/>
                    </a:cubicBezTo>
                    <a:cubicBezTo>
                      <a:pt x="60" y="35"/>
                      <a:pt x="59" y="36"/>
                      <a:pt x="59" y="36"/>
                    </a:cubicBezTo>
                    <a:cubicBezTo>
                      <a:pt x="59" y="37"/>
                      <a:pt x="58" y="39"/>
                      <a:pt x="60" y="37"/>
                    </a:cubicBezTo>
                    <a:cubicBezTo>
                      <a:pt x="59" y="38"/>
                      <a:pt x="59" y="38"/>
                      <a:pt x="59" y="38"/>
                    </a:cubicBezTo>
                    <a:cubicBezTo>
                      <a:pt x="60" y="37"/>
                      <a:pt x="62" y="36"/>
                      <a:pt x="61" y="38"/>
                    </a:cubicBezTo>
                    <a:cubicBezTo>
                      <a:pt x="62" y="37"/>
                      <a:pt x="62" y="36"/>
                      <a:pt x="63" y="35"/>
                    </a:cubicBezTo>
                    <a:cubicBezTo>
                      <a:pt x="64" y="35"/>
                      <a:pt x="62" y="37"/>
                      <a:pt x="63" y="36"/>
                    </a:cubicBezTo>
                    <a:cubicBezTo>
                      <a:pt x="62" y="37"/>
                      <a:pt x="62" y="37"/>
                      <a:pt x="62" y="37"/>
                    </a:cubicBezTo>
                    <a:cubicBezTo>
                      <a:pt x="62" y="38"/>
                      <a:pt x="63" y="38"/>
                      <a:pt x="64" y="38"/>
                    </a:cubicBezTo>
                    <a:cubicBezTo>
                      <a:pt x="63" y="40"/>
                      <a:pt x="65" y="38"/>
                      <a:pt x="65" y="39"/>
                    </a:cubicBezTo>
                    <a:cubicBezTo>
                      <a:pt x="66" y="38"/>
                      <a:pt x="65" y="40"/>
                      <a:pt x="67" y="38"/>
                    </a:cubicBezTo>
                    <a:cubicBezTo>
                      <a:pt x="66" y="39"/>
                      <a:pt x="66" y="39"/>
                      <a:pt x="66" y="39"/>
                    </a:cubicBezTo>
                    <a:cubicBezTo>
                      <a:pt x="66" y="39"/>
                      <a:pt x="67" y="40"/>
                      <a:pt x="67" y="40"/>
                    </a:cubicBezTo>
                    <a:cubicBezTo>
                      <a:pt x="67" y="41"/>
                      <a:pt x="68" y="39"/>
                      <a:pt x="69" y="39"/>
                    </a:cubicBezTo>
                    <a:cubicBezTo>
                      <a:pt x="68" y="40"/>
                      <a:pt x="68" y="40"/>
                      <a:pt x="68" y="40"/>
                    </a:cubicBezTo>
                    <a:cubicBezTo>
                      <a:pt x="68" y="39"/>
                      <a:pt x="70" y="38"/>
                      <a:pt x="71" y="37"/>
                    </a:cubicBezTo>
                    <a:cubicBezTo>
                      <a:pt x="71" y="38"/>
                      <a:pt x="71" y="37"/>
                      <a:pt x="71" y="38"/>
                    </a:cubicBezTo>
                    <a:cubicBezTo>
                      <a:pt x="70" y="38"/>
                      <a:pt x="69" y="39"/>
                      <a:pt x="68" y="41"/>
                    </a:cubicBezTo>
                    <a:cubicBezTo>
                      <a:pt x="67" y="41"/>
                      <a:pt x="70" y="39"/>
                      <a:pt x="69" y="40"/>
                    </a:cubicBezTo>
                    <a:cubicBezTo>
                      <a:pt x="69" y="41"/>
                      <a:pt x="69" y="41"/>
                      <a:pt x="70" y="39"/>
                    </a:cubicBezTo>
                    <a:cubicBezTo>
                      <a:pt x="69" y="41"/>
                      <a:pt x="69" y="41"/>
                      <a:pt x="69" y="41"/>
                    </a:cubicBezTo>
                    <a:cubicBezTo>
                      <a:pt x="69" y="41"/>
                      <a:pt x="69" y="41"/>
                      <a:pt x="70" y="40"/>
                    </a:cubicBezTo>
                    <a:cubicBezTo>
                      <a:pt x="70" y="41"/>
                      <a:pt x="70" y="40"/>
                      <a:pt x="70" y="40"/>
                    </a:cubicBezTo>
                    <a:cubicBezTo>
                      <a:pt x="71" y="39"/>
                      <a:pt x="71" y="39"/>
                      <a:pt x="73" y="38"/>
                    </a:cubicBezTo>
                    <a:cubicBezTo>
                      <a:pt x="72" y="38"/>
                      <a:pt x="72" y="38"/>
                      <a:pt x="72" y="38"/>
                    </a:cubicBezTo>
                    <a:cubicBezTo>
                      <a:pt x="73" y="37"/>
                      <a:pt x="74" y="37"/>
                      <a:pt x="73" y="38"/>
                    </a:cubicBezTo>
                    <a:cubicBezTo>
                      <a:pt x="72" y="39"/>
                      <a:pt x="71" y="40"/>
                      <a:pt x="70" y="40"/>
                    </a:cubicBezTo>
                    <a:cubicBezTo>
                      <a:pt x="74" y="38"/>
                      <a:pt x="74" y="38"/>
                      <a:pt x="74" y="38"/>
                    </a:cubicBezTo>
                    <a:cubicBezTo>
                      <a:pt x="73" y="39"/>
                      <a:pt x="73" y="38"/>
                      <a:pt x="74" y="37"/>
                    </a:cubicBezTo>
                    <a:cubicBezTo>
                      <a:pt x="73" y="38"/>
                      <a:pt x="73" y="38"/>
                      <a:pt x="73" y="38"/>
                    </a:cubicBezTo>
                    <a:cubicBezTo>
                      <a:pt x="74" y="36"/>
                      <a:pt x="74" y="36"/>
                      <a:pt x="74" y="36"/>
                    </a:cubicBezTo>
                    <a:cubicBezTo>
                      <a:pt x="74" y="37"/>
                      <a:pt x="75" y="35"/>
                      <a:pt x="73" y="36"/>
                    </a:cubicBezTo>
                    <a:cubicBezTo>
                      <a:pt x="72" y="37"/>
                      <a:pt x="72" y="37"/>
                      <a:pt x="72" y="37"/>
                    </a:cubicBezTo>
                    <a:cubicBezTo>
                      <a:pt x="72" y="37"/>
                      <a:pt x="71" y="39"/>
                      <a:pt x="72" y="37"/>
                    </a:cubicBezTo>
                    <a:cubicBezTo>
                      <a:pt x="73" y="36"/>
                      <a:pt x="73" y="36"/>
                      <a:pt x="73" y="36"/>
                    </a:cubicBezTo>
                    <a:cubicBezTo>
                      <a:pt x="73" y="36"/>
                      <a:pt x="73" y="36"/>
                      <a:pt x="73" y="36"/>
                    </a:cubicBezTo>
                    <a:cubicBezTo>
                      <a:pt x="75" y="34"/>
                      <a:pt x="75" y="34"/>
                      <a:pt x="75" y="34"/>
                    </a:cubicBezTo>
                    <a:cubicBezTo>
                      <a:pt x="72" y="37"/>
                      <a:pt x="73" y="35"/>
                      <a:pt x="73" y="35"/>
                    </a:cubicBezTo>
                    <a:cubicBezTo>
                      <a:pt x="73" y="35"/>
                      <a:pt x="73" y="35"/>
                      <a:pt x="73" y="35"/>
                    </a:cubicBezTo>
                    <a:cubicBezTo>
                      <a:pt x="74" y="34"/>
                      <a:pt x="72" y="36"/>
                      <a:pt x="72" y="36"/>
                    </a:cubicBezTo>
                    <a:cubicBezTo>
                      <a:pt x="72" y="35"/>
                      <a:pt x="74" y="33"/>
                      <a:pt x="75" y="33"/>
                    </a:cubicBezTo>
                    <a:cubicBezTo>
                      <a:pt x="74" y="32"/>
                      <a:pt x="72" y="33"/>
                      <a:pt x="73" y="32"/>
                    </a:cubicBezTo>
                    <a:cubicBezTo>
                      <a:pt x="73" y="32"/>
                      <a:pt x="72" y="32"/>
                      <a:pt x="71" y="33"/>
                    </a:cubicBezTo>
                    <a:cubicBezTo>
                      <a:pt x="71" y="33"/>
                      <a:pt x="73" y="31"/>
                      <a:pt x="72" y="32"/>
                    </a:cubicBezTo>
                    <a:cubicBezTo>
                      <a:pt x="73" y="30"/>
                      <a:pt x="74" y="29"/>
                      <a:pt x="75" y="28"/>
                    </a:cubicBezTo>
                    <a:cubicBezTo>
                      <a:pt x="75" y="28"/>
                      <a:pt x="76" y="27"/>
                      <a:pt x="75" y="27"/>
                    </a:cubicBezTo>
                    <a:cubicBezTo>
                      <a:pt x="76" y="27"/>
                      <a:pt x="76" y="26"/>
                      <a:pt x="76" y="26"/>
                    </a:cubicBezTo>
                    <a:cubicBezTo>
                      <a:pt x="75" y="27"/>
                      <a:pt x="74" y="28"/>
                      <a:pt x="74" y="29"/>
                    </a:cubicBezTo>
                    <a:cubicBezTo>
                      <a:pt x="73" y="31"/>
                      <a:pt x="74" y="29"/>
                      <a:pt x="72" y="31"/>
                    </a:cubicBezTo>
                    <a:cubicBezTo>
                      <a:pt x="72" y="30"/>
                      <a:pt x="72" y="30"/>
                      <a:pt x="71" y="30"/>
                    </a:cubicBezTo>
                    <a:cubicBezTo>
                      <a:pt x="71" y="30"/>
                      <a:pt x="72" y="29"/>
                      <a:pt x="73" y="28"/>
                    </a:cubicBezTo>
                    <a:cubicBezTo>
                      <a:pt x="72" y="29"/>
                      <a:pt x="71" y="30"/>
                      <a:pt x="71" y="29"/>
                    </a:cubicBezTo>
                    <a:cubicBezTo>
                      <a:pt x="70" y="31"/>
                      <a:pt x="70" y="31"/>
                      <a:pt x="69" y="32"/>
                    </a:cubicBezTo>
                    <a:cubicBezTo>
                      <a:pt x="68" y="32"/>
                      <a:pt x="68" y="33"/>
                      <a:pt x="68" y="33"/>
                    </a:cubicBezTo>
                    <a:cubicBezTo>
                      <a:pt x="69" y="31"/>
                      <a:pt x="71" y="29"/>
                      <a:pt x="71" y="29"/>
                    </a:cubicBezTo>
                    <a:cubicBezTo>
                      <a:pt x="72" y="27"/>
                      <a:pt x="71" y="29"/>
                      <a:pt x="72" y="27"/>
                    </a:cubicBezTo>
                    <a:cubicBezTo>
                      <a:pt x="74" y="25"/>
                      <a:pt x="75" y="26"/>
                      <a:pt x="74" y="27"/>
                    </a:cubicBezTo>
                    <a:cubicBezTo>
                      <a:pt x="76" y="25"/>
                      <a:pt x="74" y="26"/>
                      <a:pt x="75" y="25"/>
                    </a:cubicBezTo>
                    <a:cubicBezTo>
                      <a:pt x="75" y="25"/>
                      <a:pt x="74" y="25"/>
                      <a:pt x="73" y="26"/>
                    </a:cubicBezTo>
                    <a:cubicBezTo>
                      <a:pt x="73" y="26"/>
                      <a:pt x="73" y="27"/>
                      <a:pt x="72" y="27"/>
                    </a:cubicBezTo>
                    <a:cubicBezTo>
                      <a:pt x="70" y="29"/>
                      <a:pt x="73" y="26"/>
                      <a:pt x="73" y="25"/>
                    </a:cubicBezTo>
                    <a:cubicBezTo>
                      <a:pt x="73" y="25"/>
                      <a:pt x="73" y="25"/>
                      <a:pt x="73" y="25"/>
                    </a:cubicBezTo>
                    <a:cubicBezTo>
                      <a:pt x="74" y="24"/>
                      <a:pt x="72" y="26"/>
                      <a:pt x="72" y="25"/>
                    </a:cubicBezTo>
                    <a:cubicBezTo>
                      <a:pt x="74" y="23"/>
                      <a:pt x="73" y="25"/>
                      <a:pt x="74" y="24"/>
                    </a:cubicBezTo>
                    <a:cubicBezTo>
                      <a:pt x="76" y="22"/>
                      <a:pt x="76" y="22"/>
                      <a:pt x="76" y="22"/>
                    </a:cubicBezTo>
                    <a:cubicBezTo>
                      <a:pt x="75" y="21"/>
                      <a:pt x="74" y="24"/>
                      <a:pt x="74" y="23"/>
                    </a:cubicBezTo>
                    <a:cubicBezTo>
                      <a:pt x="75" y="22"/>
                      <a:pt x="75" y="22"/>
                      <a:pt x="75" y="22"/>
                    </a:cubicBezTo>
                    <a:cubicBezTo>
                      <a:pt x="74" y="22"/>
                      <a:pt x="74" y="22"/>
                      <a:pt x="74" y="22"/>
                    </a:cubicBezTo>
                    <a:cubicBezTo>
                      <a:pt x="73" y="23"/>
                      <a:pt x="72" y="25"/>
                      <a:pt x="73" y="25"/>
                    </a:cubicBezTo>
                    <a:cubicBezTo>
                      <a:pt x="70" y="27"/>
                      <a:pt x="72" y="25"/>
                      <a:pt x="71" y="25"/>
                    </a:cubicBezTo>
                    <a:cubicBezTo>
                      <a:pt x="70" y="27"/>
                      <a:pt x="72" y="25"/>
                      <a:pt x="71" y="27"/>
                    </a:cubicBezTo>
                    <a:cubicBezTo>
                      <a:pt x="70" y="28"/>
                      <a:pt x="69" y="28"/>
                      <a:pt x="69" y="28"/>
                    </a:cubicBezTo>
                    <a:cubicBezTo>
                      <a:pt x="69" y="28"/>
                      <a:pt x="70" y="26"/>
                      <a:pt x="71" y="25"/>
                    </a:cubicBezTo>
                    <a:cubicBezTo>
                      <a:pt x="71" y="25"/>
                      <a:pt x="71" y="25"/>
                      <a:pt x="71" y="26"/>
                    </a:cubicBezTo>
                    <a:cubicBezTo>
                      <a:pt x="72" y="25"/>
                      <a:pt x="73" y="23"/>
                      <a:pt x="74" y="22"/>
                    </a:cubicBezTo>
                    <a:cubicBezTo>
                      <a:pt x="74" y="21"/>
                      <a:pt x="72" y="24"/>
                      <a:pt x="72" y="23"/>
                    </a:cubicBezTo>
                    <a:cubicBezTo>
                      <a:pt x="73" y="23"/>
                      <a:pt x="71" y="24"/>
                      <a:pt x="71" y="25"/>
                    </a:cubicBezTo>
                    <a:cubicBezTo>
                      <a:pt x="68" y="29"/>
                      <a:pt x="73" y="22"/>
                      <a:pt x="72" y="22"/>
                    </a:cubicBezTo>
                    <a:cubicBezTo>
                      <a:pt x="70" y="25"/>
                      <a:pt x="69" y="25"/>
                      <a:pt x="67" y="28"/>
                    </a:cubicBezTo>
                    <a:cubicBezTo>
                      <a:pt x="67" y="29"/>
                      <a:pt x="66" y="29"/>
                      <a:pt x="66" y="29"/>
                    </a:cubicBezTo>
                    <a:cubicBezTo>
                      <a:pt x="68" y="27"/>
                      <a:pt x="67" y="27"/>
                      <a:pt x="69" y="26"/>
                    </a:cubicBezTo>
                    <a:cubicBezTo>
                      <a:pt x="68" y="26"/>
                      <a:pt x="68" y="26"/>
                      <a:pt x="68" y="26"/>
                    </a:cubicBezTo>
                    <a:cubicBezTo>
                      <a:pt x="70" y="24"/>
                      <a:pt x="70" y="24"/>
                      <a:pt x="70" y="24"/>
                    </a:cubicBezTo>
                    <a:cubicBezTo>
                      <a:pt x="71" y="23"/>
                      <a:pt x="71" y="21"/>
                      <a:pt x="72" y="21"/>
                    </a:cubicBezTo>
                    <a:cubicBezTo>
                      <a:pt x="71" y="21"/>
                      <a:pt x="71" y="22"/>
                      <a:pt x="70" y="22"/>
                    </a:cubicBezTo>
                    <a:cubicBezTo>
                      <a:pt x="71" y="22"/>
                      <a:pt x="71" y="21"/>
                      <a:pt x="71" y="21"/>
                    </a:cubicBezTo>
                    <a:cubicBezTo>
                      <a:pt x="71" y="22"/>
                      <a:pt x="69" y="23"/>
                      <a:pt x="69" y="23"/>
                    </a:cubicBezTo>
                    <a:cubicBezTo>
                      <a:pt x="69" y="23"/>
                      <a:pt x="70" y="22"/>
                      <a:pt x="70" y="21"/>
                    </a:cubicBezTo>
                    <a:cubicBezTo>
                      <a:pt x="71" y="20"/>
                      <a:pt x="71" y="20"/>
                      <a:pt x="71" y="20"/>
                    </a:cubicBezTo>
                    <a:cubicBezTo>
                      <a:pt x="70" y="21"/>
                      <a:pt x="72" y="19"/>
                      <a:pt x="71" y="20"/>
                    </a:cubicBezTo>
                    <a:cubicBezTo>
                      <a:pt x="69" y="23"/>
                      <a:pt x="69" y="23"/>
                      <a:pt x="69" y="23"/>
                    </a:cubicBezTo>
                    <a:cubicBezTo>
                      <a:pt x="68" y="23"/>
                      <a:pt x="69" y="22"/>
                      <a:pt x="69" y="22"/>
                    </a:cubicBezTo>
                    <a:cubicBezTo>
                      <a:pt x="70" y="21"/>
                      <a:pt x="70" y="21"/>
                      <a:pt x="70" y="21"/>
                    </a:cubicBezTo>
                    <a:cubicBezTo>
                      <a:pt x="69" y="22"/>
                      <a:pt x="71" y="19"/>
                      <a:pt x="71" y="19"/>
                    </a:cubicBezTo>
                    <a:cubicBezTo>
                      <a:pt x="70" y="21"/>
                      <a:pt x="70" y="21"/>
                      <a:pt x="70" y="21"/>
                    </a:cubicBezTo>
                    <a:cubicBezTo>
                      <a:pt x="71" y="19"/>
                      <a:pt x="71" y="19"/>
                      <a:pt x="71" y="19"/>
                    </a:cubicBezTo>
                    <a:cubicBezTo>
                      <a:pt x="70" y="20"/>
                      <a:pt x="70" y="20"/>
                      <a:pt x="70" y="20"/>
                    </a:cubicBezTo>
                    <a:cubicBezTo>
                      <a:pt x="70" y="19"/>
                      <a:pt x="70" y="19"/>
                      <a:pt x="70" y="19"/>
                    </a:cubicBezTo>
                    <a:cubicBezTo>
                      <a:pt x="70" y="20"/>
                      <a:pt x="68" y="22"/>
                      <a:pt x="69" y="20"/>
                    </a:cubicBezTo>
                    <a:cubicBezTo>
                      <a:pt x="68" y="22"/>
                      <a:pt x="69" y="20"/>
                      <a:pt x="69" y="21"/>
                    </a:cubicBezTo>
                    <a:cubicBezTo>
                      <a:pt x="68" y="23"/>
                      <a:pt x="68" y="22"/>
                      <a:pt x="67" y="22"/>
                    </a:cubicBezTo>
                    <a:cubicBezTo>
                      <a:pt x="69" y="20"/>
                      <a:pt x="67" y="22"/>
                      <a:pt x="67" y="22"/>
                    </a:cubicBezTo>
                    <a:cubicBezTo>
                      <a:pt x="68" y="20"/>
                      <a:pt x="68" y="20"/>
                      <a:pt x="68" y="20"/>
                    </a:cubicBezTo>
                    <a:cubicBezTo>
                      <a:pt x="67" y="22"/>
                      <a:pt x="67" y="22"/>
                      <a:pt x="67" y="22"/>
                    </a:cubicBezTo>
                    <a:cubicBezTo>
                      <a:pt x="69" y="19"/>
                      <a:pt x="66" y="22"/>
                      <a:pt x="67" y="21"/>
                    </a:cubicBezTo>
                    <a:cubicBezTo>
                      <a:pt x="67" y="20"/>
                      <a:pt x="68" y="19"/>
                      <a:pt x="68" y="18"/>
                    </a:cubicBezTo>
                    <a:cubicBezTo>
                      <a:pt x="67" y="21"/>
                      <a:pt x="66" y="21"/>
                      <a:pt x="65" y="23"/>
                    </a:cubicBezTo>
                    <a:cubicBezTo>
                      <a:pt x="66" y="22"/>
                      <a:pt x="67" y="20"/>
                      <a:pt x="68" y="18"/>
                    </a:cubicBezTo>
                    <a:cubicBezTo>
                      <a:pt x="67" y="20"/>
                      <a:pt x="69" y="17"/>
                      <a:pt x="67" y="19"/>
                    </a:cubicBezTo>
                    <a:cubicBezTo>
                      <a:pt x="67" y="20"/>
                      <a:pt x="66" y="20"/>
                      <a:pt x="65" y="21"/>
                    </a:cubicBezTo>
                    <a:cubicBezTo>
                      <a:pt x="65" y="21"/>
                      <a:pt x="66" y="20"/>
                      <a:pt x="66" y="19"/>
                    </a:cubicBezTo>
                    <a:cubicBezTo>
                      <a:pt x="66" y="20"/>
                      <a:pt x="65" y="21"/>
                      <a:pt x="65" y="22"/>
                    </a:cubicBezTo>
                    <a:cubicBezTo>
                      <a:pt x="65" y="21"/>
                      <a:pt x="63" y="23"/>
                      <a:pt x="64" y="22"/>
                    </a:cubicBezTo>
                    <a:cubicBezTo>
                      <a:pt x="65" y="21"/>
                      <a:pt x="65" y="22"/>
                      <a:pt x="65" y="20"/>
                    </a:cubicBezTo>
                    <a:cubicBezTo>
                      <a:pt x="65" y="20"/>
                      <a:pt x="63" y="24"/>
                      <a:pt x="62" y="24"/>
                    </a:cubicBezTo>
                    <a:cubicBezTo>
                      <a:pt x="62" y="25"/>
                      <a:pt x="60" y="27"/>
                      <a:pt x="60" y="28"/>
                    </a:cubicBezTo>
                    <a:cubicBezTo>
                      <a:pt x="60" y="27"/>
                      <a:pt x="60" y="27"/>
                      <a:pt x="61" y="25"/>
                    </a:cubicBezTo>
                    <a:cubicBezTo>
                      <a:pt x="61" y="26"/>
                      <a:pt x="61" y="26"/>
                      <a:pt x="61" y="26"/>
                    </a:cubicBezTo>
                    <a:cubicBezTo>
                      <a:pt x="62" y="23"/>
                      <a:pt x="64" y="22"/>
                      <a:pt x="65" y="20"/>
                    </a:cubicBezTo>
                    <a:cubicBezTo>
                      <a:pt x="64" y="20"/>
                      <a:pt x="64" y="20"/>
                      <a:pt x="64" y="20"/>
                    </a:cubicBezTo>
                    <a:cubicBezTo>
                      <a:pt x="66" y="18"/>
                      <a:pt x="66" y="18"/>
                      <a:pt x="66" y="18"/>
                    </a:cubicBezTo>
                    <a:cubicBezTo>
                      <a:pt x="65" y="19"/>
                      <a:pt x="65" y="18"/>
                      <a:pt x="65" y="18"/>
                    </a:cubicBezTo>
                    <a:cubicBezTo>
                      <a:pt x="64" y="20"/>
                      <a:pt x="65" y="18"/>
                      <a:pt x="65" y="19"/>
                    </a:cubicBezTo>
                    <a:cubicBezTo>
                      <a:pt x="64" y="19"/>
                      <a:pt x="63" y="22"/>
                      <a:pt x="63" y="21"/>
                    </a:cubicBezTo>
                    <a:cubicBezTo>
                      <a:pt x="65" y="18"/>
                      <a:pt x="65" y="18"/>
                      <a:pt x="65" y="18"/>
                    </a:cubicBezTo>
                    <a:cubicBezTo>
                      <a:pt x="65" y="17"/>
                      <a:pt x="64" y="20"/>
                      <a:pt x="64" y="19"/>
                    </a:cubicBezTo>
                    <a:cubicBezTo>
                      <a:pt x="65" y="18"/>
                      <a:pt x="65" y="18"/>
                      <a:pt x="65" y="18"/>
                    </a:cubicBezTo>
                    <a:cubicBezTo>
                      <a:pt x="64" y="17"/>
                      <a:pt x="63" y="17"/>
                      <a:pt x="60" y="20"/>
                    </a:cubicBezTo>
                    <a:cubicBezTo>
                      <a:pt x="61" y="19"/>
                      <a:pt x="61" y="18"/>
                      <a:pt x="61" y="17"/>
                    </a:cubicBezTo>
                    <a:cubicBezTo>
                      <a:pt x="61" y="18"/>
                      <a:pt x="60" y="19"/>
                      <a:pt x="60" y="19"/>
                    </a:cubicBezTo>
                    <a:cubicBezTo>
                      <a:pt x="61" y="17"/>
                      <a:pt x="61" y="17"/>
                      <a:pt x="61" y="17"/>
                    </a:cubicBezTo>
                    <a:cubicBezTo>
                      <a:pt x="61" y="16"/>
                      <a:pt x="60" y="17"/>
                      <a:pt x="59" y="18"/>
                    </a:cubicBezTo>
                    <a:cubicBezTo>
                      <a:pt x="60" y="17"/>
                      <a:pt x="60" y="17"/>
                      <a:pt x="60" y="17"/>
                    </a:cubicBezTo>
                    <a:cubicBezTo>
                      <a:pt x="61" y="16"/>
                      <a:pt x="59" y="18"/>
                      <a:pt x="59" y="18"/>
                    </a:cubicBezTo>
                    <a:cubicBezTo>
                      <a:pt x="60" y="17"/>
                      <a:pt x="60" y="17"/>
                      <a:pt x="60" y="17"/>
                    </a:cubicBezTo>
                    <a:cubicBezTo>
                      <a:pt x="59" y="18"/>
                      <a:pt x="59" y="18"/>
                      <a:pt x="59" y="18"/>
                    </a:cubicBezTo>
                    <a:cubicBezTo>
                      <a:pt x="58" y="19"/>
                      <a:pt x="58" y="18"/>
                      <a:pt x="60" y="16"/>
                    </a:cubicBezTo>
                    <a:cubicBezTo>
                      <a:pt x="59" y="18"/>
                      <a:pt x="59" y="18"/>
                      <a:pt x="59" y="18"/>
                    </a:cubicBezTo>
                    <a:cubicBezTo>
                      <a:pt x="59" y="16"/>
                      <a:pt x="59" y="16"/>
                      <a:pt x="58" y="17"/>
                    </a:cubicBezTo>
                    <a:cubicBezTo>
                      <a:pt x="58" y="17"/>
                      <a:pt x="58" y="18"/>
                      <a:pt x="57" y="19"/>
                    </a:cubicBezTo>
                    <a:cubicBezTo>
                      <a:pt x="56" y="21"/>
                      <a:pt x="57" y="19"/>
                      <a:pt x="56" y="20"/>
                    </a:cubicBezTo>
                    <a:cubicBezTo>
                      <a:pt x="57" y="18"/>
                      <a:pt x="57" y="18"/>
                      <a:pt x="57" y="18"/>
                    </a:cubicBezTo>
                    <a:cubicBezTo>
                      <a:pt x="59" y="15"/>
                      <a:pt x="57" y="17"/>
                      <a:pt x="56" y="16"/>
                    </a:cubicBezTo>
                    <a:cubicBezTo>
                      <a:pt x="56" y="17"/>
                      <a:pt x="56" y="17"/>
                      <a:pt x="56" y="17"/>
                    </a:cubicBezTo>
                    <a:cubicBezTo>
                      <a:pt x="57" y="15"/>
                      <a:pt x="55" y="17"/>
                      <a:pt x="55" y="15"/>
                    </a:cubicBezTo>
                    <a:cubicBezTo>
                      <a:pt x="55" y="16"/>
                      <a:pt x="53" y="19"/>
                      <a:pt x="53" y="19"/>
                    </a:cubicBezTo>
                    <a:cubicBezTo>
                      <a:pt x="52" y="20"/>
                      <a:pt x="54" y="16"/>
                      <a:pt x="55" y="15"/>
                    </a:cubicBezTo>
                    <a:cubicBezTo>
                      <a:pt x="54" y="16"/>
                      <a:pt x="54" y="16"/>
                      <a:pt x="54" y="16"/>
                    </a:cubicBezTo>
                    <a:cubicBezTo>
                      <a:pt x="54" y="16"/>
                      <a:pt x="54" y="16"/>
                      <a:pt x="54" y="16"/>
                    </a:cubicBezTo>
                    <a:cubicBezTo>
                      <a:pt x="53" y="16"/>
                      <a:pt x="53" y="17"/>
                      <a:pt x="53" y="16"/>
                    </a:cubicBezTo>
                    <a:cubicBezTo>
                      <a:pt x="53" y="16"/>
                      <a:pt x="53" y="16"/>
                      <a:pt x="53" y="16"/>
                    </a:cubicBezTo>
                    <a:cubicBezTo>
                      <a:pt x="53" y="16"/>
                      <a:pt x="54" y="14"/>
                      <a:pt x="53" y="15"/>
                    </a:cubicBezTo>
                    <a:cubicBezTo>
                      <a:pt x="52" y="16"/>
                      <a:pt x="53" y="15"/>
                      <a:pt x="52" y="16"/>
                    </a:cubicBezTo>
                    <a:cubicBezTo>
                      <a:pt x="52" y="16"/>
                      <a:pt x="52" y="16"/>
                      <a:pt x="52" y="16"/>
                    </a:cubicBezTo>
                    <a:cubicBezTo>
                      <a:pt x="51" y="17"/>
                      <a:pt x="51" y="17"/>
                      <a:pt x="51" y="17"/>
                    </a:cubicBezTo>
                    <a:cubicBezTo>
                      <a:pt x="52" y="16"/>
                      <a:pt x="52" y="16"/>
                      <a:pt x="52" y="16"/>
                    </a:cubicBezTo>
                    <a:cubicBezTo>
                      <a:pt x="53" y="15"/>
                      <a:pt x="53" y="15"/>
                      <a:pt x="53" y="15"/>
                    </a:cubicBezTo>
                    <a:cubicBezTo>
                      <a:pt x="53" y="14"/>
                      <a:pt x="52" y="16"/>
                      <a:pt x="51" y="17"/>
                    </a:cubicBezTo>
                    <a:cubicBezTo>
                      <a:pt x="51" y="18"/>
                      <a:pt x="51" y="16"/>
                      <a:pt x="51" y="16"/>
                    </a:cubicBezTo>
                    <a:cubicBezTo>
                      <a:pt x="52" y="15"/>
                      <a:pt x="51" y="16"/>
                      <a:pt x="52" y="16"/>
                    </a:cubicBezTo>
                    <a:cubicBezTo>
                      <a:pt x="52" y="15"/>
                      <a:pt x="52" y="15"/>
                      <a:pt x="52" y="14"/>
                    </a:cubicBezTo>
                    <a:cubicBezTo>
                      <a:pt x="52" y="14"/>
                      <a:pt x="51" y="16"/>
                      <a:pt x="51" y="16"/>
                    </a:cubicBezTo>
                    <a:cubicBezTo>
                      <a:pt x="51" y="15"/>
                      <a:pt x="51" y="16"/>
                      <a:pt x="52" y="14"/>
                    </a:cubicBezTo>
                    <a:cubicBezTo>
                      <a:pt x="51" y="15"/>
                      <a:pt x="51" y="15"/>
                      <a:pt x="51" y="15"/>
                    </a:cubicBezTo>
                    <a:cubicBezTo>
                      <a:pt x="51" y="16"/>
                      <a:pt x="51" y="16"/>
                      <a:pt x="50" y="17"/>
                    </a:cubicBezTo>
                    <a:cubicBezTo>
                      <a:pt x="50" y="17"/>
                      <a:pt x="49" y="18"/>
                      <a:pt x="50" y="17"/>
                    </a:cubicBezTo>
                    <a:cubicBezTo>
                      <a:pt x="50" y="17"/>
                      <a:pt x="50" y="17"/>
                      <a:pt x="50" y="17"/>
                    </a:cubicBezTo>
                    <a:cubicBezTo>
                      <a:pt x="50" y="17"/>
                      <a:pt x="50" y="16"/>
                      <a:pt x="49" y="18"/>
                    </a:cubicBezTo>
                    <a:cubicBezTo>
                      <a:pt x="50" y="16"/>
                      <a:pt x="50" y="16"/>
                      <a:pt x="50" y="16"/>
                    </a:cubicBezTo>
                    <a:cubicBezTo>
                      <a:pt x="49" y="17"/>
                      <a:pt x="49" y="17"/>
                      <a:pt x="49" y="17"/>
                    </a:cubicBezTo>
                    <a:cubicBezTo>
                      <a:pt x="50" y="15"/>
                      <a:pt x="51" y="14"/>
                      <a:pt x="51" y="13"/>
                    </a:cubicBezTo>
                    <a:cubicBezTo>
                      <a:pt x="50" y="15"/>
                      <a:pt x="50" y="15"/>
                      <a:pt x="50" y="15"/>
                    </a:cubicBezTo>
                    <a:cubicBezTo>
                      <a:pt x="49" y="15"/>
                      <a:pt x="50" y="14"/>
                      <a:pt x="50" y="14"/>
                    </a:cubicBezTo>
                    <a:cubicBezTo>
                      <a:pt x="50" y="12"/>
                      <a:pt x="47" y="18"/>
                      <a:pt x="48" y="16"/>
                    </a:cubicBezTo>
                    <a:cubicBezTo>
                      <a:pt x="49" y="14"/>
                      <a:pt x="49" y="14"/>
                      <a:pt x="49" y="13"/>
                    </a:cubicBezTo>
                    <a:cubicBezTo>
                      <a:pt x="49" y="14"/>
                      <a:pt x="48" y="14"/>
                      <a:pt x="48" y="14"/>
                    </a:cubicBezTo>
                    <a:cubicBezTo>
                      <a:pt x="48" y="15"/>
                      <a:pt x="49" y="13"/>
                      <a:pt x="49" y="14"/>
                    </a:cubicBezTo>
                    <a:cubicBezTo>
                      <a:pt x="48" y="16"/>
                      <a:pt x="48" y="15"/>
                      <a:pt x="48" y="15"/>
                    </a:cubicBezTo>
                    <a:cubicBezTo>
                      <a:pt x="50" y="11"/>
                      <a:pt x="47" y="14"/>
                      <a:pt x="48" y="12"/>
                    </a:cubicBezTo>
                    <a:cubicBezTo>
                      <a:pt x="47" y="14"/>
                      <a:pt x="47" y="12"/>
                      <a:pt x="47" y="13"/>
                    </a:cubicBezTo>
                    <a:cubicBezTo>
                      <a:pt x="48" y="11"/>
                      <a:pt x="46" y="13"/>
                      <a:pt x="47" y="12"/>
                    </a:cubicBezTo>
                    <a:cubicBezTo>
                      <a:pt x="46" y="14"/>
                      <a:pt x="46" y="14"/>
                      <a:pt x="46" y="14"/>
                    </a:cubicBezTo>
                    <a:cubicBezTo>
                      <a:pt x="46" y="13"/>
                      <a:pt x="44" y="18"/>
                      <a:pt x="45" y="15"/>
                    </a:cubicBezTo>
                    <a:cubicBezTo>
                      <a:pt x="45" y="14"/>
                      <a:pt x="46" y="13"/>
                      <a:pt x="46" y="13"/>
                    </a:cubicBezTo>
                    <a:cubicBezTo>
                      <a:pt x="47" y="10"/>
                      <a:pt x="44" y="14"/>
                      <a:pt x="46" y="12"/>
                    </a:cubicBezTo>
                    <a:cubicBezTo>
                      <a:pt x="45" y="12"/>
                      <a:pt x="44" y="14"/>
                      <a:pt x="44" y="15"/>
                    </a:cubicBezTo>
                    <a:cubicBezTo>
                      <a:pt x="44" y="14"/>
                      <a:pt x="44" y="12"/>
                      <a:pt x="45" y="12"/>
                    </a:cubicBezTo>
                    <a:cubicBezTo>
                      <a:pt x="44" y="12"/>
                      <a:pt x="44" y="13"/>
                      <a:pt x="44" y="12"/>
                    </a:cubicBezTo>
                    <a:cubicBezTo>
                      <a:pt x="44" y="11"/>
                      <a:pt x="45" y="11"/>
                      <a:pt x="45" y="11"/>
                    </a:cubicBezTo>
                    <a:cubicBezTo>
                      <a:pt x="45" y="10"/>
                      <a:pt x="44" y="11"/>
                      <a:pt x="44" y="12"/>
                    </a:cubicBezTo>
                    <a:cubicBezTo>
                      <a:pt x="44" y="10"/>
                      <a:pt x="43" y="11"/>
                      <a:pt x="44" y="10"/>
                    </a:cubicBezTo>
                    <a:cubicBezTo>
                      <a:pt x="42" y="12"/>
                      <a:pt x="44" y="9"/>
                      <a:pt x="42" y="12"/>
                    </a:cubicBezTo>
                    <a:cubicBezTo>
                      <a:pt x="43" y="11"/>
                      <a:pt x="43" y="11"/>
                      <a:pt x="43" y="11"/>
                    </a:cubicBezTo>
                    <a:cubicBezTo>
                      <a:pt x="42" y="12"/>
                      <a:pt x="41" y="13"/>
                      <a:pt x="41" y="13"/>
                    </a:cubicBezTo>
                    <a:cubicBezTo>
                      <a:pt x="42" y="12"/>
                      <a:pt x="42" y="12"/>
                      <a:pt x="42" y="12"/>
                    </a:cubicBezTo>
                    <a:cubicBezTo>
                      <a:pt x="43" y="9"/>
                      <a:pt x="42" y="11"/>
                      <a:pt x="42" y="10"/>
                    </a:cubicBezTo>
                    <a:cubicBezTo>
                      <a:pt x="42" y="11"/>
                      <a:pt x="42" y="10"/>
                      <a:pt x="42" y="11"/>
                    </a:cubicBezTo>
                    <a:cubicBezTo>
                      <a:pt x="41" y="12"/>
                      <a:pt x="41" y="12"/>
                      <a:pt x="41" y="12"/>
                    </a:cubicBezTo>
                    <a:cubicBezTo>
                      <a:pt x="40" y="13"/>
                      <a:pt x="40" y="13"/>
                      <a:pt x="40" y="13"/>
                    </a:cubicBezTo>
                    <a:cubicBezTo>
                      <a:pt x="40" y="13"/>
                      <a:pt x="41" y="11"/>
                      <a:pt x="41" y="11"/>
                    </a:cubicBezTo>
                    <a:cubicBezTo>
                      <a:pt x="41" y="10"/>
                      <a:pt x="41" y="10"/>
                      <a:pt x="41" y="11"/>
                    </a:cubicBezTo>
                    <a:cubicBezTo>
                      <a:pt x="41" y="11"/>
                      <a:pt x="41" y="11"/>
                      <a:pt x="41" y="11"/>
                    </a:cubicBezTo>
                    <a:cubicBezTo>
                      <a:pt x="41" y="11"/>
                      <a:pt x="41" y="11"/>
                      <a:pt x="41" y="11"/>
                    </a:cubicBezTo>
                    <a:cubicBezTo>
                      <a:pt x="41" y="11"/>
                      <a:pt x="40" y="11"/>
                      <a:pt x="40" y="11"/>
                    </a:cubicBezTo>
                    <a:cubicBezTo>
                      <a:pt x="40" y="11"/>
                      <a:pt x="40" y="11"/>
                      <a:pt x="40" y="11"/>
                    </a:cubicBezTo>
                    <a:cubicBezTo>
                      <a:pt x="41" y="11"/>
                      <a:pt x="41" y="11"/>
                      <a:pt x="41" y="11"/>
                    </a:cubicBezTo>
                    <a:cubicBezTo>
                      <a:pt x="41" y="10"/>
                      <a:pt x="41" y="10"/>
                      <a:pt x="41" y="10"/>
                    </a:cubicBezTo>
                    <a:cubicBezTo>
                      <a:pt x="41" y="10"/>
                      <a:pt x="41" y="10"/>
                      <a:pt x="41" y="10"/>
                    </a:cubicBezTo>
                    <a:cubicBezTo>
                      <a:pt x="41" y="10"/>
                      <a:pt x="41" y="10"/>
                      <a:pt x="41" y="10"/>
                    </a:cubicBezTo>
                    <a:cubicBezTo>
                      <a:pt x="41" y="8"/>
                      <a:pt x="41" y="8"/>
                      <a:pt x="41" y="8"/>
                    </a:cubicBezTo>
                    <a:cubicBezTo>
                      <a:pt x="41" y="8"/>
                      <a:pt x="40" y="10"/>
                      <a:pt x="40" y="11"/>
                    </a:cubicBezTo>
                    <a:cubicBezTo>
                      <a:pt x="40" y="9"/>
                      <a:pt x="39" y="10"/>
                      <a:pt x="38" y="11"/>
                    </a:cubicBezTo>
                    <a:cubicBezTo>
                      <a:pt x="38" y="11"/>
                      <a:pt x="39" y="10"/>
                      <a:pt x="39" y="10"/>
                    </a:cubicBezTo>
                    <a:cubicBezTo>
                      <a:pt x="38" y="10"/>
                      <a:pt x="38" y="12"/>
                      <a:pt x="38" y="11"/>
                    </a:cubicBezTo>
                    <a:cubicBezTo>
                      <a:pt x="38" y="11"/>
                      <a:pt x="38" y="10"/>
                      <a:pt x="38" y="9"/>
                    </a:cubicBezTo>
                    <a:cubicBezTo>
                      <a:pt x="38" y="9"/>
                      <a:pt x="38" y="11"/>
                      <a:pt x="38" y="11"/>
                    </a:cubicBezTo>
                    <a:cubicBezTo>
                      <a:pt x="38" y="8"/>
                      <a:pt x="36" y="12"/>
                      <a:pt x="37" y="10"/>
                    </a:cubicBezTo>
                    <a:cubicBezTo>
                      <a:pt x="36" y="10"/>
                      <a:pt x="37" y="9"/>
                      <a:pt x="37" y="9"/>
                    </a:cubicBezTo>
                    <a:cubicBezTo>
                      <a:pt x="37" y="9"/>
                      <a:pt x="36" y="10"/>
                      <a:pt x="35" y="11"/>
                    </a:cubicBezTo>
                    <a:cubicBezTo>
                      <a:pt x="36" y="10"/>
                      <a:pt x="36" y="10"/>
                      <a:pt x="36" y="10"/>
                    </a:cubicBezTo>
                    <a:cubicBezTo>
                      <a:pt x="36" y="10"/>
                      <a:pt x="35" y="10"/>
                      <a:pt x="35" y="11"/>
                    </a:cubicBezTo>
                    <a:cubicBezTo>
                      <a:pt x="34" y="12"/>
                      <a:pt x="34" y="13"/>
                      <a:pt x="34" y="13"/>
                    </a:cubicBezTo>
                    <a:cubicBezTo>
                      <a:pt x="34" y="13"/>
                      <a:pt x="34" y="13"/>
                      <a:pt x="34" y="13"/>
                    </a:cubicBezTo>
                    <a:cubicBezTo>
                      <a:pt x="33" y="12"/>
                      <a:pt x="33" y="13"/>
                      <a:pt x="33" y="13"/>
                    </a:cubicBezTo>
                    <a:cubicBezTo>
                      <a:pt x="33" y="12"/>
                      <a:pt x="33" y="13"/>
                      <a:pt x="34" y="12"/>
                    </a:cubicBezTo>
                    <a:cubicBezTo>
                      <a:pt x="35" y="10"/>
                      <a:pt x="34" y="10"/>
                      <a:pt x="34" y="10"/>
                    </a:cubicBezTo>
                    <a:cubicBezTo>
                      <a:pt x="33" y="11"/>
                      <a:pt x="33" y="11"/>
                      <a:pt x="33" y="11"/>
                    </a:cubicBezTo>
                    <a:cubicBezTo>
                      <a:pt x="33" y="12"/>
                      <a:pt x="34" y="10"/>
                      <a:pt x="33" y="10"/>
                    </a:cubicBezTo>
                    <a:cubicBezTo>
                      <a:pt x="31" y="14"/>
                      <a:pt x="31" y="14"/>
                      <a:pt x="31" y="14"/>
                    </a:cubicBezTo>
                    <a:cubicBezTo>
                      <a:pt x="31" y="14"/>
                      <a:pt x="32" y="12"/>
                      <a:pt x="32" y="11"/>
                    </a:cubicBezTo>
                    <a:cubicBezTo>
                      <a:pt x="32" y="12"/>
                      <a:pt x="30" y="14"/>
                      <a:pt x="29" y="15"/>
                    </a:cubicBezTo>
                    <a:cubicBezTo>
                      <a:pt x="30" y="15"/>
                      <a:pt x="29" y="16"/>
                      <a:pt x="29" y="16"/>
                    </a:cubicBezTo>
                    <a:cubicBezTo>
                      <a:pt x="29" y="15"/>
                      <a:pt x="29" y="16"/>
                      <a:pt x="29" y="15"/>
                    </a:cubicBezTo>
                    <a:cubicBezTo>
                      <a:pt x="30" y="14"/>
                      <a:pt x="30" y="14"/>
                      <a:pt x="30" y="14"/>
                    </a:cubicBezTo>
                    <a:cubicBezTo>
                      <a:pt x="30" y="13"/>
                      <a:pt x="31" y="11"/>
                      <a:pt x="31" y="10"/>
                    </a:cubicBezTo>
                    <a:cubicBezTo>
                      <a:pt x="31" y="11"/>
                      <a:pt x="31" y="10"/>
                      <a:pt x="30" y="10"/>
                    </a:cubicBezTo>
                    <a:cubicBezTo>
                      <a:pt x="29" y="12"/>
                      <a:pt x="29" y="11"/>
                      <a:pt x="28" y="13"/>
                    </a:cubicBezTo>
                    <a:cubicBezTo>
                      <a:pt x="28" y="13"/>
                      <a:pt x="29" y="11"/>
                      <a:pt x="29" y="11"/>
                    </a:cubicBezTo>
                    <a:cubicBezTo>
                      <a:pt x="28" y="11"/>
                      <a:pt x="28" y="10"/>
                      <a:pt x="28" y="11"/>
                    </a:cubicBezTo>
                    <a:cubicBezTo>
                      <a:pt x="28" y="10"/>
                      <a:pt x="28" y="10"/>
                      <a:pt x="28" y="10"/>
                    </a:cubicBezTo>
                    <a:cubicBezTo>
                      <a:pt x="28" y="11"/>
                      <a:pt x="27" y="10"/>
                      <a:pt x="26" y="12"/>
                    </a:cubicBezTo>
                    <a:cubicBezTo>
                      <a:pt x="27" y="11"/>
                      <a:pt x="27" y="11"/>
                      <a:pt x="27" y="11"/>
                    </a:cubicBezTo>
                    <a:cubicBezTo>
                      <a:pt x="27" y="10"/>
                      <a:pt x="25" y="14"/>
                      <a:pt x="26" y="12"/>
                    </a:cubicBezTo>
                    <a:cubicBezTo>
                      <a:pt x="26" y="11"/>
                      <a:pt x="26" y="11"/>
                      <a:pt x="26" y="11"/>
                    </a:cubicBezTo>
                    <a:cubicBezTo>
                      <a:pt x="26" y="12"/>
                      <a:pt x="26" y="10"/>
                      <a:pt x="25" y="11"/>
                    </a:cubicBezTo>
                    <a:cubicBezTo>
                      <a:pt x="26" y="10"/>
                      <a:pt x="26" y="10"/>
                      <a:pt x="26" y="10"/>
                    </a:cubicBezTo>
                    <a:cubicBezTo>
                      <a:pt x="26" y="11"/>
                      <a:pt x="25" y="10"/>
                      <a:pt x="24" y="12"/>
                    </a:cubicBezTo>
                    <a:cubicBezTo>
                      <a:pt x="25" y="10"/>
                      <a:pt x="25" y="10"/>
                      <a:pt x="25" y="10"/>
                    </a:cubicBezTo>
                    <a:cubicBezTo>
                      <a:pt x="26" y="9"/>
                      <a:pt x="24" y="12"/>
                      <a:pt x="24" y="11"/>
                    </a:cubicBezTo>
                    <a:cubicBezTo>
                      <a:pt x="24" y="11"/>
                      <a:pt x="25" y="10"/>
                      <a:pt x="25" y="10"/>
                    </a:cubicBezTo>
                    <a:cubicBezTo>
                      <a:pt x="24" y="11"/>
                      <a:pt x="24" y="11"/>
                      <a:pt x="24" y="11"/>
                    </a:cubicBezTo>
                    <a:cubicBezTo>
                      <a:pt x="24" y="9"/>
                      <a:pt x="24" y="9"/>
                      <a:pt x="24" y="9"/>
                    </a:cubicBezTo>
                    <a:cubicBezTo>
                      <a:pt x="23" y="8"/>
                      <a:pt x="22" y="8"/>
                      <a:pt x="20" y="9"/>
                    </a:cubicBezTo>
                    <a:cubicBezTo>
                      <a:pt x="21" y="7"/>
                      <a:pt x="21" y="8"/>
                      <a:pt x="22" y="6"/>
                    </a:cubicBezTo>
                    <a:cubicBezTo>
                      <a:pt x="21" y="8"/>
                      <a:pt x="21" y="7"/>
                      <a:pt x="21" y="7"/>
                    </a:cubicBezTo>
                    <a:cubicBezTo>
                      <a:pt x="21" y="7"/>
                      <a:pt x="21" y="7"/>
                      <a:pt x="21" y="7"/>
                    </a:cubicBezTo>
                    <a:cubicBezTo>
                      <a:pt x="20" y="7"/>
                      <a:pt x="21" y="6"/>
                      <a:pt x="20" y="6"/>
                    </a:cubicBezTo>
                    <a:cubicBezTo>
                      <a:pt x="20" y="7"/>
                      <a:pt x="20" y="7"/>
                      <a:pt x="20" y="7"/>
                    </a:cubicBezTo>
                    <a:cubicBezTo>
                      <a:pt x="19" y="8"/>
                      <a:pt x="21" y="4"/>
                      <a:pt x="20" y="7"/>
                    </a:cubicBezTo>
                    <a:cubicBezTo>
                      <a:pt x="20" y="5"/>
                      <a:pt x="20" y="5"/>
                      <a:pt x="20" y="5"/>
                    </a:cubicBezTo>
                    <a:cubicBezTo>
                      <a:pt x="19" y="7"/>
                      <a:pt x="20" y="4"/>
                      <a:pt x="19" y="6"/>
                    </a:cubicBezTo>
                    <a:cubicBezTo>
                      <a:pt x="19" y="6"/>
                      <a:pt x="19" y="6"/>
                      <a:pt x="19" y="6"/>
                    </a:cubicBezTo>
                    <a:cubicBezTo>
                      <a:pt x="20" y="5"/>
                      <a:pt x="18" y="8"/>
                      <a:pt x="18" y="6"/>
                    </a:cubicBezTo>
                    <a:cubicBezTo>
                      <a:pt x="18" y="6"/>
                      <a:pt x="18" y="7"/>
                      <a:pt x="17" y="8"/>
                    </a:cubicBezTo>
                    <a:cubicBezTo>
                      <a:pt x="18" y="6"/>
                      <a:pt x="18" y="6"/>
                      <a:pt x="18" y="6"/>
                    </a:cubicBezTo>
                    <a:cubicBezTo>
                      <a:pt x="17" y="7"/>
                      <a:pt x="16" y="6"/>
                      <a:pt x="14" y="8"/>
                    </a:cubicBezTo>
                    <a:cubicBezTo>
                      <a:pt x="14" y="7"/>
                      <a:pt x="14" y="7"/>
                      <a:pt x="14" y="7"/>
                    </a:cubicBezTo>
                    <a:cubicBezTo>
                      <a:pt x="13" y="8"/>
                      <a:pt x="15" y="4"/>
                      <a:pt x="12" y="8"/>
                    </a:cubicBezTo>
                    <a:cubicBezTo>
                      <a:pt x="11" y="9"/>
                      <a:pt x="11" y="9"/>
                      <a:pt x="11" y="9"/>
                    </a:cubicBezTo>
                    <a:cubicBezTo>
                      <a:pt x="12" y="7"/>
                      <a:pt x="12" y="7"/>
                      <a:pt x="12" y="7"/>
                    </a:cubicBezTo>
                    <a:cubicBezTo>
                      <a:pt x="12" y="8"/>
                      <a:pt x="12" y="7"/>
                      <a:pt x="11" y="8"/>
                    </a:cubicBezTo>
                    <a:cubicBezTo>
                      <a:pt x="12" y="7"/>
                      <a:pt x="12" y="7"/>
                      <a:pt x="12" y="7"/>
                    </a:cubicBezTo>
                    <a:cubicBezTo>
                      <a:pt x="12" y="7"/>
                      <a:pt x="10" y="9"/>
                      <a:pt x="10" y="8"/>
                    </a:cubicBezTo>
                    <a:cubicBezTo>
                      <a:pt x="11" y="8"/>
                      <a:pt x="11" y="8"/>
                      <a:pt x="11" y="8"/>
                    </a:cubicBezTo>
                    <a:cubicBezTo>
                      <a:pt x="11" y="4"/>
                      <a:pt x="11" y="1"/>
                      <a:pt x="8" y="5"/>
                    </a:cubicBezTo>
                    <a:cubicBezTo>
                      <a:pt x="7" y="5"/>
                      <a:pt x="9" y="2"/>
                      <a:pt x="9" y="3"/>
                    </a:cubicBezTo>
                    <a:cubicBezTo>
                      <a:pt x="6" y="5"/>
                      <a:pt x="8" y="0"/>
                      <a:pt x="4" y="4"/>
                    </a:cubicBezTo>
                    <a:cubicBezTo>
                      <a:pt x="3" y="5"/>
                      <a:pt x="0" y="10"/>
                      <a:pt x="0" y="10"/>
                    </a:cubicBezTo>
                    <a:cubicBezTo>
                      <a:pt x="3" y="9"/>
                      <a:pt x="3" y="12"/>
                      <a:pt x="3" y="1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7" name="Freeform 211"/>
              <p:cNvSpPr/>
              <p:nvPr/>
            </p:nvSpPr>
            <p:spPr bwMode="auto">
              <a:xfrm>
                <a:off x="3266" y="1867"/>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0"/>
                      <a:pt x="0" y="1"/>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8" name="Freeform 212"/>
              <p:cNvSpPr/>
              <p:nvPr/>
            </p:nvSpPr>
            <p:spPr bwMode="auto">
              <a:xfrm>
                <a:off x="3266" y="1861"/>
                <a:ext cx="3" cy="4"/>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0"/>
                      <a:pt x="0" y="1"/>
                      <a:pt x="1"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9" name="Freeform 213"/>
              <p:cNvSpPr/>
              <p:nvPr/>
            </p:nvSpPr>
            <p:spPr bwMode="auto">
              <a:xfrm>
                <a:off x="3260" y="185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0" name="Freeform 214"/>
              <p:cNvSpPr/>
              <p:nvPr/>
            </p:nvSpPr>
            <p:spPr bwMode="auto">
              <a:xfrm>
                <a:off x="3260" y="1893"/>
                <a:ext cx="4" cy="6"/>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1" y="1"/>
                      <a:pt x="1"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1" name="Freeform 215"/>
              <p:cNvSpPr/>
              <p:nvPr/>
            </p:nvSpPr>
            <p:spPr bwMode="auto">
              <a:xfrm>
                <a:off x="3269" y="1870"/>
                <a:ext cx="2" cy="4"/>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0" y="1"/>
                      <a:pt x="0" y="1"/>
                    </a:cubicBezTo>
                    <a:cubicBezTo>
                      <a:pt x="0" y="1"/>
                      <a:pt x="0" y="2"/>
                      <a:pt x="0" y="2"/>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2" name="Freeform 216"/>
              <p:cNvSpPr/>
              <p:nvPr/>
            </p:nvSpPr>
            <p:spPr bwMode="auto">
              <a:xfrm>
                <a:off x="3260" y="1895"/>
                <a:ext cx="4" cy="4"/>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2" y="0"/>
                      <a:pt x="1" y="2"/>
                      <a:pt x="1" y="2"/>
                    </a:cubicBezTo>
                    <a:cubicBezTo>
                      <a:pt x="0" y="2"/>
                      <a:pt x="1"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3" name="Freeform 217"/>
              <p:cNvSpPr/>
              <p:nvPr/>
            </p:nvSpPr>
            <p:spPr bwMode="auto">
              <a:xfrm>
                <a:off x="4538" y="18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4" name="Freeform 218"/>
              <p:cNvSpPr/>
              <p:nvPr/>
            </p:nvSpPr>
            <p:spPr bwMode="auto">
              <a:xfrm>
                <a:off x="3213" y="1882"/>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5" name="Freeform 219"/>
              <p:cNvSpPr/>
              <p:nvPr/>
            </p:nvSpPr>
            <p:spPr bwMode="auto">
              <a:xfrm>
                <a:off x="3190" y="182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6" name="Freeform 220"/>
              <p:cNvSpPr/>
              <p:nvPr/>
            </p:nvSpPr>
            <p:spPr bwMode="auto">
              <a:xfrm>
                <a:off x="3271" y="187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7" name="Freeform 221"/>
              <p:cNvSpPr/>
              <p:nvPr/>
            </p:nvSpPr>
            <p:spPr bwMode="auto">
              <a:xfrm>
                <a:off x="3190" y="187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8" name="Freeform 222"/>
              <p:cNvSpPr/>
              <p:nvPr/>
            </p:nvSpPr>
            <p:spPr bwMode="auto">
              <a:xfrm>
                <a:off x="4574" y="1855"/>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9" name="Freeform 223"/>
              <p:cNvSpPr/>
              <p:nvPr/>
            </p:nvSpPr>
            <p:spPr bwMode="auto">
              <a:xfrm>
                <a:off x="3199" y="18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0" name="Freeform 224"/>
              <p:cNvSpPr/>
              <p:nvPr/>
            </p:nvSpPr>
            <p:spPr bwMode="auto">
              <a:xfrm>
                <a:off x="3271" y="1859"/>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1" name="Freeform 225"/>
              <p:cNvSpPr/>
              <p:nvPr/>
            </p:nvSpPr>
            <p:spPr bwMode="auto">
              <a:xfrm>
                <a:off x="3742" y="3006"/>
                <a:ext cx="6" cy="9"/>
              </a:xfrm>
              <a:custGeom>
                <a:avLst/>
                <a:gdLst>
                  <a:gd name="T0" fmla="*/ 3 w 3"/>
                  <a:gd name="T1" fmla="*/ 0 h 4"/>
                  <a:gd name="T2" fmla="*/ 1 w 3"/>
                  <a:gd name="T3" fmla="*/ 1 h 4"/>
                  <a:gd name="T4" fmla="*/ 1 w 3"/>
                  <a:gd name="T5" fmla="*/ 3 h 4"/>
                  <a:gd name="T6" fmla="*/ 0 w 3"/>
                  <a:gd name="T7" fmla="*/ 4 h 4"/>
                  <a:gd name="T8" fmla="*/ 2 w 3"/>
                  <a:gd name="T9" fmla="*/ 1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cubicBezTo>
                      <a:pt x="2" y="1"/>
                      <a:pt x="2" y="1"/>
                      <a:pt x="1" y="1"/>
                    </a:cubicBezTo>
                    <a:cubicBezTo>
                      <a:pt x="1" y="2"/>
                      <a:pt x="0" y="3"/>
                      <a:pt x="1" y="3"/>
                    </a:cubicBezTo>
                    <a:cubicBezTo>
                      <a:pt x="1" y="3"/>
                      <a:pt x="0" y="4"/>
                      <a:pt x="0" y="4"/>
                    </a:cubicBezTo>
                    <a:cubicBezTo>
                      <a:pt x="1" y="4"/>
                      <a:pt x="2" y="2"/>
                      <a:pt x="2" y="1"/>
                    </a:cubicBezTo>
                    <a:cubicBezTo>
                      <a:pt x="3" y="1"/>
                      <a:pt x="3"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2" name="Freeform 226"/>
              <p:cNvSpPr/>
              <p:nvPr/>
            </p:nvSpPr>
            <p:spPr bwMode="auto">
              <a:xfrm>
                <a:off x="3988" y="30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3" name="Freeform 227"/>
              <p:cNvSpPr/>
              <p:nvPr/>
            </p:nvSpPr>
            <p:spPr bwMode="auto">
              <a:xfrm>
                <a:off x="3742" y="300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4" name="Rectangle 228"/>
              <p:cNvSpPr>
                <a:spLocks noChangeArrowheads="1"/>
              </p:cNvSpPr>
              <p:nvPr/>
            </p:nvSpPr>
            <p:spPr bwMode="auto">
              <a:xfrm>
                <a:off x="3748" y="3015"/>
                <a:ext cx="4"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5" name="Freeform 229"/>
              <p:cNvSpPr/>
              <p:nvPr/>
            </p:nvSpPr>
            <p:spPr bwMode="auto">
              <a:xfrm>
                <a:off x="3744" y="2894"/>
                <a:ext cx="2" cy="10"/>
              </a:xfrm>
              <a:custGeom>
                <a:avLst/>
                <a:gdLst>
                  <a:gd name="T0" fmla="*/ 0 w 1"/>
                  <a:gd name="T1" fmla="*/ 2 h 5"/>
                  <a:gd name="T2" fmla="*/ 1 w 1"/>
                  <a:gd name="T3" fmla="*/ 3 h 5"/>
                  <a:gd name="T4" fmla="*/ 0 w 1"/>
                  <a:gd name="T5" fmla="*/ 5 h 5"/>
                  <a:gd name="T6" fmla="*/ 1 w 1"/>
                  <a:gd name="T7" fmla="*/ 1 h 5"/>
                  <a:gd name="T8" fmla="*/ 1 w 1"/>
                  <a:gd name="T9" fmla="*/ 0 h 5"/>
                  <a:gd name="T10" fmla="*/ 0 w 1"/>
                  <a:gd name="T11" fmla="*/ 2 h 5"/>
                </a:gdLst>
                <a:ahLst/>
                <a:cxnLst>
                  <a:cxn ang="0">
                    <a:pos x="T0" y="T1"/>
                  </a:cxn>
                  <a:cxn ang="0">
                    <a:pos x="T2" y="T3"/>
                  </a:cxn>
                  <a:cxn ang="0">
                    <a:pos x="T4" y="T5"/>
                  </a:cxn>
                  <a:cxn ang="0">
                    <a:pos x="T6" y="T7"/>
                  </a:cxn>
                  <a:cxn ang="0">
                    <a:pos x="T8" y="T9"/>
                  </a:cxn>
                  <a:cxn ang="0">
                    <a:pos x="T10" y="T11"/>
                  </a:cxn>
                </a:cxnLst>
                <a:rect l="0" t="0" r="r" b="b"/>
                <a:pathLst>
                  <a:path w="1" h="5">
                    <a:moveTo>
                      <a:pt x="0" y="2"/>
                    </a:moveTo>
                    <a:cubicBezTo>
                      <a:pt x="0" y="2"/>
                      <a:pt x="0" y="4"/>
                      <a:pt x="1" y="3"/>
                    </a:cubicBezTo>
                    <a:cubicBezTo>
                      <a:pt x="1" y="3"/>
                      <a:pt x="0" y="4"/>
                      <a:pt x="0" y="5"/>
                    </a:cubicBezTo>
                    <a:cubicBezTo>
                      <a:pt x="1" y="4"/>
                      <a:pt x="1" y="1"/>
                      <a:pt x="1" y="1"/>
                    </a:cubicBezTo>
                    <a:cubicBezTo>
                      <a:pt x="1" y="0"/>
                      <a:pt x="1" y="0"/>
                      <a:pt x="1" y="0"/>
                    </a:cubicBezTo>
                    <a:cubicBezTo>
                      <a:pt x="1" y="1"/>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6" name="Freeform 230"/>
              <p:cNvSpPr/>
              <p:nvPr/>
            </p:nvSpPr>
            <p:spPr bwMode="auto">
              <a:xfrm>
                <a:off x="3744" y="3004"/>
                <a:ext cx="2"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1"/>
                      <a:pt x="0" y="1"/>
                      <a:pt x="0" y="1"/>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7" name="Freeform 231"/>
              <p:cNvSpPr/>
              <p:nvPr/>
            </p:nvSpPr>
            <p:spPr bwMode="auto">
              <a:xfrm>
                <a:off x="3742" y="2892"/>
                <a:ext cx="2" cy="4"/>
              </a:xfrm>
              <a:custGeom>
                <a:avLst/>
                <a:gdLst>
                  <a:gd name="T0" fmla="*/ 1 w 1"/>
                  <a:gd name="T1" fmla="*/ 1 h 2"/>
                  <a:gd name="T2" fmla="*/ 0 w 1"/>
                  <a:gd name="T3" fmla="*/ 2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2"/>
                      <a:pt x="0" y="2"/>
                    </a:cubicBezTo>
                    <a:cubicBezTo>
                      <a:pt x="0" y="2"/>
                      <a:pt x="1" y="1"/>
                      <a:pt x="1" y="1"/>
                    </a:cubicBezTo>
                    <a:cubicBezTo>
                      <a:pt x="1" y="1"/>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8" name="Freeform 232"/>
              <p:cNvSpPr/>
              <p:nvPr/>
            </p:nvSpPr>
            <p:spPr bwMode="auto">
              <a:xfrm>
                <a:off x="3772" y="3038"/>
                <a:ext cx="4" cy="4"/>
              </a:xfrm>
              <a:custGeom>
                <a:avLst/>
                <a:gdLst>
                  <a:gd name="T0" fmla="*/ 1 w 2"/>
                  <a:gd name="T1" fmla="*/ 0 h 2"/>
                  <a:gd name="T2" fmla="*/ 2 w 2"/>
                  <a:gd name="T3" fmla="*/ 1 h 2"/>
                  <a:gd name="T4" fmla="*/ 1 w 2"/>
                  <a:gd name="T5" fmla="*/ 0 h 2"/>
                </a:gdLst>
                <a:ahLst/>
                <a:cxnLst>
                  <a:cxn ang="0">
                    <a:pos x="T0" y="T1"/>
                  </a:cxn>
                  <a:cxn ang="0">
                    <a:pos x="T2" y="T3"/>
                  </a:cxn>
                  <a:cxn ang="0">
                    <a:pos x="T4" y="T5"/>
                  </a:cxn>
                </a:cxnLst>
                <a:rect l="0" t="0" r="r" b="b"/>
                <a:pathLst>
                  <a:path w="2" h="2">
                    <a:moveTo>
                      <a:pt x="1" y="0"/>
                    </a:moveTo>
                    <a:cubicBezTo>
                      <a:pt x="0" y="2"/>
                      <a:pt x="2" y="0"/>
                      <a:pt x="2"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9" name="Freeform 233"/>
              <p:cNvSpPr/>
              <p:nvPr/>
            </p:nvSpPr>
            <p:spPr bwMode="auto">
              <a:xfrm>
                <a:off x="3895" y="308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0" name="Freeform 234"/>
              <p:cNvSpPr/>
              <p:nvPr/>
            </p:nvSpPr>
            <p:spPr bwMode="auto">
              <a:xfrm>
                <a:off x="3602"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1" name="Freeform 235"/>
              <p:cNvSpPr/>
              <p:nvPr/>
            </p:nvSpPr>
            <p:spPr bwMode="auto">
              <a:xfrm>
                <a:off x="3742" y="289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2" name="Freeform 236"/>
              <p:cNvSpPr/>
              <p:nvPr/>
            </p:nvSpPr>
            <p:spPr bwMode="auto">
              <a:xfrm>
                <a:off x="3602" y="18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3" name="Freeform 237"/>
              <p:cNvSpPr/>
              <p:nvPr/>
            </p:nvSpPr>
            <p:spPr bwMode="auto">
              <a:xfrm>
                <a:off x="3755" y="3027"/>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4" name="Oval 238"/>
              <p:cNvSpPr>
                <a:spLocks noChangeArrowheads="1"/>
              </p:cNvSpPr>
              <p:nvPr/>
            </p:nvSpPr>
            <p:spPr bwMode="auto">
              <a:xfrm>
                <a:off x="3602" y="1823"/>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5" name="Freeform 239"/>
              <p:cNvSpPr/>
              <p:nvPr/>
            </p:nvSpPr>
            <p:spPr bwMode="auto">
              <a:xfrm>
                <a:off x="3922" y="2890"/>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6" name="Freeform 240"/>
              <p:cNvSpPr/>
              <p:nvPr/>
            </p:nvSpPr>
            <p:spPr bwMode="auto">
              <a:xfrm>
                <a:off x="3975" y="28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7" name="Freeform 241"/>
              <p:cNvSpPr/>
              <p:nvPr/>
            </p:nvSpPr>
            <p:spPr bwMode="auto">
              <a:xfrm>
                <a:off x="3954" y="288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8" name="Freeform 242"/>
              <p:cNvSpPr/>
              <p:nvPr/>
            </p:nvSpPr>
            <p:spPr bwMode="auto">
              <a:xfrm>
                <a:off x="3725" y="2760"/>
                <a:ext cx="399" cy="159"/>
              </a:xfrm>
              <a:custGeom>
                <a:avLst/>
                <a:gdLst>
                  <a:gd name="T0" fmla="*/ 11 w 188"/>
                  <a:gd name="T1" fmla="*/ 59 h 75"/>
                  <a:gd name="T2" fmla="*/ 17 w 188"/>
                  <a:gd name="T3" fmla="*/ 64 h 75"/>
                  <a:gd name="T4" fmla="*/ 14 w 188"/>
                  <a:gd name="T5" fmla="*/ 70 h 75"/>
                  <a:gd name="T6" fmla="*/ 17 w 188"/>
                  <a:gd name="T7" fmla="*/ 71 h 75"/>
                  <a:gd name="T8" fmla="*/ 21 w 188"/>
                  <a:gd name="T9" fmla="*/ 69 h 75"/>
                  <a:gd name="T10" fmla="*/ 22 w 188"/>
                  <a:gd name="T11" fmla="*/ 71 h 75"/>
                  <a:gd name="T12" fmla="*/ 27 w 188"/>
                  <a:gd name="T13" fmla="*/ 67 h 75"/>
                  <a:gd name="T14" fmla="*/ 30 w 188"/>
                  <a:gd name="T15" fmla="*/ 72 h 75"/>
                  <a:gd name="T16" fmla="*/ 31 w 188"/>
                  <a:gd name="T17" fmla="*/ 74 h 75"/>
                  <a:gd name="T18" fmla="*/ 33 w 188"/>
                  <a:gd name="T19" fmla="*/ 72 h 75"/>
                  <a:gd name="T20" fmla="*/ 37 w 188"/>
                  <a:gd name="T21" fmla="*/ 74 h 75"/>
                  <a:gd name="T22" fmla="*/ 40 w 188"/>
                  <a:gd name="T23" fmla="*/ 69 h 75"/>
                  <a:gd name="T24" fmla="*/ 43 w 188"/>
                  <a:gd name="T25" fmla="*/ 64 h 75"/>
                  <a:gd name="T26" fmla="*/ 45 w 188"/>
                  <a:gd name="T27" fmla="*/ 69 h 75"/>
                  <a:gd name="T28" fmla="*/ 54 w 188"/>
                  <a:gd name="T29" fmla="*/ 69 h 75"/>
                  <a:gd name="T30" fmla="*/ 58 w 188"/>
                  <a:gd name="T31" fmla="*/ 69 h 75"/>
                  <a:gd name="T32" fmla="*/ 62 w 188"/>
                  <a:gd name="T33" fmla="*/ 68 h 75"/>
                  <a:gd name="T34" fmla="*/ 73 w 188"/>
                  <a:gd name="T35" fmla="*/ 66 h 75"/>
                  <a:gd name="T36" fmla="*/ 76 w 188"/>
                  <a:gd name="T37" fmla="*/ 65 h 75"/>
                  <a:gd name="T38" fmla="*/ 77 w 188"/>
                  <a:gd name="T39" fmla="*/ 64 h 75"/>
                  <a:gd name="T40" fmla="*/ 80 w 188"/>
                  <a:gd name="T41" fmla="*/ 62 h 75"/>
                  <a:gd name="T42" fmla="*/ 83 w 188"/>
                  <a:gd name="T43" fmla="*/ 63 h 75"/>
                  <a:gd name="T44" fmla="*/ 86 w 188"/>
                  <a:gd name="T45" fmla="*/ 61 h 75"/>
                  <a:gd name="T46" fmla="*/ 94 w 188"/>
                  <a:gd name="T47" fmla="*/ 61 h 75"/>
                  <a:gd name="T48" fmla="*/ 100 w 188"/>
                  <a:gd name="T49" fmla="*/ 59 h 75"/>
                  <a:gd name="T50" fmla="*/ 105 w 188"/>
                  <a:gd name="T51" fmla="*/ 59 h 75"/>
                  <a:gd name="T52" fmla="*/ 108 w 188"/>
                  <a:gd name="T53" fmla="*/ 57 h 75"/>
                  <a:gd name="T54" fmla="*/ 109 w 188"/>
                  <a:gd name="T55" fmla="*/ 57 h 75"/>
                  <a:gd name="T56" fmla="*/ 114 w 188"/>
                  <a:gd name="T57" fmla="*/ 54 h 75"/>
                  <a:gd name="T58" fmla="*/ 120 w 188"/>
                  <a:gd name="T59" fmla="*/ 53 h 75"/>
                  <a:gd name="T60" fmla="*/ 124 w 188"/>
                  <a:gd name="T61" fmla="*/ 50 h 75"/>
                  <a:gd name="T62" fmla="*/ 127 w 188"/>
                  <a:gd name="T63" fmla="*/ 41 h 75"/>
                  <a:gd name="T64" fmla="*/ 133 w 188"/>
                  <a:gd name="T65" fmla="*/ 44 h 75"/>
                  <a:gd name="T66" fmla="*/ 139 w 188"/>
                  <a:gd name="T67" fmla="*/ 41 h 75"/>
                  <a:gd name="T68" fmla="*/ 144 w 188"/>
                  <a:gd name="T69" fmla="*/ 39 h 75"/>
                  <a:gd name="T70" fmla="*/ 156 w 188"/>
                  <a:gd name="T71" fmla="*/ 34 h 75"/>
                  <a:gd name="T72" fmla="*/ 160 w 188"/>
                  <a:gd name="T73" fmla="*/ 33 h 75"/>
                  <a:gd name="T74" fmla="*/ 170 w 188"/>
                  <a:gd name="T75" fmla="*/ 21 h 75"/>
                  <a:gd name="T76" fmla="*/ 173 w 188"/>
                  <a:gd name="T77" fmla="*/ 18 h 75"/>
                  <a:gd name="T78" fmla="*/ 169 w 188"/>
                  <a:gd name="T79" fmla="*/ 9 h 75"/>
                  <a:gd name="T80" fmla="*/ 149 w 188"/>
                  <a:gd name="T81" fmla="*/ 20 h 75"/>
                  <a:gd name="T82" fmla="*/ 110 w 188"/>
                  <a:gd name="T83" fmla="*/ 42 h 75"/>
                  <a:gd name="T84" fmla="*/ 103 w 188"/>
                  <a:gd name="T85" fmla="*/ 39 h 75"/>
                  <a:gd name="T86" fmla="*/ 88 w 188"/>
                  <a:gd name="T87" fmla="*/ 44 h 75"/>
                  <a:gd name="T88" fmla="*/ 69 w 188"/>
                  <a:gd name="T89" fmla="*/ 48 h 75"/>
                  <a:gd name="T90" fmla="*/ 59 w 188"/>
                  <a:gd name="T91" fmla="*/ 49 h 75"/>
                  <a:gd name="T92" fmla="*/ 44 w 188"/>
                  <a:gd name="T93" fmla="*/ 52 h 75"/>
                  <a:gd name="T94" fmla="*/ 29 w 188"/>
                  <a:gd name="T95" fmla="*/ 53 h 75"/>
                  <a:gd name="T96" fmla="*/ 19 w 188"/>
                  <a:gd name="T97" fmla="*/ 53 h 75"/>
                  <a:gd name="T98" fmla="*/ 10 w 188"/>
                  <a:gd name="T99" fmla="*/ 49 h 75"/>
                  <a:gd name="T100" fmla="*/ 7 w 188"/>
                  <a:gd name="T101" fmla="*/ 47 h 75"/>
                  <a:gd name="T102" fmla="*/ 5 w 188"/>
                  <a:gd name="T103" fmla="*/ 47 h 75"/>
                  <a:gd name="T104" fmla="*/ 3 w 188"/>
                  <a:gd name="T105" fmla="*/ 5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8" h="75">
                    <a:moveTo>
                      <a:pt x="5" y="55"/>
                    </a:moveTo>
                    <a:cubicBezTo>
                      <a:pt x="5" y="55"/>
                      <a:pt x="5" y="55"/>
                      <a:pt x="5" y="55"/>
                    </a:cubicBezTo>
                    <a:cubicBezTo>
                      <a:pt x="5" y="57"/>
                      <a:pt x="5" y="54"/>
                      <a:pt x="6" y="54"/>
                    </a:cubicBezTo>
                    <a:cubicBezTo>
                      <a:pt x="6" y="55"/>
                      <a:pt x="4" y="57"/>
                      <a:pt x="4" y="58"/>
                    </a:cubicBezTo>
                    <a:cubicBezTo>
                      <a:pt x="5" y="58"/>
                      <a:pt x="7" y="58"/>
                      <a:pt x="7" y="60"/>
                    </a:cubicBezTo>
                    <a:cubicBezTo>
                      <a:pt x="8" y="60"/>
                      <a:pt x="10" y="59"/>
                      <a:pt x="11" y="59"/>
                    </a:cubicBezTo>
                    <a:cubicBezTo>
                      <a:pt x="12" y="59"/>
                      <a:pt x="10" y="61"/>
                      <a:pt x="11" y="60"/>
                    </a:cubicBezTo>
                    <a:cubicBezTo>
                      <a:pt x="11" y="61"/>
                      <a:pt x="10" y="62"/>
                      <a:pt x="10" y="63"/>
                    </a:cubicBezTo>
                    <a:cubicBezTo>
                      <a:pt x="10" y="62"/>
                      <a:pt x="11" y="64"/>
                      <a:pt x="12" y="61"/>
                    </a:cubicBezTo>
                    <a:cubicBezTo>
                      <a:pt x="12" y="62"/>
                      <a:pt x="14" y="63"/>
                      <a:pt x="15" y="63"/>
                    </a:cubicBezTo>
                    <a:cubicBezTo>
                      <a:pt x="14" y="63"/>
                      <a:pt x="14" y="64"/>
                      <a:pt x="14" y="65"/>
                    </a:cubicBezTo>
                    <a:cubicBezTo>
                      <a:pt x="15" y="64"/>
                      <a:pt x="16" y="63"/>
                      <a:pt x="17" y="64"/>
                    </a:cubicBezTo>
                    <a:cubicBezTo>
                      <a:pt x="17" y="62"/>
                      <a:pt x="17" y="62"/>
                      <a:pt x="18" y="60"/>
                    </a:cubicBezTo>
                    <a:cubicBezTo>
                      <a:pt x="18" y="60"/>
                      <a:pt x="18" y="59"/>
                      <a:pt x="18" y="60"/>
                    </a:cubicBezTo>
                    <a:cubicBezTo>
                      <a:pt x="18" y="61"/>
                      <a:pt x="17" y="64"/>
                      <a:pt x="18" y="64"/>
                    </a:cubicBezTo>
                    <a:cubicBezTo>
                      <a:pt x="17" y="67"/>
                      <a:pt x="17" y="64"/>
                      <a:pt x="16" y="67"/>
                    </a:cubicBezTo>
                    <a:cubicBezTo>
                      <a:pt x="15" y="69"/>
                      <a:pt x="14" y="68"/>
                      <a:pt x="14" y="67"/>
                    </a:cubicBezTo>
                    <a:cubicBezTo>
                      <a:pt x="12" y="69"/>
                      <a:pt x="14" y="67"/>
                      <a:pt x="14" y="70"/>
                    </a:cubicBezTo>
                    <a:cubicBezTo>
                      <a:pt x="14" y="70"/>
                      <a:pt x="15" y="68"/>
                      <a:pt x="16" y="68"/>
                    </a:cubicBezTo>
                    <a:cubicBezTo>
                      <a:pt x="17" y="67"/>
                      <a:pt x="16" y="67"/>
                      <a:pt x="17" y="66"/>
                    </a:cubicBezTo>
                    <a:cubicBezTo>
                      <a:pt x="19" y="64"/>
                      <a:pt x="18" y="68"/>
                      <a:pt x="18" y="68"/>
                    </a:cubicBezTo>
                    <a:cubicBezTo>
                      <a:pt x="17" y="69"/>
                      <a:pt x="17" y="69"/>
                      <a:pt x="17" y="69"/>
                    </a:cubicBezTo>
                    <a:cubicBezTo>
                      <a:pt x="18" y="70"/>
                      <a:pt x="18" y="68"/>
                      <a:pt x="19" y="69"/>
                    </a:cubicBezTo>
                    <a:cubicBezTo>
                      <a:pt x="19" y="72"/>
                      <a:pt x="18" y="69"/>
                      <a:pt x="17" y="71"/>
                    </a:cubicBezTo>
                    <a:cubicBezTo>
                      <a:pt x="17" y="73"/>
                      <a:pt x="17" y="73"/>
                      <a:pt x="17" y="73"/>
                    </a:cubicBezTo>
                    <a:cubicBezTo>
                      <a:pt x="18" y="74"/>
                      <a:pt x="18" y="70"/>
                      <a:pt x="19" y="72"/>
                    </a:cubicBezTo>
                    <a:cubicBezTo>
                      <a:pt x="19" y="73"/>
                      <a:pt x="19" y="73"/>
                      <a:pt x="19" y="73"/>
                    </a:cubicBezTo>
                    <a:cubicBezTo>
                      <a:pt x="20" y="72"/>
                      <a:pt x="20" y="72"/>
                      <a:pt x="20" y="72"/>
                    </a:cubicBezTo>
                    <a:cubicBezTo>
                      <a:pt x="20" y="71"/>
                      <a:pt x="20" y="69"/>
                      <a:pt x="19" y="69"/>
                    </a:cubicBezTo>
                    <a:cubicBezTo>
                      <a:pt x="20" y="66"/>
                      <a:pt x="20" y="69"/>
                      <a:pt x="21" y="69"/>
                    </a:cubicBezTo>
                    <a:cubicBezTo>
                      <a:pt x="22" y="67"/>
                      <a:pt x="21" y="69"/>
                      <a:pt x="21" y="67"/>
                    </a:cubicBezTo>
                    <a:cubicBezTo>
                      <a:pt x="21" y="65"/>
                      <a:pt x="22" y="65"/>
                      <a:pt x="22" y="65"/>
                    </a:cubicBezTo>
                    <a:cubicBezTo>
                      <a:pt x="23" y="65"/>
                      <a:pt x="22" y="67"/>
                      <a:pt x="22" y="68"/>
                    </a:cubicBezTo>
                    <a:cubicBezTo>
                      <a:pt x="22" y="69"/>
                      <a:pt x="22" y="69"/>
                      <a:pt x="22" y="68"/>
                    </a:cubicBezTo>
                    <a:cubicBezTo>
                      <a:pt x="21" y="69"/>
                      <a:pt x="22" y="71"/>
                      <a:pt x="21" y="73"/>
                    </a:cubicBezTo>
                    <a:cubicBezTo>
                      <a:pt x="21" y="74"/>
                      <a:pt x="22" y="72"/>
                      <a:pt x="22" y="71"/>
                    </a:cubicBezTo>
                    <a:cubicBezTo>
                      <a:pt x="22" y="71"/>
                      <a:pt x="23" y="69"/>
                      <a:pt x="22" y="69"/>
                    </a:cubicBezTo>
                    <a:cubicBezTo>
                      <a:pt x="25" y="64"/>
                      <a:pt x="23" y="72"/>
                      <a:pt x="24" y="72"/>
                    </a:cubicBezTo>
                    <a:cubicBezTo>
                      <a:pt x="24" y="69"/>
                      <a:pt x="26" y="68"/>
                      <a:pt x="26" y="64"/>
                    </a:cubicBezTo>
                    <a:cubicBezTo>
                      <a:pt x="26" y="64"/>
                      <a:pt x="27" y="63"/>
                      <a:pt x="27" y="63"/>
                    </a:cubicBezTo>
                    <a:cubicBezTo>
                      <a:pt x="26" y="65"/>
                      <a:pt x="27" y="65"/>
                      <a:pt x="26" y="67"/>
                    </a:cubicBezTo>
                    <a:cubicBezTo>
                      <a:pt x="27" y="67"/>
                      <a:pt x="27" y="67"/>
                      <a:pt x="27" y="67"/>
                    </a:cubicBezTo>
                    <a:cubicBezTo>
                      <a:pt x="26" y="69"/>
                      <a:pt x="26" y="69"/>
                      <a:pt x="26" y="69"/>
                    </a:cubicBezTo>
                    <a:cubicBezTo>
                      <a:pt x="26" y="71"/>
                      <a:pt x="27" y="72"/>
                      <a:pt x="27" y="73"/>
                    </a:cubicBezTo>
                    <a:cubicBezTo>
                      <a:pt x="28" y="73"/>
                      <a:pt x="27" y="71"/>
                      <a:pt x="28" y="71"/>
                    </a:cubicBezTo>
                    <a:cubicBezTo>
                      <a:pt x="27" y="72"/>
                      <a:pt x="28" y="73"/>
                      <a:pt x="28" y="73"/>
                    </a:cubicBezTo>
                    <a:cubicBezTo>
                      <a:pt x="27" y="72"/>
                      <a:pt x="28" y="70"/>
                      <a:pt x="29" y="70"/>
                    </a:cubicBezTo>
                    <a:cubicBezTo>
                      <a:pt x="29" y="70"/>
                      <a:pt x="30" y="72"/>
                      <a:pt x="30" y="72"/>
                    </a:cubicBezTo>
                    <a:cubicBezTo>
                      <a:pt x="29" y="74"/>
                      <a:pt x="29" y="74"/>
                      <a:pt x="29" y="74"/>
                    </a:cubicBezTo>
                    <a:cubicBezTo>
                      <a:pt x="29" y="72"/>
                      <a:pt x="29" y="75"/>
                      <a:pt x="29" y="74"/>
                    </a:cubicBezTo>
                    <a:cubicBezTo>
                      <a:pt x="30" y="73"/>
                      <a:pt x="30" y="71"/>
                      <a:pt x="30" y="70"/>
                    </a:cubicBezTo>
                    <a:cubicBezTo>
                      <a:pt x="31" y="69"/>
                      <a:pt x="31" y="71"/>
                      <a:pt x="31" y="70"/>
                    </a:cubicBezTo>
                    <a:cubicBezTo>
                      <a:pt x="30" y="72"/>
                      <a:pt x="30" y="72"/>
                      <a:pt x="30" y="72"/>
                    </a:cubicBezTo>
                    <a:cubicBezTo>
                      <a:pt x="31" y="71"/>
                      <a:pt x="30" y="75"/>
                      <a:pt x="31" y="74"/>
                    </a:cubicBezTo>
                    <a:cubicBezTo>
                      <a:pt x="32" y="73"/>
                      <a:pt x="32" y="73"/>
                      <a:pt x="32" y="73"/>
                    </a:cubicBezTo>
                    <a:cubicBezTo>
                      <a:pt x="32" y="74"/>
                      <a:pt x="32" y="74"/>
                      <a:pt x="32" y="74"/>
                    </a:cubicBezTo>
                    <a:cubicBezTo>
                      <a:pt x="32" y="73"/>
                      <a:pt x="32" y="73"/>
                      <a:pt x="33" y="73"/>
                    </a:cubicBezTo>
                    <a:cubicBezTo>
                      <a:pt x="33" y="74"/>
                      <a:pt x="33" y="74"/>
                      <a:pt x="33" y="74"/>
                    </a:cubicBezTo>
                    <a:cubicBezTo>
                      <a:pt x="33" y="73"/>
                      <a:pt x="34" y="71"/>
                      <a:pt x="34" y="73"/>
                    </a:cubicBezTo>
                    <a:cubicBezTo>
                      <a:pt x="34" y="70"/>
                      <a:pt x="33" y="73"/>
                      <a:pt x="33" y="72"/>
                    </a:cubicBezTo>
                    <a:cubicBezTo>
                      <a:pt x="33" y="70"/>
                      <a:pt x="34" y="70"/>
                      <a:pt x="34" y="70"/>
                    </a:cubicBezTo>
                    <a:cubicBezTo>
                      <a:pt x="34" y="72"/>
                      <a:pt x="35" y="70"/>
                      <a:pt x="35" y="70"/>
                    </a:cubicBezTo>
                    <a:cubicBezTo>
                      <a:pt x="35" y="71"/>
                      <a:pt x="35" y="72"/>
                      <a:pt x="36" y="72"/>
                    </a:cubicBezTo>
                    <a:cubicBezTo>
                      <a:pt x="36" y="70"/>
                      <a:pt x="36" y="70"/>
                      <a:pt x="36" y="70"/>
                    </a:cubicBezTo>
                    <a:cubicBezTo>
                      <a:pt x="36" y="74"/>
                      <a:pt x="37" y="70"/>
                      <a:pt x="37" y="71"/>
                    </a:cubicBezTo>
                    <a:cubicBezTo>
                      <a:pt x="37" y="72"/>
                      <a:pt x="37" y="73"/>
                      <a:pt x="37" y="74"/>
                    </a:cubicBezTo>
                    <a:cubicBezTo>
                      <a:pt x="37" y="71"/>
                      <a:pt x="38" y="70"/>
                      <a:pt x="38" y="69"/>
                    </a:cubicBezTo>
                    <a:cubicBezTo>
                      <a:pt x="39" y="70"/>
                      <a:pt x="38" y="72"/>
                      <a:pt x="38" y="74"/>
                    </a:cubicBezTo>
                    <a:cubicBezTo>
                      <a:pt x="38" y="72"/>
                      <a:pt x="39" y="75"/>
                      <a:pt x="39" y="73"/>
                    </a:cubicBezTo>
                    <a:cubicBezTo>
                      <a:pt x="39" y="72"/>
                      <a:pt x="39" y="71"/>
                      <a:pt x="39" y="70"/>
                    </a:cubicBezTo>
                    <a:cubicBezTo>
                      <a:pt x="40" y="70"/>
                      <a:pt x="39" y="71"/>
                      <a:pt x="40" y="72"/>
                    </a:cubicBezTo>
                    <a:cubicBezTo>
                      <a:pt x="40" y="72"/>
                      <a:pt x="41" y="69"/>
                      <a:pt x="40" y="69"/>
                    </a:cubicBezTo>
                    <a:cubicBezTo>
                      <a:pt x="41" y="69"/>
                      <a:pt x="41" y="67"/>
                      <a:pt x="42" y="68"/>
                    </a:cubicBezTo>
                    <a:cubicBezTo>
                      <a:pt x="42" y="70"/>
                      <a:pt x="41" y="69"/>
                      <a:pt x="41" y="70"/>
                    </a:cubicBezTo>
                    <a:cubicBezTo>
                      <a:pt x="42" y="70"/>
                      <a:pt x="41" y="66"/>
                      <a:pt x="42" y="66"/>
                    </a:cubicBezTo>
                    <a:cubicBezTo>
                      <a:pt x="42" y="65"/>
                      <a:pt x="42" y="62"/>
                      <a:pt x="43" y="61"/>
                    </a:cubicBezTo>
                    <a:cubicBezTo>
                      <a:pt x="44" y="62"/>
                      <a:pt x="42" y="62"/>
                      <a:pt x="43" y="64"/>
                    </a:cubicBezTo>
                    <a:cubicBezTo>
                      <a:pt x="43" y="64"/>
                      <a:pt x="43" y="64"/>
                      <a:pt x="43" y="64"/>
                    </a:cubicBezTo>
                    <a:cubicBezTo>
                      <a:pt x="44" y="67"/>
                      <a:pt x="42" y="68"/>
                      <a:pt x="43" y="71"/>
                    </a:cubicBezTo>
                    <a:cubicBezTo>
                      <a:pt x="43" y="70"/>
                      <a:pt x="43" y="70"/>
                      <a:pt x="43" y="70"/>
                    </a:cubicBezTo>
                    <a:cubicBezTo>
                      <a:pt x="43" y="73"/>
                      <a:pt x="43" y="73"/>
                      <a:pt x="43" y="73"/>
                    </a:cubicBezTo>
                    <a:cubicBezTo>
                      <a:pt x="43" y="71"/>
                      <a:pt x="44" y="72"/>
                      <a:pt x="44" y="72"/>
                    </a:cubicBezTo>
                    <a:cubicBezTo>
                      <a:pt x="44" y="70"/>
                      <a:pt x="44" y="72"/>
                      <a:pt x="44" y="71"/>
                    </a:cubicBezTo>
                    <a:cubicBezTo>
                      <a:pt x="44" y="71"/>
                      <a:pt x="45" y="68"/>
                      <a:pt x="45" y="69"/>
                    </a:cubicBezTo>
                    <a:cubicBezTo>
                      <a:pt x="45" y="70"/>
                      <a:pt x="46" y="71"/>
                      <a:pt x="45" y="72"/>
                    </a:cubicBezTo>
                    <a:cubicBezTo>
                      <a:pt x="46" y="73"/>
                      <a:pt x="45" y="70"/>
                      <a:pt x="46" y="71"/>
                    </a:cubicBezTo>
                    <a:cubicBezTo>
                      <a:pt x="46" y="72"/>
                      <a:pt x="46" y="72"/>
                      <a:pt x="46" y="72"/>
                    </a:cubicBezTo>
                    <a:cubicBezTo>
                      <a:pt x="48" y="72"/>
                      <a:pt x="50" y="72"/>
                      <a:pt x="52" y="68"/>
                    </a:cubicBezTo>
                    <a:cubicBezTo>
                      <a:pt x="52" y="70"/>
                      <a:pt x="53" y="70"/>
                      <a:pt x="54" y="71"/>
                    </a:cubicBezTo>
                    <a:cubicBezTo>
                      <a:pt x="53" y="70"/>
                      <a:pt x="54" y="69"/>
                      <a:pt x="54" y="69"/>
                    </a:cubicBezTo>
                    <a:cubicBezTo>
                      <a:pt x="55" y="71"/>
                      <a:pt x="55" y="71"/>
                      <a:pt x="55" y="71"/>
                    </a:cubicBezTo>
                    <a:cubicBezTo>
                      <a:pt x="56" y="72"/>
                      <a:pt x="56" y="70"/>
                      <a:pt x="57" y="69"/>
                    </a:cubicBezTo>
                    <a:cubicBezTo>
                      <a:pt x="57" y="70"/>
                      <a:pt x="57" y="70"/>
                      <a:pt x="57" y="70"/>
                    </a:cubicBezTo>
                    <a:cubicBezTo>
                      <a:pt x="58" y="71"/>
                      <a:pt x="57" y="69"/>
                      <a:pt x="58" y="69"/>
                    </a:cubicBezTo>
                    <a:cubicBezTo>
                      <a:pt x="58" y="70"/>
                      <a:pt x="58" y="70"/>
                      <a:pt x="58" y="70"/>
                    </a:cubicBezTo>
                    <a:cubicBezTo>
                      <a:pt x="58" y="69"/>
                      <a:pt x="58" y="69"/>
                      <a:pt x="58" y="69"/>
                    </a:cubicBezTo>
                    <a:cubicBezTo>
                      <a:pt x="59" y="68"/>
                      <a:pt x="59" y="68"/>
                      <a:pt x="59" y="70"/>
                    </a:cubicBezTo>
                    <a:cubicBezTo>
                      <a:pt x="60" y="70"/>
                      <a:pt x="60" y="69"/>
                      <a:pt x="59" y="69"/>
                    </a:cubicBezTo>
                    <a:cubicBezTo>
                      <a:pt x="60" y="70"/>
                      <a:pt x="61" y="70"/>
                      <a:pt x="62" y="69"/>
                    </a:cubicBezTo>
                    <a:cubicBezTo>
                      <a:pt x="62" y="68"/>
                      <a:pt x="62" y="68"/>
                      <a:pt x="62" y="66"/>
                    </a:cubicBezTo>
                    <a:cubicBezTo>
                      <a:pt x="61" y="64"/>
                      <a:pt x="62" y="67"/>
                      <a:pt x="62" y="65"/>
                    </a:cubicBezTo>
                    <a:cubicBezTo>
                      <a:pt x="62" y="66"/>
                      <a:pt x="63" y="67"/>
                      <a:pt x="62" y="68"/>
                    </a:cubicBezTo>
                    <a:cubicBezTo>
                      <a:pt x="64" y="71"/>
                      <a:pt x="65" y="68"/>
                      <a:pt x="67" y="68"/>
                    </a:cubicBezTo>
                    <a:cubicBezTo>
                      <a:pt x="67" y="67"/>
                      <a:pt x="67" y="67"/>
                      <a:pt x="67" y="67"/>
                    </a:cubicBezTo>
                    <a:cubicBezTo>
                      <a:pt x="68" y="69"/>
                      <a:pt x="69" y="67"/>
                      <a:pt x="70" y="67"/>
                    </a:cubicBezTo>
                    <a:cubicBezTo>
                      <a:pt x="70" y="66"/>
                      <a:pt x="70" y="64"/>
                      <a:pt x="71" y="64"/>
                    </a:cubicBezTo>
                    <a:cubicBezTo>
                      <a:pt x="71" y="61"/>
                      <a:pt x="71" y="66"/>
                      <a:pt x="72" y="67"/>
                    </a:cubicBezTo>
                    <a:cubicBezTo>
                      <a:pt x="72" y="66"/>
                      <a:pt x="73" y="66"/>
                      <a:pt x="73" y="66"/>
                    </a:cubicBezTo>
                    <a:cubicBezTo>
                      <a:pt x="73" y="66"/>
                      <a:pt x="73" y="66"/>
                      <a:pt x="73" y="66"/>
                    </a:cubicBezTo>
                    <a:cubicBezTo>
                      <a:pt x="73" y="65"/>
                      <a:pt x="73" y="65"/>
                      <a:pt x="74" y="65"/>
                    </a:cubicBezTo>
                    <a:cubicBezTo>
                      <a:pt x="74" y="66"/>
                      <a:pt x="74" y="66"/>
                      <a:pt x="74" y="66"/>
                    </a:cubicBezTo>
                    <a:cubicBezTo>
                      <a:pt x="74" y="66"/>
                      <a:pt x="75" y="67"/>
                      <a:pt x="75" y="67"/>
                    </a:cubicBezTo>
                    <a:cubicBezTo>
                      <a:pt x="75" y="65"/>
                      <a:pt x="76" y="66"/>
                      <a:pt x="76" y="64"/>
                    </a:cubicBezTo>
                    <a:cubicBezTo>
                      <a:pt x="76" y="65"/>
                      <a:pt x="76" y="65"/>
                      <a:pt x="76" y="65"/>
                    </a:cubicBezTo>
                    <a:cubicBezTo>
                      <a:pt x="76" y="63"/>
                      <a:pt x="76" y="63"/>
                      <a:pt x="76" y="63"/>
                    </a:cubicBezTo>
                    <a:cubicBezTo>
                      <a:pt x="77" y="64"/>
                      <a:pt x="77" y="64"/>
                      <a:pt x="77" y="64"/>
                    </a:cubicBezTo>
                    <a:cubicBezTo>
                      <a:pt x="77" y="66"/>
                      <a:pt x="77" y="66"/>
                      <a:pt x="77" y="66"/>
                    </a:cubicBezTo>
                    <a:cubicBezTo>
                      <a:pt x="78" y="67"/>
                      <a:pt x="77" y="64"/>
                      <a:pt x="77" y="63"/>
                    </a:cubicBezTo>
                    <a:cubicBezTo>
                      <a:pt x="77" y="62"/>
                      <a:pt x="78" y="64"/>
                      <a:pt x="78" y="64"/>
                    </a:cubicBezTo>
                    <a:cubicBezTo>
                      <a:pt x="78" y="65"/>
                      <a:pt x="78" y="64"/>
                      <a:pt x="77" y="64"/>
                    </a:cubicBezTo>
                    <a:cubicBezTo>
                      <a:pt x="77" y="66"/>
                      <a:pt x="78" y="65"/>
                      <a:pt x="78" y="66"/>
                    </a:cubicBezTo>
                    <a:cubicBezTo>
                      <a:pt x="78" y="66"/>
                      <a:pt x="78" y="64"/>
                      <a:pt x="78" y="64"/>
                    </a:cubicBezTo>
                    <a:cubicBezTo>
                      <a:pt x="79" y="64"/>
                      <a:pt x="79" y="64"/>
                      <a:pt x="80" y="65"/>
                    </a:cubicBezTo>
                    <a:cubicBezTo>
                      <a:pt x="80" y="64"/>
                      <a:pt x="80" y="65"/>
                      <a:pt x="80" y="64"/>
                    </a:cubicBezTo>
                    <a:cubicBezTo>
                      <a:pt x="80" y="64"/>
                      <a:pt x="79" y="63"/>
                      <a:pt x="79" y="62"/>
                    </a:cubicBezTo>
                    <a:cubicBezTo>
                      <a:pt x="79" y="62"/>
                      <a:pt x="80" y="61"/>
                      <a:pt x="80" y="62"/>
                    </a:cubicBezTo>
                    <a:cubicBezTo>
                      <a:pt x="80" y="63"/>
                      <a:pt x="80" y="63"/>
                      <a:pt x="80" y="63"/>
                    </a:cubicBezTo>
                    <a:cubicBezTo>
                      <a:pt x="80" y="62"/>
                      <a:pt x="81" y="62"/>
                      <a:pt x="80" y="61"/>
                    </a:cubicBezTo>
                    <a:cubicBezTo>
                      <a:pt x="81" y="63"/>
                      <a:pt x="81" y="63"/>
                      <a:pt x="81" y="63"/>
                    </a:cubicBezTo>
                    <a:cubicBezTo>
                      <a:pt x="81" y="62"/>
                      <a:pt x="81" y="62"/>
                      <a:pt x="82" y="61"/>
                    </a:cubicBezTo>
                    <a:cubicBezTo>
                      <a:pt x="82" y="63"/>
                      <a:pt x="82" y="65"/>
                      <a:pt x="83" y="65"/>
                    </a:cubicBezTo>
                    <a:cubicBezTo>
                      <a:pt x="83" y="63"/>
                      <a:pt x="83" y="63"/>
                      <a:pt x="83" y="63"/>
                    </a:cubicBezTo>
                    <a:cubicBezTo>
                      <a:pt x="84" y="63"/>
                      <a:pt x="84" y="64"/>
                      <a:pt x="84" y="65"/>
                    </a:cubicBezTo>
                    <a:cubicBezTo>
                      <a:pt x="85" y="65"/>
                      <a:pt x="84" y="60"/>
                      <a:pt x="85" y="61"/>
                    </a:cubicBezTo>
                    <a:cubicBezTo>
                      <a:pt x="85" y="63"/>
                      <a:pt x="86" y="63"/>
                      <a:pt x="86" y="64"/>
                    </a:cubicBezTo>
                    <a:cubicBezTo>
                      <a:pt x="86" y="63"/>
                      <a:pt x="86" y="63"/>
                      <a:pt x="86" y="62"/>
                    </a:cubicBezTo>
                    <a:cubicBezTo>
                      <a:pt x="86" y="62"/>
                      <a:pt x="86" y="64"/>
                      <a:pt x="86" y="63"/>
                    </a:cubicBezTo>
                    <a:cubicBezTo>
                      <a:pt x="85" y="61"/>
                      <a:pt x="86" y="62"/>
                      <a:pt x="86" y="61"/>
                    </a:cubicBezTo>
                    <a:cubicBezTo>
                      <a:pt x="88" y="65"/>
                      <a:pt x="89" y="62"/>
                      <a:pt x="91" y="64"/>
                    </a:cubicBezTo>
                    <a:cubicBezTo>
                      <a:pt x="90" y="61"/>
                      <a:pt x="91" y="63"/>
                      <a:pt x="91" y="62"/>
                    </a:cubicBezTo>
                    <a:cubicBezTo>
                      <a:pt x="92" y="64"/>
                      <a:pt x="92" y="61"/>
                      <a:pt x="93" y="63"/>
                    </a:cubicBezTo>
                    <a:cubicBezTo>
                      <a:pt x="92" y="60"/>
                      <a:pt x="92" y="60"/>
                      <a:pt x="92" y="60"/>
                    </a:cubicBezTo>
                    <a:cubicBezTo>
                      <a:pt x="93" y="61"/>
                      <a:pt x="92" y="56"/>
                      <a:pt x="94" y="59"/>
                    </a:cubicBezTo>
                    <a:cubicBezTo>
                      <a:pt x="94" y="60"/>
                      <a:pt x="94" y="61"/>
                      <a:pt x="94" y="61"/>
                    </a:cubicBezTo>
                    <a:cubicBezTo>
                      <a:pt x="95" y="64"/>
                      <a:pt x="95" y="59"/>
                      <a:pt x="96" y="62"/>
                    </a:cubicBezTo>
                    <a:cubicBezTo>
                      <a:pt x="96" y="61"/>
                      <a:pt x="95" y="59"/>
                      <a:pt x="96" y="58"/>
                    </a:cubicBezTo>
                    <a:cubicBezTo>
                      <a:pt x="96" y="59"/>
                      <a:pt x="98" y="60"/>
                      <a:pt x="98" y="60"/>
                    </a:cubicBezTo>
                    <a:cubicBezTo>
                      <a:pt x="98" y="60"/>
                      <a:pt x="98" y="59"/>
                      <a:pt x="98" y="60"/>
                    </a:cubicBezTo>
                    <a:cubicBezTo>
                      <a:pt x="99" y="61"/>
                      <a:pt x="98" y="61"/>
                      <a:pt x="98" y="61"/>
                    </a:cubicBezTo>
                    <a:cubicBezTo>
                      <a:pt x="99" y="62"/>
                      <a:pt x="99" y="60"/>
                      <a:pt x="100" y="59"/>
                    </a:cubicBezTo>
                    <a:cubicBezTo>
                      <a:pt x="101" y="61"/>
                      <a:pt x="101" y="60"/>
                      <a:pt x="102" y="61"/>
                    </a:cubicBezTo>
                    <a:cubicBezTo>
                      <a:pt x="102" y="58"/>
                      <a:pt x="104" y="61"/>
                      <a:pt x="103" y="58"/>
                    </a:cubicBezTo>
                    <a:cubicBezTo>
                      <a:pt x="103" y="59"/>
                      <a:pt x="103" y="59"/>
                      <a:pt x="103" y="59"/>
                    </a:cubicBezTo>
                    <a:cubicBezTo>
                      <a:pt x="104" y="58"/>
                      <a:pt x="103" y="56"/>
                      <a:pt x="104" y="56"/>
                    </a:cubicBezTo>
                    <a:cubicBezTo>
                      <a:pt x="104" y="58"/>
                      <a:pt x="104" y="58"/>
                      <a:pt x="104" y="58"/>
                    </a:cubicBezTo>
                    <a:cubicBezTo>
                      <a:pt x="105" y="61"/>
                      <a:pt x="105" y="58"/>
                      <a:pt x="105" y="59"/>
                    </a:cubicBezTo>
                    <a:cubicBezTo>
                      <a:pt x="105" y="58"/>
                      <a:pt x="106" y="59"/>
                      <a:pt x="106" y="58"/>
                    </a:cubicBezTo>
                    <a:cubicBezTo>
                      <a:pt x="106" y="57"/>
                      <a:pt x="106" y="57"/>
                      <a:pt x="106" y="57"/>
                    </a:cubicBezTo>
                    <a:cubicBezTo>
                      <a:pt x="106" y="56"/>
                      <a:pt x="106" y="56"/>
                      <a:pt x="106" y="56"/>
                    </a:cubicBezTo>
                    <a:cubicBezTo>
                      <a:pt x="107" y="55"/>
                      <a:pt x="107" y="58"/>
                      <a:pt x="107" y="58"/>
                    </a:cubicBezTo>
                    <a:cubicBezTo>
                      <a:pt x="107" y="59"/>
                      <a:pt x="108" y="58"/>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9" y="57"/>
                    </a:cubicBezTo>
                    <a:cubicBezTo>
                      <a:pt x="109" y="57"/>
                      <a:pt x="109" y="57"/>
                      <a:pt x="109" y="57"/>
                    </a:cubicBezTo>
                    <a:cubicBezTo>
                      <a:pt x="109" y="57"/>
                      <a:pt x="109" y="57"/>
                      <a:pt x="109" y="58"/>
                    </a:cubicBezTo>
                    <a:cubicBezTo>
                      <a:pt x="109" y="59"/>
                      <a:pt x="109" y="59"/>
                      <a:pt x="109" y="59"/>
                    </a:cubicBezTo>
                    <a:cubicBezTo>
                      <a:pt x="110" y="59"/>
                      <a:pt x="110" y="57"/>
                      <a:pt x="110" y="57"/>
                    </a:cubicBezTo>
                    <a:cubicBezTo>
                      <a:pt x="111" y="58"/>
                      <a:pt x="113" y="56"/>
                      <a:pt x="113" y="55"/>
                    </a:cubicBezTo>
                    <a:cubicBezTo>
                      <a:pt x="113" y="55"/>
                      <a:pt x="113" y="56"/>
                      <a:pt x="113" y="55"/>
                    </a:cubicBezTo>
                    <a:cubicBezTo>
                      <a:pt x="114" y="55"/>
                      <a:pt x="114" y="53"/>
                      <a:pt x="114" y="54"/>
                    </a:cubicBezTo>
                    <a:cubicBezTo>
                      <a:pt x="114" y="54"/>
                      <a:pt x="115" y="55"/>
                      <a:pt x="115" y="55"/>
                    </a:cubicBezTo>
                    <a:cubicBezTo>
                      <a:pt x="115" y="56"/>
                      <a:pt x="115" y="54"/>
                      <a:pt x="115" y="54"/>
                    </a:cubicBezTo>
                    <a:cubicBezTo>
                      <a:pt x="116" y="56"/>
                      <a:pt x="116" y="52"/>
                      <a:pt x="118" y="53"/>
                    </a:cubicBezTo>
                    <a:cubicBezTo>
                      <a:pt x="118" y="53"/>
                      <a:pt x="118" y="54"/>
                      <a:pt x="118" y="55"/>
                    </a:cubicBezTo>
                    <a:cubicBezTo>
                      <a:pt x="119" y="54"/>
                      <a:pt x="119" y="53"/>
                      <a:pt x="120" y="51"/>
                    </a:cubicBezTo>
                    <a:cubicBezTo>
                      <a:pt x="120" y="53"/>
                      <a:pt x="120" y="53"/>
                      <a:pt x="120" y="53"/>
                    </a:cubicBezTo>
                    <a:cubicBezTo>
                      <a:pt x="120" y="52"/>
                      <a:pt x="121" y="52"/>
                      <a:pt x="121" y="51"/>
                    </a:cubicBezTo>
                    <a:cubicBezTo>
                      <a:pt x="120" y="50"/>
                      <a:pt x="120" y="48"/>
                      <a:pt x="121" y="49"/>
                    </a:cubicBezTo>
                    <a:cubicBezTo>
                      <a:pt x="121" y="49"/>
                      <a:pt x="121" y="49"/>
                      <a:pt x="121" y="49"/>
                    </a:cubicBezTo>
                    <a:cubicBezTo>
                      <a:pt x="122" y="48"/>
                      <a:pt x="122" y="48"/>
                      <a:pt x="122" y="48"/>
                    </a:cubicBezTo>
                    <a:cubicBezTo>
                      <a:pt x="122" y="48"/>
                      <a:pt x="122" y="48"/>
                      <a:pt x="122" y="49"/>
                    </a:cubicBezTo>
                    <a:cubicBezTo>
                      <a:pt x="123" y="51"/>
                      <a:pt x="124" y="50"/>
                      <a:pt x="124" y="50"/>
                    </a:cubicBezTo>
                    <a:cubicBezTo>
                      <a:pt x="124" y="49"/>
                      <a:pt x="124" y="49"/>
                      <a:pt x="124" y="49"/>
                    </a:cubicBezTo>
                    <a:cubicBezTo>
                      <a:pt x="124" y="48"/>
                      <a:pt x="125" y="50"/>
                      <a:pt x="125" y="50"/>
                    </a:cubicBezTo>
                    <a:cubicBezTo>
                      <a:pt x="125" y="45"/>
                      <a:pt x="125" y="45"/>
                      <a:pt x="125" y="45"/>
                    </a:cubicBezTo>
                    <a:cubicBezTo>
                      <a:pt x="125" y="45"/>
                      <a:pt x="126" y="47"/>
                      <a:pt x="126" y="48"/>
                    </a:cubicBezTo>
                    <a:cubicBezTo>
                      <a:pt x="127" y="47"/>
                      <a:pt x="126" y="44"/>
                      <a:pt x="126" y="42"/>
                    </a:cubicBezTo>
                    <a:cubicBezTo>
                      <a:pt x="127" y="43"/>
                      <a:pt x="127" y="41"/>
                      <a:pt x="127" y="41"/>
                    </a:cubicBezTo>
                    <a:cubicBezTo>
                      <a:pt x="128" y="42"/>
                      <a:pt x="127" y="41"/>
                      <a:pt x="127" y="42"/>
                    </a:cubicBezTo>
                    <a:cubicBezTo>
                      <a:pt x="128" y="43"/>
                      <a:pt x="128" y="43"/>
                      <a:pt x="128" y="43"/>
                    </a:cubicBezTo>
                    <a:cubicBezTo>
                      <a:pt x="128" y="44"/>
                      <a:pt x="129" y="46"/>
                      <a:pt x="129" y="47"/>
                    </a:cubicBezTo>
                    <a:cubicBezTo>
                      <a:pt x="129" y="46"/>
                      <a:pt x="131" y="46"/>
                      <a:pt x="132" y="46"/>
                    </a:cubicBezTo>
                    <a:cubicBezTo>
                      <a:pt x="130" y="44"/>
                      <a:pt x="132" y="45"/>
                      <a:pt x="132" y="42"/>
                    </a:cubicBezTo>
                    <a:cubicBezTo>
                      <a:pt x="132" y="41"/>
                      <a:pt x="133" y="44"/>
                      <a:pt x="133" y="44"/>
                    </a:cubicBezTo>
                    <a:cubicBezTo>
                      <a:pt x="134" y="43"/>
                      <a:pt x="135" y="44"/>
                      <a:pt x="136" y="43"/>
                    </a:cubicBezTo>
                    <a:cubicBezTo>
                      <a:pt x="136" y="43"/>
                      <a:pt x="136" y="43"/>
                      <a:pt x="136" y="43"/>
                    </a:cubicBezTo>
                    <a:cubicBezTo>
                      <a:pt x="136" y="42"/>
                      <a:pt x="138" y="43"/>
                      <a:pt x="138" y="40"/>
                    </a:cubicBezTo>
                    <a:cubicBezTo>
                      <a:pt x="138" y="42"/>
                      <a:pt x="138" y="42"/>
                      <a:pt x="138" y="42"/>
                    </a:cubicBezTo>
                    <a:cubicBezTo>
                      <a:pt x="139" y="42"/>
                      <a:pt x="137" y="39"/>
                      <a:pt x="139" y="40"/>
                    </a:cubicBezTo>
                    <a:cubicBezTo>
                      <a:pt x="139" y="41"/>
                      <a:pt x="139" y="41"/>
                      <a:pt x="139" y="41"/>
                    </a:cubicBezTo>
                    <a:cubicBezTo>
                      <a:pt x="139" y="40"/>
                      <a:pt x="140" y="42"/>
                      <a:pt x="140" y="39"/>
                    </a:cubicBezTo>
                    <a:cubicBezTo>
                      <a:pt x="141" y="41"/>
                      <a:pt x="141" y="41"/>
                      <a:pt x="141" y="41"/>
                    </a:cubicBezTo>
                    <a:cubicBezTo>
                      <a:pt x="141" y="40"/>
                      <a:pt x="142" y="40"/>
                      <a:pt x="142" y="38"/>
                    </a:cubicBezTo>
                    <a:cubicBezTo>
                      <a:pt x="142" y="40"/>
                      <a:pt x="142" y="40"/>
                      <a:pt x="142" y="40"/>
                    </a:cubicBezTo>
                    <a:cubicBezTo>
                      <a:pt x="143" y="41"/>
                      <a:pt x="142" y="38"/>
                      <a:pt x="143" y="38"/>
                    </a:cubicBezTo>
                    <a:cubicBezTo>
                      <a:pt x="143" y="38"/>
                      <a:pt x="144" y="39"/>
                      <a:pt x="144" y="39"/>
                    </a:cubicBezTo>
                    <a:cubicBezTo>
                      <a:pt x="143" y="38"/>
                      <a:pt x="144" y="38"/>
                      <a:pt x="144" y="37"/>
                    </a:cubicBezTo>
                    <a:cubicBezTo>
                      <a:pt x="146" y="39"/>
                      <a:pt x="146" y="39"/>
                      <a:pt x="146" y="39"/>
                    </a:cubicBezTo>
                    <a:cubicBezTo>
                      <a:pt x="149" y="37"/>
                      <a:pt x="152" y="36"/>
                      <a:pt x="154" y="33"/>
                    </a:cubicBezTo>
                    <a:cubicBezTo>
                      <a:pt x="156" y="35"/>
                      <a:pt x="154" y="35"/>
                      <a:pt x="155" y="36"/>
                    </a:cubicBezTo>
                    <a:cubicBezTo>
                      <a:pt x="154" y="34"/>
                      <a:pt x="155" y="35"/>
                      <a:pt x="156" y="34"/>
                    </a:cubicBezTo>
                    <a:cubicBezTo>
                      <a:pt x="156" y="34"/>
                      <a:pt x="156" y="34"/>
                      <a:pt x="156" y="34"/>
                    </a:cubicBezTo>
                    <a:cubicBezTo>
                      <a:pt x="156" y="34"/>
                      <a:pt x="157" y="35"/>
                      <a:pt x="157" y="34"/>
                    </a:cubicBezTo>
                    <a:cubicBezTo>
                      <a:pt x="157" y="34"/>
                      <a:pt x="157" y="34"/>
                      <a:pt x="157" y="34"/>
                    </a:cubicBezTo>
                    <a:cubicBezTo>
                      <a:pt x="157" y="32"/>
                      <a:pt x="159" y="36"/>
                      <a:pt x="158" y="33"/>
                    </a:cubicBezTo>
                    <a:cubicBezTo>
                      <a:pt x="159" y="34"/>
                      <a:pt x="159" y="34"/>
                      <a:pt x="159" y="34"/>
                    </a:cubicBezTo>
                    <a:cubicBezTo>
                      <a:pt x="158" y="32"/>
                      <a:pt x="160" y="35"/>
                      <a:pt x="160" y="33"/>
                    </a:cubicBezTo>
                    <a:cubicBezTo>
                      <a:pt x="160" y="33"/>
                      <a:pt x="160" y="33"/>
                      <a:pt x="160" y="33"/>
                    </a:cubicBezTo>
                    <a:cubicBezTo>
                      <a:pt x="161" y="34"/>
                      <a:pt x="160" y="30"/>
                      <a:pt x="161" y="32"/>
                    </a:cubicBezTo>
                    <a:cubicBezTo>
                      <a:pt x="162" y="31"/>
                      <a:pt x="162" y="30"/>
                      <a:pt x="161" y="28"/>
                    </a:cubicBezTo>
                    <a:cubicBezTo>
                      <a:pt x="162" y="30"/>
                      <a:pt x="162" y="30"/>
                      <a:pt x="162" y="30"/>
                    </a:cubicBezTo>
                    <a:cubicBezTo>
                      <a:pt x="164" y="28"/>
                      <a:pt x="167" y="27"/>
                      <a:pt x="167" y="24"/>
                    </a:cubicBezTo>
                    <a:cubicBezTo>
                      <a:pt x="168" y="25"/>
                      <a:pt x="168" y="25"/>
                      <a:pt x="168" y="25"/>
                    </a:cubicBezTo>
                    <a:cubicBezTo>
                      <a:pt x="167" y="22"/>
                      <a:pt x="171" y="25"/>
                      <a:pt x="170" y="21"/>
                    </a:cubicBezTo>
                    <a:cubicBezTo>
                      <a:pt x="169" y="19"/>
                      <a:pt x="169" y="19"/>
                      <a:pt x="169" y="19"/>
                    </a:cubicBezTo>
                    <a:cubicBezTo>
                      <a:pt x="171" y="21"/>
                      <a:pt x="171" y="21"/>
                      <a:pt x="171" y="21"/>
                    </a:cubicBezTo>
                    <a:cubicBezTo>
                      <a:pt x="170" y="20"/>
                      <a:pt x="172" y="20"/>
                      <a:pt x="171" y="19"/>
                    </a:cubicBezTo>
                    <a:cubicBezTo>
                      <a:pt x="171" y="19"/>
                      <a:pt x="171" y="19"/>
                      <a:pt x="172" y="20"/>
                    </a:cubicBezTo>
                    <a:cubicBezTo>
                      <a:pt x="172" y="20"/>
                      <a:pt x="171" y="17"/>
                      <a:pt x="172" y="17"/>
                    </a:cubicBezTo>
                    <a:cubicBezTo>
                      <a:pt x="173" y="18"/>
                      <a:pt x="173" y="18"/>
                      <a:pt x="173" y="18"/>
                    </a:cubicBezTo>
                    <a:cubicBezTo>
                      <a:pt x="177" y="19"/>
                      <a:pt x="182" y="18"/>
                      <a:pt x="181" y="13"/>
                    </a:cubicBezTo>
                    <a:cubicBezTo>
                      <a:pt x="181" y="12"/>
                      <a:pt x="183" y="14"/>
                      <a:pt x="183" y="14"/>
                    </a:cubicBezTo>
                    <a:cubicBezTo>
                      <a:pt x="182" y="10"/>
                      <a:pt x="188" y="11"/>
                      <a:pt x="186" y="6"/>
                    </a:cubicBezTo>
                    <a:cubicBezTo>
                      <a:pt x="186" y="4"/>
                      <a:pt x="182" y="0"/>
                      <a:pt x="182" y="0"/>
                    </a:cubicBezTo>
                    <a:cubicBezTo>
                      <a:pt x="180" y="4"/>
                      <a:pt x="176" y="5"/>
                      <a:pt x="171" y="6"/>
                    </a:cubicBezTo>
                    <a:cubicBezTo>
                      <a:pt x="171" y="7"/>
                      <a:pt x="170" y="9"/>
                      <a:pt x="169" y="9"/>
                    </a:cubicBezTo>
                    <a:cubicBezTo>
                      <a:pt x="165" y="12"/>
                      <a:pt x="158" y="11"/>
                      <a:pt x="154" y="16"/>
                    </a:cubicBezTo>
                    <a:cubicBezTo>
                      <a:pt x="155" y="16"/>
                      <a:pt x="155" y="18"/>
                      <a:pt x="155" y="18"/>
                    </a:cubicBezTo>
                    <a:cubicBezTo>
                      <a:pt x="155" y="18"/>
                      <a:pt x="155" y="18"/>
                      <a:pt x="155" y="18"/>
                    </a:cubicBezTo>
                    <a:cubicBezTo>
                      <a:pt x="155" y="19"/>
                      <a:pt x="155" y="19"/>
                      <a:pt x="155" y="19"/>
                    </a:cubicBezTo>
                    <a:cubicBezTo>
                      <a:pt x="155" y="19"/>
                      <a:pt x="154" y="18"/>
                      <a:pt x="154" y="17"/>
                    </a:cubicBezTo>
                    <a:cubicBezTo>
                      <a:pt x="153" y="19"/>
                      <a:pt x="151" y="20"/>
                      <a:pt x="149" y="20"/>
                    </a:cubicBezTo>
                    <a:cubicBezTo>
                      <a:pt x="150" y="22"/>
                      <a:pt x="148" y="21"/>
                      <a:pt x="149" y="23"/>
                    </a:cubicBezTo>
                    <a:cubicBezTo>
                      <a:pt x="148" y="22"/>
                      <a:pt x="148" y="22"/>
                      <a:pt x="148" y="22"/>
                    </a:cubicBezTo>
                    <a:cubicBezTo>
                      <a:pt x="147" y="24"/>
                      <a:pt x="147" y="24"/>
                      <a:pt x="145" y="22"/>
                    </a:cubicBezTo>
                    <a:cubicBezTo>
                      <a:pt x="139" y="23"/>
                      <a:pt x="134" y="27"/>
                      <a:pt x="128" y="28"/>
                    </a:cubicBezTo>
                    <a:cubicBezTo>
                      <a:pt x="123" y="30"/>
                      <a:pt x="118" y="35"/>
                      <a:pt x="112" y="37"/>
                    </a:cubicBezTo>
                    <a:cubicBezTo>
                      <a:pt x="112" y="40"/>
                      <a:pt x="110" y="39"/>
                      <a:pt x="110" y="42"/>
                    </a:cubicBezTo>
                    <a:cubicBezTo>
                      <a:pt x="110" y="41"/>
                      <a:pt x="110" y="41"/>
                      <a:pt x="110" y="41"/>
                    </a:cubicBezTo>
                    <a:cubicBezTo>
                      <a:pt x="109" y="43"/>
                      <a:pt x="109" y="41"/>
                      <a:pt x="107" y="40"/>
                    </a:cubicBezTo>
                    <a:cubicBezTo>
                      <a:pt x="107" y="42"/>
                      <a:pt x="107" y="41"/>
                      <a:pt x="107" y="43"/>
                    </a:cubicBezTo>
                    <a:cubicBezTo>
                      <a:pt x="107" y="45"/>
                      <a:pt x="106" y="40"/>
                      <a:pt x="106" y="41"/>
                    </a:cubicBezTo>
                    <a:cubicBezTo>
                      <a:pt x="105" y="41"/>
                      <a:pt x="106" y="42"/>
                      <a:pt x="106" y="42"/>
                    </a:cubicBezTo>
                    <a:cubicBezTo>
                      <a:pt x="105" y="45"/>
                      <a:pt x="106" y="41"/>
                      <a:pt x="103" y="39"/>
                    </a:cubicBezTo>
                    <a:cubicBezTo>
                      <a:pt x="101" y="41"/>
                      <a:pt x="98" y="44"/>
                      <a:pt x="95" y="43"/>
                    </a:cubicBezTo>
                    <a:cubicBezTo>
                      <a:pt x="95" y="43"/>
                      <a:pt x="96" y="44"/>
                      <a:pt x="96" y="44"/>
                    </a:cubicBezTo>
                    <a:cubicBezTo>
                      <a:pt x="95" y="41"/>
                      <a:pt x="95" y="46"/>
                      <a:pt x="94" y="44"/>
                    </a:cubicBezTo>
                    <a:cubicBezTo>
                      <a:pt x="94" y="44"/>
                      <a:pt x="94" y="43"/>
                      <a:pt x="94" y="43"/>
                    </a:cubicBezTo>
                    <a:cubicBezTo>
                      <a:pt x="93" y="42"/>
                      <a:pt x="92" y="44"/>
                      <a:pt x="91" y="43"/>
                    </a:cubicBezTo>
                    <a:cubicBezTo>
                      <a:pt x="90" y="45"/>
                      <a:pt x="88" y="42"/>
                      <a:pt x="88" y="44"/>
                    </a:cubicBezTo>
                    <a:cubicBezTo>
                      <a:pt x="88" y="43"/>
                      <a:pt x="87" y="43"/>
                      <a:pt x="87" y="43"/>
                    </a:cubicBezTo>
                    <a:cubicBezTo>
                      <a:pt x="87" y="47"/>
                      <a:pt x="84" y="42"/>
                      <a:pt x="84" y="44"/>
                    </a:cubicBezTo>
                    <a:cubicBezTo>
                      <a:pt x="84" y="44"/>
                      <a:pt x="84" y="44"/>
                      <a:pt x="84" y="44"/>
                    </a:cubicBezTo>
                    <a:cubicBezTo>
                      <a:pt x="81" y="45"/>
                      <a:pt x="77" y="45"/>
                      <a:pt x="75" y="47"/>
                    </a:cubicBezTo>
                    <a:cubicBezTo>
                      <a:pt x="73" y="47"/>
                      <a:pt x="70" y="44"/>
                      <a:pt x="69" y="46"/>
                    </a:cubicBezTo>
                    <a:cubicBezTo>
                      <a:pt x="69" y="48"/>
                      <a:pt x="69" y="48"/>
                      <a:pt x="69" y="48"/>
                    </a:cubicBezTo>
                    <a:cubicBezTo>
                      <a:pt x="68" y="48"/>
                      <a:pt x="69" y="47"/>
                      <a:pt x="68" y="46"/>
                    </a:cubicBezTo>
                    <a:cubicBezTo>
                      <a:pt x="68" y="48"/>
                      <a:pt x="66" y="47"/>
                      <a:pt x="65" y="47"/>
                    </a:cubicBezTo>
                    <a:cubicBezTo>
                      <a:pt x="65" y="47"/>
                      <a:pt x="65" y="48"/>
                      <a:pt x="65" y="49"/>
                    </a:cubicBezTo>
                    <a:cubicBezTo>
                      <a:pt x="63" y="46"/>
                      <a:pt x="62" y="50"/>
                      <a:pt x="60" y="48"/>
                    </a:cubicBezTo>
                    <a:cubicBezTo>
                      <a:pt x="61" y="51"/>
                      <a:pt x="60" y="50"/>
                      <a:pt x="59" y="51"/>
                    </a:cubicBezTo>
                    <a:cubicBezTo>
                      <a:pt x="59" y="51"/>
                      <a:pt x="59" y="50"/>
                      <a:pt x="59" y="49"/>
                    </a:cubicBezTo>
                    <a:cubicBezTo>
                      <a:pt x="58" y="50"/>
                      <a:pt x="57" y="50"/>
                      <a:pt x="56" y="49"/>
                    </a:cubicBezTo>
                    <a:cubicBezTo>
                      <a:pt x="56" y="49"/>
                      <a:pt x="56" y="51"/>
                      <a:pt x="55" y="51"/>
                    </a:cubicBezTo>
                    <a:cubicBezTo>
                      <a:pt x="54" y="49"/>
                      <a:pt x="54" y="51"/>
                      <a:pt x="53" y="50"/>
                    </a:cubicBezTo>
                    <a:cubicBezTo>
                      <a:pt x="54" y="52"/>
                      <a:pt x="52" y="54"/>
                      <a:pt x="52" y="53"/>
                    </a:cubicBezTo>
                    <a:cubicBezTo>
                      <a:pt x="52" y="50"/>
                      <a:pt x="52" y="50"/>
                      <a:pt x="52" y="50"/>
                    </a:cubicBezTo>
                    <a:cubicBezTo>
                      <a:pt x="50" y="52"/>
                      <a:pt x="47" y="49"/>
                      <a:pt x="44" y="52"/>
                    </a:cubicBezTo>
                    <a:cubicBezTo>
                      <a:pt x="44" y="51"/>
                      <a:pt x="44" y="51"/>
                      <a:pt x="44" y="51"/>
                    </a:cubicBezTo>
                    <a:cubicBezTo>
                      <a:pt x="42" y="53"/>
                      <a:pt x="39" y="51"/>
                      <a:pt x="37" y="54"/>
                    </a:cubicBezTo>
                    <a:cubicBezTo>
                      <a:pt x="36" y="53"/>
                      <a:pt x="35" y="52"/>
                      <a:pt x="35" y="52"/>
                    </a:cubicBezTo>
                    <a:cubicBezTo>
                      <a:pt x="34" y="53"/>
                      <a:pt x="33" y="53"/>
                      <a:pt x="32" y="55"/>
                    </a:cubicBezTo>
                    <a:cubicBezTo>
                      <a:pt x="32" y="56"/>
                      <a:pt x="32" y="54"/>
                      <a:pt x="32" y="54"/>
                    </a:cubicBezTo>
                    <a:cubicBezTo>
                      <a:pt x="31" y="53"/>
                      <a:pt x="30" y="51"/>
                      <a:pt x="29" y="53"/>
                    </a:cubicBezTo>
                    <a:cubicBezTo>
                      <a:pt x="29" y="52"/>
                      <a:pt x="29" y="52"/>
                      <a:pt x="29" y="52"/>
                    </a:cubicBezTo>
                    <a:cubicBezTo>
                      <a:pt x="28" y="53"/>
                      <a:pt x="27" y="55"/>
                      <a:pt x="26" y="53"/>
                    </a:cubicBezTo>
                    <a:cubicBezTo>
                      <a:pt x="25" y="54"/>
                      <a:pt x="24" y="55"/>
                      <a:pt x="25" y="56"/>
                    </a:cubicBezTo>
                    <a:cubicBezTo>
                      <a:pt x="24" y="56"/>
                      <a:pt x="25" y="54"/>
                      <a:pt x="24" y="55"/>
                    </a:cubicBezTo>
                    <a:cubicBezTo>
                      <a:pt x="25" y="53"/>
                      <a:pt x="25" y="53"/>
                      <a:pt x="25" y="53"/>
                    </a:cubicBezTo>
                    <a:cubicBezTo>
                      <a:pt x="23" y="52"/>
                      <a:pt x="21" y="53"/>
                      <a:pt x="19" y="53"/>
                    </a:cubicBezTo>
                    <a:cubicBezTo>
                      <a:pt x="19" y="51"/>
                      <a:pt x="17" y="53"/>
                      <a:pt x="16" y="51"/>
                    </a:cubicBezTo>
                    <a:cubicBezTo>
                      <a:pt x="15" y="52"/>
                      <a:pt x="15" y="50"/>
                      <a:pt x="13" y="53"/>
                    </a:cubicBezTo>
                    <a:cubicBezTo>
                      <a:pt x="14" y="51"/>
                      <a:pt x="14" y="51"/>
                      <a:pt x="14" y="51"/>
                    </a:cubicBezTo>
                    <a:cubicBezTo>
                      <a:pt x="13" y="51"/>
                      <a:pt x="12" y="51"/>
                      <a:pt x="11" y="49"/>
                    </a:cubicBezTo>
                    <a:cubicBezTo>
                      <a:pt x="11" y="49"/>
                      <a:pt x="10" y="50"/>
                      <a:pt x="9" y="51"/>
                    </a:cubicBezTo>
                    <a:cubicBezTo>
                      <a:pt x="10" y="49"/>
                      <a:pt x="10" y="49"/>
                      <a:pt x="10" y="49"/>
                    </a:cubicBezTo>
                    <a:cubicBezTo>
                      <a:pt x="9" y="50"/>
                      <a:pt x="7" y="51"/>
                      <a:pt x="6" y="52"/>
                    </a:cubicBezTo>
                    <a:cubicBezTo>
                      <a:pt x="6" y="51"/>
                      <a:pt x="6" y="52"/>
                      <a:pt x="6" y="51"/>
                    </a:cubicBezTo>
                    <a:cubicBezTo>
                      <a:pt x="7" y="51"/>
                      <a:pt x="8" y="50"/>
                      <a:pt x="9" y="48"/>
                    </a:cubicBezTo>
                    <a:cubicBezTo>
                      <a:pt x="9" y="48"/>
                      <a:pt x="6" y="50"/>
                      <a:pt x="7" y="48"/>
                    </a:cubicBezTo>
                    <a:cubicBezTo>
                      <a:pt x="7" y="47"/>
                      <a:pt x="7" y="47"/>
                      <a:pt x="5" y="49"/>
                    </a:cubicBezTo>
                    <a:cubicBezTo>
                      <a:pt x="6" y="48"/>
                      <a:pt x="6" y="48"/>
                      <a:pt x="7" y="47"/>
                    </a:cubicBezTo>
                    <a:cubicBezTo>
                      <a:pt x="6" y="47"/>
                      <a:pt x="6" y="47"/>
                      <a:pt x="5" y="47"/>
                    </a:cubicBezTo>
                    <a:cubicBezTo>
                      <a:pt x="6" y="47"/>
                      <a:pt x="5" y="47"/>
                      <a:pt x="5" y="48"/>
                    </a:cubicBezTo>
                    <a:cubicBezTo>
                      <a:pt x="4" y="48"/>
                      <a:pt x="4" y="48"/>
                      <a:pt x="2" y="49"/>
                    </a:cubicBezTo>
                    <a:cubicBezTo>
                      <a:pt x="3" y="49"/>
                      <a:pt x="3" y="49"/>
                      <a:pt x="3" y="49"/>
                    </a:cubicBezTo>
                    <a:cubicBezTo>
                      <a:pt x="2" y="50"/>
                      <a:pt x="1" y="50"/>
                      <a:pt x="2" y="49"/>
                    </a:cubicBezTo>
                    <a:cubicBezTo>
                      <a:pt x="3" y="48"/>
                      <a:pt x="4" y="48"/>
                      <a:pt x="5" y="47"/>
                    </a:cubicBezTo>
                    <a:cubicBezTo>
                      <a:pt x="1" y="48"/>
                      <a:pt x="1" y="48"/>
                      <a:pt x="1" y="48"/>
                    </a:cubicBezTo>
                    <a:cubicBezTo>
                      <a:pt x="2" y="48"/>
                      <a:pt x="2" y="49"/>
                      <a:pt x="1" y="49"/>
                    </a:cubicBezTo>
                    <a:cubicBezTo>
                      <a:pt x="2" y="49"/>
                      <a:pt x="2" y="49"/>
                      <a:pt x="2" y="49"/>
                    </a:cubicBezTo>
                    <a:cubicBezTo>
                      <a:pt x="0" y="50"/>
                      <a:pt x="0" y="50"/>
                      <a:pt x="0" y="50"/>
                    </a:cubicBezTo>
                    <a:cubicBezTo>
                      <a:pt x="1" y="51"/>
                      <a:pt x="1" y="52"/>
                      <a:pt x="2" y="52"/>
                    </a:cubicBezTo>
                    <a:cubicBezTo>
                      <a:pt x="3" y="51"/>
                      <a:pt x="3" y="51"/>
                      <a:pt x="3" y="51"/>
                    </a:cubicBezTo>
                    <a:cubicBezTo>
                      <a:pt x="4" y="51"/>
                      <a:pt x="5" y="50"/>
                      <a:pt x="5" y="52"/>
                    </a:cubicBezTo>
                    <a:cubicBezTo>
                      <a:pt x="4" y="52"/>
                      <a:pt x="4" y="53"/>
                      <a:pt x="3" y="53"/>
                    </a:cubicBezTo>
                    <a:cubicBezTo>
                      <a:pt x="4" y="53"/>
                      <a:pt x="4" y="53"/>
                      <a:pt x="4" y="53"/>
                    </a:cubicBezTo>
                    <a:cubicBezTo>
                      <a:pt x="2" y="55"/>
                      <a:pt x="2" y="55"/>
                      <a:pt x="2" y="55"/>
                    </a:cubicBezTo>
                    <a:cubicBezTo>
                      <a:pt x="5" y="52"/>
                      <a:pt x="4" y="55"/>
                      <a:pt x="5" y="5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9" name="Freeform 243"/>
              <p:cNvSpPr/>
              <p:nvPr/>
            </p:nvSpPr>
            <p:spPr bwMode="auto">
              <a:xfrm>
                <a:off x="4005" y="2851"/>
                <a:ext cx="2" cy="5"/>
              </a:xfrm>
              <a:custGeom>
                <a:avLst/>
                <a:gdLst>
                  <a:gd name="T0" fmla="*/ 2 w 2"/>
                  <a:gd name="T1" fmla="*/ 5 h 5"/>
                  <a:gd name="T2" fmla="*/ 2 w 2"/>
                  <a:gd name="T3" fmla="*/ 5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2" y="5"/>
                    </a:lnTo>
                    <a:lnTo>
                      <a:pt x="0" y="0"/>
                    </a:lnTo>
                    <a:lnTo>
                      <a:pt x="2" y="5"/>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0" name="Freeform 244"/>
              <p:cNvSpPr/>
              <p:nvPr/>
            </p:nvSpPr>
            <p:spPr bwMode="auto">
              <a:xfrm>
                <a:off x="3980" y="2866"/>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1" name="Freeform 245"/>
              <p:cNvSpPr/>
              <p:nvPr/>
            </p:nvSpPr>
            <p:spPr bwMode="auto">
              <a:xfrm>
                <a:off x="3982" y="28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2" name="Freeform 246"/>
              <p:cNvSpPr/>
              <p:nvPr/>
            </p:nvSpPr>
            <p:spPr bwMode="auto">
              <a:xfrm>
                <a:off x="3748" y="2898"/>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2"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3" name="Freeform 247"/>
              <p:cNvSpPr/>
              <p:nvPr/>
            </p:nvSpPr>
            <p:spPr bwMode="auto">
              <a:xfrm>
                <a:off x="3980" y="2875"/>
                <a:ext cx="2" cy="4"/>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0"/>
                      <a:pt x="0" y="2"/>
                      <a:pt x="1" y="2"/>
                    </a:cubicBezTo>
                    <a:cubicBezTo>
                      <a:pt x="1" y="2"/>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4" name="Freeform 248"/>
              <p:cNvSpPr/>
              <p:nvPr/>
            </p:nvSpPr>
            <p:spPr bwMode="auto">
              <a:xfrm>
                <a:off x="3757" y="2909"/>
                <a:ext cx="2" cy="4"/>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5" name="Freeform 249"/>
              <p:cNvSpPr/>
              <p:nvPr/>
            </p:nvSpPr>
            <p:spPr bwMode="auto">
              <a:xfrm>
                <a:off x="3776" y="2913"/>
                <a:ext cx="2" cy="4"/>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0"/>
                      <a:pt x="1" y="1"/>
                    </a:cubicBezTo>
                    <a:cubicBezTo>
                      <a:pt x="1"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6" name="Freeform 250"/>
              <p:cNvSpPr/>
              <p:nvPr/>
            </p:nvSpPr>
            <p:spPr bwMode="auto">
              <a:xfrm>
                <a:off x="3759" y="2904"/>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0"/>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7" name="Freeform 251"/>
              <p:cNvSpPr/>
              <p:nvPr/>
            </p:nvSpPr>
            <p:spPr bwMode="auto">
              <a:xfrm>
                <a:off x="3893" y="3080"/>
                <a:ext cx="4" cy="9"/>
              </a:xfrm>
              <a:custGeom>
                <a:avLst/>
                <a:gdLst>
                  <a:gd name="T0" fmla="*/ 2 w 2"/>
                  <a:gd name="T1" fmla="*/ 0 h 4"/>
                  <a:gd name="T2" fmla="*/ 1 w 2"/>
                  <a:gd name="T3" fmla="*/ 1 h 4"/>
                  <a:gd name="T4" fmla="*/ 1 w 2"/>
                  <a:gd name="T5" fmla="*/ 2 h 4"/>
                  <a:gd name="T6" fmla="*/ 0 w 2"/>
                  <a:gd name="T7" fmla="*/ 4 h 4"/>
                  <a:gd name="T8" fmla="*/ 2 w 2"/>
                  <a:gd name="T9" fmla="*/ 1 h 4"/>
                  <a:gd name="T10" fmla="*/ 2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2" y="0"/>
                    </a:moveTo>
                    <a:cubicBezTo>
                      <a:pt x="2" y="1"/>
                      <a:pt x="2" y="1"/>
                      <a:pt x="1" y="1"/>
                    </a:cubicBezTo>
                    <a:cubicBezTo>
                      <a:pt x="1" y="2"/>
                      <a:pt x="0" y="3"/>
                      <a:pt x="1" y="2"/>
                    </a:cubicBezTo>
                    <a:cubicBezTo>
                      <a:pt x="1" y="3"/>
                      <a:pt x="0" y="3"/>
                      <a:pt x="0" y="4"/>
                    </a:cubicBezTo>
                    <a:cubicBezTo>
                      <a:pt x="1" y="3"/>
                      <a:pt x="2" y="1"/>
                      <a:pt x="2" y="1"/>
                    </a:cubicBezTo>
                    <a:cubicBezTo>
                      <a:pt x="2" y="0"/>
                      <a:pt x="2"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8" name="Freeform 252"/>
              <p:cNvSpPr/>
              <p:nvPr/>
            </p:nvSpPr>
            <p:spPr bwMode="auto">
              <a:xfrm>
                <a:off x="3786" y="2913"/>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9" name="Freeform 253"/>
              <p:cNvSpPr/>
              <p:nvPr/>
            </p:nvSpPr>
            <p:spPr bwMode="auto">
              <a:xfrm>
                <a:off x="3952" y="30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0" name="Freeform 254"/>
              <p:cNvSpPr>
                <a:spLocks noEditPoints="1"/>
              </p:cNvSpPr>
              <p:nvPr/>
            </p:nvSpPr>
            <p:spPr bwMode="auto">
              <a:xfrm>
                <a:off x="3895" y="3015"/>
                <a:ext cx="152" cy="95"/>
              </a:xfrm>
              <a:custGeom>
                <a:avLst/>
                <a:gdLst>
                  <a:gd name="T0" fmla="*/ 54 w 72"/>
                  <a:gd name="T1" fmla="*/ 4 h 45"/>
                  <a:gd name="T2" fmla="*/ 55 w 72"/>
                  <a:gd name="T3" fmla="*/ 8 h 45"/>
                  <a:gd name="T4" fmla="*/ 44 w 72"/>
                  <a:gd name="T5" fmla="*/ 20 h 45"/>
                  <a:gd name="T6" fmla="*/ 38 w 72"/>
                  <a:gd name="T7" fmla="*/ 21 h 45"/>
                  <a:gd name="T8" fmla="*/ 35 w 72"/>
                  <a:gd name="T9" fmla="*/ 21 h 45"/>
                  <a:gd name="T10" fmla="*/ 30 w 72"/>
                  <a:gd name="T11" fmla="*/ 22 h 45"/>
                  <a:gd name="T12" fmla="*/ 27 w 72"/>
                  <a:gd name="T13" fmla="*/ 22 h 45"/>
                  <a:gd name="T14" fmla="*/ 21 w 72"/>
                  <a:gd name="T15" fmla="*/ 23 h 45"/>
                  <a:gd name="T16" fmla="*/ 16 w 72"/>
                  <a:gd name="T17" fmla="*/ 23 h 45"/>
                  <a:gd name="T18" fmla="*/ 11 w 72"/>
                  <a:gd name="T19" fmla="*/ 23 h 45"/>
                  <a:gd name="T20" fmla="*/ 9 w 72"/>
                  <a:gd name="T21" fmla="*/ 21 h 45"/>
                  <a:gd name="T22" fmla="*/ 8 w 72"/>
                  <a:gd name="T23" fmla="*/ 20 h 45"/>
                  <a:gd name="T24" fmla="*/ 7 w 72"/>
                  <a:gd name="T25" fmla="*/ 20 h 45"/>
                  <a:gd name="T26" fmla="*/ 4 w 72"/>
                  <a:gd name="T27" fmla="*/ 22 h 45"/>
                  <a:gd name="T28" fmla="*/ 2 w 72"/>
                  <a:gd name="T29" fmla="*/ 25 h 45"/>
                  <a:gd name="T30" fmla="*/ 2 w 72"/>
                  <a:gd name="T31" fmla="*/ 31 h 45"/>
                  <a:gd name="T32" fmla="*/ 8 w 72"/>
                  <a:gd name="T33" fmla="*/ 29 h 45"/>
                  <a:gd name="T34" fmla="*/ 4 w 72"/>
                  <a:gd name="T35" fmla="*/ 34 h 45"/>
                  <a:gd name="T36" fmla="*/ 3 w 72"/>
                  <a:gd name="T37" fmla="*/ 39 h 45"/>
                  <a:gd name="T38" fmla="*/ 8 w 72"/>
                  <a:gd name="T39" fmla="*/ 33 h 45"/>
                  <a:gd name="T40" fmla="*/ 6 w 72"/>
                  <a:gd name="T41" fmla="*/ 39 h 45"/>
                  <a:gd name="T42" fmla="*/ 7 w 72"/>
                  <a:gd name="T43" fmla="*/ 41 h 45"/>
                  <a:gd name="T44" fmla="*/ 8 w 72"/>
                  <a:gd name="T45" fmla="*/ 42 h 45"/>
                  <a:gd name="T46" fmla="*/ 9 w 72"/>
                  <a:gd name="T47" fmla="*/ 43 h 45"/>
                  <a:gd name="T48" fmla="*/ 12 w 72"/>
                  <a:gd name="T49" fmla="*/ 40 h 45"/>
                  <a:gd name="T50" fmla="*/ 13 w 72"/>
                  <a:gd name="T51" fmla="*/ 44 h 45"/>
                  <a:gd name="T52" fmla="*/ 15 w 72"/>
                  <a:gd name="T53" fmla="*/ 40 h 45"/>
                  <a:gd name="T54" fmla="*/ 16 w 72"/>
                  <a:gd name="T55" fmla="*/ 40 h 45"/>
                  <a:gd name="T56" fmla="*/ 17 w 72"/>
                  <a:gd name="T57" fmla="*/ 42 h 45"/>
                  <a:gd name="T58" fmla="*/ 23 w 72"/>
                  <a:gd name="T59" fmla="*/ 41 h 45"/>
                  <a:gd name="T60" fmla="*/ 24 w 72"/>
                  <a:gd name="T61" fmla="*/ 41 h 45"/>
                  <a:gd name="T62" fmla="*/ 28 w 72"/>
                  <a:gd name="T63" fmla="*/ 41 h 45"/>
                  <a:gd name="T64" fmla="*/ 31 w 72"/>
                  <a:gd name="T65" fmla="*/ 40 h 45"/>
                  <a:gd name="T66" fmla="*/ 33 w 72"/>
                  <a:gd name="T67" fmla="*/ 39 h 45"/>
                  <a:gd name="T68" fmla="*/ 34 w 72"/>
                  <a:gd name="T69" fmla="*/ 40 h 45"/>
                  <a:gd name="T70" fmla="*/ 34 w 72"/>
                  <a:gd name="T71" fmla="*/ 37 h 45"/>
                  <a:gd name="T72" fmla="*/ 37 w 72"/>
                  <a:gd name="T73" fmla="*/ 38 h 45"/>
                  <a:gd name="T74" fmla="*/ 41 w 72"/>
                  <a:gd name="T75" fmla="*/ 39 h 45"/>
                  <a:gd name="T76" fmla="*/ 43 w 72"/>
                  <a:gd name="T77" fmla="*/ 35 h 45"/>
                  <a:gd name="T78" fmla="*/ 46 w 72"/>
                  <a:gd name="T79" fmla="*/ 35 h 45"/>
                  <a:gd name="T80" fmla="*/ 47 w 72"/>
                  <a:gd name="T81" fmla="*/ 34 h 45"/>
                  <a:gd name="T82" fmla="*/ 49 w 72"/>
                  <a:gd name="T83" fmla="*/ 34 h 45"/>
                  <a:gd name="T84" fmla="*/ 50 w 72"/>
                  <a:gd name="T85" fmla="*/ 36 h 45"/>
                  <a:gd name="T86" fmla="*/ 51 w 72"/>
                  <a:gd name="T87" fmla="*/ 32 h 45"/>
                  <a:gd name="T88" fmla="*/ 52 w 72"/>
                  <a:gd name="T89" fmla="*/ 27 h 45"/>
                  <a:gd name="T90" fmla="*/ 54 w 72"/>
                  <a:gd name="T91" fmla="*/ 28 h 45"/>
                  <a:gd name="T92" fmla="*/ 54 w 72"/>
                  <a:gd name="T93" fmla="*/ 23 h 45"/>
                  <a:gd name="T94" fmla="*/ 58 w 72"/>
                  <a:gd name="T95" fmla="*/ 23 h 45"/>
                  <a:gd name="T96" fmla="*/ 59 w 72"/>
                  <a:gd name="T97" fmla="*/ 21 h 45"/>
                  <a:gd name="T98" fmla="*/ 61 w 72"/>
                  <a:gd name="T99" fmla="*/ 20 h 45"/>
                  <a:gd name="T100" fmla="*/ 65 w 72"/>
                  <a:gd name="T101" fmla="*/ 17 h 45"/>
                  <a:gd name="T102" fmla="*/ 65 w 72"/>
                  <a:gd name="T103" fmla="*/ 13 h 45"/>
                  <a:gd name="T104" fmla="*/ 67 w 72"/>
                  <a:gd name="T105" fmla="*/ 8 h 45"/>
                  <a:gd name="T106" fmla="*/ 61 w 72"/>
                  <a:gd name="T107"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 h="45">
                    <a:moveTo>
                      <a:pt x="68" y="4"/>
                    </a:moveTo>
                    <a:cubicBezTo>
                      <a:pt x="67" y="4"/>
                      <a:pt x="70" y="3"/>
                      <a:pt x="70" y="3"/>
                    </a:cubicBezTo>
                    <a:cubicBezTo>
                      <a:pt x="66" y="4"/>
                      <a:pt x="69" y="0"/>
                      <a:pt x="65" y="3"/>
                    </a:cubicBezTo>
                    <a:cubicBezTo>
                      <a:pt x="64" y="3"/>
                      <a:pt x="63" y="5"/>
                      <a:pt x="63" y="6"/>
                    </a:cubicBezTo>
                    <a:cubicBezTo>
                      <a:pt x="62" y="6"/>
                      <a:pt x="61" y="6"/>
                      <a:pt x="61" y="6"/>
                    </a:cubicBezTo>
                    <a:cubicBezTo>
                      <a:pt x="59" y="4"/>
                      <a:pt x="51" y="2"/>
                      <a:pt x="54" y="4"/>
                    </a:cubicBezTo>
                    <a:cubicBezTo>
                      <a:pt x="55" y="4"/>
                      <a:pt x="56" y="5"/>
                      <a:pt x="56" y="5"/>
                    </a:cubicBezTo>
                    <a:cubicBezTo>
                      <a:pt x="56" y="5"/>
                      <a:pt x="56" y="5"/>
                      <a:pt x="56" y="5"/>
                    </a:cubicBezTo>
                    <a:cubicBezTo>
                      <a:pt x="57" y="6"/>
                      <a:pt x="57" y="6"/>
                      <a:pt x="57" y="6"/>
                    </a:cubicBezTo>
                    <a:cubicBezTo>
                      <a:pt x="57" y="6"/>
                      <a:pt x="55" y="5"/>
                      <a:pt x="55" y="4"/>
                    </a:cubicBezTo>
                    <a:cubicBezTo>
                      <a:pt x="55" y="5"/>
                      <a:pt x="55" y="6"/>
                      <a:pt x="54" y="6"/>
                    </a:cubicBezTo>
                    <a:cubicBezTo>
                      <a:pt x="55" y="7"/>
                      <a:pt x="54" y="6"/>
                      <a:pt x="55" y="8"/>
                    </a:cubicBezTo>
                    <a:cubicBezTo>
                      <a:pt x="55" y="7"/>
                      <a:pt x="55" y="7"/>
                      <a:pt x="55" y="7"/>
                    </a:cubicBezTo>
                    <a:cubicBezTo>
                      <a:pt x="55" y="8"/>
                      <a:pt x="55" y="8"/>
                      <a:pt x="53" y="7"/>
                    </a:cubicBezTo>
                    <a:cubicBezTo>
                      <a:pt x="50" y="7"/>
                      <a:pt x="49" y="9"/>
                      <a:pt x="47" y="10"/>
                    </a:cubicBezTo>
                    <a:cubicBezTo>
                      <a:pt x="46" y="12"/>
                      <a:pt x="45" y="14"/>
                      <a:pt x="43" y="16"/>
                    </a:cubicBezTo>
                    <a:cubicBezTo>
                      <a:pt x="44" y="19"/>
                      <a:pt x="43" y="18"/>
                      <a:pt x="44" y="21"/>
                    </a:cubicBezTo>
                    <a:cubicBezTo>
                      <a:pt x="44" y="20"/>
                      <a:pt x="44" y="20"/>
                      <a:pt x="44" y="20"/>
                    </a:cubicBezTo>
                    <a:cubicBezTo>
                      <a:pt x="44" y="22"/>
                      <a:pt x="43" y="20"/>
                      <a:pt x="42" y="19"/>
                    </a:cubicBezTo>
                    <a:cubicBezTo>
                      <a:pt x="43" y="21"/>
                      <a:pt x="42" y="20"/>
                      <a:pt x="43" y="22"/>
                    </a:cubicBezTo>
                    <a:cubicBezTo>
                      <a:pt x="44" y="23"/>
                      <a:pt x="41" y="19"/>
                      <a:pt x="42" y="20"/>
                    </a:cubicBezTo>
                    <a:cubicBezTo>
                      <a:pt x="41" y="20"/>
                      <a:pt x="42" y="21"/>
                      <a:pt x="42" y="21"/>
                    </a:cubicBezTo>
                    <a:cubicBezTo>
                      <a:pt x="42" y="23"/>
                      <a:pt x="41" y="20"/>
                      <a:pt x="40" y="18"/>
                    </a:cubicBezTo>
                    <a:cubicBezTo>
                      <a:pt x="39" y="19"/>
                      <a:pt x="39" y="22"/>
                      <a:pt x="38" y="21"/>
                    </a:cubicBezTo>
                    <a:cubicBezTo>
                      <a:pt x="38" y="21"/>
                      <a:pt x="38" y="22"/>
                      <a:pt x="38" y="22"/>
                    </a:cubicBezTo>
                    <a:cubicBezTo>
                      <a:pt x="37" y="19"/>
                      <a:pt x="38" y="23"/>
                      <a:pt x="38" y="22"/>
                    </a:cubicBezTo>
                    <a:cubicBezTo>
                      <a:pt x="37" y="21"/>
                      <a:pt x="37" y="21"/>
                      <a:pt x="37" y="21"/>
                    </a:cubicBezTo>
                    <a:cubicBezTo>
                      <a:pt x="36" y="20"/>
                      <a:pt x="37" y="22"/>
                      <a:pt x="36" y="21"/>
                    </a:cubicBezTo>
                    <a:cubicBezTo>
                      <a:pt x="36" y="21"/>
                      <a:pt x="36" y="21"/>
                      <a:pt x="36" y="21"/>
                    </a:cubicBezTo>
                    <a:cubicBezTo>
                      <a:pt x="36" y="23"/>
                      <a:pt x="35" y="20"/>
                      <a:pt x="35" y="21"/>
                    </a:cubicBezTo>
                    <a:cubicBezTo>
                      <a:pt x="35" y="20"/>
                      <a:pt x="35" y="21"/>
                      <a:pt x="35" y="20"/>
                    </a:cubicBezTo>
                    <a:cubicBezTo>
                      <a:pt x="36" y="24"/>
                      <a:pt x="34" y="19"/>
                      <a:pt x="34" y="21"/>
                    </a:cubicBezTo>
                    <a:cubicBezTo>
                      <a:pt x="34" y="21"/>
                      <a:pt x="34" y="21"/>
                      <a:pt x="34" y="21"/>
                    </a:cubicBezTo>
                    <a:cubicBezTo>
                      <a:pt x="34" y="21"/>
                      <a:pt x="34" y="20"/>
                      <a:pt x="32" y="22"/>
                    </a:cubicBezTo>
                    <a:cubicBezTo>
                      <a:pt x="32" y="22"/>
                      <a:pt x="31" y="19"/>
                      <a:pt x="30" y="21"/>
                    </a:cubicBezTo>
                    <a:cubicBezTo>
                      <a:pt x="30" y="22"/>
                      <a:pt x="30" y="22"/>
                      <a:pt x="30" y="22"/>
                    </a:cubicBezTo>
                    <a:cubicBezTo>
                      <a:pt x="30" y="22"/>
                      <a:pt x="30" y="21"/>
                      <a:pt x="30" y="21"/>
                    </a:cubicBezTo>
                    <a:cubicBezTo>
                      <a:pt x="30" y="22"/>
                      <a:pt x="30" y="20"/>
                      <a:pt x="29" y="20"/>
                    </a:cubicBezTo>
                    <a:cubicBezTo>
                      <a:pt x="29" y="21"/>
                      <a:pt x="29" y="21"/>
                      <a:pt x="29" y="22"/>
                    </a:cubicBezTo>
                    <a:cubicBezTo>
                      <a:pt x="29" y="20"/>
                      <a:pt x="28" y="23"/>
                      <a:pt x="27" y="21"/>
                    </a:cubicBezTo>
                    <a:cubicBezTo>
                      <a:pt x="27" y="25"/>
                      <a:pt x="27" y="23"/>
                      <a:pt x="27" y="24"/>
                    </a:cubicBezTo>
                    <a:cubicBezTo>
                      <a:pt x="27" y="24"/>
                      <a:pt x="27" y="23"/>
                      <a:pt x="27" y="22"/>
                    </a:cubicBezTo>
                    <a:cubicBezTo>
                      <a:pt x="26" y="22"/>
                      <a:pt x="26" y="22"/>
                      <a:pt x="26" y="21"/>
                    </a:cubicBezTo>
                    <a:cubicBezTo>
                      <a:pt x="26" y="22"/>
                      <a:pt x="25" y="24"/>
                      <a:pt x="25" y="23"/>
                    </a:cubicBezTo>
                    <a:cubicBezTo>
                      <a:pt x="25" y="21"/>
                      <a:pt x="25" y="23"/>
                      <a:pt x="25" y="22"/>
                    </a:cubicBezTo>
                    <a:cubicBezTo>
                      <a:pt x="24" y="24"/>
                      <a:pt x="24" y="25"/>
                      <a:pt x="24" y="25"/>
                    </a:cubicBezTo>
                    <a:cubicBezTo>
                      <a:pt x="24" y="22"/>
                      <a:pt x="24" y="22"/>
                      <a:pt x="24" y="22"/>
                    </a:cubicBezTo>
                    <a:cubicBezTo>
                      <a:pt x="23" y="23"/>
                      <a:pt x="23" y="20"/>
                      <a:pt x="21" y="23"/>
                    </a:cubicBezTo>
                    <a:cubicBezTo>
                      <a:pt x="22" y="22"/>
                      <a:pt x="22" y="22"/>
                      <a:pt x="22" y="22"/>
                    </a:cubicBezTo>
                    <a:cubicBezTo>
                      <a:pt x="20" y="23"/>
                      <a:pt x="20" y="21"/>
                      <a:pt x="18" y="24"/>
                    </a:cubicBezTo>
                    <a:cubicBezTo>
                      <a:pt x="18" y="23"/>
                      <a:pt x="18" y="22"/>
                      <a:pt x="18" y="22"/>
                    </a:cubicBezTo>
                    <a:cubicBezTo>
                      <a:pt x="17" y="24"/>
                      <a:pt x="17" y="23"/>
                      <a:pt x="16" y="25"/>
                    </a:cubicBezTo>
                    <a:cubicBezTo>
                      <a:pt x="16" y="25"/>
                      <a:pt x="16" y="24"/>
                      <a:pt x="16" y="24"/>
                    </a:cubicBezTo>
                    <a:cubicBezTo>
                      <a:pt x="16" y="23"/>
                      <a:pt x="17" y="21"/>
                      <a:pt x="16" y="23"/>
                    </a:cubicBezTo>
                    <a:cubicBezTo>
                      <a:pt x="16" y="22"/>
                      <a:pt x="16" y="22"/>
                      <a:pt x="16" y="22"/>
                    </a:cubicBezTo>
                    <a:cubicBezTo>
                      <a:pt x="15" y="23"/>
                      <a:pt x="14" y="24"/>
                      <a:pt x="15" y="23"/>
                    </a:cubicBezTo>
                    <a:cubicBezTo>
                      <a:pt x="14" y="24"/>
                      <a:pt x="13" y="24"/>
                      <a:pt x="13" y="26"/>
                    </a:cubicBezTo>
                    <a:cubicBezTo>
                      <a:pt x="12" y="26"/>
                      <a:pt x="14" y="23"/>
                      <a:pt x="13" y="25"/>
                    </a:cubicBezTo>
                    <a:cubicBezTo>
                      <a:pt x="14" y="23"/>
                      <a:pt x="14" y="23"/>
                      <a:pt x="14" y="23"/>
                    </a:cubicBezTo>
                    <a:cubicBezTo>
                      <a:pt x="14" y="22"/>
                      <a:pt x="12" y="23"/>
                      <a:pt x="11" y="23"/>
                    </a:cubicBezTo>
                    <a:cubicBezTo>
                      <a:pt x="12" y="21"/>
                      <a:pt x="10" y="23"/>
                      <a:pt x="11" y="22"/>
                    </a:cubicBezTo>
                    <a:cubicBezTo>
                      <a:pt x="10" y="23"/>
                      <a:pt x="11" y="21"/>
                      <a:pt x="9" y="23"/>
                    </a:cubicBezTo>
                    <a:cubicBezTo>
                      <a:pt x="10" y="22"/>
                      <a:pt x="10" y="22"/>
                      <a:pt x="10" y="22"/>
                    </a:cubicBezTo>
                    <a:cubicBezTo>
                      <a:pt x="10" y="22"/>
                      <a:pt x="10" y="21"/>
                      <a:pt x="10" y="21"/>
                    </a:cubicBezTo>
                    <a:cubicBezTo>
                      <a:pt x="10" y="20"/>
                      <a:pt x="8" y="21"/>
                      <a:pt x="8" y="22"/>
                    </a:cubicBezTo>
                    <a:cubicBezTo>
                      <a:pt x="9" y="21"/>
                      <a:pt x="9" y="21"/>
                      <a:pt x="9" y="21"/>
                    </a:cubicBezTo>
                    <a:cubicBezTo>
                      <a:pt x="8" y="21"/>
                      <a:pt x="6" y="22"/>
                      <a:pt x="5" y="23"/>
                    </a:cubicBezTo>
                    <a:cubicBezTo>
                      <a:pt x="6" y="22"/>
                      <a:pt x="5" y="23"/>
                      <a:pt x="5" y="22"/>
                    </a:cubicBezTo>
                    <a:cubicBezTo>
                      <a:pt x="6" y="22"/>
                      <a:pt x="8" y="21"/>
                      <a:pt x="9" y="20"/>
                    </a:cubicBezTo>
                    <a:cubicBezTo>
                      <a:pt x="10" y="20"/>
                      <a:pt x="6" y="21"/>
                      <a:pt x="8" y="20"/>
                    </a:cubicBezTo>
                    <a:cubicBezTo>
                      <a:pt x="9" y="20"/>
                      <a:pt x="8" y="20"/>
                      <a:pt x="6" y="21"/>
                    </a:cubicBezTo>
                    <a:cubicBezTo>
                      <a:pt x="8" y="20"/>
                      <a:pt x="8" y="20"/>
                      <a:pt x="8" y="20"/>
                    </a:cubicBezTo>
                    <a:cubicBezTo>
                      <a:pt x="8" y="20"/>
                      <a:pt x="8" y="20"/>
                      <a:pt x="7" y="20"/>
                    </a:cubicBezTo>
                    <a:cubicBezTo>
                      <a:pt x="7" y="20"/>
                      <a:pt x="7" y="20"/>
                      <a:pt x="7" y="20"/>
                    </a:cubicBezTo>
                    <a:cubicBezTo>
                      <a:pt x="5" y="21"/>
                      <a:pt x="5" y="20"/>
                      <a:pt x="3" y="21"/>
                    </a:cubicBezTo>
                    <a:cubicBezTo>
                      <a:pt x="4" y="21"/>
                      <a:pt x="4" y="21"/>
                      <a:pt x="4" y="21"/>
                    </a:cubicBezTo>
                    <a:cubicBezTo>
                      <a:pt x="3" y="22"/>
                      <a:pt x="2" y="22"/>
                      <a:pt x="3" y="21"/>
                    </a:cubicBezTo>
                    <a:cubicBezTo>
                      <a:pt x="5" y="20"/>
                      <a:pt x="6" y="20"/>
                      <a:pt x="7" y="20"/>
                    </a:cubicBezTo>
                    <a:cubicBezTo>
                      <a:pt x="3" y="21"/>
                      <a:pt x="3" y="21"/>
                      <a:pt x="3" y="21"/>
                    </a:cubicBezTo>
                    <a:cubicBezTo>
                      <a:pt x="4" y="20"/>
                      <a:pt x="3" y="21"/>
                      <a:pt x="2" y="21"/>
                    </a:cubicBezTo>
                    <a:cubicBezTo>
                      <a:pt x="3" y="21"/>
                      <a:pt x="3" y="21"/>
                      <a:pt x="3" y="21"/>
                    </a:cubicBezTo>
                    <a:cubicBezTo>
                      <a:pt x="1" y="22"/>
                      <a:pt x="1" y="22"/>
                      <a:pt x="1" y="22"/>
                    </a:cubicBezTo>
                    <a:cubicBezTo>
                      <a:pt x="2" y="22"/>
                      <a:pt x="1" y="23"/>
                      <a:pt x="2" y="23"/>
                    </a:cubicBezTo>
                    <a:cubicBezTo>
                      <a:pt x="4" y="22"/>
                      <a:pt x="4" y="22"/>
                      <a:pt x="4" y="22"/>
                    </a:cubicBezTo>
                    <a:cubicBezTo>
                      <a:pt x="4" y="22"/>
                      <a:pt x="6" y="21"/>
                      <a:pt x="4" y="22"/>
                    </a:cubicBezTo>
                    <a:cubicBezTo>
                      <a:pt x="2" y="23"/>
                      <a:pt x="2" y="23"/>
                      <a:pt x="2" y="23"/>
                    </a:cubicBezTo>
                    <a:cubicBezTo>
                      <a:pt x="3" y="23"/>
                      <a:pt x="3" y="23"/>
                      <a:pt x="3" y="23"/>
                    </a:cubicBezTo>
                    <a:cubicBezTo>
                      <a:pt x="1" y="25"/>
                      <a:pt x="1" y="25"/>
                      <a:pt x="1" y="25"/>
                    </a:cubicBezTo>
                    <a:cubicBezTo>
                      <a:pt x="4" y="23"/>
                      <a:pt x="2" y="25"/>
                      <a:pt x="3" y="24"/>
                    </a:cubicBezTo>
                    <a:cubicBezTo>
                      <a:pt x="2" y="25"/>
                      <a:pt x="2" y="25"/>
                      <a:pt x="2" y="25"/>
                    </a:cubicBezTo>
                    <a:cubicBezTo>
                      <a:pt x="2" y="26"/>
                      <a:pt x="4" y="24"/>
                      <a:pt x="4" y="24"/>
                    </a:cubicBezTo>
                    <a:cubicBezTo>
                      <a:pt x="4" y="24"/>
                      <a:pt x="1" y="26"/>
                      <a:pt x="1" y="27"/>
                    </a:cubicBezTo>
                    <a:cubicBezTo>
                      <a:pt x="1" y="27"/>
                      <a:pt x="3" y="26"/>
                      <a:pt x="2" y="28"/>
                    </a:cubicBezTo>
                    <a:cubicBezTo>
                      <a:pt x="2" y="28"/>
                      <a:pt x="4" y="28"/>
                      <a:pt x="5" y="27"/>
                    </a:cubicBezTo>
                    <a:cubicBezTo>
                      <a:pt x="5" y="28"/>
                      <a:pt x="3" y="29"/>
                      <a:pt x="4" y="29"/>
                    </a:cubicBezTo>
                    <a:cubicBezTo>
                      <a:pt x="3" y="29"/>
                      <a:pt x="2" y="30"/>
                      <a:pt x="2" y="31"/>
                    </a:cubicBezTo>
                    <a:cubicBezTo>
                      <a:pt x="3" y="30"/>
                      <a:pt x="2" y="32"/>
                      <a:pt x="4" y="30"/>
                    </a:cubicBezTo>
                    <a:cubicBezTo>
                      <a:pt x="4" y="30"/>
                      <a:pt x="4" y="31"/>
                      <a:pt x="5" y="31"/>
                    </a:cubicBezTo>
                    <a:cubicBezTo>
                      <a:pt x="4" y="31"/>
                      <a:pt x="3" y="33"/>
                      <a:pt x="3" y="33"/>
                    </a:cubicBezTo>
                    <a:cubicBezTo>
                      <a:pt x="4" y="32"/>
                      <a:pt x="5" y="32"/>
                      <a:pt x="5" y="32"/>
                    </a:cubicBezTo>
                    <a:cubicBezTo>
                      <a:pt x="6" y="31"/>
                      <a:pt x="6" y="31"/>
                      <a:pt x="7" y="29"/>
                    </a:cubicBezTo>
                    <a:cubicBezTo>
                      <a:pt x="7" y="29"/>
                      <a:pt x="8" y="28"/>
                      <a:pt x="8" y="29"/>
                    </a:cubicBezTo>
                    <a:cubicBezTo>
                      <a:pt x="7" y="30"/>
                      <a:pt x="5" y="32"/>
                      <a:pt x="6" y="33"/>
                    </a:cubicBezTo>
                    <a:cubicBezTo>
                      <a:pt x="4" y="35"/>
                      <a:pt x="5" y="32"/>
                      <a:pt x="4" y="34"/>
                    </a:cubicBezTo>
                    <a:cubicBezTo>
                      <a:pt x="2" y="36"/>
                      <a:pt x="2" y="36"/>
                      <a:pt x="2" y="35"/>
                    </a:cubicBezTo>
                    <a:cubicBezTo>
                      <a:pt x="0" y="36"/>
                      <a:pt x="2" y="35"/>
                      <a:pt x="1" y="37"/>
                    </a:cubicBezTo>
                    <a:cubicBezTo>
                      <a:pt x="1" y="37"/>
                      <a:pt x="2" y="36"/>
                      <a:pt x="3" y="36"/>
                    </a:cubicBezTo>
                    <a:cubicBezTo>
                      <a:pt x="4" y="35"/>
                      <a:pt x="4" y="35"/>
                      <a:pt x="4" y="34"/>
                    </a:cubicBezTo>
                    <a:cubicBezTo>
                      <a:pt x="6" y="32"/>
                      <a:pt x="4" y="36"/>
                      <a:pt x="4" y="36"/>
                    </a:cubicBezTo>
                    <a:cubicBezTo>
                      <a:pt x="3" y="36"/>
                      <a:pt x="3" y="36"/>
                      <a:pt x="3" y="36"/>
                    </a:cubicBezTo>
                    <a:cubicBezTo>
                      <a:pt x="3" y="37"/>
                      <a:pt x="4" y="36"/>
                      <a:pt x="4" y="36"/>
                    </a:cubicBezTo>
                    <a:cubicBezTo>
                      <a:pt x="3" y="39"/>
                      <a:pt x="4" y="36"/>
                      <a:pt x="3" y="38"/>
                    </a:cubicBezTo>
                    <a:cubicBezTo>
                      <a:pt x="1" y="40"/>
                      <a:pt x="1" y="40"/>
                      <a:pt x="1" y="40"/>
                    </a:cubicBezTo>
                    <a:cubicBezTo>
                      <a:pt x="2" y="41"/>
                      <a:pt x="3" y="38"/>
                      <a:pt x="3" y="39"/>
                    </a:cubicBezTo>
                    <a:cubicBezTo>
                      <a:pt x="2" y="40"/>
                      <a:pt x="2" y="40"/>
                      <a:pt x="2" y="40"/>
                    </a:cubicBezTo>
                    <a:cubicBezTo>
                      <a:pt x="3" y="39"/>
                      <a:pt x="3" y="39"/>
                      <a:pt x="3" y="39"/>
                    </a:cubicBezTo>
                    <a:cubicBezTo>
                      <a:pt x="4" y="38"/>
                      <a:pt x="5" y="37"/>
                      <a:pt x="4" y="37"/>
                    </a:cubicBezTo>
                    <a:cubicBezTo>
                      <a:pt x="6" y="34"/>
                      <a:pt x="5" y="37"/>
                      <a:pt x="6" y="36"/>
                    </a:cubicBezTo>
                    <a:cubicBezTo>
                      <a:pt x="7" y="35"/>
                      <a:pt x="5" y="36"/>
                      <a:pt x="6" y="35"/>
                    </a:cubicBezTo>
                    <a:cubicBezTo>
                      <a:pt x="7" y="33"/>
                      <a:pt x="7" y="34"/>
                      <a:pt x="8" y="33"/>
                    </a:cubicBezTo>
                    <a:cubicBezTo>
                      <a:pt x="8" y="34"/>
                      <a:pt x="7" y="35"/>
                      <a:pt x="6" y="36"/>
                    </a:cubicBezTo>
                    <a:cubicBezTo>
                      <a:pt x="6" y="36"/>
                      <a:pt x="6" y="36"/>
                      <a:pt x="6" y="36"/>
                    </a:cubicBezTo>
                    <a:cubicBezTo>
                      <a:pt x="5" y="37"/>
                      <a:pt x="5" y="39"/>
                      <a:pt x="4" y="40"/>
                    </a:cubicBezTo>
                    <a:cubicBezTo>
                      <a:pt x="4" y="41"/>
                      <a:pt x="5" y="38"/>
                      <a:pt x="5" y="39"/>
                    </a:cubicBezTo>
                    <a:cubicBezTo>
                      <a:pt x="5" y="39"/>
                      <a:pt x="6" y="37"/>
                      <a:pt x="6" y="37"/>
                    </a:cubicBezTo>
                    <a:cubicBezTo>
                      <a:pt x="9" y="33"/>
                      <a:pt x="5" y="40"/>
                      <a:pt x="6" y="39"/>
                    </a:cubicBezTo>
                    <a:cubicBezTo>
                      <a:pt x="7" y="37"/>
                      <a:pt x="9" y="36"/>
                      <a:pt x="10" y="33"/>
                    </a:cubicBezTo>
                    <a:cubicBezTo>
                      <a:pt x="10" y="32"/>
                      <a:pt x="11" y="32"/>
                      <a:pt x="11" y="32"/>
                    </a:cubicBezTo>
                    <a:cubicBezTo>
                      <a:pt x="10" y="34"/>
                      <a:pt x="10" y="34"/>
                      <a:pt x="9" y="35"/>
                    </a:cubicBezTo>
                    <a:cubicBezTo>
                      <a:pt x="9" y="35"/>
                      <a:pt x="9" y="35"/>
                      <a:pt x="9" y="35"/>
                    </a:cubicBezTo>
                    <a:cubicBezTo>
                      <a:pt x="8" y="38"/>
                      <a:pt x="8" y="38"/>
                      <a:pt x="8" y="38"/>
                    </a:cubicBezTo>
                    <a:cubicBezTo>
                      <a:pt x="7" y="39"/>
                      <a:pt x="7" y="40"/>
                      <a:pt x="7" y="41"/>
                    </a:cubicBezTo>
                    <a:cubicBezTo>
                      <a:pt x="8" y="41"/>
                      <a:pt x="8" y="40"/>
                      <a:pt x="8" y="39"/>
                    </a:cubicBezTo>
                    <a:cubicBezTo>
                      <a:pt x="8" y="40"/>
                      <a:pt x="7" y="41"/>
                      <a:pt x="8" y="41"/>
                    </a:cubicBezTo>
                    <a:cubicBezTo>
                      <a:pt x="8" y="40"/>
                      <a:pt x="9" y="38"/>
                      <a:pt x="9" y="38"/>
                    </a:cubicBezTo>
                    <a:cubicBezTo>
                      <a:pt x="10" y="38"/>
                      <a:pt x="9" y="40"/>
                      <a:pt x="9" y="41"/>
                    </a:cubicBezTo>
                    <a:cubicBezTo>
                      <a:pt x="8" y="42"/>
                      <a:pt x="8" y="42"/>
                      <a:pt x="8" y="42"/>
                    </a:cubicBezTo>
                    <a:cubicBezTo>
                      <a:pt x="9" y="41"/>
                      <a:pt x="8" y="43"/>
                      <a:pt x="8" y="42"/>
                    </a:cubicBezTo>
                    <a:cubicBezTo>
                      <a:pt x="9" y="41"/>
                      <a:pt x="9" y="40"/>
                      <a:pt x="10" y="38"/>
                    </a:cubicBezTo>
                    <a:cubicBezTo>
                      <a:pt x="11" y="38"/>
                      <a:pt x="10" y="40"/>
                      <a:pt x="10" y="39"/>
                    </a:cubicBezTo>
                    <a:cubicBezTo>
                      <a:pt x="9" y="40"/>
                      <a:pt x="9" y="40"/>
                      <a:pt x="9" y="40"/>
                    </a:cubicBezTo>
                    <a:cubicBezTo>
                      <a:pt x="10" y="40"/>
                      <a:pt x="8" y="43"/>
                      <a:pt x="9" y="43"/>
                    </a:cubicBezTo>
                    <a:cubicBezTo>
                      <a:pt x="10" y="41"/>
                      <a:pt x="10" y="41"/>
                      <a:pt x="10" y="41"/>
                    </a:cubicBezTo>
                    <a:cubicBezTo>
                      <a:pt x="9" y="43"/>
                      <a:pt x="9" y="43"/>
                      <a:pt x="9" y="43"/>
                    </a:cubicBezTo>
                    <a:cubicBezTo>
                      <a:pt x="10" y="42"/>
                      <a:pt x="10" y="42"/>
                      <a:pt x="10" y="42"/>
                    </a:cubicBezTo>
                    <a:cubicBezTo>
                      <a:pt x="10" y="43"/>
                      <a:pt x="10" y="43"/>
                      <a:pt x="10" y="43"/>
                    </a:cubicBezTo>
                    <a:cubicBezTo>
                      <a:pt x="10" y="42"/>
                      <a:pt x="11" y="40"/>
                      <a:pt x="11" y="42"/>
                    </a:cubicBezTo>
                    <a:cubicBezTo>
                      <a:pt x="12" y="40"/>
                      <a:pt x="11" y="42"/>
                      <a:pt x="11" y="41"/>
                    </a:cubicBezTo>
                    <a:cubicBezTo>
                      <a:pt x="11" y="39"/>
                      <a:pt x="12" y="39"/>
                      <a:pt x="12" y="39"/>
                    </a:cubicBezTo>
                    <a:cubicBezTo>
                      <a:pt x="11" y="42"/>
                      <a:pt x="12" y="39"/>
                      <a:pt x="12" y="40"/>
                    </a:cubicBezTo>
                    <a:cubicBezTo>
                      <a:pt x="12" y="41"/>
                      <a:pt x="12" y="41"/>
                      <a:pt x="12" y="42"/>
                    </a:cubicBezTo>
                    <a:cubicBezTo>
                      <a:pt x="13" y="40"/>
                      <a:pt x="13" y="40"/>
                      <a:pt x="13" y="40"/>
                    </a:cubicBezTo>
                    <a:cubicBezTo>
                      <a:pt x="12" y="43"/>
                      <a:pt x="13" y="39"/>
                      <a:pt x="13" y="41"/>
                    </a:cubicBezTo>
                    <a:cubicBezTo>
                      <a:pt x="13" y="42"/>
                      <a:pt x="12" y="43"/>
                      <a:pt x="12" y="43"/>
                    </a:cubicBezTo>
                    <a:cubicBezTo>
                      <a:pt x="13" y="41"/>
                      <a:pt x="14" y="40"/>
                      <a:pt x="14" y="39"/>
                    </a:cubicBezTo>
                    <a:cubicBezTo>
                      <a:pt x="14" y="40"/>
                      <a:pt x="13" y="42"/>
                      <a:pt x="13" y="44"/>
                    </a:cubicBezTo>
                    <a:cubicBezTo>
                      <a:pt x="14" y="42"/>
                      <a:pt x="13" y="45"/>
                      <a:pt x="14" y="43"/>
                    </a:cubicBezTo>
                    <a:cubicBezTo>
                      <a:pt x="14" y="42"/>
                      <a:pt x="14" y="41"/>
                      <a:pt x="15" y="40"/>
                    </a:cubicBezTo>
                    <a:cubicBezTo>
                      <a:pt x="15" y="40"/>
                      <a:pt x="14" y="41"/>
                      <a:pt x="14" y="42"/>
                    </a:cubicBezTo>
                    <a:cubicBezTo>
                      <a:pt x="14" y="42"/>
                      <a:pt x="15" y="40"/>
                      <a:pt x="15" y="39"/>
                    </a:cubicBezTo>
                    <a:cubicBezTo>
                      <a:pt x="15" y="39"/>
                      <a:pt x="16" y="37"/>
                      <a:pt x="16" y="39"/>
                    </a:cubicBezTo>
                    <a:cubicBezTo>
                      <a:pt x="16" y="40"/>
                      <a:pt x="15" y="39"/>
                      <a:pt x="15" y="40"/>
                    </a:cubicBezTo>
                    <a:cubicBezTo>
                      <a:pt x="16" y="41"/>
                      <a:pt x="17" y="37"/>
                      <a:pt x="17" y="36"/>
                    </a:cubicBezTo>
                    <a:cubicBezTo>
                      <a:pt x="17" y="35"/>
                      <a:pt x="18" y="32"/>
                      <a:pt x="19" y="31"/>
                    </a:cubicBezTo>
                    <a:cubicBezTo>
                      <a:pt x="19" y="32"/>
                      <a:pt x="18" y="32"/>
                      <a:pt x="18" y="34"/>
                    </a:cubicBezTo>
                    <a:cubicBezTo>
                      <a:pt x="18" y="34"/>
                      <a:pt x="18" y="34"/>
                      <a:pt x="18" y="34"/>
                    </a:cubicBezTo>
                    <a:cubicBezTo>
                      <a:pt x="18" y="37"/>
                      <a:pt x="16" y="39"/>
                      <a:pt x="16" y="41"/>
                    </a:cubicBezTo>
                    <a:cubicBezTo>
                      <a:pt x="16" y="40"/>
                      <a:pt x="16" y="40"/>
                      <a:pt x="16" y="40"/>
                    </a:cubicBezTo>
                    <a:cubicBezTo>
                      <a:pt x="16" y="43"/>
                      <a:pt x="16" y="43"/>
                      <a:pt x="16" y="43"/>
                    </a:cubicBezTo>
                    <a:cubicBezTo>
                      <a:pt x="16" y="41"/>
                      <a:pt x="16" y="43"/>
                      <a:pt x="16" y="42"/>
                    </a:cubicBezTo>
                    <a:cubicBezTo>
                      <a:pt x="17" y="41"/>
                      <a:pt x="16" y="43"/>
                      <a:pt x="16" y="41"/>
                    </a:cubicBezTo>
                    <a:cubicBezTo>
                      <a:pt x="17" y="41"/>
                      <a:pt x="18" y="38"/>
                      <a:pt x="18" y="39"/>
                    </a:cubicBezTo>
                    <a:cubicBezTo>
                      <a:pt x="17" y="43"/>
                      <a:pt x="17" y="43"/>
                      <a:pt x="17" y="43"/>
                    </a:cubicBezTo>
                    <a:cubicBezTo>
                      <a:pt x="17" y="43"/>
                      <a:pt x="17" y="41"/>
                      <a:pt x="17" y="42"/>
                    </a:cubicBezTo>
                    <a:cubicBezTo>
                      <a:pt x="17" y="43"/>
                      <a:pt x="17" y="43"/>
                      <a:pt x="17" y="43"/>
                    </a:cubicBezTo>
                    <a:cubicBezTo>
                      <a:pt x="18" y="43"/>
                      <a:pt x="19" y="43"/>
                      <a:pt x="21" y="39"/>
                    </a:cubicBezTo>
                    <a:cubicBezTo>
                      <a:pt x="21" y="41"/>
                      <a:pt x="21" y="41"/>
                      <a:pt x="21" y="42"/>
                    </a:cubicBezTo>
                    <a:cubicBezTo>
                      <a:pt x="21" y="42"/>
                      <a:pt x="22" y="41"/>
                      <a:pt x="22" y="41"/>
                    </a:cubicBezTo>
                    <a:cubicBezTo>
                      <a:pt x="22" y="43"/>
                      <a:pt x="22" y="43"/>
                      <a:pt x="22" y="43"/>
                    </a:cubicBezTo>
                    <a:cubicBezTo>
                      <a:pt x="22" y="44"/>
                      <a:pt x="23" y="42"/>
                      <a:pt x="23" y="41"/>
                    </a:cubicBezTo>
                    <a:cubicBezTo>
                      <a:pt x="23" y="42"/>
                      <a:pt x="23" y="42"/>
                      <a:pt x="23" y="42"/>
                    </a:cubicBezTo>
                    <a:cubicBezTo>
                      <a:pt x="23" y="44"/>
                      <a:pt x="23" y="41"/>
                      <a:pt x="23" y="41"/>
                    </a:cubicBezTo>
                    <a:cubicBezTo>
                      <a:pt x="23" y="42"/>
                      <a:pt x="23" y="42"/>
                      <a:pt x="23" y="42"/>
                    </a:cubicBezTo>
                    <a:cubicBezTo>
                      <a:pt x="24" y="41"/>
                      <a:pt x="24" y="41"/>
                      <a:pt x="24" y="41"/>
                    </a:cubicBezTo>
                    <a:cubicBezTo>
                      <a:pt x="24" y="40"/>
                      <a:pt x="24" y="41"/>
                      <a:pt x="24" y="43"/>
                    </a:cubicBezTo>
                    <a:cubicBezTo>
                      <a:pt x="24" y="41"/>
                      <a:pt x="24" y="41"/>
                      <a:pt x="24" y="41"/>
                    </a:cubicBezTo>
                    <a:cubicBezTo>
                      <a:pt x="24" y="43"/>
                      <a:pt x="25" y="43"/>
                      <a:pt x="26" y="42"/>
                    </a:cubicBezTo>
                    <a:cubicBezTo>
                      <a:pt x="25" y="42"/>
                      <a:pt x="25" y="41"/>
                      <a:pt x="26" y="39"/>
                    </a:cubicBezTo>
                    <a:cubicBezTo>
                      <a:pt x="26" y="37"/>
                      <a:pt x="26" y="40"/>
                      <a:pt x="26" y="39"/>
                    </a:cubicBezTo>
                    <a:cubicBezTo>
                      <a:pt x="26" y="41"/>
                      <a:pt x="26" y="41"/>
                      <a:pt x="26" y="41"/>
                    </a:cubicBezTo>
                    <a:cubicBezTo>
                      <a:pt x="26" y="44"/>
                      <a:pt x="27" y="42"/>
                      <a:pt x="28" y="42"/>
                    </a:cubicBezTo>
                    <a:cubicBezTo>
                      <a:pt x="28" y="41"/>
                      <a:pt x="28" y="41"/>
                      <a:pt x="28" y="41"/>
                    </a:cubicBezTo>
                    <a:cubicBezTo>
                      <a:pt x="28" y="43"/>
                      <a:pt x="29" y="41"/>
                      <a:pt x="30" y="42"/>
                    </a:cubicBezTo>
                    <a:cubicBezTo>
                      <a:pt x="30" y="41"/>
                      <a:pt x="30" y="38"/>
                      <a:pt x="30" y="38"/>
                    </a:cubicBezTo>
                    <a:cubicBezTo>
                      <a:pt x="30" y="36"/>
                      <a:pt x="30" y="41"/>
                      <a:pt x="30" y="42"/>
                    </a:cubicBezTo>
                    <a:cubicBezTo>
                      <a:pt x="31" y="41"/>
                      <a:pt x="31" y="41"/>
                      <a:pt x="31" y="41"/>
                    </a:cubicBezTo>
                    <a:cubicBezTo>
                      <a:pt x="31" y="41"/>
                      <a:pt x="31" y="41"/>
                      <a:pt x="31" y="41"/>
                    </a:cubicBezTo>
                    <a:cubicBezTo>
                      <a:pt x="31" y="40"/>
                      <a:pt x="31" y="39"/>
                      <a:pt x="31" y="40"/>
                    </a:cubicBezTo>
                    <a:cubicBezTo>
                      <a:pt x="31" y="41"/>
                      <a:pt x="31" y="41"/>
                      <a:pt x="31" y="41"/>
                    </a:cubicBezTo>
                    <a:cubicBezTo>
                      <a:pt x="32" y="41"/>
                      <a:pt x="32" y="42"/>
                      <a:pt x="32" y="42"/>
                    </a:cubicBezTo>
                    <a:cubicBezTo>
                      <a:pt x="32" y="40"/>
                      <a:pt x="33" y="41"/>
                      <a:pt x="33" y="39"/>
                    </a:cubicBezTo>
                    <a:cubicBezTo>
                      <a:pt x="33" y="40"/>
                      <a:pt x="33" y="40"/>
                      <a:pt x="33" y="40"/>
                    </a:cubicBezTo>
                    <a:cubicBezTo>
                      <a:pt x="33" y="39"/>
                      <a:pt x="33" y="39"/>
                      <a:pt x="33" y="39"/>
                    </a:cubicBezTo>
                    <a:cubicBezTo>
                      <a:pt x="33" y="39"/>
                      <a:pt x="33" y="39"/>
                      <a:pt x="33" y="39"/>
                    </a:cubicBezTo>
                    <a:cubicBezTo>
                      <a:pt x="33" y="41"/>
                      <a:pt x="33" y="41"/>
                      <a:pt x="33" y="41"/>
                    </a:cubicBezTo>
                    <a:cubicBezTo>
                      <a:pt x="33" y="42"/>
                      <a:pt x="33" y="40"/>
                      <a:pt x="33" y="39"/>
                    </a:cubicBezTo>
                    <a:cubicBezTo>
                      <a:pt x="33" y="38"/>
                      <a:pt x="33" y="39"/>
                      <a:pt x="33" y="40"/>
                    </a:cubicBezTo>
                    <a:cubicBezTo>
                      <a:pt x="33" y="41"/>
                      <a:pt x="33" y="40"/>
                      <a:pt x="33" y="40"/>
                    </a:cubicBezTo>
                    <a:cubicBezTo>
                      <a:pt x="33" y="41"/>
                      <a:pt x="33" y="40"/>
                      <a:pt x="33" y="41"/>
                    </a:cubicBezTo>
                    <a:cubicBezTo>
                      <a:pt x="33" y="41"/>
                      <a:pt x="33" y="39"/>
                      <a:pt x="34" y="40"/>
                    </a:cubicBezTo>
                    <a:cubicBezTo>
                      <a:pt x="34" y="40"/>
                      <a:pt x="34" y="40"/>
                      <a:pt x="34" y="41"/>
                    </a:cubicBezTo>
                    <a:cubicBezTo>
                      <a:pt x="34" y="40"/>
                      <a:pt x="34" y="40"/>
                      <a:pt x="35" y="40"/>
                    </a:cubicBezTo>
                    <a:cubicBezTo>
                      <a:pt x="34" y="39"/>
                      <a:pt x="34" y="39"/>
                      <a:pt x="34" y="38"/>
                    </a:cubicBezTo>
                    <a:cubicBezTo>
                      <a:pt x="34" y="38"/>
                      <a:pt x="34" y="37"/>
                      <a:pt x="34" y="38"/>
                    </a:cubicBezTo>
                    <a:cubicBezTo>
                      <a:pt x="34" y="38"/>
                      <a:pt x="34" y="38"/>
                      <a:pt x="34" y="38"/>
                    </a:cubicBezTo>
                    <a:cubicBezTo>
                      <a:pt x="34" y="38"/>
                      <a:pt x="35" y="39"/>
                      <a:pt x="34" y="37"/>
                    </a:cubicBezTo>
                    <a:cubicBezTo>
                      <a:pt x="35" y="39"/>
                      <a:pt x="35" y="39"/>
                      <a:pt x="35" y="39"/>
                    </a:cubicBezTo>
                    <a:cubicBezTo>
                      <a:pt x="35" y="38"/>
                      <a:pt x="35" y="38"/>
                      <a:pt x="35" y="38"/>
                    </a:cubicBezTo>
                    <a:cubicBezTo>
                      <a:pt x="35" y="39"/>
                      <a:pt x="35" y="41"/>
                      <a:pt x="36" y="42"/>
                    </a:cubicBezTo>
                    <a:cubicBezTo>
                      <a:pt x="36" y="40"/>
                      <a:pt x="36" y="40"/>
                      <a:pt x="36" y="40"/>
                    </a:cubicBezTo>
                    <a:cubicBezTo>
                      <a:pt x="36" y="40"/>
                      <a:pt x="37" y="40"/>
                      <a:pt x="37" y="41"/>
                    </a:cubicBezTo>
                    <a:cubicBezTo>
                      <a:pt x="38" y="42"/>
                      <a:pt x="37" y="36"/>
                      <a:pt x="37" y="38"/>
                    </a:cubicBezTo>
                    <a:cubicBezTo>
                      <a:pt x="38" y="40"/>
                      <a:pt x="38" y="40"/>
                      <a:pt x="38" y="40"/>
                    </a:cubicBezTo>
                    <a:cubicBezTo>
                      <a:pt x="38" y="40"/>
                      <a:pt x="38" y="39"/>
                      <a:pt x="38" y="39"/>
                    </a:cubicBezTo>
                    <a:cubicBezTo>
                      <a:pt x="38" y="38"/>
                      <a:pt x="38" y="41"/>
                      <a:pt x="38" y="39"/>
                    </a:cubicBezTo>
                    <a:cubicBezTo>
                      <a:pt x="38" y="38"/>
                      <a:pt x="38" y="38"/>
                      <a:pt x="38" y="38"/>
                    </a:cubicBezTo>
                    <a:cubicBezTo>
                      <a:pt x="39" y="42"/>
                      <a:pt x="40" y="38"/>
                      <a:pt x="41" y="40"/>
                    </a:cubicBezTo>
                    <a:cubicBezTo>
                      <a:pt x="40" y="38"/>
                      <a:pt x="41" y="39"/>
                      <a:pt x="41" y="39"/>
                    </a:cubicBezTo>
                    <a:cubicBezTo>
                      <a:pt x="42" y="41"/>
                      <a:pt x="41" y="38"/>
                      <a:pt x="42" y="39"/>
                    </a:cubicBezTo>
                    <a:cubicBezTo>
                      <a:pt x="41" y="37"/>
                      <a:pt x="41" y="37"/>
                      <a:pt x="41" y="37"/>
                    </a:cubicBezTo>
                    <a:cubicBezTo>
                      <a:pt x="42" y="38"/>
                      <a:pt x="40" y="33"/>
                      <a:pt x="42" y="36"/>
                    </a:cubicBezTo>
                    <a:cubicBezTo>
                      <a:pt x="42" y="37"/>
                      <a:pt x="42" y="38"/>
                      <a:pt x="42" y="38"/>
                    </a:cubicBezTo>
                    <a:cubicBezTo>
                      <a:pt x="44" y="41"/>
                      <a:pt x="42" y="36"/>
                      <a:pt x="44" y="38"/>
                    </a:cubicBezTo>
                    <a:cubicBezTo>
                      <a:pt x="43" y="37"/>
                      <a:pt x="43" y="36"/>
                      <a:pt x="43" y="35"/>
                    </a:cubicBezTo>
                    <a:cubicBezTo>
                      <a:pt x="43" y="36"/>
                      <a:pt x="44" y="37"/>
                      <a:pt x="44" y="37"/>
                    </a:cubicBezTo>
                    <a:cubicBezTo>
                      <a:pt x="44" y="37"/>
                      <a:pt x="44" y="36"/>
                      <a:pt x="44" y="37"/>
                    </a:cubicBezTo>
                    <a:cubicBezTo>
                      <a:pt x="45" y="37"/>
                      <a:pt x="45" y="38"/>
                      <a:pt x="45" y="38"/>
                    </a:cubicBezTo>
                    <a:cubicBezTo>
                      <a:pt x="45" y="38"/>
                      <a:pt x="45" y="37"/>
                      <a:pt x="45" y="36"/>
                    </a:cubicBezTo>
                    <a:cubicBezTo>
                      <a:pt x="46" y="38"/>
                      <a:pt x="46" y="37"/>
                      <a:pt x="47" y="38"/>
                    </a:cubicBezTo>
                    <a:cubicBezTo>
                      <a:pt x="46" y="35"/>
                      <a:pt x="48" y="38"/>
                      <a:pt x="46" y="35"/>
                    </a:cubicBezTo>
                    <a:cubicBezTo>
                      <a:pt x="47" y="36"/>
                      <a:pt x="47" y="36"/>
                      <a:pt x="47" y="36"/>
                    </a:cubicBezTo>
                    <a:cubicBezTo>
                      <a:pt x="46" y="35"/>
                      <a:pt x="46" y="34"/>
                      <a:pt x="46" y="33"/>
                    </a:cubicBezTo>
                    <a:cubicBezTo>
                      <a:pt x="47" y="35"/>
                      <a:pt x="47" y="35"/>
                      <a:pt x="47" y="35"/>
                    </a:cubicBezTo>
                    <a:cubicBezTo>
                      <a:pt x="48" y="37"/>
                      <a:pt x="47" y="35"/>
                      <a:pt x="48" y="37"/>
                    </a:cubicBezTo>
                    <a:cubicBezTo>
                      <a:pt x="47" y="35"/>
                      <a:pt x="48" y="36"/>
                      <a:pt x="47" y="35"/>
                    </a:cubicBezTo>
                    <a:cubicBezTo>
                      <a:pt x="47" y="34"/>
                      <a:pt x="47" y="34"/>
                      <a:pt x="47" y="34"/>
                    </a:cubicBezTo>
                    <a:cubicBezTo>
                      <a:pt x="47" y="34"/>
                      <a:pt x="47" y="33"/>
                      <a:pt x="47" y="33"/>
                    </a:cubicBezTo>
                    <a:cubicBezTo>
                      <a:pt x="47" y="33"/>
                      <a:pt x="48" y="35"/>
                      <a:pt x="48" y="35"/>
                    </a:cubicBezTo>
                    <a:cubicBezTo>
                      <a:pt x="49" y="36"/>
                      <a:pt x="49" y="35"/>
                      <a:pt x="48" y="35"/>
                    </a:cubicBezTo>
                    <a:cubicBezTo>
                      <a:pt x="48" y="35"/>
                      <a:pt x="48" y="35"/>
                      <a:pt x="48" y="34"/>
                    </a:cubicBezTo>
                    <a:cubicBezTo>
                      <a:pt x="48" y="34"/>
                      <a:pt x="48" y="35"/>
                      <a:pt x="48" y="35"/>
                    </a:cubicBezTo>
                    <a:cubicBezTo>
                      <a:pt x="48" y="34"/>
                      <a:pt x="48" y="34"/>
                      <a:pt x="49" y="34"/>
                    </a:cubicBezTo>
                    <a:cubicBezTo>
                      <a:pt x="49" y="34"/>
                      <a:pt x="49" y="34"/>
                      <a:pt x="49" y="34"/>
                    </a:cubicBezTo>
                    <a:cubicBezTo>
                      <a:pt x="49" y="34"/>
                      <a:pt x="49" y="35"/>
                      <a:pt x="49" y="35"/>
                    </a:cubicBezTo>
                    <a:cubicBezTo>
                      <a:pt x="49" y="35"/>
                      <a:pt x="49" y="35"/>
                      <a:pt x="49" y="35"/>
                    </a:cubicBezTo>
                    <a:cubicBezTo>
                      <a:pt x="49" y="35"/>
                      <a:pt x="49" y="35"/>
                      <a:pt x="49" y="35"/>
                    </a:cubicBezTo>
                    <a:cubicBezTo>
                      <a:pt x="49" y="35"/>
                      <a:pt x="49" y="35"/>
                      <a:pt x="49" y="35"/>
                    </a:cubicBezTo>
                    <a:cubicBezTo>
                      <a:pt x="50" y="36"/>
                      <a:pt x="50" y="36"/>
                      <a:pt x="50" y="36"/>
                    </a:cubicBezTo>
                    <a:cubicBezTo>
                      <a:pt x="50" y="36"/>
                      <a:pt x="50" y="35"/>
                      <a:pt x="49" y="34"/>
                    </a:cubicBezTo>
                    <a:cubicBezTo>
                      <a:pt x="50" y="35"/>
                      <a:pt x="50" y="33"/>
                      <a:pt x="50" y="32"/>
                    </a:cubicBezTo>
                    <a:cubicBezTo>
                      <a:pt x="50" y="33"/>
                      <a:pt x="51" y="34"/>
                      <a:pt x="50" y="33"/>
                    </a:cubicBezTo>
                    <a:cubicBezTo>
                      <a:pt x="50" y="33"/>
                      <a:pt x="50" y="31"/>
                      <a:pt x="50" y="32"/>
                    </a:cubicBezTo>
                    <a:cubicBezTo>
                      <a:pt x="50" y="32"/>
                      <a:pt x="51" y="33"/>
                      <a:pt x="51" y="33"/>
                    </a:cubicBezTo>
                    <a:cubicBezTo>
                      <a:pt x="52" y="33"/>
                      <a:pt x="51" y="32"/>
                      <a:pt x="51" y="32"/>
                    </a:cubicBezTo>
                    <a:cubicBezTo>
                      <a:pt x="52" y="34"/>
                      <a:pt x="51" y="30"/>
                      <a:pt x="52" y="31"/>
                    </a:cubicBezTo>
                    <a:cubicBezTo>
                      <a:pt x="52" y="31"/>
                      <a:pt x="53" y="32"/>
                      <a:pt x="53" y="33"/>
                    </a:cubicBezTo>
                    <a:cubicBezTo>
                      <a:pt x="53" y="32"/>
                      <a:pt x="53" y="31"/>
                      <a:pt x="52" y="29"/>
                    </a:cubicBezTo>
                    <a:cubicBezTo>
                      <a:pt x="53" y="31"/>
                      <a:pt x="53" y="31"/>
                      <a:pt x="53" y="31"/>
                    </a:cubicBezTo>
                    <a:cubicBezTo>
                      <a:pt x="53" y="31"/>
                      <a:pt x="53" y="30"/>
                      <a:pt x="53" y="29"/>
                    </a:cubicBezTo>
                    <a:cubicBezTo>
                      <a:pt x="52" y="28"/>
                      <a:pt x="51" y="27"/>
                      <a:pt x="52" y="27"/>
                    </a:cubicBezTo>
                    <a:cubicBezTo>
                      <a:pt x="52" y="27"/>
                      <a:pt x="52" y="27"/>
                      <a:pt x="52" y="27"/>
                    </a:cubicBezTo>
                    <a:cubicBezTo>
                      <a:pt x="52" y="26"/>
                      <a:pt x="52" y="26"/>
                      <a:pt x="52" y="26"/>
                    </a:cubicBezTo>
                    <a:cubicBezTo>
                      <a:pt x="52" y="27"/>
                      <a:pt x="52" y="27"/>
                      <a:pt x="53" y="28"/>
                    </a:cubicBezTo>
                    <a:cubicBezTo>
                      <a:pt x="54" y="30"/>
                      <a:pt x="54" y="29"/>
                      <a:pt x="54" y="29"/>
                    </a:cubicBezTo>
                    <a:cubicBezTo>
                      <a:pt x="53" y="27"/>
                      <a:pt x="53" y="27"/>
                      <a:pt x="53" y="27"/>
                    </a:cubicBezTo>
                    <a:cubicBezTo>
                      <a:pt x="53" y="27"/>
                      <a:pt x="54" y="29"/>
                      <a:pt x="54" y="28"/>
                    </a:cubicBezTo>
                    <a:cubicBezTo>
                      <a:pt x="52" y="24"/>
                      <a:pt x="52" y="24"/>
                      <a:pt x="52" y="24"/>
                    </a:cubicBezTo>
                    <a:cubicBezTo>
                      <a:pt x="52" y="24"/>
                      <a:pt x="54" y="26"/>
                      <a:pt x="54" y="27"/>
                    </a:cubicBezTo>
                    <a:cubicBezTo>
                      <a:pt x="54" y="26"/>
                      <a:pt x="53" y="24"/>
                      <a:pt x="52" y="22"/>
                    </a:cubicBezTo>
                    <a:cubicBezTo>
                      <a:pt x="52" y="22"/>
                      <a:pt x="52" y="21"/>
                      <a:pt x="52" y="21"/>
                    </a:cubicBezTo>
                    <a:cubicBezTo>
                      <a:pt x="53" y="22"/>
                      <a:pt x="52" y="21"/>
                      <a:pt x="53" y="22"/>
                    </a:cubicBezTo>
                    <a:cubicBezTo>
                      <a:pt x="54" y="23"/>
                      <a:pt x="54" y="23"/>
                      <a:pt x="54" y="23"/>
                    </a:cubicBezTo>
                    <a:cubicBezTo>
                      <a:pt x="54" y="23"/>
                      <a:pt x="55" y="25"/>
                      <a:pt x="55" y="26"/>
                    </a:cubicBezTo>
                    <a:cubicBezTo>
                      <a:pt x="55" y="25"/>
                      <a:pt x="56" y="26"/>
                      <a:pt x="57" y="26"/>
                    </a:cubicBezTo>
                    <a:cubicBezTo>
                      <a:pt x="55" y="23"/>
                      <a:pt x="56" y="24"/>
                      <a:pt x="55" y="22"/>
                    </a:cubicBezTo>
                    <a:cubicBezTo>
                      <a:pt x="55" y="22"/>
                      <a:pt x="56" y="24"/>
                      <a:pt x="57" y="24"/>
                    </a:cubicBezTo>
                    <a:cubicBezTo>
                      <a:pt x="56" y="23"/>
                      <a:pt x="57" y="23"/>
                      <a:pt x="57" y="23"/>
                    </a:cubicBezTo>
                    <a:cubicBezTo>
                      <a:pt x="58" y="23"/>
                      <a:pt x="58" y="23"/>
                      <a:pt x="58" y="23"/>
                    </a:cubicBezTo>
                    <a:cubicBezTo>
                      <a:pt x="57" y="23"/>
                      <a:pt x="58" y="23"/>
                      <a:pt x="57" y="21"/>
                    </a:cubicBezTo>
                    <a:cubicBezTo>
                      <a:pt x="58" y="22"/>
                      <a:pt x="58" y="22"/>
                      <a:pt x="58" y="22"/>
                    </a:cubicBezTo>
                    <a:cubicBezTo>
                      <a:pt x="59" y="22"/>
                      <a:pt x="56" y="19"/>
                      <a:pt x="57" y="20"/>
                    </a:cubicBezTo>
                    <a:cubicBezTo>
                      <a:pt x="58" y="21"/>
                      <a:pt x="58" y="21"/>
                      <a:pt x="58" y="21"/>
                    </a:cubicBezTo>
                    <a:cubicBezTo>
                      <a:pt x="57" y="20"/>
                      <a:pt x="59" y="22"/>
                      <a:pt x="58" y="20"/>
                    </a:cubicBezTo>
                    <a:cubicBezTo>
                      <a:pt x="59" y="21"/>
                      <a:pt x="59" y="21"/>
                      <a:pt x="59" y="21"/>
                    </a:cubicBezTo>
                    <a:cubicBezTo>
                      <a:pt x="59" y="21"/>
                      <a:pt x="59" y="21"/>
                      <a:pt x="58" y="19"/>
                    </a:cubicBezTo>
                    <a:cubicBezTo>
                      <a:pt x="60" y="21"/>
                      <a:pt x="60" y="21"/>
                      <a:pt x="60" y="21"/>
                    </a:cubicBezTo>
                    <a:cubicBezTo>
                      <a:pt x="60" y="22"/>
                      <a:pt x="58" y="19"/>
                      <a:pt x="59" y="19"/>
                    </a:cubicBezTo>
                    <a:cubicBezTo>
                      <a:pt x="59" y="19"/>
                      <a:pt x="60" y="20"/>
                      <a:pt x="60" y="20"/>
                    </a:cubicBezTo>
                    <a:cubicBezTo>
                      <a:pt x="59" y="19"/>
                      <a:pt x="60" y="19"/>
                      <a:pt x="60" y="19"/>
                    </a:cubicBezTo>
                    <a:cubicBezTo>
                      <a:pt x="61" y="20"/>
                      <a:pt x="61" y="20"/>
                      <a:pt x="61" y="20"/>
                    </a:cubicBezTo>
                    <a:cubicBezTo>
                      <a:pt x="62" y="19"/>
                      <a:pt x="64" y="18"/>
                      <a:pt x="63" y="16"/>
                    </a:cubicBezTo>
                    <a:cubicBezTo>
                      <a:pt x="65" y="17"/>
                      <a:pt x="64" y="17"/>
                      <a:pt x="65" y="18"/>
                    </a:cubicBezTo>
                    <a:cubicBezTo>
                      <a:pt x="64" y="17"/>
                      <a:pt x="65" y="18"/>
                      <a:pt x="65" y="17"/>
                    </a:cubicBezTo>
                    <a:cubicBezTo>
                      <a:pt x="65" y="17"/>
                      <a:pt x="65" y="17"/>
                      <a:pt x="65" y="17"/>
                    </a:cubicBezTo>
                    <a:cubicBezTo>
                      <a:pt x="65" y="17"/>
                      <a:pt x="66" y="18"/>
                      <a:pt x="66" y="17"/>
                    </a:cubicBezTo>
                    <a:cubicBezTo>
                      <a:pt x="65" y="17"/>
                      <a:pt x="65" y="17"/>
                      <a:pt x="65" y="17"/>
                    </a:cubicBezTo>
                    <a:cubicBezTo>
                      <a:pt x="64" y="15"/>
                      <a:pt x="68" y="18"/>
                      <a:pt x="66" y="16"/>
                    </a:cubicBezTo>
                    <a:cubicBezTo>
                      <a:pt x="67" y="17"/>
                      <a:pt x="67" y="17"/>
                      <a:pt x="67" y="17"/>
                    </a:cubicBezTo>
                    <a:cubicBezTo>
                      <a:pt x="65" y="15"/>
                      <a:pt x="68" y="17"/>
                      <a:pt x="66" y="16"/>
                    </a:cubicBezTo>
                    <a:cubicBezTo>
                      <a:pt x="67" y="16"/>
                      <a:pt x="67" y="16"/>
                      <a:pt x="67" y="16"/>
                    </a:cubicBezTo>
                    <a:cubicBezTo>
                      <a:pt x="68" y="17"/>
                      <a:pt x="65" y="14"/>
                      <a:pt x="67" y="15"/>
                    </a:cubicBezTo>
                    <a:cubicBezTo>
                      <a:pt x="67" y="15"/>
                      <a:pt x="66" y="14"/>
                      <a:pt x="65" y="13"/>
                    </a:cubicBezTo>
                    <a:cubicBezTo>
                      <a:pt x="67" y="14"/>
                      <a:pt x="67" y="14"/>
                      <a:pt x="67" y="14"/>
                    </a:cubicBezTo>
                    <a:cubicBezTo>
                      <a:pt x="67" y="13"/>
                      <a:pt x="68" y="12"/>
                      <a:pt x="66" y="10"/>
                    </a:cubicBezTo>
                    <a:cubicBezTo>
                      <a:pt x="67" y="10"/>
                      <a:pt x="67" y="10"/>
                      <a:pt x="67" y="10"/>
                    </a:cubicBezTo>
                    <a:cubicBezTo>
                      <a:pt x="65" y="9"/>
                      <a:pt x="70" y="11"/>
                      <a:pt x="66" y="8"/>
                    </a:cubicBezTo>
                    <a:cubicBezTo>
                      <a:pt x="65" y="7"/>
                      <a:pt x="65" y="7"/>
                      <a:pt x="65" y="7"/>
                    </a:cubicBezTo>
                    <a:cubicBezTo>
                      <a:pt x="67" y="8"/>
                      <a:pt x="67" y="8"/>
                      <a:pt x="67" y="8"/>
                    </a:cubicBezTo>
                    <a:cubicBezTo>
                      <a:pt x="66" y="8"/>
                      <a:pt x="67" y="8"/>
                      <a:pt x="66" y="7"/>
                    </a:cubicBezTo>
                    <a:cubicBezTo>
                      <a:pt x="67" y="8"/>
                      <a:pt x="67" y="8"/>
                      <a:pt x="67" y="8"/>
                    </a:cubicBezTo>
                    <a:cubicBezTo>
                      <a:pt x="67" y="8"/>
                      <a:pt x="65" y="6"/>
                      <a:pt x="65" y="7"/>
                    </a:cubicBezTo>
                    <a:cubicBezTo>
                      <a:pt x="66" y="7"/>
                      <a:pt x="66" y="7"/>
                      <a:pt x="66" y="7"/>
                    </a:cubicBezTo>
                    <a:cubicBezTo>
                      <a:pt x="69" y="7"/>
                      <a:pt x="72" y="3"/>
                      <a:pt x="68" y="4"/>
                    </a:cubicBezTo>
                    <a:close/>
                    <a:moveTo>
                      <a:pt x="61" y="9"/>
                    </a:moveTo>
                    <a:cubicBezTo>
                      <a:pt x="60" y="9"/>
                      <a:pt x="61" y="7"/>
                      <a:pt x="62" y="6"/>
                    </a:cubicBezTo>
                    <a:cubicBezTo>
                      <a:pt x="62" y="8"/>
                      <a:pt x="61" y="9"/>
                      <a:pt x="61" y="9"/>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1" name="Freeform 255"/>
              <p:cNvSpPr/>
              <p:nvPr/>
            </p:nvSpPr>
            <p:spPr bwMode="auto">
              <a:xfrm>
                <a:off x="4011" y="3063"/>
                <a:ext cx="5" cy="5"/>
              </a:xfrm>
              <a:custGeom>
                <a:avLst/>
                <a:gdLst>
                  <a:gd name="T0" fmla="*/ 5 w 5"/>
                  <a:gd name="T1" fmla="*/ 5 h 5"/>
                  <a:gd name="T2" fmla="*/ 0 w 5"/>
                  <a:gd name="T3" fmla="*/ 0 h 5"/>
                  <a:gd name="T4" fmla="*/ 2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2" y="5"/>
                    </a:lnTo>
                    <a:lnTo>
                      <a:pt x="5" y="5"/>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2" name="Freeform 256"/>
              <p:cNvSpPr/>
              <p:nvPr/>
            </p:nvSpPr>
            <p:spPr bwMode="auto">
              <a:xfrm>
                <a:off x="3912" y="3100"/>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3" name="Freeform 257"/>
              <p:cNvSpPr/>
              <p:nvPr/>
            </p:nvSpPr>
            <p:spPr bwMode="auto">
              <a:xfrm>
                <a:off x="3996" y="3089"/>
                <a:ext cx="3"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4" name="Oval 258"/>
              <p:cNvSpPr>
                <a:spLocks noChangeArrowheads="1"/>
              </p:cNvSpPr>
              <p:nvPr/>
            </p:nvSpPr>
            <p:spPr bwMode="auto">
              <a:xfrm>
                <a:off x="3595" y="182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5" name="Freeform 259"/>
              <p:cNvSpPr/>
              <p:nvPr/>
            </p:nvSpPr>
            <p:spPr bwMode="auto">
              <a:xfrm>
                <a:off x="3598" y="1825"/>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6" name="Freeform 260"/>
              <p:cNvSpPr/>
              <p:nvPr/>
            </p:nvSpPr>
            <p:spPr bwMode="auto">
              <a:xfrm>
                <a:off x="3918" y="28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7" name="Freeform 261"/>
              <p:cNvSpPr/>
              <p:nvPr/>
            </p:nvSpPr>
            <p:spPr bwMode="auto">
              <a:xfrm>
                <a:off x="3924" y="3038"/>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8" name="Freeform 262"/>
              <p:cNvSpPr/>
              <p:nvPr/>
            </p:nvSpPr>
            <p:spPr bwMode="auto">
              <a:xfrm>
                <a:off x="3986" y="3027"/>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9" name="Freeform 263"/>
              <p:cNvSpPr/>
              <p:nvPr/>
            </p:nvSpPr>
            <p:spPr bwMode="auto">
              <a:xfrm>
                <a:off x="3899" y="3091"/>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0" name="Rectangle 264"/>
              <p:cNvSpPr>
                <a:spLocks noChangeArrowheads="1"/>
              </p:cNvSpPr>
              <p:nvPr/>
            </p:nvSpPr>
            <p:spPr bwMode="auto">
              <a:xfrm>
                <a:off x="4013" y="3004"/>
                <a:ext cx="1" cy="4"/>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1" name="Freeform 265"/>
              <p:cNvSpPr/>
              <p:nvPr/>
            </p:nvSpPr>
            <p:spPr bwMode="auto">
              <a:xfrm>
                <a:off x="3903" y="3055"/>
                <a:ext cx="6"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2" name="Freeform 266"/>
              <p:cNvSpPr/>
              <p:nvPr/>
            </p:nvSpPr>
            <p:spPr bwMode="auto">
              <a:xfrm>
                <a:off x="3905" y="3055"/>
                <a:ext cx="4"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0" y="0"/>
                      <a:pt x="1" y="0"/>
                      <a:pt x="2" y="0"/>
                    </a:cubicBezTo>
                    <a:cubicBezTo>
                      <a:pt x="2"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3" name="Freeform 267"/>
              <p:cNvSpPr/>
              <p:nvPr/>
            </p:nvSpPr>
            <p:spPr bwMode="auto">
              <a:xfrm>
                <a:off x="3897" y="3085"/>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4" name="Freeform 268"/>
              <p:cNvSpPr/>
              <p:nvPr/>
            </p:nvSpPr>
            <p:spPr bwMode="auto">
              <a:xfrm>
                <a:off x="3897" y="309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5" name="Freeform 269"/>
              <p:cNvSpPr/>
              <p:nvPr/>
            </p:nvSpPr>
            <p:spPr bwMode="auto">
              <a:xfrm>
                <a:off x="3984" y="30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6" name="Freeform 270"/>
              <p:cNvSpPr/>
              <p:nvPr/>
            </p:nvSpPr>
            <p:spPr bwMode="auto">
              <a:xfrm>
                <a:off x="3600"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7" name="Freeform 271"/>
              <p:cNvSpPr/>
              <p:nvPr/>
            </p:nvSpPr>
            <p:spPr bwMode="auto">
              <a:xfrm>
                <a:off x="3905" y="3100"/>
                <a:ext cx="4" cy="4"/>
              </a:xfrm>
              <a:custGeom>
                <a:avLst/>
                <a:gdLst>
                  <a:gd name="T0" fmla="*/ 1 w 2"/>
                  <a:gd name="T1" fmla="*/ 0 h 2"/>
                  <a:gd name="T2" fmla="*/ 1 w 2"/>
                  <a:gd name="T3" fmla="*/ 1 h 2"/>
                  <a:gd name="T4" fmla="*/ 1 w 2"/>
                  <a:gd name="T5" fmla="*/ 0 h 2"/>
                </a:gdLst>
                <a:ahLst/>
                <a:cxnLst>
                  <a:cxn ang="0">
                    <a:pos x="T0" y="T1"/>
                  </a:cxn>
                  <a:cxn ang="0">
                    <a:pos x="T2" y="T3"/>
                  </a:cxn>
                  <a:cxn ang="0">
                    <a:pos x="T4" y="T5"/>
                  </a:cxn>
                </a:cxnLst>
                <a:rect l="0" t="0" r="r" b="b"/>
                <a:pathLst>
                  <a:path w="2" h="2">
                    <a:moveTo>
                      <a:pt x="1" y="0"/>
                    </a:moveTo>
                    <a:cubicBezTo>
                      <a:pt x="0" y="2"/>
                      <a:pt x="1" y="0"/>
                      <a:pt x="1"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8" name="Freeform 272"/>
              <p:cNvSpPr/>
              <p:nvPr/>
            </p:nvSpPr>
            <p:spPr bwMode="auto">
              <a:xfrm>
                <a:off x="4230" y="2480"/>
                <a:ext cx="4" cy="2"/>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0" y="1"/>
                      <a:pt x="1" y="1"/>
                      <a:pt x="2" y="1"/>
                    </a:cubicBezTo>
                    <a:cubicBezTo>
                      <a:pt x="2" y="0"/>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9" name="Freeform 273"/>
              <p:cNvSpPr/>
              <p:nvPr/>
            </p:nvSpPr>
            <p:spPr bwMode="auto">
              <a:xfrm>
                <a:off x="3895" y="3080"/>
                <a:ext cx="4" cy="3"/>
              </a:xfrm>
              <a:custGeom>
                <a:avLst/>
                <a:gdLst>
                  <a:gd name="T0" fmla="*/ 0 w 2"/>
                  <a:gd name="T1" fmla="*/ 0 h 1"/>
                  <a:gd name="T2" fmla="*/ 1 w 2"/>
                  <a:gd name="T3" fmla="*/ 0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1" y="0"/>
                      <a:pt x="1" y="0"/>
                    </a:cubicBezTo>
                    <a:cubicBezTo>
                      <a:pt x="1" y="0"/>
                      <a:pt x="2"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0" name="Freeform 274"/>
              <p:cNvSpPr/>
              <p:nvPr/>
            </p:nvSpPr>
            <p:spPr bwMode="auto">
              <a:xfrm>
                <a:off x="4007" y="30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1" name="Freeform 275"/>
              <p:cNvSpPr/>
              <p:nvPr/>
            </p:nvSpPr>
            <p:spPr bwMode="auto">
              <a:xfrm>
                <a:off x="3598" y="18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2" name="Freeform 276"/>
              <p:cNvSpPr/>
              <p:nvPr/>
            </p:nvSpPr>
            <p:spPr bwMode="auto">
              <a:xfrm>
                <a:off x="4005" y="3074"/>
                <a:ext cx="2"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0" y="1"/>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3" name="Freeform 277"/>
              <p:cNvSpPr/>
              <p:nvPr/>
            </p:nvSpPr>
            <p:spPr bwMode="auto">
              <a:xfrm>
                <a:off x="4007" y="30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4" name="Freeform 278"/>
              <p:cNvSpPr/>
              <p:nvPr/>
            </p:nvSpPr>
            <p:spPr bwMode="auto">
              <a:xfrm>
                <a:off x="3598" y="182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5" name="Freeform 279"/>
              <p:cNvSpPr/>
              <p:nvPr/>
            </p:nvSpPr>
            <p:spPr bwMode="auto">
              <a:xfrm>
                <a:off x="3598" y="1823"/>
                <a:ext cx="2" cy="0"/>
              </a:xfrm>
              <a:custGeom>
                <a:avLst/>
                <a:gdLst>
                  <a:gd name="T0" fmla="*/ 1 w 1"/>
                  <a:gd name="T1" fmla="*/ 1 w 1"/>
                  <a:gd name="T2" fmla="*/ 0 w 1"/>
                  <a:gd name="T3" fmla="*/ 0 w 1"/>
                  <a:gd name="T4" fmla="*/ 0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0" y="0"/>
                      <a:pt x="0" y="0"/>
                    </a:cubicBezTo>
                    <a:cubicBezTo>
                      <a:pt x="0"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6" name="Freeform 280"/>
              <p:cNvSpPr/>
              <p:nvPr/>
            </p:nvSpPr>
            <p:spPr bwMode="auto">
              <a:xfrm>
                <a:off x="4009" y="308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7" name="Freeform 281"/>
              <p:cNvSpPr/>
              <p:nvPr/>
            </p:nvSpPr>
            <p:spPr bwMode="auto">
              <a:xfrm>
                <a:off x="3602"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8" name="Freeform 282"/>
              <p:cNvSpPr/>
              <p:nvPr/>
            </p:nvSpPr>
            <p:spPr bwMode="auto">
              <a:xfrm>
                <a:off x="3929" y="1870"/>
                <a:ext cx="4" cy="8"/>
              </a:xfrm>
              <a:custGeom>
                <a:avLst/>
                <a:gdLst>
                  <a:gd name="T0" fmla="*/ 2 w 2"/>
                  <a:gd name="T1" fmla="*/ 1 h 4"/>
                  <a:gd name="T2" fmla="*/ 1 w 2"/>
                  <a:gd name="T3" fmla="*/ 4 h 4"/>
                  <a:gd name="T4" fmla="*/ 2 w 2"/>
                  <a:gd name="T5" fmla="*/ 1 h 4"/>
                </a:gdLst>
                <a:ahLst/>
                <a:cxnLst>
                  <a:cxn ang="0">
                    <a:pos x="T0" y="T1"/>
                  </a:cxn>
                  <a:cxn ang="0">
                    <a:pos x="T2" y="T3"/>
                  </a:cxn>
                  <a:cxn ang="0">
                    <a:pos x="T4" y="T5"/>
                  </a:cxn>
                </a:cxnLst>
                <a:rect l="0" t="0" r="r" b="b"/>
                <a:pathLst>
                  <a:path w="2" h="4">
                    <a:moveTo>
                      <a:pt x="2" y="1"/>
                    </a:moveTo>
                    <a:cubicBezTo>
                      <a:pt x="2" y="1"/>
                      <a:pt x="0" y="1"/>
                      <a:pt x="1" y="4"/>
                    </a:cubicBezTo>
                    <a:cubicBezTo>
                      <a:pt x="1" y="0"/>
                      <a:pt x="2" y="4"/>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9" name="Freeform 283"/>
              <p:cNvSpPr/>
              <p:nvPr/>
            </p:nvSpPr>
            <p:spPr bwMode="auto">
              <a:xfrm>
                <a:off x="3687" y="1579"/>
                <a:ext cx="4" cy="4"/>
              </a:xfrm>
              <a:custGeom>
                <a:avLst/>
                <a:gdLst>
                  <a:gd name="T0" fmla="*/ 0 w 4"/>
                  <a:gd name="T1" fmla="*/ 4 h 4"/>
                  <a:gd name="T2" fmla="*/ 4 w 4"/>
                  <a:gd name="T3" fmla="*/ 0 h 4"/>
                  <a:gd name="T4" fmla="*/ 0 w 4"/>
                  <a:gd name="T5" fmla="*/ 2 h 4"/>
                  <a:gd name="T6" fmla="*/ 0 w 4"/>
                  <a:gd name="T7" fmla="*/ 4 h 4"/>
                </a:gdLst>
                <a:ahLst/>
                <a:cxnLst>
                  <a:cxn ang="0">
                    <a:pos x="T0" y="T1"/>
                  </a:cxn>
                  <a:cxn ang="0">
                    <a:pos x="T2" y="T3"/>
                  </a:cxn>
                  <a:cxn ang="0">
                    <a:pos x="T4" y="T5"/>
                  </a:cxn>
                  <a:cxn ang="0">
                    <a:pos x="T6" y="T7"/>
                  </a:cxn>
                </a:cxnLst>
                <a:rect l="0" t="0" r="r" b="b"/>
                <a:pathLst>
                  <a:path w="4" h="4">
                    <a:moveTo>
                      <a:pt x="0" y="4"/>
                    </a:moveTo>
                    <a:lnTo>
                      <a:pt x="4" y="0"/>
                    </a:lnTo>
                    <a:lnTo>
                      <a:pt x="0" y="2"/>
                    </a:lnTo>
                    <a:lnTo>
                      <a:pt x="0"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0" name="Freeform 284"/>
              <p:cNvSpPr/>
              <p:nvPr/>
            </p:nvSpPr>
            <p:spPr bwMode="auto">
              <a:xfrm>
                <a:off x="4086" y="1583"/>
                <a:ext cx="8" cy="4"/>
              </a:xfrm>
              <a:custGeom>
                <a:avLst/>
                <a:gdLst>
                  <a:gd name="T0" fmla="*/ 2 w 4"/>
                  <a:gd name="T1" fmla="*/ 2 h 2"/>
                  <a:gd name="T2" fmla="*/ 1 w 4"/>
                  <a:gd name="T3" fmla="*/ 0 h 2"/>
                  <a:gd name="T4" fmla="*/ 2 w 4"/>
                  <a:gd name="T5" fmla="*/ 2 h 2"/>
                </a:gdLst>
                <a:ahLst/>
                <a:cxnLst>
                  <a:cxn ang="0">
                    <a:pos x="T0" y="T1"/>
                  </a:cxn>
                  <a:cxn ang="0">
                    <a:pos x="T2" y="T3"/>
                  </a:cxn>
                  <a:cxn ang="0">
                    <a:pos x="T4" y="T5"/>
                  </a:cxn>
                </a:cxnLst>
                <a:rect l="0" t="0" r="r" b="b"/>
                <a:pathLst>
                  <a:path w="4" h="2">
                    <a:moveTo>
                      <a:pt x="2" y="2"/>
                    </a:moveTo>
                    <a:cubicBezTo>
                      <a:pt x="2" y="2"/>
                      <a:pt x="3" y="1"/>
                      <a:pt x="1" y="0"/>
                    </a:cubicBezTo>
                    <a:cubicBezTo>
                      <a:pt x="4" y="2"/>
                      <a:pt x="0"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1" name="Freeform 285"/>
              <p:cNvSpPr/>
              <p:nvPr/>
            </p:nvSpPr>
            <p:spPr bwMode="auto">
              <a:xfrm>
                <a:off x="3574" y="1912"/>
                <a:ext cx="2" cy="21"/>
              </a:xfrm>
              <a:custGeom>
                <a:avLst/>
                <a:gdLst>
                  <a:gd name="T0" fmla="*/ 0 w 1"/>
                  <a:gd name="T1" fmla="*/ 0 h 10"/>
                  <a:gd name="T2" fmla="*/ 1 w 1"/>
                  <a:gd name="T3" fmla="*/ 10 h 10"/>
                  <a:gd name="T4" fmla="*/ 0 w 1"/>
                  <a:gd name="T5" fmla="*/ 0 h 10"/>
                </a:gdLst>
                <a:ahLst/>
                <a:cxnLst>
                  <a:cxn ang="0">
                    <a:pos x="T0" y="T1"/>
                  </a:cxn>
                  <a:cxn ang="0">
                    <a:pos x="T2" y="T3"/>
                  </a:cxn>
                  <a:cxn ang="0">
                    <a:pos x="T4" y="T5"/>
                  </a:cxn>
                </a:cxnLst>
                <a:rect l="0" t="0" r="r" b="b"/>
                <a:pathLst>
                  <a:path w="1" h="10">
                    <a:moveTo>
                      <a:pt x="0" y="0"/>
                    </a:moveTo>
                    <a:cubicBezTo>
                      <a:pt x="0" y="4"/>
                      <a:pt x="0" y="10"/>
                      <a:pt x="1" y="1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2" name="Freeform 286"/>
              <p:cNvSpPr>
                <a:spLocks noEditPoints="1"/>
              </p:cNvSpPr>
              <p:nvPr/>
            </p:nvSpPr>
            <p:spPr bwMode="auto">
              <a:xfrm>
                <a:off x="3559" y="1774"/>
                <a:ext cx="77" cy="91"/>
              </a:xfrm>
              <a:custGeom>
                <a:avLst/>
                <a:gdLst>
                  <a:gd name="T0" fmla="*/ 32 w 36"/>
                  <a:gd name="T1" fmla="*/ 19 h 43"/>
                  <a:gd name="T2" fmla="*/ 27 w 36"/>
                  <a:gd name="T3" fmla="*/ 2 h 43"/>
                  <a:gd name="T4" fmla="*/ 8 w 36"/>
                  <a:gd name="T5" fmla="*/ 14 h 43"/>
                  <a:gd name="T6" fmla="*/ 16 w 36"/>
                  <a:gd name="T7" fmla="*/ 25 h 43"/>
                  <a:gd name="T8" fmla="*/ 16 w 36"/>
                  <a:gd name="T9" fmla="*/ 24 h 43"/>
                  <a:gd name="T10" fmla="*/ 17 w 36"/>
                  <a:gd name="T11" fmla="*/ 24 h 43"/>
                  <a:gd name="T12" fmla="*/ 17 w 36"/>
                  <a:gd name="T13" fmla="*/ 23 h 43"/>
                  <a:gd name="T14" fmla="*/ 17 w 36"/>
                  <a:gd name="T15" fmla="*/ 24 h 43"/>
                  <a:gd name="T16" fmla="*/ 19 w 36"/>
                  <a:gd name="T17" fmla="*/ 23 h 43"/>
                  <a:gd name="T18" fmla="*/ 18 w 36"/>
                  <a:gd name="T19" fmla="*/ 24 h 43"/>
                  <a:gd name="T20" fmla="*/ 17 w 36"/>
                  <a:gd name="T21" fmla="*/ 24 h 43"/>
                  <a:gd name="T22" fmla="*/ 19 w 36"/>
                  <a:gd name="T23" fmla="*/ 23 h 43"/>
                  <a:gd name="T24" fmla="*/ 20 w 36"/>
                  <a:gd name="T25" fmla="*/ 23 h 43"/>
                  <a:gd name="T26" fmla="*/ 21 w 36"/>
                  <a:gd name="T27" fmla="*/ 24 h 43"/>
                  <a:gd name="T28" fmla="*/ 21 w 36"/>
                  <a:gd name="T29" fmla="*/ 23 h 43"/>
                  <a:gd name="T30" fmla="*/ 21 w 36"/>
                  <a:gd name="T31" fmla="*/ 23 h 43"/>
                  <a:gd name="T32" fmla="*/ 21 w 36"/>
                  <a:gd name="T33" fmla="*/ 23 h 43"/>
                  <a:gd name="T34" fmla="*/ 21 w 36"/>
                  <a:gd name="T35" fmla="*/ 24 h 43"/>
                  <a:gd name="T36" fmla="*/ 22 w 36"/>
                  <a:gd name="T37" fmla="*/ 24 h 43"/>
                  <a:gd name="T38" fmla="*/ 22 w 36"/>
                  <a:gd name="T39" fmla="*/ 24 h 43"/>
                  <a:gd name="T40" fmla="*/ 22 w 36"/>
                  <a:gd name="T41" fmla="*/ 19 h 43"/>
                  <a:gd name="T42" fmla="*/ 22 w 36"/>
                  <a:gd name="T43" fmla="*/ 19 h 43"/>
                  <a:gd name="T44" fmla="*/ 23 w 36"/>
                  <a:gd name="T45" fmla="*/ 23 h 43"/>
                  <a:gd name="T46" fmla="*/ 27 w 36"/>
                  <a:gd name="T47" fmla="*/ 24 h 43"/>
                  <a:gd name="T48" fmla="*/ 25 w 36"/>
                  <a:gd name="T49" fmla="*/ 24 h 43"/>
                  <a:gd name="T50" fmla="*/ 25 w 36"/>
                  <a:gd name="T51" fmla="*/ 24 h 43"/>
                  <a:gd name="T52" fmla="*/ 26 w 36"/>
                  <a:gd name="T53" fmla="*/ 23 h 43"/>
                  <a:gd name="T54" fmla="*/ 25 w 36"/>
                  <a:gd name="T55" fmla="*/ 24 h 43"/>
                  <a:gd name="T56" fmla="*/ 24 w 36"/>
                  <a:gd name="T57" fmla="*/ 24 h 43"/>
                  <a:gd name="T58" fmla="*/ 24 w 36"/>
                  <a:gd name="T59" fmla="*/ 22 h 43"/>
                  <a:gd name="T60" fmla="*/ 24 w 36"/>
                  <a:gd name="T61" fmla="*/ 24 h 43"/>
                  <a:gd name="T62" fmla="*/ 23 w 36"/>
                  <a:gd name="T63" fmla="*/ 24 h 43"/>
                  <a:gd name="T64" fmla="*/ 23 w 36"/>
                  <a:gd name="T65" fmla="*/ 24 h 43"/>
                  <a:gd name="T66" fmla="*/ 24 w 36"/>
                  <a:gd name="T67" fmla="*/ 24 h 43"/>
                  <a:gd name="T68" fmla="*/ 24 w 36"/>
                  <a:gd name="T69" fmla="*/ 24 h 43"/>
                  <a:gd name="T70" fmla="*/ 25 w 36"/>
                  <a:gd name="T71" fmla="*/ 24 h 43"/>
                  <a:gd name="T72" fmla="*/ 29 w 36"/>
                  <a:gd name="T73" fmla="*/ 24 h 43"/>
                  <a:gd name="T74" fmla="*/ 26 w 36"/>
                  <a:gd name="T75" fmla="*/ 24 h 43"/>
                  <a:gd name="T76" fmla="*/ 24 w 36"/>
                  <a:gd name="T77" fmla="*/ 22 h 43"/>
                  <a:gd name="T78" fmla="*/ 23 w 36"/>
                  <a:gd name="T79" fmla="*/ 21 h 43"/>
                  <a:gd name="T80" fmla="*/ 24 w 36"/>
                  <a:gd name="T81" fmla="*/ 21 h 43"/>
                  <a:gd name="T82" fmla="*/ 24 w 36"/>
                  <a:gd name="T83" fmla="*/ 21 h 43"/>
                  <a:gd name="T84" fmla="*/ 23 w 36"/>
                  <a:gd name="T85" fmla="*/ 20 h 43"/>
                  <a:gd name="T86" fmla="*/ 22 w 36"/>
                  <a:gd name="T87" fmla="*/ 19 h 43"/>
                  <a:gd name="T88" fmla="*/ 22 w 36"/>
                  <a:gd name="T89" fmla="*/ 20 h 43"/>
                  <a:gd name="T90" fmla="*/ 21 w 36"/>
                  <a:gd name="T91" fmla="*/ 19 h 43"/>
                  <a:gd name="T92" fmla="*/ 22 w 36"/>
                  <a:gd name="T93" fmla="*/ 21 h 43"/>
                  <a:gd name="T94" fmla="*/ 20 w 36"/>
                  <a:gd name="T95" fmla="*/ 21 h 43"/>
                  <a:gd name="T96" fmla="*/ 17 w 36"/>
                  <a:gd name="T97" fmla="*/ 20 h 43"/>
                  <a:gd name="T98" fmla="*/ 20 w 36"/>
                  <a:gd name="T99" fmla="*/ 19 h 43"/>
                  <a:gd name="T100" fmla="*/ 18 w 36"/>
                  <a:gd name="T101" fmla="*/ 18 h 43"/>
                  <a:gd name="T102" fmla="*/ 19 w 36"/>
                  <a:gd name="T103" fmla="*/ 18 h 43"/>
                  <a:gd name="T104" fmla="*/ 20 w 36"/>
                  <a:gd name="T105" fmla="*/ 18 h 43"/>
                  <a:gd name="T106" fmla="*/ 21 w 36"/>
                  <a:gd name="T107" fmla="*/ 19 h 43"/>
                  <a:gd name="T108" fmla="*/ 20 w 36"/>
                  <a:gd name="T109" fmla="*/ 18 h 43"/>
                  <a:gd name="T110" fmla="*/ 18 w 36"/>
                  <a:gd name="T111" fmla="*/ 18 h 43"/>
                  <a:gd name="T112" fmla="*/ 18 w 36"/>
                  <a:gd name="T113" fmla="*/ 18 h 43"/>
                  <a:gd name="T114" fmla="*/ 15 w 36"/>
                  <a:gd name="T115" fmla="*/ 18 h 43"/>
                  <a:gd name="T116" fmla="*/ 18 w 36"/>
                  <a:gd name="T117" fmla="*/ 18 h 43"/>
                  <a:gd name="T118" fmla="*/ 18 w 36"/>
                  <a:gd name="T119" fmla="*/ 18 h 43"/>
                  <a:gd name="T120" fmla="*/ 17 w 36"/>
                  <a:gd name="T121" fmla="*/ 19 h 43"/>
                  <a:gd name="T122" fmla="*/ 16 w 36"/>
                  <a:gd name="T123" fmla="*/ 25 h 43"/>
                  <a:gd name="T124" fmla="*/ 14 w 36"/>
                  <a:gd name="T125" fmla="*/ 2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 h="43">
                    <a:moveTo>
                      <a:pt x="5" y="16"/>
                    </a:moveTo>
                    <a:cubicBezTo>
                      <a:pt x="6" y="19"/>
                      <a:pt x="3" y="20"/>
                      <a:pt x="0" y="23"/>
                    </a:cubicBezTo>
                    <a:cubicBezTo>
                      <a:pt x="0" y="23"/>
                      <a:pt x="1" y="25"/>
                      <a:pt x="1" y="28"/>
                    </a:cubicBezTo>
                    <a:cubicBezTo>
                      <a:pt x="5" y="39"/>
                      <a:pt x="13" y="43"/>
                      <a:pt x="19" y="41"/>
                    </a:cubicBezTo>
                    <a:cubicBezTo>
                      <a:pt x="18" y="40"/>
                      <a:pt x="18" y="39"/>
                      <a:pt x="19" y="39"/>
                    </a:cubicBezTo>
                    <a:cubicBezTo>
                      <a:pt x="19" y="39"/>
                      <a:pt x="19" y="39"/>
                      <a:pt x="19" y="39"/>
                    </a:cubicBezTo>
                    <a:cubicBezTo>
                      <a:pt x="19" y="38"/>
                      <a:pt x="19" y="38"/>
                      <a:pt x="19" y="38"/>
                    </a:cubicBezTo>
                    <a:cubicBezTo>
                      <a:pt x="19" y="38"/>
                      <a:pt x="19" y="39"/>
                      <a:pt x="19" y="40"/>
                    </a:cubicBezTo>
                    <a:cubicBezTo>
                      <a:pt x="20" y="39"/>
                      <a:pt x="21" y="39"/>
                      <a:pt x="23" y="39"/>
                    </a:cubicBezTo>
                    <a:cubicBezTo>
                      <a:pt x="22" y="36"/>
                      <a:pt x="23" y="38"/>
                      <a:pt x="23" y="36"/>
                    </a:cubicBezTo>
                    <a:cubicBezTo>
                      <a:pt x="23" y="37"/>
                      <a:pt x="23" y="37"/>
                      <a:pt x="23" y="37"/>
                    </a:cubicBezTo>
                    <a:cubicBezTo>
                      <a:pt x="23" y="36"/>
                      <a:pt x="23" y="36"/>
                      <a:pt x="25" y="38"/>
                    </a:cubicBezTo>
                    <a:cubicBezTo>
                      <a:pt x="29" y="38"/>
                      <a:pt x="31" y="35"/>
                      <a:pt x="33" y="33"/>
                    </a:cubicBezTo>
                    <a:cubicBezTo>
                      <a:pt x="36" y="30"/>
                      <a:pt x="36" y="26"/>
                      <a:pt x="36" y="21"/>
                    </a:cubicBezTo>
                    <a:cubicBezTo>
                      <a:pt x="33" y="20"/>
                      <a:pt x="35" y="19"/>
                      <a:pt x="32" y="19"/>
                    </a:cubicBezTo>
                    <a:cubicBezTo>
                      <a:pt x="33" y="19"/>
                      <a:pt x="33" y="19"/>
                      <a:pt x="33" y="19"/>
                    </a:cubicBezTo>
                    <a:cubicBezTo>
                      <a:pt x="31" y="18"/>
                      <a:pt x="33" y="18"/>
                      <a:pt x="34" y="17"/>
                    </a:cubicBezTo>
                    <a:cubicBezTo>
                      <a:pt x="33" y="17"/>
                      <a:pt x="34" y="17"/>
                      <a:pt x="32" y="17"/>
                    </a:cubicBezTo>
                    <a:cubicBezTo>
                      <a:pt x="30" y="17"/>
                      <a:pt x="35" y="17"/>
                      <a:pt x="34" y="16"/>
                    </a:cubicBezTo>
                    <a:cubicBezTo>
                      <a:pt x="34" y="16"/>
                      <a:pt x="33" y="17"/>
                      <a:pt x="33" y="16"/>
                    </a:cubicBezTo>
                    <a:cubicBezTo>
                      <a:pt x="31" y="16"/>
                      <a:pt x="34" y="17"/>
                      <a:pt x="36" y="15"/>
                    </a:cubicBezTo>
                    <a:cubicBezTo>
                      <a:pt x="35" y="13"/>
                      <a:pt x="32" y="12"/>
                      <a:pt x="33" y="10"/>
                    </a:cubicBezTo>
                    <a:cubicBezTo>
                      <a:pt x="33" y="11"/>
                      <a:pt x="32" y="11"/>
                      <a:pt x="32" y="11"/>
                    </a:cubicBezTo>
                    <a:cubicBezTo>
                      <a:pt x="35" y="9"/>
                      <a:pt x="31" y="11"/>
                      <a:pt x="32" y="10"/>
                    </a:cubicBezTo>
                    <a:cubicBezTo>
                      <a:pt x="33" y="10"/>
                      <a:pt x="33" y="10"/>
                      <a:pt x="33" y="10"/>
                    </a:cubicBezTo>
                    <a:cubicBezTo>
                      <a:pt x="34" y="9"/>
                      <a:pt x="32" y="9"/>
                      <a:pt x="32" y="7"/>
                    </a:cubicBezTo>
                    <a:cubicBezTo>
                      <a:pt x="30" y="7"/>
                      <a:pt x="32" y="5"/>
                      <a:pt x="30" y="5"/>
                    </a:cubicBezTo>
                    <a:cubicBezTo>
                      <a:pt x="31" y="5"/>
                      <a:pt x="30" y="4"/>
                      <a:pt x="30" y="4"/>
                    </a:cubicBezTo>
                    <a:cubicBezTo>
                      <a:pt x="27" y="6"/>
                      <a:pt x="29" y="1"/>
                      <a:pt x="27" y="3"/>
                    </a:cubicBezTo>
                    <a:cubicBezTo>
                      <a:pt x="27" y="2"/>
                      <a:pt x="27" y="2"/>
                      <a:pt x="27" y="2"/>
                    </a:cubicBezTo>
                    <a:cubicBezTo>
                      <a:pt x="25" y="1"/>
                      <a:pt x="21" y="0"/>
                      <a:pt x="18" y="3"/>
                    </a:cubicBezTo>
                    <a:cubicBezTo>
                      <a:pt x="16" y="3"/>
                      <a:pt x="12" y="1"/>
                      <a:pt x="13" y="3"/>
                    </a:cubicBezTo>
                    <a:cubicBezTo>
                      <a:pt x="13" y="5"/>
                      <a:pt x="13" y="5"/>
                      <a:pt x="13" y="5"/>
                    </a:cubicBezTo>
                    <a:cubicBezTo>
                      <a:pt x="13" y="5"/>
                      <a:pt x="13" y="4"/>
                      <a:pt x="12" y="3"/>
                    </a:cubicBezTo>
                    <a:cubicBezTo>
                      <a:pt x="13" y="5"/>
                      <a:pt x="11" y="4"/>
                      <a:pt x="11" y="4"/>
                    </a:cubicBezTo>
                    <a:cubicBezTo>
                      <a:pt x="11" y="5"/>
                      <a:pt x="11" y="5"/>
                      <a:pt x="11" y="6"/>
                    </a:cubicBezTo>
                    <a:cubicBezTo>
                      <a:pt x="9" y="4"/>
                      <a:pt x="11" y="8"/>
                      <a:pt x="9" y="7"/>
                    </a:cubicBezTo>
                    <a:cubicBezTo>
                      <a:pt x="12" y="9"/>
                      <a:pt x="10" y="8"/>
                      <a:pt x="10" y="9"/>
                    </a:cubicBezTo>
                    <a:cubicBezTo>
                      <a:pt x="10" y="9"/>
                      <a:pt x="10" y="9"/>
                      <a:pt x="9" y="8"/>
                    </a:cubicBezTo>
                    <a:cubicBezTo>
                      <a:pt x="9" y="9"/>
                      <a:pt x="9" y="9"/>
                      <a:pt x="8" y="9"/>
                    </a:cubicBezTo>
                    <a:cubicBezTo>
                      <a:pt x="8" y="9"/>
                      <a:pt x="10" y="10"/>
                      <a:pt x="9" y="10"/>
                    </a:cubicBezTo>
                    <a:cubicBezTo>
                      <a:pt x="7" y="9"/>
                      <a:pt x="9" y="11"/>
                      <a:pt x="8" y="10"/>
                    </a:cubicBezTo>
                    <a:cubicBezTo>
                      <a:pt x="10" y="11"/>
                      <a:pt x="11" y="13"/>
                      <a:pt x="10" y="12"/>
                    </a:cubicBezTo>
                    <a:cubicBezTo>
                      <a:pt x="8" y="11"/>
                      <a:pt x="8" y="11"/>
                      <a:pt x="8" y="11"/>
                    </a:cubicBezTo>
                    <a:cubicBezTo>
                      <a:pt x="9" y="12"/>
                      <a:pt x="5" y="12"/>
                      <a:pt x="8" y="14"/>
                    </a:cubicBezTo>
                    <a:cubicBezTo>
                      <a:pt x="6" y="13"/>
                      <a:pt x="6" y="13"/>
                      <a:pt x="6" y="13"/>
                    </a:cubicBezTo>
                    <a:cubicBezTo>
                      <a:pt x="8" y="15"/>
                      <a:pt x="6" y="15"/>
                      <a:pt x="8" y="17"/>
                    </a:cubicBezTo>
                    <a:cubicBezTo>
                      <a:pt x="8" y="17"/>
                      <a:pt x="7" y="17"/>
                      <a:pt x="7" y="17"/>
                    </a:cubicBezTo>
                    <a:cubicBezTo>
                      <a:pt x="6" y="17"/>
                      <a:pt x="5" y="16"/>
                      <a:pt x="5" y="16"/>
                    </a:cubicBezTo>
                    <a:close/>
                    <a:moveTo>
                      <a:pt x="16" y="26"/>
                    </a:moveTo>
                    <a:cubicBezTo>
                      <a:pt x="16" y="26"/>
                      <a:pt x="16" y="26"/>
                      <a:pt x="16" y="26"/>
                    </a:cubicBezTo>
                    <a:cubicBezTo>
                      <a:pt x="16" y="27"/>
                      <a:pt x="16" y="27"/>
                      <a:pt x="16" y="26"/>
                    </a:cubicBezTo>
                    <a:close/>
                    <a:moveTo>
                      <a:pt x="17" y="24"/>
                    </a:moveTo>
                    <a:cubicBezTo>
                      <a:pt x="17" y="25"/>
                      <a:pt x="16" y="25"/>
                      <a:pt x="17" y="27"/>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7" y="24"/>
                    </a:cubicBezTo>
                    <a:cubicBezTo>
                      <a:pt x="17" y="25"/>
                      <a:pt x="17" y="25"/>
                      <a:pt x="17" y="24"/>
                    </a:cubicBezTo>
                    <a:close/>
                    <a:moveTo>
                      <a:pt x="16" y="25"/>
                    </a:move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6" y="24"/>
                    </a:cubicBezTo>
                    <a:cubicBezTo>
                      <a:pt x="16" y="25"/>
                      <a:pt x="17" y="23"/>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6" y="25"/>
                      <a:pt x="17" y="24"/>
                      <a:pt x="16" y="24"/>
                    </a:cubicBezTo>
                    <a:cubicBezTo>
                      <a:pt x="17" y="24"/>
                      <a:pt x="17" y="24"/>
                      <a:pt x="17" y="24"/>
                    </a:cubicBezTo>
                    <a:cubicBezTo>
                      <a:pt x="17" y="24"/>
                      <a:pt x="17" y="24"/>
                      <a:pt x="17" y="24"/>
                    </a:cubicBezTo>
                    <a:cubicBezTo>
                      <a:pt x="17" y="24"/>
                      <a:pt x="16" y="24"/>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lose/>
                    <a:moveTo>
                      <a:pt x="17" y="24"/>
                    </a:move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8" y="23"/>
                      <a:pt x="18" y="23"/>
                      <a:pt x="18" y="23"/>
                    </a:cubicBezTo>
                    <a:cubicBezTo>
                      <a:pt x="18"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ubicBezTo>
                      <a:pt x="18" y="25"/>
                      <a:pt x="17" y="24"/>
                      <a:pt x="17" y="24"/>
                    </a:cubicBezTo>
                    <a:close/>
                    <a:moveTo>
                      <a:pt x="18" y="24"/>
                    </a:moveTo>
                    <a:cubicBezTo>
                      <a:pt x="18" y="24"/>
                      <a:pt x="18" y="24"/>
                      <a:pt x="18" y="24"/>
                    </a:cubicBezTo>
                    <a:cubicBezTo>
                      <a:pt x="18" y="24"/>
                      <a:pt x="18" y="24"/>
                      <a:pt x="18" y="24"/>
                    </a:cubicBezTo>
                    <a:cubicBezTo>
                      <a:pt x="18" y="24"/>
                      <a:pt x="18" y="24"/>
                      <a:pt x="18" y="24"/>
                    </a:cubicBezTo>
                    <a:close/>
                    <a:moveTo>
                      <a:pt x="20" y="23"/>
                    </a:moveTo>
                    <a:cubicBezTo>
                      <a:pt x="20" y="23"/>
                      <a:pt x="20" y="23"/>
                      <a:pt x="20" y="23"/>
                    </a:cubicBezTo>
                    <a:cubicBezTo>
                      <a:pt x="20" y="23"/>
                      <a:pt x="19" y="23"/>
                      <a:pt x="19" y="23"/>
                    </a:cubicBezTo>
                    <a:cubicBezTo>
                      <a:pt x="19" y="23"/>
                      <a:pt x="18" y="23"/>
                      <a:pt x="18" y="24"/>
                    </a:cubicBezTo>
                    <a:cubicBezTo>
                      <a:pt x="18" y="24"/>
                      <a:pt x="18" y="24"/>
                      <a:pt x="18" y="24"/>
                    </a:cubicBezTo>
                    <a:cubicBezTo>
                      <a:pt x="19" y="23"/>
                      <a:pt x="19" y="23"/>
                      <a:pt x="18" y="24"/>
                    </a:cubicBezTo>
                    <a:cubicBezTo>
                      <a:pt x="19" y="23"/>
                      <a:pt x="19" y="23"/>
                      <a:pt x="19" y="23"/>
                    </a:cubicBezTo>
                    <a:cubicBezTo>
                      <a:pt x="19" y="23"/>
                      <a:pt x="19" y="23"/>
                      <a:pt x="19" y="24"/>
                    </a:cubicBezTo>
                    <a:cubicBezTo>
                      <a:pt x="19" y="24"/>
                      <a:pt x="19" y="24"/>
                      <a:pt x="19" y="24"/>
                    </a:cubicBezTo>
                    <a:cubicBezTo>
                      <a:pt x="19" y="24"/>
                      <a:pt x="19" y="24"/>
                      <a:pt x="19" y="24"/>
                    </a:cubicBezTo>
                    <a:cubicBezTo>
                      <a:pt x="19" y="24"/>
                      <a:pt x="19" y="24"/>
                      <a:pt x="19" y="24"/>
                    </a:cubicBezTo>
                    <a:cubicBezTo>
                      <a:pt x="19" y="24"/>
                      <a:pt x="18" y="25"/>
                      <a:pt x="19" y="26"/>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3"/>
                      <a:pt x="17" y="23"/>
                    </a:cubicBezTo>
                    <a:cubicBezTo>
                      <a:pt x="17" y="23"/>
                      <a:pt x="18" y="23"/>
                      <a:pt x="18" y="23"/>
                    </a:cubicBezTo>
                    <a:cubicBezTo>
                      <a:pt x="18" y="23"/>
                      <a:pt x="18" y="23"/>
                      <a:pt x="18" y="24"/>
                    </a:cubicBezTo>
                    <a:cubicBezTo>
                      <a:pt x="18" y="24"/>
                      <a:pt x="18" y="24"/>
                      <a:pt x="18" y="24"/>
                    </a:cubicBezTo>
                    <a:cubicBezTo>
                      <a:pt x="18" y="23"/>
                      <a:pt x="18" y="23"/>
                      <a:pt x="18" y="23"/>
                    </a:cubicBezTo>
                    <a:cubicBezTo>
                      <a:pt x="18" y="23"/>
                      <a:pt x="18" y="23"/>
                      <a:pt x="18" y="23"/>
                    </a:cubicBezTo>
                    <a:cubicBezTo>
                      <a:pt x="18" y="22"/>
                      <a:pt x="17" y="22"/>
                      <a:pt x="17" y="22"/>
                    </a:cubicBezTo>
                    <a:cubicBezTo>
                      <a:pt x="18" y="22"/>
                      <a:pt x="18" y="23"/>
                      <a:pt x="18" y="23"/>
                    </a:cubicBezTo>
                    <a:cubicBezTo>
                      <a:pt x="19" y="22"/>
                      <a:pt x="19" y="22"/>
                      <a:pt x="19" y="22"/>
                    </a:cubicBezTo>
                    <a:cubicBezTo>
                      <a:pt x="19" y="22"/>
                      <a:pt x="19" y="23"/>
                      <a:pt x="19" y="23"/>
                    </a:cubicBezTo>
                    <a:cubicBezTo>
                      <a:pt x="19"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1"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4"/>
                    </a:moveTo>
                    <a:cubicBezTo>
                      <a:pt x="21" y="24"/>
                      <a:pt x="21" y="24"/>
                      <a:pt x="21" y="24"/>
                    </a:cubicBezTo>
                    <a:cubicBezTo>
                      <a:pt x="20" y="24"/>
                      <a:pt x="20" y="24"/>
                      <a:pt x="20" y="24"/>
                    </a:cubicBezTo>
                    <a:cubicBezTo>
                      <a:pt x="20"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lose/>
                    <a:moveTo>
                      <a:pt x="20" y="24"/>
                    </a:moveTo>
                    <a:cubicBezTo>
                      <a:pt x="20" y="24"/>
                      <a:pt x="20" y="24"/>
                      <a:pt x="20" y="24"/>
                    </a:cubicBezTo>
                    <a:cubicBezTo>
                      <a:pt x="20" y="24"/>
                      <a:pt x="20" y="24"/>
                      <a:pt x="20" y="24"/>
                    </a:cubicBezTo>
                    <a:cubicBezTo>
                      <a:pt x="20" y="24"/>
                      <a:pt x="20" y="24"/>
                      <a:pt x="20" y="24"/>
                    </a:cubicBezTo>
                    <a:cubicBezTo>
                      <a:pt x="20" y="24"/>
                      <a:pt x="20" y="24"/>
                      <a:pt x="20" y="24"/>
                    </a:cubicBezTo>
                    <a:close/>
                    <a:moveTo>
                      <a:pt x="20" y="24"/>
                    </a:moveTo>
                    <a:cubicBezTo>
                      <a:pt x="20" y="24"/>
                      <a:pt x="20" y="24"/>
                      <a:pt x="20" y="24"/>
                    </a:cubicBezTo>
                    <a:cubicBezTo>
                      <a:pt x="21" y="24"/>
                      <a:pt x="21" y="24"/>
                      <a:pt x="21" y="25"/>
                    </a:cubicBezTo>
                    <a:lnTo>
                      <a:pt x="20" y="24"/>
                    </a:ln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2" y="25"/>
                    </a:cubicBezTo>
                    <a:lnTo>
                      <a:pt x="21" y="24"/>
                    </a:lnTo>
                    <a:close/>
                    <a:moveTo>
                      <a:pt x="22" y="23"/>
                    </a:moveTo>
                    <a:cubicBezTo>
                      <a:pt x="21" y="23"/>
                      <a:pt x="21" y="23"/>
                      <a:pt x="21" y="23"/>
                    </a:cubicBezTo>
                    <a:cubicBezTo>
                      <a:pt x="22" y="23"/>
                      <a:pt x="22" y="23"/>
                      <a:pt x="22" y="23"/>
                    </a:cubicBezTo>
                    <a:cubicBezTo>
                      <a:pt x="22" y="23"/>
                      <a:pt x="22" y="23"/>
                      <a:pt x="22" y="23"/>
                    </a:cubicBezTo>
                    <a:cubicBezTo>
                      <a:pt x="22" y="23"/>
                      <a:pt x="22" y="23"/>
                      <a:pt x="22" y="23"/>
                    </a:cubicBezTo>
                    <a:close/>
                    <a:moveTo>
                      <a:pt x="22" y="23"/>
                    </a:moveTo>
                    <a:cubicBezTo>
                      <a:pt x="22" y="23"/>
                      <a:pt x="22" y="23"/>
                      <a:pt x="22" y="23"/>
                    </a:cubicBezTo>
                    <a:cubicBezTo>
                      <a:pt x="22" y="24"/>
                      <a:pt x="22" y="24"/>
                      <a:pt x="22" y="24"/>
                    </a:cubicBezTo>
                    <a:cubicBezTo>
                      <a:pt x="22" y="24"/>
                      <a:pt x="22" y="24"/>
                      <a:pt x="22" y="24"/>
                    </a:cubicBezTo>
                    <a:cubicBezTo>
                      <a:pt x="22" y="24"/>
                      <a:pt x="22" y="24"/>
                      <a:pt x="22" y="24"/>
                    </a:cubicBezTo>
                    <a:lnTo>
                      <a:pt x="22" y="23"/>
                    </a:lnTo>
                    <a:close/>
                    <a:moveTo>
                      <a:pt x="22" y="23"/>
                    </a:moveTo>
                    <a:cubicBezTo>
                      <a:pt x="22" y="23"/>
                      <a:pt x="22" y="23"/>
                      <a:pt x="22" y="23"/>
                    </a:cubicBezTo>
                    <a:cubicBezTo>
                      <a:pt x="22" y="23"/>
                      <a:pt x="22" y="23"/>
                      <a:pt x="22" y="23"/>
                    </a:cubicBezTo>
                    <a:cubicBezTo>
                      <a:pt x="22" y="23"/>
                      <a:pt x="22" y="23"/>
                      <a:pt x="22" y="23"/>
                    </a:cubicBezTo>
                    <a:close/>
                    <a:moveTo>
                      <a:pt x="22" y="24"/>
                    </a:moveTo>
                    <a:cubicBezTo>
                      <a:pt x="22" y="24"/>
                      <a:pt x="22" y="24"/>
                      <a:pt x="22" y="24"/>
                    </a:cubicBezTo>
                    <a:cubicBezTo>
                      <a:pt x="22" y="24"/>
                      <a:pt x="22" y="24"/>
                      <a:pt x="22" y="24"/>
                    </a:cubicBez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ubicBezTo>
                      <a:pt x="22" y="24"/>
                      <a:pt x="23" y="24"/>
                      <a:pt x="22" y="24"/>
                    </a:cubicBezTo>
                    <a:close/>
                    <a:moveTo>
                      <a:pt x="22" y="22"/>
                    </a:moveTo>
                    <a:cubicBezTo>
                      <a:pt x="22" y="22"/>
                      <a:pt x="22" y="22"/>
                      <a:pt x="22" y="22"/>
                    </a:cubicBezTo>
                    <a:cubicBezTo>
                      <a:pt x="23"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3" y="22"/>
                      <a:pt x="23" y="22"/>
                    </a:cubicBezTo>
                    <a:cubicBezTo>
                      <a:pt x="23" y="22"/>
                      <a:pt x="23" y="22"/>
                      <a:pt x="22" y="22"/>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20"/>
                      <a:pt x="22" y="20"/>
                      <a:pt x="22" y="20"/>
                    </a:cubicBezTo>
                    <a:cubicBezTo>
                      <a:pt x="22" y="20"/>
                      <a:pt x="22" y="20"/>
                      <a:pt x="22" y="20"/>
                    </a:cubicBezTo>
                    <a:cubicBezTo>
                      <a:pt x="22" y="19"/>
                      <a:pt x="22" y="19"/>
                      <a:pt x="22" y="19"/>
                    </a:cubicBezTo>
                    <a:cubicBezTo>
                      <a:pt x="22" y="19"/>
                      <a:pt x="22" y="19"/>
                      <a:pt x="22" y="19"/>
                    </a:cubicBezTo>
                    <a:close/>
                    <a:moveTo>
                      <a:pt x="22" y="19"/>
                    </a:moveTo>
                    <a:cubicBezTo>
                      <a:pt x="23" y="20"/>
                      <a:pt x="23" y="20"/>
                      <a:pt x="23" y="20"/>
                    </a:cubicBezTo>
                    <a:cubicBezTo>
                      <a:pt x="23" y="20"/>
                      <a:pt x="22" y="20"/>
                      <a:pt x="22" y="20"/>
                    </a:cubicBezTo>
                    <a:cubicBezTo>
                      <a:pt x="22" y="20"/>
                      <a:pt x="22" y="19"/>
                      <a:pt x="22" y="19"/>
                    </a:cubicBezTo>
                    <a:close/>
                    <a:moveTo>
                      <a:pt x="22" y="19"/>
                    </a:moveTo>
                    <a:cubicBezTo>
                      <a:pt x="22" y="19"/>
                      <a:pt x="22" y="19"/>
                      <a:pt x="22" y="19"/>
                    </a:cubicBezTo>
                    <a:cubicBezTo>
                      <a:pt x="22" y="19"/>
                      <a:pt x="22" y="19"/>
                      <a:pt x="22" y="19"/>
                    </a:cubicBezTo>
                    <a:cubicBezTo>
                      <a:pt x="23" y="20"/>
                      <a:pt x="23" y="20"/>
                      <a:pt x="23" y="20"/>
                    </a:cubicBezTo>
                    <a:cubicBezTo>
                      <a:pt x="23" y="20"/>
                      <a:pt x="23" y="20"/>
                      <a:pt x="23" y="20"/>
                    </a:cubicBezTo>
                    <a:cubicBezTo>
                      <a:pt x="23" y="20"/>
                      <a:pt x="23" y="20"/>
                      <a:pt x="22" y="19"/>
                    </a:cubicBezTo>
                    <a:close/>
                    <a:moveTo>
                      <a:pt x="22" y="20"/>
                    </a:moveTo>
                    <a:cubicBezTo>
                      <a:pt x="22" y="20"/>
                      <a:pt x="22" y="20"/>
                      <a:pt x="22" y="20"/>
                    </a:cubicBezTo>
                    <a:cubicBezTo>
                      <a:pt x="22" y="20"/>
                      <a:pt x="22" y="20"/>
                      <a:pt x="22" y="20"/>
                    </a:cubicBezTo>
                    <a:cubicBezTo>
                      <a:pt x="22" y="20"/>
                      <a:pt x="22" y="20"/>
                      <a:pt x="22" y="20"/>
                    </a:cubicBezTo>
                    <a:close/>
                    <a:moveTo>
                      <a:pt x="23" y="23"/>
                    </a:moveTo>
                    <a:cubicBezTo>
                      <a:pt x="23" y="23"/>
                      <a:pt x="23" y="22"/>
                      <a:pt x="22" y="22"/>
                    </a:cubicBezTo>
                    <a:cubicBezTo>
                      <a:pt x="22" y="22"/>
                      <a:pt x="23" y="22"/>
                      <a:pt x="23" y="22"/>
                    </a:cubicBezTo>
                    <a:cubicBezTo>
                      <a:pt x="23" y="22"/>
                      <a:pt x="23" y="22"/>
                      <a:pt x="23" y="23"/>
                    </a:cubicBezTo>
                    <a:cubicBezTo>
                      <a:pt x="23" y="23"/>
                      <a:pt x="23" y="23"/>
                      <a:pt x="23" y="23"/>
                    </a:cubicBezTo>
                    <a:close/>
                    <a:moveTo>
                      <a:pt x="23" y="22"/>
                    </a:moveTo>
                    <a:cubicBezTo>
                      <a:pt x="23" y="22"/>
                      <a:pt x="23" y="22"/>
                      <a:pt x="23" y="22"/>
                    </a:cubicBezTo>
                    <a:cubicBezTo>
                      <a:pt x="23" y="22"/>
                      <a:pt x="23" y="22"/>
                      <a:pt x="23" y="23"/>
                    </a:cubicBezTo>
                    <a:cubicBezTo>
                      <a:pt x="23" y="23"/>
                      <a:pt x="23" y="23"/>
                      <a:pt x="23" y="23"/>
                    </a:cubicBezTo>
                    <a:cubicBezTo>
                      <a:pt x="23" y="23"/>
                      <a:pt x="23" y="22"/>
                      <a:pt x="23" y="22"/>
                    </a:cubicBezTo>
                    <a:close/>
                    <a:moveTo>
                      <a:pt x="27" y="24"/>
                    </a:moveTo>
                    <a:cubicBezTo>
                      <a:pt x="26" y="24"/>
                      <a:pt x="27" y="24"/>
                      <a:pt x="27" y="24"/>
                    </a:cubicBezTo>
                    <a:cubicBezTo>
                      <a:pt x="27" y="24"/>
                      <a:pt x="27" y="24"/>
                      <a:pt x="27" y="24"/>
                    </a:cubicBezTo>
                    <a:close/>
                    <a:moveTo>
                      <a:pt x="27" y="24"/>
                    </a:moveTo>
                    <a:cubicBezTo>
                      <a:pt x="27" y="24"/>
                      <a:pt x="27" y="24"/>
                      <a:pt x="27" y="24"/>
                    </a:cubicBezTo>
                    <a:cubicBezTo>
                      <a:pt x="27" y="24"/>
                      <a:pt x="27" y="24"/>
                      <a:pt x="27" y="24"/>
                    </a:cubicBezTo>
                    <a:cubicBezTo>
                      <a:pt x="27" y="24"/>
                      <a:pt x="27" y="24"/>
                      <a:pt x="27" y="24"/>
                    </a:cubicBezTo>
                    <a:cubicBezTo>
                      <a:pt x="27" y="24"/>
                      <a:pt x="27" y="24"/>
                      <a:pt x="27" y="24"/>
                    </a:cubicBezTo>
                    <a:close/>
                    <a:moveTo>
                      <a:pt x="27" y="24"/>
                    </a:moveTo>
                    <a:cubicBezTo>
                      <a:pt x="27" y="24"/>
                      <a:pt x="27" y="24"/>
                      <a:pt x="27" y="24"/>
                    </a:cubicBezTo>
                    <a:cubicBezTo>
                      <a:pt x="27"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4"/>
                    </a:moveTo>
                    <a:cubicBezTo>
                      <a:pt x="26" y="24"/>
                      <a:pt x="26" y="24"/>
                      <a:pt x="25" y="24"/>
                    </a:cubicBezTo>
                    <a:cubicBezTo>
                      <a:pt x="26" y="24"/>
                      <a:pt x="25" y="24"/>
                      <a:pt x="26" y="24"/>
                    </a:cubicBezTo>
                    <a:cubicBezTo>
                      <a:pt x="26" y="24"/>
                      <a:pt x="26" y="24"/>
                      <a:pt x="26" y="24"/>
                    </a:cubicBezTo>
                    <a:cubicBezTo>
                      <a:pt x="26" y="24"/>
                      <a:pt x="26" y="24"/>
                      <a:pt x="26" y="24"/>
                    </a:cubicBezTo>
                    <a:close/>
                    <a:moveTo>
                      <a:pt x="26" y="24"/>
                    </a:move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6" y="24"/>
                    </a:cubicBezTo>
                    <a:close/>
                    <a:moveTo>
                      <a:pt x="25" y="24"/>
                    </a:moveTo>
                    <a:cubicBezTo>
                      <a:pt x="25" y="24"/>
                      <a:pt x="25" y="24"/>
                      <a:pt x="25" y="24"/>
                    </a:cubicBezTo>
                    <a:cubicBezTo>
                      <a:pt x="25" y="24"/>
                      <a:pt x="25" y="24"/>
                      <a:pt x="26"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6" y="24"/>
                    </a:cubicBezTo>
                    <a:cubicBezTo>
                      <a:pt x="26" y="24"/>
                      <a:pt x="26" y="24"/>
                      <a:pt x="26" y="24"/>
                    </a:cubicBezTo>
                    <a:cubicBezTo>
                      <a:pt x="26" y="24"/>
                      <a:pt x="25" y="24"/>
                      <a:pt x="25"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3"/>
                    </a:moveTo>
                    <a:cubicBezTo>
                      <a:pt x="26" y="23"/>
                      <a:pt x="26" y="23"/>
                      <a:pt x="26" y="23"/>
                    </a:cubicBezTo>
                    <a:cubicBezTo>
                      <a:pt x="26" y="23"/>
                      <a:pt x="26" y="23"/>
                      <a:pt x="26" y="23"/>
                    </a:cubicBezTo>
                    <a:cubicBezTo>
                      <a:pt x="26" y="23"/>
                      <a:pt x="26" y="23"/>
                      <a:pt x="26" y="23"/>
                    </a:cubicBezTo>
                    <a:close/>
                    <a:moveTo>
                      <a:pt x="26" y="23"/>
                    </a:moveTo>
                    <a:cubicBezTo>
                      <a:pt x="25" y="23"/>
                      <a:pt x="25" y="23"/>
                      <a:pt x="25" y="23"/>
                    </a:cubicBezTo>
                    <a:cubicBezTo>
                      <a:pt x="25" y="23"/>
                      <a:pt x="26"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lose/>
                    <a:moveTo>
                      <a:pt x="25" y="23"/>
                    </a:moveTo>
                    <a:cubicBezTo>
                      <a:pt x="25" y="23"/>
                      <a:pt x="25" y="23"/>
                      <a:pt x="25" y="23"/>
                    </a:cubicBezTo>
                    <a:cubicBezTo>
                      <a:pt x="25" y="23"/>
                      <a:pt x="25" y="23"/>
                      <a:pt x="25" y="23"/>
                    </a:cubicBezTo>
                    <a:cubicBezTo>
                      <a:pt x="25" y="23"/>
                      <a:pt x="25" y="23"/>
                      <a:pt x="26" y="23"/>
                    </a:cubicBezTo>
                    <a:cubicBezTo>
                      <a:pt x="25" y="23"/>
                      <a:pt x="25" y="23"/>
                      <a:pt x="25" y="23"/>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4" y="24"/>
                    </a:moveTo>
                    <a:cubicBezTo>
                      <a:pt x="24" y="24"/>
                      <a:pt x="24" y="24"/>
                      <a:pt x="24" y="24"/>
                    </a:cubicBezTo>
                    <a:cubicBezTo>
                      <a:pt x="24" y="24"/>
                      <a:pt x="24" y="24"/>
                      <a:pt x="24" y="24"/>
                    </a:cubicBezTo>
                    <a:cubicBezTo>
                      <a:pt x="24" y="24"/>
                      <a:pt x="25" y="24"/>
                      <a:pt x="25"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3" y="22"/>
                      <a:pt x="23" y="22"/>
                      <a:pt x="23" y="22"/>
                    </a:cubicBezTo>
                    <a:lnTo>
                      <a:pt x="24" y="22"/>
                    </a:lnTo>
                    <a:close/>
                    <a:moveTo>
                      <a:pt x="24" y="22"/>
                    </a:moveTo>
                    <a:cubicBezTo>
                      <a:pt x="24" y="22"/>
                      <a:pt x="24" y="22"/>
                      <a:pt x="24" y="22"/>
                    </a:cubicBezTo>
                    <a:cubicBezTo>
                      <a:pt x="23" y="22"/>
                      <a:pt x="23" y="22"/>
                      <a:pt x="23" y="22"/>
                    </a:cubicBezTo>
                    <a:cubicBezTo>
                      <a:pt x="23" y="22"/>
                      <a:pt x="23" y="22"/>
                      <a:pt x="23" y="22"/>
                    </a:cubicBezTo>
                    <a:cubicBezTo>
                      <a:pt x="23" y="22"/>
                      <a:pt x="23" y="22"/>
                      <a:pt x="23" y="22"/>
                    </a:cubicBezTo>
                    <a:cubicBezTo>
                      <a:pt x="23" y="22"/>
                      <a:pt x="24" y="22"/>
                      <a:pt x="24" y="22"/>
                    </a:cubicBezTo>
                    <a:close/>
                    <a:moveTo>
                      <a:pt x="24" y="24"/>
                    </a:moveTo>
                    <a:cubicBezTo>
                      <a:pt x="24" y="24"/>
                      <a:pt x="24" y="24"/>
                      <a:pt x="24" y="24"/>
                    </a:cubicBezTo>
                    <a:cubicBezTo>
                      <a:pt x="24" y="24"/>
                      <a:pt x="24" y="24"/>
                      <a:pt x="24" y="24"/>
                    </a:cubicBezTo>
                    <a:cubicBezTo>
                      <a:pt x="24" y="24"/>
                      <a:pt x="24" y="24"/>
                      <a:pt x="24" y="24"/>
                    </a:cubicBezTo>
                    <a:close/>
                    <a:moveTo>
                      <a:pt x="23" y="22"/>
                    </a:moveTo>
                    <a:cubicBezTo>
                      <a:pt x="23" y="22"/>
                      <a:pt x="23" y="23"/>
                      <a:pt x="23" y="23"/>
                    </a:cubicBezTo>
                    <a:cubicBezTo>
                      <a:pt x="23" y="22"/>
                      <a:pt x="23" y="22"/>
                      <a:pt x="23" y="22"/>
                    </a:cubicBezTo>
                    <a:cubicBezTo>
                      <a:pt x="23" y="22"/>
                      <a:pt x="23" y="22"/>
                      <a:pt x="23" y="22"/>
                    </a:cubicBezTo>
                    <a:cubicBezTo>
                      <a:pt x="23" y="22"/>
                      <a:pt x="23" y="22"/>
                      <a:pt x="23" y="22"/>
                    </a:cubicBezTo>
                    <a:close/>
                    <a:moveTo>
                      <a:pt x="24" y="24"/>
                    </a:moveTo>
                    <a:cubicBezTo>
                      <a:pt x="24" y="24"/>
                      <a:pt x="24" y="24"/>
                      <a:pt x="24" y="24"/>
                    </a:cubicBezTo>
                    <a:cubicBezTo>
                      <a:pt x="24" y="24"/>
                      <a:pt x="24" y="24"/>
                      <a:pt x="24" y="24"/>
                    </a:cubicBezTo>
                    <a:cubicBezTo>
                      <a:pt x="24" y="24"/>
                      <a:pt x="24" y="24"/>
                      <a:pt x="24" y="24"/>
                    </a:cubicBezTo>
                    <a:close/>
                    <a:moveTo>
                      <a:pt x="23" y="24"/>
                    </a:move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3" y="24"/>
                    </a:cubicBezTo>
                    <a:cubicBezTo>
                      <a:pt x="24" y="24"/>
                      <a:pt x="24" y="24"/>
                      <a:pt x="24" y="24"/>
                    </a:cubicBezTo>
                    <a:cubicBezTo>
                      <a:pt x="24" y="24"/>
                      <a:pt x="24" y="24"/>
                      <a:pt x="23"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5" y="24"/>
                    </a:cubicBezTo>
                    <a:cubicBezTo>
                      <a:pt x="25" y="24"/>
                      <a:pt x="25" y="24"/>
                      <a:pt x="25" y="24"/>
                    </a:cubicBezTo>
                    <a:cubicBezTo>
                      <a:pt x="24" y="24"/>
                      <a:pt x="24" y="24"/>
                      <a:pt x="24" y="24"/>
                    </a:cubicBezTo>
                    <a:cubicBezTo>
                      <a:pt x="24" y="24"/>
                      <a:pt x="24" y="24"/>
                      <a:pt x="24" y="24"/>
                    </a:cubicBezTo>
                    <a:close/>
                    <a:moveTo>
                      <a:pt x="24" y="24"/>
                    </a:moveTo>
                    <a:cubicBezTo>
                      <a:pt x="25" y="24"/>
                      <a:pt x="25" y="24"/>
                      <a:pt x="26" y="24"/>
                    </a:cubicBezTo>
                    <a:cubicBezTo>
                      <a:pt x="26" y="25"/>
                      <a:pt x="26" y="25"/>
                      <a:pt x="26" y="25"/>
                    </a:cubicBezTo>
                    <a:cubicBezTo>
                      <a:pt x="26" y="24"/>
                      <a:pt x="26" y="24"/>
                      <a:pt x="26" y="24"/>
                    </a:cubicBezTo>
                    <a:cubicBezTo>
                      <a:pt x="26" y="24"/>
                      <a:pt x="25" y="24"/>
                      <a:pt x="25" y="24"/>
                    </a:cubicBezTo>
                    <a:cubicBezTo>
                      <a:pt x="25" y="24"/>
                      <a:pt x="25" y="24"/>
                      <a:pt x="25" y="24"/>
                    </a:cubicBezTo>
                    <a:cubicBezTo>
                      <a:pt x="25" y="24"/>
                      <a:pt x="25" y="24"/>
                      <a:pt x="25" y="24"/>
                    </a:cubicBezTo>
                    <a:cubicBezTo>
                      <a:pt x="25" y="24"/>
                      <a:pt x="26" y="24"/>
                      <a:pt x="26" y="24"/>
                    </a:cubicBezTo>
                    <a:cubicBezTo>
                      <a:pt x="26" y="24"/>
                      <a:pt x="26" y="24"/>
                      <a:pt x="26" y="24"/>
                    </a:cubicBezTo>
                    <a:cubicBezTo>
                      <a:pt x="26" y="25"/>
                      <a:pt x="27" y="25"/>
                      <a:pt x="27" y="25"/>
                    </a:cubicBezTo>
                    <a:cubicBezTo>
                      <a:pt x="26" y="24"/>
                      <a:pt x="25" y="24"/>
                      <a:pt x="24" y="24"/>
                    </a:cubicBezTo>
                    <a:close/>
                    <a:moveTo>
                      <a:pt x="27" y="25"/>
                    </a:moveTo>
                    <a:cubicBezTo>
                      <a:pt x="27" y="25"/>
                      <a:pt x="27" y="25"/>
                      <a:pt x="27" y="25"/>
                    </a:cubicBezTo>
                    <a:cubicBezTo>
                      <a:pt x="27" y="25"/>
                      <a:pt x="27" y="25"/>
                      <a:pt x="27" y="25"/>
                    </a:cubicBezTo>
                    <a:cubicBezTo>
                      <a:pt x="27" y="25"/>
                      <a:pt x="27" y="25"/>
                      <a:pt x="27" y="25"/>
                    </a:cubicBezTo>
                    <a:close/>
                    <a:moveTo>
                      <a:pt x="27" y="24"/>
                    </a:moveTo>
                    <a:cubicBezTo>
                      <a:pt x="27" y="24"/>
                      <a:pt x="27" y="24"/>
                      <a:pt x="27" y="24"/>
                    </a:cubicBezTo>
                    <a:cubicBezTo>
                      <a:pt x="27" y="24"/>
                      <a:pt x="27" y="24"/>
                      <a:pt x="27" y="24"/>
                    </a:cubicBezTo>
                    <a:cubicBezTo>
                      <a:pt x="28" y="24"/>
                      <a:pt x="28" y="24"/>
                      <a:pt x="27" y="24"/>
                    </a:cubicBezTo>
                    <a:close/>
                    <a:moveTo>
                      <a:pt x="29" y="24"/>
                    </a:moveTo>
                    <a:cubicBezTo>
                      <a:pt x="29" y="24"/>
                      <a:pt x="26" y="24"/>
                      <a:pt x="27" y="24"/>
                    </a:cubicBezTo>
                    <a:cubicBezTo>
                      <a:pt x="28" y="24"/>
                      <a:pt x="28" y="24"/>
                      <a:pt x="28" y="24"/>
                    </a:cubicBezTo>
                    <a:cubicBezTo>
                      <a:pt x="27" y="24"/>
                      <a:pt x="27" y="24"/>
                      <a:pt x="27" y="24"/>
                    </a:cubicBezTo>
                    <a:cubicBezTo>
                      <a:pt x="27" y="24"/>
                      <a:pt x="27" y="24"/>
                      <a:pt x="27" y="24"/>
                    </a:cubicBezTo>
                    <a:cubicBezTo>
                      <a:pt x="27" y="24"/>
                      <a:pt x="27" y="24"/>
                      <a:pt x="26" y="24"/>
                    </a:cubicBezTo>
                    <a:lnTo>
                      <a:pt x="29" y="24"/>
                    </a:lnTo>
                    <a:close/>
                    <a:moveTo>
                      <a:pt x="27" y="24"/>
                    </a:moveTo>
                    <a:cubicBezTo>
                      <a:pt x="27" y="24"/>
                      <a:pt x="26" y="24"/>
                      <a:pt x="26" y="24"/>
                    </a:cubicBezTo>
                    <a:cubicBezTo>
                      <a:pt x="26"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lose/>
                    <a:moveTo>
                      <a:pt x="26" y="22"/>
                    </a:moveTo>
                    <a:cubicBezTo>
                      <a:pt x="26" y="22"/>
                      <a:pt x="25" y="22"/>
                      <a:pt x="25" y="22"/>
                    </a:cubicBezTo>
                    <a:cubicBezTo>
                      <a:pt x="25" y="22"/>
                      <a:pt x="25" y="22"/>
                      <a:pt x="25" y="22"/>
                    </a:cubicBezTo>
                    <a:cubicBezTo>
                      <a:pt x="25" y="22"/>
                      <a:pt x="26" y="22"/>
                      <a:pt x="26" y="22"/>
                    </a:cubicBezTo>
                    <a:close/>
                    <a:moveTo>
                      <a:pt x="25" y="22"/>
                    </a:move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3"/>
                    </a:cubicBezTo>
                    <a:cubicBezTo>
                      <a:pt x="25" y="23"/>
                      <a:pt x="25" y="23"/>
                      <a:pt x="25" y="23"/>
                    </a:cubicBezTo>
                    <a:cubicBezTo>
                      <a:pt x="25" y="23"/>
                      <a:pt x="25" y="22"/>
                      <a:pt x="25" y="22"/>
                    </a:cubicBezTo>
                    <a:cubicBezTo>
                      <a:pt x="25" y="22"/>
                      <a:pt x="24" y="22"/>
                      <a:pt x="24" y="22"/>
                    </a:cubicBezTo>
                    <a:cubicBezTo>
                      <a:pt x="24" y="22"/>
                      <a:pt x="24" y="22"/>
                      <a:pt x="24" y="22"/>
                    </a:cubicBezTo>
                    <a:cubicBezTo>
                      <a:pt x="24" y="22"/>
                      <a:pt x="24" y="22"/>
                      <a:pt x="25" y="22"/>
                    </a:cubicBezTo>
                    <a:cubicBezTo>
                      <a:pt x="24" y="22"/>
                      <a:pt x="24" y="21"/>
                      <a:pt x="23" y="21"/>
                    </a:cubicBezTo>
                    <a:cubicBezTo>
                      <a:pt x="23" y="21"/>
                      <a:pt x="23" y="21"/>
                      <a:pt x="23" y="21"/>
                    </a:cubicBezTo>
                    <a:cubicBezTo>
                      <a:pt x="23" y="21"/>
                      <a:pt x="23" y="21"/>
                      <a:pt x="23" y="21"/>
                    </a:cubicBezTo>
                    <a:cubicBezTo>
                      <a:pt x="23" y="21"/>
                      <a:pt x="23" y="21"/>
                      <a:pt x="23" y="21"/>
                    </a:cubicBezTo>
                    <a:cubicBezTo>
                      <a:pt x="23" y="21"/>
                      <a:pt x="22" y="21"/>
                      <a:pt x="22" y="20"/>
                    </a:cubicBezTo>
                    <a:cubicBezTo>
                      <a:pt x="22" y="20"/>
                      <a:pt x="22" y="20"/>
                      <a:pt x="22" y="20"/>
                    </a:cubicBezTo>
                    <a:cubicBezTo>
                      <a:pt x="23" y="21"/>
                      <a:pt x="23" y="21"/>
                      <a:pt x="23" y="21"/>
                    </a:cubicBezTo>
                    <a:cubicBezTo>
                      <a:pt x="23" y="21"/>
                      <a:pt x="23" y="21"/>
                      <a:pt x="24" y="21"/>
                    </a:cubicBezTo>
                    <a:cubicBezTo>
                      <a:pt x="24" y="22"/>
                      <a:pt x="24" y="22"/>
                      <a:pt x="25" y="22"/>
                    </a:cubicBezTo>
                    <a:cubicBezTo>
                      <a:pt x="25" y="22"/>
                      <a:pt x="25" y="22"/>
                      <a:pt x="25" y="22"/>
                    </a:cubicBezTo>
                    <a:close/>
                    <a:moveTo>
                      <a:pt x="23" y="21"/>
                    </a:moveTo>
                    <a:cubicBezTo>
                      <a:pt x="24" y="21"/>
                      <a:pt x="24" y="21"/>
                      <a:pt x="24" y="21"/>
                    </a:cubicBezTo>
                    <a:cubicBezTo>
                      <a:pt x="24" y="21"/>
                      <a:pt x="24" y="21"/>
                      <a:pt x="24" y="21"/>
                    </a:cubicBezTo>
                    <a:cubicBezTo>
                      <a:pt x="23" y="21"/>
                      <a:pt x="23" y="21"/>
                      <a:pt x="23"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5" y="21"/>
                    </a:cubicBezTo>
                    <a:cubicBezTo>
                      <a:pt x="25" y="21"/>
                      <a:pt x="24" y="21"/>
                      <a:pt x="24" y="21"/>
                    </a:cubicBezTo>
                    <a:close/>
                    <a:moveTo>
                      <a:pt x="24" y="21"/>
                    </a:moveTo>
                    <a:cubicBezTo>
                      <a:pt x="25" y="21"/>
                      <a:pt x="25" y="21"/>
                      <a:pt x="25"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3" y="21"/>
                      <a:pt x="23" y="21"/>
                      <a:pt x="23" y="21"/>
                    </a:cubicBezTo>
                    <a:cubicBezTo>
                      <a:pt x="23" y="21"/>
                      <a:pt x="23" y="21"/>
                      <a:pt x="23" y="21"/>
                    </a:cubicBezTo>
                    <a:cubicBezTo>
                      <a:pt x="24" y="21"/>
                      <a:pt x="24" y="21"/>
                      <a:pt x="24" y="21"/>
                    </a:cubicBezTo>
                    <a:cubicBezTo>
                      <a:pt x="24" y="21"/>
                      <a:pt x="24" y="21"/>
                      <a:pt x="24" y="21"/>
                    </a:cubicBezTo>
                    <a:close/>
                    <a:moveTo>
                      <a:pt x="23" y="20"/>
                    </a:move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19"/>
                      <a:pt x="23" y="19"/>
                      <a:pt x="23" y="20"/>
                    </a:cubicBezTo>
                    <a:close/>
                    <a:moveTo>
                      <a:pt x="23" y="20"/>
                    </a:moveTo>
                    <a:cubicBezTo>
                      <a:pt x="23" y="20"/>
                      <a:pt x="23" y="20"/>
                      <a:pt x="23" y="20"/>
                    </a:cubicBezTo>
                    <a:cubicBezTo>
                      <a:pt x="22" y="19"/>
                      <a:pt x="22" y="18"/>
                      <a:pt x="22" y="18"/>
                    </a:cubicBezTo>
                    <a:cubicBezTo>
                      <a:pt x="21" y="17"/>
                      <a:pt x="22" y="18"/>
                      <a:pt x="23" y="20"/>
                    </a:cubicBezTo>
                    <a:close/>
                    <a:moveTo>
                      <a:pt x="22" y="19"/>
                    </a:move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0"/>
                      <a:pt x="22" y="20"/>
                      <a:pt x="22" y="20"/>
                    </a:cubicBezTo>
                    <a:cubicBezTo>
                      <a:pt x="22" y="20"/>
                      <a:pt x="22" y="20"/>
                      <a:pt x="22" y="20"/>
                    </a:cubicBezTo>
                    <a:close/>
                    <a:moveTo>
                      <a:pt x="22" y="19"/>
                    </a:move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1"/>
                      <a:pt x="22" y="21"/>
                      <a:pt x="22" y="21"/>
                    </a:cubicBezTo>
                    <a:cubicBezTo>
                      <a:pt x="22" y="21"/>
                      <a:pt x="22" y="21"/>
                      <a:pt x="22" y="21"/>
                    </a:cubicBezTo>
                    <a:cubicBezTo>
                      <a:pt x="22" y="21"/>
                      <a:pt x="22" y="20"/>
                      <a:pt x="22" y="20"/>
                    </a:cubicBezTo>
                    <a:cubicBezTo>
                      <a:pt x="22" y="20"/>
                      <a:pt x="22" y="20"/>
                      <a:pt x="22" y="20"/>
                    </a:cubicBezTo>
                    <a:close/>
                    <a:moveTo>
                      <a:pt x="21" y="19"/>
                    </a:moveTo>
                    <a:cubicBezTo>
                      <a:pt x="21"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lose/>
                    <a:moveTo>
                      <a:pt x="21" y="19"/>
                    </a:moveTo>
                    <a:cubicBezTo>
                      <a:pt x="22" y="20"/>
                      <a:pt x="22" y="20"/>
                      <a:pt x="22" y="20"/>
                    </a:cubicBezTo>
                    <a:cubicBezTo>
                      <a:pt x="22" y="20"/>
                      <a:pt x="22" y="20"/>
                      <a:pt x="22" y="20"/>
                    </a:cubicBezTo>
                    <a:cubicBezTo>
                      <a:pt x="22" y="20"/>
                      <a:pt x="22" y="20"/>
                      <a:pt x="22" y="20"/>
                    </a:cubicBezTo>
                    <a:cubicBezTo>
                      <a:pt x="22" y="20"/>
                      <a:pt x="22" y="20"/>
                      <a:pt x="22" y="20"/>
                    </a:cubicBezTo>
                    <a:cubicBezTo>
                      <a:pt x="22" y="20"/>
                      <a:pt x="21" y="20"/>
                      <a:pt x="21" y="20"/>
                    </a:cubicBezTo>
                    <a:cubicBezTo>
                      <a:pt x="21" y="20"/>
                      <a:pt x="21" y="20"/>
                      <a:pt x="21" y="20"/>
                    </a:cubicBezTo>
                    <a:cubicBezTo>
                      <a:pt x="21" y="20"/>
                      <a:pt x="21" y="20"/>
                      <a:pt x="21" y="20"/>
                    </a:cubicBezTo>
                    <a:cubicBezTo>
                      <a:pt x="21" y="20"/>
                      <a:pt x="21" y="20"/>
                      <a:pt x="21" y="19"/>
                    </a:cubicBezTo>
                    <a:close/>
                    <a:moveTo>
                      <a:pt x="22" y="21"/>
                    </a:moveTo>
                    <a:cubicBezTo>
                      <a:pt x="22" y="21"/>
                      <a:pt x="22" y="21"/>
                      <a:pt x="22" y="21"/>
                    </a:cubicBezTo>
                    <a:cubicBezTo>
                      <a:pt x="22" y="21"/>
                      <a:pt x="22" y="21"/>
                      <a:pt x="22" y="21"/>
                    </a:cubicBezTo>
                    <a:cubicBezTo>
                      <a:pt x="22" y="21"/>
                      <a:pt x="21" y="21"/>
                      <a:pt x="21" y="21"/>
                    </a:cubicBezTo>
                    <a:cubicBezTo>
                      <a:pt x="21" y="21"/>
                      <a:pt x="21" y="21"/>
                      <a:pt x="22" y="21"/>
                    </a:cubicBezTo>
                    <a:close/>
                    <a:moveTo>
                      <a:pt x="22" y="21"/>
                    </a:moveTo>
                    <a:cubicBezTo>
                      <a:pt x="22" y="22"/>
                      <a:pt x="22" y="22"/>
                      <a:pt x="22" y="22"/>
                    </a:cubicBezTo>
                    <a:cubicBezTo>
                      <a:pt x="22" y="21"/>
                      <a:pt x="22" y="21"/>
                      <a:pt x="22" y="21"/>
                    </a:cubicBezTo>
                    <a:cubicBezTo>
                      <a:pt x="22" y="21"/>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1" y="21"/>
                      <a:pt x="21" y="21"/>
                    </a:cubicBezTo>
                    <a:cubicBezTo>
                      <a:pt x="21" y="21"/>
                      <a:pt x="22" y="21"/>
                      <a:pt x="22" y="21"/>
                    </a:cubicBezTo>
                    <a:close/>
                    <a:moveTo>
                      <a:pt x="20" y="21"/>
                    </a:moveTo>
                    <a:cubicBezTo>
                      <a:pt x="20" y="21"/>
                      <a:pt x="20" y="22"/>
                      <a:pt x="20" y="22"/>
                    </a:cubicBezTo>
                    <a:cubicBezTo>
                      <a:pt x="20" y="21"/>
                      <a:pt x="20" y="21"/>
                      <a:pt x="20" y="21"/>
                    </a:cubicBezTo>
                    <a:cubicBezTo>
                      <a:pt x="20" y="21"/>
                      <a:pt x="20" y="21"/>
                      <a:pt x="20" y="21"/>
                    </a:cubicBezTo>
                    <a:cubicBezTo>
                      <a:pt x="20" y="21"/>
                      <a:pt x="20" y="21"/>
                      <a:pt x="20" y="21"/>
                    </a:cubicBezTo>
                    <a:cubicBezTo>
                      <a:pt x="20" y="21"/>
                      <a:pt x="20" y="21"/>
                      <a:pt x="20" y="20"/>
                    </a:cubicBezTo>
                    <a:cubicBezTo>
                      <a:pt x="19" y="20"/>
                      <a:pt x="19" y="20"/>
                      <a:pt x="19" y="20"/>
                    </a:cubicBezTo>
                    <a:cubicBezTo>
                      <a:pt x="19" y="20"/>
                      <a:pt x="19" y="20"/>
                      <a:pt x="19" y="20"/>
                    </a:cubicBezTo>
                    <a:cubicBezTo>
                      <a:pt x="19" y="20"/>
                      <a:pt x="19" y="20"/>
                      <a:pt x="19" y="20"/>
                    </a:cubicBezTo>
                    <a:cubicBezTo>
                      <a:pt x="19" y="20"/>
                      <a:pt x="19" y="20"/>
                      <a:pt x="19" y="20"/>
                    </a:cubicBezTo>
                    <a:cubicBezTo>
                      <a:pt x="18" y="21"/>
                      <a:pt x="18" y="20"/>
                      <a:pt x="17" y="21"/>
                    </a:cubicBezTo>
                    <a:cubicBezTo>
                      <a:pt x="18" y="20"/>
                      <a:pt x="18" y="20"/>
                      <a:pt x="18" y="20"/>
                    </a:cubicBezTo>
                    <a:cubicBezTo>
                      <a:pt x="18" y="20"/>
                      <a:pt x="18" y="20"/>
                      <a:pt x="18" y="20"/>
                    </a:cubicBezTo>
                    <a:cubicBezTo>
                      <a:pt x="17" y="20"/>
                      <a:pt x="18" y="20"/>
                      <a:pt x="18" y="20"/>
                    </a:cubicBezTo>
                    <a:cubicBezTo>
                      <a:pt x="18" y="20"/>
                      <a:pt x="18" y="20"/>
                      <a:pt x="18" y="20"/>
                    </a:cubicBezTo>
                    <a:cubicBezTo>
                      <a:pt x="18" y="20"/>
                      <a:pt x="18" y="20"/>
                      <a:pt x="18" y="20"/>
                    </a:cubicBezTo>
                    <a:cubicBezTo>
                      <a:pt x="18" y="20"/>
                      <a:pt x="18" y="19"/>
                      <a:pt x="18" y="19"/>
                    </a:cubicBezTo>
                    <a:cubicBezTo>
                      <a:pt x="18" y="19"/>
                      <a:pt x="18" y="19"/>
                      <a:pt x="18" y="19"/>
                    </a:cubicBezTo>
                    <a:cubicBezTo>
                      <a:pt x="18" y="20"/>
                      <a:pt x="18" y="20"/>
                      <a:pt x="18" y="20"/>
                    </a:cubicBezTo>
                    <a:cubicBezTo>
                      <a:pt x="18" y="20"/>
                      <a:pt x="17" y="20"/>
                      <a:pt x="17" y="20"/>
                    </a:cubicBezTo>
                    <a:cubicBezTo>
                      <a:pt x="18" y="19"/>
                      <a:pt x="18" y="19"/>
                      <a:pt x="18" y="19"/>
                    </a:cubicBezTo>
                    <a:cubicBezTo>
                      <a:pt x="18" y="19"/>
                      <a:pt x="17" y="19"/>
                      <a:pt x="17" y="19"/>
                    </a:cubicBezTo>
                    <a:cubicBezTo>
                      <a:pt x="18" y="19"/>
                      <a:pt x="18" y="19"/>
                      <a:pt x="18" y="19"/>
                    </a:cubicBezTo>
                    <a:cubicBezTo>
                      <a:pt x="18" y="19"/>
                      <a:pt x="18" y="19"/>
                      <a:pt x="18" y="19"/>
                    </a:cubicBezTo>
                    <a:cubicBezTo>
                      <a:pt x="19" y="18"/>
                      <a:pt x="19" y="18"/>
                      <a:pt x="19" y="18"/>
                    </a:cubicBezTo>
                    <a:cubicBezTo>
                      <a:pt x="19" y="18"/>
                      <a:pt x="19" y="18"/>
                      <a:pt x="20" y="18"/>
                    </a:cubicBezTo>
                    <a:cubicBezTo>
                      <a:pt x="20" y="18"/>
                      <a:pt x="20" y="18"/>
                      <a:pt x="20" y="18"/>
                    </a:cubicBezTo>
                    <a:cubicBezTo>
                      <a:pt x="19" y="18"/>
                      <a:pt x="19" y="18"/>
                      <a:pt x="19" y="18"/>
                    </a:cubicBezTo>
                    <a:cubicBezTo>
                      <a:pt x="19" y="18"/>
                      <a:pt x="19" y="18"/>
                      <a:pt x="20" y="18"/>
                    </a:cubicBezTo>
                    <a:cubicBezTo>
                      <a:pt x="19" y="19"/>
                      <a:pt x="19" y="20"/>
                      <a:pt x="19" y="20"/>
                    </a:cubicBezTo>
                    <a:cubicBezTo>
                      <a:pt x="19" y="20"/>
                      <a:pt x="19" y="20"/>
                      <a:pt x="19" y="20"/>
                    </a:cubicBezTo>
                    <a:cubicBezTo>
                      <a:pt x="19" y="19"/>
                      <a:pt x="19" y="19"/>
                      <a:pt x="19" y="19"/>
                    </a:cubicBezTo>
                    <a:cubicBezTo>
                      <a:pt x="20" y="18"/>
                      <a:pt x="19" y="21"/>
                      <a:pt x="20" y="19"/>
                    </a:cubicBezTo>
                    <a:cubicBezTo>
                      <a:pt x="20" y="19"/>
                      <a:pt x="20" y="19"/>
                      <a:pt x="20" y="19"/>
                    </a:cubicBezTo>
                    <a:cubicBezTo>
                      <a:pt x="20" y="19"/>
                      <a:pt x="20" y="19"/>
                      <a:pt x="20" y="19"/>
                    </a:cubicBezTo>
                    <a:cubicBezTo>
                      <a:pt x="20" y="20"/>
                      <a:pt x="19" y="20"/>
                      <a:pt x="19" y="20"/>
                    </a:cubicBezTo>
                    <a:cubicBezTo>
                      <a:pt x="19" y="20"/>
                      <a:pt x="19" y="20"/>
                      <a:pt x="20" y="20"/>
                    </a:cubicBezTo>
                    <a:cubicBezTo>
                      <a:pt x="20" y="20"/>
                      <a:pt x="20" y="19"/>
                      <a:pt x="20" y="19"/>
                    </a:cubicBezTo>
                    <a:cubicBezTo>
                      <a:pt x="21" y="19"/>
                      <a:pt x="21" y="19"/>
                      <a:pt x="21" y="19"/>
                    </a:cubicBezTo>
                    <a:cubicBezTo>
                      <a:pt x="21" y="19"/>
                      <a:pt x="21" y="19"/>
                      <a:pt x="21" y="19"/>
                    </a:cubicBezTo>
                    <a:cubicBezTo>
                      <a:pt x="20" y="19"/>
                      <a:pt x="20" y="19"/>
                      <a:pt x="20" y="19"/>
                    </a:cubicBezTo>
                    <a:cubicBezTo>
                      <a:pt x="21" y="19"/>
                      <a:pt x="21" y="19"/>
                      <a:pt x="21" y="19"/>
                    </a:cubicBezTo>
                    <a:cubicBezTo>
                      <a:pt x="21" y="19"/>
                      <a:pt x="20" y="20"/>
                      <a:pt x="20" y="20"/>
                    </a:cubicBezTo>
                    <a:cubicBezTo>
                      <a:pt x="20" y="20"/>
                      <a:pt x="20" y="20"/>
                      <a:pt x="20" y="20"/>
                    </a:cubicBezTo>
                    <a:cubicBezTo>
                      <a:pt x="20" y="20"/>
                      <a:pt x="20" y="20"/>
                      <a:pt x="20" y="20"/>
                    </a:cubicBezTo>
                    <a:cubicBezTo>
                      <a:pt x="20" y="20"/>
                      <a:pt x="20" y="21"/>
                      <a:pt x="20" y="21"/>
                    </a:cubicBezTo>
                    <a:cubicBezTo>
                      <a:pt x="21" y="21"/>
                      <a:pt x="21" y="21"/>
                      <a:pt x="21" y="21"/>
                    </a:cubicBezTo>
                    <a:cubicBezTo>
                      <a:pt x="21" y="21"/>
                      <a:pt x="21" y="21"/>
                      <a:pt x="21" y="21"/>
                    </a:cubicBezTo>
                    <a:cubicBezTo>
                      <a:pt x="21" y="21"/>
                      <a:pt x="21" y="21"/>
                      <a:pt x="20" y="21"/>
                    </a:cubicBezTo>
                    <a:close/>
                    <a:moveTo>
                      <a:pt x="18" y="18"/>
                    </a:moveTo>
                    <a:cubicBezTo>
                      <a:pt x="19" y="18"/>
                      <a:pt x="19" y="18"/>
                      <a:pt x="18" y="18"/>
                    </a:cubicBezTo>
                    <a:cubicBezTo>
                      <a:pt x="19" y="18"/>
                      <a:pt x="19"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lose/>
                    <a:moveTo>
                      <a:pt x="19" y="18"/>
                    </a:moveTo>
                    <a:cubicBezTo>
                      <a:pt x="19" y="18"/>
                      <a:pt x="19" y="18"/>
                      <a:pt x="19" y="18"/>
                    </a:cubicBezTo>
                    <a:cubicBezTo>
                      <a:pt x="19" y="18"/>
                      <a:pt x="19" y="18"/>
                      <a:pt x="19" y="18"/>
                    </a:cubicBezTo>
                    <a:cubicBezTo>
                      <a:pt x="19" y="18"/>
                      <a:pt x="19" y="18"/>
                      <a:pt x="19" y="18"/>
                    </a:cubicBezTo>
                    <a:close/>
                    <a:moveTo>
                      <a:pt x="19" y="18"/>
                    </a:moveTo>
                    <a:cubicBezTo>
                      <a:pt x="19" y="18"/>
                      <a:pt x="19" y="18"/>
                      <a:pt x="19" y="18"/>
                    </a:cubicBezTo>
                    <a:cubicBezTo>
                      <a:pt x="19" y="18"/>
                      <a:pt x="18" y="18"/>
                      <a:pt x="18" y="18"/>
                    </a:cubicBezTo>
                    <a:cubicBezTo>
                      <a:pt x="18" y="18"/>
                      <a:pt x="19" y="18"/>
                      <a:pt x="19" y="18"/>
                    </a:cubicBezTo>
                    <a:close/>
                    <a:moveTo>
                      <a:pt x="19" y="18"/>
                    </a:moveTo>
                    <a:cubicBezTo>
                      <a:pt x="19" y="18"/>
                      <a:pt x="19" y="18"/>
                      <a:pt x="19" y="18"/>
                    </a:cubicBezTo>
                    <a:cubicBezTo>
                      <a:pt x="19" y="18"/>
                      <a:pt x="20" y="18"/>
                      <a:pt x="19" y="18"/>
                    </a:cubicBezTo>
                    <a:cubicBezTo>
                      <a:pt x="19" y="18"/>
                      <a:pt x="19" y="18"/>
                      <a:pt x="19" y="18"/>
                    </a:cubicBezTo>
                    <a:close/>
                    <a:moveTo>
                      <a:pt x="19" y="18"/>
                    </a:moveTo>
                    <a:cubicBezTo>
                      <a:pt x="19" y="18"/>
                      <a:pt x="19" y="18"/>
                      <a:pt x="19" y="18"/>
                    </a:cubicBezTo>
                    <a:cubicBezTo>
                      <a:pt x="19" y="18"/>
                      <a:pt x="19" y="18"/>
                      <a:pt x="19" y="18"/>
                    </a:cubicBezTo>
                    <a:cubicBezTo>
                      <a:pt x="19" y="18"/>
                      <a:pt x="19" y="18"/>
                      <a:pt x="19" y="18"/>
                    </a:cubicBezTo>
                    <a:cubicBezTo>
                      <a:pt x="19" y="18"/>
                      <a:pt x="20" y="18"/>
                      <a:pt x="19" y="18"/>
                    </a:cubicBezTo>
                    <a:close/>
                    <a:moveTo>
                      <a:pt x="20" y="18"/>
                    </a:moveTo>
                    <a:cubicBezTo>
                      <a:pt x="20" y="18"/>
                      <a:pt x="20" y="19"/>
                      <a:pt x="20" y="19"/>
                    </a:cubicBezTo>
                    <a:cubicBezTo>
                      <a:pt x="20" y="19"/>
                      <a:pt x="20" y="19"/>
                      <a:pt x="20" y="19"/>
                    </a:cubicBezTo>
                    <a:cubicBezTo>
                      <a:pt x="20" y="18"/>
                      <a:pt x="20" y="18"/>
                      <a:pt x="20" y="18"/>
                    </a:cubicBezTo>
                    <a:cubicBezTo>
                      <a:pt x="20" y="18"/>
                      <a:pt x="20" y="18"/>
                      <a:pt x="20" y="18"/>
                    </a:cubicBezTo>
                    <a:close/>
                    <a:moveTo>
                      <a:pt x="20" y="18"/>
                    </a:moveTo>
                    <a:cubicBezTo>
                      <a:pt x="20" y="18"/>
                      <a:pt x="20" y="18"/>
                      <a:pt x="20" y="18"/>
                    </a:cubicBezTo>
                    <a:cubicBezTo>
                      <a:pt x="20" y="18"/>
                      <a:pt x="20" y="18"/>
                      <a:pt x="20" y="18"/>
                    </a:cubicBezTo>
                    <a:cubicBezTo>
                      <a:pt x="20" y="18"/>
                      <a:pt x="20" y="18"/>
                      <a:pt x="20" y="18"/>
                    </a:cubicBezTo>
                    <a:close/>
                    <a:moveTo>
                      <a:pt x="21" y="19"/>
                    </a:moveTo>
                    <a:cubicBezTo>
                      <a:pt x="21" y="19"/>
                      <a:pt x="21" y="19"/>
                      <a:pt x="21" y="19"/>
                    </a:cubicBezTo>
                    <a:cubicBezTo>
                      <a:pt x="20" y="19"/>
                      <a:pt x="20" y="19"/>
                      <a:pt x="20" y="19"/>
                    </a:cubicBezTo>
                    <a:cubicBezTo>
                      <a:pt x="20" y="19"/>
                      <a:pt x="20" y="19"/>
                      <a:pt x="20" y="18"/>
                    </a:cubicBezTo>
                    <a:cubicBezTo>
                      <a:pt x="20" y="19"/>
                      <a:pt x="20" y="19"/>
                      <a:pt x="21" y="19"/>
                    </a:cubicBezTo>
                    <a:close/>
                    <a:moveTo>
                      <a:pt x="20" y="18"/>
                    </a:moveTo>
                    <a:cubicBezTo>
                      <a:pt x="20" y="19"/>
                      <a:pt x="20" y="19"/>
                      <a:pt x="21" y="19"/>
                    </a:cubicBezTo>
                    <a:cubicBezTo>
                      <a:pt x="21" y="19"/>
                      <a:pt x="21" y="19"/>
                      <a:pt x="21" y="19"/>
                    </a:cubicBezTo>
                    <a:cubicBezTo>
                      <a:pt x="20" y="19"/>
                      <a:pt x="20" y="18"/>
                      <a:pt x="20" y="18"/>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0" y="18"/>
                    </a:moveTo>
                    <a:cubicBezTo>
                      <a:pt x="20" y="18"/>
                      <a:pt x="20" y="18"/>
                      <a:pt x="20" y="18"/>
                    </a:cubicBezTo>
                    <a:cubicBezTo>
                      <a:pt x="20" y="18"/>
                      <a:pt x="20" y="18"/>
                      <a:pt x="21" y="19"/>
                    </a:cubicBezTo>
                    <a:lnTo>
                      <a:pt x="20" y="18"/>
                    </a:lnTo>
                    <a:close/>
                    <a:moveTo>
                      <a:pt x="19" y="18"/>
                    </a:moveTo>
                    <a:cubicBezTo>
                      <a:pt x="20" y="17"/>
                      <a:pt x="20" y="17"/>
                      <a:pt x="20" y="17"/>
                    </a:cubicBezTo>
                    <a:cubicBezTo>
                      <a:pt x="19" y="18"/>
                      <a:pt x="19" y="18"/>
                      <a:pt x="19" y="18"/>
                    </a:cubicBezTo>
                    <a:cubicBezTo>
                      <a:pt x="19" y="18"/>
                      <a:pt x="19" y="18"/>
                      <a:pt x="19" y="18"/>
                    </a:cubicBezTo>
                    <a:close/>
                    <a:moveTo>
                      <a:pt x="19" y="18"/>
                    </a:moveTo>
                    <a:cubicBezTo>
                      <a:pt x="20" y="18"/>
                      <a:pt x="20" y="18"/>
                      <a:pt x="20" y="18"/>
                    </a:cubicBezTo>
                    <a:cubicBezTo>
                      <a:pt x="20" y="18"/>
                      <a:pt x="19" y="18"/>
                      <a:pt x="19" y="18"/>
                    </a:cubicBezTo>
                    <a:cubicBezTo>
                      <a:pt x="19" y="18"/>
                      <a:pt x="19" y="18"/>
                      <a:pt x="19" y="18"/>
                    </a:cubicBezTo>
                    <a:close/>
                    <a:moveTo>
                      <a:pt x="18" y="18"/>
                    </a:moveTo>
                    <a:cubicBezTo>
                      <a:pt x="19" y="18"/>
                      <a:pt x="19" y="18"/>
                      <a:pt x="19" y="18"/>
                    </a:cubicBezTo>
                    <a:cubicBezTo>
                      <a:pt x="19" y="18"/>
                      <a:pt x="19" y="18"/>
                      <a:pt x="19" y="18"/>
                    </a:cubicBezTo>
                    <a:cubicBezTo>
                      <a:pt x="18" y="18"/>
                      <a:pt x="18" y="18"/>
                      <a:pt x="18" y="18"/>
                    </a:cubicBezTo>
                    <a:close/>
                    <a:moveTo>
                      <a:pt x="18" y="18"/>
                    </a:moveTo>
                    <a:cubicBezTo>
                      <a:pt x="18" y="18"/>
                      <a:pt x="18" y="18"/>
                      <a:pt x="18" y="18"/>
                    </a:cubicBezTo>
                    <a:cubicBezTo>
                      <a:pt x="19" y="18"/>
                      <a:pt x="19" y="18"/>
                      <a:pt x="19" y="18"/>
                    </a:cubicBezTo>
                    <a:cubicBezTo>
                      <a:pt x="19" y="18"/>
                      <a:pt x="19" y="18"/>
                      <a:pt x="19" y="18"/>
                    </a:cubicBezTo>
                    <a:cubicBezTo>
                      <a:pt x="19"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7" y="18"/>
                      <a:pt x="17" y="18"/>
                      <a:pt x="17" y="18"/>
                    </a:cubicBezTo>
                    <a:cubicBezTo>
                      <a:pt x="17" y="18"/>
                      <a:pt x="18" y="18"/>
                      <a:pt x="18" y="18"/>
                    </a:cubicBezTo>
                    <a:cubicBezTo>
                      <a:pt x="18" y="18"/>
                      <a:pt x="18" y="18"/>
                      <a:pt x="18" y="18"/>
                    </a:cubicBezTo>
                    <a:cubicBezTo>
                      <a:pt x="16" y="19"/>
                      <a:pt x="18" y="18"/>
                      <a:pt x="16" y="18"/>
                    </a:cubicBezTo>
                    <a:cubicBezTo>
                      <a:pt x="18" y="18"/>
                      <a:pt x="16" y="18"/>
                      <a:pt x="18" y="18"/>
                    </a:cubicBezTo>
                    <a:cubicBezTo>
                      <a:pt x="18" y="18"/>
                      <a:pt x="18" y="18"/>
                      <a:pt x="18" y="18"/>
                    </a:cubicBezTo>
                    <a:cubicBezTo>
                      <a:pt x="18" y="18"/>
                      <a:pt x="18" y="18"/>
                      <a:pt x="18" y="18"/>
                    </a:cubicBezTo>
                    <a:cubicBezTo>
                      <a:pt x="18" y="18"/>
                      <a:pt x="18" y="18"/>
                      <a:pt x="18" y="18"/>
                    </a:cubicBezTo>
                    <a:cubicBezTo>
                      <a:pt x="16" y="18"/>
                      <a:pt x="17" y="18"/>
                      <a:pt x="18" y="18"/>
                    </a:cubicBezTo>
                    <a:cubicBezTo>
                      <a:pt x="18" y="18"/>
                      <a:pt x="18" y="18"/>
                      <a:pt x="18" y="18"/>
                    </a:cubicBezTo>
                    <a:cubicBezTo>
                      <a:pt x="17" y="18"/>
                      <a:pt x="18" y="18"/>
                      <a:pt x="17" y="18"/>
                    </a:cubicBezTo>
                    <a:cubicBezTo>
                      <a:pt x="17" y="18"/>
                      <a:pt x="17" y="18"/>
                      <a:pt x="17" y="18"/>
                    </a:cubicBezTo>
                    <a:cubicBezTo>
                      <a:pt x="15" y="18"/>
                      <a:pt x="15" y="18"/>
                      <a:pt x="15" y="18"/>
                    </a:cubicBezTo>
                    <a:cubicBezTo>
                      <a:pt x="15" y="18"/>
                      <a:pt x="17" y="18"/>
                      <a:pt x="18" y="18"/>
                    </a:cubicBezTo>
                    <a:cubicBezTo>
                      <a:pt x="17" y="18"/>
                      <a:pt x="17"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7" y="18"/>
                      <a:pt x="17" y="18"/>
                      <a:pt x="17" y="19"/>
                    </a:cubicBezTo>
                    <a:cubicBezTo>
                      <a:pt x="16" y="19"/>
                      <a:pt x="17" y="18"/>
                      <a:pt x="18" y="18"/>
                    </a:cubicBezTo>
                    <a:cubicBezTo>
                      <a:pt x="16" y="19"/>
                      <a:pt x="17" y="18"/>
                      <a:pt x="16" y="19"/>
                    </a:cubicBezTo>
                    <a:cubicBezTo>
                      <a:pt x="16" y="19"/>
                      <a:pt x="17" y="19"/>
                      <a:pt x="17" y="19"/>
                    </a:cubicBezTo>
                    <a:cubicBezTo>
                      <a:pt x="17" y="19"/>
                      <a:pt x="19" y="18"/>
                      <a:pt x="17" y="19"/>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9" y="18"/>
                    </a:cubicBezTo>
                    <a:cubicBezTo>
                      <a:pt x="18" y="18"/>
                      <a:pt x="18" y="19"/>
                      <a:pt x="18"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6" y="19"/>
                      <a:pt x="16" y="19"/>
                    </a:cubicBezTo>
                    <a:cubicBezTo>
                      <a:pt x="16" y="19"/>
                      <a:pt x="16" y="19"/>
                      <a:pt x="16" y="19"/>
                    </a:cubicBezTo>
                    <a:cubicBezTo>
                      <a:pt x="16" y="19"/>
                      <a:pt x="16" y="19"/>
                      <a:pt x="16" y="19"/>
                    </a:cubicBezTo>
                    <a:cubicBezTo>
                      <a:pt x="16" y="19"/>
                      <a:pt x="15" y="18"/>
                      <a:pt x="15" y="18"/>
                    </a:cubicBezTo>
                    <a:cubicBezTo>
                      <a:pt x="16" y="18"/>
                      <a:pt x="16" y="18"/>
                      <a:pt x="16" y="19"/>
                    </a:cubicBezTo>
                    <a:cubicBezTo>
                      <a:pt x="18" y="18"/>
                      <a:pt x="15" y="19"/>
                      <a:pt x="18" y="18"/>
                    </a:cubicBezTo>
                    <a:close/>
                    <a:moveTo>
                      <a:pt x="17" y="24"/>
                    </a:moveTo>
                    <a:cubicBezTo>
                      <a:pt x="17" y="24"/>
                      <a:pt x="17" y="24"/>
                      <a:pt x="17" y="24"/>
                    </a:cubicBezTo>
                    <a:cubicBezTo>
                      <a:pt x="17" y="24"/>
                      <a:pt x="16" y="24"/>
                      <a:pt x="16" y="24"/>
                    </a:cubicBezTo>
                    <a:cubicBezTo>
                      <a:pt x="16" y="24"/>
                      <a:pt x="15" y="24"/>
                      <a:pt x="15" y="23"/>
                    </a:cubicBezTo>
                    <a:cubicBezTo>
                      <a:pt x="16" y="23"/>
                      <a:pt x="16" y="24"/>
                      <a:pt x="17" y="24"/>
                    </a:cubicBezTo>
                    <a:close/>
                    <a:moveTo>
                      <a:pt x="15" y="26"/>
                    </a:moveTo>
                    <a:cubicBezTo>
                      <a:pt x="15" y="26"/>
                      <a:pt x="15" y="26"/>
                      <a:pt x="15" y="26"/>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5" y="26"/>
                      <a:pt x="15" y="26"/>
                      <a:pt x="15" y="27"/>
                    </a:cubicBezTo>
                    <a:cubicBezTo>
                      <a:pt x="15" y="26"/>
                      <a:pt x="15" y="26"/>
                      <a:pt x="15" y="26"/>
                    </a:cubicBezTo>
                    <a:cubicBezTo>
                      <a:pt x="15" y="26"/>
                      <a:pt x="15" y="26"/>
                      <a:pt x="15" y="26"/>
                    </a:cubicBezTo>
                    <a:close/>
                    <a:moveTo>
                      <a:pt x="15" y="26"/>
                    </a:moveTo>
                    <a:cubicBezTo>
                      <a:pt x="14" y="27"/>
                      <a:pt x="15" y="26"/>
                      <a:pt x="14" y="27"/>
                    </a:cubicBezTo>
                    <a:cubicBezTo>
                      <a:pt x="14" y="27"/>
                      <a:pt x="14" y="27"/>
                      <a:pt x="14" y="26"/>
                    </a:cubicBezTo>
                    <a:cubicBezTo>
                      <a:pt x="14" y="26"/>
                      <a:pt x="15" y="26"/>
                      <a:pt x="15" y="26"/>
                    </a:cubicBezTo>
                    <a:close/>
                    <a:moveTo>
                      <a:pt x="15" y="29"/>
                    </a:moveTo>
                    <a:cubicBezTo>
                      <a:pt x="14" y="30"/>
                      <a:pt x="14" y="30"/>
                      <a:pt x="14" y="29"/>
                    </a:cubicBezTo>
                    <a:cubicBezTo>
                      <a:pt x="14" y="29"/>
                      <a:pt x="14" y="29"/>
                      <a:pt x="15" y="29"/>
                    </a:cubicBezTo>
                    <a:close/>
                    <a:moveTo>
                      <a:pt x="13" y="28"/>
                    </a:moveTo>
                    <a:cubicBezTo>
                      <a:pt x="13" y="28"/>
                      <a:pt x="13" y="27"/>
                      <a:pt x="13" y="27"/>
                    </a:cubicBezTo>
                    <a:cubicBezTo>
                      <a:pt x="13" y="27"/>
                      <a:pt x="13" y="28"/>
                      <a:pt x="13" y="28"/>
                    </a:cubicBezTo>
                    <a:cubicBezTo>
                      <a:pt x="13" y="28"/>
                      <a:pt x="13" y="28"/>
                      <a:pt x="13" y="28"/>
                    </a:cubicBezTo>
                    <a:cubicBezTo>
                      <a:pt x="13" y="28"/>
                      <a:pt x="12" y="28"/>
                      <a:pt x="12" y="29"/>
                    </a:cubicBezTo>
                    <a:lnTo>
                      <a:pt x="13" y="28"/>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3" name="Freeform 287"/>
              <p:cNvSpPr/>
              <p:nvPr/>
            </p:nvSpPr>
            <p:spPr bwMode="auto">
              <a:xfrm>
                <a:off x="3608" y="1908"/>
                <a:ext cx="4" cy="6"/>
              </a:xfrm>
              <a:custGeom>
                <a:avLst/>
                <a:gdLst>
                  <a:gd name="T0" fmla="*/ 1 w 2"/>
                  <a:gd name="T1" fmla="*/ 0 h 3"/>
                  <a:gd name="T2" fmla="*/ 0 w 2"/>
                  <a:gd name="T3" fmla="*/ 2 h 3"/>
                  <a:gd name="T4" fmla="*/ 1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0" y="1"/>
                      <a:pt x="0" y="2"/>
                    </a:cubicBezTo>
                    <a:cubicBezTo>
                      <a:pt x="1" y="2"/>
                      <a:pt x="1" y="2"/>
                      <a:pt x="1" y="3"/>
                    </a:cubicBezTo>
                    <a:cubicBezTo>
                      <a:pt x="2"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4" name="Freeform 288"/>
              <p:cNvSpPr/>
              <p:nvPr/>
            </p:nvSpPr>
            <p:spPr bwMode="auto">
              <a:xfrm>
                <a:off x="4113" y="1587"/>
                <a:ext cx="4" cy="5"/>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1" y="2"/>
                      <a:pt x="1" y="2"/>
                      <a:pt x="2" y="2"/>
                    </a:cubicBezTo>
                    <a:cubicBezTo>
                      <a:pt x="0" y="0"/>
                      <a:pt x="1"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5" name="Freeform 289"/>
              <p:cNvSpPr/>
              <p:nvPr/>
            </p:nvSpPr>
            <p:spPr bwMode="auto">
              <a:xfrm>
                <a:off x="3593" y="182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6" name="Freeform 290"/>
              <p:cNvSpPr/>
              <p:nvPr/>
            </p:nvSpPr>
            <p:spPr bwMode="auto">
              <a:xfrm>
                <a:off x="4251" y="1730"/>
                <a:ext cx="4" cy="4"/>
              </a:xfrm>
              <a:custGeom>
                <a:avLst/>
                <a:gdLst>
                  <a:gd name="T0" fmla="*/ 0 w 4"/>
                  <a:gd name="T1" fmla="*/ 2 h 4"/>
                  <a:gd name="T2" fmla="*/ 2 w 4"/>
                  <a:gd name="T3" fmla="*/ 4 h 4"/>
                  <a:gd name="T4" fmla="*/ 4 w 4"/>
                  <a:gd name="T5" fmla="*/ 0 h 4"/>
                  <a:gd name="T6" fmla="*/ 0 w 4"/>
                  <a:gd name="T7" fmla="*/ 2 h 4"/>
                </a:gdLst>
                <a:ahLst/>
                <a:cxnLst>
                  <a:cxn ang="0">
                    <a:pos x="T0" y="T1"/>
                  </a:cxn>
                  <a:cxn ang="0">
                    <a:pos x="T2" y="T3"/>
                  </a:cxn>
                  <a:cxn ang="0">
                    <a:pos x="T4" y="T5"/>
                  </a:cxn>
                  <a:cxn ang="0">
                    <a:pos x="T6" y="T7"/>
                  </a:cxn>
                </a:cxnLst>
                <a:rect l="0" t="0" r="r" b="b"/>
                <a:pathLst>
                  <a:path w="4" h="4">
                    <a:moveTo>
                      <a:pt x="0" y="2"/>
                    </a:moveTo>
                    <a:lnTo>
                      <a:pt x="2" y="4"/>
                    </a:lnTo>
                    <a:lnTo>
                      <a:pt x="4"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7" name="Freeform 291"/>
              <p:cNvSpPr/>
              <p:nvPr/>
            </p:nvSpPr>
            <p:spPr bwMode="auto">
              <a:xfrm>
                <a:off x="3980" y="243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8" name="Freeform 292"/>
              <p:cNvSpPr/>
              <p:nvPr/>
            </p:nvSpPr>
            <p:spPr bwMode="auto">
              <a:xfrm>
                <a:off x="3980" y="2446"/>
                <a:ext cx="4" cy="5"/>
              </a:xfrm>
              <a:custGeom>
                <a:avLst/>
                <a:gdLst>
                  <a:gd name="T0" fmla="*/ 1 w 2"/>
                  <a:gd name="T1" fmla="*/ 1 h 2"/>
                  <a:gd name="T2" fmla="*/ 1 w 2"/>
                  <a:gd name="T3" fmla="*/ 0 h 2"/>
                  <a:gd name="T4" fmla="*/ 1 w 2"/>
                  <a:gd name="T5" fmla="*/ 1 h 2"/>
                </a:gdLst>
                <a:ahLst/>
                <a:cxnLst>
                  <a:cxn ang="0">
                    <a:pos x="T0" y="T1"/>
                  </a:cxn>
                  <a:cxn ang="0">
                    <a:pos x="T2" y="T3"/>
                  </a:cxn>
                  <a:cxn ang="0">
                    <a:pos x="T4" y="T5"/>
                  </a:cxn>
                </a:cxnLst>
                <a:rect l="0" t="0" r="r" b="b"/>
                <a:pathLst>
                  <a:path w="2" h="2">
                    <a:moveTo>
                      <a:pt x="1" y="1"/>
                    </a:moveTo>
                    <a:cubicBezTo>
                      <a:pt x="2" y="2"/>
                      <a:pt x="0" y="0"/>
                      <a:pt x="1" y="0"/>
                    </a:cubicBezTo>
                    <a:cubicBezTo>
                      <a:pt x="0" y="0"/>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9" name="Freeform 293"/>
              <p:cNvSpPr/>
              <p:nvPr/>
            </p:nvSpPr>
            <p:spPr bwMode="auto">
              <a:xfrm>
                <a:off x="4062" y="225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0" name="Freeform 294"/>
              <p:cNvSpPr/>
              <p:nvPr/>
            </p:nvSpPr>
            <p:spPr bwMode="auto">
              <a:xfrm>
                <a:off x="4162" y="2200"/>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1" y="2"/>
                      <a:pt x="1" y="1"/>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1" name="Freeform 295"/>
              <p:cNvSpPr/>
              <p:nvPr/>
            </p:nvSpPr>
            <p:spPr bwMode="auto">
              <a:xfrm>
                <a:off x="4164" y="2139"/>
                <a:ext cx="4" cy="2"/>
              </a:xfrm>
              <a:custGeom>
                <a:avLst/>
                <a:gdLst>
                  <a:gd name="T0" fmla="*/ 4 w 4"/>
                  <a:gd name="T1" fmla="*/ 2 h 2"/>
                  <a:gd name="T2" fmla="*/ 4 w 4"/>
                  <a:gd name="T3" fmla="*/ 0 h 2"/>
                  <a:gd name="T4" fmla="*/ 0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4" y="0"/>
                    </a:lnTo>
                    <a:lnTo>
                      <a:pt x="0" y="2"/>
                    </a:lnTo>
                    <a:lnTo>
                      <a:pt x="4"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2" name="Freeform 296"/>
              <p:cNvSpPr/>
              <p:nvPr/>
            </p:nvSpPr>
            <p:spPr bwMode="auto">
              <a:xfrm>
                <a:off x="3606" y="1819"/>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3" name="Oval 297"/>
              <p:cNvSpPr>
                <a:spLocks noChangeArrowheads="1"/>
              </p:cNvSpPr>
              <p:nvPr/>
            </p:nvSpPr>
            <p:spPr bwMode="auto">
              <a:xfrm>
                <a:off x="3598" y="1817"/>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4" name="Oval 298"/>
              <p:cNvSpPr>
                <a:spLocks noChangeArrowheads="1"/>
              </p:cNvSpPr>
              <p:nvPr/>
            </p:nvSpPr>
            <p:spPr bwMode="auto">
              <a:xfrm>
                <a:off x="3600" y="1817"/>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5" name="Freeform 299"/>
              <p:cNvSpPr/>
              <p:nvPr/>
            </p:nvSpPr>
            <p:spPr bwMode="auto">
              <a:xfrm>
                <a:off x="3598" y="1817"/>
                <a:ext cx="2" cy="0"/>
              </a:xfrm>
              <a:custGeom>
                <a:avLst/>
                <a:gdLst>
                  <a:gd name="T0" fmla="*/ 0 w 1"/>
                  <a:gd name="T1" fmla="*/ 0 w 1"/>
                  <a:gd name="T2" fmla="*/ 0 w 1"/>
                  <a:gd name="T3" fmla="*/ 0 w 1"/>
                  <a:gd name="T4" fmla="*/ 0 w 1"/>
                  <a:gd name="T5" fmla="*/ 1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6" name="Oval 300"/>
              <p:cNvSpPr>
                <a:spLocks noChangeArrowheads="1"/>
              </p:cNvSpPr>
              <p:nvPr/>
            </p:nvSpPr>
            <p:spPr bwMode="auto">
              <a:xfrm>
                <a:off x="3602" y="1819"/>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7" name="Freeform 301"/>
              <p:cNvSpPr/>
              <p:nvPr/>
            </p:nvSpPr>
            <p:spPr bwMode="auto">
              <a:xfrm>
                <a:off x="3602" y="1817"/>
                <a:ext cx="0" cy="2"/>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8" name="Freeform 302"/>
              <p:cNvSpPr/>
              <p:nvPr/>
            </p:nvSpPr>
            <p:spPr bwMode="auto">
              <a:xfrm>
                <a:off x="3602" y="1817"/>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9" name="Oval 303"/>
              <p:cNvSpPr>
                <a:spLocks noChangeArrowheads="1"/>
              </p:cNvSpPr>
              <p:nvPr/>
            </p:nvSpPr>
            <p:spPr bwMode="auto">
              <a:xfrm>
                <a:off x="3593" y="1814"/>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0" name="Freeform 304"/>
              <p:cNvSpPr/>
              <p:nvPr/>
            </p:nvSpPr>
            <p:spPr bwMode="auto">
              <a:xfrm>
                <a:off x="3598" y="1814"/>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1" name="Freeform 305"/>
              <p:cNvSpPr/>
              <p:nvPr/>
            </p:nvSpPr>
            <p:spPr bwMode="auto">
              <a:xfrm>
                <a:off x="3598" y="181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2" name="Oval 306"/>
              <p:cNvSpPr>
                <a:spLocks noChangeArrowheads="1"/>
              </p:cNvSpPr>
              <p:nvPr/>
            </p:nvSpPr>
            <p:spPr bwMode="auto">
              <a:xfrm>
                <a:off x="3612" y="1821"/>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3" name="Freeform 307"/>
              <p:cNvSpPr/>
              <p:nvPr/>
            </p:nvSpPr>
            <p:spPr bwMode="auto">
              <a:xfrm>
                <a:off x="3977" y="2478"/>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4" name="Freeform 308"/>
              <p:cNvSpPr/>
              <p:nvPr/>
            </p:nvSpPr>
            <p:spPr bwMode="auto">
              <a:xfrm>
                <a:off x="3595" y="1812"/>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1" y="0"/>
                      <a:pt x="1"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5" name="Freeform 309"/>
              <p:cNvSpPr/>
              <p:nvPr/>
            </p:nvSpPr>
            <p:spPr bwMode="auto">
              <a:xfrm>
                <a:off x="3598" y="181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6" name="Freeform 310"/>
              <p:cNvSpPr/>
              <p:nvPr/>
            </p:nvSpPr>
            <p:spPr bwMode="auto">
              <a:xfrm>
                <a:off x="3967" y="2491"/>
                <a:ext cx="4" cy="4"/>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7" name="Freeform 311"/>
              <p:cNvSpPr/>
              <p:nvPr/>
            </p:nvSpPr>
            <p:spPr bwMode="auto">
              <a:xfrm>
                <a:off x="3825" y="2268"/>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1"/>
                      <a:pt x="1" y="1"/>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8" name="Freeform 312"/>
              <p:cNvSpPr/>
              <p:nvPr/>
            </p:nvSpPr>
            <p:spPr bwMode="auto">
              <a:xfrm>
                <a:off x="3810" y="2268"/>
                <a:ext cx="8" cy="2"/>
              </a:xfrm>
              <a:custGeom>
                <a:avLst/>
                <a:gdLst>
                  <a:gd name="T0" fmla="*/ 4 w 4"/>
                  <a:gd name="T1" fmla="*/ 0 h 1"/>
                  <a:gd name="T2" fmla="*/ 0 w 4"/>
                  <a:gd name="T3" fmla="*/ 0 h 1"/>
                  <a:gd name="T4" fmla="*/ 4 w 4"/>
                  <a:gd name="T5" fmla="*/ 0 h 1"/>
                </a:gdLst>
                <a:ahLst/>
                <a:cxnLst>
                  <a:cxn ang="0">
                    <a:pos x="T0" y="T1"/>
                  </a:cxn>
                  <a:cxn ang="0">
                    <a:pos x="T2" y="T3"/>
                  </a:cxn>
                  <a:cxn ang="0">
                    <a:pos x="T4" y="T5"/>
                  </a:cxn>
                </a:cxnLst>
                <a:rect l="0" t="0" r="r" b="b"/>
                <a:pathLst>
                  <a:path w="4" h="1">
                    <a:moveTo>
                      <a:pt x="4" y="0"/>
                    </a:moveTo>
                    <a:cubicBezTo>
                      <a:pt x="0" y="0"/>
                      <a:pt x="0" y="0"/>
                      <a:pt x="0" y="0"/>
                    </a:cubicBezTo>
                    <a:cubicBezTo>
                      <a:pt x="2" y="1"/>
                      <a:pt x="2" y="0"/>
                      <a:pt x="4"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9" name="Freeform 313"/>
              <p:cNvSpPr/>
              <p:nvPr/>
            </p:nvSpPr>
            <p:spPr bwMode="auto">
              <a:xfrm>
                <a:off x="3835" y="2275"/>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0" name="Freeform 314"/>
              <p:cNvSpPr/>
              <p:nvPr/>
            </p:nvSpPr>
            <p:spPr bwMode="auto">
              <a:xfrm>
                <a:off x="3833" y="2268"/>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0"/>
                      <a:pt x="0" y="1"/>
                    </a:cubicBezTo>
                    <a:cubicBezTo>
                      <a:pt x="1" y="2"/>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1" name="Freeform 315"/>
              <p:cNvSpPr/>
              <p:nvPr/>
            </p:nvSpPr>
            <p:spPr bwMode="auto">
              <a:xfrm>
                <a:off x="3833" y="2328"/>
                <a:ext cx="9" cy="2"/>
              </a:xfrm>
              <a:custGeom>
                <a:avLst/>
                <a:gdLst>
                  <a:gd name="T0" fmla="*/ 0 w 4"/>
                  <a:gd name="T1" fmla="*/ 1 h 1"/>
                  <a:gd name="T2" fmla="*/ 4 w 4"/>
                  <a:gd name="T3" fmla="*/ 0 h 1"/>
                  <a:gd name="T4" fmla="*/ 4 w 4"/>
                  <a:gd name="T5" fmla="*/ 0 h 1"/>
                  <a:gd name="T6" fmla="*/ 3 w 4"/>
                  <a:gd name="T7" fmla="*/ 0 h 1"/>
                  <a:gd name="T8" fmla="*/ 2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1" y="1"/>
                      <a:pt x="3" y="0"/>
                      <a:pt x="4" y="0"/>
                    </a:cubicBezTo>
                    <a:cubicBezTo>
                      <a:pt x="4" y="0"/>
                      <a:pt x="4" y="0"/>
                      <a:pt x="4" y="0"/>
                    </a:cubicBezTo>
                    <a:cubicBezTo>
                      <a:pt x="4" y="0"/>
                      <a:pt x="3" y="0"/>
                      <a:pt x="3" y="0"/>
                    </a:cubicBezTo>
                    <a:cubicBezTo>
                      <a:pt x="2" y="0"/>
                      <a:pt x="1" y="0"/>
                      <a:pt x="2" y="0"/>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2" name="Freeform 316"/>
              <p:cNvSpPr/>
              <p:nvPr/>
            </p:nvSpPr>
            <p:spPr bwMode="auto">
              <a:xfrm>
                <a:off x="3837" y="2330"/>
                <a:ext cx="5" cy="2"/>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1"/>
                      <a:pt x="2"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3" name="Freeform 317"/>
              <p:cNvSpPr/>
              <p:nvPr/>
            </p:nvSpPr>
            <p:spPr bwMode="auto">
              <a:xfrm>
                <a:off x="3839" y="2328"/>
                <a:ext cx="5" cy="0"/>
              </a:xfrm>
              <a:custGeom>
                <a:avLst/>
                <a:gdLst>
                  <a:gd name="T0" fmla="*/ 1 w 2"/>
                  <a:gd name="T1" fmla="*/ 0 w 2"/>
                  <a:gd name="T2" fmla="*/ 1 w 2"/>
                  <a:gd name="T3" fmla="*/ 1 w 2"/>
                </a:gdLst>
                <a:ahLst/>
                <a:cxnLst>
                  <a:cxn ang="0">
                    <a:pos x="T0" y="0"/>
                  </a:cxn>
                  <a:cxn ang="0">
                    <a:pos x="T1" y="0"/>
                  </a:cxn>
                  <a:cxn ang="0">
                    <a:pos x="T2" y="0"/>
                  </a:cxn>
                  <a:cxn ang="0">
                    <a:pos x="T3" y="0"/>
                  </a:cxn>
                </a:cxnLst>
                <a:rect l="0" t="0" r="r" b="b"/>
                <a:pathLst>
                  <a:path w="2">
                    <a:moveTo>
                      <a:pt x="1" y="0"/>
                    </a:moveTo>
                    <a:cubicBezTo>
                      <a:pt x="1" y="0"/>
                      <a:pt x="0" y="0"/>
                      <a:pt x="0" y="0"/>
                    </a:cubicBezTo>
                    <a:cubicBezTo>
                      <a:pt x="0" y="0"/>
                      <a:pt x="1" y="0"/>
                      <a:pt x="1" y="0"/>
                    </a:cubicBezTo>
                    <a:cubicBezTo>
                      <a:pt x="1"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4" name="Freeform 318"/>
              <p:cNvSpPr/>
              <p:nvPr/>
            </p:nvSpPr>
            <p:spPr bwMode="auto">
              <a:xfrm>
                <a:off x="3827" y="2268"/>
                <a:ext cx="2"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0" y="0"/>
                    </a:cubicBezTo>
                    <a:lnTo>
                      <a:pt x="1"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5" name="Freeform 319"/>
              <p:cNvSpPr/>
              <p:nvPr/>
            </p:nvSpPr>
            <p:spPr bwMode="auto">
              <a:xfrm>
                <a:off x="3729" y="2856"/>
                <a:ext cx="6" cy="4"/>
              </a:xfrm>
              <a:custGeom>
                <a:avLst/>
                <a:gdLst>
                  <a:gd name="T0" fmla="*/ 3 w 3"/>
                  <a:gd name="T1" fmla="*/ 0 h 2"/>
                  <a:gd name="T2" fmla="*/ 0 w 3"/>
                  <a:gd name="T3" fmla="*/ 2 h 2"/>
                  <a:gd name="T4" fmla="*/ 3 w 3"/>
                  <a:gd name="T5" fmla="*/ 0 h 2"/>
                </a:gdLst>
                <a:ahLst/>
                <a:cxnLst>
                  <a:cxn ang="0">
                    <a:pos x="T0" y="T1"/>
                  </a:cxn>
                  <a:cxn ang="0">
                    <a:pos x="T2" y="T3"/>
                  </a:cxn>
                  <a:cxn ang="0">
                    <a:pos x="T4" y="T5"/>
                  </a:cxn>
                </a:cxnLst>
                <a:rect l="0" t="0" r="r" b="b"/>
                <a:pathLst>
                  <a:path w="3" h="2">
                    <a:moveTo>
                      <a:pt x="3" y="0"/>
                    </a:moveTo>
                    <a:cubicBezTo>
                      <a:pt x="0" y="2"/>
                      <a:pt x="0" y="2"/>
                      <a:pt x="0" y="2"/>
                    </a:cubicBezTo>
                    <a:cubicBezTo>
                      <a:pt x="2" y="1"/>
                      <a:pt x="2" y="1"/>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6" name="Freeform 320"/>
              <p:cNvSpPr/>
              <p:nvPr/>
            </p:nvSpPr>
            <p:spPr bwMode="auto">
              <a:xfrm>
                <a:off x="3731" y="2854"/>
                <a:ext cx="2" cy="4"/>
              </a:xfrm>
              <a:custGeom>
                <a:avLst/>
                <a:gdLst>
                  <a:gd name="T0" fmla="*/ 0 w 1"/>
                  <a:gd name="T1" fmla="*/ 0 h 2"/>
                  <a:gd name="T2" fmla="*/ 1 w 1"/>
                  <a:gd name="T3" fmla="*/ 0 h 2"/>
                  <a:gd name="T4" fmla="*/ 0 w 1"/>
                  <a:gd name="T5" fmla="*/ 0 h 2"/>
                </a:gdLst>
                <a:ahLst/>
                <a:cxnLst>
                  <a:cxn ang="0">
                    <a:pos x="T0" y="T1"/>
                  </a:cxn>
                  <a:cxn ang="0">
                    <a:pos x="T2" y="T3"/>
                  </a:cxn>
                  <a:cxn ang="0">
                    <a:pos x="T4" y="T5"/>
                  </a:cxn>
                </a:cxnLst>
                <a:rect l="0" t="0" r="r" b="b"/>
                <a:pathLst>
                  <a:path w="1" h="2">
                    <a:moveTo>
                      <a:pt x="0" y="0"/>
                    </a:moveTo>
                    <a:cubicBezTo>
                      <a:pt x="0" y="2"/>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7" name="Freeform 321"/>
              <p:cNvSpPr/>
              <p:nvPr/>
            </p:nvSpPr>
            <p:spPr bwMode="auto">
              <a:xfrm>
                <a:off x="3897" y="2822"/>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8" name="Freeform 322"/>
              <p:cNvSpPr/>
              <p:nvPr/>
            </p:nvSpPr>
            <p:spPr bwMode="auto">
              <a:xfrm>
                <a:off x="4007" y="2790"/>
                <a:ext cx="2" cy="4"/>
              </a:xfrm>
              <a:custGeom>
                <a:avLst/>
                <a:gdLst>
                  <a:gd name="T0" fmla="*/ 2 w 2"/>
                  <a:gd name="T1" fmla="*/ 4 h 4"/>
                  <a:gd name="T2" fmla="*/ 2 w 2"/>
                  <a:gd name="T3" fmla="*/ 4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2" y="4"/>
                    </a:lnTo>
                    <a:lnTo>
                      <a:pt x="0" y="0"/>
                    </a:lnTo>
                    <a:lnTo>
                      <a:pt x="2"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9" name="Freeform 323"/>
              <p:cNvSpPr/>
              <p:nvPr/>
            </p:nvSpPr>
            <p:spPr bwMode="auto">
              <a:xfrm>
                <a:off x="3971" y="2813"/>
                <a:ext cx="2" cy="4"/>
              </a:xfrm>
              <a:custGeom>
                <a:avLst/>
                <a:gdLst>
                  <a:gd name="T0" fmla="*/ 0 w 1"/>
                  <a:gd name="T1" fmla="*/ 0 h 2"/>
                  <a:gd name="T2" fmla="*/ 1 w 1"/>
                  <a:gd name="T3" fmla="*/ 1 h 2"/>
                  <a:gd name="T4" fmla="*/ 0 w 1"/>
                  <a:gd name="T5" fmla="*/ 0 h 2"/>
                </a:gdLst>
                <a:ahLst/>
                <a:cxnLst>
                  <a:cxn ang="0">
                    <a:pos x="T0" y="T1"/>
                  </a:cxn>
                  <a:cxn ang="0">
                    <a:pos x="T2" y="T3"/>
                  </a:cxn>
                  <a:cxn ang="0">
                    <a:pos x="T4" y="T5"/>
                  </a:cxn>
                </a:cxnLst>
                <a:rect l="0" t="0" r="r" b="b"/>
                <a:pathLst>
                  <a:path w="1" h="2">
                    <a:moveTo>
                      <a:pt x="0" y="0"/>
                    </a:moveTo>
                    <a:cubicBezTo>
                      <a:pt x="1" y="0"/>
                      <a:pt x="0" y="2"/>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0" name="Freeform 324"/>
              <p:cNvSpPr/>
              <p:nvPr/>
            </p:nvSpPr>
            <p:spPr bwMode="auto">
              <a:xfrm>
                <a:off x="3969" y="250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1" name="Freeform 325"/>
              <p:cNvSpPr/>
              <p:nvPr/>
            </p:nvSpPr>
            <p:spPr bwMode="auto">
              <a:xfrm>
                <a:off x="3850" y="28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2" name="Freeform 326"/>
              <p:cNvSpPr/>
              <p:nvPr/>
            </p:nvSpPr>
            <p:spPr bwMode="auto">
              <a:xfrm>
                <a:off x="3668" y="2060"/>
                <a:ext cx="8" cy="17"/>
              </a:xfrm>
              <a:custGeom>
                <a:avLst/>
                <a:gdLst>
                  <a:gd name="T0" fmla="*/ 4 w 4"/>
                  <a:gd name="T1" fmla="*/ 0 h 8"/>
                  <a:gd name="T2" fmla="*/ 0 w 4"/>
                  <a:gd name="T3" fmla="*/ 6 h 8"/>
                  <a:gd name="T4" fmla="*/ 4 w 4"/>
                  <a:gd name="T5" fmla="*/ 0 h 8"/>
                </a:gdLst>
                <a:ahLst/>
                <a:cxnLst>
                  <a:cxn ang="0">
                    <a:pos x="T0" y="T1"/>
                  </a:cxn>
                  <a:cxn ang="0">
                    <a:pos x="T2" y="T3"/>
                  </a:cxn>
                  <a:cxn ang="0">
                    <a:pos x="T4" y="T5"/>
                  </a:cxn>
                </a:cxnLst>
                <a:rect l="0" t="0" r="r" b="b"/>
                <a:pathLst>
                  <a:path w="4" h="8">
                    <a:moveTo>
                      <a:pt x="4" y="0"/>
                    </a:moveTo>
                    <a:cubicBezTo>
                      <a:pt x="2" y="1"/>
                      <a:pt x="1" y="5"/>
                      <a:pt x="0" y="6"/>
                    </a:cubicBezTo>
                    <a:cubicBezTo>
                      <a:pt x="1" y="8"/>
                      <a:pt x="3" y="1"/>
                      <a:pt x="4"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3" name="Freeform 327"/>
              <p:cNvSpPr/>
              <p:nvPr/>
            </p:nvSpPr>
            <p:spPr bwMode="auto">
              <a:xfrm>
                <a:off x="3837" y="232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4" name="Freeform 328"/>
              <p:cNvSpPr/>
              <p:nvPr/>
            </p:nvSpPr>
            <p:spPr bwMode="auto">
              <a:xfrm>
                <a:off x="3965" y="2504"/>
                <a:ext cx="4" cy="2"/>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1" y="0"/>
                      <a:pt x="1" y="0"/>
                      <a:pt x="1"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5" name="Freeform 329"/>
              <p:cNvSpPr/>
              <p:nvPr/>
            </p:nvSpPr>
            <p:spPr bwMode="auto">
              <a:xfrm>
                <a:off x="3973" y="2476"/>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0"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6" name="Freeform 330"/>
              <p:cNvSpPr/>
              <p:nvPr/>
            </p:nvSpPr>
            <p:spPr bwMode="auto">
              <a:xfrm>
                <a:off x="3965" y="2497"/>
                <a:ext cx="10" cy="4"/>
              </a:xfrm>
              <a:custGeom>
                <a:avLst/>
                <a:gdLst>
                  <a:gd name="T0" fmla="*/ 5 w 5"/>
                  <a:gd name="T1" fmla="*/ 1 h 2"/>
                  <a:gd name="T2" fmla="*/ 1 w 5"/>
                  <a:gd name="T3" fmla="*/ 2 h 2"/>
                  <a:gd name="T4" fmla="*/ 0 w 5"/>
                  <a:gd name="T5" fmla="*/ 2 h 2"/>
                  <a:gd name="T6" fmla="*/ 2 w 5"/>
                  <a:gd name="T7" fmla="*/ 2 h 2"/>
                  <a:gd name="T8" fmla="*/ 3 w 5"/>
                  <a:gd name="T9" fmla="*/ 1 h 2"/>
                  <a:gd name="T10" fmla="*/ 5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5" y="1"/>
                    </a:moveTo>
                    <a:cubicBezTo>
                      <a:pt x="4" y="0"/>
                      <a:pt x="2" y="1"/>
                      <a:pt x="1" y="2"/>
                    </a:cubicBezTo>
                    <a:cubicBezTo>
                      <a:pt x="1" y="2"/>
                      <a:pt x="1" y="2"/>
                      <a:pt x="0" y="2"/>
                    </a:cubicBezTo>
                    <a:cubicBezTo>
                      <a:pt x="1" y="2"/>
                      <a:pt x="2" y="2"/>
                      <a:pt x="2" y="2"/>
                    </a:cubicBezTo>
                    <a:cubicBezTo>
                      <a:pt x="2" y="2"/>
                      <a:pt x="4" y="2"/>
                      <a:pt x="3" y="1"/>
                    </a:cubicBezTo>
                    <a:cubicBezTo>
                      <a:pt x="4" y="1"/>
                      <a:pt x="5" y="1"/>
                      <a:pt x="5"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7" name="Freeform 331"/>
              <p:cNvSpPr/>
              <p:nvPr/>
            </p:nvSpPr>
            <p:spPr bwMode="auto">
              <a:xfrm>
                <a:off x="3835" y="2474"/>
                <a:ext cx="4" cy="0"/>
              </a:xfrm>
              <a:custGeom>
                <a:avLst/>
                <a:gdLst>
                  <a:gd name="T0" fmla="*/ 0 w 2"/>
                  <a:gd name="T1" fmla="*/ 1 w 2"/>
                  <a:gd name="T2" fmla="*/ 0 w 2"/>
                </a:gdLst>
                <a:ahLst/>
                <a:cxnLst>
                  <a:cxn ang="0">
                    <a:pos x="T0" y="0"/>
                  </a:cxn>
                  <a:cxn ang="0">
                    <a:pos x="T1" y="0"/>
                  </a:cxn>
                  <a:cxn ang="0">
                    <a:pos x="T2" y="0"/>
                  </a:cxn>
                </a:cxnLst>
                <a:rect l="0" t="0" r="r" b="b"/>
                <a:pathLst>
                  <a:path w="2">
                    <a:moveTo>
                      <a:pt x="0" y="0"/>
                    </a:moveTo>
                    <a:cubicBezTo>
                      <a:pt x="0" y="0"/>
                      <a:pt x="2"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8" name="Freeform 332"/>
              <p:cNvSpPr/>
              <p:nvPr/>
            </p:nvSpPr>
            <p:spPr bwMode="auto">
              <a:xfrm>
                <a:off x="3829" y="2345"/>
                <a:ext cx="4"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2" y="0"/>
                      <a:pt x="1" y="0"/>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9" name="Freeform 333"/>
              <p:cNvSpPr/>
              <p:nvPr/>
            </p:nvSpPr>
            <p:spPr bwMode="auto">
              <a:xfrm>
                <a:off x="3831" y="233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0" name="Freeform 334"/>
              <p:cNvSpPr/>
              <p:nvPr/>
            </p:nvSpPr>
            <p:spPr bwMode="auto">
              <a:xfrm>
                <a:off x="3850" y="2491"/>
                <a:ext cx="4" cy="2"/>
              </a:xfrm>
              <a:custGeom>
                <a:avLst/>
                <a:gdLst>
                  <a:gd name="T0" fmla="*/ 0 w 4"/>
                  <a:gd name="T1" fmla="*/ 2 h 2"/>
                  <a:gd name="T2" fmla="*/ 0 w 4"/>
                  <a:gd name="T3" fmla="*/ 2 h 2"/>
                  <a:gd name="T4" fmla="*/ 4 w 4"/>
                  <a:gd name="T5" fmla="*/ 0 h 2"/>
                  <a:gd name="T6" fmla="*/ 0 w 4"/>
                  <a:gd name="T7" fmla="*/ 2 h 2"/>
                </a:gdLst>
                <a:ahLst/>
                <a:cxnLst>
                  <a:cxn ang="0">
                    <a:pos x="T0" y="T1"/>
                  </a:cxn>
                  <a:cxn ang="0">
                    <a:pos x="T2" y="T3"/>
                  </a:cxn>
                  <a:cxn ang="0">
                    <a:pos x="T4" y="T5"/>
                  </a:cxn>
                  <a:cxn ang="0">
                    <a:pos x="T6" y="T7"/>
                  </a:cxn>
                </a:cxnLst>
                <a:rect l="0" t="0" r="r" b="b"/>
                <a:pathLst>
                  <a:path w="4" h="2">
                    <a:moveTo>
                      <a:pt x="0" y="2"/>
                    </a:moveTo>
                    <a:lnTo>
                      <a:pt x="0" y="2"/>
                    </a:lnTo>
                    <a:lnTo>
                      <a:pt x="4"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1" name="Freeform 335"/>
              <p:cNvSpPr/>
              <p:nvPr/>
            </p:nvSpPr>
            <p:spPr bwMode="auto">
              <a:xfrm>
                <a:off x="3835" y="233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2" name="Rectangle 336"/>
              <p:cNvSpPr>
                <a:spLocks noChangeArrowheads="1"/>
              </p:cNvSpPr>
              <p:nvPr/>
            </p:nvSpPr>
            <p:spPr bwMode="auto">
              <a:xfrm>
                <a:off x="3835" y="2434"/>
                <a:ext cx="2"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3" name="Freeform 337"/>
              <p:cNvSpPr/>
              <p:nvPr/>
            </p:nvSpPr>
            <p:spPr bwMode="auto">
              <a:xfrm>
                <a:off x="3831" y="2349"/>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2" y="0"/>
                      <a:pt x="2"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4" name="Freeform 338"/>
              <p:cNvSpPr/>
              <p:nvPr/>
            </p:nvSpPr>
            <p:spPr bwMode="auto">
              <a:xfrm>
                <a:off x="3602" y="1823"/>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5" name="Freeform 339"/>
              <p:cNvSpPr/>
              <p:nvPr/>
            </p:nvSpPr>
            <p:spPr bwMode="auto">
              <a:xfrm>
                <a:off x="3905" y="227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6" name="Freeform 340"/>
              <p:cNvSpPr/>
              <p:nvPr/>
            </p:nvSpPr>
            <p:spPr bwMode="auto">
              <a:xfrm>
                <a:off x="3778" y="297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7" name="Freeform 341"/>
              <p:cNvSpPr/>
              <p:nvPr/>
            </p:nvSpPr>
            <p:spPr bwMode="auto">
              <a:xfrm>
                <a:off x="3746" y="2826"/>
                <a:ext cx="399" cy="167"/>
              </a:xfrm>
              <a:custGeom>
                <a:avLst/>
                <a:gdLst>
                  <a:gd name="T0" fmla="*/ 154 w 188"/>
                  <a:gd name="T1" fmla="*/ 20 h 79"/>
                  <a:gd name="T2" fmla="*/ 145 w 188"/>
                  <a:gd name="T3" fmla="*/ 25 h 79"/>
                  <a:gd name="T4" fmla="*/ 108 w 188"/>
                  <a:gd name="T5" fmla="*/ 47 h 79"/>
                  <a:gd name="T6" fmla="*/ 94 w 188"/>
                  <a:gd name="T7" fmla="*/ 49 h 79"/>
                  <a:gd name="T8" fmla="*/ 84 w 188"/>
                  <a:gd name="T9" fmla="*/ 48 h 79"/>
                  <a:gd name="T10" fmla="*/ 64 w 188"/>
                  <a:gd name="T11" fmla="*/ 52 h 79"/>
                  <a:gd name="T12" fmla="*/ 52 w 188"/>
                  <a:gd name="T13" fmla="*/ 54 h 79"/>
                  <a:gd name="T14" fmla="*/ 33 w 188"/>
                  <a:gd name="T15" fmla="*/ 56 h 79"/>
                  <a:gd name="T16" fmla="*/ 23 w 188"/>
                  <a:gd name="T17" fmla="*/ 60 h 79"/>
                  <a:gd name="T18" fmla="*/ 12 w 188"/>
                  <a:gd name="T19" fmla="*/ 55 h 79"/>
                  <a:gd name="T20" fmla="*/ 5 w 188"/>
                  <a:gd name="T21" fmla="*/ 55 h 79"/>
                  <a:gd name="T22" fmla="*/ 5 w 188"/>
                  <a:gd name="T23" fmla="*/ 53 h 79"/>
                  <a:gd name="T24" fmla="*/ 4 w 188"/>
                  <a:gd name="T25" fmla="*/ 51 h 79"/>
                  <a:gd name="T26" fmla="*/ 3 w 188"/>
                  <a:gd name="T27" fmla="*/ 53 h 79"/>
                  <a:gd name="T28" fmla="*/ 3 w 188"/>
                  <a:gd name="T29" fmla="*/ 56 h 79"/>
                  <a:gd name="T30" fmla="*/ 0 w 188"/>
                  <a:gd name="T31" fmla="*/ 58 h 79"/>
                  <a:gd name="T32" fmla="*/ 2 w 188"/>
                  <a:gd name="T33" fmla="*/ 61 h 79"/>
                  <a:gd name="T34" fmla="*/ 13 w 188"/>
                  <a:gd name="T35" fmla="*/ 66 h 79"/>
                  <a:gd name="T36" fmla="*/ 15 w 188"/>
                  <a:gd name="T37" fmla="*/ 70 h 79"/>
                  <a:gd name="T38" fmla="*/ 16 w 188"/>
                  <a:gd name="T39" fmla="*/ 72 h 79"/>
                  <a:gd name="T40" fmla="*/ 18 w 188"/>
                  <a:gd name="T41" fmla="*/ 76 h 79"/>
                  <a:gd name="T42" fmla="*/ 21 w 188"/>
                  <a:gd name="T43" fmla="*/ 71 h 79"/>
                  <a:gd name="T44" fmla="*/ 26 w 188"/>
                  <a:gd name="T45" fmla="*/ 67 h 79"/>
                  <a:gd name="T46" fmla="*/ 27 w 188"/>
                  <a:gd name="T47" fmla="*/ 76 h 79"/>
                  <a:gd name="T48" fmla="*/ 30 w 188"/>
                  <a:gd name="T49" fmla="*/ 74 h 79"/>
                  <a:gd name="T50" fmla="*/ 31 w 188"/>
                  <a:gd name="T51" fmla="*/ 78 h 79"/>
                  <a:gd name="T52" fmla="*/ 35 w 188"/>
                  <a:gd name="T53" fmla="*/ 74 h 79"/>
                  <a:gd name="T54" fmla="*/ 38 w 188"/>
                  <a:gd name="T55" fmla="*/ 73 h 79"/>
                  <a:gd name="T56" fmla="*/ 42 w 188"/>
                  <a:gd name="T57" fmla="*/ 64 h 79"/>
                  <a:gd name="T58" fmla="*/ 43 w 188"/>
                  <a:gd name="T59" fmla="*/ 76 h 79"/>
                  <a:gd name="T60" fmla="*/ 51 w 188"/>
                  <a:gd name="T61" fmla="*/ 72 h 79"/>
                  <a:gd name="T62" fmla="*/ 57 w 188"/>
                  <a:gd name="T63" fmla="*/ 72 h 79"/>
                  <a:gd name="T64" fmla="*/ 61 w 188"/>
                  <a:gd name="T65" fmla="*/ 70 h 79"/>
                  <a:gd name="T66" fmla="*/ 70 w 188"/>
                  <a:gd name="T67" fmla="*/ 68 h 79"/>
                  <a:gd name="T68" fmla="*/ 75 w 188"/>
                  <a:gd name="T69" fmla="*/ 71 h 79"/>
                  <a:gd name="T70" fmla="*/ 77 w 188"/>
                  <a:gd name="T71" fmla="*/ 68 h 79"/>
                  <a:gd name="T72" fmla="*/ 80 w 188"/>
                  <a:gd name="T73" fmla="*/ 68 h 79"/>
                  <a:gd name="T74" fmla="*/ 81 w 188"/>
                  <a:gd name="T75" fmla="*/ 66 h 79"/>
                  <a:gd name="T76" fmla="*/ 86 w 188"/>
                  <a:gd name="T77" fmla="*/ 67 h 79"/>
                  <a:gd name="T78" fmla="*/ 92 w 188"/>
                  <a:gd name="T79" fmla="*/ 65 h 79"/>
                  <a:gd name="T80" fmla="*/ 98 w 188"/>
                  <a:gd name="T81" fmla="*/ 64 h 79"/>
                  <a:gd name="T82" fmla="*/ 104 w 188"/>
                  <a:gd name="T83" fmla="*/ 60 h 79"/>
                  <a:gd name="T84" fmla="*/ 107 w 188"/>
                  <a:gd name="T85" fmla="*/ 62 h 79"/>
                  <a:gd name="T86" fmla="*/ 108 w 188"/>
                  <a:gd name="T87" fmla="*/ 62 h 79"/>
                  <a:gd name="T88" fmla="*/ 114 w 188"/>
                  <a:gd name="T89" fmla="*/ 59 h 79"/>
                  <a:gd name="T90" fmla="*/ 119 w 188"/>
                  <a:gd name="T91" fmla="*/ 59 h 79"/>
                  <a:gd name="T92" fmla="*/ 122 w 188"/>
                  <a:gd name="T93" fmla="*/ 52 h 79"/>
                  <a:gd name="T94" fmla="*/ 126 w 188"/>
                  <a:gd name="T95" fmla="*/ 52 h 79"/>
                  <a:gd name="T96" fmla="*/ 132 w 188"/>
                  <a:gd name="T97" fmla="*/ 50 h 79"/>
                  <a:gd name="T98" fmla="*/ 139 w 188"/>
                  <a:gd name="T99" fmla="*/ 45 h 79"/>
                  <a:gd name="T100" fmla="*/ 143 w 188"/>
                  <a:gd name="T101" fmla="*/ 43 h 79"/>
                  <a:gd name="T102" fmla="*/ 156 w 188"/>
                  <a:gd name="T103" fmla="*/ 39 h 79"/>
                  <a:gd name="T104" fmla="*/ 160 w 188"/>
                  <a:gd name="T105" fmla="*/ 37 h 79"/>
                  <a:gd name="T106" fmla="*/ 167 w 188"/>
                  <a:gd name="T107" fmla="*/ 26 h 79"/>
                  <a:gd name="T108" fmla="*/ 172 w 188"/>
                  <a:gd name="T109" fmla="*/ 21 h 79"/>
                  <a:gd name="T110" fmla="*/ 180 w 188"/>
                  <a:gd name="T11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79">
                    <a:moveTo>
                      <a:pt x="180" y="0"/>
                    </a:moveTo>
                    <a:cubicBezTo>
                      <a:pt x="179" y="5"/>
                      <a:pt x="175" y="6"/>
                      <a:pt x="171" y="7"/>
                    </a:cubicBezTo>
                    <a:cubicBezTo>
                      <a:pt x="170" y="8"/>
                      <a:pt x="169" y="10"/>
                      <a:pt x="168" y="10"/>
                    </a:cubicBezTo>
                    <a:cubicBezTo>
                      <a:pt x="164" y="15"/>
                      <a:pt x="157" y="14"/>
                      <a:pt x="154" y="19"/>
                    </a:cubicBezTo>
                    <a:cubicBezTo>
                      <a:pt x="155" y="19"/>
                      <a:pt x="155" y="20"/>
                      <a:pt x="155" y="21"/>
                    </a:cubicBezTo>
                    <a:cubicBezTo>
                      <a:pt x="154" y="20"/>
                      <a:pt x="154" y="20"/>
                      <a:pt x="154" y="20"/>
                    </a:cubicBezTo>
                    <a:cubicBezTo>
                      <a:pt x="155" y="22"/>
                      <a:pt x="155" y="22"/>
                      <a:pt x="155" y="22"/>
                    </a:cubicBezTo>
                    <a:cubicBezTo>
                      <a:pt x="155" y="22"/>
                      <a:pt x="154" y="20"/>
                      <a:pt x="154" y="20"/>
                    </a:cubicBezTo>
                    <a:cubicBezTo>
                      <a:pt x="152" y="21"/>
                      <a:pt x="151" y="23"/>
                      <a:pt x="149" y="23"/>
                    </a:cubicBezTo>
                    <a:cubicBezTo>
                      <a:pt x="149" y="25"/>
                      <a:pt x="148" y="24"/>
                      <a:pt x="149" y="26"/>
                    </a:cubicBezTo>
                    <a:cubicBezTo>
                      <a:pt x="148" y="25"/>
                      <a:pt x="148" y="25"/>
                      <a:pt x="148" y="25"/>
                    </a:cubicBezTo>
                    <a:cubicBezTo>
                      <a:pt x="147" y="27"/>
                      <a:pt x="147" y="27"/>
                      <a:pt x="145" y="25"/>
                    </a:cubicBezTo>
                    <a:cubicBezTo>
                      <a:pt x="139" y="27"/>
                      <a:pt x="134" y="30"/>
                      <a:pt x="128" y="32"/>
                    </a:cubicBezTo>
                    <a:cubicBezTo>
                      <a:pt x="123" y="34"/>
                      <a:pt x="118" y="39"/>
                      <a:pt x="112" y="41"/>
                    </a:cubicBezTo>
                    <a:cubicBezTo>
                      <a:pt x="112" y="45"/>
                      <a:pt x="111" y="43"/>
                      <a:pt x="110" y="47"/>
                    </a:cubicBezTo>
                    <a:cubicBezTo>
                      <a:pt x="110" y="46"/>
                      <a:pt x="110" y="46"/>
                      <a:pt x="110" y="46"/>
                    </a:cubicBezTo>
                    <a:cubicBezTo>
                      <a:pt x="110" y="47"/>
                      <a:pt x="109" y="46"/>
                      <a:pt x="107" y="45"/>
                    </a:cubicBezTo>
                    <a:cubicBezTo>
                      <a:pt x="108" y="46"/>
                      <a:pt x="107" y="45"/>
                      <a:pt x="108" y="47"/>
                    </a:cubicBezTo>
                    <a:cubicBezTo>
                      <a:pt x="108" y="49"/>
                      <a:pt x="106" y="45"/>
                      <a:pt x="106" y="46"/>
                    </a:cubicBezTo>
                    <a:cubicBezTo>
                      <a:pt x="105" y="45"/>
                      <a:pt x="106" y="47"/>
                      <a:pt x="106" y="46"/>
                    </a:cubicBezTo>
                    <a:cubicBezTo>
                      <a:pt x="105" y="49"/>
                      <a:pt x="106" y="45"/>
                      <a:pt x="103" y="44"/>
                    </a:cubicBezTo>
                    <a:cubicBezTo>
                      <a:pt x="101" y="45"/>
                      <a:pt x="98" y="48"/>
                      <a:pt x="95" y="47"/>
                    </a:cubicBezTo>
                    <a:cubicBezTo>
                      <a:pt x="95" y="47"/>
                      <a:pt x="96" y="49"/>
                      <a:pt x="96" y="49"/>
                    </a:cubicBezTo>
                    <a:cubicBezTo>
                      <a:pt x="95" y="46"/>
                      <a:pt x="95" y="50"/>
                      <a:pt x="94" y="49"/>
                    </a:cubicBezTo>
                    <a:cubicBezTo>
                      <a:pt x="94" y="48"/>
                      <a:pt x="94" y="48"/>
                      <a:pt x="94" y="48"/>
                    </a:cubicBezTo>
                    <a:cubicBezTo>
                      <a:pt x="93" y="47"/>
                      <a:pt x="92" y="49"/>
                      <a:pt x="91" y="48"/>
                    </a:cubicBezTo>
                    <a:cubicBezTo>
                      <a:pt x="90" y="49"/>
                      <a:pt x="88" y="47"/>
                      <a:pt x="88" y="49"/>
                    </a:cubicBezTo>
                    <a:cubicBezTo>
                      <a:pt x="88" y="47"/>
                      <a:pt x="87" y="48"/>
                      <a:pt x="87" y="47"/>
                    </a:cubicBezTo>
                    <a:cubicBezTo>
                      <a:pt x="87" y="51"/>
                      <a:pt x="84" y="46"/>
                      <a:pt x="84" y="49"/>
                    </a:cubicBezTo>
                    <a:cubicBezTo>
                      <a:pt x="84" y="48"/>
                      <a:pt x="84" y="48"/>
                      <a:pt x="84" y="48"/>
                    </a:cubicBezTo>
                    <a:cubicBezTo>
                      <a:pt x="81" y="49"/>
                      <a:pt x="77" y="49"/>
                      <a:pt x="74" y="51"/>
                    </a:cubicBezTo>
                    <a:cubicBezTo>
                      <a:pt x="73" y="52"/>
                      <a:pt x="70" y="48"/>
                      <a:pt x="69" y="50"/>
                    </a:cubicBezTo>
                    <a:cubicBezTo>
                      <a:pt x="68" y="52"/>
                      <a:pt x="68" y="52"/>
                      <a:pt x="68" y="52"/>
                    </a:cubicBezTo>
                    <a:cubicBezTo>
                      <a:pt x="68" y="52"/>
                      <a:pt x="68" y="51"/>
                      <a:pt x="68" y="51"/>
                    </a:cubicBezTo>
                    <a:cubicBezTo>
                      <a:pt x="67" y="52"/>
                      <a:pt x="66" y="51"/>
                      <a:pt x="65" y="51"/>
                    </a:cubicBezTo>
                    <a:cubicBezTo>
                      <a:pt x="65" y="51"/>
                      <a:pt x="64" y="52"/>
                      <a:pt x="64" y="52"/>
                    </a:cubicBezTo>
                    <a:cubicBezTo>
                      <a:pt x="63" y="50"/>
                      <a:pt x="61" y="54"/>
                      <a:pt x="60" y="52"/>
                    </a:cubicBezTo>
                    <a:cubicBezTo>
                      <a:pt x="61" y="55"/>
                      <a:pt x="59" y="54"/>
                      <a:pt x="59" y="55"/>
                    </a:cubicBezTo>
                    <a:cubicBezTo>
                      <a:pt x="58" y="55"/>
                      <a:pt x="58" y="54"/>
                      <a:pt x="58" y="53"/>
                    </a:cubicBezTo>
                    <a:cubicBezTo>
                      <a:pt x="57" y="53"/>
                      <a:pt x="57" y="54"/>
                      <a:pt x="56" y="53"/>
                    </a:cubicBezTo>
                    <a:cubicBezTo>
                      <a:pt x="55" y="53"/>
                      <a:pt x="55" y="55"/>
                      <a:pt x="54" y="55"/>
                    </a:cubicBezTo>
                    <a:cubicBezTo>
                      <a:pt x="54" y="52"/>
                      <a:pt x="53" y="54"/>
                      <a:pt x="52" y="54"/>
                    </a:cubicBezTo>
                    <a:cubicBezTo>
                      <a:pt x="52" y="56"/>
                      <a:pt x="52" y="57"/>
                      <a:pt x="51" y="56"/>
                    </a:cubicBezTo>
                    <a:cubicBezTo>
                      <a:pt x="51" y="54"/>
                      <a:pt x="51" y="54"/>
                      <a:pt x="51" y="54"/>
                    </a:cubicBezTo>
                    <a:cubicBezTo>
                      <a:pt x="49" y="56"/>
                      <a:pt x="46" y="53"/>
                      <a:pt x="43" y="56"/>
                    </a:cubicBezTo>
                    <a:cubicBezTo>
                      <a:pt x="43" y="54"/>
                      <a:pt x="43" y="54"/>
                      <a:pt x="43" y="54"/>
                    </a:cubicBezTo>
                    <a:cubicBezTo>
                      <a:pt x="41" y="56"/>
                      <a:pt x="38" y="54"/>
                      <a:pt x="36" y="57"/>
                    </a:cubicBezTo>
                    <a:cubicBezTo>
                      <a:pt x="35" y="56"/>
                      <a:pt x="34" y="56"/>
                      <a:pt x="33" y="56"/>
                    </a:cubicBezTo>
                    <a:cubicBezTo>
                      <a:pt x="32" y="57"/>
                      <a:pt x="32" y="57"/>
                      <a:pt x="31" y="59"/>
                    </a:cubicBezTo>
                    <a:cubicBezTo>
                      <a:pt x="31" y="59"/>
                      <a:pt x="31" y="58"/>
                      <a:pt x="31" y="57"/>
                    </a:cubicBezTo>
                    <a:cubicBezTo>
                      <a:pt x="30" y="57"/>
                      <a:pt x="29" y="54"/>
                      <a:pt x="28" y="57"/>
                    </a:cubicBezTo>
                    <a:cubicBezTo>
                      <a:pt x="28" y="55"/>
                      <a:pt x="28" y="55"/>
                      <a:pt x="28" y="55"/>
                    </a:cubicBezTo>
                    <a:cubicBezTo>
                      <a:pt x="27" y="57"/>
                      <a:pt x="25" y="58"/>
                      <a:pt x="25" y="57"/>
                    </a:cubicBezTo>
                    <a:cubicBezTo>
                      <a:pt x="24" y="58"/>
                      <a:pt x="23" y="58"/>
                      <a:pt x="23" y="60"/>
                    </a:cubicBezTo>
                    <a:cubicBezTo>
                      <a:pt x="23" y="60"/>
                      <a:pt x="23" y="57"/>
                      <a:pt x="23" y="59"/>
                    </a:cubicBezTo>
                    <a:cubicBezTo>
                      <a:pt x="23" y="57"/>
                      <a:pt x="23" y="57"/>
                      <a:pt x="23" y="57"/>
                    </a:cubicBezTo>
                    <a:cubicBezTo>
                      <a:pt x="21" y="56"/>
                      <a:pt x="19" y="56"/>
                      <a:pt x="17" y="57"/>
                    </a:cubicBezTo>
                    <a:cubicBezTo>
                      <a:pt x="17" y="55"/>
                      <a:pt x="15" y="57"/>
                      <a:pt x="14" y="55"/>
                    </a:cubicBezTo>
                    <a:cubicBezTo>
                      <a:pt x="13" y="56"/>
                      <a:pt x="13" y="54"/>
                      <a:pt x="11" y="56"/>
                    </a:cubicBezTo>
                    <a:cubicBezTo>
                      <a:pt x="12" y="55"/>
                      <a:pt x="12" y="55"/>
                      <a:pt x="12" y="55"/>
                    </a:cubicBezTo>
                    <a:cubicBezTo>
                      <a:pt x="11" y="54"/>
                      <a:pt x="10" y="54"/>
                      <a:pt x="9" y="53"/>
                    </a:cubicBezTo>
                    <a:cubicBezTo>
                      <a:pt x="9" y="52"/>
                      <a:pt x="8" y="54"/>
                      <a:pt x="7" y="54"/>
                    </a:cubicBezTo>
                    <a:cubicBezTo>
                      <a:pt x="8" y="53"/>
                      <a:pt x="8" y="53"/>
                      <a:pt x="8" y="53"/>
                    </a:cubicBezTo>
                    <a:cubicBezTo>
                      <a:pt x="8" y="53"/>
                      <a:pt x="7" y="54"/>
                      <a:pt x="6" y="55"/>
                    </a:cubicBezTo>
                    <a:cubicBezTo>
                      <a:pt x="6" y="54"/>
                      <a:pt x="6" y="54"/>
                      <a:pt x="6" y="54"/>
                    </a:cubicBezTo>
                    <a:cubicBezTo>
                      <a:pt x="5" y="55"/>
                      <a:pt x="5" y="55"/>
                      <a:pt x="5" y="55"/>
                    </a:cubicBezTo>
                    <a:cubicBezTo>
                      <a:pt x="5" y="55"/>
                      <a:pt x="5" y="56"/>
                      <a:pt x="5" y="56"/>
                    </a:cubicBezTo>
                    <a:cubicBezTo>
                      <a:pt x="5" y="55"/>
                      <a:pt x="4" y="56"/>
                      <a:pt x="4" y="54"/>
                    </a:cubicBezTo>
                    <a:cubicBezTo>
                      <a:pt x="5" y="54"/>
                      <a:pt x="7" y="53"/>
                      <a:pt x="8" y="52"/>
                    </a:cubicBezTo>
                    <a:cubicBezTo>
                      <a:pt x="8" y="51"/>
                      <a:pt x="5" y="53"/>
                      <a:pt x="6" y="52"/>
                    </a:cubicBezTo>
                    <a:cubicBezTo>
                      <a:pt x="6" y="51"/>
                      <a:pt x="6" y="51"/>
                      <a:pt x="5" y="51"/>
                    </a:cubicBezTo>
                    <a:cubicBezTo>
                      <a:pt x="5" y="52"/>
                      <a:pt x="5" y="52"/>
                      <a:pt x="5" y="53"/>
                    </a:cubicBezTo>
                    <a:cubicBezTo>
                      <a:pt x="5" y="53"/>
                      <a:pt x="5" y="52"/>
                      <a:pt x="5" y="52"/>
                    </a:cubicBezTo>
                    <a:cubicBezTo>
                      <a:pt x="4" y="52"/>
                      <a:pt x="4" y="52"/>
                      <a:pt x="4" y="52"/>
                    </a:cubicBezTo>
                    <a:cubicBezTo>
                      <a:pt x="4" y="52"/>
                      <a:pt x="4" y="52"/>
                      <a:pt x="5" y="52"/>
                    </a:cubicBezTo>
                    <a:cubicBezTo>
                      <a:pt x="5" y="51"/>
                      <a:pt x="5" y="51"/>
                      <a:pt x="5" y="51"/>
                    </a:cubicBezTo>
                    <a:cubicBezTo>
                      <a:pt x="4" y="52"/>
                      <a:pt x="4" y="52"/>
                      <a:pt x="4" y="52"/>
                    </a:cubicBezTo>
                    <a:cubicBezTo>
                      <a:pt x="4" y="51"/>
                      <a:pt x="4" y="51"/>
                      <a:pt x="4" y="51"/>
                    </a:cubicBezTo>
                    <a:cubicBezTo>
                      <a:pt x="3" y="51"/>
                      <a:pt x="3" y="51"/>
                      <a:pt x="2" y="50"/>
                    </a:cubicBezTo>
                    <a:cubicBezTo>
                      <a:pt x="1" y="52"/>
                      <a:pt x="4" y="46"/>
                      <a:pt x="0" y="55"/>
                    </a:cubicBezTo>
                    <a:cubicBezTo>
                      <a:pt x="1" y="55"/>
                      <a:pt x="1" y="55"/>
                      <a:pt x="1" y="55"/>
                    </a:cubicBezTo>
                    <a:cubicBezTo>
                      <a:pt x="2" y="54"/>
                      <a:pt x="2" y="54"/>
                      <a:pt x="2" y="54"/>
                    </a:cubicBezTo>
                    <a:cubicBezTo>
                      <a:pt x="2" y="54"/>
                      <a:pt x="3" y="54"/>
                      <a:pt x="3" y="54"/>
                    </a:cubicBezTo>
                    <a:cubicBezTo>
                      <a:pt x="3" y="54"/>
                      <a:pt x="3" y="53"/>
                      <a:pt x="3" y="53"/>
                    </a:cubicBezTo>
                    <a:cubicBezTo>
                      <a:pt x="3" y="53"/>
                      <a:pt x="3" y="54"/>
                      <a:pt x="3" y="53"/>
                    </a:cubicBezTo>
                    <a:cubicBezTo>
                      <a:pt x="3" y="52"/>
                      <a:pt x="4" y="51"/>
                      <a:pt x="4" y="53"/>
                    </a:cubicBezTo>
                    <a:cubicBezTo>
                      <a:pt x="4" y="54"/>
                      <a:pt x="4" y="54"/>
                      <a:pt x="4" y="55"/>
                    </a:cubicBezTo>
                    <a:cubicBezTo>
                      <a:pt x="4" y="55"/>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5"/>
                      <a:pt x="3" y="55"/>
                    </a:cubicBezTo>
                    <a:cubicBezTo>
                      <a:pt x="2" y="55"/>
                      <a:pt x="2" y="56"/>
                      <a:pt x="1" y="56"/>
                    </a:cubicBezTo>
                    <a:cubicBezTo>
                      <a:pt x="2" y="56"/>
                      <a:pt x="2" y="56"/>
                      <a:pt x="2" y="56"/>
                    </a:cubicBezTo>
                    <a:cubicBezTo>
                      <a:pt x="0" y="58"/>
                      <a:pt x="0" y="58"/>
                      <a:pt x="0" y="58"/>
                    </a:cubicBezTo>
                    <a:cubicBezTo>
                      <a:pt x="2" y="57"/>
                      <a:pt x="2" y="57"/>
                      <a:pt x="3" y="58"/>
                    </a:cubicBezTo>
                    <a:cubicBezTo>
                      <a:pt x="3" y="58"/>
                      <a:pt x="3" y="58"/>
                      <a:pt x="3" y="58"/>
                    </a:cubicBezTo>
                    <a:cubicBezTo>
                      <a:pt x="3" y="58"/>
                      <a:pt x="3" y="58"/>
                      <a:pt x="3" y="58"/>
                    </a:cubicBezTo>
                    <a:cubicBezTo>
                      <a:pt x="3" y="58"/>
                      <a:pt x="3" y="58"/>
                      <a:pt x="3" y="58"/>
                    </a:cubicBezTo>
                    <a:cubicBezTo>
                      <a:pt x="3" y="60"/>
                      <a:pt x="4" y="57"/>
                      <a:pt x="4" y="58"/>
                    </a:cubicBezTo>
                    <a:cubicBezTo>
                      <a:pt x="4" y="58"/>
                      <a:pt x="2" y="60"/>
                      <a:pt x="2" y="61"/>
                    </a:cubicBezTo>
                    <a:cubicBezTo>
                      <a:pt x="3" y="62"/>
                      <a:pt x="6" y="61"/>
                      <a:pt x="6" y="63"/>
                    </a:cubicBezTo>
                    <a:cubicBezTo>
                      <a:pt x="7" y="63"/>
                      <a:pt x="8" y="63"/>
                      <a:pt x="9" y="62"/>
                    </a:cubicBezTo>
                    <a:cubicBezTo>
                      <a:pt x="10" y="62"/>
                      <a:pt x="8" y="65"/>
                      <a:pt x="9" y="64"/>
                    </a:cubicBezTo>
                    <a:cubicBezTo>
                      <a:pt x="9" y="65"/>
                      <a:pt x="9" y="66"/>
                      <a:pt x="8" y="66"/>
                    </a:cubicBezTo>
                    <a:cubicBezTo>
                      <a:pt x="9" y="66"/>
                      <a:pt x="10" y="67"/>
                      <a:pt x="10" y="65"/>
                    </a:cubicBezTo>
                    <a:cubicBezTo>
                      <a:pt x="11" y="66"/>
                      <a:pt x="12" y="67"/>
                      <a:pt x="13" y="66"/>
                    </a:cubicBezTo>
                    <a:cubicBezTo>
                      <a:pt x="13" y="66"/>
                      <a:pt x="12" y="68"/>
                      <a:pt x="12" y="69"/>
                    </a:cubicBezTo>
                    <a:cubicBezTo>
                      <a:pt x="13" y="67"/>
                      <a:pt x="15" y="67"/>
                      <a:pt x="15" y="67"/>
                    </a:cubicBezTo>
                    <a:cubicBezTo>
                      <a:pt x="16" y="66"/>
                      <a:pt x="16" y="66"/>
                      <a:pt x="16" y="64"/>
                    </a:cubicBezTo>
                    <a:cubicBezTo>
                      <a:pt x="16" y="64"/>
                      <a:pt x="17" y="63"/>
                      <a:pt x="17" y="63"/>
                    </a:cubicBezTo>
                    <a:cubicBezTo>
                      <a:pt x="17" y="65"/>
                      <a:pt x="16" y="68"/>
                      <a:pt x="17" y="68"/>
                    </a:cubicBezTo>
                    <a:cubicBezTo>
                      <a:pt x="16" y="71"/>
                      <a:pt x="15" y="67"/>
                      <a:pt x="15" y="70"/>
                    </a:cubicBezTo>
                    <a:cubicBezTo>
                      <a:pt x="14" y="72"/>
                      <a:pt x="12" y="72"/>
                      <a:pt x="12" y="70"/>
                    </a:cubicBezTo>
                    <a:cubicBezTo>
                      <a:pt x="11" y="73"/>
                      <a:pt x="13" y="71"/>
                      <a:pt x="12" y="73"/>
                    </a:cubicBezTo>
                    <a:cubicBezTo>
                      <a:pt x="13" y="73"/>
                      <a:pt x="14" y="72"/>
                      <a:pt x="15" y="72"/>
                    </a:cubicBezTo>
                    <a:cubicBezTo>
                      <a:pt x="15" y="71"/>
                      <a:pt x="15" y="70"/>
                      <a:pt x="16" y="70"/>
                    </a:cubicBezTo>
                    <a:cubicBezTo>
                      <a:pt x="17" y="67"/>
                      <a:pt x="16" y="72"/>
                      <a:pt x="17" y="72"/>
                    </a:cubicBezTo>
                    <a:cubicBezTo>
                      <a:pt x="16" y="72"/>
                      <a:pt x="16" y="72"/>
                      <a:pt x="16" y="72"/>
                    </a:cubicBezTo>
                    <a:cubicBezTo>
                      <a:pt x="16" y="73"/>
                      <a:pt x="17" y="72"/>
                      <a:pt x="18" y="72"/>
                    </a:cubicBezTo>
                    <a:cubicBezTo>
                      <a:pt x="17" y="75"/>
                      <a:pt x="17" y="72"/>
                      <a:pt x="16" y="74"/>
                    </a:cubicBezTo>
                    <a:cubicBezTo>
                      <a:pt x="16" y="76"/>
                      <a:pt x="16" y="76"/>
                      <a:pt x="16" y="76"/>
                    </a:cubicBezTo>
                    <a:cubicBezTo>
                      <a:pt x="17" y="77"/>
                      <a:pt x="17" y="74"/>
                      <a:pt x="18" y="75"/>
                    </a:cubicBezTo>
                    <a:cubicBezTo>
                      <a:pt x="17" y="76"/>
                      <a:pt x="17" y="76"/>
                      <a:pt x="17" y="76"/>
                    </a:cubicBezTo>
                    <a:cubicBezTo>
                      <a:pt x="18" y="76"/>
                      <a:pt x="18" y="76"/>
                      <a:pt x="18" y="76"/>
                    </a:cubicBezTo>
                    <a:cubicBezTo>
                      <a:pt x="18" y="74"/>
                      <a:pt x="19" y="73"/>
                      <a:pt x="18" y="73"/>
                    </a:cubicBezTo>
                    <a:cubicBezTo>
                      <a:pt x="19" y="70"/>
                      <a:pt x="19" y="72"/>
                      <a:pt x="20" y="72"/>
                    </a:cubicBezTo>
                    <a:cubicBezTo>
                      <a:pt x="20" y="70"/>
                      <a:pt x="19" y="72"/>
                      <a:pt x="20" y="70"/>
                    </a:cubicBezTo>
                    <a:cubicBezTo>
                      <a:pt x="20" y="69"/>
                      <a:pt x="20" y="69"/>
                      <a:pt x="21" y="69"/>
                    </a:cubicBezTo>
                    <a:cubicBezTo>
                      <a:pt x="22" y="69"/>
                      <a:pt x="21" y="71"/>
                      <a:pt x="21" y="72"/>
                    </a:cubicBezTo>
                    <a:cubicBezTo>
                      <a:pt x="21" y="72"/>
                      <a:pt x="20" y="72"/>
                      <a:pt x="21" y="71"/>
                    </a:cubicBezTo>
                    <a:cubicBezTo>
                      <a:pt x="19" y="73"/>
                      <a:pt x="20" y="75"/>
                      <a:pt x="19" y="76"/>
                    </a:cubicBezTo>
                    <a:cubicBezTo>
                      <a:pt x="20" y="77"/>
                      <a:pt x="20" y="75"/>
                      <a:pt x="21" y="75"/>
                    </a:cubicBezTo>
                    <a:cubicBezTo>
                      <a:pt x="21" y="74"/>
                      <a:pt x="21" y="73"/>
                      <a:pt x="21" y="72"/>
                    </a:cubicBezTo>
                    <a:cubicBezTo>
                      <a:pt x="23" y="68"/>
                      <a:pt x="21" y="76"/>
                      <a:pt x="23" y="75"/>
                    </a:cubicBezTo>
                    <a:cubicBezTo>
                      <a:pt x="23" y="72"/>
                      <a:pt x="25" y="71"/>
                      <a:pt x="25" y="68"/>
                    </a:cubicBezTo>
                    <a:cubicBezTo>
                      <a:pt x="25" y="67"/>
                      <a:pt x="25" y="66"/>
                      <a:pt x="26" y="67"/>
                    </a:cubicBezTo>
                    <a:cubicBezTo>
                      <a:pt x="25" y="69"/>
                      <a:pt x="26" y="68"/>
                      <a:pt x="25" y="70"/>
                    </a:cubicBezTo>
                    <a:cubicBezTo>
                      <a:pt x="25" y="70"/>
                      <a:pt x="25" y="70"/>
                      <a:pt x="25" y="70"/>
                    </a:cubicBezTo>
                    <a:cubicBezTo>
                      <a:pt x="24" y="73"/>
                      <a:pt x="24" y="73"/>
                      <a:pt x="24" y="73"/>
                    </a:cubicBezTo>
                    <a:cubicBezTo>
                      <a:pt x="25" y="74"/>
                      <a:pt x="25" y="76"/>
                      <a:pt x="26" y="77"/>
                    </a:cubicBezTo>
                    <a:cubicBezTo>
                      <a:pt x="26" y="76"/>
                      <a:pt x="26" y="75"/>
                      <a:pt x="26" y="74"/>
                    </a:cubicBezTo>
                    <a:cubicBezTo>
                      <a:pt x="26" y="75"/>
                      <a:pt x="26" y="76"/>
                      <a:pt x="27" y="76"/>
                    </a:cubicBezTo>
                    <a:cubicBezTo>
                      <a:pt x="26" y="76"/>
                      <a:pt x="27" y="74"/>
                      <a:pt x="27" y="73"/>
                    </a:cubicBezTo>
                    <a:cubicBezTo>
                      <a:pt x="28" y="73"/>
                      <a:pt x="28" y="75"/>
                      <a:pt x="28" y="76"/>
                    </a:cubicBezTo>
                    <a:cubicBezTo>
                      <a:pt x="27" y="77"/>
                      <a:pt x="27" y="77"/>
                      <a:pt x="27" y="77"/>
                    </a:cubicBezTo>
                    <a:cubicBezTo>
                      <a:pt x="28" y="76"/>
                      <a:pt x="28" y="78"/>
                      <a:pt x="28" y="78"/>
                    </a:cubicBezTo>
                    <a:cubicBezTo>
                      <a:pt x="28" y="76"/>
                      <a:pt x="29" y="75"/>
                      <a:pt x="29" y="73"/>
                    </a:cubicBezTo>
                    <a:cubicBezTo>
                      <a:pt x="30" y="73"/>
                      <a:pt x="30" y="74"/>
                      <a:pt x="30" y="74"/>
                    </a:cubicBezTo>
                    <a:cubicBezTo>
                      <a:pt x="29" y="75"/>
                      <a:pt x="29" y="75"/>
                      <a:pt x="29" y="75"/>
                    </a:cubicBezTo>
                    <a:cubicBezTo>
                      <a:pt x="30" y="75"/>
                      <a:pt x="29" y="78"/>
                      <a:pt x="30" y="78"/>
                    </a:cubicBezTo>
                    <a:cubicBezTo>
                      <a:pt x="30" y="76"/>
                      <a:pt x="30" y="76"/>
                      <a:pt x="30" y="76"/>
                    </a:cubicBezTo>
                    <a:cubicBezTo>
                      <a:pt x="30" y="78"/>
                      <a:pt x="30" y="78"/>
                      <a:pt x="30" y="78"/>
                    </a:cubicBezTo>
                    <a:cubicBezTo>
                      <a:pt x="31" y="77"/>
                      <a:pt x="31" y="77"/>
                      <a:pt x="31" y="76"/>
                    </a:cubicBezTo>
                    <a:cubicBezTo>
                      <a:pt x="31" y="78"/>
                      <a:pt x="31" y="78"/>
                      <a:pt x="31" y="78"/>
                    </a:cubicBezTo>
                    <a:cubicBezTo>
                      <a:pt x="32" y="77"/>
                      <a:pt x="32" y="75"/>
                      <a:pt x="33" y="77"/>
                    </a:cubicBezTo>
                    <a:cubicBezTo>
                      <a:pt x="32" y="74"/>
                      <a:pt x="32" y="77"/>
                      <a:pt x="32" y="75"/>
                    </a:cubicBezTo>
                    <a:cubicBezTo>
                      <a:pt x="31" y="73"/>
                      <a:pt x="32" y="74"/>
                      <a:pt x="33" y="73"/>
                    </a:cubicBezTo>
                    <a:cubicBezTo>
                      <a:pt x="32" y="76"/>
                      <a:pt x="33" y="74"/>
                      <a:pt x="34" y="74"/>
                    </a:cubicBezTo>
                    <a:cubicBezTo>
                      <a:pt x="34" y="75"/>
                      <a:pt x="34" y="75"/>
                      <a:pt x="34" y="76"/>
                    </a:cubicBezTo>
                    <a:cubicBezTo>
                      <a:pt x="35" y="74"/>
                      <a:pt x="35" y="74"/>
                      <a:pt x="35" y="74"/>
                    </a:cubicBezTo>
                    <a:cubicBezTo>
                      <a:pt x="35" y="78"/>
                      <a:pt x="36" y="73"/>
                      <a:pt x="36" y="74"/>
                    </a:cubicBezTo>
                    <a:cubicBezTo>
                      <a:pt x="36" y="75"/>
                      <a:pt x="36" y="77"/>
                      <a:pt x="36" y="77"/>
                    </a:cubicBezTo>
                    <a:cubicBezTo>
                      <a:pt x="36" y="75"/>
                      <a:pt x="37" y="74"/>
                      <a:pt x="37" y="72"/>
                    </a:cubicBezTo>
                    <a:cubicBezTo>
                      <a:pt x="38" y="73"/>
                      <a:pt x="36" y="76"/>
                      <a:pt x="37" y="78"/>
                    </a:cubicBezTo>
                    <a:cubicBezTo>
                      <a:pt x="37" y="75"/>
                      <a:pt x="38" y="79"/>
                      <a:pt x="38" y="76"/>
                    </a:cubicBezTo>
                    <a:cubicBezTo>
                      <a:pt x="37" y="75"/>
                      <a:pt x="38" y="75"/>
                      <a:pt x="38" y="73"/>
                    </a:cubicBezTo>
                    <a:cubicBezTo>
                      <a:pt x="39" y="74"/>
                      <a:pt x="38" y="75"/>
                      <a:pt x="39" y="75"/>
                    </a:cubicBezTo>
                    <a:cubicBezTo>
                      <a:pt x="39" y="75"/>
                      <a:pt x="39" y="73"/>
                      <a:pt x="39" y="72"/>
                    </a:cubicBezTo>
                    <a:cubicBezTo>
                      <a:pt x="39" y="73"/>
                      <a:pt x="40" y="70"/>
                      <a:pt x="40" y="72"/>
                    </a:cubicBezTo>
                    <a:cubicBezTo>
                      <a:pt x="41" y="74"/>
                      <a:pt x="39" y="73"/>
                      <a:pt x="40" y="74"/>
                    </a:cubicBezTo>
                    <a:cubicBezTo>
                      <a:pt x="41" y="74"/>
                      <a:pt x="40" y="70"/>
                      <a:pt x="41" y="69"/>
                    </a:cubicBezTo>
                    <a:cubicBezTo>
                      <a:pt x="41" y="68"/>
                      <a:pt x="41" y="65"/>
                      <a:pt x="42" y="64"/>
                    </a:cubicBezTo>
                    <a:cubicBezTo>
                      <a:pt x="43" y="65"/>
                      <a:pt x="41" y="65"/>
                      <a:pt x="42" y="68"/>
                    </a:cubicBezTo>
                    <a:cubicBezTo>
                      <a:pt x="42" y="67"/>
                      <a:pt x="42" y="67"/>
                      <a:pt x="42" y="67"/>
                    </a:cubicBezTo>
                    <a:cubicBezTo>
                      <a:pt x="43" y="70"/>
                      <a:pt x="41" y="72"/>
                      <a:pt x="41" y="74"/>
                    </a:cubicBezTo>
                    <a:cubicBezTo>
                      <a:pt x="42" y="73"/>
                      <a:pt x="42" y="73"/>
                      <a:pt x="42" y="73"/>
                    </a:cubicBezTo>
                    <a:cubicBezTo>
                      <a:pt x="42" y="77"/>
                      <a:pt x="42" y="77"/>
                      <a:pt x="42" y="77"/>
                    </a:cubicBezTo>
                    <a:cubicBezTo>
                      <a:pt x="42" y="75"/>
                      <a:pt x="43" y="76"/>
                      <a:pt x="43" y="76"/>
                    </a:cubicBezTo>
                    <a:cubicBezTo>
                      <a:pt x="43" y="74"/>
                      <a:pt x="43" y="76"/>
                      <a:pt x="43" y="75"/>
                    </a:cubicBezTo>
                    <a:cubicBezTo>
                      <a:pt x="43" y="74"/>
                      <a:pt x="43" y="71"/>
                      <a:pt x="44" y="73"/>
                    </a:cubicBezTo>
                    <a:cubicBezTo>
                      <a:pt x="44" y="74"/>
                      <a:pt x="44" y="75"/>
                      <a:pt x="44" y="76"/>
                    </a:cubicBezTo>
                    <a:cubicBezTo>
                      <a:pt x="45" y="77"/>
                      <a:pt x="44" y="74"/>
                      <a:pt x="45" y="75"/>
                    </a:cubicBezTo>
                    <a:cubicBezTo>
                      <a:pt x="45" y="76"/>
                      <a:pt x="45" y="76"/>
                      <a:pt x="45" y="76"/>
                    </a:cubicBezTo>
                    <a:cubicBezTo>
                      <a:pt x="47" y="76"/>
                      <a:pt x="50" y="76"/>
                      <a:pt x="51" y="72"/>
                    </a:cubicBezTo>
                    <a:cubicBezTo>
                      <a:pt x="52" y="73"/>
                      <a:pt x="52" y="73"/>
                      <a:pt x="53" y="74"/>
                    </a:cubicBezTo>
                    <a:cubicBezTo>
                      <a:pt x="53" y="74"/>
                      <a:pt x="53" y="73"/>
                      <a:pt x="53" y="72"/>
                    </a:cubicBezTo>
                    <a:cubicBezTo>
                      <a:pt x="54" y="74"/>
                      <a:pt x="54" y="74"/>
                      <a:pt x="54" y="74"/>
                    </a:cubicBezTo>
                    <a:cubicBezTo>
                      <a:pt x="55" y="76"/>
                      <a:pt x="55" y="74"/>
                      <a:pt x="56" y="72"/>
                    </a:cubicBezTo>
                    <a:cubicBezTo>
                      <a:pt x="56" y="74"/>
                      <a:pt x="56" y="74"/>
                      <a:pt x="56" y="74"/>
                    </a:cubicBezTo>
                    <a:cubicBezTo>
                      <a:pt x="57" y="75"/>
                      <a:pt x="56" y="73"/>
                      <a:pt x="57" y="72"/>
                    </a:cubicBezTo>
                    <a:cubicBezTo>
                      <a:pt x="57" y="74"/>
                      <a:pt x="57" y="74"/>
                      <a:pt x="57" y="74"/>
                    </a:cubicBezTo>
                    <a:cubicBezTo>
                      <a:pt x="57" y="72"/>
                      <a:pt x="57" y="72"/>
                      <a:pt x="57" y="72"/>
                    </a:cubicBezTo>
                    <a:cubicBezTo>
                      <a:pt x="58" y="72"/>
                      <a:pt x="58" y="72"/>
                      <a:pt x="58" y="74"/>
                    </a:cubicBezTo>
                    <a:cubicBezTo>
                      <a:pt x="59" y="74"/>
                      <a:pt x="59" y="73"/>
                      <a:pt x="58" y="73"/>
                    </a:cubicBezTo>
                    <a:cubicBezTo>
                      <a:pt x="59" y="74"/>
                      <a:pt x="60" y="74"/>
                      <a:pt x="61" y="73"/>
                    </a:cubicBezTo>
                    <a:cubicBezTo>
                      <a:pt x="61" y="72"/>
                      <a:pt x="61" y="72"/>
                      <a:pt x="61" y="70"/>
                    </a:cubicBezTo>
                    <a:cubicBezTo>
                      <a:pt x="61" y="68"/>
                      <a:pt x="61" y="71"/>
                      <a:pt x="61" y="69"/>
                    </a:cubicBezTo>
                    <a:cubicBezTo>
                      <a:pt x="61" y="70"/>
                      <a:pt x="62" y="71"/>
                      <a:pt x="61" y="72"/>
                    </a:cubicBezTo>
                    <a:cubicBezTo>
                      <a:pt x="63" y="75"/>
                      <a:pt x="64" y="72"/>
                      <a:pt x="66" y="72"/>
                    </a:cubicBezTo>
                    <a:cubicBezTo>
                      <a:pt x="66" y="71"/>
                      <a:pt x="66" y="71"/>
                      <a:pt x="66" y="71"/>
                    </a:cubicBezTo>
                    <a:cubicBezTo>
                      <a:pt x="68" y="73"/>
                      <a:pt x="68" y="71"/>
                      <a:pt x="70" y="72"/>
                    </a:cubicBezTo>
                    <a:cubicBezTo>
                      <a:pt x="69" y="71"/>
                      <a:pt x="69" y="68"/>
                      <a:pt x="70" y="68"/>
                    </a:cubicBezTo>
                    <a:cubicBezTo>
                      <a:pt x="70" y="66"/>
                      <a:pt x="70" y="70"/>
                      <a:pt x="71" y="71"/>
                    </a:cubicBezTo>
                    <a:cubicBezTo>
                      <a:pt x="71" y="71"/>
                      <a:pt x="72" y="70"/>
                      <a:pt x="72" y="70"/>
                    </a:cubicBezTo>
                    <a:cubicBezTo>
                      <a:pt x="72" y="71"/>
                      <a:pt x="72" y="71"/>
                      <a:pt x="72" y="71"/>
                    </a:cubicBezTo>
                    <a:cubicBezTo>
                      <a:pt x="72" y="70"/>
                      <a:pt x="73" y="69"/>
                      <a:pt x="73" y="70"/>
                    </a:cubicBezTo>
                    <a:cubicBezTo>
                      <a:pt x="73" y="70"/>
                      <a:pt x="73" y="70"/>
                      <a:pt x="73" y="70"/>
                    </a:cubicBezTo>
                    <a:cubicBezTo>
                      <a:pt x="74" y="70"/>
                      <a:pt x="74" y="71"/>
                      <a:pt x="75" y="71"/>
                    </a:cubicBezTo>
                    <a:cubicBezTo>
                      <a:pt x="75" y="69"/>
                      <a:pt x="76" y="70"/>
                      <a:pt x="76" y="69"/>
                    </a:cubicBezTo>
                    <a:cubicBezTo>
                      <a:pt x="76" y="69"/>
                      <a:pt x="76" y="69"/>
                      <a:pt x="76" y="69"/>
                    </a:cubicBezTo>
                    <a:cubicBezTo>
                      <a:pt x="76" y="68"/>
                      <a:pt x="76" y="68"/>
                      <a:pt x="76" y="68"/>
                    </a:cubicBezTo>
                    <a:cubicBezTo>
                      <a:pt x="76" y="68"/>
                      <a:pt x="76" y="68"/>
                      <a:pt x="76" y="68"/>
                    </a:cubicBezTo>
                    <a:cubicBezTo>
                      <a:pt x="76" y="70"/>
                      <a:pt x="76" y="70"/>
                      <a:pt x="76" y="70"/>
                    </a:cubicBezTo>
                    <a:cubicBezTo>
                      <a:pt x="77" y="71"/>
                      <a:pt x="76" y="69"/>
                      <a:pt x="77" y="68"/>
                    </a:cubicBezTo>
                    <a:cubicBezTo>
                      <a:pt x="77" y="67"/>
                      <a:pt x="77" y="68"/>
                      <a:pt x="77" y="69"/>
                    </a:cubicBezTo>
                    <a:cubicBezTo>
                      <a:pt x="77" y="70"/>
                      <a:pt x="77" y="68"/>
                      <a:pt x="77" y="69"/>
                    </a:cubicBezTo>
                    <a:cubicBezTo>
                      <a:pt x="77" y="70"/>
                      <a:pt x="77" y="69"/>
                      <a:pt x="77" y="70"/>
                    </a:cubicBezTo>
                    <a:cubicBezTo>
                      <a:pt x="78" y="70"/>
                      <a:pt x="77" y="68"/>
                      <a:pt x="78" y="69"/>
                    </a:cubicBezTo>
                    <a:cubicBezTo>
                      <a:pt x="78" y="69"/>
                      <a:pt x="79" y="68"/>
                      <a:pt x="79" y="70"/>
                    </a:cubicBezTo>
                    <a:cubicBezTo>
                      <a:pt x="79" y="69"/>
                      <a:pt x="80" y="69"/>
                      <a:pt x="80" y="68"/>
                    </a:cubicBezTo>
                    <a:cubicBezTo>
                      <a:pt x="79" y="68"/>
                      <a:pt x="79" y="68"/>
                      <a:pt x="79" y="66"/>
                    </a:cubicBezTo>
                    <a:cubicBezTo>
                      <a:pt x="79" y="66"/>
                      <a:pt x="79" y="66"/>
                      <a:pt x="79" y="66"/>
                    </a:cubicBezTo>
                    <a:cubicBezTo>
                      <a:pt x="79" y="67"/>
                      <a:pt x="79" y="67"/>
                      <a:pt x="79" y="67"/>
                    </a:cubicBezTo>
                    <a:cubicBezTo>
                      <a:pt x="79" y="66"/>
                      <a:pt x="80" y="67"/>
                      <a:pt x="80" y="65"/>
                    </a:cubicBezTo>
                    <a:cubicBezTo>
                      <a:pt x="80" y="67"/>
                      <a:pt x="80" y="67"/>
                      <a:pt x="80" y="67"/>
                    </a:cubicBezTo>
                    <a:cubicBezTo>
                      <a:pt x="80" y="66"/>
                      <a:pt x="81" y="66"/>
                      <a:pt x="81" y="66"/>
                    </a:cubicBezTo>
                    <a:cubicBezTo>
                      <a:pt x="82" y="67"/>
                      <a:pt x="82" y="69"/>
                      <a:pt x="82" y="70"/>
                    </a:cubicBezTo>
                    <a:cubicBezTo>
                      <a:pt x="83" y="68"/>
                      <a:pt x="83" y="68"/>
                      <a:pt x="83" y="68"/>
                    </a:cubicBezTo>
                    <a:cubicBezTo>
                      <a:pt x="83" y="68"/>
                      <a:pt x="83" y="68"/>
                      <a:pt x="83" y="69"/>
                    </a:cubicBezTo>
                    <a:cubicBezTo>
                      <a:pt x="85" y="70"/>
                      <a:pt x="84" y="64"/>
                      <a:pt x="85" y="65"/>
                    </a:cubicBezTo>
                    <a:cubicBezTo>
                      <a:pt x="85" y="67"/>
                      <a:pt x="85" y="68"/>
                      <a:pt x="86" y="68"/>
                    </a:cubicBezTo>
                    <a:cubicBezTo>
                      <a:pt x="86" y="68"/>
                      <a:pt x="86" y="67"/>
                      <a:pt x="86" y="67"/>
                    </a:cubicBezTo>
                    <a:cubicBezTo>
                      <a:pt x="86" y="66"/>
                      <a:pt x="86" y="68"/>
                      <a:pt x="85" y="67"/>
                    </a:cubicBezTo>
                    <a:cubicBezTo>
                      <a:pt x="85" y="66"/>
                      <a:pt x="86" y="66"/>
                      <a:pt x="86" y="66"/>
                    </a:cubicBezTo>
                    <a:cubicBezTo>
                      <a:pt x="87" y="70"/>
                      <a:pt x="89" y="66"/>
                      <a:pt x="91" y="68"/>
                    </a:cubicBezTo>
                    <a:cubicBezTo>
                      <a:pt x="90" y="66"/>
                      <a:pt x="91" y="67"/>
                      <a:pt x="91" y="66"/>
                    </a:cubicBezTo>
                    <a:cubicBezTo>
                      <a:pt x="92" y="69"/>
                      <a:pt x="92" y="66"/>
                      <a:pt x="93" y="67"/>
                    </a:cubicBezTo>
                    <a:cubicBezTo>
                      <a:pt x="92" y="65"/>
                      <a:pt x="92" y="65"/>
                      <a:pt x="92" y="65"/>
                    </a:cubicBezTo>
                    <a:cubicBezTo>
                      <a:pt x="93" y="66"/>
                      <a:pt x="92" y="61"/>
                      <a:pt x="94" y="63"/>
                    </a:cubicBezTo>
                    <a:cubicBezTo>
                      <a:pt x="94" y="64"/>
                      <a:pt x="94" y="65"/>
                      <a:pt x="94" y="66"/>
                    </a:cubicBezTo>
                    <a:cubicBezTo>
                      <a:pt x="95" y="68"/>
                      <a:pt x="95" y="63"/>
                      <a:pt x="96" y="66"/>
                    </a:cubicBezTo>
                    <a:cubicBezTo>
                      <a:pt x="96" y="65"/>
                      <a:pt x="95" y="63"/>
                      <a:pt x="96" y="62"/>
                    </a:cubicBezTo>
                    <a:cubicBezTo>
                      <a:pt x="96" y="63"/>
                      <a:pt x="98" y="64"/>
                      <a:pt x="98" y="65"/>
                    </a:cubicBezTo>
                    <a:cubicBezTo>
                      <a:pt x="98" y="64"/>
                      <a:pt x="98" y="64"/>
                      <a:pt x="98" y="64"/>
                    </a:cubicBezTo>
                    <a:cubicBezTo>
                      <a:pt x="99" y="65"/>
                      <a:pt x="98" y="65"/>
                      <a:pt x="98" y="65"/>
                    </a:cubicBezTo>
                    <a:cubicBezTo>
                      <a:pt x="99" y="66"/>
                      <a:pt x="99" y="65"/>
                      <a:pt x="100" y="64"/>
                    </a:cubicBezTo>
                    <a:cubicBezTo>
                      <a:pt x="101" y="65"/>
                      <a:pt x="101" y="64"/>
                      <a:pt x="102" y="65"/>
                    </a:cubicBezTo>
                    <a:cubicBezTo>
                      <a:pt x="102" y="63"/>
                      <a:pt x="104" y="66"/>
                      <a:pt x="103" y="63"/>
                    </a:cubicBezTo>
                    <a:cubicBezTo>
                      <a:pt x="104" y="64"/>
                      <a:pt x="104" y="64"/>
                      <a:pt x="104" y="64"/>
                    </a:cubicBezTo>
                    <a:cubicBezTo>
                      <a:pt x="104" y="63"/>
                      <a:pt x="103" y="61"/>
                      <a:pt x="104" y="60"/>
                    </a:cubicBezTo>
                    <a:cubicBezTo>
                      <a:pt x="104" y="62"/>
                      <a:pt x="104" y="62"/>
                      <a:pt x="104" y="62"/>
                    </a:cubicBezTo>
                    <a:cubicBezTo>
                      <a:pt x="105" y="65"/>
                      <a:pt x="105" y="63"/>
                      <a:pt x="106" y="64"/>
                    </a:cubicBezTo>
                    <a:cubicBezTo>
                      <a:pt x="105" y="62"/>
                      <a:pt x="106" y="64"/>
                      <a:pt x="106" y="62"/>
                    </a:cubicBezTo>
                    <a:cubicBezTo>
                      <a:pt x="106" y="62"/>
                      <a:pt x="106" y="62"/>
                      <a:pt x="106" y="62"/>
                    </a:cubicBezTo>
                    <a:cubicBezTo>
                      <a:pt x="106" y="61"/>
                      <a:pt x="106" y="61"/>
                      <a:pt x="106" y="60"/>
                    </a:cubicBezTo>
                    <a:cubicBezTo>
                      <a:pt x="107" y="60"/>
                      <a:pt x="107" y="62"/>
                      <a:pt x="107" y="62"/>
                    </a:cubicBezTo>
                    <a:cubicBezTo>
                      <a:pt x="108" y="63"/>
                      <a:pt x="108" y="62"/>
                      <a:pt x="108" y="62"/>
                    </a:cubicBezTo>
                    <a:cubicBezTo>
                      <a:pt x="108" y="62"/>
                      <a:pt x="108" y="62"/>
                      <a:pt x="108" y="61"/>
                    </a:cubicBezTo>
                    <a:cubicBezTo>
                      <a:pt x="108" y="62"/>
                      <a:pt x="108" y="62"/>
                      <a:pt x="108" y="62"/>
                    </a:cubicBezTo>
                    <a:cubicBezTo>
                      <a:pt x="108" y="62"/>
                      <a:pt x="108" y="61"/>
                      <a:pt x="109" y="61"/>
                    </a:cubicBezTo>
                    <a:cubicBezTo>
                      <a:pt x="109" y="61"/>
                      <a:pt x="109" y="61"/>
                      <a:pt x="109" y="61"/>
                    </a:cubicBezTo>
                    <a:cubicBezTo>
                      <a:pt x="108" y="62"/>
                      <a:pt x="108" y="62"/>
                      <a:pt x="108" y="62"/>
                    </a:cubicBezTo>
                    <a:cubicBezTo>
                      <a:pt x="108" y="62"/>
                      <a:pt x="109" y="62"/>
                      <a:pt x="109" y="62"/>
                    </a:cubicBezTo>
                    <a:cubicBezTo>
                      <a:pt x="109" y="62"/>
                      <a:pt x="109" y="62"/>
                      <a:pt x="109" y="62"/>
                    </a:cubicBezTo>
                    <a:cubicBezTo>
                      <a:pt x="109" y="62"/>
                      <a:pt x="109" y="62"/>
                      <a:pt x="109" y="62"/>
                    </a:cubicBezTo>
                    <a:cubicBezTo>
                      <a:pt x="110" y="64"/>
                      <a:pt x="110" y="64"/>
                      <a:pt x="110" y="64"/>
                    </a:cubicBezTo>
                    <a:cubicBezTo>
                      <a:pt x="110" y="64"/>
                      <a:pt x="110" y="62"/>
                      <a:pt x="110" y="61"/>
                    </a:cubicBezTo>
                    <a:cubicBezTo>
                      <a:pt x="112" y="62"/>
                      <a:pt x="113" y="60"/>
                      <a:pt x="114" y="59"/>
                    </a:cubicBezTo>
                    <a:cubicBezTo>
                      <a:pt x="113" y="59"/>
                      <a:pt x="114" y="60"/>
                      <a:pt x="114" y="60"/>
                    </a:cubicBezTo>
                    <a:cubicBezTo>
                      <a:pt x="114" y="59"/>
                      <a:pt x="114" y="58"/>
                      <a:pt x="114" y="59"/>
                    </a:cubicBezTo>
                    <a:cubicBezTo>
                      <a:pt x="114" y="58"/>
                      <a:pt x="115" y="60"/>
                      <a:pt x="116" y="60"/>
                    </a:cubicBezTo>
                    <a:cubicBezTo>
                      <a:pt x="116" y="60"/>
                      <a:pt x="115" y="58"/>
                      <a:pt x="115" y="58"/>
                    </a:cubicBezTo>
                    <a:cubicBezTo>
                      <a:pt x="117" y="60"/>
                      <a:pt x="117" y="56"/>
                      <a:pt x="118" y="57"/>
                    </a:cubicBezTo>
                    <a:cubicBezTo>
                      <a:pt x="118" y="58"/>
                      <a:pt x="118" y="58"/>
                      <a:pt x="119" y="59"/>
                    </a:cubicBezTo>
                    <a:cubicBezTo>
                      <a:pt x="119" y="58"/>
                      <a:pt x="120" y="57"/>
                      <a:pt x="120" y="55"/>
                    </a:cubicBezTo>
                    <a:cubicBezTo>
                      <a:pt x="120" y="57"/>
                      <a:pt x="120" y="57"/>
                      <a:pt x="120" y="57"/>
                    </a:cubicBezTo>
                    <a:cubicBezTo>
                      <a:pt x="121" y="57"/>
                      <a:pt x="121" y="56"/>
                      <a:pt x="121" y="55"/>
                    </a:cubicBezTo>
                    <a:cubicBezTo>
                      <a:pt x="120" y="54"/>
                      <a:pt x="121" y="52"/>
                      <a:pt x="121" y="53"/>
                    </a:cubicBezTo>
                    <a:cubicBezTo>
                      <a:pt x="121" y="53"/>
                      <a:pt x="121" y="53"/>
                      <a:pt x="121" y="53"/>
                    </a:cubicBezTo>
                    <a:cubicBezTo>
                      <a:pt x="122" y="52"/>
                      <a:pt x="122" y="52"/>
                      <a:pt x="122" y="52"/>
                    </a:cubicBezTo>
                    <a:cubicBezTo>
                      <a:pt x="123" y="52"/>
                      <a:pt x="122" y="52"/>
                      <a:pt x="122" y="53"/>
                    </a:cubicBezTo>
                    <a:cubicBezTo>
                      <a:pt x="123" y="55"/>
                      <a:pt x="124" y="54"/>
                      <a:pt x="125" y="54"/>
                    </a:cubicBezTo>
                    <a:cubicBezTo>
                      <a:pt x="124" y="53"/>
                      <a:pt x="124" y="53"/>
                      <a:pt x="124" y="53"/>
                    </a:cubicBezTo>
                    <a:cubicBezTo>
                      <a:pt x="125" y="52"/>
                      <a:pt x="125" y="54"/>
                      <a:pt x="125" y="54"/>
                    </a:cubicBezTo>
                    <a:cubicBezTo>
                      <a:pt x="125" y="49"/>
                      <a:pt x="125" y="49"/>
                      <a:pt x="125" y="49"/>
                    </a:cubicBezTo>
                    <a:cubicBezTo>
                      <a:pt x="125" y="49"/>
                      <a:pt x="126" y="51"/>
                      <a:pt x="126" y="52"/>
                    </a:cubicBezTo>
                    <a:cubicBezTo>
                      <a:pt x="127" y="51"/>
                      <a:pt x="126" y="48"/>
                      <a:pt x="126" y="46"/>
                    </a:cubicBezTo>
                    <a:cubicBezTo>
                      <a:pt x="127" y="47"/>
                      <a:pt x="127" y="45"/>
                      <a:pt x="128" y="45"/>
                    </a:cubicBezTo>
                    <a:cubicBezTo>
                      <a:pt x="128" y="46"/>
                      <a:pt x="127" y="45"/>
                      <a:pt x="128" y="46"/>
                    </a:cubicBezTo>
                    <a:cubicBezTo>
                      <a:pt x="129" y="47"/>
                      <a:pt x="129" y="47"/>
                      <a:pt x="129" y="47"/>
                    </a:cubicBezTo>
                    <a:cubicBezTo>
                      <a:pt x="128" y="48"/>
                      <a:pt x="130" y="50"/>
                      <a:pt x="130" y="51"/>
                    </a:cubicBezTo>
                    <a:cubicBezTo>
                      <a:pt x="130" y="50"/>
                      <a:pt x="132" y="50"/>
                      <a:pt x="132" y="50"/>
                    </a:cubicBezTo>
                    <a:cubicBezTo>
                      <a:pt x="131" y="48"/>
                      <a:pt x="133" y="49"/>
                      <a:pt x="132" y="46"/>
                    </a:cubicBezTo>
                    <a:cubicBezTo>
                      <a:pt x="133" y="45"/>
                      <a:pt x="133" y="48"/>
                      <a:pt x="134" y="48"/>
                    </a:cubicBezTo>
                    <a:cubicBezTo>
                      <a:pt x="134" y="47"/>
                      <a:pt x="135" y="47"/>
                      <a:pt x="136" y="47"/>
                    </a:cubicBezTo>
                    <a:cubicBezTo>
                      <a:pt x="136" y="47"/>
                      <a:pt x="136" y="47"/>
                      <a:pt x="136" y="47"/>
                    </a:cubicBezTo>
                    <a:cubicBezTo>
                      <a:pt x="137" y="46"/>
                      <a:pt x="138" y="46"/>
                      <a:pt x="138" y="44"/>
                    </a:cubicBezTo>
                    <a:cubicBezTo>
                      <a:pt x="139" y="45"/>
                      <a:pt x="139" y="45"/>
                      <a:pt x="139" y="45"/>
                    </a:cubicBezTo>
                    <a:cubicBezTo>
                      <a:pt x="140" y="46"/>
                      <a:pt x="137" y="42"/>
                      <a:pt x="139" y="43"/>
                    </a:cubicBezTo>
                    <a:cubicBezTo>
                      <a:pt x="139" y="44"/>
                      <a:pt x="139" y="44"/>
                      <a:pt x="139" y="44"/>
                    </a:cubicBezTo>
                    <a:cubicBezTo>
                      <a:pt x="139" y="43"/>
                      <a:pt x="141" y="45"/>
                      <a:pt x="141" y="43"/>
                    </a:cubicBezTo>
                    <a:cubicBezTo>
                      <a:pt x="141" y="44"/>
                      <a:pt x="141" y="44"/>
                      <a:pt x="141" y="44"/>
                    </a:cubicBezTo>
                    <a:cubicBezTo>
                      <a:pt x="141" y="43"/>
                      <a:pt x="142" y="43"/>
                      <a:pt x="142" y="41"/>
                    </a:cubicBezTo>
                    <a:cubicBezTo>
                      <a:pt x="143" y="43"/>
                      <a:pt x="143" y="43"/>
                      <a:pt x="143" y="43"/>
                    </a:cubicBezTo>
                    <a:cubicBezTo>
                      <a:pt x="144" y="44"/>
                      <a:pt x="142" y="41"/>
                      <a:pt x="143" y="42"/>
                    </a:cubicBezTo>
                    <a:cubicBezTo>
                      <a:pt x="143" y="42"/>
                      <a:pt x="144" y="42"/>
                      <a:pt x="144" y="43"/>
                    </a:cubicBezTo>
                    <a:cubicBezTo>
                      <a:pt x="144" y="41"/>
                      <a:pt x="145" y="41"/>
                      <a:pt x="145" y="40"/>
                    </a:cubicBezTo>
                    <a:cubicBezTo>
                      <a:pt x="146" y="42"/>
                      <a:pt x="146" y="42"/>
                      <a:pt x="146" y="42"/>
                    </a:cubicBezTo>
                    <a:cubicBezTo>
                      <a:pt x="149" y="41"/>
                      <a:pt x="153" y="39"/>
                      <a:pt x="154" y="36"/>
                    </a:cubicBezTo>
                    <a:cubicBezTo>
                      <a:pt x="156" y="38"/>
                      <a:pt x="154" y="37"/>
                      <a:pt x="156" y="39"/>
                    </a:cubicBezTo>
                    <a:cubicBezTo>
                      <a:pt x="154" y="37"/>
                      <a:pt x="156" y="38"/>
                      <a:pt x="156" y="37"/>
                    </a:cubicBezTo>
                    <a:cubicBezTo>
                      <a:pt x="156" y="37"/>
                      <a:pt x="156" y="37"/>
                      <a:pt x="156" y="37"/>
                    </a:cubicBezTo>
                    <a:cubicBezTo>
                      <a:pt x="157" y="36"/>
                      <a:pt x="158" y="38"/>
                      <a:pt x="158" y="37"/>
                    </a:cubicBezTo>
                    <a:cubicBezTo>
                      <a:pt x="157" y="36"/>
                      <a:pt x="157" y="36"/>
                      <a:pt x="157" y="36"/>
                    </a:cubicBezTo>
                    <a:cubicBezTo>
                      <a:pt x="157" y="35"/>
                      <a:pt x="160" y="38"/>
                      <a:pt x="158" y="36"/>
                    </a:cubicBezTo>
                    <a:cubicBezTo>
                      <a:pt x="160" y="37"/>
                      <a:pt x="160" y="37"/>
                      <a:pt x="160" y="37"/>
                    </a:cubicBezTo>
                    <a:cubicBezTo>
                      <a:pt x="159" y="34"/>
                      <a:pt x="161" y="37"/>
                      <a:pt x="160" y="35"/>
                    </a:cubicBezTo>
                    <a:cubicBezTo>
                      <a:pt x="160" y="35"/>
                      <a:pt x="160" y="35"/>
                      <a:pt x="160" y="35"/>
                    </a:cubicBezTo>
                    <a:cubicBezTo>
                      <a:pt x="162" y="36"/>
                      <a:pt x="160" y="32"/>
                      <a:pt x="162" y="34"/>
                    </a:cubicBezTo>
                    <a:cubicBezTo>
                      <a:pt x="162" y="33"/>
                      <a:pt x="162" y="32"/>
                      <a:pt x="161" y="30"/>
                    </a:cubicBezTo>
                    <a:cubicBezTo>
                      <a:pt x="163" y="33"/>
                      <a:pt x="163" y="33"/>
                      <a:pt x="163" y="33"/>
                    </a:cubicBezTo>
                    <a:cubicBezTo>
                      <a:pt x="164" y="30"/>
                      <a:pt x="167" y="29"/>
                      <a:pt x="167" y="26"/>
                    </a:cubicBezTo>
                    <a:cubicBezTo>
                      <a:pt x="168" y="27"/>
                      <a:pt x="168" y="27"/>
                      <a:pt x="168" y="27"/>
                    </a:cubicBezTo>
                    <a:cubicBezTo>
                      <a:pt x="168" y="24"/>
                      <a:pt x="172" y="27"/>
                      <a:pt x="170" y="23"/>
                    </a:cubicBezTo>
                    <a:cubicBezTo>
                      <a:pt x="169" y="21"/>
                      <a:pt x="169" y="21"/>
                      <a:pt x="169" y="21"/>
                    </a:cubicBezTo>
                    <a:cubicBezTo>
                      <a:pt x="171" y="23"/>
                      <a:pt x="171" y="23"/>
                      <a:pt x="171" y="23"/>
                    </a:cubicBezTo>
                    <a:cubicBezTo>
                      <a:pt x="170" y="22"/>
                      <a:pt x="172" y="22"/>
                      <a:pt x="171" y="20"/>
                    </a:cubicBezTo>
                    <a:cubicBezTo>
                      <a:pt x="171" y="21"/>
                      <a:pt x="171" y="21"/>
                      <a:pt x="172" y="21"/>
                    </a:cubicBezTo>
                    <a:cubicBezTo>
                      <a:pt x="172" y="21"/>
                      <a:pt x="171" y="19"/>
                      <a:pt x="172" y="19"/>
                    </a:cubicBezTo>
                    <a:cubicBezTo>
                      <a:pt x="172" y="20"/>
                      <a:pt x="172" y="20"/>
                      <a:pt x="172" y="20"/>
                    </a:cubicBezTo>
                    <a:cubicBezTo>
                      <a:pt x="177" y="20"/>
                      <a:pt x="182" y="19"/>
                      <a:pt x="180" y="14"/>
                    </a:cubicBezTo>
                    <a:cubicBezTo>
                      <a:pt x="180" y="13"/>
                      <a:pt x="182" y="15"/>
                      <a:pt x="182" y="15"/>
                    </a:cubicBezTo>
                    <a:cubicBezTo>
                      <a:pt x="181" y="11"/>
                      <a:pt x="188" y="11"/>
                      <a:pt x="185" y="6"/>
                    </a:cubicBezTo>
                    <a:cubicBezTo>
                      <a:pt x="185" y="4"/>
                      <a:pt x="180" y="0"/>
                      <a:pt x="18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8" name="Freeform 342"/>
              <p:cNvSpPr/>
              <p:nvPr/>
            </p:nvSpPr>
            <p:spPr bwMode="auto">
              <a:xfrm>
                <a:off x="3757" y="2934"/>
                <a:ext cx="2" cy="2"/>
              </a:xfrm>
              <a:custGeom>
                <a:avLst/>
                <a:gdLst>
                  <a:gd name="T0" fmla="*/ 0 w 1"/>
                  <a:gd name="T1" fmla="*/ 0 h 1"/>
                  <a:gd name="T2" fmla="*/ 1 w 1"/>
                  <a:gd name="T3" fmla="*/ 0 h 1"/>
                  <a:gd name="T4" fmla="*/ 0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0" y="0"/>
                      <a:pt x="0" y="0"/>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9" name="Freeform 343"/>
              <p:cNvSpPr/>
              <p:nvPr/>
            </p:nvSpPr>
            <p:spPr bwMode="auto">
              <a:xfrm>
                <a:off x="4226" y="2525"/>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0" name="Freeform 344"/>
              <p:cNvSpPr/>
              <p:nvPr/>
            </p:nvSpPr>
            <p:spPr bwMode="auto">
              <a:xfrm>
                <a:off x="3752" y="2940"/>
                <a:ext cx="3" cy="3"/>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1"/>
                      <a:pt x="0" y="1"/>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1" name="Freeform 345"/>
              <p:cNvSpPr/>
              <p:nvPr/>
            </p:nvSpPr>
            <p:spPr bwMode="auto">
              <a:xfrm>
                <a:off x="3975" y="29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2" name="Freeform 346"/>
              <p:cNvSpPr/>
              <p:nvPr/>
            </p:nvSpPr>
            <p:spPr bwMode="auto">
              <a:xfrm>
                <a:off x="3905" y="22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3" name="Freeform 347"/>
              <p:cNvSpPr/>
              <p:nvPr/>
            </p:nvSpPr>
            <p:spPr bwMode="auto">
              <a:xfrm>
                <a:off x="4289" y="255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0"/>
                      <a:pt x="0" y="1"/>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4" name="Freeform 348"/>
              <p:cNvSpPr/>
              <p:nvPr/>
            </p:nvSpPr>
            <p:spPr bwMode="auto">
              <a:xfrm>
                <a:off x="3899" y="2262"/>
                <a:ext cx="2" cy="2"/>
              </a:xfrm>
              <a:custGeom>
                <a:avLst/>
                <a:gdLst>
                  <a:gd name="T0" fmla="*/ 2 w 2"/>
                  <a:gd name="T1" fmla="*/ 0 h 2"/>
                  <a:gd name="T2" fmla="*/ 0 w 2"/>
                  <a:gd name="T3" fmla="*/ 2 h 2"/>
                  <a:gd name="T4" fmla="*/ 0 w 2"/>
                  <a:gd name="T5" fmla="*/ 0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0" y="0"/>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5" name="Freeform 349"/>
              <p:cNvSpPr/>
              <p:nvPr/>
            </p:nvSpPr>
            <p:spPr bwMode="auto">
              <a:xfrm>
                <a:off x="3939" y="2926"/>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6" name="Freeform 350"/>
              <p:cNvSpPr/>
              <p:nvPr/>
            </p:nvSpPr>
            <p:spPr bwMode="auto">
              <a:xfrm>
                <a:off x="3888" y="2281"/>
                <a:ext cx="2" cy="4"/>
              </a:xfrm>
              <a:custGeom>
                <a:avLst/>
                <a:gdLst>
                  <a:gd name="T0" fmla="*/ 2 w 2"/>
                  <a:gd name="T1" fmla="*/ 0 h 4"/>
                  <a:gd name="T2" fmla="*/ 2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2" y="0"/>
                    </a:lnTo>
                    <a:lnTo>
                      <a:pt x="0" y="4"/>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7" name="Freeform 351"/>
              <p:cNvSpPr/>
              <p:nvPr/>
            </p:nvSpPr>
            <p:spPr bwMode="auto">
              <a:xfrm>
                <a:off x="3842" y="2270"/>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2"/>
                      <a:pt x="0" y="0"/>
                      <a:pt x="1"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8" name="Freeform 352"/>
              <p:cNvSpPr/>
              <p:nvPr/>
            </p:nvSpPr>
            <p:spPr bwMode="auto">
              <a:xfrm>
                <a:off x="3844" y="2268"/>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9" name="Freeform 353"/>
              <p:cNvSpPr/>
              <p:nvPr/>
            </p:nvSpPr>
            <p:spPr bwMode="auto">
              <a:xfrm>
                <a:off x="3899" y="2272"/>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0" name="Freeform 354"/>
              <p:cNvSpPr/>
              <p:nvPr/>
            </p:nvSpPr>
            <p:spPr bwMode="auto">
              <a:xfrm>
                <a:off x="3776" y="298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1" name="Freeform 355"/>
              <p:cNvSpPr/>
              <p:nvPr/>
            </p:nvSpPr>
            <p:spPr bwMode="auto">
              <a:xfrm>
                <a:off x="3795" y="2985"/>
                <a:ext cx="2" cy="6"/>
              </a:xfrm>
              <a:custGeom>
                <a:avLst/>
                <a:gdLst>
                  <a:gd name="T0" fmla="*/ 1 w 1"/>
                  <a:gd name="T1" fmla="*/ 2 h 3"/>
                  <a:gd name="T2" fmla="*/ 0 w 1"/>
                  <a:gd name="T3" fmla="*/ 1 h 3"/>
                  <a:gd name="T4" fmla="*/ 1 w 1"/>
                  <a:gd name="T5" fmla="*/ 2 h 3"/>
                </a:gdLst>
                <a:ahLst/>
                <a:cxnLst>
                  <a:cxn ang="0">
                    <a:pos x="T0" y="T1"/>
                  </a:cxn>
                  <a:cxn ang="0">
                    <a:pos x="T2" y="T3"/>
                  </a:cxn>
                  <a:cxn ang="0">
                    <a:pos x="T4" y="T5"/>
                  </a:cxn>
                </a:cxnLst>
                <a:rect l="0" t="0" r="r" b="b"/>
                <a:pathLst>
                  <a:path w="1" h="3">
                    <a:moveTo>
                      <a:pt x="1" y="2"/>
                    </a:moveTo>
                    <a:cubicBezTo>
                      <a:pt x="1" y="0"/>
                      <a:pt x="0" y="1"/>
                      <a:pt x="0" y="1"/>
                    </a:cubicBezTo>
                    <a:cubicBezTo>
                      <a:pt x="0" y="3"/>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2" name="Freeform 356"/>
              <p:cNvSpPr/>
              <p:nvPr/>
            </p:nvSpPr>
            <p:spPr bwMode="auto">
              <a:xfrm>
                <a:off x="3765" y="2972"/>
                <a:ext cx="7" cy="2"/>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1" y="1"/>
                      <a:pt x="2" y="1"/>
                      <a:pt x="3"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3" name="Freeform 357"/>
              <p:cNvSpPr/>
              <p:nvPr/>
            </p:nvSpPr>
            <p:spPr bwMode="auto">
              <a:xfrm>
                <a:off x="3803" y="2985"/>
                <a:ext cx="3"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4" name="Freeform 358"/>
              <p:cNvSpPr/>
              <p:nvPr/>
            </p:nvSpPr>
            <p:spPr bwMode="auto">
              <a:xfrm>
                <a:off x="3479"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5" name="Freeform 359"/>
              <p:cNvSpPr/>
              <p:nvPr/>
            </p:nvSpPr>
            <p:spPr bwMode="auto">
              <a:xfrm>
                <a:off x="3761" y="2966"/>
                <a:ext cx="2" cy="4"/>
              </a:xfrm>
              <a:custGeom>
                <a:avLst/>
                <a:gdLst>
                  <a:gd name="T0" fmla="*/ 1 w 1"/>
                  <a:gd name="T1" fmla="*/ 0 h 2"/>
                  <a:gd name="T2" fmla="*/ 0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1"/>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6" name="Freeform 360"/>
              <p:cNvSpPr/>
              <p:nvPr/>
            </p:nvSpPr>
            <p:spPr bwMode="auto">
              <a:xfrm>
                <a:off x="3943" y="2966"/>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7" name="Freeform 361"/>
              <p:cNvSpPr/>
              <p:nvPr/>
            </p:nvSpPr>
            <p:spPr bwMode="auto">
              <a:xfrm>
                <a:off x="4003" y="294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8" name="Freeform 362"/>
              <p:cNvSpPr/>
              <p:nvPr/>
            </p:nvSpPr>
            <p:spPr bwMode="auto">
              <a:xfrm>
                <a:off x="4003" y="29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9" name="Freeform 363"/>
              <p:cNvSpPr/>
              <p:nvPr/>
            </p:nvSpPr>
            <p:spPr bwMode="auto">
              <a:xfrm>
                <a:off x="3996" y="2951"/>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0" name="Freeform 364"/>
              <p:cNvSpPr/>
              <p:nvPr/>
            </p:nvSpPr>
            <p:spPr bwMode="auto">
              <a:xfrm>
                <a:off x="3757" y="3023"/>
                <a:ext cx="4" cy="4"/>
              </a:xfrm>
              <a:custGeom>
                <a:avLst/>
                <a:gdLst>
                  <a:gd name="T0" fmla="*/ 1 w 2"/>
                  <a:gd name="T1" fmla="*/ 0 h 2"/>
                  <a:gd name="T2" fmla="*/ 1 w 2"/>
                  <a:gd name="T3" fmla="*/ 2 h 2"/>
                  <a:gd name="T4" fmla="*/ 1 w 2"/>
                  <a:gd name="T5" fmla="*/ 0 h 2"/>
                </a:gdLst>
                <a:ahLst/>
                <a:cxnLst>
                  <a:cxn ang="0">
                    <a:pos x="T0" y="T1"/>
                  </a:cxn>
                  <a:cxn ang="0">
                    <a:pos x="T2" y="T3"/>
                  </a:cxn>
                  <a:cxn ang="0">
                    <a:pos x="T4" y="T5"/>
                  </a:cxn>
                </a:cxnLst>
                <a:rect l="0" t="0" r="r" b="b"/>
                <a:pathLst>
                  <a:path w="2" h="2">
                    <a:moveTo>
                      <a:pt x="1" y="0"/>
                    </a:moveTo>
                    <a:cubicBezTo>
                      <a:pt x="0" y="2"/>
                      <a:pt x="2" y="1"/>
                      <a:pt x="1" y="2"/>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1" name="Freeform 365"/>
              <p:cNvSpPr/>
              <p:nvPr/>
            </p:nvSpPr>
            <p:spPr bwMode="auto">
              <a:xfrm>
                <a:off x="4003" y="2949"/>
                <a:ext cx="0" cy="4"/>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2"/>
                      <a:pt x="0" y="0"/>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2" name="Freeform 366"/>
              <p:cNvSpPr/>
              <p:nvPr/>
            </p:nvSpPr>
            <p:spPr bwMode="auto">
              <a:xfrm>
                <a:off x="3869" y="293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3" name="Freeform 367"/>
              <p:cNvSpPr/>
              <p:nvPr/>
            </p:nvSpPr>
            <p:spPr bwMode="auto">
              <a:xfrm>
                <a:off x="4026" y="2926"/>
                <a:ext cx="2" cy="4"/>
              </a:xfrm>
              <a:custGeom>
                <a:avLst/>
                <a:gdLst>
                  <a:gd name="T0" fmla="*/ 0 w 2"/>
                  <a:gd name="T1" fmla="*/ 0 h 4"/>
                  <a:gd name="T2" fmla="*/ 2 w 2"/>
                  <a:gd name="T3" fmla="*/ 4 h 4"/>
                  <a:gd name="T4" fmla="*/ 2 w 2"/>
                  <a:gd name="T5" fmla="*/ 4 h 4"/>
                  <a:gd name="T6" fmla="*/ 0 w 2"/>
                  <a:gd name="T7" fmla="*/ 0 h 4"/>
                </a:gdLst>
                <a:ahLst/>
                <a:cxnLst>
                  <a:cxn ang="0">
                    <a:pos x="T0" y="T1"/>
                  </a:cxn>
                  <a:cxn ang="0">
                    <a:pos x="T2" y="T3"/>
                  </a:cxn>
                  <a:cxn ang="0">
                    <a:pos x="T4" y="T5"/>
                  </a:cxn>
                  <a:cxn ang="0">
                    <a:pos x="T6" y="T7"/>
                  </a:cxn>
                </a:cxnLst>
                <a:rect l="0" t="0" r="r" b="b"/>
                <a:pathLst>
                  <a:path w="2" h="4">
                    <a:moveTo>
                      <a:pt x="0" y="0"/>
                    </a:moveTo>
                    <a:lnTo>
                      <a:pt x="2" y="4"/>
                    </a:lnTo>
                    <a:lnTo>
                      <a:pt x="2"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4" name="Rectangle 368"/>
              <p:cNvSpPr>
                <a:spLocks noChangeArrowheads="1"/>
              </p:cNvSpPr>
              <p:nvPr/>
            </p:nvSpPr>
            <p:spPr bwMode="auto">
              <a:xfrm>
                <a:off x="4275" y="2542"/>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5" name="Oval 369"/>
              <p:cNvSpPr>
                <a:spLocks noChangeArrowheads="1"/>
              </p:cNvSpPr>
              <p:nvPr/>
            </p:nvSpPr>
            <p:spPr bwMode="auto">
              <a:xfrm>
                <a:off x="3472" y="207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6" name="Freeform 370"/>
              <p:cNvSpPr/>
              <p:nvPr/>
            </p:nvSpPr>
            <p:spPr bwMode="auto">
              <a:xfrm>
                <a:off x="4219" y="2518"/>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7" name="Freeform 371"/>
              <p:cNvSpPr/>
              <p:nvPr/>
            </p:nvSpPr>
            <p:spPr bwMode="auto">
              <a:xfrm>
                <a:off x="4230" y="2525"/>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8" name="Freeform 372"/>
              <p:cNvSpPr/>
              <p:nvPr/>
            </p:nvSpPr>
            <p:spPr bwMode="auto">
              <a:xfrm>
                <a:off x="3472"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9" name="Freeform 373"/>
              <p:cNvSpPr/>
              <p:nvPr/>
            </p:nvSpPr>
            <p:spPr bwMode="auto">
              <a:xfrm>
                <a:off x="4217" y="2482"/>
                <a:ext cx="145" cy="117"/>
              </a:xfrm>
              <a:custGeom>
                <a:avLst/>
                <a:gdLst>
                  <a:gd name="T0" fmla="*/ 63 w 68"/>
                  <a:gd name="T1" fmla="*/ 35 h 55"/>
                  <a:gd name="T2" fmla="*/ 47 w 68"/>
                  <a:gd name="T3" fmla="*/ 21 h 55"/>
                  <a:gd name="T4" fmla="*/ 43 w 68"/>
                  <a:gd name="T5" fmla="*/ 21 h 55"/>
                  <a:gd name="T6" fmla="*/ 40 w 68"/>
                  <a:gd name="T7" fmla="*/ 15 h 55"/>
                  <a:gd name="T8" fmla="*/ 35 w 68"/>
                  <a:gd name="T9" fmla="*/ 11 h 55"/>
                  <a:gd name="T10" fmla="*/ 29 w 68"/>
                  <a:gd name="T11" fmla="*/ 6 h 55"/>
                  <a:gd name="T12" fmla="*/ 24 w 68"/>
                  <a:gd name="T13" fmla="*/ 7 h 55"/>
                  <a:gd name="T14" fmla="*/ 16 w 68"/>
                  <a:gd name="T15" fmla="*/ 6 h 55"/>
                  <a:gd name="T16" fmla="*/ 13 w 68"/>
                  <a:gd name="T17" fmla="*/ 5 h 55"/>
                  <a:gd name="T18" fmla="*/ 10 w 68"/>
                  <a:gd name="T19" fmla="*/ 1 h 55"/>
                  <a:gd name="T20" fmla="*/ 9 w 68"/>
                  <a:gd name="T21" fmla="*/ 1 h 55"/>
                  <a:gd name="T22" fmla="*/ 5 w 68"/>
                  <a:gd name="T23" fmla="*/ 2 h 55"/>
                  <a:gd name="T24" fmla="*/ 2 w 68"/>
                  <a:gd name="T25" fmla="*/ 3 h 55"/>
                  <a:gd name="T26" fmla="*/ 2 w 68"/>
                  <a:gd name="T27" fmla="*/ 6 h 55"/>
                  <a:gd name="T28" fmla="*/ 5 w 68"/>
                  <a:gd name="T29" fmla="*/ 8 h 55"/>
                  <a:gd name="T30" fmla="*/ 4 w 68"/>
                  <a:gd name="T31" fmla="*/ 10 h 55"/>
                  <a:gd name="T32" fmla="*/ 6 w 68"/>
                  <a:gd name="T33" fmla="*/ 13 h 55"/>
                  <a:gd name="T34" fmla="*/ 4 w 68"/>
                  <a:gd name="T35" fmla="*/ 16 h 55"/>
                  <a:gd name="T36" fmla="*/ 2 w 68"/>
                  <a:gd name="T37" fmla="*/ 19 h 55"/>
                  <a:gd name="T38" fmla="*/ 6 w 68"/>
                  <a:gd name="T39" fmla="*/ 16 h 55"/>
                  <a:gd name="T40" fmla="*/ 9 w 68"/>
                  <a:gd name="T41" fmla="*/ 13 h 55"/>
                  <a:gd name="T42" fmla="*/ 7 w 68"/>
                  <a:gd name="T43" fmla="*/ 19 h 55"/>
                  <a:gd name="T44" fmla="*/ 8 w 68"/>
                  <a:gd name="T45" fmla="*/ 18 h 55"/>
                  <a:gd name="T46" fmla="*/ 8 w 68"/>
                  <a:gd name="T47" fmla="*/ 21 h 55"/>
                  <a:gd name="T48" fmla="*/ 9 w 68"/>
                  <a:gd name="T49" fmla="*/ 21 h 55"/>
                  <a:gd name="T50" fmla="*/ 10 w 68"/>
                  <a:gd name="T51" fmla="*/ 22 h 55"/>
                  <a:gd name="T52" fmla="*/ 15 w 68"/>
                  <a:gd name="T53" fmla="*/ 17 h 55"/>
                  <a:gd name="T54" fmla="*/ 11 w 68"/>
                  <a:gd name="T55" fmla="*/ 23 h 55"/>
                  <a:gd name="T56" fmla="*/ 13 w 68"/>
                  <a:gd name="T57" fmla="*/ 23 h 55"/>
                  <a:gd name="T58" fmla="*/ 16 w 68"/>
                  <a:gd name="T59" fmla="*/ 23 h 55"/>
                  <a:gd name="T60" fmla="*/ 18 w 68"/>
                  <a:gd name="T61" fmla="*/ 24 h 55"/>
                  <a:gd name="T62" fmla="*/ 18 w 68"/>
                  <a:gd name="T63" fmla="*/ 24 h 55"/>
                  <a:gd name="T64" fmla="*/ 21 w 68"/>
                  <a:gd name="T65" fmla="*/ 24 h 55"/>
                  <a:gd name="T66" fmla="*/ 23 w 68"/>
                  <a:gd name="T67" fmla="*/ 23 h 55"/>
                  <a:gd name="T68" fmla="*/ 22 w 68"/>
                  <a:gd name="T69" fmla="*/ 26 h 55"/>
                  <a:gd name="T70" fmla="*/ 25 w 68"/>
                  <a:gd name="T71" fmla="*/ 24 h 55"/>
                  <a:gd name="T72" fmla="*/ 24 w 68"/>
                  <a:gd name="T73" fmla="*/ 27 h 55"/>
                  <a:gd name="T74" fmla="*/ 26 w 68"/>
                  <a:gd name="T75" fmla="*/ 29 h 55"/>
                  <a:gd name="T76" fmla="*/ 28 w 68"/>
                  <a:gd name="T77" fmla="*/ 30 h 55"/>
                  <a:gd name="T78" fmla="*/ 29 w 68"/>
                  <a:gd name="T79" fmla="*/ 32 h 55"/>
                  <a:gd name="T80" fmla="*/ 31 w 68"/>
                  <a:gd name="T81" fmla="*/ 31 h 55"/>
                  <a:gd name="T82" fmla="*/ 32 w 68"/>
                  <a:gd name="T83" fmla="*/ 32 h 55"/>
                  <a:gd name="T84" fmla="*/ 31 w 68"/>
                  <a:gd name="T85" fmla="*/ 33 h 55"/>
                  <a:gd name="T86" fmla="*/ 34 w 68"/>
                  <a:gd name="T87" fmla="*/ 34 h 55"/>
                  <a:gd name="T88" fmla="*/ 37 w 68"/>
                  <a:gd name="T89" fmla="*/ 34 h 55"/>
                  <a:gd name="T90" fmla="*/ 39 w 68"/>
                  <a:gd name="T91" fmla="*/ 34 h 55"/>
                  <a:gd name="T92" fmla="*/ 44 w 68"/>
                  <a:gd name="T93" fmla="*/ 32 h 55"/>
                  <a:gd name="T94" fmla="*/ 43 w 68"/>
                  <a:gd name="T95" fmla="*/ 36 h 55"/>
                  <a:gd name="T96" fmla="*/ 46 w 68"/>
                  <a:gd name="T97" fmla="*/ 36 h 55"/>
                  <a:gd name="T98" fmla="*/ 47 w 68"/>
                  <a:gd name="T99" fmla="*/ 38 h 55"/>
                  <a:gd name="T100" fmla="*/ 48 w 68"/>
                  <a:gd name="T101" fmla="*/ 43 h 55"/>
                  <a:gd name="T102" fmla="*/ 50 w 68"/>
                  <a:gd name="T103" fmla="*/ 44 h 55"/>
                  <a:gd name="T104" fmla="*/ 58 w 68"/>
                  <a:gd name="T105" fmla="*/ 45 h 55"/>
                  <a:gd name="T106" fmla="*/ 58 w 68"/>
                  <a:gd name="T107" fmla="*/ 5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55">
                    <a:moveTo>
                      <a:pt x="66" y="42"/>
                    </a:moveTo>
                    <a:cubicBezTo>
                      <a:pt x="65" y="40"/>
                      <a:pt x="67" y="35"/>
                      <a:pt x="64" y="34"/>
                    </a:cubicBezTo>
                    <a:cubicBezTo>
                      <a:pt x="63" y="35"/>
                      <a:pt x="62" y="35"/>
                      <a:pt x="62" y="36"/>
                    </a:cubicBezTo>
                    <a:cubicBezTo>
                      <a:pt x="62" y="35"/>
                      <a:pt x="62" y="35"/>
                      <a:pt x="62" y="35"/>
                    </a:cubicBezTo>
                    <a:cubicBezTo>
                      <a:pt x="61" y="36"/>
                      <a:pt x="61" y="36"/>
                      <a:pt x="61" y="36"/>
                    </a:cubicBezTo>
                    <a:cubicBezTo>
                      <a:pt x="61" y="36"/>
                      <a:pt x="62" y="35"/>
                      <a:pt x="63" y="35"/>
                    </a:cubicBezTo>
                    <a:cubicBezTo>
                      <a:pt x="62" y="34"/>
                      <a:pt x="61" y="34"/>
                      <a:pt x="61" y="33"/>
                    </a:cubicBezTo>
                    <a:cubicBezTo>
                      <a:pt x="59" y="34"/>
                      <a:pt x="60" y="32"/>
                      <a:pt x="58" y="34"/>
                    </a:cubicBezTo>
                    <a:cubicBezTo>
                      <a:pt x="59" y="33"/>
                      <a:pt x="59" y="33"/>
                      <a:pt x="59" y="33"/>
                    </a:cubicBezTo>
                    <a:cubicBezTo>
                      <a:pt x="58" y="33"/>
                      <a:pt x="58" y="33"/>
                      <a:pt x="59" y="31"/>
                    </a:cubicBezTo>
                    <a:cubicBezTo>
                      <a:pt x="59" y="28"/>
                      <a:pt x="56" y="27"/>
                      <a:pt x="55" y="24"/>
                    </a:cubicBezTo>
                    <a:cubicBezTo>
                      <a:pt x="53" y="22"/>
                      <a:pt x="50" y="22"/>
                      <a:pt x="47" y="21"/>
                    </a:cubicBezTo>
                    <a:cubicBezTo>
                      <a:pt x="45" y="23"/>
                      <a:pt x="45" y="22"/>
                      <a:pt x="43" y="23"/>
                    </a:cubicBezTo>
                    <a:cubicBezTo>
                      <a:pt x="44" y="23"/>
                      <a:pt x="44" y="23"/>
                      <a:pt x="44" y="23"/>
                    </a:cubicBezTo>
                    <a:cubicBezTo>
                      <a:pt x="42" y="23"/>
                      <a:pt x="43" y="22"/>
                      <a:pt x="44" y="21"/>
                    </a:cubicBezTo>
                    <a:cubicBezTo>
                      <a:pt x="43" y="22"/>
                      <a:pt x="44" y="21"/>
                      <a:pt x="42" y="22"/>
                    </a:cubicBezTo>
                    <a:cubicBezTo>
                      <a:pt x="41" y="24"/>
                      <a:pt x="44" y="20"/>
                      <a:pt x="43" y="21"/>
                    </a:cubicBezTo>
                    <a:cubicBezTo>
                      <a:pt x="44" y="20"/>
                      <a:pt x="42" y="22"/>
                      <a:pt x="43" y="21"/>
                    </a:cubicBezTo>
                    <a:cubicBezTo>
                      <a:pt x="41" y="22"/>
                      <a:pt x="44" y="20"/>
                      <a:pt x="44" y="18"/>
                    </a:cubicBezTo>
                    <a:cubicBezTo>
                      <a:pt x="43" y="18"/>
                      <a:pt x="41" y="19"/>
                      <a:pt x="41" y="17"/>
                    </a:cubicBezTo>
                    <a:cubicBezTo>
                      <a:pt x="41" y="17"/>
                      <a:pt x="40" y="18"/>
                      <a:pt x="40" y="18"/>
                    </a:cubicBezTo>
                    <a:cubicBezTo>
                      <a:pt x="42" y="16"/>
                      <a:pt x="39" y="19"/>
                      <a:pt x="40" y="17"/>
                    </a:cubicBezTo>
                    <a:cubicBezTo>
                      <a:pt x="40" y="17"/>
                      <a:pt x="40" y="17"/>
                      <a:pt x="40" y="17"/>
                    </a:cubicBezTo>
                    <a:cubicBezTo>
                      <a:pt x="41" y="15"/>
                      <a:pt x="39" y="17"/>
                      <a:pt x="40" y="15"/>
                    </a:cubicBezTo>
                    <a:cubicBezTo>
                      <a:pt x="40" y="15"/>
                      <a:pt x="40" y="15"/>
                      <a:pt x="40" y="15"/>
                    </a:cubicBezTo>
                    <a:cubicBezTo>
                      <a:pt x="38" y="16"/>
                      <a:pt x="40" y="13"/>
                      <a:pt x="39" y="15"/>
                    </a:cubicBezTo>
                    <a:cubicBezTo>
                      <a:pt x="40" y="14"/>
                      <a:pt x="39" y="14"/>
                      <a:pt x="40" y="13"/>
                    </a:cubicBezTo>
                    <a:cubicBezTo>
                      <a:pt x="37" y="16"/>
                      <a:pt x="40" y="12"/>
                      <a:pt x="38" y="13"/>
                    </a:cubicBezTo>
                    <a:cubicBezTo>
                      <a:pt x="38" y="13"/>
                      <a:pt x="38" y="13"/>
                      <a:pt x="38" y="13"/>
                    </a:cubicBezTo>
                    <a:cubicBezTo>
                      <a:pt x="37" y="12"/>
                      <a:pt x="37" y="11"/>
                      <a:pt x="35" y="11"/>
                    </a:cubicBezTo>
                    <a:cubicBezTo>
                      <a:pt x="34" y="11"/>
                      <a:pt x="36" y="8"/>
                      <a:pt x="34" y="9"/>
                    </a:cubicBezTo>
                    <a:cubicBezTo>
                      <a:pt x="33" y="10"/>
                      <a:pt x="33" y="10"/>
                      <a:pt x="33" y="10"/>
                    </a:cubicBezTo>
                    <a:cubicBezTo>
                      <a:pt x="32" y="10"/>
                      <a:pt x="33" y="9"/>
                      <a:pt x="34" y="9"/>
                    </a:cubicBezTo>
                    <a:cubicBezTo>
                      <a:pt x="32" y="10"/>
                      <a:pt x="33" y="8"/>
                      <a:pt x="33" y="7"/>
                    </a:cubicBezTo>
                    <a:cubicBezTo>
                      <a:pt x="32" y="8"/>
                      <a:pt x="32" y="8"/>
                      <a:pt x="32" y="8"/>
                    </a:cubicBezTo>
                    <a:cubicBezTo>
                      <a:pt x="32" y="7"/>
                      <a:pt x="29" y="7"/>
                      <a:pt x="29" y="6"/>
                    </a:cubicBezTo>
                    <a:cubicBezTo>
                      <a:pt x="28" y="9"/>
                      <a:pt x="28" y="7"/>
                      <a:pt x="28" y="8"/>
                    </a:cubicBezTo>
                    <a:cubicBezTo>
                      <a:pt x="28" y="8"/>
                      <a:pt x="28" y="7"/>
                      <a:pt x="28" y="6"/>
                    </a:cubicBezTo>
                    <a:cubicBezTo>
                      <a:pt x="28" y="6"/>
                      <a:pt x="28" y="6"/>
                      <a:pt x="28" y="5"/>
                    </a:cubicBezTo>
                    <a:cubicBezTo>
                      <a:pt x="27" y="6"/>
                      <a:pt x="26" y="7"/>
                      <a:pt x="26" y="7"/>
                    </a:cubicBezTo>
                    <a:cubicBezTo>
                      <a:pt x="27" y="4"/>
                      <a:pt x="26" y="6"/>
                      <a:pt x="26" y="5"/>
                    </a:cubicBezTo>
                    <a:cubicBezTo>
                      <a:pt x="25" y="7"/>
                      <a:pt x="24" y="8"/>
                      <a:pt x="24" y="7"/>
                    </a:cubicBezTo>
                    <a:cubicBezTo>
                      <a:pt x="26" y="5"/>
                      <a:pt x="26" y="5"/>
                      <a:pt x="26" y="5"/>
                    </a:cubicBezTo>
                    <a:cubicBezTo>
                      <a:pt x="24" y="6"/>
                      <a:pt x="24" y="3"/>
                      <a:pt x="22" y="5"/>
                    </a:cubicBezTo>
                    <a:cubicBezTo>
                      <a:pt x="22" y="4"/>
                      <a:pt x="22" y="4"/>
                      <a:pt x="22" y="4"/>
                    </a:cubicBezTo>
                    <a:cubicBezTo>
                      <a:pt x="21" y="5"/>
                      <a:pt x="21" y="3"/>
                      <a:pt x="19" y="5"/>
                    </a:cubicBezTo>
                    <a:cubicBezTo>
                      <a:pt x="19" y="4"/>
                      <a:pt x="19" y="4"/>
                      <a:pt x="19" y="3"/>
                    </a:cubicBezTo>
                    <a:cubicBezTo>
                      <a:pt x="18" y="4"/>
                      <a:pt x="18" y="4"/>
                      <a:pt x="16" y="6"/>
                    </a:cubicBezTo>
                    <a:cubicBezTo>
                      <a:pt x="16" y="6"/>
                      <a:pt x="17" y="5"/>
                      <a:pt x="17" y="4"/>
                    </a:cubicBezTo>
                    <a:cubicBezTo>
                      <a:pt x="17" y="4"/>
                      <a:pt x="18" y="2"/>
                      <a:pt x="16" y="4"/>
                    </a:cubicBezTo>
                    <a:cubicBezTo>
                      <a:pt x="17" y="3"/>
                      <a:pt x="17" y="3"/>
                      <a:pt x="17" y="3"/>
                    </a:cubicBezTo>
                    <a:cubicBezTo>
                      <a:pt x="16" y="4"/>
                      <a:pt x="14" y="5"/>
                      <a:pt x="15" y="3"/>
                    </a:cubicBezTo>
                    <a:cubicBezTo>
                      <a:pt x="14" y="4"/>
                      <a:pt x="14" y="5"/>
                      <a:pt x="13" y="6"/>
                    </a:cubicBezTo>
                    <a:cubicBezTo>
                      <a:pt x="13" y="6"/>
                      <a:pt x="14" y="4"/>
                      <a:pt x="13" y="5"/>
                    </a:cubicBezTo>
                    <a:cubicBezTo>
                      <a:pt x="14" y="4"/>
                      <a:pt x="14" y="4"/>
                      <a:pt x="14" y="4"/>
                    </a:cubicBezTo>
                    <a:cubicBezTo>
                      <a:pt x="14" y="3"/>
                      <a:pt x="13" y="3"/>
                      <a:pt x="12" y="4"/>
                    </a:cubicBezTo>
                    <a:cubicBezTo>
                      <a:pt x="13" y="2"/>
                      <a:pt x="11" y="3"/>
                      <a:pt x="12" y="2"/>
                    </a:cubicBezTo>
                    <a:cubicBezTo>
                      <a:pt x="11" y="3"/>
                      <a:pt x="12" y="1"/>
                      <a:pt x="9" y="3"/>
                    </a:cubicBezTo>
                    <a:cubicBezTo>
                      <a:pt x="10" y="2"/>
                      <a:pt x="10" y="2"/>
                      <a:pt x="10" y="2"/>
                    </a:cubicBezTo>
                    <a:cubicBezTo>
                      <a:pt x="10" y="2"/>
                      <a:pt x="10" y="2"/>
                      <a:pt x="10" y="1"/>
                    </a:cubicBezTo>
                    <a:cubicBezTo>
                      <a:pt x="11" y="1"/>
                      <a:pt x="9" y="2"/>
                      <a:pt x="8" y="2"/>
                    </a:cubicBezTo>
                    <a:cubicBezTo>
                      <a:pt x="9" y="1"/>
                      <a:pt x="9" y="1"/>
                      <a:pt x="9" y="1"/>
                    </a:cubicBezTo>
                    <a:cubicBezTo>
                      <a:pt x="9" y="2"/>
                      <a:pt x="7" y="3"/>
                      <a:pt x="6" y="4"/>
                    </a:cubicBezTo>
                    <a:cubicBezTo>
                      <a:pt x="6" y="3"/>
                      <a:pt x="5" y="4"/>
                      <a:pt x="6" y="3"/>
                    </a:cubicBezTo>
                    <a:cubicBezTo>
                      <a:pt x="7" y="3"/>
                      <a:pt x="8" y="2"/>
                      <a:pt x="10" y="1"/>
                    </a:cubicBezTo>
                    <a:cubicBezTo>
                      <a:pt x="10" y="0"/>
                      <a:pt x="7" y="2"/>
                      <a:pt x="9" y="1"/>
                    </a:cubicBezTo>
                    <a:cubicBezTo>
                      <a:pt x="9" y="0"/>
                      <a:pt x="9" y="1"/>
                      <a:pt x="7" y="2"/>
                    </a:cubicBezTo>
                    <a:cubicBezTo>
                      <a:pt x="9" y="1"/>
                      <a:pt x="9" y="1"/>
                      <a:pt x="9" y="1"/>
                    </a:cubicBezTo>
                    <a:cubicBezTo>
                      <a:pt x="9" y="1"/>
                      <a:pt x="8" y="1"/>
                      <a:pt x="8" y="1"/>
                    </a:cubicBezTo>
                    <a:cubicBezTo>
                      <a:pt x="8" y="1"/>
                      <a:pt x="8" y="1"/>
                      <a:pt x="8" y="1"/>
                    </a:cubicBezTo>
                    <a:cubicBezTo>
                      <a:pt x="6" y="2"/>
                      <a:pt x="6" y="1"/>
                      <a:pt x="4" y="2"/>
                    </a:cubicBezTo>
                    <a:cubicBezTo>
                      <a:pt x="5" y="2"/>
                      <a:pt x="5" y="2"/>
                      <a:pt x="5" y="2"/>
                    </a:cubicBezTo>
                    <a:cubicBezTo>
                      <a:pt x="4" y="3"/>
                      <a:pt x="3" y="3"/>
                      <a:pt x="4" y="2"/>
                    </a:cubicBezTo>
                    <a:cubicBezTo>
                      <a:pt x="6" y="1"/>
                      <a:pt x="7" y="1"/>
                      <a:pt x="7" y="1"/>
                    </a:cubicBezTo>
                    <a:cubicBezTo>
                      <a:pt x="4" y="2"/>
                      <a:pt x="4" y="2"/>
                      <a:pt x="4" y="2"/>
                    </a:cubicBezTo>
                    <a:cubicBezTo>
                      <a:pt x="5" y="1"/>
                      <a:pt x="4" y="2"/>
                      <a:pt x="3" y="3"/>
                    </a:cubicBezTo>
                    <a:cubicBezTo>
                      <a:pt x="4" y="2"/>
                      <a:pt x="4" y="2"/>
                      <a:pt x="4" y="2"/>
                    </a:cubicBezTo>
                    <a:cubicBezTo>
                      <a:pt x="2" y="3"/>
                      <a:pt x="2" y="3"/>
                      <a:pt x="2" y="3"/>
                    </a:cubicBezTo>
                    <a:cubicBezTo>
                      <a:pt x="3" y="3"/>
                      <a:pt x="2" y="4"/>
                      <a:pt x="3" y="4"/>
                    </a:cubicBezTo>
                    <a:cubicBezTo>
                      <a:pt x="4" y="3"/>
                      <a:pt x="4" y="3"/>
                      <a:pt x="4" y="3"/>
                    </a:cubicBezTo>
                    <a:cubicBezTo>
                      <a:pt x="5" y="3"/>
                      <a:pt x="7" y="2"/>
                      <a:pt x="5" y="3"/>
                    </a:cubicBezTo>
                    <a:cubicBezTo>
                      <a:pt x="3" y="5"/>
                      <a:pt x="3" y="5"/>
                      <a:pt x="3" y="5"/>
                    </a:cubicBezTo>
                    <a:cubicBezTo>
                      <a:pt x="3" y="4"/>
                      <a:pt x="4" y="4"/>
                      <a:pt x="4" y="4"/>
                    </a:cubicBezTo>
                    <a:cubicBezTo>
                      <a:pt x="2" y="6"/>
                      <a:pt x="2" y="6"/>
                      <a:pt x="2" y="6"/>
                    </a:cubicBezTo>
                    <a:cubicBezTo>
                      <a:pt x="5" y="4"/>
                      <a:pt x="3" y="6"/>
                      <a:pt x="4" y="5"/>
                    </a:cubicBezTo>
                    <a:cubicBezTo>
                      <a:pt x="3" y="6"/>
                      <a:pt x="3" y="6"/>
                      <a:pt x="3" y="6"/>
                    </a:cubicBezTo>
                    <a:cubicBezTo>
                      <a:pt x="2" y="7"/>
                      <a:pt x="4" y="5"/>
                      <a:pt x="5" y="5"/>
                    </a:cubicBezTo>
                    <a:cubicBezTo>
                      <a:pt x="4" y="5"/>
                      <a:pt x="2" y="7"/>
                      <a:pt x="2" y="8"/>
                    </a:cubicBezTo>
                    <a:cubicBezTo>
                      <a:pt x="2" y="8"/>
                      <a:pt x="4" y="7"/>
                      <a:pt x="3" y="9"/>
                    </a:cubicBezTo>
                    <a:cubicBezTo>
                      <a:pt x="3" y="9"/>
                      <a:pt x="4" y="9"/>
                      <a:pt x="5" y="8"/>
                    </a:cubicBezTo>
                    <a:cubicBezTo>
                      <a:pt x="5" y="8"/>
                      <a:pt x="3" y="10"/>
                      <a:pt x="4" y="9"/>
                    </a:cubicBezTo>
                    <a:cubicBezTo>
                      <a:pt x="3" y="10"/>
                      <a:pt x="2" y="12"/>
                      <a:pt x="1" y="13"/>
                    </a:cubicBezTo>
                    <a:cubicBezTo>
                      <a:pt x="1" y="13"/>
                      <a:pt x="0" y="14"/>
                      <a:pt x="1" y="14"/>
                    </a:cubicBezTo>
                    <a:cubicBezTo>
                      <a:pt x="0" y="14"/>
                      <a:pt x="0" y="15"/>
                      <a:pt x="0" y="15"/>
                    </a:cubicBezTo>
                    <a:cubicBezTo>
                      <a:pt x="1" y="14"/>
                      <a:pt x="2" y="13"/>
                      <a:pt x="2" y="12"/>
                    </a:cubicBezTo>
                    <a:cubicBezTo>
                      <a:pt x="3" y="10"/>
                      <a:pt x="3" y="12"/>
                      <a:pt x="4" y="10"/>
                    </a:cubicBezTo>
                    <a:cubicBezTo>
                      <a:pt x="4" y="11"/>
                      <a:pt x="5" y="11"/>
                      <a:pt x="5" y="11"/>
                    </a:cubicBezTo>
                    <a:cubicBezTo>
                      <a:pt x="5" y="11"/>
                      <a:pt x="4" y="12"/>
                      <a:pt x="3" y="13"/>
                    </a:cubicBezTo>
                    <a:cubicBezTo>
                      <a:pt x="5" y="12"/>
                      <a:pt x="6" y="11"/>
                      <a:pt x="6" y="12"/>
                    </a:cubicBezTo>
                    <a:cubicBezTo>
                      <a:pt x="7" y="11"/>
                      <a:pt x="7" y="11"/>
                      <a:pt x="8" y="9"/>
                    </a:cubicBezTo>
                    <a:cubicBezTo>
                      <a:pt x="8" y="9"/>
                      <a:pt x="8" y="8"/>
                      <a:pt x="8" y="9"/>
                    </a:cubicBezTo>
                    <a:cubicBezTo>
                      <a:pt x="7" y="10"/>
                      <a:pt x="6" y="12"/>
                      <a:pt x="6" y="13"/>
                    </a:cubicBezTo>
                    <a:cubicBezTo>
                      <a:pt x="4" y="15"/>
                      <a:pt x="6" y="12"/>
                      <a:pt x="4" y="14"/>
                    </a:cubicBezTo>
                    <a:cubicBezTo>
                      <a:pt x="2" y="16"/>
                      <a:pt x="2" y="15"/>
                      <a:pt x="3" y="14"/>
                    </a:cubicBezTo>
                    <a:cubicBezTo>
                      <a:pt x="1" y="16"/>
                      <a:pt x="3" y="15"/>
                      <a:pt x="1" y="16"/>
                    </a:cubicBezTo>
                    <a:cubicBezTo>
                      <a:pt x="1" y="17"/>
                      <a:pt x="2" y="16"/>
                      <a:pt x="3" y="16"/>
                    </a:cubicBezTo>
                    <a:cubicBezTo>
                      <a:pt x="4" y="15"/>
                      <a:pt x="4" y="15"/>
                      <a:pt x="4" y="14"/>
                    </a:cubicBezTo>
                    <a:cubicBezTo>
                      <a:pt x="6" y="12"/>
                      <a:pt x="4" y="16"/>
                      <a:pt x="4" y="16"/>
                    </a:cubicBezTo>
                    <a:cubicBezTo>
                      <a:pt x="3" y="16"/>
                      <a:pt x="3" y="16"/>
                      <a:pt x="3" y="16"/>
                    </a:cubicBezTo>
                    <a:cubicBezTo>
                      <a:pt x="3" y="17"/>
                      <a:pt x="4" y="16"/>
                      <a:pt x="4" y="16"/>
                    </a:cubicBezTo>
                    <a:cubicBezTo>
                      <a:pt x="2" y="19"/>
                      <a:pt x="4" y="16"/>
                      <a:pt x="2" y="18"/>
                    </a:cubicBezTo>
                    <a:cubicBezTo>
                      <a:pt x="1" y="20"/>
                      <a:pt x="1" y="20"/>
                      <a:pt x="1" y="20"/>
                    </a:cubicBezTo>
                    <a:cubicBezTo>
                      <a:pt x="1" y="20"/>
                      <a:pt x="3" y="18"/>
                      <a:pt x="3" y="18"/>
                    </a:cubicBezTo>
                    <a:cubicBezTo>
                      <a:pt x="2" y="19"/>
                      <a:pt x="2" y="19"/>
                      <a:pt x="2" y="19"/>
                    </a:cubicBezTo>
                    <a:cubicBezTo>
                      <a:pt x="3" y="19"/>
                      <a:pt x="3" y="19"/>
                      <a:pt x="3" y="19"/>
                    </a:cubicBezTo>
                    <a:cubicBezTo>
                      <a:pt x="3" y="18"/>
                      <a:pt x="4" y="17"/>
                      <a:pt x="4" y="17"/>
                    </a:cubicBezTo>
                    <a:cubicBezTo>
                      <a:pt x="6" y="14"/>
                      <a:pt x="4" y="16"/>
                      <a:pt x="5" y="16"/>
                    </a:cubicBezTo>
                    <a:cubicBezTo>
                      <a:pt x="6" y="15"/>
                      <a:pt x="5" y="16"/>
                      <a:pt x="6" y="15"/>
                    </a:cubicBezTo>
                    <a:cubicBezTo>
                      <a:pt x="7" y="13"/>
                      <a:pt x="7" y="13"/>
                      <a:pt x="7" y="13"/>
                    </a:cubicBezTo>
                    <a:cubicBezTo>
                      <a:pt x="8" y="14"/>
                      <a:pt x="6" y="15"/>
                      <a:pt x="6" y="16"/>
                    </a:cubicBezTo>
                    <a:cubicBezTo>
                      <a:pt x="6" y="16"/>
                      <a:pt x="5" y="16"/>
                      <a:pt x="6" y="15"/>
                    </a:cubicBezTo>
                    <a:cubicBezTo>
                      <a:pt x="5" y="17"/>
                      <a:pt x="4" y="19"/>
                      <a:pt x="3" y="19"/>
                    </a:cubicBezTo>
                    <a:cubicBezTo>
                      <a:pt x="3" y="21"/>
                      <a:pt x="4" y="18"/>
                      <a:pt x="5" y="18"/>
                    </a:cubicBezTo>
                    <a:cubicBezTo>
                      <a:pt x="4" y="19"/>
                      <a:pt x="5" y="17"/>
                      <a:pt x="6" y="16"/>
                    </a:cubicBezTo>
                    <a:cubicBezTo>
                      <a:pt x="9" y="13"/>
                      <a:pt x="4" y="20"/>
                      <a:pt x="5" y="19"/>
                    </a:cubicBezTo>
                    <a:cubicBezTo>
                      <a:pt x="7" y="17"/>
                      <a:pt x="8" y="16"/>
                      <a:pt x="9" y="13"/>
                    </a:cubicBezTo>
                    <a:cubicBezTo>
                      <a:pt x="10" y="13"/>
                      <a:pt x="10" y="12"/>
                      <a:pt x="10" y="12"/>
                    </a:cubicBezTo>
                    <a:cubicBezTo>
                      <a:pt x="9" y="14"/>
                      <a:pt x="9" y="14"/>
                      <a:pt x="8" y="15"/>
                    </a:cubicBezTo>
                    <a:cubicBezTo>
                      <a:pt x="8" y="16"/>
                      <a:pt x="8" y="16"/>
                      <a:pt x="8" y="16"/>
                    </a:cubicBezTo>
                    <a:cubicBezTo>
                      <a:pt x="7" y="17"/>
                      <a:pt x="7" y="17"/>
                      <a:pt x="7" y="17"/>
                    </a:cubicBezTo>
                    <a:cubicBezTo>
                      <a:pt x="6" y="19"/>
                      <a:pt x="6" y="20"/>
                      <a:pt x="5" y="21"/>
                    </a:cubicBezTo>
                    <a:cubicBezTo>
                      <a:pt x="6" y="20"/>
                      <a:pt x="6" y="19"/>
                      <a:pt x="7" y="19"/>
                    </a:cubicBezTo>
                    <a:cubicBezTo>
                      <a:pt x="6" y="20"/>
                      <a:pt x="6" y="21"/>
                      <a:pt x="6" y="21"/>
                    </a:cubicBezTo>
                    <a:cubicBezTo>
                      <a:pt x="6" y="20"/>
                      <a:pt x="7" y="18"/>
                      <a:pt x="8" y="18"/>
                    </a:cubicBezTo>
                    <a:cubicBezTo>
                      <a:pt x="8" y="18"/>
                      <a:pt x="7" y="20"/>
                      <a:pt x="7" y="20"/>
                    </a:cubicBezTo>
                    <a:cubicBezTo>
                      <a:pt x="6" y="22"/>
                      <a:pt x="6" y="22"/>
                      <a:pt x="6" y="22"/>
                    </a:cubicBezTo>
                    <a:cubicBezTo>
                      <a:pt x="7" y="20"/>
                      <a:pt x="5" y="22"/>
                      <a:pt x="6" y="22"/>
                    </a:cubicBezTo>
                    <a:cubicBezTo>
                      <a:pt x="8" y="18"/>
                      <a:pt x="8" y="18"/>
                      <a:pt x="8" y="18"/>
                    </a:cubicBezTo>
                    <a:cubicBezTo>
                      <a:pt x="9" y="18"/>
                      <a:pt x="8" y="19"/>
                      <a:pt x="8" y="19"/>
                    </a:cubicBezTo>
                    <a:cubicBezTo>
                      <a:pt x="7" y="20"/>
                      <a:pt x="7" y="20"/>
                      <a:pt x="7" y="20"/>
                    </a:cubicBezTo>
                    <a:cubicBezTo>
                      <a:pt x="8" y="20"/>
                      <a:pt x="6" y="23"/>
                      <a:pt x="7" y="22"/>
                    </a:cubicBezTo>
                    <a:cubicBezTo>
                      <a:pt x="7" y="21"/>
                      <a:pt x="7" y="21"/>
                      <a:pt x="7" y="21"/>
                    </a:cubicBezTo>
                    <a:cubicBezTo>
                      <a:pt x="7" y="22"/>
                      <a:pt x="7" y="22"/>
                      <a:pt x="7" y="22"/>
                    </a:cubicBezTo>
                    <a:cubicBezTo>
                      <a:pt x="7" y="21"/>
                      <a:pt x="7" y="22"/>
                      <a:pt x="8" y="21"/>
                    </a:cubicBezTo>
                    <a:cubicBezTo>
                      <a:pt x="7" y="22"/>
                      <a:pt x="7" y="22"/>
                      <a:pt x="7" y="22"/>
                    </a:cubicBezTo>
                    <a:cubicBezTo>
                      <a:pt x="8" y="22"/>
                      <a:pt x="9" y="20"/>
                      <a:pt x="8" y="22"/>
                    </a:cubicBezTo>
                    <a:cubicBezTo>
                      <a:pt x="9" y="19"/>
                      <a:pt x="8" y="21"/>
                      <a:pt x="8" y="20"/>
                    </a:cubicBezTo>
                    <a:cubicBezTo>
                      <a:pt x="9" y="19"/>
                      <a:pt x="9" y="19"/>
                      <a:pt x="10" y="19"/>
                    </a:cubicBezTo>
                    <a:cubicBezTo>
                      <a:pt x="8" y="21"/>
                      <a:pt x="10" y="19"/>
                      <a:pt x="10" y="19"/>
                    </a:cubicBezTo>
                    <a:cubicBezTo>
                      <a:pt x="9" y="21"/>
                      <a:pt x="9" y="21"/>
                      <a:pt x="9" y="21"/>
                    </a:cubicBezTo>
                    <a:cubicBezTo>
                      <a:pt x="10" y="19"/>
                      <a:pt x="10" y="19"/>
                      <a:pt x="10" y="19"/>
                    </a:cubicBezTo>
                    <a:cubicBezTo>
                      <a:pt x="8" y="23"/>
                      <a:pt x="11" y="19"/>
                      <a:pt x="10" y="20"/>
                    </a:cubicBezTo>
                    <a:cubicBezTo>
                      <a:pt x="10" y="21"/>
                      <a:pt x="9" y="22"/>
                      <a:pt x="9" y="23"/>
                    </a:cubicBezTo>
                    <a:cubicBezTo>
                      <a:pt x="10" y="20"/>
                      <a:pt x="11" y="20"/>
                      <a:pt x="12" y="18"/>
                    </a:cubicBezTo>
                    <a:cubicBezTo>
                      <a:pt x="11" y="19"/>
                      <a:pt x="10" y="21"/>
                      <a:pt x="9" y="23"/>
                    </a:cubicBezTo>
                    <a:cubicBezTo>
                      <a:pt x="10" y="21"/>
                      <a:pt x="9" y="24"/>
                      <a:pt x="10" y="22"/>
                    </a:cubicBezTo>
                    <a:cubicBezTo>
                      <a:pt x="10" y="21"/>
                      <a:pt x="11" y="21"/>
                      <a:pt x="12" y="20"/>
                    </a:cubicBezTo>
                    <a:cubicBezTo>
                      <a:pt x="12" y="20"/>
                      <a:pt x="11" y="21"/>
                      <a:pt x="11" y="21"/>
                    </a:cubicBezTo>
                    <a:cubicBezTo>
                      <a:pt x="11" y="21"/>
                      <a:pt x="12" y="19"/>
                      <a:pt x="12" y="19"/>
                    </a:cubicBezTo>
                    <a:cubicBezTo>
                      <a:pt x="12" y="19"/>
                      <a:pt x="14" y="17"/>
                      <a:pt x="13" y="19"/>
                    </a:cubicBezTo>
                    <a:cubicBezTo>
                      <a:pt x="12" y="20"/>
                      <a:pt x="12" y="19"/>
                      <a:pt x="12" y="20"/>
                    </a:cubicBezTo>
                    <a:cubicBezTo>
                      <a:pt x="12" y="21"/>
                      <a:pt x="14" y="17"/>
                      <a:pt x="15" y="17"/>
                    </a:cubicBezTo>
                    <a:cubicBezTo>
                      <a:pt x="15" y="16"/>
                      <a:pt x="16" y="13"/>
                      <a:pt x="17" y="12"/>
                    </a:cubicBezTo>
                    <a:cubicBezTo>
                      <a:pt x="17" y="13"/>
                      <a:pt x="16" y="13"/>
                      <a:pt x="16" y="15"/>
                    </a:cubicBezTo>
                    <a:cubicBezTo>
                      <a:pt x="16" y="15"/>
                      <a:pt x="16" y="15"/>
                      <a:pt x="16" y="15"/>
                    </a:cubicBezTo>
                    <a:cubicBezTo>
                      <a:pt x="15" y="18"/>
                      <a:pt x="13" y="19"/>
                      <a:pt x="12" y="21"/>
                    </a:cubicBezTo>
                    <a:cubicBezTo>
                      <a:pt x="13" y="20"/>
                      <a:pt x="13" y="20"/>
                      <a:pt x="13" y="20"/>
                    </a:cubicBezTo>
                    <a:cubicBezTo>
                      <a:pt x="11" y="23"/>
                      <a:pt x="11" y="23"/>
                      <a:pt x="11" y="23"/>
                    </a:cubicBezTo>
                    <a:cubicBezTo>
                      <a:pt x="12" y="21"/>
                      <a:pt x="12" y="23"/>
                      <a:pt x="12" y="22"/>
                    </a:cubicBezTo>
                    <a:cubicBezTo>
                      <a:pt x="13" y="21"/>
                      <a:pt x="12" y="23"/>
                      <a:pt x="12" y="22"/>
                    </a:cubicBezTo>
                    <a:cubicBezTo>
                      <a:pt x="13" y="21"/>
                      <a:pt x="14" y="19"/>
                      <a:pt x="14" y="20"/>
                    </a:cubicBezTo>
                    <a:cubicBezTo>
                      <a:pt x="12" y="23"/>
                      <a:pt x="12" y="23"/>
                      <a:pt x="12" y="23"/>
                    </a:cubicBezTo>
                    <a:cubicBezTo>
                      <a:pt x="12" y="23"/>
                      <a:pt x="13" y="21"/>
                      <a:pt x="13" y="22"/>
                    </a:cubicBezTo>
                    <a:cubicBezTo>
                      <a:pt x="13" y="23"/>
                      <a:pt x="13" y="23"/>
                      <a:pt x="13" y="23"/>
                    </a:cubicBezTo>
                    <a:cubicBezTo>
                      <a:pt x="13" y="23"/>
                      <a:pt x="14" y="24"/>
                      <a:pt x="16" y="20"/>
                    </a:cubicBezTo>
                    <a:cubicBezTo>
                      <a:pt x="16" y="22"/>
                      <a:pt x="16" y="22"/>
                      <a:pt x="15" y="23"/>
                    </a:cubicBezTo>
                    <a:cubicBezTo>
                      <a:pt x="16" y="23"/>
                      <a:pt x="16" y="22"/>
                      <a:pt x="16" y="22"/>
                    </a:cubicBezTo>
                    <a:cubicBezTo>
                      <a:pt x="16" y="23"/>
                      <a:pt x="16" y="23"/>
                      <a:pt x="16" y="23"/>
                    </a:cubicBezTo>
                    <a:cubicBezTo>
                      <a:pt x="15" y="25"/>
                      <a:pt x="16" y="23"/>
                      <a:pt x="17" y="22"/>
                    </a:cubicBezTo>
                    <a:cubicBezTo>
                      <a:pt x="16" y="23"/>
                      <a:pt x="16" y="23"/>
                      <a:pt x="16" y="23"/>
                    </a:cubicBezTo>
                    <a:cubicBezTo>
                      <a:pt x="16" y="25"/>
                      <a:pt x="17" y="23"/>
                      <a:pt x="17" y="22"/>
                    </a:cubicBezTo>
                    <a:cubicBezTo>
                      <a:pt x="17" y="23"/>
                      <a:pt x="17" y="23"/>
                      <a:pt x="17" y="23"/>
                    </a:cubicBezTo>
                    <a:cubicBezTo>
                      <a:pt x="18" y="22"/>
                      <a:pt x="18" y="22"/>
                      <a:pt x="18" y="22"/>
                    </a:cubicBezTo>
                    <a:cubicBezTo>
                      <a:pt x="18" y="22"/>
                      <a:pt x="18" y="22"/>
                      <a:pt x="17" y="24"/>
                    </a:cubicBezTo>
                    <a:cubicBezTo>
                      <a:pt x="18" y="23"/>
                      <a:pt x="18" y="23"/>
                      <a:pt x="18" y="23"/>
                    </a:cubicBezTo>
                    <a:cubicBezTo>
                      <a:pt x="17" y="24"/>
                      <a:pt x="18" y="24"/>
                      <a:pt x="18" y="24"/>
                    </a:cubicBezTo>
                    <a:cubicBezTo>
                      <a:pt x="18" y="24"/>
                      <a:pt x="18" y="23"/>
                      <a:pt x="18" y="24"/>
                    </a:cubicBezTo>
                    <a:cubicBezTo>
                      <a:pt x="18" y="23"/>
                      <a:pt x="19" y="23"/>
                      <a:pt x="20" y="21"/>
                    </a:cubicBezTo>
                    <a:cubicBezTo>
                      <a:pt x="21" y="19"/>
                      <a:pt x="19" y="22"/>
                      <a:pt x="20" y="21"/>
                    </a:cubicBezTo>
                    <a:cubicBezTo>
                      <a:pt x="19" y="23"/>
                      <a:pt x="19" y="23"/>
                      <a:pt x="19" y="23"/>
                    </a:cubicBezTo>
                    <a:cubicBezTo>
                      <a:pt x="19" y="23"/>
                      <a:pt x="19" y="24"/>
                      <a:pt x="18" y="24"/>
                    </a:cubicBezTo>
                    <a:cubicBezTo>
                      <a:pt x="18" y="24"/>
                      <a:pt x="18" y="24"/>
                      <a:pt x="18" y="24"/>
                    </a:cubicBezTo>
                    <a:cubicBezTo>
                      <a:pt x="19" y="23"/>
                      <a:pt x="19" y="23"/>
                      <a:pt x="19" y="23"/>
                    </a:cubicBezTo>
                    <a:cubicBezTo>
                      <a:pt x="18" y="25"/>
                      <a:pt x="20" y="23"/>
                      <a:pt x="20" y="24"/>
                    </a:cubicBezTo>
                    <a:cubicBezTo>
                      <a:pt x="20" y="24"/>
                      <a:pt x="22" y="22"/>
                      <a:pt x="22" y="22"/>
                    </a:cubicBezTo>
                    <a:cubicBezTo>
                      <a:pt x="24" y="20"/>
                      <a:pt x="21" y="24"/>
                      <a:pt x="20" y="25"/>
                    </a:cubicBezTo>
                    <a:cubicBezTo>
                      <a:pt x="21" y="24"/>
                      <a:pt x="21" y="24"/>
                      <a:pt x="21" y="24"/>
                    </a:cubicBezTo>
                    <a:cubicBezTo>
                      <a:pt x="21" y="24"/>
                      <a:pt x="21" y="24"/>
                      <a:pt x="21" y="24"/>
                    </a:cubicBezTo>
                    <a:cubicBezTo>
                      <a:pt x="22" y="24"/>
                      <a:pt x="22" y="23"/>
                      <a:pt x="22" y="24"/>
                    </a:cubicBezTo>
                    <a:cubicBezTo>
                      <a:pt x="22" y="24"/>
                      <a:pt x="22" y="24"/>
                      <a:pt x="22" y="24"/>
                    </a:cubicBezTo>
                    <a:cubicBezTo>
                      <a:pt x="22" y="25"/>
                      <a:pt x="21" y="26"/>
                      <a:pt x="21" y="26"/>
                    </a:cubicBezTo>
                    <a:cubicBezTo>
                      <a:pt x="22" y="24"/>
                      <a:pt x="22" y="25"/>
                      <a:pt x="23" y="24"/>
                    </a:cubicBezTo>
                    <a:cubicBezTo>
                      <a:pt x="22" y="25"/>
                      <a:pt x="22" y="25"/>
                      <a:pt x="22" y="25"/>
                    </a:cubicBezTo>
                    <a:cubicBezTo>
                      <a:pt x="23" y="23"/>
                      <a:pt x="23" y="23"/>
                      <a:pt x="23" y="23"/>
                    </a:cubicBezTo>
                    <a:cubicBezTo>
                      <a:pt x="23" y="24"/>
                      <a:pt x="23" y="24"/>
                      <a:pt x="23" y="24"/>
                    </a:cubicBezTo>
                    <a:cubicBezTo>
                      <a:pt x="22" y="26"/>
                      <a:pt x="22" y="26"/>
                      <a:pt x="22" y="26"/>
                    </a:cubicBezTo>
                    <a:cubicBezTo>
                      <a:pt x="21" y="26"/>
                      <a:pt x="23" y="24"/>
                      <a:pt x="24" y="24"/>
                    </a:cubicBezTo>
                    <a:cubicBezTo>
                      <a:pt x="24" y="23"/>
                      <a:pt x="23" y="24"/>
                      <a:pt x="23" y="25"/>
                    </a:cubicBezTo>
                    <a:cubicBezTo>
                      <a:pt x="22" y="25"/>
                      <a:pt x="23" y="25"/>
                      <a:pt x="23" y="25"/>
                    </a:cubicBezTo>
                    <a:cubicBezTo>
                      <a:pt x="22" y="26"/>
                      <a:pt x="23" y="25"/>
                      <a:pt x="22" y="26"/>
                    </a:cubicBezTo>
                    <a:cubicBezTo>
                      <a:pt x="22" y="26"/>
                      <a:pt x="23" y="25"/>
                      <a:pt x="23" y="25"/>
                    </a:cubicBezTo>
                    <a:cubicBezTo>
                      <a:pt x="23" y="25"/>
                      <a:pt x="24" y="25"/>
                      <a:pt x="23" y="26"/>
                    </a:cubicBezTo>
                    <a:cubicBezTo>
                      <a:pt x="23" y="26"/>
                      <a:pt x="23" y="26"/>
                      <a:pt x="24" y="25"/>
                    </a:cubicBezTo>
                    <a:cubicBezTo>
                      <a:pt x="24" y="25"/>
                      <a:pt x="24" y="24"/>
                      <a:pt x="25" y="24"/>
                    </a:cubicBezTo>
                    <a:cubicBezTo>
                      <a:pt x="25" y="24"/>
                      <a:pt x="25" y="23"/>
                      <a:pt x="25" y="24"/>
                    </a:cubicBezTo>
                    <a:cubicBezTo>
                      <a:pt x="25" y="24"/>
                      <a:pt x="25" y="24"/>
                      <a:pt x="25" y="24"/>
                    </a:cubicBezTo>
                    <a:cubicBezTo>
                      <a:pt x="25" y="24"/>
                      <a:pt x="25" y="24"/>
                      <a:pt x="26" y="23"/>
                    </a:cubicBezTo>
                    <a:cubicBezTo>
                      <a:pt x="24" y="25"/>
                      <a:pt x="24" y="25"/>
                      <a:pt x="24" y="25"/>
                    </a:cubicBezTo>
                    <a:cubicBezTo>
                      <a:pt x="25" y="24"/>
                      <a:pt x="25" y="24"/>
                      <a:pt x="26" y="24"/>
                    </a:cubicBezTo>
                    <a:cubicBezTo>
                      <a:pt x="25" y="25"/>
                      <a:pt x="23" y="27"/>
                      <a:pt x="23" y="27"/>
                    </a:cubicBezTo>
                    <a:cubicBezTo>
                      <a:pt x="25" y="26"/>
                      <a:pt x="25" y="26"/>
                      <a:pt x="25" y="26"/>
                    </a:cubicBezTo>
                    <a:cubicBezTo>
                      <a:pt x="25" y="26"/>
                      <a:pt x="25" y="26"/>
                      <a:pt x="24" y="27"/>
                    </a:cubicBezTo>
                    <a:cubicBezTo>
                      <a:pt x="24" y="28"/>
                      <a:pt x="27" y="24"/>
                      <a:pt x="27" y="25"/>
                    </a:cubicBezTo>
                    <a:cubicBezTo>
                      <a:pt x="25" y="27"/>
                      <a:pt x="25" y="27"/>
                      <a:pt x="25" y="27"/>
                    </a:cubicBezTo>
                    <a:cubicBezTo>
                      <a:pt x="26" y="27"/>
                      <a:pt x="26" y="27"/>
                      <a:pt x="26" y="27"/>
                    </a:cubicBezTo>
                    <a:cubicBezTo>
                      <a:pt x="26" y="26"/>
                      <a:pt x="25" y="28"/>
                      <a:pt x="25" y="27"/>
                    </a:cubicBezTo>
                    <a:cubicBezTo>
                      <a:pt x="26" y="26"/>
                      <a:pt x="26" y="26"/>
                      <a:pt x="26" y="26"/>
                    </a:cubicBezTo>
                    <a:cubicBezTo>
                      <a:pt x="24" y="29"/>
                      <a:pt x="27" y="27"/>
                      <a:pt x="26" y="29"/>
                    </a:cubicBezTo>
                    <a:cubicBezTo>
                      <a:pt x="27" y="27"/>
                      <a:pt x="26" y="29"/>
                      <a:pt x="27" y="28"/>
                    </a:cubicBezTo>
                    <a:cubicBezTo>
                      <a:pt x="25" y="30"/>
                      <a:pt x="27" y="28"/>
                      <a:pt x="26" y="29"/>
                    </a:cubicBezTo>
                    <a:cubicBezTo>
                      <a:pt x="28" y="27"/>
                      <a:pt x="28" y="27"/>
                      <a:pt x="28" y="27"/>
                    </a:cubicBezTo>
                    <a:cubicBezTo>
                      <a:pt x="27" y="29"/>
                      <a:pt x="31" y="25"/>
                      <a:pt x="29" y="27"/>
                    </a:cubicBezTo>
                    <a:cubicBezTo>
                      <a:pt x="27" y="29"/>
                      <a:pt x="27" y="29"/>
                      <a:pt x="27" y="29"/>
                    </a:cubicBezTo>
                    <a:cubicBezTo>
                      <a:pt x="26" y="31"/>
                      <a:pt x="29" y="27"/>
                      <a:pt x="28" y="30"/>
                    </a:cubicBezTo>
                    <a:cubicBezTo>
                      <a:pt x="28" y="29"/>
                      <a:pt x="29" y="28"/>
                      <a:pt x="30" y="27"/>
                    </a:cubicBezTo>
                    <a:cubicBezTo>
                      <a:pt x="30" y="28"/>
                      <a:pt x="29" y="29"/>
                      <a:pt x="29" y="30"/>
                    </a:cubicBezTo>
                    <a:cubicBezTo>
                      <a:pt x="29" y="29"/>
                      <a:pt x="30" y="29"/>
                      <a:pt x="29" y="30"/>
                    </a:cubicBezTo>
                    <a:cubicBezTo>
                      <a:pt x="28" y="30"/>
                      <a:pt x="28" y="30"/>
                      <a:pt x="28" y="30"/>
                    </a:cubicBezTo>
                    <a:cubicBezTo>
                      <a:pt x="28" y="31"/>
                      <a:pt x="29" y="30"/>
                      <a:pt x="30" y="30"/>
                    </a:cubicBezTo>
                    <a:cubicBezTo>
                      <a:pt x="28" y="31"/>
                      <a:pt x="29" y="31"/>
                      <a:pt x="29" y="32"/>
                    </a:cubicBezTo>
                    <a:cubicBezTo>
                      <a:pt x="31" y="30"/>
                      <a:pt x="29" y="33"/>
                      <a:pt x="31" y="31"/>
                    </a:cubicBezTo>
                    <a:cubicBezTo>
                      <a:pt x="30" y="31"/>
                      <a:pt x="30" y="31"/>
                      <a:pt x="30" y="31"/>
                    </a:cubicBezTo>
                    <a:cubicBezTo>
                      <a:pt x="31" y="31"/>
                      <a:pt x="32" y="29"/>
                      <a:pt x="32" y="29"/>
                    </a:cubicBezTo>
                    <a:cubicBezTo>
                      <a:pt x="31" y="31"/>
                      <a:pt x="31" y="31"/>
                      <a:pt x="31" y="31"/>
                    </a:cubicBezTo>
                    <a:cubicBezTo>
                      <a:pt x="29" y="33"/>
                      <a:pt x="31" y="31"/>
                      <a:pt x="30" y="32"/>
                    </a:cubicBezTo>
                    <a:cubicBezTo>
                      <a:pt x="31" y="31"/>
                      <a:pt x="30" y="32"/>
                      <a:pt x="31" y="31"/>
                    </a:cubicBezTo>
                    <a:cubicBezTo>
                      <a:pt x="32" y="31"/>
                      <a:pt x="32" y="31"/>
                      <a:pt x="32" y="31"/>
                    </a:cubicBezTo>
                    <a:cubicBezTo>
                      <a:pt x="33" y="30"/>
                      <a:pt x="33" y="30"/>
                      <a:pt x="33" y="30"/>
                    </a:cubicBezTo>
                    <a:cubicBezTo>
                      <a:pt x="33" y="30"/>
                      <a:pt x="31" y="32"/>
                      <a:pt x="31" y="32"/>
                    </a:cubicBezTo>
                    <a:cubicBezTo>
                      <a:pt x="31" y="33"/>
                      <a:pt x="31"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1" y="33"/>
                    </a:cubicBezTo>
                    <a:cubicBezTo>
                      <a:pt x="30" y="34"/>
                      <a:pt x="30" y="34"/>
                      <a:pt x="30" y="34"/>
                    </a:cubicBezTo>
                    <a:cubicBezTo>
                      <a:pt x="30" y="34"/>
                      <a:pt x="32" y="33"/>
                      <a:pt x="32" y="32"/>
                    </a:cubicBezTo>
                    <a:cubicBezTo>
                      <a:pt x="32" y="34"/>
                      <a:pt x="33" y="33"/>
                      <a:pt x="34" y="33"/>
                    </a:cubicBezTo>
                    <a:cubicBezTo>
                      <a:pt x="34" y="33"/>
                      <a:pt x="33" y="33"/>
                      <a:pt x="33" y="33"/>
                    </a:cubicBezTo>
                    <a:cubicBezTo>
                      <a:pt x="34" y="33"/>
                      <a:pt x="35" y="32"/>
                      <a:pt x="34" y="33"/>
                    </a:cubicBezTo>
                    <a:cubicBezTo>
                      <a:pt x="35" y="32"/>
                      <a:pt x="33" y="34"/>
                      <a:pt x="34" y="34"/>
                    </a:cubicBezTo>
                    <a:cubicBezTo>
                      <a:pt x="33" y="34"/>
                      <a:pt x="35" y="33"/>
                      <a:pt x="34" y="33"/>
                    </a:cubicBezTo>
                    <a:cubicBezTo>
                      <a:pt x="33" y="35"/>
                      <a:pt x="36" y="32"/>
                      <a:pt x="35" y="34"/>
                    </a:cubicBezTo>
                    <a:cubicBezTo>
                      <a:pt x="36" y="33"/>
                      <a:pt x="35" y="34"/>
                      <a:pt x="34" y="35"/>
                    </a:cubicBezTo>
                    <a:cubicBezTo>
                      <a:pt x="35" y="34"/>
                      <a:pt x="36" y="34"/>
                      <a:pt x="37" y="33"/>
                    </a:cubicBezTo>
                    <a:cubicBezTo>
                      <a:pt x="36" y="34"/>
                      <a:pt x="36" y="34"/>
                      <a:pt x="36" y="34"/>
                    </a:cubicBezTo>
                    <a:cubicBezTo>
                      <a:pt x="36" y="34"/>
                      <a:pt x="36" y="34"/>
                      <a:pt x="37" y="34"/>
                    </a:cubicBezTo>
                    <a:cubicBezTo>
                      <a:pt x="38" y="33"/>
                      <a:pt x="39" y="32"/>
                      <a:pt x="39" y="32"/>
                    </a:cubicBezTo>
                    <a:cubicBezTo>
                      <a:pt x="39" y="32"/>
                      <a:pt x="39" y="32"/>
                      <a:pt x="39" y="32"/>
                    </a:cubicBezTo>
                    <a:cubicBezTo>
                      <a:pt x="40" y="32"/>
                      <a:pt x="40" y="32"/>
                      <a:pt x="40" y="32"/>
                    </a:cubicBezTo>
                    <a:cubicBezTo>
                      <a:pt x="39" y="33"/>
                      <a:pt x="39" y="32"/>
                      <a:pt x="39" y="33"/>
                    </a:cubicBezTo>
                    <a:cubicBezTo>
                      <a:pt x="37" y="35"/>
                      <a:pt x="38" y="34"/>
                      <a:pt x="38" y="35"/>
                    </a:cubicBezTo>
                    <a:cubicBezTo>
                      <a:pt x="39" y="34"/>
                      <a:pt x="39" y="34"/>
                      <a:pt x="39" y="34"/>
                    </a:cubicBezTo>
                    <a:cubicBezTo>
                      <a:pt x="40" y="33"/>
                      <a:pt x="38" y="35"/>
                      <a:pt x="38" y="35"/>
                    </a:cubicBezTo>
                    <a:cubicBezTo>
                      <a:pt x="42" y="32"/>
                      <a:pt x="42" y="32"/>
                      <a:pt x="42" y="32"/>
                    </a:cubicBezTo>
                    <a:cubicBezTo>
                      <a:pt x="42" y="32"/>
                      <a:pt x="41" y="33"/>
                      <a:pt x="40" y="34"/>
                    </a:cubicBezTo>
                    <a:cubicBezTo>
                      <a:pt x="40" y="34"/>
                      <a:pt x="42" y="32"/>
                      <a:pt x="44" y="31"/>
                    </a:cubicBezTo>
                    <a:cubicBezTo>
                      <a:pt x="44" y="31"/>
                      <a:pt x="45" y="31"/>
                      <a:pt x="45" y="31"/>
                    </a:cubicBezTo>
                    <a:cubicBezTo>
                      <a:pt x="44" y="32"/>
                      <a:pt x="45" y="31"/>
                      <a:pt x="44" y="32"/>
                    </a:cubicBezTo>
                    <a:cubicBezTo>
                      <a:pt x="43" y="33"/>
                      <a:pt x="43" y="33"/>
                      <a:pt x="43" y="33"/>
                    </a:cubicBezTo>
                    <a:cubicBezTo>
                      <a:pt x="43" y="33"/>
                      <a:pt x="41" y="34"/>
                      <a:pt x="40" y="35"/>
                    </a:cubicBezTo>
                    <a:cubicBezTo>
                      <a:pt x="41" y="35"/>
                      <a:pt x="41" y="36"/>
                      <a:pt x="41" y="36"/>
                    </a:cubicBezTo>
                    <a:cubicBezTo>
                      <a:pt x="43" y="34"/>
                      <a:pt x="42" y="35"/>
                      <a:pt x="44" y="34"/>
                    </a:cubicBezTo>
                    <a:cubicBezTo>
                      <a:pt x="44" y="34"/>
                      <a:pt x="43" y="35"/>
                      <a:pt x="42" y="36"/>
                    </a:cubicBezTo>
                    <a:cubicBezTo>
                      <a:pt x="43" y="35"/>
                      <a:pt x="43" y="36"/>
                      <a:pt x="43" y="36"/>
                    </a:cubicBezTo>
                    <a:cubicBezTo>
                      <a:pt x="43" y="36"/>
                      <a:pt x="43" y="36"/>
                      <a:pt x="43" y="36"/>
                    </a:cubicBezTo>
                    <a:cubicBezTo>
                      <a:pt x="44" y="36"/>
                      <a:pt x="43" y="37"/>
                      <a:pt x="45" y="36"/>
                    </a:cubicBezTo>
                    <a:cubicBezTo>
                      <a:pt x="44" y="37"/>
                      <a:pt x="44" y="37"/>
                      <a:pt x="44" y="37"/>
                    </a:cubicBezTo>
                    <a:cubicBezTo>
                      <a:pt x="44" y="37"/>
                      <a:pt x="47" y="34"/>
                      <a:pt x="46" y="36"/>
                    </a:cubicBezTo>
                    <a:cubicBezTo>
                      <a:pt x="45" y="36"/>
                      <a:pt x="45" y="36"/>
                      <a:pt x="45" y="36"/>
                    </a:cubicBezTo>
                    <a:cubicBezTo>
                      <a:pt x="46" y="36"/>
                      <a:pt x="44" y="38"/>
                      <a:pt x="46" y="36"/>
                    </a:cubicBezTo>
                    <a:cubicBezTo>
                      <a:pt x="45" y="37"/>
                      <a:pt x="45" y="37"/>
                      <a:pt x="45" y="37"/>
                    </a:cubicBezTo>
                    <a:cubicBezTo>
                      <a:pt x="45" y="37"/>
                      <a:pt x="45" y="37"/>
                      <a:pt x="47" y="36"/>
                    </a:cubicBezTo>
                    <a:cubicBezTo>
                      <a:pt x="45" y="38"/>
                      <a:pt x="45" y="38"/>
                      <a:pt x="45" y="38"/>
                    </a:cubicBezTo>
                    <a:cubicBezTo>
                      <a:pt x="45" y="39"/>
                      <a:pt x="47" y="36"/>
                      <a:pt x="47" y="37"/>
                    </a:cubicBezTo>
                    <a:cubicBezTo>
                      <a:pt x="47" y="37"/>
                      <a:pt x="46" y="38"/>
                      <a:pt x="46" y="38"/>
                    </a:cubicBezTo>
                    <a:cubicBezTo>
                      <a:pt x="47" y="37"/>
                      <a:pt x="47" y="38"/>
                      <a:pt x="47" y="38"/>
                    </a:cubicBezTo>
                    <a:cubicBezTo>
                      <a:pt x="46" y="39"/>
                      <a:pt x="46" y="39"/>
                      <a:pt x="46" y="39"/>
                    </a:cubicBezTo>
                    <a:cubicBezTo>
                      <a:pt x="47" y="40"/>
                      <a:pt x="47" y="41"/>
                      <a:pt x="50" y="41"/>
                    </a:cubicBezTo>
                    <a:cubicBezTo>
                      <a:pt x="48" y="42"/>
                      <a:pt x="48" y="41"/>
                      <a:pt x="47" y="43"/>
                    </a:cubicBezTo>
                    <a:cubicBezTo>
                      <a:pt x="49" y="41"/>
                      <a:pt x="48" y="42"/>
                      <a:pt x="49" y="42"/>
                    </a:cubicBezTo>
                    <a:cubicBezTo>
                      <a:pt x="48" y="42"/>
                      <a:pt x="48" y="42"/>
                      <a:pt x="48" y="42"/>
                    </a:cubicBezTo>
                    <a:cubicBezTo>
                      <a:pt x="49" y="42"/>
                      <a:pt x="48" y="43"/>
                      <a:pt x="48" y="43"/>
                    </a:cubicBezTo>
                    <a:cubicBezTo>
                      <a:pt x="49" y="43"/>
                      <a:pt x="49" y="43"/>
                      <a:pt x="49" y="43"/>
                    </a:cubicBezTo>
                    <a:cubicBezTo>
                      <a:pt x="50" y="42"/>
                      <a:pt x="47" y="45"/>
                      <a:pt x="49" y="43"/>
                    </a:cubicBezTo>
                    <a:cubicBezTo>
                      <a:pt x="48" y="44"/>
                      <a:pt x="48" y="44"/>
                      <a:pt x="48" y="44"/>
                    </a:cubicBezTo>
                    <a:cubicBezTo>
                      <a:pt x="50" y="43"/>
                      <a:pt x="47" y="45"/>
                      <a:pt x="49" y="44"/>
                    </a:cubicBezTo>
                    <a:cubicBezTo>
                      <a:pt x="49" y="44"/>
                      <a:pt x="49" y="44"/>
                      <a:pt x="49" y="44"/>
                    </a:cubicBezTo>
                    <a:cubicBezTo>
                      <a:pt x="48" y="45"/>
                      <a:pt x="51" y="43"/>
                      <a:pt x="50" y="44"/>
                    </a:cubicBezTo>
                    <a:cubicBezTo>
                      <a:pt x="50" y="44"/>
                      <a:pt x="51" y="44"/>
                      <a:pt x="53" y="43"/>
                    </a:cubicBezTo>
                    <a:cubicBezTo>
                      <a:pt x="51" y="44"/>
                      <a:pt x="51" y="44"/>
                      <a:pt x="51" y="44"/>
                    </a:cubicBezTo>
                    <a:cubicBezTo>
                      <a:pt x="52" y="44"/>
                      <a:pt x="52" y="46"/>
                      <a:pt x="55" y="45"/>
                    </a:cubicBezTo>
                    <a:cubicBezTo>
                      <a:pt x="54" y="45"/>
                      <a:pt x="54" y="45"/>
                      <a:pt x="54" y="45"/>
                    </a:cubicBezTo>
                    <a:cubicBezTo>
                      <a:pt x="56" y="44"/>
                      <a:pt x="52" y="48"/>
                      <a:pt x="56" y="45"/>
                    </a:cubicBezTo>
                    <a:cubicBezTo>
                      <a:pt x="58" y="45"/>
                      <a:pt x="58" y="45"/>
                      <a:pt x="58" y="45"/>
                    </a:cubicBezTo>
                    <a:cubicBezTo>
                      <a:pt x="56" y="46"/>
                      <a:pt x="56" y="46"/>
                      <a:pt x="56" y="46"/>
                    </a:cubicBezTo>
                    <a:cubicBezTo>
                      <a:pt x="57" y="46"/>
                      <a:pt x="56" y="46"/>
                      <a:pt x="58" y="46"/>
                    </a:cubicBezTo>
                    <a:cubicBezTo>
                      <a:pt x="56" y="46"/>
                      <a:pt x="56" y="46"/>
                      <a:pt x="56" y="46"/>
                    </a:cubicBezTo>
                    <a:cubicBezTo>
                      <a:pt x="56" y="47"/>
                      <a:pt x="59" y="46"/>
                      <a:pt x="58" y="46"/>
                    </a:cubicBezTo>
                    <a:cubicBezTo>
                      <a:pt x="57" y="46"/>
                      <a:pt x="57" y="46"/>
                      <a:pt x="57" y="46"/>
                    </a:cubicBezTo>
                    <a:cubicBezTo>
                      <a:pt x="55" y="49"/>
                      <a:pt x="54" y="52"/>
                      <a:pt x="58" y="51"/>
                    </a:cubicBezTo>
                    <a:cubicBezTo>
                      <a:pt x="59" y="50"/>
                      <a:pt x="56" y="52"/>
                      <a:pt x="56" y="52"/>
                    </a:cubicBezTo>
                    <a:cubicBezTo>
                      <a:pt x="60" y="51"/>
                      <a:pt x="56" y="55"/>
                      <a:pt x="61" y="53"/>
                    </a:cubicBezTo>
                    <a:cubicBezTo>
                      <a:pt x="63" y="53"/>
                      <a:pt x="68" y="50"/>
                      <a:pt x="68" y="50"/>
                    </a:cubicBezTo>
                    <a:cubicBezTo>
                      <a:pt x="65" y="50"/>
                      <a:pt x="66" y="47"/>
                      <a:pt x="68" y="44"/>
                    </a:cubicBezTo>
                    <a:cubicBezTo>
                      <a:pt x="67" y="44"/>
                      <a:pt x="66" y="43"/>
                      <a:pt x="66" y="4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0" name="Freeform 374"/>
              <p:cNvSpPr/>
              <p:nvPr/>
            </p:nvSpPr>
            <p:spPr bwMode="auto">
              <a:xfrm>
                <a:off x="3472" y="2077"/>
                <a:ext cx="0" cy="2"/>
              </a:xfrm>
              <a:custGeom>
                <a:avLst/>
                <a:gdLst>
                  <a:gd name="T0" fmla="*/ 0 h 1"/>
                  <a:gd name="T1" fmla="*/ 1 h 1"/>
                  <a:gd name="T2" fmla="*/ 0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1" name="Freeform 375"/>
              <p:cNvSpPr/>
              <p:nvPr/>
            </p:nvSpPr>
            <p:spPr bwMode="auto">
              <a:xfrm>
                <a:off x="4219" y="2506"/>
                <a:ext cx="2" cy="4"/>
              </a:xfrm>
              <a:custGeom>
                <a:avLst/>
                <a:gdLst>
                  <a:gd name="T0" fmla="*/ 0 w 1"/>
                  <a:gd name="T1" fmla="*/ 1 h 2"/>
                  <a:gd name="T2" fmla="*/ 1 w 1"/>
                  <a:gd name="T3" fmla="*/ 1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1"/>
                    </a:cubicBezTo>
                    <a:cubicBezTo>
                      <a:pt x="1" y="1"/>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2" name="Freeform 376"/>
              <p:cNvSpPr/>
              <p:nvPr/>
            </p:nvSpPr>
            <p:spPr bwMode="auto">
              <a:xfrm>
                <a:off x="4228" y="2482"/>
                <a:ext cx="6" cy="3"/>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3" name="Freeform 377"/>
              <p:cNvSpPr/>
              <p:nvPr/>
            </p:nvSpPr>
            <p:spPr bwMode="auto">
              <a:xfrm>
                <a:off x="3472" y="2073"/>
                <a:ext cx="0" cy="2"/>
              </a:xfrm>
              <a:custGeom>
                <a:avLst/>
                <a:gdLst>
                  <a:gd name="T0" fmla="*/ 0 h 1"/>
                  <a:gd name="T1" fmla="*/ 0 h 1"/>
                  <a:gd name="T2" fmla="*/ 0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0"/>
                      <a:pt x="0" y="1"/>
                    </a:cubicBezTo>
                    <a:cubicBezTo>
                      <a:pt x="0" y="1"/>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4" name="Freeform 378"/>
              <p:cNvSpPr/>
              <p:nvPr/>
            </p:nvSpPr>
            <p:spPr bwMode="auto">
              <a:xfrm>
                <a:off x="3472" y="20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5" name="Freeform 379"/>
              <p:cNvSpPr/>
              <p:nvPr/>
            </p:nvSpPr>
            <p:spPr bwMode="auto">
              <a:xfrm>
                <a:off x="4219" y="2510"/>
                <a:ext cx="5" cy="2"/>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6" name="Freeform 380"/>
              <p:cNvSpPr/>
              <p:nvPr/>
            </p:nvSpPr>
            <p:spPr bwMode="auto">
              <a:xfrm>
                <a:off x="4221" y="2514"/>
                <a:ext cx="3" cy="4"/>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2"/>
                      <a:pt x="1" y="1"/>
                      <a:pt x="1" y="2"/>
                    </a:cubicBezTo>
                    <a:cubicBezTo>
                      <a:pt x="1" y="1"/>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7" name="Oval 381"/>
              <p:cNvSpPr>
                <a:spLocks noChangeArrowheads="1"/>
              </p:cNvSpPr>
              <p:nvPr/>
            </p:nvSpPr>
            <p:spPr bwMode="auto">
              <a:xfrm>
                <a:off x="3905" y="227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8" name="Freeform 382"/>
              <p:cNvSpPr/>
              <p:nvPr/>
            </p:nvSpPr>
            <p:spPr bwMode="auto">
              <a:xfrm>
                <a:off x="4217" y="2510"/>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9" name="Freeform 383"/>
              <p:cNvSpPr/>
              <p:nvPr/>
            </p:nvSpPr>
            <p:spPr bwMode="auto">
              <a:xfrm>
                <a:off x="4296" y="2552"/>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0" name="Freeform 384"/>
              <p:cNvSpPr/>
              <p:nvPr/>
            </p:nvSpPr>
            <p:spPr bwMode="auto">
              <a:xfrm>
                <a:off x="4289" y="25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1" name="Freeform 385"/>
              <p:cNvSpPr/>
              <p:nvPr/>
            </p:nvSpPr>
            <p:spPr bwMode="auto">
              <a:xfrm>
                <a:off x="4296" y="2552"/>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2" name="Freeform 386"/>
              <p:cNvSpPr/>
              <p:nvPr/>
            </p:nvSpPr>
            <p:spPr bwMode="auto">
              <a:xfrm>
                <a:off x="4306" y="2555"/>
                <a:ext cx="2" cy="4"/>
              </a:xfrm>
              <a:custGeom>
                <a:avLst/>
                <a:gdLst>
                  <a:gd name="T0" fmla="*/ 0 w 2"/>
                  <a:gd name="T1" fmla="*/ 4 h 4"/>
                  <a:gd name="T2" fmla="*/ 0 w 2"/>
                  <a:gd name="T3" fmla="*/ 4 h 4"/>
                  <a:gd name="T4" fmla="*/ 2 w 2"/>
                  <a:gd name="T5" fmla="*/ 0 h 4"/>
                  <a:gd name="T6" fmla="*/ 0 w 2"/>
                  <a:gd name="T7" fmla="*/ 4 h 4"/>
                </a:gdLst>
                <a:ahLst/>
                <a:cxnLst>
                  <a:cxn ang="0">
                    <a:pos x="T0" y="T1"/>
                  </a:cxn>
                  <a:cxn ang="0">
                    <a:pos x="T2" y="T3"/>
                  </a:cxn>
                  <a:cxn ang="0">
                    <a:pos x="T4" y="T5"/>
                  </a:cxn>
                  <a:cxn ang="0">
                    <a:pos x="T6" y="T7"/>
                  </a:cxn>
                </a:cxnLst>
                <a:rect l="0" t="0" r="r" b="b"/>
                <a:pathLst>
                  <a:path w="2" h="4">
                    <a:moveTo>
                      <a:pt x="0" y="4"/>
                    </a:moveTo>
                    <a:lnTo>
                      <a:pt x="0" y="4"/>
                    </a:lnTo>
                    <a:lnTo>
                      <a:pt x="2" y="0"/>
                    </a:lnTo>
                    <a:lnTo>
                      <a:pt x="0"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3" name="Freeform 387"/>
              <p:cNvSpPr/>
              <p:nvPr/>
            </p:nvSpPr>
            <p:spPr bwMode="auto">
              <a:xfrm>
                <a:off x="3903" y="2275"/>
                <a:ext cx="2"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4" name="Freeform 388"/>
              <p:cNvSpPr/>
              <p:nvPr/>
            </p:nvSpPr>
            <p:spPr bwMode="auto">
              <a:xfrm>
                <a:off x="3901" y="257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5" name="Freeform 389"/>
              <p:cNvSpPr/>
              <p:nvPr/>
            </p:nvSpPr>
            <p:spPr bwMode="auto">
              <a:xfrm>
                <a:off x="4285" y="25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6" name="Freeform 390"/>
              <p:cNvSpPr/>
              <p:nvPr/>
            </p:nvSpPr>
            <p:spPr bwMode="auto">
              <a:xfrm>
                <a:off x="3472" y="207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7" name="Rectangle 391"/>
              <p:cNvSpPr>
                <a:spLocks noChangeArrowheads="1"/>
              </p:cNvSpPr>
              <p:nvPr/>
            </p:nvSpPr>
            <p:spPr bwMode="auto">
              <a:xfrm>
                <a:off x="3472" y="2079"/>
                <a:ext cx="1"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8" name="Freeform 392"/>
              <p:cNvSpPr/>
              <p:nvPr/>
            </p:nvSpPr>
            <p:spPr bwMode="auto">
              <a:xfrm>
                <a:off x="4277" y="2495"/>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9" name="Freeform 393"/>
              <p:cNvSpPr/>
              <p:nvPr/>
            </p:nvSpPr>
            <p:spPr bwMode="auto">
              <a:xfrm>
                <a:off x="3472"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0" name="Freeform 394"/>
              <p:cNvSpPr/>
              <p:nvPr/>
            </p:nvSpPr>
            <p:spPr bwMode="auto">
              <a:xfrm>
                <a:off x="4255" y="25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1" name="Freeform 395"/>
              <p:cNvSpPr/>
              <p:nvPr/>
            </p:nvSpPr>
            <p:spPr bwMode="auto">
              <a:xfrm>
                <a:off x="3678" y="2461"/>
                <a:ext cx="19" cy="13"/>
              </a:xfrm>
              <a:custGeom>
                <a:avLst/>
                <a:gdLst>
                  <a:gd name="T0" fmla="*/ 0 w 9"/>
                  <a:gd name="T1" fmla="*/ 0 h 6"/>
                  <a:gd name="T2" fmla="*/ 9 w 9"/>
                  <a:gd name="T3" fmla="*/ 6 h 6"/>
                  <a:gd name="T4" fmla="*/ 0 w 9"/>
                  <a:gd name="T5" fmla="*/ 0 h 6"/>
                </a:gdLst>
                <a:ahLst/>
                <a:cxnLst>
                  <a:cxn ang="0">
                    <a:pos x="T0" y="T1"/>
                  </a:cxn>
                  <a:cxn ang="0">
                    <a:pos x="T2" y="T3"/>
                  </a:cxn>
                  <a:cxn ang="0">
                    <a:pos x="T4" y="T5"/>
                  </a:cxn>
                </a:cxnLst>
                <a:rect l="0" t="0" r="r" b="b"/>
                <a:pathLst>
                  <a:path w="9" h="6">
                    <a:moveTo>
                      <a:pt x="0" y="0"/>
                    </a:moveTo>
                    <a:cubicBezTo>
                      <a:pt x="9" y="6"/>
                      <a:pt x="9" y="6"/>
                      <a:pt x="9" y="6"/>
                    </a:cubicBezTo>
                    <a:cubicBezTo>
                      <a:pt x="6" y="3"/>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2" name="Freeform 396"/>
              <p:cNvSpPr/>
              <p:nvPr/>
            </p:nvSpPr>
            <p:spPr bwMode="auto">
              <a:xfrm>
                <a:off x="3496" y="2319"/>
                <a:ext cx="4" cy="6"/>
              </a:xfrm>
              <a:custGeom>
                <a:avLst/>
                <a:gdLst>
                  <a:gd name="T0" fmla="*/ 1 w 2"/>
                  <a:gd name="T1" fmla="*/ 1 h 3"/>
                  <a:gd name="T2" fmla="*/ 2 w 2"/>
                  <a:gd name="T3" fmla="*/ 3 h 3"/>
                  <a:gd name="T4" fmla="*/ 2 w 2"/>
                  <a:gd name="T5" fmla="*/ 1 h 3"/>
                  <a:gd name="T6" fmla="*/ 1 w 2"/>
                  <a:gd name="T7" fmla="*/ 1 h 3"/>
                </a:gdLst>
                <a:ahLst/>
                <a:cxnLst>
                  <a:cxn ang="0">
                    <a:pos x="T0" y="T1"/>
                  </a:cxn>
                  <a:cxn ang="0">
                    <a:pos x="T2" y="T3"/>
                  </a:cxn>
                  <a:cxn ang="0">
                    <a:pos x="T4" y="T5"/>
                  </a:cxn>
                  <a:cxn ang="0">
                    <a:pos x="T6" y="T7"/>
                  </a:cxn>
                </a:cxnLst>
                <a:rect l="0" t="0" r="r" b="b"/>
                <a:pathLst>
                  <a:path w="2" h="3">
                    <a:moveTo>
                      <a:pt x="1" y="1"/>
                    </a:moveTo>
                    <a:cubicBezTo>
                      <a:pt x="2" y="2"/>
                      <a:pt x="2" y="2"/>
                      <a:pt x="2" y="3"/>
                    </a:cubicBezTo>
                    <a:cubicBezTo>
                      <a:pt x="2" y="1"/>
                      <a:pt x="2" y="1"/>
                      <a:pt x="2" y="1"/>
                    </a:cubicBezTo>
                    <a:cubicBezTo>
                      <a:pt x="2" y="0"/>
                      <a:pt x="0"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3" name="Freeform 397"/>
              <p:cNvSpPr/>
              <p:nvPr/>
            </p:nvSpPr>
            <p:spPr bwMode="auto">
              <a:xfrm>
                <a:off x="3483" y="2156"/>
                <a:ext cx="6" cy="4"/>
              </a:xfrm>
              <a:custGeom>
                <a:avLst/>
                <a:gdLst>
                  <a:gd name="T0" fmla="*/ 2 w 3"/>
                  <a:gd name="T1" fmla="*/ 1 h 2"/>
                  <a:gd name="T2" fmla="*/ 1 w 3"/>
                  <a:gd name="T3" fmla="*/ 2 h 2"/>
                  <a:gd name="T4" fmla="*/ 2 w 3"/>
                  <a:gd name="T5" fmla="*/ 1 h 2"/>
                </a:gdLst>
                <a:ahLst/>
                <a:cxnLst>
                  <a:cxn ang="0">
                    <a:pos x="T0" y="T1"/>
                  </a:cxn>
                  <a:cxn ang="0">
                    <a:pos x="T2" y="T3"/>
                  </a:cxn>
                  <a:cxn ang="0">
                    <a:pos x="T4" y="T5"/>
                  </a:cxn>
                </a:cxnLst>
                <a:rect l="0" t="0" r="r" b="b"/>
                <a:pathLst>
                  <a:path w="3" h="2">
                    <a:moveTo>
                      <a:pt x="2" y="1"/>
                    </a:moveTo>
                    <a:cubicBezTo>
                      <a:pt x="0" y="0"/>
                      <a:pt x="3" y="1"/>
                      <a:pt x="1" y="2"/>
                    </a:cubicBezTo>
                    <a:cubicBezTo>
                      <a:pt x="2" y="2"/>
                      <a:pt x="2" y="2"/>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4" name="Freeform 398"/>
              <p:cNvSpPr/>
              <p:nvPr/>
            </p:nvSpPr>
            <p:spPr bwMode="auto">
              <a:xfrm>
                <a:off x="3534" y="2347"/>
                <a:ext cx="13" cy="6"/>
              </a:xfrm>
              <a:custGeom>
                <a:avLst/>
                <a:gdLst>
                  <a:gd name="T0" fmla="*/ 0 w 6"/>
                  <a:gd name="T1" fmla="*/ 0 h 3"/>
                  <a:gd name="T2" fmla="*/ 4 w 6"/>
                  <a:gd name="T3" fmla="*/ 3 h 3"/>
                  <a:gd name="T4" fmla="*/ 0 w 6"/>
                  <a:gd name="T5" fmla="*/ 0 h 3"/>
                </a:gdLst>
                <a:ahLst/>
                <a:cxnLst>
                  <a:cxn ang="0">
                    <a:pos x="T0" y="T1"/>
                  </a:cxn>
                  <a:cxn ang="0">
                    <a:pos x="T2" y="T3"/>
                  </a:cxn>
                  <a:cxn ang="0">
                    <a:pos x="T4" y="T5"/>
                  </a:cxn>
                </a:cxnLst>
                <a:rect l="0" t="0" r="r" b="b"/>
                <a:pathLst>
                  <a:path w="6" h="3">
                    <a:moveTo>
                      <a:pt x="0" y="0"/>
                    </a:moveTo>
                    <a:cubicBezTo>
                      <a:pt x="0" y="2"/>
                      <a:pt x="3" y="3"/>
                      <a:pt x="4" y="3"/>
                    </a:cubicBezTo>
                    <a:cubicBezTo>
                      <a:pt x="6" y="3"/>
                      <a:pt x="1" y="2"/>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5" name="Freeform 399"/>
              <p:cNvSpPr/>
              <p:nvPr/>
            </p:nvSpPr>
            <p:spPr bwMode="auto">
              <a:xfrm>
                <a:off x="3466" y="2090"/>
                <a:ext cx="4" cy="4"/>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6" name="Freeform 400"/>
              <p:cNvSpPr/>
              <p:nvPr/>
            </p:nvSpPr>
            <p:spPr bwMode="auto">
              <a:xfrm>
                <a:off x="3466" y="2103"/>
                <a:ext cx="4" cy="0"/>
              </a:xfrm>
              <a:custGeom>
                <a:avLst/>
                <a:gdLst>
                  <a:gd name="T0" fmla="*/ 0 w 2"/>
                  <a:gd name="T1" fmla="*/ 1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1" y="0"/>
                    </a:cubicBezTo>
                    <a:cubicBezTo>
                      <a:pt x="2"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7" name="Freeform 401"/>
              <p:cNvSpPr/>
              <p:nvPr/>
            </p:nvSpPr>
            <p:spPr bwMode="auto">
              <a:xfrm>
                <a:off x="3477" y="2152"/>
                <a:ext cx="4" cy="8"/>
              </a:xfrm>
              <a:custGeom>
                <a:avLst/>
                <a:gdLst>
                  <a:gd name="T0" fmla="*/ 2 w 2"/>
                  <a:gd name="T1" fmla="*/ 4 h 4"/>
                  <a:gd name="T2" fmla="*/ 1 w 2"/>
                  <a:gd name="T3" fmla="*/ 0 h 4"/>
                  <a:gd name="T4" fmla="*/ 2 w 2"/>
                  <a:gd name="T5" fmla="*/ 4 h 4"/>
                </a:gdLst>
                <a:ahLst/>
                <a:cxnLst>
                  <a:cxn ang="0">
                    <a:pos x="T0" y="T1"/>
                  </a:cxn>
                  <a:cxn ang="0">
                    <a:pos x="T2" y="T3"/>
                  </a:cxn>
                  <a:cxn ang="0">
                    <a:pos x="T4" y="T5"/>
                  </a:cxn>
                </a:cxnLst>
                <a:rect l="0" t="0" r="r" b="b"/>
                <a:pathLst>
                  <a:path w="2" h="4">
                    <a:moveTo>
                      <a:pt x="2" y="4"/>
                    </a:moveTo>
                    <a:cubicBezTo>
                      <a:pt x="2" y="3"/>
                      <a:pt x="1" y="1"/>
                      <a:pt x="1" y="0"/>
                    </a:cubicBezTo>
                    <a:cubicBezTo>
                      <a:pt x="0" y="2"/>
                      <a:pt x="1" y="2"/>
                      <a:pt x="2" y="4"/>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8" name="Freeform 402"/>
              <p:cNvSpPr/>
              <p:nvPr/>
            </p:nvSpPr>
            <p:spPr bwMode="auto">
              <a:xfrm>
                <a:off x="3466" y="2096"/>
                <a:ext cx="8" cy="5"/>
              </a:xfrm>
              <a:custGeom>
                <a:avLst/>
                <a:gdLst>
                  <a:gd name="T0" fmla="*/ 0 w 4"/>
                  <a:gd name="T1" fmla="*/ 2 h 2"/>
                  <a:gd name="T2" fmla="*/ 0 w 4"/>
                  <a:gd name="T3" fmla="*/ 2 h 2"/>
                  <a:gd name="T4" fmla="*/ 2 w 4"/>
                  <a:gd name="T5" fmla="*/ 2 h 2"/>
                  <a:gd name="T6" fmla="*/ 2 w 4"/>
                  <a:gd name="T7" fmla="*/ 1 h 2"/>
                  <a:gd name="T8" fmla="*/ 4 w 4"/>
                  <a:gd name="T9" fmla="*/ 0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0" y="2"/>
                      <a:pt x="0" y="2"/>
                    </a:cubicBezTo>
                    <a:cubicBezTo>
                      <a:pt x="1" y="2"/>
                      <a:pt x="1" y="2"/>
                      <a:pt x="2" y="2"/>
                    </a:cubicBezTo>
                    <a:cubicBezTo>
                      <a:pt x="2" y="2"/>
                      <a:pt x="3" y="1"/>
                      <a:pt x="2" y="1"/>
                    </a:cubicBezTo>
                    <a:cubicBezTo>
                      <a:pt x="3" y="0"/>
                      <a:pt x="4" y="1"/>
                      <a:pt x="4" y="0"/>
                    </a:cubicBezTo>
                    <a:cubicBezTo>
                      <a:pt x="3" y="0"/>
                      <a:pt x="1"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9" name="Freeform 403"/>
              <p:cNvSpPr/>
              <p:nvPr/>
            </p:nvSpPr>
            <p:spPr bwMode="auto">
              <a:xfrm>
                <a:off x="3470" y="210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0" name="Freeform 404"/>
              <p:cNvSpPr/>
              <p:nvPr/>
            </p:nvSpPr>
            <p:spPr bwMode="auto">
              <a:xfrm>
                <a:off x="3718" y="2501"/>
                <a:ext cx="5" cy="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2" y="1"/>
                      <a:pt x="2" y="2"/>
                    </a:cubicBezTo>
                    <a:cubicBezTo>
                      <a:pt x="2" y="1"/>
                      <a:pt x="1" y="1"/>
                      <a:pt x="0" y="0"/>
                    </a:cubicBezTo>
                    <a:cubicBezTo>
                      <a:pt x="0" y="0"/>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1" name="Freeform 405"/>
              <p:cNvSpPr/>
              <p:nvPr/>
            </p:nvSpPr>
            <p:spPr bwMode="auto">
              <a:xfrm>
                <a:off x="3629" y="2417"/>
                <a:ext cx="7" cy="6"/>
              </a:xfrm>
              <a:custGeom>
                <a:avLst/>
                <a:gdLst>
                  <a:gd name="T0" fmla="*/ 2 w 3"/>
                  <a:gd name="T1" fmla="*/ 3 h 3"/>
                  <a:gd name="T2" fmla="*/ 0 w 3"/>
                  <a:gd name="T3" fmla="*/ 0 h 3"/>
                  <a:gd name="T4" fmla="*/ 2 w 3"/>
                  <a:gd name="T5" fmla="*/ 3 h 3"/>
                </a:gdLst>
                <a:ahLst/>
                <a:cxnLst>
                  <a:cxn ang="0">
                    <a:pos x="T0" y="T1"/>
                  </a:cxn>
                  <a:cxn ang="0">
                    <a:pos x="T2" y="T3"/>
                  </a:cxn>
                  <a:cxn ang="0">
                    <a:pos x="T4" y="T5"/>
                  </a:cxn>
                </a:cxnLst>
                <a:rect l="0" t="0" r="r" b="b"/>
                <a:pathLst>
                  <a:path w="3" h="3">
                    <a:moveTo>
                      <a:pt x="2" y="3"/>
                    </a:moveTo>
                    <a:cubicBezTo>
                      <a:pt x="3" y="2"/>
                      <a:pt x="1" y="1"/>
                      <a:pt x="0" y="0"/>
                    </a:cubicBezTo>
                    <a:cubicBezTo>
                      <a:pt x="0" y="1"/>
                      <a:pt x="1" y="2"/>
                      <a:pt x="2"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sp>
          <p:nvSpPr>
            <p:cNvPr id="6" name="Freeform 407"/>
            <p:cNvSpPr/>
            <p:nvPr/>
          </p:nvSpPr>
          <p:spPr bwMode="auto">
            <a:xfrm>
              <a:off x="3716" y="2495"/>
              <a:ext cx="5" cy="4"/>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1"/>
                    <a:pt x="1" y="0"/>
                    <a:pt x="0" y="0"/>
                  </a:cubicBezTo>
                  <a:cubicBezTo>
                    <a:pt x="1" y="1"/>
                    <a:pt x="1"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 name="Freeform 408"/>
            <p:cNvSpPr/>
            <p:nvPr/>
          </p:nvSpPr>
          <p:spPr bwMode="auto">
            <a:xfrm>
              <a:off x="3706" y="2480"/>
              <a:ext cx="10" cy="15"/>
            </a:xfrm>
            <a:custGeom>
              <a:avLst/>
              <a:gdLst>
                <a:gd name="T0" fmla="*/ 5 w 5"/>
                <a:gd name="T1" fmla="*/ 7 h 7"/>
                <a:gd name="T2" fmla="*/ 2 w 5"/>
                <a:gd name="T3" fmla="*/ 3 h 7"/>
                <a:gd name="T4" fmla="*/ 2 w 5"/>
                <a:gd name="T5" fmla="*/ 1 h 7"/>
                <a:gd name="T6" fmla="*/ 3 w 5"/>
                <a:gd name="T7" fmla="*/ 7 h 7"/>
                <a:gd name="T8" fmla="*/ 3 w 5"/>
                <a:gd name="T9" fmla="*/ 7 h 7"/>
                <a:gd name="T10" fmla="*/ 5 w 5"/>
                <a:gd name="T11" fmla="*/ 7 h 7"/>
              </a:gdLst>
              <a:ahLst/>
              <a:cxnLst>
                <a:cxn ang="0">
                  <a:pos x="T0" y="T1"/>
                </a:cxn>
                <a:cxn ang="0">
                  <a:pos x="T2" y="T3"/>
                </a:cxn>
                <a:cxn ang="0">
                  <a:pos x="T4" y="T5"/>
                </a:cxn>
                <a:cxn ang="0">
                  <a:pos x="T6" y="T7"/>
                </a:cxn>
                <a:cxn ang="0">
                  <a:pos x="T8" y="T9"/>
                </a:cxn>
                <a:cxn ang="0">
                  <a:pos x="T10" y="T11"/>
                </a:cxn>
              </a:cxnLst>
              <a:rect l="0" t="0" r="r" b="b"/>
              <a:pathLst>
                <a:path w="5" h="7">
                  <a:moveTo>
                    <a:pt x="5" y="7"/>
                  </a:moveTo>
                  <a:cubicBezTo>
                    <a:pt x="4" y="5"/>
                    <a:pt x="4" y="3"/>
                    <a:pt x="2" y="3"/>
                  </a:cubicBezTo>
                  <a:cubicBezTo>
                    <a:pt x="1" y="1"/>
                    <a:pt x="4" y="3"/>
                    <a:pt x="2" y="1"/>
                  </a:cubicBezTo>
                  <a:cubicBezTo>
                    <a:pt x="0" y="0"/>
                    <a:pt x="1" y="4"/>
                    <a:pt x="3" y="7"/>
                  </a:cubicBezTo>
                  <a:cubicBezTo>
                    <a:pt x="3" y="7"/>
                    <a:pt x="3" y="7"/>
                    <a:pt x="3" y="7"/>
                  </a:cubicBezTo>
                  <a:cubicBezTo>
                    <a:pt x="4" y="7"/>
                    <a:pt x="4" y="7"/>
                    <a:pt x="5"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 name="Freeform 409"/>
            <p:cNvSpPr/>
            <p:nvPr/>
          </p:nvSpPr>
          <p:spPr bwMode="auto">
            <a:xfrm>
              <a:off x="3782" y="3038"/>
              <a:ext cx="2" cy="4"/>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0" y="2"/>
                    <a:pt x="1" y="1"/>
                    <a:pt x="1"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 name="Freeform 410"/>
            <p:cNvSpPr/>
            <p:nvPr/>
          </p:nvSpPr>
          <p:spPr bwMode="auto">
            <a:xfrm>
              <a:off x="3631" y="2249"/>
              <a:ext cx="3" cy="2"/>
            </a:xfrm>
            <a:custGeom>
              <a:avLst/>
              <a:gdLst>
                <a:gd name="T0" fmla="*/ 3 w 3"/>
                <a:gd name="T1" fmla="*/ 0 h 2"/>
                <a:gd name="T2" fmla="*/ 0 w 3"/>
                <a:gd name="T3" fmla="*/ 0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0" y="2"/>
                  </a:lnTo>
                  <a:lnTo>
                    <a:pt x="3"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 name="Freeform 411"/>
            <p:cNvSpPr/>
            <p:nvPr/>
          </p:nvSpPr>
          <p:spPr bwMode="auto">
            <a:xfrm>
              <a:off x="3988" y="3019"/>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 name="Freeform 412"/>
            <p:cNvSpPr/>
            <p:nvPr/>
          </p:nvSpPr>
          <p:spPr bwMode="auto">
            <a:xfrm>
              <a:off x="3856" y="3002"/>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 name="Freeform 413"/>
            <p:cNvSpPr/>
            <p:nvPr/>
          </p:nvSpPr>
          <p:spPr bwMode="auto">
            <a:xfrm>
              <a:off x="3924" y="2998"/>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0"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 name="Freeform 414"/>
            <p:cNvSpPr/>
            <p:nvPr/>
          </p:nvSpPr>
          <p:spPr bwMode="auto">
            <a:xfrm>
              <a:off x="3561" y="1990"/>
              <a:ext cx="3" cy="9"/>
            </a:xfrm>
            <a:custGeom>
              <a:avLst/>
              <a:gdLst>
                <a:gd name="T0" fmla="*/ 1 w 1"/>
                <a:gd name="T1" fmla="*/ 1 h 4"/>
                <a:gd name="T2" fmla="*/ 0 w 1"/>
                <a:gd name="T3" fmla="*/ 0 h 4"/>
                <a:gd name="T4" fmla="*/ 1 w 1"/>
                <a:gd name="T5" fmla="*/ 1 h 4"/>
              </a:gdLst>
              <a:ahLst/>
              <a:cxnLst>
                <a:cxn ang="0">
                  <a:pos x="T0" y="T1"/>
                </a:cxn>
                <a:cxn ang="0">
                  <a:pos x="T2" y="T3"/>
                </a:cxn>
                <a:cxn ang="0">
                  <a:pos x="T4" y="T5"/>
                </a:cxn>
              </a:cxnLst>
              <a:rect l="0" t="0" r="r" b="b"/>
              <a:pathLst>
                <a:path w="1" h="4">
                  <a:moveTo>
                    <a:pt x="1" y="1"/>
                  </a:moveTo>
                  <a:cubicBezTo>
                    <a:pt x="1" y="1"/>
                    <a:pt x="0" y="0"/>
                    <a:pt x="0" y="0"/>
                  </a:cubicBezTo>
                  <a:cubicBezTo>
                    <a:pt x="0" y="3"/>
                    <a:pt x="0" y="4"/>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 name="Freeform 415"/>
            <p:cNvSpPr/>
            <p:nvPr/>
          </p:nvSpPr>
          <p:spPr bwMode="auto">
            <a:xfrm>
              <a:off x="3795" y="3040"/>
              <a:ext cx="2" cy="2"/>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0"/>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 name="Freeform 416"/>
            <p:cNvSpPr/>
            <p:nvPr/>
          </p:nvSpPr>
          <p:spPr bwMode="auto">
            <a:xfrm>
              <a:off x="3958" y="30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 name="Freeform 417"/>
            <p:cNvSpPr/>
            <p:nvPr/>
          </p:nvSpPr>
          <p:spPr bwMode="auto">
            <a:xfrm>
              <a:off x="3982" y="3027"/>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 name="Freeform 418"/>
            <p:cNvSpPr/>
            <p:nvPr/>
          </p:nvSpPr>
          <p:spPr bwMode="auto">
            <a:xfrm>
              <a:off x="3595" y="18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 name="Freeform 419"/>
            <p:cNvSpPr/>
            <p:nvPr/>
          </p:nvSpPr>
          <p:spPr bwMode="auto">
            <a:xfrm>
              <a:off x="3757" y="2981"/>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 name="Freeform 420"/>
            <p:cNvSpPr/>
            <p:nvPr/>
          </p:nvSpPr>
          <p:spPr bwMode="auto">
            <a:xfrm>
              <a:off x="3627" y="1789"/>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 name="Freeform 421"/>
            <p:cNvSpPr/>
            <p:nvPr/>
          </p:nvSpPr>
          <p:spPr bwMode="auto">
            <a:xfrm>
              <a:off x="3578" y="17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 name="Rectangle 422"/>
            <p:cNvSpPr>
              <a:spLocks noChangeArrowheads="1"/>
            </p:cNvSpPr>
            <p:nvPr/>
          </p:nvSpPr>
          <p:spPr bwMode="auto">
            <a:xfrm>
              <a:off x="3593" y="1825"/>
              <a:ext cx="1"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 name="Freeform 423"/>
            <p:cNvSpPr/>
            <p:nvPr/>
          </p:nvSpPr>
          <p:spPr bwMode="auto">
            <a:xfrm>
              <a:off x="3593" y="1825"/>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 name="Freeform 424"/>
            <p:cNvSpPr/>
            <p:nvPr/>
          </p:nvSpPr>
          <p:spPr bwMode="auto">
            <a:xfrm>
              <a:off x="3593" y="1825"/>
              <a:ext cx="0" cy="2"/>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 name="Freeform 425"/>
            <p:cNvSpPr/>
            <p:nvPr/>
          </p:nvSpPr>
          <p:spPr bwMode="auto">
            <a:xfrm>
              <a:off x="3638" y="2417"/>
              <a:ext cx="6" cy="6"/>
            </a:xfrm>
            <a:custGeom>
              <a:avLst/>
              <a:gdLst>
                <a:gd name="T0" fmla="*/ 1 w 3"/>
                <a:gd name="T1" fmla="*/ 2 h 3"/>
                <a:gd name="T2" fmla="*/ 3 w 3"/>
                <a:gd name="T3" fmla="*/ 2 h 3"/>
                <a:gd name="T4" fmla="*/ 1 w 3"/>
                <a:gd name="T5" fmla="*/ 2 h 3"/>
              </a:gdLst>
              <a:ahLst/>
              <a:cxnLst>
                <a:cxn ang="0">
                  <a:pos x="T0" y="T1"/>
                </a:cxn>
                <a:cxn ang="0">
                  <a:pos x="T2" y="T3"/>
                </a:cxn>
                <a:cxn ang="0">
                  <a:pos x="T4" y="T5"/>
                </a:cxn>
              </a:cxnLst>
              <a:rect l="0" t="0" r="r" b="b"/>
              <a:pathLst>
                <a:path w="3" h="3">
                  <a:moveTo>
                    <a:pt x="1" y="2"/>
                  </a:moveTo>
                  <a:cubicBezTo>
                    <a:pt x="2" y="2"/>
                    <a:pt x="3" y="3"/>
                    <a:pt x="3" y="2"/>
                  </a:cubicBezTo>
                  <a:cubicBezTo>
                    <a:pt x="0" y="0"/>
                    <a:pt x="0" y="0"/>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 name="Freeform 426"/>
            <p:cNvSpPr/>
            <p:nvPr/>
          </p:nvSpPr>
          <p:spPr bwMode="auto">
            <a:xfrm>
              <a:off x="3708" y="2743"/>
              <a:ext cx="2" cy="7"/>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1" y="3"/>
                    <a:pt x="1" y="0"/>
                    <a:pt x="0" y="0"/>
                  </a:cubicBezTo>
                  <a:cubicBezTo>
                    <a:pt x="0" y="0"/>
                    <a:pt x="0" y="3"/>
                    <a:pt x="1"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 name="Freeform 427"/>
            <p:cNvSpPr/>
            <p:nvPr/>
          </p:nvSpPr>
          <p:spPr bwMode="auto">
            <a:xfrm>
              <a:off x="3714" y="2737"/>
              <a:ext cx="4" cy="2"/>
            </a:xfrm>
            <a:custGeom>
              <a:avLst/>
              <a:gdLst>
                <a:gd name="T0" fmla="*/ 1 w 2"/>
                <a:gd name="T1" fmla="*/ 1 h 1"/>
                <a:gd name="T2" fmla="*/ 0 w 2"/>
                <a:gd name="T3" fmla="*/ 0 h 1"/>
                <a:gd name="T4" fmla="*/ 1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0" y="0"/>
                    <a:pt x="0" y="0"/>
                  </a:cubicBezTo>
                  <a:cubicBezTo>
                    <a:pt x="0" y="0"/>
                    <a:pt x="1" y="1"/>
                    <a:pt x="1" y="1"/>
                  </a:cubicBezTo>
                  <a:cubicBezTo>
                    <a:pt x="1" y="1"/>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 name="Freeform 428"/>
            <p:cNvSpPr/>
            <p:nvPr/>
          </p:nvSpPr>
          <p:spPr bwMode="auto">
            <a:xfrm>
              <a:off x="3706" y="2737"/>
              <a:ext cx="10" cy="4"/>
            </a:xfrm>
            <a:custGeom>
              <a:avLst/>
              <a:gdLst>
                <a:gd name="T0" fmla="*/ 0 w 5"/>
                <a:gd name="T1" fmla="*/ 1 h 2"/>
                <a:gd name="T2" fmla="*/ 4 w 5"/>
                <a:gd name="T3" fmla="*/ 1 h 2"/>
                <a:gd name="T4" fmla="*/ 5 w 5"/>
                <a:gd name="T5" fmla="*/ 2 h 2"/>
                <a:gd name="T6" fmla="*/ 3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2"/>
                    <a:pt x="3" y="2"/>
                    <a:pt x="4" y="1"/>
                  </a:cubicBezTo>
                  <a:cubicBezTo>
                    <a:pt x="4" y="1"/>
                    <a:pt x="5" y="2"/>
                    <a:pt x="5" y="2"/>
                  </a:cubicBezTo>
                  <a:cubicBezTo>
                    <a:pt x="4" y="1"/>
                    <a:pt x="4" y="1"/>
                    <a:pt x="3" y="1"/>
                  </a:cubicBezTo>
                  <a:cubicBezTo>
                    <a:pt x="3" y="1"/>
                    <a:pt x="1" y="0"/>
                    <a:pt x="2" y="1"/>
                  </a:cubicBezTo>
                  <a:cubicBezTo>
                    <a:pt x="2" y="1"/>
                    <a:pt x="1"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 name="Freeform 429"/>
            <p:cNvSpPr/>
            <p:nvPr/>
          </p:nvSpPr>
          <p:spPr bwMode="auto">
            <a:xfrm>
              <a:off x="3755" y="2718"/>
              <a:ext cx="4" cy="6"/>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cubicBezTo>
                    <a:pt x="0" y="0"/>
                    <a:pt x="0" y="0"/>
                    <a:pt x="0" y="0"/>
                  </a:cubicBezTo>
                  <a:cubicBezTo>
                    <a:pt x="1" y="2"/>
                    <a:pt x="1" y="2"/>
                    <a:pt x="2"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 name="Freeform 430"/>
            <p:cNvSpPr/>
            <p:nvPr/>
          </p:nvSpPr>
          <p:spPr bwMode="auto">
            <a:xfrm>
              <a:off x="3761" y="2733"/>
              <a:ext cx="4" cy="17"/>
            </a:xfrm>
            <a:custGeom>
              <a:avLst/>
              <a:gdLst>
                <a:gd name="T0" fmla="*/ 1 w 2"/>
                <a:gd name="T1" fmla="*/ 7 h 8"/>
                <a:gd name="T2" fmla="*/ 0 w 2"/>
                <a:gd name="T3" fmla="*/ 3 h 8"/>
                <a:gd name="T4" fmla="*/ 1 w 2"/>
                <a:gd name="T5" fmla="*/ 7 h 8"/>
              </a:gdLst>
              <a:ahLst/>
              <a:cxnLst>
                <a:cxn ang="0">
                  <a:pos x="T0" y="T1"/>
                </a:cxn>
                <a:cxn ang="0">
                  <a:pos x="T2" y="T3"/>
                </a:cxn>
                <a:cxn ang="0">
                  <a:pos x="T4" y="T5"/>
                </a:cxn>
              </a:cxnLst>
              <a:rect l="0" t="0" r="r" b="b"/>
              <a:pathLst>
                <a:path w="2" h="8">
                  <a:moveTo>
                    <a:pt x="1" y="7"/>
                  </a:moveTo>
                  <a:cubicBezTo>
                    <a:pt x="2" y="0"/>
                    <a:pt x="1" y="8"/>
                    <a:pt x="0" y="3"/>
                  </a:cubicBezTo>
                  <a:cubicBezTo>
                    <a:pt x="0" y="5"/>
                    <a:pt x="0" y="6"/>
                    <a:pt x="1"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 name="Freeform 431"/>
            <p:cNvSpPr/>
            <p:nvPr/>
          </p:nvSpPr>
          <p:spPr bwMode="auto">
            <a:xfrm>
              <a:off x="3759" y="2720"/>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 name="Freeform 432"/>
            <p:cNvSpPr/>
            <p:nvPr/>
          </p:nvSpPr>
          <p:spPr bwMode="auto">
            <a:xfrm>
              <a:off x="3761" y="2714"/>
              <a:ext cx="6" cy="12"/>
            </a:xfrm>
            <a:custGeom>
              <a:avLst/>
              <a:gdLst>
                <a:gd name="T0" fmla="*/ 0 w 3"/>
                <a:gd name="T1" fmla="*/ 5 h 6"/>
                <a:gd name="T2" fmla="*/ 3 w 3"/>
                <a:gd name="T3" fmla="*/ 3 h 6"/>
                <a:gd name="T4" fmla="*/ 0 w 3"/>
                <a:gd name="T5" fmla="*/ 5 h 6"/>
              </a:gdLst>
              <a:ahLst/>
              <a:cxnLst>
                <a:cxn ang="0">
                  <a:pos x="T0" y="T1"/>
                </a:cxn>
                <a:cxn ang="0">
                  <a:pos x="T2" y="T3"/>
                </a:cxn>
                <a:cxn ang="0">
                  <a:pos x="T4" y="T5"/>
                </a:cxn>
              </a:cxnLst>
              <a:rect l="0" t="0" r="r" b="b"/>
              <a:pathLst>
                <a:path w="3" h="6">
                  <a:moveTo>
                    <a:pt x="0" y="5"/>
                  </a:moveTo>
                  <a:cubicBezTo>
                    <a:pt x="1" y="6"/>
                    <a:pt x="2" y="3"/>
                    <a:pt x="3" y="3"/>
                  </a:cubicBezTo>
                  <a:cubicBezTo>
                    <a:pt x="2" y="0"/>
                    <a:pt x="1" y="4"/>
                    <a:pt x="0" y="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 name="Freeform 433"/>
            <p:cNvSpPr/>
            <p:nvPr/>
          </p:nvSpPr>
          <p:spPr bwMode="auto">
            <a:xfrm>
              <a:off x="3712" y="273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 name="Freeform 434"/>
            <p:cNvSpPr>
              <a:spLocks noEditPoints="1"/>
            </p:cNvSpPr>
            <p:nvPr/>
          </p:nvSpPr>
          <p:spPr bwMode="auto">
            <a:xfrm>
              <a:off x="3742" y="2907"/>
              <a:ext cx="384" cy="146"/>
            </a:xfrm>
            <a:custGeom>
              <a:avLst/>
              <a:gdLst>
                <a:gd name="T0" fmla="*/ 150 w 181"/>
                <a:gd name="T1" fmla="*/ 21 h 69"/>
                <a:gd name="T2" fmla="*/ 144 w 181"/>
                <a:gd name="T3" fmla="*/ 25 h 69"/>
                <a:gd name="T4" fmla="*/ 103 w 181"/>
                <a:gd name="T5" fmla="*/ 42 h 69"/>
                <a:gd name="T6" fmla="*/ 91 w 181"/>
                <a:gd name="T7" fmla="*/ 45 h 69"/>
                <a:gd name="T8" fmla="*/ 79 w 181"/>
                <a:gd name="T9" fmla="*/ 44 h 69"/>
                <a:gd name="T10" fmla="*/ 60 w 181"/>
                <a:gd name="T11" fmla="*/ 44 h 69"/>
                <a:gd name="T12" fmla="*/ 50 w 181"/>
                <a:gd name="T13" fmla="*/ 47 h 69"/>
                <a:gd name="T14" fmla="*/ 32 w 181"/>
                <a:gd name="T15" fmla="*/ 47 h 69"/>
                <a:gd name="T16" fmla="*/ 22 w 181"/>
                <a:gd name="T17" fmla="*/ 44 h 69"/>
                <a:gd name="T18" fmla="*/ 10 w 181"/>
                <a:gd name="T19" fmla="*/ 39 h 69"/>
                <a:gd name="T20" fmla="*/ 10 w 181"/>
                <a:gd name="T21" fmla="*/ 37 h 69"/>
                <a:gd name="T22" fmla="*/ 10 w 181"/>
                <a:gd name="T23" fmla="*/ 35 h 69"/>
                <a:gd name="T24" fmla="*/ 10 w 181"/>
                <a:gd name="T25" fmla="*/ 34 h 69"/>
                <a:gd name="T26" fmla="*/ 10 w 181"/>
                <a:gd name="T27" fmla="*/ 30 h 69"/>
                <a:gd name="T28" fmla="*/ 2 w 181"/>
                <a:gd name="T29" fmla="*/ 32 h 69"/>
                <a:gd name="T30" fmla="*/ 6 w 181"/>
                <a:gd name="T31" fmla="*/ 44 h 69"/>
                <a:gd name="T32" fmla="*/ 10 w 181"/>
                <a:gd name="T33" fmla="*/ 51 h 69"/>
                <a:gd name="T34" fmla="*/ 4 w 181"/>
                <a:gd name="T35" fmla="*/ 55 h 69"/>
                <a:gd name="T36" fmla="*/ 8 w 181"/>
                <a:gd name="T37" fmla="*/ 58 h 69"/>
                <a:gd name="T38" fmla="*/ 13 w 181"/>
                <a:gd name="T39" fmla="*/ 57 h 69"/>
                <a:gd name="T40" fmla="*/ 13 w 181"/>
                <a:gd name="T41" fmla="*/ 60 h 69"/>
                <a:gd name="T42" fmla="*/ 19 w 181"/>
                <a:gd name="T43" fmla="*/ 57 h 69"/>
                <a:gd name="T44" fmla="*/ 20 w 181"/>
                <a:gd name="T45" fmla="*/ 63 h 69"/>
                <a:gd name="T46" fmla="*/ 22 w 181"/>
                <a:gd name="T47" fmla="*/ 66 h 69"/>
                <a:gd name="T48" fmla="*/ 24 w 181"/>
                <a:gd name="T49" fmla="*/ 64 h 69"/>
                <a:gd name="T50" fmla="*/ 28 w 181"/>
                <a:gd name="T51" fmla="*/ 64 h 69"/>
                <a:gd name="T52" fmla="*/ 31 w 181"/>
                <a:gd name="T53" fmla="*/ 66 h 69"/>
                <a:gd name="T54" fmla="*/ 36 w 181"/>
                <a:gd name="T55" fmla="*/ 58 h 69"/>
                <a:gd name="T56" fmla="*/ 36 w 181"/>
                <a:gd name="T57" fmla="*/ 65 h 69"/>
                <a:gd name="T58" fmla="*/ 46 w 181"/>
                <a:gd name="T59" fmla="*/ 67 h 69"/>
                <a:gd name="T60" fmla="*/ 50 w 181"/>
                <a:gd name="T61" fmla="*/ 66 h 69"/>
                <a:gd name="T62" fmla="*/ 55 w 181"/>
                <a:gd name="T63" fmla="*/ 62 h 69"/>
                <a:gd name="T64" fmla="*/ 65 w 181"/>
                <a:gd name="T65" fmla="*/ 66 h 69"/>
                <a:gd name="T66" fmla="*/ 69 w 181"/>
                <a:gd name="T67" fmla="*/ 63 h 69"/>
                <a:gd name="T68" fmla="*/ 71 w 181"/>
                <a:gd name="T69" fmla="*/ 63 h 69"/>
                <a:gd name="T70" fmla="*/ 72 w 181"/>
                <a:gd name="T71" fmla="*/ 61 h 69"/>
                <a:gd name="T72" fmla="*/ 76 w 181"/>
                <a:gd name="T73" fmla="*/ 65 h 69"/>
                <a:gd name="T74" fmla="*/ 79 w 181"/>
                <a:gd name="T75" fmla="*/ 63 h 69"/>
                <a:gd name="T76" fmla="*/ 88 w 181"/>
                <a:gd name="T77" fmla="*/ 60 h 69"/>
                <a:gd name="T78" fmla="*/ 92 w 181"/>
                <a:gd name="T79" fmla="*/ 62 h 69"/>
                <a:gd name="T80" fmla="*/ 98 w 181"/>
                <a:gd name="T81" fmla="*/ 60 h 69"/>
                <a:gd name="T82" fmla="*/ 102 w 181"/>
                <a:gd name="T83" fmla="*/ 59 h 69"/>
                <a:gd name="T84" fmla="*/ 103 w 181"/>
                <a:gd name="T85" fmla="*/ 59 h 69"/>
                <a:gd name="T86" fmla="*/ 108 w 181"/>
                <a:gd name="T87" fmla="*/ 58 h 69"/>
                <a:gd name="T88" fmla="*/ 115 w 181"/>
                <a:gd name="T89" fmla="*/ 53 h 69"/>
                <a:gd name="T90" fmla="*/ 117 w 181"/>
                <a:gd name="T91" fmla="*/ 52 h 69"/>
                <a:gd name="T92" fmla="*/ 122 w 181"/>
                <a:gd name="T93" fmla="*/ 45 h 69"/>
                <a:gd name="T94" fmla="*/ 127 w 181"/>
                <a:gd name="T95" fmla="*/ 45 h 69"/>
                <a:gd name="T96" fmla="*/ 134 w 181"/>
                <a:gd name="T97" fmla="*/ 43 h 69"/>
                <a:gd name="T98" fmla="*/ 139 w 181"/>
                <a:gd name="T99" fmla="*/ 41 h 69"/>
                <a:gd name="T100" fmla="*/ 152 w 181"/>
                <a:gd name="T101" fmla="*/ 37 h 69"/>
                <a:gd name="T102" fmla="*/ 156 w 181"/>
                <a:gd name="T103" fmla="*/ 35 h 69"/>
                <a:gd name="T104" fmla="*/ 163 w 181"/>
                <a:gd name="T105" fmla="*/ 27 h 69"/>
                <a:gd name="T106" fmla="*/ 167 w 181"/>
                <a:gd name="T107" fmla="*/ 19 h 69"/>
                <a:gd name="T108" fmla="*/ 10 w 181"/>
                <a:gd name="T109" fmla="*/ 31 h 69"/>
                <a:gd name="T110" fmla="*/ 10 w 181"/>
                <a:gd name="T111" fmla="*/ 35 h 69"/>
                <a:gd name="T112" fmla="*/ 9 w 181"/>
                <a:gd name="T113" fmla="*/ 34 h 69"/>
                <a:gd name="T114" fmla="*/ 7 w 181"/>
                <a:gd name="T115" fmla="*/ 35 h 69"/>
                <a:gd name="T116" fmla="*/ 8 w 181"/>
                <a:gd name="T117" fmla="*/ 36 h 69"/>
                <a:gd name="T118" fmla="*/ 10 w 181"/>
                <a:gd name="T119"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1" h="69">
                  <a:moveTo>
                    <a:pt x="177" y="5"/>
                  </a:moveTo>
                  <a:cubicBezTo>
                    <a:pt x="177" y="2"/>
                    <a:pt x="172" y="0"/>
                    <a:pt x="172" y="0"/>
                  </a:cubicBezTo>
                  <a:cubicBezTo>
                    <a:pt x="172" y="4"/>
                    <a:pt x="169" y="7"/>
                    <a:pt x="164" y="8"/>
                  </a:cubicBezTo>
                  <a:cubicBezTo>
                    <a:pt x="163" y="9"/>
                    <a:pt x="163" y="11"/>
                    <a:pt x="162" y="11"/>
                  </a:cubicBezTo>
                  <a:cubicBezTo>
                    <a:pt x="159" y="15"/>
                    <a:pt x="152" y="15"/>
                    <a:pt x="149" y="19"/>
                  </a:cubicBezTo>
                  <a:cubicBezTo>
                    <a:pt x="150" y="19"/>
                    <a:pt x="150" y="20"/>
                    <a:pt x="150" y="21"/>
                  </a:cubicBezTo>
                  <a:cubicBezTo>
                    <a:pt x="150" y="20"/>
                    <a:pt x="150" y="20"/>
                    <a:pt x="150" y="20"/>
                  </a:cubicBezTo>
                  <a:cubicBezTo>
                    <a:pt x="150" y="22"/>
                    <a:pt x="150" y="22"/>
                    <a:pt x="150" y="22"/>
                  </a:cubicBezTo>
                  <a:cubicBezTo>
                    <a:pt x="150" y="22"/>
                    <a:pt x="149" y="21"/>
                    <a:pt x="149" y="20"/>
                  </a:cubicBezTo>
                  <a:cubicBezTo>
                    <a:pt x="147" y="21"/>
                    <a:pt x="146" y="23"/>
                    <a:pt x="144" y="24"/>
                  </a:cubicBezTo>
                  <a:cubicBezTo>
                    <a:pt x="145" y="26"/>
                    <a:pt x="143" y="24"/>
                    <a:pt x="144" y="26"/>
                  </a:cubicBezTo>
                  <a:cubicBezTo>
                    <a:pt x="144" y="25"/>
                    <a:pt x="144" y="25"/>
                    <a:pt x="144" y="25"/>
                  </a:cubicBezTo>
                  <a:cubicBezTo>
                    <a:pt x="143" y="27"/>
                    <a:pt x="143" y="27"/>
                    <a:pt x="141" y="25"/>
                  </a:cubicBezTo>
                  <a:cubicBezTo>
                    <a:pt x="135" y="26"/>
                    <a:pt x="130" y="30"/>
                    <a:pt x="125" y="31"/>
                  </a:cubicBezTo>
                  <a:cubicBezTo>
                    <a:pt x="119" y="33"/>
                    <a:pt x="114" y="37"/>
                    <a:pt x="108" y="39"/>
                  </a:cubicBezTo>
                  <a:cubicBezTo>
                    <a:pt x="108" y="42"/>
                    <a:pt x="106" y="41"/>
                    <a:pt x="106" y="44"/>
                  </a:cubicBezTo>
                  <a:cubicBezTo>
                    <a:pt x="106" y="43"/>
                    <a:pt x="106" y="43"/>
                    <a:pt x="106" y="43"/>
                  </a:cubicBezTo>
                  <a:cubicBezTo>
                    <a:pt x="105" y="45"/>
                    <a:pt x="104" y="43"/>
                    <a:pt x="103" y="42"/>
                  </a:cubicBezTo>
                  <a:cubicBezTo>
                    <a:pt x="103" y="44"/>
                    <a:pt x="102" y="43"/>
                    <a:pt x="103" y="45"/>
                  </a:cubicBezTo>
                  <a:cubicBezTo>
                    <a:pt x="103" y="46"/>
                    <a:pt x="102" y="42"/>
                    <a:pt x="101" y="43"/>
                  </a:cubicBezTo>
                  <a:cubicBezTo>
                    <a:pt x="101" y="42"/>
                    <a:pt x="101" y="44"/>
                    <a:pt x="101" y="44"/>
                  </a:cubicBezTo>
                  <a:cubicBezTo>
                    <a:pt x="100" y="46"/>
                    <a:pt x="101" y="42"/>
                    <a:pt x="99" y="41"/>
                  </a:cubicBezTo>
                  <a:cubicBezTo>
                    <a:pt x="96" y="42"/>
                    <a:pt x="94" y="45"/>
                    <a:pt x="91" y="44"/>
                  </a:cubicBezTo>
                  <a:cubicBezTo>
                    <a:pt x="91" y="44"/>
                    <a:pt x="91" y="45"/>
                    <a:pt x="91" y="45"/>
                  </a:cubicBezTo>
                  <a:cubicBezTo>
                    <a:pt x="90" y="42"/>
                    <a:pt x="90" y="46"/>
                    <a:pt x="90" y="45"/>
                  </a:cubicBezTo>
                  <a:cubicBezTo>
                    <a:pt x="90" y="44"/>
                    <a:pt x="90" y="44"/>
                    <a:pt x="90" y="44"/>
                  </a:cubicBezTo>
                  <a:cubicBezTo>
                    <a:pt x="88" y="43"/>
                    <a:pt x="88" y="45"/>
                    <a:pt x="86" y="44"/>
                  </a:cubicBezTo>
                  <a:cubicBezTo>
                    <a:pt x="85" y="45"/>
                    <a:pt x="84" y="42"/>
                    <a:pt x="83" y="44"/>
                  </a:cubicBezTo>
                  <a:cubicBezTo>
                    <a:pt x="83" y="43"/>
                    <a:pt x="83" y="43"/>
                    <a:pt x="82" y="43"/>
                  </a:cubicBezTo>
                  <a:cubicBezTo>
                    <a:pt x="82" y="47"/>
                    <a:pt x="80" y="42"/>
                    <a:pt x="79" y="44"/>
                  </a:cubicBezTo>
                  <a:cubicBezTo>
                    <a:pt x="79" y="44"/>
                    <a:pt x="79" y="44"/>
                    <a:pt x="79" y="44"/>
                  </a:cubicBezTo>
                  <a:cubicBezTo>
                    <a:pt x="76" y="44"/>
                    <a:pt x="73" y="43"/>
                    <a:pt x="70" y="46"/>
                  </a:cubicBezTo>
                  <a:cubicBezTo>
                    <a:pt x="68" y="46"/>
                    <a:pt x="66" y="43"/>
                    <a:pt x="64" y="44"/>
                  </a:cubicBezTo>
                  <a:cubicBezTo>
                    <a:pt x="64" y="46"/>
                    <a:pt x="64" y="46"/>
                    <a:pt x="64" y="46"/>
                  </a:cubicBezTo>
                  <a:cubicBezTo>
                    <a:pt x="63" y="46"/>
                    <a:pt x="64" y="45"/>
                    <a:pt x="64" y="44"/>
                  </a:cubicBezTo>
                  <a:cubicBezTo>
                    <a:pt x="63" y="46"/>
                    <a:pt x="61" y="44"/>
                    <a:pt x="60" y="44"/>
                  </a:cubicBezTo>
                  <a:cubicBezTo>
                    <a:pt x="60" y="45"/>
                    <a:pt x="60" y="45"/>
                    <a:pt x="60" y="46"/>
                  </a:cubicBezTo>
                  <a:cubicBezTo>
                    <a:pt x="59" y="43"/>
                    <a:pt x="57" y="47"/>
                    <a:pt x="55" y="45"/>
                  </a:cubicBezTo>
                  <a:cubicBezTo>
                    <a:pt x="56" y="48"/>
                    <a:pt x="55" y="47"/>
                    <a:pt x="54" y="48"/>
                  </a:cubicBezTo>
                  <a:cubicBezTo>
                    <a:pt x="54" y="47"/>
                    <a:pt x="54" y="46"/>
                    <a:pt x="54" y="46"/>
                  </a:cubicBezTo>
                  <a:cubicBezTo>
                    <a:pt x="53" y="46"/>
                    <a:pt x="52" y="46"/>
                    <a:pt x="51" y="45"/>
                  </a:cubicBezTo>
                  <a:cubicBezTo>
                    <a:pt x="51" y="46"/>
                    <a:pt x="50" y="48"/>
                    <a:pt x="50" y="47"/>
                  </a:cubicBezTo>
                  <a:cubicBezTo>
                    <a:pt x="49" y="45"/>
                    <a:pt x="48" y="47"/>
                    <a:pt x="48" y="46"/>
                  </a:cubicBezTo>
                  <a:cubicBezTo>
                    <a:pt x="48" y="48"/>
                    <a:pt x="47" y="49"/>
                    <a:pt x="46" y="49"/>
                  </a:cubicBezTo>
                  <a:cubicBezTo>
                    <a:pt x="47" y="46"/>
                    <a:pt x="47" y="46"/>
                    <a:pt x="47" y="46"/>
                  </a:cubicBezTo>
                  <a:cubicBezTo>
                    <a:pt x="44" y="47"/>
                    <a:pt x="42" y="44"/>
                    <a:pt x="39" y="47"/>
                  </a:cubicBezTo>
                  <a:cubicBezTo>
                    <a:pt x="39" y="45"/>
                    <a:pt x="39" y="45"/>
                    <a:pt x="39" y="45"/>
                  </a:cubicBezTo>
                  <a:cubicBezTo>
                    <a:pt x="36" y="47"/>
                    <a:pt x="35" y="45"/>
                    <a:pt x="32" y="47"/>
                  </a:cubicBezTo>
                  <a:cubicBezTo>
                    <a:pt x="33" y="46"/>
                    <a:pt x="30" y="45"/>
                    <a:pt x="30" y="45"/>
                  </a:cubicBezTo>
                  <a:cubicBezTo>
                    <a:pt x="29" y="46"/>
                    <a:pt x="28" y="46"/>
                    <a:pt x="27" y="48"/>
                  </a:cubicBezTo>
                  <a:cubicBezTo>
                    <a:pt x="27" y="48"/>
                    <a:pt x="27" y="46"/>
                    <a:pt x="27" y="46"/>
                  </a:cubicBezTo>
                  <a:cubicBezTo>
                    <a:pt x="26" y="45"/>
                    <a:pt x="26" y="43"/>
                    <a:pt x="25" y="45"/>
                  </a:cubicBezTo>
                  <a:cubicBezTo>
                    <a:pt x="25" y="43"/>
                    <a:pt x="25" y="43"/>
                    <a:pt x="25" y="43"/>
                  </a:cubicBezTo>
                  <a:cubicBezTo>
                    <a:pt x="24" y="44"/>
                    <a:pt x="22" y="46"/>
                    <a:pt x="22" y="44"/>
                  </a:cubicBezTo>
                  <a:cubicBezTo>
                    <a:pt x="21" y="45"/>
                    <a:pt x="20" y="45"/>
                    <a:pt x="20" y="46"/>
                  </a:cubicBezTo>
                  <a:cubicBezTo>
                    <a:pt x="19" y="46"/>
                    <a:pt x="20" y="44"/>
                    <a:pt x="19" y="45"/>
                  </a:cubicBezTo>
                  <a:cubicBezTo>
                    <a:pt x="21" y="44"/>
                    <a:pt x="21" y="44"/>
                    <a:pt x="21" y="44"/>
                  </a:cubicBezTo>
                  <a:cubicBezTo>
                    <a:pt x="19" y="42"/>
                    <a:pt x="17" y="42"/>
                    <a:pt x="15" y="42"/>
                  </a:cubicBezTo>
                  <a:cubicBezTo>
                    <a:pt x="16" y="40"/>
                    <a:pt x="13" y="41"/>
                    <a:pt x="13" y="39"/>
                  </a:cubicBezTo>
                  <a:cubicBezTo>
                    <a:pt x="12" y="40"/>
                    <a:pt x="13" y="38"/>
                    <a:pt x="10" y="39"/>
                  </a:cubicBezTo>
                  <a:cubicBezTo>
                    <a:pt x="11" y="39"/>
                    <a:pt x="11" y="39"/>
                    <a:pt x="11" y="39"/>
                  </a:cubicBezTo>
                  <a:cubicBezTo>
                    <a:pt x="11" y="38"/>
                    <a:pt x="11" y="37"/>
                    <a:pt x="12" y="37"/>
                  </a:cubicBezTo>
                  <a:cubicBezTo>
                    <a:pt x="12" y="37"/>
                    <a:pt x="11" y="37"/>
                    <a:pt x="11" y="37"/>
                  </a:cubicBezTo>
                  <a:cubicBezTo>
                    <a:pt x="11" y="36"/>
                    <a:pt x="11" y="36"/>
                    <a:pt x="11" y="36"/>
                  </a:cubicBezTo>
                  <a:cubicBezTo>
                    <a:pt x="11" y="36"/>
                    <a:pt x="11" y="36"/>
                    <a:pt x="11" y="37"/>
                  </a:cubicBezTo>
                  <a:cubicBezTo>
                    <a:pt x="10" y="37"/>
                    <a:pt x="10" y="37"/>
                    <a:pt x="10" y="37"/>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1" y="36"/>
                    <a:pt x="11" y="36"/>
                  </a:cubicBezTo>
                  <a:cubicBezTo>
                    <a:pt x="11" y="36"/>
                    <a:pt x="11" y="36"/>
                    <a:pt x="10" y="35"/>
                  </a:cubicBezTo>
                  <a:cubicBezTo>
                    <a:pt x="10" y="35"/>
                    <a:pt x="10" y="35"/>
                    <a:pt x="10" y="35"/>
                  </a:cubicBezTo>
                  <a:cubicBezTo>
                    <a:pt x="11" y="35"/>
                    <a:pt x="11" y="35"/>
                    <a:pt x="11" y="35"/>
                  </a:cubicBezTo>
                  <a:cubicBezTo>
                    <a:pt x="11" y="35"/>
                    <a:pt x="11" y="35"/>
                    <a:pt x="11" y="34"/>
                  </a:cubicBezTo>
                  <a:cubicBezTo>
                    <a:pt x="11" y="34"/>
                    <a:pt x="11" y="34"/>
                    <a:pt x="11" y="34"/>
                  </a:cubicBezTo>
                  <a:cubicBezTo>
                    <a:pt x="11" y="34"/>
                    <a:pt x="11" y="34"/>
                    <a:pt x="11" y="34"/>
                  </a:cubicBezTo>
                  <a:cubicBezTo>
                    <a:pt x="9" y="35"/>
                    <a:pt x="12" y="34"/>
                    <a:pt x="10" y="34"/>
                  </a:cubicBezTo>
                  <a:cubicBezTo>
                    <a:pt x="10" y="34"/>
                    <a:pt x="10" y="33"/>
                    <a:pt x="11" y="32"/>
                  </a:cubicBezTo>
                  <a:cubicBezTo>
                    <a:pt x="10" y="34"/>
                    <a:pt x="10" y="32"/>
                    <a:pt x="10" y="31"/>
                  </a:cubicBezTo>
                  <a:cubicBezTo>
                    <a:pt x="10" y="31"/>
                    <a:pt x="10" y="31"/>
                    <a:pt x="10" y="31"/>
                  </a:cubicBezTo>
                  <a:cubicBezTo>
                    <a:pt x="10" y="30"/>
                    <a:pt x="10" y="30"/>
                    <a:pt x="10" y="29"/>
                  </a:cubicBezTo>
                  <a:cubicBezTo>
                    <a:pt x="10" y="29"/>
                    <a:pt x="10" y="29"/>
                    <a:pt x="10" y="29"/>
                  </a:cubicBezTo>
                  <a:cubicBezTo>
                    <a:pt x="10" y="29"/>
                    <a:pt x="10" y="30"/>
                    <a:pt x="10" y="30"/>
                  </a:cubicBezTo>
                  <a:cubicBezTo>
                    <a:pt x="10" y="30"/>
                    <a:pt x="9" y="30"/>
                    <a:pt x="5" y="31"/>
                  </a:cubicBezTo>
                  <a:cubicBezTo>
                    <a:pt x="4" y="32"/>
                    <a:pt x="9" y="31"/>
                    <a:pt x="8" y="32"/>
                  </a:cubicBezTo>
                  <a:cubicBezTo>
                    <a:pt x="5" y="32"/>
                    <a:pt x="9" y="34"/>
                    <a:pt x="6" y="34"/>
                  </a:cubicBezTo>
                  <a:cubicBezTo>
                    <a:pt x="4" y="33"/>
                    <a:pt x="4" y="33"/>
                    <a:pt x="4" y="33"/>
                  </a:cubicBezTo>
                  <a:cubicBezTo>
                    <a:pt x="4" y="33"/>
                    <a:pt x="5" y="33"/>
                    <a:pt x="5" y="33"/>
                  </a:cubicBezTo>
                  <a:cubicBezTo>
                    <a:pt x="2" y="32"/>
                    <a:pt x="2" y="32"/>
                    <a:pt x="2" y="32"/>
                  </a:cubicBezTo>
                  <a:cubicBezTo>
                    <a:pt x="5" y="34"/>
                    <a:pt x="3" y="35"/>
                    <a:pt x="3" y="35"/>
                  </a:cubicBezTo>
                  <a:cubicBezTo>
                    <a:pt x="3" y="35"/>
                    <a:pt x="3" y="35"/>
                    <a:pt x="3" y="35"/>
                  </a:cubicBezTo>
                  <a:cubicBezTo>
                    <a:pt x="1" y="36"/>
                    <a:pt x="4" y="35"/>
                    <a:pt x="4" y="36"/>
                  </a:cubicBezTo>
                  <a:cubicBezTo>
                    <a:pt x="4" y="36"/>
                    <a:pt x="1" y="36"/>
                    <a:pt x="0" y="37"/>
                  </a:cubicBezTo>
                  <a:cubicBezTo>
                    <a:pt x="1" y="38"/>
                    <a:pt x="3" y="40"/>
                    <a:pt x="2" y="42"/>
                  </a:cubicBezTo>
                  <a:cubicBezTo>
                    <a:pt x="3" y="43"/>
                    <a:pt x="4" y="44"/>
                    <a:pt x="6" y="44"/>
                  </a:cubicBezTo>
                  <a:cubicBezTo>
                    <a:pt x="6" y="44"/>
                    <a:pt x="3" y="45"/>
                    <a:pt x="5" y="45"/>
                  </a:cubicBezTo>
                  <a:cubicBezTo>
                    <a:pt x="4" y="46"/>
                    <a:pt x="3" y="47"/>
                    <a:pt x="3" y="47"/>
                  </a:cubicBezTo>
                  <a:cubicBezTo>
                    <a:pt x="4" y="47"/>
                    <a:pt x="4" y="49"/>
                    <a:pt x="5" y="46"/>
                  </a:cubicBezTo>
                  <a:cubicBezTo>
                    <a:pt x="6" y="48"/>
                    <a:pt x="7" y="49"/>
                    <a:pt x="8" y="49"/>
                  </a:cubicBezTo>
                  <a:cubicBezTo>
                    <a:pt x="8" y="49"/>
                    <a:pt x="6" y="50"/>
                    <a:pt x="6" y="51"/>
                  </a:cubicBezTo>
                  <a:cubicBezTo>
                    <a:pt x="8" y="50"/>
                    <a:pt x="9" y="50"/>
                    <a:pt x="10" y="51"/>
                  </a:cubicBezTo>
                  <a:cubicBezTo>
                    <a:pt x="11" y="50"/>
                    <a:pt x="10" y="50"/>
                    <a:pt x="11" y="48"/>
                  </a:cubicBezTo>
                  <a:cubicBezTo>
                    <a:pt x="12" y="48"/>
                    <a:pt x="12" y="48"/>
                    <a:pt x="13" y="48"/>
                  </a:cubicBezTo>
                  <a:cubicBezTo>
                    <a:pt x="12" y="49"/>
                    <a:pt x="10" y="52"/>
                    <a:pt x="11" y="52"/>
                  </a:cubicBezTo>
                  <a:cubicBezTo>
                    <a:pt x="9" y="55"/>
                    <a:pt x="10" y="51"/>
                    <a:pt x="8" y="54"/>
                  </a:cubicBezTo>
                  <a:cubicBezTo>
                    <a:pt x="7" y="55"/>
                    <a:pt x="5" y="54"/>
                    <a:pt x="6" y="53"/>
                  </a:cubicBezTo>
                  <a:cubicBezTo>
                    <a:pt x="3" y="54"/>
                    <a:pt x="6" y="54"/>
                    <a:pt x="4" y="55"/>
                  </a:cubicBezTo>
                  <a:cubicBezTo>
                    <a:pt x="5" y="56"/>
                    <a:pt x="6" y="55"/>
                    <a:pt x="8" y="55"/>
                  </a:cubicBezTo>
                  <a:cubicBezTo>
                    <a:pt x="8" y="54"/>
                    <a:pt x="8" y="54"/>
                    <a:pt x="9" y="53"/>
                  </a:cubicBezTo>
                  <a:cubicBezTo>
                    <a:pt x="11" y="52"/>
                    <a:pt x="9" y="56"/>
                    <a:pt x="9" y="56"/>
                  </a:cubicBezTo>
                  <a:cubicBezTo>
                    <a:pt x="9" y="56"/>
                    <a:pt x="9" y="56"/>
                    <a:pt x="9" y="56"/>
                  </a:cubicBezTo>
                  <a:cubicBezTo>
                    <a:pt x="9" y="57"/>
                    <a:pt x="10" y="56"/>
                    <a:pt x="11" y="57"/>
                  </a:cubicBezTo>
                  <a:cubicBezTo>
                    <a:pt x="9" y="60"/>
                    <a:pt x="9" y="56"/>
                    <a:pt x="8" y="58"/>
                  </a:cubicBezTo>
                  <a:cubicBezTo>
                    <a:pt x="7" y="60"/>
                    <a:pt x="7" y="60"/>
                    <a:pt x="7" y="60"/>
                  </a:cubicBezTo>
                  <a:cubicBezTo>
                    <a:pt x="8" y="61"/>
                    <a:pt x="9" y="58"/>
                    <a:pt x="10" y="59"/>
                  </a:cubicBezTo>
                  <a:cubicBezTo>
                    <a:pt x="9" y="60"/>
                    <a:pt x="9" y="60"/>
                    <a:pt x="9" y="60"/>
                  </a:cubicBezTo>
                  <a:cubicBezTo>
                    <a:pt x="10" y="60"/>
                    <a:pt x="10" y="60"/>
                    <a:pt x="10" y="60"/>
                  </a:cubicBezTo>
                  <a:cubicBezTo>
                    <a:pt x="11" y="59"/>
                    <a:pt x="11" y="57"/>
                    <a:pt x="11" y="57"/>
                  </a:cubicBezTo>
                  <a:cubicBezTo>
                    <a:pt x="13" y="55"/>
                    <a:pt x="11" y="57"/>
                    <a:pt x="13" y="57"/>
                  </a:cubicBezTo>
                  <a:cubicBezTo>
                    <a:pt x="14" y="56"/>
                    <a:pt x="12" y="57"/>
                    <a:pt x="13" y="56"/>
                  </a:cubicBezTo>
                  <a:cubicBezTo>
                    <a:pt x="14" y="54"/>
                    <a:pt x="14" y="54"/>
                    <a:pt x="15" y="54"/>
                  </a:cubicBezTo>
                  <a:cubicBezTo>
                    <a:pt x="15" y="55"/>
                    <a:pt x="14" y="56"/>
                    <a:pt x="14" y="57"/>
                  </a:cubicBezTo>
                  <a:cubicBezTo>
                    <a:pt x="14" y="58"/>
                    <a:pt x="13" y="57"/>
                    <a:pt x="14" y="57"/>
                  </a:cubicBezTo>
                  <a:cubicBezTo>
                    <a:pt x="12" y="58"/>
                    <a:pt x="12" y="60"/>
                    <a:pt x="11" y="61"/>
                  </a:cubicBezTo>
                  <a:cubicBezTo>
                    <a:pt x="11" y="62"/>
                    <a:pt x="12" y="60"/>
                    <a:pt x="13" y="60"/>
                  </a:cubicBezTo>
                  <a:cubicBezTo>
                    <a:pt x="13" y="60"/>
                    <a:pt x="14" y="58"/>
                    <a:pt x="14" y="58"/>
                  </a:cubicBezTo>
                  <a:cubicBezTo>
                    <a:pt x="17" y="54"/>
                    <a:pt x="13" y="61"/>
                    <a:pt x="15" y="61"/>
                  </a:cubicBezTo>
                  <a:cubicBezTo>
                    <a:pt x="16" y="58"/>
                    <a:pt x="18" y="58"/>
                    <a:pt x="19" y="54"/>
                  </a:cubicBezTo>
                  <a:cubicBezTo>
                    <a:pt x="19" y="54"/>
                    <a:pt x="20" y="53"/>
                    <a:pt x="20" y="54"/>
                  </a:cubicBezTo>
                  <a:cubicBezTo>
                    <a:pt x="19" y="56"/>
                    <a:pt x="20" y="56"/>
                    <a:pt x="18" y="57"/>
                  </a:cubicBezTo>
                  <a:cubicBezTo>
                    <a:pt x="19" y="57"/>
                    <a:pt x="19" y="57"/>
                    <a:pt x="19" y="57"/>
                  </a:cubicBezTo>
                  <a:cubicBezTo>
                    <a:pt x="17" y="59"/>
                    <a:pt x="17" y="59"/>
                    <a:pt x="17" y="59"/>
                  </a:cubicBezTo>
                  <a:cubicBezTo>
                    <a:pt x="17" y="61"/>
                    <a:pt x="17" y="63"/>
                    <a:pt x="17" y="64"/>
                  </a:cubicBezTo>
                  <a:cubicBezTo>
                    <a:pt x="18" y="63"/>
                    <a:pt x="18" y="62"/>
                    <a:pt x="19" y="62"/>
                  </a:cubicBezTo>
                  <a:cubicBezTo>
                    <a:pt x="18" y="62"/>
                    <a:pt x="18" y="63"/>
                    <a:pt x="19" y="64"/>
                  </a:cubicBezTo>
                  <a:cubicBezTo>
                    <a:pt x="18" y="63"/>
                    <a:pt x="20" y="61"/>
                    <a:pt x="20" y="60"/>
                  </a:cubicBezTo>
                  <a:cubicBezTo>
                    <a:pt x="21" y="61"/>
                    <a:pt x="21" y="63"/>
                    <a:pt x="20" y="63"/>
                  </a:cubicBezTo>
                  <a:cubicBezTo>
                    <a:pt x="19" y="65"/>
                    <a:pt x="19" y="65"/>
                    <a:pt x="19" y="65"/>
                  </a:cubicBezTo>
                  <a:cubicBezTo>
                    <a:pt x="20" y="63"/>
                    <a:pt x="19" y="65"/>
                    <a:pt x="20" y="65"/>
                  </a:cubicBezTo>
                  <a:cubicBezTo>
                    <a:pt x="20" y="64"/>
                    <a:pt x="21" y="62"/>
                    <a:pt x="22" y="61"/>
                  </a:cubicBezTo>
                  <a:cubicBezTo>
                    <a:pt x="22" y="61"/>
                    <a:pt x="22" y="62"/>
                    <a:pt x="23" y="62"/>
                  </a:cubicBezTo>
                  <a:cubicBezTo>
                    <a:pt x="21" y="63"/>
                    <a:pt x="21" y="63"/>
                    <a:pt x="21" y="63"/>
                  </a:cubicBezTo>
                  <a:cubicBezTo>
                    <a:pt x="22" y="63"/>
                    <a:pt x="21" y="66"/>
                    <a:pt x="22" y="66"/>
                  </a:cubicBezTo>
                  <a:cubicBezTo>
                    <a:pt x="23" y="64"/>
                    <a:pt x="23" y="64"/>
                    <a:pt x="23" y="64"/>
                  </a:cubicBezTo>
                  <a:cubicBezTo>
                    <a:pt x="22" y="66"/>
                    <a:pt x="22" y="66"/>
                    <a:pt x="22" y="66"/>
                  </a:cubicBezTo>
                  <a:cubicBezTo>
                    <a:pt x="23" y="65"/>
                    <a:pt x="23" y="65"/>
                    <a:pt x="24" y="65"/>
                  </a:cubicBezTo>
                  <a:cubicBezTo>
                    <a:pt x="23" y="66"/>
                    <a:pt x="23" y="66"/>
                    <a:pt x="23" y="66"/>
                  </a:cubicBezTo>
                  <a:cubicBezTo>
                    <a:pt x="24" y="65"/>
                    <a:pt x="25" y="63"/>
                    <a:pt x="25" y="65"/>
                  </a:cubicBezTo>
                  <a:cubicBezTo>
                    <a:pt x="25" y="63"/>
                    <a:pt x="24" y="65"/>
                    <a:pt x="24" y="64"/>
                  </a:cubicBezTo>
                  <a:cubicBezTo>
                    <a:pt x="24" y="62"/>
                    <a:pt x="25" y="62"/>
                    <a:pt x="25" y="62"/>
                  </a:cubicBezTo>
                  <a:cubicBezTo>
                    <a:pt x="25" y="62"/>
                    <a:pt x="25" y="62"/>
                    <a:pt x="25" y="63"/>
                  </a:cubicBezTo>
                  <a:cubicBezTo>
                    <a:pt x="26" y="62"/>
                    <a:pt x="26" y="62"/>
                    <a:pt x="26" y="62"/>
                  </a:cubicBezTo>
                  <a:cubicBezTo>
                    <a:pt x="26" y="63"/>
                    <a:pt x="26" y="64"/>
                    <a:pt x="26" y="65"/>
                  </a:cubicBezTo>
                  <a:cubicBezTo>
                    <a:pt x="27" y="63"/>
                    <a:pt x="27" y="63"/>
                    <a:pt x="27" y="63"/>
                  </a:cubicBezTo>
                  <a:cubicBezTo>
                    <a:pt x="26" y="66"/>
                    <a:pt x="28" y="62"/>
                    <a:pt x="28" y="64"/>
                  </a:cubicBezTo>
                  <a:cubicBezTo>
                    <a:pt x="28" y="65"/>
                    <a:pt x="27" y="66"/>
                    <a:pt x="27" y="67"/>
                  </a:cubicBezTo>
                  <a:cubicBezTo>
                    <a:pt x="28" y="64"/>
                    <a:pt x="29" y="64"/>
                    <a:pt x="30" y="62"/>
                  </a:cubicBezTo>
                  <a:cubicBezTo>
                    <a:pt x="30" y="63"/>
                    <a:pt x="28" y="65"/>
                    <a:pt x="28" y="67"/>
                  </a:cubicBezTo>
                  <a:cubicBezTo>
                    <a:pt x="29" y="65"/>
                    <a:pt x="29" y="69"/>
                    <a:pt x="30" y="66"/>
                  </a:cubicBezTo>
                  <a:cubicBezTo>
                    <a:pt x="30" y="65"/>
                    <a:pt x="31" y="64"/>
                    <a:pt x="31" y="63"/>
                  </a:cubicBezTo>
                  <a:cubicBezTo>
                    <a:pt x="32" y="64"/>
                    <a:pt x="31" y="64"/>
                    <a:pt x="31" y="66"/>
                  </a:cubicBezTo>
                  <a:cubicBezTo>
                    <a:pt x="32" y="65"/>
                    <a:pt x="32" y="63"/>
                    <a:pt x="32" y="62"/>
                  </a:cubicBezTo>
                  <a:cubicBezTo>
                    <a:pt x="32" y="63"/>
                    <a:pt x="33" y="61"/>
                    <a:pt x="34" y="62"/>
                  </a:cubicBezTo>
                  <a:cubicBezTo>
                    <a:pt x="33" y="64"/>
                    <a:pt x="32" y="63"/>
                    <a:pt x="33" y="64"/>
                  </a:cubicBezTo>
                  <a:cubicBezTo>
                    <a:pt x="34" y="65"/>
                    <a:pt x="34" y="60"/>
                    <a:pt x="35" y="60"/>
                  </a:cubicBezTo>
                  <a:cubicBezTo>
                    <a:pt x="35" y="59"/>
                    <a:pt x="36" y="56"/>
                    <a:pt x="36" y="55"/>
                  </a:cubicBezTo>
                  <a:cubicBezTo>
                    <a:pt x="37" y="56"/>
                    <a:pt x="36" y="56"/>
                    <a:pt x="36" y="58"/>
                  </a:cubicBezTo>
                  <a:cubicBezTo>
                    <a:pt x="36" y="58"/>
                    <a:pt x="36" y="58"/>
                    <a:pt x="36" y="58"/>
                  </a:cubicBezTo>
                  <a:cubicBezTo>
                    <a:pt x="36" y="61"/>
                    <a:pt x="34" y="63"/>
                    <a:pt x="34" y="65"/>
                  </a:cubicBezTo>
                  <a:cubicBezTo>
                    <a:pt x="35" y="64"/>
                    <a:pt x="35" y="64"/>
                    <a:pt x="35" y="64"/>
                  </a:cubicBezTo>
                  <a:cubicBezTo>
                    <a:pt x="35" y="65"/>
                    <a:pt x="34" y="66"/>
                    <a:pt x="34" y="67"/>
                  </a:cubicBezTo>
                  <a:cubicBezTo>
                    <a:pt x="35" y="65"/>
                    <a:pt x="36" y="67"/>
                    <a:pt x="36" y="66"/>
                  </a:cubicBezTo>
                  <a:cubicBezTo>
                    <a:pt x="36" y="65"/>
                    <a:pt x="35" y="67"/>
                    <a:pt x="36" y="65"/>
                  </a:cubicBezTo>
                  <a:cubicBezTo>
                    <a:pt x="36" y="65"/>
                    <a:pt x="37" y="62"/>
                    <a:pt x="37" y="63"/>
                  </a:cubicBezTo>
                  <a:cubicBezTo>
                    <a:pt x="37" y="65"/>
                    <a:pt x="37" y="66"/>
                    <a:pt x="37" y="67"/>
                  </a:cubicBezTo>
                  <a:cubicBezTo>
                    <a:pt x="37" y="68"/>
                    <a:pt x="37" y="65"/>
                    <a:pt x="38" y="66"/>
                  </a:cubicBezTo>
                  <a:cubicBezTo>
                    <a:pt x="38" y="67"/>
                    <a:pt x="38" y="67"/>
                    <a:pt x="38" y="67"/>
                  </a:cubicBezTo>
                  <a:cubicBezTo>
                    <a:pt x="40" y="68"/>
                    <a:pt x="42" y="67"/>
                    <a:pt x="45" y="63"/>
                  </a:cubicBezTo>
                  <a:cubicBezTo>
                    <a:pt x="45" y="65"/>
                    <a:pt x="45" y="65"/>
                    <a:pt x="46" y="67"/>
                  </a:cubicBezTo>
                  <a:cubicBezTo>
                    <a:pt x="46" y="66"/>
                    <a:pt x="46" y="65"/>
                    <a:pt x="47" y="65"/>
                  </a:cubicBezTo>
                  <a:cubicBezTo>
                    <a:pt x="47" y="67"/>
                    <a:pt x="47" y="67"/>
                    <a:pt x="47" y="67"/>
                  </a:cubicBezTo>
                  <a:cubicBezTo>
                    <a:pt x="48" y="68"/>
                    <a:pt x="49" y="66"/>
                    <a:pt x="49" y="65"/>
                  </a:cubicBezTo>
                  <a:cubicBezTo>
                    <a:pt x="49" y="66"/>
                    <a:pt x="49" y="66"/>
                    <a:pt x="49" y="66"/>
                  </a:cubicBezTo>
                  <a:cubicBezTo>
                    <a:pt x="50" y="68"/>
                    <a:pt x="50" y="65"/>
                    <a:pt x="50" y="65"/>
                  </a:cubicBezTo>
                  <a:cubicBezTo>
                    <a:pt x="50" y="66"/>
                    <a:pt x="50" y="66"/>
                    <a:pt x="50" y="66"/>
                  </a:cubicBezTo>
                  <a:cubicBezTo>
                    <a:pt x="51" y="65"/>
                    <a:pt x="51" y="65"/>
                    <a:pt x="51" y="65"/>
                  </a:cubicBezTo>
                  <a:cubicBezTo>
                    <a:pt x="51" y="64"/>
                    <a:pt x="52" y="65"/>
                    <a:pt x="52" y="67"/>
                  </a:cubicBezTo>
                  <a:cubicBezTo>
                    <a:pt x="52" y="66"/>
                    <a:pt x="52" y="66"/>
                    <a:pt x="52" y="65"/>
                  </a:cubicBezTo>
                  <a:cubicBezTo>
                    <a:pt x="52" y="67"/>
                    <a:pt x="54" y="67"/>
                    <a:pt x="55" y="66"/>
                  </a:cubicBezTo>
                  <a:cubicBezTo>
                    <a:pt x="54" y="65"/>
                    <a:pt x="54" y="65"/>
                    <a:pt x="54" y="63"/>
                  </a:cubicBezTo>
                  <a:cubicBezTo>
                    <a:pt x="54" y="61"/>
                    <a:pt x="55" y="64"/>
                    <a:pt x="55" y="62"/>
                  </a:cubicBezTo>
                  <a:cubicBezTo>
                    <a:pt x="55" y="63"/>
                    <a:pt x="55" y="64"/>
                    <a:pt x="55" y="65"/>
                  </a:cubicBezTo>
                  <a:cubicBezTo>
                    <a:pt x="56" y="68"/>
                    <a:pt x="58" y="65"/>
                    <a:pt x="59" y="66"/>
                  </a:cubicBezTo>
                  <a:cubicBezTo>
                    <a:pt x="60" y="65"/>
                    <a:pt x="60" y="65"/>
                    <a:pt x="60" y="65"/>
                  </a:cubicBezTo>
                  <a:cubicBezTo>
                    <a:pt x="61" y="67"/>
                    <a:pt x="62" y="64"/>
                    <a:pt x="63" y="65"/>
                  </a:cubicBezTo>
                  <a:cubicBezTo>
                    <a:pt x="63" y="65"/>
                    <a:pt x="63" y="62"/>
                    <a:pt x="64" y="62"/>
                  </a:cubicBezTo>
                  <a:cubicBezTo>
                    <a:pt x="64" y="60"/>
                    <a:pt x="64" y="64"/>
                    <a:pt x="65" y="66"/>
                  </a:cubicBezTo>
                  <a:cubicBezTo>
                    <a:pt x="65" y="65"/>
                    <a:pt x="65" y="64"/>
                    <a:pt x="66" y="64"/>
                  </a:cubicBezTo>
                  <a:cubicBezTo>
                    <a:pt x="66" y="65"/>
                    <a:pt x="66" y="65"/>
                    <a:pt x="66" y="65"/>
                  </a:cubicBezTo>
                  <a:cubicBezTo>
                    <a:pt x="66" y="64"/>
                    <a:pt x="67" y="63"/>
                    <a:pt x="67" y="64"/>
                  </a:cubicBezTo>
                  <a:cubicBezTo>
                    <a:pt x="67" y="64"/>
                    <a:pt x="67" y="64"/>
                    <a:pt x="67" y="64"/>
                  </a:cubicBezTo>
                  <a:cubicBezTo>
                    <a:pt x="67" y="64"/>
                    <a:pt x="68" y="66"/>
                    <a:pt x="68" y="65"/>
                  </a:cubicBezTo>
                  <a:cubicBezTo>
                    <a:pt x="68" y="64"/>
                    <a:pt x="69" y="65"/>
                    <a:pt x="69" y="63"/>
                  </a:cubicBezTo>
                  <a:cubicBezTo>
                    <a:pt x="69" y="64"/>
                    <a:pt x="69" y="64"/>
                    <a:pt x="69" y="64"/>
                  </a:cubicBezTo>
                  <a:cubicBezTo>
                    <a:pt x="69" y="62"/>
                    <a:pt x="69" y="62"/>
                    <a:pt x="69" y="62"/>
                  </a:cubicBezTo>
                  <a:cubicBezTo>
                    <a:pt x="70" y="63"/>
                    <a:pt x="70" y="63"/>
                    <a:pt x="70" y="63"/>
                  </a:cubicBezTo>
                  <a:cubicBezTo>
                    <a:pt x="70" y="65"/>
                    <a:pt x="70" y="65"/>
                    <a:pt x="70" y="65"/>
                  </a:cubicBezTo>
                  <a:cubicBezTo>
                    <a:pt x="71" y="66"/>
                    <a:pt x="70" y="63"/>
                    <a:pt x="70" y="62"/>
                  </a:cubicBezTo>
                  <a:cubicBezTo>
                    <a:pt x="71" y="61"/>
                    <a:pt x="71" y="63"/>
                    <a:pt x="71" y="63"/>
                  </a:cubicBezTo>
                  <a:cubicBezTo>
                    <a:pt x="71" y="64"/>
                    <a:pt x="71" y="63"/>
                    <a:pt x="71" y="63"/>
                  </a:cubicBezTo>
                  <a:cubicBezTo>
                    <a:pt x="70" y="65"/>
                    <a:pt x="71" y="64"/>
                    <a:pt x="71" y="65"/>
                  </a:cubicBezTo>
                  <a:cubicBezTo>
                    <a:pt x="71" y="65"/>
                    <a:pt x="71" y="63"/>
                    <a:pt x="72" y="63"/>
                  </a:cubicBezTo>
                  <a:cubicBezTo>
                    <a:pt x="72" y="63"/>
                    <a:pt x="73" y="63"/>
                    <a:pt x="73" y="65"/>
                  </a:cubicBezTo>
                  <a:cubicBezTo>
                    <a:pt x="73" y="64"/>
                    <a:pt x="73" y="64"/>
                    <a:pt x="73" y="63"/>
                  </a:cubicBezTo>
                  <a:cubicBezTo>
                    <a:pt x="73" y="63"/>
                    <a:pt x="73" y="62"/>
                    <a:pt x="72" y="61"/>
                  </a:cubicBezTo>
                  <a:cubicBezTo>
                    <a:pt x="73" y="61"/>
                    <a:pt x="73" y="61"/>
                    <a:pt x="73" y="61"/>
                  </a:cubicBezTo>
                  <a:cubicBezTo>
                    <a:pt x="73" y="62"/>
                    <a:pt x="73" y="62"/>
                    <a:pt x="73" y="62"/>
                  </a:cubicBezTo>
                  <a:cubicBezTo>
                    <a:pt x="73" y="61"/>
                    <a:pt x="74" y="62"/>
                    <a:pt x="74" y="60"/>
                  </a:cubicBezTo>
                  <a:cubicBezTo>
                    <a:pt x="74" y="62"/>
                    <a:pt x="74" y="62"/>
                    <a:pt x="74" y="62"/>
                  </a:cubicBezTo>
                  <a:cubicBezTo>
                    <a:pt x="74" y="61"/>
                    <a:pt x="75" y="61"/>
                    <a:pt x="75" y="61"/>
                  </a:cubicBezTo>
                  <a:cubicBezTo>
                    <a:pt x="75" y="62"/>
                    <a:pt x="75" y="64"/>
                    <a:pt x="76" y="65"/>
                  </a:cubicBezTo>
                  <a:cubicBezTo>
                    <a:pt x="77" y="63"/>
                    <a:pt x="77" y="63"/>
                    <a:pt x="77" y="63"/>
                  </a:cubicBezTo>
                  <a:cubicBezTo>
                    <a:pt x="77" y="63"/>
                    <a:pt x="77" y="63"/>
                    <a:pt x="77" y="64"/>
                  </a:cubicBezTo>
                  <a:cubicBezTo>
                    <a:pt x="78" y="65"/>
                    <a:pt x="78" y="59"/>
                    <a:pt x="79" y="61"/>
                  </a:cubicBezTo>
                  <a:cubicBezTo>
                    <a:pt x="79" y="63"/>
                    <a:pt x="79" y="63"/>
                    <a:pt x="80" y="64"/>
                  </a:cubicBezTo>
                  <a:cubicBezTo>
                    <a:pt x="80" y="63"/>
                    <a:pt x="80" y="63"/>
                    <a:pt x="80" y="62"/>
                  </a:cubicBezTo>
                  <a:cubicBezTo>
                    <a:pt x="80" y="61"/>
                    <a:pt x="80" y="64"/>
                    <a:pt x="79" y="63"/>
                  </a:cubicBezTo>
                  <a:cubicBezTo>
                    <a:pt x="79" y="61"/>
                    <a:pt x="80" y="62"/>
                    <a:pt x="80" y="61"/>
                  </a:cubicBezTo>
                  <a:cubicBezTo>
                    <a:pt x="81" y="66"/>
                    <a:pt x="83" y="62"/>
                    <a:pt x="84" y="64"/>
                  </a:cubicBezTo>
                  <a:cubicBezTo>
                    <a:pt x="84" y="61"/>
                    <a:pt x="85" y="63"/>
                    <a:pt x="85" y="62"/>
                  </a:cubicBezTo>
                  <a:cubicBezTo>
                    <a:pt x="85" y="65"/>
                    <a:pt x="86" y="62"/>
                    <a:pt x="86" y="63"/>
                  </a:cubicBezTo>
                  <a:cubicBezTo>
                    <a:pt x="86" y="61"/>
                    <a:pt x="86" y="61"/>
                    <a:pt x="86" y="61"/>
                  </a:cubicBezTo>
                  <a:cubicBezTo>
                    <a:pt x="87" y="62"/>
                    <a:pt x="87" y="57"/>
                    <a:pt x="88" y="60"/>
                  </a:cubicBezTo>
                  <a:cubicBezTo>
                    <a:pt x="88" y="60"/>
                    <a:pt x="88" y="61"/>
                    <a:pt x="88" y="62"/>
                  </a:cubicBezTo>
                  <a:cubicBezTo>
                    <a:pt x="89" y="65"/>
                    <a:pt x="89" y="59"/>
                    <a:pt x="90" y="62"/>
                  </a:cubicBezTo>
                  <a:cubicBezTo>
                    <a:pt x="90" y="61"/>
                    <a:pt x="89" y="60"/>
                    <a:pt x="90" y="59"/>
                  </a:cubicBezTo>
                  <a:cubicBezTo>
                    <a:pt x="91" y="60"/>
                    <a:pt x="92" y="61"/>
                    <a:pt x="92" y="62"/>
                  </a:cubicBezTo>
                  <a:cubicBezTo>
                    <a:pt x="92" y="61"/>
                    <a:pt x="92" y="60"/>
                    <a:pt x="92" y="61"/>
                  </a:cubicBezTo>
                  <a:cubicBezTo>
                    <a:pt x="93" y="62"/>
                    <a:pt x="92" y="62"/>
                    <a:pt x="92" y="62"/>
                  </a:cubicBezTo>
                  <a:cubicBezTo>
                    <a:pt x="93" y="63"/>
                    <a:pt x="93" y="61"/>
                    <a:pt x="94" y="60"/>
                  </a:cubicBezTo>
                  <a:cubicBezTo>
                    <a:pt x="94" y="62"/>
                    <a:pt x="95" y="61"/>
                    <a:pt x="96" y="62"/>
                  </a:cubicBezTo>
                  <a:cubicBezTo>
                    <a:pt x="96" y="60"/>
                    <a:pt x="98" y="63"/>
                    <a:pt x="97" y="60"/>
                  </a:cubicBezTo>
                  <a:cubicBezTo>
                    <a:pt x="98" y="61"/>
                    <a:pt x="98" y="61"/>
                    <a:pt x="98" y="61"/>
                  </a:cubicBezTo>
                  <a:cubicBezTo>
                    <a:pt x="98" y="60"/>
                    <a:pt x="98" y="58"/>
                    <a:pt x="98" y="58"/>
                  </a:cubicBezTo>
                  <a:cubicBezTo>
                    <a:pt x="98" y="60"/>
                    <a:pt x="98" y="60"/>
                    <a:pt x="98" y="60"/>
                  </a:cubicBezTo>
                  <a:cubicBezTo>
                    <a:pt x="99" y="62"/>
                    <a:pt x="99" y="60"/>
                    <a:pt x="100" y="61"/>
                  </a:cubicBezTo>
                  <a:cubicBezTo>
                    <a:pt x="99" y="59"/>
                    <a:pt x="100" y="61"/>
                    <a:pt x="100" y="60"/>
                  </a:cubicBezTo>
                  <a:cubicBezTo>
                    <a:pt x="100" y="59"/>
                    <a:pt x="100" y="59"/>
                    <a:pt x="100" y="59"/>
                  </a:cubicBezTo>
                  <a:cubicBezTo>
                    <a:pt x="101" y="58"/>
                    <a:pt x="100" y="58"/>
                    <a:pt x="101" y="57"/>
                  </a:cubicBezTo>
                  <a:cubicBezTo>
                    <a:pt x="101" y="57"/>
                    <a:pt x="101" y="60"/>
                    <a:pt x="101" y="59"/>
                  </a:cubicBezTo>
                  <a:cubicBezTo>
                    <a:pt x="102" y="60"/>
                    <a:pt x="102" y="60"/>
                    <a:pt x="102" y="59"/>
                  </a:cubicBezTo>
                  <a:cubicBezTo>
                    <a:pt x="102" y="59"/>
                    <a:pt x="102" y="59"/>
                    <a:pt x="102" y="59"/>
                  </a:cubicBezTo>
                  <a:cubicBezTo>
                    <a:pt x="102" y="59"/>
                    <a:pt x="102" y="59"/>
                    <a:pt x="102" y="59"/>
                  </a:cubicBezTo>
                  <a:cubicBezTo>
                    <a:pt x="103" y="59"/>
                    <a:pt x="103" y="59"/>
                    <a:pt x="103" y="59"/>
                  </a:cubicBezTo>
                  <a:cubicBezTo>
                    <a:pt x="103" y="59"/>
                    <a:pt x="103" y="59"/>
                    <a:pt x="103" y="59"/>
                  </a:cubicBezTo>
                  <a:cubicBezTo>
                    <a:pt x="103" y="59"/>
                    <a:pt x="103" y="59"/>
                    <a:pt x="102" y="59"/>
                  </a:cubicBezTo>
                  <a:cubicBezTo>
                    <a:pt x="103" y="59"/>
                    <a:pt x="103" y="59"/>
                    <a:pt x="103" y="59"/>
                  </a:cubicBezTo>
                  <a:cubicBezTo>
                    <a:pt x="103" y="59"/>
                    <a:pt x="103" y="59"/>
                    <a:pt x="103" y="59"/>
                  </a:cubicBezTo>
                  <a:cubicBezTo>
                    <a:pt x="103" y="59"/>
                    <a:pt x="103" y="59"/>
                    <a:pt x="103" y="60"/>
                  </a:cubicBezTo>
                  <a:cubicBezTo>
                    <a:pt x="104" y="61"/>
                    <a:pt x="104" y="61"/>
                    <a:pt x="104" y="61"/>
                  </a:cubicBezTo>
                  <a:cubicBezTo>
                    <a:pt x="104" y="61"/>
                    <a:pt x="104" y="59"/>
                    <a:pt x="104" y="59"/>
                  </a:cubicBezTo>
                  <a:cubicBezTo>
                    <a:pt x="106" y="60"/>
                    <a:pt x="108" y="58"/>
                    <a:pt x="108" y="57"/>
                  </a:cubicBezTo>
                  <a:cubicBezTo>
                    <a:pt x="108" y="57"/>
                    <a:pt x="108" y="58"/>
                    <a:pt x="108" y="58"/>
                  </a:cubicBezTo>
                  <a:cubicBezTo>
                    <a:pt x="108" y="57"/>
                    <a:pt x="108" y="56"/>
                    <a:pt x="109" y="57"/>
                  </a:cubicBezTo>
                  <a:cubicBezTo>
                    <a:pt x="109" y="56"/>
                    <a:pt x="109" y="58"/>
                    <a:pt x="110" y="58"/>
                  </a:cubicBezTo>
                  <a:cubicBezTo>
                    <a:pt x="110" y="58"/>
                    <a:pt x="110" y="56"/>
                    <a:pt x="109" y="56"/>
                  </a:cubicBezTo>
                  <a:cubicBezTo>
                    <a:pt x="111" y="59"/>
                    <a:pt x="111" y="55"/>
                    <a:pt x="113" y="56"/>
                  </a:cubicBezTo>
                  <a:cubicBezTo>
                    <a:pt x="113" y="56"/>
                    <a:pt x="113" y="57"/>
                    <a:pt x="113" y="57"/>
                  </a:cubicBezTo>
                  <a:cubicBezTo>
                    <a:pt x="114" y="56"/>
                    <a:pt x="114" y="55"/>
                    <a:pt x="115" y="53"/>
                  </a:cubicBezTo>
                  <a:cubicBezTo>
                    <a:pt x="115" y="55"/>
                    <a:pt x="115" y="55"/>
                    <a:pt x="115" y="55"/>
                  </a:cubicBezTo>
                  <a:cubicBezTo>
                    <a:pt x="115" y="55"/>
                    <a:pt x="116" y="55"/>
                    <a:pt x="116" y="54"/>
                  </a:cubicBezTo>
                  <a:cubicBezTo>
                    <a:pt x="115" y="52"/>
                    <a:pt x="116" y="51"/>
                    <a:pt x="116" y="51"/>
                  </a:cubicBezTo>
                  <a:cubicBezTo>
                    <a:pt x="116" y="51"/>
                    <a:pt x="116" y="51"/>
                    <a:pt x="116" y="51"/>
                  </a:cubicBezTo>
                  <a:cubicBezTo>
                    <a:pt x="117" y="50"/>
                    <a:pt x="117" y="50"/>
                    <a:pt x="117" y="50"/>
                  </a:cubicBezTo>
                  <a:cubicBezTo>
                    <a:pt x="118" y="51"/>
                    <a:pt x="117" y="51"/>
                    <a:pt x="117" y="52"/>
                  </a:cubicBezTo>
                  <a:cubicBezTo>
                    <a:pt x="118" y="54"/>
                    <a:pt x="119" y="53"/>
                    <a:pt x="119" y="53"/>
                  </a:cubicBezTo>
                  <a:cubicBezTo>
                    <a:pt x="119" y="51"/>
                    <a:pt x="119" y="51"/>
                    <a:pt x="119" y="51"/>
                  </a:cubicBezTo>
                  <a:cubicBezTo>
                    <a:pt x="120" y="51"/>
                    <a:pt x="120" y="53"/>
                    <a:pt x="120" y="53"/>
                  </a:cubicBezTo>
                  <a:cubicBezTo>
                    <a:pt x="120" y="47"/>
                    <a:pt x="120" y="47"/>
                    <a:pt x="120" y="47"/>
                  </a:cubicBezTo>
                  <a:cubicBezTo>
                    <a:pt x="120" y="48"/>
                    <a:pt x="121" y="50"/>
                    <a:pt x="121" y="51"/>
                  </a:cubicBezTo>
                  <a:cubicBezTo>
                    <a:pt x="122" y="50"/>
                    <a:pt x="122" y="47"/>
                    <a:pt x="122" y="45"/>
                  </a:cubicBezTo>
                  <a:cubicBezTo>
                    <a:pt x="122" y="46"/>
                    <a:pt x="123" y="44"/>
                    <a:pt x="123" y="44"/>
                  </a:cubicBezTo>
                  <a:cubicBezTo>
                    <a:pt x="124" y="45"/>
                    <a:pt x="123" y="44"/>
                    <a:pt x="123" y="45"/>
                  </a:cubicBezTo>
                  <a:cubicBezTo>
                    <a:pt x="124" y="47"/>
                    <a:pt x="124" y="47"/>
                    <a:pt x="124" y="47"/>
                  </a:cubicBezTo>
                  <a:cubicBezTo>
                    <a:pt x="123" y="47"/>
                    <a:pt x="125" y="49"/>
                    <a:pt x="125" y="50"/>
                  </a:cubicBezTo>
                  <a:cubicBezTo>
                    <a:pt x="125" y="49"/>
                    <a:pt x="126" y="49"/>
                    <a:pt x="127" y="50"/>
                  </a:cubicBezTo>
                  <a:cubicBezTo>
                    <a:pt x="126" y="47"/>
                    <a:pt x="128" y="48"/>
                    <a:pt x="127" y="45"/>
                  </a:cubicBezTo>
                  <a:cubicBezTo>
                    <a:pt x="128" y="45"/>
                    <a:pt x="128" y="47"/>
                    <a:pt x="129" y="48"/>
                  </a:cubicBezTo>
                  <a:cubicBezTo>
                    <a:pt x="129" y="46"/>
                    <a:pt x="131" y="47"/>
                    <a:pt x="131" y="46"/>
                  </a:cubicBezTo>
                  <a:cubicBezTo>
                    <a:pt x="131" y="47"/>
                    <a:pt x="131" y="47"/>
                    <a:pt x="131" y="47"/>
                  </a:cubicBezTo>
                  <a:cubicBezTo>
                    <a:pt x="132" y="46"/>
                    <a:pt x="134" y="46"/>
                    <a:pt x="133" y="43"/>
                  </a:cubicBezTo>
                  <a:cubicBezTo>
                    <a:pt x="134" y="45"/>
                    <a:pt x="134" y="45"/>
                    <a:pt x="134" y="45"/>
                  </a:cubicBezTo>
                  <a:cubicBezTo>
                    <a:pt x="135" y="45"/>
                    <a:pt x="133" y="42"/>
                    <a:pt x="134" y="43"/>
                  </a:cubicBezTo>
                  <a:cubicBezTo>
                    <a:pt x="135" y="44"/>
                    <a:pt x="135" y="44"/>
                    <a:pt x="135" y="44"/>
                  </a:cubicBezTo>
                  <a:cubicBezTo>
                    <a:pt x="135" y="43"/>
                    <a:pt x="136" y="45"/>
                    <a:pt x="136" y="43"/>
                  </a:cubicBezTo>
                  <a:cubicBezTo>
                    <a:pt x="136" y="44"/>
                    <a:pt x="136" y="44"/>
                    <a:pt x="136" y="44"/>
                  </a:cubicBezTo>
                  <a:cubicBezTo>
                    <a:pt x="137" y="43"/>
                    <a:pt x="138" y="43"/>
                    <a:pt x="137" y="41"/>
                  </a:cubicBezTo>
                  <a:cubicBezTo>
                    <a:pt x="138" y="43"/>
                    <a:pt x="138" y="43"/>
                    <a:pt x="138" y="43"/>
                  </a:cubicBezTo>
                  <a:cubicBezTo>
                    <a:pt x="139" y="44"/>
                    <a:pt x="138" y="41"/>
                    <a:pt x="139" y="41"/>
                  </a:cubicBezTo>
                  <a:cubicBezTo>
                    <a:pt x="139" y="42"/>
                    <a:pt x="140" y="42"/>
                    <a:pt x="139" y="42"/>
                  </a:cubicBezTo>
                  <a:cubicBezTo>
                    <a:pt x="139" y="41"/>
                    <a:pt x="140" y="41"/>
                    <a:pt x="140" y="40"/>
                  </a:cubicBezTo>
                  <a:cubicBezTo>
                    <a:pt x="142" y="42"/>
                    <a:pt x="142" y="42"/>
                    <a:pt x="142" y="42"/>
                  </a:cubicBezTo>
                  <a:cubicBezTo>
                    <a:pt x="145" y="41"/>
                    <a:pt x="148" y="39"/>
                    <a:pt x="150" y="36"/>
                  </a:cubicBezTo>
                  <a:cubicBezTo>
                    <a:pt x="152" y="38"/>
                    <a:pt x="150" y="38"/>
                    <a:pt x="151" y="39"/>
                  </a:cubicBezTo>
                  <a:cubicBezTo>
                    <a:pt x="150" y="37"/>
                    <a:pt x="151" y="38"/>
                    <a:pt x="152" y="37"/>
                  </a:cubicBezTo>
                  <a:cubicBezTo>
                    <a:pt x="152" y="37"/>
                    <a:pt x="152" y="37"/>
                    <a:pt x="152" y="37"/>
                  </a:cubicBezTo>
                  <a:cubicBezTo>
                    <a:pt x="152" y="37"/>
                    <a:pt x="153" y="38"/>
                    <a:pt x="153" y="37"/>
                  </a:cubicBezTo>
                  <a:cubicBezTo>
                    <a:pt x="153" y="37"/>
                    <a:pt x="153" y="37"/>
                    <a:pt x="153" y="37"/>
                  </a:cubicBezTo>
                  <a:cubicBezTo>
                    <a:pt x="153" y="35"/>
                    <a:pt x="155" y="38"/>
                    <a:pt x="154" y="36"/>
                  </a:cubicBezTo>
                  <a:cubicBezTo>
                    <a:pt x="155" y="37"/>
                    <a:pt x="155" y="37"/>
                    <a:pt x="155" y="37"/>
                  </a:cubicBezTo>
                  <a:cubicBezTo>
                    <a:pt x="154" y="35"/>
                    <a:pt x="156" y="37"/>
                    <a:pt x="156" y="35"/>
                  </a:cubicBezTo>
                  <a:cubicBezTo>
                    <a:pt x="156" y="36"/>
                    <a:pt x="156" y="36"/>
                    <a:pt x="156" y="36"/>
                  </a:cubicBezTo>
                  <a:cubicBezTo>
                    <a:pt x="157" y="36"/>
                    <a:pt x="156" y="32"/>
                    <a:pt x="157" y="34"/>
                  </a:cubicBezTo>
                  <a:cubicBezTo>
                    <a:pt x="157" y="33"/>
                    <a:pt x="158" y="32"/>
                    <a:pt x="157" y="31"/>
                  </a:cubicBezTo>
                  <a:cubicBezTo>
                    <a:pt x="158" y="33"/>
                    <a:pt x="158" y="33"/>
                    <a:pt x="158" y="33"/>
                  </a:cubicBezTo>
                  <a:cubicBezTo>
                    <a:pt x="160" y="30"/>
                    <a:pt x="163" y="29"/>
                    <a:pt x="162" y="26"/>
                  </a:cubicBezTo>
                  <a:cubicBezTo>
                    <a:pt x="163" y="27"/>
                    <a:pt x="163" y="27"/>
                    <a:pt x="163" y="27"/>
                  </a:cubicBezTo>
                  <a:cubicBezTo>
                    <a:pt x="163" y="24"/>
                    <a:pt x="167" y="27"/>
                    <a:pt x="165" y="23"/>
                  </a:cubicBezTo>
                  <a:cubicBezTo>
                    <a:pt x="164" y="21"/>
                    <a:pt x="164" y="21"/>
                    <a:pt x="164" y="21"/>
                  </a:cubicBezTo>
                  <a:cubicBezTo>
                    <a:pt x="166" y="23"/>
                    <a:pt x="166" y="23"/>
                    <a:pt x="166" y="23"/>
                  </a:cubicBezTo>
                  <a:cubicBezTo>
                    <a:pt x="165" y="21"/>
                    <a:pt x="167" y="21"/>
                    <a:pt x="166" y="20"/>
                  </a:cubicBezTo>
                  <a:cubicBezTo>
                    <a:pt x="166" y="21"/>
                    <a:pt x="166" y="21"/>
                    <a:pt x="167" y="21"/>
                  </a:cubicBezTo>
                  <a:cubicBezTo>
                    <a:pt x="167" y="21"/>
                    <a:pt x="166" y="19"/>
                    <a:pt x="167" y="19"/>
                  </a:cubicBezTo>
                  <a:cubicBezTo>
                    <a:pt x="167" y="20"/>
                    <a:pt x="167" y="20"/>
                    <a:pt x="167" y="20"/>
                  </a:cubicBezTo>
                  <a:cubicBezTo>
                    <a:pt x="171" y="20"/>
                    <a:pt x="176" y="17"/>
                    <a:pt x="174" y="13"/>
                  </a:cubicBezTo>
                  <a:cubicBezTo>
                    <a:pt x="174" y="12"/>
                    <a:pt x="177" y="14"/>
                    <a:pt x="177" y="14"/>
                  </a:cubicBezTo>
                  <a:cubicBezTo>
                    <a:pt x="175" y="10"/>
                    <a:pt x="181" y="9"/>
                    <a:pt x="177" y="5"/>
                  </a:cubicBezTo>
                  <a:close/>
                  <a:moveTo>
                    <a:pt x="10" y="32"/>
                  </a:moveTo>
                  <a:cubicBezTo>
                    <a:pt x="10" y="32"/>
                    <a:pt x="10" y="32"/>
                    <a:pt x="10" y="31"/>
                  </a:cubicBezTo>
                  <a:cubicBezTo>
                    <a:pt x="10" y="32"/>
                    <a:pt x="10" y="32"/>
                    <a:pt x="10" y="32"/>
                  </a:cubicBezTo>
                  <a:close/>
                  <a:moveTo>
                    <a:pt x="6" y="35"/>
                  </a:moveTo>
                  <a:cubicBezTo>
                    <a:pt x="6" y="35"/>
                    <a:pt x="6" y="35"/>
                    <a:pt x="5" y="35"/>
                  </a:cubicBezTo>
                  <a:cubicBezTo>
                    <a:pt x="6" y="34"/>
                    <a:pt x="6" y="34"/>
                    <a:pt x="6" y="34"/>
                  </a:cubicBezTo>
                  <a:cubicBezTo>
                    <a:pt x="6" y="34"/>
                    <a:pt x="6" y="35"/>
                    <a:pt x="6" y="35"/>
                  </a:cubicBezTo>
                  <a:close/>
                  <a:moveTo>
                    <a:pt x="10" y="35"/>
                  </a:moveTo>
                  <a:cubicBezTo>
                    <a:pt x="10" y="35"/>
                    <a:pt x="10" y="35"/>
                    <a:pt x="10" y="35"/>
                  </a:cubicBezTo>
                  <a:cubicBezTo>
                    <a:pt x="10" y="35"/>
                    <a:pt x="10" y="35"/>
                    <a:pt x="10" y="35"/>
                  </a:cubicBezTo>
                  <a:close/>
                  <a:moveTo>
                    <a:pt x="9" y="32"/>
                  </a:moveTo>
                  <a:cubicBezTo>
                    <a:pt x="9" y="33"/>
                    <a:pt x="8" y="33"/>
                    <a:pt x="8" y="33"/>
                  </a:cubicBezTo>
                  <a:cubicBezTo>
                    <a:pt x="9" y="31"/>
                    <a:pt x="10" y="31"/>
                    <a:pt x="10" y="32"/>
                  </a:cubicBezTo>
                  <a:cubicBezTo>
                    <a:pt x="9" y="33"/>
                    <a:pt x="9" y="34"/>
                    <a:pt x="9" y="34"/>
                  </a:cubicBezTo>
                  <a:cubicBezTo>
                    <a:pt x="8" y="34"/>
                    <a:pt x="8" y="34"/>
                    <a:pt x="8" y="34"/>
                  </a:cubicBezTo>
                  <a:cubicBezTo>
                    <a:pt x="8" y="34"/>
                    <a:pt x="9" y="34"/>
                    <a:pt x="9" y="32"/>
                  </a:cubicBezTo>
                  <a:close/>
                  <a:moveTo>
                    <a:pt x="7" y="35"/>
                  </a:moveTo>
                  <a:cubicBezTo>
                    <a:pt x="7" y="35"/>
                    <a:pt x="7" y="34"/>
                    <a:pt x="7" y="34"/>
                  </a:cubicBezTo>
                  <a:cubicBezTo>
                    <a:pt x="7" y="34"/>
                    <a:pt x="7" y="34"/>
                    <a:pt x="7" y="35"/>
                  </a:cubicBezTo>
                  <a:cubicBezTo>
                    <a:pt x="7" y="35"/>
                    <a:pt x="7" y="35"/>
                    <a:pt x="7" y="35"/>
                  </a:cubicBezTo>
                  <a:close/>
                  <a:moveTo>
                    <a:pt x="7" y="35"/>
                  </a:moveTo>
                  <a:cubicBezTo>
                    <a:pt x="7" y="35"/>
                    <a:pt x="7" y="35"/>
                    <a:pt x="7" y="35"/>
                  </a:cubicBezTo>
                  <a:cubicBezTo>
                    <a:pt x="7" y="35"/>
                    <a:pt x="7" y="35"/>
                    <a:pt x="7" y="35"/>
                  </a:cubicBezTo>
                  <a:cubicBezTo>
                    <a:pt x="7" y="35"/>
                    <a:pt x="7" y="35"/>
                    <a:pt x="7" y="35"/>
                  </a:cubicBezTo>
                  <a:cubicBezTo>
                    <a:pt x="8" y="35"/>
                    <a:pt x="8" y="35"/>
                    <a:pt x="8" y="35"/>
                  </a:cubicBezTo>
                  <a:cubicBezTo>
                    <a:pt x="8" y="35"/>
                    <a:pt x="8" y="35"/>
                    <a:pt x="8" y="36"/>
                  </a:cubicBezTo>
                  <a:cubicBezTo>
                    <a:pt x="8" y="36"/>
                    <a:pt x="9" y="35"/>
                    <a:pt x="9" y="35"/>
                  </a:cubicBezTo>
                  <a:cubicBezTo>
                    <a:pt x="9" y="35"/>
                    <a:pt x="10" y="36"/>
                    <a:pt x="10" y="36"/>
                  </a:cubicBezTo>
                  <a:cubicBezTo>
                    <a:pt x="10" y="36"/>
                    <a:pt x="10" y="36"/>
                    <a:pt x="10" y="36"/>
                  </a:cubicBezTo>
                  <a:cubicBezTo>
                    <a:pt x="9" y="36"/>
                    <a:pt x="8" y="36"/>
                    <a:pt x="7" y="35"/>
                  </a:cubicBezTo>
                  <a:close/>
                  <a:moveTo>
                    <a:pt x="9" y="36"/>
                  </a:moveTo>
                  <a:cubicBezTo>
                    <a:pt x="10" y="36"/>
                    <a:pt x="10" y="36"/>
                    <a:pt x="10" y="36"/>
                  </a:cubicBezTo>
                  <a:cubicBezTo>
                    <a:pt x="10" y="36"/>
                    <a:pt x="10" y="36"/>
                    <a:pt x="10" y="37"/>
                  </a:cubicBezTo>
                  <a:cubicBezTo>
                    <a:pt x="10" y="36"/>
                    <a:pt x="9" y="36"/>
                    <a:pt x="9" y="36"/>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 name="Freeform 435"/>
            <p:cNvSpPr/>
            <p:nvPr/>
          </p:nvSpPr>
          <p:spPr bwMode="auto">
            <a:xfrm>
              <a:off x="3712" y="2809"/>
              <a:ext cx="4" cy="2"/>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1" y="1"/>
                    <a:pt x="2" y="1"/>
                    <a:pt x="2"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 name="Freeform 436"/>
            <p:cNvSpPr>
              <a:spLocks noEditPoints="1"/>
            </p:cNvSpPr>
            <p:nvPr/>
          </p:nvSpPr>
          <p:spPr bwMode="auto">
            <a:xfrm>
              <a:off x="3434" y="1624"/>
              <a:ext cx="862" cy="1213"/>
            </a:xfrm>
            <a:custGeom>
              <a:avLst/>
              <a:gdLst>
                <a:gd name="T0" fmla="*/ 172 w 406"/>
                <a:gd name="T1" fmla="*/ 570 h 572"/>
                <a:gd name="T2" fmla="*/ 205 w 406"/>
                <a:gd name="T3" fmla="*/ 568 h 572"/>
                <a:gd name="T4" fmla="*/ 239 w 406"/>
                <a:gd name="T5" fmla="*/ 564 h 572"/>
                <a:gd name="T6" fmla="*/ 281 w 406"/>
                <a:gd name="T7" fmla="*/ 547 h 572"/>
                <a:gd name="T8" fmla="*/ 300 w 406"/>
                <a:gd name="T9" fmla="*/ 522 h 572"/>
                <a:gd name="T10" fmla="*/ 204 w 406"/>
                <a:gd name="T11" fmla="*/ 395 h 572"/>
                <a:gd name="T12" fmla="*/ 207 w 406"/>
                <a:gd name="T13" fmla="*/ 339 h 572"/>
                <a:gd name="T14" fmla="*/ 214 w 406"/>
                <a:gd name="T15" fmla="*/ 279 h 572"/>
                <a:gd name="T16" fmla="*/ 177 w 406"/>
                <a:gd name="T17" fmla="*/ 304 h 572"/>
                <a:gd name="T18" fmla="*/ 184 w 406"/>
                <a:gd name="T19" fmla="*/ 298 h 572"/>
                <a:gd name="T20" fmla="*/ 197 w 406"/>
                <a:gd name="T21" fmla="*/ 321 h 572"/>
                <a:gd name="T22" fmla="*/ 186 w 406"/>
                <a:gd name="T23" fmla="*/ 337 h 572"/>
                <a:gd name="T24" fmla="*/ 190 w 406"/>
                <a:gd name="T25" fmla="*/ 347 h 572"/>
                <a:gd name="T26" fmla="*/ 189 w 406"/>
                <a:gd name="T27" fmla="*/ 365 h 572"/>
                <a:gd name="T28" fmla="*/ 189 w 406"/>
                <a:gd name="T29" fmla="*/ 382 h 572"/>
                <a:gd name="T30" fmla="*/ 194 w 406"/>
                <a:gd name="T31" fmla="*/ 401 h 572"/>
                <a:gd name="T32" fmla="*/ 198 w 406"/>
                <a:gd name="T33" fmla="*/ 426 h 572"/>
                <a:gd name="T34" fmla="*/ 92 w 406"/>
                <a:gd name="T35" fmla="*/ 277 h 572"/>
                <a:gd name="T36" fmla="*/ 68 w 406"/>
                <a:gd name="T37" fmla="*/ 218 h 572"/>
                <a:gd name="T38" fmla="*/ 189 w 406"/>
                <a:gd name="T39" fmla="*/ 198 h 572"/>
                <a:gd name="T40" fmla="*/ 299 w 406"/>
                <a:gd name="T41" fmla="*/ 279 h 572"/>
                <a:gd name="T42" fmla="*/ 240 w 406"/>
                <a:gd name="T43" fmla="*/ 425 h 572"/>
                <a:gd name="T44" fmla="*/ 250 w 406"/>
                <a:gd name="T45" fmla="*/ 401 h 572"/>
                <a:gd name="T46" fmla="*/ 257 w 406"/>
                <a:gd name="T47" fmla="*/ 380 h 572"/>
                <a:gd name="T48" fmla="*/ 262 w 406"/>
                <a:gd name="T49" fmla="*/ 342 h 572"/>
                <a:gd name="T50" fmla="*/ 279 w 406"/>
                <a:gd name="T51" fmla="*/ 305 h 572"/>
                <a:gd name="T52" fmla="*/ 323 w 406"/>
                <a:gd name="T53" fmla="*/ 287 h 572"/>
                <a:gd name="T54" fmla="*/ 345 w 406"/>
                <a:gd name="T55" fmla="*/ 231 h 572"/>
                <a:gd name="T56" fmla="*/ 313 w 406"/>
                <a:gd name="T57" fmla="*/ 163 h 572"/>
                <a:gd name="T58" fmla="*/ 199 w 406"/>
                <a:gd name="T59" fmla="*/ 120 h 572"/>
                <a:gd name="T60" fmla="*/ 99 w 406"/>
                <a:gd name="T61" fmla="*/ 189 h 572"/>
                <a:gd name="T62" fmla="*/ 67 w 406"/>
                <a:gd name="T63" fmla="*/ 156 h 572"/>
                <a:gd name="T64" fmla="*/ 18 w 406"/>
                <a:gd name="T65" fmla="*/ 247 h 572"/>
                <a:gd name="T66" fmla="*/ 17 w 406"/>
                <a:gd name="T67" fmla="*/ 216 h 572"/>
                <a:gd name="T68" fmla="*/ 18 w 406"/>
                <a:gd name="T69" fmla="*/ 212 h 572"/>
                <a:gd name="T70" fmla="*/ 18 w 406"/>
                <a:gd name="T71" fmla="*/ 213 h 572"/>
                <a:gd name="T72" fmla="*/ 20 w 406"/>
                <a:gd name="T73" fmla="*/ 216 h 572"/>
                <a:gd name="T74" fmla="*/ 36 w 406"/>
                <a:gd name="T75" fmla="*/ 256 h 572"/>
                <a:gd name="T76" fmla="*/ 80 w 406"/>
                <a:gd name="T77" fmla="*/ 293 h 572"/>
                <a:gd name="T78" fmla="*/ 143 w 406"/>
                <a:gd name="T79" fmla="*/ 304 h 572"/>
                <a:gd name="T80" fmla="*/ 162 w 406"/>
                <a:gd name="T81" fmla="*/ 375 h 572"/>
                <a:gd name="T82" fmla="*/ 177 w 406"/>
                <a:gd name="T83" fmla="*/ 504 h 572"/>
                <a:gd name="T84" fmla="*/ 192 w 406"/>
                <a:gd name="T85" fmla="*/ 530 h 572"/>
                <a:gd name="T86" fmla="*/ 191 w 406"/>
                <a:gd name="T87" fmla="*/ 504 h 572"/>
                <a:gd name="T88" fmla="*/ 192 w 406"/>
                <a:gd name="T89" fmla="*/ 486 h 572"/>
                <a:gd name="T90" fmla="*/ 194 w 406"/>
                <a:gd name="T91" fmla="*/ 451 h 572"/>
                <a:gd name="T92" fmla="*/ 220 w 406"/>
                <a:gd name="T93" fmla="*/ 447 h 572"/>
                <a:gd name="T94" fmla="*/ 240 w 406"/>
                <a:gd name="T95" fmla="*/ 469 h 572"/>
                <a:gd name="T96" fmla="*/ 247 w 406"/>
                <a:gd name="T97" fmla="*/ 543 h 572"/>
                <a:gd name="T98" fmla="*/ 146 w 406"/>
                <a:gd name="T99" fmla="*/ 545 h 572"/>
                <a:gd name="T100" fmla="*/ 137 w 406"/>
                <a:gd name="T101" fmla="*/ 524 h 572"/>
                <a:gd name="T102" fmla="*/ 130 w 406"/>
                <a:gd name="T103" fmla="*/ 553 h 572"/>
                <a:gd name="T104" fmla="*/ 193 w 406"/>
                <a:gd name="T105" fmla="*/ 309 h 572"/>
                <a:gd name="T106" fmla="*/ 196 w 406"/>
                <a:gd name="T107" fmla="*/ 303 h 572"/>
                <a:gd name="T108" fmla="*/ 209 w 406"/>
                <a:gd name="T109" fmla="*/ 295 h 572"/>
                <a:gd name="T110" fmla="*/ 218 w 406"/>
                <a:gd name="T111" fmla="*/ 301 h 572"/>
                <a:gd name="T112" fmla="*/ 221 w 406"/>
                <a:gd name="T113" fmla="*/ 307 h 572"/>
                <a:gd name="T114" fmla="*/ 211 w 406"/>
                <a:gd name="T115" fmla="*/ 310 h 572"/>
                <a:gd name="T116" fmla="*/ 222 w 406"/>
                <a:gd name="T117" fmla="*/ 307 h 572"/>
                <a:gd name="T118" fmla="*/ 191 w 406"/>
                <a:gd name="T119" fmla="*/ 185 h 572"/>
                <a:gd name="T120" fmla="*/ 63 w 406"/>
                <a:gd name="T121" fmla="*/ 186 h 572"/>
                <a:gd name="T122" fmla="*/ 22 w 406"/>
                <a:gd name="T123" fmla="*/ 214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6" h="572">
                  <a:moveTo>
                    <a:pt x="135" y="564"/>
                  </a:moveTo>
                  <a:cubicBezTo>
                    <a:pt x="136" y="564"/>
                    <a:pt x="137" y="565"/>
                    <a:pt x="137" y="564"/>
                  </a:cubicBezTo>
                  <a:cubicBezTo>
                    <a:pt x="137" y="565"/>
                    <a:pt x="137" y="565"/>
                    <a:pt x="137" y="565"/>
                  </a:cubicBezTo>
                  <a:cubicBezTo>
                    <a:pt x="138" y="565"/>
                    <a:pt x="140" y="563"/>
                    <a:pt x="139" y="566"/>
                  </a:cubicBezTo>
                  <a:cubicBezTo>
                    <a:pt x="140" y="563"/>
                    <a:pt x="139" y="565"/>
                    <a:pt x="138" y="564"/>
                  </a:cubicBezTo>
                  <a:cubicBezTo>
                    <a:pt x="139" y="562"/>
                    <a:pt x="140" y="563"/>
                    <a:pt x="141" y="562"/>
                  </a:cubicBezTo>
                  <a:cubicBezTo>
                    <a:pt x="139" y="565"/>
                    <a:pt x="142" y="563"/>
                    <a:pt x="142" y="564"/>
                  </a:cubicBezTo>
                  <a:cubicBezTo>
                    <a:pt x="142" y="565"/>
                    <a:pt x="142" y="565"/>
                    <a:pt x="142" y="566"/>
                  </a:cubicBezTo>
                  <a:cubicBezTo>
                    <a:pt x="143" y="564"/>
                    <a:pt x="143" y="564"/>
                    <a:pt x="143" y="564"/>
                  </a:cubicBezTo>
                  <a:cubicBezTo>
                    <a:pt x="142" y="568"/>
                    <a:pt x="145" y="564"/>
                    <a:pt x="145" y="566"/>
                  </a:cubicBezTo>
                  <a:cubicBezTo>
                    <a:pt x="144" y="566"/>
                    <a:pt x="144" y="568"/>
                    <a:pt x="144" y="569"/>
                  </a:cubicBezTo>
                  <a:cubicBezTo>
                    <a:pt x="144" y="566"/>
                    <a:pt x="146" y="566"/>
                    <a:pt x="147" y="564"/>
                  </a:cubicBezTo>
                  <a:cubicBezTo>
                    <a:pt x="148" y="565"/>
                    <a:pt x="145" y="567"/>
                    <a:pt x="145" y="569"/>
                  </a:cubicBezTo>
                  <a:cubicBezTo>
                    <a:pt x="146" y="567"/>
                    <a:pt x="146" y="571"/>
                    <a:pt x="147" y="568"/>
                  </a:cubicBezTo>
                  <a:cubicBezTo>
                    <a:pt x="147" y="567"/>
                    <a:pt x="148" y="567"/>
                    <a:pt x="149" y="566"/>
                  </a:cubicBezTo>
                  <a:cubicBezTo>
                    <a:pt x="150" y="566"/>
                    <a:pt x="148" y="567"/>
                    <a:pt x="148" y="568"/>
                  </a:cubicBezTo>
                  <a:cubicBezTo>
                    <a:pt x="149" y="568"/>
                    <a:pt x="150" y="566"/>
                    <a:pt x="150" y="565"/>
                  </a:cubicBezTo>
                  <a:cubicBezTo>
                    <a:pt x="150" y="566"/>
                    <a:pt x="152" y="564"/>
                    <a:pt x="152" y="565"/>
                  </a:cubicBezTo>
                  <a:cubicBezTo>
                    <a:pt x="152" y="567"/>
                    <a:pt x="150" y="566"/>
                    <a:pt x="150" y="567"/>
                  </a:cubicBezTo>
                  <a:cubicBezTo>
                    <a:pt x="152" y="568"/>
                    <a:pt x="152" y="563"/>
                    <a:pt x="154" y="563"/>
                  </a:cubicBezTo>
                  <a:cubicBezTo>
                    <a:pt x="153" y="562"/>
                    <a:pt x="155" y="559"/>
                    <a:pt x="155" y="558"/>
                  </a:cubicBezTo>
                  <a:cubicBezTo>
                    <a:pt x="157" y="560"/>
                    <a:pt x="155" y="559"/>
                    <a:pt x="155" y="561"/>
                  </a:cubicBezTo>
                  <a:cubicBezTo>
                    <a:pt x="155" y="561"/>
                    <a:pt x="155" y="561"/>
                    <a:pt x="155" y="561"/>
                  </a:cubicBezTo>
                  <a:cubicBezTo>
                    <a:pt x="155" y="564"/>
                    <a:pt x="152" y="566"/>
                    <a:pt x="153" y="568"/>
                  </a:cubicBezTo>
                  <a:cubicBezTo>
                    <a:pt x="154" y="567"/>
                    <a:pt x="154" y="567"/>
                    <a:pt x="154" y="567"/>
                  </a:cubicBezTo>
                  <a:cubicBezTo>
                    <a:pt x="153" y="568"/>
                    <a:pt x="153" y="569"/>
                    <a:pt x="153" y="570"/>
                  </a:cubicBezTo>
                  <a:cubicBezTo>
                    <a:pt x="153" y="568"/>
                    <a:pt x="154" y="570"/>
                    <a:pt x="155" y="570"/>
                  </a:cubicBezTo>
                  <a:cubicBezTo>
                    <a:pt x="155" y="568"/>
                    <a:pt x="154" y="570"/>
                    <a:pt x="154" y="569"/>
                  </a:cubicBezTo>
                  <a:cubicBezTo>
                    <a:pt x="155" y="568"/>
                    <a:pt x="156" y="566"/>
                    <a:pt x="157" y="567"/>
                  </a:cubicBezTo>
                  <a:cubicBezTo>
                    <a:pt x="156" y="568"/>
                    <a:pt x="157" y="569"/>
                    <a:pt x="156" y="570"/>
                  </a:cubicBezTo>
                  <a:cubicBezTo>
                    <a:pt x="157" y="571"/>
                    <a:pt x="157" y="568"/>
                    <a:pt x="157" y="569"/>
                  </a:cubicBezTo>
                  <a:cubicBezTo>
                    <a:pt x="157" y="570"/>
                    <a:pt x="157" y="570"/>
                    <a:pt x="157" y="570"/>
                  </a:cubicBezTo>
                  <a:cubicBezTo>
                    <a:pt x="160" y="571"/>
                    <a:pt x="164" y="571"/>
                    <a:pt x="166" y="567"/>
                  </a:cubicBezTo>
                  <a:cubicBezTo>
                    <a:pt x="166" y="569"/>
                    <a:pt x="167" y="569"/>
                    <a:pt x="169" y="570"/>
                  </a:cubicBezTo>
                  <a:cubicBezTo>
                    <a:pt x="168" y="570"/>
                    <a:pt x="169" y="569"/>
                    <a:pt x="169" y="568"/>
                  </a:cubicBezTo>
                  <a:cubicBezTo>
                    <a:pt x="170" y="570"/>
                    <a:pt x="170" y="570"/>
                    <a:pt x="170" y="570"/>
                  </a:cubicBezTo>
                  <a:cubicBezTo>
                    <a:pt x="170" y="572"/>
                    <a:pt x="172" y="570"/>
                    <a:pt x="172" y="569"/>
                  </a:cubicBezTo>
                  <a:cubicBezTo>
                    <a:pt x="172" y="570"/>
                    <a:pt x="172" y="570"/>
                    <a:pt x="172" y="570"/>
                  </a:cubicBezTo>
                  <a:cubicBezTo>
                    <a:pt x="173" y="571"/>
                    <a:pt x="173" y="569"/>
                    <a:pt x="173" y="568"/>
                  </a:cubicBezTo>
                  <a:cubicBezTo>
                    <a:pt x="174" y="570"/>
                    <a:pt x="174" y="570"/>
                    <a:pt x="174" y="570"/>
                  </a:cubicBezTo>
                  <a:cubicBezTo>
                    <a:pt x="174" y="569"/>
                    <a:pt x="174" y="569"/>
                    <a:pt x="174" y="569"/>
                  </a:cubicBezTo>
                  <a:cubicBezTo>
                    <a:pt x="174" y="568"/>
                    <a:pt x="175" y="568"/>
                    <a:pt x="175" y="570"/>
                  </a:cubicBezTo>
                  <a:cubicBezTo>
                    <a:pt x="175" y="570"/>
                    <a:pt x="176" y="569"/>
                    <a:pt x="175" y="569"/>
                  </a:cubicBezTo>
                  <a:cubicBezTo>
                    <a:pt x="176" y="570"/>
                    <a:pt x="178" y="570"/>
                    <a:pt x="179" y="569"/>
                  </a:cubicBezTo>
                  <a:cubicBezTo>
                    <a:pt x="178" y="569"/>
                    <a:pt x="178" y="568"/>
                    <a:pt x="178" y="567"/>
                  </a:cubicBezTo>
                  <a:cubicBezTo>
                    <a:pt x="178" y="564"/>
                    <a:pt x="179" y="567"/>
                    <a:pt x="179" y="566"/>
                  </a:cubicBezTo>
                  <a:cubicBezTo>
                    <a:pt x="179" y="567"/>
                    <a:pt x="180" y="567"/>
                    <a:pt x="179" y="568"/>
                  </a:cubicBezTo>
                  <a:cubicBezTo>
                    <a:pt x="181" y="571"/>
                    <a:pt x="183" y="569"/>
                    <a:pt x="184" y="569"/>
                  </a:cubicBezTo>
                  <a:cubicBezTo>
                    <a:pt x="185" y="568"/>
                    <a:pt x="185" y="568"/>
                    <a:pt x="185" y="568"/>
                  </a:cubicBezTo>
                  <a:cubicBezTo>
                    <a:pt x="186" y="570"/>
                    <a:pt x="188" y="568"/>
                    <a:pt x="189" y="569"/>
                  </a:cubicBezTo>
                  <a:cubicBezTo>
                    <a:pt x="189" y="568"/>
                    <a:pt x="189" y="565"/>
                    <a:pt x="190" y="565"/>
                  </a:cubicBezTo>
                  <a:cubicBezTo>
                    <a:pt x="190" y="563"/>
                    <a:pt x="190" y="567"/>
                    <a:pt x="191" y="569"/>
                  </a:cubicBezTo>
                  <a:cubicBezTo>
                    <a:pt x="191" y="568"/>
                    <a:pt x="192" y="567"/>
                    <a:pt x="192" y="567"/>
                  </a:cubicBezTo>
                  <a:cubicBezTo>
                    <a:pt x="192" y="568"/>
                    <a:pt x="192" y="568"/>
                    <a:pt x="192" y="568"/>
                  </a:cubicBezTo>
                  <a:cubicBezTo>
                    <a:pt x="192" y="567"/>
                    <a:pt x="193" y="566"/>
                    <a:pt x="194" y="567"/>
                  </a:cubicBezTo>
                  <a:cubicBezTo>
                    <a:pt x="194" y="567"/>
                    <a:pt x="194" y="567"/>
                    <a:pt x="194" y="567"/>
                  </a:cubicBezTo>
                  <a:cubicBezTo>
                    <a:pt x="194" y="567"/>
                    <a:pt x="195" y="569"/>
                    <a:pt x="195" y="568"/>
                  </a:cubicBezTo>
                  <a:cubicBezTo>
                    <a:pt x="195" y="567"/>
                    <a:pt x="196" y="568"/>
                    <a:pt x="196" y="566"/>
                  </a:cubicBezTo>
                  <a:cubicBezTo>
                    <a:pt x="197" y="567"/>
                    <a:pt x="197" y="567"/>
                    <a:pt x="197" y="567"/>
                  </a:cubicBezTo>
                  <a:cubicBezTo>
                    <a:pt x="197" y="565"/>
                    <a:pt x="197" y="565"/>
                    <a:pt x="197" y="565"/>
                  </a:cubicBezTo>
                  <a:cubicBezTo>
                    <a:pt x="197" y="566"/>
                    <a:pt x="197" y="566"/>
                    <a:pt x="197" y="566"/>
                  </a:cubicBezTo>
                  <a:cubicBezTo>
                    <a:pt x="197" y="568"/>
                    <a:pt x="197" y="568"/>
                    <a:pt x="197" y="568"/>
                  </a:cubicBezTo>
                  <a:cubicBezTo>
                    <a:pt x="198" y="569"/>
                    <a:pt x="197" y="566"/>
                    <a:pt x="198" y="565"/>
                  </a:cubicBezTo>
                  <a:cubicBezTo>
                    <a:pt x="198" y="564"/>
                    <a:pt x="198" y="566"/>
                    <a:pt x="199" y="566"/>
                  </a:cubicBezTo>
                  <a:cubicBezTo>
                    <a:pt x="198" y="567"/>
                    <a:pt x="198" y="566"/>
                    <a:pt x="198" y="566"/>
                  </a:cubicBezTo>
                  <a:cubicBezTo>
                    <a:pt x="198" y="568"/>
                    <a:pt x="198" y="567"/>
                    <a:pt x="199" y="568"/>
                  </a:cubicBezTo>
                  <a:cubicBezTo>
                    <a:pt x="199" y="568"/>
                    <a:pt x="199" y="566"/>
                    <a:pt x="199" y="566"/>
                  </a:cubicBezTo>
                  <a:cubicBezTo>
                    <a:pt x="200" y="566"/>
                    <a:pt x="201" y="566"/>
                    <a:pt x="200" y="568"/>
                  </a:cubicBezTo>
                  <a:cubicBezTo>
                    <a:pt x="201" y="567"/>
                    <a:pt x="201" y="567"/>
                    <a:pt x="201" y="566"/>
                  </a:cubicBezTo>
                  <a:cubicBezTo>
                    <a:pt x="201" y="566"/>
                    <a:pt x="200" y="565"/>
                    <a:pt x="200" y="564"/>
                  </a:cubicBezTo>
                  <a:cubicBezTo>
                    <a:pt x="201" y="564"/>
                    <a:pt x="201" y="564"/>
                    <a:pt x="201" y="564"/>
                  </a:cubicBezTo>
                  <a:cubicBezTo>
                    <a:pt x="201" y="565"/>
                    <a:pt x="201" y="565"/>
                    <a:pt x="201" y="565"/>
                  </a:cubicBezTo>
                  <a:cubicBezTo>
                    <a:pt x="201" y="564"/>
                    <a:pt x="202" y="565"/>
                    <a:pt x="202" y="563"/>
                  </a:cubicBezTo>
                  <a:cubicBezTo>
                    <a:pt x="202" y="565"/>
                    <a:pt x="202" y="565"/>
                    <a:pt x="202" y="565"/>
                  </a:cubicBezTo>
                  <a:cubicBezTo>
                    <a:pt x="203" y="564"/>
                    <a:pt x="203" y="564"/>
                    <a:pt x="204" y="564"/>
                  </a:cubicBezTo>
                  <a:cubicBezTo>
                    <a:pt x="204" y="566"/>
                    <a:pt x="204" y="568"/>
                    <a:pt x="205" y="568"/>
                  </a:cubicBezTo>
                  <a:cubicBezTo>
                    <a:pt x="205" y="566"/>
                    <a:pt x="205" y="566"/>
                    <a:pt x="205" y="566"/>
                  </a:cubicBezTo>
                  <a:cubicBezTo>
                    <a:pt x="206" y="566"/>
                    <a:pt x="206" y="566"/>
                    <a:pt x="206" y="567"/>
                  </a:cubicBezTo>
                  <a:cubicBezTo>
                    <a:pt x="207" y="568"/>
                    <a:pt x="207" y="562"/>
                    <a:pt x="209" y="564"/>
                  </a:cubicBezTo>
                  <a:cubicBezTo>
                    <a:pt x="208" y="566"/>
                    <a:pt x="209" y="566"/>
                    <a:pt x="209" y="567"/>
                  </a:cubicBezTo>
                  <a:cubicBezTo>
                    <a:pt x="209" y="566"/>
                    <a:pt x="209" y="566"/>
                    <a:pt x="209" y="566"/>
                  </a:cubicBezTo>
                  <a:cubicBezTo>
                    <a:pt x="209" y="565"/>
                    <a:pt x="209" y="567"/>
                    <a:pt x="209" y="566"/>
                  </a:cubicBezTo>
                  <a:cubicBezTo>
                    <a:pt x="208" y="564"/>
                    <a:pt x="209" y="565"/>
                    <a:pt x="209" y="564"/>
                  </a:cubicBezTo>
                  <a:cubicBezTo>
                    <a:pt x="211" y="569"/>
                    <a:pt x="213" y="565"/>
                    <a:pt x="215" y="567"/>
                  </a:cubicBezTo>
                  <a:cubicBezTo>
                    <a:pt x="215" y="565"/>
                    <a:pt x="216" y="567"/>
                    <a:pt x="216" y="566"/>
                  </a:cubicBezTo>
                  <a:cubicBezTo>
                    <a:pt x="216" y="568"/>
                    <a:pt x="217" y="565"/>
                    <a:pt x="217" y="567"/>
                  </a:cubicBezTo>
                  <a:cubicBezTo>
                    <a:pt x="217" y="564"/>
                    <a:pt x="217" y="564"/>
                    <a:pt x="217" y="564"/>
                  </a:cubicBezTo>
                  <a:cubicBezTo>
                    <a:pt x="218" y="566"/>
                    <a:pt x="218" y="560"/>
                    <a:pt x="219" y="563"/>
                  </a:cubicBezTo>
                  <a:cubicBezTo>
                    <a:pt x="220" y="564"/>
                    <a:pt x="219" y="565"/>
                    <a:pt x="219" y="565"/>
                  </a:cubicBezTo>
                  <a:cubicBezTo>
                    <a:pt x="220" y="568"/>
                    <a:pt x="221" y="563"/>
                    <a:pt x="222" y="566"/>
                  </a:cubicBezTo>
                  <a:cubicBezTo>
                    <a:pt x="222" y="565"/>
                    <a:pt x="221" y="563"/>
                    <a:pt x="222" y="562"/>
                  </a:cubicBezTo>
                  <a:cubicBezTo>
                    <a:pt x="223" y="563"/>
                    <a:pt x="224" y="565"/>
                    <a:pt x="224" y="565"/>
                  </a:cubicBezTo>
                  <a:cubicBezTo>
                    <a:pt x="224" y="565"/>
                    <a:pt x="224" y="564"/>
                    <a:pt x="225" y="565"/>
                  </a:cubicBezTo>
                  <a:cubicBezTo>
                    <a:pt x="225" y="565"/>
                    <a:pt x="225" y="565"/>
                    <a:pt x="225" y="566"/>
                  </a:cubicBezTo>
                  <a:cubicBezTo>
                    <a:pt x="226" y="566"/>
                    <a:pt x="226" y="565"/>
                    <a:pt x="227" y="564"/>
                  </a:cubicBezTo>
                  <a:cubicBezTo>
                    <a:pt x="227" y="566"/>
                    <a:pt x="229" y="565"/>
                    <a:pt x="230" y="566"/>
                  </a:cubicBezTo>
                  <a:cubicBezTo>
                    <a:pt x="230" y="563"/>
                    <a:pt x="231" y="567"/>
                    <a:pt x="231" y="564"/>
                  </a:cubicBezTo>
                  <a:cubicBezTo>
                    <a:pt x="231" y="564"/>
                    <a:pt x="231" y="564"/>
                    <a:pt x="231" y="564"/>
                  </a:cubicBezTo>
                  <a:cubicBezTo>
                    <a:pt x="232" y="564"/>
                    <a:pt x="232" y="562"/>
                    <a:pt x="232" y="561"/>
                  </a:cubicBezTo>
                  <a:cubicBezTo>
                    <a:pt x="232" y="563"/>
                    <a:pt x="232" y="563"/>
                    <a:pt x="232" y="563"/>
                  </a:cubicBezTo>
                  <a:cubicBezTo>
                    <a:pt x="232" y="566"/>
                    <a:pt x="234" y="564"/>
                    <a:pt x="234" y="565"/>
                  </a:cubicBezTo>
                  <a:cubicBezTo>
                    <a:pt x="233" y="563"/>
                    <a:pt x="234" y="565"/>
                    <a:pt x="234" y="563"/>
                  </a:cubicBezTo>
                  <a:cubicBezTo>
                    <a:pt x="235" y="563"/>
                    <a:pt x="235" y="563"/>
                    <a:pt x="235" y="563"/>
                  </a:cubicBezTo>
                  <a:cubicBezTo>
                    <a:pt x="235" y="562"/>
                    <a:pt x="235" y="562"/>
                    <a:pt x="236" y="561"/>
                  </a:cubicBezTo>
                  <a:cubicBezTo>
                    <a:pt x="236" y="561"/>
                    <a:pt x="236" y="564"/>
                    <a:pt x="236" y="563"/>
                  </a:cubicBezTo>
                  <a:cubicBezTo>
                    <a:pt x="237" y="564"/>
                    <a:pt x="237" y="564"/>
                    <a:pt x="237" y="563"/>
                  </a:cubicBezTo>
                  <a:cubicBezTo>
                    <a:pt x="237" y="563"/>
                    <a:pt x="237" y="563"/>
                    <a:pt x="237" y="563"/>
                  </a:cubicBezTo>
                  <a:cubicBezTo>
                    <a:pt x="237" y="563"/>
                    <a:pt x="237" y="563"/>
                    <a:pt x="238" y="563"/>
                  </a:cubicBezTo>
                  <a:cubicBezTo>
                    <a:pt x="238" y="563"/>
                    <a:pt x="238" y="563"/>
                    <a:pt x="238" y="563"/>
                  </a:cubicBezTo>
                  <a:cubicBezTo>
                    <a:pt x="238" y="563"/>
                    <a:pt x="238" y="563"/>
                    <a:pt x="238" y="563"/>
                  </a:cubicBezTo>
                  <a:cubicBezTo>
                    <a:pt x="238" y="563"/>
                    <a:pt x="238" y="563"/>
                    <a:pt x="238" y="563"/>
                  </a:cubicBezTo>
                  <a:cubicBezTo>
                    <a:pt x="238" y="563"/>
                    <a:pt x="238" y="563"/>
                    <a:pt x="238" y="563"/>
                  </a:cubicBezTo>
                  <a:cubicBezTo>
                    <a:pt x="238" y="564"/>
                    <a:pt x="238" y="563"/>
                    <a:pt x="238" y="563"/>
                  </a:cubicBezTo>
                  <a:cubicBezTo>
                    <a:pt x="238" y="563"/>
                    <a:pt x="239" y="563"/>
                    <a:pt x="239" y="564"/>
                  </a:cubicBezTo>
                  <a:cubicBezTo>
                    <a:pt x="239" y="565"/>
                    <a:pt x="239" y="565"/>
                    <a:pt x="239" y="565"/>
                  </a:cubicBezTo>
                  <a:cubicBezTo>
                    <a:pt x="239" y="565"/>
                    <a:pt x="240" y="563"/>
                    <a:pt x="240" y="563"/>
                  </a:cubicBezTo>
                  <a:cubicBezTo>
                    <a:pt x="242" y="564"/>
                    <a:pt x="244" y="562"/>
                    <a:pt x="245" y="561"/>
                  </a:cubicBezTo>
                  <a:cubicBezTo>
                    <a:pt x="244" y="561"/>
                    <a:pt x="244" y="562"/>
                    <a:pt x="244" y="562"/>
                  </a:cubicBezTo>
                  <a:cubicBezTo>
                    <a:pt x="245" y="561"/>
                    <a:pt x="245" y="560"/>
                    <a:pt x="245" y="561"/>
                  </a:cubicBezTo>
                  <a:cubicBezTo>
                    <a:pt x="246" y="560"/>
                    <a:pt x="246" y="562"/>
                    <a:pt x="247" y="562"/>
                  </a:cubicBezTo>
                  <a:cubicBezTo>
                    <a:pt x="247" y="562"/>
                    <a:pt x="247" y="560"/>
                    <a:pt x="247" y="561"/>
                  </a:cubicBezTo>
                  <a:cubicBezTo>
                    <a:pt x="248" y="563"/>
                    <a:pt x="249" y="559"/>
                    <a:pt x="251" y="560"/>
                  </a:cubicBezTo>
                  <a:cubicBezTo>
                    <a:pt x="251" y="560"/>
                    <a:pt x="251" y="561"/>
                    <a:pt x="251" y="561"/>
                  </a:cubicBezTo>
                  <a:cubicBezTo>
                    <a:pt x="252" y="560"/>
                    <a:pt x="253" y="560"/>
                    <a:pt x="253" y="558"/>
                  </a:cubicBezTo>
                  <a:cubicBezTo>
                    <a:pt x="253" y="559"/>
                    <a:pt x="253" y="559"/>
                    <a:pt x="253" y="559"/>
                  </a:cubicBezTo>
                  <a:cubicBezTo>
                    <a:pt x="254" y="559"/>
                    <a:pt x="255" y="559"/>
                    <a:pt x="255" y="557"/>
                  </a:cubicBezTo>
                  <a:cubicBezTo>
                    <a:pt x="254" y="557"/>
                    <a:pt x="255" y="558"/>
                    <a:pt x="255" y="558"/>
                  </a:cubicBezTo>
                  <a:cubicBezTo>
                    <a:pt x="254" y="557"/>
                    <a:pt x="255" y="555"/>
                    <a:pt x="255" y="555"/>
                  </a:cubicBezTo>
                  <a:cubicBezTo>
                    <a:pt x="255" y="556"/>
                    <a:pt x="255" y="556"/>
                    <a:pt x="255" y="556"/>
                  </a:cubicBezTo>
                  <a:cubicBezTo>
                    <a:pt x="256" y="555"/>
                    <a:pt x="256" y="555"/>
                    <a:pt x="257" y="554"/>
                  </a:cubicBezTo>
                  <a:cubicBezTo>
                    <a:pt x="257" y="555"/>
                    <a:pt x="256" y="555"/>
                    <a:pt x="257" y="556"/>
                  </a:cubicBezTo>
                  <a:cubicBezTo>
                    <a:pt x="257" y="558"/>
                    <a:pt x="259" y="557"/>
                    <a:pt x="259" y="557"/>
                  </a:cubicBezTo>
                  <a:cubicBezTo>
                    <a:pt x="259" y="555"/>
                    <a:pt x="259" y="555"/>
                    <a:pt x="259" y="555"/>
                  </a:cubicBezTo>
                  <a:cubicBezTo>
                    <a:pt x="260" y="555"/>
                    <a:pt x="260" y="557"/>
                    <a:pt x="260" y="557"/>
                  </a:cubicBezTo>
                  <a:cubicBezTo>
                    <a:pt x="261" y="551"/>
                    <a:pt x="261" y="551"/>
                    <a:pt x="261" y="551"/>
                  </a:cubicBezTo>
                  <a:cubicBezTo>
                    <a:pt x="260" y="552"/>
                    <a:pt x="262" y="553"/>
                    <a:pt x="261" y="555"/>
                  </a:cubicBezTo>
                  <a:cubicBezTo>
                    <a:pt x="263" y="554"/>
                    <a:pt x="263" y="551"/>
                    <a:pt x="263" y="549"/>
                  </a:cubicBezTo>
                  <a:cubicBezTo>
                    <a:pt x="263" y="550"/>
                    <a:pt x="264" y="548"/>
                    <a:pt x="265" y="548"/>
                  </a:cubicBezTo>
                  <a:cubicBezTo>
                    <a:pt x="265" y="549"/>
                    <a:pt x="264" y="548"/>
                    <a:pt x="264" y="549"/>
                  </a:cubicBezTo>
                  <a:cubicBezTo>
                    <a:pt x="266" y="550"/>
                    <a:pt x="266" y="550"/>
                    <a:pt x="266" y="550"/>
                  </a:cubicBezTo>
                  <a:cubicBezTo>
                    <a:pt x="265" y="551"/>
                    <a:pt x="266" y="553"/>
                    <a:pt x="266" y="554"/>
                  </a:cubicBezTo>
                  <a:cubicBezTo>
                    <a:pt x="266" y="553"/>
                    <a:pt x="268" y="553"/>
                    <a:pt x="269" y="553"/>
                  </a:cubicBezTo>
                  <a:cubicBezTo>
                    <a:pt x="268" y="551"/>
                    <a:pt x="270" y="552"/>
                    <a:pt x="270" y="549"/>
                  </a:cubicBezTo>
                  <a:cubicBezTo>
                    <a:pt x="271" y="549"/>
                    <a:pt x="271" y="551"/>
                    <a:pt x="271" y="552"/>
                  </a:cubicBezTo>
                  <a:cubicBezTo>
                    <a:pt x="272" y="550"/>
                    <a:pt x="274" y="550"/>
                    <a:pt x="275" y="550"/>
                  </a:cubicBezTo>
                  <a:cubicBezTo>
                    <a:pt x="275" y="550"/>
                    <a:pt x="275" y="550"/>
                    <a:pt x="275" y="550"/>
                  </a:cubicBezTo>
                  <a:cubicBezTo>
                    <a:pt x="275" y="549"/>
                    <a:pt x="277" y="549"/>
                    <a:pt x="277" y="547"/>
                  </a:cubicBezTo>
                  <a:cubicBezTo>
                    <a:pt x="278" y="548"/>
                    <a:pt x="278" y="548"/>
                    <a:pt x="278" y="548"/>
                  </a:cubicBezTo>
                  <a:cubicBezTo>
                    <a:pt x="279" y="549"/>
                    <a:pt x="277" y="545"/>
                    <a:pt x="278" y="546"/>
                  </a:cubicBezTo>
                  <a:cubicBezTo>
                    <a:pt x="279" y="547"/>
                    <a:pt x="279" y="547"/>
                    <a:pt x="279" y="547"/>
                  </a:cubicBezTo>
                  <a:cubicBezTo>
                    <a:pt x="279" y="546"/>
                    <a:pt x="281" y="548"/>
                    <a:pt x="281" y="546"/>
                  </a:cubicBezTo>
                  <a:cubicBezTo>
                    <a:pt x="281" y="547"/>
                    <a:pt x="281" y="547"/>
                    <a:pt x="281" y="547"/>
                  </a:cubicBezTo>
                  <a:cubicBezTo>
                    <a:pt x="281" y="546"/>
                    <a:pt x="282" y="546"/>
                    <a:pt x="282" y="544"/>
                  </a:cubicBezTo>
                  <a:cubicBezTo>
                    <a:pt x="283" y="546"/>
                    <a:pt x="283" y="546"/>
                    <a:pt x="283" y="546"/>
                  </a:cubicBezTo>
                  <a:cubicBezTo>
                    <a:pt x="284" y="547"/>
                    <a:pt x="283" y="544"/>
                    <a:pt x="284" y="544"/>
                  </a:cubicBezTo>
                  <a:cubicBezTo>
                    <a:pt x="284" y="544"/>
                    <a:pt x="285" y="545"/>
                    <a:pt x="285" y="545"/>
                  </a:cubicBezTo>
                  <a:cubicBezTo>
                    <a:pt x="285" y="544"/>
                    <a:pt x="286" y="544"/>
                    <a:pt x="286" y="543"/>
                  </a:cubicBezTo>
                  <a:cubicBezTo>
                    <a:pt x="288" y="545"/>
                    <a:pt x="288" y="545"/>
                    <a:pt x="288" y="545"/>
                  </a:cubicBezTo>
                  <a:cubicBezTo>
                    <a:pt x="291" y="543"/>
                    <a:pt x="295" y="541"/>
                    <a:pt x="298" y="537"/>
                  </a:cubicBezTo>
                  <a:cubicBezTo>
                    <a:pt x="300" y="539"/>
                    <a:pt x="298" y="539"/>
                    <a:pt x="299" y="540"/>
                  </a:cubicBezTo>
                  <a:cubicBezTo>
                    <a:pt x="298" y="538"/>
                    <a:pt x="299" y="539"/>
                    <a:pt x="300" y="538"/>
                  </a:cubicBezTo>
                  <a:cubicBezTo>
                    <a:pt x="300" y="538"/>
                    <a:pt x="300" y="538"/>
                    <a:pt x="300" y="538"/>
                  </a:cubicBezTo>
                  <a:cubicBezTo>
                    <a:pt x="300" y="538"/>
                    <a:pt x="301" y="539"/>
                    <a:pt x="302" y="538"/>
                  </a:cubicBezTo>
                  <a:cubicBezTo>
                    <a:pt x="301" y="537"/>
                    <a:pt x="301" y="537"/>
                    <a:pt x="301" y="537"/>
                  </a:cubicBezTo>
                  <a:cubicBezTo>
                    <a:pt x="301" y="536"/>
                    <a:pt x="304" y="539"/>
                    <a:pt x="303" y="536"/>
                  </a:cubicBezTo>
                  <a:cubicBezTo>
                    <a:pt x="304" y="537"/>
                    <a:pt x="304" y="537"/>
                    <a:pt x="304" y="537"/>
                  </a:cubicBezTo>
                  <a:cubicBezTo>
                    <a:pt x="303" y="535"/>
                    <a:pt x="305" y="538"/>
                    <a:pt x="305" y="535"/>
                  </a:cubicBezTo>
                  <a:cubicBezTo>
                    <a:pt x="305" y="536"/>
                    <a:pt x="305" y="536"/>
                    <a:pt x="305" y="536"/>
                  </a:cubicBezTo>
                  <a:cubicBezTo>
                    <a:pt x="306" y="536"/>
                    <a:pt x="305" y="532"/>
                    <a:pt x="306" y="534"/>
                  </a:cubicBezTo>
                  <a:cubicBezTo>
                    <a:pt x="307" y="533"/>
                    <a:pt x="307" y="532"/>
                    <a:pt x="306" y="530"/>
                  </a:cubicBezTo>
                  <a:cubicBezTo>
                    <a:pt x="308" y="533"/>
                    <a:pt x="308" y="533"/>
                    <a:pt x="308" y="533"/>
                  </a:cubicBezTo>
                  <a:cubicBezTo>
                    <a:pt x="310" y="530"/>
                    <a:pt x="313" y="528"/>
                    <a:pt x="314" y="524"/>
                  </a:cubicBezTo>
                  <a:cubicBezTo>
                    <a:pt x="314" y="525"/>
                    <a:pt x="314" y="525"/>
                    <a:pt x="314" y="525"/>
                  </a:cubicBezTo>
                  <a:cubicBezTo>
                    <a:pt x="314" y="522"/>
                    <a:pt x="319" y="525"/>
                    <a:pt x="317" y="521"/>
                  </a:cubicBezTo>
                  <a:cubicBezTo>
                    <a:pt x="316" y="519"/>
                    <a:pt x="316" y="519"/>
                    <a:pt x="316" y="519"/>
                  </a:cubicBezTo>
                  <a:cubicBezTo>
                    <a:pt x="318" y="520"/>
                    <a:pt x="318" y="520"/>
                    <a:pt x="318" y="520"/>
                  </a:cubicBezTo>
                  <a:cubicBezTo>
                    <a:pt x="317" y="519"/>
                    <a:pt x="319" y="519"/>
                    <a:pt x="318" y="518"/>
                  </a:cubicBezTo>
                  <a:cubicBezTo>
                    <a:pt x="318" y="518"/>
                    <a:pt x="318" y="519"/>
                    <a:pt x="319" y="519"/>
                  </a:cubicBezTo>
                  <a:cubicBezTo>
                    <a:pt x="320" y="519"/>
                    <a:pt x="318" y="516"/>
                    <a:pt x="319" y="516"/>
                  </a:cubicBezTo>
                  <a:cubicBezTo>
                    <a:pt x="320" y="517"/>
                    <a:pt x="320" y="517"/>
                    <a:pt x="320" y="517"/>
                  </a:cubicBezTo>
                  <a:cubicBezTo>
                    <a:pt x="324" y="517"/>
                    <a:pt x="329" y="511"/>
                    <a:pt x="325" y="508"/>
                  </a:cubicBezTo>
                  <a:cubicBezTo>
                    <a:pt x="324" y="507"/>
                    <a:pt x="327" y="507"/>
                    <a:pt x="327" y="507"/>
                  </a:cubicBezTo>
                  <a:cubicBezTo>
                    <a:pt x="323" y="505"/>
                    <a:pt x="324" y="499"/>
                    <a:pt x="317" y="501"/>
                  </a:cubicBezTo>
                  <a:cubicBezTo>
                    <a:pt x="315" y="501"/>
                    <a:pt x="312" y="506"/>
                    <a:pt x="312" y="506"/>
                  </a:cubicBezTo>
                  <a:cubicBezTo>
                    <a:pt x="318" y="506"/>
                    <a:pt x="315" y="512"/>
                    <a:pt x="315" y="509"/>
                  </a:cubicBezTo>
                  <a:cubicBezTo>
                    <a:pt x="313" y="508"/>
                    <a:pt x="315" y="509"/>
                    <a:pt x="313" y="509"/>
                  </a:cubicBezTo>
                  <a:cubicBezTo>
                    <a:pt x="312" y="512"/>
                    <a:pt x="303" y="513"/>
                    <a:pt x="299" y="519"/>
                  </a:cubicBezTo>
                  <a:cubicBezTo>
                    <a:pt x="300" y="519"/>
                    <a:pt x="300" y="520"/>
                    <a:pt x="300" y="521"/>
                  </a:cubicBezTo>
                  <a:cubicBezTo>
                    <a:pt x="299" y="520"/>
                    <a:pt x="299" y="520"/>
                    <a:pt x="299" y="520"/>
                  </a:cubicBezTo>
                  <a:cubicBezTo>
                    <a:pt x="300" y="522"/>
                    <a:pt x="300" y="522"/>
                    <a:pt x="300" y="522"/>
                  </a:cubicBezTo>
                  <a:cubicBezTo>
                    <a:pt x="299" y="522"/>
                    <a:pt x="298" y="521"/>
                    <a:pt x="299" y="520"/>
                  </a:cubicBezTo>
                  <a:cubicBezTo>
                    <a:pt x="296" y="522"/>
                    <a:pt x="294" y="524"/>
                    <a:pt x="292" y="525"/>
                  </a:cubicBezTo>
                  <a:cubicBezTo>
                    <a:pt x="293" y="527"/>
                    <a:pt x="291" y="526"/>
                    <a:pt x="292" y="528"/>
                  </a:cubicBezTo>
                  <a:cubicBezTo>
                    <a:pt x="291" y="527"/>
                    <a:pt x="291" y="527"/>
                    <a:pt x="291" y="527"/>
                  </a:cubicBezTo>
                  <a:cubicBezTo>
                    <a:pt x="290" y="529"/>
                    <a:pt x="290" y="529"/>
                    <a:pt x="287" y="527"/>
                  </a:cubicBezTo>
                  <a:cubicBezTo>
                    <a:pt x="280" y="529"/>
                    <a:pt x="275" y="533"/>
                    <a:pt x="268" y="535"/>
                  </a:cubicBezTo>
                  <a:cubicBezTo>
                    <a:pt x="263" y="536"/>
                    <a:pt x="259" y="538"/>
                    <a:pt x="255" y="540"/>
                  </a:cubicBezTo>
                  <a:cubicBezTo>
                    <a:pt x="255" y="537"/>
                    <a:pt x="256" y="534"/>
                    <a:pt x="257" y="531"/>
                  </a:cubicBezTo>
                  <a:cubicBezTo>
                    <a:pt x="257" y="529"/>
                    <a:pt x="255" y="527"/>
                    <a:pt x="256" y="525"/>
                  </a:cubicBezTo>
                  <a:cubicBezTo>
                    <a:pt x="255" y="519"/>
                    <a:pt x="260" y="512"/>
                    <a:pt x="257" y="505"/>
                  </a:cubicBezTo>
                  <a:cubicBezTo>
                    <a:pt x="257" y="505"/>
                    <a:pt x="256" y="505"/>
                    <a:pt x="255" y="504"/>
                  </a:cubicBezTo>
                  <a:cubicBezTo>
                    <a:pt x="256" y="504"/>
                    <a:pt x="256" y="504"/>
                    <a:pt x="256" y="504"/>
                  </a:cubicBezTo>
                  <a:cubicBezTo>
                    <a:pt x="254" y="504"/>
                    <a:pt x="254" y="504"/>
                    <a:pt x="254" y="504"/>
                  </a:cubicBezTo>
                  <a:cubicBezTo>
                    <a:pt x="254" y="503"/>
                    <a:pt x="256" y="504"/>
                    <a:pt x="256" y="504"/>
                  </a:cubicBezTo>
                  <a:cubicBezTo>
                    <a:pt x="256" y="501"/>
                    <a:pt x="256" y="499"/>
                    <a:pt x="256" y="496"/>
                  </a:cubicBezTo>
                  <a:cubicBezTo>
                    <a:pt x="254" y="496"/>
                    <a:pt x="256" y="494"/>
                    <a:pt x="254" y="494"/>
                  </a:cubicBezTo>
                  <a:cubicBezTo>
                    <a:pt x="255" y="494"/>
                    <a:pt x="255" y="494"/>
                    <a:pt x="255" y="494"/>
                  </a:cubicBezTo>
                  <a:cubicBezTo>
                    <a:pt x="254" y="492"/>
                    <a:pt x="254" y="492"/>
                    <a:pt x="257" y="491"/>
                  </a:cubicBezTo>
                  <a:cubicBezTo>
                    <a:pt x="259" y="481"/>
                    <a:pt x="257" y="475"/>
                    <a:pt x="256" y="465"/>
                  </a:cubicBezTo>
                  <a:cubicBezTo>
                    <a:pt x="254" y="457"/>
                    <a:pt x="250" y="447"/>
                    <a:pt x="242" y="440"/>
                  </a:cubicBezTo>
                  <a:cubicBezTo>
                    <a:pt x="242" y="440"/>
                    <a:pt x="242" y="440"/>
                    <a:pt x="242" y="440"/>
                  </a:cubicBezTo>
                  <a:cubicBezTo>
                    <a:pt x="242" y="440"/>
                    <a:pt x="242" y="440"/>
                    <a:pt x="242" y="440"/>
                  </a:cubicBezTo>
                  <a:cubicBezTo>
                    <a:pt x="241" y="439"/>
                    <a:pt x="241" y="439"/>
                    <a:pt x="240" y="438"/>
                  </a:cubicBezTo>
                  <a:cubicBezTo>
                    <a:pt x="237" y="440"/>
                    <a:pt x="236" y="437"/>
                    <a:pt x="233" y="438"/>
                  </a:cubicBezTo>
                  <a:cubicBezTo>
                    <a:pt x="234" y="437"/>
                    <a:pt x="234" y="437"/>
                    <a:pt x="234" y="437"/>
                  </a:cubicBezTo>
                  <a:cubicBezTo>
                    <a:pt x="232" y="438"/>
                    <a:pt x="232" y="436"/>
                    <a:pt x="232" y="434"/>
                  </a:cubicBezTo>
                  <a:cubicBezTo>
                    <a:pt x="231" y="435"/>
                    <a:pt x="231" y="434"/>
                    <a:pt x="230" y="436"/>
                  </a:cubicBezTo>
                  <a:cubicBezTo>
                    <a:pt x="228" y="437"/>
                    <a:pt x="230" y="433"/>
                    <a:pt x="229" y="433"/>
                  </a:cubicBezTo>
                  <a:cubicBezTo>
                    <a:pt x="229" y="432"/>
                    <a:pt x="228" y="434"/>
                    <a:pt x="228" y="433"/>
                  </a:cubicBezTo>
                  <a:cubicBezTo>
                    <a:pt x="225" y="435"/>
                    <a:pt x="229" y="433"/>
                    <a:pt x="227" y="429"/>
                  </a:cubicBezTo>
                  <a:cubicBezTo>
                    <a:pt x="223" y="428"/>
                    <a:pt x="219" y="429"/>
                    <a:pt x="215" y="428"/>
                  </a:cubicBezTo>
                  <a:cubicBezTo>
                    <a:pt x="214" y="427"/>
                    <a:pt x="214" y="425"/>
                    <a:pt x="214" y="424"/>
                  </a:cubicBezTo>
                  <a:cubicBezTo>
                    <a:pt x="212" y="424"/>
                    <a:pt x="214" y="423"/>
                    <a:pt x="212" y="424"/>
                  </a:cubicBezTo>
                  <a:cubicBezTo>
                    <a:pt x="213" y="424"/>
                    <a:pt x="213" y="424"/>
                    <a:pt x="213" y="424"/>
                  </a:cubicBezTo>
                  <a:cubicBezTo>
                    <a:pt x="212" y="423"/>
                    <a:pt x="211" y="423"/>
                    <a:pt x="214" y="421"/>
                  </a:cubicBezTo>
                  <a:cubicBezTo>
                    <a:pt x="216" y="417"/>
                    <a:pt x="214" y="413"/>
                    <a:pt x="214" y="409"/>
                  </a:cubicBezTo>
                  <a:cubicBezTo>
                    <a:pt x="213" y="405"/>
                    <a:pt x="211" y="401"/>
                    <a:pt x="210" y="397"/>
                  </a:cubicBezTo>
                  <a:cubicBezTo>
                    <a:pt x="206" y="397"/>
                    <a:pt x="207" y="396"/>
                    <a:pt x="204" y="395"/>
                  </a:cubicBezTo>
                  <a:cubicBezTo>
                    <a:pt x="206" y="395"/>
                    <a:pt x="206" y="395"/>
                    <a:pt x="206" y="395"/>
                  </a:cubicBezTo>
                  <a:cubicBezTo>
                    <a:pt x="204" y="395"/>
                    <a:pt x="206" y="394"/>
                    <a:pt x="207" y="394"/>
                  </a:cubicBezTo>
                  <a:cubicBezTo>
                    <a:pt x="206" y="394"/>
                    <a:pt x="207" y="393"/>
                    <a:pt x="205" y="394"/>
                  </a:cubicBezTo>
                  <a:cubicBezTo>
                    <a:pt x="203" y="393"/>
                    <a:pt x="207" y="393"/>
                    <a:pt x="206" y="393"/>
                  </a:cubicBezTo>
                  <a:cubicBezTo>
                    <a:pt x="207" y="392"/>
                    <a:pt x="205" y="393"/>
                    <a:pt x="206" y="393"/>
                  </a:cubicBezTo>
                  <a:cubicBezTo>
                    <a:pt x="203" y="392"/>
                    <a:pt x="207" y="393"/>
                    <a:pt x="209" y="391"/>
                  </a:cubicBezTo>
                  <a:cubicBezTo>
                    <a:pt x="208" y="390"/>
                    <a:pt x="206" y="388"/>
                    <a:pt x="207" y="387"/>
                  </a:cubicBezTo>
                  <a:cubicBezTo>
                    <a:pt x="207" y="387"/>
                    <a:pt x="206" y="387"/>
                    <a:pt x="206" y="387"/>
                  </a:cubicBezTo>
                  <a:cubicBezTo>
                    <a:pt x="209" y="386"/>
                    <a:pt x="205" y="386"/>
                    <a:pt x="206" y="386"/>
                  </a:cubicBezTo>
                  <a:cubicBezTo>
                    <a:pt x="207" y="386"/>
                    <a:pt x="207" y="386"/>
                    <a:pt x="207" y="386"/>
                  </a:cubicBezTo>
                  <a:cubicBezTo>
                    <a:pt x="209" y="385"/>
                    <a:pt x="207" y="385"/>
                    <a:pt x="208" y="384"/>
                  </a:cubicBezTo>
                  <a:cubicBezTo>
                    <a:pt x="207" y="383"/>
                    <a:pt x="210" y="382"/>
                    <a:pt x="208" y="382"/>
                  </a:cubicBezTo>
                  <a:cubicBezTo>
                    <a:pt x="209" y="382"/>
                    <a:pt x="209" y="382"/>
                    <a:pt x="210" y="382"/>
                  </a:cubicBezTo>
                  <a:cubicBezTo>
                    <a:pt x="206" y="381"/>
                    <a:pt x="211" y="380"/>
                    <a:pt x="209" y="379"/>
                  </a:cubicBezTo>
                  <a:cubicBezTo>
                    <a:pt x="209" y="380"/>
                    <a:pt x="209" y="380"/>
                    <a:pt x="209" y="380"/>
                  </a:cubicBezTo>
                  <a:cubicBezTo>
                    <a:pt x="209" y="378"/>
                    <a:pt x="210" y="376"/>
                    <a:pt x="208" y="374"/>
                  </a:cubicBezTo>
                  <a:cubicBezTo>
                    <a:pt x="208" y="372"/>
                    <a:pt x="212" y="371"/>
                    <a:pt x="210" y="370"/>
                  </a:cubicBezTo>
                  <a:cubicBezTo>
                    <a:pt x="208" y="370"/>
                    <a:pt x="208" y="370"/>
                    <a:pt x="208" y="370"/>
                  </a:cubicBezTo>
                  <a:cubicBezTo>
                    <a:pt x="209" y="369"/>
                    <a:pt x="210" y="370"/>
                    <a:pt x="210" y="370"/>
                  </a:cubicBezTo>
                  <a:cubicBezTo>
                    <a:pt x="209" y="369"/>
                    <a:pt x="211" y="368"/>
                    <a:pt x="211" y="367"/>
                  </a:cubicBezTo>
                  <a:cubicBezTo>
                    <a:pt x="210" y="367"/>
                    <a:pt x="210" y="367"/>
                    <a:pt x="209" y="367"/>
                  </a:cubicBezTo>
                  <a:cubicBezTo>
                    <a:pt x="212" y="366"/>
                    <a:pt x="208" y="365"/>
                    <a:pt x="210" y="364"/>
                  </a:cubicBezTo>
                  <a:cubicBezTo>
                    <a:pt x="207" y="364"/>
                    <a:pt x="209" y="363"/>
                    <a:pt x="208" y="363"/>
                  </a:cubicBezTo>
                  <a:cubicBezTo>
                    <a:pt x="208" y="363"/>
                    <a:pt x="209" y="363"/>
                    <a:pt x="209" y="363"/>
                  </a:cubicBezTo>
                  <a:cubicBezTo>
                    <a:pt x="209" y="362"/>
                    <a:pt x="209" y="362"/>
                    <a:pt x="210" y="361"/>
                  </a:cubicBezTo>
                  <a:cubicBezTo>
                    <a:pt x="210" y="361"/>
                    <a:pt x="208" y="360"/>
                    <a:pt x="209" y="360"/>
                  </a:cubicBezTo>
                  <a:cubicBezTo>
                    <a:pt x="211" y="360"/>
                    <a:pt x="209" y="359"/>
                    <a:pt x="210" y="359"/>
                  </a:cubicBezTo>
                  <a:cubicBezTo>
                    <a:pt x="208" y="359"/>
                    <a:pt x="206" y="358"/>
                    <a:pt x="207" y="358"/>
                  </a:cubicBezTo>
                  <a:cubicBezTo>
                    <a:pt x="210" y="358"/>
                    <a:pt x="210" y="358"/>
                    <a:pt x="210" y="358"/>
                  </a:cubicBezTo>
                  <a:cubicBezTo>
                    <a:pt x="208" y="357"/>
                    <a:pt x="212" y="355"/>
                    <a:pt x="208" y="353"/>
                  </a:cubicBezTo>
                  <a:cubicBezTo>
                    <a:pt x="210" y="353"/>
                    <a:pt x="210" y="353"/>
                    <a:pt x="210" y="353"/>
                  </a:cubicBezTo>
                  <a:cubicBezTo>
                    <a:pt x="208" y="351"/>
                    <a:pt x="210" y="349"/>
                    <a:pt x="207" y="347"/>
                  </a:cubicBezTo>
                  <a:cubicBezTo>
                    <a:pt x="208" y="347"/>
                    <a:pt x="209" y="346"/>
                    <a:pt x="209" y="346"/>
                  </a:cubicBezTo>
                  <a:cubicBezTo>
                    <a:pt x="207" y="345"/>
                    <a:pt x="207" y="345"/>
                    <a:pt x="205" y="344"/>
                  </a:cubicBezTo>
                  <a:cubicBezTo>
                    <a:pt x="205" y="344"/>
                    <a:pt x="206" y="344"/>
                    <a:pt x="207" y="344"/>
                  </a:cubicBezTo>
                  <a:cubicBezTo>
                    <a:pt x="207" y="343"/>
                    <a:pt x="210" y="342"/>
                    <a:pt x="207" y="342"/>
                  </a:cubicBezTo>
                  <a:cubicBezTo>
                    <a:pt x="209" y="342"/>
                    <a:pt x="209" y="342"/>
                    <a:pt x="209" y="342"/>
                  </a:cubicBezTo>
                  <a:cubicBezTo>
                    <a:pt x="207" y="341"/>
                    <a:pt x="205" y="340"/>
                    <a:pt x="207" y="339"/>
                  </a:cubicBezTo>
                  <a:cubicBezTo>
                    <a:pt x="206" y="339"/>
                    <a:pt x="205" y="339"/>
                    <a:pt x="204" y="339"/>
                  </a:cubicBezTo>
                  <a:cubicBezTo>
                    <a:pt x="203" y="339"/>
                    <a:pt x="206" y="339"/>
                    <a:pt x="205" y="338"/>
                  </a:cubicBezTo>
                  <a:cubicBezTo>
                    <a:pt x="207" y="339"/>
                    <a:pt x="207" y="339"/>
                    <a:pt x="207" y="339"/>
                  </a:cubicBezTo>
                  <a:cubicBezTo>
                    <a:pt x="207" y="337"/>
                    <a:pt x="206" y="336"/>
                    <a:pt x="205" y="334"/>
                  </a:cubicBezTo>
                  <a:cubicBezTo>
                    <a:pt x="207" y="334"/>
                    <a:pt x="204" y="333"/>
                    <a:pt x="206" y="332"/>
                  </a:cubicBezTo>
                  <a:cubicBezTo>
                    <a:pt x="204" y="331"/>
                    <a:pt x="206" y="330"/>
                    <a:pt x="203" y="330"/>
                  </a:cubicBezTo>
                  <a:cubicBezTo>
                    <a:pt x="204" y="330"/>
                    <a:pt x="204" y="330"/>
                    <a:pt x="204" y="330"/>
                  </a:cubicBezTo>
                  <a:cubicBezTo>
                    <a:pt x="205" y="329"/>
                    <a:pt x="205" y="329"/>
                    <a:pt x="205" y="328"/>
                  </a:cubicBezTo>
                  <a:cubicBezTo>
                    <a:pt x="205" y="327"/>
                    <a:pt x="203" y="327"/>
                    <a:pt x="203" y="327"/>
                  </a:cubicBezTo>
                  <a:cubicBezTo>
                    <a:pt x="204" y="327"/>
                    <a:pt x="204" y="327"/>
                    <a:pt x="204" y="327"/>
                  </a:cubicBezTo>
                  <a:cubicBezTo>
                    <a:pt x="203" y="326"/>
                    <a:pt x="201" y="327"/>
                    <a:pt x="200" y="327"/>
                  </a:cubicBezTo>
                  <a:cubicBezTo>
                    <a:pt x="200" y="326"/>
                    <a:pt x="199" y="326"/>
                    <a:pt x="200" y="326"/>
                  </a:cubicBezTo>
                  <a:cubicBezTo>
                    <a:pt x="201" y="326"/>
                    <a:pt x="203" y="326"/>
                    <a:pt x="205" y="326"/>
                  </a:cubicBezTo>
                  <a:cubicBezTo>
                    <a:pt x="205" y="325"/>
                    <a:pt x="202" y="325"/>
                    <a:pt x="203" y="325"/>
                  </a:cubicBezTo>
                  <a:cubicBezTo>
                    <a:pt x="206" y="325"/>
                    <a:pt x="208" y="326"/>
                    <a:pt x="209" y="326"/>
                  </a:cubicBezTo>
                  <a:cubicBezTo>
                    <a:pt x="214" y="327"/>
                    <a:pt x="220" y="328"/>
                    <a:pt x="231" y="322"/>
                  </a:cubicBezTo>
                  <a:cubicBezTo>
                    <a:pt x="231" y="319"/>
                    <a:pt x="234" y="318"/>
                    <a:pt x="233" y="315"/>
                  </a:cubicBezTo>
                  <a:cubicBezTo>
                    <a:pt x="233" y="316"/>
                    <a:pt x="233" y="316"/>
                    <a:pt x="233" y="316"/>
                  </a:cubicBezTo>
                  <a:cubicBezTo>
                    <a:pt x="233" y="314"/>
                    <a:pt x="234" y="314"/>
                    <a:pt x="236" y="313"/>
                  </a:cubicBezTo>
                  <a:cubicBezTo>
                    <a:pt x="235" y="313"/>
                    <a:pt x="236" y="312"/>
                    <a:pt x="234" y="312"/>
                  </a:cubicBezTo>
                  <a:cubicBezTo>
                    <a:pt x="233" y="311"/>
                    <a:pt x="238" y="312"/>
                    <a:pt x="237" y="310"/>
                  </a:cubicBezTo>
                  <a:cubicBezTo>
                    <a:pt x="238" y="311"/>
                    <a:pt x="236" y="310"/>
                    <a:pt x="236" y="310"/>
                  </a:cubicBezTo>
                  <a:cubicBezTo>
                    <a:pt x="235" y="308"/>
                    <a:pt x="238" y="311"/>
                    <a:pt x="240" y="308"/>
                  </a:cubicBezTo>
                  <a:cubicBezTo>
                    <a:pt x="239" y="305"/>
                    <a:pt x="237" y="302"/>
                    <a:pt x="238" y="299"/>
                  </a:cubicBezTo>
                  <a:cubicBezTo>
                    <a:pt x="238" y="299"/>
                    <a:pt x="236" y="300"/>
                    <a:pt x="236" y="299"/>
                  </a:cubicBezTo>
                  <a:cubicBezTo>
                    <a:pt x="239" y="298"/>
                    <a:pt x="235" y="299"/>
                    <a:pt x="236" y="298"/>
                  </a:cubicBezTo>
                  <a:cubicBezTo>
                    <a:pt x="237" y="298"/>
                    <a:pt x="237" y="298"/>
                    <a:pt x="237" y="298"/>
                  </a:cubicBezTo>
                  <a:cubicBezTo>
                    <a:pt x="238" y="296"/>
                    <a:pt x="236" y="296"/>
                    <a:pt x="236" y="294"/>
                  </a:cubicBezTo>
                  <a:cubicBezTo>
                    <a:pt x="235" y="293"/>
                    <a:pt x="236" y="291"/>
                    <a:pt x="234" y="291"/>
                  </a:cubicBezTo>
                  <a:cubicBezTo>
                    <a:pt x="236" y="290"/>
                    <a:pt x="235" y="290"/>
                    <a:pt x="235" y="289"/>
                  </a:cubicBezTo>
                  <a:cubicBezTo>
                    <a:pt x="232" y="291"/>
                    <a:pt x="235" y="286"/>
                    <a:pt x="232" y="287"/>
                  </a:cubicBezTo>
                  <a:cubicBezTo>
                    <a:pt x="233" y="286"/>
                    <a:pt x="233" y="286"/>
                    <a:pt x="233" y="286"/>
                  </a:cubicBezTo>
                  <a:cubicBezTo>
                    <a:pt x="230" y="284"/>
                    <a:pt x="227" y="281"/>
                    <a:pt x="223" y="281"/>
                  </a:cubicBezTo>
                  <a:cubicBezTo>
                    <a:pt x="221" y="281"/>
                    <a:pt x="220" y="277"/>
                    <a:pt x="218" y="278"/>
                  </a:cubicBezTo>
                  <a:cubicBezTo>
                    <a:pt x="217" y="280"/>
                    <a:pt x="217" y="280"/>
                    <a:pt x="217" y="280"/>
                  </a:cubicBezTo>
                  <a:cubicBezTo>
                    <a:pt x="217" y="280"/>
                    <a:pt x="218" y="279"/>
                    <a:pt x="218" y="278"/>
                  </a:cubicBezTo>
                  <a:cubicBezTo>
                    <a:pt x="216" y="280"/>
                    <a:pt x="216" y="277"/>
                    <a:pt x="214" y="277"/>
                  </a:cubicBezTo>
                  <a:cubicBezTo>
                    <a:pt x="214" y="278"/>
                    <a:pt x="214" y="278"/>
                    <a:pt x="214" y="279"/>
                  </a:cubicBezTo>
                  <a:cubicBezTo>
                    <a:pt x="213" y="276"/>
                    <a:pt x="211" y="280"/>
                    <a:pt x="210" y="277"/>
                  </a:cubicBezTo>
                  <a:cubicBezTo>
                    <a:pt x="210" y="281"/>
                    <a:pt x="209" y="279"/>
                    <a:pt x="209" y="280"/>
                  </a:cubicBezTo>
                  <a:cubicBezTo>
                    <a:pt x="208" y="280"/>
                    <a:pt x="208" y="279"/>
                    <a:pt x="208" y="278"/>
                  </a:cubicBezTo>
                  <a:cubicBezTo>
                    <a:pt x="208" y="279"/>
                    <a:pt x="207" y="279"/>
                    <a:pt x="206" y="278"/>
                  </a:cubicBezTo>
                  <a:cubicBezTo>
                    <a:pt x="206" y="278"/>
                    <a:pt x="206" y="280"/>
                    <a:pt x="205" y="280"/>
                  </a:cubicBezTo>
                  <a:cubicBezTo>
                    <a:pt x="205" y="277"/>
                    <a:pt x="204" y="280"/>
                    <a:pt x="203" y="279"/>
                  </a:cubicBezTo>
                  <a:cubicBezTo>
                    <a:pt x="204" y="281"/>
                    <a:pt x="203" y="283"/>
                    <a:pt x="202" y="282"/>
                  </a:cubicBezTo>
                  <a:cubicBezTo>
                    <a:pt x="202" y="279"/>
                    <a:pt x="202" y="279"/>
                    <a:pt x="202" y="279"/>
                  </a:cubicBezTo>
                  <a:cubicBezTo>
                    <a:pt x="201" y="281"/>
                    <a:pt x="198" y="278"/>
                    <a:pt x="197" y="282"/>
                  </a:cubicBezTo>
                  <a:cubicBezTo>
                    <a:pt x="196" y="280"/>
                    <a:pt x="196" y="280"/>
                    <a:pt x="196" y="280"/>
                  </a:cubicBezTo>
                  <a:cubicBezTo>
                    <a:pt x="195" y="283"/>
                    <a:pt x="192" y="281"/>
                    <a:pt x="191" y="285"/>
                  </a:cubicBezTo>
                  <a:cubicBezTo>
                    <a:pt x="191" y="284"/>
                    <a:pt x="190" y="284"/>
                    <a:pt x="189" y="284"/>
                  </a:cubicBezTo>
                  <a:cubicBezTo>
                    <a:pt x="189" y="286"/>
                    <a:pt x="189" y="285"/>
                    <a:pt x="189" y="288"/>
                  </a:cubicBezTo>
                  <a:cubicBezTo>
                    <a:pt x="189" y="288"/>
                    <a:pt x="188" y="287"/>
                    <a:pt x="188" y="286"/>
                  </a:cubicBezTo>
                  <a:cubicBezTo>
                    <a:pt x="187" y="286"/>
                    <a:pt x="185" y="284"/>
                    <a:pt x="186" y="287"/>
                  </a:cubicBezTo>
                  <a:cubicBezTo>
                    <a:pt x="185" y="286"/>
                    <a:pt x="185" y="286"/>
                    <a:pt x="185" y="286"/>
                  </a:cubicBezTo>
                  <a:cubicBezTo>
                    <a:pt x="185" y="287"/>
                    <a:pt x="185" y="289"/>
                    <a:pt x="183" y="288"/>
                  </a:cubicBezTo>
                  <a:cubicBezTo>
                    <a:pt x="184" y="289"/>
                    <a:pt x="183" y="290"/>
                    <a:pt x="184" y="291"/>
                  </a:cubicBezTo>
                  <a:cubicBezTo>
                    <a:pt x="184" y="292"/>
                    <a:pt x="183" y="289"/>
                    <a:pt x="183" y="291"/>
                  </a:cubicBezTo>
                  <a:cubicBezTo>
                    <a:pt x="183" y="289"/>
                    <a:pt x="183" y="289"/>
                    <a:pt x="183" y="289"/>
                  </a:cubicBezTo>
                  <a:cubicBezTo>
                    <a:pt x="181" y="289"/>
                    <a:pt x="180" y="291"/>
                    <a:pt x="179" y="293"/>
                  </a:cubicBezTo>
                  <a:cubicBezTo>
                    <a:pt x="178" y="291"/>
                    <a:pt x="178" y="294"/>
                    <a:pt x="176" y="293"/>
                  </a:cubicBezTo>
                  <a:cubicBezTo>
                    <a:pt x="177" y="295"/>
                    <a:pt x="175" y="294"/>
                    <a:pt x="176" y="297"/>
                  </a:cubicBezTo>
                  <a:cubicBezTo>
                    <a:pt x="175" y="296"/>
                    <a:pt x="175" y="296"/>
                    <a:pt x="175" y="296"/>
                  </a:cubicBezTo>
                  <a:cubicBezTo>
                    <a:pt x="175" y="296"/>
                    <a:pt x="174" y="297"/>
                    <a:pt x="172" y="297"/>
                  </a:cubicBezTo>
                  <a:cubicBezTo>
                    <a:pt x="172" y="298"/>
                    <a:pt x="173" y="299"/>
                    <a:pt x="174" y="300"/>
                  </a:cubicBezTo>
                  <a:cubicBezTo>
                    <a:pt x="172" y="299"/>
                    <a:pt x="172" y="299"/>
                    <a:pt x="172" y="299"/>
                  </a:cubicBezTo>
                  <a:cubicBezTo>
                    <a:pt x="173" y="300"/>
                    <a:pt x="175" y="301"/>
                    <a:pt x="176" y="302"/>
                  </a:cubicBezTo>
                  <a:cubicBezTo>
                    <a:pt x="175" y="302"/>
                    <a:pt x="176" y="302"/>
                    <a:pt x="175" y="302"/>
                  </a:cubicBezTo>
                  <a:cubicBezTo>
                    <a:pt x="175" y="302"/>
                    <a:pt x="173" y="301"/>
                    <a:pt x="172" y="300"/>
                  </a:cubicBezTo>
                  <a:cubicBezTo>
                    <a:pt x="171" y="301"/>
                    <a:pt x="174" y="303"/>
                    <a:pt x="172" y="303"/>
                  </a:cubicBezTo>
                  <a:cubicBezTo>
                    <a:pt x="172" y="304"/>
                    <a:pt x="172" y="305"/>
                    <a:pt x="174" y="305"/>
                  </a:cubicBezTo>
                  <a:cubicBezTo>
                    <a:pt x="173" y="305"/>
                    <a:pt x="173" y="305"/>
                    <a:pt x="172" y="305"/>
                  </a:cubicBezTo>
                  <a:cubicBezTo>
                    <a:pt x="172" y="306"/>
                    <a:pt x="173" y="306"/>
                    <a:pt x="173" y="306"/>
                  </a:cubicBezTo>
                  <a:cubicBezTo>
                    <a:pt x="173" y="306"/>
                    <a:pt x="174" y="306"/>
                    <a:pt x="174" y="306"/>
                  </a:cubicBezTo>
                  <a:cubicBezTo>
                    <a:pt x="175" y="305"/>
                    <a:pt x="175" y="306"/>
                    <a:pt x="176" y="305"/>
                  </a:cubicBezTo>
                  <a:cubicBezTo>
                    <a:pt x="177" y="305"/>
                    <a:pt x="178" y="306"/>
                    <a:pt x="179" y="306"/>
                  </a:cubicBezTo>
                  <a:cubicBezTo>
                    <a:pt x="178" y="306"/>
                    <a:pt x="177" y="305"/>
                    <a:pt x="177" y="304"/>
                  </a:cubicBezTo>
                  <a:cubicBezTo>
                    <a:pt x="178" y="304"/>
                    <a:pt x="177" y="304"/>
                    <a:pt x="176" y="304"/>
                  </a:cubicBezTo>
                  <a:cubicBezTo>
                    <a:pt x="176" y="304"/>
                    <a:pt x="176" y="304"/>
                    <a:pt x="176" y="304"/>
                  </a:cubicBezTo>
                  <a:cubicBezTo>
                    <a:pt x="176" y="304"/>
                    <a:pt x="175" y="304"/>
                    <a:pt x="174" y="303"/>
                  </a:cubicBezTo>
                  <a:cubicBezTo>
                    <a:pt x="175" y="304"/>
                    <a:pt x="175" y="304"/>
                    <a:pt x="175" y="304"/>
                  </a:cubicBezTo>
                  <a:cubicBezTo>
                    <a:pt x="174" y="303"/>
                    <a:pt x="174" y="303"/>
                    <a:pt x="174" y="303"/>
                  </a:cubicBezTo>
                  <a:cubicBezTo>
                    <a:pt x="175" y="303"/>
                    <a:pt x="176" y="303"/>
                    <a:pt x="176" y="303"/>
                  </a:cubicBezTo>
                  <a:cubicBezTo>
                    <a:pt x="176" y="303"/>
                    <a:pt x="175" y="303"/>
                    <a:pt x="177" y="303"/>
                  </a:cubicBezTo>
                  <a:cubicBezTo>
                    <a:pt x="179" y="303"/>
                    <a:pt x="179" y="303"/>
                    <a:pt x="179" y="303"/>
                  </a:cubicBezTo>
                  <a:cubicBezTo>
                    <a:pt x="179" y="303"/>
                    <a:pt x="178" y="303"/>
                    <a:pt x="178"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8" y="302"/>
                    <a:pt x="178" y="302"/>
                    <a:pt x="178" y="302"/>
                  </a:cubicBezTo>
                  <a:cubicBezTo>
                    <a:pt x="178" y="302"/>
                    <a:pt x="179" y="302"/>
                    <a:pt x="179" y="303"/>
                  </a:cubicBezTo>
                  <a:cubicBezTo>
                    <a:pt x="180" y="303"/>
                    <a:pt x="180" y="303"/>
                    <a:pt x="180" y="303"/>
                  </a:cubicBezTo>
                  <a:cubicBezTo>
                    <a:pt x="180" y="303"/>
                    <a:pt x="180" y="303"/>
                    <a:pt x="180" y="303"/>
                  </a:cubicBezTo>
                  <a:cubicBezTo>
                    <a:pt x="180" y="303"/>
                    <a:pt x="180"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80" y="303"/>
                    <a:pt x="181" y="304"/>
                    <a:pt x="181" y="304"/>
                  </a:cubicBezTo>
                  <a:cubicBezTo>
                    <a:pt x="181" y="304"/>
                    <a:pt x="180" y="302"/>
                    <a:pt x="182" y="303"/>
                  </a:cubicBezTo>
                  <a:cubicBezTo>
                    <a:pt x="182" y="303"/>
                    <a:pt x="182" y="302"/>
                    <a:pt x="181" y="301"/>
                  </a:cubicBezTo>
                  <a:cubicBezTo>
                    <a:pt x="181" y="300"/>
                    <a:pt x="183" y="303"/>
                    <a:pt x="182" y="302"/>
                  </a:cubicBezTo>
                  <a:cubicBezTo>
                    <a:pt x="183" y="303"/>
                    <a:pt x="185" y="304"/>
                    <a:pt x="186" y="305"/>
                  </a:cubicBezTo>
                  <a:cubicBezTo>
                    <a:pt x="186" y="305"/>
                    <a:pt x="187" y="306"/>
                    <a:pt x="186" y="306"/>
                  </a:cubicBezTo>
                  <a:cubicBezTo>
                    <a:pt x="187" y="306"/>
                    <a:pt x="187" y="307"/>
                    <a:pt x="187" y="307"/>
                  </a:cubicBezTo>
                  <a:cubicBezTo>
                    <a:pt x="187" y="306"/>
                    <a:pt x="185" y="305"/>
                    <a:pt x="185" y="304"/>
                  </a:cubicBezTo>
                  <a:cubicBezTo>
                    <a:pt x="183" y="303"/>
                    <a:pt x="185" y="304"/>
                    <a:pt x="183" y="302"/>
                  </a:cubicBezTo>
                  <a:cubicBezTo>
                    <a:pt x="184" y="302"/>
                    <a:pt x="184" y="302"/>
                    <a:pt x="184" y="301"/>
                  </a:cubicBezTo>
                  <a:cubicBezTo>
                    <a:pt x="184" y="301"/>
                    <a:pt x="185" y="303"/>
                    <a:pt x="186" y="303"/>
                  </a:cubicBezTo>
                  <a:cubicBezTo>
                    <a:pt x="185" y="302"/>
                    <a:pt x="185" y="301"/>
                    <a:pt x="185" y="301"/>
                  </a:cubicBezTo>
                  <a:cubicBezTo>
                    <a:pt x="185" y="300"/>
                    <a:pt x="184" y="300"/>
                    <a:pt x="184" y="298"/>
                  </a:cubicBezTo>
                  <a:cubicBezTo>
                    <a:pt x="183" y="298"/>
                    <a:pt x="183" y="297"/>
                    <a:pt x="183" y="297"/>
                  </a:cubicBezTo>
                  <a:cubicBezTo>
                    <a:pt x="184" y="299"/>
                    <a:pt x="186" y="301"/>
                    <a:pt x="186" y="301"/>
                  </a:cubicBezTo>
                  <a:cubicBezTo>
                    <a:pt x="188" y="304"/>
                    <a:pt x="185" y="301"/>
                    <a:pt x="187" y="303"/>
                  </a:cubicBezTo>
                  <a:cubicBezTo>
                    <a:pt x="188" y="305"/>
                    <a:pt x="187" y="306"/>
                    <a:pt x="187" y="305"/>
                  </a:cubicBezTo>
                  <a:cubicBezTo>
                    <a:pt x="188" y="307"/>
                    <a:pt x="187" y="305"/>
                    <a:pt x="188" y="307"/>
                  </a:cubicBezTo>
                  <a:cubicBezTo>
                    <a:pt x="188" y="307"/>
                    <a:pt x="188" y="305"/>
                    <a:pt x="188" y="305"/>
                  </a:cubicBezTo>
                  <a:cubicBezTo>
                    <a:pt x="187" y="304"/>
                    <a:pt x="187" y="304"/>
                    <a:pt x="187" y="303"/>
                  </a:cubicBezTo>
                  <a:cubicBezTo>
                    <a:pt x="186" y="300"/>
                    <a:pt x="188" y="304"/>
                    <a:pt x="188" y="304"/>
                  </a:cubicBezTo>
                  <a:cubicBezTo>
                    <a:pt x="189" y="305"/>
                    <a:pt x="189" y="305"/>
                    <a:pt x="189" y="305"/>
                  </a:cubicBezTo>
                  <a:cubicBezTo>
                    <a:pt x="189" y="306"/>
                    <a:pt x="188" y="304"/>
                    <a:pt x="189" y="304"/>
                  </a:cubicBezTo>
                  <a:cubicBezTo>
                    <a:pt x="190" y="307"/>
                    <a:pt x="189" y="305"/>
                    <a:pt x="189" y="306"/>
                  </a:cubicBezTo>
                  <a:cubicBezTo>
                    <a:pt x="190" y="308"/>
                    <a:pt x="190" y="308"/>
                    <a:pt x="190" y="308"/>
                  </a:cubicBezTo>
                  <a:cubicBezTo>
                    <a:pt x="190" y="308"/>
                    <a:pt x="189" y="309"/>
                    <a:pt x="188" y="310"/>
                  </a:cubicBezTo>
                  <a:cubicBezTo>
                    <a:pt x="188" y="309"/>
                    <a:pt x="188" y="309"/>
                    <a:pt x="188" y="309"/>
                  </a:cubicBezTo>
                  <a:cubicBezTo>
                    <a:pt x="187" y="311"/>
                    <a:pt x="186" y="306"/>
                    <a:pt x="186" y="311"/>
                  </a:cubicBezTo>
                  <a:cubicBezTo>
                    <a:pt x="186" y="312"/>
                    <a:pt x="186" y="312"/>
                    <a:pt x="186" y="312"/>
                  </a:cubicBezTo>
                  <a:cubicBezTo>
                    <a:pt x="185" y="310"/>
                    <a:pt x="185" y="310"/>
                    <a:pt x="185" y="310"/>
                  </a:cubicBezTo>
                  <a:cubicBezTo>
                    <a:pt x="185" y="311"/>
                    <a:pt x="184" y="310"/>
                    <a:pt x="184" y="312"/>
                  </a:cubicBezTo>
                  <a:cubicBezTo>
                    <a:pt x="184" y="310"/>
                    <a:pt x="184" y="310"/>
                    <a:pt x="184" y="310"/>
                  </a:cubicBezTo>
                  <a:cubicBezTo>
                    <a:pt x="184" y="310"/>
                    <a:pt x="184" y="313"/>
                    <a:pt x="183" y="312"/>
                  </a:cubicBezTo>
                  <a:cubicBezTo>
                    <a:pt x="183" y="311"/>
                    <a:pt x="183" y="311"/>
                    <a:pt x="183" y="311"/>
                  </a:cubicBezTo>
                  <a:cubicBezTo>
                    <a:pt x="183" y="311"/>
                    <a:pt x="183" y="311"/>
                    <a:pt x="183" y="311"/>
                  </a:cubicBezTo>
                  <a:cubicBezTo>
                    <a:pt x="182" y="311"/>
                    <a:pt x="182" y="312"/>
                    <a:pt x="181" y="312"/>
                  </a:cubicBezTo>
                  <a:cubicBezTo>
                    <a:pt x="182" y="311"/>
                    <a:pt x="182" y="311"/>
                    <a:pt x="183" y="310"/>
                  </a:cubicBezTo>
                  <a:cubicBezTo>
                    <a:pt x="181" y="308"/>
                    <a:pt x="177" y="307"/>
                    <a:pt x="178" y="311"/>
                  </a:cubicBezTo>
                  <a:cubicBezTo>
                    <a:pt x="178" y="312"/>
                    <a:pt x="176" y="309"/>
                    <a:pt x="176" y="309"/>
                  </a:cubicBezTo>
                  <a:cubicBezTo>
                    <a:pt x="177" y="312"/>
                    <a:pt x="172" y="313"/>
                    <a:pt x="178" y="313"/>
                  </a:cubicBezTo>
                  <a:cubicBezTo>
                    <a:pt x="178" y="313"/>
                    <a:pt x="179" y="313"/>
                    <a:pt x="179" y="313"/>
                  </a:cubicBezTo>
                  <a:cubicBezTo>
                    <a:pt x="179" y="314"/>
                    <a:pt x="180" y="316"/>
                    <a:pt x="183" y="321"/>
                  </a:cubicBezTo>
                  <a:cubicBezTo>
                    <a:pt x="183" y="321"/>
                    <a:pt x="183" y="321"/>
                    <a:pt x="183" y="321"/>
                  </a:cubicBezTo>
                  <a:cubicBezTo>
                    <a:pt x="185" y="320"/>
                    <a:pt x="189" y="325"/>
                    <a:pt x="192" y="323"/>
                  </a:cubicBezTo>
                  <a:cubicBezTo>
                    <a:pt x="192" y="322"/>
                    <a:pt x="192" y="321"/>
                    <a:pt x="192" y="321"/>
                  </a:cubicBezTo>
                  <a:cubicBezTo>
                    <a:pt x="192" y="322"/>
                    <a:pt x="192" y="322"/>
                    <a:pt x="192" y="322"/>
                  </a:cubicBezTo>
                  <a:cubicBezTo>
                    <a:pt x="193" y="320"/>
                    <a:pt x="193" y="320"/>
                    <a:pt x="193" y="320"/>
                  </a:cubicBezTo>
                  <a:cubicBezTo>
                    <a:pt x="193" y="320"/>
                    <a:pt x="193" y="322"/>
                    <a:pt x="192" y="322"/>
                  </a:cubicBezTo>
                  <a:cubicBezTo>
                    <a:pt x="194" y="322"/>
                    <a:pt x="195" y="322"/>
                    <a:pt x="196" y="322"/>
                  </a:cubicBezTo>
                  <a:cubicBezTo>
                    <a:pt x="197" y="320"/>
                    <a:pt x="197" y="322"/>
                    <a:pt x="197" y="320"/>
                  </a:cubicBezTo>
                  <a:cubicBezTo>
                    <a:pt x="197" y="321"/>
                    <a:pt x="197" y="321"/>
                    <a:pt x="197" y="321"/>
                  </a:cubicBezTo>
                  <a:cubicBezTo>
                    <a:pt x="198" y="320"/>
                    <a:pt x="198" y="320"/>
                    <a:pt x="199" y="322"/>
                  </a:cubicBezTo>
                  <a:cubicBezTo>
                    <a:pt x="199" y="323"/>
                    <a:pt x="199" y="323"/>
                    <a:pt x="199" y="323"/>
                  </a:cubicBezTo>
                  <a:cubicBezTo>
                    <a:pt x="198" y="323"/>
                    <a:pt x="198" y="323"/>
                    <a:pt x="197" y="323"/>
                  </a:cubicBezTo>
                  <a:cubicBezTo>
                    <a:pt x="198" y="323"/>
                    <a:pt x="198" y="323"/>
                    <a:pt x="198" y="323"/>
                  </a:cubicBezTo>
                  <a:cubicBezTo>
                    <a:pt x="197" y="324"/>
                    <a:pt x="197" y="324"/>
                    <a:pt x="197" y="324"/>
                  </a:cubicBezTo>
                  <a:cubicBezTo>
                    <a:pt x="197" y="324"/>
                    <a:pt x="196" y="325"/>
                    <a:pt x="197" y="325"/>
                  </a:cubicBezTo>
                  <a:cubicBezTo>
                    <a:pt x="199" y="325"/>
                    <a:pt x="199" y="325"/>
                    <a:pt x="199" y="325"/>
                  </a:cubicBezTo>
                  <a:cubicBezTo>
                    <a:pt x="199" y="325"/>
                    <a:pt x="201" y="325"/>
                    <a:pt x="199" y="326"/>
                  </a:cubicBezTo>
                  <a:cubicBezTo>
                    <a:pt x="197" y="326"/>
                    <a:pt x="197" y="326"/>
                    <a:pt x="197" y="326"/>
                  </a:cubicBezTo>
                  <a:cubicBezTo>
                    <a:pt x="197" y="326"/>
                    <a:pt x="198" y="326"/>
                    <a:pt x="198" y="326"/>
                  </a:cubicBezTo>
                  <a:cubicBezTo>
                    <a:pt x="195" y="326"/>
                    <a:pt x="195" y="326"/>
                    <a:pt x="195" y="326"/>
                  </a:cubicBezTo>
                  <a:cubicBezTo>
                    <a:pt x="199" y="326"/>
                    <a:pt x="196" y="327"/>
                    <a:pt x="197" y="327"/>
                  </a:cubicBezTo>
                  <a:cubicBezTo>
                    <a:pt x="196" y="327"/>
                    <a:pt x="196" y="327"/>
                    <a:pt x="196" y="327"/>
                  </a:cubicBezTo>
                  <a:cubicBezTo>
                    <a:pt x="195" y="328"/>
                    <a:pt x="198" y="327"/>
                    <a:pt x="198" y="327"/>
                  </a:cubicBezTo>
                  <a:cubicBezTo>
                    <a:pt x="198" y="328"/>
                    <a:pt x="195" y="328"/>
                    <a:pt x="194" y="328"/>
                  </a:cubicBezTo>
                  <a:cubicBezTo>
                    <a:pt x="194" y="329"/>
                    <a:pt x="196" y="329"/>
                    <a:pt x="194" y="330"/>
                  </a:cubicBezTo>
                  <a:cubicBezTo>
                    <a:pt x="195" y="330"/>
                    <a:pt x="196" y="331"/>
                    <a:pt x="197" y="331"/>
                  </a:cubicBezTo>
                  <a:cubicBezTo>
                    <a:pt x="197" y="332"/>
                    <a:pt x="194" y="331"/>
                    <a:pt x="195" y="332"/>
                  </a:cubicBezTo>
                  <a:cubicBezTo>
                    <a:pt x="195" y="332"/>
                    <a:pt x="194" y="332"/>
                    <a:pt x="193" y="332"/>
                  </a:cubicBezTo>
                  <a:cubicBezTo>
                    <a:pt x="194" y="332"/>
                    <a:pt x="193" y="333"/>
                    <a:pt x="195" y="332"/>
                  </a:cubicBezTo>
                  <a:cubicBezTo>
                    <a:pt x="194" y="333"/>
                    <a:pt x="194" y="334"/>
                    <a:pt x="195" y="334"/>
                  </a:cubicBezTo>
                  <a:cubicBezTo>
                    <a:pt x="195" y="334"/>
                    <a:pt x="193" y="334"/>
                    <a:pt x="192" y="334"/>
                  </a:cubicBezTo>
                  <a:cubicBezTo>
                    <a:pt x="194" y="334"/>
                    <a:pt x="195" y="335"/>
                    <a:pt x="194" y="335"/>
                  </a:cubicBezTo>
                  <a:cubicBezTo>
                    <a:pt x="196" y="335"/>
                    <a:pt x="196" y="335"/>
                    <a:pt x="198" y="335"/>
                  </a:cubicBezTo>
                  <a:cubicBezTo>
                    <a:pt x="198" y="335"/>
                    <a:pt x="199" y="335"/>
                    <a:pt x="199" y="335"/>
                  </a:cubicBezTo>
                  <a:cubicBezTo>
                    <a:pt x="197" y="336"/>
                    <a:pt x="194" y="336"/>
                    <a:pt x="194" y="336"/>
                  </a:cubicBezTo>
                  <a:cubicBezTo>
                    <a:pt x="191" y="336"/>
                    <a:pt x="194" y="335"/>
                    <a:pt x="192" y="336"/>
                  </a:cubicBezTo>
                  <a:cubicBezTo>
                    <a:pt x="189" y="335"/>
                    <a:pt x="189" y="335"/>
                    <a:pt x="191" y="334"/>
                  </a:cubicBezTo>
                  <a:cubicBezTo>
                    <a:pt x="188" y="334"/>
                    <a:pt x="190" y="335"/>
                    <a:pt x="188" y="335"/>
                  </a:cubicBezTo>
                  <a:cubicBezTo>
                    <a:pt x="188" y="335"/>
                    <a:pt x="189" y="335"/>
                    <a:pt x="190" y="336"/>
                  </a:cubicBezTo>
                  <a:cubicBezTo>
                    <a:pt x="191" y="336"/>
                    <a:pt x="191" y="336"/>
                    <a:pt x="192" y="336"/>
                  </a:cubicBezTo>
                  <a:cubicBezTo>
                    <a:pt x="195" y="336"/>
                    <a:pt x="190" y="336"/>
                    <a:pt x="190" y="337"/>
                  </a:cubicBezTo>
                  <a:cubicBezTo>
                    <a:pt x="190" y="336"/>
                    <a:pt x="190" y="336"/>
                    <a:pt x="190" y="336"/>
                  </a:cubicBezTo>
                  <a:cubicBezTo>
                    <a:pt x="189" y="337"/>
                    <a:pt x="191" y="337"/>
                    <a:pt x="190" y="337"/>
                  </a:cubicBezTo>
                  <a:cubicBezTo>
                    <a:pt x="187" y="337"/>
                    <a:pt x="190" y="337"/>
                    <a:pt x="188" y="336"/>
                  </a:cubicBezTo>
                  <a:cubicBezTo>
                    <a:pt x="186" y="337"/>
                    <a:pt x="186" y="337"/>
                    <a:pt x="186" y="337"/>
                  </a:cubicBezTo>
                  <a:cubicBezTo>
                    <a:pt x="185" y="337"/>
                    <a:pt x="188" y="337"/>
                    <a:pt x="188" y="337"/>
                  </a:cubicBezTo>
                  <a:cubicBezTo>
                    <a:pt x="186" y="337"/>
                    <a:pt x="186" y="337"/>
                    <a:pt x="186" y="337"/>
                  </a:cubicBezTo>
                  <a:cubicBezTo>
                    <a:pt x="187" y="338"/>
                    <a:pt x="187" y="338"/>
                    <a:pt x="187" y="338"/>
                  </a:cubicBezTo>
                  <a:cubicBezTo>
                    <a:pt x="188" y="338"/>
                    <a:pt x="190" y="338"/>
                    <a:pt x="190" y="337"/>
                  </a:cubicBezTo>
                  <a:cubicBezTo>
                    <a:pt x="193" y="337"/>
                    <a:pt x="190" y="338"/>
                    <a:pt x="191" y="338"/>
                  </a:cubicBezTo>
                  <a:cubicBezTo>
                    <a:pt x="193" y="338"/>
                    <a:pt x="191" y="338"/>
                    <a:pt x="193" y="338"/>
                  </a:cubicBezTo>
                  <a:cubicBezTo>
                    <a:pt x="194" y="338"/>
                    <a:pt x="194" y="338"/>
                    <a:pt x="195" y="338"/>
                  </a:cubicBezTo>
                  <a:cubicBezTo>
                    <a:pt x="195" y="339"/>
                    <a:pt x="193" y="339"/>
                    <a:pt x="191" y="339"/>
                  </a:cubicBezTo>
                  <a:cubicBezTo>
                    <a:pt x="191" y="339"/>
                    <a:pt x="191" y="338"/>
                    <a:pt x="192" y="338"/>
                  </a:cubicBezTo>
                  <a:cubicBezTo>
                    <a:pt x="190" y="338"/>
                    <a:pt x="188" y="339"/>
                    <a:pt x="187" y="338"/>
                  </a:cubicBezTo>
                  <a:cubicBezTo>
                    <a:pt x="186" y="339"/>
                    <a:pt x="188" y="339"/>
                    <a:pt x="189" y="339"/>
                  </a:cubicBezTo>
                  <a:cubicBezTo>
                    <a:pt x="189" y="339"/>
                    <a:pt x="190" y="339"/>
                    <a:pt x="191" y="339"/>
                  </a:cubicBezTo>
                  <a:cubicBezTo>
                    <a:pt x="196" y="340"/>
                    <a:pt x="187" y="339"/>
                    <a:pt x="188" y="340"/>
                  </a:cubicBezTo>
                  <a:cubicBezTo>
                    <a:pt x="191" y="340"/>
                    <a:pt x="193" y="341"/>
                    <a:pt x="196" y="340"/>
                  </a:cubicBezTo>
                  <a:cubicBezTo>
                    <a:pt x="197" y="341"/>
                    <a:pt x="197" y="341"/>
                    <a:pt x="197" y="341"/>
                  </a:cubicBezTo>
                  <a:cubicBezTo>
                    <a:pt x="195" y="341"/>
                    <a:pt x="195" y="341"/>
                    <a:pt x="193" y="341"/>
                  </a:cubicBezTo>
                  <a:cubicBezTo>
                    <a:pt x="193" y="341"/>
                    <a:pt x="193" y="341"/>
                    <a:pt x="193" y="341"/>
                  </a:cubicBezTo>
                  <a:cubicBezTo>
                    <a:pt x="191" y="341"/>
                    <a:pt x="191" y="341"/>
                    <a:pt x="191" y="341"/>
                  </a:cubicBezTo>
                  <a:cubicBezTo>
                    <a:pt x="189" y="341"/>
                    <a:pt x="188" y="341"/>
                    <a:pt x="187" y="341"/>
                  </a:cubicBezTo>
                  <a:cubicBezTo>
                    <a:pt x="188" y="342"/>
                    <a:pt x="189" y="341"/>
                    <a:pt x="189" y="342"/>
                  </a:cubicBezTo>
                  <a:cubicBezTo>
                    <a:pt x="188" y="342"/>
                    <a:pt x="187" y="342"/>
                    <a:pt x="187" y="342"/>
                  </a:cubicBezTo>
                  <a:cubicBezTo>
                    <a:pt x="188" y="342"/>
                    <a:pt x="190" y="342"/>
                    <a:pt x="191" y="342"/>
                  </a:cubicBezTo>
                  <a:cubicBezTo>
                    <a:pt x="191" y="343"/>
                    <a:pt x="189" y="343"/>
                    <a:pt x="188" y="343"/>
                  </a:cubicBezTo>
                  <a:cubicBezTo>
                    <a:pt x="187" y="342"/>
                    <a:pt x="187" y="342"/>
                    <a:pt x="187" y="342"/>
                  </a:cubicBezTo>
                  <a:cubicBezTo>
                    <a:pt x="188" y="343"/>
                    <a:pt x="186" y="342"/>
                    <a:pt x="186" y="343"/>
                  </a:cubicBezTo>
                  <a:cubicBezTo>
                    <a:pt x="188" y="343"/>
                    <a:pt x="189" y="343"/>
                    <a:pt x="191" y="343"/>
                  </a:cubicBezTo>
                  <a:cubicBezTo>
                    <a:pt x="191" y="343"/>
                    <a:pt x="190" y="344"/>
                    <a:pt x="190" y="344"/>
                  </a:cubicBezTo>
                  <a:cubicBezTo>
                    <a:pt x="189" y="343"/>
                    <a:pt x="189" y="343"/>
                    <a:pt x="189" y="343"/>
                  </a:cubicBezTo>
                  <a:cubicBezTo>
                    <a:pt x="189" y="344"/>
                    <a:pt x="186" y="343"/>
                    <a:pt x="186" y="344"/>
                  </a:cubicBezTo>
                  <a:cubicBezTo>
                    <a:pt x="188" y="344"/>
                    <a:pt x="188" y="344"/>
                    <a:pt x="188" y="344"/>
                  </a:cubicBezTo>
                  <a:cubicBezTo>
                    <a:pt x="186" y="344"/>
                    <a:pt x="186" y="344"/>
                    <a:pt x="186" y="344"/>
                  </a:cubicBezTo>
                  <a:cubicBezTo>
                    <a:pt x="188" y="344"/>
                    <a:pt x="187" y="344"/>
                    <a:pt x="188" y="344"/>
                  </a:cubicBezTo>
                  <a:cubicBezTo>
                    <a:pt x="187" y="344"/>
                    <a:pt x="187" y="344"/>
                    <a:pt x="187" y="344"/>
                  </a:cubicBezTo>
                  <a:cubicBezTo>
                    <a:pt x="187" y="345"/>
                    <a:pt x="190" y="345"/>
                    <a:pt x="188" y="345"/>
                  </a:cubicBezTo>
                  <a:cubicBezTo>
                    <a:pt x="190" y="345"/>
                    <a:pt x="188" y="345"/>
                    <a:pt x="189" y="345"/>
                  </a:cubicBezTo>
                  <a:cubicBezTo>
                    <a:pt x="191" y="344"/>
                    <a:pt x="191" y="345"/>
                    <a:pt x="191" y="345"/>
                  </a:cubicBezTo>
                  <a:cubicBezTo>
                    <a:pt x="188" y="345"/>
                    <a:pt x="191" y="346"/>
                    <a:pt x="191" y="346"/>
                  </a:cubicBezTo>
                  <a:cubicBezTo>
                    <a:pt x="190" y="346"/>
                    <a:pt x="189" y="346"/>
                    <a:pt x="188" y="346"/>
                  </a:cubicBezTo>
                  <a:cubicBezTo>
                    <a:pt x="190" y="346"/>
                    <a:pt x="190" y="346"/>
                    <a:pt x="190" y="346"/>
                  </a:cubicBezTo>
                  <a:cubicBezTo>
                    <a:pt x="187" y="346"/>
                    <a:pt x="191" y="347"/>
                    <a:pt x="190" y="347"/>
                  </a:cubicBezTo>
                  <a:cubicBezTo>
                    <a:pt x="189" y="347"/>
                    <a:pt x="187" y="347"/>
                    <a:pt x="187" y="347"/>
                  </a:cubicBezTo>
                  <a:cubicBezTo>
                    <a:pt x="190" y="347"/>
                    <a:pt x="190" y="347"/>
                    <a:pt x="192" y="347"/>
                  </a:cubicBezTo>
                  <a:cubicBezTo>
                    <a:pt x="191" y="348"/>
                    <a:pt x="189" y="347"/>
                    <a:pt x="187" y="347"/>
                  </a:cubicBezTo>
                  <a:cubicBezTo>
                    <a:pt x="189" y="348"/>
                    <a:pt x="185" y="348"/>
                    <a:pt x="188" y="348"/>
                  </a:cubicBezTo>
                  <a:cubicBezTo>
                    <a:pt x="189" y="348"/>
                    <a:pt x="190" y="348"/>
                    <a:pt x="191" y="348"/>
                  </a:cubicBezTo>
                  <a:cubicBezTo>
                    <a:pt x="191" y="349"/>
                    <a:pt x="190" y="348"/>
                    <a:pt x="189" y="348"/>
                  </a:cubicBezTo>
                  <a:cubicBezTo>
                    <a:pt x="189" y="349"/>
                    <a:pt x="191" y="349"/>
                    <a:pt x="192" y="349"/>
                  </a:cubicBezTo>
                  <a:cubicBezTo>
                    <a:pt x="191" y="349"/>
                    <a:pt x="194" y="349"/>
                    <a:pt x="192" y="350"/>
                  </a:cubicBezTo>
                  <a:cubicBezTo>
                    <a:pt x="191" y="350"/>
                    <a:pt x="191" y="349"/>
                    <a:pt x="190" y="349"/>
                  </a:cubicBezTo>
                  <a:cubicBezTo>
                    <a:pt x="190" y="350"/>
                    <a:pt x="194" y="350"/>
                    <a:pt x="195" y="350"/>
                  </a:cubicBezTo>
                  <a:cubicBezTo>
                    <a:pt x="196" y="350"/>
                    <a:pt x="199" y="351"/>
                    <a:pt x="200" y="351"/>
                  </a:cubicBezTo>
                  <a:cubicBezTo>
                    <a:pt x="199" y="352"/>
                    <a:pt x="199" y="351"/>
                    <a:pt x="197" y="351"/>
                  </a:cubicBezTo>
                  <a:cubicBezTo>
                    <a:pt x="197" y="351"/>
                    <a:pt x="197" y="351"/>
                    <a:pt x="197" y="351"/>
                  </a:cubicBezTo>
                  <a:cubicBezTo>
                    <a:pt x="194" y="351"/>
                    <a:pt x="192" y="350"/>
                    <a:pt x="190" y="350"/>
                  </a:cubicBezTo>
                  <a:cubicBezTo>
                    <a:pt x="191" y="350"/>
                    <a:pt x="191" y="350"/>
                    <a:pt x="191" y="350"/>
                  </a:cubicBezTo>
                  <a:cubicBezTo>
                    <a:pt x="188" y="350"/>
                    <a:pt x="188" y="350"/>
                    <a:pt x="188" y="350"/>
                  </a:cubicBezTo>
                  <a:cubicBezTo>
                    <a:pt x="190" y="350"/>
                    <a:pt x="188" y="351"/>
                    <a:pt x="189" y="351"/>
                  </a:cubicBezTo>
                  <a:cubicBezTo>
                    <a:pt x="190" y="351"/>
                    <a:pt x="188" y="351"/>
                    <a:pt x="189" y="351"/>
                  </a:cubicBezTo>
                  <a:cubicBezTo>
                    <a:pt x="190" y="351"/>
                    <a:pt x="193" y="351"/>
                    <a:pt x="192" y="352"/>
                  </a:cubicBezTo>
                  <a:cubicBezTo>
                    <a:pt x="188" y="351"/>
                    <a:pt x="188" y="351"/>
                    <a:pt x="188" y="351"/>
                  </a:cubicBezTo>
                  <a:cubicBezTo>
                    <a:pt x="188" y="352"/>
                    <a:pt x="190" y="352"/>
                    <a:pt x="189" y="352"/>
                  </a:cubicBezTo>
                  <a:cubicBezTo>
                    <a:pt x="188" y="352"/>
                    <a:pt x="188" y="352"/>
                    <a:pt x="188" y="352"/>
                  </a:cubicBezTo>
                  <a:cubicBezTo>
                    <a:pt x="188" y="353"/>
                    <a:pt x="188" y="354"/>
                    <a:pt x="192" y="356"/>
                  </a:cubicBezTo>
                  <a:cubicBezTo>
                    <a:pt x="190" y="356"/>
                    <a:pt x="190" y="356"/>
                    <a:pt x="189" y="357"/>
                  </a:cubicBezTo>
                  <a:cubicBezTo>
                    <a:pt x="189" y="357"/>
                    <a:pt x="191" y="357"/>
                    <a:pt x="191" y="357"/>
                  </a:cubicBezTo>
                  <a:cubicBezTo>
                    <a:pt x="189" y="357"/>
                    <a:pt x="189" y="357"/>
                    <a:pt x="189" y="357"/>
                  </a:cubicBezTo>
                  <a:cubicBezTo>
                    <a:pt x="188" y="357"/>
                    <a:pt x="189" y="358"/>
                    <a:pt x="191" y="359"/>
                  </a:cubicBezTo>
                  <a:cubicBezTo>
                    <a:pt x="189" y="358"/>
                    <a:pt x="189" y="358"/>
                    <a:pt x="189" y="358"/>
                  </a:cubicBezTo>
                  <a:cubicBezTo>
                    <a:pt x="188" y="359"/>
                    <a:pt x="190" y="359"/>
                    <a:pt x="191" y="359"/>
                  </a:cubicBezTo>
                  <a:cubicBezTo>
                    <a:pt x="189" y="359"/>
                    <a:pt x="189" y="359"/>
                    <a:pt x="189" y="359"/>
                  </a:cubicBezTo>
                  <a:cubicBezTo>
                    <a:pt x="191" y="359"/>
                    <a:pt x="191" y="359"/>
                    <a:pt x="191" y="359"/>
                  </a:cubicBezTo>
                  <a:cubicBezTo>
                    <a:pt x="191" y="360"/>
                    <a:pt x="191" y="360"/>
                    <a:pt x="189" y="360"/>
                  </a:cubicBezTo>
                  <a:cubicBezTo>
                    <a:pt x="190" y="360"/>
                    <a:pt x="190" y="360"/>
                    <a:pt x="190" y="360"/>
                  </a:cubicBezTo>
                  <a:cubicBezTo>
                    <a:pt x="189" y="360"/>
                    <a:pt x="189" y="361"/>
                    <a:pt x="189" y="362"/>
                  </a:cubicBezTo>
                  <a:cubicBezTo>
                    <a:pt x="190" y="362"/>
                    <a:pt x="191" y="362"/>
                    <a:pt x="192" y="362"/>
                  </a:cubicBezTo>
                  <a:cubicBezTo>
                    <a:pt x="194" y="362"/>
                    <a:pt x="192" y="362"/>
                    <a:pt x="193" y="362"/>
                  </a:cubicBezTo>
                  <a:cubicBezTo>
                    <a:pt x="191" y="362"/>
                    <a:pt x="191" y="362"/>
                    <a:pt x="191" y="362"/>
                  </a:cubicBezTo>
                  <a:cubicBezTo>
                    <a:pt x="187" y="362"/>
                    <a:pt x="190" y="364"/>
                    <a:pt x="189" y="365"/>
                  </a:cubicBezTo>
                  <a:cubicBezTo>
                    <a:pt x="190" y="365"/>
                    <a:pt x="190" y="365"/>
                    <a:pt x="190" y="365"/>
                  </a:cubicBezTo>
                  <a:cubicBezTo>
                    <a:pt x="188" y="365"/>
                    <a:pt x="190" y="366"/>
                    <a:pt x="189" y="367"/>
                  </a:cubicBezTo>
                  <a:cubicBezTo>
                    <a:pt x="190" y="367"/>
                    <a:pt x="193" y="367"/>
                    <a:pt x="193" y="368"/>
                  </a:cubicBezTo>
                  <a:cubicBezTo>
                    <a:pt x="195" y="368"/>
                    <a:pt x="190" y="368"/>
                    <a:pt x="189" y="368"/>
                  </a:cubicBezTo>
                  <a:cubicBezTo>
                    <a:pt x="190" y="368"/>
                    <a:pt x="190" y="368"/>
                    <a:pt x="190" y="369"/>
                  </a:cubicBezTo>
                  <a:cubicBezTo>
                    <a:pt x="190" y="369"/>
                    <a:pt x="190" y="369"/>
                    <a:pt x="190" y="369"/>
                  </a:cubicBezTo>
                  <a:cubicBezTo>
                    <a:pt x="191" y="369"/>
                    <a:pt x="191" y="369"/>
                    <a:pt x="190" y="369"/>
                  </a:cubicBezTo>
                  <a:cubicBezTo>
                    <a:pt x="190" y="369"/>
                    <a:pt x="190" y="369"/>
                    <a:pt x="190" y="369"/>
                  </a:cubicBezTo>
                  <a:cubicBezTo>
                    <a:pt x="190" y="370"/>
                    <a:pt x="189" y="370"/>
                    <a:pt x="189" y="370"/>
                  </a:cubicBezTo>
                  <a:cubicBezTo>
                    <a:pt x="191" y="370"/>
                    <a:pt x="190" y="371"/>
                    <a:pt x="191" y="371"/>
                  </a:cubicBezTo>
                  <a:cubicBezTo>
                    <a:pt x="190" y="371"/>
                    <a:pt x="190" y="371"/>
                    <a:pt x="190" y="371"/>
                  </a:cubicBezTo>
                  <a:cubicBezTo>
                    <a:pt x="192" y="371"/>
                    <a:pt x="192" y="371"/>
                    <a:pt x="192" y="371"/>
                  </a:cubicBezTo>
                  <a:cubicBezTo>
                    <a:pt x="191" y="371"/>
                    <a:pt x="191" y="371"/>
                    <a:pt x="191" y="371"/>
                  </a:cubicBezTo>
                  <a:cubicBezTo>
                    <a:pt x="189" y="371"/>
                    <a:pt x="189" y="371"/>
                    <a:pt x="189" y="371"/>
                  </a:cubicBezTo>
                  <a:cubicBezTo>
                    <a:pt x="188" y="371"/>
                    <a:pt x="191" y="371"/>
                    <a:pt x="192" y="372"/>
                  </a:cubicBezTo>
                  <a:cubicBezTo>
                    <a:pt x="193" y="372"/>
                    <a:pt x="191" y="372"/>
                    <a:pt x="191" y="372"/>
                  </a:cubicBezTo>
                  <a:cubicBezTo>
                    <a:pt x="190" y="372"/>
                    <a:pt x="191" y="372"/>
                    <a:pt x="191" y="372"/>
                  </a:cubicBezTo>
                  <a:cubicBezTo>
                    <a:pt x="189" y="371"/>
                    <a:pt x="190" y="372"/>
                    <a:pt x="189" y="372"/>
                  </a:cubicBezTo>
                  <a:cubicBezTo>
                    <a:pt x="189" y="372"/>
                    <a:pt x="191" y="372"/>
                    <a:pt x="191" y="372"/>
                  </a:cubicBezTo>
                  <a:cubicBezTo>
                    <a:pt x="190" y="373"/>
                    <a:pt x="191" y="373"/>
                    <a:pt x="189" y="373"/>
                  </a:cubicBezTo>
                  <a:cubicBezTo>
                    <a:pt x="190" y="373"/>
                    <a:pt x="190" y="373"/>
                    <a:pt x="191" y="374"/>
                  </a:cubicBezTo>
                  <a:cubicBezTo>
                    <a:pt x="191" y="373"/>
                    <a:pt x="191" y="373"/>
                    <a:pt x="193" y="373"/>
                  </a:cubicBezTo>
                  <a:cubicBezTo>
                    <a:pt x="193" y="373"/>
                    <a:pt x="193" y="374"/>
                    <a:pt x="192" y="374"/>
                  </a:cubicBezTo>
                  <a:cubicBezTo>
                    <a:pt x="192" y="374"/>
                    <a:pt x="192" y="374"/>
                    <a:pt x="192" y="374"/>
                  </a:cubicBezTo>
                  <a:cubicBezTo>
                    <a:pt x="192" y="374"/>
                    <a:pt x="192" y="374"/>
                    <a:pt x="193" y="374"/>
                  </a:cubicBezTo>
                  <a:cubicBezTo>
                    <a:pt x="191" y="374"/>
                    <a:pt x="191" y="374"/>
                    <a:pt x="191" y="374"/>
                  </a:cubicBezTo>
                  <a:cubicBezTo>
                    <a:pt x="193" y="374"/>
                    <a:pt x="192" y="375"/>
                    <a:pt x="193" y="375"/>
                  </a:cubicBezTo>
                  <a:cubicBezTo>
                    <a:pt x="191" y="375"/>
                    <a:pt x="189" y="375"/>
                    <a:pt x="189" y="375"/>
                  </a:cubicBezTo>
                  <a:cubicBezTo>
                    <a:pt x="190" y="376"/>
                    <a:pt x="190" y="376"/>
                    <a:pt x="190" y="376"/>
                  </a:cubicBezTo>
                  <a:cubicBezTo>
                    <a:pt x="191" y="376"/>
                    <a:pt x="190" y="376"/>
                    <a:pt x="189" y="376"/>
                  </a:cubicBezTo>
                  <a:cubicBezTo>
                    <a:pt x="188" y="376"/>
                    <a:pt x="194" y="377"/>
                    <a:pt x="192" y="377"/>
                  </a:cubicBezTo>
                  <a:cubicBezTo>
                    <a:pt x="190" y="377"/>
                    <a:pt x="190" y="377"/>
                    <a:pt x="189" y="377"/>
                  </a:cubicBezTo>
                  <a:cubicBezTo>
                    <a:pt x="190" y="378"/>
                    <a:pt x="191" y="378"/>
                    <a:pt x="191" y="378"/>
                  </a:cubicBezTo>
                  <a:cubicBezTo>
                    <a:pt x="192" y="378"/>
                    <a:pt x="189" y="377"/>
                    <a:pt x="191" y="377"/>
                  </a:cubicBezTo>
                  <a:cubicBezTo>
                    <a:pt x="192" y="377"/>
                    <a:pt x="191" y="378"/>
                    <a:pt x="192" y="378"/>
                  </a:cubicBezTo>
                  <a:cubicBezTo>
                    <a:pt x="187" y="378"/>
                    <a:pt x="191" y="380"/>
                    <a:pt x="188" y="380"/>
                  </a:cubicBezTo>
                  <a:cubicBezTo>
                    <a:pt x="191" y="380"/>
                    <a:pt x="189" y="381"/>
                    <a:pt x="190" y="381"/>
                  </a:cubicBezTo>
                  <a:cubicBezTo>
                    <a:pt x="187" y="381"/>
                    <a:pt x="190" y="382"/>
                    <a:pt x="189" y="382"/>
                  </a:cubicBezTo>
                  <a:cubicBezTo>
                    <a:pt x="191" y="382"/>
                    <a:pt x="191" y="382"/>
                    <a:pt x="191" y="382"/>
                  </a:cubicBezTo>
                  <a:cubicBezTo>
                    <a:pt x="190" y="382"/>
                    <a:pt x="195" y="383"/>
                    <a:pt x="192" y="383"/>
                  </a:cubicBezTo>
                  <a:cubicBezTo>
                    <a:pt x="191" y="383"/>
                    <a:pt x="190" y="383"/>
                    <a:pt x="190" y="383"/>
                  </a:cubicBezTo>
                  <a:cubicBezTo>
                    <a:pt x="187" y="383"/>
                    <a:pt x="192" y="384"/>
                    <a:pt x="189" y="384"/>
                  </a:cubicBezTo>
                  <a:cubicBezTo>
                    <a:pt x="190" y="384"/>
                    <a:pt x="192" y="384"/>
                    <a:pt x="193" y="385"/>
                  </a:cubicBezTo>
                  <a:cubicBezTo>
                    <a:pt x="192" y="385"/>
                    <a:pt x="190" y="385"/>
                    <a:pt x="190" y="385"/>
                  </a:cubicBezTo>
                  <a:cubicBezTo>
                    <a:pt x="190" y="386"/>
                    <a:pt x="191" y="386"/>
                    <a:pt x="190" y="386"/>
                  </a:cubicBezTo>
                  <a:cubicBezTo>
                    <a:pt x="189" y="386"/>
                    <a:pt x="189" y="386"/>
                    <a:pt x="189" y="386"/>
                  </a:cubicBezTo>
                  <a:cubicBezTo>
                    <a:pt x="188" y="386"/>
                    <a:pt x="189" y="386"/>
                    <a:pt x="190" y="387"/>
                  </a:cubicBezTo>
                  <a:cubicBezTo>
                    <a:pt x="188" y="387"/>
                    <a:pt x="189" y="388"/>
                    <a:pt x="188" y="388"/>
                  </a:cubicBezTo>
                  <a:cubicBezTo>
                    <a:pt x="191" y="389"/>
                    <a:pt x="187" y="389"/>
                    <a:pt x="190" y="389"/>
                  </a:cubicBezTo>
                  <a:cubicBezTo>
                    <a:pt x="189" y="389"/>
                    <a:pt x="189" y="389"/>
                    <a:pt x="189" y="389"/>
                  </a:cubicBezTo>
                  <a:cubicBezTo>
                    <a:pt x="190" y="389"/>
                    <a:pt x="192" y="390"/>
                    <a:pt x="192" y="390"/>
                  </a:cubicBezTo>
                  <a:cubicBezTo>
                    <a:pt x="190" y="390"/>
                    <a:pt x="190" y="390"/>
                    <a:pt x="190" y="390"/>
                  </a:cubicBezTo>
                  <a:cubicBezTo>
                    <a:pt x="188" y="390"/>
                    <a:pt x="190" y="390"/>
                    <a:pt x="189" y="391"/>
                  </a:cubicBezTo>
                  <a:cubicBezTo>
                    <a:pt x="190" y="390"/>
                    <a:pt x="189" y="391"/>
                    <a:pt x="190" y="391"/>
                  </a:cubicBezTo>
                  <a:cubicBezTo>
                    <a:pt x="191" y="391"/>
                    <a:pt x="191" y="391"/>
                    <a:pt x="191" y="391"/>
                  </a:cubicBezTo>
                  <a:cubicBezTo>
                    <a:pt x="192" y="392"/>
                    <a:pt x="192" y="391"/>
                    <a:pt x="192" y="392"/>
                  </a:cubicBezTo>
                  <a:cubicBezTo>
                    <a:pt x="192" y="392"/>
                    <a:pt x="190" y="392"/>
                    <a:pt x="190" y="392"/>
                  </a:cubicBezTo>
                  <a:cubicBezTo>
                    <a:pt x="189" y="392"/>
                    <a:pt x="190" y="392"/>
                    <a:pt x="190" y="393"/>
                  </a:cubicBezTo>
                  <a:cubicBezTo>
                    <a:pt x="190" y="393"/>
                    <a:pt x="190" y="392"/>
                    <a:pt x="191" y="393"/>
                  </a:cubicBezTo>
                  <a:cubicBezTo>
                    <a:pt x="191" y="393"/>
                    <a:pt x="190" y="393"/>
                    <a:pt x="190" y="393"/>
                  </a:cubicBezTo>
                  <a:cubicBezTo>
                    <a:pt x="190" y="393"/>
                    <a:pt x="191" y="393"/>
                    <a:pt x="191" y="393"/>
                  </a:cubicBezTo>
                  <a:cubicBezTo>
                    <a:pt x="191" y="393"/>
                    <a:pt x="191" y="393"/>
                    <a:pt x="191" y="393"/>
                  </a:cubicBezTo>
                  <a:cubicBezTo>
                    <a:pt x="190" y="393"/>
                    <a:pt x="190" y="393"/>
                    <a:pt x="190" y="393"/>
                  </a:cubicBezTo>
                  <a:cubicBezTo>
                    <a:pt x="190" y="393"/>
                    <a:pt x="190" y="393"/>
                    <a:pt x="190" y="393"/>
                  </a:cubicBezTo>
                  <a:cubicBezTo>
                    <a:pt x="190" y="393"/>
                    <a:pt x="190" y="393"/>
                    <a:pt x="190" y="393"/>
                  </a:cubicBezTo>
                  <a:cubicBezTo>
                    <a:pt x="190" y="393"/>
                    <a:pt x="190" y="393"/>
                    <a:pt x="190" y="393"/>
                  </a:cubicBezTo>
                  <a:cubicBezTo>
                    <a:pt x="188" y="393"/>
                    <a:pt x="188" y="393"/>
                    <a:pt x="188" y="393"/>
                  </a:cubicBezTo>
                  <a:cubicBezTo>
                    <a:pt x="188" y="394"/>
                    <a:pt x="190" y="394"/>
                    <a:pt x="191" y="394"/>
                  </a:cubicBezTo>
                  <a:cubicBezTo>
                    <a:pt x="189" y="395"/>
                    <a:pt x="191" y="396"/>
                    <a:pt x="192" y="396"/>
                  </a:cubicBezTo>
                  <a:cubicBezTo>
                    <a:pt x="192" y="396"/>
                    <a:pt x="190" y="396"/>
                    <a:pt x="191" y="396"/>
                  </a:cubicBezTo>
                  <a:cubicBezTo>
                    <a:pt x="191" y="397"/>
                    <a:pt x="193" y="397"/>
                    <a:pt x="192" y="397"/>
                  </a:cubicBezTo>
                  <a:cubicBezTo>
                    <a:pt x="192" y="397"/>
                    <a:pt x="191" y="397"/>
                    <a:pt x="191" y="398"/>
                  </a:cubicBezTo>
                  <a:cubicBezTo>
                    <a:pt x="190" y="398"/>
                    <a:pt x="192" y="397"/>
                    <a:pt x="192" y="397"/>
                  </a:cubicBezTo>
                  <a:cubicBezTo>
                    <a:pt x="190" y="398"/>
                    <a:pt x="194" y="399"/>
                    <a:pt x="192" y="400"/>
                  </a:cubicBezTo>
                  <a:cubicBezTo>
                    <a:pt x="192" y="399"/>
                    <a:pt x="191" y="399"/>
                    <a:pt x="191" y="399"/>
                  </a:cubicBezTo>
                  <a:cubicBezTo>
                    <a:pt x="191" y="400"/>
                    <a:pt x="192" y="400"/>
                    <a:pt x="194" y="401"/>
                  </a:cubicBezTo>
                  <a:cubicBezTo>
                    <a:pt x="192" y="401"/>
                    <a:pt x="192" y="401"/>
                    <a:pt x="192" y="401"/>
                  </a:cubicBezTo>
                  <a:cubicBezTo>
                    <a:pt x="192" y="401"/>
                    <a:pt x="193" y="401"/>
                    <a:pt x="194" y="401"/>
                  </a:cubicBezTo>
                  <a:cubicBezTo>
                    <a:pt x="195" y="401"/>
                    <a:pt x="196" y="401"/>
                    <a:pt x="196" y="402"/>
                  </a:cubicBezTo>
                  <a:cubicBezTo>
                    <a:pt x="196" y="402"/>
                    <a:pt x="196" y="402"/>
                    <a:pt x="196" y="402"/>
                  </a:cubicBezTo>
                  <a:cubicBezTo>
                    <a:pt x="196" y="402"/>
                    <a:pt x="197" y="402"/>
                    <a:pt x="197" y="402"/>
                  </a:cubicBezTo>
                  <a:cubicBezTo>
                    <a:pt x="196" y="403"/>
                    <a:pt x="196" y="402"/>
                    <a:pt x="195" y="402"/>
                  </a:cubicBezTo>
                  <a:cubicBezTo>
                    <a:pt x="193" y="403"/>
                    <a:pt x="194" y="404"/>
                    <a:pt x="194" y="404"/>
                  </a:cubicBezTo>
                  <a:cubicBezTo>
                    <a:pt x="195" y="404"/>
                    <a:pt x="195" y="404"/>
                    <a:pt x="195" y="404"/>
                  </a:cubicBezTo>
                  <a:cubicBezTo>
                    <a:pt x="196" y="404"/>
                    <a:pt x="194" y="404"/>
                    <a:pt x="194" y="404"/>
                  </a:cubicBezTo>
                  <a:cubicBezTo>
                    <a:pt x="199" y="405"/>
                    <a:pt x="199" y="405"/>
                    <a:pt x="199" y="405"/>
                  </a:cubicBezTo>
                  <a:cubicBezTo>
                    <a:pt x="198" y="404"/>
                    <a:pt x="197" y="405"/>
                    <a:pt x="196" y="405"/>
                  </a:cubicBezTo>
                  <a:cubicBezTo>
                    <a:pt x="196" y="405"/>
                    <a:pt x="199" y="406"/>
                    <a:pt x="201" y="406"/>
                  </a:cubicBezTo>
                  <a:cubicBezTo>
                    <a:pt x="200" y="406"/>
                    <a:pt x="201" y="406"/>
                    <a:pt x="201" y="407"/>
                  </a:cubicBezTo>
                  <a:cubicBezTo>
                    <a:pt x="200" y="407"/>
                    <a:pt x="202" y="407"/>
                    <a:pt x="200" y="407"/>
                  </a:cubicBezTo>
                  <a:cubicBezTo>
                    <a:pt x="199" y="407"/>
                    <a:pt x="199" y="407"/>
                    <a:pt x="199" y="407"/>
                  </a:cubicBezTo>
                  <a:cubicBezTo>
                    <a:pt x="199" y="407"/>
                    <a:pt x="197" y="407"/>
                    <a:pt x="196" y="407"/>
                  </a:cubicBezTo>
                  <a:cubicBezTo>
                    <a:pt x="196" y="407"/>
                    <a:pt x="196" y="408"/>
                    <a:pt x="195" y="409"/>
                  </a:cubicBezTo>
                  <a:cubicBezTo>
                    <a:pt x="198" y="408"/>
                    <a:pt x="197" y="410"/>
                    <a:pt x="199" y="409"/>
                  </a:cubicBezTo>
                  <a:cubicBezTo>
                    <a:pt x="200" y="410"/>
                    <a:pt x="197" y="410"/>
                    <a:pt x="197" y="410"/>
                  </a:cubicBezTo>
                  <a:cubicBezTo>
                    <a:pt x="198" y="411"/>
                    <a:pt x="197" y="411"/>
                    <a:pt x="197" y="412"/>
                  </a:cubicBezTo>
                  <a:cubicBezTo>
                    <a:pt x="197" y="412"/>
                    <a:pt x="197" y="412"/>
                    <a:pt x="197" y="412"/>
                  </a:cubicBezTo>
                  <a:cubicBezTo>
                    <a:pt x="198" y="412"/>
                    <a:pt x="197" y="413"/>
                    <a:pt x="199" y="413"/>
                  </a:cubicBezTo>
                  <a:cubicBezTo>
                    <a:pt x="198" y="413"/>
                    <a:pt x="198" y="413"/>
                    <a:pt x="198" y="413"/>
                  </a:cubicBezTo>
                  <a:cubicBezTo>
                    <a:pt x="197" y="414"/>
                    <a:pt x="201" y="413"/>
                    <a:pt x="200" y="414"/>
                  </a:cubicBezTo>
                  <a:cubicBezTo>
                    <a:pt x="199" y="414"/>
                    <a:pt x="199" y="414"/>
                    <a:pt x="199" y="414"/>
                  </a:cubicBezTo>
                  <a:cubicBezTo>
                    <a:pt x="200" y="414"/>
                    <a:pt x="198" y="415"/>
                    <a:pt x="200" y="415"/>
                  </a:cubicBezTo>
                  <a:cubicBezTo>
                    <a:pt x="199" y="415"/>
                    <a:pt x="199" y="415"/>
                    <a:pt x="198" y="415"/>
                  </a:cubicBezTo>
                  <a:cubicBezTo>
                    <a:pt x="199" y="415"/>
                    <a:pt x="199" y="416"/>
                    <a:pt x="200" y="416"/>
                  </a:cubicBezTo>
                  <a:cubicBezTo>
                    <a:pt x="198" y="416"/>
                    <a:pt x="198" y="416"/>
                    <a:pt x="198" y="416"/>
                  </a:cubicBezTo>
                  <a:cubicBezTo>
                    <a:pt x="197" y="417"/>
                    <a:pt x="201" y="416"/>
                    <a:pt x="200" y="417"/>
                  </a:cubicBezTo>
                  <a:cubicBezTo>
                    <a:pt x="200" y="417"/>
                    <a:pt x="199" y="417"/>
                    <a:pt x="199" y="417"/>
                  </a:cubicBezTo>
                  <a:cubicBezTo>
                    <a:pt x="200" y="417"/>
                    <a:pt x="200" y="418"/>
                    <a:pt x="200" y="418"/>
                  </a:cubicBezTo>
                  <a:cubicBezTo>
                    <a:pt x="198" y="419"/>
                    <a:pt x="198" y="419"/>
                    <a:pt x="198" y="419"/>
                  </a:cubicBezTo>
                  <a:cubicBezTo>
                    <a:pt x="198" y="421"/>
                    <a:pt x="198" y="423"/>
                    <a:pt x="201" y="425"/>
                  </a:cubicBezTo>
                  <a:cubicBezTo>
                    <a:pt x="198" y="425"/>
                    <a:pt x="199" y="424"/>
                    <a:pt x="197" y="425"/>
                  </a:cubicBezTo>
                  <a:cubicBezTo>
                    <a:pt x="200" y="425"/>
                    <a:pt x="198" y="425"/>
                    <a:pt x="199" y="426"/>
                  </a:cubicBezTo>
                  <a:cubicBezTo>
                    <a:pt x="198" y="426"/>
                    <a:pt x="198" y="426"/>
                    <a:pt x="198" y="426"/>
                  </a:cubicBezTo>
                  <a:cubicBezTo>
                    <a:pt x="199" y="426"/>
                    <a:pt x="198" y="426"/>
                    <a:pt x="198" y="426"/>
                  </a:cubicBezTo>
                  <a:cubicBezTo>
                    <a:pt x="199" y="426"/>
                    <a:pt x="199" y="426"/>
                    <a:pt x="199" y="426"/>
                  </a:cubicBezTo>
                  <a:cubicBezTo>
                    <a:pt x="199" y="426"/>
                    <a:pt x="199" y="427"/>
                    <a:pt x="199" y="427"/>
                  </a:cubicBezTo>
                  <a:cubicBezTo>
                    <a:pt x="199" y="427"/>
                    <a:pt x="199" y="427"/>
                    <a:pt x="199" y="427"/>
                  </a:cubicBezTo>
                  <a:cubicBezTo>
                    <a:pt x="199" y="427"/>
                    <a:pt x="199" y="427"/>
                    <a:pt x="199" y="427"/>
                  </a:cubicBezTo>
                  <a:cubicBezTo>
                    <a:pt x="198" y="427"/>
                    <a:pt x="197" y="427"/>
                    <a:pt x="199" y="427"/>
                  </a:cubicBezTo>
                  <a:cubicBezTo>
                    <a:pt x="199" y="427"/>
                    <a:pt x="199" y="427"/>
                    <a:pt x="199" y="427"/>
                  </a:cubicBezTo>
                  <a:cubicBezTo>
                    <a:pt x="197" y="428"/>
                    <a:pt x="197" y="428"/>
                    <a:pt x="197" y="428"/>
                  </a:cubicBezTo>
                  <a:cubicBezTo>
                    <a:pt x="200" y="428"/>
                    <a:pt x="198" y="428"/>
                    <a:pt x="198" y="428"/>
                  </a:cubicBezTo>
                  <a:cubicBezTo>
                    <a:pt x="197" y="429"/>
                    <a:pt x="194" y="427"/>
                    <a:pt x="194" y="429"/>
                  </a:cubicBezTo>
                  <a:cubicBezTo>
                    <a:pt x="194" y="429"/>
                    <a:pt x="194" y="429"/>
                    <a:pt x="194" y="429"/>
                  </a:cubicBezTo>
                  <a:cubicBezTo>
                    <a:pt x="189" y="432"/>
                    <a:pt x="183" y="435"/>
                    <a:pt x="180" y="441"/>
                  </a:cubicBezTo>
                  <a:cubicBezTo>
                    <a:pt x="180" y="442"/>
                    <a:pt x="179" y="443"/>
                    <a:pt x="178" y="444"/>
                  </a:cubicBezTo>
                  <a:cubicBezTo>
                    <a:pt x="178" y="441"/>
                    <a:pt x="178" y="437"/>
                    <a:pt x="180" y="434"/>
                  </a:cubicBezTo>
                  <a:cubicBezTo>
                    <a:pt x="179" y="431"/>
                    <a:pt x="178" y="427"/>
                    <a:pt x="179" y="425"/>
                  </a:cubicBezTo>
                  <a:cubicBezTo>
                    <a:pt x="178" y="412"/>
                    <a:pt x="182" y="402"/>
                    <a:pt x="179" y="389"/>
                  </a:cubicBezTo>
                  <a:cubicBezTo>
                    <a:pt x="179" y="390"/>
                    <a:pt x="178" y="389"/>
                    <a:pt x="177" y="389"/>
                  </a:cubicBezTo>
                  <a:cubicBezTo>
                    <a:pt x="178" y="389"/>
                    <a:pt x="178" y="389"/>
                    <a:pt x="178" y="389"/>
                  </a:cubicBezTo>
                  <a:cubicBezTo>
                    <a:pt x="176" y="388"/>
                    <a:pt x="176" y="388"/>
                    <a:pt x="176" y="388"/>
                  </a:cubicBezTo>
                  <a:cubicBezTo>
                    <a:pt x="176" y="387"/>
                    <a:pt x="178" y="387"/>
                    <a:pt x="178" y="388"/>
                  </a:cubicBezTo>
                  <a:cubicBezTo>
                    <a:pt x="178" y="383"/>
                    <a:pt x="177" y="379"/>
                    <a:pt x="178" y="374"/>
                  </a:cubicBezTo>
                  <a:cubicBezTo>
                    <a:pt x="175" y="374"/>
                    <a:pt x="177" y="371"/>
                    <a:pt x="175" y="371"/>
                  </a:cubicBezTo>
                  <a:cubicBezTo>
                    <a:pt x="176" y="371"/>
                    <a:pt x="176" y="371"/>
                    <a:pt x="176" y="371"/>
                  </a:cubicBezTo>
                  <a:cubicBezTo>
                    <a:pt x="175" y="368"/>
                    <a:pt x="175" y="368"/>
                    <a:pt x="177" y="365"/>
                  </a:cubicBezTo>
                  <a:cubicBezTo>
                    <a:pt x="178" y="353"/>
                    <a:pt x="176" y="340"/>
                    <a:pt x="174" y="326"/>
                  </a:cubicBezTo>
                  <a:cubicBezTo>
                    <a:pt x="170" y="313"/>
                    <a:pt x="162" y="297"/>
                    <a:pt x="148" y="288"/>
                  </a:cubicBezTo>
                  <a:cubicBezTo>
                    <a:pt x="143" y="290"/>
                    <a:pt x="142" y="286"/>
                    <a:pt x="138" y="288"/>
                  </a:cubicBezTo>
                  <a:cubicBezTo>
                    <a:pt x="138" y="287"/>
                    <a:pt x="138" y="287"/>
                    <a:pt x="138" y="287"/>
                  </a:cubicBezTo>
                  <a:cubicBezTo>
                    <a:pt x="136" y="288"/>
                    <a:pt x="136" y="286"/>
                    <a:pt x="133" y="284"/>
                  </a:cubicBezTo>
                  <a:cubicBezTo>
                    <a:pt x="133" y="285"/>
                    <a:pt x="132" y="284"/>
                    <a:pt x="132" y="286"/>
                  </a:cubicBezTo>
                  <a:cubicBezTo>
                    <a:pt x="131" y="287"/>
                    <a:pt x="131" y="282"/>
                    <a:pt x="129" y="283"/>
                  </a:cubicBezTo>
                  <a:cubicBezTo>
                    <a:pt x="129" y="282"/>
                    <a:pt x="129" y="284"/>
                    <a:pt x="129" y="283"/>
                  </a:cubicBezTo>
                  <a:cubicBezTo>
                    <a:pt x="125" y="285"/>
                    <a:pt x="129" y="282"/>
                    <a:pt x="127" y="279"/>
                  </a:cubicBezTo>
                  <a:cubicBezTo>
                    <a:pt x="120" y="278"/>
                    <a:pt x="113" y="280"/>
                    <a:pt x="107" y="278"/>
                  </a:cubicBezTo>
                  <a:cubicBezTo>
                    <a:pt x="108" y="278"/>
                    <a:pt x="108" y="280"/>
                    <a:pt x="107" y="280"/>
                  </a:cubicBezTo>
                  <a:cubicBezTo>
                    <a:pt x="107" y="276"/>
                    <a:pt x="105" y="280"/>
                    <a:pt x="104" y="279"/>
                  </a:cubicBezTo>
                  <a:cubicBezTo>
                    <a:pt x="104" y="278"/>
                    <a:pt x="105" y="278"/>
                    <a:pt x="105" y="278"/>
                  </a:cubicBezTo>
                  <a:cubicBezTo>
                    <a:pt x="103" y="276"/>
                    <a:pt x="101" y="278"/>
                    <a:pt x="98" y="277"/>
                  </a:cubicBezTo>
                  <a:cubicBezTo>
                    <a:pt x="96" y="278"/>
                    <a:pt x="94" y="275"/>
                    <a:pt x="92" y="277"/>
                  </a:cubicBezTo>
                  <a:cubicBezTo>
                    <a:pt x="93" y="275"/>
                    <a:pt x="91" y="276"/>
                    <a:pt x="91" y="275"/>
                  </a:cubicBezTo>
                  <a:cubicBezTo>
                    <a:pt x="89" y="279"/>
                    <a:pt x="88" y="273"/>
                    <a:pt x="85" y="275"/>
                  </a:cubicBezTo>
                  <a:cubicBezTo>
                    <a:pt x="86" y="275"/>
                    <a:pt x="86" y="275"/>
                    <a:pt x="86" y="275"/>
                  </a:cubicBezTo>
                  <a:cubicBezTo>
                    <a:pt x="80" y="274"/>
                    <a:pt x="77" y="272"/>
                    <a:pt x="72" y="271"/>
                  </a:cubicBezTo>
                  <a:cubicBezTo>
                    <a:pt x="69" y="270"/>
                    <a:pt x="69" y="264"/>
                    <a:pt x="66" y="264"/>
                  </a:cubicBezTo>
                  <a:cubicBezTo>
                    <a:pt x="65" y="265"/>
                    <a:pt x="65" y="265"/>
                    <a:pt x="64" y="265"/>
                  </a:cubicBezTo>
                  <a:cubicBezTo>
                    <a:pt x="64" y="264"/>
                    <a:pt x="65" y="264"/>
                    <a:pt x="65" y="264"/>
                  </a:cubicBezTo>
                  <a:cubicBezTo>
                    <a:pt x="63" y="263"/>
                    <a:pt x="63" y="260"/>
                    <a:pt x="62" y="259"/>
                  </a:cubicBezTo>
                  <a:cubicBezTo>
                    <a:pt x="62" y="259"/>
                    <a:pt x="61" y="258"/>
                    <a:pt x="60" y="259"/>
                  </a:cubicBezTo>
                  <a:cubicBezTo>
                    <a:pt x="61" y="256"/>
                    <a:pt x="56" y="255"/>
                    <a:pt x="57" y="252"/>
                  </a:cubicBezTo>
                  <a:cubicBezTo>
                    <a:pt x="54" y="254"/>
                    <a:pt x="54" y="252"/>
                    <a:pt x="53" y="251"/>
                  </a:cubicBezTo>
                  <a:cubicBezTo>
                    <a:pt x="53" y="251"/>
                    <a:pt x="54" y="250"/>
                    <a:pt x="54" y="250"/>
                  </a:cubicBezTo>
                  <a:cubicBezTo>
                    <a:pt x="53" y="249"/>
                    <a:pt x="53" y="248"/>
                    <a:pt x="53" y="245"/>
                  </a:cubicBezTo>
                  <a:cubicBezTo>
                    <a:pt x="52" y="245"/>
                    <a:pt x="50" y="245"/>
                    <a:pt x="50" y="244"/>
                  </a:cubicBezTo>
                  <a:cubicBezTo>
                    <a:pt x="52" y="242"/>
                    <a:pt x="50" y="241"/>
                    <a:pt x="50" y="240"/>
                  </a:cubicBezTo>
                  <a:cubicBezTo>
                    <a:pt x="48" y="241"/>
                    <a:pt x="46" y="240"/>
                    <a:pt x="47" y="239"/>
                  </a:cubicBezTo>
                  <a:cubicBezTo>
                    <a:pt x="49" y="238"/>
                    <a:pt x="49" y="238"/>
                    <a:pt x="49" y="238"/>
                  </a:cubicBezTo>
                  <a:cubicBezTo>
                    <a:pt x="46" y="235"/>
                    <a:pt x="48" y="230"/>
                    <a:pt x="44" y="225"/>
                  </a:cubicBezTo>
                  <a:cubicBezTo>
                    <a:pt x="45" y="224"/>
                    <a:pt x="45" y="224"/>
                    <a:pt x="45" y="224"/>
                  </a:cubicBezTo>
                  <a:cubicBezTo>
                    <a:pt x="42" y="219"/>
                    <a:pt x="42" y="213"/>
                    <a:pt x="37" y="209"/>
                  </a:cubicBezTo>
                  <a:cubicBezTo>
                    <a:pt x="37" y="208"/>
                    <a:pt x="37" y="207"/>
                    <a:pt x="36" y="205"/>
                  </a:cubicBezTo>
                  <a:cubicBezTo>
                    <a:pt x="37" y="205"/>
                    <a:pt x="39" y="204"/>
                    <a:pt x="40" y="203"/>
                  </a:cubicBezTo>
                  <a:cubicBezTo>
                    <a:pt x="36" y="203"/>
                    <a:pt x="36" y="203"/>
                    <a:pt x="36" y="203"/>
                  </a:cubicBezTo>
                  <a:cubicBezTo>
                    <a:pt x="41" y="201"/>
                    <a:pt x="44" y="197"/>
                    <a:pt x="48" y="196"/>
                  </a:cubicBezTo>
                  <a:cubicBezTo>
                    <a:pt x="47" y="198"/>
                    <a:pt x="49" y="198"/>
                    <a:pt x="49" y="199"/>
                  </a:cubicBezTo>
                  <a:cubicBezTo>
                    <a:pt x="50" y="198"/>
                    <a:pt x="50" y="196"/>
                    <a:pt x="52" y="196"/>
                  </a:cubicBezTo>
                  <a:cubicBezTo>
                    <a:pt x="51" y="199"/>
                    <a:pt x="51" y="199"/>
                    <a:pt x="51" y="199"/>
                  </a:cubicBezTo>
                  <a:cubicBezTo>
                    <a:pt x="52" y="197"/>
                    <a:pt x="56" y="193"/>
                    <a:pt x="59" y="190"/>
                  </a:cubicBezTo>
                  <a:cubicBezTo>
                    <a:pt x="59" y="197"/>
                    <a:pt x="61" y="192"/>
                    <a:pt x="62" y="201"/>
                  </a:cubicBezTo>
                  <a:cubicBezTo>
                    <a:pt x="60" y="200"/>
                    <a:pt x="60" y="200"/>
                    <a:pt x="60" y="200"/>
                  </a:cubicBezTo>
                  <a:cubicBezTo>
                    <a:pt x="61" y="202"/>
                    <a:pt x="61" y="203"/>
                    <a:pt x="62" y="206"/>
                  </a:cubicBezTo>
                  <a:cubicBezTo>
                    <a:pt x="64" y="206"/>
                    <a:pt x="65" y="204"/>
                    <a:pt x="64" y="199"/>
                  </a:cubicBezTo>
                  <a:cubicBezTo>
                    <a:pt x="68" y="202"/>
                    <a:pt x="65" y="203"/>
                    <a:pt x="68" y="212"/>
                  </a:cubicBezTo>
                  <a:cubicBezTo>
                    <a:pt x="71" y="214"/>
                    <a:pt x="66" y="208"/>
                    <a:pt x="69" y="207"/>
                  </a:cubicBezTo>
                  <a:cubicBezTo>
                    <a:pt x="70" y="206"/>
                    <a:pt x="71" y="211"/>
                    <a:pt x="75" y="215"/>
                  </a:cubicBezTo>
                  <a:cubicBezTo>
                    <a:pt x="82" y="221"/>
                    <a:pt x="78" y="220"/>
                    <a:pt x="81" y="223"/>
                  </a:cubicBezTo>
                  <a:cubicBezTo>
                    <a:pt x="79" y="223"/>
                    <a:pt x="71" y="217"/>
                    <a:pt x="73" y="217"/>
                  </a:cubicBezTo>
                  <a:cubicBezTo>
                    <a:pt x="65" y="209"/>
                    <a:pt x="73" y="224"/>
                    <a:pt x="68" y="218"/>
                  </a:cubicBezTo>
                  <a:cubicBezTo>
                    <a:pt x="75" y="226"/>
                    <a:pt x="76" y="226"/>
                    <a:pt x="82" y="226"/>
                  </a:cubicBezTo>
                  <a:cubicBezTo>
                    <a:pt x="79" y="225"/>
                    <a:pt x="85" y="224"/>
                    <a:pt x="82" y="223"/>
                  </a:cubicBezTo>
                  <a:cubicBezTo>
                    <a:pt x="98" y="219"/>
                    <a:pt x="96" y="225"/>
                    <a:pt x="106" y="216"/>
                  </a:cubicBezTo>
                  <a:cubicBezTo>
                    <a:pt x="103" y="216"/>
                    <a:pt x="111" y="202"/>
                    <a:pt x="104" y="206"/>
                  </a:cubicBezTo>
                  <a:cubicBezTo>
                    <a:pt x="104" y="204"/>
                    <a:pt x="105" y="201"/>
                    <a:pt x="107" y="200"/>
                  </a:cubicBezTo>
                  <a:cubicBezTo>
                    <a:pt x="107" y="203"/>
                    <a:pt x="110" y="197"/>
                    <a:pt x="110" y="201"/>
                  </a:cubicBezTo>
                  <a:cubicBezTo>
                    <a:pt x="111" y="198"/>
                    <a:pt x="111" y="198"/>
                    <a:pt x="111" y="198"/>
                  </a:cubicBezTo>
                  <a:cubicBezTo>
                    <a:pt x="111" y="204"/>
                    <a:pt x="111" y="204"/>
                    <a:pt x="111" y="204"/>
                  </a:cubicBezTo>
                  <a:cubicBezTo>
                    <a:pt x="114" y="201"/>
                    <a:pt x="118" y="196"/>
                    <a:pt x="120" y="194"/>
                  </a:cubicBezTo>
                  <a:cubicBezTo>
                    <a:pt x="121" y="189"/>
                    <a:pt x="117" y="195"/>
                    <a:pt x="119" y="190"/>
                  </a:cubicBezTo>
                  <a:cubicBezTo>
                    <a:pt x="119" y="192"/>
                    <a:pt x="121" y="189"/>
                    <a:pt x="122" y="186"/>
                  </a:cubicBezTo>
                  <a:cubicBezTo>
                    <a:pt x="120" y="191"/>
                    <a:pt x="119" y="186"/>
                    <a:pt x="120" y="182"/>
                  </a:cubicBezTo>
                  <a:cubicBezTo>
                    <a:pt x="120" y="181"/>
                    <a:pt x="121" y="180"/>
                    <a:pt x="121" y="179"/>
                  </a:cubicBezTo>
                  <a:cubicBezTo>
                    <a:pt x="122" y="180"/>
                    <a:pt x="122" y="180"/>
                    <a:pt x="122" y="181"/>
                  </a:cubicBezTo>
                  <a:cubicBezTo>
                    <a:pt x="122" y="182"/>
                    <a:pt x="122" y="182"/>
                    <a:pt x="122" y="183"/>
                  </a:cubicBezTo>
                  <a:cubicBezTo>
                    <a:pt x="123" y="183"/>
                    <a:pt x="123" y="183"/>
                    <a:pt x="123" y="183"/>
                  </a:cubicBezTo>
                  <a:cubicBezTo>
                    <a:pt x="123" y="183"/>
                    <a:pt x="122" y="183"/>
                    <a:pt x="122" y="183"/>
                  </a:cubicBezTo>
                  <a:cubicBezTo>
                    <a:pt x="122" y="188"/>
                    <a:pt x="125" y="188"/>
                    <a:pt x="126" y="189"/>
                  </a:cubicBezTo>
                  <a:cubicBezTo>
                    <a:pt x="126" y="193"/>
                    <a:pt x="126" y="193"/>
                    <a:pt x="126" y="193"/>
                  </a:cubicBezTo>
                  <a:cubicBezTo>
                    <a:pt x="127" y="193"/>
                    <a:pt x="127" y="193"/>
                    <a:pt x="127" y="193"/>
                  </a:cubicBezTo>
                  <a:cubicBezTo>
                    <a:pt x="130" y="197"/>
                    <a:pt x="134" y="202"/>
                    <a:pt x="132" y="203"/>
                  </a:cubicBezTo>
                  <a:cubicBezTo>
                    <a:pt x="134" y="205"/>
                    <a:pt x="136" y="206"/>
                    <a:pt x="135" y="203"/>
                  </a:cubicBezTo>
                  <a:cubicBezTo>
                    <a:pt x="136" y="205"/>
                    <a:pt x="140" y="212"/>
                    <a:pt x="151" y="211"/>
                  </a:cubicBezTo>
                  <a:cubicBezTo>
                    <a:pt x="161" y="208"/>
                    <a:pt x="165" y="201"/>
                    <a:pt x="167" y="197"/>
                  </a:cubicBezTo>
                  <a:cubicBezTo>
                    <a:pt x="164" y="201"/>
                    <a:pt x="163" y="200"/>
                    <a:pt x="162" y="200"/>
                  </a:cubicBezTo>
                  <a:cubicBezTo>
                    <a:pt x="161" y="197"/>
                    <a:pt x="164" y="198"/>
                    <a:pt x="164" y="194"/>
                  </a:cubicBezTo>
                  <a:cubicBezTo>
                    <a:pt x="165" y="195"/>
                    <a:pt x="167" y="192"/>
                    <a:pt x="166" y="196"/>
                  </a:cubicBezTo>
                  <a:cubicBezTo>
                    <a:pt x="170" y="191"/>
                    <a:pt x="171" y="185"/>
                    <a:pt x="173" y="179"/>
                  </a:cubicBezTo>
                  <a:cubicBezTo>
                    <a:pt x="173" y="180"/>
                    <a:pt x="173" y="180"/>
                    <a:pt x="174" y="181"/>
                  </a:cubicBezTo>
                  <a:cubicBezTo>
                    <a:pt x="174" y="181"/>
                    <a:pt x="174" y="181"/>
                    <a:pt x="174" y="182"/>
                  </a:cubicBezTo>
                  <a:cubicBezTo>
                    <a:pt x="174" y="182"/>
                    <a:pt x="174" y="182"/>
                    <a:pt x="174" y="183"/>
                  </a:cubicBezTo>
                  <a:cubicBezTo>
                    <a:pt x="175" y="184"/>
                    <a:pt x="175" y="185"/>
                    <a:pt x="176" y="186"/>
                  </a:cubicBezTo>
                  <a:cubicBezTo>
                    <a:pt x="175" y="185"/>
                    <a:pt x="175" y="185"/>
                    <a:pt x="175" y="184"/>
                  </a:cubicBezTo>
                  <a:cubicBezTo>
                    <a:pt x="175" y="185"/>
                    <a:pt x="175" y="186"/>
                    <a:pt x="176" y="187"/>
                  </a:cubicBezTo>
                  <a:cubicBezTo>
                    <a:pt x="176" y="187"/>
                    <a:pt x="176" y="187"/>
                    <a:pt x="176" y="187"/>
                  </a:cubicBezTo>
                  <a:cubicBezTo>
                    <a:pt x="177" y="189"/>
                    <a:pt x="177" y="190"/>
                    <a:pt x="178" y="191"/>
                  </a:cubicBezTo>
                  <a:cubicBezTo>
                    <a:pt x="176" y="191"/>
                    <a:pt x="176" y="191"/>
                    <a:pt x="176" y="191"/>
                  </a:cubicBezTo>
                  <a:cubicBezTo>
                    <a:pt x="176" y="194"/>
                    <a:pt x="188" y="201"/>
                    <a:pt x="189" y="198"/>
                  </a:cubicBezTo>
                  <a:cubicBezTo>
                    <a:pt x="205" y="196"/>
                    <a:pt x="210" y="186"/>
                    <a:pt x="213" y="179"/>
                  </a:cubicBezTo>
                  <a:cubicBezTo>
                    <a:pt x="214" y="178"/>
                    <a:pt x="214" y="178"/>
                    <a:pt x="214" y="178"/>
                  </a:cubicBezTo>
                  <a:cubicBezTo>
                    <a:pt x="214" y="178"/>
                    <a:pt x="214" y="178"/>
                    <a:pt x="214" y="178"/>
                  </a:cubicBezTo>
                  <a:cubicBezTo>
                    <a:pt x="214" y="178"/>
                    <a:pt x="214" y="177"/>
                    <a:pt x="214" y="177"/>
                  </a:cubicBezTo>
                  <a:cubicBezTo>
                    <a:pt x="214" y="177"/>
                    <a:pt x="215" y="177"/>
                    <a:pt x="215" y="177"/>
                  </a:cubicBezTo>
                  <a:cubicBezTo>
                    <a:pt x="219" y="183"/>
                    <a:pt x="215" y="181"/>
                    <a:pt x="216" y="184"/>
                  </a:cubicBezTo>
                  <a:cubicBezTo>
                    <a:pt x="224" y="191"/>
                    <a:pt x="234" y="187"/>
                    <a:pt x="239" y="182"/>
                  </a:cubicBezTo>
                  <a:cubicBezTo>
                    <a:pt x="239" y="182"/>
                    <a:pt x="240" y="183"/>
                    <a:pt x="239" y="183"/>
                  </a:cubicBezTo>
                  <a:cubicBezTo>
                    <a:pt x="244" y="179"/>
                    <a:pt x="250" y="173"/>
                    <a:pt x="253" y="167"/>
                  </a:cubicBezTo>
                  <a:cubicBezTo>
                    <a:pt x="255" y="173"/>
                    <a:pt x="258" y="178"/>
                    <a:pt x="262" y="183"/>
                  </a:cubicBezTo>
                  <a:cubicBezTo>
                    <a:pt x="272" y="194"/>
                    <a:pt x="282" y="179"/>
                    <a:pt x="282" y="172"/>
                  </a:cubicBezTo>
                  <a:cubicBezTo>
                    <a:pt x="282" y="171"/>
                    <a:pt x="283" y="172"/>
                    <a:pt x="283" y="173"/>
                  </a:cubicBezTo>
                  <a:cubicBezTo>
                    <a:pt x="283" y="162"/>
                    <a:pt x="288" y="150"/>
                    <a:pt x="283" y="141"/>
                  </a:cubicBezTo>
                  <a:cubicBezTo>
                    <a:pt x="281" y="138"/>
                    <a:pt x="281" y="138"/>
                    <a:pt x="281" y="138"/>
                  </a:cubicBezTo>
                  <a:cubicBezTo>
                    <a:pt x="282" y="136"/>
                    <a:pt x="283" y="136"/>
                    <a:pt x="284" y="134"/>
                  </a:cubicBezTo>
                  <a:cubicBezTo>
                    <a:pt x="283" y="132"/>
                    <a:pt x="283" y="124"/>
                    <a:pt x="282" y="122"/>
                  </a:cubicBezTo>
                  <a:cubicBezTo>
                    <a:pt x="283" y="121"/>
                    <a:pt x="283" y="123"/>
                    <a:pt x="283" y="123"/>
                  </a:cubicBezTo>
                  <a:cubicBezTo>
                    <a:pt x="284" y="122"/>
                    <a:pt x="284" y="121"/>
                    <a:pt x="284" y="120"/>
                  </a:cubicBezTo>
                  <a:cubicBezTo>
                    <a:pt x="285" y="120"/>
                    <a:pt x="286" y="120"/>
                    <a:pt x="287" y="120"/>
                  </a:cubicBezTo>
                  <a:cubicBezTo>
                    <a:pt x="293" y="141"/>
                    <a:pt x="294" y="171"/>
                    <a:pt x="312" y="180"/>
                  </a:cubicBezTo>
                  <a:cubicBezTo>
                    <a:pt x="316" y="182"/>
                    <a:pt x="313" y="183"/>
                    <a:pt x="315" y="184"/>
                  </a:cubicBezTo>
                  <a:cubicBezTo>
                    <a:pt x="325" y="187"/>
                    <a:pt x="336" y="188"/>
                    <a:pt x="347" y="188"/>
                  </a:cubicBezTo>
                  <a:cubicBezTo>
                    <a:pt x="346" y="189"/>
                    <a:pt x="345" y="190"/>
                    <a:pt x="344" y="191"/>
                  </a:cubicBezTo>
                  <a:cubicBezTo>
                    <a:pt x="346" y="193"/>
                    <a:pt x="342" y="195"/>
                    <a:pt x="343" y="196"/>
                  </a:cubicBezTo>
                  <a:cubicBezTo>
                    <a:pt x="343" y="196"/>
                    <a:pt x="343" y="196"/>
                    <a:pt x="343" y="195"/>
                  </a:cubicBezTo>
                  <a:cubicBezTo>
                    <a:pt x="340" y="201"/>
                    <a:pt x="343" y="196"/>
                    <a:pt x="338" y="200"/>
                  </a:cubicBezTo>
                  <a:cubicBezTo>
                    <a:pt x="327" y="213"/>
                    <a:pt x="329" y="230"/>
                    <a:pt x="329" y="240"/>
                  </a:cubicBezTo>
                  <a:cubicBezTo>
                    <a:pt x="330" y="251"/>
                    <a:pt x="331" y="257"/>
                    <a:pt x="326" y="263"/>
                  </a:cubicBezTo>
                  <a:cubicBezTo>
                    <a:pt x="327" y="267"/>
                    <a:pt x="324" y="267"/>
                    <a:pt x="325" y="270"/>
                  </a:cubicBezTo>
                  <a:cubicBezTo>
                    <a:pt x="324" y="269"/>
                    <a:pt x="324" y="269"/>
                    <a:pt x="324" y="269"/>
                  </a:cubicBezTo>
                  <a:cubicBezTo>
                    <a:pt x="324" y="271"/>
                    <a:pt x="323" y="270"/>
                    <a:pt x="321" y="270"/>
                  </a:cubicBezTo>
                  <a:cubicBezTo>
                    <a:pt x="321" y="271"/>
                    <a:pt x="320" y="271"/>
                    <a:pt x="321" y="272"/>
                  </a:cubicBezTo>
                  <a:cubicBezTo>
                    <a:pt x="322" y="274"/>
                    <a:pt x="319" y="270"/>
                    <a:pt x="318" y="271"/>
                  </a:cubicBezTo>
                  <a:cubicBezTo>
                    <a:pt x="318" y="271"/>
                    <a:pt x="319" y="272"/>
                    <a:pt x="318" y="272"/>
                  </a:cubicBezTo>
                  <a:cubicBezTo>
                    <a:pt x="317" y="275"/>
                    <a:pt x="318" y="271"/>
                    <a:pt x="315" y="270"/>
                  </a:cubicBezTo>
                  <a:cubicBezTo>
                    <a:pt x="311" y="273"/>
                    <a:pt x="306" y="276"/>
                    <a:pt x="302" y="277"/>
                  </a:cubicBezTo>
                  <a:cubicBezTo>
                    <a:pt x="302" y="277"/>
                    <a:pt x="303" y="278"/>
                    <a:pt x="302" y="278"/>
                  </a:cubicBezTo>
                  <a:cubicBezTo>
                    <a:pt x="301" y="275"/>
                    <a:pt x="301" y="280"/>
                    <a:pt x="299" y="279"/>
                  </a:cubicBezTo>
                  <a:cubicBezTo>
                    <a:pt x="300" y="277"/>
                    <a:pt x="300" y="277"/>
                    <a:pt x="300" y="277"/>
                  </a:cubicBezTo>
                  <a:cubicBezTo>
                    <a:pt x="297" y="277"/>
                    <a:pt x="296" y="279"/>
                    <a:pt x="293" y="279"/>
                  </a:cubicBezTo>
                  <a:cubicBezTo>
                    <a:pt x="292" y="280"/>
                    <a:pt x="288" y="279"/>
                    <a:pt x="287" y="281"/>
                  </a:cubicBezTo>
                  <a:cubicBezTo>
                    <a:pt x="287" y="280"/>
                    <a:pt x="286" y="280"/>
                    <a:pt x="285" y="280"/>
                  </a:cubicBezTo>
                  <a:cubicBezTo>
                    <a:pt x="285" y="284"/>
                    <a:pt x="281" y="280"/>
                    <a:pt x="280" y="284"/>
                  </a:cubicBezTo>
                  <a:cubicBezTo>
                    <a:pt x="280" y="283"/>
                    <a:pt x="280" y="283"/>
                    <a:pt x="280" y="283"/>
                  </a:cubicBezTo>
                  <a:cubicBezTo>
                    <a:pt x="274" y="287"/>
                    <a:pt x="267" y="290"/>
                    <a:pt x="263" y="297"/>
                  </a:cubicBezTo>
                  <a:cubicBezTo>
                    <a:pt x="260" y="300"/>
                    <a:pt x="256" y="300"/>
                    <a:pt x="254" y="305"/>
                  </a:cubicBezTo>
                  <a:cubicBezTo>
                    <a:pt x="254" y="306"/>
                    <a:pt x="255" y="306"/>
                    <a:pt x="255" y="307"/>
                  </a:cubicBezTo>
                  <a:cubicBezTo>
                    <a:pt x="255" y="308"/>
                    <a:pt x="254" y="306"/>
                    <a:pt x="254" y="306"/>
                  </a:cubicBezTo>
                  <a:cubicBezTo>
                    <a:pt x="254" y="309"/>
                    <a:pt x="251" y="310"/>
                    <a:pt x="250" y="312"/>
                  </a:cubicBezTo>
                  <a:cubicBezTo>
                    <a:pt x="250" y="313"/>
                    <a:pt x="250" y="314"/>
                    <a:pt x="251" y="314"/>
                  </a:cubicBezTo>
                  <a:cubicBezTo>
                    <a:pt x="247" y="315"/>
                    <a:pt x="248" y="320"/>
                    <a:pt x="245" y="322"/>
                  </a:cubicBezTo>
                  <a:cubicBezTo>
                    <a:pt x="248" y="322"/>
                    <a:pt x="246" y="324"/>
                    <a:pt x="247" y="325"/>
                  </a:cubicBezTo>
                  <a:cubicBezTo>
                    <a:pt x="246" y="326"/>
                    <a:pt x="245" y="326"/>
                    <a:pt x="245" y="325"/>
                  </a:cubicBezTo>
                  <a:cubicBezTo>
                    <a:pt x="245" y="327"/>
                    <a:pt x="244" y="328"/>
                    <a:pt x="243" y="330"/>
                  </a:cubicBezTo>
                  <a:cubicBezTo>
                    <a:pt x="243" y="332"/>
                    <a:pt x="244" y="333"/>
                    <a:pt x="243" y="334"/>
                  </a:cubicBezTo>
                  <a:cubicBezTo>
                    <a:pt x="241" y="334"/>
                    <a:pt x="242" y="336"/>
                    <a:pt x="241" y="338"/>
                  </a:cubicBezTo>
                  <a:cubicBezTo>
                    <a:pt x="243" y="338"/>
                    <a:pt x="244" y="340"/>
                    <a:pt x="243" y="341"/>
                  </a:cubicBezTo>
                  <a:cubicBezTo>
                    <a:pt x="240" y="340"/>
                    <a:pt x="240" y="340"/>
                    <a:pt x="240" y="340"/>
                  </a:cubicBezTo>
                  <a:cubicBezTo>
                    <a:pt x="241" y="344"/>
                    <a:pt x="237" y="350"/>
                    <a:pt x="240" y="355"/>
                  </a:cubicBezTo>
                  <a:cubicBezTo>
                    <a:pt x="238" y="355"/>
                    <a:pt x="238" y="355"/>
                    <a:pt x="238" y="355"/>
                  </a:cubicBezTo>
                  <a:cubicBezTo>
                    <a:pt x="239" y="360"/>
                    <a:pt x="236" y="365"/>
                    <a:pt x="239" y="370"/>
                  </a:cubicBezTo>
                  <a:cubicBezTo>
                    <a:pt x="238" y="371"/>
                    <a:pt x="237" y="373"/>
                    <a:pt x="237" y="374"/>
                  </a:cubicBezTo>
                  <a:cubicBezTo>
                    <a:pt x="239" y="376"/>
                    <a:pt x="238" y="376"/>
                    <a:pt x="241" y="378"/>
                  </a:cubicBezTo>
                  <a:cubicBezTo>
                    <a:pt x="241" y="378"/>
                    <a:pt x="239" y="379"/>
                    <a:pt x="239" y="379"/>
                  </a:cubicBezTo>
                  <a:cubicBezTo>
                    <a:pt x="238" y="381"/>
                    <a:pt x="236" y="383"/>
                    <a:pt x="238" y="385"/>
                  </a:cubicBezTo>
                  <a:cubicBezTo>
                    <a:pt x="237" y="385"/>
                    <a:pt x="237" y="385"/>
                    <a:pt x="237" y="385"/>
                  </a:cubicBezTo>
                  <a:cubicBezTo>
                    <a:pt x="238" y="387"/>
                    <a:pt x="240" y="389"/>
                    <a:pt x="238" y="391"/>
                  </a:cubicBezTo>
                  <a:cubicBezTo>
                    <a:pt x="239" y="391"/>
                    <a:pt x="239" y="393"/>
                    <a:pt x="241" y="393"/>
                  </a:cubicBezTo>
                  <a:cubicBezTo>
                    <a:pt x="241" y="393"/>
                    <a:pt x="239" y="393"/>
                    <a:pt x="240" y="394"/>
                  </a:cubicBezTo>
                  <a:cubicBezTo>
                    <a:pt x="238" y="393"/>
                    <a:pt x="238" y="393"/>
                    <a:pt x="238" y="393"/>
                  </a:cubicBezTo>
                  <a:cubicBezTo>
                    <a:pt x="237" y="397"/>
                    <a:pt x="238" y="401"/>
                    <a:pt x="239" y="405"/>
                  </a:cubicBezTo>
                  <a:cubicBezTo>
                    <a:pt x="236" y="406"/>
                    <a:pt x="239" y="409"/>
                    <a:pt x="237" y="411"/>
                  </a:cubicBezTo>
                  <a:cubicBezTo>
                    <a:pt x="239" y="412"/>
                    <a:pt x="237" y="415"/>
                    <a:pt x="240" y="416"/>
                  </a:cubicBezTo>
                  <a:cubicBezTo>
                    <a:pt x="238" y="416"/>
                    <a:pt x="238" y="416"/>
                    <a:pt x="238" y="416"/>
                  </a:cubicBezTo>
                  <a:cubicBezTo>
                    <a:pt x="238" y="418"/>
                    <a:pt x="238" y="420"/>
                    <a:pt x="237" y="423"/>
                  </a:cubicBezTo>
                  <a:cubicBezTo>
                    <a:pt x="237" y="424"/>
                    <a:pt x="239" y="424"/>
                    <a:pt x="240" y="425"/>
                  </a:cubicBezTo>
                  <a:cubicBezTo>
                    <a:pt x="238" y="425"/>
                    <a:pt x="238" y="425"/>
                    <a:pt x="238" y="425"/>
                  </a:cubicBezTo>
                  <a:cubicBezTo>
                    <a:pt x="239" y="426"/>
                    <a:pt x="241" y="427"/>
                    <a:pt x="243" y="427"/>
                  </a:cubicBezTo>
                  <a:cubicBezTo>
                    <a:pt x="242" y="428"/>
                    <a:pt x="243" y="428"/>
                    <a:pt x="242" y="429"/>
                  </a:cubicBezTo>
                  <a:cubicBezTo>
                    <a:pt x="241" y="428"/>
                    <a:pt x="239" y="428"/>
                    <a:pt x="237" y="427"/>
                  </a:cubicBezTo>
                  <a:cubicBezTo>
                    <a:pt x="237" y="428"/>
                    <a:pt x="240" y="430"/>
                    <a:pt x="238" y="431"/>
                  </a:cubicBezTo>
                  <a:cubicBezTo>
                    <a:pt x="238" y="432"/>
                    <a:pt x="239" y="433"/>
                    <a:pt x="241" y="433"/>
                  </a:cubicBezTo>
                  <a:cubicBezTo>
                    <a:pt x="240" y="433"/>
                    <a:pt x="239" y="434"/>
                    <a:pt x="239" y="433"/>
                  </a:cubicBezTo>
                  <a:cubicBezTo>
                    <a:pt x="239" y="434"/>
                    <a:pt x="239" y="435"/>
                    <a:pt x="240" y="435"/>
                  </a:cubicBezTo>
                  <a:cubicBezTo>
                    <a:pt x="240" y="435"/>
                    <a:pt x="240" y="435"/>
                    <a:pt x="240" y="435"/>
                  </a:cubicBezTo>
                  <a:cubicBezTo>
                    <a:pt x="241" y="435"/>
                    <a:pt x="241" y="436"/>
                    <a:pt x="243" y="436"/>
                  </a:cubicBezTo>
                  <a:cubicBezTo>
                    <a:pt x="243" y="435"/>
                    <a:pt x="243" y="435"/>
                    <a:pt x="243" y="435"/>
                  </a:cubicBezTo>
                  <a:cubicBezTo>
                    <a:pt x="244" y="435"/>
                    <a:pt x="245" y="436"/>
                    <a:pt x="243" y="437"/>
                  </a:cubicBezTo>
                  <a:cubicBezTo>
                    <a:pt x="242" y="437"/>
                    <a:pt x="241" y="436"/>
                    <a:pt x="240" y="437"/>
                  </a:cubicBezTo>
                  <a:cubicBezTo>
                    <a:pt x="244" y="439"/>
                    <a:pt x="244" y="439"/>
                    <a:pt x="244" y="439"/>
                  </a:cubicBezTo>
                  <a:cubicBezTo>
                    <a:pt x="243" y="439"/>
                    <a:pt x="244" y="438"/>
                    <a:pt x="245" y="438"/>
                  </a:cubicBezTo>
                  <a:cubicBezTo>
                    <a:pt x="244" y="437"/>
                    <a:pt x="244" y="437"/>
                    <a:pt x="244" y="437"/>
                  </a:cubicBezTo>
                  <a:cubicBezTo>
                    <a:pt x="246" y="437"/>
                    <a:pt x="246" y="437"/>
                    <a:pt x="246" y="437"/>
                  </a:cubicBezTo>
                  <a:cubicBezTo>
                    <a:pt x="245" y="435"/>
                    <a:pt x="246" y="434"/>
                    <a:pt x="245" y="432"/>
                  </a:cubicBezTo>
                  <a:cubicBezTo>
                    <a:pt x="244" y="433"/>
                    <a:pt x="244" y="433"/>
                    <a:pt x="244" y="433"/>
                  </a:cubicBezTo>
                  <a:cubicBezTo>
                    <a:pt x="243" y="432"/>
                    <a:pt x="241" y="431"/>
                    <a:pt x="243" y="430"/>
                  </a:cubicBezTo>
                  <a:cubicBezTo>
                    <a:pt x="244" y="430"/>
                    <a:pt x="244" y="430"/>
                    <a:pt x="245" y="430"/>
                  </a:cubicBezTo>
                  <a:cubicBezTo>
                    <a:pt x="245" y="430"/>
                    <a:pt x="244" y="430"/>
                    <a:pt x="244" y="429"/>
                  </a:cubicBezTo>
                  <a:cubicBezTo>
                    <a:pt x="247" y="430"/>
                    <a:pt x="247" y="430"/>
                    <a:pt x="247" y="430"/>
                  </a:cubicBezTo>
                  <a:cubicBezTo>
                    <a:pt x="243" y="429"/>
                    <a:pt x="246" y="427"/>
                    <a:pt x="245" y="427"/>
                  </a:cubicBezTo>
                  <a:cubicBezTo>
                    <a:pt x="246" y="427"/>
                    <a:pt x="246" y="427"/>
                    <a:pt x="246" y="427"/>
                  </a:cubicBezTo>
                  <a:cubicBezTo>
                    <a:pt x="247" y="425"/>
                    <a:pt x="244" y="427"/>
                    <a:pt x="244" y="426"/>
                  </a:cubicBezTo>
                  <a:cubicBezTo>
                    <a:pt x="245" y="425"/>
                    <a:pt x="247" y="426"/>
                    <a:pt x="248" y="425"/>
                  </a:cubicBezTo>
                  <a:cubicBezTo>
                    <a:pt x="248" y="423"/>
                    <a:pt x="246" y="421"/>
                    <a:pt x="248" y="419"/>
                  </a:cubicBezTo>
                  <a:cubicBezTo>
                    <a:pt x="248" y="418"/>
                    <a:pt x="247" y="416"/>
                    <a:pt x="246" y="415"/>
                  </a:cubicBezTo>
                  <a:cubicBezTo>
                    <a:pt x="246" y="414"/>
                    <a:pt x="248" y="415"/>
                    <a:pt x="247" y="414"/>
                  </a:cubicBezTo>
                  <a:cubicBezTo>
                    <a:pt x="248" y="414"/>
                    <a:pt x="249" y="414"/>
                    <a:pt x="250" y="414"/>
                  </a:cubicBezTo>
                  <a:cubicBezTo>
                    <a:pt x="249" y="414"/>
                    <a:pt x="250" y="412"/>
                    <a:pt x="248" y="413"/>
                  </a:cubicBezTo>
                  <a:cubicBezTo>
                    <a:pt x="249" y="411"/>
                    <a:pt x="249" y="409"/>
                    <a:pt x="249" y="407"/>
                  </a:cubicBezTo>
                  <a:cubicBezTo>
                    <a:pt x="249" y="408"/>
                    <a:pt x="250" y="408"/>
                    <a:pt x="251" y="407"/>
                  </a:cubicBezTo>
                  <a:cubicBezTo>
                    <a:pt x="250" y="406"/>
                    <a:pt x="249" y="405"/>
                    <a:pt x="249" y="403"/>
                  </a:cubicBezTo>
                  <a:cubicBezTo>
                    <a:pt x="248" y="403"/>
                    <a:pt x="248" y="404"/>
                    <a:pt x="246" y="403"/>
                  </a:cubicBezTo>
                  <a:cubicBezTo>
                    <a:pt x="246" y="403"/>
                    <a:pt x="245" y="403"/>
                    <a:pt x="245" y="402"/>
                  </a:cubicBezTo>
                  <a:cubicBezTo>
                    <a:pt x="247" y="402"/>
                    <a:pt x="250" y="403"/>
                    <a:pt x="250" y="401"/>
                  </a:cubicBezTo>
                  <a:cubicBezTo>
                    <a:pt x="253" y="402"/>
                    <a:pt x="249" y="404"/>
                    <a:pt x="252" y="403"/>
                  </a:cubicBezTo>
                  <a:cubicBezTo>
                    <a:pt x="254" y="404"/>
                    <a:pt x="254" y="406"/>
                    <a:pt x="253" y="407"/>
                  </a:cubicBezTo>
                  <a:cubicBezTo>
                    <a:pt x="255" y="408"/>
                    <a:pt x="253" y="406"/>
                    <a:pt x="256" y="406"/>
                  </a:cubicBezTo>
                  <a:cubicBezTo>
                    <a:pt x="256" y="405"/>
                    <a:pt x="254" y="405"/>
                    <a:pt x="254" y="403"/>
                  </a:cubicBezTo>
                  <a:cubicBezTo>
                    <a:pt x="253" y="403"/>
                    <a:pt x="253" y="403"/>
                    <a:pt x="252" y="402"/>
                  </a:cubicBezTo>
                  <a:cubicBezTo>
                    <a:pt x="249" y="401"/>
                    <a:pt x="254" y="401"/>
                    <a:pt x="254" y="400"/>
                  </a:cubicBezTo>
                  <a:cubicBezTo>
                    <a:pt x="254" y="401"/>
                    <a:pt x="254" y="401"/>
                    <a:pt x="254" y="401"/>
                  </a:cubicBezTo>
                  <a:cubicBezTo>
                    <a:pt x="255" y="400"/>
                    <a:pt x="254" y="400"/>
                    <a:pt x="254" y="399"/>
                  </a:cubicBezTo>
                  <a:cubicBezTo>
                    <a:pt x="257" y="398"/>
                    <a:pt x="254" y="400"/>
                    <a:pt x="256" y="401"/>
                  </a:cubicBezTo>
                  <a:cubicBezTo>
                    <a:pt x="258" y="400"/>
                    <a:pt x="258" y="400"/>
                    <a:pt x="258" y="400"/>
                  </a:cubicBezTo>
                  <a:cubicBezTo>
                    <a:pt x="259" y="399"/>
                    <a:pt x="256" y="400"/>
                    <a:pt x="257" y="398"/>
                  </a:cubicBezTo>
                  <a:cubicBezTo>
                    <a:pt x="258" y="398"/>
                    <a:pt x="258" y="398"/>
                    <a:pt x="258" y="398"/>
                  </a:cubicBezTo>
                  <a:cubicBezTo>
                    <a:pt x="257" y="397"/>
                    <a:pt x="257" y="397"/>
                    <a:pt x="257" y="397"/>
                  </a:cubicBezTo>
                  <a:cubicBezTo>
                    <a:pt x="256" y="397"/>
                    <a:pt x="254" y="397"/>
                    <a:pt x="254" y="398"/>
                  </a:cubicBezTo>
                  <a:cubicBezTo>
                    <a:pt x="251" y="397"/>
                    <a:pt x="254" y="397"/>
                    <a:pt x="254" y="396"/>
                  </a:cubicBezTo>
                  <a:cubicBezTo>
                    <a:pt x="252" y="395"/>
                    <a:pt x="254" y="396"/>
                    <a:pt x="252" y="396"/>
                  </a:cubicBezTo>
                  <a:cubicBezTo>
                    <a:pt x="250" y="396"/>
                    <a:pt x="250" y="395"/>
                    <a:pt x="250" y="394"/>
                  </a:cubicBezTo>
                  <a:cubicBezTo>
                    <a:pt x="250" y="393"/>
                    <a:pt x="252" y="394"/>
                    <a:pt x="253" y="393"/>
                  </a:cubicBezTo>
                  <a:cubicBezTo>
                    <a:pt x="254" y="394"/>
                    <a:pt x="254" y="395"/>
                    <a:pt x="253" y="394"/>
                  </a:cubicBezTo>
                  <a:cubicBezTo>
                    <a:pt x="254" y="396"/>
                    <a:pt x="256" y="394"/>
                    <a:pt x="258" y="395"/>
                  </a:cubicBezTo>
                  <a:cubicBezTo>
                    <a:pt x="259" y="394"/>
                    <a:pt x="257" y="394"/>
                    <a:pt x="256" y="393"/>
                  </a:cubicBezTo>
                  <a:cubicBezTo>
                    <a:pt x="256" y="394"/>
                    <a:pt x="254" y="393"/>
                    <a:pt x="254" y="393"/>
                  </a:cubicBezTo>
                  <a:cubicBezTo>
                    <a:pt x="249" y="391"/>
                    <a:pt x="257" y="392"/>
                    <a:pt x="257" y="390"/>
                  </a:cubicBezTo>
                  <a:cubicBezTo>
                    <a:pt x="253" y="390"/>
                    <a:pt x="252" y="387"/>
                    <a:pt x="249" y="389"/>
                  </a:cubicBezTo>
                  <a:cubicBezTo>
                    <a:pt x="248" y="388"/>
                    <a:pt x="248" y="387"/>
                    <a:pt x="248" y="387"/>
                  </a:cubicBezTo>
                  <a:cubicBezTo>
                    <a:pt x="250" y="388"/>
                    <a:pt x="250" y="386"/>
                    <a:pt x="252" y="387"/>
                  </a:cubicBezTo>
                  <a:cubicBezTo>
                    <a:pt x="252" y="386"/>
                    <a:pt x="252" y="386"/>
                    <a:pt x="252" y="386"/>
                  </a:cubicBezTo>
                  <a:cubicBezTo>
                    <a:pt x="254" y="388"/>
                    <a:pt x="254" y="388"/>
                    <a:pt x="254" y="388"/>
                  </a:cubicBezTo>
                  <a:cubicBezTo>
                    <a:pt x="256" y="387"/>
                    <a:pt x="257" y="385"/>
                    <a:pt x="258" y="386"/>
                  </a:cubicBezTo>
                  <a:cubicBezTo>
                    <a:pt x="257" y="385"/>
                    <a:pt x="256" y="386"/>
                    <a:pt x="256" y="385"/>
                  </a:cubicBezTo>
                  <a:cubicBezTo>
                    <a:pt x="257" y="385"/>
                    <a:pt x="258" y="385"/>
                    <a:pt x="258" y="384"/>
                  </a:cubicBezTo>
                  <a:cubicBezTo>
                    <a:pt x="257" y="385"/>
                    <a:pt x="255" y="384"/>
                    <a:pt x="254" y="383"/>
                  </a:cubicBezTo>
                  <a:cubicBezTo>
                    <a:pt x="255" y="382"/>
                    <a:pt x="257" y="382"/>
                    <a:pt x="257" y="382"/>
                  </a:cubicBezTo>
                  <a:cubicBezTo>
                    <a:pt x="259" y="383"/>
                    <a:pt x="259" y="383"/>
                    <a:pt x="259" y="383"/>
                  </a:cubicBezTo>
                  <a:cubicBezTo>
                    <a:pt x="257" y="382"/>
                    <a:pt x="260" y="383"/>
                    <a:pt x="259" y="382"/>
                  </a:cubicBezTo>
                  <a:cubicBezTo>
                    <a:pt x="258" y="381"/>
                    <a:pt x="256" y="381"/>
                    <a:pt x="255" y="380"/>
                  </a:cubicBezTo>
                  <a:cubicBezTo>
                    <a:pt x="254" y="380"/>
                    <a:pt x="256" y="379"/>
                    <a:pt x="256" y="379"/>
                  </a:cubicBezTo>
                  <a:cubicBezTo>
                    <a:pt x="257" y="380"/>
                    <a:pt x="257" y="380"/>
                    <a:pt x="257" y="380"/>
                  </a:cubicBezTo>
                  <a:cubicBezTo>
                    <a:pt x="256" y="379"/>
                    <a:pt x="260" y="380"/>
                    <a:pt x="259" y="379"/>
                  </a:cubicBezTo>
                  <a:cubicBezTo>
                    <a:pt x="258" y="378"/>
                    <a:pt x="258" y="378"/>
                    <a:pt x="258" y="378"/>
                  </a:cubicBezTo>
                  <a:cubicBezTo>
                    <a:pt x="258" y="378"/>
                    <a:pt x="259" y="378"/>
                    <a:pt x="259" y="378"/>
                  </a:cubicBezTo>
                  <a:cubicBezTo>
                    <a:pt x="258" y="378"/>
                    <a:pt x="258" y="377"/>
                    <a:pt x="258" y="377"/>
                  </a:cubicBezTo>
                  <a:cubicBezTo>
                    <a:pt x="259" y="377"/>
                    <a:pt x="259" y="377"/>
                    <a:pt x="259" y="377"/>
                  </a:cubicBezTo>
                  <a:cubicBezTo>
                    <a:pt x="258" y="376"/>
                    <a:pt x="256" y="375"/>
                    <a:pt x="258" y="375"/>
                  </a:cubicBezTo>
                  <a:cubicBezTo>
                    <a:pt x="256" y="375"/>
                    <a:pt x="258" y="376"/>
                    <a:pt x="257" y="376"/>
                  </a:cubicBezTo>
                  <a:cubicBezTo>
                    <a:pt x="255" y="377"/>
                    <a:pt x="255" y="375"/>
                    <a:pt x="255" y="375"/>
                  </a:cubicBezTo>
                  <a:cubicBezTo>
                    <a:pt x="258" y="375"/>
                    <a:pt x="255" y="374"/>
                    <a:pt x="255" y="373"/>
                  </a:cubicBezTo>
                  <a:cubicBezTo>
                    <a:pt x="256" y="373"/>
                    <a:pt x="257" y="372"/>
                    <a:pt x="258" y="372"/>
                  </a:cubicBezTo>
                  <a:cubicBezTo>
                    <a:pt x="256" y="372"/>
                    <a:pt x="256" y="372"/>
                    <a:pt x="256" y="372"/>
                  </a:cubicBezTo>
                  <a:cubicBezTo>
                    <a:pt x="259" y="372"/>
                    <a:pt x="255" y="370"/>
                    <a:pt x="256" y="370"/>
                  </a:cubicBezTo>
                  <a:cubicBezTo>
                    <a:pt x="257" y="370"/>
                    <a:pt x="259" y="370"/>
                    <a:pt x="259" y="370"/>
                  </a:cubicBezTo>
                  <a:cubicBezTo>
                    <a:pt x="257" y="370"/>
                    <a:pt x="256" y="368"/>
                    <a:pt x="254" y="368"/>
                  </a:cubicBezTo>
                  <a:cubicBezTo>
                    <a:pt x="255" y="367"/>
                    <a:pt x="258" y="369"/>
                    <a:pt x="260" y="369"/>
                  </a:cubicBezTo>
                  <a:cubicBezTo>
                    <a:pt x="258" y="368"/>
                    <a:pt x="261" y="367"/>
                    <a:pt x="258" y="366"/>
                  </a:cubicBezTo>
                  <a:cubicBezTo>
                    <a:pt x="257" y="367"/>
                    <a:pt x="257" y="366"/>
                    <a:pt x="256" y="366"/>
                  </a:cubicBezTo>
                  <a:cubicBezTo>
                    <a:pt x="256" y="365"/>
                    <a:pt x="257" y="366"/>
                    <a:pt x="258" y="365"/>
                  </a:cubicBezTo>
                  <a:cubicBezTo>
                    <a:pt x="258" y="365"/>
                    <a:pt x="256" y="364"/>
                    <a:pt x="255" y="365"/>
                  </a:cubicBezTo>
                  <a:cubicBezTo>
                    <a:pt x="255" y="364"/>
                    <a:pt x="253" y="363"/>
                    <a:pt x="255" y="362"/>
                  </a:cubicBezTo>
                  <a:cubicBezTo>
                    <a:pt x="256" y="362"/>
                    <a:pt x="255" y="364"/>
                    <a:pt x="257" y="363"/>
                  </a:cubicBezTo>
                  <a:cubicBezTo>
                    <a:pt x="257" y="362"/>
                    <a:pt x="253" y="362"/>
                    <a:pt x="252" y="360"/>
                  </a:cubicBezTo>
                  <a:cubicBezTo>
                    <a:pt x="251" y="361"/>
                    <a:pt x="248" y="360"/>
                    <a:pt x="248" y="359"/>
                  </a:cubicBezTo>
                  <a:cubicBezTo>
                    <a:pt x="249" y="357"/>
                    <a:pt x="248" y="360"/>
                    <a:pt x="251" y="360"/>
                  </a:cubicBezTo>
                  <a:cubicBezTo>
                    <a:pt x="250" y="359"/>
                    <a:pt x="250" y="359"/>
                    <a:pt x="250" y="359"/>
                  </a:cubicBezTo>
                  <a:cubicBezTo>
                    <a:pt x="254" y="358"/>
                    <a:pt x="255" y="362"/>
                    <a:pt x="257" y="361"/>
                  </a:cubicBezTo>
                  <a:cubicBezTo>
                    <a:pt x="257" y="360"/>
                    <a:pt x="257" y="360"/>
                    <a:pt x="257" y="360"/>
                  </a:cubicBezTo>
                  <a:cubicBezTo>
                    <a:pt x="257" y="360"/>
                    <a:pt x="259" y="361"/>
                    <a:pt x="260" y="361"/>
                  </a:cubicBezTo>
                  <a:cubicBezTo>
                    <a:pt x="258" y="360"/>
                    <a:pt x="259" y="359"/>
                    <a:pt x="259" y="359"/>
                  </a:cubicBezTo>
                  <a:cubicBezTo>
                    <a:pt x="257" y="358"/>
                    <a:pt x="259" y="359"/>
                    <a:pt x="258" y="359"/>
                  </a:cubicBezTo>
                  <a:cubicBezTo>
                    <a:pt x="258" y="358"/>
                    <a:pt x="255" y="357"/>
                    <a:pt x="256" y="356"/>
                  </a:cubicBezTo>
                  <a:cubicBezTo>
                    <a:pt x="257" y="357"/>
                    <a:pt x="259" y="356"/>
                    <a:pt x="259" y="357"/>
                  </a:cubicBezTo>
                  <a:cubicBezTo>
                    <a:pt x="260" y="356"/>
                    <a:pt x="257" y="356"/>
                    <a:pt x="259" y="356"/>
                  </a:cubicBezTo>
                  <a:cubicBezTo>
                    <a:pt x="260" y="356"/>
                    <a:pt x="260" y="356"/>
                    <a:pt x="260" y="356"/>
                  </a:cubicBezTo>
                  <a:cubicBezTo>
                    <a:pt x="260" y="353"/>
                    <a:pt x="261" y="349"/>
                    <a:pt x="257" y="345"/>
                  </a:cubicBezTo>
                  <a:cubicBezTo>
                    <a:pt x="259" y="345"/>
                    <a:pt x="260" y="344"/>
                    <a:pt x="261" y="343"/>
                  </a:cubicBezTo>
                  <a:cubicBezTo>
                    <a:pt x="261" y="343"/>
                    <a:pt x="260" y="343"/>
                    <a:pt x="260" y="342"/>
                  </a:cubicBezTo>
                  <a:cubicBezTo>
                    <a:pt x="262" y="342"/>
                    <a:pt x="262" y="342"/>
                    <a:pt x="262" y="342"/>
                  </a:cubicBezTo>
                  <a:cubicBezTo>
                    <a:pt x="263" y="341"/>
                    <a:pt x="262" y="340"/>
                    <a:pt x="261" y="339"/>
                  </a:cubicBezTo>
                  <a:cubicBezTo>
                    <a:pt x="262" y="339"/>
                    <a:pt x="262" y="339"/>
                    <a:pt x="262" y="339"/>
                  </a:cubicBezTo>
                  <a:cubicBezTo>
                    <a:pt x="264" y="338"/>
                    <a:pt x="261" y="338"/>
                    <a:pt x="261" y="337"/>
                  </a:cubicBezTo>
                  <a:cubicBezTo>
                    <a:pt x="263" y="337"/>
                    <a:pt x="263" y="337"/>
                    <a:pt x="263" y="337"/>
                  </a:cubicBezTo>
                  <a:cubicBezTo>
                    <a:pt x="261" y="337"/>
                    <a:pt x="261" y="337"/>
                    <a:pt x="261" y="337"/>
                  </a:cubicBezTo>
                  <a:cubicBezTo>
                    <a:pt x="261" y="336"/>
                    <a:pt x="262" y="335"/>
                    <a:pt x="264" y="336"/>
                  </a:cubicBezTo>
                  <a:cubicBezTo>
                    <a:pt x="263" y="335"/>
                    <a:pt x="263" y="335"/>
                    <a:pt x="262" y="335"/>
                  </a:cubicBezTo>
                  <a:cubicBezTo>
                    <a:pt x="264" y="335"/>
                    <a:pt x="264" y="332"/>
                    <a:pt x="264" y="331"/>
                  </a:cubicBezTo>
                  <a:cubicBezTo>
                    <a:pt x="263" y="331"/>
                    <a:pt x="263" y="331"/>
                    <a:pt x="261" y="330"/>
                  </a:cubicBezTo>
                  <a:cubicBezTo>
                    <a:pt x="259" y="329"/>
                    <a:pt x="262" y="330"/>
                    <a:pt x="261" y="329"/>
                  </a:cubicBezTo>
                  <a:cubicBezTo>
                    <a:pt x="262" y="329"/>
                    <a:pt x="263" y="329"/>
                    <a:pt x="263" y="330"/>
                  </a:cubicBezTo>
                  <a:cubicBezTo>
                    <a:pt x="266" y="329"/>
                    <a:pt x="266" y="326"/>
                    <a:pt x="268" y="325"/>
                  </a:cubicBezTo>
                  <a:cubicBezTo>
                    <a:pt x="267" y="324"/>
                    <a:pt x="267" y="324"/>
                    <a:pt x="267" y="324"/>
                  </a:cubicBezTo>
                  <a:cubicBezTo>
                    <a:pt x="270" y="323"/>
                    <a:pt x="268" y="321"/>
                    <a:pt x="270" y="320"/>
                  </a:cubicBezTo>
                  <a:cubicBezTo>
                    <a:pt x="269" y="320"/>
                    <a:pt x="267" y="318"/>
                    <a:pt x="268" y="317"/>
                  </a:cubicBezTo>
                  <a:cubicBezTo>
                    <a:pt x="266" y="315"/>
                    <a:pt x="270" y="318"/>
                    <a:pt x="271" y="318"/>
                  </a:cubicBezTo>
                  <a:cubicBezTo>
                    <a:pt x="271" y="317"/>
                    <a:pt x="271" y="316"/>
                    <a:pt x="271" y="316"/>
                  </a:cubicBezTo>
                  <a:cubicBezTo>
                    <a:pt x="272" y="316"/>
                    <a:pt x="272" y="316"/>
                    <a:pt x="272" y="316"/>
                  </a:cubicBezTo>
                  <a:cubicBezTo>
                    <a:pt x="271" y="315"/>
                    <a:pt x="271" y="314"/>
                    <a:pt x="272" y="314"/>
                  </a:cubicBezTo>
                  <a:cubicBezTo>
                    <a:pt x="272" y="314"/>
                    <a:pt x="272" y="314"/>
                    <a:pt x="272" y="314"/>
                  </a:cubicBezTo>
                  <a:cubicBezTo>
                    <a:pt x="273" y="314"/>
                    <a:pt x="274" y="314"/>
                    <a:pt x="274" y="313"/>
                  </a:cubicBezTo>
                  <a:cubicBezTo>
                    <a:pt x="274" y="311"/>
                    <a:pt x="275" y="312"/>
                    <a:pt x="274" y="310"/>
                  </a:cubicBezTo>
                  <a:cubicBezTo>
                    <a:pt x="275" y="311"/>
                    <a:pt x="275" y="311"/>
                    <a:pt x="275" y="311"/>
                  </a:cubicBezTo>
                  <a:cubicBezTo>
                    <a:pt x="273" y="310"/>
                    <a:pt x="273" y="310"/>
                    <a:pt x="273" y="310"/>
                  </a:cubicBezTo>
                  <a:cubicBezTo>
                    <a:pt x="275" y="309"/>
                    <a:pt x="275" y="309"/>
                    <a:pt x="275" y="309"/>
                  </a:cubicBezTo>
                  <a:cubicBezTo>
                    <a:pt x="276" y="311"/>
                    <a:pt x="276" y="311"/>
                    <a:pt x="276" y="311"/>
                  </a:cubicBezTo>
                  <a:cubicBezTo>
                    <a:pt x="277" y="311"/>
                    <a:pt x="275" y="310"/>
                    <a:pt x="275" y="309"/>
                  </a:cubicBezTo>
                  <a:cubicBezTo>
                    <a:pt x="274" y="308"/>
                    <a:pt x="275" y="309"/>
                    <a:pt x="276" y="309"/>
                  </a:cubicBezTo>
                  <a:cubicBezTo>
                    <a:pt x="277" y="310"/>
                    <a:pt x="276" y="309"/>
                    <a:pt x="276" y="309"/>
                  </a:cubicBezTo>
                  <a:cubicBezTo>
                    <a:pt x="276" y="310"/>
                    <a:pt x="276" y="309"/>
                    <a:pt x="277" y="310"/>
                  </a:cubicBezTo>
                  <a:cubicBezTo>
                    <a:pt x="277" y="310"/>
                    <a:pt x="276" y="308"/>
                    <a:pt x="276" y="308"/>
                  </a:cubicBezTo>
                  <a:cubicBezTo>
                    <a:pt x="277" y="308"/>
                    <a:pt x="277" y="307"/>
                    <a:pt x="278" y="308"/>
                  </a:cubicBezTo>
                  <a:cubicBezTo>
                    <a:pt x="278" y="307"/>
                    <a:pt x="279" y="307"/>
                    <a:pt x="278" y="306"/>
                  </a:cubicBezTo>
                  <a:cubicBezTo>
                    <a:pt x="278" y="306"/>
                    <a:pt x="277" y="307"/>
                    <a:pt x="276" y="306"/>
                  </a:cubicBezTo>
                  <a:cubicBezTo>
                    <a:pt x="276" y="305"/>
                    <a:pt x="277" y="305"/>
                    <a:pt x="277" y="305"/>
                  </a:cubicBezTo>
                  <a:cubicBezTo>
                    <a:pt x="277" y="306"/>
                    <a:pt x="277" y="306"/>
                    <a:pt x="277" y="306"/>
                  </a:cubicBezTo>
                  <a:cubicBezTo>
                    <a:pt x="277" y="305"/>
                    <a:pt x="278" y="305"/>
                    <a:pt x="277" y="304"/>
                  </a:cubicBezTo>
                  <a:cubicBezTo>
                    <a:pt x="279" y="305"/>
                    <a:pt x="279" y="305"/>
                    <a:pt x="279" y="305"/>
                  </a:cubicBezTo>
                  <a:cubicBezTo>
                    <a:pt x="278" y="304"/>
                    <a:pt x="279" y="303"/>
                    <a:pt x="279" y="303"/>
                  </a:cubicBezTo>
                  <a:cubicBezTo>
                    <a:pt x="280" y="304"/>
                    <a:pt x="281" y="306"/>
                    <a:pt x="282" y="306"/>
                  </a:cubicBezTo>
                  <a:cubicBezTo>
                    <a:pt x="282" y="304"/>
                    <a:pt x="282" y="304"/>
                    <a:pt x="282" y="304"/>
                  </a:cubicBezTo>
                  <a:cubicBezTo>
                    <a:pt x="282" y="303"/>
                    <a:pt x="283" y="304"/>
                    <a:pt x="283" y="304"/>
                  </a:cubicBezTo>
                  <a:cubicBezTo>
                    <a:pt x="285" y="304"/>
                    <a:pt x="282" y="299"/>
                    <a:pt x="284" y="300"/>
                  </a:cubicBezTo>
                  <a:cubicBezTo>
                    <a:pt x="285" y="302"/>
                    <a:pt x="285" y="302"/>
                    <a:pt x="286" y="302"/>
                  </a:cubicBezTo>
                  <a:cubicBezTo>
                    <a:pt x="286" y="301"/>
                    <a:pt x="286" y="301"/>
                    <a:pt x="286" y="301"/>
                  </a:cubicBezTo>
                  <a:cubicBezTo>
                    <a:pt x="285" y="300"/>
                    <a:pt x="286" y="302"/>
                    <a:pt x="285" y="301"/>
                  </a:cubicBezTo>
                  <a:cubicBezTo>
                    <a:pt x="285" y="300"/>
                    <a:pt x="285" y="300"/>
                    <a:pt x="285" y="300"/>
                  </a:cubicBezTo>
                  <a:cubicBezTo>
                    <a:pt x="288" y="303"/>
                    <a:pt x="290" y="299"/>
                    <a:pt x="293" y="300"/>
                  </a:cubicBezTo>
                  <a:cubicBezTo>
                    <a:pt x="292" y="298"/>
                    <a:pt x="294" y="299"/>
                    <a:pt x="294" y="298"/>
                  </a:cubicBezTo>
                  <a:cubicBezTo>
                    <a:pt x="294" y="300"/>
                    <a:pt x="295" y="297"/>
                    <a:pt x="296" y="298"/>
                  </a:cubicBezTo>
                  <a:cubicBezTo>
                    <a:pt x="295" y="296"/>
                    <a:pt x="295" y="296"/>
                    <a:pt x="295" y="296"/>
                  </a:cubicBezTo>
                  <a:cubicBezTo>
                    <a:pt x="296" y="297"/>
                    <a:pt x="295" y="291"/>
                    <a:pt x="297" y="294"/>
                  </a:cubicBezTo>
                  <a:cubicBezTo>
                    <a:pt x="298" y="295"/>
                    <a:pt x="298" y="296"/>
                    <a:pt x="297" y="296"/>
                  </a:cubicBezTo>
                  <a:cubicBezTo>
                    <a:pt x="299" y="299"/>
                    <a:pt x="300" y="293"/>
                    <a:pt x="301" y="296"/>
                  </a:cubicBezTo>
                  <a:cubicBezTo>
                    <a:pt x="301" y="295"/>
                    <a:pt x="300" y="294"/>
                    <a:pt x="301" y="292"/>
                  </a:cubicBezTo>
                  <a:cubicBezTo>
                    <a:pt x="302" y="293"/>
                    <a:pt x="304" y="294"/>
                    <a:pt x="304" y="294"/>
                  </a:cubicBezTo>
                  <a:cubicBezTo>
                    <a:pt x="304" y="294"/>
                    <a:pt x="304" y="293"/>
                    <a:pt x="305" y="294"/>
                  </a:cubicBezTo>
                  <a:cubicBezTo>
                    <a:pt x="305" y="294"/>
                    <a:pt x="305" y="294"/>
                    <a:pt x="305" y="295"/>
                  </a:cubicBezTo>
                  <a:cubicBezTo>
                    <a:pt x="306" y="295"/>
                    <a:pt x="307" y="294"/>
                    <a:pt x="308" y="293"/>
                  </a:cubicBezTo>
                  <a:cubicBezTo>
                    <a:pt x="309" y="294"/>
                    <a:pt x="310" y="293"/>
                    <a:pt x="312" y="293"/>
                  </a:cubicBezTo>
                  <a:cubicBezTo>
                    <a:pt x="312" y="291"/>
                    <a:pt x="315" y="293"/>
                    <a:pt x="314" y="290"/>
                  </a:cubicBezTo>
                  <a:cubicBezTo>
                    <a:pt x="314" y="291"/>
                    <a:pt x="314" y="291"/>
                    <a:pt x="314" y="291"/>
                  </a:cubicBezTo>
                  <a:cubicBezTo>
                    <a:pt x="314" y="290"/>
                    <a:pt x="314" y="288"/>
                    <a:pt x="315" y="288"/>
                  </a:cubicBezTo>
                  <a:cubicBezTo>
                    <a:pt x="315" y="290"/>
                    <a:pt x="315" y="290"/>
                    <a:pt x="315" y="290"/>
                  </a:cubicBezTo>
                  <a:cubicBezTo>
                    <a:pt x="316" y="292"/>
                    <a:pt x="317" y="290"/>
                    <a:pt x="318" y="291"/>
                  </a:cubicBezTo>
                  <a:cubicBezTo>
                    <a:pt x="316" y="289"/>
                    <a:pt x="318" y="291"/>
                    <a:pt x="318" y="289"/>
                  </a:cubicBezTo>
                  <a:cubicBezTo>
                    <a:pt x="318" y="288"/>
                    <a:pt x="318" y="288"/>
                    <a:pt x="318" y="288"/>
                  </a:cubicBezTo>
                  <a:cubicBezTo>
                    <a:pt x="319" y="287"/>
                    <a:pt x="318" y="287"/>
                    <a:pt x="319" y="286"/>
                  </a:cubicBezTo>
                  <a:cubicBezTo>
                    <a:pt x="320" y="286"/>
                    <a:pt x="321" y="288"/>
                    <a:pt x="320" y="288"/>
                  </a:cubicBezTo>
                  <a:cubicBezTo>
                    <a:pt x="321" y="289"/>
                    <a:pt x="322" y="288"/>
                    <a:pt x="322" y="287"/>
                  </a:cubicBezTo>
                  <a:cubicBezTo>
                    <a:pt x="322" y="287"/>
                    <a:pt x="322" y="287"/>
                    <a:pt x="322" y="287"/>
                  </a:cubicBezTo>
                  <a:cubicBezTo>
                    <a:pt x="322" y="287"/>
                    <a:pt x="322" y="287"/>
                    <a:pt x="322" y="287"/>
                  </a:cubicBezTo>
                  <a:cubicBezTo>
                    <a:pt x="323" y="287"/>
                    <a:pt x="323" y="287"/>
                    <a:pt x="323" y="287"/>
                  </a:cubicBezTo>
                  <a:cubicBezTo>
                    <a:pt x="323" y="287"/>
                    <a:pt x="323" y="287"/>
                    <a:pt x="323" y="287"/>
                  </a:cubicBezTo>
                  <a:cubicBezTo>
                    <a:pt x="323" y="287"/>
                    <a:pt x="323" y="287"/>
                    <a:pt x="322" y="287"/>
                  </a:cubicBezTo>
                  <a:cubicBezTo>
                    <a:pt x="323" y="287"/>
                    <a:pt x="323" y="287"/>
                    <a:pt x="323" y="287"/>
                  </a:cubicBezTo>
                  <a:cubicBezTo>
                    <a:pt x="323" y="287"/>
                    <a:pt x="323" y="287"/>
                    <a:pt x="323" y="287"/>
                  </a:cubicBezTo>
                  <a:cubicBezTo>
                    <a:pt x="324" y="287"/>
                    <a:pt x="324" y="287"/>
                    <a:pt x="324" y="287"/>
                  </a:cubicBezTo>
                  <a:cubicBezTo>
                    <a:pt x="325" y="289"/>
                    <a:pt x="325" y="289"/>
                    <a:pt x="325" y="289"/>
                  </a:cubicBezTo>
                  <a:cubicBezTo>
                    <a:pt x="325" y="289"/>
                    <a:pt x="326" y="286"/>
                    <a:pt x="326" y="286"/>
                  </a:cubicBezTo>
                  <a:cubicBezTo>
                    <a:pt x="328" y="286"/>
                    <a:pt x="331" y="283"/>
                    <a:pt x="332" y="281"/>
                  </a:cubicBezTo>
                  <a:cubicBezTo>
                    <a:pt x="332" y="282"/>
                    <a:pt x="332" y="282"/>
                    <a:pt x="332" y="282"/>
                  </a:cubicBezTo>
                  <a:cubicBezTo>
                    <a:pt x="332" y="281"/>
                    <a:pt x="332" y="279"/>
                    <a:pt x="333" y="280"/>
                  </a:cubicBezTo>
                  <a:cubicBezTo>
                    <a:pt x="333" y="279"/>
                    <a:pt x="334" y="280"/>
                    <a:pt x="335" y="280"/>
                  </a:cubicBezTo>
                  <a:cubicBezTo>
                    <a:pt x="335" y="280"/>
                    <a:pt x="334" y="279"/>
                    <a:pt x="334" y="279"/>
                  </a:cubicBezTo>
                  <a:cubicBezTo>
                    <a:pt x="337" y="279"/>
                    <a:pt x="337" y="275"/>
                    <a:pt x="339" y="274"/>
                  </a:cubicBezTo>
                  <a:cubicBezTo>
                    <a:pt x="339" y="274"/>
                    <a:pt x="340" y="275"/>
                    <a:pt x="340" y="276"/>
                  </a:cubicBezTo>
                  <a:cubicBezTo>
                    <a:pt x="341" y="274"/>
                    <a:pt x="341" y="272"/>
                    <a:pt x="341" y="270"/>
                  </a:cubicBezTo>
                  <a:cubicBezTo>
                    <a:pt x="341" y="270"/>
                    <a:pt x="342" y="270"/>
                    <a:pt x="342" y="271"/>
                  </a:cubicBezTo>
                  <a:cubicBezTo>
                    <a:pt x="342" y="270"/>
                    <a:pt x="343" y="269"/>
                    <a:pt x="342" y="267"/>
                  </a:cubicBezTo>
                  <a:cubicBezTo>
                    <a:pt x="341" y="268"/>
                    <a:pt x="343" y="268"/>
                    <a:pt x="342" y="268"/>
                  </a:cubicBezTo>
                  <a:cubicBezTo>
                    <a:pt x="341" y="268"/>
                    <a:pt x="340" y="266"/>
                    <a:pt x="341" y="266"/>
                  </a:cubicBezTo>
                  <a:cubicBezTo>
                    <a:pt x="341" y="266"/>
                    <a:pt x="341" y="266"/>
                    <a:pt x="341" y="266"/>
                  </a:cubicBezTo>
                  <a:cubicBezTo>
                    <a:pt x="342" y="265"/>
                    <a:pt x="341" y="265"/>
                    <a:pt x="342" y="263"/>
                  </a:cubicBezTo>
                  <a:cubicBezTo>
                    <a:pt x="343" y="263"/>
                    <a:pt x="342" y="264"/>
                    <a:pt x="343" y="264"/>
                  </a:cubicBezTo>
                  <a:cubicBezTo>
                    <a:pt x="345" y="265"/>
                    <a:pt x="345" y="262"/>
                    <a:pt x="346" y="262"/>
                  </a:cubicBezTo>
                  <a:cubicBezTo>
                    <a:pt x="344" y="261"/>
                    <a:pt x="344" y="261"/>
                    <a:pt x="344" y="261"/>
                  </a:cubicBezTo>
                  <a:cubicBezTo>
                    <a:pt x="344" y="260"/>
                    <a:pt x="346" y="261"/>
                    <a:pt x="346" y="260"/>
                  </a:cubicBezTo>
                  <a:cubicBezTo>
                    <a:pt x="342" y="256"/>
                    <a:pt x="342" y="256"/>
                    <a:pt x="342" y="256"/>
                  </a:cubicBezTo>
                  <a:cubicBezTo>
                    <a:pt x="342" y="257"/>
                    <a:pt x="344" y="256"/>
                    <a:pt x="345" y="257"/>
                  </a:cubicBezTo>
                  <a:cubicBezTo>
                    <a:pt x="346" y="255"/>
                    <a:pt x="342" y="254"/>
                    <a:pt x="341" y="253"/>
                  </a:cubicBezTo>
                  <a:cubicBezTo>
                    <a:pt x="342" y="252"/>
                    <a:pt x="341" y="250"/>
                    <a:pt x="341" y="250"/>
                  </a:cubicBezTo>
                  <a:cubicBezTo>
                    <a:pt x="342" y="250"/>
                    <a:pt x="341" y="250"/>
                    <a:pt x="342" y="250"/>
                  </a:cubicBezTo>
                  <a:cubicBezTo>
                    <a:pt x="343" y="250"/>
                    <a:pt x="343" y="250"/>
                    <a:pt x="343" y="250"/>
                  </a:cubicBezTo>
                  <a:cubicBezTo>
                    <a:pt x="343" y="251"/>
                    <a:pt x="346" y="250"/>
                    <a:pt x="347" y="251"/>
                  </a:cubicBezTo>
                  <a:cubicBezTo>
                    <a:pt x="346" y="249"/>
                    <a:pt x="347" y="247"/>
                    <a:pt x="347" y="246"/>
                  </a:cubicBezTo>
                  <a:cubicBezTo>
                    <a:pt x="345" y="247"/>
                    <a:pt x="346" y="244"/>
                    <a:pt x="343" y="244"/>
                  </a:cubicBezTo>
                  <a:cubicBezTo>
                    <a:pt x="343" y="242"/>
                    <a:pt x="346" y="243"/>
                    <a:pt x="346" y="242"/>
                  </a:cubicBezTo>
                  <a:cubicBezTo>
                    <a:pt x="345" y="240"/>
                    <a:pt x="346" y="239"/>
                    <a:pt x="345" y="237"/>
                  </a:cubicBezTo>
                  <a:cubicBezTo>
                    <a:pt x="346" y="237"/>
                    <a:pt x="346" y="237"/>
                    <a:pt x="346" y="237"/>
                  </a:cubicBezTo>
                  <a:cubicBezTo>
                    <a:pt x="345" y="236"/>
                    <a:pt x="346" y="233"/>
                    <a:pt x="344" y="232"/>
                  </a:cubicBezTo>
                  <a:cubicBezTo>
                    <a:pt x="345" y="232"/>
                    <a:pt x="345" y="232"/>
                    <a:pt x="345" y="232"/>
                  </a:cubicBezTo>
                  <a:cubicBezTo>
                    <a:pt x="346" y="231"/>
                    <a:pt x="342" y="232"/>
                    <a:pt x="343" y="230"/>
                  </a:cubicBezTo>
                  <a:cubicBezTo>
                    <a:pt x="345" y="231"/>
                    <a:pt x="345" y="231"/>
                    <a:pt x="345" y="231"/>
                  </a:cubicBezTo>
                  <a:cubicBezTo>
                    <a:pt x="343" y="230"/>
                    <a:pt x="346" y="229"/>
                    <a:pt x="344" y="227"/>
                  </a:cubicBezTo>
                  <a:cubicBezTo>
                    <a:pt x="344" y="227"/>
                    <a:pt x="345" y="227"/>
                    <a:pt x="345" y="228"/>
                  </a:cubicBezTo>
                  <a:cubicBezTo>
                    <a:pt x="344" y="226"/>
                    <a:pt x="345" y="225"/>
                    <a:pt x="343" y="224"/>
                  </a:cubicBezTo>
                  <a:cubicBezTo>
                    <a:pt x="344" y="224"/>
                    <a:pt x="345" y="224"/>
                    <a:pt x="345" y="225"/>
                  </a:cubicBezTo>
                  <a:cubicBezTo>
                    <a:pt x="346" y="224"/>
                    <a:pt x="343" y="223"/>
                    <a:pt x="344" y="222"/>
                  </a:cubicBezTo>
                  <a:cubicBezTo>
                    <a:pt x="344" y="222"/>
                    <a:pt x="345" y="222"/>
                    <a:pt x="346" y="222"/>
                  </a:cubicBezTo>
                  <a:cubicBezTo>
                    <a:pt x="344" y="221"/>
                    <a:pt x="345" y="219"/>
                    <a:pt x="344" y="219"/>
                  </a:cubicBezTo>
                  <a:cubicBezTo>
                    <a:pt x="345" y="219"/>
                    <a:pt x="346" y="218"/>
                    <a:pt x="347" y="218"/>
                  </a:cubicBezTo>
                  <a:cubicBezTo>
                    <a:pt x="348" y="213"/>
                    <a:pt x="351" y="208"/>
                    <a:pt x="353" y="202"/>
                  </a:cubicBezTo>
                  <a:cubicBezTo>
                    <a:pt x="355" y="203"/>
                    <a:pt x="353" y="204"/>
                    <a:pt x="355" y="204"/>
                  </a:cubicBezTo>
                  <a:cubicBezTo>
                    <a:pt x="353" y="203"/>
                    <a:pt x="355" y="203"/>
                    <a:pt x="355" y="202"/>
                  </a:cubicBezTo>
                  <a:cubicBezTo>
                    <a:pt x="356" y="202"/>
                    <a:pt x="356" y="202"/>
                    <a:pt x="356" y="202"/>
                  </a:cubicBezTo>
                  <a:cubicBezTo>
                    <a:pt x="356" y="201"/>
                    <a:pt x="357" y="202"/>
                    <a:pt x="357" y="201"/>
                  </a:cubicBezTo>
                  <a:cubicBezTo>
                    <a:pt x="357" y="200"/>
                    <a:pt x="357" y="200"/>
                    <a:pt x="357" y="200"/>
                  </a:cubicBezTo>
                  <a:cubicBezTo>
                    <a:pt x="356" y="199"/>
                    <a:pt x="360" y="201"/>
                    <a:pt x="358" y="199"/>
                  </a:cubicBezTo>
                  <a:cubicBezTo>
                    <a:pt x="360" y="200"/>
                    <a:pt x="360" y="200"/>
                    <a:pt x="360" y="200"/>
                  </a:cubicBezTo>
                  <a:cubicBezTo>
                    <a:pt x="359" y="197"/>
                    <a:pt x="361" y="199"/>
                    <a:pt x="361" y="197"/>
                  </a:cubicBezTo>
                  <a:cubicBezTo>
                    <a:pt x="361" y="197"/>
                    <a:pt x="361" y="197"/>
                    <a:pt x="361" y="197"/>
                  </a:cubicBezTo>
                  <a:cubicBezTo>
                    <a:pt x="363" y="198"/>
                    <a:pt x="362" y="194"/>
                    <a:pt x="363" y="195"/>
                  </a:cubicBezTo>
                  <a:cubicBezTo>
                    <a:pt x="364" y="194"/>
                    <a:pt x="365" y="193"/>
                    <a:pt x="364" y="191"/>
                  </a:cubicBezTo>
                  <a:cubicBezTo>
                    <a:pt x="365" y="193"/>
                    <a:pt x="365" y="193"/>
                    <a:pt x="365" y="193"/>
                  </a:cubicBezTo>
                  <a:cubicBezTo>
                    <a:pt x="366" y="192"/>
                    <a:pt x="368" y="191"/>
                    <a:pt x="369" y="190"/>
                  </a:cubicBezTo>
                  <a:cubicBezTo>
                    <a:pt x="374" y="190"/>
                    <a:pt x="379" y="190"/>
                    <a:pt x="383" y="191"/>
                  </a:cubicBezTo>
                  <a:cubicBezTo>
                    <a:pt x="386" y="192"/>
                    <a:pt x="388" y="193"/>
                    <a:pt x="390" y="194"/>
                  </a:cubicBezTo>
                  <a:cubicBezTo>
                    <a:pt x="389" y="196"/>
                    <a:pt x="388" y="198"/>
                    <a:pt x="388" y="200"/>
                  </a:cubicBezTo>
                  <a:cubicBezTo>
                    <a:pt x="387" y="201"/>
                    <a:pt x="386" y="199"/>
                    <a:pt x="386" y="199"/>
                  </a:cubicBezTo>
                  <a:cubicBezTo>
                    <a:pt x="384" y="205"/>
                    <a:pt x="377" y="203"/>
                    <a:pt x="373" y="209"/>
                  </a:cubicBezTo>
                  <a:cubicBezTo>
                    <a:pt x="369" y="210"/>
                    <a:pt x="365" y="215"/>
                    <a:pt x="365" y="215"/>
                  </a:cubicBezTo>
                  <a:cubicBezTo>
                    <a:pt x="382" y="216"/>
                    <a:pt x="389" y="211"/>
                    <a:pt x="399" y="205"/>
                  </a:cubicBezTo>
                  <a:cubicBezTo>
                    <a:pt x="401" y="203"/>
                    <a:pt x="402" y="201"/>
                    <a:pt x="403" y="198"/>
                  </a:cubicBezTo>
                  <a:cubicBezTo>
                    <a:pt x="405" y="199"/>
                    <a:pt x="406" y="199"/>
                    <a:pt x="406" y="198"/>
                  </a:cubicBezTo>
                  <a:cubicBezTo>
                    <a:pt x="405" y="197"/>
                    <a:pt x="404" y="197"/>
                    <a:pt x="404" y="196"/>
                  </a:cubicBezTo>
                  <a:cubicBezTo>
                    <a:pt x="404" y="194"/>
                    <a:pt x="405" y="191"/>
                    <a:pt x="406" y="188"/>
                  </a:cubicBezTo>
                  <a:cubicBezTo>
                    <a:pt x="398" y="164"/>
                    <a:pt x="382" y="170"/>
                    <a:pt x="375" y="170"/>
                  </a:cubicBezTo>
                  <a:cubicBezTo>
                    <a:pt x="367" y="172"/>
                    <a:pt x="361" y="175"/>
                    <a:pt x="356" y="179"/>
                  </a:cubicBezTo>
                  <a:cubicBezTo>
                    <a:pt x="356" y="179"/>
                    <a:pt x="356" y="179"/>
                    <a:pt x="357" y="180"/>
                  </a:cubicBezTo>
                  <a:cubicBezTo>
                    <a:pt x="354" y="179"/>
                    <a:pt x="351" y="179"/>
                    <a:pt x="349" y="179"/>
                  </a:cubicBezTo>
                  <a:cubicBezTo>
                    <a:pt x="332" y="177"/>
                    <a:pt x="315" y="175"/>
                    <a:pt x="313" y="163"/>
                  </a:cubicBezTo>
                  <a:cubicBezTo>
                    <a:pt x="308" y="154"/>
                    <a:pt x="303" y="139"/>
                    <a:pt x="301" y="128"/>
                  </a:cubicBezTo>
                  <a:cubicBezTo>
                    <a:pt x="300" y="124"/>
                    <a:pt x="300" y="121"/>
                    <a:pt x="299" y="117"/>
                  </a:cubicBezTo>
                  <a:cubicBezTo>
                    <a:pt x="323" y="112"/>
                    <a:pt x="296" y="118"/>
                    <a:pt x="307" y="115"/>
                  </a:cubicBezTo>
                  <a:cubicBezTo>
                    <a:pt x="307" y="115"/>
                    <a:pt x="307" y="115"/>
                    <a:pt x="307" y="115"/>
                  </a:cubicBezTo>
                  <a:cubicBezTo>
                    <a:pt x="307" y="114"/>
                    <a:pt x="307" y="114"/>
                    <a:pt x="307" y="114"/>
                  </a:cubicBezTo>
                  <a:cubicBezTo>
                    <a:pt x="306" y="113"/>
                    <a:pt x="306" y="113"/>
                    <a:pt x="306" y="113"/>
                  </a:cubicBezTo>
                  <a:cubicBezTo>
                    <a:pt x="306" y="110"/>
                    <a:pt x="306" y="110"/>
                    <a:pt x="306" y="110"/>
                  </a:cubicBezTo>
                  <a:cubicBezTo>
                    <a:pt x="303" y="103"/>
                    <a:pt x="304" y="96"/>
                    <a:pt x="292" y="85"/>
                  </a:cubicBezTo>
                  <a:cubicBezTo>
                    <a:pt x="277" y="75"/>
                    <a:pt x="266" y="83"/>
                    <a:pt x="261" y="92"/>
                  </a:cubicBezTo>
                  <a:cubicBezTo>
                    <a:pt x="260" y="93"/>
                    <a:pt x="259" y="94"/>
                    <a:pt x="258" y="95"/>
                  </a:cubicBezTo>
                  <a:cubicBezTo>
                    <a:pt x="257" y="95"/>
                    <a:pt x="257" y="95"/>
                    <a:pt x="257" y="95"/>
                  </a:cubicBezTo>
                  <a:cubicBezTo>
                    <a:pt x="255" y="97"/>
                    <a:pt x="253" y="98"/>
                    <a:pt x="251" y="102"/>
                  </a:cubicBezTo>
                  <a:cubicBezTo>
                    <a:pt x="251" y="102"/>
                    <a:pt x="251" y="102"/>
                    <a:pt x="251" y="102"/>
                  </a:cubicBezTo>
                  <a:cubicBezTo>
                    <a:pt x="251" y="106"/>
                    <a:pt x="245" y="110"/>
                    <a:pt x="247" y="113"/>
                  </a:cubicBezTo>
                  <a:cubicBezTo>
                    <a:pt x="245" y="115"/>
                    <a:pt x="245" y="115"/>
                    <a:pt x="245" y="115"/>
                  </a:cubicBezTo>
                  <a:cubicBezTo>
                    <a:pt x="246" y="120"/>
                    <a:pt x="243" y="122"/>
                    <a:pt x="245" y="127"/>
                  </a:cubicBezTo>
                  <a:cubicBezTo>
                    <a:pt x="244" y="126"/>
                    <a:pt x="244" y="126"/>
                    <a:pt x="244" y="126"/>
                  </a:cubicBezTo>
                  <a:cubicBezTo>
                    <a:pt x="243" y="133"/>
                    <a:pt x="248" y="140"/>
                    <a:pt x="246" y="142"/>
                  </a:cubicBezTo>
                  <a:cubicBezTo>
                    <a:pt x="246" y="144"/>
                    <a:pt x="246" y="145"/>
                    <a:pt x="247" y="147"/>
                  </a:cubicBezTo>
                  <a:cubicBezTo>
                    <a:pt x="241" y="158"/>
                    <a:pt x="234" y="167"/>
                    <a:pt x="228" y="171"/>
                  </a:cubicBezTo>
                  <a:cubicBezTo>
                    <a:pt x="228" y="169"/>
                    <a:pt x="226" y="166"/>
                    <a:pt x="223" y="162"/>
                  </a:cubicBezTo>
                  <a:cubicBezTo>
                    <a:pt x="223" y="162"/>
                    <a:pt x="223" y="162"/>
                    <a:pt x="224" y="162"/>
                  </a:cubicBezTo>
                  <a:cubicBezTo>
                    <a:pt x="224" y="162"/>
                    <a:pt x="223" y="161"/>
                    <a:pt x="223" y="161"/>
                  </a:cubicBezTo>
                  <a:cubicBezTo>
                    <a:pt x="223" y="161"/>
                    <a:pt x="223" y="161"/>
                    <a:pt x="223" y="160"/>
                  </a:cubicBezTo>
                  <a:cubicBezTo>
                    <a:pt x="228" y="153"/>
                    <a:pt x="228" y="143"/>
                    <a:pt x="231" y="134"/>
                  </a:cubicBezTo>
                  <a:cubicBezTo>
                    <a:pt x="231" y="134"/>
                    <a:pt x="232" y="136"/>
                    <a:pt x="232" y="137"/>
                  </a:cubicBezTo>
                  <a:cubicBezTo>
                    <a:pt x="233" y="129"/>
                    <a:pt x="233" y="121"/>
                    <a:pt x="230" y="115"/>
                  </a:cubicBezTo>
                  <a:cubicBezTo>
                    <a:pt x="231" y="115"/>
                    <a:pt x="231" y="115"/>
                    <a:pt x="232" y="117"/>
                  </a:cubicBezTo>
                  <a:cubicBezTo>
                    <a:pt x="231" y="111"/>
                    <a:pt x="229" y="105"/>
                    <a:pt x="227" y="103"/>
                  </a:cubicBezTo>
                  <a:cubicBezTo>
                    <a:pt x="227" y="107"/>
                    <a:pt x="228" y="103"/>
                    <a:pt x="228" y="106"/>
                  </a:cubicBezTo>
                  <a:cubicBezTo>
                    <a:pt x="228" y="110"/>
                    <a:pt x="225" y="104"/>
                    <a:pt x="223" y="100"/>
                  </a:cubicBezTo>
                  <a:cubicBezTo>
                    <a:pt x="223" y="100"/>
                    <a:pt x="223" y="100"/>
                    <a:pt x="223" y="100"/>
                  </a:cubicBezTo>
                  <a:cubicBezTo>
                    <a:pt x="220" y="96"/>
                    <a:pt x="218" y="95"/>
                    <a:pt x="213" y="96"/>
                  </a:cubicBezTo>
                  <a:cubicBezTo>
                    <a:pt x="209" y="95"/>
                    <a:pt x="216" y="95"/>
                    <a:pt x="214" y="94"/>
                  </a:cubicBezTo>
                  <a:cubicBezTo>
                    <a:pt x="211" y="90"/>
                    <a:pt x="201" y="99"/>
                    <a:pt x="201" y="100"/>
                  </a:cubicBezTo>
                  <a:cubicBezTo>
                    <a:pt x="200" y="102"/>
                    <a:pt x="199" y="104"/>
                    <a:pt x="200" y="104"/>
                  </a:cubicBezTo>
                  <a:cubicBezTo>
                    <a:pt x="198" y="108"/>
                    <a:pt x="198" y="105"/>
                    <a:pt x="197" y="108"/>
                  </a:cubicBezTo>
                  <a:cubicBezTo>
                    <a:pt x="196" y="112"/>
                    <a:pt x="197" y="116"/>
                    <a:pt x="199" y="120"/>
                  </a:cubicBezTo>
                  <a:cubicBezTo>
                    <a:pt x="198" y="119"/>
                    <a:pt x="196" y="123"/>
                    <a:pt x="195" y="120"/>
                  </a:cubicBezTo>
                  <a:cubicBezTo>
                    <a:pt x="196" y="129"/>
                    <a:pt x="200" y="133"/>
                    <a:pt x="202" y="137"/>
                  </a:cubicBezTo>
                  <a:cubicBezTo>
                    <a:pt x="202" y="140"/>
                    <a:pt x="205" y="147"/>
                    <a:pt x="207" y="149"/>
                  </a:cubicBezTo>
                  <a:cubicBezTo>
                    <a:pt x="206" y="151"/>
                    <a:pt x="206" y="147"/>
                    <a:pt x="205" y="147"/>
                  </a:cubicBezTo>
                  <a:cubicBezTo>
                    <a:pt x="205" y="151"/>
                    <a:pt x="205" y="151"/>
                    <a:pt x="205" y="151"/>
                  </a:cubicBezTo>
                  <a:cubicBezTo>
                    <a:pt x="202" y="146"/>
                    <a:pt x="203" y="153"/>
                    <a:pt x="201" y="150"/>
                  </a:cubicBezTo>
                  <a:cubicBezTo>
                    <a:pt x="202" y="153"/>
                    <a:pt x="204" y="158"/>
                    <a:pt x="206" y="163"/>
                  </a:cubicBezTo>
                  <a:cubicBezTo>
                    <a:pt x="203" y="170"/>
                    <a:pt x="201" y="172"/>
                    <a:pt x="194" y="178"/>
                  </a:cubicBezTo>
                  <a:cubicBezTo>
                    <a:pt x="195" y="178"/>
                    <a:pt x="192" y="180"/>
                    <a:pt x="194" y="181"/>
                  </a:cubicBezTo>
                  <a:cubicBezTo>
                    <a:pt x="194" y="183"/>
                    <a:pt x="192" y="183"/>
                    <a:pt x="191" y="183"/>
                  </a:cubicBezTo>
                  <a:cubicBezTo>
                    <a:pt x="192" y="182"/>
                    <a:pt x="193" y="182"/>
                    <a:pt x="192" y="176"/>
                  </a:cubicBezTo>
                  <a:cubicBezTo>
                    <a:pt x="186" y="156"/>
                    <a:pt x="180" y="130"/>
                    <a:pt x="179" y="108"/>
                  </a:cubicBezTo>
                  <a:cubicBezTo>
                    <a:pt x="179" y="110"/>
                    <a:pt x="178" y="110"/>
                    <a:pt x="178" y="108"/>
                  </a:cubicBezTo>
                  <a:cubicBezTo>
                    <a:pt x="181" y="106"/>
                    <a:pt x="176" y="101"/>
                    <a:pt x="177" y="97"/>
                  </a:cubicBezTo>
                  <a:cubicBezTo>
                    <a:pt x="178" y="97"/>
                    <a:pt x="178" y="99"/>
                    <a:pt x="178" y="100"/>
                  </a:cubicBezTo>
                  <a:cubicBezTo>
                    <a:pt x="179" y="89"/>
                    <a:pt x="176" y="81"/>
                    <a:pt x="177" y="71"/>
                  </a:cubicBezTo>
                  <a:cubicBezTo>
                    <a:pt x="175" y="62"/>
                    <a:pt x="178" y="51"/>
                    <a:pt x="176" y="45"/>
                  </a:cubicBezTo>
                  <a:cubicBezTo>
                    <a:pt x="177" y="46"/>
                    <a:pt x="176" y="41"/>
                    <a:pt x="177" y="39"/>
                  </a:cubicBezTo>
                  <a:cubicBezTo>
                    <a:pt x="176" y="36"/>
                    <a:pt x="176" y="34"/>
                    <a:pt x="176" y="31"/>
                  </a:cubicBezTo>
                  <a:cubicBezTo>
                    <a:pt x="176" y="30"/>
                    <a:pt x="176" y="29"/>
                    <a:pt x="176" y="28"/>
                  </a:cubicBezTo>
                  <a:cubicBezTo>
                    <a:pt x="176" y="27"/>
                    <a:pt x="176" y="27"/>
                    <a:pt x="176" y="27"/>
                  </a:cubicBezTo>
                  <a:cubicBezTo>
                    <a:pt x="176" y="23"/>
                    <a:pt x="177" y="18"/>
                    <a:pt x="176" y="14"/>
                  </a:cubicBezTo>
                  <a:cubicBezTo>
                    <a:pt x="176" y="13"/>
                    <a:pt x="175" y="2"/>
                    <a:pt x="174" y="1"/>
                  </a:cubicBezTo>
                  <a:cubicBezTo>
                    <a:pt x="173" y="0"/>
                    <a:pt x="172" y="6"/>
                    <a:pt x="170" y="6"/>
                  </a:cubicBezTo>
                  <a:cubicBezTo>
                    <a:pt x="162" y="5"/>
                    <a:pt x="168" y="10"/>
                    <a:pt x="161" y="11"/>
                  </a:cubicBezTo>
                  <a:cubicBezTo>
                    <a:pt x="157" y="12"/>
                    <a:pt x="156" y="13"/>
                    <a:pt x="154" y="16"/>
                  </a:cubicBezTo>
                  <a:cubicBezTo>
                    <a:pt x="155" y="20"/>
                    <a:pt x="155" y="24"/>
                    <a:pt x="155" y="28"/>
                  </a:cubicBezTo>
                  <a:cubicBezTo>
                    <a:pt x="156" y="67"/>
                    <a:pt x="156" y="67"/>
                    <a:pt x="156" y="67"/>
                  </a:cubicBezTo>
                  <a:cubicBezTo>
                    <a:pt x="156" y="75"/>
                    <a:pt x="154" y="84"/>
                    <a:pt x="153" y="92"/>
                  </a:cubicBezTo>
                  <a:cubicBezTo>
                    <a:pt x="148" y="91"/>
                    <a:pt x="142" y="91"/>
                    <a:pt x="139" y="94"/>
                  </a:cubicBezTo>
                  <a:cubicBezTo>
                    <a:pt x="137" y="95"/>
                    <a:pt x="135" y="96"/>
                    <a:pt x="134" y="98"/>
                  </a:cubicBezTo>
                  <a:cubicBezTo>
                    <a:pt x="125" y="103"/>
                    <a:pt x="119" y="113"/>
                    <a:pt x="119" y="118"/>
                  </a:cubicBezTo>
                  <a:cubicBezTo>
                    <a:pt x="118" y="121"/>
                    <a:pt x="118" y="124"/>
                    <a:pt x="118" y="127"/>
                  </a:cubicBezTo>
                  <a:cubicBezTo>
                    <a:pt x="115" y="132"/>
                    <a:pt x="113" y="140"/>
                    <a:pt x="112" y="144"/>
                  </a:cubicBezTo>
                  <a:cubicBezTo>
                    <a:pt x="111" y="152"/>
                    <a:pt x="111" y="155"/>
                    <a:pt x="111" y="160"/>
                  </a:cubicBezTo>
                  <a:cubicBezTo>
                    <a:pt x="111" y="163"/>
                    <a:pt x="109" y="164"/>
                    <a:pt x="108" y="165"/>
                  </a:cubicBezTo>
                  <a:cubicBezTo>
                    <a:pt x="105" y="174"/>
                    <a:pt x="100" y="181"/>
                    <a:pt x="100" y="189"/>
                  </a:cubicBezTo>
                  <a:cubicBezTo>
                    <a:pt x="99" y="189"/>
                    <a:pt x="99" y="189"/>
                    <a:pt x="99" y="189"/>
                  </a:cubicBezTo>
                  <a:cubicBezTo>
                    <a:pt x="98" y="195"/>
                    <a:pt x="93" y="208"/>
                    <a:pt x="88" y="208"/>
                  </a:cubicBezTo>
                  <a:cubicBezTo>
                    <a:pt x="88" y="210"/>
                    <a:pt x="83" y="208"/>
                    <a:pt x="85" y="211"/>
                  </a:cubicBezTo>
                  <a:cubicBezTo>
                    <a:pt x="82" y="210"/>
                    <a:pt x="85" y="209"/>
                    <a:pt x="82" y="208"/>
                  </a:cubicBezTo>
                  <a:cubicBezTo>
                    <a:pt x="83" y="209"/>
                    <a:pt x="84" y="208"/>
                    <a:pt x="85" y="208"/>
                  </a:cubicBezTo>
                  <a:cubicBezTo>
                    <a:pt x="78" y="200"/>
                    <a:pt x="79" y="178"/>
                    <a:pt x="79" y="161"/>
                  </a:cubicBezTo>
                  <a:cubicBezTo>
                    <a:pt x="81" y="156"/>
                    <a:pt x="80" y="144"/>
                    <a:pt x="81" y="133"/>
                  </a:cubicBezTo>
                  <a:cubicBezTo>
                    <a:pt x="81" y="131"/>
                    <a:pt x="81" y="131"/>
                    <a:pt x="81" y="131"/>
                  </a:cubicBezTo>
                  <a:cubicBezTo>
                    <a:pt x="82" y="131"/>
                    <a:pt x="82" y="131"/>
                    <a:pt x="83" y="131"/>
                  </a:cubicBezTo>
                  <a:cubicBezTo>
                    <a:pt x="83" y="131"/>
                    <a:pt x="83" y="130"/>
                    <a:pt x="83" y="130"/>
                  </a:cubicBezTo>
                  <a:cubicBezTo>
                    <a:pt x="83" y="129"/>
                    <a:pt x="83" y="129"/>
                    <a:pt x="83" y="129"/>
                  </a:cubicBezTo>
                  <a:cubicBezTo>
                    <a:pt x="83" y="128"/>
                    <a:pt x="83" y="128"/>
                    <a:pt x="83" y="128"/>
                  </a:cubicBezTo>
                  <a:cubicBezTo>
                    <a:pt x="82" y="128"/>
                    <a:pt x="82" y="128"/>
                    <a:pt x="81" y="128"/>
                  </a:cubicBezTo>
                  <a:cubicBezTo>
                    <a:pt x="81" y="127"/>
                    <a:pt x="81" y="127"/>
                    <a:pt x="81" y="127"/>
                  </a:cubicBezTo>
                  <a:cubicBezTo>
                    <a:pt x="82" y="128"/>
                    <a:pt x="82" y="128"/>
                    <a:pt x="83" y="128"/>
                  </a:cubicBezTo>
                  <a:cubicBezTo>
                    <a:pt x="83" y="128"/>
                    <a:pt x="83" y="128"/>
                    <a:pt x="83" y="128"/>
                  </a:cubicBezTo>
                  <a:cubicBezTo>
                    <a:pt x="83" y="127"/>
                    <a:pt x="83" y="127"/>
                    <a:pt x="83" y="127"/>
                  </a:cubicBezTo>
                  <a:cubicBezTo>
                    <a:pt x="83" y="127"/>
                    <a:pt x="83" y="127"/>
                    <a:pt x="83" y="127"/>
                  </a:cubicBezTo>
                  <a:cubicBezTo>
                    <a:pt x="83" y="127"/>
                    <a:pt x="83" y="127"/>
                    <a:pt x="83" y="127"/>
                  </a:cubicBezTo>
                  <a:cubicBezTo>
                    <a:pt x="83" y="127"/>
                    <a:pt x="83" y="127"/>
                    <a:pt x="83" y="127"/>
                  </a:cubicBezTo>
                  <a:cubicBezTo>
                    <a:pt x="83" y="127"/>
                    <a:pt x="82" y="127"/>
                    <a:pt x="81" y="127"/>
                  </a:cubicBezTo>
                  <a:cubicBezTo>
                    <a:pt x="81" y="126"/>
                    <a:pt x="81" y="126"/>
                    <a:pt x="81" y="126"/>
                  </a:cubicBezTo>
                  <a:cubicBezTo>
                    <a:pt x="62" y="125"/>
                    <a:pt x="75" y="126"/>
                    <a:pt x="71" y="127"/>
                  </a:cubicBezTo>
                  <a:cubicBezTo>
                    <a:pt x="71" y="127"/>
                    <a:pt x="71" y="127"/>
                    <a:pt x="71" y="127"/>
                  </a:cubicBezTo>
                  <a:cubicBezTo>
                    <a:pt x="66" y="126"/>
                    <a:pt x="63" y="126"/>
                    <a:pt x="69" y="126"/>
                  </a:cubicBezTo>
                  <a:cubicBezTo>
                    <a:pt x="69" y="127"/>
                    <a:pt x="69" y="127"/>
                    <a:pt x="69" y="127"/>
                  </a:cubicBezTo>
                  <a:cubicBezTo>
                    <a:pt x="69" y="127"/>
                    <a:pt x="69" y="127"/>
                    <a:pt x="69" y="127"/>
                  </a:cubicBezTo>
                  <a:cubicBezTo>
                    <a:pt x="70" y="127"/>
                    <a:pt x="70" y="127"/>
                    <a:pt x="71" y="127"/>
                  </a:cubicBezTo>
                  <a:cubicBezTo>
                    <a:pt x="71" y="127"/>
                    <a:pt x="71" y="127"/>
                    <a:pt x="71" y="127"/>
                  </a:cubicBezTo>
                  <a:cubicBezTo>
                    <a:pt x="70" y="127"/>
                    <a:pt x="70" y="127"/>
                    <a:pt x="69" y="127"/>
                  </a:cubicBezTo>
                  <a:cubicBezTo>
                    <a:pt x="69" y="129"/>
                    <a:pt x="69" y="131"/>
                    <a:pt x="71" y="129"/>
                  </a:cubicBezTo>
                  <a:cubicBezTo>
                    <a:pt x="71" y="129"/>
                    <a:pt x="71" y="129"/>
                    <a:pt x="71" y="130"/>
                  </a:cubicBezTo>
                  <a:cubicBezTo>
                    <a:pt x="71" y="130"/>
                    <a:pt x="71" y="130"/>
                    <a:pt x="71" y="130"/>
                  </a:cubicBezTo>
                  <a:cubicBezTo>
                    <a:pt x="70" y="132"/>
                    <a:pt x="70" y="134"/>
                    <a:pt x="70" y="136"/>
                  </a:cubicBezTo>
                  <a:cubicBezTo>
                    <a:pt x="70" y="138"/>
                    <a:pt x="70" y="139"/>
                    <a:pt x="70" y="140"/>
                  </a:cubicBezTo>
                  <a:cubicBezTo>
                    <a:pt x="70" y="140"/>
                    <a:pt x="70" y="140"/>
                    <a:pt x="70" y="140"/>
                  </a:cubicBezTo>
                  <a:cubicBezTo>
                    <a:pt x="69" y="144"/>
                    <a:pt x="69" y="147"/>
                    <a:pt x="68" y="151"/>
                  </a:cubicBezTo>
                  <a:cubicBezTo>
                    <a:pt x="68" y="151"/>
                    <a:pt x="67" y="151"/>
                    <a:pt x="67" y="152"/>
                  </a:cubicBezTo>
                  <a:cubicBezTo>
                    <a:pt x="67" y="153"/>
                    <a:pt x="67" y="155"/>
                    <a:pt x="67" y="156"/>
                  </a:cubicBezTo>
                  <a:cubicBezTo>
                    <a:pt x="67" y="160"/>
                    <a:pt x="66" y="164"/>
                    <a:pt x="64" y="168"/>
                  </a:cubicBezTo>
                  <a:cubicBezTo>
                    <a:pt x="64" y="168"/>
                    <a:pt x="64" y="169"/>
                    <a:pt x="64" y="169"/>
                  </a:cubicBezTo>
                  <a:cubicBezTo>
                    <a:pt x="63" y="164"/>
                    <a:pt x="64" y="157"/>
                    <a:pt x="65" y="155"/>
                  </a:cubicBezTo>
                  <a:cubicBezTo>
                    <a:pt x="63" y="149"/>
                    <a:pt x="64" y="160"/>
                    <a:pt x="62" y="159"/>
                  </a:cubicBezTo>
                  <a:cubicBezTo>
                    <a:pt x="62" y="163"/>
                    <a:pt x="62" y="166"/>
                    <a:pt x="63" y="171"/>
                  </a:cubicBezTo>
                  <a:cubicBezTo>
                    <a:pt x="62" y="174"/>
                    <a:pt x="63" y="175"/>
                    <a:pt x="61" y="179"/>
                  </a:cubicBezTo>
                  <a:cubicBezTo>
                    <a:pt x="60" y="178"/>
                    <a:pt x="60" y="178"/>
                    <a:pt x="60" y="178"/>
                  </a:cubicBezTo>
                  <a:cubicBezTo>
                    <a:pt x="58" y="183"/>
                    <a:pt x="58" y="185"/>
                    <a:pt x="58" y="188"/>
                  </a:cubicBezTo>
                  <a:cubicBezTo>
                    <a:pt x="54" y="190"/>
                    <a:pt x="55" y="191"/>
                    <a:pt x="51" y="193"/>
                  </a:cubicBezTo>
                  <a:cubicBezTo>
                    <a:pt x="54" y="190"/>
                    <a:pt x="55" y="186"/>
                    <a:pt x="55" y="183"/>
                  </a:cubicBezTo>
                  <a:cubicBezTo>
                    <a:pt x="51" y="187"/>
                    <a:pt x="48" y="194"/>
                    <a:pt x="43" y="194"/>
                  </a:cubicBezTo>
                  <a:cubicBezTo>
                    <a:pt x="38" y="196"/>
                    <a:pt x="35" y="199"/>
                    <a:pt x="35" y="201"/>
                  </a:cubicBezTo>
                  <a:cubicBezTo>
                    <a:pt x="36" y="200"/>
                    <a:pt x="31" y="201"/>
                    <a:pt x="34" y="199"/>
                  </a:cubicBezTo>
                  <a:cubicBezTo>
                    <a:pt x="32" y="200"/>
                    <a:pt x="30" y="201"/>
                    <a:pt x="29" y="201"/>
                  </a:cubicBezTo>
                  <a:cubicBezTo>
                    <a:pt x="29" y="201"/>
                    <a:pt x="29" y="201"/>
                    <a:pt x="29" y="201"/>
                  </a:cubicBezTo>
                  <a:cubicBezTo>
                    <a:pt x="28" y="201"/>
                    <a:pt x="28" y="200"/>
                    <a:pt x="28" y="199"/>
                  </a:cubicBezTo>
                  <a:cubicBezTo>
                    <a:pt x="26" y="197"/>
                    <a:pt x="23" y="193"/>
                    <a:pt x="19" y="196"/>
                  </a:cubicBezTo>
                  <a:cubicBezTo>
                    <a:pt x="19" y="194"/>
                    <a:pt x="19" y="194"/>
                    <a:pt x="19" y="194"/>
                  </a:cubicBezTo>
                  <a:cubicBezTo>
                    <a:pt x="16" y="196"/>
                    <a:pt x="12" y="198"/>
                    <a:pt x="9" y="198"/>
                  </a:cubicBezTo>
                  <a:cubicBezTo>
                    <a:pt x="9" y="200"/>
                    <a:pt x="8" y="202"/>
                    <a:pt x="10" y="203"/>
                  </a:cubicBezTo>
                  <a:cubicBezTo>
                    <a:pt x="9" y="204"/>
                    <a:pt x="7" y="201"/>
                    <a:pt x="8" y="203"/>
                  </a:cubicBezTo>
                  <a:cubicBezTo>
                    <a:pt x="7" y="201"/>
                    <a:pt x="7" y="201"/>
                    <a:pt x="7" y="201"/>
                  </a:cubicBezTo>
                  <a:cubicBezTo>
                    <a:pt x="1" y="206"/>
                    <a:pt x="3" y="212"/>
                    <a:pt x="3" y="217"/>
                  </a:cubicBezTo>
                  <a:cubicBezTo>
                    <a:pt x="0" y="218"/>
                    <a:pt x="3" y="221"/>
                    <a:pt x="2" y="224"/>
                  </a:cubicBezTo>
                  <a:cubicBezTo>
                    <a:pt x="3" y="226"/>
                    <a:pt x="2" y="229"/>
                    <a:pt x="5" y="229"/>
                  </a:cubicBezTo>
                  <a:cubicBezTo>
                    <a:pt x="4" y="230"/>
                    <a:pt x="4" y="230"/>
                    <a:pt x="4" y="230"/>
                  </a:cubicBezTo>
                  <a:cubicBezTo>
                    <a:pt x="4" y="232"/>
                    <a:pt x="4" y="235"/>
                    <a:pt x="5" y="237"/>
                  </a:cubicBezTo>
                  <a:cubicBezTo>
                    <a:pt x="5" y="239"/>
                    <a:pt x="7" y="238"/>
                    <a:pt x="8" y="239"/>
                  </a:cubicBezTo>
                  <a:cubicBezTo>
                    <a:pt x="7" y="240"/>
                    <a:pt x="7" y="240"/>
                    <a:pt x="7" y="240"/>
                  </a:cubicBezTo>
                  <a:cubicBezTo>
                    <a:pt x="8" y="241"/>
                    <a:pt x="10" y="240"/>
                    <a:pt x="12" y="240"/>
                  </a:cubicBezTo>
                  <a:cubicBezTo>
                    <a:pt x="12" y="241"/>
                    <a:pt x="12" y="241"/>
                    <a:pt x="12" y="242"/>
                  </a:cubicBezTo>
                  <a:cubicBezTo>
                    <a:pt x="11" y="242"/>
                    <a:pt x="9" y="242"/>
                    <a:pt x="7" y="242"/>
                  </a:cubicBezTo>
                  <a:cubicBezTo>
                    <a:pt x="8" y="244"/>
                    <a:pt x="11" y="244"/>
                    <a:pt x="10" y="246"/>
                  </a:cubicBezTo>
                  <a:cubicBezTo>
                    <a:pt x="11" y="247"/>
                    <a:pt x="12" y="248"/>
                    <a:pt x="14" y="247"/>
                  </a:cubicBezTo>
                  <a:cubicBezTo>
                    <a:pt x="13" y="247"/>
                    <a:pt x="14" y="248"/>
                    <a:pt x="13" y="248"/>
                  </a:cubicBezTo>
                  <a:cubicBezTo>
                    <a:pt x="13" y="249"/>
                    <a:pt x="14" y="249"/>
                    <a:pt x="15" y="249"/>
                  </a:cubicBezTo>
                  <a:cubicBezTo>
                    <a:pt x="15" y="249"/>
                    <a:pt x="15" y="249"/>
                    <a:pt x="15" y="249"/>
                  </a:cubicBezTo>
                  <a:cubicBezTo>
                    <a:pt x="16" y="248"/>
                    <a:pt x="17" y="249"/>
                    <a:pt x="18" y="247"/>
                  </a:cubicBezTo>
                  <a:cubicBezTo>
                    <a:pt x="17" y="247"/>
                    <a:pt x="17" y="247"/>
                    <a:pt x="17" y="246"/>
                  </a:cubicBezTo>
                  <a:cubicBezTo>
                    <a:pt x="18" y="246"/>
                    <a:pt x="19" y="246"/>
                    <a:pt x="19" y="248"/>
                  </a:cubicBezTo>
                  <a:cubicBezTo>
                    <a:pt x="18" y="249"/>
                    <a:pt x="16" y="249"/>
                    <a:pt x="17" y="250"/>
                  </a:cubicBezTo>
                  <a:cubicBezTo>
                    <a:pt x="18" y="250"/>
                    <a:pt x="20" y="249"/>
                    <a:pt x="21" y="248"/>
                  </a:cubicBezTo>
                  <a:cubicBezTo>
                    <a:pt x="20" y="249"/>
                    <a:pt x="19" y="248"/>
                    <a:pt x="20" y="246"/>
                  </a:cubicBezTo>
                  <a:cubicBezTo>
                    <a:pt x="19" y="247"/>
                    <a:pt x="19" y="247"/>
                    <a:pt x="19" y="247"/>
                  </a:cubicBezTo>
                  <a:cubicBezTo>
                    <a:pt x="20" y="246"/>
                    <a:pt x="20" y="246"/>
                    <a:pt x="20" y="246"/>
                  </a:cubicBezTo>
                  <a:cubicBezTo>
                    <a:pt x="18" y="245"/>
                    <a:pt x="19" y="243"/>
                    <a:pt x="17" y="243"/>
                  </a:cubicBezTo>
                  <a:cubicBezTo>
                    <a:pt x="16" y="245"/>
                    <a:pt x="16" y="245"/>
                    <a:pt x="16" y="245"/>
                  </a:cubicBezTo>
                  <a:cubicBezTo>
                    <a:pt x="15" y="244"/>
                    <a:pt x="13" y="244"/>
                    <a:pt x="13" y="243"/>
                  </a:cubicBezTo>
                  <a:cubicBezTo>
                    <a:pt x="14" y="243"/>
                    <a:pt x="15" y="242"/>
                    <a:pt x="15" y="241"/>
                  </a:cubicBezTo>
                  <a:cubicBezTo>
                    <a:pt x="15" y="241"/>
                    <a:pt x="14" y="241"/>
                    <a:pt x="15" y="241"/>
                  </a:cubicBezTo>
                  <a:cubicBezTo>
                    <a:pt x="17" y="240"/>
                    <a:pt x="17" y="240"/>
                    <a:pt x="17" y="240"/>
                  </a:cubicBezTo>
                  <a:cubicBezTo>
                    <a:pt x="14" y="242"/>
                    <a:pt x="15" y="238"/>
                    <a:pt x="14" y="238"/>
                  </a:cubicBezTo>
                  <a:cubicBezTo>
                    <a:pt x="15" y="238"/>
                    <a:pt x="15" y="238"/>
                    <a:pt x="15" y="238"/>
                  </a:cubicBezTo>
                  <a:cubicBezTo>
                    <a:pt x="15" y="236"/>
                    <a:pt x="13" y="239"/>
                    <a:pt x="13" y="238"/>
                  </a:cubicBezTo>
                  <a:cubicBezTo>
                    <a:pt x="13" y="237"/>
                    <a:pt x="15" y="237"/>
                    <a:pt x="16" y="235"/>
                  </a:cubicBezTo>
                  <a:cubicBezTo>
                    <a:pt x="15" y="234"/>
                    <a:pt x="12" y="233"/>
                    <a:pt x="14" y="230"/>
                  </a:cubicBezTo>
                  <a:cubicBezTo>
                    <a:pt x="13" y="229"/>
                    <a:pt x="12" y="228"/>
                    <a:pt x="11" y="227"/>
                  </a:cubicBezTo>
                  <a:cubicBezTo>
                    <a:pt x="10" y="226"/>
                    <a:pt x="13" y="227"/>
                    <a:pt x="12" y="226"/>
                  </a:cubicBezTo>
                  <a:cubicBezTo>
                    <a:pt x="13" y="226"/>
                    <a:pt x="14" y="225"/>
                    <a:pt x="15" y="225"/>
                  </a:cubicBezTo>
                  <a:cubicBezTo>
                    <a:pt x="14" y="225"/>
                    <a:pt x="15" y="223"/>
                    <a:pt x="12" y="224"/>
                  </a:cubicBezTo>
                  <a:cubicBezTo>
                    <a:pt x="13" y="222"/>
                    <a:pt x="13" y="221"/>
                    <a:pt x="13" y="219"/>
                  </a:cubicBezTo>
                  <a:cubicBezTo>
                    <a:pt x="13" y="219"/>
                    <a:pt x="14" y="219"/>
                    <a:pt x="15" y="219"/>
                  </a:cubicBezTo>
                  <a:cubicBezTo>
                    <a:pt x="14" y="218"/>
                    <a:pt x="12" y="217"/>
                    <a:pt x="13" y="216"/>
                  </a:cubicBezTo>
                  <a:cubicBezTo>
                    <a:pt x="12" y="215"/>
                    <a:pt x="12" y="216"/>
                    <a:pt x="10" y="215"/>
                  </a:cubicBezTo>
                  <a:cubicBezTo>
                    <a:pt x="10" y="215"/>
                    <a:pt x="9" y="215"/>
                    <a:pt x="9" y="214"/>
                  </a:cubicBezTo>
                  <a:cubicBezTo>
                    <a:pt x="11" y="214"/>
                    <a:pt x="14" y="215"/>
                    <a:pt x="14" y="214"/>
                  </a:cubicBezTo>
                  <a:cubicBezTo>
                    <a:pt x="17" y="215"/>
                    <a:pt x="13" y="216"/>
                    <a:pt x="16" y="216"/>
                  </a:cubicBezTo>
                  <a:cubicBezTo>
                    <a:pt x="18" y="216"/>
                    <a:pt x="18" y="218"/>
                    <a:pt x="17" y="219"/>
                  </a:cubicBezTo>
                  <a:cubicBezTo>
                    <a:pt x="19" y="220"/>
                    <a:pt x="17" y="218"/>
                    <a:pt x="19" y="218"/>
                  </a:cubicBezTo>
                  <a:cubicBezTo>
                    <a:pt x="19" y="217"/>
                    <a:pt x="18" y="217"/>
                    <a:pt x="18" y="216"/>
                  </a:cubicBezTo>
                  <a:cubicBezTo>
                    <a:pt x="18" y="216"/>
                    <a:pt x="17" y="216"/>
                    <a:pt x="17" y="216"/>
                  </a:cubicBezTo>
                  <a:cubicBezTo>
                    <a:pt x="17" y="215"/>
                    <a:pt x="18" y="215"/>
                    <a:pt x="18" y="215"/>
                  </a:cubicBezTo>
                  <a:cubicBezTo>
                    <a:pt x="18" y="215"/>
                    <a:pt x="18" y="215"/>
                    <a:pt x="18" y="215"/>
                  </a:cubicBezTo>
                  <a:cubicBezTo>
                    <a:pt x="17" y="216"/>
                    <a:pt x="17" y="216"/>
                    <a:pt x="17" y="216"/>
                  </a:cubicBezTo>
                  <a:cubicBezTo>
                    <a:pt x="17" y="216"/>
                    <a:pt x="17" y="216"/>
                    <a:pt x="17" y="216"/>
                  </a:cubicBezTo>
                  <a:cubicBezTo>
                    <a:pt x="17" y="216"/>
                    <a:pt x="17" y="216"/>
                    <a:pt x="17" y="216"/>
                  </a:cubicBezTo>
                  <a:cubicBezTo>
                    <a:pt x="17" y="215"/>
                    <a:pt x="17" y="215"/>
                    <a:pt x="17" y="215"/>
                  </a:cubicBezTo>
                  <a:cubicBezTo>
                    <a:pt x="17" y="215"/>
                    <a:pt x="17" y="216"/>
                    <a:pt x="17" y="216"/>
                  </a:cubicBezTo>
                  <a:cubicBezTo>
                    <a:pt x="17" y="216"/>
                    <a:pt x="17" y="216"/>
                    <a:pt x="17" y="216"/>
                  </a:cubicBezTo>
                  <a:cubicBezTo>
                    <a:pt x="17" y="215"/>
                    <a:pt x="17" y="215"/>
                    <a:pt x="17" y="215"/>
                  </a:cubicBezTo>
                  <a:cubicBezTo>
                    <a:pt x="17" y="215"/>
                    <a:pt x="17" y="215"/>
                    <a:pt x="17" y="215"/>
                  </a:cubicBezTo>
                  <a:cubicBezTo>
                    <a:pt x="18" y="214"/>
                    <a:pt x="18" y="214"/>
                    <a:pt x="18" y="214"/>
                  </a:cubicBezTo>
                  <a:cubicBezTo>
                    <a:pt x="18" y="214"/>
                    <a:pt x="18" y="214"/>
                    <a:pt x="18" y="214"/>
                  </a:cubicBezTo>
                  <a:cubicBezTo>
                    <a:pt x="17" y="215"/>
                    <a:pt x="17" y="215"/>
                    <a:pt x="17" y="216"/>
                  </a:cubicBezTo>
                  <a:cubicBezTo>
                    <a:pt x="17" y="216"/>
                    <a:pt x="17" y="216"/>
                    <a:pt x="17" y="216"/>
                  </a:cubicBezTo>
                  <a:cubicBezTo>
                    <a:pt x="16" y="216"/>
                    <a:pt x="16" y="215"/>
                    <a:pt x="16" y="215"/>
                  </a:cubicBezTo>
                  <a:cubicBezTo>
                    <a:pt x="14" y="214"/>
                    <a:pt x="17" y="214"/>
                    <a:pt x="18" y="214"/>
                  </a:cubicBezTo>
                  <a:cubicBezTo>
                    <a:pt x="18" y="214"/>
                    <a:pt x="18" y="214"/>
                    <a:pt x="18" y="214"/>
                  </a:cubicBezTo>
                  <a:cubicBezTo>
                    <a:pt x="18" y="214"/>
                    <a:pt x="18" y="214"/>
                    <a:pt x="18" y="214"/>
                  </a:cubicBezTo>
                  <a:cubicBezTo>
                    <a:pt x="18" y="214"/>
                    <a:pt x="18" y="214"/>
                    <a:pt x="18" y="214"/>
                  </a:cubicBezTo>
                  <a:cubicBezTo>
                    <a:pt x="17" y="214"/>
                    <a:pt x="17" y="215"/>
                    <a:pt x="17" y="215"/>
                  </a:cubicBezTo>
                  <a:cubicBezTo>
                    <a:pt x="17" y="215"/>
                    <a:pt x="17" y="215"/>
                    <a:pt x="17" y="215"/>
                  </a:cubicBezTo>
                  <a:cubicBezTo>
                    <a:pt x="17" y="216"/>
                    <a:pt x="17" y="216"/>
                    <a:pt x="17" y="216"/>
                  </a:cubicBezTo>
                  <a:cubicBezTo>
                    <a:pt x="18" y="215"/>
                    <a:pt x="18" y="215"/>
                    <a:pt x="18" y="215"/>
                  </a:cubicBezTo>
                  <a:cubicBezTo>
                    <a:pt x="18" y="215"/>
                    <a:pt x="18" y="214"/>
                    <a:pt x="18" y="214"/>
                  </a:cubicBezTo>
                  <a:cubicBezTo>
                    <a:pt x="18" y="214"/>
                    <a:pt x="18" y="214"/>
                    <a:pt x="18" y="214"/>
                  </a:cubicBezTo>
                  <a:cubicBezTo>
                    <a:pt x="18" y="215"/>
                    <a:pt x="17" y="215"/>
                    <a:pt x="17" y="215"/>
                  </a:cubicBezTo>
                  <a:cubicBezTo>
                    <a:pt x="17" y="215"/>
                    <a:pt x="17" y="215"/>
                    <a:pt x="18" y="215"/>
                  </a:cubicBezTo>
                  <a:cubicBezTo>
                    <a:pt x="17" y="215"/>
                    <a:pt x="17" y="215"/>
                    <a:pt x="17" y="215"/>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9" y="212"/>
                  </a:cubicBezTo>
                  <a:cubicBezTo>
                    <a:pt x="19" y="212"/>
                    <a:pt x="19" y="212"/>
                    <a:pt x="19" y="212"/>
                  </a:cubicBezTo>
                  <a:cubicBezTo>
                    <a:pt x="19" y="212"/>
                    <a:pt x="19" y="212"/>
                    <a:pt x="19" y="212"/>
                  </a:cubicBezTo>
                  <a:cubicBezTo>
                    <a:pt x="19" y="212"/>
                    <a:pt x="19" y="212"/>
                    <a:pt x="19" y="212"/>
                  </a:cubicBezTo>
                  <a:cubicBezTo>
                    <a:pt x="20" y="212"/>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8" y="213"/>
                  </a:cubicBezTo>
                  <a:cubicBezTo>
                    <a:pt x="19" y="213"/>
                    <a:pt x="19" y="213"/>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9" y="213"/>
                    <a:pt x="19" y="213"/>
                  </a:cubicBezTo>
                  <a:cubicBezTo>
                    <a:pt x="18" y="213"/>
                    <a:pt x="18" y="213"/>
                    <a:pt x="18" y="213"/>
                  </a:cubicBezTo>
                  <a:cubicBezTo>
                    <a:pt x="18" y="213"/>
                    <a:pt x="18" y="214"/>
                    <a:pt x="18" y="214"/>
                  </a:cubicBezTo>
                  <a:cubicBezTo>
                    <a:pt x="18" y="214"/>
                    <a:pt x="18" y="214"/>
                    <a:pt x="18" y="213"/>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6"/>
                    <a:pt x="18" y="216"/>
                    <a:pt x="18" y="216"/>
                  </a:cubicBezTo>
                  <a:cubicBezTo>
                    <a:pt x="18" y="216"/>
                    <a:pt x="18" y="216"/>
                    <a:pt x="18" y="216"/>
                  </a:cubicBezTo>
                  <a:cubicBezTo>
                    <a:pt x="19" y="216"/>
                    <a:pt x="18" y="215"/>
                    <a:pt x="19" y="215"/>
                  </a:cubicBezTo>
                  <a:cubicBezTo>
                    <a:pt x="19" y="215"/>
                    <a:pt x="19" y="215"/>
                    <a:pt x="19" y="215"/>
                  </a:cubicBezTo>
                  <a:cubicBezTo>
                    <a:pt x="19" y="215"/>
                    <a:pt x="19" y="215"/>
                    <a:pt x="19" y="215"/>
                  </a:cubicBezTo>
                  <a:cubicBezTo>
                    <a:pt x="19" y="215"/>
                    <a:pt x="19" y="216"/>
                    <a:pt x="19" y="216"/>
                  </a:cubicBezTo>
                  <a:cubicBezTo>
                    <a:pt x="19" y="216"/>
                    <a:pt x="19" y="216"/>
                    <a:pt x="19" y="215"/>
                  </a:cubicBezTo>
                  <a:cubicBezTo>
                    <a:pt x="19" y="216"/>
                    <a:pt x="19" y="216"/>
                    <a:pt x="19" y="216"/>
                  </a:cubicBezTo>
                  <a:cubicBezTo>
                    <a:pt x="19" y="215"/>
                    <a:pt x="20" y="217"/>
                    <a:pt x="20" y="215"/>
                  </a:cubicBezTo>
                  <a:cubicBezTo>
                    <a:pt x="19" y="215"/>
                    <a:pt x="19" y="215"/>
                    <a:pt x="19" y="215"/>
                  </a:cubicBezTo>
                  <a:cubicBezTo>
                    <a:pt x="20" y="215"/>
                    <a:pt x="18" y="215"/>
                    <a:pt x="19" y="214"/>
                  </a:cubicBezTo>
                  <a:cubicBezTo>
                    <a:pt x="19" y="214"/>
                    <a:pt x="19" y="214"/>
                    <a:pt x="19" y="214"/>
                  </a:cubicBezTo>
                  <a:cubicBezTo>
                    <a:pt x="19" y="214"/>
                    <a:pt x="19" y="214"/>
                    <a:pt x="19" y="213"/>
                  </a:cubicBezTo>
                  <a:cubicBezTo>
                    <a:pt x="19" y="213"/>
                    <a:pt x="19" y="214"/>
                    <a:pt x="19" y="214"/>
                  </a:cubicBezTo>
                  <a:cubicBezTo>
                    <a:pt x="19" y="214"/>
                    <a:pt x="19" y="214"/>
                    <a:pt x="19" y="214"/>
                  </a:cubicBezTo>
                  <a:cubicBezTo>
                    <a:pt x="19" y="214"/>
                    <a:pt x="20" y="214"/>
                    <a:pt x="20" y="214"/>
                  </a:cubicBezTo>
                  <a:cubicBezTo>
                    <a:pt x="20" y="214"/>
                    <a:pt x="19" y="214"/>
                    <a:pt x="20" y="215"/>
                  </a:cubicBezTo>
                  <a:cubicBezTo>
                    <a:pt x="22" y="215"/>
                    <a:pt x="22" y="215"/>
                    <a:pt x="22" y="215"/>
                  </a:cubicBezTo>
                  <a:cubicBezTo>
                    <a:pt x="21" y="216"/>
                    <a:pt x="21" y="216"/>
                    <a:pt x="21" y="216"/>
                  </a:cubicBezTo>
                  <a:cubicBezTo>
                    <a:pt x="20" y="216"/>
                    <a:pt x="20" y="216"/>
                    <a:pt x="20" y="216"/>
                  </a:cubicBezTo>
                  <a:cubicBezTo>
                    <a:pt x="21" y="216"/>
                    <a:pt x="21" y="216"/>
                    <a:pt x="21" y="216"/>
                  </a:cubicBezTo>
                  <a:cubicBezTo>
                    <a:pt x="20" y="217"/>
                    <a:pt x="20" y="217"/>
                    <a:pt x="20" y="217"/>
                  </a:cubicBezTo>
                  <a:cubicBezTo>
                    <a:pt x="21" y="216"/>
                    <a:pt x="21" y="216"/>
                    <a:pt x="21" y="216"/>
                  </a:cubicBezTo>
                  <a:cubicBezTo>
                    <a:pt x="21" y="217"/>
                    <a:pt x="21" y="217"/>
                    <a:pt x="21" y="217"/>
                  </a:cubicBezTo>
                  <a:cubicBezTo>
                    <a:pt x="20" y="218"/>
                    <a:pt x="23" y="217"/>
                    <a:pt x="22" y="218"/>
                  </a:cubicBezTo>
                  <a:cubicBezTo>
                    <a:pt x="21" y="218"/>
                    <a:pt x="20" y="219"/>
                    <a:pt x="20" y="219"/>
                  </a:cubicBezTo>
                  <a:cubicBezTo>
                    <a:pt x="22" y="218"/>
                    <a:pt x="23" y="219"/>
                    <a:pt x="25" y="218"/>
                  </a:cubicBezTo>
                  <a:cubicBezTo>
                    <a:pt x="24" y="219"/>
                    <a:pt x="21" y="219"/>
                    <a:pt x="20" y="220"/>
                  </a:cubicBezTo>
                  <a:cubicBezTo>
                    <a:pt x="22" y="220"/>
                    <a:pt x="19" y="222"/>
                    <a:pt x="22" y="221"/>
                  </a:cubicBezTo>
                  <a:cubicBezTo>
                    <a:pt x="22" y="220"/>
                    <a:pt x="23" y="221"/>
                    <a:pt x="25" y="220"/>
                  </a:cubicBezTo>
                  <a:cubicBezTo>
                    <a:pt x="25" y="222"/>
                    <a:pt x="23" y="221"/>
                    <a:pt x="23" y="222"/>
                  </a:cubicBezTo>
                  <a:cubicBezTo>
                    <a:pt x="23" y="222"/>
                    <a:pt x="25" y="222"/>
                    <a:pt x="26" y="221"/>
                  </a:cubicBezTo>
                  <a:cubicBezTo>
                    <a:pt x="26" y="222"/>
                    <a:pt x="28" y="222"/>
                    <a:pt x="27" y="223"/>
                  </a:cubicBezTo>
                  <a:cubicBezTo>
                    <a:pt x="25" y="224"/>
                    <a:pt x="26" y="222"/>
                    <a:pt x="25" y="223"/>
                  </a:cubicBezTo>
                  <a:cubicBezTo>
                    <a:pt x="25" y="224"/>
                    <a:pt x="29" y="222"/>
                    <a:pt x="30" y="224"/>
                  </a:cubicBezTo>
                  <a:cubicBezTo>
                    <a:pt x="31" y="223"/>
                    <a:pt x="34" y="223"/>
                    <a:pt x="35" y="224"/>
                  </a:cubicBezTo>
                  <a:cubicBezTo>
                    <a:pt x="35" y="226"/>
                    <a:pt x="34" y="223"/>
                    <a:pt x="32" y="224"/>
                  </a:cubicBezTo>
                  <a:cubicBezTo>
                    <a:pt x="32" y="225"/>
                    <a:pt x="32" y="225"/>
                    <a:pt x="32" y="225"/>
                  </a:cubicBezTo>
                  <a:cubicBezTo>
                    <a:pt x="30" y="227"/>
                    <a:pt x="27" y="224"/>
                    <a:pt x="25" y="225"/>
                  </a:cubicBezTo>
                  <a:cubicBezTo>
                    <a:pt x="26" y="226"/>
                    <a:pt x="26" y="226"/>
                    <a:pt x="26" y="226"/>
                  </a:cubicBezTo>
                  <a:cubicBezTo>
                    <a:pt x="25" y="226"/>
                    <a:pt x="24" y="226"/>
                    <a:pt x="23" y="227"/>
                  </a:cubicBezTo>
                  <a:cubicBezTo>
                    <a:pt x="25" y="226"/>
                    <a:pt x="24" y="228"/>
                    <a:pt x="25" y="228"/>
                  </a:cubicBezTo>
                  <a:cubicBezTo>
                    <a:pt x="26" y="228"/>
                    <a:pt x="24" y="228"/>
                    <a:pt x="25" y="228"/>
                  </a:cubicBezTo>
                  <a:cubicBezTo>
                    <a:pt x="26" y="228"/>
                    <a:pt x="29" y="228"/>
                    <a:pt x="28" y="230"/>
                  </a:cubicBezTo>
                  <a:cubicBezTo>
                    <a:pt x="27" y="229"/>
                    <a:pt x="26" y="230"/>
                    <a:pt x="25" y="230"/>
                  </a:cubicBezTo>
                  <a:cubicBezTo>
                    <a:pt x="24" y="231"/>
                    <a:pt x="27" y="230"/>
                    <a:pt x="26" y="231"/>
                  </a:cubicBezTo>
                  <a:cubicBezTo>
                    <a:pt x="25" y="231"/>
                    <a:pt x="25" y="231"/>
                    <a:pt x="25" y="231"/>
                  </a:cubicBezTo>
                  <a:cubicBezTo>
                    <a:pt x="25" y="233"/>
                    <a:pt x="26" y="241"/>
                    <a:pt x="32" y="242"/>
                  </a:cubicBezTo>
                  <a:cubicBezTo>
                    <a:pt x="31" y="243"/>
                    <a:pt x="31" y="245"/>
                    <a:pt x="30" y="247"/>
                  </a:cubicBezTo>
                  <a:cubicBezTo>
                    <a:pt x="31" y="246"/>
                    <a:pt x="32" y="246"/>
                    <a:pt x="33" y="247"/>
                  </a:cubicBezTo>
                  <a:cubicBezTo>
                    <a:pt x="31" y="248"/>
                    <a:pt x="31" y="248"/>
                    <a:pt x="31" y="248"/>
                  </a:cubicBezTo>
                  <a:cubicBezTo>
                    <a:pt x="30" y="250"/>
                    <a:pt x="33" y="251"/>
                    <a:pt x="34" y="251"/>
                  </a:cubicBezTo>
                  <a:cubicBezTo>
                    <a:pt x="33" y="252"/>
                    <a:pt x="33" y="252"/>
                    <a:pt x="33" y="252"/>
                  </a:cubicBezTo>
                  <a:cubicBezTo>
                    <a:pt x="32" y="254"/>
                    <a:pt x="34" y="253"/>
                    <a:pt x="35" y="253"/>
                  </a:cubicBezTo>
                  <a:cubicBezTo>
                    <a:pt x="34" y="254"/>
                    <a:pt x="34" y="254"/>
                    <a:pt x="34" y="254"/>
                  </a:cubicBezTo>
                  <a:cubicBezTo>
                    <a:pt x="35" y="254"/>
                    <a:pt x="35" y="254"/>
                    <a:pt x="35" y="254"/>
                  </a:cubicBezTo>
                  <a:cubicBezTo>
                    <a:pt x="36" y="255"/>
                    <a:pt x="36" y="256"/>
                    <a:pt x="34" y="257"/>
                  </a:cubicBezTo>
                  <a:cubicBezTo>
                    <a:pt x="35" y="257"/>
                    <a:pt x="35" y="257"/>
                    <a:pt x="36" y="256"/>
                  </a:cubicBezTo>
                  <a:cubicBezTo>
                    <a:pt x="35" y="258"/>
                    <a:pt x="36" y="261"/>
                    <a:pt x="38" y="262"/>
                  </a:cubicBezTo>
                  <a:cubicBezTo>
                    <a:pt x="38" y="261"/>
                    <a:pt x="39" y="261"/>
                    <a:pt x="40" y="260"/>
                  </a:cubicBezTo>
                  <a:cubicBezTo>
                    <a:pt x="42" y="259"/>
                    <a:pt x="40" y="260"/>
                    <a:pt x="41" y="260"/>
                  </a:cubicBezTo>
                  <a:cubicBezTo>
                    <a:pt x="41" y="261"/>
                    <a:pt x="40" y="262"/>
                    <a:pt x="39" y="262"/>
                  </a:cubicBezTo>
                  <a:cubicBezTo>
                    <a:pt x="38" y="265"/>
                    <a:pt x="42" y="267"/>
                    <a:pt x="44" y="270"/>
                  </a:cubicBezTo>
                  <a:cubicBezTo>
                    <a:pt x="44" y="270"/>
                    <a:pt x="44" y="270"/>
                    <a:pt x="45" y="270"/>
                  </a:cubicBezTo>
                  <a:cubicBezTo>
                    <a:pt x="44" y="273"/>
                    <a:pt x="48" y="273"/>
                    <a:pt x="48" y="276"/>
                  </a:cubicBezTo>
                  <a:cubicBezTo>
                    <a:pt x="49" y="275"/>
                    <a:pt x="51" y="273"/>
                    <a:pt x="52" y="274"/>
                  </a:cubicBezTo>
                  <a:cubicBezTo>
                    <a:pt x="54" y="274"/>
                    <a:pt x="50" y="276"/>
                    <a:pt x="50" y="279"/>
                  </a:cubicBezTo>
                  <a:cubicBezTo>
                    <a:pt x="51" y="278"/>
                    <a:pt x="52" y="279"/>
                    <a:pt x="53" y="279"/>
                  </a:cubicBezTo>
                  <a:cubicBezTo>
                    <a:pt x="52" y="280"/>
                    <a:pt x="52" y="280"/>
                    <a:pt x="52" y="280"/>
                  </a:cubicBezTo>
                  <a:cubicBezTo>
                    <a:pt x="54" y="279"/>
                    <a:pt x="55" y="280"/>
                    <a:pt x="55" y="281"/>
                  </a:cubicBezTo>
                  <a:cubicBezTo>
                    <a:pt x="55" y="281"/>
                    <a:pt x="55" y="281"/>
                    <a:pt x="55" y="281"/>
                  </a:cubicBezTo>
                  <a:cubicBezTo>
                    <a:pt x="55" y="282"/>
                    <a:pt x="55" y="283"/>
                    <a:pt x="56" y="284"/>
                  </a:cubicBezTo>
                  <a:cubicBezTo>
                    <a:pt x="57" y="282"/>
                    <a:pt x="58" y="284"/>
                    <a:pt x="59" y="283"/>
                  </a:cubicBezTo>
                  <a:cubicBezTo>
                    <a:pt x="59" y="284"/>
                    <a:pt x="59" y="284"/>
                    <a:pt x="59" y="284"/>
                  </a:cubicBezTo>
                  <a:cubicBezTo>
                    <a:pt x="60" y="283"/>
                    <a:pt x="60" y="283"/>
                    <a:pt x="60" y="283"/>
                  </a:cubicBezTo>
                  <a:cubicBezTo>
                    <a:pt x="61" y="285"/>
                    <a:pt x="61" y="285"/>
                    <a:pt x="61" y="285"/>
                  </a:cubicBezTo>
                  <a:cubicBezTo>
                    <a:pt x="59" y="285"/>
                    <a:pt x="59" y="285"/>
                    <a:pt x="59" y="285"/>
                  </a:cubicBezTo>
                  <a:cubicBezTo>
                    <a:pt x="60" y="287"/>
                    <a:pt x="60" y="285"/>
                    <a:pt x="62" y="284"/>
                  </a:cubicBezTo>
                  <a:cubicBezTo>
                    <a:pt x="63" y="284"/>
                    <a:pt x="62" y="285"/>
                    <a:pt x="62" y="286"/>
                  </a:cubicBezTo>
                  <a:cubicBezTo>
                    <a:pt x="62" y="287"/>
                    <a:pt x="62" y="285"/>
                    <a:pt x="61" y="285"/>
                  </a:cubicBezTo>
                  <a:cubicBezTo>
                    <a:pt x="60" y="286"/>
                    <a:pt x="62" y="286"/>
                    <a:pt x="61" y="287"/>
                  </a:cubicBezTo>
                  <a:cubicBezTo>
                    <a:pt x="62" y="287"/>
                    <a:pt x="63" y="286"/>
                    <a:pt x="63" y="286"/>
                  </a:cubicBezTo>
                  <a:cubicBezTo>
                    <a:pt x="64" y="287"/>
                    <a:pt x="65" y="287"/>
                    <a:pt x="65" y="289"/>
                  </a:cubicBezTo>
                  <a:cubicBezTo>
                    <a:pt x="65" y="288"/>
                    <a:pt x="66" y="289"/>
                    <a:pt x="67" y="288"/>
                  </a:cubicBezTo>
                  <a:cubicBezTo>
                    <a:pt x="66" y="288"/>
                    <a:pt x="66" y="287"/>
                    <a:pt x="66" y="286"/>
                  </a:cubicBezTo>
                  <a:cubicBezTo>
                    <a:pt x="67" y="286"/>
                    <a:pt x="68" y="286"/>
                    <a:pt x="68" y="287"/>
                  </a:cubicBezTo>
                  <a:cubicBezTo>
                    <a:pt x="67" y="287"/>
                    <a:pt x="67" y="287"/>
                    <a:pt x="67" y="287"/>
                  </a:cubicBezTo>
                  <a:cubicBezTo>
                    <a:pt x="68" y="287"/>
                    <a:pt x="69" y="288"/>
                    <a:pt x="69" y="286"/>
                  </a:cubicBezTo>
                  <a:cubicBezTo>
                    <a:pt x="69" y="289"/>
                    <a:pt x="69" y="289"/>
                    <a:pt x="69" y="289"/>
                  </a:cubicBezTo>
                  <a:cubicBezTo>
                    <a:pt x="70" y="288"/>
                    <a:pt x="71" y="288"/>
                    <a:pt x="72" y="288"/>
                  </a:cubicBezTo>
                  <a:cubicBezTo>
                    <a:pt x="71" y="290"/>
                    <a:pt x="69" y="291"/>
                    <a:pt x="71" y="292"/>
                  </a:cubicBezTo>
                  <a:cubicBezTo>
                    <a:pt x="73" y="291"/>
                    <a:pt x="73" y="291"/>
                    <a:pt x="73" y="291"/>
                  </a:cubicBezTo>
                  <a:cubicBezTo>
                    <a:pt x="74" y="291"/>
                    <a:pt x="74" y="292"/>
                    <a:pt x="74" y="293"/>
                  </a:cubicBezTo>
                  <a:cubicBezTo>
                    <a:pt x="76" y="294"/>
                    <a:pt x="77" y="289"/>
                    <a:pt x="79" y="291"/>
                  </a:cubicBezTo>
                  <a:cubicBezTo>
                    <a:pt x="78" y="293"/>
                    <a:pt x="78" y="293"/>
                    <a:pt x="79" y="294"/>
                  </a:cubicBezTo>
                  <a:cubicBezTo>
                    <a:pt x="79" y="293"/>
                    <a:pt x="79" y="293"/>
                    <a:pt x="80" y="293"/>
                  </a:cubicBezTo>
                  <a:cubicBezTo>
                    <a:pt x="80" y="292"/>
                    <a:pt x="79" y="294"/>
                    <a:pt x="79" y="293"/>
                  </a:cubicBezTo>
                  <a:cubicBezTo>
                    <a:pt x="79" y="291"/>
                    <a:pt x="80" y="292"/>
                    <a:pt x="80" y="292"/>
                  </a:cubicBezTo>
                  <a:cubicBezTo>
                    <a:pt x="81" y="296"/>
                    <a:pt x="86" y="294"/>
                    <a:pt x="88" y="296"/>
                  </a:cubicBezTo>
                  <a:cubicBezTo>
                    <a:pt x="88" y="294"/>
                    <a:pt x="90" y="295"/>
                    <a:pt x="90" y="295"/>
                  </a:cubicBezTo>
                  <a:cubicBezTo>
                    <a:pt x="90" y="297"/>
                    <a:pt x="92" y="294"/>
                    <a:pt x="93" y="296"/>
                  </a:cubicBezTo>
                  <a:cubicBezTo>
                    <a:pt x="92" y="293"/>
                    <a:pt x="92" y="293"/>
                    <a:pt x="92" y="293"/>
                  </a:cubicBezTo>
                  <a:cubicBezTo>
                    <a:pt x="94" y="295"/>
                    <a:pt x="95" y="290"/>
                    <a:pt x="96" y="293"/>
                  </a:cubicBezTo>
                  <a:cubicBezTo>
                    <a:pt x="97" y="293"/>
                    <a:pt x="96" y="294"/>
                    <a:pt x="95" y="295"/>
                  </a:cubicBezTo>
                  <a:cubicBezTo>
                    <a:pt x="96" y="298"/>
                    <a:pt x="99" y="293"/>
                    <a:pt x="100" y="296"/>
                  </a:cubicBezTo>
                  <a:cubicBezTo>
                    <a:pt x="100" y="295"/>
                    <a:pt x="99" y="293"/>
                    <a:pt x="101" y="292"/>
                  </a:cubicBezTo>
                  <a:cubicBezTo>
                    <a:pt x="101" y="294"/>
                    <a:pt x="103" y="295"/>
                    <a:pt x="103" y="295"/>
                  </a:cubicBezTo>
                  <a:cubicBezTo>
                    <a:pt x="104" y="295"/>
                    <a:pt x="104" y="294"/>
                    <a:pt x="105" y="295"/>
                  </a:cubicBezTo>
                  <a:cubicBezTo>
                    <a:pt x="104" y="296"/>
                    <a:pt x="104" y="296"/>
                    <a:pt x="104" y="296"/>
                  </a:cubicBezTo>
                  <a:cubicBezTo>
                    <a:pt x="105" y="297"/>
                    <a:pt x="106" y="296"/>
                    <a:pt x="107" y="295"/>
                  </a:cubicBezTo>
                  <a:cubicBezTo>
                    <a:pt x="108" y="297"/>
                    <a:pt x="110" y="296"/>
                    <a:pt x="111" y="297"/>
                  </a:cubicBezTo>
                  <a:cubicBezTo>
                    <a:pt x="112" y="295"/>
                    <a:pt x="113" y="299"/>
                    <a:pt x="113" y="295"/>
                  </a:cubicBezTo>
                  <a:cubicBezTo>
                    <a:pt x="114" y="296"/>
                    <a:pt x="114" y="296"/>
                    <a:pt x="114" y="296"/>
                  </a:cubicBezTo>
                  <a:cubicBezTo>
                    <a:pt x="114" y="296"/>
                    <a:pt x="115" y="294"/>
                    <a:pt x="115" y="294"/>
                  </a:cubicBezTo>
                  <a:cubicBezTo>
                    <a:pt x="115" y="296"/>
                    <a:pt x="115" y="296"/>
                    <a:pt x="115" y="296"/>
                  </a:cubicBezTo>
                  <a:cubicBezTo>
                    <a:pt x="114" y="298"/>
                    <a:pt x="117" y="296"/>
                    <a:pt x="117" y="298"/>
                  </a:cubicBezTo>
                  <a:cubicBezTo>
                    <a:pt x="116" y="296"/>
                    <a:pt x="117" y="298"/>
                    <a:pt x="118" y="296"/>
                  </a:cubicBezTo>
                  <a:cubicBezTo>
                    <a:pt x="118" y="296"/>
                    <a:pt x="118" y="296"/>
                    <a:pt x="118" y="296"/>
                  </a:cubicBezTo>
                  <a:cubicBezTo>
                    <a:pt x="120" y="296"/>
                    <a:pt x="119" y="295"/>
                    <a:pt x="120" y="295"/>
                  </a:cubicBezTo>
                  <a:cubicBezTo>
                    <a:pt x="121" y="295"/>
                    <a:pt x="120" y="297"/>
                    <a:pt x="120" y="297"/>
                  </a:cubicBezTo>
                  <a:cubicBezTo>
                    <a:pt x="120" y="298"/>
                    <a:pt x="121" y="298"/>
                    <a:pt x="122" y="297"/>
                  </a:cubicBezTo>
                  <a:cubicBezTo>
                    <a:pt x="122" y="298"/>
                    <a:pt x="122" y="298"/>
                    <a:pt x="123" y="298"/>
                  </a:cubicBezTo>
                  <a:cubicBezTo>
                    <a:pt x="123" y="298"/>
                    <a:pt x="123" y="298"/>
                    <a:pt x="123" y="298"/>
                  </a:cubicBezTo>
                  <a:cubicBezTo>
                    <a:pt x="123" y="298"/>
                    <a:pt x="124" y="298"/>
                    <a:pt x="124" y="299"/>
                  </a:cubicBezTo>
                  <a:cubicBezTo>
                    <a:pt x="123" y="300"/>
                    <a:pt x="123" y="300"/>
                    <a:pt x="123" y="300"/>
                  </a:cubicBezTo>
                  <a:cubicBezTo>
                    <a:pt x="124" y="300"/>
                    <a:pt x="125" y="299"/>
                    <a:pt x="125" y="298"/>
                  </a:cubicBezTo>
                  <a:cubicBezTo>
                    <a:pt x="127" y="300"/>
                    <a:pt x="131" y="300"/>
                    <a:pt x="132" y="300"/>
                  </a:cubicBezTo>
                  <a:cubicBezTo>
                    <a:pt x="131" y="299"/>
                    <a:pt x="131" y="301"/>
                    <a:pt x="131" y="300"/>
                  </a:cubicBezTo>
                  <a:cubicBezTo>
                    <a:pt x="132" y="300"/>
                    <a:pt x="133" y="299"/>
                    <a:pt x="133" y="300"/>
                  </a:cubicBezTo>
                  <a:cubicBezTo>
                    <a:pt x="134" y="300"/>
                    <a:pt x="133" y="301"/>
                    <a:pt x="134" y="302"/>
                  </a:cubicBezTo>
                  <a:cubicBezTo>
                    <a:pt x="133" y="302"/>
                    <a:pt x="135" y="300"/>
                    <a:pt x="134" y="300"/>
                  </a:cubicBezTo>
                  <a:cubicBezTo>
                    <a:pt x="134" y="303"/>
                    <a:pt x="138" y="301"/>
                    <a:pt x="139" y="304"/>
                  </a:cubicBezTo>
                  <a:cubicBezTo>
                    <a:pt x="139" y="303"/>
                    <a:pt x="138" y="304"/>
                    <a:pt x="137" y="305"/>
                  </a:cubicBezTo>
                  <a:cubicBezTo>
                    <a:pt x="139" y="305"/>
                    <a:pt x="141" y="305"/>
                    <a:pt x="143" y="304"/>
                  </a:cubicBezTo>
                  <a:cubicBezTo>
                    <a:pt x="142" y="305"/>
                    <a:pt x="142" y="305"/>
                    <a:pt x="141" y="305"/>
                  </a:cubicBezTo>
                  <a:cubicBezTo>
                    <a:pt x="142" y="306"/>
                    <a:pt x="143" y="307"/>
                    <a:pt x="144" y="306"/>
                  </a:cubicBezTo>
                  <a:cubicBezTo>
                    <a:pt x="145" y="305"/>
                    <a:pt x="144" y="307"/>
                    <a:pt x="144" y="306"/>
                  </a:cubicBezTo>
                  <a:cubicBezTo>
                    <a:pt x="144" y="305"/>
                    <a:pt x="146" y="305"/>
                    <a:pt x="146" y="306"/>
                  </a:cubicBezTo>
                  <a:cubicBezTo>
                    <a:pt x="146" y="306"/>
                    <a:pt x="146" y="306"/>
                    <a:pt x="146" y="306"/>
                  </a:cubicBezTo>
                  <a:cubicBezTo>
                    <a:pt x="147" y="307"/>
                    <a:pt x="147" y="306"/>
                    <a:pt x="148" y="307"/>
                  </a:cubicBezTo>
                  <a:cubicBezTo>
                    <a:pt x="148" y="308"/>
                    <a:pt x="147" y="307"/>
                    <a:pt x="147" y="308"/>
                  </a:cubicBezTo>
                  <a:cubicBezTo>
                    <a:pt x="145" y="310"/>
                    <a:pt x="147" y="311"/>
                    <a:pt x="147" y="311"/>
                  </a:cubicBezTo>
                  <a:cubicBezTo>
                    <a:pt x="149" y="311"/>
                    <a:pt x="149" y="311"/>
                    <a:pt x="149" y="311"/>
                  </a:cubicBezTo>
                  <a:cubicBezTo>
                    <a:pt x="150" y="311"/>
                    <a:pt x="148" y="312"/>
                    <a:pt x="148" y="312"/>
                  </a:cubicBezTo>
                  <a:cubicBezTo>
                    <a:pt x="154" y="312"/>
                    <a:pt x="154" y="312"/>
                    <a:pt x="154" y="312"/>
                  </a:cubicBezTo>
                  <a:cubicBezTo>
                    <a:pt x="153" y="312"/>
                    <a:pt x="152" y="314"/>
                    <a:pt x="151" y="314"/>
                  </a:cubicBezTo>
                  <a:cubicBezTo>
                    <a:pt x="152" y="315"/>
                    <a:pt x="155" y="315"/>
                    <a:pt x="157" y="315"/>
                  </a:cubicBezTo>
                  <a:cubicBezTo>
                    <a:pt x="157" y="316"/>
                    <a:pt x="158" y="317"/>
                    <a:pt x="159" y="318"/>
                  </a:cubicBezTo>
                  <a:cubicBezTo>
                    <a:pt x="158" y="319"/>
                    <a:pt x="159" y="317"/>
                    <a:pt x="158" y="318"/>
                  </a:cubicBezTo>
                  <a:cubicBezTo>
                    <a:pt x="157" y="319"/>
                    <a:pt x="157" y="319"/>
                    <a:pt x="157" y="319"/>
                  </a:cubicBezTo>
                  <a:cubicBezTo>
                    <a:pt x="156" y="318"/>
                    <a:pt x="154" y="320"/>
                    <a:pt x="153" y="320"/>
                  </a:cubicBezTo>
                  <a:cubicBezTo>
                    <a:pt x="155" y="320"/>
                    <a:pt x="154" y="323"/>
                    <a:pt x="154" y="325"/>
                  </a:cubicBezTo>
                  <a:cubicBezTo>
                    <a:pt x="157" y="323"/>
                    <a:pt x="156" y="326"/>
                    <a:pt x="159" y="325"/>
                  </a:cubicBezTo>
                  <a:cubicBezTo>
                    <a:pt x="160" y="327"/>
                    <a:pt x="157" y="327"/>
                    <a:pt x="156" y="328"/>
                  </a:cubicBezTo>
                  <a:cubicBezTo>
                    <a:pt x="158" y="329"/>
                    <a:pt x="158" y="331"/>
                    <a:pt x="158" y="333"/>
                  </a:cubicBezTo>
                  <a:cubicBezTo>
                    <a:pt x="158" y="333"/>
                    <a:pt x="158" y="333"/>
                    <a:pt x="158" y="333"/>
                  </a:cubicBezTo>
                  <a:cubicBezTo>
                    <a:pt x="159" y="334"/>
                    <a:pt x="158" y="337"/>
                    <a:pt x="161" y="338"/>
                  </a:cubicBezTo>
                  <a:cubicBezTo>
                    <a:pt x="160" y="338"/>
                    <a:pt x="160" y="338"/>
                    <a:pt x="159" y="338"/>
                  </a:cubicBezTo>
                  <a:cubicBezTo>
                    <a:pt x="159" y="340"/>
                    <a:pt x="163" y="338"/>
                    <a:pt x="162" y="340"/>
                  </a:cubicBezTo>
                  <a:cubicBezTo>
                    <a:pt x="160" y="339"/>
                    <a:pt x="160" y="339"/>
                    <a:pt x="160" y="339"/>
                  </a:cubicBezTo>
                  <a:cubicBezTo>
                    <a:pt x="162" y="340"/>
                    <a:pt x="160" y="342"/>
                    <a:pt x="162" y="343"/>
                  </a:cubicBezTo>
                  <a:cubicBezTo>
                    <a:pt x="161" y="343"/>
                    <a:pt x="161" y="343"/>
                    <a:pt x="160" y="343"/>
                  </a:cubicBezTo>
                  <a:cubicBezTo>
                    <a:pt x="161" y="344"/>
                    <a:pt x="161" y="345"/>
                    <a:pt x="163" y="346"/>
                  </a:cubicBezTo>
                  <a:cubicBezTo>
                    <a:pt x="162" y="347"/>
                    <a:pt x="161" y="346"/>
                    <a:pt x="160" y="346"/>
                  </a:cubicBezTo>
                  <a:cubicBezTo>
                    <a:pt x="160" y="347"/>
                    <a:pt x="163" y="347"/>
                    <a:pt x="162" y="348"/>
                  </a:cubicBezTo>
                  <a:cubicBezTo>
                    <a:pt x="162" y="349"/>
                    <a:pt x="161" y="349"/>
                    <a:pt x="161" y="349"/>
                  </a:cubicBezTo>
                  <a:cubicBezTo>
                    <a:pt x="162" y="350"/>
                    <a:pt x="162" y="351"/>
                    <a:pt x="163" y="352"/>
                  </a:cubicBezTo>
                  <a:cubicBezTo>
                    <a:pt x="162" y="352"/>
                    <a:pt x="162" y="353"/>
                    <a:pt x="161" y="353"/>
                  </a:cubicBezTo>
                  <a:cubicBezTo>
                    <a:pt x="161" y="360"/>
                    <a:pt x="162" y="366"/>
                    <a:pt x="164" y="372"/>
                  </a:cubicBezTo>
                  <a:cubicBezTo>
                    <a:pt x="161" y="374"/>
                    <a:pt x="162" y="371"/>
                    <a:pt x="161" y="372"/>
                  </a:cubicBezTo>
                  <a:cubicBezTo>
                    <a:pt x="163" y="372"/>
                    <a:pt x="161" y="373"/>
                    <a:pt x="162" y="375"/>
                  </a:cubicBezTo>
                  <a:cubicBezTo>
                    <a:pt x="162" y="375"/>
                    <a:pt x="162" y="375"/>
                    <a:pt x="162" y="375"/>
                  </a:cubicBezTo>
                  <a:cubicBezTo>
                    <a:pt x="162" y="376"/>
                    <a:pt x="161" y="376"/>
                    <a:pt x="162" y="377"/>
                  </a:cubicBezTo>
                  <a:cubicBezTo>
                    <a:pt x="162" y="377"/>
                    <a:pt x="162" y="377"/>
                    <a:pt x="162" y="377"/>
                  </a:cubicBezTo>
                  <a:cubicBezTo>
                    <a:pt x="164" y="378"/>
                    <a:pt x="159" y="379"/>
                    <a:pt x="162" y="379"/>
                  </a:cubicBezTo>
                  <a:cubicBezTo>
                    <a:pt x="161" y="380"/>
                    <a:pt x="161" y="380"/>
                    <a:pt x="161" y="380"/>
                  </a:cubicBezTo>
                  <a:cubicBezTo>
                    <a:pt x="163" y="381"/>
                    <a:pt x="160" y="382"/>
                    <a:pt x="162" y="383"/>
                  </a:cubicBezTo>
                  <a:cubicBezTo>
                    <a:pt x="162" y="383"/>
                    <a:pt x="162" y="383"/>
                    <a:pt x="162" y="383"/>
                  </a:cubicBezTo>
                  <a:cubicBezTo>
                    <a:pt x="161" y="384"/>
                    <a:pt x="165" y="386"/>
                    <a:pt x="163" y="386"/>
                  </a:cubicBezTo>
                  <a:cubicBezTo>
                    <a:pt x="163" y="388"/>
                    <a:pt x="164" y="389"/>
                    <a:pt x="166" y="389"/>
                  </a:cubicBezTo>
                  <a:cubicBezTo>
                    <a:pt x="165" y="390"/>
                    <a:pt x="164" y="389"/>
                    <a:pt x="163" y="389"/>
                  </a:cubicBezTo>
                  <a:cubicBezTo>
                    <a:pt x="164" y="394"/>
                    <a:pt x="164" y="400"/>
                    <a:pt x="167" y="404"/>
                  </a:cubicBezTo>
                  <a:cubicBezTo>
                    <a:pt x="166" y="404"/>
                    <a:pt x="166" y="404"/>
                    <a:pt x="165" y="404"/>
                  </a:cubicBezTo>
                  <a:cubicBezTo>
                    <a:pt x="168" y="406"/>
                    <a:pt x="163" y="409"/>
                    <a:pt x="168" y="411"/>
                  </a:cubicBezTo>
                  <a:cubicBezTo>
                    <a:pt x="170" y="412"/>
                    <a:pt x="170" y="412"/>
                    <a:pt x="170" y="412"/>
                  </a:cubicBezTo>
                  <a:cubicBezTo>
                    <a:pt x="169" y="412"/>
                    <a:pt x="168" y="412"/>
                    <a:pt x="167" y="413"/>
                  </a:cubicBezTo>
                  <a:cubicBezTo>
                    <a:pt x="168" y="413"/>
                    <a:pt x="167" y="415"/>
                    <a:pt x="169" y="416"/>
                  </a:cubicBezTo>
                  <a:cubicBezTo>
                    <a:pt x="168" y="416"/>
                    <a:pt x="168" y="416"/>
                    <a:pt x="168" y="416"/>
                  </a:cubicBezTo>
                  <a:cubicBezTo>
                    <a:pt x="167" y="417"/>
                    <a:pt x="170" y="418"/>
                    <a:pt x="169" y="419"/>
                  </a:cubicBezTo>
                  <a:cubicBezTo>
                    <a:pt x="169" y="419"/>
                    <a:pt x="169" y="419"/>
                    <a:pt x="169" y="419"/>
                  </a:cubicBezTo>
                  <a:cubicBezTo>
                    <a:pt x="166" y="425"/>
                    <a:pt x="163" y="434"/>
                    <a:pt x="168" y="438"/>
                  </a:cubicBezTo>
                  <a:cubicBezTo>
                    <a:pt x="169" y="440"/>
                    <a:pt x="166" y="439"/>
                    <a:pt x="166" y="440"/>
                  </a:cubicBezTo>
                  <a:cubicBezTo>
                    <a:pt x="170" y="444"/>
                    <a:pt x="167" y="452"/>
                    <a:pt x="173" y="453"/>
                  </a:cubicBezTo>
                  <a:cubicBezTo>
                    <a:pt x="173" y="454"/>
                    <a:pt x="173" y="454"/>
                    <a:pt x="173" y="455"/>
                  </a:cubicBezTo>
                  <a:cubicBezTo>
                    <a:pt x="173" y="455"/>
                    <a:pt x="173" y="456"/>
                    <a:pt x="174" y="456"/>
                  </a:cubicBezTo>
                  <a:cubicBezTo>
                    <a:pt x="171" y="457"/>
                    <a:pt x="174" y="460"/>
                    <a:pt x="172" y="462"/>
                  </a:cubicBezTo>
                  <a:cubicBezTo>
                    <a:pt x="175" y="462"/>
                    <a:pt x="174" y="463"/>
                    <a:pt x="174" y="464"/>
                  </a:cubicBezTo>
                  <a:cubicBezTo>
                    <a:pt x="174" y="464"/>
                    <a:pt x="173" y="464"/>
                    <a:pt x="173" y="464"/>
                  </a:cubicBezTo>
                  <a:cubicBezTo>
                    <a:pt x="173" y="466"/>
                    <a:pt x="173" y="466"/>
                    <a:pt x="172" y="468"/>
                  </a:cubicBezTo>
                  <a:cubicBezTo>
                    <a:pt x="172" y="469"/>
                    <a:pt x="174" y="469"/>
                    <a:pt x="173" y="470"/>
                  </a:cubicBezTo>
                  <a:cubicBezTo>
                    <a:pt x="171" y="471"/>
                    <a:pt x="173" y="472"/>
                    <a:pt x="172" y="473"/>
                  </a:cubicBezTo>
                  <a:cubicBezTo>
                    <a:pt x="174" y="473"/>
                    <a:pt x="175" y="474"/>
                    <a:pt x="175" y="475"/>
                  </a:cubicBezTo>
                  <a:cubicBezTo>
                    <a:pt x="172" y="475"/>
                    <a:pt x="172" y="475"/>
                    <a:pt x="172" y="475"/>
                  </a:cubicBezTo>
                  <a:cubicBezTo>
                    <a:pt x="174" y="477"/>
                    <a:pt x="170" y="481"/>
                    <a:pt x="174" y="485"/>
                  </a:cubicBezTo>
                  <a:cubicBezTo>
                    <a:pt x="172" y="485"/>
                    <a:pt x="172" y="485"/>
                    <a:pt x="172" y="485"/>
                  </a:cubicBezTo>
                  <a:cubicBezTo>
                    <a:pt x="174" y="488"/>
                    <a:pt x="173" y="491"/>
                    <a:pt x="176" y="494"/>
                  </a:cubicBezTo>
                  <a:cubicBezTo>
                    <a:pt x="175" y="495"/>
                    <a:pt x="175" y="496"/>
                    <a:pt x="175" y="497"/>
                  </a:cubicBezTo>
                  <a:cubicBezTo>
                    <a:pt x="176" y="498"/>
                    <a:pt x="176" y="499"/>
                    <a:pt x="178" y="499"/>
                  </a:cubicBezTo>
                  <a:cubicBezTo>
                    <a:pt x="178" y="500"/>
                    <a:pt x="177" y="500"/>
                    <a:pt x="177" y="500"/>
                  </a:cubicBezTo>
                  <a:cubicBezTo>
                    <a:pt x="176" y="501"/>
                    <a:pt x="174" y="504"/>
                    <a:pt x="177" y="504"/>
                  </a:cubicBezTo>
                  <a:cubicBezTo>
                    <a:pt x="175" y="505"/>
                    <a:pt x="175" y="505"/>
                    <a:pt x="175" y="505"/>
                  </a:cubicBezTo>
                  <a:cubicBezTo>
                    <a:pt x="177" y="506"/>
                    <a:pt x="179" y="507"/>
                    <a:pt x="177" y="508"/>
                  </a:cubicBezTo>
                  <a:cubicBezTo>
                    <a:pt x="178" y="509"/>
                    <a:pt x="179" y="510"/>
                    <a:pt x="181" y="509"/>
                  </a:cubicBezTo>
                  <a:cubicBezTo>
                    <a:pt x="181" y="510"/>
                    <a:pt x="178" y="510"/>
                    <a:pt x="180" y="510"/>
                  </a:cubicBezTo>
                  <a:cubicBezTo>
                    <a:pt x="178" y="510"/>
                    <a:pt x="178" y="510"/>
                    <a:pt x="178" y="510"/>
                  </a:cubicBezTo>
                  <a:cubicBezTo>
                    <a:pt x="177" y="513"/>
                    <a:pt x="179" y="515"/>
                    <a:pt x="180" y="518"/>
                  </a:cubicBezTo>
                  <a:cubicBezTo>
                    <a:pt x="178" y="519"/>
                    <a:pt x="181" y="520"/>
                    <a:pt x="179" y="522"/>
                  </a:cubicBezTo>
                  <a:cubicBezTo>
                    <a:pt x="181" y="523"/>
                    <a:pt x="179" y="525"/>
                    <a:pt x="182" y="525"/>
                  </a:cubicBezTo>
                  <a:cubicBezTo>
                    <a:pt x="181" y="525"/>
                    <a:pt x="181" y="525"/>
                    <a:pt x="181" y="525"/>
                  </a:cubicBezTo>
                  <a:cubicBezTo>
                    <a:pt x="181" y="526"/>
                    <a:pt x="181" y="528"/>
                    <a:pt x="180" y="530"/>
                  </a:cubicBezTo>
                  <a:cubicBezTo>
                    <a:pt x="180" y="531"/>
                    <a:pt x="182" y="530"/>
                    <a:pt x="183" y="531"/>
                  </a:cubicBezTo>
                  <a:cubicBezTo>
                    <a:pt x="182" y="531"/>
                    <a:pt x="182" y="531"/>
                    <a:pt x="182" y="531"/>
                  </a:cubicBezTo>
                  <a:cubicBezTo>
                    <a:pt x="183" y="532"/>
                    <a:pt x="185" y="532"/>
                    <a:pt x="186" y="532"/>
                  </a:cubicBezTo>
                  <a:cubicBezTo>
                    <a:pt x="185" y="533"/>
                    <a:pt x="186" y="533"/>
                    <a:pt x="185" y="533"/>
                  </a:cubicBezTo>
                  <a:cubicBezTo>
                    <a:pt x="185" y="533"/>
                    <a:pt x="183" y="533"/>
                    <a:pt x="181" y="532"/>
                  </a:cubicBezTo>
                  <a:cubicBezTo>
                    <a:pt x="181" y="534"/>
                    <a:pt x="184" y="534"/>
                    <a:pt x="182" y="535"/>
                  </a:cubicBezTo>
                  <a:cubicBezTo>
                    <a:pt x="182" y="536"/>
                    <a:pt x="182" y="536"/>
                    <a:pt x="184" y="536"/>
                  </a:cubicBezTo>
                  <a:cubicBezTo>
                    <a:pt x="184" y="536"/>
                    <a:pt x="183" y="537"/>
                    <a:pt x="182" y="537"/>
                  </a:cubicBezTo>
                  <a:cubicBezTo>
                    <a:pt x="183" y="537"/>
                    <a:pt x="183" y="538"/>
                    <a:pt x="184" y="538"/>
                  </a:cubicBezTo>
                  <a:cubicBezTo>
                    <a:pt x="184" y="538"/>
                    <a:pt x="184" y="537"/>
                    <a:pt x="184" y="537"/>
                  </a:cubicBezTo>
                  <a:cubicBezTo>
                    <a:pt x="185" y="537"/>
                    <a:pt x="185" y="538"/>
                    <a:pt x="187" y="538"/>
                  </a:cubicBezTo>
                  <a:cubicBezTo>
                    <a:pt x="187" y="537"/>
                    <a:pt x="186" y="537"/>
                    <a:pt x="186" y="537"/>
                  </a:cubicBezTo>
                  <a:cubicBezTo>
                    <a:pt x="188" y="537"/>
                    <a:pt x="188" y="538"/>
                    <a:pt x="187" y="538"/>
                  </a:cubicBezTo>
                  <a:cubicBezTo>
                    <a:pt x="186" y="539"/>
                    <a:pt x="185" y="538"/>
                    <a:pt x="184" y="539"/>
                  </a:cubicBezTo>
                  <a:cubicBezTo>
                    <a:pt x="188" y="540"/>
                    <a:pt x="188" y="540"/>
                    <a:pt x="188" y="540"/>
                  </a:cubicBezTo>
                  <a:cubicBezTo>
                    <a:pt x="186" y="540"/>
                    <a:pt x="187" y="539"/>
                    <a:pt x="189" y="539"/>
                  </a:cubicBezTo>
                  <a:cubicBezTo>
                    <a:pt x="188" y="538"/>
                    <a:pt x="188" y="538"/>
                    <a:pt x="188" y="538"/>
                  </a:cubicBezTo>
                  <a:cubicBezTo>
                    <a:pt x="189" y="538"/>
                    <a:pt x="189" y="538"/>
                    <a:pt x="189" y="538"/>
                  </a:cubicBezTo>
                  <a:cubicBezTo>
                    <a:pt x="189" y="537"/>
                    <a:pt x="190" y="536"/>
                    <a:pt x="189" y="535"/>
                  </a:cubicBezTo>
                  <a:cubicBezTo>
                    <a:pt x="187" y="536"/>
                    <a:pt x="187" y="536"/>
                    <a:pt x="187" y="536"/>
                  </a:cubicBezTo>
                  <a:cubicBezTo>
                    <a:pt x="187" y="535"/>
                    <a:pt x="185" y="535"/>
                    <a:pt x="187" y="534"/>
                  </a:cubicBezTo>
                  <a:cubicBezTo>
                    <a:pt x="187" y="534"/>
                    <a:pt x="188" y="534"/>
                    <a:pt x="189" y="534"/>
                  </a:cubicBezTo>
                  <a:cubicBezTo>
                    <a:pt x="189" y="534"/>
                    <a:pt x="188" y="533"/>
                    <a:pt x="188" y="533"/>
                  </a:cubicBezTo>
                  <a:cubicBezTo>
                    <a:pt x="191" y="533"/>
                    <a:pt x="191" y="533"/>
                    <a:pt x="191" y="533"/>
                  </a:cubicBezTo>
                  <a:cubicBezTo>
                    <a:pt x="187" y="533"/>
                    <a:pt x="189" y="532"/>
                    <a:pt x="189" y="531"/>
                  </a:cubicBezTo>
                  <a:cubicBezTo>
                    <a:pt x="189" y="531"/>
                    <a:pt x="189" y="531"/>
                    <a:pt x="189" y="531"/>
                  </a:cubicBezTo>
                  <a:cubicBezTo>
                    <a:pt x="190" y="530"/>
                    <a:pt x="188" y="532"/>
                    <a:pt x="188" y="531"/>
                  </a:cubicBezTo>
                  <a:cubicBezTo>
                    <a:pt x="188" y="530"/>
                    <a:pt x="191" y="530"/>
                    <a:pt x="192" y="530"/>
                  </a:cubicBezTo>
                  <a:cubicBezTo>
                    <a:pt x="191" y="529"/>
                    <a:pt x="189" y="527"/>
                    <a:pt x="191" y="526"/>
                  </a:cubicBezTo>
                  <a:cubicBezTo>
                    <a:pt x="190" y="525"/>
                    <a:pt x="189" y="524"/>
                    <a:pt x="188" y="524"/>
                  </a:cubicBezTo>
                  <a:cubicBezTo>
                    <a:pt x="188" y="523"/>
                    <a:pt x="191" y="523"/>
                    <a:pt x="190" y="523"/>
                  </a:cubicBezTo>
                  <a:cubicBezTo>
                    <a:pt x="190" y="523"/>
                    <a:pt x="191" y="522"/>
                    <a:pt x="192" y="522"/>
                  </a:cubicBezTo>
                  <a:cubicBezTo>
                    <a:pt x="191" y="522"/>
                    <a:pt x="192" y="521"/>
                    <a:pt x="190" y="522"/>
                  </a:cubicBezTo>
                  <a:cubicBezTo>
                    <a:pt x="190" y="520"/>
                    <a:pt x="191" y="519"/>
                    <a:pt x="190" y="518"/>
                  </a:cubicBezTo>
                  <a:cubicBezTo>
                    <a:pt x="190" y="518"/>
                    <a:pt x="192" y="518"/>
                    <a:pt x="193" y="518"/>
                  </a:cubicBezTo>
                  <a:cubicBezTo>
                    <a:pt x="191" y="517"/>
                    <a:pt x="190" y="516"/>
                    <a:pt x="190" y="515"/>
                  </a:cubicBezTo>
                  <a:cubicBezTo>
                    <a:pt x="189" y="515"/>
                    <a:pt x="189" y="516"/>
                    <a:pt x="187" y="516"/>
                  </a:cubicBezTo>
                  <a:cubicBezTo>
                    <a:pt x="187" y="516"/>
                    <a:pt x="186" y="516"/>
                    <a:pt x="186" y="515"/>
                  </a:cubicBezTo>
                  <a:cubicBezTo>
                    <a:pt x="188" y="515"/>
                    <a:pt x="191" y="515"/>
                    <a:pt x="191" y="514"/>
                  </a:cubicBezTo>
                  <a:cubicBezTo>
                    <a:pt x="193" y="514"/>
                    <a:pt x="190" y="515"/>
                    <a:pt x="193" y="515"/>
                  </a:cubicBezTo>
                  <a:cubicBezTo>
                    <a:pt x="195" y="515"/>
                    <a:pt x="196" y="517"/>
                    <a:pt x="194" y="517"/>
                  </a:cubicBezTo>
                  <a:cubicBezTo>
                    <a:pt x="197" y="518"/>
                    <a:pt x="195" y="516"/>
                    <a:pt x="197" y="516"/>
                  </a:cubicBezTo>
                  <a:cubicBezTo>
                    <a:pt x="197" y="516"/>
                    <a:pt x="195" y="515"/>
                    <a:pt x="195" y="514"/>
                  </a:cubicBezTo>
                  <a:cubicBezTo>
                    <a:pt x="194" y="514"/>
                    <a:pt x="194" y="515"/>
                    <a:pt x="193" y="514"/>
                  </a:cubicBezTo>
                  <a:cubicBezTo>
                    <a:pt x="190" y="514"/>
                    <a:pt x="194" y="513"/>
                    <a:pt x="194" y="513"/>
                  </a:cubicBezTo>
                  <a:cubicBezTo>
                    <a:pt x="195" y="513"/>
                    <a:pt x="195" y="513"/>
                    <a:pt x="195" y="513"/>
                  </a:cubicBezTo>
                  <a:cubicBezTo>
                    <a:pt x="196" y="512"/>
                    <a:pt x="194" y="512"/>
                    <a:pt x="194" y="511"/>
                  </a:cubicBezTo>
                  <a:cubicBezTo>
                    <a:pt x="197" y="511"/>
                    <a:pt x="195" y="513"/>
                    <a:pt x="197" y="513"/>
                  </a:cubicBezTo>
                  <a:cubicBezTo>
                    <a:pt x="199" y="512"/>
                    <a:pt x="199" y="512"/>
                    <a:pt x="199" y="512"/>
                  </a:cubicBezTo>
                  <a:cubicBezTo>
                    <a:pt x="199" y="511"/>
                    <a:pt x="196" y="512"/>
                    <a:pt x="197" y="511"/>
                  </a:cubicBezTo>
                  <a:cubicBezTo>
                    <a:pt x="198" y="511"/>
                    <a:pt x="198" y="511"/>
                    <a:pt x="198" y="511"/>
                  </a:cubicBezTo>
                  <a:cubicBezTo>
                    <a:pt x="197" y="510"/>
                    <a:pt x="197" y="510"/>
                    <a:pt x="197" y="510"/>
                  </a:cubicBezTo>
                  <a:cubicBezTo>
                    <a:pt x="196" y="510"/>
                    <a:pt x="194" y="510"/>
                    <a:pt x="195" y="511"/>
                  </a:cubicBezTo>
                  <a:cubicBezTo>
                    <a:pt x="191" y="511"/>
                    <a:pt x="194" y="511"/>
                    <a:pt x="193" y="510"/>
                  </a:cubicBezTo>
                  <a:cubicBezTo>
                    <a:pt x="192" y="509"/>
                    <a:pt x="194" y="510"/>
                    <a:pt x="192" y="510"/>
                  </a:cubicBezTo>
                  <a:cubicBezTo>
                    <a:pt x="190" y="510"/>
                    <a:pt x="190" y="510"/>
                    <a:pt x="190" y="509"/>
                  </a:cubicBezTo>
                  <a:cubicBezTo>
                    <a:pt x="190" y="508"/>
                    <a:pt x="192" y="509"/>
                    <a:pt x="193" y="508"/>
                  </a:cubicBezTo>
                  <a:cubicBezTo>
                    <a:pt x="193" y="508"/>
                    <a:pt x="193" y="509"/>
                    <a:pt x="192" y="509"/>
                  </a:cubicBezTo>
                  <a:cubicBezTo>
                    <a:pt x="194" y="510"/>
                    <a:pt x="196" y="508"/>
                    <a:pt x="197" y="509"/>
                  </a:cubicBezTo>
                  <a:cubicBezTo>
                    <a:pt x="198" y="508"/>
                    <a:pt x="196" y="508"/>
                    <a:pt x="196" y="508"/>
                  </a:cubicBezTo>
                  <a:cubicBezTo>
                    <a:pt x="195" y="508"/>
                    <a:pt x="194" y="508"/>
                    <a:pt x="193" y="508"/>
                  </a:cubicBezTo>
                  <a:cubicBezTo>
                    <a:pt x="188" y="507"/>
                    <a:pt x="197" y="507"/>
                    <a:pt x="196" y="506"/>
                  </a:cubicBezTo>
                  <a:cubicBezTo>
                    <a:pt x="193" y="506"/>
                    <a:pt x="191" y="504"/>
                    <a:pt x="188" y="506"/>
                  </a:cubicBezTo>
                  <a:cubicBezTo>
                    <a:pt x="187" y="505"/>
                    <a:pt x="187" y="505"/>
                    <a:pt x="187" y="505"/>
                  </a:cubicBezTo>
                  <a:cubicBezTo>
                    <a:pt x="189" y="505"/>
                    <a:pt x="189" y="504"/>
                    <a:pt x="191" y="504"/>
                  </a:cubicBezTo>
                  <a:cubicBezTo>
                    <a:pt x="191" y="504"/>
                    <a:pt x="191" y="504"/>
                    <a:pt x="191" y="504"/>
                  </a:cubicBezTo>
                  <a:cubicBezTo>
                    <a:pt x="193" y="504"/>
                    <a:pt x="193" y="504"/>
                    <a:pt x="193" y="504"/>
                  </a:cubicBezTo>
                  <a:cubicBezTo>
                    <a:pt x="195" y="504"/>
                    <a:pt x="196" y="503"/>
                    <a:pt x="197" y="503"/>
                  </a:cubicBezTo>
                  <a:cubicBezTo>
                    <a:pt x="196" y="502"/>
                    <a:pt x="195" y="503"/>
                    <a:pt x="194" y="502"/>
                  </a:cubicBezTo>
                  <a:cubicBezTo>
                    <a:pt x="195" y="502"/>
                    <a:pt x="195" y="502"/>
                    <a:pt x="196" y="502"/>
                  </a:cubicBezTo>
                  <a:cubicBezTo>
                    <a:pt x="195" y="502"/>
                    <a:pt x="193" y="503"/>
                    <a:pt x="193" y="502"/>
                  </a:cubicBezTo>
                  <a:cubicBezTo>
                    <a:pt x="193" y="501"/>
                    <a:pt x="195" y="500"/>
                    <a:pt x="195" y="501"/>
                  </a:cubicBezTo>
                  <a:cubicBezTo>
                    <a:pt x="197" y="501"/>
                    <a:pt x="197" y="501"/>
                    <a:pt x="197" y="501"/>
                  </a:cubicBezTo>
                  <a:cubicBezTo>
                    <a:pt x="195" y="501"/>
                    <a:pt x="198" y="501"/>
                    <a:pt x="197" y="500"/>
                  </a:cubicBezTo>
                  <a:cubicBezTo>
                    <a:pt x="196" y="500"/>
                    <a:pt x="194" y="500"/>
                    <a:pt x="193" y="500"/>
                  </a:cubicBezTo>
                  <a:cubicBezTo>
                    <a:pt x="192" y="499"/>
                    <a:pt x="194" y="499"/>
                    <a:pt x="193" y="499"/>
                  </a:cubicBezTo>
                  <a:cubicBezTo>
                    <a:pt x="195" y="500"/>
                    <a:pt x="195" y="500"/>
                    <a:pt x="195" y="500"/>
                  </a:cubicBezTo>
                  <a:cubicBezTo>
                    <a:pt x="194" y="499"/>
                    <a:pt x="198" y="499"/>
                    <a:pt x="197" y="498"/>
                  </a:cubicBezTo>
                  <a:cubicBezTo>
                    <a:pt x="195" y="498"/>
                    <a:pt x="195" y="498"/>
                    <a:pt x="195" y="498"/>
                  </a:cubicBezTo>
                  <a:cubicBezTo>
                    <a:pt x="196" y="498"/>
                    <a:pt x="196" y="498"/>
                    <a:pt x="197" y="498"/>
                  </a:cubicBezTo>
                  <a:cubicBezTo>
                    <a:pt x="196" y="498"/>
                    <a:pt x="196" y="497"/>
                    <a:pt x="196" y="497"/>
                  </a:cubicBezTo>
                  <a:cubicBezTo>
                    <a:pt x="197" y="497"/>
                    <a:pt x="197" y="497"/>
                    <a:pt x="197" y="497"/>
                  </a:cubicBezTo>
                  <a:cubicBezTo>
                    <a:pt x="196" y="497"/>
                    <a:pt x="193" y="496"/>
                    <a:pt x="196" y="496"/>
                  </a:cubicBezTo>
                  <a:cubicBezTo>
                    <a:pt x="193" y="496"/>
                    <a:pt x="196" y="496"/>
                    <a:pt x="194" y="497"/>
                  </a:cubicBezTo>
                  <a:cubicBezTo>
                    <a:pt x="192" y="497"/>
                    <a:pt x="193" y="496"/>
                    <a:pt x="192" y="496"/>
                  </a:cubicBezTo>
                  <a:cubicBezTo>
                    <a:pt x="195" y="496"/>
                    <a:pt x="192" y="495"/>
                    <a:pt x="192" y="495"/>
                  </a:cubicBezTo>
                  <a:cubicBezTo>
                    <a:pt x="193" y="494"/>
                    <a:pt x="194" y="494"/>
                    <a:pt x="194" y="494"/>
                  </a:cubicBezTo>
                  <a:cubicBezTo>
                    <a:pt x="193" y="494"/>
                    <a:pt x="193" y="494"/>
                    <a:pt x="193" y="494"/>
                  </a:cubicBezTo>
                  <a:cubicBezTo>
                    <a:pt x="196" y="493"/>
                    <a:pt x="192" y="493"/>
                    <a:pt x="193" y="492"/>
                  </a:cubicBezTo>
                  <a:cubicBezTo>
                    <a:pt x="194" y="492"/>
                    <a:pt x="195" y="492"/>
                    <a:pt x="196" y="492"/>
                  </a:cubicBezTo>
                  <a:cubicBezTo>
                    <a:pt x="193" y="493"/>
                    <a:pt x="193" y="491"/>
                    <a:pt x="191" y="491"/>
                  </a:cubicBezTo>
                  <a:cubicBezTo>
                    <a:pt x="192" y="490"/>
                    <a:pt x="194" y="492"/>
                    <a:pt x="196" y="491"/>
                  </a:cubicBezTo>
                  <a:cubicBezTo>
                    <a:pt x="194" y="491"/>
                    <a:pt x="197" y="490"/>
                    <a:pt x="195" y="490"/>
                  </a:cubicBezTo>
                  <a:cubicBezTo>
                    <a:pt x="194" y="491"/>
                    <a:pt x="193" y="490"/>
                    <a:pt x="192" y="490"/>
                  </a:cubicBezTo>
                  <a:cubicBezTo>
                    <a:pt x="192" y="489"/>
                    <a:pt x="193" y="490"/>
                    <a:pt x="194" y="489"/>
                  </a:cubicBezTo>
                  <a:cubicBezTo>
                    <a:pt x="193" y="489"/>
                    <a:pt x="191" y="488"/>
                    <a:pt x="191" y="489"/>
                  </a:cubicBezTo>
                  <a:cubicBezTo>
                    <a:pt x="191" y="488"/>
                    <a:pt x="189" y="488"/>
                    <a:pt x="190" y="487"/>
                  </a:cubicBezTo>
                  <a:cubicBezTo>
                    <a:pt x="192" y="487"/>
                    <a:pt x="191" y="488"/>
                    <a:pt x="192" y="488"/>
                  </a:cubicBezTo>
                  <a:cubicBezTo>
                    <a:pt x="192" y="487"/>
                    <a:pt x="188" y="488"/>
                    <a:pt x="187" y="487"/>
                  </a:cubicBezTo>
                  <a:cubicBezTo>
                    <a:pt x="187" y="487"/>
                    <a:pt x="184" y="487"/>
                    <a:pt x="183" y="486"/>
                  </a:cubicBezTo>
                  <a:cubicBezTo>
                    <a:pt x="183" y="485"/>
                    <a:pt x="184" y="487"/>
                    <a:pt x="186" y="486"/>
                  </a:cubicBezTo>
                  <a:cubicBezTo>
                    <a:pt x="185" y="486"/>
                    <a:pt x="185" y="486"/>
                    <a:pt x="185" y="486"/>
                  </a:cubicBezTo>
                  <a:cubicBezTo>
                    <a:pt x="188" y="485"/>
                    <a:pt x="190" y="487"/>
                    <a:pt x="193" y="486"/>
                  </a:cubicBezTo>
                  <a:cubicBezTo>
                    <a:pt x="192" y="486"/>
                    <a:pt x="192" y="486"/>
                    <a:pt x="192" y="486"/>
                  </a:cubicBezTo>
                  <a:cubicBezTo>
                    <a:pt x="195" y="486"/>
                    <a:pt x="195" y="486"/>
                    <a:pt x="195" y="486"/>
                  </a:cubicBezTo>
                  <a:cubicBezTo>
                    <a:pt x="193" y="486"/>
                    <a:pt x="194" y="485"/>
                    <a:pt x="194" y="484"/>
                  </a:cubicBezTo>
                  <a:cubicBezTo>
                    <a:pt x="192" y="484"/>
                    <a:pt x="194" y="485"/>
                    <a:pt x="193" y="485"/>
                  </a:cubicBezTo>
                  <a:cubicBezTo>
                    <a:pt x="192" y="484"/>
                    <a:pt x="190" y="484"/>
                    <a:pt x="191" y="483"/>
                  </a:cubicBezTo>
                  <a:cubicBezTo>
                    <a:pt x="192" y="484"/>
                    <a:pt x="193" y="483"/>
                    <a:pt x="194" y="483"/>
                  </a:cubicBezTo>
                  <a:cubicBezTo>
                    <a:pt x="195" y="483"/>
                    <a:pt x="192" y="483"/>
                    <a:pt x="193" y="482"/>
                  </a:cubicBezTo>
                  <a:cubicBezTo>
                    <a:pt x="194" y="483"/>
                    <a:pt x="194" y="483"/>
                    <a:pt x="194" y="483"/>
                  </a:cubicBezTo>
                  <a:cubicBezTo>
                    <a:pt x="194" y="480"/>
                    <a:pt x="194" y="478"/>
                    <a:pt x="190" y="476"/>
                  </a:cubicBezTo>
                  <a:cubicBezTo>
                    <a:pt x="191" y="475"/>
                    <a:pt x="191" y="475"/>
                    <a:pt x="193" y="474"/>
                  </a:cubicBezTo>
                  <a:cubicBezTo>
                    <a:pt x="192" y="474"/>
                    <a:pt x="191" y="474"/>
                    <a:pt x="191" y="473"/>
                  </a:cubicBezTo>
                  <a:cubicBezTo>
                    <a:pt x="193" y="473"/>
                    <a:pt x="193" y="473"/>
                    <a:pt x="193" y="473"/>
                  </a:cubicBezTo>
                  <a:cubicBezTo>
                    <a:pt x="194" y="472"/>
                    <a:pt x="192" y="472"/>
                    <a:pt x="191" y="471"/>
                  </a:cubicBezTo>
                  <a:cubicBezTo>
                    <a:pt x="193" y="471"/>
                    <a:pt x="193" y="471"/>
                    <a:pt x="193" y="471"/>
                  </a:cubicBezTo>
                  <a:cubicBezTo>
                    <a:pt x="194" y="471"/>
                    <a:pt x="192" y="470"/>
                    <a:pt x="191" y="470"/>
                  </a:cubicBezTo>
                  <a:cubicBezTo>
                    <a:pt x="193" y="470"/>
                    <a:pt x="193" y="470"/>
                    <a:pt x="193" y="470"/>
                  </a:cubicBezTo>
                  <a:cubicBezTo>
                    <a:pt x="191" y="470"/>
                    <a:pt x="191" y="470"/>
                    <a:pt x="191" y="470"/>
                  </a:cubicBezTo>
                  <a:cubicBezTo>
                    <a:pt x="191" y="469"/>
                    <a:pt x="191" y="468"/>
                    <a:pt x="193" y="469"/>
                  </a:cubicBezTo>
                  <a:cubicBezTo>
                    <a:pt x="193" y="469"/>
                    <a:pt x="192" y="468"/>
                    <a:pt x="192" y="468"/>
                  </a:cubicBezTo>
                  <a:cubicBezTo>
                    <a:pt x="193" y="468"/>
                    <a:pt x="193" y="467"/>
                    <a:pt x="193" y="466"/>
                  </a:cubicBezTo>
                  <a:cubicBezTo>
                    <a:pt x="192" y="466"/>
                    <a:pt x="191" y="466"/>
                    <a:pt x="190" y="466"/>
                  </a:cubicBezTo>
                  <a:cubicBezTo>
                    <a:pt x="188" y="465"/>
                    <a:pt x="190" y="466"/>
                    <a:pt x="189" y="465"/>
                  </a:cubicBezTo>
                  <a:cubicBezTo>
                    <a:pt x="190" y="465"/>
                    <a:pt x="191" y="465"/>
                    <a:pt x="192" y="465"/>
                  </a:cubicBezTo>
                  <a:cubicBezTo>
                    <a:pt x="195" y="465"/>
                    <a:pt x="192" y="462"/>
                    <a:pt x="193" y="461"/>
                  </a:cubicBezTo>
                  <a:cubicBezTo>
                    <a:pt x="192" y="460"/>
                    <a:pt x="192" y="460"/>
                    <a:pt x="192" y="460"/>
                  </a:cubicBezTo>
                  <a:cubicBezTo>
                    <a:pt x="195" y="460"/>
                    <a:pt x="193" y="459"/>
                    <a:pt x="194" y="458"/>
                  </a:cubicBezTo>
                  <a:cubicBezTo>
                    <a:pt x="193" y="458"/>
                    <a:pt x="191" y="457"/>
                    <a:pt x="191" y="456"/>
                  </a:cubicBezTo>
                  <a:cubicBezTo>
                    <a:pt x="189" y="455"/>
                    <a:pt x="193" y="457"/>
                    <a:pt x="195" y="457"/>
                  </a:cubicBezTo>
                  <a:cubicBezTo>
                    <a:pt x="194" y="456"/>
                    <a:pt x="194" y="456"/>
                    <a:pt x="194" y="456"/>
                  </a:cubicBezTo>
                  <a:cubicBezTo>
                    <a:pt x="194" y="456"/>
                    <a:pt x="194" y="456"/>
                    <a:pt x="194" y="456"/>
                  </a:cubicBezTo>
                  <a:cubicBezTo>
                    <a:pt x="194" y="455"/>
                    <a:pt x="193" y="454"/>
                    <a:pt x="194" y="454"/>
                  </a:cubicBezTo>
                  <a:cubicBezTo>
                    <a:pt x="194" y="454"/>
                    <a:pt x="194" y="454"/>
                    <a:pt x="194" y="454"/>
                  </a:cubicBezTo>
                  <a:cubicBezTo>
                    <a:pt x="195" y="454"/>
                    <a:pt x="196" y="455"/>
                    <a:pt x="196" y="454"/>
                  </a:cubicBezTo>
                  <a:cubicBezTo>
                    <a:pt x="194" y="453"/>
                    <a:pt x="196" y="453"/>
                    <a:pt x="194" y="452"/>
                  </a:cubicBezTo>
                  <a:cubicBezTo>
                    <a:pt x="195" y="452"/>
                    <a:pt x="195" y="452"/>
                    <a:pt x="195" y="452"/>
                  </a:cubicBezTo>
                  <a:cubicBezTo>
                    <a:pt x="194" y="451"/>
                    <a:pt x="194" y="451"/>
                    <a:pt x="194" y="451"/>
                  </a:cubicBezTo>
                  <a:cubicBezTo>
                    <a:pt x="195" y="451"/>
                    <a:pt x="195" y="451"/>
                    <a:pt x="195" y="451"/>
                  </a:cubicBezTo>
                  <a:cubicBezTo>
                    <a:pt x="196" y="453"/>
                    <a:pt x="196" y="453"/>
                    <a:pt x="196" y="453"/>
                  </a:cubicBezTo>
                  <a:cubicBezTo>
                    <a:pt x="197" y="452"/>
                    <a:pt x="195" y="452"/>
                    <a:pt x="194" y="451"/>
                  </a:cubicBezTo>
                  <a:cubicBezTo>
                    <a:pt x="193" y="450"/>
                    <a:pt x="195" y="450"/>
                    <a:pt x="195" y="451"/>
                  </a:cubicBezTo>
                  <a:cubicBezTo>
                    <a:pt x="196" y="451"/>
                    <a:pt x="195" y="451"/>
                    <a:pt x="195" y="451"/>
                  </a:cubicBezTo>
                  <a:cubicBezTo>
                    <a:pt x="196" y="452"/>
                    <a:pt x="196" y="451"/>
                    <a:pt x="196" y="452"/>
                  </a:cubicBezTo>
                  <a:cubicBezTo>
                    <a:pt x="196" y="451"/>
                    <a:pt x="195" y="450"/>
                    <a:pt x="195" y="450"/>
                  </a:cubicBezTo>
                  <a:cubicBezTo>
                    <a:pt x="195" y="451"/>
                    <a:pt x="196" y="450"/>
                    <a:pt x="197" y="451"/>
                  </a:cubicBezTo>
                  <a:cubicBezTo>
                    <a:pt x="196" y="450"/>
                    <a:pt x="197" y="450"/>
                    <a:pt x="196" y="450"/>
                  </a:cubicBezTo>
                  <a:cubicBezTo>
                    <a:pt x="196" y="450"/>
                    <a:pt x="195" y="449"/>
                    <a:pt x="194" y="449"/>
                  </a:cubicBezTo>
                  <a:cubicBezTo>
                    <a:pt x="194" y="448"/>
                    <a:pt x="194" y="448"/>
                    <a:pt x="195" y="448"/>
                  </a:cubicBezTo>
                  <a:cubicBezTo>
                    <a:pt x="195" y="449"/>
                    <a:pt x="195" y="449"/>
                    <a:pt x="195" y="449"/>
                  </a:cubicBezTo>
                  <a:cubicBezTo>
                    <a:pt x="195" y="448"/>
                    <a:pt x="196" y="448"/>
                    <a:pt x="194" y="447"/>
                  </a:cubicBezTo>
                  <a:cubicBezTo>
                    <a:pt x="196" y="449"/>
                    <a:pt x="196" y="449"/>
                    <a:pt x="196" y="449"/>
                  </a:cubicBezTo>
                  <a:cubicBezTo>
                    <a:pt x="196" y="448"/>
                    <a:pt x="196" y="448"/>
                    <a:pt x="196" y="447"/>
                  </a:cubicBezTo>
                  <a:cubicBezTo>
                    <a:pt x="197" y="448"/>
                    <a:pt x="198" y="450"/>
                    <a:pt x="199" y="450"/>
                  </a:cubicBezTo>
                  <a:cubicBezTo>
                    <a:pt x="198" y="448"/>
                    <a:pt x="198" y="448"/>
                    <a:pt x="198" y="448"/>
                  </a:cubicBezTo>
                  <a:cubicBezTo>
                    <a:pt x="199" y="448"/>
                    <a:pt x="199" y="448"/>
                    <a:pt x="199" y="449"/>
                  </a:cubicBezTo>
                  <a:cubicBezTo>
                    <a:pt x="200" y="449"/>
                    <a:pt x="198" y="444"/>
                    <a:pt x="199" y="445"/>
                  </a:cubicBezTo>
                  <a:cubicBezTo>
                    <a:pt x="200" y="447"/>
                    <a:pt x="200" y="447"/>
                    <a:pt x="201" y="447"/>
                  </a:cubicBezTo>
                  <a:cubicBezTo>
                    <a:pt x="200" y="446"/>
                    <a:pt x="200" y="446"/>
                    <a:pt x="200" y="446"/>
                  </a:cubicBezTo>
                  <a:cubicBezTo>
                    <a:pt x="200" y="446"/>
                    <a:pt x="201" y="448"/>
                    <a:pt x="200" y="447"/>
                  </a:cubicBezTo>
                  <a:cubicBezTo>
                    <a:pt x="199" y="446"/>
                    <a:pt x="200" y="446"/>
                    <a:pt x="200" y="445"/>
                  </a:cubicBezTo>
                  <a:cubicBezTo>
                    <a:pt x="200" y="446"/>
                    <a:pt x="201" y="447"/>
                    <a:pt x="202" y="447"/>
                  </a:cubicBezTo>
                  <a:cubicBezTo>
                    <a:pt x="202" y="447"/>
                    <a:pt x="202" y="447"/>
                    <a:pt x="202" y="447"/>
                  </a:cubicBezTo>
                  <a:cubicBezTo>
                    <a:pt x="205" y="449"/>
                    <a:pt x="200" y="450"/>
                    <a:pt x="204" y="454"/>
                  </a:cubicBezTo>
                  <a:cubicBezTo>
                    <a:pt x="205" y="456"/>
                    <a:pt x="206" y="463"/>
                    <a:pt x="206" y="463"/>
                  </a:cubicBezTo>
                  <a:cubicBezTo>
                    <a:pt x="214" y="451"/>
                    <a:pt x="212" y="449"/>
                    <a:pt x="214" y="446"/>
                  </a:cubicBezTo>
                  <a:cubicBezTo>
                    <a:pt x="214" y="447"/>
                    <a:pt x="214" y="447"/>
                    <a:pt x="214" y="447"/>
                  </a:cubicBezTo>
                  <a:cubicBezTo>
                    <a:pt x="214" y="446"/>
                    <a:pt x="214" y="446"/>
                    <a:pt x="214" y="446"/>
                  </a:cubicBezTo>
                  <a:cubicBezTo>
                    <a:pt x="214" y="446"/>
                    <a:pt x="215" y="446"/>
                    <a:pt x="215" y="446"/>
                  </a:cubicBezTo>
                  <a:cubicBezTo>
                    <a:pt x="215" y="446"/>
                    <a:pt x="215" y="447"/>
                    <a:pt x="216" y="445"/>
                  </a:cubicBezTo>
                  <a:cubicBezTo>
                    <a:pt x="216" y="445"/>
                    <a:pt x="216" y="445"/>
                    <a:pt x="216" y="445"/>
                  </a:cubicBezTo>
                  <a:cubicBezTo>
                    <a:pt x="216" y="445"/>
                    <a:pt x="217" y="443"/>
                    <a:pt x="217" y="443"/>
                  </a:cubicBezTo>
                  <a:cubicBezTo>
                    <a:pt x="216" y="445"/>
                    <a:pt x="216" y="445"/>
                    <a:pt x="216" y="445"/>
                  </a:cubicBezTo>
                  <a:cubicBezTo>
                    <a:pt x="216" y="447"/>
                    <a:pt x="217" y="446"/>
                    <a:pt x="217" y="447"/>
                  </a:cubicBezTo>
                  <a:cubicBezTo>
                    <a:pt x="217" y="445"/>
                    <a:pt x="217" y="447"/>
                    <a:pt x="218" y="445"/>
                  </a:cubicBezTo>
                  <a:cubicBezTo>
                    <a:pt x="218" y="445"/>
                    <a:pt x="218" y="445"/>
                    <a:pt x="218" y="445"/>
                  </a:cubicBezTo>
                  <a:cubicBezTo>
                    <a:pt x="219" y="445"/>
                    <a:pt x="219" y="444"/>
                    <a:pt x="220" y="444"/>
                  </a:cubicBezTo>
                  <a:cubicBezTo>
                    <a:pt x="220" y="444"/>
                    <a:pt x="219" y="446"/>
                    <a:pt x="219" y="446"/>
                  </a:cubicBezTo>
                  <a:cubicBezTo>
                    <a:pt x="219" y="447"/>
                    <a:pt x="219" y="447"/>
                    <a:pt x="220" y="447"/>
                  </a:cubicBezTo>
                  <a:cubicBezTo>
                    <a:pt x="220" y="447"/>
                    <a:pt x="220" y="446"/>
                    <a:pt x="220" y="446"/>
                  </a:cubicBezTo>
                  <a:cubicBezTo>
                    <a:pt x="220" y="446"/>
                    <a:pt x="220" y="446"/>
                    <a:pt x="220" y="447"/>
                  </a:cubicBezTo>
                  <a:cubicBezTo>
                    <a:pt x="220" y="446"/>
                    <a:pt x="220" y="446"/>
                    <a:pt x="220" y="446"/>
                  </a:cubicBezTo>
                  <a:cubicBezTo>
                    <a:pt x="220" y="446"/>
                    <a:pt x="220" y="446"/>
                    <a:pt x="220" y="447"/>
                  </a:cubicBezTo>
                  <a:cubicBezTo>
                    <a:pt x="220" y="447"/>
                    <a:pt x="220" y="447"/>
                    <a:pt x="220" y="447"/>
                  </a:cubicBezTo>
                  <a:cubicBezTo>
                    <a:pt x="220" y="447"/>
                    <a:pt x="220" y="447"/>
                    <a:pt x="220" y="447"/>
                  </a:cubicBezTo>
                  <a:cubicBezTo>
                    <a:pt x="220" y="447"/>
                    <a:pt x="220" y="447"/>
                    <a:pt x="220" y="447"/>
                  </a:cubicBezTo>
                  <a:cubicBezTo>
                    <a:pt x="220" y="447"/>
                    <a:pt x="220" y="447"/>
                    <a:pt x="220" y="448"/>
                  </a:cubicBezTo>
                  <a:cubicBezTo>
                    <a:pt x="220" y="449"/>
                    <a:pt x="220" y="449"/>
                    <a:pt x="220" y="449"/>
                  </a:cubicBezTo>
                  <a:cubicBezTo>
                    <a:pt x="220" y="449"/>
                    <a:pt x="221" y="448"/>
                    <a:pt x="221" y="447"/>
                  </a:cubicBezTo>
                  <a:cubicBezTo>
                    <a:pt x="222" y="449"/>
                    <a:pt x="224" y="448"/>
                    <a:pt x="225" y="448"/>
                  </a:cubicBezTo>
                  <a:cubicBezTo>
                    <a:pt x="225" y="448"/>
                    <a:pt x="224" y="449"/>
                    <a:pt x="225" y="449"/>
                  </a:cubicBezTo>
                  <a:cubicBezTo>
                    <a:pt x="225" y="449"/>
                    <a:pt x="226" y="448"/>
                    <a:pt x="226" y="449"/>
                  </a:cubicBezTo>
                  <a:cubicBezTo>
                    <a:pt x="226" y="448"/>
                    <a:pt x="225" y="450"/>
                    <a:pt x="225" y="450"/>
                  </a:cubicBezTo>
                  <a:cubicBezTo>
                    <a:pt x="225" y="451"/>
                    <a:pt x="226" y="449"/>
                    <a:pt x="226" y="449"/>
                  </a:cubicBezTo>
                  <a:cubicBezTo>
                    <a:pt x="225" y="452"/>
                    <a:pt x="229" y="450"/>
                    <a:pt x="229" y="452"/>
                  </a:cubicBezTo>
                  <a:cubicBezTo>
                    <a:pt x="229" y="451"/>
                    <a:pt x="228" y="452"/>
                    <a:pt x="227" y="452"/>
                  </a:cubicBezTo>
                  <a:cubicBezTo>
                    <a:pt x="228" y="452"/>
                    <a:pt x="229" y="452"/>
                    <a:pt x="232" y="452"/>
                  </a:cubicBezTo>
                  <a:cubicBezTo>
                    <a:pt x="230" y="453"/>
                    <a:pt x="230" y="453"/>
                    <a:pt x="230" y="453"/>
                  </a:cubicBezTo>
                  <a:cubicBezTo>
                    <a:pt x="230" y="453"/>
                    <a:pt x="231" y="453"/>
                    <a:pt x="232" y="453"/>
                  </a:cubicBezTo>
                  <a:cubicBezTo>
                    <a:pt x="233" y="452"/>
                    <a:pt x="234" y="452"/>
                    <a:pt x="234" y="452"/>
                  </a:cubicBezTo>
                  <a:cubicBezTo>
                    <a:pt x="234" y="452"/>
                    <a:pt x="234" y="452"/>
                    <a:pt x="234" y="452"/>
                  </a:cubicBezTo>
                  <a:cubicBezTo>
                    <a:pt x="235" y="453"/>
                    <a:pt x="235" y="452"/>
                    <a:pt x="236" y="453"/>
                  </a:cubicBezTo>
                  <a:cubicBezTo>
                    <a:pt x="235" y="454"/>
                    <a:pt x="235" y="453"/>
                    <a:pt x="234" y="454"/>
                  </a:cubicBezTo>
                  <a:cubicBezTo>
                    <a:pt x="232" y="455"/>
                    <a:pt x="233" y="456"/>
                    <a:pt x="233" y="456"/>
                  </a:cubicBezTo>
                  <a:cubicBezTo>
                    <a:pt x="235" y="456"/>
                    <a:pt x="235" y="456"/>
                    <a:pt x="235" y="456"/>
                  </a:cubicBezTo>
                  <a:cubicBezTo>
                    <a:pt x="236" y="456"/>
                    <a:pt x="234" y="457"/>
                    <a:pt x="234" y="457"/>
                  </a:cubicBezTo>
                  <a:cubicBezTo>
                    <a:pt x="239" y="456"/>
                    <a:pt x="239" y="456"/>
                    <a:pt x="239" y="456"/>
                  </a:cubicBezTo>
                  <a:cubicBezTo>
                    <a:pt x="238" y="456"/>
                    <a:pt x="237" y="458"/>
                    <a:pt x="236" y="457"/>
                  </a:cubicBezTo>
                  <a:cubicBezTo>
                    <a:pt x="237" y="458"/>
                    <a:pt x="240" y="458"/>
                    <a:pt x="241" y="458"/>
                  </a:cubicBezTo>
                  <a:cubicBezTo>
                    <a:pt x="241" y="459"/>
                    <a:pt x="243" y="459"/>
                    <a:pt x="243" y="460"/>
                  </a:cubicBezTo>
                  <a:cubicBezTo>
                    <a:pt x="242" y="460"/>
                    <a:pt x="243" y="459"/>
                    <a:pt x="242" y="460"/>
                  </a:cubicBezTo>
                  <a:cubicBezTo>
                    <a:pt x="240" y="461"/>
                    <a:pt x="240" y="461"/>
                    <a:pt x="240" y="461"/>
                  </a:cubicBezTo>
                  <a:cubicBezTo>
                    <a:pt x="240" y="460"/>
                    <a:pt x="238" y="461"/>
                    <a:pt x="237" y="461"/>
                  </a:cubicBezTo>
                  <a:cubicBezTo>
                    <a:pt x="238" y="462"/>
                    <a:pt x="238" y="463"/>
                    <a:pt x="237" y="464"/>
                  </a:cubicBezTo>
                  <a:cubicBezTo>
                    <a:pt x="240" y="463"/>
                    <a:pt x="239" y="465"/>
                    <a:pt x="242" y="465"/>
                  </a:cubicBezTo>
                  <a:cubicBezTo>
                    <a:pt x="242" y="466"/>
                    <a:pt x="240" y="466"/>
                    <a:pt x="239" y="466"/>
                  </a:cubicBezTo>
                  <a:cubicBezTo>
                    <a:pt x="240" y="467"/>
                    <a:pt x="240" y="468"/>
                    <a:pt x="240" y="469"/>
                  </a:cubicBezTo>
                  <a:cubicBezTo>
                    <a:pt x="240" y="469"/>
                    <a:pt x="240" y="469"/>
                    <a:pt x="240" y="469"/>
                  </a:cubicBezTo>
                  <a:cubicBezTo>
                    <a:pt x="240" y="470"/>
                    <a:pt x="240" y="472"/>
                    <a:pt x="242" y="472"/>
                  </a:cubicBezTo>
                  <a:cubicBezTo>
                    <a:pt x="241" y="472"/>
                    <a:pt x="241" y="472"/>
                    <a:pt x="241" y="472"/>
                  </a:cubicBezTo>
                  <a:cubicBezTo>
                    <a:pt x="240" y="473"/>
                    <a:pt x="244" y="472"/>
                    <a:pt x="243" y="474"/>
                  </a:cubicBezTo>
                  <a:cubicBezTo>
                    <a:pt x="242" y="473"/>
                    <a:pt x="242" y="473"/>
                    <a:pt x="242" y="473"/>
                  </a:cubicBezTo>
                  <a:cubicBezTo>
                    <a:pt x="243" y="474"/>
                    <a:pt x="241" y="475"/>
                    <a:pt x="243" y="476"/>
                  </a:cubicBezTo>
                  <a:cubicBezTo>
                    <a:pt x="242" y="476"/>
                    <a:pt x="242" y="476"/>
                    <a:pt x="241" y="475"/>
                  </a:cubicBezTo>
                  <a:cubicBezTo>
                    <a:pt x="242" y="476"/>
                    <a:pt x="242" y="477"/>
                    <a:pt x="243" y="478"/>
                  </a:cubicBezTo>
                  <a:cubicBezTo>
                    <a:pt x="241" y="478"/>
                    <a:pt x="241" y="478"/>
                    <a:pt x="241" y="478"/>
                  </a:cubicBezTo>
                  <a:cubicBezTo>
                    <a:pt x="240" y="478"/>
                    <a:pt x="244" y="478"/>
                    <a:pt x="243" y="479"/>
                  </a:cubicBezTo>
                  <a:cubicBezTo>
                    <a:pt x="243" y="479"/>
                    <a:pt x="242" y="480"/>
                    <a:pt x="242" y="480"/>
                  </a:cubicBezTo>
                  <a:cubicBezTo>
                    <a:pt x="243" y="480"/>
                    <a:pt x="243" y="481"/>
                    <a:pt x="243" y="481"/>
                  </a:cubicBezTo>
                  <a:cubicBezTo>
                    <a:pt x="241" y="482"/>
                    <a:pt x="241" y="482"/>
                    <a:pt x="241" y="482"/>
                  </a:cubicBezTo>
                  <a:cubicBezTo>
                    <a:pt x="241" y="486"/>
                    <a:pt x="241" y="490"/>
                    <a:pt x="243" y="494"/>
                  </a:cubicBezTo>
                  <a:cubicBezTo>
                    <a:pt x="240" y="494"/>
                    <a:pt x="241" y="493"/>
                    <a:pt x="240" y="493"/>
                  </a:cubicBezTo>
                  <a:cubicBezTo>
                    <a:pt x="242" y="493"/>
                    <a:pt x="240" y="494"/>
                    <a:pt x="241" y="495"/>
                  </a:cubicBezTo>
                  <a:cubicBezTo>
                    <a:pt x="241" y="495"/>
                    <a:pt x="241" y="495"/>
                    <a:pt x="241" y="495"/>
                  </a:cubicBezTo>
                  <a:cubicBezTo>
                    <a:pt x="241" y="496"/>
                    <a:pt x="240" y="496"/>
                    <a:pt x="240" y="497"/>
                  </a:cubicBezTo>
                  <a:cubicBezTo>
                    <a:pt x="241" y="497"/>
                    <a:pt x="241" y="497"/>
                    <a:pt x="241" y="497"/>
                  </a:cubicBezTo>
                  <a:cubicBezTo>
                    <a:pt x="242" y="497"/>
                    <a:pt x="238" y="498"/>
                    <a:pt x="241" y="498"/>
                  </a:cubicBezTo>
                  <a:cubicBezTo>
                    <a:pt x="239" y="499"/>
                    <a:pt x="239" y="499"/>
                    <a:pt x="239" y="499"/>
                  </a:cubicBezTo>
                  <a:cubicBezTo>
                    <a:pt x="242" y="499"/>
                    <a:pt x="238" y="499"/>
                    <a:pt x="240" y="500"/>
                  </a:cubicBezTo>
                  <a:cubicBezTo>
                    <a:pt x="240" y="500"/>
                    <a:pt x="240" y="500"/>
                    <a:pt x="240" y="500"/>
                  </a:cubicBezTo>
                  <a:cubicBezTo>
                    <a:pt x="239" y="501"/>
                    <a:pt x="243" y="502"/>
                    <a:pt x="241" y="502"/>
                  </a:cubicBezTo>
                  <a:cubicBezTo>
                    <a:pt x="241" y="503"/>
                    <a:pt x="242" y="504"/>
                    <a:pt x="244" y="504"/>
                  </a:cubicBezTo>
                  <a:cubicBezTo>
                    <a:pt x="241" y="504"/>
                    <a:pt x="241" y="504"/>
                    <a:pt x="241" y="504"/>
                  </a:cubicBezTo>
                  <a:cubicBezTo>
                    <a:pt x="242" y="507"/>
                    <a:pt x="241" y="511"/>
                    <a:pt x="244" y="513"/>
                  </a:cubicBezTo>
                  <a:cubicBezTo>
                    <a:pt x="243" y="513"/>
                    <a:pt x="243" y="513"/>
                    <a:pt x="243" y="513"/>
                  </a:cubicBezTo>
                  <a:cubicBezTo>
                    <a:pt x="245" y="515"/>
                    <a:pt x="241" y="517"/>
                    <a:pt x="245" y="518"/>
                  </a:cubicBezTo>
                  <a:cubicBezTo>
                    <a:pt x="247" y="518"/>
                    <a:pt x="247" y="518"/>
                    <a:pt x="247" y="518"/>
                  </a:cubicBezTo>
                  <a:cubicBezTo>
                    <a:pt x="244" y="519"/>
                    <a:pt x="244" y="519"/>
                    <a:pt x="244" y="519"/>
                  </a:cubicBezTo>
                  <a:cubicBezTo>
                    <a:pt x="246" y="519"/>
                    <a:pt x="245" y="520"/>
                    <a:pt x="247" y="521"/>
                  </a:cubicBezTo>
                  <a:cubicBezTo>
                    <a:pt x="245" y="521"/>
                    <a:pt x="245" y="521"/>
                    <a:pt x="245" y="521"/>
                  </a:cubicBezTo>
                  <a:cubicBezTo>
                    <a:pt x="245" y="521"/>
                    <a:pt x="247" y="522"/>
                    <a:pt x="247" y="523"/>
                  </a:cubicBezTo>
                  <a:cubicBezTo>
                    <a:pt x="246" y="523"/>
                    <a:pt x="246" y="523"/>
                    <a:pt x="246" y="523"/>
                  </a:cubicBezTo>
                  <a:cubicBezTo>
                    <a:pt x="243" y="527"/>
                    <a:pt x="241" y="532"/>
                    <a:pt x="246" y="534"/>
                  </a:cubicBezTo>
                  <a:cubicBezTo>
                    <a:pt x="247" y="535"/>
                    <a:pt x="243" y="535"/>
                    <a:pt x="244" y="536"/>
                  </a:cubicBezTo>
                  <a:cubicBezTo>
                    <a:pt x="247" y="538"/>
                    <a:pt x="245" y="541"/>
                    <a:pt x="247" y="543"/>
                  </a:cubicBezTo>
                  <a:cubicBezTo>
                    <a:pt x="246" y="546"/>
                    <a:pt x="244" y="545"/>
                    <a:pt x="243" y="548"/>
                  </a:cubicBezTo>
                  <a:cubicBezTo>
                    <a:pt x="243" y="547"/>
                    <a:pt x="243" y="547"/>
                    <a:pt x="243" y="547"/>
                  </a:cubicBezTo>
                  <a:cubicBezTo>
                    <a:pt x="242" y="549"/>
                    <a:pt x="241" y="547"/>
                    <a:pt x="240" y="546"/>
                  </a:cubicBezTo>
                  <a:cubicBezTo>
                    <a:pt x="240" y="547"/>
                    <a:pt x="239" y="547"/>
                    <a:pt x="240" y="549"/>
                  </a:cubicBezTo>
                  <a:cubicBezTo>
                    <a:pt x="239" y="550"/>
                    <a:pt x="238" y="546"/>
                    <a:pt x="238" y="547"/>
                  </a:cubicBezTo>
                  <a:cubicBezTo>
                    <a:pt x="238" y="546"/>
                    <a:pt x="238" y="548"/>
                    <a:pt x="238" y="548"/>
                  </a:cubicBezTo>
                  <a:cubicBezTo>
                    <a:pt x="236" y="550"/>
                    <a:pt x="238" y="546"/>
                    <a:pt x="235" y="545"/>
                  </a:cubicBezTo>
                  <a:cubicBezTo>
                    <a:pt x="232" y="546"/>
                    <a:pt x="228" y="548"/>
                    <a:pt x="225" y="547"/>
                  </a:cubicBezTo>
                  <a:cubicBezTo>
                    <a:pt x="225" y="547"/>
                    <a:pt x="225" y="549"/>
                    <a:pt x="225" y="549"/>
                  </a:cubicBezTo>
                  <a:cubicBezTo>
                    <a:pt x="224" y="546"/>
                    <a:pt x="224" y="550"/>
                    <a:pt x="223" y="549"/>
                  </a:cubicBezTo>
                  <a:cubicBezTo>
                    <a:pt x="223" y="548"/>
                    <a:pt x="223" y="548"/>
                    <a:pt x="223" y="547"/>
                  </a:cubicBezTo>
                  <a:cubicBezTo>
                    <a:pt x="222" y="546"/>
                    <a:pt x="220" y="548"/>
                    <a:pt x="219" y="547"/>
                  </a:cubicBezTo>
                  <a:cubicBezTo>
                    <a:pt x="218" y="549"/>
                    <a:pt x="216" y="546"/>
                    <a:pt x="215" y="548"/>
                  </a:cubicBezTo>
                  <a:cubicBezTo>
                    <a:pt x="215" y="546"/>
                    <a:pt x="214" y="547"/>
                    <a:pt x="214" y="546"/>
                  </a:cubicBezTo>
                  <a:cubicBezTo>
                    <a:pt x="213" y="550"/>
                    <a:pt x="211" y="545"/>
                    <a:pt x="210" y="547"/>
                  </a:cubicBezTo>
                  <a:cubicBezTo>
                    <a:pt x="210" y="547"/>
                    <a:pt x="210" y="547"/>
                    <a:pt x="210" y="547"/>
                  </a:cubicBezTo>
                  <a:cubicBezTo>
                    <a:pt x="206" y="547"/>
                    <a:pt x="202" y="547"/>
                    <a:pt x="198" y="549"/>
                  </a:cubicBezTo>
                  <a:cubicBezTo>
                    <a:pt x="195" y="549"/>
                    <a:pt x="193" y="546"/>
                    <a:pt x="190" y="547"/>
                  </a:cubicBezTo>
                  <a:cubicBezTo>
                    <a:pt x="190" y="548"/>
                    <a:pt x="190" y="549"/>
                    <a:pt x="190" y="549"/>
                  </a:cubicBezTo>
                  <a:cubicBezTo>
                    <a:pt x="189" y="549"/>
                    <a:pt x="190" y="548"/>
                    <a:pt x="190" y="547"/>
                  </a:cubicBezTo>
                  <a:cubicBezTo>
                    <a:pt x="188" y="549"/>
                    <a:pt x="187" y="547"/>
                    <a:pt x="185" y="547"/>
                  </a:cubicBezTo>
                  <a:cubicBezTo>
                    <a:pt x="185" y="548"/>
                    <a:pt x="184" y="548"/>
                    <a:pt x="185" y="549"/>
                  </a:cubicBezTo>
                  <a:cubicBezTo>
                    <a:pt x="183" y="546"/>
                    <a:pt x="181" y="550"/>
                    <a:pt x="179" y="548"/>
                  </a:cubicBezTo>
                  <a:cubicBezTo>
                    <a:pt x="179" y="552"/>
                    <a:pt x="178" y="550"/>
                    <a:pt x="177" y="551"/>
                  </a:cubicBezTo>
                  <a:cubicBezTo>
                    <a:pt x="177" y="551"/>
                    <a:pt x="177" y="550"/>
                    <a:pt x="177" y="549"/>
                  </a:cubicBezTo>
                  <a:cubicBezTo>
                    <a:pt x="175" y="550"/>
                    <a:pt x="175" y="550"/>
                    <a:pt x="173" y="549"/>
                  </a:cubicBezTo>
                  <a:cubicBezTo>
                    <a:pt x="172" y="549"/>
                    <a:pt x="172" y="551"/>
                    <a:pt x="171" y="551"/>
                  </a:cubicBezTo>
                  <a:cubicBezTo>
                    <a:pt x="171" y="548"/>
                    <a:pt x="170" y="550"/>
                    <a:pt x="169" y="550"/>
                  </a:cubicBezTo>
                  <a:cubicBezTo>
                    <a:pt x="169" y="552"/>
                    <a:pt x="168" y="553"/>
                    <a:pt x="167" y="552"/>
                  </a:cubicBezTo>
                  <a:cubicBezTo>
                    <a:pt x="168" y="549"/>
                    <a:pt x="168" y="549"/>
                    <a:pt x="168" y="549"/>
                  </a:cubicBezTo>
                  <a:cubicBezTo>
                    <a:pt x="165" y="551"/>
                    <a:pt x="162" y="548"/>
                    <a:pt x="159" y="551"/>
                  </a:cubicBezTo>
                  <a:cubicBezTo>
                    <a:pt x="159" y="549"/>
                    <a:pt x="159" y="549"/>
                    <a:pt x="159" y="549"/>
                  </a:cubicBezTo>
                  <a:cubicBezTo>
                    <a:pt x="156" y="550"/>
                    <a:pt x="154" y="548"/>
                    <a:pt x="151" y="549"/>
                  </a:cubicBezTo>
                  <a:cubicBezTo>
                    <a:pt x="150" y="548"/>
                    <a:pt x="150" y="547"/>
                    <a:pt x="149" y="547"/>
                  </a:cubicBezTo>
                  <a:cubicBezTo>
                    <a:pt x="148" y="548"/>
                    <a:pt x="148" y="548"/>
                    <a:pt x="146" y="549"/>
                  </a:cubicBezTo>
                  <a:cubicBezTo>
                    <a:pt x="146" y="549"/>
                    <a:pt x="146" y="548"/>
                    <a:pt x="147" y="547"/>
                  </a:cubicBezTo>
                  <a:cubicBezTo>
                    <a:pt x="146" y="546"/>
                    <a:pt x="147" y="544"/>
                    <a:pt x="145" y="545"/>
                  </a:cubicBezTo>
                  <a:cubicBezTo>
                    <a:pt x="146" y="545"/>
                    <a:pt x="146" y="545"/>
                    <a:pt x="146" y="545"/>
                  </a:cubicBezTo>
                  <a:cubicBezTo>
                    <a:pt x="145" y="545"/>
                    <a:pt x="143" y="545"/>
                    <a:pt x="144" y="544"/>
                  </a:cubicBezTo>
                  <a:cubicBezTo>
                    <a:pt x="143" y="544"/>
                    <a:pt x="142" y="543"/>
                    <a:pt x="140" y="544"/>
                  </a:cubicBezTo>
                  <a:cubicBezTo>
                    <a:pt x="140" y="543"/>
                    <a:pt x="143" y="543"/>
                    <a:pt x="141" y="543"/>
                  </a:cubicBezTo>
                  <a:cubicBezTo>
                    <a:pt x="143" y="543"/>
                    <a:pt x="143" y="543"/>
                    <a:pt x="143" y="543"/>
                  </a:cubicBezTo>
                  <a:cubicBezTo>
                    <a:pt x="143" y="541"/>
                    <a:pt x="142" y="539"/>
                    <a:pt x="142" y="537"/>
                  </a:cubicBezTo>
                  <a:cubicBezTo>
                    <a:pt x="145" y="537"/>
                    <a:pt x="142" y="534"/>
                    <a:pt x="144" y="534"/>
                  </a:cubicBezTo>
                  <a:cubicBezTo>
                    <a:pt x="143" y="533"/>
                    <a:pt x="146" y="532"/>
                    <a:pt x="143" y="530"/>
                  </a:cubicBezTo>
                  <a:cubicBezTo>
                    <a:pt x="144" y="531"/>
                    <a:pt x="144" y="531"/>
                    <a:pt x="144" y="531"/>
                  </a:cubicBezTo>
                  <a:cubicBezTo>
                    <a:pt x="145" y="530"/>
                    <a:pt x="146" y="528"/>
                    <a:pt x="147" y="527"/>
                  </a:cubicBezTo>
                  <a:cubicBezTo>
                    <a:pt x="148" y="527"/>
                    <a:pt x="146" y="526"/>
                    <a:pt x="146" y="525"/>
                  </a:cubicBezTo>
                  <a:cubicBezTo>
                    <a:pt x="147" y="525"/>
                    <a:pt x="147" y="525"/>
                    <a:pt x="147" y="525"/>
                  </a:cubicBezTo>
                  <a:cubicBezTo>
                    <a:pt x="147" y="524"/>
                    <a:pt x="145" y="523"/>
                    <a:pt x="145" y="522"/>
                  </a:cubicBezTo>
                  <a:cubicBezTo>
                    <a:pt x="146" y="522"/>
                    <a:pt x="145" y="521"/>
                    <a:pt x="146" y="521"/>
                  </a:cubicBezTo>
                  <a:cubicBezTo>
                    <a:pt x="146" y="522"/>
                    <a:pt x="147" y="523"/>
                    <a:pt x="149" y="525"/>
                  </a:cubicBezTo>
                  <a:cubicBezTo>
                    <a:pt x="150" y="525"/>
                    <a:pt x="147" y="522"/>
                    <a:pt x="149" y="523"/>
                  </a:cubicBezTo>
                  <a:cubicBezTo>
                    <a:pt x="150" y="522"/>
                    <a:pt x="150" y="521"/>
                    <a:pt x="149" y="520"/>
                  </a:cubicBezTo>
                  <a:cubicBezTo>
                    <a:pt x="149" y="521"/>
                    <a:pt x="150" y="520"/>
                    <a:pt x="150" y="521"/>
                  </a:cubicBezTo>
                  <a:cubicBezTo>
                    <a:pt x="151" y="521"/>
                    <a:pt x="151" y="520"/>
                    <a:pt x="151" y="520"/>
                  </a:cubicBezTo>
                  <a:cubicBezTo>
                    <a:pt x="150" y="520"/>
                    <a:pt x="150" y="520"/>
                    <a:pt x="150" y="520"/>
                  </a:cubicBezTo>
                  <a:cubicBezTo>
                    <a:pt x="149" y="519"/>
                    <a:pt x="150" y="518"/>
                    <a:pt x="148" y="517"/>
                  </a:cubicBezTo>
                  <a:cubicBezTo>
                    <a:pt x="148" y="517"/>
                    <a:pt x="149" y="518"/>
                    <a:pt x="148" y="518"/>
                  </a:cubicBezTo>
                  <a:cubicBezTo>
                    <a:pt x="147" y="517"/>
                    <a:pt x="148" y="516"/>
                    <a:pt x="149" y="516"/>
                  </a:cubicBezTo>
                  <a:cubicBezTo>
                    <a:pt x="150" y="517"/>
                    <a:pt x="150" y="519"/>
                    <a:pt x="151" y="519"/>
                  </a:cubicBezTo>
                  <a:cubicBezTo>
                    <a:pt x="150" y="515"/>
                    <a:pt x="150" y="515"/>
                    <a:pt x="150" y="515"/>
                  </a:cubicBezTo>
                  <a:cubicBezTo>
                    <a:pt x="150" y="516"/>
                    <a:pt x="149" y="516"/>
                    <a:pt x="148" y="515"/>
                  </a:cubicBezTo>
                  <a:cubicBezTo>
                    <a:pt x="148" y="516"/>
                    <a:pt x="148" y="516"/>
                    <a:pt x="148" y="516"/>
                  </a:cubicBezTo>
                  <a:cubicBezTo>
                    <a:pt x="147" y="515"/>
                    <a:pt x="147" y="515"/>
                    <a:pt x="147" y="515"/>
                  </a:cubicBezTo>
                  <a:cubicBezTo>
                    <a:pt x="147" y="516"/>
                    <a:pt x="145" y="516"/>
                    <a:pt x="145" y="517"/>
                  </a:cubicBezTo>
                  <a:cubicBezTo>
                    <a:pt x="147" y="518"/>
                    <a:pt x="147" y="518"/>
                    <a:pt x="147" y="518"/>
                  </a:cubicBezTo>
                  <a:cubicBezTo>
                    <a:pt x="146" y="519"/>
                    <a:pt x="147" y="521"/>
                    <a:pt x="146" y="520"/>
                  </a:cubicBezTo>
                  <a:cubicBezTo>
                    <a:pt x="145" y="519"/>
                    <a:pt x="145" y="519"/>
                    <a:pt x="144" y="519"/>
                  </a:cubicBezTo>
                  <a:cubicBezTo>
                    <a:pt x="144" y="519"/>
                    <a:pt x="144" y="519"/>
                    <a:pt x="144" y="519"/>
                  </a:cubicBezTo>
                  <a:cubicBezTo>
                    <a:pt x="142" y="518"/>
                    <a:pt x="142" y="518"/>
                    <a:pt x="142" y="518"/>
                  </a:cubicBezTo>
                  <a:cubicBezTo>
                    <a:pt x="145" y="520"/>
                    <a:pt x="142" y="520"/>
                    <a:pt x="142" y="521"/>
                  </a:cubicBezTo>
                  <a:cubicBezTo>
                    <a:pt x="142" y="520"/>
                    <a:pt x="142" y="520"/>
                    <a:pt x="142" y="520"/>
                  </a:cubicBezTo>
                  <a:cubicBezTo>
                    <a:pt x="140" y="521"/>
                    <a:pt x="143" y="521"/>
                    <a:pt x="143" y="522"/>
                  </a:cubicBezTo>
                  <a:cubicBezTo>
                    <a:pt x="142" y="522"/>
                    <a:pt x="140" y="520"/>
                    <a:pt x="139" y="520"/>
                  </a:cubicBezTo>
                  <a:cubicBezTo>
                    <a:pt x="138" y="521"/>
                    <a:pt x="139" y="524"/>
                    <a:pt x="137" y="524"/>
                  </a:cubicBezTo>
                  <a:cubicBezTo>
                    <a:pt x="136" y="525"/>
                    <a:pt x="137" y="526"/>
                    <a:pt x="137" y="528"/>
                  </a:cubicBezTo>
                  <a:cubicBezTo>
                    <a:pt x="137" y="529"/>
                    <a:pt x="135" y="527"/>
                    <a:pt x="136" y="528"/>
                  </a:cubicBezTo>
                  <a:cubicBezTo>
                    <a:pt x="135" y="527"/>
                    <a:pt x="134" y="527"/>
                    <a:pt x="133" y="527"/>
                  </a:cubicBezTo>
                  <a:cubicBezTo>
                    <a:pt x="134" y="527"/>
                    <a:pt x="132" y="528"/>
                    <a:pt x="135" y="529"/>
                  </a:cubicBezTo>
                  <a:cubicBezTo>
                    <a:pt x="133" y="529"/>
                    <a:pt x="132" y="532"/>
                    <a:pt x="133" y="533"/>
                  </a:cubicBezTo>
                  <a:cubicBezTo>
                    <a:pt x="133" y="533"/>
                    <a:pt x="131" y="532"/>
                    <a:pt x="130" y="532"/>
                  </a:cubicBezTo>
                  <a:cubicBezTo>
                    <a:pt x="131" y="534"/>
                    <a:pt x="132" y="535"/>
                    <a:pt x="131" y="536"/>
                  </a:cubicBezTo>
                  <a:cubicBezTo>
                    <a:pt x="133" y="537"/>
                    <a:pt x="133" y="536"/>
                    <a:pt x="135" y="537"/>
                  </a:cubicBezTo>
                  <a:cubicBezTo>
                    <a:pt x="135" y="537"/>
                    <a:pt x="136" y="537"/>
                    <a:pt x="136" y="537"/>
                  </a:cubicBezTo>
                  <a:cubicBezTo>
                    <a:pt x="134" y="537"/>
                    <a:pt x="131" y="537"/>
                    <a:pt x="131" y="538"/>
                  </a:cubicBezTo>
                  <a:cubicBezTo>
                    <a:pt x="128" y="538"/>
                    <a:pt x="132" y="536"/>
                    <a:pt x="129" y="536"/>
                  </a:cubicBezTo>
                  <a:cubicBezTo>
                    <a:pt x="126" y="535"/>
                    <a:pt x="127" y="533"/>
                    <a:pt x="128" y="533"/>
                  </a:cubicBezTo>
                  <a:cubicBezTo>
                    <a:pt x="126" y="531"/>
                    <a:pt x="128" y="533"/>
                    <a:pt x="126" y="533"/>
                  </a:cubicBezTo>
                  <a:cubicBezTo>
                    <a:pt x="126" y="534"/>
                    <a:pt x="127" y="535"/>
                    <a:pt x="127" y="536"/>
                  </a:cubicBezTo>
                  <a:cubicBezTo>
                    <a:pt x="128" y="537"/>
                    <a:pt x="128" y="536"/>
                    <a:pt x="129" y="537"/>
                  </a:cubicBezTo>
                  <a:cubicBezTo>
                    <a:pt x="131" y="539"/>
                    <a:pt x="127" y="539"/>
                    <a:pt x="127" y="539"/>
                  </a:cubicBezTo>
                  <a:cubicBezTo>
                    <a:pt x="126" y="538"/>
                    <a:pt x="126" y="538"/>
                    <a:pt x="126" y="538"/>
                  </a:cubicBezTo>
                  <a:cubicBezTo>
                    <a:pt x="125" y="539"/>
                    <a:pt x="127" y="540"/>
                    <a:pt x="127" y="541"/>
                  </a:cubicBezTo>
                  <a:cubicBezTo>
                    <a:pt x="124" y="541"/>
                    <a:pt x="126" y="539"/>
                    <a:pt x="124" y="538"/>
                  </a:cubicBezTo>
                  <a:cubicBezTo>
                    <a:pt x="122" y="539"/>
                    <a:pt x="122" y="539"/>
                    <a:pt x="122" y="539"/>
                  </a:cubicBezTo>
                  <a:cubicBezTo>
                    <a:pt x="122" y="542"/>
                    <a:pt x="125" y="540"/>
                    <a:pt x="124" y="542"/>
                  </a:cubicBezTo>
                  <a:cubicBezTo>
                    <a:pt x="123" y="542"/>
                    <a:pt x="123" y="542"/>
                    <a:pt x="123" y="542"/>
                  </a:cubicBezTo>
                  <a:cubicBezTo>
                    <a:pt x="124" y="543"/>
                    <a:pt x="124" y="543"/>
                    <a:pt x="124" y="543"/>
                  </a:cubicBezTo>
                  <a:cubicBezTo>
                    <a:pt x="125" y="543"/>
                    <a:pt x="127" y="543"/>
                    <a:pt x="126" y="542"/>
                  </a:cubicBezTo>
                  <a:cubicBezTo>
                    <a:pt x="130" y="542"/>
                    <a:pt x="127" y="543"/>
                    <a:pt x="128" y="544"/>
                  </a:cubicBezTo>
                  <a:cubicBezTo>
                    <a:pt x="130" y="545"/>
                    <a:pt x="127" y="544"/>
                    <a:pt x="129" y="543"/>
                  </a:cubicBezTo>
                  <a:cubicBezTo>
                    <a:pt x="131" y="543"/>
                    <a:pt x="131" y="544"/>
                    <a:pt x="131" y="545"/>
                  </a:cubicBezTo>
                  <a:cubicBezTo>
                    <a:pt x="132" y="546"/>
                    <a:pt x="130" y="546"/>
                    <a:pt x="129" y="547"/>
                  </a:cubicBezTo>
                  <a:cubicBezTo>
                    <a:pt x="128" y="546"/>
                    <a:pt x="128" y="545"/>
                    <a:pt x="129" y="545"/>
                  </a:cubicBezTo>
                  <a:cubicBezTo>
                    <a:pt x="127" y="544"/>
                    <a:pt x="125" y="547"/>
                    <a:pt x="124" y="546"/>
                  </a:cubicBezTo>
                  <a:cubicBezTo>
                    <a:pt x="123" y="548"/>
                    <a:pt x="125" y="547"/>
                    <a:pt x="126" y="548"/>
                  </a:cubicBezTo>
                  <a:cubicBezTo>
                    <a:pt x="126" y="547"/>
                    <a:pt x="128" y="547"/>
                    <a:pt x="128" y="547"/>
                  </a:cubicBezTo>
                  <a:cubicBezTo>
                    <a:pt x="133" y="548"/>
                    <a:pt x="125" y="549"/>
                    <a:pt x="127" y="551"/>
                  </a:cubicBezTo>
                  <a:cubicBezTo>
                    <a:pt x="130" y="550"/>
                    <a:pt x="132" y="552"/>
                    <a:pt x="134" y="549"/>
                  </a:cubicBezTo>
                  <a:cubicBezTo>
                    <a:pt x="135" y="549"/>
                    <a:pt x="136" y="550"/>
                    <a:pt x="136" y="550"/>
                  </a:cubicBezTo>
                  <a:cubicBezTo>
                    <a:pt x="134" y="551"/>
                    <a:pt x="135" y="552"/>
                    <a:pt x="133" y="552"/>
                  </a:cubicBezTo>
                  <a:cubicBezTo>
                    <a:pt x="133" y="553"/>
                    <a:pt x="133" y="553"/>
                    <a:pt x="133" y="553"/>
                  </a:cubicBezTo>
                  <a:cubicBezTo>
                    <a:pt x="130" y="553"/>
                    <a:pt x="130" y="553"/>
                    <a:pt x="130" y="553"/>
                  </a:cubicBezTo>
                  <a:cubicBezTo>
                    <a:pt x="130" y="554"/>
                    <a:pt x="129" y="557"/>
                    <a:pt x="129" y="558"/>
                  </a:cubicBezTo>
                  <a:cubicBezTo>
                    <a:pt x="130" y="558"/>
                    <a:pt x="130" y="556"/>
                    <a:pt x="131" y="557"/>
                  </a:cubicBezTo>
                  <a:cubicBezTo>
                    <a:pt x="130" y="557"/>
                    <a:pt x="130" y="559"/>
                    <a:pt x="131" y="559"/>
                  </a:cubicBezTo>
                  <a:cubicBezTo>
                    <a:pt x="130" y="558"/>
                    <a:pt x="133" y="557"/>
                    <a:pt x="134" y="557"/>
                  </a:cubicBezTo>
                  <a:cubicBezTo>
                    <a:pt x="134" y="558"/>
                    <a:pt x="134" y="560"/>
                    <a:pt x="133" y="560"/>
                  </a:cubicBezTo>
                  <a:cubicBezTo>
                    <a:pt x="131" y="561"/>
                    <a:pt x="131" y="561"/>
                    <a:pt x="131" y="561"/>
                  </a:cubicBezTo>
                  <a:cubicBezTo>
                    <a:pt x="133" y="560"/>
                    <a:pt x="131" y="562"/>
                    <a:pt x="132" y="562"/>
                  </a:cubicBezTo>
                  <a:cubicBezTo>
                    <a:pt x="133" y="561"/>
                    <a:pt x="135" y="560"/>
                    <a:pt x="136" y="559"/>
                  </a:cubicBezTo>
                  <a:cubicBezTo>
                    <a:pt x="137" y="559"/>
                    <a:pt x="136" y="561"/>
                    <a:pt x="137" y="561"/>
                  </a:cubicBezTo>
                  <a:cubicBezTo>
                    <a:pt x="135" y="561"/>
                    <a:pt x="135" y="561"/>
                    <a:pt x="135" y="561"/>
                  </a:cubicBezTo>
                  <a:cubicBezTo>
                    <a:pt x="136" y="562"/>
                    <a:pt x="133" y="564"/>
                    <a:pt x="135" y="564"/>
                  </a:cubicBezTo>
                  <a:cubicBezTo>
                    <a:pt x="136" y="563"/>
                    <a:pt x="136" y="563"/>
                    <a:pt x="136" y="563"/>
                  </a:cubicBezTo>
                  <a:cubicBezTo>
                    <a:pt x="136" y="564"/>
                    <a:pt x="136" y="564"/>
                    <a:pt x="135" y="564"/>
                  </a:cubicBezTo>
                  <a:close/>
                  <a:moveTo>
                    <a:pt x="181" y="303"/>
                  </a:moveTo>
                  <a:cubicBezTo>
                    <a:pt x="181" y="303"/>
                    <a:pt x="181" y="303"/>
                    <a:pt x="181" y="303"/>
                  </a:cubicBezTo>
                  <a:cubicBezTo>
                    <a:pt x="181" y="303"/>
                    <a:pt x="181" y="303"/>
                    <a:pt x="181" y="303"/>
                  </a:cubicBezTo>
                  <a:cubicBezTo>
                    <a:pt x="181" y="303"/>
                    <a:pt x="181" y="303"/>
                    <a:pt x="181" y="303"/>
                  </a:cubicBezTo>
                  <a:close/>
                  <a:moveTo>
                    <a:pt x="191" y="308"/>
                  </a:moveTo>
                  <a:cubicBezTo>
                    <a:pt x="190" y="307"/>
                    <a:pt x="190" y="306"/>
                    <a:pt x="190" y="306"/>
                  </a:cubicBezTo>
                  <a:cubicBezTo>
                    <a:pt x="191" y="308"/>
                    <a:pt x="191" y="308"/>
                    <a:pt x="191" y="308"/>
                  </a:cubicBezTo>
                  <a:cubicBezTo>
                    <a:pt x="191" y="308"/>
                    <a:pt x="191" y="308"/>
                    <a:pt x="191" y="308"/>
                  </a:cubicBezTo>
                  <a:close/>
                  <a:moveTo>
                    <a:pt x="199" y="323"/>
                  </a:moveTo>
                  <a:cubicBezTo>
                    <a:pt x="199" y="323"/>
                    <a:pt x="199" y="323"/>
                    <a:pt x="199" y="324"/>
                  </a:cubicBezTo>
                  <a:cubicBezTo>
                    <a:pt x="199" y="324"/>
                    <a:pt x="199" y="324"/>
                    <a:pt x="199" y="324"/>
                  </a:cubicBezTo>
                  <a:cubicBezTo>
                    <a:pt x="199" y="324"/>
                    <a:pt x="199" y="324"/>
                    <a:pt x="199" y="324"/>
                  </a:cubicBezTo>
                  <a:cubicBezTo>
                    <a:pt x="199" y="324"/>
                    <a:pt x="200" y="324"/>
                    <a:pt x="200" y="324"/>
                  </a:cubicBezTo>
                  <a:cubicBezTo>
                    <a:pt x="200" y="324"/>
                    <a:pt x="200" y="324"/>
                    <a:pt x="200" y="324"/>
                  </a:cubicBezTo>
                  <a:cubicBezTo>
                    <a:pt x="198" y="324"/>
                    <a:pt x="198" y="324"/>
                    <a:pt x="199" y="323"/>
                  </a:cubicBezTo>
                  <a:close/>
                  <a:moveTo>
                    <a:pt x="198" y="307"/>
                  </a:moveTo>
                  <a:cubicBezTo>
                    <a:pt x="198" y="307"/>
                    <a:pt x="198" y="307"/>
                    <a:pt x="198" y="307"/>
                  </a:cubicBezTo>
                  <a:cubicBezTo>
                    <a:pt x="198" y="307"/>
                    <a:pt x="198" y="306"/>
                    <a:pt x="198" y="306"/>
                  </a:cubicBezTo>
                  <a:cubicBezTo>
                    <a:pt x="198" y="307"/>
                    <a:pt x="198" y="307"/>
                    <a:pt x="198" y="307"/>
                  </a:cubicBezTo>
                  <a:cubicBezTo>
                    <a:pt x="197" y="308"/>
                    <a:pt x="197" y="304"/>
                    <a:pt x="197" y="307"/>
                  </a:cubicBezTo>
                  <a:cubicBezTo>
                    <a:pt x="197" y="305"/>
                    <a:pt x="197" y="305"/>
                    <a:pt x="197" y="305"/>
                  </a:cubicBezTo>
                  <a:cubicBezTo>
                    <a:pt x="196" y="308"/>
                    <a:pt x="196" y="304"/>
                    <a:pt x="196" y="306"/>
                  </a:cubicBezTo>
                  <a:cubicBezTo>
                    <a:pt x="196" y="306"/>
                    <a:pt x="196" y="306"/>
                    <a:pt x="196" y="306"/>
                  </a:cubicBezTo>
                  <a:cubicBezTo>
                    <a:pt x="195" y="305"/>
                    <a:pt x="194" y="309"/>
                    <a:pt x="194" y="307"/>
                  </a:cubicBezTo>
                  <a:cubicBezTo>
                    <a:pt x="194" y="307"/>
                    <a:pt x="193" y="307"/>
                    <a:pt x="193" y="309"/>
                  </a:cubicBezTo>
                  <a:cubicBezTo>
                    <a:pt x="193" y="307"/>
                    <a:pt x="193" y="307"/>
                    <a:pt x="193" y="307"/>
                  </a:cubicBezTo>
                  <a:cubicBezTo>
                    <a:pt x="192" y="307"/>
                    <a:pt x="192" y="307"/>
                    <a:pt x="191" y="308"/>
                  </a:cubicBezTo>
                  <a:cubicBezTo>
                    <a:pt x="191" y="307"/>
                    <a:pt x="191" y="307"/>
                    <a:pt x="191" y="307"/>
                  </a:cubicBezTo>
                  <a:cubicBezTo>
                    <a:pt x="190" y="306"/>
                    <a:pt x="189" y="304"/>
                    <a:pt x="189" y="304"/>
                  </a:cubicBezTo>
                  <a:cubicBezTo>
                    <a:pt x="188" y="302"/>
                    <a:pt x="189" y="304"/>
                    <a:pt x="189" y="303"/>
                  </a:cubicBezTo>
                  <a:cubicBezTo>
                    <a:pt x="189" y="302"/>
                    <a:pt x="189" y="303"/>
                    <a:pt x="188" y="302"/>
                  </a:cubicBezTo>
                  <a:cubicBezTo>
                    <a:pt x="188" y="300"/>
                    <a:pt x="188" y="300"/>
                    <a:pt x="188" y="300"/>
                  </a:cubicBezTo>
                  <a:cubicBezTo>
                    <a:pt x="188" y="300"/>
                    <a:pt x="189" y="302"/>
                    <a:pt x="190" y="303"/>
                  </a:cubicBezTo>
                  <a:cubicBezTo>
                    <a:pt x="190" y="303"/>
                    <a:pt x="190" y="303"/>
                    <a:pt x="189" y="302"/>
                  </a:cubicBezTo>
                  <a:cubicBezTo>
                    <a:pt x="190" y="304"/>
                    <a:pt x="191" y="305"/>
                    <a:pt x="191" y="307"/>
                  </a:cubicBezTo>
                  <a:cubicBezTo>
                    <a:pt x="192" y="308"/>
                    <a:pt x="190" y="305"/>
                    <a:pt x="191" y="305"/>
                  </a:cubicBezTo>
                  <a:cubicBezTo>
                    <a:pt x="191" y="306"/>
                    <a:pt x="190" y="304"/>
                    <a:pt x="190" y="303"/>
                  </a:cubicBezTo>
                  <a:cubicBezTo>
                    <a:pt x="188" y="298"/>
                    <a:pt x="192" y="306"/>
                    <a:pt x="192" y="305"/>
                  </a:cubicBezTo>
                  <a:cubicBezTo>
                    <a:pt x="190" y="302"/>
                    <a:pt x="191" y="301"/>
                    <a:pt x="189" y="298"/>
                  </a:cubicBezTo>
                  <a:cubicBezTo>
                    <a:pt x="189" y="297"/>
                    <a:pt x="189" y="296"/>
                    <a:pt x="189" y="297"/>
                  </a:cubicBezTo>
                  <a:cubicBezTo>
                    <a:pt x="190" y="299"/>
                    <a:pt x="190" y="298"/>
                    <a:pt x="190" y="300"/>
                  </a:cubicBezTo>
                  <a:cubicBezTo>
                    <a:pt x="191" y="300"/>
                    <a:pt x="191" y="300"/>
                    <a:pt x="191" y="300"/>
                  </a:cubicBezTo>
                  <a:cubicBezTo>
                    <a:pt x="191" y="302"/>
                    <a:pt x="191" y="302"/>
                    <a:pt x="191" y="302"/>
                  </a:cubicBezTo>
                  <a:cubicBezTo>
                    <a:pt x="193" y="306"/>
                    <a:pt x="193" y="306"/>
                    <a:pt x="193" y="306"/>
                  </a:cubicBezTo>
                  <a:cubicBezTo>
                    <a:pt x="193" y="305"/>
                    <a:pt x="192" y="304"/>
                    <a:pt x="193" y="303"/>
                  </a:cubicBezTo>
                  <a:cubicBezTo>
                    <a:pt x="193" y="304"/>
                    <a:pt x="193" y="305"/>
                    <a:pt x="193" y="305"/>
                  </a:cubicBezTo>
                  <a:cubicBezTo>
                    <a:pt x="193" y="304"/>
                    <a:pt x="192" y="302"/>
                    <a:pt x="192" y="302"/>
                  </a:cubicBezTo>
                  <a:cubicBezTo>
                    <a:pt x="193" y="301"/>
                    <a:pt x="194" y="303"/>
                    <a:pt x="194" y="304"/>
                  </a:cubicBezTo>
                  <a:cubicBezTo>
                    <a:pt x="194" y="306"/>
                    <a:pt x="194" y="306"/>
                    <a:pt x="194" y="306"/>
                  </a:cubicBezTo>
                  <a:cubicBezTo>
                    <a:pt x="194" y="304"/>
                    <a:pt x="194" y="306"/>
                    <a:pt x="194" y="306"/>
                  </a:cubicBezTo>
                  <a:cubicBezTo>
                    <a:pt x="194" y="304"/>
                    <a:pt x="194" y="303"/>
                    <a:pt x="193" y="301"/>
                  </a:cubicBezTo>
                  <a:cubicBezTo>
                    <a:pt x="193" y="301"/>
                    <a:pt x="194" y="302"/>
                    <a:pt x="194" y="302"/>
                  </a:cubicBezTo>
                  <a:cubicBezTo>
                    <a:pt x="194" y="303"/>
                    <a:pt x="194" y="303"/>
                    <a:pt x="194" y="303"/>
                  </a:cubicBezTo>
                  <a:cubicBezTo>
                    <a:pt x="194" y="303"/>
                    <a:pt x="195" y="306"/>
                    <a:pt x="195" y="305"/>
                  </a:cubicBezTo>
                  <a:cubicBezTo>
                    <a:pt x="195" y="304"/>
                    <a:pt x="195" y="304"/>
                    <a:pt x="195" y="304"/>
                  </a:cubicBezTo>
                  <a:cubicBezTo>
                    <a:pt x="195" y="304"/>
                    <a:pt x="195" y="305"/>
                    <a:pt x="195" y="305"/>
                  </a:cubicBezTo>
                  <a:cubicBezTo>
                    <a:pt x="195" y="304"/>
                    <a:pt x="195" y="304"/>
                    <a:pt x="195" y="304"/>
                  </a:cubicBezTo>
                  <a:cubicBezTo>
                    <a:pt x="196" y="305"/>
                    <a:pt x="196" y="305"/>
                    <a:pt x="196" y="305"/>
                  </a:cubicBezTo>
                  <a:cubicBezTo>
                    <a:pt x="196" y="304"/>
                    <a:pt x="195" y="302"/>
                    <a:pt x="196" y="304"/>
                  </a:cubicBezTo>
                  <a:cubicBezTo>
                    <a:pt x="195" y="301"/>
                    <a:pt x="196" y="304"/>
                    <a:pt x="195" y="303"/>
                  </a:cubicBezTo>
                  <a:cubicBezTo>
                    <a:pt x="194" y="301"/>
                    <a:pt x="195" y="301"/>
                    <a:pt x="195" y="301"/>
                  </a:cubicBezTo>
                  <a:cubicBezTo>
                    <a:pt x="196" y="303"/>
                    <a:pt x="195" y="301"/>
                    <a:pt x="196" y="301"/>
                  </a:cubicBezTo>
                  <a:cubicBezTo>
                    <a:pt x="196" y="302"/>
                    <a:pt x="196" y="302"/>
                    <a:pt x="196" y="303"/>
                  </a:cubicBezTo>
                  <a:cubicBezTo>
                    <a:pt x="196" y="301"/>
                    <a:pt x="196" y="301"/>
                    <a:pt x="196" y="301"/>
                  </a:cubicBezTo>
                  <a:cubicBezTo>
                    <a:pt x="197" y="304"/>
                    <a:pt x="196" y="300"/>
                    <a:pt x="197" y="301"/>
                  </a:cubicBezTo>
                  <a:cubicBezTo>
                    <a:pt x="197" y="302"/>
                    <a:pt x="197" y="303"/>
                    <a:pt x="198" y="304"/>
                  </a:cubicBezTo>
                  <a:cubicBezTo>
                    <a:pt x="197" y="301"/>
                    <a:pt x="197" y="301"/>
                    <a:pt x="196" y="299"/>
                  </a:cubicBezTo>
                  <a:cubicBezTo>
                    <a:pt x="197" y="300"/>
                    <a:pt x="197" y="302"/>
                    <a:pt x="198" y="304"/>
                  </a:cubicBezTo>
                  <a:cubicBezTo>
                    <a:pt x="198" y="302"/>
                    <a:pt x="199" y="305"/>
                    <a:pt x="198" y="302"/>
                  </a:cubicBezTo>
                  <a:cubicBezTo>
                    <a:pt x="198" y="302"/>
                    <a:pt x="198" y="301"/>
                    <a:pt x="197" y="300"/>
                  </a:cubicBezTo>
                  <a:cubicBezTo>
                    <a:pt x="198" y="300"/>
                    <a:pt x="198" y="301"/>
                    <a:pt x="198" y="302"/>
                  </a:cubicBezTo>
                  <a:cubicBezTo>
                    <a:pt x="198" y="301"/>
                    <a:pt x="198" y="299"/>
                    <a:pt x="198" y="299"/>
                  </a:cubicBezTo>
                  <a:cubicBezTo>
                    <a:pt x="198" y="299"/>
                    <a:pt x="198" y="296"/>
                    <a:pt x="198" y="298"/>
                  </a:cubicBezTo>
                  <a:cubicBezTo>
                    <a:pt x="199" y="300"/>
                    <a:pt x="198" y="299"/>
                    <a:pt x="198" y="300"/>
                  </a:cubicBezTo>
                  <a:cubicBezTo>
                    <a:pt x="199" y="300"/>
                    <a:pt x="198" y="296"/>
                    <a:pt x="198" y="295"/>
                  </a:cubicBezTo>
                  <a:cubicBezTo>
                    <a:pt x="198" y="294"/>
                    <a:pt x="197" y="291"/>
                    <a:pt x="197" y="290"/>
                  </a:cubicBezTo>
                  <a:cubicBezTo>
                    <a:pt x="198" y="291"/>
                    <a:pt x="197" y="291"/>
                    <a:pt x="198" y="293"/>
                  </a:cubicBezTo>
                  <a:cubicBezTo>
                    <a:pt x="198" y="293"/>
                    <a:pt x="198" y="293"/>
                    <a:pt x="198" y="293"/>
                  </a:cubicBezTo>
                  <a:cubicBezTo>
                    <a:pt x="199" y="296"/>
                    <a:pt x="198" y="298"/>
                    <a:pt x="199" y="300"/>
                  </a:cubicBezTo>
                  <a:cubicBezTo>
                    <a:pt x="199" y="299"/>
                    <a:pt x="199" y="299"/>
                    <a:pt x="199" y="299"/>
                  </a:cubicBezTo>
                  <a:cubicBezTo>
                    <a:pt x="200" y="302"/>
                    <a:pt x="200" y="302"/>
                    <a:pt x="200" y="302"/>
                  </a:cubicBezTo>
                  <a:cubicBezTo>
                    <a:pt x="200" y="300"/>
                    <a:pt x="200" y="301"/>
                    <a:pt x="200" y="301"/>
                  </a:cubicBezTo>
                  <a:cubicBezTo>
                    <a:pt x="200" y="299"/>
                    <a:pt x="200" y="302"/>
                    <a:pt x="200" y="300"/>
                  </a:cubicBezTo>
                  <a:cubicBezTo>
                    <a:pt x="200" y="300"/>
                    <a:pt x="200" y="297"/>
                    <a:pt x="200" y="298"/>
                  </a:cubicBezTo>
                  <a:cubicBezTo>
                    <a:pt x="201" y="301"/>
                    <a:pt x="201" y="301"/>
                    <a:pt x="201" y="301"/>
                  </a:cubicBezTo>
                  <a:cubicBezTo>
                    <a:pt x="201" y="302"/>
                    <a:pt x="201" y="299"/>
                    <a:pt x="201" y="300"/>
                  </a:cubicBezTo>
                  <a:cubicBezTo>
                    <a:pt x="201" y="301"/>
                    <a:pt x="201" y="301"/>
                    <a:pt x="201" y="301"/>
                  </a:cubicBezTo>
                  <a:cubicBezTo>
                    <a:pt x="202" y="301"/>
                    <a:pt x="203" y="301"/>
                    <a:pt x="204" y="297"/>
                  </a:cubicBezTo>
                  <a:cubicBezTo>
                    <a:pt x="204" y="298"/>
                    <a:pt x="204" y="299"/>
                    <a:pt x="205" y="300"/>
                  </a:cubicBezTo>
                  <a:cubicBezTo>
                    <a:pt x="205" y="299"/>
                    <a:pt x="205" y="298"/>
                    <a:pt x="205" y="298"/>
                  </a:cubicBezTo>
                  <a:cubicBezTo>
                    <a:pt x="205" y="300"/>
                    <a:pt x="205" y="300"/>
                    <a:pt x="205" y="300"/>
                  </a:cubicBezTo>
                  <a:cubicBezTo>
                    <a:pt x="206" y="301"/>
                    <a:pt x="206" y="299"/>
                    <a:pt x="206" y="298"/>
                  </a:cubicBezTo>
                  <a:cubicBezTo>
                    <a:pt x="206" y="299"/>
                    <a:pt x="206" y="299"/>
                    <a:pt x="206" y="299"/>
                  </a:cubicBezTo>
                  <a:cubicBezTo>
                    <a:pt x="207" y="300"/>
                    <a:pt x="207" y="298"/>
                    <a:pt x="207" y="298"/>
                  </a:cubicBezTo>
                  <a:cubicBezTo>
                    <a:pt x="207" y="299"/>
                    <a:pt x="207" y="299"/>
                    <a:pt x="207" y="299"/>
                  </a:cubicBezTo>
                  <a:cubicBezTo>
                    <a:pt x="207" y="298"/>
                    <a:pt x="207" y="298"/>
                    <a:pt x="207" y="298"/>
                  </a:cubicBezTo>
                  <a:cubicBezTo>
                    <a:pt x="207" y="297"/>
                    <a:pt x="207" y="297"/>
                    <a:pt x="207" y="299"/>
                  </a:cubicBezTo>
                  <a:cubicBezTo>
                    <a:pt x="208" y="298"/>
                    <a:pt x="208" y="298"/>
                    <a:pt x="208" y="298"/>
                  </a:cubicBezTo>
                  <a:cubicBezTo>
                    <a:pt x="208" y="299"/>
                    <a:pt x="208" y="299"/>
                    <a:pt x="209" y="298"/>
                  </a:cubicBezTo>
                  <a:cubicBezTo>
                    <a:pt x="209" y="298"/>
                    <a:pt x="209" y="297"/>
                    <a:pt x="209" y="296"/>
                  </a:cubicBezTo>
                  <a:cubicBezTo>
                    <a:pt x="209" y="293"/>
                    <a:pt x="209" y="296"/>
                    <a:pt x="209" y="295"/>
                  </a:cubicBezTo>
                  <a:cubicBezTo>
                    <a:pt x="209" y="297"/>
                    <a:pt x="209" y="297"/>
                    <a:pt x="209" y="297"/>
                  </a:cubicBezTo>
                  <a:cubicBezTo>
                    <a:pt x="209" y="300"/>
                    <a:pt x="210" y="298"/>
                    <a:pt x="211" y="299"/>
                  </a:cubicBezTo>
                  <a:cubicBezTo>
                    <a:pt x="211" y="297"/>
                    <a:pt x="211" y="297"/>
                    <a:pt x="211" y="297"/>
                  </a:cubicBezTo>
                  <a:cubicBezTo>
                    <a:pt x="211" y="300"/>
                    <a:pt x="212" y="297"/>
                    <a:pt x="212" y="299"/>
                  </a:cubicBezTo>
                  <a:cubicBezTo>
                    <a:pt x="213" y="298"/>
                    <a:pt x="213" y="295"/>
                    <a:pt x="214" y="295"/>
                  </a:cubicBezTo>
                  <a:cubicBezTo>
                    <a:pt x="214" y="293"/>
                    <a:pt x="213" y="298"/>
                    <a:pt x="213" y="299"/>
                  </a:cubicBezTo>
                  <a:cubicBezTo>
                    <a:pt x="213" y="298"/>
                    <a:pt x="214" y="298"/>
                    <a:pt x="214" y="298"/>
                  </a:cubicBezTo>
                  <a:cubicBezTo>
                    <a:pt x="214" y="298"/>
                    <a:pt x="214" y="298"/>
                    <a:pt x="214" y="298"/>
                  </a:cubicBezTo>
                  <a:cubicBezTo>
                    <a:pt x="214" y="297"/>
                    <a:pt x="215" y="296"/>
                    <a:pt x="215" y="297"/>
                  </a:cubicBezTo>
                  <a:cubicBezTo>
                    <a:pt x="214" y="298"/>
                    <a:pt x="214" y="298"/>
                    <a:pt x="214" y="298"/>
                  </a:cubicBezTo>
                  <a:cubicBezTo>
                    <a:pt x="215" y="298"/>
                    <a:pt x="214" y="299"/>
                    <a:pt x="215" y="299"/>
                  </a:cubicBezTo>
                  <a:cubicBezTo>
                    <a:pt x="215" y="297"/>
                    <a:pt x="215" y="298"/>
                    <a:pt x="216" y="297"/>
                  </a:cubicBezTo>
                  <a:cubicBezTo>
                    <a:pt x="215" y="298"/>
                    <a:pt x="215" y="298"/>
                    <a:pt x="215" y="298"/>
                  </a:cubicBezTo>
                  <a:cubicBezTo>
                    <a:pt x="216" y="296"/>
                    <a:pt x="216" y="296"/>
                    <a:pt x="216" y="296"/>
                  </a:cubicBezTo>
                  <a:cubicBezTo>
                    <a:pt x="216" y="297"/>
                    <a:pt x="216" y="297"/>
                    <a:pt x="216" y="297"/>
                  </a:cubicBezTo>
                  <a:cubicBezTo>
                    <a:pt x="215" y="299"/>
                    <a:pt x="215" y="299"/>
                    <a:pt x="215" y="299"/>
                  </a:cubicBezTo>
                  <a:cubicBezTo>
                    <a:pt x="215" y="300"/>
                    <a:pt x="216" y="297"/>
                    <a:pt x="216" y="297"/>
                  </a:cubicBezTo>
                  <a:cubicBezTo>
                    <a:pt x="217" y="296"/>
                    <a:pt x="216" y="297"/>
                    <a:pt x="216" y="298"/>
                  </a:cubicBezTo>
                  <a:cubicBezTo>
                    <a:pt x="216" y="298"/>
                    <a:pt x="216" y="297"/>
                    <a:pt x="216" y="298"/>
                  </a:cubicBezTo>
                  <a:cubicBezTo>
                    <a:pt x="215" y="299"/>
                    <a:pt x="216" y="298"/>
                    <a:pt x="215" y="299"/>
                  </a:cubicBezTo>
                  <a:cubicBezTo>
                    <a:pt x="215" y="299"/>
                    <a:pt x="216" y="297"/>
                    <a:pt x="216" y="298"/>
                  </a:cubicBezTo>
                  <a:cubicBezTo>
                    <a:pt x="216" y="298"/>
                    <a:pt x="217" y="298"/>
                    <a:pt x="216" y="299"/>
                  </a:cubicBezTo>
                  <a:cubicBezTo>
                    <a:pt x="216" y="298"/>
                    <a:pt x="216" y="299"/>
                    <a:pt x="217" y="298"/>
                  </a:cubicBezTo>
                  <a:cubicBezTo>
                    <a:pt x="217" y="298"/>
                    <a:pt x="217" y="297"/>
                    <a:pt x="217" y="296"/>
                  </a:cubicBezTo>
                  <a:cubicBezTo>
                    <a:pt x="218" y="296"/>
                    <a:pt x="218" y="296"/>
                    <a:pt x="218" y="296"/>
                  </a:cubicBezTo>
                  <a:cubicBezTo>
                    <a:pt x="217" y="297"/>
                    <a:pt x="217" y="297"/>
                    <a:pt x="217" y="297"/>
                  </a:cubicBezTo>
                  <a:cubicBezTo>
                    <a:pt x="218" y="296"/>
                    <a:pt x="218" y="297"/>
                    <a:pt x="218" y="296"/>
                  </a:cubicBezTo>
                  <a:cubicBezTo>
                    <a:pt x="217" y="298"/>
                    <a:pt x="217" y="298"/>
                    <a:pt x="217" y="298"/>
                  </a:cubicBezTo>
                  <a:cubicBezTo>
                    <a:pt x="218" y="297"/>
                    <a:pt x="218" y="297"/>
                    <a:pt x="219" y="297"/>
                  </a:cubicBezTo>
                  <a:cubicBezTo>
                    <a:pt x="218" y="298"/>
                    <a:pt x="216" y="300"/>
                    <a:pt x="216" y="300"/>
                  </a:cubicBezTo>
                  <a:cubicBezTo>
                    <a:pt x="218" y="299"/>
                    <a:pt x="218" y="299"/>
                    <a:pt x="218" y="299"/>
                  </a:cubicBezTo>
                  <a:cubicBezTo>
                    <a:pt x="218" y="299"/>
                    <a:pt x="218" y="299"/>
                    <a:pt x="217" y="300"/>
                  </a:cubicBezTo>
                  <a:cubicBezTo>
                    <a:pt x="217" y="301"/>
                    <a:pt x="220" y="296"/>
                    <a:pt x="220" y="298"/>
                  </a:cubicBezTo>
                  <a:cubicBezTo>
                    <a:pt x="218" y="299"/>
                    <a:pt x="218" y="299"/>
                    <a:pt x="218" y="300"/>
                  </a:cubicBezTo>
                  <a:cubicBezTo>
                    <a:pt x="219" y="299"/>
                    <a:pt x="219" y="299"/>
                    <a:pt x="219" y="299"/>
                  </a:cubicBezTo>
                  <a:cubicBezTo>
                    <a:pt x="219" y="298"/>
                    <a:pt x="218" y="300"/>
                    <a:pt x="219" y="299"/>
                  </a:cubicBezTo>
                  <a:cubicBezTo>
                    <a:pt x="219" y="298"/>
                    <a:pt x="219" y="298"/>
                    <a:pt x="220" y="298"/>
                  </a:cubicBezTo>
                  <a:cubicBezTo>
                    <a:pt x="217" y="301"/>
                    <a:pt x="219" y="300"/>
                    <a:pt x="218" y="301"/>
                  </a:cubicBezTo>
                  <a:cubicBezTo>
                    <a:pt x="220" y="300"/>
                    <a:pt x="219" y="301"/>
                    <a:pt x="219" y="301"/>
                  </a:cubicBezTo>
                  <a:cubicBezTo>
                    <a:pt x="217" y="302"/>
                    <a:pt x="220" y="301"/>
                    <a:pt x="218" y="302"/>
                  </a:cubicBezTo>
                  <a:cubicBezTo>
                    <a:pt x="221" y="300"/>
                    <a:pt x="221" y="300"/>
                    <a:pt x="221" y="300"/>
                  </a:cubicBezTo>
                  <a:cubicBezTo>
                    <a:pt x="219" y="301"/>
                    <a:pt x="224" y="299"/>
                    <a:pt x="222" y="300"/>
                  </a:cubicBezTo>
                  <a:cubicBezTo>
                    <a:pt x="221" y="301"/>
                    <a:pt x="220" y="301"/>
                    <a:pt x="220" y="301"/>
                  </a:cubicBezTo>
                  <a:cubicBezTo>
                    <a:pt x="217" y="303"/>
                    <a:pt x="222" y="301"/>
                    <a:pt x="219" y="302"/>
                  </a:cubicBezTo>
                  <a:cubicBezTo>
                    <a:pt x="223" y="301"/>
                    <a:pt x="223" y="301"/>
                    <a:pt x="223" y="301"/>
                  </a:cubicBezTo>
                  <a:cubicBezTo>
                    <a:pt x="222" y="302"/>
                    <a:pt x="221" y="302"/>
                    <a:pt x="220" y="303"/>
                  </a:cubicBezTo>
                  <a:cubicBezTo>
                    <a:pt x="221" y="302"/>
                    <a:pt x="221" y="302"/>
                    <a:pt x="221" y="303"/>
                  </a:cubicBezTo>
                  <a:cubicBezTo>
                    <a:pt x="220" y="303"/>
                    <a:pt x="220" y="303"/>
                    <a:pt x="220" y="303"/>
                  </a:cubicBezTo>
                  <a:cubicBezTo>
                    <a:pt x="219" y="303"/>
                    <a:pt x="220" y="303"/>
                    <a:pt x="221" y="303"/>
                  </a:cubicBezTo>
                  <a:cubicBezTo>
                    <a:pt x="219" y="303"/>
                    <a:pt x="221" y="304"/>
                    <a:pt x="219" y="304"/>
                  </a:cubicBezTo>
                  <a:cubicBezTo>
                    <a:pt x="222" y="304"/>
                    <a:pt x="218" y="304"/>
                    <a:pt x="222" y="304"/>
                  </a:cubicBezTo>
                  <a:cubicBezTo>
                    <a:pt x="221" y="304"/>
                    <a:pt x="221" y="304"/>
                    <a:pt x="221" y="304"/>
                  </a:cubicBezTo>
                  <a:cubicBezTo>
                    <a:pt x="222" y="304"/>
                    <a:pt x="223" y="304"/>
                    <a:pt x="224" y="305"/>
                  </a:cubicBezTo>
                  <a:cubicBezTo>
                    <a:pt x="222" y="305"/>
                    <a:pt x="222" y="305"/>
                    <a:pt x="222" y="305"/>
                  </a:cubicBezTo>
                  <a:cubicBezTo>
                    <a:pt x="221" y="305"/>
                    <a:pt x="221" y="305"/>
                    <a:pt x="221" y="305"/>
                  </a:cubicBezTo>
                  <a:cubicBezTo>
                    <a:pt x="221" y="305"/>
                    <a:pt x="221" y="304"/>
                    <a:pt x="221" y="304"/>
                  </a:cubicBezTo>
                  <a:cubicBezTo>
                    <a:pt x="221" y="304"/>
                    <a:pt x="221" y="305"/>
                    <a:pt x="221" y="305"/>
                  </a:cubicBezTo>
                  <a:cubicBezTo>
                    <a:pt x="219" y="305"/>
                    <a:pt x="221" y="305"/>
                    <a:pt x="220" y="305"/>
                  </a:cubicBezTo>
                  <a:cubicBezTo>
                    <a:pt x="222" y="305"/>
                    <a:pt x="220" y="305"/>
                    <a:pt x="221" y="305"/>
                  </a:cubicBezTo>
                  <a:cubicBezTo>
                    <a:pt x="221" y="305"/>
                    <a:pt x="221" y="305"/>
                    <a:pt x="221" y="305"/>
                  </a:cubicBezTo>
                  <a:cubicBezTo>
                    <a:pt x="221" y="306"/>
                    <a:pt x="222" y="306"/>
                    <a:pt x="222" y="306"/>
                  </a:cubicBezTo>
                  <a:cubicBezTo>
                    <a:pt x="222" y="306"/>
                    <a:pt x="221" y="305"/>
                    <a:pt x="221" y="305"/>
                  </a:cubicBezTo>
                  <a:cubicBezTo>
                    <a:pt x="222" y="305"/>
                    <a:pt x="222" y="305"/>
                    <a:pt x="222" y="305"/>
                  </a:cubicBezTo>
                  <a:cubicBezTo>
                    <a:pt x="223" y="306"/>
                    <a:pt x="223" y="306"/>
                    <a:pt x="223" y="306"/>
                  </a:cubicBezTo>
                  <a:cubicBezTo>
                    <a:pt x="223" y="306"/>
                    <a:pt x="222" y="306"/>
                    <a:pt x="222" y="306"/>
                  </a:cubicBezTo>
                  <a:cubicBezTo>
                    <a:pt x="222" y="306"/>
                    <a:pt x="221" y="306"/>
                    <a:pt x="222" y="306"/>
                  </a:cubicBezTo>
                  <a:cubicBezTo>
                    <a:pt x="221" y="306"/>
                    <a:pt x="221" y="306"/>
                    <a:pt x="221" y="306"/>
                  </a:cubicBezTo>
                  <a:cubicBezTo>
                    <a:pt x="220"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7"/>
                    <a:pt x="221" y="307"/>
                    <a:pt x="222" y="307"/>
                  </a:cubicBezTo>
                  <a:cubicBezTo>
                    <a:pt x="222" y="307"/>
                    <a:pt x="221" y="307"/>
                    <a:pt x="221" y="307"/>
                  </a:cubicBezTo>
                  <a:cubicBezTo>
                    <a:pt x="221" y="307"/>
                    <a:pt x="221" y="307"/>
                    <a:pt x="221"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8"/>
                    <a:pt x="222" y="308"/>
                    <a:pt x="222" y="309"/>
                  </a:cubicBezTo>
                  <a:cubicBezTo>
                    <a:pt x="222" y="307"/>
                    <a:pt x="222" y="307"/>
                    <a:pt x="222" y="307"/>
                  </a:cubicBezTo>
                  <a:cubicBezTo>
                    <a:pt x="222" y="308"/>
                    <a:pt x="222" y="308"/>
                    <a:pt x="222" y="309"/>
                  </a:cubicBezTo>
                  <a:cubicBezTo>
                    <a:pt x="222" y="310"/>
                    <a:pt x="222" y="309"/>
                    <a:pt x="222" y="309"/>
                  </a:cubicBezTo>
                  <a:cubicBezTo>
                    <a:pt x="222" y="310"/>
                    <a:pt x="222" y="312"/>
                    <a:pt x="222" y="311"/>
                  </a:cubicBezTo>
                  <a:cubicBezTo>
                    <a:pt x="222" y="311"/>
                    <a:pt x="222" y="311"/>
                    <a:pt x="222" y="311"/>
                  </a:cubicBezTo>
                  <a:cubicBezTo>
                    <a:pt x="222" y="311"/>
                    <a:pt x="222" y="312"/>
                    <a:pt x="221" y="312"/>
                  </a:cubicBezTo>
                  <a:cubicBezTo>
                    <a:pt x="221" y="311"/>
                    <a:pt x="221" y="311"/>
                    <a:pt x="221" y="310"/>
                  </a:cubicBezTo>
                  <a:cubicBezTo>
                    <a:pt x="221" y="308"/>
                    <a:pt x="221" y="309"/>
                    <a:pt x="220" y="309"/>
                  </a:cubicBezTo>
                  <a:cubicBezTo>
                    <a:pt x="220" y="310"/>
                    <a:pt x="220" y="310"/>
                    <a:pt x="220" y="310"/>
                  </a:cubicBezTo>
                  <a:cubicBezTo>
                    <a:pt x="220" y="311"/>
                    <a:pt x="220" y="309"/>
                    <a:pt x="220" y="309"/>
                  </a:cubicBezTo>
                  <a:cubicBezTo>
                    <a:pt x="219" y="314"/>
                    <a:pt x="219" y="314"/>
                    <a:pt x="219" y="314"/>
                  </a:cubicBezTo>
                  <a:cubicBezTo>
                    <a:pt x="219" y="313"/>
                    <a:pt x="219" y="311"/>
                    <a:pt x="219" y="310"/>
                  </a:cubicBezTo>
                  <a:cubicBezTo>
                    <a:pt x="219" y="311"/>
                    <a:pt x="218" y="314"/>
                    <a:pt x="217" y="315"/>
                  </a:cubicBezTo>
                  <a:cubicBezTo>
                    <a:pt x="217" y="315"/>
                    <a:pt x="216" y="316"/>
                    <a:pt x="216" y="316"/>
                  </a:cubicBezTo>
                  <a:cubicBezTo>
                    <a:pt x="216" y="314"/>
                    <a:pt x="216" y="316"/>
                    <a:pt x="216" y="315"/>
                  </a:cubicBezTo>
                  <a:cubicBezTo>
                    <a:pt x="216" y="313"/>
                    <a:pt x="216" y="313"/>
                    <a:pt x="216" y="313"/>
                  </a:cubicBezTo>
                  <a:cubicBezTo>
                    <a:pt x="217" y="313"/>
                    <a:pt x="217" y="311"/>
                    <a:pt x="217" y="310"/>
                  </a:cubicBezTo>
                  <a:cubicBezTo>
                    <a:pt x="217" y="311"/>
                    <a:pt x="216" y="309"/>
                    <a:pt x="216" y="309"/>
                  </a:cubicBezTo>
                  <a:cubicBezTo>
                    <a:pt x="215" y="312"/>
                    <a:pt x="215" y="310"/>
                    <a:pt x="214" y="313"/>
                  </a:cubicBezTo>
                  <a:cubicBezTo>
                    <a:pt x="214" y="313"/>
                    <a:pt x="214" y="311"/>
                    <a:pt x="214" y="310"/>
                  </a:cubicBezTo>
                  <a:cubicBezTo>
                    <a:pt x="213" y="311"/>
                    <a:pt x="213" y="310"/>
                    <a:pt x="212" y="310"/>
                  </a:cubicBezTo>
                  <a:cubicBezTo>
                    <a:pt x="213" y="310"/>
                    <a:pt x="213" y="310"/>
                    <a:pt x="213" y="310"/>
                  </a:cubicBezTo>
                  <a:cubicBezTo>
                    <a:pt x="212" y="310"/>
                    <a:pt x="211" y="309"/>
                    <a:pt x="210" y="312"/>
                  </a:cubicBezTo>
                  <a:cubicBezTo>
                    <a:pt x="211" y="310"/>
                    <a:pt x="211" y="310"/>
                    <a:pt x="211" y="310"/>
                  </a:cubicBezTo>
                  <a:cubicBezTo>
                    <a:pt x="210" y="309"/>
                    <a:pt x="210" y="313"/>
                    <a:pt x="209" y="312"/>
                  </a:cubicBezTo>
                  <a:cubicBezTo>
                    <a:pt x="210" y="310"/>
                    <a:pt x="210" y="310"/>
                    <a:pt x="210" y="310"/>
                  </a:cubicBezTo>
                  <a:cubicBezTo>
                    <a:pt x="209" y="312"/>
                    <a:pt x="209" y="309"/>
                    <a:pt x="208" y="311"/>
                  </a:cubicBezTo>
                  <a:cubicBezTo>
                    <a:pt x="209" y="310"/>
                    <a:pt x="209" y="310"/>
                    <a:pt x="209" y="310"/>
                  </a:cubicBezTo>
                  <a:cubicBezTo>
                    <a:pt x="208" y="310"/>
                    <a:pt x="208" y="310"/>
                    <a:pt x="207" y="311"/>
                  </a:cubicBezTo>
                  <a:cubicBezTo>
                    <a:pt x="208" y="309"/>
                    <a:pt x="208" y="309"/>
                    <a:pt x="208" y="309"/>
                  </a:cubicBezTo>
                  <a:cubicBezTo>
                    <a:pt x="208" y="308"/>
                    <a:pt x="207" y="311"/>
                    <a:pt x="207" y="311"/>
                  </a:cubicBezTo>
                  <a:cubicBezTo>
                    <a:pt x="207" y="310"/>
                    <a:pt x="207" y="309"/>
                    <a:pt x="207" y="309"/>
                  </a:cubicBezTo>
                  <a:cubicBezTo>
                    <a:pt x="206" y="310"/>
                    <a:pt x="206" y="310"/>
                    <a:pt x="205" y="311"/>
                  </a:cubicBezTo>
                  <a:cubicBezTo>
                    <a:pt x="206" y="309"/>
                    <a:pt x="206" y="309"/>
                    <a:pt x="206" y="309"/>
                  </a:cubicBezTo>
                  <a:cubicBezTo>
                    <a:pt x="203" y="308"/>
                    <a:pt x="201" y="307"/>
                    <a:pt x="199" y="309"/>
                  </a:cubicBezTo>
                  <a:cubicBezTo>
                    <a:pt x="199" y="306"/>
                    <a:pt x="199" y="308"/>
                    <a:pt x="199" y="306"/>
                  </a:cubicBezTo>
                  <a:cubicBezTo>
                    <a:pt x="199" y="308"/>
                    <a:pt x="199" y="306"/>
                    <a:pt x="198" y="307"/>
                  </a:cubicBezTo>
                  <a:close/>
                  <a:moveTo>
                    <a:pt x="221" y="306"/>
                  </a:moveTo>
                  <a:cubicBezTo>
                    <a:pt x="221" y="306"/>
                    <a:pt x="222" y="306"/>
                    <a:pt x="222" y="306"/>
                  </a:cubicBezTo>
                  <a:cubicBezTo>
                    <a:pt x="222" y="306"/>
                    <a:pt x="222" y="306"/>
                    <a:pt x="222" y="306"/>
                  </a:cubicBezTo>
                  <a:cubicBezTo>
                    <a:pt x="222" y="306"/>
                    <a:pt x="222" y="306"/>
                    <a:pt x="222" y="306"/>
                  </a:cubicBezTo>
                  <a:cubicBezTo>
                    <a:pt x="222" y="306"/>
                    <a:pt x="222" y="306"/>
                    <a:pt x="222" y="306"/>
                  </a:cubicBezTo>
                  <a:cubicBezTo>
                    <a:pt x="222" y="306"/>
                    <a:pt x="222" y="307"/>
                    <a:pt x="222" y="307"/>
                  </a:cubicBezTo>
                  <a:cubicBezTo>
                    <a:pt x="222" y="307"/>
                    <a:pt x="222" y="307"/>
                    <a:pt x="222" y="307"/>
                  </a:cubicBezTo>
                  <a:cubicBezTo>
                    <a:pt x="222" y="307"/>
                    <a:pt x="222" y="306"/>
                    <a:pt x="222" y="306"/>
                  </a:cubicBezTo>
                  <a:cubicBezTo>
                    <a:pt x="222" y="306"/>
                    <a:pt x="221" y="306"/>
                    <a:pt x="221" y="306"/>
                  </a:cubicBezTo>
                  <a:close/>
                  <a:moveTo>
                    <a:pt x="222" y="306"/>
                  </a:moveTo>
                  <a:cubicBezTo>
                    <a:pt x="222" y="306"/>
                    <a:pt x="222" y="306"/>
                    <a:pt x="222" y="306"/>
                  </a:cubicBezTo>
                  <a:cubicBezTo>
                    <a:pt x="221" y="306"/>
                    <a:pt x="221" y="306"/>
                    <a:pt x="221" y="306"/>
                  </a:cubicBezTo>
                  <a:cubicBezTo>
                    <a:pt x="222" y="306"/>
                    <a:pt x="222" y="306"/>
                    <a:pt x="222" y="306"/>
                  </a:cubicBezTo>
                  <a:close/>
                  <a:moveTo>
                    <a:pt x="222" y="307"/>
                  </a:moveTo>
                  <a:cubicBezTo>
                    <a:pt x="222" y="307"/>
                    <a:pt x="222" y="307"/>
                    <a:pt x="222" y="307"/>
                  </a:cubicBez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6"/>
                    <a:pt x="222" y="307"/>
                    <a:pt x="222" y="307"/>
                  </a:cubicBezTo>
                  <a:close/>
                  <a:moveTo>
                    <a:pt x="382" y="181"/>
                  </a:moveTo>
                  <a:cubicBezTo>
                    <a:pt x="383" y="179"/>
                    <a:pt x="383" y="179"/>
                    <a:pt x="383" y="179"/>
                  </a:cubicBezTo>
                  <a:cubicBezTo>
                    <a:pt x="384" y="180"/>
                    <a:pt x="384" y="181"/>
                    <a:pt x="384" y="182"/>
                  </a:cubicBezTo>
                  <a:cubicBezTo>
                    <a:pt x="385" y="180"/>
                    <a:pt x="387" y="181"/>
                    <a:pt x="387" y="180"/>
                  </a:cubicBezTo>
                  <a:cubicBezTo>
                    <a:pt x="388" y="180"/>
                    <a:pt x="387" y="181"/>
                    <a:pt x="387" y="181"/>
                  </a:cubicBezTo>
                  <a:cubicBezTo>
                    <a:pt x="388" y="181"/>
                    <a:pt x="391" y="180"/>
                    <a:pt x="392" y="181"/>
                  </a:cubicBezTo>
                  <a:cubicBezTo>
                    <a:pt x="391" y="182"/>
                    <a:pt x="391" y="182"/>
                    <a:pt x="391" y="182"/>
                  </a:cubicBezTo>
                  <a:cubicBezTo>
                    <a:pt x="393" y="184"/>
                    <a:pt x="393" y="186"/>
                    <a:pt x="393" y="188"/>
                  </a:cubicBezTo>
                  <a:cubicBezTo>
                    <a:pt x="389" y="186"/>
                    <a:pt x="384" y="185"/>
                    <a:pt x="380" y="183"/>
                  </a:cubicBezTo>
                  <a:cubicBezTo>
                    <a:pt x="381" y="183"/>
                    <a:pt x="382" y="183"/>
                    <a:pt x="382" y="181"/>
                  </a:cubicBezTo>
                  <a:close/>
                  <a:moveTo>
                    <a:pt x="262" y="151"/>
                  </a:moveTo>
                  <a:cubicBezTo>
                    <a:pt x="262" y="150"/>
                    <a:pt x="262" y="150"/>
                    <a:pt x="262" y="150"/>
                  </a:cubicBezTo>
                  <a:cubicBezTo>
                    <a:pt x="262" y="150"/>
                    <a:pt x="262" y="150"/>
                    <a:pt x="262" y="150"/>
                  </a:cubicBezTo>
                  <a:cubicBezTo>
                    <a:pt x="263" y="148"/>
                    <a:pt x="264" y="146"/>
                    <a:pt x="264" y="144"/>
                  </a:cubicBezTo>
                  <a:cubicBezTo>
                    <a:pt x="265" y="144"/>
                    <a:pt x="265" y="145"/>
                    <a:pt x="265" y="146"/>
                  </a:cubicBezTo>
                  <a:cubicBezTo>
                    <a:pt x="267" y="141"/>
                    <a:pt x="267" y="135"/>
                    <a:pt x="267" y="130"/>
                  </a:cubicBezTo>
                  <a:cubicBezTo>
                    <a:pt x="268" y="130"/>
                    <a:pt x="268" y="131"/>
                    <a:pt x="269" y="133"/>
                  </a:cubicBezTo>
                  <a:cubicBezTo>
                    <a:pt x="271" y="128"/>
                    <a:pt x="267" y="127"/>
                    <a:pt x="269" y="122"/>
                  </a:cubicBezTo>
                  <a:cubicBezTo>
                    <a:pt x="270" y="121"/>
                    <a:pt x="271" y="118"/>
                    <a:pt x="271" y="119"/>
                  </a:cubicBezTo>
                  <a:cubicBezTo>
                    <a:pt x="271" y="117"/>
                    <a:pt x="272" y="109"/>
                    <a:pt x="271" y="107"/>
                  </a:cubicBezTo>
                  <a:cubicBezTo>
                    <a:pt x="272" y="106"/>
                    <a:pt x="272" y="105"/>
                    <a:pt x="273" y="103"/>
                  </a:cubicBezTo>
                  <a:cubicBezTo>
                    <a:pt x="274" y="104"/>
                    <a:pt x="274" y="105"/>
                    <a:pt x="275" y="107"/>
                  </a:cubicBezTo>
                  <a:cubicBezTo>
                    <a:pt x="274" y="107"/>
                    <a:pt x="273" y="107"/>
                    <a:pt x="272" y="107"/>
                  </a:cubicBezTo>
                  <a:cubicBezTo>
                    <a:pt x="272" y="107"/>
                    <a:pt x="272" y="107"/>
                    <a:pt x="272" y="107"/>
                  </a:cubicBezTo>
                  <a:cubicBezTo>
                    <a:pt x="272" y="107"/>
                    <a:pt x="272" y="107"/>
                    <a:pt x="272" y="107"/>
                  </a:cubicBezTo>
                  <a:cubicBezTo>
                    <a:pt x="272" y="108"/>
                    <a:pt x="272" y="108"/>
                    <a:pt x="272" y="108"/>
                  </a:cubicBezTo>
                  <a:cubicBezTo>
                    <a:pt x="272" y="111"/>
                    <a:pt x="272" y="111"/>
                    <a:pt x="272" y="111"/>
                  </a:cubicBezTo>
                  <a:cubicBezTo>
                    <a:pt x="272" y="120"/>
                    <a:pt x="272" y="120"/>
                    <a:pt x="272" y="120"/>
                  </a:cubicBezTo>
                  <a:cubicBezTo>
                    <a:pt x="272" y="133"/>
                    <a:pt x="272" y="145"/>
                    <a:pt x="271" y="156"/>
                  </a:cubicBezTo>
                  <a:cubicBezTo>
                    <a:pt x="271" y="160"/>
                    <a:pt x="271" y="162"/>
                    <a:pt x="270" y="164"/>
                  </a:cubicBezTo>
                  <a:cubicBezTo>
                    <a:pt x="268" y="161"/>
                    <a:pt x="265" y="157"/>
                    <a:pt x="265" y="152"/>
                  </a:cubicBezTo>
                  <a:cubicBezTo>
                    <a:pt x="265" y="155"/>
                    <a:pt x="263" y="153"/>
                    <a:pt x="262" y="151"/>
                  </a:cubicBezTo>
                  <a:cubicBezTo>
                    <a:pt x="262" y="151"/>
                    <a:pt x="262" y="151"/>
                    <a:pt x="262" y="151"/>
                  </a:cubicBezTo>
                  <a:close/>
                  <a:moveTo>
                    <a:pt x="212" y="121"/>
                  </a:moveTo>
                  <a:cubicBezTo>
                    <a:pt x="212" y="118"/>
                    <a:pt x="212" y="116"/>
                    <a:pt x="213" y="114"/>
                  </a:cubicBezTo>
                  <a:cubicBezTo>
                    <a:pt x="215" y="119"/>
                    <a:pt x="215" y="127"/>
                    <a:pt x="213" y="134"/>
                  </a:cubicBezTo>
                  <a:cubicBezTo>
                    <a:pt x="212" y="129"/>
                    <a:pt x="211" y="125"/>
                    <a:pt x="212" y="121"/>
                  </a:cubicBezTo>
                  <a:close/>
                  <a:moveTo>
                    <a:pt x="191" y="185"/>
                  </a:moveTo>
                  <a:cubicBezTo>
                    <a:pt x="191" y="185"/>
                    <a:pt x="191" y="184"/>
                    <a:pt x="191" y="185"/>
                  </a:cubicBezTo>
                  <a:cubicBezTo>
                    <a:pt x="190" y="185"/>
                    <a:pt x="190" y="184"/>
                    <a:pt x="190" y="184"/>
                  </a:cubicBezTo>
                  <a:cubicBezTo>
                    <a:pt x="190" y="184"/>
                    <a:pt x="191" y="184"/>
                    <a:pt x="191" y="185"/>
                  </a:cubicBezTo>
                  <a:close/>
                  <a:moveTo>
                    <a:pt x="148" y="192"/>
                  </a:moveTo>
                  <a:cubicBezTo>
                    <a:pt x="148" y="191"/>
                    <a:pt x="148" y="192"/>
                    <a:pt x="148" y="192"/>
                  </a:cubicBezTo>
                  <a:cubicBezTo>
                    <a:pt x="148" y="192"/>
                    <a:pt x="148" y="192"/>
                    <a:pt x="148" y="191"/>
                  </a:cubicBezTo>
                  <a:cubicBezTo>
                    <a:pt x="148" y="191"/>
                    <a:pt x="148" y="192"/>
                    <a:pt x="148" y="192"/>
                  </a:cubicBezTo>
                  <a:close/>
                  <a:moveTo>
                    <a:pt x="134" y="148"/>
                  </a:moveTo>
                  <a:cubicBezTo>
                    <a:pt x="136" y="149"/>
                    <a:pt x="136" y="149"/>
                    <a:pt x="136" y="149"/>
                  </a:cubicBezTo>
                  <a:cubicBezTo>
                    <a:pt x="135" y="142"/>
                    <a:pt x="136" y="133"/>
                    <a:pt x="139" y="125"/>
                  </a:cubicBezTo>
                  <a:cubicBezTo>
                    <a:pt x="140" y="124"/>
                    <a:pt x="140" y="124"/>
                    <a:pt x="140" y="124"/>
                  </a:cubicBezTo>
                  <a:cubicBezTo>
                    <a:pt x="140" y="124"/>
                    <a:pt x="140" y="124"/>
                    <a:pt x="139" y="124"/>
                  </a:cubicBezTo>
                  <a:cubicBezTo>
                    <a:pt x="140" y="123"/>
                    <a:pt x="140" y="123"/>
                    <a:pt x="140" y="122"/>
                  </a:cubicBezTo>
                  <a:cubicBezTo>
                    <a:pt x="140" y="121"/>
                    <a:pt x="141" y="120"/>
                    <a:pt x="141" y="120"/>
                  </a:cubicBezTo>
                  <a:cubicBezTo>
                    <a:pt x="142" y="120"/>
                    <a:pt x="142" y="121"/>
                    <a:pt x="142" y="120"/>
                  </a:cubicBezTo>
                  <a:cubicBezTo>
                    <a:pt x="142" y="119"/>
                    <a:pt x="144" y="118"/>
                    <a:pt x="145" y="117"/>
                  </a:cubicBezTo>
                  <a:cubicBezTo>
                    <a:pt x="146" y="117"/>
                    <a:pt x="147" y="118"/>
                    <a:pt x="149" y="118"/>
                  </a:cubicBezTo>
                  <a:cubicBezTo>
                    <a:pt x="142" y="122"/>
                    <a:pt x="144" y="121"/>
                    <a:pt x="149" y="118"/>
                  </a:cubicBezTo>
                  <a:cubicBezTo>
                    <a:pt x="149" y="118"/>
                    <a:pt x="150" y="119"/>
                    <a:pt x="151" y="119"/>
                  </a:cubicBezTo>
                  <a:cubicBezTo>
                    <a:pt x="151" y="121"/>
                    <a:pt x="151" y="121"/>
                    <a:pt x="151" y="121"/>
                  </a:cubicBezTo>
                  <a:cubicBezTo>
                    <a:pt x="152" y="121"/>
                    <a:pt x="154" y="120"/>
                    <a:pt x="155" y="120"/>
                  </a:cubicBezTo>
                  <a:cubicBezTo>
                    <a:pt x="155" y="123"/>
                    <a:pt x="154" y="119"/>
                    <a:pt x="153" y="121"/>
                  </a:cubicBezTo>
                  <a:cubicBezTo>
                    <a:pt x="155" y="129"/>
                    <a:pt x="153" y="139"/>
                    <a:pt x="153" y="149"/>
                  </a:cubicBezTo>
                  <a:cubicBezTo>
                    <a:pt x="154" y="151"/>
                    <a:pt x="154" y="153"/>
                    <a:pt x="155" y="153"/>
                  </a:cubicBezTo>
                  <a:cubicBezTo>
                    <a:pt x="152" y="164"/>
                    <a:pt x="154" y="178"/>
                    <a:pt x="149" y="185"/>
                  </a:cubicBezTo>
                  <a:cubicBezTo>
                    <a:pt x="153" y="184"/>
                    <a:pt x="150" y="189"/>
                    <a:pt x="149" y="191"/>
                  </a:cubicBezTo>
                  <a:cubicBezTo>
                    <a:pt x="148" y="189"/>
                    <a:pt x="146" y="186"/>
                    <a:pt x="144" y="183"/>
                  </a:cubicBezTo>
                  <a:cubicBezTo>
                    <a:pt x="143" y="180"/>
                    <a:pt x="140" y="179"/>
                    <a:pt x="140" y="174"/>
                  </a:cubicBezTo>
                  <a:cubicBezTo>
                    <a:pt x="141" y="170"/>
                    <a:pt x="137" y="163"/>
                    <a:pt x="137" y="158"/>
                  </a:cubicBezTo>
                  <a:cubicBezTo>
                    <a:pt x="136" y="160"/>
                    <a:pt x="133" y="153"/>
                    <a:pt x="134" y="148"/>
                  </a:cubicBezTo>
                  <a:close/>
                  <a:moveTo>
                    <a:pt x="65" y="183"/>
                  </a:moveTo>
                  <a:cubicBezTo>
                    <a:pt x="65" y="185"/>
                    <a:pt x="63" y="186"/>
                    <a:pt x="63" y="187"/>
                  </a:cubicBezTo>
                  <a:cubicBezTo>
                    <a:pt x="63" y="187"/>
                    <a:pt x="63" y="187"/>
                    <a:pt x="63" y="187"/>
                  </a:cubicBezTo>
                  <a:cubicBezTo>
                    <a:pt x="64" y="186"/>
                    <a:pt x="64" y="186"/>
                    <a:pt x="63" y="186"/>
                  </a:cubicBezTo>
                  <a:cubicBezTo>
                    <a:pt x="63" y="184"/>
                    <a:pt x="63" y="184"/>
                    <a:pt x="63" y="184"/>
                  </a:cubicBezTo>
                  <a:cubicBezTo>
                    <a:pt x="64" y="183"/>
                    <a:pt x="65" y="183"/>
                    <a:pt x="65" y="183"/>
                  </a:cubicBezTo>
                  <a:close/>
                  <a:moveTo>
                    <a:pt x="63" y="185"/>
                  </a:moveTo>
                  <a:cubicBezTo>
                    <a:pt x="63" y="185"/>
                    <a:pt x="63" y="186"/>
                    <a:pt x="63" y="186"/>
                  </a:cubicBezTo>
                  <a:cubicBezTo>
                    <a:pt x="62" y="186"/>
                    <a:pt x="62" y="186"/>
                    <a:pt x="63" y="185"/>
                  </a:cubicBezTo>
                  <a:close/>
                  <a:moveTo>
                    <a:pt x="62" y="188"/>
                  </a:moveTo>
                  <a:cubicBezTo>
                    <a:pt x="62" y="188"/>
                    <a:pt x="62" y="188"/>
                    <a:pt x="63" y="187"/>
                  </a:cubicBezTo>
                  <a:cubicBezTo>
                    <a:pt x="63" y="190"/>
                    <a:pt x="64" y="192"/>
                    <a:pt x="64" y="196"/>
                  </a:cubicBezTo>
                  <a:cubicBezTo>
                    <a:pt x="62" y="197"/>
                    <a:pt x="62" y="192"/>
                    <a:pt x="62" y="188"/>
                  </a:cubicBezTo>
                  <a:close/>
                  <a:moveTo>
                    <a:pt x="16" y="210"/>
                  </a:moveTo>
                  <a:cubicBezTo>
                    <a:pt x="16" y="210"/>
                    <a:pt x="16" y="210"/>
                    <a:pt x="16" y="210"/>
                  </a:cubicBezTo>
                  <a:cubicBezTo>
                    <a:pt x="16" y="210"/>
                    <a:pt x="16" y="210"/>
                    <a:pt x="16" y="210"/>
                  </a:cubicBezTo>
                  <a:cubicBezTo>
                    <a:pt x="16" y="210"/>
                    <a:pt x="16" y="210"/>
                    <a:pt x="16" y="210"/>
                  </a:cubicBezTo>
                  <a:close/>
                  <a:moveTo>
                    <a:pt x="17" y="208"/>
                  </a:moveTo>
                  <a:cubicBezTo>
                    <a:pt x="17" y="208"/>
                    <a:pt x="17" y="208"/>
                    <a:pt x="17" y="207"/>
                  </a:cubicBezTo>
                  <a:cubicBezTo>
                    <a:pt x="17" y="207"/>
                    <a:pt x="17" y="206"/>
                    <a:pt x="18" y="206"/>
                  </a:cubicBezTo>
                  <a:cubicBezTo>
                    <a:pt x="18" y="207"/>
                    <a:pt x="18" y="207"/>
                    <a:pt x="18" y="208"/>
                  </a:cubicBezTo>
                  <a:cubicBezTo>
                    <a:pt x="18" y="208"/>
                    <a:pt x="18" y="208"/>
                    <a:pt x="17" y="208"/>
                  </a:cubicBezTo>
                  <a:close/>
                  <a:moveTo>
                    <a:pt x="18" y="212"/>
                  </a:moveTo>
                  <a:cubicBezTo>
                    <a:pt x="18" y="212"/>
                    <a:pt x="18" y="212"/>
                    <a:pt x="18" y="212"/>
                  </a:cubicBezTo>
                  <a:cubicBezTo>
                    <a:pt x="18" y="212"/>
                    <a:pt x="18" y="212"/>
                    <a:pt x="18" y="212"/>
                  </a:cubicBezTo>
                  <a:close/>
                  <a:moveTo>
                    <a:pt x="19" y="213"/>
                  </a:moveTo>
                  <a:cubicBezTo>
                    <a:pt x="19" y="213"/>
                    <a:pt x="19" y="213"/>
                    <a:pt x="19" y="213"/>
                  </a:cubicBezTo>
                  <a:cubicBezTo>
                    <a:pt x="19" y="213"/>
                    <a:pt x="19" y="213"/>
                    <a:pt x="19" y="213"/>
                  </a:cubicBezTo>
                  <a:cubicBezTo>
                    <a:pt x="19" y="213"/>
                    <a:pt x="19" y="213"/>
                    <a:pt x="19" y="213"/>
                  </a:cubicBezTo>
                  <a:close/>
                  <a:moveTo>
                    <a:pt x="20" y="214"/>
                  </a:moveTo>
                  <a:cubicBezTo>
                    <a:pt x="20" y="214"/>
                    <a:pt x="20" y="214"/>
                    <a:pt x="20" y="214"/>
                  </a:cubicBezTo>
                  <a:cubicBezTo>
                    <a:pt x="20" y="214"/>
                    <a:pt x="20" y="214"/>
                    <a:pt x="20" y="214"/>
                  </a:cubicBezTo>
                  <a:cubicBezTo>
                    <a:pt x="20" y="214"/>
                    <a:pt x="20" y="214"/>
                    <a:pt x="21" y="214"/>
                  </a:cubicBezTo>
                  <a:cubicBezTo>
                    <a:pt x="21" y="214"/>
                    <a:pt x="20" y="214"/>
                    <a:pt x="20" y="214"/>
                  </a:cubicBezTo>
                  <a:close/>
                  <a:moveTo>
                    <a:pt x="21" y="217"/>
                  </a:moveTo>
                  <a:cubicBezTo>
                    <a:pt x="21" y="216"/>
                    <a:pt x="21" y="216"/>
                    <a:pt x="21" y="216"/>
                  </a:cubicBezTo>
                  <a:cubicBezTo>
                    <a:pt x="22" y="216"/>
                    <a:pt x="22" y="216"/>
                    <a:pt x="22" y="216"/>
                  </a:cubicBezTo>
                  <a:cubicBezTo>
                    <a:pt x="22" y="216"/>
                    <a:pt x="21" y="216"/>
                    <a:pt x="21" y="217"/>
                  </a:cubicBezTo>
                  <a:close/>
                  <a:moveTo>
                    <a:pt x="21" y="214"/>
                  </a:moveTo>
                  <a:cubicBezTo>
                    <a:pt x="21" y="214"/>
                    <a:pt x="21" y="214"/>
                    <a:pt x="21" y="214"/>
                  </a:cubicBezTo>
                  <a:cubicBezTo>
                    <a:pt x="21" y="214"/>
                    <a:pt x="21" y="214"/>
                    <a:pt x="21" y="214"/>
                  </a:cubicBezTo>
                  <a:cubicBezTo>
                    <a:pt x="21" y="214"/>
                    <a:pt x="21" y="214"/>
                    <a:pt x="21" y="214"/>
                  </a:cubicBezTo>
                  <a:cubicBezTo>
                    <a:pt x="21" y="214"/>
                    <a:pt x="20" y="214"/>
                    <a:pt x="20" y="214"/>
                  </a:cubicBezTo>
                  <a:cubicBezTo>
                    <a:pt x="21" y="214"/>
                    <a:pt x="21" y="214"/>
                    <a:pt x="21" y="214"/>
                  </a:cubicBezTo>
                  <a:cubicBezTo>
                    <a:pt x="21" y="214"/>
                    <a:pt x="21" y="214"/>
                    <a:pt x="21" y="214"/>
                  </a:cubicBezTo>
                  <a:cubicBezTo>
                    <a:pt x="22" y="214"/>
                    <a:pt x="22" y="214"/>
                    <a:pt x="22" y="214"/>
                  </a:cubicBezTo>
                  <a:lnTo>
                    <a:pt x="21" y="214"/>
                  </a:lnTo>
                  <a:close/>
                  <a:moveTo>
                    <a:pt x="122" y="297"/>
                  </a:moveTo>
                  <a:cubicBezTo>
                    <a:pt x="122" y="297"/>
                    <a:pt x="122" y="297"/>
                    <a:pt x="122" y="297"/>
                  </a:cubicBezTo>
                  <a:cubicBezTo>
                    <a:pt x="122" y="297"/>
                    <a:pt x="122" y="297"/>
                    <a:pt x="122" y="297"/>
                  </a:cubicBezTo>
                  <a:close/>
                  <a:moveTo>
                    <a:pt x="123" y="297"/>
                  </a:moveTo>
                  <a:cubicBezTo>
                    <a:pt x="122" y="298"/>
                    <a:pt x="122" y="297"/>
                    <a:pt x="122" y="297"/>
                  </a:cubicBezTo>
                  <a:cubicBezTo>
                    <a:pt x="122" y="297"/>
                    <a:pt x="122" y="297"/>
                    <a:pt x="123" y="297"/>
                  </a:cubicBezTo>
                  <a:cubicBezTo>
                    <a:pt x="123" y="297"/>
                    <a:pt x="123" y="297"/>
                    <a:pt x="123" y="297"/>
                  </a:cubicBezTo>
                  <a:close/>
                  <a:moveTo>
                    <a:pt x="213" y="429"/>
                  </a:moveTo>
                  <a:cubicBezTo>
                    <a:pt x="213" y="429"/>
                    <a:pt x="213" y="429"/>
                    <a:pt x="213" y="429"/>
                  </a:cubicBezTo>
                  <a:cubicBezTo>
                    <a:pt x="213" y="429"/>
                    <a:pt x="213" y="429"/>
                    <a:pt x="213" y="429"/>
                  </a:cubicBezTo>
                  <a:cubicBezTo>
                    <a:pt x="213" y="429"/>
                    <a:pt x="213" y="429"/>
                    <a:pt x="213" y="429"/>
                  </a:cubicBezTo>
                  <a:cubicBezTo>
                    <a:pt x="213" y="429"/>
                    <a:pt x="213" y="429"/>
                    <a:pt x="213" y="429"/>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 name="Freeform 437"/>
            <p:cNvSpPr/>
            <p:nvPr/>
          </p:nvSpPr>
          <p:spPr bwMode="auto">
            <a:xfrm>
              <a:off x="3695" y="2760"/>
              <a:ext cx="4" cy="2"/>
            </a:xfrm>
            <a:custGeom>
              <a:avLst/>
              <a:gdLst>
                <a:gd name="T0" fmla="*/ 1 w 2"/>
                <a:gd name="T1" fmla="*/ 0 h 1"/>
                <a:gd name="T2" fmla="*/ 2 w 2"/>
                <a:gd name="T3" fmla="*/ 0 h 1"/>
                <a:gd name="T4" fmla="*/ 1 w 2"/>
                <a:gd name="T5" fmla="*/ 0 h 1"/>
              </a:gdLst>
              <a:ahLst/>
              <a:cxnLst>
                <a:cxn ang="0">
                  <a:pos x="T0" y="T1"/>
                </a:cxn>
                <a:cxn ang="0">
                  <a:pos x="T2" y="T3"/>
                </a:cxn>
                <a:cxn ang="0">
                  <a:pos x="T4" y="T5"/>
                </a:cxn>
              </a:cxnLst>
              <a:rect l="0" t="0" r="r" b="b"/>
              <a:pathLst>
                <a:path w="2" h="1">
                  <a:moveTo>
                    <a:pt x="1" y="0"/>
                  </a:moveTo>
                  <a:cubicBezTo>
                    <a:pt x="0" y="0"/>
                    <a:pt x="1" y="1"/>
                    <a:pt x="2"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 name="Freeform 438"/>
            <p:cNvSpPr/>
            <p:nvPr/>
          </p:nvSpPr>
          <p:spPr bwMode="auto">
            <a:xfrm>
              <a:off x="3699" y="2760"/>
              <a:ext cx="5" cy="4"/>
            </a:xfrm>
            <a:custGeom>
              <a:avLst/>
              <a:gdLst>
                <a:gd name="T0" fmla="*/ 1 w 2"/>
                <a:gd name="T1" fmla="*/ 2 h 2"/>
                <a:gd name="T2" fmla="*/ 2 w 2"/>
                <a:gd name="T3" fmla="*/ 1 h 2"/>
                <a:gd name="T4" fmla="*/ 1 w 2"/>
                <a:gd name="T5" fmla="*/ 2 h 2"/>
              </a:gdLst>
              <a:ahLst/>
              <a:cxnLst>
                <a:cxn ang="0">
                  <a:pos x="T0" y="T1"/>
                </a:cxn>
                <a:cxn ang="0">
                  <a:pos x="T2" y="T3"/>
                </a:cxn>
                <a:cxn ang="0">
                  <a:pos x="T4" y="T5"/>
                </a:cxn>
              </a:cxnLst>
              <a:rect l="0" t="0" r="r" b="b"/>
              <a:pathLst>
                <a:path w="2" h="2">
                  <a:moveTo>
                    <a:pt x="1" y="2"/>
                  </a:moveTo>
                  <a:cubicBezTo>
                    <a:pt x="1" y="2"/>
                    <a:pt x="2" y="1"/>
                    <a:pt x="2" y="1"/>
                  </a:cubicBezTo>
                  <a:cubicBezTo>
                    <a:pt x="0" y="0"/>
                    <a:pt x="2"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 name="Freeform 439"/>
            <p:cNvSpPr/>
            <p:nvPr/>
          </p:nvSpPr>
          <p:spPr bwMode="auto">
            <a:xfrm>
              <a:off x="3916" y="2586"/>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0" y="0"/>
                    <a:pt x="2" y="0"/>
                    <a:pt x="1" y="0"/>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 name="Freeform 440"/>
            <p:cNvSpPr/>
            <p:nvPr/>
          </p:nvSpPr>
          <p:spPr bwMode="auto">
            <a:xfrm>
              <a:off x="3941" y="2610"/>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 name="Freeform 441"/>
            <p:cNvSpPr/>
            <p:nvPr/>
          </p:nvSpPr>
          <p:spPr bwMode="auto">
            <a:xfrm>
              <a:off x="3729" y="2272"/>
              <a:ext cx="2" cy="5"/>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0" y="1"/>
                    <a:pt x="1" y="0"/>
                    <a:pt x="1" y="1"/>
                  </a:cubicBezTo>
                  <a:cubicBezTo>
                    <a:pt x="1" y="1"/>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 name="Freeform 442"/>
            <p:cNvSpPr/>
            <p:nvPr/>
          </p:nvSpPr>
          <p:spPr bwMode="auto">
            <a:xfrm>
              <a:off x="3852" y="271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 name="Freeform 443"/>
            <p:cNvSpPr/>
            <p:nvPr/>
          </p:nvSpPr>
          <p:spPr bwMode="auto">
            <a:xfrm>
              <a:off x="3850" y="2692"/>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1"/>
                    <a:pt x="1"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 name="Freeform 444"/>
            <p:cNvSpPr/>
            <p:nvPr/>
          </p:nvSpPr>
          <p:spPr bwMode="auto">
            <a:xfrm>
              <a:off x="3848" y="2686"/>
              <a:ext cx="2"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1"/>
                    <a:pt x="0" y="1"/>
                    <a:pt x="0" y="1"/>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 name="Freeform 445"/>
            <p:cNvSpPr/>
            <p:nvPr/>
          </p:nvSpPr>
          <p:spPr bwMode="auto">
            <a:xfrm>
              <a:off x="3846" y="2711"/>
              <a:ext cx="4" cy="3"/>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1"/>
                    <a:pt x="1" y="0"/>
                    <a:pt x="2" y="0"/>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 name="Freeform 446"/>
            <p:cNvSpPr/>
            <p:nvPr/>
          </p:nvSpPr>
          <p:spPr bwMode="auto">
            <a:xfrm>
              <a:off x="3822" y="2773"/>
              <a:ext cx="5"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6" name="Freeform 447"/>
            <p:cNvSpPr/>
            <p:nvPr/>
          </p:nvSpPr>
          <p:spPr bwMode="auto">
            <a:xfrm>
              <a:off x="3765" y="2315"/>
              <a:ext cx="4" cy="0"/>
            </a:xfrm>
            <a:custGeom>
              <a:avLst/>
              <a:gdLst>
                <a:gd name="T0" fmla="*/ 0 w 4"/>
                <a:gd name="T1" fmla="*/ 0 w 4"/>
                <a:gd name="T2" fmla="*/ 4 w 4"/>
                <a:gd name="T3" fmla="*/ 0 w 4"/>
              </a:gdLst>
              <a:ahLst/>
              <a:cxnLst>
                <a:cxn ang="0">
                  <a:pos x="T0" y="0"/>
                </a:cxn>
                <a:cxn ang="0">
                  <a:pos x="T1" y="0"/>
                </a:cxn>
                <a:cxn ang="0">
                  <a:pos x="T2" y="0"/>
                </a:cxn>
                <a:cxn ang="0">
                  <a:pos x="T3" y="0"/>
                </a:cxn>
              </a:cxnLst>
              <a:rect l="0" t="0" r="r" b="b"/>
              <a:pathLst>
                <a:path w="4">
                  <a:moveTo>
                    <a:pt x="0" y="0"/>
                  </a:moveTo>
                  <a:lnTo>
                    <a:pt x="0" y="0"/>
                  </a:lnTo>
                  <a:lnTo>
                    <a:pt x="4"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7" name="Freeform 448"/>
            <p:cNvSpPr/>
            <p:nvPr/>
          </p:nvSpPr>
          <p:spPr bwMode="auto">
            <a:xfrm>
              <a:off x="3842" y="2733"/>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8" name="Freeform 449"/>
            <p:cNvSpPr/>
            <p:nvPr/>
          </p:nvSpPr>
          <p:spPr bwMode="auto">
            <a:xfrm>
              <a:off x="3822" y="2769"/>
              <a:ext cx="7" cy="2"/>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9" name="Freeform 450"/>
            <p:cNvSpPr/>
            <p:nvPr/>
          </p:nvSpPr>
          <p:spPr bwMode="auto">
            <a:xfrm>
              <a:off x="3846" y="273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0" name="Freeform 451"/>
            <p:cNvSpPr/>
            <p:nvPr/>
          </p:nvSpPr>
          <p:spPr bwMode="auto">
            <a:xfrm>
              <a:off x="3844" y="2724"/>
              <a:ext cx="4" cy="2"/>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2" y="1"/>
                    <a:pt x="2" y="1"/>
                    <a:pt x="2" y="1"/>
                  </a:cubicBezTo>
                  <a:cubicBezTo>
                    <a:pt x="2"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1" name="Freeform 452"/>
            <p:cNvSpPr/>
            <p:nvPr/>
          </p:nvSpPr>
          <p:spPr bwMode="auto">
            <a:xfrm>
              <a:off x="3844" y="2728"/>
              <a:ext cx="8" cy="3"/>
            </a:xfrm>
            <a:custGeom>
              <a:avLst/>
              <a:gdLst>
                <a:gd name="T0" fmla="*/ 0 w 4"/>
                <a:gd name="T1" fmla="*/ 1 h 1"/>
                <a:gd name="T2" fmla="*/ 1 w 4"/>
                <a:gd name="T3" fmla="*/ 1 h 1"/>
                <a:gd name="T4" fmla="*/ 2 w 4"/>
                <a:gd name="T5" fmla="*/ 0 h 1"/>
                <a:gd name="T6" fmla="*/ 4 w 4"/>
                <a:gd name="T7" fmla="*/ 0 h 1"/>
                <a:gd name="T8" fmla="*/ 0 w 4"/>
                <a:gd name="T9" fmla="*/ 1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1" y="1"/>
                    <a:pt x="1" y="1"/>
                  </a:cubicBezTo>
                  <a:cubicBezTo>
                    <a:pt x="2" y="1"/>
                    <a:pt x="3" y="0"/>
                    <a:pt x="2" y="0"/>
                  </a:cubicBezTo>
                  <a:cubicBezTo>
                    <a:pt x="3" y="0"/>
                    <a:pt x="4" y="0"/>
                    <a:pt x="4" y="0"/>
                  </a:cubicBezTo>
                  <a:cubicBezTo>
                    <a:pt x="3" y="0"/>
                    <a:pt x="1" y="0"/>
                    <a:pt x="0" y="1"/>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sp>
        <p:nvSpPr>
          <p:cNvPr id="452" name="chenying0907 29"/>
          <p:cNvSpPr/>
          <p:nvPr/>
        </p:nvSpPr>
        <p:spPr>
          <a:xfrm rot="6300000">
            <a:off x="5056947" y="534277"/>
            <a:ext cx="1635899" cy="6102899"/>
          </a:xfrm>
          <a:custGeom>
            <a:avLst/>
            <a:gdLst>
              <a:gd name="connsiteX0" fmla="*/ 15178 w 19871"/>
              <a:gd name="connsiteY0" fmla="*/ 0 h 21600"/>
              <a:gd name="connsiteX1" fmla="*/ 0 w 19871"/>
              <a:gd name="connsiteY1" fmla="*/ 2538 h 21600"/>
              <a:gd name="connsiteX2" fmla="*/ 4463 w 19871"/>
              <a:gd name="connsiteY2" fmla="*/ 21600 h 21600"/>
              <a:gd name="connsiteX3" fmla="*/ 19871 w 19871"/>
              <a:gd name="connsiteY3" fmla="*/ 18777 h 21600"/>
              <a:gd name="connsiteX4" fmla="*/ 17450 w 19871"/>
              <a:gd name="connsiteY4" fmla="*/ 8748 h 21600"/>
              <a:gd name="connsiteX5" fmla="*/ 15178 w 19871"/>
              <a:gd name="connsiteY5" fmla="*/ 0 h 21600"/>
              <a:gd name="connsiteX0-1" fmla="*/ 14798 w 19871"/>
              <a:gd name="connsiteY0-2" fmla="*/ 0 h 22890"/>
              <a:gd name="connsiteX1-3" fmla="*/ 0 w 19871"/>
              <a:gd name="connsiteY1-4" fmla="*/ 3828 h 22890"/>
              <a:gd name="connsiteX2-5" fmla="*/ 4463 w 19871"/>
              <a:gd name="connsiteY2-6" fmla="*/ 22890 h 22890"/>
              <a:gd name="connsiteX3-7" fmla="*/ 19871 w 19871"/>
              <a:gd name="connsiteY3-8" fmla="*/ 20067 h 22890"/>
              <a:gd name="connsiteX4-9" fmla="*/ 17450 w 19871"/>
              <a:gd name="connsiteY4-10" fmla="*/ 10038 h 22890"/>
              <a:gd name="connsiteX5-11" fmla="*/ 14798 w 19871"/>
              <a:gd name="connsiteY5-12" fmla="*/ 0 h 22890"/>
              <a:gd name="connsiteX0-13" fmla="*/ 14798 w 19871"/>
              <a:gd name="connsiteY0-14" fmla="*/ 0 h 22785"/>
              <a:gd name="connsiteX1-15" fmla="*/ 0 w 19871"/>
              <a:gd name="connsiteY1-16" fmla="*/ 3828 h 22785"/>
              <a:gd name="connsiteX2-17" fmla="*/ 5300 w 19871"/>
              <a:gd name="connsiteY2-18" fmla="*/ 22785 h 22785"/>
              <a:gd name="connsiteX3-19" fmla="*/ 19871 w 19871"/>
              <a:gd name="connsiteY3-20" fmla="*/ 20067 h 22785"/>
              <a:gd name="connsiteX4-21" fmla="*/ 17450 w 19871"/>
              <a:gd name="connsiteY4-22" fmla="*/ 10038 h 22785"/>
              <a:gd name="connsiteX5-23" fmla="*/ 14798 w 19871"/>
              <a:gd name="connsiteY5-24" fmla="*/ 0 h 22785"/>
              <a:gd name="connsiteX0-25" fmla="*/ 14798 w 19871"/>
              <a:gd name="connsiteY0-26" fmla="*/ 0 h 23019"/>
              <a:gd name="connsiteX1-27" fmla="*/ 0 w 19871"/>
              <a:gd name="connsiteY1-28" fmla="*/ 3828 h 23019"/>
              <a:gd name="connsiteX2-29" fmla="*/ 5152 w 19871"/>
              <a:gd name="connsiteY2-30" fmla="*/ 23019 h 23019"/>
              <a:gd name="connsiteX3-31" fmla="*/ 19871 w 19871"/>
              <a:gd name="connsiteY3-32" fmla="*/ 20067 h 23019"/>
              <a:gd name="connsiteX4-33" fmla="*/ 17450 w 19871"/>
              <a:gd name="connsiteY4-34" fmla="*/ 10038 h 23019"/>
              <a:gd name="connsiteX5-35" fmla="*/ 14798 w 19871"/>
              <a:gd name="connsiteY5-36" fmla="*/ 0 h 23019"/>
              <a:gd name="connsiteX0-37" fmla="*/ 14798 w 20350"/>
              <a:gd name="connsiteY0-38" fmla="*/ 0 h 23019"/>
              <a:gd name="connsiteX1-39" fmla="*/ 0 w 20350"/>
              <a:gd name="connsiteY1-40" fmla="*/ 3828 h 23019"/>
              <a:gd name="connsiteX2-41" fmla="*/ 5152 w 20350"/>
              <a:gd name="connsiteY2-42" fmla="*/ 23019 h 23019"/>
              <a:gd name="connsiteX3-43" fmla="*/ 20350 w 20350"/>
              <a:gd name="connsiteY3-44" fmla="*/ 19851 h 23019"/>
              <a:gd name="connsiteX4-45" fmla="*/ 17450 w 20350"/>
              <a:gd name="connsiteY4-46" fmla="*/ 10038 h 23019"/>
              <a:gd name="connsiteX5-47" fmla="*/ 14798 w 20350"/>
              <a:gd name="connsiteY5-48" fmla="*/ 0 h 23019"/>
              <a:gd name="connsiteX0-49" fmla="*/ 14798 w 20350"/>
              <a:gd name="connsiteY0-50" fmla="*/ 0 h 23019"/>
              <a:gd name="connsiteX1-51" fmla="*/ 0 w 20350"/>
              <a:gd name="connsiteY1-52" fmla="*/ 3828 h 23019"/>
              <a:gd name="connsiteX2-53" fmla="*/ 5152 w 20350"/>
              <a:gd name="connsiteY2-54" fmla="*/ 23019 h 23019"/>
              <a:gd name="connsiteX3-55" fmla="*/ 20350 w 20350"/>
              <a:gd name="connsiteY3-56" fmla="*/ 19851 h 23019"/>
              <a:gd name="connsiteX4-57" fmla="*/ 17450 w 20350"/>
              <a:gd name="connsiteY4-58" fmla="*/ 10038 h 23019"/>
              <a:gd name="connsiteX5-59" fmla="*/ 14798 w 20350"/>
              <a:gd name="connsiteY5-60" fmla="*/ 0 h 23019"/>
              <a:gd name="connsiteX0-61" fmla="*/ 14798 w 20370"/>
              <a:gd name="connsiteY0-62" fmla="*/ 0 h 23019"/>
              <a:gd name="connsiteX1-63" fmla="*/ 0 w 20370"/>
              <a:gd name="connsiteY1-64" fmla="*/ 3828 h 23019"/>
              <a:gd name="connsiteX2-65" fmla="*/ 5152 w 20370"/>
              <a:gd name="connsiteY2-66" fmla="*/ 23019 h 23019"/>
              <a:gd name="connsiteX3-67" fmla="*/ 20370 w 20370"/>
              <a:gd name="connsiteY3-68" fmla="*/ 19550 h 23019"/>
              <a:gd name="connsiteX4-69" fmla="*/ 17450 w 20370"/>
              <a:gd name="connsiteY4-70" fmla="*/ 10038 h 23019"/>
              <a:gd name="connsiteX5-71" fmla="*/ 14798 w 20370"/>
              <a:gd name="connsiteY5-72" fmla="*/ 0 h 23019"/>
              <a:gd name="connsiteX0-73" fmla="*/ 14798 w 20370"/>
              <a:gd name="connsiteY0-74" fmla="*/ 0 h 23019"/>
              <a:gd name="connsiteX1-75" fmla="*/ 0 w 20370"/>
              <a:gd name="connsiteY1-76" fmla="*/ 3828 h 23019"/>
              <a:gd name="connsiteX2-77" fmla="*/ 5152 w 20370"/>
              <a:gd name="connsiteY2-78" fmla="*/ 23019 h 23019"/>
              <a:gd name="connsiteX3-79" fmla="*/ 20370 w 20370"/>
              <a:gd name="connsiteY3-80" fmla="*/ 19550 h 23019"/>
              <a:gd name="connsiteX4-81" fmla="*/ 17754 w 20370"/>
              <a:gd name="connsiteY4-82" fmla="*/ 9964 h 23019"/>
              <a:gd name="connsiteX5-83" fmla="*/ 14798 w 20370"/>
              <a:gd name="connsiteY5-84" fmla="*/ 0 h 23019"/>
              <a:gd name="connsiteX0-85" fmla="*/ 14907 w 20370"/>
              <a:gd name="connsiteY0-86" fmla="*/ 0 h 22650"/>
              <a:gd name="connsiteX1-87" fmla="*/ 0 w 20370"/>
              <a:gd name="connsiteY1-88" fmla="*/ 3459 h 22650"/>
              <a:gd name="connsiteX2-89" fmla="*/ 5152 w 20370"/>
              <a:gd name="connsiteY2-90" fmla="*/ 22650 h 22650"/>
              <a:gd name="connsiteX3-91" fmla="*/ 20370 w 20370"/>
              <a:gd name="connsiteY3-92" fmla="*/ 19181 h 22650"/>
              <a:gd name="connsiteX4-93" fmla="*/ 17754 w 20370"/>
              <a:gd name="connsiteY4-94" fmla="*/ 9595 h 22650"/>
              <a:gd name="connsiteX5-95" fmla="*/ 14907 w 20370"/>
              <a:gd name="connsiteY5-96" fmla="*/ 0 h 22650"/>
              <a:gd name="connsiteX0-97" fmla="*/ 14407 w 19870"/>
              <a:gd name="connsiteY0-98" fmla="*/ 0 h 22650"/>
              <a:gd name="connsiteX1-99" fmla="*/ 0 w 19870"/>
              <a:gd name="connsiteY1-100" fmla="*/ 4384 h 22650"/>
              <a:gd name="connsiteX2-101" fmla="*/ 4652 w 19870"/>
              <a:gd name="connsiteY2-102" fmla="*/ 22650 h 22650"/>
              <a:gd name="connsiteX3-103" fmla="*/ 19870 w 19870"/>
              <a:gd name="connsiteY3-104" fmla="*/ 19181 h 22650"/>
              <a:gd name="connsiteX4-105" fmla="*/ 17254 w 19870"/>
              <a:gd name="connsiteY4-106" fmla="*/ 9595 h 22650"/>
              <a:gd name="connsiteX5-107" fmla="*/ 14407 w 19870"/>
              <a:gd name="connsiteY5-108" fmla="*/ 0 h 22650"/>
              <a:gd name="connsiteX0-109" fmla="*/ 14407 w 19870"/>
              <a:gd name="connsiteY0-110" fmla="*/ 0 h 23857"/>
              <a:gd name="connsiteX1-111" fmla="*/ 0 w 19870"/>
              <a:gd name="connsiteY1-112" fmla="*/ 4384 h 23857"/>
              <a:gd name="connsiteX2-113" fmla="*/ 4935 w 19870"/>
              <a:gd name="connsiteY2-114" fmla="*/ 23857 h 23857"/>
              <a:gd name="connsiteX3-115" fmla="*/ 19870 w 19870"/>
              <a:gd name="connsiteY3-116" fmla="*/ 19181 h 23857"/>
              <a:gd name="connsiteX4-117" fmla="*/ 17254 w 19870"/>
              <a:gd name="connsiteY4-118" fmla="*/ 9595 h 23857"/>
              <a:gd name="connsiteX5-119" fmla="*/ 14407 w 19870"/>
              <a:gd name="connsiteY5-120" fmla="*/ 0 h 23857"/>
              <a:gd name="connsiteX0-121" fmla="*/ 14407 w 19870"/>
              <a:gd name="connsiteY0-122" fmla="*/ 0 h 23857"/>
              <a:gd name="connsiteX1-123" fmla="*/ 0 w 19870"/>
              <a:gd name="connsiteY1-124" fmla="*/ 4384 h 23857"/>
              <a:gd name="connsiteX2-125" fmla="*/ 4935 w 19870"/>
              <a:gd name="connsiteY2-126" fmla="*/ 23857 h 23857"/>
              <a:gd name="connsiteX3-127" fmla="*/ 19870 w 19870"/>
              <a:gd name="connsiteY3-128" fmla="*/ 19181 h 23857"/>
              <a:gd name="connsiteX4-129" fmla="*/ 17254 w 19870"/>
              <a:gd name="connsiteY4-130" fmla="*/ 9595 h 23857"/>
              <a:gd name="connsiteX5-131" fmla="*/ 14407 w 19870"/>
              <a:gd name="connsiteY5-132" fmla="*/ 0 h 23857"/>
              <a:gd name="connsiteX0-133" fmla="*/ 14407 w 19870"/>
              <a:gd name="connsiteY0-134" fmla="*/ 0 h 23663"/>
              <a:gd name="connsiteX1-135" fmla="*/ 0 w 19870"/>
              <a:gd name="connsiteY1-136" fmla="*/ 4384 h 23663"/>
              <a:gd name="connsiteX2-137" fmla="*/ 4512 w 19870"/>
              <a:gd name="connsiteY2-138" fmla="*/ 23663 h 23663"/>
              <a:gd name="connsiteX3-139" fmla="*/ 19870 w 19870"/>
              <a:gd name="connsiteY3-140" fmla="*/ 19181 h 23663"/>
              <a:gd name="connsiteX4-141" fmla="*/ 17254 w 19870"/>
              <a:gd name="connsiteY4-142" fmla="*/ 9595 h 23663"/>
              <a:gd name="connsiteX5-143" fmla="*/ 14407 w 19870"/>
              <a:gd name="connsiteY5-144" fmla="*/ 0 h 23663"/>
              <a:gd name="connsiteX0-145" fmla="*/ 14407 w 19078"/>
              <a:gd name="connsiteY0-146" fmla="*/ 0 h 23663"/>
              <a:gd name="connsiteX1-147" fmla="*/ 0 w 19078"/>
              <a:gd name="connsiteY1-148" fmla="*/ 4384 h 23663"/>
              <a:gd name="connsiteX2-149" fmla="*/ 4512 w 19078"/>
              <a:gd name="connsiteY2-150" fmla="*/ 23663 h 23663"/>
              <a:gd name="connsiteX3-151" fmla="*/ 19078 w 19078"/>
              <a:gd name="connsiteY3-152" fmla="*/ 19424 h 23663"/>
              <a:gd name="connsiteX4-153" fmla="*/ 17254 w 19078"/>
              <a:gd name="connsiteY4-154" fmla="*/ 9595 h 23663"/>
              <a:gd name="connsiteX5-155" fmla="*/ 14407 w 19078"/>
              <a:gd name="connsiteY5-156" fmla="*/ 0 h 23663"/>
              <a:gd name="connsiteX0-157" fmla="*/ 14407 w 19078"/>
              <a:gd name="connsiteY0-158" fmla="*/ 0 h 23663"/>
              <a:gd name="connsiteX1-159" fmla="*/ 0 w 19078"/>
              <a:gd name="connsiteY1-160" fmla="*/ 4384 h 23663"/>
              <a:gd name="connsiteX2-161" fmla="*/ 4512 w 19078"/>
              <a:gd name="connsiteY2-162" fmla="*/ 23663 h 23663"/>
              <a:gd name="connsiteX3-163" fmla="*/ 19078 w 19078"/>
              <a:gd name="connsiteY3-164" fmla="*/ 19424 h 23663"/>
              <a:gd name="connsiteX4-165" fmla="*/ 16878 w 19078"/>
              <a:gd name="connsiteY4-166" fmla="*/ 9602 h 23663"/>
              <a:gd name="connsiteX5-167" fmla="*/ 14407 w 19078"/>
              <a:gd name="connsiteY5-168" fmla="*/ 0 h 23663"/>
              <a:gd name="connsiteX0-169" fmla="*/ 0 w 19078"/>
              <a:gd name="connsiteY0-170" fmla="*/ 4384 h 23663"/>
              <a:gd name="connsiteX1-171" fmla="*/ 4512 w 19078"/>
              <a:gd name="connsiteY1-172" fmla="*/ 23663 h 23663"/>
              <a:gd name="connsiteX2-173" fmla="*/ 19078 w 19078"/>
              <a:gd name="connsiteY2-174" fmla="*/ 19424 h 23663"/>
              <a:gd name="connsiteX3-175" fmla="*/ 16878 w 19078"/>
              <a:gd name="connsiteY3-176" fmla="*/ 9602 h 23663"/>
              <a:gd name="connsiteX4-177" fmla="*/ 14407 w 19078"/>
              <a:gd name="connsiteY4-178" fmla="*/ 0 h 23663"/>
              <a:gd name="connsiteX5-179" fmla="*/ 587 w 19078"/>
              <a:gd name="connsiteY5-180" fmla="*/ 5055 h 23663"/>
              <a:gd name="connsiteX0-181" fmla="*/ 3925 w 18491"/>
              <a:gd name="connsiteY0-182" fmla="*/ 23663 h 23663"/>
              <a:gd name="connsiteX1-183" fmla="*/ 18491 w 18491"/>
              <a:gd name="connsiteY1-184" fmla="*/ 19424 h 23663"/>
              <a:gd name="connsiteX2-185" fmla="*/ 16291 w 18491"/>
              <a:gd name="connsiteY2-186" fmla="*/ 9602 h 23663"/>
              <a:gd name="connsiteX3-187" fmla="*/ 13820 w 18491"/>
              <a:gd name="connsiteY3-188" fmla="*/ 0 h 23663"/>
              <a:gd name="connsiteX4-189" fmla="*/ 0 w 18491"/>
              <a:gd name="connsiteY4-190" fmla="*/ 5055 h 23663"/>
              <a:gd name="connsiteX0-191" fmla="*/ 0 w 14566"/>
              <a:gd name="connsiteY0-192" fmla="*/ 23663 h 23663"/>
              <a:gd name="connsiteX1-193" fmla="*/ 14566 w 14566"/>
              <a:gd name="connsiteY1-194" fmla="*/ 19424 h 23663"/>
              <a:gd name="connsiteX2-195" fmla="*/ 12366 w 14566"/>
              <a:gd name="connsiteY2-196" fmla="*/ 9602 h 23663"/>
              <a:gd name="connsiteX3-197" fmla="*/ 9895 w 14566"/>
              <a:gd name="connsiteY3-198" fmla="*/ 0 h 23663"/>
              <a:gd name="connsiteX0-199" fmla="*/ 4671 w 4671"/>
              <a:gd name="connsiteY0-200" fmla="*/ 19424 h 19424"/>
              <a:gd name="connsiteX1-201" fmla="*/ 2471 w 4671"/>
              <a:gd name="connsiteY1-202" fmla="*/ 9602 h 19424"/>
              <a:gd name="connsiteX2-203" fmla="*/ 0 w 4671"/>
              <a:gd name="connsiteY2-204" fmla="*/ 0 h 19424"/>
              <a:gd name="connsiteX0-205" fmla="*/ 7486 w 7486"/>
              <a:gd name="connsiteY0-206" fmla="*/ 7669 h 7669"/>
              <a:gd name="connsiteX1-207" fmla="*/ 2776 w 7486"/>
              <a:gd name="connsiteY1-208" fmla="*/ 2612 h 7669"/>
              <a:gd name="connsiteX2-209" fmla="*/ 0 w 7486"/>
              <a:gd name="connsiteY2-210" fmla="*/ 0 h 7669"/>
              <a:gd name="connsiteX0-211" fmla="*/ 8267 w 8267"/>
              <a:gd name="connsiteY0-212" fmla="*/ 7620 h 7620"/>
              <a:gd name="connsiteX1-213" fmla="*/ 3708 w 8267"/>
              <a:gd name="connsiteY1-214" fmla="*/ 3406 h 7620"/>
              <a:gd name="connsiteX2-215" fmla="*/ 0 w 8267"/>
              <a:gd name="connsiteY2-216" fmla="*/ 0 h 7620"/>
              <a:gd name="connsiteX0-217" fmla="*/ 36336 w 36336"/>
              <a:gd name="connsiteY0-218" fmla="*/ 39449 h 39449"/>
              <a:gd name="connsiteX1-219" fmla="*/ 30821 w 36336"/>
              <a:gd name="connsiteY1-220" fmla="*/ 33919 h 39449"/>
              <a:gd name="connsiteX2-221" fmla="*/ 0 w 36336"/>
              <a:gd name="connsiteY2-222" fmla="*/ 0 h 39449"/>
            </a:gdLst>
            <a:ahLst/>
            <a:cxnLst>
              <a:cxn ang="0">
                <a:pos x="connsiteX0-1" y="connsiteY0-2"/>
              </a:cxn>
              <a:cxn ang="0">
                <a:pos x="connsiteX1-3" y="connsiteY1-4"/>
              </a:cxn>
              <a:cxn ang="0">
                <a:pos x="connsiteX2-5" y="connsiteY2-6"/>
              </a:cxn>
            </a:cxnLst>
            <a:rect l="l" t="t" r="r" b="b"/>
            <a:pathLst>
              <a:path w="36336" h="39449" extrusionOk="0">
                <a:moveTo>
                  <a:pt x="36336" y="39449"/>
                </a:moveTo>
                <a:cubicBezTo>
                  <a:pt x="32770" y="36694"/>
                  <a:pt x="34872" y="36713"/>
                  <a:pt x="30821" y="33919"/>
                </a:cubicBezTo>
                <a:cubicBezTo>
                  <a:pt x="27179" y="31407"/>
                  <a:pt x="2908" y="2543"/>
                  <a:pt x="0" y="0"/>
                </a:cubicBezTo>
              </a:path>
            </a:pathLst>
          </a:custGeom>
          <a:noFill/>
          <a:ln w="38100" cap="flat">
            <a:solidFill>
              <a:schemeClr val="tx1"/>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a:srgbClr val="000000">
                      <a:alpha val="50000"/>
                    </a:srgbClr>
                  </a:outerShdw>
                </a:effectLst>
              </a:defRPr>
            </a:pPr>
            <a:endParaRPr sz="4000" dirty="0">
              <a:latin typeface="Senty小丸子" panose="03000600000000000000" pitchFamily="66" charset="-122"/>
              <a:ea typeface="Senty小丸子" panose="03000600000000000000" pitchFamily="66" charset="-122"/>
            </a:endParaRPr>
          </a:p>
        </p:txBody>
      </p:sp>
      <p:grpSp>
        <p:nvGrpSpPr>
          <p:cNvPr id="453" name="Group 59"/>
          <p:cNvGrpSpPr/>
          <p:nvPr/>
        </p:nvGrpSpPr>
        <p:grpSpPr>
          <a:xfrm rot="2086424">
            <a:off x="9314818" y="2752517"/>
            <a:ext cx="1418849" cy="1430667"/>
            <a:chOff x="0" y="0"/>
            <a:chExt cx="1378195" cy="1389675"/>
          </a:xfrm>
        </p:grpSpPr>
        <p:grpSp>
          <p:nvGrpSpPr>
            <p:cNvPr id="454" name="Group 55"/>
            <p:cNvGrpSpPr/>
            <p:nvPr/>
          </p:nvGrpSpPr>
          <p:grpSpPr>
            <a:xfrm>
              <a:off x="228599" y="0"/>
              <a:ext cx="1149597" cy="1132531"/>
              <a:chOff x="0" y="0"/>
              <a:chExt cx="1149595" cy="1132530"/>
            </a:xfrm>
          </p:grpSpPr>
          <p:sp>
            <p:nvSpPr>
              <p:cNvPr id="458" name="chenying0907 50"/>
              <p:cNvSpPr/>
              <p:nvPr/>
            </p:nvSpPr>
            <p:spPr>
              <a:xfrm>
                <a:off x="495300" y="419100"/>
                <a:ext cx="288999" cy="341770"/>
              </a:xfrm>
              <a:custGeom>
                <a:avLst/>
                <a:gdLst/>
                <a:ahLst/>
                <a:cxnLst>
                  <a:cxn ang="0">
                    <a:pos x="wd2" y="hd2"/>
                  </a:cxn>
                  <a:cxn ang="5400000">
                    <a:pos x="wd2" y="hd2"/>
                  </a:cxn>
                  <a:cxn ang="10800000">
                    <a:pos x="wd2" y="hd2"/>
                  </a:cxn>
                  <a:cxn ang="16200000">
                    <a:pos x="wd2" y="hd2"/>
                  </a:cxn>
                </a:cxnLst>
                <a:rect l="0" t="0" r="r" b="b"/>
                <a:pathLst>
                  <a:path w="20587" h="20953" extrusionOk="0">
                    <a:moveTo>
                      <a:pt x="310" y="19339"/>
                    </a:moveTo>
                    <a:cubicBezTo>
                      <a:pt x="1970" y="21600"/>
                      <a:pt x="8627" y="20962"/>
                      <a:pt x="10626" y="20516"/>
                    </a:cubicBezTo>
                    <a:cubicBezTo>
                      <a:pt x="14392" y="19676"/>
                      <a:pt x="17603" y="17645"/>
                      <a:pt x="19255" y="14542"/>
                    </a:cubicBezTo>
                    <a:cubicBezTo>
                      <a:pt x="21291" y="10718"/>
                      <a:pt x="21600" y="1795"/>
                      <a:pt x="15756" y="0"/>
                    </a:cubicBezTo>
                    <a:cubicBezTo>
                      <a:pt x="14569" y="3871"/>
                      <a:pt x="15031" y="8421"/>
                      <a:pt x="12815" y="11999"/>
                    </a:cubicBezTo>
                    <a:cubicBezTo>
                      <a:pt x="10327" y="16013"/>
                      <a:pt x="4821" y="17658"/>
                      <a:pt x="0" y="18694"/>
                    </a:cubicBezTo>
                    <a:cubicBezTo>
                      <a:pt x="63" y="18932"/>
                      <a:pt x="168" y="19146"/>
                      <a:pt x="310" y="19339"/>
                    </a:cubicBezTo>
                    <a:close/>
                  </a:path>
                </a:pathLst>
              </a:custGeom>
              <a:solidFill>
                <a:srgbClr val="E7E4EA"/>
              </a:solidFill>
              <a:ln w="12700" cap="flat">
                <a:solidFill>
                  <a:schemeClr val="tx1"/>
                </a:solidFill>
                <a:miter lim="400000"/>
              </a:ln>
              <a:effectLst/>
            </p:spPr>
            <p:txBody>
              <a:bodyPr wrap="square" lIns="50800" tIns="50800" rIns="50800" bIns="50800" numCol="1" anchor="ctr">
                <a:noAutofit/>
              </a:bodyPr>
              <a:lstStyle/>
              <a:p>
                <a:pPr defTabSz="457200">
                  <a:defRPr sz="3000">
                    <a:solidFill>
                      <a:srgbClr val="FFFFFF"/>
                    </a:solidFill>
                    <a:effectLst>
                      <a:outerShdw blurRad="38100" dist="12700" dir="5400000">
                        <a:srgbClr val="000000">
                          <a:alpha val="50000"/>
                        </a:srgbClr>
                      </a:outerShdw>
                    </a:effectLst>
                  </a:defRPr>
                </a:pPr>
                <a:endParaRPr sz="4000" dirty="0">
                  <a:latin typeface="Senty小丸子" panose="03000600000000000000" pitchFamily="66" charset="-122"/>
                  <a:ea typeface="Senty小丸子" panose="03000600000000000000" pitchFamily="66" charset="-122"/>
                </a:endParaRPr>
              </a:p>
            </p:txBody>
          </p:sp>
          <p:grpSp>
            <p:nvGrpSpPr>
              <p:cNvPr id="459" name="Group 54"/>
              <p:cNvGrpSpPr/>
              <p:nvPr/>
            </p:nvGrpSpPr>
            <p:grpSpPr>
              <a:xfrm>
                <a:off x="-1" y="0"/>
                <a:ext cx="1149597" cy="1132531"/>
                <a:chOff x="0" y="0"/>
                <a:chExt cx="1149595" cy="1132530"/>
              </a:xfrm>
            </p:grpSpPr>
            <p:sp>
              <p:nvSpPr>
                <p:cNvPr id="460" name="chenying0907 51"/>
                <p:cNvSpPr/>
                <p:nvPr/>
              </p:nvSpPr>
              <p:spPr>
                <a:xfrm>
                  <a:off x="0" y="0"/>
                  <a:ext cx="1149596" cy="1132531"/>
                </a:xfrm>
                <a:custGeom>
                  <a:avLst/>
                  <a:gdLst/>
                  <a:ahLst/>
                  <a:cxnLst>
                    <a:cxn ang="0">
                      <a:pos x="wd2" y="hd2"/>
                    </a:cxn>
                    <a:cxn ang="5400000">
                      <a:pos x="wd2" y="hd2"/>
                    </a:cxn>
                    <a:cxn ang="10800000">
                      <a:pos x="wd2" y="hd2"/>
                    </a:cxn>
                    <a:cxn ang="16200000">
                      <a:pos x="wd2" y="hd2"/>
                    </a:cxn>
                  </a:cxnLst>
                  <a:rect l="0" t="0" r="r" b="b"/>
                  <a:pathLst>
                    <a:path w="18835" h="18188" extrusionOk="0">
                      <a:moveTo>
                        <a:pt x="5118" y="17138"/>
                      </a:moveTo>
                      <a:cubicBezTo>
                        <a:pt x="9702" y="19314"/>
                        <a:pt x="15760" y="18135"/>
                        <a:pt x="17999" y="13346"/>
                      </a:cubicBezTo>
                      <a:cubicBezTo>
                        <a:pt x="21410" y="6050"/>
                        <a:pt x="13777" y="-2286"/>
                        <a:pt x="5944" y="578"/>
                      </a:cubicBezTo>
                      <a:cubicBezTo>
                        <a:pt x="2990" y="1657"/>
                        <a:pt x="197" y="6129"/>
                        <a:pt x="12" y="9065"/>
                      </a:cubicBezTo>
                      <a:cubicBezTo>
                        <a:pt x="-190" y="12266"/>
                        <a:pt x="2170" y="15739"/>
                        <a:pt x="5118" y="17138"/>
                      </a:cubicBezTo>
                      <a:close/>
                    </a:path>
                  </a:pathLst>
                </a:custGeom>
                <a:noFill/>
                <a:ln w="38100" cap="flat">
                  <a:solidFill>
                    <a:schemeClr val="tx1"/>
                  </a:solidFill>
                  <a:prstDash val="solid"/>
                  <a:miter lim="400000"/>
                </a:ln>
                <a:effectLst/>
              </p:spPr>
              <p:txBody>
                <a:bodyPr wrap="square" lIns="50800" tIns="50800" rIns="50800" bIns="50800" numCol="1" anchor="ctr">
                  <a:noAutofit/>
                </a:bodyPr>
                <a:lstStyle/>
                <a:p>
                  <a:pPr defTabSz="457200">
                    <a:defRPr sz="3000">
                      <a:solidFill>
                        <a:srgbClr val="FFFFFF"/>
                      </a:solidFill>
                      <a:effectLst>
                        <a:outerShdw blurRad="38100" dist="12700" dir="5400000">
                          <a:srgbClr val="000000">
                            <a:alpha val="50000"/>
                          </a:srgbClr>
                        </a:outerShdw>
                      </a:effectLst>
                    </a:defRPr>
                  </a:pPr>
                  <a:endParaRPr sz="4000" dirty="0">
                    <a:latin typeface="Senty小丸子" panose="03000600000000000000" pitchFamily="66" charset="-122"/>
                    <a:ea typeface="Senty小丸子" panose="03000600000000000000" pitchFamily="66" charset="-122"/>
                  </a:endParaRPr>
                </a:p>
              </p:txBody>
            </p:sp>
            <p:sp>
              <p:nvSpPr>
                <p:cNvPr id="461" name="chenying0907 52"/>
                <p:cNvSpPr/>
                <p:nvPr/>
              </p:nvSpPr>
              <p:spPr>
                <a:xfrm>
                  <a:off x="190500" y="177800"/>
                  <a:ext cx="789686" cy="777962"/>
                </a:xfrm>
                <a:custGeom>
                  <a:avLst/>
                  <a:gdLst/>
                  <a:ahLst/>
                  <a:cxnLst>
                    <a:cxn ang="0">
                      <a:pos x="wd2" y="hd2"/>
                    </a:cxn>
                    <a:cxn ang="5400000">
                      <a:pos x="wd2" y="hd2"/>
                    </a:cxn>
                    <a:cxn ang="10800000">
                      <a:pos x="wd2" y="hd2"/>
                    </a:cxn>
                    <a:cxn ang="16200000">
                      <a:pos x="wd2" y="hd2"/>
                    </a:cxn>
                  </a:cxnLst>
                  <a:rect l="0" t="0" r="r" b="b"/>
                  <a:pathLst>
                    <a:path w="18835" h="18188" extrusionOk="0">
                      <a:moveTo>
                        <a:pt x="5118" y="17138"/>
                      </a:moveTo>
                      <a:cubicBezTo>
                        <a:pt x="9703" y="19314"/>
                        <a:pt x="15760" y="18135"/>
                        <a:pt x="18000" y="13346"/>
                      </a:cubicBezTo>
                      <a:cubicBezTo>
                        <a:pt x="21411" y="6050"/>
                        <a:pt x="13778" y="-2286"/>
                        <a:pt x="5945" y="577"/>
                      </a:cubicBezTo>
                      <a:cubicBezTo>
                        <a:pt x="2991" y="1657"/>
                        <a:pt x="198" y="6129"/>
                        <a:pt x="12" y="9065"/>
                      </a:cubicBezTo>
                      <a:cubicBezTo>
                        <a:pt x="-189" y="12266"/>
                        <a:pt x="2171" y="15739"/>
                        <a:pt x="5118" y="17138"/>
                      </a:cubicBezTo>
                      <a:close/>
                    </a:path>
                  </a:pathLst>
                </a:custGeom>
                <a:noFill/>
                <a:ln w="38100" cap="flat">
                  <a:solidFill>
                    <a:schemeClr val="tx1"/>
                  </a:solidFill>
                  <a:prstDash val="solid"/>
                  <a:miter lim="400000"/>
                </a:ln>
                <a:effectLst/>
              </p:spPr>
              <p:txBody>
                <a:bodyPr wrap="square" lIns="50800" tIns="50800" rIns="50800" bIns="50800" numCol="1" anchor="ctr">
                  <a:noAutofit/>
                </a:bodyPr>
                <a:lstStyle/>
                <a:p>
                  <a:pPr defTabSz="457200">
                    <a:defRPr sz="3000">
                      <a:solidFill>
                        <a:srgbClr val="FFFFFF"/>
                      </a:solidFill>
                      <a:effectLst>
                        <a:outerShdw blurRad="38100" dist="12700" dir="5400000">
                          <a:srgbClr val="000000">
                            <a:alpha val="50000"/>
                          </a:srgbClr>
                        </a:outerShdw>
                      </a:effectLst>
                    </a:defRPr>
                  </a:pPr>
                  <a:endParaRPr sz="4000" dirty="0">
                    <a:latin typeface="Senty小丸子" panose="03000600000000000000" pitchFamily="66" charset="-122"/>
                    <a:ea typeface="Senty小丸子" panose="03000600000000000000" pitchFamily="66" charset="-122"/>
                  </a:endParaRPr>
                </a:p>
              </p:txBody>
            </p:sp>
            <p:sp>
              <p:nvSpPr>
                <p:cNvPr id="462" name="chenying0907 53"/>
                <p:cNvSpPr/>
                <p:nvPr/>
              </p:nvSpPr>
              <p:spPr>
                <a:xfrm>
                  <a:off x="381000" y="368300"/>
                  <a:ext cx="396756" cy="390866"/>
                </a:xfrm>
                <a:custGeom>
                  <a:avLst/>
                  <a:gdLst/>
                  <a:ahLst/>
                  <a:cxnLst>
                    <a:cxn ang="0">
                      <a:pos x="wd2" y="hd2"/>
                    </a:cxn>
                    <a:cxn ang="5400000">
                      <a:pos x="wd2" y="hd2"/>
                    </a:cxn>
                    <a:cxn ang="10800000">
                      <a:pos x="wd2" y="hd2"/>
                    </a:cxn>
                    <a:cxn ang="16200000">
                      <a:pos x="wd2" y="hd2"/>
                    </a:cxn>
                  </a:cxnLst>
                  <a:rect l="0" t="0" r="r" b="b"/>
                  <a:pathLst>
                    <a:path w="18835" h="18188" extrusionOk="0">
                      <a:moveTo>
                        <a:pt x="5118" y="17138"/>
                      </a:moveTo>
                      <a:cubicBezTo>
                        <a:pt x="9702" y="19314"/>
                        <a:pt x="15760" y="18135"/>
                        <a:pt x="17999" y="13346"/>
                      </a:cubicBezTo>
                      <a:cubicBezTo>
                        <a:pt x="21410" y="6050"/>
                        <a:pt x="13777" y="-2286"/>
                        <a:pt x="5944" y="578"/>
                      </a:cubicBezTo>
                      <a:cubicBezTo>
                        <a:pt x="2991" y="1657"/>
                        <a:pt x="197" y="6129"/>
                        <a:pt x="12" y="9065"/>
                      </a:cubicBezTo>
                      <a:cubicBezTo>
                        <a:pt x="-190" y="12266"/>
                        <a:pt x="2170" y="15739"/>
                        <a:pt x="5118" y="17138"/>
                      </a:cubicBezTo>
                      <a:close/>
                    </a:path>
                  </a:pathLst>
                </a:custGeom>
                <a:noFill/>
                <a:ln w="38100" cap="flat">
                  <a:solidFill>
                    <a:schemeClr val="tx1"/>
                  </a:solidFill>
                  <a:prstDash val="solid"/>
                  <a:miter lim="400000"/>
                </a:ln>
                <a:effectLst/>
              </p:spPr>
              <p:txBody>
                <a:bodyPr wrap="square" lIns="50800" tIns="50800" rIns="50800" bIns="50800" numCol="1" anchor="ctr">
                  <a:noAutofit/>
                </a:bodyPr>
                <a:lstStyle/>
                <a:p>
                  <a:pPr defTabSz="457200">
                    <a:defRPr sz="3000">
                      <a:solidFill>
                        <a:srgbClr val="FFFFFF"/>
                      </a:solidFill>
                      <a:effectLst>
                        <a:outerShdw blurRad="38100" dist="12700" dir="5400000">
                          <a:srgbClr val="000000">
                            <a:alpha val="50000"/>
                          </a:srgbClr>
                        </a:outerShdw>
                      </a:effectLst>
                    </a:defRPr>
                  </a:pPr>
                  <a:endParaRPr sz="4000" dirty="0">
                    <a:latin typeface="Senty小丸子" panose="03000600000000000000" pitchFamily="66" charset="-122"/>
                    <a:ea typeface="Senty小丸子" panose="03000600000000000000" pitchFamily="66" charset="-122"/>
                  </a:endParaRPr>
                </a:p>
              </p:txBody>
            </p:sp>
          </p:grpSp>
        </p:grpSp>
        <p:grpSp>
          <p:nvGrpSpPr>
            <p:cNvPr id="455" name="Group 58"/>
            <p:cNvGrpSpPr/>
            <p:nvPr/>
          </p:nvGrpSpPr>
          <p:grpSpPr>
            <a:xfrm>
              <a:off x="0" y="558800"/>
              <a:ext cx="803140" cy="830876"/>
              <a:chOff x="0" y="0"/>
              <a:chExt cx="803139" cy="830875"/>
            </a:xfrm>
          </p:grpSpPr>
          <p:sp>
            <p:nvSpPr>
              <p:cNvPr id="456" name="chenying0907 56"/>
              <p:cNvSpPr/>
              <p:nvPr/>
            </p:nvSpPr>
            <p:spPr>
              <a:xfrm>
                <a:off x="0" y="431800"/>
                <a:ext cx="377118" cy="399076"/>
              </a:xfrm>
              <a:custGeom>
                <a:avLst/>
                <a:gdLst/>
                <a:ahLst/>
                <a:cxnLst>
                  <a:cxn ang="0">
                    <a:pos x="wd2" y="hd2"/>
                  </a:cxn>
                  <a:cxn ang="5400000">
                    <a:pos x="wd2" y="hd2"/>
                  </a:cxn>
                  <a:cxn ang="10800000">
                    <a:pos x="wd2" y="hd2"/>
                  </a:cxn>
                  <a:cxn ang="16200000">
                    <a:pos x="wd2" y="hd2"/>
                  </a:cxn>
                </a:cxnLst>
                <a:rect l="0" t="0" r="r" b="b"/>
                <a:pathLst>
                  <a:path w="21600" h="21600" extrusionOk="0">
                    <a:moveTo>
                      <a:pt x="9127" y="12126"/>
                    </a:moveTo>
                    <a:lnTo>
                      <a:pt x="0" y="9668"/>
                    </a:lnTo>
                    <a:lnTo>
                      <a:pt x="12334" y="0"/>
                    </a:lnTo>
                    <a:lnTo>
                      <a:pt x="19930" y="2881"/>
                    </a:lnTo>
                    <a:lnTo>
                      <a:pt x="21600" y="12126"/>
                    </a:lnTo>
                    <a:lnTo>
                      <a:pt x="10800" y="21600"/>
                    </a:lnTo>
                    <a:cubicBezTo>
                      <a:pt x="10800" y="21600"/>
                      <a:pt x="9127" y="12126"/>
                      <a:pt x="9127" y="12126"/>
                    </a:cubicBezTo>
                    <a:close/>
                  </a:path>
                </a:pathLst>
              </a:custGeom>
              <a:solidFill>
                <a:schemeClr val="tx1">
                  <a:lumMod val="65000"/>
                  <a:lumOff val="35000"/>
                </a:schemeClr>
              </a:solidFill>
              <a:ln w="38100" cap="flat">
                <a:solidFill>
                  <a:schemeClr val="tx1"/>
                </a:solidFill>
                <a:prstDash val="solid"/>
                <a:miter lim="400000"/>
              </a:ln>
              <a:effectLst/>
            </p:spPr>
            <p:txBody>
              <a:bodyPr wrap="square" lIns="50800" tIns="50800" rIns="50800" bIns="50800" numCol="1" anchor="ctr">
                <a:noAutofit/>
              </a:bodyPr>
              <a:lstStyle/>
              <a:p>
                <a:pPr defTabSz="457200">
                  <a:defRPr sz="3000">
                    <a:solidFill>
                      <a:srgbClr val="FFFFFF"/>
                    </a:solidFill>
                    <a:effectLst>
                      <a:outerShdw blurRad="38100" dist="12700" dir="5400000">
                        <a:srgbClr val="000000">
                          <a:alpha val="50000"/>
                        </a:srgbClr>
                      </a:outerShdw>
                    </a:effectLst>
                  </a:defRPr>
                </a:pPr>
                <a:endParaRPr sz="4000" dirty="0">
                  <a:latin typeface="Senty小丸子" panose="03000600000000000000" pitchFamily="66" charset="-122"/>
                  <a:ea typeface="Senty小丸子" panose="03000600000000000000" pitchFamily="66" charset="-122"/>
                </a:endParaRPr>
              </a:p>
            </p:txBody>
          </p:sp>
          <p:sp>
            <p:nvSpPr>
              <p:cNvPr id="457" name="chenying0907 57"/>
              <p:cNvSpPr/>
              <p:nvPr/>
            </p:nvSpPr>
            <p:spPr>
              <a:xfrm>
                <a:off x="165100" y="0"/>
                <a:ext cx="638040" cy="66196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1600" y="0"/>
                      <a:pt x="4432" y="18069"/>
                      <a:pt x="0" y="21600"/>
                    </a:cubicBezTo>
                  </a:path>
                </a:pathLst>
              </a:custGeom>
              <a:noFill/>
              <a:ln w="38100" cap="flat">
                <a:solidFill>
                  <a:schemeClr val="tx1"/>
                </a:solidFill>
                <a:prstDash val="solid"/>
                <a:miter lim="400000"/>
              </a:ln>
              <a:effectLst/>
            </p:spPr>
            <p:txBody>
              <a:bodyPr wrap="square" lIns="50800" tIns="50800" rIns="50800" bIns="50800" numCol="1" anchor="ctr">
                <a:noAutofit/>
              </a:bodyPr>
              <a:lstStyle/>
              <a:p>
                <a:pPr defTabSz="457200">
                  <a:defRPr sz="3000">
                    <a:solidFill>
                      <a:srgbClr val="FFFFFF"/>
                    </a:solidFill>
                    <a:effectLst>
                      <a:outerShdw blurRad="38100" dist="12700" dir="5400000">
                        <a:srgbClr val="000000">
                          <a:alpha val="50000"/>
                        </a:srgbClr>
                      </a:outerShdw>
                    </a:effectLst>
                  </a:defRPr>
                </a:pPr>
                <a:endParaRPr sz="4000" dirty="0">
                  <a:latin typeface="Senty小丸子" panose="03000600000000000000" pitchFamily="66" charset="-122"/>
                  <a:ea typeface="Senty小丸子" panose="03000600000000000000" pitchFamily="66" charset="-122"/>
                </a:endParaRPr>
              </a:p>
            </p:txBody>
          </p:sp>
        </p:grpSp>
      </p:grpSp>
      <p:sp>
        <p:nvSpPr>
          <p:cNvPr id="463" name="chenying0907 232"/>
          <p:cNvSpPr/>
          <p:nvPr/>
        </p:nvSpPr>
        <p:spPr>
          <a:xfrm>
            <a:off x="1990954" y="3125305"/>
            <a:ext cx="667580" cy="786703"/>
          </a:xfrm>
          <a:custGeom>
            <a:avLst/>
            <a:gdLst/>
            <a:ahLst/>
            <a:cxnLst>
              <a:cxn ang="0">
                <a:pos x="wd2" y="hd2"/>
              </a:cxn>
              <a:cxn ang="5400000">
                <a:pos x="wd2" y="hd2"/>
              </a:cxn>
              <a:cxn ang="10800000">
                <a:pos x="wd2" y="hd2"/>
              </a:cxn>
              <a:cxn ang="16200000">
                <a:pos x="wd2" y="hd2"/>
              </a:cxn>
            </a:cxnLst>
            <a:rect l="0" t="0" r="r" b="b"/>
            <a:pathLst>
              <a:path w="21600" h="21600" extrusionOk="0">
                <a:moveTo>
                  <a:pt x="0" y="10919"/>
                </a:moveTo>
                <a:cubicBezTo>
                  <a:pt x="5348" y="11844"/>
                  <a:pt x="8764" y="3907"/>
                  <a:pt x="11380" y="0"/>
                </a:cubicBezTo>
                <a:cubicBezTo>
                  <a:pt x="11376" y="5932"/>
                  <a:pt x="16649" y="9489"/>
                  <a:pt x="21600" y="13177"/>
                </a:cubicBezTo>
                <a:cubicBezTo>
                  <a:pt x="16544" y="13853"/>
                  <a:pt x="13668" y="17355"/>
                  <a:pt x="11962" y="21600"/>
                </a:cubicBezTo>
                <a:cubicBezTo>
                  <a:pt x="10717" y="16355"/>
                  <a:pt x="5962" y="13260"/>
                  <a:pt x="0" y="12019"/>
                </a:cubicBezTo>
              </a:path>
            </a:pathLst>
          </a:custGeom>
          <a:solidFill>
            <a:schemeClr val="tx1"/>
          </a:solidFill>
          <a:ln w="38100">
            <a:solidFill>
              <a:schemeClr val="tx1">
                <a:lumMod val="75000"/>
                <a:lumOff val="25000"/>
              </a:schemeClr>
            </a:solidFill>
            <a:miter lim="400000"/>
          </a:ln>
        </p:spPr>
        <p:txBody>
          <a:bodyPr lIns="38100" tIns="38100" rIns="38100" bIns="38100" anchor="ctr"/>
          <a:lstStyle/>
          <a:p>
            <a:pPr defTabSz="457200">
              <a:defRPr sz="3000">
                <a:solidFill>
                  <a:srgbClr val="FFFFFF"/>
                </a:solidFill>
                <a:effectLst>
                  <a:outerShdw blurRad="38100" dist="12700" dir="5400000">
                    <a:srgbClr val="000000">
                      <a:alpha val="50000"/>
                    </a:srgbClr>
                  </a:outerShdw>
                </a:effectLst>
              </a:defRPr>
            </a:pPr>
            <a:endParaRPr sz="6600" dirty="0">
              <a:latin typeface="Senty小丸子" panose="03000600000000000000" pitchFamily="66" charset="-122"/>
              <a:ea typeface="Senty小丸子" panose="03000600000000000000" pitchFamily="66" charset="-122"/>
            </a:endParaRPr>
          </a:p>
        </p:txBody>
      </p:sp>
      <p:sp>
        <p:nvSpPr>
          <p:cNvPr id="464" name="chenying0907 232"/>
          <p:cNvSpPr/>
          <p:nvPr/>
        </p:nvSpPr>
        <p:spPr>
          <a:xfrm>
            <a:off x="4378554" y="3125305"/>
            <a:ext cx="667580" cy="786703"/>
          </a:xfrm>
          <a:custGeom>
            <a:avLst/>
            <a:gdLst/>
            <a:ahLst/>
            <a:cxnLst>
              <a:cxn ang="0">
                <a:pos x="wd2" y="hd2"/>
              </a:cxn>
              <a:cxn ang="5400000">
                <a:pos x="wd2" y="hd2"/>
              </a:cxn>
              <a:cxn ang="10800000">
                <a:pos x="wd2" y="hd2"/>
              </a:cxn>
              <a:cxn ang="16200000">
                <a:pos x="wd2" y="hd2"/>
              </a:cxn>
            </a:cxnLst>
            <a:rect l="0" t="0" r="r" b="b"/>
            <a:pathLst>
              <a:path w="21600" h="21600" extrusionOk="0">
                <a:moveTo>
                  <a:pt x="0" y="10919"/>
                </a:moveTo>
                <a:cubicBezTo>
                  <a:pt x="5348" y="11844"/>
                  <a:pt x="8764" y="3907"/>
                  <a:pt x="11380" y="0"/>
                </a:cubicBezTo>
                <a:cubicBezTo>
                  <a:pt x="11376" y="5932"/>
                  <a:pt x="16649" y="9489"/>
                  <a:pt x="21600" y="13177"/>
                </a:cubicBezTo>
                <a:cubicBezTo>
                  <a:pt x="16544" y="13853"/>
                  <a:pt x="13668" y="17355"/>
                  <a:pt x="11962" y="21600"/>
                </a:cubicBezTo>
                <a:cubicBezTo>
                  <a:pt x="10717" y="16355"/>
                  <a:pt x="5962" y="13260"/>
                  <a:pt x="0" y="12019"/>
                </a:cubicBezTo>
              </a:path>
            </a:pathLst>
          </a:custGeom>
          <a:solidFill>
            <a:schemeClr val="tx1"/>
          </a:solidFill>
          <a:ln w="38100">
            <a:solidFill>
              <a:schemeClr val="tx1">
                <a:lumMod val="75000"/>
                <a:lumOff val="25000"/>
              </a:schemeClr>
            </a:solidFill>
            <a:miter lim="400000"/>
          </a:ln>
        </p:spPr>
        <p:txBody>
          <a:bodyPr lIns="38100" tIns="38100" rIns="38100" bIns="38100" anchor="ctr"/>
          <a:lstStyle/>
          <a:p>
            <a:pPr defTabSz="457200">
              <a:defRPr sz="3000">
                <a:solidFill>
                  <a:srgbClr val="FFFFFF"/>
                </a:solidFill>
                <a:effectLst>
                  <a:outerShdw blurRad="38100" dist="12700" dir="5400000">
                    <a:srgbClr val="000000">
                      <a:alpha val="50000"/>
                    </a:srgbClr>
                  </a:outerShdw>
                </a:effectLst>
              </a:defRPr>
            </a:pPr>
            <a:endParaRPr sz="6600" dirty="0">
              <a:latin typeface="Senty小丸子" panose="03000600000000000000" pitchFamily="66" charset="-122"/>
              <a:ea typeface="Senty小丸子" panose="03000600000000000000" pitchFamily="66" charset="-122"/>
            </a:endParaRPr>
          </a:p>
        </p:txBody>
      </p:sp>
      <p:sp>
        <p:nvSpPr>
          <p:cNvPr id="465" name="chenying0907 232"/>
          <p:cNvSpPr/>
          <p:nvPr/>
        </p:nvSpPr>
        <p:spPr>
          <a:xfrm>
            <a:off x="6766154" y="3125305"/>
            <a:ext cx="667580" cy="786703"/>
          </a:xfrm>
          <a:custGeom>
            <a:avLst/>
            <a:gdLst/>
            <a:ahLst/>
            <a:cxnLst>
              <a:cxn ang="0">
                <a:pos x="wd2" y="hd2"/>
              </a:cxn>
              <a:cxn ang="5400000">
                <a:pos x="wd2" y="hd2"/>
              </a:cxn>
              <a:cxn ang="10800000">
                <a:pos x="wd2" y="hd2"/>
              </a:cxn>
              <a:cxn ang="16200000">
                <a:pos x="wd2" y="hd2"/>
              </a:cxn>
            </a:cxnLst>
            <a:rect l="0" t="0" r="r" b="b"/>
            <a:pathLst>
              <a:path w="21600" h="21600" extrusionOk="0">
                <a:moveTo>
                  <a:pt x="0" y="10919"/>
                </a:moveTo>
                <a:cubicBezTo>
                  <a:pt x="5348" y="11844"/>
                  <a:pt x="8764" y="3907"/>
                  <a:pt x="11380" y="0"/>
                </a:cubicBezTo>
                <a:cubicBezTo>
                  <a:pt x="11376" y="5932"/>
                  <a:pt x="16649" y="9489"/>
                  <a:pt x="21600" y="13177"/>
                </a:cubicBezTo>
                <a:cubicBezTo>
                  <a:pt x="16544" y="13853"/>
                  <a:pt x="13668" y="17355"/>
                  <a:pt x="11962" y="21600"/>
                </a:cubicBezTo>
                <a:cubicBezTo>
                  <a:pt x="10717" y="16355"/>
                  <a:pt x="5962" y="13260"/>
                  <a:pt x="0" y="12019"/>
                </a:cubicBezTo>
              </a:path>
            </a:pathLst>
          </a:custGeom>
          <a:solidFill>
            <a:schemeClr val="tx1"/>
          </a:solidFill>
          <a:ln w="38100">
            <a:solidFill>
              <a:schemeClr val="tx1">
                <a:lumMod val="75000"/>
                <a:lumOff val="25000"/>
              </a:schemeClr>
            </a:solidFill>
            <a:miter lim="400000"/>
          </a:ln>
        </p:spPr>
        <p:txBody>
          <a:bodyPr lIns="38100" tIns="38100" rIns="38100" bIns="38100" anchor="ctr"/>
          <a:lstStyle/>
          <a:p>
            <a:pPr defTabSz="457200">
              <a:defRPr sz="3000">
                <a:solidFill>
                  <a:srgbClr val="FFFFFF"/>
                </a:solidFill>
                <a:effectLst>
                  <a:outerShdw blurRad="38100" dist="12700" dir="5400000">
                    <a:srgbClr val="000000">
                      <a:alpha val="50000"/>
                    </a:srgbClr>
                  </a:outerShdw>
                </a:effectLst>
              </a:defRPr>
            </a:pPr>
            <a:endParaRPr sz="6600" dirty="0">
              <a:latin typeface="Senty小丸子" panose="03000600000000000000" pitchFamily="66" charset="-122"/>
              <a:ea typeface="Senty小丸子" panose="03000600000000000000" pitchFamily="66" charset="-122"/>
            </a:endParaRPr>
          </a:p>
        </p:txBody>
      </p:sp>
      <p:sp>
        <p:nvSpPr>
          <p:cNvPr id="466" name="文本框 465"/>
          <p:cNvSpPr txBox="1"/>
          <p:nvPr/>
        </p:nvSpPr>
        <p:spPr>
          <a:xfrm>
            <a:off x="1431859" y="4255629"/>
            <a:ext cx="1566454" cy="369332"/>
          </a:xfrm>
          <a:prstGeom prst="rect">
            <a:avLst/>
          </a:prstGeom>
          <a:noFill/>
          <a:ln>
            <a:noFill/>
          </a:ln>
        </p:spPr>
        <p:txBody>
          <a:bodyPr wrap="none" rtlCol="0">
            <a:spAutoFit/>
          </a:bodyPr>
          <a:lstStyle/>
          <a:p>
            <a:r>
              <a:rPr lang="zh-CN" altLang="en-US" b="1" dirty="0">
                <a:latin typeface="Senty小丸子" panose="03000600000000000000" pitchFamily="66" charset="-122"/>
                <a:ea typeface="Senty小丸子" panose="03000600000000000000" pitchFamily="66" charset="-122"/>
              </a:rPr>
              <a:t>请输入标题</a:t>
            </a:r>
            <a:endParaRPr lang="zh-CN" altLang="en-US" b="1" dirty="0">
              <a:latin typeface="Senty小丸子" panose="03000600000000000000" pitchFamily="66" charset="-122"/>
              <a:ea typeface="Senty小丸子" panose="03000600000000000000" pitchFamily="66" charset="-122"/>
            </a:endParaRPr>
          </a:p>
        </p:txBody>
      </p:sp>
      <p:sp>
        <p:nvSpPr>
          <p:cNvPr id="467" name="文本框 466"/>
          <p:cNvSpPr txBox="1"/>
          <p:nvPr/>
        </p:nvSpPr>
        <p:spPr>
          <a:xfrm>
            <a:off x="716340" y="4624298"/>
            <a:ext cx="3134443" cy="553998"/>
          </a:xfrm>
          <a:prstGeom prst="rect">
            <a:avLst/>
          </a:prstGeom>
          <a:noFill/>
          <a:ln>
            <a:noFill/>
          </a:ln>
        </p:spPr>
        <p:txBody>
          <a:bodyPr wrap="square" rtlCol="0">
            <a:spAutoFit/>
          </a:bodyPr>
          <a:lstStyle/>
          <a:p>
            <a:pPr>
              <a:lnSpc>
                <a:spcPct val="150000"/>
              </a:lnSpc>
            </a:pPr>
            <a:r>
              <a:rPr lang="zh-CN" altLang="en-US" sz="1000" dirty="0">
                <a:latin typeface="Senty小丸子" panose="03000600000000000000" pitchFamily="66" charset="-122"/>
                <a:ea typeface="Senty小丸子" panose="03000600000000000000" pitchFamily="66" charset="-122"/>
              </a:rPr>
              <a:t>添加相关内容的文字添加相关内容的文字添加相关内容的文字添加相关内容的文字添加相关内容的文字</a:t>
            </a:r>
            <a:r>
              <a:rPr lang="en-US" altLang="zh-CN" sz="1000" dirty="0">
                <a:latin typeface="Senty小丸子" panose="03000600000000000000" pitchFamily="66" charset="-122"/>
                <a:ea typeface="Senty小丸子" panose="03000600000000000000" pitchFamily="66" charset="-122"/>
              </a:rPr>
              <a:t> </a:t>
            </a:r>
            <a:endParaRPr lang="en-US" altLang="zh-CN" sz="1000" dirty="0">
              <a:latin typeface="Senty小丸子" panose="03000600000000000000" pitchFamily="66" charset="-122"/>
              <a:ea typeface="Senty小丸子" panose="03000600000000000000" pitchFamily="66" charset="-122"/>
            </a:endParaRPr>
          </a:p>
        </p:txBody>
      </p:sp>
      <p:sp>
        <p:nvSpPr>
          <p:cNvPr id="468" name="文本框 467"/>
          <p:cNvSpPr txBox="1"/>
          <p:nvPr/>
        </p:nvSpPr>
        <p:spPr>
          <a:xfrm>
            <a:off x="3917483" y="1924552"/>
            <a:ext cx="1566454" cy="369332"/>
          </a:xfrm>
          <a:prstGeom prst="rect">
            <a:avLst/>
          </a:prstGeom>
          <a:noFill/>
          <a:ln>
            <a:noFill/>
          </a:ln>
        </p:spPr>
        <p:txBody>
          <a:bodyPr wrap="none" rtlCol="0">
            <a:spAutoFit/>
          </a:bodyPr>
          <a:lstStyle/>
          <a:p>
            <a:r>
              <a:rPr lang="zh-CN" altLang="en-US" b="1" dirty="0">
                <a:latin typeface="Senty小丸子" panose="03000600000000000000" pitchFamily="66" charset="-122"/>
                <a:ea typeface="Senty小丸子" panose="03000600000000000000" pitchFamily="66" charset="-122"/>
              </a:rPr>
              <a:t>请输入标题</a:t>
            </a:r>
            <a:endParaRPr lang="zh-CN" altLang="en-US" b="1" dirty="0">
              <a:latin typeface="Senty小丸子" panose="03000600000000000000" pitchFamily="66" charset="-122"/>
              <a:ea typeface="Senty小丸子" panose="03000600000000000000" pitchFamily="66" charset="-122"/>
            </a:endParaRPr>
          </a:p>
        </p:txBody>
      </p:sp>
      <p:sp>
        <p:nvSpPr>
          <p:cNvPr id="469" name="文本框 468"/>
          <p:cNvSpPr txBox="1"/>
          <p:nvPr/>
        </p:nvSpPr>
        <p:spPr>
          <a:xfrm>
            <a:off x="3201964" y="2293221"/>
            <a:ext cx="3134443" cy="553998"/>
          </a:xfrm>
          <a:prstGeom prst="rect">
            <a:avLst/>
          </a:prstGeom>
          <a:noFill/>
          <a:ln>
            <a:noFill/>
          </a:ln>
        </p:spPr>
        <p:txBody>
          <a:bodyPr wrap="square" rtlCol="0">
            <a:spAutoFit/>
          </a:bodyPr>
          <a:lstStyle/>
          <a:p>
            <a:pPr>
              <a:lnSpc>
                <a:spcPct val="150000"/>
              </a:lnSpc>
            </a:pPr>
            <a:r>
              <a:rPr lang="zh-CN" altLang="en-US" sz="1000" dirty="0">
                <a:latin typeface="Senty小丸子" panose="03000600000000000000" pitchFamily="66" charset="-122"/>
                <a:ea typeface="Senty小丸子" panose="03000600000000000000" pitchFamily="66" charset="-122"/>
              </a:rPr>
              <a:t>添加相关内容的文字添加相关内容的文字添加相关内容的文字添加相关内容的文字添加相关内容的文字</a:t>
            </a:r>
            <a:r>
              <a:rPr lang="en-US" altLang="zh-CN" sz="1000" dirty="0">
                <a:latin typeface="Senty小丸子" panose="03000600000000000000" pitchFamily="66" charset="-122"/>
                <a:ea typeface="Senty小丸子" panose="03000600000000000000" pitchFamily="66" charset="-122"/>
              </a:rPr>
              <a:t> </a:t>
            </a:r>
            <a:endParaRPr lang="en-US" altLang="zh-CN" sz="1000" dirty="0">
              <a:latin typeface="Senty小丸子" panose="03000600000000000000" pitchFamily="66" charset="-122"/>
              <a:ea typeface="Senty小丸子" panose="03000600000000000000" pitchFamily="66" charset="-122"/>
            </a:endParaRPr>
          </a:p>
        </p:txBody>
      </p:sp>
      <p:sp>
        <p:nvSpPr>
          <p:cNvPr id="470" name="文本框 469"/>
          <p:cNvSpPr txBox="1"/>
          <p:nvPr/>
        </p:nvSpPr>
        <p:spPr>
          <a:xfrm>
            <a:off x="6519015" y="4268507"/>
            <a:ext cx="1566454" cy="369332"/>
          </a:xfrm>
          <a:prstGeom prst="rect">
            <a:avLst/>
          </a:prstGeom>
          <a:noFill/>
          <a:ln>
            <a:noFill/>
          </a:ln>
        </p:spPr>
        <p:txBody>
          <a:bodyPr wrap="none" rtlCol="0">
            <a:spAutoFit/>
          </a:bodyPr>
          <a:lstStyle/>
          <a:p>
            <a:r>
              <a:rPr lang="zh-CN" altLang="en-US" b="1" dirty="0">
                <a:latin typeface="Senty小丸子" panose="03000600000000000000" pitchFamily="66" charset="-122"/>
                <a:ea typeface="Senty小丸子" panose="03000600000000000000" pitchFamily="66" charset="-122"/>
              </a:rPr>
              <a:t>请输入标题</a:t>
            </a:r>
            <a:endParaRPr lang="zh-CN" altLang="en-US" b="1" dirty="0">
              <a:latin typeface="Senty小丸子" panose="03000600000000000000" pitchFamily="66" charset="-122"/>
              <a:ea typeface="Senty小丸子" panose="03000600000000000000" pitchFamily="66" charset="-122"/>
            </a:endParaRPr>
          </a:p>
        </p:txBody>
      </p:sp>
      <p:sp>
        <p:nvSpPr>
          <p:cNvPr id="471" name="文本框 470"/>
          <p:cNvSpPr txBox="1"/>
          <p:nvPr/>
        </p:nvSpPr>
        <p:spPr>
          <a:xfrm>
            <a:off x="5803496" y="4637176"/>
            <a:ext cx="3134443" cy="553998"/>
          </a:xfrm>
          <a:prstGeom prst="rect">
            <a:avLst/>
          </a:prstGeom>
          <a:noFill/>
          <a:ln>
            <a:noFill/>
          </a:ln>
        </p:spPr>
        <p:txBody>
          <a:bodyPr wrap="square" rtlCol="0">
            <a:spAutoFit/>
          </a:bodyPr>
          <a:lstStyle/>
          <a:p>
            <a:pPr>
              <a:lnSpc>
                <a:spcPct val="150000"/>
              </a:lnSpc>
            </a:pPr>
            <a:r>
              <a:rPr lang="zh-CN" altLang="en-US" sz="1000" dirty="0">
                <a:latin typeface="Senty小丸子" panose="03000600000000000000" pitchFamily="66" charset="-122"/>
                <a:ea typeface="Senty小丸子" panose="03000600000000000000" pitchFamily="66" charset="-122"/>
              </a:rPr>
              <a:t>添加相关内容的文字添加相关内容的文字添加相关内容的文字添加相关内容的文字添加相关内容的文字</a:t>
            </a:r>
            <a:r>
              <a:rPr lang="en-US" altLang="zh-CN" sz="1000" dirty="0">
                <a:latin typeface="Senty小丸子" panose="03000600000000000000" pitchFamily="66" charset="-122"/>
                <a:ea typeface="Senty小丸子" panose="03000600000000000000" pitchFamily="66" charset="-122"/>
              </a:rPr>
              <a:t> </a:t>
            </a:r>
            <a:endParaRPr lang="en-US" altLang="zh-CN" sz="1000" dirty="0">
              <a:latin typeface="Senty小丸子" panose="03000600000000000000" pitchFamily="66" charset="-122"/>
              <a:ea typeface="Senty小丸子" panose="03000600000000000000" pitchFamily="66" charset="-122"/>
            </a:endParaRPr>
          </a:p>
        </p:txBody>
      </p:sp>
      <p:sp>
        <p:nvSpPr>
          <p:cNvPr id="472" name="文本框 471"/>
          <p:cNvSpPr txBox="1"/>
          <p:nvPr/>
        </p:nvSpPr>
        <p:spPr>
          <a:xfrm>
            <a:off x="8991758" y="1847280"/>
            <a:ext cx="1566454" cy="369332"/>
          </a:xfrm>
          <a:prstGeom prst="rect">
            <a:avLst/>
          </a:prstGeom>
          <a:noFill/>
          <a:ln>
            <a:noFill/>
          </a:ln>
        </p:spPr>
        <p:txBody>
          <a:bodyPr wrap="none" rtlCol="0">
            <a:spAutoFit/>
          </a:bodyPr>
          <a:lstStyle/>
          <a:p>
            <a:r>
              <a:rPr lang="zh-CN" altLang="en-US" b="1" dirty="0">
                <a:latin typeface="Senty小丸子" panose="03000600000000000000" pitchFamily="66" charset="-122"/>
                <a:ea typeface="Senty小丸子" panose="03000600000000000000" pitchFamily="66" charset="-122"/>
              </a:rPr>
              <a:t>请输入标题</a:t>
            </a:r>
            <a:endParaRPr lang="zh-CN" altLang="en-US" b="1" dirty="0">
              <a:latin typeface="Senty小丸子" panose="03000600000000000000" pitchFamily="66" charset="-122"/>
              <a:ea typeface="Senty小丸子" panose="03000600000000000000" pitchFamily="66" charset="-122"/>
            </a:endParaRPr>
          </a:p>
        </p:txBody>
      </p:sp>
      <p:sp>
        <p:nvSpPr>
          <p:cNvPr id="473" name="文本框 472"/>
          <p:cNvSpPr txBox="1"/>
          <p:nvPr/>
        </p:nvSpPr>
        <p:spPr>
          <a:xfrm>
            <a:off x="8276239" y="2215949"/>
            <a:ext cx="3134443" cy="553998"/>
          </a:xfrm>
          <a:prstGeom prst="rect">
            <a:avLst/>
          </a:prstGeom>
          <a:noFill/>
          <a:ln>
            <a:noFill/>
          </a:ln>
        </p:spPr>
        <p:txBody>
          <a:bodyPr wrap="square" rtlCol="0">
            <a:spAutoFit/>
          </a:bodyPr>
          <a:lstStyle/>
          <a:p>
            <a:pPr>
              <a:lnSpc>
                <a:spcPct val="150000"/>
              </a:lnSpc>
            </a:pPr>
            <a:r>
              <a:rPr lang="zh-CN" altLang="en-US" sz="1000" dirty="0">
                <a:latin typeface="Senty小丸子" panose="03000600000000000000" pitchFamily="66" charset="-122"/>
                <a:ea typeface="Senty小丸子" panose="03000600000000000000" pitchFamily="66" charset="-122"/>
              </a:rPr>
              <a:t>添加相关内容的文字添加相关内容的文字添加相关内容的文字添加相关内容的文字添加相关内容的文字</a:t>
            </a:r>
            <a:r>
              <a:rPr lang="en-US" altLang="zh-CN" sz="1000" dirty="0">
                <a:latin typeface="Senty小丸子" panose="03000600000000000000" pitchFamily="66" charset="-122"/>
                <a:ea typeface="Senty小丸子" panose="03000600000000000000" pitchFamily="66" charset="-122"/>
              </a:rPr>
              <a:t> </a:t>
            </a:r>
            <a:endParaRPr lang="en-US" altLang="zh-CN" sz="1000" dirty="0">
              <a:latin typeface="Senty小丸子" panose="03000600000000000000" pitchFamily="66" charset="-122"/>
              <a:ea typeface="Senty小丸子" panose="03000600000000000000" pitchFamily="66"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mc:AlternateContent xmlns:mc="http://schemas.openxmlformats.org/markup-compatibility/2006">
    <mc:Choice xmlns:p14="http://schemas.microsoft.com/office/powerpoint/2010/main"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 presetClass="entr" presetSubtype="4" accel="56000" fill="hold" nodeType="afterEffect" p14:presetBounceEnd="56000">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14:bounceEnd="56000">
                                          <p:cBhvr additive="base">
                                            <p:cTn id="11" dur="1000" fill="hold"/>
                                            <p:tgtEl>
                                              <p:spTgt spid="3"/>
                                            </p:tgtEl>
                                            <p:attrNameLst>
                                              <p:attrName>ppt_x</p:attrName>
                                            </p:attrNameLst>
                                          </p:cBhvr>
                                          <p:tavLst>
                                            <p:tav tm="0">
                                              <p:val>
                                                <p:strVal val="#ppt_x"/>
                                              </p:val>
                                            </p:tav>
                                            <p:tav tm="100000">
                                              <p:val>
                                                <p:strVal val="#ppt_x"/>
                                              </p:val>
                                            </p:tav>
                                          </p:tavLst>
                                        </p:anim>
                                        <p:anim calcmode="lin" valueType="num" p14:bounceEnd="56000">
                                          <p:cBhvr additive="base">
                                            <p:cTn id="12" dur="10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53" presetClass="entr" presetSubtype="16" fill="hold" grpId="0" nodeType="clickEffect">
                                      <p:stCondLst>
                                        <p:cond delay="0"/>
                                      </p:stCondLst>
                                      <p:childTnLst>
                                        <p:set>
                                          <p:cBhvr>
                                            <p:cTn id="16" dur="1" fill="hold">
                                              <p:stCondLst>
                                                <p:cond delay="0"/>
                                              </p:stCondLst>
                                            </p:cTn>
                                            <p:tgtEl>
                                              <p:spTgt spid="463"/>
                                            </p:tgtEl>
                                            <p:attrNameLst>
                                              <p:attrName>style.visibility</p:attrName>
                                            </p:attrNameLst>
                                          </p:cBhvr>
                                          <p:to>
                                            <p:strVal val="visible"/>
                                          </p:to>
                                        </p:set>
                                        <p:anim calcmode="lin" valueType="num">
                                          <p:cBhvr>
                                            <p:cTn id="17" dur="500" fill="hold"/>
                                            <p:tgtEl>
                                              <p:spTgt spid="463"/>
                                            </p:tgtEl>
                                            <p:attrNameLst>
                                              <p:attrName>ppt_w</p:attrName>
                                            </p:attrNameLst>
                                          </p:cBhvr>
                                          <p:tavLst>
                                            <p:tav tm="0">
                                              <p:val>
                                                <p:fltVal val="0"/>
                                              </p:val>
                                            </p:tav>
                                            <p:tav tm="100000">
                                              <p:val>
                                                <p:strVal val="#ppt_w"/>
                                              </p:val>
                                            </p:tav>
                                          </p:tavLst>
                                        </p:anim>
                                        <p:anim calcmode="lin" valueType="num">
                                          <p:cBhvr>
                                            <p:cTn id="18" dur="500" fill="hold"/>
                                            <p:tgtEl>
                                              <p:spTgt spid="463"/>
                                            </p:tgtEl>
                                            <p:attrNameLst>
                                              <p:attrName>ppt_h</p:attrName>
                                            </p:attrNameLst>
                                          </p:cBhvr>
                                          <p:tavLst>
                                            <p:tav tm="0">
                                              <p:val>
                                                <p:fltVal val="0"/>
                                              </p:val>
                                            </p:tav>
                                            <p:tav tm="100000">
                                              <p:val>
                                                <p:strVal val="#ppt_h"/>
                                              </p:val>
                                            </p:tav>
                                          </p:tavLst>
                                        </p:anim>
                                        <p:animEffect transition="in" filter="fade">
                                          <p:cBhvr>
                                            <p:cTn id="19" dur="500"/>
                                            <p:tgtEl>
                                              <p:spTgt spid="463"/>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464"/>
                                            </p:tgtEl>
                                            <p:attrNameLst>
                                              <p:attrName>style.visibility</p:attrName>
                                            </p:attrNameLst>
                                          </p:cBhvr>
                                          <p:to>
                                            <p:strVal val="visible"/>
                                          </p:to>
                                        </p:set>
                                        <p:anim calcmode="lin" valueType="num">
                                          <p:cBhvr>
                                            <p:cTn id="22" dur="500" fill="hold"/>
                                            <p:tgtEl>
                                              <p:spTgt spid="464"/>
                                            </p:tgtEl>
                                            <p:attrNameLst>
                                              <p:attrName>ppt_w</p:attrName>
                                            </p:attrNameLst>
                                          </p:cBhvr>
                                          <p:tavLst>
                                            <p:tav tm="0">
                                              <p:val>
                                                <p:fltVal val="0"/>
                                              </p:val>
                                            </p:tav>
                                            <p:tav tm="100000">
                                              <p:val>
                                                <p:strVal val="#ppt_w"/>
                                              </p:val>
                                            </p:tav>
                                          </p:tavLst>
                                        </p:anim>
                                        <p:anim calcmode="lin" valueType="num">
                                          <p:cBhvr>
                                            <p:cTn id="23" dur="500" fill="hold"/>
                                            <p:tgtEl>
                                              <p:spTgt spid="464"/>
                                            </p:tgtEl>
                                            <p:attrNameLst>
                                              <p:attrName>ppt_h</p:attrName>
                                            </p:attrNameLst>
                                          </p:cBhvr>
                                          <p:tavLst>
                                            <p:tav tm="0">
                                              <p:val>
                                                <p:fltVal val="0"/>
                                              </p:val>
                                            </p:tav>
                                            <p:tav tm="100000">
                                              <p:val>
                                                <p:strVal val="#ppt_h"/>
                                              </p:val>
                                            </p:tav>
                                          </p:tavLst>
                                        </p:anim>
                                        <p:animEffect transition="in" filter="fade">
                                          <p:cBhvr>
                                            <p:cTn id="24" dur="500"/>
                                            <p:tgtEl>
                                              <p:spTgt spid="464"/>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465"/>
                                            </p:tgtEl>
                                            <p:attrNameLst>
                                              <p:attrName>style.visibility</p:attrName>
                                            </p:attrNameLst>
                                          </p:cBhvr>
                                          <p:to>
                                            <p:strVal val="visible"/>
                                          </p:to>
                                        </p:set>
                                        <p:anim calcmode="lin" valueType="num">
                                          <p:cBhvr>
                                            <p:cTn id="27" dur="500" fill="hold"/>
                                            <p:tgtEl>
                                              <p:spTgt spid="465"/>
                                            </p:tgtEl>
                                            <p:attrNameLst>
                                              <p:attrName>ppt_w</p:attrName>
                                            </p:attrNameLst>
                                          </p:cBhvr>
                                          <p:tavLst>
                                            <p:tav tm="0">
                                              <p:val>
                                                <p:fltVal val="0"/>
                                              </p:val>
                                            </p:tav>
                                            <p:tav tm="100000">
                                              <p:val>
                                                <p:strVal val="#ppt_w"/>
                                              </p:val>
                                            </p:tav>
                                          </p:tavLst>
                                        </p:anim>
                                        <p:anim calcmode="lin" valueType="num">
                                          <p:cBhvr>
                                            <p:cTn id="28" dur="500" fill="hold"/>
                                            <p:tgtEl>
                                              <p:spTgt spid="465"/>
                                            </p:tgtEl>
                                            <p:attrNameLst>
                                              <p:attrName>ppt_h</p:attrName>
                                            </p:attrNameLst>
                                          </p:cBhvr>
                                          <p:tavLst>
                                            <p:tav tm="0">
                                              <p:val>
                                                <p:fltVal val="0"/>
                                              </p:val>
                                            </p:tav>
                                            <p:tav tm="100000">
                                              <p:val>
                                                <p:strVal val="#ppt_h"/>
                                              </p:val>
                                            </p:tav>
                                          </p:tavLst>
                                        </p:anim>
                                        <p:animEffect transition="in" filter="fade">
                                          <p:cBhvr>
                                            <p:cTn id="29" dur="500"/>
                                            <p:tgtEl>
                                              <p:spTgt spid="465"/>
                                            </p:tgtEl>
                                          </p:cBhvr>
                                        </p:animEffect>
                                      </p:childTnLst>
                                    </p:cTn>
                                  </p:par>
                                  <p:par>
                                    <p:cTn id="30" presetID="53" presetClass="entr" presetSubtype="16" fill="hold" nodeType="withEffect">
                                      <p:stCondLst>
                                        <p:cond delay="0"/>
                                      </p:stCondLst>
                                      <p:childTnLst>
                                        <p:set>
                                          <p:cBhvr>
                                            <p:cTn id="31" dur="1" fill="hold">
                                              <p:stCondLst>
                                                <p:cond delay="0"/>
                                              </p:stCondLst>
                                            </p:cTn>
                                            <p:tgtEl>
                                              <p:spTgt spid="453"/>
                                            </p:tgtEl>
                                            <p:attrNameLst>
                                              <p:attrName>style.visibility</p:attrName>
                                            </p:attrNameLst>
                                          </p:cBhvr>
                                          <p:to>
                                            <p:strVal val="visible"/>
                                          </p:to>
                                        </p:set>
                                        <p:anim calcmode="lin" valueType="num">
                                          <p:cBhvr>
                                            <p:cTn id="32" dur="500" fill="hold"/>
                                            <p:tgtEl>
                                              <p:spTgt spid="453"/>
                                            </p:tgtEl>
                                            <p:attrNameLst>
                                              <p:attrName>ppt_w</p:attrName>
                                            </p:attrNameLst>
                                          </p:cBhvr>
                                          <p:tavLst>
                                            <p:tav tm="0">
                                              <p:val>
                                                <p:fltVal val="0"/>
                                              </p:val>
                                            </p:tav>
                                            <p:tav tm="100000">
                                              <p:val>
                                                <p:strVal val="#ppt_w"/>
                                              </p:val>
                                            </p:tav>
                                          </p:tavLst>
                                        </p:anim>
                                        <p:anim calcmode="lin" valueType="num">
                                          <p:cBhvr>
                                            <p:cTn id="33" dur="500" fill="hold"/>
                                            <p:tgtEl>
                                              <p:spTgt spid="453"/>
                                            </p:tgtEl>
                                            <p:attrNameLst>
                                              <p:attrName>ppt_h</p:attrName>
                                            </p:attrNameLst>
                                          </p:cBhvr>
                                          <p:tavLst>
                                            <p:tav tm="0">
                                              <p:val>
                                                <p:fltVal val="0"/>
                                              </p:val>
                                            </p:tav>
                                            <p:tav tm="100000">
                                              <p:val>
                                                <p:strVal val="#ppt_h"/>
                                              </p:val>
                                            </p:tav>
                                          </p:tavLst>
                                        </p:anim>
                                        <p:animEffect transition="in" filter="fade">
                                          <p:cBhvr>
                                            <p:cTn id="34" dur="500"/>
                                            <p:tgtEl>
                                              <p:spTgt spid="453"/>
                                            </p:tgtEl>
                                          </p:cBhvr>
                                        </p:animEffect>
                                      </p:childTnLst>
                                    </p:cTn>
                                  </p:par>
                                  <p:par>
                                    <p:cTn id="35" presetID="53" presetClass="entr" presetSubtype="16" fill="hold" grpId="0" nodeType="withEffect">
                                      <p:stCondLst>
                                        <p:cond delay="0"/>
                                      </p:stCondLst>
                                      <p:childTnLst>
                                        <p:set>
                                          <p:cBhvr>
                                            <p:cTn id="36" dur="1" fill="hold">
                                              <p:stCondLst>
                                                <p:cond delay="0"/>
                                              </p:stCondLst>
                                            </p:cTn>
                                            <p:tgtEl>
                                              <p:spTgt spid="452"/>
                                            </p:tgtEl>
                                            <p:attrNameLst>
                                              <p:attrName>style.visibility</p:attrName>
                                            </p:attrNameLst>
                                          </p:cBhvr>
                                          <p:to>
                                            <p:strVal val="visible"/>
                                          </p:to>
                                        </p:set>
                                        <p:anim calcmode="lin" valueType="num">
                                          <p:cBhvr>
                                            <p:cTn id="37" dur="500" fill="hold"/>
                                            <p:tgtEl>
                                              <p:spTgt spid="452"/>
                                            </p:tgtEl>
                                            <p:attrNameLst>
                                              <p:attrName>ppt_w</p:attrName>
                                            </p:attrNameLst>
                                          </p:cBhvr>
                                          <p:tavLst>
                                            <p:tav tm="0">
                                              <p:val>
                                                <p:fltVal val="0"/>
                                              </p:val>
                                            </p:tav>
                                            <p:tav tm="100000">
                                              <p:val>
                                                <p:strVal val="#ppt_w"/>
                                              </p:val>
                                            </p:tav>
                                          </p:tavLst>
                                        </p:anim>
                                        <p:anim calcmode="lin" valueType="num">
                                          <p:cBhvr>
                                            <p:cTn id="38" dur="500" fill="hold"/>
                                            <p:tgtEl>
                                              <p:spTgt spid="452"/>
                                            </p:tgtEl>
                                            <p:attrNameLst>
                                              <p:attrName>ppt_h</p:attrName>
                                            </p:attrNameLst>
                                          </p:cBhvr>
                                          <p:tavLst>
                                            <p:tav tm="0">
                                              <p:val>
                                                <p:fltVal val="0"/>
                                              </p:val>
                                            </p:tav>
                                            <p:tav tm="100000">
                                              <p:val>
                                                <p:strVal val="#ppt_h"/>
                                              </p:val>
                                            </p:tav>
                                          </p:tavLst>
                                        </p:anim>
                                        <p:animEffect transition="in" filter="fade">
                                          <p:cBhvr>
                                            <p:cTn id="39" dur="500"/>
                                            <p:tgtEl>
                                              <p:spTgt spid="452"/>
                                            </p:tgtEl>
                                          </p:cBhvr>
                                        </p:animEffect>
                                      </p:childTnLst>
                                    </p:cTn>
                                  </p:par>
                                  <p:par>
                                    <p:cTn id="40" presetID="53" presetClass="entr" presetSubtype="16" fill="hold" grpId="0" nodeType="withEffect">
                                      <p:stCondLst>
                                        <p:cond delay="0"/>
                                      </p:stCondLst>
                                      <p:childTnLst>
                                        <p:set>
                                          <p:cBhvr>
                                            <p:cTn id="41" dur="1" fill="hold">
                                              <p:stCondLst>
                                                <p:cond delay="0"/>
                                              </p:stCondLst>
                                            </p:cTn>
                                            <p:tgtEl>
                                              <p:spTgt spid="466"/>
                                            </p:tgtEl>
                                            <p:attrNameLst>
                                              <p:attrName>style.visibility</p:attrName>
                                            </p:attrNameLst>
                                          </p:cBhvr>
                                          <p:to>
                                            <p:strVal val="visible"/>
                                          </p:to>
                                        </p:set>
                                        <p:anim calcmode="lin" valueType="num">
                                          <p:cBhvr>
                                            <p:cTn id="42" dur="500" fill="hold"/>
                                            <p:tgtEl>
                                              <p:spTgt spid="466"/>
                                            </p:tgtEl>
                                            <p:attrNameLst>
                                              <p:attrName>ppt_w</p:attrName>
                                            </p:attrNameLst>
                                          </p:cBhvr>
                                          <p:tavLst>
                                            <p:tav tm="0">
                                              <p:val>
                                                <p:fltVal val="0"/>
                                              </p:val>
                                            </p:tav>
                                            <p:tav tm="100000">
                                              <p:val>
                                                <p:strVal val="#ppt_w"/>
                                              </p:val>
                                            </p:tav>
                                          </p:tavLst>
                                        </p:anim>
                                        <p:anim calcmode="lin" valueType="num">
                                          <p:cBhvr>
                                            <p:cTn id="43" dur="500" fill="hold"/>
                                            <p:tgtEl>
                                              <p:spTgt spid="466"/>
                                            </p:tgtEl>
                                            <p:attrNameLst>
                                              <p:attrName>ppt_h</p:attrName>
                                            </p:attrNameLst>
                                          </p:cBhvr>
                                          <p:tavLst>
                                            <p:tav tm="0">
                                              <p:val>
                                                <p:fltVal val="0"/>
                                              </p:val>
                                            </p:tav>
                                            <p:tav tm="100000">
                                              <p:val>
                                                <p:strVal val="#ppt_h"/>
                                              </p:val>
                                            </p:tav>
                                          </p:tavLst>
                                        </p:anim>
                                        <p:animEffect transition="in" filter="fade">
                                          <p:cBhvr>
                                            <p:cTn id="44" dur="500"/>
                                            <p:tgtEl>
                                              <p:spTgt spid="466"/>
                                            </p:tgtEl>
                                          </p:cBhvr>
                                        </p:animEffect>
                                      </p:childTnLst>
                                    </p:cTn>
                                  </p:par>
                                  <p:par>
                                    <p:cTn id="45" presetID="53" presetClass="entr" presetSubtype="16" fill="hold" grpId="0" nodeType="withEffect">
                                      <p:stCondLst>
                                        <p:cond delay="0"/>
                                      </p:stCondLst>
                                      <p:childTnLst>
                                        <p:set>
                                          <p:cBhvr>
                                            <p:cTn id="46" dur="1" fill="hold">
                                              <p:stCondLst>
                                                <p:cond delay="0"/>
                                              </p:stCondLst>
                                            </p:cTn>
                                            <p:tgtEl>
                                              <p:spTgt spid="467"/>
                                            </p:tgtEl>
                                            <p:attrNameLst>
                                              <p:attrName>style.visibility</p:attrName>
                                            </p:attrNameLst>
                                          </p:cBhvr>
                                          <p:to>
                                            <p:strVal val="visible"/>
                                          </p:to>
                                        </p:set>
                                        <p:anim calcmode="lin" valueType="num">
                                          <p:cBhvr>
                                            <p:cTn id="47" dur="500" fill="hold"/>
                                            <p:tgtEl>
                                              <p:spTgt spid="467"/>
                                            </p:tgtEl>
                                            <p:attrNameLst>
                                              <p:attrName>ppt_w</p:attrName>
                                            </p:attrNameLst>
                                          </p:cBhvr>
                                          <p:tavLst>
                                            <p:tav tm="0">
                                              <p:val>
                                                <p:fltVal val="0"/>
                                              </p:val>
                                            </p:tav>
                                            <p:tav tm="100000">
                                              <p:val>
                                                <p:strVal val="#ppt_w"/>
                                              </p:val>
                                            </p:tav>
                                          </p:tavLst>
                                        </p:anim>
                                        <p:anim calcmode="lin" valueType="num">
                                          <p:cBhvr>
                                            <p:cTn id="48" dur="500" fill="hold"/>
                                            <p:tgtEl>
                                              <p:spTgt spid="467"/>
                                            </p:tgtEl>
                                            <p:attrNameLst>
                                              <p:attrName>ppt_h</p:attrName>
                                            </p:attrNameLst>
                                          </p:cBhvr>
                                          <p:tavLst>
                                            <p:tav tm="0">
                                              <p:val>
                                                <p:fltVal val="0"/>
                                              </p:val>
                                            </p:tav>
                                            <p:tav tm="100000">
                                              <p:val>
                                                <p:strVal val="#ppt_h"/>
                                              </p:val>
                                            </p:tav>
                                          </p:tavLst>
                                        </p:anim>
                                        <p:animEffect transition="in" filter="fade">
                                          <p:cBhvr>
                                            <p:cTn id="49" dur="500"/>
                                            <p:tgtEl>
                                              <p:spTgt spid="467"/>
                                            </p:tgtEl>
                                          </p:cBhvr>
                                        </p:animEffect>
                                      </p:childTnLst>
                                    </p:cTn>
                                  </p:par>
                                  <p:par>
                                    <p:cTn id="50" presetID="53" presetClass="entr" presetSubtype="16" fill="hold" grpId="0" nodeType="withEffect">
                                      <p:stCondLst>
                                        <p:cond delay="0"/>
                                      </p:stCondLst>
                                      <p:childTnLst>
                                        <p:set>
                                          <p:cBhvr>
                                            <p:cTn id="51" dur="1" fill="hold">
                                              <p:stCondLst>
                                                <p:cond delay="0"/>
                                              </p:stCondLst>
                                            </p:cTn>
                                            <p:tgtEl>
                                              <p:spTgt spid="468"/>
                                            </p:tgtEl>
                                            <p:attrNameLst>
                                              <p:attrName>style.visibility</p:attrName>
                                            </p:attrNameLst>
                                          </p:cBhvr>
                                          <p:to>
                                            <p:strVal val="visible"/>
                                          </p:to>
                                        </p:set>
                                        <p:anim calcmode="lin" valueType="num">
                                          <p:cBhvr>
                                            <p:cTn id="52" dur="500" fill="hold"/>
                                            <p:tgtEl>
                                              <p:spTgt spid="468"/>
                                            </p:tgtEl>
                                            <p:attrNameLst>
                                              <p:attrName>ppt_w</p:attrName>
                                            </p:attrNameLst>
                                          </p:cBhvr>
                                          <p:tavLst>
                                            <p:tav tm="0">
                                              <p:val>
                                                <p:fltVal val="0"/>
                                              </p:val>
                                            </p:tav>
                                            <p:tav tm="100000">
                                              <p:val>
                                                <p:strVal val="#ppt_w"/>
                                              </p:val>
                                            </p:tav>
                                          </p:tavLst>
                                        </p:anim>
                                        <p:anim calcmode="lin" valueType="num">
                                          <p:cBhvr>
                                            <p:cTn id="53" dur="500" fill="hold"/>
                                            <p:tgtEl>
                                              <p:spTgt spid="468"/>
                                            </p:tgtEl>
                                            <p:attrNameLst>
                                              <p:attrName>ppt_h</p:attrName>
                                            </p:attrNameLst>
                                          </p:cBhvr>
                                          <p:tavLst>
                                            <p:tav tm="0">
                                              <p:val>
                                                <p:fltVal val="0"/>
                                              </p:val>
                                            </p:tav>
                                            <p:tav tm="100000">
                                              <p:val>
                                                <p:strVal val="#ppt_h"/>
                                              </p:val>
                                            </p:tav>
                                          </p:tavLst>
                                        </p:anim>
                                        <p:animEffect transition="in" filter="fade">
                                          <p:cBhvr>
                                            <p:cTn id="54" dur="500"/>
                                            <p:tgtEl>
                                              <p:spTgt spid="468"/>
                                            </p:tgtEl>
                                          </p:cBhvr>
                                        </p:animEffect>
                                      </p:childTnLst>
                                    </p:cTn>
                                  </p:par>
                                  <p:par>
                                    <p:cTn id="55" presetID="53" presetClass="entr" presetSubtype="16" fill="hold" grpId="0" nodeType="withEffect">
                                      <p:stCondLst>
                                        <p:cond delay="0"/>
                                      </p:stCondLst>
                                      <p:childTnLst>
                                        <p:set>
                                          <p:cBhvr>
                                            <p:cTn id="56" dur="1" fill="hold">
                                              <p:stCondLst>
                                                <p:cond delay="0"/>
                                              </p:stCondLst>
                                            </p:cTn>
                                            <p:tgtEl>
                                              <p:spTgt spid="469"/>
                                            </p:tgtEl>
                                            <p:attrNameLst>
                                              <p:attrName>style.visibility</p:attrName>
                                            </p:attrNameLst>
                                          </p:cBhvr>
                                          <p:to>
                                            <p:strVal val="visible"/>
                                          </p:to>
                                        </p:set>
                                        <p:anim calcmode="lin" valueType="num">
                                          <p:cBhvr>
                                            <p:cTn id="57" dur="500" fill="hold"/>
                                            <p:tgtEl>
                                              <p:spTgt spid="469"/>
                                            </p:tgtEl>
                                            <p:attrNameLst>
                                              <p:attrName>ppt_w</p:attrName>
                                            </p:attrNameLst>
                                          </p:cBhvr>
                                          <p:tavLst>
                                            <p:tav tm="0">
                                              <p:val>
                                                <p:fltVal val="0"/>
                                              </p:val>
                                            </p:tav>
                                            <p:tav tm="100000">
                                              <p:val>
                                                <p:strVal val="#ppt_w"/>
                                              </p:val>
                                            </p:tav>
                                          </p:tavLst>
                                        </p:anim>
                                        <p:anim calcmode="lin" valueType="num">
                                          <p:cBhvr>
                                            <p:cTn id="58" dur="500" fill="hold"/>
                                            <p:tgtEl>
                                              <p:spTgt spid="469"/>
                                            </p:tgtEl>
                                            <p:attrNameLst>
                                              <p:attrName>ppt_h</p:attrName>
                                            </p:attrNameLst>
                                          </p:cBhvr>
                                          <p:tavLst>
                                            <p:tav tm="0">
                                              <p:val>
                                                <p:fltVal val="0"/>
                                              </p:val>
                                            </p:tav>
                                            <p:tav tm="100000">
                                              <p:val>
                                                <p:strVal val="#ppt_h"/>
                                              </p:val>
                                            </p:tav>
                                          </p:tavLst>
                                        </p:anim>
                                        <p:animEffect transition="in" filter="fade">
                                          <p:cBhvr>
                                            <p:cTn id="59" dur="500"/>
                                            <p:tgtEl>
                                              <p:spTgt spid="469"/>
                                            </p:tgtEl>
                                          </p:cBhvr>
                                        </p:animEffect>
                                      </p:childTnLst>
                                    </p:cTn>
                                  </p:par>
                                  <p:par>
                                    <p:cTn id="60" presetID="53" presetClass="entr" presetSubtype="16" fill="hold" grpId="0" nodeType="withEffect">
                                      <p:stCondLst>
                                        <p:cond delay="0"/>
                                      </p:stCondLst>
                                      <p:childTnLst>
                                        <p:set>
                                          <p:cBhvr>
                                            <p:cTn id="61" dur="1" fill="hold">
                                              <p:stCondLst>
                                                <p:cond delay="0"/>
                                              </p:stCondLst>
                                            </p:cTn>
                                            <p:tgtEl>
                                              <p:spTgt spid="470"/>
                                            </p:tgtEl>
                                            <p:attrNameLst>
                                              <p:attrName>style.visibility</p:attrName>
                                            </p:attrNameLst>
                                          </p:cBhvr>
                                          <p:to>
                                            <p:strVal val="visible"/>
                                          </p:to>
                                        </p:set>
                                        <p:anim calcmode="lin" valueType="num">
                                          <p:cBhvr>
                                            <p:cTn id="62" dur="500" fill="hold"/>
                                            <p:tgtEl>
                                              <p:spTgt spid="470"/>
                                            </p:tgtEl>
                                            <p:attrNameLst>
                                              <p:attrName>ppt_w</p:attrName>
                                            </p:attrNameLst>
                                          </p:cBhvr>
                                          <p:tavLst>
                                            <p:tav tm="0">
                                              <p:val>
                                                <p:fltVal val="0"/>
                                              </p:val>
                                            </p:tav>
                                            <p:tav tm="100000">
                                              <p:val>
                                                <p:strVal val="#ppt_w"/>
                                              </p:val>
                                            </p:tav>
                                          </p:tavLst>
                                        </p:anim>
                                        <p:anim calcmode="lin" valueType="num">
                                          <p:cBhvr>
                                            <p:cTn id="63" dur="500" fill="hold"/>
                                            <p:tgtEl>
                                              <p:spTgt spid="470"/>
                                            </p:tgtEl>
                                            <p:attrNameLst>
                                              <p:attrName>ppt_h</p:attrName>
                                            </p:attrNameLst>
                                          </p:cBhvr>
                                          <p:tavLst>
                                            <p:tav tm="0">
                                              <p:val>
                                                <p:fltVal val="0"/>
                                              </p:val>
                                            </p:tav>
                                            <p:tav tm="100000">
                                              <p:val>
                                                <p:strVal val="#ppt_h"/>
                                              </p:val>
                                            </p:tav>
                                          </p:tavLst>
                                        </p:anim>
                                        <p:animEffect transition="in" filter="fade">
                                          <p:cBhvr>
                                            <p:cTn id="64" dur="500"/>
                                            <p:tgtEl>
                                              <p:spTgt spid="470"/>
                                            </p:tgtEl>
                                          </p:cBhvr>
                                        </p:animEffect>
                                      </p:childTnLst>
                                    </p:cTn>
                                  </p:par>
                                  <p:par>
                                    <p:cTn id="65" presetID="53" presetClass="entr" presetSubtype="16" fill="hold" grpId="0" nodeType="withEffect">
                                      <p:stCondLst>
                                        <p:cond delay="0"/>
                                      </p:stCondLst>
                                      <p:childTnLst>
                                        <p:set>
                                          <p:cBhvr>
                                            <p:cTn id="66" dur="1" fill="hold">
                                              <p:stCondLst>
                                                <p:cond delay="0"/>
                                              </p:stCondLst>
                                            </p:cTn>
                                            <p:tgtEl>
                                              <p:spTgt spid="471"/>
                                            </p:tgtEl>
                                            <p:attrNameLst>
                                              <p:attrName>style.visibility</p:attrName>
                                            </p:attrNameLst>
                                          </p:cBhvr>
                                          <p:to>
                                            <p:strVal val="visible"/>
                                          </p:to>
                                        </p:set>
                                        <p:anim calcmode="lin" valueType="num">
                                          <p:cBhvr>
                                            <p:cTn id="67" dur="500" fill="hold"/>
                                            <p:tgtEl>
                                              <p:spTgt spid="471"/>
                                            </p:tgtEl>
                                            <p:attrNameLst>
                                              <p:attrName>ppt_w</p:attrName>
                                            </p:attrNameLst>
                                          </p:cBhvr>
                                          <p:tavLst>
                                            <p:tav tm="0">
                                              <p:val>
                                                <p:fltVal val="0"/>
                                              </p:val>
                                            </p:tav>
                                            <p:tav tm="100000">
                                              <p:val>
                                                <p:strVal val="#ppt_w"/>
                                              </p:val>
                                            </p:tav>
                                          </p:tavLst>
                                        </p:anim>
                                        <p:anim calcmode="lin" valueType="num">
                                          <p:cBhvr>
                                            <p:cTn id="68" dur="500" fill="hold"/>
                                            <p:tgtEl>
                                              <p:spTgt spid="471"/>
                                            </p:tgtEl>
                                            <p:attrNameLst>
                                              <p:attrName>ppt_h</p:attrName>
                                            </p:attrNameLst>
                                          </p:cBhvr>
                                          <p:tavLst>
                                            <p:tav tm="0">
                                              <p:val>
                                                <p:fltVal val="0"/>
                                              </p:val>
                                            </p:tav>
                                            <p:tav tm="100000">
                                              <p:val>
                                                <p:strVal val="#ppt_h"/>
                                              </p:val>
                                            </p:tav>
                                          </p:tavLst>
                                        </p:anim>
                                        <p:animEffect transition="in" filter="fade">
                                          <p:cBhvr>
                                            <p:cTn id="69" dur="500"/>
                                            <p:tgtEl>
                                              <p:spTgt spid="471"/>
                                            </p:tgtEl>
                                          </p:cBhvr>
                                        </p:animEffect>
                                      </p:childTnLst>
                                    </p:cTn>
                                  </p:par>
                                  <p:par>
                                    <p:cTn id="70" presetID="53" presetClass="entr" presetSubtype="16" fill="hold" grpId="0" nodeType="withEffect">
                                      <p:stCondLst>
                                        <p:cond delay="0"/>
                                      </p:stCondLst>
                                      <p:childTnLst>
                                        <p:set>
                                          <p:cBhvr>
                                            <p:cTn id="71" dur="1" fill="hold">
                                              <p:stCondLst>
                                                <p:cond delay="0"/>
                                              </p:stCondLst>
                                            </p:cTn>
                                            <p:tgtEl>
                                              <p:spTgt spid="472"/>
                                            </p:tgtEl>
                                            <p:attrNameLst>
                                              <p:attrName>style.visibility</p:attrName>
                                            </p:attrNameLst>
                                          </p:cBhvr>
                                          <p:to>
                                            <p:strVal val="visible"/>
                                          </p:to>
                                        </p:set>
                                        <p:anim calcmode="lin" valueType="num">
                                          <p:cBhvr>
                                            <p:cTn id="72" dur="500" fill="hold"/>
                                            <p:tgtEl>
                                              <p:spTgt spid="472"/>
                                            </p:tgtEl>
                                            <p:attrNameLst>
                                              <p:attrName>ppt_w</p:attrName>
                                            </p:attrNameLst>
                                          </p:cBhvr>
                                          <p:tavLst>
                                            <p:tav tm="0">
                                              <p:val>
                                                <p:fltVal val="0"/>
                                              </p:val>
                                            </p:tav>
                                            <p:tav tm="100000">
                                              <p:val>
                                                <p:strVal val="#ppt_w"/>
                                              </p:val>
                                            </p:tav>
                                          </p:tavLst>
                                        </p:anim>
                                        <p:anim calcmode="lin" valueType="num">
                                          <p:cBhvr>
                                            <p:cTn id="73" dur="500" fill="hold"/>
                                            <p:tgtEl>
                                              <p:spTgt spid="472"/>
                                            </p:tgtEl>
                                            <p:attrNameLst>
                                              <p:attrName>ppt_h</p:attrName>
                                            </p:attrNameLst>
                                          </p:cBhvr>
                                          <p:tavLst>
                                            <p:tav tm="0">
                                              <p:val>
                                                <p:fltVal val="0"/>
                                              </p:val>
                                            </p:tav>
                                            <p:tav tm="100000">
                                              <p:val>
                                                <p:strVal val="#ppt_h"/>
                                              </p:val>
                                            </p:tav>
                                          </p:tavLst>
                                        </p:anim>
                                        <p:animEffect transition="in" filter="fade">
                                          <p:cBhvr>
                                            <p:cTn id="74" dur="500"/>
                                            <p:tgtEl>
                                              <p:spTgt spid="472"/>
                                            </p:tgtEl>
                                          </p:cBhvr>
                                        </p:animEffect>
                                      </p:childTnLst>
                                    </p:cTn>
                                  </p:par>
                                  <p:par>
                                    <p:cTn id="75" presetID="53" presetClass="entr" presetSubtype="16" fill="hold" grpId="0" nodeType="withEffect">
                                      <p:stCondLst>
                                        <p:cond delay="0"/>
                                      </p:stCondLst>
                                      <p:childTnLst>
                                        <p:set>
                                          <p:cBhvr>
                                            <p:cTn id="76" dur="1" fill="hold">
                                              <p:stCondLst>
                                                <p:cond delay="0"/>
                                              </p:stCondLst>
                                            </p:cTn>
                                            <p:tgtEl>
                                              <p:spTgt spid="473"/>
                                            </p:tgtEl>
                                            <p:attrNameLst>
                                              <p:attrName>style.visibility</p:attrName>
                                            </p:attrNameLst>
                                          </p:cBhvr>
                                          <p:to>
                                            <p:strVal val="visible"/>
                                          </p:to>
                                        </p:set>
                                        <p:anim calcmode="lin" valueType="num">
                                          <p:cBhvr>
                                            <p:cTn id="77" dur="500" fill="hold"/>
                                            <p:tgtEl>
                                              <p:spTgt spid="473"/>
                                            </p:tgtEl>
                                            <p:attrNameLst>
                                              <p:attrName>ppt_w</p:attrName>
                                            </p:attrNameLst>
                                          </p:cBhvr>
                                          <p:tavLst>
                                            <p:tav tm="0">
                                              <p:val>
                                                <p:fltVal val="0"/>
                                              </p:val>
                                            </p:tav>
                                            <p:tav tm="100000">
                                              <p:val>
                                                <p:strVal val="#ppt_w"/>
                                              </p:val>
                                            </p:tav>
                                          </p:tavLst>
                                        </p:anim>
                                        <p:anim calcmode="lin" valueType="num">
                                          <p:cBhvr>
                                            <p:cTn id="78" dur="500" fill="hold"/>
                                            <p:tgtEl>
                                              <p:spTgt spid="473"/>
                                            </p:tgtEl>
                                            <p:attrNameLst>
                                              <p:attrName>ppt_h</p:attrName>
                                            </p:attrNameLst>
                                          </p:cBhvr>
                                          <p:tavLst>
                                            <p:tav tm="0">
                                              <p:val>
                                                <p:fltVal val="0"/>
                                              </p:val>
                                            </p:tav>
                                            <p:tav tm="100000">
                                              <p:val>
                                                <p:strVal val="#ppt_h"/>
                                              </p:val>
                                            </p:tav>
                                          </p:tavLst>
                                        </p:anim>
                                        <p:animEffect transition="in" filter="fade">
                                          <p:cBhvr>
                                            <p:cTn id="79" dur="500"/>
                                            <p:tgtEl>
                                              <p:spTgt spid="4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52" grpId="0" animBg="1"/>
          <p:bldP spid="463" grpId="0" animBg="1"/>
          <p:bldP spid="464" grpId="0" animBg="1"/>
          <p:bldP spid="465" grpId="0" animBg="1"/>
          <p:bldP spid="466" grpId="0"/>
          <p:bldP spid="467" grpId="0"/>
          <p:bldP spid="468" grpId="0"/>
          <p:bldP spid="469" grpId="0"/>
          <p:bldP spid="470" grpId="0"/>
          <p:bldP spid="471" grpId="0"/>
          <p:bldP spid="472" grpId="0"/>
          <p:bldP spid="473" grpId="0"/>
        </p:bldLst>
      </p:timing>
    </mc:Choice>
    <mc:Fallback>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 presetClass="entr" presetSubtype="4" accel="5600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000" fill="hold"/>
                                            <p:tgtEl>
                                              <p:spTgt spid="3"/>
                                            </p:tgtEl>
                                            <p:attrNameLst>
                                              <p:attrName>ppt_x</p:attrName>
                                            </p:attrNameLst>
                                          </p:cBhvr>
                                          <p:tavLst>
                                            <p:tav tm="0">
                                              <p:val>
                                                <p:strVal val="#ppt_x"/>
                                              </p:val>
                                            </p:tav>
                                            <p:tav tm="100000">
                                              <p:val>
                                                <p:strVal val="#ppt_x"/>
                                              </p:val>
                                            </p:tav>
                                          </p:tavLst>
                                        </p:anim>
                                        <p:anim calcmode="lin" valueType="num">
                                          <p:cBhvr additive="base">
                                            <p:cTn id="12" dur="10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53" presetClass="entr" presetSubtype="16" fill="hold" grpId="0" nodeType="clickEffect">
                                      <p:stCondLst>
                                        <p:cond delay="0"/>
                                      </p:stCondLst>
                                      <p:childTnLst>
                                        <p:set>
                                          <p:cBhvr>
                                            <p:cTn id="16" dur="1" fill="hold">
                                              <p:stCondLst>
                                                <p:cond delay="0"/>
                                              </p:stCondLst>
                                            </p:cTn>
                                            <p:tgtEl>
                                              <p:spTgt spid="463"/>
                                            </p:tgtEl>
                                            <p:attrNameLst>
                                              <p:attrName>style.visibility</p:attrName>
                                            </p:attrNameLst>
                                          </p:cBhvr>
                                          <p:to>
                                            <p:strVal val="visible"/>
                                          </p:to>
                                        </p:set>
                                        <p:anim calcmode="lin" valueType="num">
                                          <p:cBhvr>
                                            <p:cTn id="17" dur="500" fill="hold"/>
                                            <p:tgtEl>
                                              <p:spTgt spid="463"/>
                                            </p:tgtEl>
                                            <p:attrNameLst>
                                              <p:attrName>ppt_w</p:attrName>
                                            </p:attrNameLst>
                                          </p:cBhvr>
                                          <p:tavLst>
                                            <p:tav tm="0">
                                              <p:val>
                                                <p:fltVal val="0"/>
                                              </p:val>
                                            </p:tav>
                                            <p:tav tm="100000">
                                              <p:val>
                                                <p:strVal val="#ppt_w"/>
                                              </p:val>
                                            </p:tav>
                                          </p:tavLst>
                                        </p:anim>
                                        <p:anim calcmode="lin" valueType="num">
                                          <p:cBhvr>
                                            <p:cTn id="18" dur="500" fill="hold"/>
                                            <p:tgtEl>
                                              <p:spTgt spid="463"/>
                                            </p:tgtEl>
                                            <p:attrNameLst>
                                              <p:attrName>ppt_h</p:attrName>
                                            </p:attrNameLst>
                                          </p:cBhvr>
                                          <p:tavLst>
                                            <p:tav tm="0">
                                              <p:val>
                                                <p:fltVal val="0"/>
                                              </p:val>
                                            </p:tav>
                                            <p:tav tm="100000">
                                              <p:val>
                                                <p:strVal val="#ppt_h"/>
                                              </p:val>
                                            </p:tav>
                                          </p:tavLst>
                                        </p:anim>
                                        <p:animEffect transition="in" filter="fade">
                                          <p:cBhvr>
                                            <p:cTn id="19" dur="500"/>
                                            <p:tgtEl>
                                              <p:spTgt spid="463"/>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464"/>
                                            </p:tgtEl>
                                            <p:attrNameLst>
                                              <p:attrName>style.visibility</p:attrName>
                                            </p:attrNameLst>
                                          </p:cBhvr>
                                          <p:to>
                                            <p:strVal val="visible"/>
                                          </p:to>
                                        </p:set>
                                        <p:anim calcmode="lin" valueType="num">
                                          <p:cBhvr>
                                            <p:cTn id="22" dur="500" fill="hold"/>
                                            <p:tgtEl>
                                              <p:spTgt spid="464"/>
                                            </p:tgtEl>
                                            <p:attrNameLst>
                                              <p:attrName>ppt_w</p:attrName>
                                            </p:attrNameLst>
                                          </p:cBhvr>
                                          <p:tavLst>
                                            <p:tav tm="0">
                                              <p:val>
                                                <p:fltVal val="0"/>
                                              </p:val>
                                            </p:tav>
                                            <p:tav tm="100000">
                                              <p:val>
                                                <p:strVal val="#ppt_w"/>
                                              </p:val>
                                            </p:tav>
                                          </p:tavLst>
                                        </p:anim>
                                        <p:anim calcmode="lin" valueType="num">
                                          <p:cBhvr>
                                            <p:cTn id="23" dur="500" fill="hold"/>
                                            <p:tgtEl>
                                              <p:spTgt spid="464"/>
                                            </p:tgtEl>
                                            <p:attrNameLst>
                                              <p:attrName>ppt_h</p:attrName>
                                            </p:attrNameLst>
                                          </p:cBhvr>
                                          <p:tavLst>
                                            <p:tav tm="0">
                                              <p:val>
                                                <p:fltVal val="0"/>
                                              </p:val>
                                            </p:tav>
                                            <p:tav tm="100000">
                                              <p:val>
                                                <p:strVal val="#ppt_h"/>
                                              </p:val>
                                            </p:tav>
                                          </p:tavLst>
                                        </p:anim>
                                        <p:animEffect transition="in" filter="fade">
                                          <p:cBhvr>
                                            <p:cTn id="24" dur="500"/>
                                            <p:tgtEl>
                                              <p:spTgt spid="464"/>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465"/>
                                            </p:tgtEl>
                                            <p:attrNameLst>
                                              <p:attrName>style.visibility</p:attrName>
                                            </p:attrNameLst>
                                          </p:cBhvr>
                                          <p:to>
                                            <p:strVal val="visible"/>
                                          </p:to>
                                        </p:set>
                                        <p:anim calcmode="lin" valueType="num">
                                          <p:cBhvr>
                                            <p:cTn id="27" dur="500" fill="hold"/>
                                            <p:tgtEl>
                                              <p:spTgt spid="465"/>
                                            </p:tgtEl>
                                            <p:attrNameLst>
                                              <p:attrName>ppt_w</p:attrName>
                                            </p:attrNameLst>
                                          </p:cBhvr>
                                          <p:tavLst>
                                            <p:tav tm="0">
                                              <p:val>
                                                <p:fltVal val="0"/>
                                              </p:val>
                                            </p:tav>
                                            <p:tav tm="100000">
                                              <p:val>
                                                <p:strVal val="#ppt_w"/>
                                              </p:val>
                                            </p:tav>
                                          </p:tavLst>
                                        </p:anim>
                                        <p:anim calcmode="lin" valueType="num">
                                          <p:cBhvr>
                                            <p:cTn id="28" dur="500" fill="hold"/>
                                            <p:tgtEl>
                                              <p:spTgt spid="465"/>
                                            </p:tgtEl>
                                            <p:attrNameLst>
                                              <p:attrName>ppt_h</p:attrName>
                                            </p:attrNameLst>
                                          </p:cBhvr>
                                          <p:tavLst>
                                            <p:tav tm="0">
                                              <p:val>
                                                <p:fltVal val="0"/>
                                              </p:val>
                                            </p:tav>
                                            <p:tav tm="100000">
                                              <p:val>
                                                <p:strVal val="#ppt_h"/>
                                              </p:val>
                                            </p:tav>
                                          </p:tavLst>
                                        </p:anim>
                                        <p:animEffect transition="in" filter="fade">
                                          <p:cBhvr>
                                            <p:cTn id="29" dur="500"/>
                                            <p:tgtEl>
                                              <p:spTgt spid="465"/>
                                            </p:tgtEl>
                                          </p:cBhvr>
                                        </p:animEffect>
                                      </p:childTnLst>
                                    </p:cTn>
                                  </p:par>
                                  <p:par>
                                    <p:cTn id="30" presetID="53" presetClass="entr" presetSubtype="16" fill="hold" nodeType="withEffect">
                                      <p:stCondLst>
                                        <p:cond delay="0"/>
                                      </p:stCondLst>
                                      <p:childTnLst>
                                        <p:set>
                                          <p:cBhvr>
                                            <p:cTn id="31" dur="1" fill="hold">
                                              <p:stCondLst>
                                                <p:cond delay="0"/>
                                              </p:stCondLst>
                                            </p:cTn>
                                            <p:tgtEl>
                                              <p:spTgt spid="453"/>
                                            </p:tgtEl>
                                            <p:attrNameLst>
                                              <p:attrName>style.visibility</p:attrName>
                                            </p:attrNameLst>
                                          </p:cBhvr>
                                          <p:to>
                                            <p:strVal val="visible"/>
                                          </p:to>
                                        </p:set>
                                        <p:anim calcmode="lin" valueType="num">
                                          <p:cBhvr>
                                            <p:cTn id="32" dur="500" fill="hold"/>
                                            <p:tgtEl>
                                              <p:spTgt spid="453"/>
                                            </p:tgtEl>
                                            <p:attrNameLst>
                                              <p:attrName>ppt_w</p:attrName>
                                            </p:attrNameLst>
                                          </p:cBhvr>
                                          <p:tavLst>
                                            <p:tav tm="0">
                                              <p:val>
                                                <p:fltVal val="0"/>
                                              </p:val>
                                            </p:tav>
                                            <p:tav tm="100000">
                                              <p:val>
                                                <p:strVal val="#ppt_w"/>
                                              </p:val>
                                            </p:tav>
                                          </p:tavLst>
                                        </p:anim>
                                        <p:anim calcmode="lin" valueType="num">
                                          <p:cBhvr>
                                            <p:cTn id="33" dur="500" fill="hold"/>
                                            <p:tgtEl>
                                              <p:spTgt spid="453"/>
                                            </p:tgtEl>
                                            <p:attrNameLst>
                                              <p:attrName>ppt_h</p:attrName>
                                            </p:attrNameLst>
                                          </p:cBhvr>
                                          <p:tavLst>
                                            <p:tav tm="0">
                                              <p:val>
                                                <p:fltVal val="0"/>
                                              </p:val>
                                            </p:tav>
                                            <p:tav tm="100000">
                                              <p:val>
                                                <p:strVal val="#ppt_h"/>
                                              </p:val>
                                            </p:tav>
                                          </p:tavLst>
                                        </p:anim>
                                        <p:animEffect transition="in" filter="fade">
                                          <p:cBhvr>
                                            <p:cTn id="34" dur="500"/>
                                            <p:tgtEl>
                                              <p:spTgt spid="453"/>
                                            </p:tgtEl>
                                          </p:cBhvr>
                                        </p:animEffect>
                                      </p:childTnLst>
                                    </p:cTn>
                                  </p:par>
                                  <p:par>
                                    <p:cTn id="35" presetID="53" presetClass="entr" presetSubtype="16" fill="hold" grpId="0" nodeType="withEffect">
                                      <p:stCondLst>
                                        <p:cond delay="0"/>
                                      </p:stCondLst>
                                      <p:childTnLst>
                                        <p:set>
                                          <p:cBhvr>
                                            <p:cTn id="36" dur="1" fill="hold">
                                              <p:stCondLst>
                                                <p:cond delay="0"/>
                                              </p:stCondLst>
                                            </p:cTn>
                                            <p:tgtEl>
                                              <p:spTgt spid="452"/>
                                            </p:tgtEl>
                                            <p:attrNameLst>
                                              <p:attrName>style.visibility</p:attrName>
                                            </p:attrNameLst>
                                          </p:cBhvr>
                                          <p:to>
                                            <p:strVal val="visible"/>
                                          </p:to>
                                        </p:set>
                                        <p:anim calcmode="lin" valueType="num">
                                          <p:cBhvr>
                                            <p:cTn id="37" dur="500" fill="hold"/>
                                            <p:tgtEl>
                                              <p:spTgt spid="452"/>
                                            </p:tgtEl>
                                            <p:attrNameLst>
                                              <p:attrName>ppt_w</p:attrName>
                                            </p:attrNameLst>
                                          </p:cBhvr>
                                          <p:tavLst>
                                            <p:tav tm="0">
                                              <p:val>
                                                <p:fltVal val="0"/>
                                              </p:val>
                                            </p:tav>
                                            <p:tav tm="100000">
                                              <p:val>
                                                <p:strVal val="#ppt_w"/>
                                              </p:val>
                                            </p:tav>
                                          </p:tavLst>
                                        </p:anim>
                                        <p:anim calcmode="lin" valueType="num">
                                          <p:cBhvr>
                                            <p:cTn id="38" dur="500" fill="hold"/>
                                            <p:tgtEl>
                                              <p:spTgt spid="452"/>
                                            </p:tgtEl>
                                            <p:attrNameLst>
                                              <p:attrName>ppt_h</p:attrName>
                                            </p:attrNameLst>
                                          </p:cBhvr>
                                          <p:tavLst>
                                            <p:tav tm="0">
                                              <p:val>
                                                <p:fltVal val="0"/>
                                              </p:val>
                                            </p:tav>
                                            <p:tav tm="100000">
                                              <p:val>
                                                <p:strVal val="#ppt_h"/>
                                              </p:val>
                                            </p:tav>
                                          </p:tavLst>
                                        </p:anim>
                                        <p:animEffect transition="in" filter="fade">
                                          <p:cBhvr>
                                            <p:cTn id="39" dur="500"/>
                                            <p:tgtEl>
                                              <p:spTgt spid="452"/>
                                            </p:tgtEl>
                                          </p:cBhvr>
                                        </p:animEffect>
                                      </p:childTnLst>
                                    </p:cTn>
                                  </p:par>
                                  <p:par>
                                    <p:cTn id="40" presetID="53" presetClass="entr" presetSubtype="16" fill="hold" grpId="0" nodeType="withEffect">
                                      <p:stCondLst>
                                        <p:cond delay="0"/>
                                      </p:stCondLst>
                                      <p:childTnLst>
                                        <p:set>
                                          <p:cBhvr>
                                            <p:cTn id="41" dur="1" fill="hold">
                                              <p:stCondLst>
                                                <p:cond delay="0"/>
                                              </p:stCondLst>
                                            </p:cTn>
                                            <p:tgtEl>
                                              <p:spTgt spid="466"/>
                                            </p:tgtEl>
                                            <p:attrNameLst>
                                              <p:attrName>style.visibility</p:attrName>
                                            </p:attrNameLst>
                                          </p:cBhvr>
                                          <p:to>
                                            <p:strVal val="visible"/>
                                          </p:to>
                                        </p:set>
                                        <p:anim calcmode="lin" valueType="num">
                                          <p:cBhvr>
                                            <p:cTn id="42" dur="500" fill="hold"/>
                                            <p:tgtEl>
                                              <p:spTgt spid="466"/>
                                            </p:tgtEl>
                                            <p:attrNameLst>
                                              <p:attrName>ppt_w</p:attrName>
                                            </p:attrNameLst>
                                          </p:cBhvr>
                                          <p:tavLst>
                                            <p:tav tm="0">
                                              <p:val>
                                                <p:fltVal val="0"/>
                                              </p:val>
                                            </p:tav>
                                            <p:tav tm="100000">
                                              <p:val>
                                                <p:strVal val="#ppt_w"/>
                                              </p:val>
                                            </p:tav>
                                          </p:tavLst>
                                        </p:anim>
                                        <p:anim calcmode="lin" valueType="num">
                                          <p:cBhvr>
                                            <p:cTn id="43" dur="500" fill="hold"/>
                                            <p:tgtEl>
                                              <p:spTgt spid="466"/>
                                            </p:tgtEl>
                                            <p:attrNameLst>
                                              <p:attrName>ppt_h</p:attrName>
                                            </p:attrNameLst>
                                          </p:cBhvr>
                                          <p:tavLst>
                                            <p:tav tm="0">
                                              <p:val>
                                                <p:fltVal val="0"/>
                                              </p:val>
                                            </p:tav>
                                            <p:tav tm="100000">
                                              <p:val>
                                                <p:strVal val="#ppt_h"/>
                                              </p:val>
                                            </p:tav>
                                          </p:tavLst>
                                        </p:anim>
                                        <p:animEffect transition="in" filter="fade">
                                          <p:cBhvr>
                                            <p:cTn id="44" dur="500"/>
                                            <p:tgtEl>
                                              <p:spTgt spid="466"/>
                                            </p:tgtEl>
                                          </p:cBhvr>
                                        </p:animEffect>
                                      </p:childTnLst>
                                    </p:cTn>
                                  </p:par>
                                  <p:par>
                                    <p:cTn id="45" presetID="53" presetClass="entr" presetSubtype="16" fill="hold" grpId="0" nodeType="withEffect">
                                      <p:stCondLst>
                                        <p:cond delay="0"/>
                                      </p:stCondLst>
                                      <p:childTnLst>
                                        <p:set>
                                          <p:cBhvr>
                                            <p:cTn id="46" dur="1" fill="hold">
                                              <p:stCondLst>
                                                <p:cond delay="0"/>
                                              </p:stCondLst>
                                            </p:cTn>
                                            <p:tgtEl>
                                              <p:spTgt spid="467"/>
                                            </p:tgtEl>
                                            <p:attrNameLst>
                                              <p:attrName>style.visibility</p:attrName>
                                            </p:attrNameLst>
                                          </p:cBhvr>
                                          <p:to>
                                            <p:strVal val="visible"/>
                                          </p:to>
                                        </p:set>
                                        <p:anim calcmode="lin" valueType="num">
                                          <p:cBhvr>
                                            <p:cTn id="47" dur="500" fill="hold"/>
                                            <p:tgtEl>
                                              <p:spTgt spid="467"/>
                                            </p:tgtEl>
                                            <p:attrNameLst>
                                              <p:attrName>ppt_w</p:attrName>
                                            </p:attrNameLst>
                                          </p:cBhvr>
                                          <p:tavLst>
                                            <p:tav tm="0">
                                              <p:val>
                                                <p:fltVal val="0"/>
                                              </p:val>
                                            </p:tav>
                                            <p:tav tm="100000">
                                              <p:val>
                                                <p:strVal val="#ppt_w"/>
                                              </p:val>
                                            </p:tav>
                                          </p:tavLst>
                                        </p:anim>
                                        <p:anim calcmode="lin" valueType="num">
                                          <p:cBhvr>
                                            <p:cTn id="48" dur="500" fill="hold"/>
                                            <p:tgtEl>
                                              <p:spTgt spid="467"/>
                                            </p:tgtEl>
                                            <p:attrNameLst>
                                              <p:attrName>ppt_h</p:attrName>
                                            </p:attrNameLst>
                                          </p:cBhvr>
                                          <p:tavLst>
                                            <p:tav tm="0">
                                              <p:val>
                                                <p:fltVal val="0"/>
                                              </p:val>
                                            </p:tav>
                                            <p:tav tm="100000">
                                              <p:val>
                                                <p:strVal val="#ppt_h"/>
                                              </p:val>
                                            </p:tav>
                                          </p:tavLst>
                                        </p:anim>
                                        <p:animEffect transition="in" filter="fade">
                                          <p:cBhvr>
                                            <p:cTn id="49" dur="500"/>
                                            <p:tgtEl>
                                              <p:spTgt spid="467"/>
                                            </p:tgtEl>
                                          </p:cBhvr>
                                        </p:animEffect>
                                      </p:childTnLst>
                                    </p:cTn>
                                  </p:par>
                                  <p:par>
                                    <p:cTn id="50" presetID="53" presetClass="entr" presetSubtype="16" fill="hold" grpId="0" nodeType="withEffect">
                                      <p:stCondLst>
                                        <p:cond delay="0"/>
                                      </p:stCondLst>
                                      <p:childTnLst>
                                        <p:set>
                                          <p:cBhvr>
                                            <p:cTn id="51" dur="1" fill="hold">
                                              <p:stCondLst>
                                                <p:cond delay="0"/>
                                              </p:stCondLst>
                                            </p:cTn>
                                            <p:tgtEl>
                                              <p:spTgt spid="468"/>
                                            </p:tgtEl>
                                            <p:attrNameLst>
                                              <p:attrName>style.visibility</p:attrName>
                                            </p:attrNameLst>
                                          </p:cBhvr>
                                          <p:to>
                                            <p:strVal val="visible"/>
                                          </p:to>
                                        </p:set>
                                        <p:anim calcmode="lin" valueType="num">
                                          <p:cBhvr>
                                            <p:cTn id="52" dur="500" fill="hold"/>
                                            <p:tgtEl>
                                              <p:spTgt spid="468"/>
                                            </p:tgtEl>
                                            <p:attrNameLst>
                                              <p:attrName>ppt_w</p:attrName>
                                            </p:attrNameLst>
                                          </p:cBhvr>
                                          <p:tavLst>
                                            <p:tav tm="0">
                                              <p:val>
                                                <p:fltVal val="0"/>
                                              </p:val>
                                            </p:tav>
                                            <p:tav tm="100000">
                                              <p:val>
                                                <p:strVal val="#ppt_w"/>
                                              </p:val>
                                            </p:tav>
                                          </p:tavLst>
                                        </p:anim>
                                        <p:anim calcmode="lin" valueType="num">
                                          <p:cBhvr>
                                            <p:cTn id="53" dur="500" fill="hold"/>
                                            <p:tgtEl>
                                              <p:spTgt spid="468"/>
                                            </p:tgtEl>
                                            <p:attrNameLst>
                                              <p:attrName>ppt_h</p:attrName>
                                            </p:attrNameLst>
                                          </p:cBhvr>
                                          <p:tavLst>
                                            <p:tav tm="0">
                                              <p:val>
                                                <p:fltVal val="0"/>
                                              </p:val>
                                            </p:tav>
                                            <p:tav tm="100000">
                                              <p:val>
                                                <p:strVal val="#ppt_h"/>
                                              </p:val>
                                            </p:tav>
                                          </p:tavLst>
                                        </p:anim>
                                        <p:animEffect transition="in" filter="fade">
                                          <p:cBhvr>
                                            <p:cTn id="54" dur="500"/>
                                            <p:tgtEl>
                                              <p:spTgt spid="468"/>
                                            </p:tgtEl>
                                          </p:cBhvr>
                                        </p:animEffect>
                                      </p:childTnLst>
                                    </p:cTn>
                                  </p:par>
                                  <p:par>
                                    <p:cTn id="55" presetID="53" presetClass="entr" presetSubtype="16" fill="hold" grpId="0" nodeType="withEffect">
                                      <p:stCondLst>
                                        <p:cond delay="0"/>
                                      </p:stCondLst>
                                      <p:childTnLst>
                                        <p:set>
                                          <p:cBhvr>
                                            <p:cTn id="56" dur="1" fill="hold">
                                              <p:stCondLst>
                                                <p:cond delay="0"/>
                                              </p:stCondLst>
                                            </p:cTn>
                                            <p:tgtEl>
                                              <p:spTgt spid="469"/>
                                            </p:tgtEl>
                                            <p:attrNameLst>
                                              <p:attrName>style.visibility</p:attrName>
                                            </p:attrNameLst>
                                          </p:cBhvr>
                                          <p:to>
                                            <p:strVal val="visible"/>
                                          </p:to>
                                        </p:set>
                                        <p:anim calcmode="lin" valueType="num">
                                          <p:cBhvr>
                                            <p:cTn id="57" dur="500" fill="hold"/>
                                            <p:tgtEl>
                                              <p:spTgt spid="469"/>
                                            </p:tgtEl>
                                            <p:attrNameLst>
                                              <p:attrName>ppt_w</p:attrName>
                                            </p:attrNameLst>
                                          </p:cBhvr>
                                          <p:tavLst>
                                            <p:tav tm="0">
                                              <p:val>
                                                <p:fltVal val="0"/>
                                              </p:val>
                                            </p:tav>
                                            <p:tav tm="100000">
                                              <p:val>
                                                <p:strVal val="#ppt_w"/>
                                              </p:val>
                                            </p:tav>
                                          </p:tavLst>
                                        </p:anim>
                                        <p:anim calcmode="lin" valueType="num">
                                          <p:cBhvr>
                                            <p:cTn id="58" dur="500" fill="hold"/>
                                            <p:tgtEl>
                                              <p:spTgt spid="469"/>
                                            </p:tgtEl>
                                            <p:attrNameLst>
                                              <p:attrName>ppt_h</p:attrName>
                                            </p:attrNameLst>
                                          </p:cBhvr>
                                          <p:tavLst>
                                            <p:tav tm="0">
                                              <p:val>
                                                <p:fltVal val="0"/>
                                              </p:val>
                                            </p:tav>
                                            <p:tav tm="100000">
                                              <p:val>
                                                <p:strVal val="#ppt_h"/>
                                              </p:val>
                                            </p:tav>
                                          </p:tavLst>
                                        </p:anim>
                                        <p:animEffect transition="in" filter="fade">
                                          <p:cBhvr>
                                            <p:cTn id="59" dur="500"/>
                                            <p:tgtEl>
                                              <p:spTgt spid="469"/>
                                            </p:tgtEl>
                                          </p:cBhvr>
                                        </p:animEffect>
                                      </p:childTnLst>
                                    </p:cTn>
                                  </p:par>
                                  <p:par>
                                    <p:cTn id="60" presetID="53" presetClass="entr" presetSubtype="16" fill="hold" grpId="0" nodeType="withEffect">
                                      <p:stCondLst>
                                        <p:cond delay="0"/>
                                      </p:stCondLst>
                                      <p:childTnLst>
                                        <p:set>
                                          <p:cBhvr>
                                            <p:cTn id="61" dur="1" fill="hold">
                                              <p:stCondLst>
                                                <p:cond delay="0"/>
                                              </p:stCondLst>
                                            </p:cTn>
                                            <p:tgtEl>
                                              <p:spTgt spid="470"/>
                                            </p:tgtEl>
                                            <p:attrNameLst>
                                              <p:attrName>style.visibility</p:attrName>
                                            </p:attrNameLst>
                                          </p:cBhvr>
                                          <p:to>
                                            <p:strVal val="visible"/>
                                          </p:to>
                                        </p:set>
                                        <p:anim calcmode="lin" valueType="num">
                                          <p:cBhvr>
                                            <p:cTn id="62" dur="500" fill="hold"/>
                                            <p:tgtEl>
                                              <p:spTgt spid="470"/>
                                            </p:tgtEl>
                                            <p:attrNameLst>
                                              <p:attrName>ppt_w</p:attrName>
                                            </p:attrNameLst>
                                          </p:cBhvr>
                                          <p:tavLst>
                                            <p:tav tm="0">
                                              <p:val>
                                                <p:fltVal val="0"/>
                                              </p:val>
                                            </p:tav>
                                            <p:tav tm="100000">
                                              <p:val>
                                                <p:strVal val="#ppt_w"/>
                                              </p:val>
                                            </p:tav>
                                          </p:tavLst>
                                        </p:anim>
                                        <p:anim calcmode="lin" valueType="num">
                                          <p:cBhvr>
                                            <p:cTn id="63" dur="500" fill="hold"/>
                                            <p:tgtEl>
                                              <p:spTgt spid="470"/>
                                            </p:tgtEl>
                                            <p:attrNameLst>
                                              <p:attrName>ppt_h</p:attrName>
                                            </p:attrNameLst>
                                          </p:cBhvr>
                                          <p:tavLst>
                                            <p:tav tm="0">
                                              <p:val>
                                                <p:fltVal val="0"/>
                                              </p:val>
                                            </p:tav>
                                            <p:tav tm="100000">
                                              <p:val>
                                                <p:strVal val="#ppt_h"/>
                                              </p:val>
                                            </p:tav>
                                          </p:tavLst>
                                        </p:anim>
                                        <p:animEffect transition="in" filter="fade">
                                          <p:cBhvr>
                                            <p:cTn id="64" dur="500"/>
                                            <p:tgtEl>
                                              <p:spTgt spid="470"/>
                                            </p:tgtEl>
                                          </p:cBhvr>
                                        </p:animEffect>
                                      </p:childTnLst>
                                    </p:cTn>
                                  </p:par>
                                  <p:par>
                                    <p:cTn id="65" presetID="53" presetClass="entr" presetSubtype="16" fill="hold" grpId="0" nodeType="withEffect">
                                      <p:stCondLst>
                                        <p:cond delay="0"/>
                                      </p:stCondLst>
                                      <p:childTnLst>
                                        <p:set>
                                          <p:cBhvr>
                                            <p:cTn id="66" dur="1" fill="hold">
                                              <p:stCondLst>
                                                <p:cond delay="0"/>
                                              </p:stCondLst>
                                            </p:cTn>
                                            <p:tgtEl>
                                              <p:spTgt spid="471"/>
                                            </p:tgtEl>
                                            <p:attrNameLst>
                                              <p:attrName>style.visibility</p:attrName>
                                            </p:attrNameLst>
                                          </p:cBhvr>
                                          <p:to>
                                            <p:strVal val="visible"/>
                                          </p:to>
                                        </p:set>
                                        <p:anim calcmode="lin" valueType="num">
                                          <p:cBhvr>
                                            <p:cTn id="67" dur="500" fill="hold"/>
                                            <p:tgtEl>
                                              <p:spTgt spid="471"/>
                                            </p:tgtEl>
                                            <p:attrNameLst>
                                              <p:attrName>ppt_w</p:attrName>
                                            </p:attrNameLst>
                                          </p:cBhvr>
                                          <p:tavLst>
                                            <p:tav tm="0">
                                              <p:val>
                                                <p:fltVal val="0"/>
                                              </p:val>
                                            </p:tav>
                                            <p:tav tm="100000">
                                              <p:val>
                                                <p:strVal val="#ppt_w"/>
                                              </p:val>
                                            </p:tav>
                                          </p:tavLst>
                                        </p:anim>
                                        <p:anim calcmode="lin" valueType="num">
                                          <p:cBhvr>
                                            <p:cTn id="68" dur="500" fill="hold"/>
                                            <p:tgtEl>
                                              <p:spTgt spid="471"/>
                                            </p:tgtEl>
                                            <p:attrNameLst>
                                              <p:attrName>ppt_h</p:attrName>
                                            </p:attrNameLst>
                                          </p:cBhvr>
                                          <p:tavLst>
                                            <p:tav tm="0">
                                              <p:val>
                                                <p:fltVal val="0"/>
                                              </p:val>
                                            </p:tav>
                                            <p:tav tm="100000">
                                              <p:val>
                                                <p:strVal val="#ppt_h"/>
                                              </p:val>
                                            </p:tav>
                                          </p:tavLst>
                                        </p:anim>
                                        <p:animEffect transition="in" filter="fade">
                                          <p:cBhvr>
                                            <p:cTn id="69" dur="500"/>
                                            <p:tgtEl>
                                              <p:spTgt spid="471"/>
                                            </p:tgtEl>
                                          </p:cBhvr>
                                        </p:animEffect>
                                      </p:childTnLst>
                                    </p:cTn>
                                  </p:par>
                                  <p:par>
                                    <p:cTn id="70" presetID="53" presetClass="entr" presetSubtype="16" fill="hold" grpId="0" nodeType="withEffect">
                                      <p:stCondLst>
                                        <p:cond delay="0"/>
                                      </p:stCondLst>
                                      <p:childTnLst>
                                        <p:set>
                                          <p:cBhvr>
                                            <p:cTn id="71" dur="1" fill="hold">
                                              <p:stCondLst>
                                                <p:cond delay="0"/>
                                              </p:stCondLst>
                                            </p:cTn>
                                            <p:tgtEl>
                                              <p:spTgt spid="472"/>
                                            </p:tgtEl>
                                            <p:attrNameLst>
                                              <p:attrName>style.visibility</p:attrName>
                                            </p:attrNameLst>
                                          </p:cBhvr>
                                          <p:to>
                                            <p:strVal val="visible"/>
                                          </p:to>
                                        </p:set>
                                        <p:anim calcmode="lin" valueType="num">
                                          <p:cBhvr>
                                            <p:cTn id="72" dur="500" fill="hold"/>
                                            <p:tgtEl>
                                              <p:spTgt spid="472"/>
                                            </p:tgtEl>
                                            <p:attrNameLst>
                                              <p:attrName>ppt_w</p:attrName>
                                            </p:attrNameLst>
                                          </p:cBhvr>
                                          <p:tavLst>
                                            <p:tav tm="0">
                                              <p:val>
                                                <p:fltVal val="0"/>
                                              </p:val>
                                            </p:tav>
                                            <p:tav tm="100000">
                                              <p:val>
                                                <p:strVal val="#ppt_w"/>
                                              </p:val>
                                            </p:tav>
                                          </p:tavLst>
                                        </p:anim>
                                        <p:anim calcmode="lin" valueType="num">
                                          <p:cBhvr>
                                            <p:cTn id="73" dur="500" fill="hold"/>
                                            <p:tgtEl>
                                              <p:spTgt spid="472"/>
                                            </p:tgtEl>
                                            <p:attrNameLst>
                                              <p:attrName>ppt_h</p:attrName>
                                            </p:attrNameLst>
                                          </p:cBhvr>
                                          <p:tavLst>
                                            <p:tav tm="0">
                                              <p:val>
                                                <p:fltVal val="0"/>
                                              </p:val>
                                            </p:tav>
                                            <p:tav tm="100000">
                                              <p:val>
                                                <p:strVal val="#ppt_h"/>
                                              </p:val>
                                            </p:tav>
                                          </p:tavLst>
                                        </p:anim>
                                        <p:animEffect transition="in" filter="fade">
                                          <p:cBhvr>
                                            <p:cTn id="74" dur="500"/>
                                            <p:tgtEl>
                                              <p:spTgt spid="472"/>
                                            </p:tgtEl>
                                          </p:cBhvr>
                                        </p:animEffect>
                                      </p:childTnLst>
                                    </p:cTn>
                                  </p:par>
                                  <p:par>
                                    <p:cTn id="75" presetID="53" presetClass="entr" presetSubtype="16" fill="hold" grpId="0" nodeType="withEffect">
                                      <p:stCondLst>
                                        <p:cond delay="0"/>
                                      </p:stCondLst>
                                      <p:childTnLst>
                                        <p:set>
                                          <p:cBhvr>
                                            <p:cTn id="76" dur="1" fill="hold">
                                              <p:stCondLst>
                                                <p:cond delay="0"/>
                                              </p:stCondLst>
                                            </p:cTn>
                                            <p:tgtEl>
                                              <p:spTgt spid="473"/>
                                            </p:tgtEl>
                                            <p:attrNameLst>
                                              <p:attrName>style.visibility</p:attrName>
                                            </p:attrNameLst>
                                          </p:cBhvr>
                                          <p:to>
                                            <p:strVal val="visible"/>
                                          </p:to>
                                        </p:set>
                                        <p:anim calcmode="lin" valueType="num">
                                          <p:cBhvr>
                                            <p:cTn id="77" dur="500" fill="hold"/>
                                            <p:tgtEl>
                                              <p:spTgt spid="473"/>
                                            </p:tgtEl>
                                            <p:attrNameLst>
                                              <p:attrName>ppt_w</p:attrName>
                                            </p:attrNameLst>
                                          </p:cBhvr>
                                          <p:tavLst>
                                            <p:tav tm="0">
                                              <p:val>
                                                <p:fltVal val="0"/>
                                              </p:val>
                                            </p:tav>
                                            <p:tav tm="100000">
                                              <p:val>
                                                <p:strVal val="#ppt_w"/>
                                              </p:val>
                                            </p:tav>
                                          </p:tavLst>
                                        </p:anim>
                                        <p:anim calcmode="lin" valueType="num">
                                          <p:cBhvr>
                                            <p:cTn id="78" dur="500" fill="hold"/>
                                            <p:tgtEl>
                                              <p:spTgt spid="473"/>
                                            </p:tgtEl>
                                            <p:attrNameLst>
                                              <p:attrName>ppt_h</p:attrName>
                                            </p:attrNameLst>
                                          </p:cBhvr>
                                          <p:tavLst>
                                            <p:tav tm="0">
                                              <p:val>
                                                <p:fltVal val="0"/>
                                              </p:val>
                                            </p:tav>
                                            <p:tav tm="100000">
                                              <p:val>
                                                <p:strVal val="#ppt_h"/>
                                              </p:val>
                                            </p:tav>
                                          </p:tavLst>
                                        </p:anim>
                                        <p:animEffect transition="in" filter="fade">
                                          <p:cBhvr>
                                            <p:cTn id="79" dur="500"/>
                                            <p:tgtEl>
                                              <p:spTgt spid="4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52" grpId="0" animBg="1"/>
          <p:bldP spid="463" grpId="0" animBg="1"/>
          <p:bldP spid="464" grpId="0" animBg="1"/>
          <p:bldP spid="465" grpId="0" animBg="1"/>
          <p:bldP spid="466" grpId="0"/>
          <p:bldP spid="467" grpId="0"/>
          <p:bldP spid="468" grpId="0"/>
          <p:bldP spid="469" grpId="0"/>
          <p:bldP spid="470" grpId="0"/>
          <p:bldP spid="471" grpId="0"/>
          <p:bldP spid="472" grpId="0"/>
          <p:bldP spid="473" grpId="0"/>
        </p:bldLst>
      </p:timing>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718097" y="215973"/>
            <a:ext cx="2794359" cy="584775"/>
          </a:xfrm>
          <a:prstGeom prst="rect">
            <a:avLst/>
          </a:prstGeom>
          <a:noFill/>
        </p:spPr>
        <p:txBody>
          <a:bodyPr wrap="square" rtlCol="0">
            <a:spAutoFit/>
          </a:bodyPr>
          <a:lstStyle/>
          <a:p>
            <a:r>
              <a:rPr lang="en-US" altLang="zh-CN" sz="3200" dirty="0" smtClean="0">
                <a:latin typeface="Senty小丸子" panose="03000600000000000000" pitchFamily="66" charset="-122"/>
                <a:ea typeface="Senty小丸子" panose="03000600000000000000" pitchFamily="66" charset="-122"/>
              </a:rPr>
              <a:t>03 </a:t>
            </a:r>
            <a:r>
              <a:rPr lang="zh-CN" altLang="en-US" sz="3200" dirty="0" smtClean="0">
                <a:latin typeface="Senty小丸子" panose="03000600000000000000" pitchFamily="66" charset="-122"/>
                <a:ea typeface="Senty小丸子" panose="03000600000000000000" pitchFamily="66" charset="-122"/>
              </a:rPr>
              <a:t>教学设计</a:t>
            </a:r>
            <a:endParaRPr lang="zh-CN" altLang="en-US" sz="3200" dirty="0">
              <a:latin typeface="Senty小丸子" panose="03000600000000000000" pitchFamily="66" charset="-122"/>
              <a:ea typeface="Senty小丸子" panose="03000600000000000000" pitchFamily="66" charset="-122"/>
            </a:endParaRPr>
          </a:p>
        </p:txBody>
      </p:sp>
      <p:grpSp>
        <p:nvGrpSpPr>
          <p:cNvPr id="3" name="Group 4"/>
          <p:cNvGrpSpPr>
            <a:grpSpLocks noChangeAspect="1"/>
          </p:cNvGrpSpPr>
          <p:nvPr/>
        </p:nvGrpSpPr>
        <p:grpSpPr bwMode="auto">
          <a:xfrm>
            <a:off x="145143" y="171426"/>
            <a:ext cx="439541" cy="518530"/>
            <a:chOff x="3082" y="1214"/>
            <a:chExt cx="1623" cy="1896"/>
          </a:xfrm>
          <a:solidFill>
            <a:schemeClr val="tx1"/>
          </a:solidFill>
        </p:grpSpPr>
        <p:grpSp>
          <p:nvGrpSpPr>
            <p:cNvPr id="4" name="Group 205"/>
            <p:cNvGrpSpPr/>
            <p:nvPr/>
          </p:nvGrpSpPr>
          <p:grpSpPr bwMode="auto">
            <a:xfrm>
              <a:off x="3082" y="1214"/>
              <a:ext cx="1623" cy="1603"/>
              <a:chOff x="3082" y="1214"/>
              <a:chExt cx="1623" cy="1603"/>
            </a:xfrm>
            <a:grpFill/>
          </p:grpSpPr>
          <p:sp>
            <p:nvSpPr>
              <p:cNvPr id="252" name="Freeform 5"/>
              <p:cNvSpPr/>
              <p:nvPr/>
            </p:nvSpPr>
            <p:spPr bwMode="auto">
              <a:xfrm>
                <a:off x="3608" y="2103"/>
                <a:ext cx="13" cy="0"/>
              </a:xfrm>
              <a:custGeom>
                <a:avLst/>
                <a:gdLst>
                  <a:gd name="T0" fmla="*/ 0 w 6"/>
                  <a:gd name="T1" fmla="*/ 6 w 6"/>
                  <a:gd name="T2" fmla="*/ 0 w 6"/>
                </a:gdLst>
                <a:ahLst/>
                <a:cxnLst>
                  <a:cxn ang="0">
                    <a:pos x="T0" y="0"/>
                  </a:cxn>
                  <a:cxn ang="0">
                    <a:pos x="T1" y="0"/>
                  </a:cxn>
                  <a:cxn ang="0">
                    <a:pos x="T2" y="0"/>
                  </a:cxn>
                </a:cxnLst>
                <a:rect l="0" t="0" r="r" b="b"/>
                <a:pathLst>
                  <a:path w="6">
                    <a:moveTo>
                      <a:pt x="0" y="0"/>
                    </a:moveTo>
                    <a:cubicBezTo>
                      <a:pt x="1" y="0"/>
                      <a:pt x="3" y="0"/>
                      <a:pt x="6" y="0"/>
                    </a:cubicBezTo>
                    <a:cubicBezTo>
                      <a:pt x="3" y="0"/>
                      <a:pt x="2"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3" name="Freeform 6"/>
              <p:cNvSpPr/>
              <p:nvPr/>
            </p:nvSpPr>
            <p:spPr bwMode="auto">
              <a:xfrm>
                <a:off x="3576" y="1893"/>
                <a:ext cx="5"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0" y="0"/>
                      <a:pt x="0" y="0"/>
                    </a:cubicBezTo>
                    <a:cubicBezTo>
                      <a:pt x="0" y="0"/>
                      <a:pt x="0" y="0"/>
                      <a:pt x="0" y="0"/>
                    </a:cubicBezTo>
                    <a:cubicBezTo>
                      <a:pt x="0" y="0"/>
                      <a:pt x="0" y="0"/>
                      <a:pt x="0" y="0"/>
                    </a:cubicBezTo>
                    <a:cubicBezTo>
                      <a:pt x="1" y="0"/>
                      <a:pt x="1" y="0"/>
                      <a:pt x="2" y="0"/>
                    </a:cubicBezTo>
                    <a:cubicBezTo>
                      <a:pt x="2" y="0"/>
                      <a:pt x="2" y="0"/>
                      <a:pt x="2"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4" name="Freeform 7"/>
              <p:cNvSpPr/>
              <p:nvPr/>
            </p:nvSpPr>
            <p:spPr bwMode="auto">
              <a:xfrm>
                <a:off x="3615" y="1903"/>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0"/>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5" name="Freeform 8"/>
              <p:cNvSpPr/>
              <p:nvPr/>
            </p:nvSpPr>
            <p:spPr bwMode="auto">
              <a:xfrm>
                <a:off x="3566" y="1893"/>
                <a:ext cx="6" cy="0"/>
              </a:xfrm>
              <a:custGeom>
                <a:avLst/>
                <a:gdLst>
                  <a:gd name="T0" fmla="*/ 3 w 3"/>
                  <a:gd name="T1" fmla="*/ 3 w 3"/>
                </a:gdLst>
                <a:ahLst/>
                <a:cxnLst>
                  <a:cxn ang="0">
                    <a:pos x="T0" y="0"/>
                  </a:cxn>
                  <a:cxn ang="0">
                    <a:pos x="T1" y="0"/>
                  </a:cxn>
                </a:cxnLst>
                <a:rect l="0" t="0" r="r" b="b"/>
                <a:pathLst>
                  <a:path w="3">
                    <a:moveTo>
                      <a:pt x="3" y="0"/>
                    </a:moveTo>
                    <a:cubicBezTo>
                      <a:pt x="0" y="0"/>
                      <a:pt x="1"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6" name="Freeform 9"/>
              <p:cNvSpPr/>
              <p:nvPr/>
            </p:nvSpPr>
            <p:spPr bwMode="auto">
              <a:xfrm>
                <a:off x="3820" y="2304"/>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7" name="Freeform 10"/>
              <p:cNvSpPr/>
              <p:nvPr/>
            </p:nvSpPr>
            <p:spPr bwMode="auto">
              <a:xfrm>
                <a:off x="3642" y="2209"/>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8" name="Freeform 11"/>
              <p:cNvSpPr/>
              <p:nvPr/>
            </p:nvSpPr>
            <p:spPr bwMode="auto">
              <a:xfrm>
                <a:off x="3549" y="2154"/>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0"/>
                      <a:pt x="1" y="1"/>
                      <a:pt x="1"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9" name="Freeform 12"/>
              <p:cNvSpPr/>
              <p:nvPr/>
            </p:nvSpPr>
            <p:spPr bwMode="auto">
              <a:xfrm>
                <a:off x="3610" y="1895"/>
                <a:ext cx="9" cy="8"/>
              </a:xfrm>
              <a:custGeom>
                <a:avLst/>
                <a:gdLst>
                  <a:gd name="T0" fmla="*/ 1 w 4"/>
                  <a:gd name="T1" fmla="*/ 1 h 4"/>
                  <a:gd name="T2" fmla="*/ 1 w 4"/>
                  <a:gd name="T3" fmla="*/ 2 h 4"/>
                  <a:gd name="T4" fmla="*/ 0 w 4"/>
                  <a:gd name="T5" fmla="*/ 2 h 4"/>
                  <a:gd name="T6" fmla="*/ 2 w 4"/>
                  <a:gd name="T7" fmla="*/ 4 h 4"/>
                  <a:gd name="T8" fmla="*/ 2 w 4"/>
                  <a:gd name="T9" fmla="*/ 2 h 4"/>
                  <a:gd name="T10" fmla="*/ 3 w 4"/>
                  <a:gd name="T11" fmla="*/ 1 h 4"/>
                  <a:gd name="T12" fmla="*/ 4 w 4"/>
                  <a:gd name="T13" fmla="*/ 0 h 4"/>
                  <a:gd name="T14" fmla="*/ 4 w 4"/>
                  <a:gd name="T15" fmla="*/ 0 h 4"/>
                  <a:gd name="T16" fmla="*/ 4 w 4"/>
                  <a:gd name="T17" fmla="*/ 0 h 4"/>
                  <a:gd name="T18" fmla="*/ 2 w 4"/>
                  <a:gd name="T19" fmla="*/ 0 h 4"/>
                  <a:gd name="T20" fmla="*/ 2 w 4"/>
                  <a:gd name="T21" fmla="*/ 0 h 4"/>
                  <a:gd name="T22" fmla="*/ 1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1" y="1"/>
                    </a:moveTo>
                    <a:cubicBezTo>
                      <a:pt x="1" y="2"/>
                      <a:pt x="1" y="2"/>
                      <a:pt x="1" y="2"/>
                    </a:cubicBezTo>
                    <a:cubicBezTo>
                      <a:pt x="1" y="2"/>
                      <a:pt x="0" y="2"/>
                      <a:pt x="0" y="2"/>
                    </a:cubicBezTo>
                    <a:cubicBezTo>
                      <a:pt x="1" y="2"/>
                      <a:pt x="2" y="3"/>
                      <a:pt x="2" y="4"/>
                    </a:cubicBezTo>
                    <a:cubicBezTo>
                      <a:pt x="2" y="3"/>
                      <a:pt x="2" y="3"/>
                      <a:pt x="2" y="2"/>
                    </a:cubicBezTo>
                    <a:cubicBezTo>
                      <a:pt x="3" y="1"/>
                      <a:pt x="3" y="1"/>
                      <a:pt x="3" y="1"/>
                    </a:cubicBezTo>
                    <a:cubicBezTo>
                      <a:pt x="4" y="0"/>
                      <a:pt x="4" y="0"/>
                      <a:pt x="4" y="0"/>
                    </a:cubicBezTo>
                    <a:cubicBezTo>
                      <a:pt x="4" y="0"/>
                      <a:pt x="4" y="0"/>
                      <a:pt x="4" y="0"/>
                    </a:cubicBezTo>
                    <a:cubicBezTo>
                      <a:pt x="4" y="0"/>
                      <a:pt x="4" y="0"/>
                      <a:pt x="4" y="0"/>
                    </a:cubicBezTo>
                    <a:cubicBezTo>
                      <a:pt x="3" y="0"/>
                      <a:pt x="2" y="0"/>
                      <a:pt x="2" y="0"/>
                    </a:cubicBezTo>
                    <a:cubicBezTo>
                      <a:pt x="2" y="0"/>
                      <a:pt x="2" y="0"/>
                      <a:pt x="2" y="0"/>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0" name="Freeform 13"/>
              <p:cNvSpPr/>
              <p:nvPr/>
            </p:nvSpPr>
            <p:spPr bwMode="auto">
              <a:xfrm>
                <a:off x="3926" y="1914"/>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1" name="Freeform 14"/>
              <p:cNvSpPr/>
              <p:nvPr/>
            </p:nvSpPr>
            <p:spPr bwMode="auto">
              <a:xfrm>
                <a:off x="3810" y="1774"/>
                <a:ext cx="2" cy="4"/>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0" y="2"/>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2" name="Freeform 15"/>
              <p:cNvSpPr/>
              <p:nvPr/>
            </p:nvSpPr>
            <p:spPr bwMode="auto">
              <a:xfrm>
                <a:off x="3846" y="2474"/>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3" name="Freeform 16"/>
              <p:cNvSpPr/>
              <p:nvPr/>
            </p:nvSpPr>
            <p:spPr bwMode="auto">
              <a:xfrm>
                <a:off x="3943" y="2546"/>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4" name="Freeform 17"/>
              <p:cNvSpPr/>
              <p:nvPr/>
            </p:nvSpPr>
            <p:spPr bwMode="auto">
              <a:xfrm>
                <a:off x="3846" y="2474"/>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5" name="Freeform 18"/>
              <p:cNvSpPr/>
              <p:nvPr/>
            </p:nvSpPr>
            <p:spPr bwMode="auto">
              <a:xfrm>
                <a:off x="4156" y="22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6" name="Freeform 19"/>
              <p:cNvSpPr/>
              <p:nvPr/>
            </p:nvSpPr>
            <p:spPr bwMode="auto">
              <a:xfrm>
                <a:off x="4056" y="2213"/>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7" name="Freeform 20"/>
              <p:cNvSpPr/>
              <p:nvPr/>
            </p:nvSpPr>
            <p:spPr bwMode="auto">
              <a:xfrm>
                <a:off x="3837" y="2470"/>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8" name="Freeform 21"/>
              <p:cNvSpPr/>
              <p:nvPr/>
            </p:nvSpPr>
            <p:spPr bwMode="auto">
              <a:xfrm>
                <a:off x="3954" y="2311"/>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9" name="Freeform 22"/>
              <p:cNvSpPr/>
              <p:nvPr/>
            </p:nvSpPr>
            <p:spPr bwMode="auto">
              <a:xfrm>
                <a:off x="3576" y="18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0" name="Freeform 23"/>
              <p:cNvSpPr/>
              <p:nvPr/>
            </p:nvSpPr>
            <p:spPr bwMode="auto">
              <a:xfrm>
                <a:off x="3281" y="254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1" name="Freeform 24"/>
              <p:cNvSpPr/>
              <p:nvPr/>
            </p:nvSpPr>
            <p:spPr bwMode="auto">
              <a:xfrm>
                <a:off x="3364" y="2470"/>
                <a:ext cx="2" cy="4"/>
              </a:xfrm>
              <a:custGeom>
                <a:avLst/>
                <a:gdLst>
                  <a:gd name="T0" fmla="*/ 1 w 1"/>
                  <a:gd name="T1" fmla="*/ 2 h 2"/>
                  <a:gd name="T2" fmla="*/ 1 w 1"/>
                  <a:gd name="T3" fmla="*/ 1 h 2"/>
                  <a:gd name="T4" fmla="*/ 1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0" y="0"/>
                      <a:pt x="1" y="1"/>
                      <a:pt x="1" y="1"/>
                    </a:cubicBezTo>
                    <a:cubicBezTo>
                      <a:pt x="1" y="1"/>
                      <a:pt x="1"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2" name="Freeform 25"/>
              <p:cNvSpPr/>
              <p:nvPr/>
            </p:nvSpPr>
            <p:spPr bwMode="auto">
              <a:xfrm>
                <a:off x="3360" y="2470"/>
                <a:ext cx="2"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3" name="Freeform 26"/>
              <p:cNvSpPr/>
              <p:nvPr/>
            </p:nvSpPr>
            <p:spPr bwMode="auto">
              <a:xfrm>
                <a:off x="3353" y="2470"/>
                <a:ext cx="3" cy="4"/>
              </a:xfrm>
              <a:custGeom>
                <a:avLst/>
                <a:gdLst>
                  <a:gd name="T0" fmla="*/ 1 w 1"/>
                  <a:gd name="T1" fmla="*/ 2 h 2"/>
                  <a:gd name="T2" fmla="*/ 0 w 1"/>
                  <a:gd name="T3" fmla="*/ 1 h 2"/>
                  <a:gd name="T4" fmla="*/ 1 w 1"/>
                  <a:gd name="T5" fmla="*/ 2 h 2"/>
                </a:gdLst>
                <a:ahLst/>
                <a:cxnLst>
                  <a:cxn ang="0">
                    <a:pos x="T0" y="T1"/>
                  </a:cxn>
                  <a:cxn ang="0">
                    <a:pos x="T2" y="T3"/>
                  </a:cxn>
                  <a:cxn ang="0">
                    <a:pos x="T4" y="T5"/>
                  </a:cxn>
                </a:cxnLst>
                <a:rect l="0" t="0" r="r" b="b"/>
                <a:pathLst>
                  <a:path w="1" h="2">
                    <a:moveTo>
                      <a:pt x="1" y="2"/>
                    </a:moveTo>
                    <a:cubicBezTo>
                      <a:pt x="0" y="0"/>
                      <a:pt x="1" y="1"/>
                      <a:pt x="0" y="1"/>
                    </a:cubicBezTo>
                    <a:cubicBezTo>
                      <a:pt x="1" y="1"/>
                      <a:pt x="1"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4" name="Freeform 27"/>
              <p:cNvSpPr/>
              <p:nvPr/>
            </p:nvSpPr>
            <p:spPr bwMode="auto">
              <a:xfrm>
                <a:off x="3392" y="2482"/>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1"/>
                      <a:pt x="1" y="1"/>
                    </a:cubicBezTo>
                    <a:cubicBezTo>
                      <a:pt x="0" y="0"/>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5" name="Freeform 28"/>
              <p:cNvSpPr/>
              <p:nvPr/>
            </p:nvSpPr>
            <p:spPr bwMode="auto">
              <a:xfrm>
                <a:off x="3390" y="2480"/>
                <a:ext cx="2" cy="7"/>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0"/>
                      <a:pt x="0" y="0"/>
                      <a:pt x="0" y="0"/>
                    </a:cubicBezTo>
                    <a:cubicBezTo>
                      <a:pt x="0" y="2"/>
                      <a:pt x="1" y="2"/>
                      <a:pt x="1"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6" name="Freeform 29"/>
              <p:cNvSpPr/>
              <p:nvPr/>
            </p:nvSpPr>
            <p:spPr bwMode="auto">
              <a:xfrm>
                <a:off x="3341" y="2474"/>
                <a:ext cx="2" cy="4"/>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1"/>
                      <a:pt x="1" y="1"/>
                      <a:pt x="1" y="2"/>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7" name="Freeform 30"/>
              <p:cNvSpPr/>
              <p:nvPr/>
            </p:nvSpPr>
            <p:spPr bwMode="auto">
              <a:xfrm>
                <a:off x="3822" y="2279"/>
                <a:ext cx="5" cy="4"/>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0" y="1"/>
                      <a:pt x="0" y="1"/>
                    </a:cubicBezTo>
                    <a:cubicBezTo>
                      <a:pt x="0" y="2"/>
                      <a:pt x="0" y="2"/>
                      <a:pt x="0" y="2"/>
                    </a:cubicBezTo>
                    <a:cubicBezTo>
                      <a:pt x="1" y="1"/>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8" name="Freeform 31"/>
              <p:cNvSpPr/>
              <p:nvPr/>
            </p:nvSpPr>
            <p:spPr bwMode="auto">
              <a:xfrm>
                <a:off x="3292" y="2529"/>
                <a:ext cx="2" cy="2"/>
              </a:xfrm>
              <a:custGeom>
                <a:avLst/>
                <a:gdLst>
                  <a:gd name="T0" fmla="*/ 2 w 2"/>
                  <a:gd name="T1" fmla="*/ 2 h 2"/>
                  <a:gd name="T2" fmla="*/ 0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0" y="0"/>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9" name="Freeform 32"/>
              <p:cNvSpPr/>
              <p:nvPr/>
            </p:nvSpPr>
            <p:spPr bwMode="auto">
              <a:xfrm>
                <a:off x="3699" y="2796"/>
                <a:ext cx="7" cy="5"/>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3" y="1"/>
                      <a:pt x="2" y="0"/>
                      <a:pt x="2" y="0"/>
                    </a:cubicBezTo>
                    <a:cubicBezTo>
                      <a:pt x="0" y="0"/>
                      <a:pt x="3"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0" name="Freeform 33"/>
              <p:cNvSpPr/>
              <p:nvPr/>
            </p:nvSpPr>
            <p:spPr bwMode="auto">
              <a:xfrm>
                <a:off x="4616" y="1870"/>
                <a:ext cx="2"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1" name="Freeform 34"/>
              <p:cNvSpPr/>
              <p:nvPr/>
            </p:nvSpPr>
            <p:spPr bwMode="auto">
              <a:xfrm>
                <a:off x="3262" y="2567"/>
                <a:ext cx="4" cy="4"/>
              </a:xfrm>
              <a:custGeom>
                <a:avLst/>
                <a:gdLst>
                  <a:gd name="T0" fmla="*/ 0 w 4"/>
                  <a:gd name="T1" fmla="*/ 2 h 4"/>
                  <a:gd name="T2" fmla="*/ 4 w 4"/>
                  <a:gd name="T3" fmla="*/ 4 h 4"/>
                  <a:gd name="T4" fmla="*/ 0 w 4"/>
                  <a:gd name="T5" fmla="*/ 0 h 4"/>
                  <a:gd name="T6" fmla="*/ 0 w 4"/>
                  <a:gd name="T7" fmla="*/ 2 h 4"/>
                </a:gdLst>
                <a:ahLst/>
                <a:cxnLst>
                  <a:cxn ang="0">
                    <a:pos x="T0" y="T1"/>
                  </a:cxn>
                  <a:cxn ang="0">
                    <a:pos x="T2" y="T3"/>
                  </a:cxn>
                  <a:cxn ang="0">
                    <a:pos x="T4" y="T5"/>
                  </a:cxn>
                  <a:cxn ang="0">
                    <a:pos x="T6" y="T7"/>
                  </a:cxn>
                </a:cxnLst>
                <a:rect l="0" t="0" r="r" b="b"/>
                <a:pathLst>
                  <a:path w="4" h="4">
                    <a:moveTo>
                      <a:pt x="0" y="2"/>
                    </a:moveTo>
                    <a:lnTo>
                      <a:pt x="4" y="4"/>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2" name="Freeform 35"/>
              <p:cNvSpPr/>
              <p:nvPr/>
            </p:nvSpPr>
            <p:spPr bwMode="auto">
              <a:xfrm>
                <a:off x="3570" y="1893"/>
                <a:ext cx="6" cy="6"/>
              </a:xfrm>
              <a:custGeom>
                <a:avLst/>
                <a:gdLst>
                  <a:gd name="T0" fmla="*/ 1 w 3"/>
                  <a:gd name="T1" fmla="*/ 0 h 3"/>
                  <a:gd name="T2" fmla="*/ 1 w 3"/>
                  <a:gd name="T3" fmla="*/ 0 h 3"/>
                  <a:gd name="T4" fmla="*/ 1 w 3"/>
                  <a:gd name="T5" fmla="*/ 0 h 3"/>
                  <a:gd name="T6" fmla="*/ 1 w 3"/>
                  <a:gd name="T7" fmla="*/ 0 h 3"/>
                  <a:gd name="T8" fmla="*/ 1 w 3"/>
                  <a:gd name="T9" fmla="*/ 0 h 3"/>
                  <a:gd name="T10" fmla="*/ 2 w 3"/>
                  <a:gd name="T11" fmla="*/ 1 h 3"/>
                  <a:gd name="T12" fmla="*/ 0 w 3"/>
                  <a:gd name="T13" fmla="*/ 2 h 3"/>
                  <a:gd name="T14" fmla="*/ 2 w 3"/>
                  <a:gd name="T15" fmla="*/ 2 h 3"/>
                  <a:gd name="T16" fmla="*/ 3 w 3"/>
                  <a:gd name="T17" fmla="*/ 0 h 3"/>
                  <a:gd name="T18" fmla="*/ 1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1" y="0"/>
                    </a:moveTo>
                    <a:cubicBezTo>
                      <a:pt x="1" y="0"/>
                      <a:pt x="1" y="0"/>
                      <a:pt x="1" y="0"/>
                    </a:cubicBezTo>
                    <a:cubicBezTo>
                      <a:pt x="1" y="0"/>
                      <a:pt x="1" y="0"/>
                      <a:pt x="1" y="0"/>
                    </a:cubicBezTo>
                    <a:cubicBezTo>
                      <a:pt x="1" y="0"/>
                      <a:pt x="1" y="0"/>
                      <a:pt x="1" y="0"/>
                    </a:cubicBezTo>
                    <a:cubicBezTo>
                      <a:pt x="1" y="0"/>
                      <a:pt x="1" y="0"/>
                      <a:pt x="1" y="0"/>
                    </a:cubicBezTo>
                    <a:cubicBezTo>
                      <a:pt x="2" y="1"/>
                      <a:pt x="2" y="1"/>
                      <a:pt x="2" y="1"/>
                    </a:cubicBezTo>
                    <a:cubicBezTo>
                      <a:pt x="1" y="2"/>
                      <a:pt x="0" y="0"/>
                      <a:pt x="0" y="2"/>
                    </a:cubicBezTo>
                    <a:cubicBezTo>
                      <a:pt x="0" y="3"/>
                      <a:pt x="1" y="3"/>
                      <a:pt x="2" y="2"/>
                    </a:cubicBezTo>
                    <a:cubicBezTo>
                      <a:pt x="3" y="0"/>
                      <a:pt x="3" y="0"/>
                      <a:pt x="3" y="0"/>
                    </a:cubicBezTo>
                    <a:cubicBezTo>
                      <a:pt x="3"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3" name="Freeform 36"/>
              <p:cNvSpPr/>
              <p:nvPr/>
            </p:nvSpPr>
            <p:spPr bwMode="auto">
              <a:xfrm>
                <a:off x="3207" y="2465"/>
                <a:ext cx="183" cy="174"/>
              </a:xfrm>
              <a:custGeom>
                <a:avLst/>
                <a:gdLst>
                  <a:gd name="T0" fmla="*/ 83 w 86"/>
                  <a:gd name="T1" fmla="*/ 5 h 82"/>
                  <a:gd name="T2" fmla="*/ 80 w 86"/>
                  <a:gd name="T3" fmla="*/ 4 h 82"/>
                  <a:gd name="T4" fmla="*/ 77 w 86"/>
                  <a:gd name="T5" fmla="*/ 8 h 82"/>
                  <a:gd name="T6" fmla="*/ 76 w 86"/>
                  <a:gd name="T7" fmla="*/ 6 h 82"/>
                  <a:gd name="T8" fmla="*/ 72 w 86"/>
                  <a:gd name="T9" fmla="*/ 7 h 82"/>
                  <a:gd name="T10" fmla="*/ 70 w 86"/>
                  <a:gd name="T11" fmla="*/ 4 h 82"/>
                  <a:gd name="T12" fmla="*/ 67 w 86"/>
                  <a:gd name="T13" fmla="*/ 1 h 82"/>
                  <a:gd name="T14" fmla="*/ 68 w 86"/>
                  <a:gd name="T15" fmla="*/ 6 h 82"/>
                  <a:gd name="T16" fmla="*/ 70 w 86"/>
                  <a:gd name="T17" fmla="*/ 10 h 82"/>
                  <a:gd name="T18" fmla="*/ 65 w 86"/>
                  <a:gd name="T19" fmla="*/ 6 h 82"/>
                  <a:gd name="T20" fmla="*/ 65 w 86"/>
                  <a:gd name="T21" fmla="*/ 8 h 82"/>
                  <a:gd name="T22" fmla="*/ 62 w 86"/>
                  <a:gd name="T23" fmla="*/ 6 h 82"/>
                  <a:gd name="T24" fmla="*/ 61 w 86"/>
                  <a:gd name="T25" fmla="*/ 8 h 82"/>
                  <a:gd name="T26" fmla="*/ 59 w 86"/>
                  <a:gd name="T27" fmla="*/ 9 h 82"/>
                  <a:gd name="T28" fmla="*/ 62 w 86"/>
                  <a:gd name="T29" fmla="*/ 15 h 82"/>
                  <a:gd name="T30" fmla="*/ 58 w 86"/>
                  <a:gd name="T31" fmla="*/ 10 h 82"/>
                  <a:gd name="T32" fmla="*/ 57 w 86"/>
                  <a:gd name="T33" fmla="*/ 12 h 82"/>
                  <a:gd name="T34" fmla="*/ 53 w 86"/>
                  <a:gd name="T35" fmla="*/ 17 h 82"/>
                  <a:gd name="T36" fmla="*/ 51 w 86"/>
                  <a:gd name="T37" fmla="*/ 19 h 82"/>
                  <a:gd name="T38" fmla="*/ 48 w 86"/>
                  <a:gd name="T39" fmla="*/ 22 h 82"/>
                  <a:gd name="T40" fmla="*/ 48 w 86"/>
                  <a:gd name="T41" fmla="*/ 24 h 82"/>
                  <a:gd name="T42" fmla="*/ 46 w 86"/>
                  <a:gd name="T43" fmla="*/ 24 h 82"/>
                  <a:gd name="T44" fmla="*/ 45 w 86"/>
                  <a:gd name="T45" fmla="*/ 25 h 82"/>
                  <a:gd name="T46" fmla="*/ 46 w 86"/>
                  <a:gd name="T47" fmla="*/ 27 h 82"/>
                  <a:gd name="T48" fmla="*/ 43 w 86"/>
                  <a:gd name="T49" fmla="*/ 28 h 82"/>
                  <a:gd name="T50" fmla="*/ 40 w 86"/>
                  <a:gd name="T51" fmla="*/ 30 h 82"/>
                  <a:gd name="T52" fmla="*/ 38 w 86"/>
                  <a:gd name="T53" fmla="*/ 32 h 82"/>
                  <a:gd name="T54" fmla="*/ 36 w 86"/>
                  <a:gd name="T55" fmla="*/ 34 h 82"/>
                  <a:gd name="T56" fmla="*/ 36 w 86"/>
                  <a:gd name="T57" fmla="*/ 37 h 82"/>
                  <a:gd name="T58" fmla="*/ 34 w 86"/>
                  <a:gd name="T59" fmla="*/ 36 h 82"/>
                  <a:gd name="T60" fmla="*/ 34 w 86"/>
                  <a:gd name="T61" fmla="*/ 37 h 82"/>
                  <a:gd name="T62" fmla="*/ 31 w 86"/>
                  <a:gd name="T63" fmla="*/ 41 h 82"/>
                  <a:gd name="T64" fmla="*/ 32 w 86"/>
                  <a:gd name="T65" fmla="*/ 45 h 82"/>
                  <a:gd name="T66" fmla="*/ 31 w 86"/>
                  <a:gd name="T67" fmla="*/ 48 h 82"/>
                  <a:gd name="T68" fmla="*/ 28 w 86"/>
                  <a:gd name="T69" fmla="*/ 47 h 82"/>
                  <a:gd name="T70" fmla="*/ 25 w 86"/>
                  <a:gd name="T71" fmla="*/ 53 h 82"/>
                  <a:gd name="T72" fmla="*/ 24 w 86"/>
                  <a:gd name="T73" fmla="*/ 55 h 82"/>
                  <a:gd name="T74" fmla="*/ 18 w 86"/>
                  <a:gd name="T75" fmla="*/ 59 h 82"/>
                  <a:gd name="T76" fmla="*/ 15 w 86"/>
                  <a:gd name="T77" fmla="*/ 59 h 82"/>
                  <a:gd name="T78" fmla="*/ 14 w 86"/>
                  <a:gd name="T79" fmla="*/ 60 h 82"/>
                  <a:gd name="T80" fmla="*/ 11 w 86"/>
                  <a:gd name="T81" fmla="*/ 69 h 82"/>
                  <a:gd name="T82" fmla="*/ 2 w 86"/>
                  <a:gd name="T83" fmla="*/ 75 h 82"/>
                  <a:gd name="T84" fmla="*/ 23 w 86"/>
                  <a:gd name="T85" fmla="*/ 72 h 82"/>
                  <a:gd name="T86" fmla="*/ 28 w 86"/>
                  <a:gd name="T87" fmla="*/ 68 h 82"/>
                  <a:gd name="T88" fmla="*/ 42 w 86"/>
                  <a:gd name="T89" fmla="*/ 48 h 82"/>
                  <a:gd name="T90" fmla="*/ 49 w 86"/>
                  <a:gd name="T91" fmla="*/ 45 h 82"/>
                  <a:gd name="T92" fmla="*/ 55 w 86"/>
                  <a:gd name="T93" fmla="*/ 43 h 82"/>
                  <a:gd name="T94" fmla="*/ 63 w 86"/>
                  <a:gd name="T95" fmla="*/ 35 h 82"/>
                  <a:gd name="T96" fmla="*/ 68 w 86"/>
                  <a:gd name="T97" fmla="*/ 31 h 82"/>
                  <a:gd name="T98" fmla="*/ 74 w 86"/>
                  <a:gd name="T99" fmla="*/ 23 h 82"/>
                  <a:gd name="T100" fmla="*/ 75 w 86"/>
                  <a:gd name="T101" fmla="*/ 16 h 82"/>
                  <a:gd name="T102" fmla="*/ 82 w 86"/>
                  <a:gd name="T103" fmla="*/ 14 h 82"/>
                  <a:gd name="T104" fmla="*/ 84 w 86"/>
                  <a:gd name="T105" fmla="*/ 13 h 82"/>
                  <a:gd name="T106" fmla="*/ 84 w 86"/>
                  <a:gd name="T107" fmla="*/ 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82">
                    <a:moveTo>
                      <a:pt x="84" y="7"/>
                    </a:moveTo>
                    <a:cubicBezTo>
                      <a:pt x="85" y="8"/>
                      <a:pt x="85" y="9"/>
                      <a:pt x="86" y="10"/>
                    </a:cubicBezTo>
                    <a:cubicBezTo>
                      <a:pt x="85" y="6"/>
                      <a:pt x="85" y="6"/>
                      <a:pt x="85" y="6"/>
                    </a:cubicBezTo>
                    <a:cubicBezTo>
                      <a:pt x="85" y="7"/>
                      <a:pt x="85" y="6"/>
                      <a:pt x="84" y="5"/>
                    </a:cubicBezTo>
                    <a:cubicBezTo>
                      <a:pt x="84" y="6"/>
                      <a:pt x="84" y="6"/>
                      <a:pt x="84" y="6"/>
                    </a:cubicBezTo>
                    <a:cubicBezTo>
                      <a:pt x="83" y="5"/>
                      <a:pt x="83" y="5"/>
                      <a:pt x="83" y="5"/>
                    </a:cubicBezTo>
                    <a:cubicBezTo>
                      <a:pt x="83" y="5"/>
                      <a:pt x="82" y="4"/>
                      <a:pt x="82" y="6"/>
                    </a:cubicBezTo>
                    <a:cubicBezTo>
                      <a:pt x="83" y="7"/>
                      <a:pt x="83" y="7"/>
                      <a:pt x="83" y="7"/>
                    </a:cubicBezTo>
                    <a:cubicBezTo>
                      <a:pt x="83" y="7"/>
                      <a:pt x="84" y="9"/>
                      <a:pt x="83" y="8"/>
                    </a:cubicBezTo>
                    <a:cubicBezTo>
                      <a:pt x="82" y="6"/>
                      <a:pt x="82" y="6"/>
                      <a:pt x="82" y="6"/>
                    </a:cubicBezTo>
                    <a:cubicBezTo>
                      <a:pt x="82" y="6"/>
                      <a:pt x="82" y="6"/>
                      <a:pt x="82" y="6"/>
                    </a:cubicBezTo>
                    <a:cubicBezTo>
                      <a:pt x="80" y="4"/>
                      <a:pt x="80" y="4"/>
                      <a:pt x="80" y="4"/>
                    </a:cubicBezTo>
                    <a:cubicBezTo>
                      <a:pt x="82" y="7"/>
                      <a:pt x="80" y="5"/>
                      <a:pt x="81" y="6"/>
                    </a:cubicBezTo>
                    <a:cubicBezTo>
                      <a:pt x="80" y="6"/>
                      <a:pt x="80" y="6"/>
                      <a:pt x="80" y="6"/>
                    </a:cubicBezTo>
                    <a:cubicBezTo>
                      <a:pt x="79" y="5"/>
                      <a:pt x="81" y="7"/>
                      <a:pt x="81" y="7"/>
                    </a:cubicBezTo>
                    <a:cubicBezTo>
                      <a:pt x="80" y="7"/>
                      <a:pt x="79" y="5"/>
                      <a:pt x="79" y="4"/>
                    </a:cubicBezTo>
                    <a:cubicBezTo>
                      <a:pt x="78" y="4"/>
                      <a:pt x="79" y="6"/>
                      <a:pt x="77" y="5"/>
                    </a:cubicBezTo>
                    <a:cubicBezTo>
                      <a:pt x="77" y="5"/>
                      <a:pt x="77" y="6"/>
                      <a:pt x="77" y="8"/>
                    </a:cubicBezTo>
                    <a:cubicBezTo>
                      <a:pt x="77" y="8"/>
                      <a:pt x="76" y="5"/>
                      <a:pt x="76" y="6"/>
                    </a:cubicBezTo>
                    <a:cubicBezTo>
                      <a:pt x="75" y="5"/>
                      <a:pt x="74" y="3"/>
                      <a:pt x="74" y="2"/>
                    </a:cubicBezTo>
                    <a:cubicBezTo>
                      <a:pt x="74" y="2"/>
                      <a:pt x="73" y="1"/>
                      <a:pt x="73" y="2"/>
                    </a:cubicBezTo>
                    <a:cubicBezTo>
                      <a:pt x="73" y="1"/>
                      <a:pt x="72" y="0"/>
                      <a:pt x="72" y="0"/>
                    </a:cubicBezTo>
                    <a:cubicBezTo>
                      <a:pt x="73" y="1"/>
                      <a:pt x="74" y="3"/>
                      <a:pt x="74" y="3"/>
                    </a:cubicBezTo>
                    <a:cubicBezTo>
                      <a:pt x="76" y="5"/>
                      <a:pt x="74" y="4"/>
                      <a:pt x="76" y="6"/>
                    </a:cubicBezTo>
                    <a:cubicBezTo>
                      <a:pt x="75" y="6"/>
                      <a:pt x="74" y="6"/>
                      <a:pt x="74" y="7"/>
                    </a:cubicBezTo>
                    <a:cubicBezTo>
                      <a:pt x="74" y="7"/>
                      <a:pt x="73" y="5"/>
                      <a:pt x="73" y="4"/>
                    </a:cubicBezTo>
                    <a:cubicBezTo>
                      <a:pt x="73" y="6"/>
                      <a:pt x="73" y="7"/>
                      <a:pt x="73" y="7"/>
                    </a:cubicBezTo>
                    <a:cubicBezTo>
                      <a:pt x="74" y="8"/>
                      <a:pt x="74" y="8"/>
                      <a:pt x="75" y="10"/>
                    </a:cubicBezTo>
                    <a:cubicBezTo>
                      <a:pt x="75" y="10"/>
                      <a:pt x="75" y="11"/>
                      <a:pt x="75" y="11"/>
                    </a:cubicBezTo>
                    <a:cubicBezTo>
                      <a:pt x="74" y="9"/>
                      <a:pt x="72" y="7"/>
                      <a:pt x="72" y="7"/>
                    </a:cubicBezTo>
                    <a:cubicBezTo>
                      <a:pt x="71" y="5"/>
                      <a:pt x="73" y="7"/>
                      <a:pt x="71" y="5"/>
                    </a:cubicBezTo>
                    <a:cubicBezTo>
                      <a:pt x="70" y="3"/>
                      <a:pt x="71" y="2"/>
                      <a:pt x="72" y="3"/>
                    </a:cubicBezTo>
                    <a:cubicBezTo>
                      <a:pt x="71" y="1"/>
                      <a:pt x="71" y="3"/>
                      <a:pt x="70" y="1"/>
                    </a:cubicBezTo>
                    <a:cubicBezTo>
                      <a:pt x="70" y="1"/>
                      <a:pt x="70" y="3"/>
                      <a:pt x="70" y="3"/>
                    </a:cubicBezTo>
                    <a:cubicBezTo>
                      <a:pt x="71" y="4"/>
                      <a:pt x="71" y="4"/>
                      <a:pt x="71" y="5"/>
                    </a:cubicBezTo>
                    <a:cubicBezTo>
                      <a:pt x="72" y="8"/>
                      <a:pt x="70" y="4"/>
                      <a:pt x="70" y="4"/>
                    </a:cubicBezTo>
                    <a:cubicBezTo>
                      <a:pt x="69" y="3"/>
                      <a:pt x="69" y="3"/>
                      <a:pt x="69" y="3"/>
                    </a:cubicBezTo>
                    <a:cubicBezTo>
                      <a:pt x="69" y="3"/>
                      <a:pt x="69" y="4"/>
                      <a:pt x="69" y="4"/>
                    </a:cubicBezTo>
                    <a:cubicBezTo>
                      <a:pt x="67" y="2"/>
                      <a:pt x="69" y="4"/>
                      <a:pt x="68" y="2"/>
                    </a:cubicBezTo>
                    <a:cubicBezTo>
                      <a:pt x="67" y="0"/>
                      <a:pt x="67" y="0"/>
                      <a:pt x="67" y="0"/>
                    </a:cubicBezTo>
                    <a:cubicBezTo>
                      <a:pt x="66" y="0"/>
                      <a:pt x="68" y="2"/>
                      <a:pt x="67" y="2"/>
                    </a:cubicBezTo>
                    <a:cubicBezTo>
                      <a:pt x="67" y="1"/>
                      <a:pt x="67" y="1"/>
                      <a:pt x="67" y="1"/>
                    </a:cubicBezTo>
                    <a:cubicBezTo>
                      <a:pt x="67" y="2"/>
                      <a:pt x="67" y="2"/>
                      <a:pt x="67" y="2"/>
                    </a:cubicBezTo>
                    <a:cubicBezTo>
                      <a:pt x="68" y="3"/>
                      <a:pt x="69" y="4"/>
                      <a:pt x="69" y="4"/>
                    </a:cubicBezTo>
                    <a:cubicBezTo>
                      <a:pt x="70" y="7"/>
                      <a:pt x="69" y="4"/>
                      <a:pt x="69" y="5"/>
                    </a:cubicBezTo>
                    <a:cubicBezTo>
                      <a:pt x="69" y="7"/>
                      <a:pt x="69" y="5"/>
                      <a:pt x="70" y="6"/>
                    </a:cubicBezTo>
                    <a:cubicBezTo>
                      <a:pt x="71" y="8"/>
                      <a:pt x="70" y="8"/>
                      <a:pt x="70" y="8"/>
                    </a:cubicBezTo>
                    <a:cubicBezTo>
                      <a:pt x="70" y="9"/>
                      <a:pt x="69" y="7"/>
                      <a:pt x="68" y="6"/>
                    </a:cubicBezTo>
                    <a:cubicBezTo>
                      <a:pt x="68" y="6"/>
                      <a:pt x="68" y="5"/>
                      <a:pt x="69" y="6"/>
                    </a:cubicBezTo>
                    <a:cubicBezTo>
                      <a:pt x="68" y="4"/>
                      <a:pt x="67" y="3"/>
                      <a:pt x="66" y="2"/>
                    </a:cubicBezTo>
                    <a:cubicBezTo>
                      <a:pt x="65" y="1"/>
                      <a:pt x="67" y="4"/>
                      <a:pt x="67" y="4"/>
                    </a:cubicBezTo>
                    <a:cubicBezTo>
                      <a:pt x="67" y="3"/>
                      <a:pt x="68" y="5"/>
                      <a:pt x="68" y="6"/>
                    </a:cubicBezTo>
                    <a:cubicBezTo>
                      <a:pt x="70" y="10"/>
                      <a:pt x="66" y="3"/>
                      <a:pt x="66" y="4"/>
                    </a:cubicBezTo>
                    <a:cubicBezTo>
                      <a:pt x="68" y="6"/>
                      <a:pt x="67" y="8"/>
                      <a:pt x="70" y="10"/>
                    </a:cubicBezTo>
                    <a:cubicBezTo>
                      <a:pt x="70" y="11"/>
                      <a:pt x="70" y="12"/>
                      <a:pt x="70" y="12"/>
                    </a:cubicBezTo>
                    <a:cubicBezTo>
                      <a:pt x="69" y="10"/>
                      <a:pt x="69" y="10"/>
                      <a:pt x="68" y="8"/>
                    </a:cubicBezTo>
                    <a:cubicBezTo>
                      <a:pt x="68" y="9"/>
                      <a:pt x="68" y="9"/>
                      <a:pt x="68" y="9"/>
                    </a:cubicBezTo>
                    <a:cubicBezTo>
                      <a:pt x="66" y="6"/>
                      <a:pt x="66" y="6"/>
                      <a:pt x="66" y="6"/>
                    </a:cubicBezTo>
                    <a:cubicBezTo>
                      <a:pt x="64" y="3"/>
                      <a:pt x="64" y="3"/>
                      <a:pt x="64" y="3"/>
                    </a:cubicBezTo>
                    <a:cubicBezTo>
                      <a:pt x="64" y="4"/>
                      <a:pt x="65" y="5"/>
                      <a:pt x="65" y="6"/>
                    </a:cubicBezTo>
                    <a:cubicBezTo>
                      <a:pt x="64" y="5"/>
                      <a:pt x="64" y="4"/>
                      <a:pt x="64" y="4"/>
                    </a:cubicBezTo>
                    <a:cubicBezTo>
                      <a:pt x="64" y="5"/>
                      <a:pt x="65" y="7"/>
                      <a:pt x="65" y="7"/>
                    </a:cubicBezTo>
                    <a:cubicBezTo>
                      <a:pt x="65" y="7"/>
                      <a:pt x="64" y="6"/>
                      <a:pt x="63" y="5"/>
                    </a:cubicBezTo>
                    <a:cubicBezTo>
                      <a:pt x="63" y="4"/>
                      <a:pt x="63" y="4"/>
                      <a:pt x="63" y="4"/>
                    </a:cubicBezTo>
                    <a:cubicBezTo>
                      <a:pt x="63" y="5"/>
                      <a:pt x="62" y="3"/>
                      <a:pt x="62" y="4"/>
                    </a:cubicBezTo>
                    <a:cubicBezTo>
                      <a:pt x="63" y="5"/>
                      <a:pt x="64" y="6"/>
                      <a:pt x="65" y="8"/>
                    </a:cubicBezTo>
                    <a:cubicBezTo>
                      <a:pt x="65" y="8"/>
                      <a:pt x="64" y="7"/>
                      <a:pt x="64" y="7"/>
                    </a:cubicBezTo>
                    <a:cubicBezTo>
                      <a:pt x="63" y="6"/>
                      <a:pt x="63" y="6"/>
                      <a:pt x="63" y="6"/>
                    </a:cubicBezTo>
                    <a:cubicBezTo>
                      <a:pt x="63" y="7"/>
                      <a:pt x="62" y="4"/>
                      <a:pt x="62" y="5"/>
                    </a:cubicBezTo>
                    <a:cubicBezTo>
                      <a:pt x="62" y="6"/>
                      <a:pt x="62" y="6"/>
                      <a:pt x="62" y="6"/>
                    </a:cubicBezTo>
                    <a:cubicBezTo>
                      <a:pt x="62" y="6"/>
                      <a:pt x="62" y="5"/>
                      <a:pt x="61" y="5"/>
                    </a:cubicBezTo>
                    <a:cubicBezTo>
                      <a:pt x="62" y="6"/>
                      <a:pt x="62" y="6"/>
                      <a:pt x="62" y="6"/>
                    </a:cubicBezTo>
                    <a:cubicBezTo>
                      <a:pt x="61" y="5"/>
                      <a:pt x="61" y="5"/>
                      <a:pt x="61" y="5"/>
                    </a:cubicBezTo>
                    <a:cubicBezTo>
                      <a:pt x="62" y="6"/>
                      <a:pt x="63" y="8"/>
                      <a:pt x="61" y="6"/>
                    </a:cubicBezTo>
                    <a:cubicBezTo>
                      <a:pt x="63" y="8"/>
                      <a:pt x="61" y="6"/>
                      <a:pt x="62" y="7"/>
                    </a:cubicBezTo>
                    <a:cubicBezTo>
                      <a:pt x="64" y="9"/>
                      <a:pt x="63" y="9"/>
                      <a:pt x="63" y="9"/>
                    </a:cubicBezTo>
                    <a:cubicBezTo>
                      <a:pt x="62" y="7"/>
                      <a:pt x="63" y="9"/>
                      <a:pt x="63" y="9"/>
                    </a:cubicBezTo>
                    <a:cubicBezTo>
                      <a:pt x="61" y="8"/>
                      <a:pt x="61" y="8"/>
                      <a:pt x="61" y="8"/>
                    </a:cubicBezTo>
                    <a:cubicBezTo>
                      <a:pt x="62" y="9"/>
                      <a:pt x="62" y="9"/>
                      <a:pt x="62" y="9"/>
                    </a:cubicBezTo>
                    <a:cubicBezTo>
                      <a:pt x="60" y="6"/>
                      <a:pt x="62" y="10"/>
                      <a:pt x="61" y="10"/>
                    </a:cubicBezTo>
                    <a:cubicBezTo>
                      <a:pt x="61" y="9"/>
                      <a:pt x="60" y="7"/>
                      <a:pt x="60" y="7"/>
                    </a:cubicBezTo>
                    <a:cubicBezTo>
                      <a:pt x="61" y="9"/>
                      <a:pt x="61" y="10"/>
                      <a:pt x="62" y="11"/>
                    </a:cubicBezTo>
                    <a:cubicBezTo>
                      <a:pt x="61" y="11"/>
                      <a:pt x="60" y="9"/>
                      <a:pt x="59" y="7"/>
                    </a:cubicBezTo>
                    <a:cubicBezTo>
                      <a:pt x="60" y="9"/>
                      <a:pt x="58" y="7"/>
                      <a:pt x="59" y="9"/>
                    </a:cubicBezTo>
                    <a:cubicBezTo>
                      <a:pt x="60" y="9"/>
                      <a:pt x="60" y="10"/>
                      <a:pt x="61" y="11"/>
                    </a:cubicBezTo>
                    <a:cubicBezTo>
                      <a:pt x="61" y="11"/>
                      <a:pt x="60" y="10"/>
                      <a:pt x="60" y="10"/>
                    </a:cubicBezTo>
                    <a:cubicBezTo>
                      <a:pt x="60" y="10"/>
                      <a:pt x="61" y="12"/>
                      <a:pt x="61" y="12"/>
                    </a:cubicBezTo>
                    <a:cubicBezTo>
                      <a:pt x="61" y="12"/>
                      <a:pt x="62" y="14"/>
                      <a:pt x="61" y="13"/>
                    </a:cubicBezTo>
                    <a:cubicBezTo>
                      <a:pt x="60" y="12"/>
                      <a:pt x="61" y="12"/>
                      <a:pt x="60" y="11"/>
                    </a:cubicBezTo>
                    <a:cubicBezTo>
                      <a:pt x="60" y="11"/>
                      <a:pt x="62" y="15"/>
                      <a:pt x="62" y="15"/>
                    </a:cubicBezTo>
                    <a:cubicBezTo>
                      <a:pt x="63" y="16"/>
                      <a:pt x="65" y="18"/>
                      <a:pt x="65" y="19"/>
                    </a:cubicBezTo>
                    <a:cubicBezTo>
                      <a:pt x="64" y="19"/>
                      <a:pt x="65" y="18"/>
                      <a:pt x="63" y="17"/>
                    </a:cubicBezTo>
                    <a:cubicBezTo>
                      <a:pt x="63" y="17"/>
                      <a:pt x="63" y="17"/>
                      <a:pt x="63" y="17"/>
                    </a:cubicBezTo>
                    <a:cubicBezTo>
                      <a:pt x="61" y="15"/>
                      <a:pt x="61" y="13"/>
                      <a:pt x="59" y="11"/>
                    </a:cubicBezTo>
                    <a:cubicBezTo>
                      <a:pt x="60" y="12"/>
                      <a:pt x="60" y="12"/>
                      <a:pt x="60" y="12"/>
                    </a:cubicBezTo>
                    <a:cubicBezTo>
                      <a:pt x="59" y="12"/>
                      <a:pt x="58" y="10"/>
                      <a:pt x="58" y="10"/>
                    </a:cubicBezTo>
                    <a:cubicBezTo>
                      <a:pt x="59" y="12"/>
                      <a:pt x="57" y="11"/>
                      <a:pt x="58" y="11"/>
                    </a:cubicBezTo>
                    <a:cubicBezTo>
                      <a:pt x="59" y="12"/>
                      <a:pt x="58" y="11"/>
                      <a:pt x="58" y="12"/>
                    </a:cubicBezTo>
                    <a:cubicBezTo>
                      <a:pt x="58" y="12"/>
                      <a:pt x="60" y="14"/>
                      <a:pt x="59" y="14"/>
                    </a:cubicBezTo>
                    <a:cubicBezTo>
                      <a:pt x="57" y="11"/>
                      <a:pt x="57" y="11"/>
                      <a:pt x="57" y="11"/>
                    </a:cubicBezTo>
                    <a:cubicBezTo>
                      <a:pt x="56" y="11"/>
                      <a:pt x="58" y="13"/>
                      <a:pt x="57" y="12"/>
                    </a:cubicBezTo>
                    <a:cubicBezTo>
                      <a:pt x="57" y="12"/>
                      <a:pt x="57" y="12"/>
                      <a:pt x="57" y="12"/>
                    </a:cubicBezTo>
                    <a:cubicBezTo>
                      <a:pt x="56" y="12"/>
                      <a:pt x="55" y="13"/>
                      <a:pt x="57" y="17"/>
                    </a:cubicBezTo>
                    <a:cubicBezTo>
                      <a:pt x="56" y="16"/>
                      <a:pt x="55" y="16"/>
                      <a:pt x="54" y="15"/>
                    </a:cubicBezTo>
                    <a:cubicBezTo>
                      <a:pt x="55" y="16"/>
                      <a:pt x="55" y="17"/>
                      <a:pt x="55" y="17"/>
                    </a:cubicBezTo>
                    <a:cubicBezTo>
                      <a:pt x="54" y="16"/>
                      <a:pt x="54" y="16"/>
                      <a:pt x="54" y="16"/>
                    </a:cubicBezTo>
                    <a:cubicBezTo>
                      <a:pt x="53" y="15"/>
                      <a:pt x="54" y="17"/>
                      <a:pt x="54" y="18"/>
                    </a:cubicBezTo>
                    <a:cubicBezTo>
                      <a:pt x="53" y="17"/>
                      <a:pt x="53" y="17"/>
                      <a:pt x="53" y="17"/>
                    </a:cubicBezTo>
                    <a:cubicBezTo>
                      <a:pt x="52" y="16"/>
                      <a:pt x="54" y="18"/>
                      <a:pt x="54" y="18"/>
                    </a:cubicBezTo>
                    <a:cubicBezTo>
                      <a:pt x="53" y="17"/>
                      <a:pt x="53" y="17"/>
                      <a:pt x="53" y="17"/>
                    </a:cubicBezTo>
                    <a:cubicBezTo>
                      <a:pt x="54" y="18"/>
                      <a:pt x="54" y="18"/>
                      <a:pt x="54" y="18"/>
                    </a:cubicBezTo>
                    <a:cubicBezTo>
                      <a:pt x="54" y="19"/>
                      <a:pt x="53" y="19"/>
                      <a:pt x="52" y="17"/>
                    </a:cubicBezTo>
                    <a:cubicBezTo>
                      <a:pt x="53" y="18"/>
                      <a:pt x="53" y="18"/>
                      <a:pt x="53" y="18"/>
                    </a:cubicBezTo>
                    <a:cubicBezTo>
                      <a:pt x="52" y="18"/>
                      <a:pt x="51" y="18"/>
                      <a:pt x="51" y="19"/>
                    </a:cubicBezTo>
                    <a:cubicBezTo>
                      <a:pt x="52" y="19"/>
                      <a:pt x="52" y="20"/>
                      <a:pt x="53" y="21"/>
                    </a:cubicBezTo>
                    <a:cubicBezTo>
                      <a:pt x="55" y="22"/>
                      <a:pt x="53" y="20"/>
                      <a:pt x="54" y="22"/>
                    </a:cubicBezTo>
                    <a:cubicBezTo>
                      <a:pt x="53" y="21"/>
                      <a:pt x="52" y="20"/>
                      <a:pt x="52" y="20"/>
                    </a:cubicBezTo>
                    <a:cubicBezTo>
                      <a:pt x="49" y="18"/>
                      <a:pt x="50" y="21"/>
                      <a:pt x="50" y="20"/>
                    </a:cubicBezTo>
                    <a:cubicBezTo>
                      <a:pt x="50" y="21"/>
                      <a:pt x="50" y="21"/>
                      <a:pt x="50" y="21"/>
                    </a:cubicBezTo>
                    <a:cubicBezTo>
                      <a:pt x="48" y="20"/>
                      <a:pt x="50" y="22"/>
                      <a:pt x="48" y="22"/>
                    </a:cubicBezTo>
                    <a:cubicBezTo>
                      <a:pt x="49" y="22"/>
                      <a:pt x="51" y="25"/>
                      <a:pt x="51" y="25"/>
                    </a:cubicBezTo>
                    <a:cubicBezTo>
                      <a:pt x="52" y="26"/>
                      <a:pt x="49" y="23"/>
                      <a:pt x="48" y="22"/>
                    </a:cubicBezTo>
                    <a:cubicBezTo>
                      <a:pt x="48" y="23"/>
                      <a:pt x="48" y="23"/>
                      <a:pt x="48" y="23"/>
                    </a:cubicBezTo>
                    <a:cubicBezTo>
                      <a:pt x="48" y="23"/>
                      <a:pt x="48" y="23"/>
                      <a:pt x="48" y="23"/>
                    </a:cubicBezTo>
                    <a:cubicBezTo>
                      <a:pt x="48" y="24"/>
                      <a:pt x="49" y="25"/>
                      <a:pt x="48" y="24"/>
                    </a:cubicBezTo>
                    <a:cubicBezTo>
                      <a:pt x="48" y="24"/>
                      <a:pt x="48" y="24"/>
                      <a:pt x="48" y="24"/>
                    </a:cubicBezTo>
                    <a:cubicBezTo>
                      <a:pt x="48" y="24"/>
                      <a:pt x="47" y="23"/>
                      <a:pt x="47" y="23"/>
                    </a:cubicBezTo>
                    <a:cubicBezTo>
                      <a:pt x="48" y="25"/>
                      <a:pt x="47" y="24"/>
                      <a:pt x="48" y="25"/>
                    </a:cubicBezTo>
                    <a:cubicBezTo>
                      <a:pt x="47" y="25"/>
                      <a:pt x="47" y="25"/>
                      <a:pt x="47" y="25"/>
                    </a:cubicBezTo>
                    <a:cubicBezTo>
                      <a:pt x="48" y="26"/>
                      <a:pt x="48" y="26"/>
                      <a:pt x="48" y="26"/>
                    </a:cubicBezTo>
                    <a:cubicBezTo>
                      <a:pt x="47" y="26"/>
                      <a:pt x="47" y="26"/>
                      <a:pt x="47" y="26"/>
                    </a:cubicBezTo>
                    <a:cubicBezTo>
                      <a:pt x="46" y="24"/>
                      <a:pt x="46" y="24"/>
                      <a:pt x="46" y="24"/>
                    </a:cubicBezTo>
                    <a:cubicBezTo>
                      <a:pt x="45" y="24"/>
                      <a:pt x="47" y="25"/>
                      <a:pt x="47" y="26"/>
                    </a:cubicBezTo>
                    <a:cubicBezTo>
                      <a:pt x="48" y="27"/>
                      <a:pt x="47" y="26"/>
                      <a:pt x="46" y="26"/>
                    </a:cubicBezTo>
                    <a:cubicBezTo>
                      <a:pt x="46" y="25"/>
                      <a:pt x="47" y="26"/>
                      <a:pt x="47" y="25"/>
                    </a:cubicBezTo>
                    <a:cubicBezTo>
                      <a:pt x="46" y="24"/>
                      <a:pt x="46" y="25"/>
                      <a:pt x="46" y="25"/>
                    </a:cubicBezTo>
                    <a:cubicBezTo>
                      <a:pt x="46" y="25"/>
                      <a:pt x="47" y="26"/>
                      <a:pt x="46" y="26"/>
                    </a:cubicBezTo>
                    <a:cubicBezTo>
                      <a:pt x="46" y="26"/>
                      <a:pt x="46" y="26"/>
                      <a:pt x="45" y="25"/>
                    </a:cubicBezTo>
                    <a:cubicBezTo>
                      <a:pt x="46" y="26"/>
                      <a:pt x="45" y="26"/>
                      <a:pt x="46" y="27"/>
                    </a:cubicBezTo>
                    <a:cubicBezTo>
                      <a:pt x="46" y="27"/>
                      <a:pt x="47" y="27"/>
                      <a:pt x="47" y="28"/>
                    </a:cubicBezTo>
                    <a:cubicBezTo>
                      <a:pt x="47" y="28"/>
                      <a:pt x="47" y="28"/>
                      <a:pt x="47" y="28"/>
                    </a:cubicBezTo>
                    <a:cubicBezTo>
                      <a:pt x="47" y="27"/>
                      <a:pt x="47" y="27"/>
                      <a:pt x="47" y="27"/>
                    </a:cubicBezTo>
                    <a:cubicBezTo>
                      <a:pt x="47" y="28"/>
                      <a:pt x="46" y="28"/>
                      <a:pt x="47" y="29"/>
                    </a:cubicBezTo>
                    <a:cubicBezTo>
                      <a:pt x="46" y="27"/>
                      <a:pt x="46" y="27"/>
                      <a:pt x="46" y="27"/>
                    </a:cubicBezTo>
                    <a:cubicBezTo>
                      <a:pt x="47" y="28"/>
                      <a:pt x="46" y="28"/>
                      <a:pt x="46" y="29"/>
                    </a:cubicBezTo>
                    <a:cubicBezTo>
                      <a:pt x="45" y="27"/>
                      <a:pt x="44" y="26"/>
                      <a:pt x="44" y="26"/>
                    </a:cubicBezTo>
                    <a:cubicBezTo>
                      <a:pt x="44" y="27"/>
                      <a:pt x="44" y="27"/>
                      <a:pt x="44" y="27"/>
                    </a:cubicBezTo>
                    <a:cubicBezTo>
                      <a:pt x="44" y="28"/>
                      <a:pt x="44" y="27"/>
                      <a:pt x="43" y="27"/>
                    </a:cubicBezTo>
                    <a:cubicBezTo>
                      <a:pt x="42" y="26"/>
                      <a:pt x="46" y="31"/>
                      <a:pt x="45" y="30"/>
                    </a:cubicBezTo>
                    <a:cubicBezTo>
                      <a:pt x="44" y="28"/>
                      <a:pt x="43" y="28"/>
                      <a:pt x="43" y="28"/>
                    </a:cubicBezTo>
                    <a:cubicBezTo>
                      <a:pt x="43" y="29"/>
                      <a:pt x="43" y="29"/>
                      <a:pt x="43" y="29"/>
                    </a:cubicBezTo>
                    <a:cubicBezTo>
                      <a:pt x="44" y="29"/>
                      <a:pt x="42" y="28"/>
                      <a:pt x="44" y="28"/>
                    </a:cubicBezTo>
                    <a:cubicBezTo>
                      <a:pt x="44" y="29"/>
                      <a:pt x="44" y="29"/>
                      <a:pt x="44" y="30"/>
                    </a:cubicBezTo>
                    <a:cubicBezTo>
                      <a:pt x="41" y="27"/>
                      <a:pt x="42" y="30"/>
                      <a:pt x="40" y="29"/>
                    </a:cubicBezTo>
                    <a:cubicBezTo>
                      <a:pt x="42" y="30"/>
                      <a:pt x="41" y="29"/>
                      <a:pt x="41" y="30"/>
                    </a:cubicBezTo>
                    <a:cubicBezTo>
                      <a:pt x="39" y="28"/>
                      <a:pt x="41" y="31"/>
                      <a:pt x="40" y="30"/>
                    </a:cubicBezTo>
                    <a:cubicBezTo>
                      <a:pt x="42" y="32"/>
                      <a:pt x="42" y="32"/>
                      <a:pt x="42" y="32"/>
                    </a:cubicBezTo>
                    <a:cubicBezTo>
                      <a:pt x="40" y="31"/>
                      <a:pt x="44" y="35"/>
                      <a:pt x="41" y="33"/>
                    </a:cubicBezTo>
                    <a:cubicBezTo>
                      <a:pt x="40" y="31"/>
                      <a:pt x="40" y="31"/>
                      <a:pt x="40" y="31"/>
                    </a:cubicBezTo>
                    <a:cubicBezTo>
                      <a:pt x="38" y="29"/>
                      <a:pt x="41" y="33"/>
                      <a:pt x="39" y="31"/>
                    </a:cubicBezTo>
                    <a:cubicBezTo>
                      <a:pt x="39" y="32"/>
                      <a:pt x="40" y="33"/>
                      <a:pt x="41" y="34"/>
                    </a:cubicBezTo>
                    <a:cubicBezTo>
                      <a:pt x="40" y="33"/>
                      <a:pt x="39" y="33"/>
                      <a:pt x="38" y="32"/>
                    </a:cubicBezTo>
                    <a:cubicBezTo>
                      <a:pt x="39" y="33"/>
                      <a:pt x="39" y="33"/>
                      <a:pt x="38" y="33"/>
                    </a:cubicBezTo>
                    <a:cubicBezTo>
                      <a:pt x="38" y="32"/>
                      <a:pt x="38" y="32"/>
                      <a:pt x="38" y="32"/>
                    </a:cubicBezTo>
                    <a:cubicBezTo>
                      <a:pt x="37" y="32"/>
                      <a:pt x="38" y="33"/>
                      <a:pt x="38" y="33"/>
                    </a:cubicBezTo>
                    <a:cubicBezTo>
                      <a:pt x="37" y="32"/>
                      <a:pt x="37" y="33"/>
                      <a:pt x="36" y="33"/>
                    </a:cubicBezTo>
                    <a:cubicBezTo>
                      <a:pt x="37" y="35"/>
                      <a:pt x="35" y="32"/>
                      <a:pt x="37" y="35"/>
                    </a:cubicBezTo>
                    <a:cubicBezTo>
                      <a:pt x="36" y="34"/>
                      <a:pt x="36" y="34"/>
                      <a:pt x="36" y="34"/>
                    </a:cubicBezTo>
                    <a:cubicBezTo>
                      <a:pt x="37" y="35"/>
                      <a:pt x="38" y="36"/>
                      <a:pt x="38" y="37"/>
                    </a:cubicBezTo>
                    <a:cubicBezTo>
                      <a:pt x="36" y="35"/>
                      <a:pt x="36" y="35"/>
                      <a:pt x="36" y="35"/>
                    </a:cubicBezTo>
                    <a:cubicBezTo>
                      <a:pt x="35" y="33"/>
                      <a:pt x="36" y="35"/>
                      <a:pt x="35" y="34"/>
                    </a:cubicBezTo>
                    <a:cubicBezTo>
                      <a:pt x="36" y="35"/>
                      <a:pt x="35" y="34"/>
                      <a:pt x="36" y="35"/>
                    </a:cubicBezTo>
                    <a:cubicBezTo>
                      <a:pt x="36" y="36"/>
                      <a:pt x="36" y="36"/>
                      <a:pt x="36" y="36"/>
                    </a:cubicBezTo>
                    <a:cubicBezTo>
                      <a:pt x="36" y="37"/>
                      <a:pt x="36" y="37"/>
                      <a:pt x="36" y="37"/>
                    </a:cubicBezTo>
                    <a:cubicBezTo>
                      <a:pt x="36" y="38"/>
                      <a:pt x="35" y="36"/>
                      <a:pt x="35" y="36"/>
                    </a:cubicBezTo>
                    <a:cubicBezTo>
                      <a:pt x="34" y="35"/>
                      <a:pt x="34" y="36"/>
                      <a:pt x="35" y="36"/>
                    </a:cubicBezTo>
                    <a:cubicBezTo>
                      <a:pt x="35" y="36"/>
                      <a:pt x="35" y="36"/>
                      <a:pt x="35" y="37"/>
                    </a:cubicBezTo>
                    <a:cubicBezTo>
                      <a:pt x="35" y="36"/>
                      <a:pt x="35" y="36"/>
                      <a:pt x="35" y="36"/>
                    </a:cubicBezTo>
                    <a:cubicBezTo>
                      <a:pt x="35" y="36"/>
                      <a:pt x="35" y="36"/>
                      <a:pt x="35" y="37"/>
                    </a:cubicBezTo>
                    <a:cubicBezTo>
                      <a:pt x="35" y="36"/>
                      <a:pt x="35" y="36"/>
                      <a:pt x="34" y="36"/>
                    </a:cubicBezTo>
                    <a:cubicBezTo>
                      <a:pt x="34" y="36"/>
                      <a:pt x="34" y="36"/>
                      <a:pt x="35" y="36"/>
                    </a:cubicBezTo>
                    <a:cubicBezTo>
                      <a:pt x="34" y="36"/>
                      <a:pt x="34" y="36"/>
                      <a:pt x="34" y="36"/>
                    </a:cubicBezTo>
                    <a:cubicBezTo>
                      <a:pt x="34" y="36"/>
                      <a:pt x="34" y="36"/>
                      <a:pt x="34" y="36"/>
                    </a:cubicBezTo>
                    <a:cubicBezTo>
                      <a:pt x="34" y="36"/>
                      <a:pt x="34" y="36"/>
                      <a:pt x="34" y="36"/>
                    </a:cubicBezTo>
                    <a:cubicBezTo>
                      <a:pt x="33" y="35"/>
                      <a:pt x="33" y="35"/>
                      <a:pt x="33" y="35"/>
                    </a:cubicBezTo>
                    <a:cubicBezTo>
                      <a:pt x="33" y="35"/>
                      <a:pt x="33" y="36"/>
                      <a:pt x="34" y="37"/>
                    </a:cubicBezTo>
                    <a:cubicBezTo>
                      <a:pt x="32" y="36"/>
                      <a:pt x="33" y="38"/>
                      <a:pt x="33" y="39"/>
                    </a:cubicBezTo>
                    <a:cubicBezTo>
                      <a:pt x="33" y="39"/>
                      <a:pt x="32" y="38"/>
                      <a:pt x="33" y="38"/>
                    </a:cubicBezTo>
                    <a:cubicBezTo>
                      <a:pt x="33" y="39"/>
                      <a:pt x="33" y="40"/>
                      <a:pt x="33" y="39"/>
                    </a:cubicBezTo>
                    <a:cubicBezTo>
                      <a:pt x="33" y="40"/>
                      <a:pt x="32" y="38"/>
                      <a:pt x="32" y="38"/>
                    </a:cubicBezTo>
                    <a:cubicBezTo>
                      <a:pt x="31" y="38"/>
                      <a:pt x="33" y="40"/>
                      <a:pt x="32" y="40"/>
                    </a:cubicBezTo>
                    <a:cubicBezTo>
                      <a:pt x="30" y="38"/>
                      <a:pt x="33" y="42"/>
                      <a:pt x="31" y="41"/>
                    </a:cubicBezTo>
                    <a:cubicBezTo>
                      <a:pt x="31" y="41"/>
                      <a:pt x="31" y="40"/>
                      <a:pt x="30" y="39"/>
                    </a:cubicBezTo>
                    <a:cubicBezTo>
                      <a:pt x="30" y="40"/>
                      <a:pt x="30" y="41"/>
                      <a:pt x="31" y="43"/>
                    </a:cubicBezTo>
                    <a:cubicBezTo>
                      <a:pt x="30" y="41"/>
                      <a:pt x="30" y="41"/>
                      <a:pt x="30" y="41"/>
                    </a:cubicBezTo>
                    <a:cubicBezTo>
                      <a:pt x="30" y="41"/>
                      <a:pt x="30" y="42"/>
                      <a:pt x="31" y="43"/>
                    </a:cubicBezTo>
                    <a:cubicBezTo>
                      <a:pt x="32" y="44"/>
                      <a:pt x="32" y="45"/>
                      <a:pt x="32" y="45"/>
                    </a:cubicBezTo>
                    <a:cubicBezTo>
                      <a:pt x="32" y="45"/>
                      <a:pt x="32" y="45"/>
                      <a:pt x="32" y="45"/>
                    </a:cubicBezTo>
                    <a:cubicBezTo>
                      <a:pt x="32" y="46"/>
                      <a:pt x="32" y="46"/>
                      <a:pt x="32" y="46"/>
                    </a:cubicBezTo>
                    <a:cubicBezTo>
                      <a:pt x="31" y="45"/>
                      <a:pt x="31" y="45"/>
                      <a:pt x="31" y="45"/>
                    </a:cubicBezTo>
                    <a:cubicBezTo>
                      <a:pt x="29" y="43"/>
                      <a:pt x="29" y="44"/>
                      <a:pt x="29" y="44"/>
                    </a:cubicBezTo>
                    <a:cubicBezTo>
                      <a:pt x="30" y="45"/>
                      <a:pt x="30" y="45"/>
                      <a:pt x="30" y="45"/>
                    </a:cubicBezTo>
                    <a:cubicBezTo>
                      <a:pt x="30" y="46"/>
                      <a:pt x="29" y="44"/>
                      <a:pt x="29" y="44"/>
                    </a:cubicBezTo>
                    <a:cubicBezTo>
                      <a:pt x="31" y="48"/>
                      <a:pt x="31" y="48"/>
                      <a:pt x="31" y="48"/>
                    </a:cubicBezTo>
                    <a:cubicBezTo>
                      <a:pt x="31" y="48"/>
                      <a:pt x="30" y="47"/>
                      <a:pt x="29" y="46"/>
                    </a:cubicBezTo>
                    <a:cubicBezTo>
                      <a:pt x="29" y="46"/>
                      <a:pt x="31" y="49"/>
                      <a:pt x="31" y="50"/>
                    </a:cubicBezTo>
                    <a:cubicBezTo>
                      <a:pt x="31" y="50"/>
                      <a:pt x="31" y="51"/>
                      <a:pt x="31" y="51"/>
                    </a:cubicBezTo>
                    <a:cubicBezTo>
                      <a:pt x="30" y="50"/>
                      <a:pt x="31" y="51"/>
                      <a:pt x="31" y="51"/>
                    </a:cubicBezTo>
                    <a:cubicBezTo>
                      <a:pt x="30" y="50"/>
                      <a:pt x="30" y="50"/>
                      <a:pt x="30" y="50"/>
                    </a:cubicBezTo>
                    <a:cubicBezTo>
                      <a:pt x="30" y="49"/>
                      <a:pt x="28" y="48"/>
                      <a:pt x="28" y="47"/>
                    </a:cubicBezTo>
                    <a:cubicBezTo>
                      <a:pt x="28" y="48"/>
                      <a:pt x="27" y="47"/>
                      <a:pt x="26" y="47"/>
                    </a:cubicBezTo>
                    <a:cubicBezTo>
                      <a:pt x="28" y="49"/>
                      <a:pt x="27" y="49"/>
                      <a:pt x="28" y="51"/>
                    </a:cubicBezTo>
                    <a:cubicBezTo>
                      <a:pt x="28" y="51"/>
                      <a:pt x="27" y="49"/>
                      <a:pt x="26" y="49"/>
                    </a:cubicBezTo>
                    <a:cubicBezTo>
                      <a:pt x="27" y="50"/>
                      <a:pt x="26" y="50"/>
                      <a:pt x="25" y="50"/>
                    </a:cubicBezTo>
                    <a:cubicBezTo>
                      <a:pt x="25" y="50"/>
                      <a:pt x="25" y="50"/>
                      <a:pt x="25" y="50"/>
                    </a:cubicBezTo>
                    <a:cubicBezTo>
                      <a:pt x="25" y="51"/>
                      <a:pt x="24" y="51"/>
                      <a:pt x="25" y="53"/>
                    </a:cubicBezTo>
                    <a:cubicBezTo>
                      <a:pt x="25" y="52"/>
                      <a:pt x="25" y="52"/>
                      <a:pt x="25" y="52"/>
                    </a:cubicBezTo>
                    <a:cubicBezTo>
                      <a:pt x="24" y="51"/>
                      <a:pt x="27" y="54"/>
                      <a:pt x="25" y="53"/>
                    </a:cubicBezTo>
                    <a:cubicBezTo>
                      <a:pt x="25" y="52"/>
                      <a:pt x="25" y="52"/>
                      <a:pt x="25" y="52"/>
                    </a:cubicBezTo>
                    <a:cubicBezTo>
                      <a:pt x="25" y="53"/>
                      <a:pt x="23" y="52"/>
                      <a:pt x="24" y="54"/>
                    </a:cubicBezTo>
                    <a:cubicBezTo>
                      <a:pt x="24" y="53"/>
                      <a:pt x="24" y="53"/>
                      <a:pt x="24" y="53"/>
                    </a:cubicBezTo>
                    <a:cubicBezTo>
                      <a:pt x="24" y="53"/>
                      <a:pt x="23" y="53"/>
                      <a:pt x="24" y="55"/>
                    </a:cubicBezTo>
                    <a:cubicBezTo>
                      <a:pt x="23" y="53"/>
                      <a:pt x="23" y="53"/>
                      <a:pt x="23" y="53"/>
                    </a:cubicBezTo>
                    <a:cubicBezTo>
                      <a:pt x="22" y="52"/>
                      <a:pt x="24" y="55"/>
                      <a:pt x="23" y="55"/>
                    </a:cubicBezTo>
                    <a:cubicBezTo>
                      <a:pt x="23" y="55"/>
                      <a:pt x="22" y="54"/>
                      <a:pt x="22" y="54"/>
                    </a:cubicBezTo>
                    <a:cubicBezTo>
                      <a:pt x="23" y="55"/>
                      <a:pt x="22" y="55"/>
                      <a:pt x="23" y="55"/>
                    </a:cubicBezTo>
                    <a:cubicBezTo>
                      <a:pt x="21" y="54"/>
                      <a:pt x="21" y="54"/>
                      <a:pt x="21" y="54"/>
                    </a:cubicBezTo>
                    <a:cubicBezTo>
                      <a:pt x="20" y="55"/>
                      <a:pt x="18" y="56"/>
                      <a:pt x="18" y="59"/>
                    </a:cubicBezTo>
                    <a:cubicBezTo>
                      <a:pt x="16" y="57"/>
                      <a:pt x="17" y="57"/>
                      <a:pt x="16" y="56"/>
                    </a:cubicBezTo>
                    <a:cubicBezTo>
                      <a:pt x="18" y="58"/>
                      <a:pt x="16" y="57"/>
                      <a:pt x="16" y="58"/>
                    </a:cubicBezTo>
                    <a:cubicBezTo>
                      <a:pt x="16" y="57"/>
                      <a:pt x="16" y="57"/>
                      <a:pt x="16" y="57"/>
                    </a:cubicBezTo>
                    <a:cubicBezTo>
                      <a:pt x="16" y="58"/>
                      <a:pt x="15" y="57"/>
                      <a:pt x="16" y="58"/>
                    </a:cubicBezTo>
                    <a:cubicBezTo>
                      <a:pt x="16" y="58"/>
                      <a:pt x="16" y="58"/>
                      <a:pt x="16" y="58"/>
                    </a:cubicBezTo>
                    <a:cubicBezTo>
                      <a:pt x="17" y="59"/>
                      <a:pt x="14" y="56"/>
                      <a:pt x="15" y="59"/>
                    </a:cubicBezTo>
                    <a:cubicBezTo>
                      <a:pt x="14" y="57"/>
                      <a:pt x="14" y="57"/>
                      <a:pt x="14" y="57"/>
                    </a:cubicBezTo>
                    <a:cubicBezTo>
                      <a:pt x="16" y="60"/>
                      <a:pt x="13" y="57"/>
                      <a:pt x="15" y="59"/>
                    </a:cubicBezTo>
                    <a:cubicBezTo>
                      <a:pt x="14" y="59"/>
                      <a:pt x="14" y="59"/>
                      <a:pt x="14" y="59"/>
                    </a:cubicBezTo>
                    <a:cubicBezTo>
                      <a:pt x="13" y="58"/>
                      <a:pt x="15" y="61"/>
                      <a:pt x="14" y="60"/>
                    </a:cubicBezTo>
                    <a:cubicBezTo>
                      <a:pt x="14" y="60"/>
                      <a:pt x="14" y="61"/>
                      <a:pt x="15" y="63"/>
                    </a:cubicBezTo>
                    <a:cubicBezTo>
                      <a:pt x="14" y="60"/>
                      <a:pt x="14" y="60"/>
                      <a:pt x="14" y="60"/>
                    </a:cubicBezTo>
                    <a:cubicBezTo>
                      <a:pt x="13" y="62"/>
                      <a:pt x="12" y="63"/>
                      <a:pt x="13" y="65"/>
                    </a:cubicBezTo>
                    <a:cubicBezTo>
                      <a:pt x="12" y="65"/>
                      <a:pt x="12" y="65"/>
                      <a:pt x="12" y="65"/>
                    </a:cubicBezTo>
                    <a:cubicBezTo>
                      <a:pt x="13" y="67"/>
                      <a:pt x="9" y="64"/>
                      <a:pt x="12" y="67"/>
                    </a:cubicBezTo>
                    <a:cubicBezTo>
                      <a:pt x="13" y="69"/>
                      <a:pt x="13" y="69"/>
                      <a:pt x="13" y="69"/>
                    </a:cubicBezTo>
                    <a:cubicBezTo>
                      <a:pt x="11" y="67"/>
                      <a:pt x="11" y="67"/>
                      <a:pt x="11" y="67"/>
                    </a:cubicBezTo>
                    <a:cubicBezTo>
                      <a:pt x="11" y="68"/>
                      <a:pt x="10" y="68"/>
                      <a:pt x="11" y="69"/>
                    </a:cubicBezTo>
                    <a:cubicBezTo>
                      <a:pt x="10" y="68"/>
                      <a:pt x="10" y="68"/>
                      <a:pt x="10" y="68"/>
                    </a:cubicBezTo>
                    <a:cubicBezTo>
                      <a:pt x="10" y="68"/>
                      <a:pt x="11" y="70"/>
                      <a:pt x="11" y="70"/>
                    </a:cubicBezTo>
                    <a:cubicBezTo>
                      <a:pt x="10" y="69"/>
                      <a:pt x="10" y="69"/>
                      <a:pt x="10" y="69"/>
                    </a:cubicBezTo>
                    <a:cubicBezTo>
                      <a:pt x="7" y="68"/>
                      <a:pt x="4" y="67"/>
                      <a:pt x="5" y="71"/>
                    </a:cubicBezTo>
                    <a:cubicBezTo>
                      <a:pt x="5" y="72"/>
                      <a:pt x="3" y="70"/>
                      <a:pt x="3" y="70"/>
                    </a:cubicBezTo>
                    <a:cubicBezTo>
                      <a:pt x="5" y="73"/>
                      <a:pt x="0" y="70"/>
                      <a:pt x="2" y="75"/>
                    </a:cubicBezTo>
                    <a:cubicBezTo>
                      <a:pt x="2" y="77"/>
                      <a:pt x="6" y="82"/>
                      <a:pt x="6" y="82"/>
                    </a:cubicBezTo>
                    <a:cubicBezTo>
                      <a:pt x="7" y="78"/>
                      <a:pt x="10" y="79"/>
                      <a:pt x="14" y="80"/>
                    </a:cubicBezTo>
                    <a:cubicBezTo>
                      <a:pt x="14" y="79"/>
                      <a:pt x="14" y="77"/>
                      <a:pt x="15" y="78"/>
                    </a:cubicBezTo>
                    <a:cubicBezTo>
                      <a:pt x="18" y="75"/>
                      <a:pt x="23" y="77"/>
                      <a:pt x="24" y="73"/>
                    </a:cubicBezTo>
                    <a:cubicBezTo>
                      <a:pt x="23" y="73"/>
                      <a:pt x="23" y="72"/>
                      <a:pt x="23" y="71"/>
                    </a:cubicBezTo>
                    <a:cubicBezTo>
                      <a:pt x="23" y="72"/>
                      <a:pt x="23" y="72"/>
                      <a:pt x="23" y="72"/>
                    </a:cubicBezTo>
                    <a:cubicBezTo>
                      <a:pt x="22" y="71"/>
                      <a:pt x="22" y="71"/>
                      <a:pt x="22" y="71"/>
                    </a:cubicBezTo>
                    <a:cubicBezTo>
                      <a:pt x="23" y="70"/>
                      <a:pt x="24" y="72"/>
                      <a:pt x="24" y="72"/>
                    </a:cubicBezTo>
                    <a:cubicBezTo>
                      <a:pt x="25" y="71"/>
                      <a:pt x="25" y="70"/>
                      <a:pt x="26" y="70"/>
                    </a:cubicBezTo>
                    <a:cubicBezTo>
                      <a:pt x="25" y="68"/>
                      <a:pt x="27" y="69"/>
                      <a:pt x="25" y="67"/>
                    </a:cubicBezTo>
                    <a:cubicBezTo>
                      <a:pt x="26" y="68"/>
                      <a:pt x="26" y="68"/>
                      <a:pt x="26" y="68"/>
                    </a:cubicBezTo>
                    <a:cubicBezTo>
                      <a:pt x="26" y="67"/>
                      <a:pt x="26" y="67"/>
                      <a:pt x="28" y="68"/>
                    </a:cubicBezTo>
                    <a:cubicBezTo>
                      <a:pt x="32" y="68"/>
                      <a:pt x="33" y="64"/>
                      <a:pt x="36" y="63"/>
                    </a:cubicBezTo>
                    <a:cubicBezTo>
                      <a:pt x="39" y="60"/>
                      <a:pt x="40" y="57"/>
                      <a:pt x="43" y="54"/>
                    </a:cubicBezTo>
                    <a:cubicBezTo>
                      <a:pt x="41" y="51"/>
                      <a:pt x="42" y="52"/>
                      <a:pt x="41" y="49"/>
                    </a:cubicBezTo>
                    <a:cubicBezTo>
                      <a:pt x="42" y="50"/>
                      <a:pt x="42" y="50"/>
                      <a:pt x="42" y="50"/>
                    </a:cubicBezTo>
                    <a:cubicBezTo>
                      <a:pt x="41" y="48"/>
                      <a:pt x="42" y="49"/>
                      <a:pt x="44" y="50"/>
                    </a:cubicBezTo>
                    <a:cubicBezTo>
                      <a:pt x="43" y="49"/>
                      <a:pt x="44" y="50"/>
                      <a:pt x="42" y="48"/>
                    </a:cubicBezTo>
                    <a:cubicBezTo>
                      <a:pt x="41" y="47"/>
                      <a:pt x="44" y="50"/>
                      <a:pt x="44" y="49"/>
                    </a:cubicBezTo>
                    <a:cubicBezTo>
                      <a:pt x="45" y="50"/>
                      <a:pt x="43" y="48"/>
                      <a:pt x="44" y="49"/>
                    </a:cubicBezTo>
                    <a:cubicBezTo>
                      <a:pt x="43" y="46"/>
                      <a:pt x="44" y="50"/>
                      <a:pt x="47" y="50"/>
                    </a:cubicBezTo>
                    <a:cubicBezTo>
                      <a:pt x="47" y="49"/>
                      <a:pt x="47" y="46"/>
                      <a:pt x="49" y="46"/>
                    </a:cubicBezTo>
                    <a:cubicBezTo>
                      <a:pt x="49" y="46"/>
                      <a:pt x="48" y="45"/>
                      <a:pt x="48" y="45"/>
                    </a:cubicBezTo>
                    <a:cubicBezTo>
                      <a:pt x="50" y="47"/>
                      <a:pt x="48" y="44"/>
                      <a:pt x="49" y="45"/>
                    </a:cubicBezTo>
                    <a:cubicBezTo>
                      <a:pt x="50" y="46"/>
                      <a:pt x="50" y="46"/>
                      <a:pt x="50" y="46"/>
                    </a:cubicBezTo>
                    <a:cubicBezTo>
                      <a:pt x="51" y="46"/>
                      <a:pt x="50" y="45"/>
                      <a:pt x="52" y="45"/>
                    </a:cubicBezTo>
                    <a:cubicBezTo>
                      <a:pt x="51" y="44"/>
                      <a:pt x="54" y="45"/>
                      <a:pt x="53" y="44"/>
                    </a:cubicBezTo>
                    <a:cubicBezTo>
                      <a:pt x="54" y="45"/>
                      <a:pt x="54" y="44"/>
                      <a:pt x="54" y="45"/>
                    </a:cubicBezTo>
                    <a:cubicBezTo>
                      <a:pt x="52" y="42"/>
                      <a:pt x="56" y="45"/>
                      <a:pt x="55" y="43"/>
                    </a:cubicBezTo>
                    <a:cubicBezTo>
                      <a:pt x="55" y="43"/>
                      <a:pt x="55" y="43"/>
                      <a:pt x="55" y="43"/>
                    </a:cubicBezTo>
                    <a:cubicBezTo>
                      <a:pt x="56" y="42"/>
                      <a:pt x="58" y="42"/>
                      <a:pt x="58" y="39"/>
                    </a:cubicBezTo>
                    <a:cubicBezTo>
                      <a:pt x="59" y="38"/>
                      <a:pt x="62" y="40"/>
                      <a:pt x="62" y="38"/>
                    </a:cubicBezTo>
                    <a:cubicBezTo>
                      <a:pt x="61" y="37"/>
                      <a:pt x="61" y="37"/>
                      <a:pt x="61" y="37"/>
                    </a:cubicBezTo>
                    <a:cubicBezTo>
                      <a:pt x="61" y="36"/>
                      <a:pt x="62" y="37"/>
                      <a:pt x="62" y="38"/>
                    </a:cubicBezTo>
                    <a:cubicBezTo>
                      <a:pt x="61" y="36"/>
                      <a:pt x="63" y="37"/>
                      <a:pt x="64" y="37"/>
                    </a:cubicBezTo>
                    <a:cubicBezTo>
                      <a:pt x="63" y="36"/>
                      <a:pt x="63" y="36"/>
                      <a:pt x="63" y="35"/>
                    </a:cubicBezTo>
                    <a:cubicBezTo>
                      <a:pt x="66" y="36"/>
                      <a:pt x="63" y="33"/>
                      <a:pt x="66" y="34"/>
                    </a:cubicBezTo>
                    <a:cubicBezTo>
                      <a:pt x="63" y="32"/>
                      <a:pt x="65" y="33"/>
                      <a:pt x="64" y="32"/>
                    </a:cubicBezTo>
                    <a:cubicBezTo>
                      <a:pt x="64" y="32"/>
                      <a:pt x="65" y="33"/>
                      <a:pt x="65" y="33"/>
                    </a:cubicBezTo>
                    <a:cubicBezTo>
                      <a:pt x="66" y="33"/>
                      <a:pt x="66" y="32"/>
                      <a:pt x="67" y="33"/>
                    </a:cubicBezTo>
                    <a:cubicBezTo>
                      <a:pt x="67" y="32"/>
                      <a:pt x="66" y="31"/>
                      <a:pt x="66" y="31"/>
                    </a:cubicBezTo>
                    <a:cubicBezTo>
                      <a:pt x="68" y="33"/>
                      <a:pt x="67" y="31"/>
                      <a:pt x="68" y="31"/>
                    </a:cubicBezTo>
                    <a:cubicBezTo>
                      <a:pt x="66" y="29"/>
                      <a:pt x="66" y="28"/>
                      <a:pt x="66" y="28"/>
                    </a:cubicBezTo>
                    <a:cubicBezTo>
                      <a:pt x="68" y="31"/>
                      <a:pt x="68" y="31"/>
                      <a:pt x="68" y="31"/>
                    </a:cubicBezTo>
                    <a:cubicBezTo>
                      <a:pt x="68" y="29"/>
                      <a:pt x="71" y="30"/>
                      <a:pt x="70" y="27"/>
                    </a:cubicBezTo>
                    <a:cubicBezTo>
                      <a:pt x="71" y="28"/>
                      <a:pt x="71" y="28"/>
                      <a:pt x="71" y="28"/>
                    </a:cubicBezTo>
                    <a:cubicBezTo>
                      <a:pt x="71" y="25"/>
                      <a:pt x="73" y="26"/>
                      <a:pt x="72" y="23"/>
                    </a:cubicBezTo>
                    <a:cubicBezTo>
                      <a:pt x="73" y="23"/>
                      <a:pt x="73" y="24"/>
                      <a:pt x="74" y="23"/>
                    </a:cubicBezTo>
                    <a:cubicBezTo>
                      <a:pt x="73" y="22"/>
                      <a:pt x="73" y="22"/>
                      <a:pt x="72" y="20"/>
                    </a:cubicBezTo>
                    <a:cubicBezTo>
                      <a:pt x="72" y="20"/>
                      <a:pt x="73" y="21"/>
                      <a:pt x="74" y="21"/>
                    </a:cubicBezTo>
                    <a:cubicBezTo>
                      <a:pt x="74" y="21"/>
                      <a:pt x="76" y="23"/>
                      <a:pt x="75" y="20"/>
                    </a:cubicBezTo>
                    <a:cubicBezTo>
                      <a:pt x="76" y="21"/>
                      <a:pt x="76" y="21"/>
                      <a:pt x="76" y="21"/>
                    </a:cubicBezTo>
                    <a:cubicBezTo>
                      <a:pt x="76" y="20"/>
                      <a:pt x="75" y="18"/>
                      <a:pt x="76" y="19"/>
                    </a:cubicBezTo>
                    <a:cubicBezTo>
                      <a:pt x="76" y="18"/>
                      <a:pt x="76" y="17"/>
                      <a:pt x="75" y="16"/>
                    </a:cubicBezTo>
                    <a:cubicBezTo>
                      <a:pt x="75" y="16"/>
                      <a:pt x="76" y="18"/>
                      <a:pt x="76" y="17"/>
                    </a:cubicBezTo>
                    <a:cubicBezTo>
                      <a:pt x="77" y="19"/>
                      <a:pt x="77" y="19"/>
                      <a:pt x="77" y="19"/>
                    </a:cubicBezTo>
                    <a:cubicBezTo>
                      <a:pt x="78" y="18"/>
                      <a:pt x="78" y="17"/>
                      <a:pt x="79" y="15"/>
                    </a:cubicBezTo>
                    <a:cubicBezTo>
                      <a:pt x="80" y="17"/>
                      <a:pt x="80" y="15"/>
                      <a:pt x="81" y="15"/>
                    </a:cubicBezTo>
                    <a:cubicBezTo>
                      <a:pt x="81" y="14"/>
                      <a:pt x="82" y="15"/>
                      <a:pt x="81" y="13"/>
                    </a:cubicBezTo>
                    <a:cubicBezTo>
                      <a:pt x="82" y="14"/>
                      <a:pt x="82" y="14"/>
                      <a:pt x="82" y="14"/>
                    </a:cubicBezTo>
                    <a:cubicBezTo>
                      <a:pt x="82" y="14"/>
                      <a:pt x="83" y="13"/>
                      <a:pt x="84" y="14"/>
                    </a:cubicBezTo>
                    <a:cubicBezTo>
                      <a:pt x="84" y="14"/>
                      <a:pt x="83" y="12"/>
                      <a:pt x="83" y="11"/>
                    </a:cubicBezTo>
                    <a:cubicBezTo>
                      <a:pt x="84" y="12"/>
                      <a:pt x="84" y="12"/>
                      <a:pt x="84" y="12"/>
                    </a:cubicBezTo>
                    <a:cubicBezTo>
                      <a:pt x="84" y="11"/>
                      <a:pt x="83" y="10"/>
                      <a:pt x="82" y="8"/>
                    </a:cubicBezTo>
                    <a:cubicBezTo>
                      <a:pt x="83" y="9"/>
                      <a:pt x="82" y="8"/>
                      <a:pt x="83" y="9"/>
                    </a:cubicBezTo>
                    <a:cubicBezTo>
                      <a:pt x="83" y="10"/>
                      <a:pt x="84" y="11"/>
                      <a:pt x="84" y="13"/>
                    </a:cubicBezTo>
                    <a:cubicBezTo>
                      <a:pt x="85" y="13"/>
                      <a:pt x="84" y="10"/>
                      <a:pt x="85" y="11"/>
                    </a:cubicBezTo>
                    <a:cubicBezTo>
                      <a:pt x="86" y="12"/>
                      <a:pt x="86" y="11"/>
                      <a:pt x="85" y="9"/>
                    </a:cubicBezTo>
                    <a:cubicBezTo>
                      <a:pt x="85" y="10"/>
                      <a:pt x="85" y="10"/>
                      <a:pt x="86" y="11"/>
                    </a:cubicBezTo>
                    <a:cubicBezTo>
                      <a:pt x="86" y="11"/>
                      <a:pt x="86" y="11"/>
                      <a:pt x="86" y="10"/>
                    </a:cubicBezTo>
                    <a:cubicBezTo>
                      <a:pt x="86" y="10"/>
                      <a:pt x="85" y="10"/>
                      <a:pt x="85" y="10"/>
                    </a:cubicBezTo>
                    <a:cubicBezTo>
                      <a:pt x="85" y="9"/>
                      <a:pt x="85" y="8"/>
                      <a:pt x="84" y="7"/>
                    </a:cubicBezTo>
                    <a:cubicBezTo>
                      <a:pt x="84" y="7"/>
                      <a:pt x="84" y="7"/>
                      <a:pt x="84" y="7"/>
                    </a:cubicBezTo>
                    <a:cubicBezTo>
                      <a:pt x="83" y="6"/>
                      <a:pt x="84" y="5"/>
                      <a:pt x="84"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4" name="Freeform 37"/>
              <p:cNvSpPr/>
              <p:nvPr/>
            </p:nvSpPr>
            <p:spPr bwMode="auto">
              <a:xfrm>
                <a:off x="3725" y="2268"/>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5" name="Freeform 38"/>
              <p:cNvSpPr/>
              <p:nvPr/>
            </p:nvSpPr>
            <p:spPr bwMode="auto">
              <a:xfrm>
                <a:off x="3474"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6" name="Freeform 39"/>
              <p:cNvSpPr/>
              <p:nvPr/>
            </p:nvSpPr>
            <p:spPr bwMode="auto">
              <a:xfrm>
                <a:off x="3799" y="2608"/>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7" name="Freeform 40"/>
              <p:cNvSpPr/>
              <p:nvPr/>
            </p:nvSpPr>
            <p:spPr bwMode="auto">
              <a:xfrm>
                <a:off x="3470" y="2079"/>
                <a:ext cx="2" cy="3"/>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8" name="Freeform 41"/>
              <p:cNvSpPr/>
              <p:nvPr/>
            </p:nvSpPr>
            <p:spPr bwMode="auto">
              <a:xfrm>
                <a:off x="3825" y="27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9" name="Freeform 42"/>
              <p:cNvSpPr/>
              <p:nvPr/>
            </p:nvSpPr>
            <p:spPr bwMode="auto">
              <a:xfrm>
                <a:off x="3466" y="215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0" name="Freeform 43"/>
              <p:cNvSpPr/>
              <p:nvPr/>
            </p:nvSpPr>
            <p:spPr bwMode="auto">
              <a:xfrm>
                <a:off x="3916" y="258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1" name="Freeform 44"/>
              <p:cNvSpPr/>
              <p:nvPr/>
            </p:nvSpPr>
            <p:spPr bwMode="auto">
              <a:xfrm>
                <a:off x="3899" y="27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2" name="Freeform 45"/>
              <p:cNvSpPr/>
              <p:nvPr/>
            </p:nvSpPr>
            <p:spPr bwMode="auto">
              <a:xfrm>
                <a:off x="3926" y="2582"/>
                <a:ext cx="3" cy="2"/>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3" name="Freeform 46"/>
              <p:cNvSpPr/>
              <p:nvPr/>
            </p:nvSpPr>
            <p:spPr bwMode="auto">
              <a:xfrm>
                <a:off x="3850" y="2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4" name="Freeform 47"/>
              <p:cNvSpPr/>
              <p:nvPr/>
            </p:nvSpPr>
            <p:spPr bwMode="auto">
              <a:xfrm>
                <a:off x="3926" y="25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5" name="Freeform 48"/>
              <p:cNvSpPr/>
              <p:nvPr/>
            </p:nvSpPr>
            <p:spPr bwMode="auto">
              <a:xfrm>
                <a:off x="3810" y="27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6" name="Freeform 49"/>
              <p:cNvSpPr/>
              <p:nvPr/>
            </p:nvSpPr>
            <p:spPr bwMode="auto">
              <a:xfrm>
                <a:off x="3827" y="2270"/>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7" name="Freeform 50"/>
              <p:cNvSpPr/>
              <p:nvPr/>
            </p:nvSpPr>
            <p:spPr bwMode="auto">
              <a:xfrm>
                <a:off x="3470" y="2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8" name="Freeform 51"/>
              <p:cNvSpPr/>
              <p:nvPr/>
            </p:nvSpPr>
            <p:spPr bwMode="auto">
              <a:xfrm>
                <a:off x="4497" y="2332"/>
                <a:ext cx="2" cy="4"/>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1"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9" name="Freeform 52"/>
              <p:cNvSpPr/>
              <p:nvPr/>
            </p:nvSpPr>
            <p:spPr bwMode="auto">
              <a:xfrm>
                <a:off x="4468" y="2319"/>
                <a:ext cx="2" cy="2"/>
              </a:xfrm>
              <a:custGeom>
                <a:avLst/>
                <a:gdLst>
                  <a:gd name="T0" fmla="*/ 2 w 2"/>
                  <a:gd name="T1" fmla="*/ 2 h 2"/>
                  <a:gd name="T2" fmla="*/ 2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2"/>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0" name="Freeform 53"/>
              <p:cNvSpPr/>
              <p:nvPr/>
            </p:nvSpPr>
            <p:spPr bwMode="auto">
              <a:xfrm>
                <a:off x="4451" y="227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1" name="Freeform 54"/>
              <p:cNvSpPr/>
              <p:nvPr/>
            </p:nvSpPr>
            <p:spPr bwMode="auto">
              <a:xfrm>
                <a:off x="4385" y="228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2" name="Freeform 55"/>
              <p:cNvSpPr/>
              <p:nvPr/>
            </p:nvSpPr>
            <p:spPr bwMode="auto">
              <a:xfrm>
                <a:off x="4381" y="2277"/>
                <a:ext cx="4" cy="2"/>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0" y="1"/>
                      <a:pt x="1" y="1"/>
                      <a:pt x="1" y="1"/>
                    </a:cubicBezTo>
                    <a:cubicBezTo>
                      <a:pt x="1" y="0"/>
                      <a:pt x="2" y="0"/>
                      <a:pt x="1" y="0"/>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3" name="Freeform 56"/>
              <p:cNvSpPr/>
              <p:nvPr/>
            </p:nvSpPr>
            <p:spPr bwMode="auto">
              <a:xfrm>
                <a:off x="4383" y="2281"/>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4" name="Freeform 57"/>
              <p:cNvSpPr/>
              <p:nvPr/>
            </p:nvSpPr>
            <p:spPr bwMode="auto">
              <a:xfrm>
                <a:off x="4504" y="23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5" name="Freeform 58"/>
              <p:cNvSpPr/>
              <p:nvPr/>
            </p:nvSpPr>
            <p:spPr bwMode="auto">
              <a:xfrm>
                <a:off x="3602" y="1893"/>
                <a:ext cx="27" cy="2"/>
              </a:xfrm>
              <a:custGeom>
                <a:avLst/>
                <a:gdLst>
                  <a:gd name="T0" fmla="*/ 4 w 13"/>
                  <a:gd name="T1" fmla="*/ 1 h 1"/>
                  <a:gd name="T2" fmla="*/ 6 w 13"/>
                  <a:gd name="T3" fmla="*/ 1 h 1"/>
                  <a:gd name="T4" fmla="*/ 6 w 13"/>
                  <a:gd name="T5" fmla="*/ 1 h 1"/>
                  <a:gd name="T6" fmla="*/ 6 w 13"/>
                  <a:gd name="T7" fmla="*/ 1 h 1"/>
                  <a:gd name="T8" fmla="*/ 6 w 13"/>
                  <a:gd name="T9" fmla="*/ 1 h 1"/>
                  <a:gd name="T10" fmla="*/ 6 w 13"/>
                  <a:gd name="T11" fmla="*/ 1 h 1"/>
                  <a:gd name="T12" fmla="*/ 6 w 13"/>
                  <a:gd name="T13" fmla="*/ 1 h 1"/>
                  <a:gd name="T14" fmla="*/ 6 w 13"/>
                  <a:gd name="T15" fmla="*/ 1 h 1"/>
                  <a:gd name="T16" fmla="*/ 4 w 13"/>
                  <a:gd name="T17" fmla="*/ 1 h 1"/>
                  <a:gd name="T18" fmla="*/ 4 w 1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
                    <a:moveTo>
                      <a:pt x="4" y="1"/>
                    </a:moveTo>
                    <a:cubicBezTo>
                      <a:pt x="4" y="1"/>
                      <a:pt x="5"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0" y="0"/>
                      <a:pt x="13" y="1"/>
                      <a:pt x="4" y="1"/>
                    </a:cubicBezTo>
                    <a:cubicBezTo>
                      <a:pt x="4" y="1"/>
                      <a:pt x="4" y="1"/>
                      <a:pt x="4"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6" name="Freeform 59"/>
              <p:cNvSpPr/>
              <p:nvPr/>
            </p:nvSpPr>
            <p:spPr bwMode="auto">
              <a:xfrm>
                <a:off x="4495" y="233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7" name="Freeform 60"/>
              <p:cNvSpPr/>
              <p:nvPr/>
            </p:nvSpPr>
            <p:spPr bwMode="auto">
              <a:xfrm>
                <a:off x="4381" y="2277"/>
                <a:ext cx="4" cy="8"/>
              </a:xfrm>
              <a:custGeom>
                <a:avLst/>
                <a:gdLst>
                  <a:gd name="T0" fmla="*/ 2 w 2"/>
                  <a:gd name="T1" fmla="*/ 1 h 4"/>
                  <a:gd name="T2" fmla="*/ 2 w 2"/>
                  <a:gd name="T3" fmla="*/ 0 h 4"/>
                  <a:gd name="T4" fmla="*/ 1 w 2"/>
                  <a:gd name="T5" fmla="*/ 2 h 4"/>
                  <a:gd name="T6" fmla="*/ 1 w 2"/>
                  <a:gd name="T7" fmla="*/ 2 h 4"/>
                  <a:gd name="T8" fmla="*/ 0 w 2"/>
                  <a:gd name="T9" fmla="*/ 4 h 4"/>
                  <a:gd name="T10" fmla="*/ 2 w 2"/>
                  <a:gd name="T11" fmla="*/ 1 h 4"/>
                </a:gdLst>
                <a:ahLst/>
                <a:cxnLst>
                  <a:cxn ang="0">
                    <a:pos x="T0" y="T1"/>
                  </a:cxn>
                  <a:cxn ang="0">
                    <a:pos x="T2" y="T3"/>
                  </a:cxn>
                  <a:cxn ang="0">
                    <a:pos x="T4" y="T5"/>
                  </a:cxn>
                  <a:cxn ang="0">
                    <a:pos x="T6" y="T7"/>
                  </a:cxn>
                  <a:cxn ang="0">
                    <a:pos x="T8" y="T9"/>
                  </a:cxn>
                  <a:cxn ang="0">
                    <a:pos x="T10" y="T11"/>
                  </a:cxn>
                </a:cxnLst>
                <a:rect l="0" t="0" r="r" b="b"/>
                <a:pathLst>
                  <a:path w="2" h="4">
                    <a:moveTo>
                      <a:pt x="2" y="1"/>
                    </a:moveTo>
                    <a:cubicBezTo>
                      <a:pt x="2" y="1"/>
                      <a:pt x="2" y="0"/>
                      <a:pt x="2" y="0"/>
                    </a:cubicBezTo>
                    <a:cubicBezTo>
                      <a:pt x="1" y="1"/>
                      <a:pt x="1" y="1"/>
                      <a:pt x="1" y="2"/>
                    </a:cubicBezTo>
                    <a:cubicBezTo>
                      <a:pt x="1" y="2"/>
                      <a:pt x="0" y="3"/>
                      <a:pt x="1" y="2"/>
                    </a:cubicBezTo>
                    <a:cubicBezTo>
                      <a:pt x="0" y="3"/>
                      <a:pt x="0" y="4"/>
                      <a:pt x="0" y="4"/>
                    </a:cubicBezTo>
                    <a:cubicBezTo>
                      <a:pt x="1" y="3"/>
                      <a:pt x="1" y="1"/>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8" name="Freeform 61"/>
              <p:cNvSpPr/>
              <p:nvPr/>
            </p:nvSpPr>
            <p:spPr bwMode="auto">
              <a:xfrm>
                <a:off x="4519" y="2328"/>
                <a:ext cx="2" cy="2"/>
              </a:xfrm>
              <a:custGeom>
                <a:avLst/>
                <a:gdLst>
                  <a:gd name="T0" fmla="*/ 0 w 2"/>
                  <a:gd name="T1" fmla="*/ 2 h 2"/>
                  <a:gd name="T2" fmla="*/ 0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0" y="2"/>
                    </a:lnTo>
                    <a:lnTo>
                      <a:pt x="2"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9" name="Freeform 62"/>
              <p:cNvSpPr/>
              <p:nvPr/>
            </p:nvSpPr>
            <p:spPr bwMode="auto">
              <a:xfrm>
                <a:off x="4504" y="2325"/>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0" name="Freeform 63"/>
              <p:cNvSpPr/>
              <p:nvPr/>
            </p:nvSpPr>
            <p:spPr bwMode="auto">
              <a:xfrm>
                <a:off x="4391" y="2294"/>
                <a:ext cx="4" cy="4"/>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0" y="2"/>
                      <a:pt x="1" y="1"/>
                      <a:pt x="1" y="1"/>
                    </a:cubicBezTo>
                    <a:cubicBezTo>
                      <a:pt x="2" y="0"/>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1" name="Freeform 64"/>
              <p:cNvSpPr/>
              <p:nvPr/>
            </p:nvSpPr>
            <p:spPr bwMode="auto">
              <a:xfrm>
                <a:off x="4381" y="2281"/>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2" name="Freeform 65"/>
              <p:cNvSpPr/>
              <p:nvPr/>
            </p:nvSpPr>
            <p:spPr bwMode="auto">
              <a:xfrm>
                <a:off x="3332" y="1903"/>
                <a:ext cx="2" cy="7"/>
              </a:xfrm>
              <a:custGeom>
                <a:avLst/>
                <a:gdLst>
                  <a:gd name="T0" fmla="*/ 0 w 1"/>
                  <a:gd name="T1" fmla="*/ 3 h 3"/>
                  <a:gd name="T2" fmla="*/ 1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1" y="3"/>
                    </a:cubicBezTo>
                    <a:cubicBezTo>
                      <a:pt x="1" y="2"/>
                      <a:pt x="1" y="1"/>
                      <a:pt x="1" y="0"/>
                    </a:cubicBezTo>
                    <a:lnTo>
                      <a:pt x="0" y="3"/>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3" name="Freeform 66"/>
              <p:cNvSpPr/>
              <p:nvPr/>
            </p:nvSpPr>
            <p:spPr bwMode="auto">
              <a:xfrm>
                <a:off x="3566" y="2372"/>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4" name="Freeform 67"/>
              <p:cNvSpPr/>
              <p:nvPr/>
            </p:nvSpPr>
            <p:spPr bwMode="auto">
              <a:xfrm>
                <a:off x="3474" y="2073"/>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5" name="Freeform 68"/>
              <p:cNvSpPr/>
              <p:nvPr/>
            </p:nvSpPr>
            <p:spPr bwMode="auto">
              <a:xfrm>
                <a:off x="4060" y="1568"/>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6" name="Freeform 69"/>
              <p:cNvSpPr/>
              <p:nvPr/>
            </p:nvSpPr>
            <p:spPr bwMode="auto">
              <a:xfrm>
                <a:off x="3472" y="2073"/>
                <a:ext cx="2"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0" y="0"/>
                      <a:pt x="0" y="0"/>
                      <a:pt x="0" y="0"/>
                    </a:cubicBezTo>
                    <a:cubicBezTo>
                      <a:pt x="0" y="0"/>
                      <a:pt x="0" y="0"/>
                      <a:pt x="1"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7" name="Freeform 70"/>
              <p:cNvSpPr/>
              <p:nvPr/>
            </p:nvSpPr>
            <p:spPr bwMode="auto">
              <a:xfrm>
                <a:off x="3474" y="2073"/>
                <a:ext cx="0" cy="2"/>
              </a:xfrm>
              <a:custGeom>
                <a:avLst/>
                <a:gdLst>
                  <a:gd name="T0" fmla="*/ 0 h 1"/>
                  <a:gd name="T1" fmla="*/ 1 h 1"/>
                  <a:gd name="T2" fmla="*/ 1 h 1"/>
                  <a:gd name="T3" fmla="*/ 1 h 1"/>
                  <a:gd name="T4" fmla="*/ 1 h 1"/>
                  <a:gd name="T5" fmla="*/ 1 h 1"/>
                  <a:gd name="T6" fmla="*/ 0 h 1"/>
                  <a:gd name="T7" fmla="*/ 0 h 1"/>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
                    <a:moveTo>
                      <a:pt x="0" y="0"/>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8" name="Freeform 71"/>
              <p:cNvSpPr/>
              <p:nvPr/>
            </p:nvSpPr>
            <p:spPr bwMode="auto">
              <a:xfrm>
                <a:off x="3702" y="1530"/>
                <a:ext cx="4" cy="2"/>
              </a:xfrm>
              <a:custGeom>
                <a:avLst/>
                <a:gdLst>
                  <a:gd name="T0" fmla="*/ 0 w 2"/>
                  <a:gd name="T1" fmla="*/ 1 h 1"/>
                  <a:gd name="T2" fmla="*/ 0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0" y="1"/>
                      <a:pt x="1" y="0"/>
                      <a:pt x="2"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9" name="Freeform 72"/>
              <p:cNvSpPr/>
              <p:nvPr/>
            </p:nvSpPr>
            <p:spPr bwMode="auto">
              <a:xfrm>
                <a:off x="3421" y="2084"/>
                <a:ext cx="17" cy="15"/>
              </a:xfrm>
              <a:custGeom>
                <a:avLst/>
                <a:gdLst>
                  <a:gd name="T0" fmla="*/ 2 w 8"/>
                  <a:gd name="T1" fmla="*/ 5 h 7"/>
                  <a:gd name="T2" fmla="*/ 4 w 8"/>
                  <a:gd name="T3" fmla="*/ 2 h 7"/>
                  <a:gd name="T4" fmla="*/ 2 w 8"/>
                  <a:gd name="T5" fmla="*/ 5 h 7"/>
                </a:gdLst>
                <a:ahLst/>
                <a:cxnLst>
                  <a:cxn ang="0">
                    <a:pos x="T0" y="T1"/>
                  </a:cxn>
                  <a:cxn ang="0">
                    <a:pos x="T2" y="T3"/>
                  </a:cxn>
                  <a:cxn ang="0">
                    <a:pos x="T4" y="T5"/>
                  </a:cxn>
                </a:cxnLst>
                <a:rect l="0" t="0" r="r" b="b"/>
                <a:pathLst>
                  <a:path w="8" h="7">
                    <a:moveTo>
                      <a:pt x="2" y="5"/>
                    </a:moveTo>
                    <a:cubicBezTo>
                      <a:pt x="8" y="0"/>
                      <a:pt x="0" y="7"/>
                      <a:pt x="4" y="2"/>
                    </a:cubicBezTo>
                    <a:cubicBezTo>
                      <a:pt x="2" y="3"/>
                      <a:pt x="2" y="4"/>
                      <a:pt x="2" y="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0" name="Freeform 73"/>
              <p:cNvSpPr/>
              <p:nvPr/>
            </p:nvSpPr>
            <p:spPr bwMode="auto">
              <a:xfrm>
                <a:off x="4381" y="2247"/>
                <a:ext cx="2" cy="4"/>
              </a:xfrm>
              <a:custGeom>
                <a:avLst/>
                <a:gdLst>
                  <a:gd name="T0" fmla="*/ 0 w 1"/>
                  <a:gd name="T1" fmla="*/ 1 h 2"/>
                  <a:gd name="T2" fmla="*/ 1 w 1"/>
                  <a:gd name="T3" fmla="*/ 0 h 2"/>
                  <a:gd name="T4" fmla="*/ 0 w 1"/>
                  <a:gd name="T5" fmla="*/ 1 h 2"/>
                </a:gdLst>
                <a:ahLst/>
                <a:cxnLst>
                  <a:cxn ang="0">
                    <a:pos x="T0" y="T1"/>
                  </a:cxn>
                  <a:cxn ang="0">
                    <a:pos x="T2" y="T3"/>
                  </a:cxn>
                  <a:cxn ang="0">
                    <a:pos x="T4" y="T5"/>
                  </a:cxn>
                </a:cxnLst>
                <a:rect l="0" t="0" r="r" b="b"/>
                <a:pathLst>
                  <a:path w="1" h="2">
                    <a:moveTo>
                      <a:pt x="0" y="1"/>
                    </a:moveTo>
                    <a:cubicBezTo>
                      <a:pt x="0" y="2"/>
                      <a:pt x="0" y="0"/>
                      <a:pt x="1" y="0"/>
                    </a:cubicBezTo>
                    <a:cubicBezTo>
                      <a:pt x="1" y="0"/>
                      <a:pt x="1"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1" name="Freeform 74"/>
              <p:cNvSpPr/>
              <p:nvPr/>
            </p:nvSpPr>
            <p:spPr bwMode="auto">
              <a:xfrm>
                <a:off x="4381" y="2247"/>
                <a:ext cx="2" cy="6"/>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2" name="Freeform 75"/>
              <p:cNvSpPr/>
              <p:nvPr/>
            </p:nvSpPr>
            <p:spPr bwMode="auto">
              <a:xfrm>
                <a:off x="3914" y="15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3" name="Freeform 76"/>
              <p:cNvSpPr/>
              <p:nvPr/>
            </p:nvSpPr>
            <p:spPr bwMode="auto">
              <a:xfrm>
                <a:off x="3317" y="1492"/>
                <a:ext cx="1064" cy="1219"/>
              </a:xfrm>
              <a:custGeom>
                <a:avLst/>
                <a:gdLst>
                  <a:gd name="T0" fmla="*/ 307 w 501"/>
                  <a:gd name="T1" fmla="*/ 7 h 575"/>
                  <a:gd name="T2" fmla="*/ 204 w 501"/>
                  <a:gd name="T3" fmla="*/ 13 h 575"/>
                  <a:gd name="T4" fmla="*/ 130 w 501"/>
                  <a:gd name="T5" fmla="*/ 42 h 575"/>
                  <a:gd name="T6" fmla="*/ 23 w 501"/>
                  <a:gd name="T7" fmla="*/ 152 h 575"/>
                  <a:gd name="T8" fmla="*/ 0 w 501"/>
                  <a:gd name="T9" fmla="*/ 247 h 575"/>
                  <a:gd name="T10" fmla="*/ 50 w 501"/>
                  <a:gd name="T11" fmla="*/ 385 h 575"/>
                  <a:gd name="T12" fmla="*/ 111 w 501"/>
                  <a:gd name="T13" fmla="*/ 430 h 575"/>
                  <a:gd name="T14" fmla="*/ 184 w 501"/>
                  <a:gd name="T15" fmla="*/ 490 h 575"/>
                  <a:gd name="T16" fmla="*/ 202 w 501"/>
                  <a:gd name="T17" fmla="*/ 528 h 575"/>
                  <a:gd name="T18" fmla="*/ 213 w 501"/>
                  <a:gd name="T19" fmla="*/ 562 h 575"/>
                  <a:gd name="T20" fmla="*/ 214 w 501"/>
                  <a:gd name="T21" fmla="*/ 567 h 575"/>
                  <a:gd name="T22" fmla="*/ 211 w 501"/>
                  <a:gd name="T23" fmla="*/ 536 h 575"/>
                  <a:gd name="T24" fmla="*/ 199 w 501"/>
                  <a:gd name="T25" fmla="*/ 494 h 575"/>
                  <a:gd name="T26" fmla="*/ 165 w 501"/>
                  <a:gd name="T27" fmla="*/ 454 h 575"/>
                  <a:gd name="T28" fmla="*/ 164 w 501"/>
                  <a:gd name="T29" fmla="*/ 451 h 575"/>
                  <a:gd name="T30" fmla="*/ 135 w 501"/>
                  <a:gd name="T31" fmla="*/ 430 h 575"/>
                  <a:gd name="T32" fmla="*/ 134 w 501"/>
                  <a:gd name="T33" fmla="*/ 428 h 575"/>
                  <a:gd name="T34" fmla="*/ 125 w 501"/>
                  <a:gd name="T35" fmla="*/ 419 h 575"/>
                  <a:gd name="T36" fmla="*/ 97 w 501"/>
                  <a:gd name="T37" fmla="*/ 407 h 575"/>
                  <a:gd name="T38" fmla="*/ 85 w 501"/>
                  <a:gd name="T39" fmla="*/ 394 h 575"/>
                  <a:gd name="T40" fmla="*/ 77 w 501"/>
                  <a:gd name="T41" fmla="*/ 384 h 575"/>
                  <a:gd name="T42" fmla="*/ 63 w 501"/>
                  <a:gd name="T43" fmla="*/ 368 h 575"/>
                  <a:gd name="T44" fmla="*/ 49 w 501"/>
                  <a:gd name="T45" fmla="*/ 353 h 575"/>
                  <a:gd name="T46" fmla="*/ 40 w 501"/>
                  <a:gd name="T47" fmla="*/ 338 h 575"/>
                  <a:gd name="T48" fmla="*/ 25 w 501"/>
                  <a:gd name="T49" fmla="*/ 323 h 575"/>
                  <a:gd name="T50" fmla="*/ 29 w 501"/>
                  <a:gd name="T51" fmla="*/ 315 h 575"/>
                  <a:gd name="T52" fmla="*/ 21 w 501"/>
                  <a:gd name="T53" fmla="*/ 247 h 575"/>
                  <a:gd name="T54" fmla="*/ 23 w 501"/>
                  <a:gd name="T55" fmla="*/ 221 h 575"/>
                  <a:gd name="T56" fmla="*/ 26 w 501"/>
                  <a:gd name="T57" fmla="*/ 191 h 575"/>
                  <a:gd name="T58" fmla="*/ 56 w 501"/>
                  <a:gd name="T59" fmla="*/ 133 h 575"/>
                  <a:gd name="T60" fmla="*/ 74 w 501"/>
                  <a:gd name="T61" fmla="*/ 107 h 575"/>
                  <a:gd name="T62" fmla="*/ 84 w 501"/>
                  <a:gd name="T63" fmla="*/ 99 h 575"/>
                  <a:gd name="T64" fmla="*/ 90 w 501"/>
                  <a:gd name="T65" fmla="*/ 91 h 575"/>
                  <a:gd name="T66" fmla="*/ 110 w 501"/>
                  <a:gd name="T67" fmla="*/ 80 h 575"/>
                  <a:gd name="T68" fmla="*/ 129 w 501"/>
                  <a:gd name="T69" fmla="*/ 65 h 575"/>
                  <a:gd name="T70" fmla="*/ 182 w 501"/>
                  <a:gd name="T71" fmla="*/ 36 h 575"/>
                  <a:gd name="T72" fmla="*/ 211 w 501"/>
                  <a:gd name="T73" fmla="*/ 29 h 575"/>
                  <a:gd name="T74" fmla="*/ 253 w 501"/>
                  <a:gd name="T75" fmla="*/ 19 h 575"/>
                  <a:gd name="T76" fmla="*/ 281 w 501"/>
                  <a:gd name="T77" fmla="*/ 19 h 575"/>
                  <a:gd name="T78" fmla="*/ 284 w 501"/>
                  <a:gd name="T79" fmla="*/ 19 h 575"/>
                  <a:gd name="T80" fmla="*/ 320 w 501"/>
                  <a:gd name="T81" fmla="*/ 24 h 575"/>
                  <a:gd name="T82" fmla="*/ 369 w 501"/>
                  <a:gd name="T83" fmla="*/ 42 h 575"/>
                  <a:gd name="T84" fmla="*/ 388 w 501"/>
                  <a:gd name="T85" fmla="*/ 53 h 575"/>
                  <a:gd name="T86" fmla="*/ 407 w 501"/>
                  <a:gd name="T87" fmla="*/ 71 h 575"/>
                  <a:gd name="T88" fmla="*/ 435 w 501"/>
                  <a:gd name="T89" fmla="*/ 107 h 575"/>
                  <a:gd name="T90" fmla="*/ 462 w 501"/>
                  <a:gd name="T91" fmla="*/ 154 h 575"/>
                  <a:gd name="T92" fmla="*/ 471 w 501"/>
                  <a:gd name="T93" fmla="*/ 184 h 575"/>
                  <a:gd name="T94" fmla="*/ 464 w 501"/>
                  <a:gd name="T95" fmla="*/ 279 h 575"/>
                  <a:gd name="T96" fmla="*/ 451 w 501"/>
                  <a:gd name="T97" fmla="*/ 307 h 575"/>
                  <a:gd name="T98" fmla="*/ 395 w 501"/>
                  <a:gd name="T99" fmla="*/ 377 h 575"/>
                  <a:gd name="T100" fmla="*/ 368 w 501"/>
                  <a:gd name="T101" fmla="*/ 412 h 575"/>
                  <a:gd name="T102" fmla="*/ 363 w 501"/>
                  <a:gd name="T103" fmla="*/ 573 h 575"/>
                  <a:gd name="T104" fmla="*/ 446 w 501"/>
                  <a:gd name="T105" fmla="*/ 342 h 575"/>
                  <a:gd name="T106" fmla="*/ 463 w 501"/>
                  <a:gd name="T107" fmla="*/ 118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1" h="575">
                    <a:moveTo>
                      <a:pt x="463" y="118"/>
                    </a:moveTo>
                    <a:cubicBezTo>
                      <a:pt x="439" y="74"/>
                      <a:pt x="402" y="38"/>
                      <a:pt x="355" y="17"/>
                    </a:cubicBezTo>
                    <a:cubicBezTo>
                      <a:pt x="347" y="17"/>
                      <a:pt x="337" y="12"/>
                      <a:pt x="328" y="12"/>
                    </a:cubicBezTo>
                    <a:cubicBezTo>
                      <a:pt x="328" y="11"/>
                      <a:pt x="328" y="11"/>
                      <a:pt x="328" y="11"/>
                    </a:cubicBezTo>
                    <a:cubicBezTo>
                      <a:pt x="320" y="11"/>
                      <a:pt x="319" y="8"/>
                      <a:pt x="310" y="5"/>
                    </a:cubicBezTo>
                    <a:cubicBezTo>
                      <a:pt x="309" y="7"/>
                      <a:pt x="306" y="5"/>
                      <a:pt x="307" y="7"/>
                    </a:cubicBezTo>
                    <a:cubicBezTo>
                      <a:pt x="303" y="8"/>
                      <a:pt x="301" y="3"/>
                      <a:pt x="296" y="4"/>
                    </a:cubicBezTo>
                    <a:cubicBezTo>
                      <a:pt x="296" y="3"/>
                      <a:pt x="296" y="5"/>
                      <a:pt x="295" y="4"/>
                    </a:cubicBezTo>
                    <a:cubicBezTo>
                      <a:pt x="282" y="5"/>
                      <a:pt x="298" y="3"/>
                      <a:pt x="282" y="0"/>
                    </a:cubicBezTo>
                    <a:cubicBezTo>
                      <a:pt x="259" y="0"/>
                      <a:pt x="236" y="5"/>
                      <a:pt x="215" y="9"/>
                    </a:cubicBezTo>
                    <a:cubicBezTo>
                      <a:pt x="216" y="9"/>
                      <a:pt x="217" y="10"/>
                      <a:pt x="215" y="11"/>
                    </a:cubicBezTo>
                    <a:cubicBezTo>
                      <a:pt x="212" y="8"/>
                      <a:pt x="208" y="13"/>
                      <a:pt x="204" y="13"/>
                    </a:cubicBezTo>
                    <a:cubicBezTo>
                      <a:pt x="204" y="12"/>
                      <a:pt x="206" y="12"/>
                      <a:pt x="207" y="11"/>
                    </a:cubicBezTo>
                    <a:cubicBezTo>
                      <a:pt x="197" y="13"/>
                      <a:pt x="190" y="17"/>
                      <a:pt x="181" y="19"/>
                    </a:cubicBezTo>
                    <a:cubicBezTo>
                      <a:pt x="173" y="24"/>
                      <a:pt x="163" y="25"/>
                      <a:pt x="158" y="29"/>
                    </a:cubicBezTo>
                    <a:cubicBezTo>
                      <a:pt x="159" y="27"/>
                      <a:pt x="154" y="30"/>
                      <a:pt x="152" y="30"/>
                    </a:cubicBezTo>
                    <a:cubicBezTo>
                      <a:pt x="148" y="37"/>
                      <a:pt x="136" y="37"/>
                      <a:pt x="131" y="43"/>
                    </a:cubicBezTo>
                    <a:cubicBezTo>
                      <a:pt x="130" y="42"/>
                      <a:pt x="130" y="42"/>
                      <a:pt x="130" y="42"/>
                    </a:cubicBezTo>
                    <a:cubicBezTo>
                      <a:pt x="110" y="54"/>
                      <a:pt x="88" y="68"/>
                      <a:pt x="70" y="87"/>
                    </a:cubicBezTo>
                    <a:cubicBezTo>
                      <a:pt x="59" y="96"/>
                      <a:pt x="48" y="108"/>
                      <a:pt x="39" y="121"/>
                    </a:cubicBezTo>
                    <a:cubicBezTo>
                      <a:pt x="38" y="123"/>
                      <a:pt x="40" y="122"/>
                      <a:pt x="39" y="124"/>
                    </a:cubicBezTo>
                    <a:cubicBezTo>
                      <a:pt x="37" y="127"/>
                      <a:pt x="38" y="123"/>
                      <a:pt x="37" y="124"/>
                    </a:cubicBezTo>
                    <a:cubicBezTo>
                      <a:pt x="34" y="132"/>
                      <a:pt x="28" y="140"/>
                      <a:pt x="23" y="148"/>
                    </a:cubicBezTo>
                    <a:cubicBezTo>
                      <a:pt x="23" y="150"/>
                      <a:pt x="22" y="152"/>
                      <a:pt x="23" y="152"/>
                    </a:cubicBezTo>
                    <a:cubicBezTo>
                      <a:pt x="17" y="161"/>
                      <a:pt x="14" y="176"/>
                      <a:pt x="9" y="185"/>
                    </a:cubicBezTo>
                    <a:cubicBezTo>
                      <a:pt x="14" y="183"/>
                      <a:pt x="10" y="192"/>
                      <a:pt x="10" y="196"/>
                    </a:cubicBezTo>
                    <a:cubicBezTo>
                      <a:pt x="9" y="198"/>
                      <a:pt x="8" y="198"/>
                      <a:pt x="8" y="197"/>
                    </a:cubicBezTo>
                    <a:cubicBezTo>
                      <a:pt x="6" y="205"/>
                      <a:pt x="5" y="209"/>
                      <a:pt x="3" y="219"/>
                    </a:cubicBezTo>
                    <a:cubicBezTo>
                      <a:pt x="2" y="223"/>
                      <a:pt x="4" y="225"/>
                      <a:pt x="3" y="230"/>
                    </a:cubicBezTo>
                    <a:cubicBezTo>
                      <a:pt x="0" y="233"/>
                      <a:pt x="1" y="241"/>
                      <a:pt x="0" y="247"/>
                    </a:cubicBezTo>
                    <a:cubicBezTo>
                      <a:pt x="2" y="245"/>
                      <a:pt x="4" y="252"/>
                      <a:pt x="3" y="257"/>
                    </a:cubicBezTo>
                    <a:cubicBezTo>
                      <a:pt x="0" y="256"/>
                      <a:pt x="0" y="256"/>
                      <a:pt x="0" y="256"/>
                    </a:cubicBezTo>
                    <a:cubicBezTo>
                      <a:pt x="1" y="272"/>
                      <a:pt x="0" y="297"/>
                      <a:pt x="9" y="316"/>
                    </a:cubicBezTo>
                    <a:cubicBezTo>
                      <a:pt x="8" y="318"/>
                      <a:pt x="8" y="318"/>
                      <a:pt x="8" y="318"/>
                    </a:cubicBezTo>
                    <a:cubicBezTo>
                      <a:pt x="17" y="337"/>
                      <a:pt x="25" y="356"/>
                      <a:pt x="39" y="370"/>
                    </a:cubicBezTo>
                    <a:cubicBezTo>
                      <a:pt x="42" y="375"/>
                      <a:pt x="47" y="381"/>
                      <a:pt x="50" y="385"/>
                    </a:cubicBezTo>
                    <a:cubicBezTo>
                      <a:pt x="56" y="390"/>
                      <a:pt x="58" y="391"/>
                      <a:pt x="63" y="393"/>
                    </a:cubicBezTo>
                    <a:cubicBezTo>
                      <a:pt x="65" y="395"/>
                      <a:pt x="65" y="397"/>
                      <a:pt x="65" y="398"/>
                    </a:cubicBezTo>
                    <a:cubicBezTo>
                      <a:pt x="71" y="405"/>
                      <a:pt x="76" y="411"/>
                      <a:pt x="83" y="414"/>
                    </a:cubicBezTo>
                    <a:cubicBezTo>
                      <a:pt x="83" y="415"/>
                      <a:pt x="83" y="415"/>
                      <a:pt x="83" y="415"/>
                    </a:cubicBezTo>
                    <a:cubicBezTo>
                      <a:pt x="89" y="419"/>
                      <a:pt x="98" y="423"/>
                      <a:pt x="104" y="429"/>
                    </a:cubicBezTo>
                    <a:cubicBezTo>
                      <a:pt x="106" y="429"/>
                      <a:pt x="113" y="433"/>
                      <a:pt x="111" y="430"/>
                    </a:cubicBezTo>
                    <a:cubicBezTo>
                      <a:pt x="114" y="431"/>
                      <a:pt x="111" y="433"/>
                      <a:pt x="115" y="433"/>
                    </a:cubicBezTo>
                    <a:cubicBezTo>
                      <a:pt x="111" y="433"/>
                      <a:pt x="111" y="433"/>
                      <a:pt x="111" y="433"/>
                    </a:cubicBezTo>
                    <a:cubicBezTo>
                      <a:pt x="125" y="443"/>
                      <a:pt x="138" y="450"/>
                      <a:pt x="152" y="459"/>
                    </a:cubicBezTo>
                    <a:cubicBezTo>
                      <a:pt x="154" y="464"/>
                      <a:pt x="165" y="469"/>
                      <a:pt x="170" y="476"/>
                    </a:cubicBezTo>
                    <a:cubicBezTo>
                      <a:pt x="175" y="479"/>
                      <a:pt x="180" y="487"/>
                      <a:pt x="185" y="489"/>
                    </a:cubicBezTo>
                    <a:cubicBezTo>
                      <a:pt x="184" y="490"/>
                      <a:pt x="184" y="490"/>
                      <a:pt x="184" y="490"/>
                    </a:cubicBezTo>
                    <a:cubicBezTo>
                      <a:pt x="188" y="495"/>
                      <a:pt x="194" y="503"/>
                      <a:pt x="196" y="512"/>
                    </a:cubicBezTo>
                    <a:cubicBezTo>
                      <a:pt x="198" y="518"/>
                      <a:pt x="200" y="517"/>
                      <a:pt x="202" y="521"/>
                    </a:cubicBezTo>
                    <a:cubicBezTo>
                      <a:pt x="201" y="521"/>
                      <a:pt x="201" y="521"/>
                      <a:pt x="201" y="521"/>
                    </a:cubicBezTo>
                    <a:cubicBezTo>
                      <a:pt x="203" y="525"/>
                      <a:pt x="206" y="526"/>
                      <a:pt x="207" y="528"/>
                    </a:cubicBezTo>
                    <a:cubicBezTo>
                      <a:pt x="207" y="532"/>
                      <a:pt x="208" y="532"/>
                      <a:pt x="208" y="536"/>
                    </a:cubicBezTo>
                    <a:cubicBezTo>
                      <a:pt x="207" y="532"/>
                      <a:pt x="205" y="530"/>
                      <a:pt x="202" y="528"/>
                    </a:cubicBezTo>
                    <a:cubicBezTo>
                      <a:pt x="203" y="534"/>
                      <a:pt x="207" y="539"/>
                      <a:pt x="206" y="543"/>
                    </a:cubicBezTo>
                    <a:cubicBezTo>
                      <a:pt x="207" y="547"/>
                      <a:pt x="207" y="551"/>
                      <a:pt x="209" y="551"/>
                    </a:cubicBezTo>
                    <a:cubicBezTo>
                      <a:pt x="209" y="552"/>
                      <a:pt x="208" y="555"/>
                      <a:pt x="207" y="552"/>
                    </a:cubicBezTo>
                    <a:cubicBezTo>
                      <a:pt x="208" y="556"/>
                      <a:pt x="208" y="558"/>
                      <a:pt x="209" y="560"/>
                    </a:cubicBezTo>
                    <a:cubicBezTo>
                      <a:pt x="209" y="560"/>
                      <a:pt x="209" y="559"/>
                      <a:pt x="209" y="558"/>
                    </a:cubicBezTo>
                    <a:cubicBezTo>
                      <a:pt x="211" y="560"/>
                      <a:pt x="211" y="563"/>
                      <a:pt x="213" y="562"/>
                    </a:cubicBezTo>
                    <a:cubicBezTo>
                      <a:pt x="212" y="561"/>
                      <a:pt x="212" y="560"/>
                      <a:pt x="212" y="558"/>
                    </a:cubicBezTo>
                    <a:cubicBezTo>
                      <a:pt x="213" y="559"/>
                      <a:pt x="214" y="565"/>
                      <a:pt x="213" y="567"/>
                    </a:cubicBezTo>
                    <a:cubicBezTo>
                      <a:pt x="212" y="569"/>
                      <a:pt x="210" y="563"/>
                      <a:pt x="210" y="566"/>
                    </a:cubicBezTo>
                    <a:cubicBezTo>
                      <a:pt x="213" y="575"/>
                      <a:pt x="213" y="575"/>
                      <a:pt x="213" y="575"/>
                    </a:cubicBezTo>
                    <a:cubicBezTo>
                      <a:pt x="213" y="573"/>
                      <a:pt x="214" y="570"/>
                      <a:pt x="215" y="571"/>
                    </a:cubicBezTo>
                    <a:cubicBezTo>
                      <a:pt x="214" y="567"/>
                      <a:pt x="214" y="567"/>
                      <a:pt x="214" y="567"/>
                    </a:cubicBezTo>
                    <a:cubicBezTo>
                      <a:pt x="215" y="567"/>
                      <a:pt x="215" y="567"/>
                      <a:pt x="215" y="567"/>
                    </a:cubicBezTo>
                    <a:cubicBezTo>
                      <a:pt x="214" y="560"/>
                      <a:pt x="215" y="555"/>
                      <a:pt x="214" y="548"/>
                    </a:cubicBezTo>
                    <a:cubicBezTo>
                      <a:pt x="212" y="551"/>
                      <a:pt x="212" y="551"/>
                      <a:pt x="212" y="551"/>
                    </a:cubicBezTo>
                    <a:cubicBezTo>
                      <a:pt x="212" y="547"/>
                      <a:pt x="209" y="543"/>
                      <a:pt x="210" y="539"/>
                    </a:cubicBezTo>
                    <a:cubicBezTo>
                      <a:pt x="211" y="541"/>
                      <a:pt x="211" y="539"/>
                      <a:pt x="212" y="539"/>
                    </a:cubicBezTo>
                    <a:cubicBezTo>
                      <a:pt x="212" y="538"/>
                      <a:pt x="211" y="537"/>
                      <a:pt x="211" y="536"/>
                    </a:cubicBezTo>
                    <a:cubicBezTo>
                      <a:pt x="214" y="538"/>
                      <a:pt x="214" y="538"/>
                      <a:pt x="214" y="538"/>
                    </a:cubicBezTo>
                    <a:cubicBezTo>
                      <a:pt x="210" y="536"/>
                      <a:pt x="210" y="526"/>
                      <a:pt x="210" y="525"/>
                    </a:cubicBezTo>
                    <a:cubicBezTo>
                      <a:pt x="210" y="525"/>
                      <a:pt x="210" y="525"/>
                      <a:pt x="210" y="525"/>
                    </a:cubicBezTo>
                    <a:cubicBezTo>
                      <a:pt x="209" y="519"/>
                      <a:pt x="209" y="527"/>
                      <a:pt x="208" y="523"/>
                    </a:cubicBezTo>
                    <a:cubicBezTo>
                      <a:pt x="207" y="519"/>
                      <a:pt x="210" y="520"/>
                      <a:pt x="210" y="517"/>
                    </a:cubicBezTo>
                    <a:cubicBezTo>
                      <a:pt x="207" y="511"/>
                      <a:pt x="202" y="501"/>
                      <a:pt x="199" y="494"/>
                    </a:cubicBezTo>
                    <a:cubicBezTo>
                      <a:pt x="196" y="489"/>
                      <a:pt x="191" y="484"/>
                      <a:pt x="186" y="481"/>
                    </a:cubicBezTo>
                    <a:cubicBezTo>
                      <a:pt x="183" y="477"/>
                      <a:pt x="189" y="480"/>
                      <a:pt x="184" y="476"/>
                    </a:cubicBezTo>
                    <a:cubicBezTo>
                      <a:pt x="186" y="476"/>
                      <a:pt x="186" y="475"/>
                      <a:pt x="186" y="474"/>
                    </a:cubicBezTo>
                    <a:cubicBezTo>
                      <a:pt x="185" y="474"/>
                      <a:pt x="179" y="467"/>
                      <a:pt x="181" y="471"/>
                    </a:cubicBezTo>
                    <a:cubicBezTo>
                      <a:pt x="176" y="466"/>
                      <a:pt x="169" y="460"/>
                      <a:pt x="163" y="455"/>
                    </a:cubicBezTo>
                    <a:cubicBezTo>
                      <a:pt x="165" y="457"/>
                      <a:pt x="167" y="456"/>
                      <a:pt x="165" y="454"/>
                    </a:cubicBezTo>
                    <a:cubicBezTo>
                      <a:pt x="162" y="453"/>
                      <a:pt x="156" y="450"/>
                      <a:pt x="151" y="445"/>
                    </a:cubicBezTo>
                    <a:cubicBezTo>
                      <a:pt x="150" y="447"/>
                      <a:pt x="152" y="448"/>
                      <a:pt x="150" y="449"/>
                    </a:cubicBezTo>
                    <a:cubicBezTo>
                      <a:pt x="149" y="449"/>
                      <a:pt x="147" y="449"/>
                      <a:pt x="146" y="447"/>
                    </a:cubicBezTo>
                    <a:cubicBezTo>
                      <a:pt x="147" y="445"/>
                      <a:pt x="148" y="443"/>
                      <a:pt x="144" y="440"/>
                    </a:cubicBezTo>
                    <a:cubicBezTo>
                      <a:pt x="146" y="438"/>
                      <a:pt x="152" y="446"/>
                      <a:pt x="151" y="442"/>
                    </a:cubicBezTo>
                    <a:cubicBezTo>
                      <a:pt x="154" y="442"/>
                      <a:pt x="163" y="448"/>
                      <a:pt x="164" y="451"/>
                    </a:cubicBezTo>
                    <a:cubicBezTo>
                      <a:pt x="170" y="452"/>
                      <a:pt x="161" y="448"/>
                      <a:pt x="163" y="447"/>
                    </a:cubicBezTo>
                    <a:cubicBezTo>
                      <a:pt x="159" y="444"/>
                      <a:pt x="157" y="444"/>
                      <a:pt x="151" y="440"/>
                    </a:cubicBezTo>
                    <a:cubicBezTo>
                      <a:pt x="150" y="440"/>
                      <a:pt x="152" y="442"/>
                      <a:pt x="148" y="441"/>
                    </a:cubicBezTo>
                    <a:cubicBezTo>
                      <a:pt x="142" y="439"/>
                      <a:pt x="143" y="435"/>
                      <a:pt x="141" y="434"/>
                    </a:cubicBezTo>
                    <a:cubicBezTo>
                      <a:pt x="144" y="435"/>
                      <a:pt x="144" y="435"/>
                      <a:pt x="144" y="435"/>
                    </a:cubicBezTo>
                    <a:cubicBezTo>
                      <a:pt x="141" y="432"/>
                      <a:pt x="139" y="432"/>
                      <a:pt x="135" y="430"/>
                    </a:cubicBezTo>
                    <a:cubicBezTo>
                      <a:pt x="136" y="426"/>
                      <a:pt x="142" y="434"/>
                      <a:pt x="144" y="433"/>
                    </a:cubicBezTo>
                    <a:cubicBezTo>
                      <a:pt x="143" y="429"/>
                      <a:pt x="143" y="429"/>
                      <a:pt x="143" y="429"/>
                    </a:cubicBezTo>
                    <a:cubicBezTo>
                      <a:pt x="137" y="425"/>
                      <a:pt x="140" y="430"/>
                      <a:pt x="134" y="425"/>
                    </a:cubicBezTo>
                    <a:cubicBezTo>
                      <a:pt x="135" y="425"/>
                      <a:pt x="135" y="425"/>
                      <a:pt x="135" y="425"/>
                    </a:cubicBezTo>
                    <a:cubicBezTo>
                      <a:pt x="131" y="423"/>
                      <a:pt x="131" y="423"/>
                      <a:pt x="131" y="423"/>
                    </a:cubicBezTo>
                    <a:cubicBezTo>
                      <a:pt x="131" y="424"/>
                      <a:pt x="130" y="426"/>
                      <a:pt x="134" y="428"/>
                    </a:cubicBezTo>
                    <a:cubicBezTo>
                      <a:pt x="130" y="429"/>
                      <a:pt x="131" y="427"/>
                      <a:pt x="125" y="424"/>
                    </a:cubicBezTo>
                    <a:cubicBezTo>
                      <a:pt x="122" y="424"/>
                      <a:pt x="127" y="425"/>
                      <a:pt x="126" y="427"/>
                    </a:cubicBezTo>
                    <a:cubicBezTo>
                      <a:pt x="126" y="428"/>
                      <a:pt x="123" y="426"/>
                      <a:pt x="120" y="425"/>
                    </a:cubicBezTo>
                    <a:cubicBezTo>
                      <a:pt x="116" y="422"/>
                      <a:pt x="119" y="421"/>
                      <a:pt x="118" y="419"/>
                    </a:cubicBezTo>
                    <a:cubicBezTo>
                      <a:pt x="119" y="420"/>
                      <a:pt x="122" y="422"/>
                      <a:pt x="121" y="422"/>
                    </a:cubicBezTo>
                    <a:cubicBezTo>
                      <a:pt x="127" y="424"/>
                      <a:pt x="121" y="418"/>
                      <a:pt x="125" y="419"/>
                    </a:cubicBezTo>
                    <a:cubicBezTo>
                      <a:pt x="122" y="415"/>
                      <a:pt x="121" y="417"/>
                      <a:pt x="118" y="416"/>
                    </a:cubicBezTo>
                    <a:cubicBezTo>
                      <a:pt x="119" y="417"/>
                      <a:pt x="117" y="418"/>
                      <a:pt x="117" y="419"/>
                    </a:cubicBezTo>
                    <a:cubicBezTo>
                      <a:pt x="108" y="418"/>
                      <a:pt x="115" y="413"/>
                      <a:pt x="108" y="409"/>
                    </a:cubicBezTo>
                    <a:cubicBezTo>
                      <a:pt x="108" y="413"/>
                      <a:pt x="98" y="407"/>
                      <a:pt x="100" y="413"/>
                    </a:cubicBezTo>
                    <a:cubicBezTo>
                      <a:pt x="98" y="412"/>
                      <a:pt x="96" y="411"/>
                      <a:pt x="95" y="410"/>
                    </a:cubicBezTo>
                    <a:cubicBezTo>
                      <a:pt x="98" y="409"/>
                      <a:pt x="93" y="407"/>
                      <a:pt x="97" y="407"/>
                    </a:cubicBezTo>
                    <a:cubicBezTo>
                      <a:pt x="95" y="405"/>
                      <a:pt x="95" y="405"/>
                      <a:pt x="95" y="405"/>
                    </a:cubicBezTo>
                    <a:cubicBezTo>
                      <a:pt x="100" y="406"/>
                      <a:pt x="100" y="406"/>
                      <a:pt x="100" y="406"/>
                    </a:cubicBezTo>
                    <a:cubicBezTo>
                      <a:pt x="98" y="403"/>
                      <a:pt x="95" y="399"/>
                      <a:pt x="94" y="397"/>
                    </a:cubicBezTo>
                    <a:cubicBezTo>
                      <a:pt x="91" y="395"/>
                      <a:pt x="94" y="399"/>
                      <a:pt x="90" y="397"/>
                    </a:cubicBezTo>
                    <a:cubicBezTo>
                      <a:pt x="92" y="397"/>
                      <a:pt x="91" y="394"/>
                      <a:pt x="89" y="393"/>
                    </a:cubicBezTo>
                    <a:cubicBezTo>
                      <a:pt x="92" y="396"/>
                      <a:pt x="87" y="395"/>
                      <a:pt x="85" y="394"/>
                    </a:cubicBezTo>
                    <a:cubicBezTo>
                      <a:pt x="82" y="392"/>
                      <a:pt x="81" y="388"/>
                      <a:pt x="81" y="388"/>
                    </a:cubicBezTo>
                    <a:cubicBezTo>
                      <a:pt x="86" y="389"/>
                      <a:pt x="86" y="389"/>
                      <a:pt x="86" y="389"/>
                    </a:cubicBezTo>
                    <a:cubicBezTo>
                      <a:pt x="82" y="388"/>
                      <a:pt x="85" y="388"/>
                      <a:pt x="82" y="386"/>
                    </a:cubicBezTo>
                    <a:cubicBezTo>
                      <a:pt x="81" y="386"/>
                      <a:pt x="78" y="386"/>
                      <a:pt x="77" y="387"/>
                    </a:cubicBezTo>
                    <a:cubicBezTo>
                      <a:pt x="75" y="385"/>
                      <a:pt x="74" y="383"/>
                      <a:pt x="73" y="383"/>
                    </a:cubicBezTo>
                    <a:cubicBezTo>
                      <a:pt x="77" y="384"/>
                      <a:pt x="77" y="384"/>
                      <a:pt x="77" y="384"/>
                    </a:cubicBezTo>
                    <a:cubicBezTo>
                      <a:pt x="73" y="381"/>
                      <a:pt x="79" y="381"/>
                      <a:pt x="74" y="378"/>
                    </a:cubicBezTo>
                    <a:cubicBezTo>
                      <a:pt x="72" y="378"/>
                      <a:pt x="72" y="378"/>
                      <a:pt x="72" y="378"/>
                    </a:cubicBezTo>
                    <a:cubicBezTo>
                      <a:pt x="72" y="377"/>
                      <a:pt x="72" y="376"/>
                      <a:pt x="73" y="377"/>
                    </a:cubicBezTo>
                    <a:cubicBezTo>
                      <a:pt x="71" y="377"/>
                      <a:pt x="69" y="375"/>
                      <a:pt x="68" y="374"/>
                    </a:cubicBezTo>
                    <a:cubicBezTo>
                      <a:pt x="69" y="373"/>
                      <a:pt x="69" y="373"/>
                      <a:pt x="69" y="373"/>
                    </a:cubicBezTo>
                    <a:cubicBezTo>
                      <a:pt x="67" y="372"/>
                      <a:pt x="63" y="371"/>
                      <a:pt x="63" y="368"/>
                    </a:cubicBezTo>
                    <a:cubicBezTo>
                      <a:pt x="62" y="371"/>
                      <a:pt x="65" y="370"/>
                      <a:pt x="66" y="373"/>
                    </a:cubicBezTo>
                    <a:cubicBezTo>
                      <a:pt x="66" y="377"/>
                      <a:pt x="62" y="372"/>
                      <a:pt x="62" y="371"/>
                    </a:cubicBezTo>
                    <a:cubicBezTo>
                      <a:pt x="64" y="370"/>
                      <a:pt x="58" y="367"/>
                      <a:pt x="56" y="364"/>
                    </a:cubicBezTo>
                    <a:cubicBezTo>
                      <a:pt x="56" y="363"/>
                      <a:pt x="55" y="361"/>
                      <a:pt x="55" y="360"/>
                    </a:cubicBezTo>
                    <a:cubicBezTo>
                      <a:pt x="53" y="360"/>
                      <a:pt x="53" y="360"/>
                      <a:pt x="53" y="360"/>
                    </a:cubicBezTo>
                    <a:cubicBezTo>
                      <a:pt x="56" y="357"/>
                      <a:pt x="49" y="356"/>
                      <a:pt x="49" y="353"/>
                    </a:cubicBezTo>
                    <a:cubicBezTo>
                      <a:pt x="50" y="354"/>
                      <a:pt x="51" y="353"/>
                      <a:pt x="51" y="351"/>
                    </a:cubicBezTo>
                    <a:cubicBezTo>
                      <a:pt x="50" y="355"/>
                      <a:pt x="45" y="349"/>
                      <a:pt x="44" y="350"/>
                    </a:cubicBezTo>
                    <a:cubicBezTo>
                      <a:pt x="42" y="345"/>
                      <a:pt x="48" y="349"/>
                      <a:pt x="48" y="347"/>
                    </a:cubicBezTo>
                    <a:cubicBezTo>
                      <a:pt x="45" y="346"/>
                      <a:pt x="46" y="341"/>
                      <a:pt x="43" y="341"/>
                    </a:cubicBezTo>
                    <a:cubicBezTo>
                      <a:pt x="44" y="345"/>
                      <a:pt x="41" y="341"/>
                      <a:pt x="40" y="341"/>
                    </a:cubicBezTo>
                    <a:cubicBezTo>
                      <a:pt x="38" y="337"/>
                      <a:pt x="41" y="341"/>
                      <a:pt x="40" y="338"/>
                    </a:cubicBezTo>
                    <a:cubicBezTo>
                      <a:pt x="39" y="336"/>
                      <a:pt x="36" y="335"/>
                      <a:pt x="37" y="338"/>
                    </a:cubicBezTo>
                    <a:cubicBezTo>
                      <a:pt x="36" y="335"/>
                      <a:pt x="32" y="333"/>
                      <a:pt x="32" y="330"/>
                    </a:cubicBezTo>
                    <a:cubicBezTo>
                      <a:pt x="33" y="328"/>
                      <a:pt x="36" y="335"/>
                      <a:pt x="36" y="333"/>
                    </a:cubicBezTo>
                    <a:cubicBezTo>
                      <a:pt x="32" y="326"/>
                      <a:pt x="30" y="331"/>
                      <a:pt x="27" y="325"/>
                    </a:cubicBezTo>
                    <a:cubicBezTo>
                      <a:pt x="27" y="328"/>
                      <a:pt x="24" y="327"/>
                      <a:pt x="22" y="324"/>
                    </a:cubicBezTo>
                    <a:cubicBezTo>
                      <a:pt x="19" y="317"/>
                      <a:pt x="24" y="327"/>
                      <a:pt x="25" y="323"/>
                    </a:cubicBezTo>
                    <a:cubicBezTo>
                      <a:pt x="23" y="321"/>
                      <a:pt x="23" y="321"/>
                      <a:pt x="23" y="321"/>
                    </a:cubicBezTo>
                    <a:cubicBezTo>
                      <a:pt x="25" y="316"/>
                      <a:pt x="31" y="327"/>
                      <a:pt x="32" y="322"/>
                    </a:cubicBezTo>
                    <a:cubicBezTo>
                      <a:pt x="30" y="320"/>
                      <a:pt x="30" y="320"/>
                      <a:pt x="30" y="320"/>
                    </a:cubicBezTo>
                    <a:cubicBezTo>
                      <a:pt x="31" y="320"/>
                      <a:pt x="32" y="321"/>
                      <a:pt x="33" y="319"/>
                    </a:cubicBezTo>
                    <a:cubicBezTo>
                      <a:pt x="30" y="319"/>
                      <a:pt x="30" y="313"/>
                      <a:pt x="29" y="312"/>
                    </a:cubicBezTo>
                    <a:cubicBezTo>
                      <a:pt x="27" y="312"/>
                      <a:pt x="30" y="315"/>
                      <a:pt x="29" y="315"/>
                    </a:cubicBezTo>
                    <a:cubicBezTo>
                      <a:pt x="27" y="312"/>
                      <a:pt x="24" y="311"/>
                      <a:pt x="24" y="306"/>
                    </a:cubicBezTo>
                    <a:cubicBezTo>
                      <a:pt x="26" y="308"/>
                      <a:pt x="26" y="304"/>
                      <a:pt x="27" y="305"/>
                    </a:cubicBezTo>
                    <a:cubicBezTo>
                      <a:pt x="27" y="303"/>
                      <a:pt x="25" y="305"/>
                      <a:pt x="25" y="301"/>
                    </a:cubicBezTo>
                    <a:cubicBezTo>
                      <a:pt x="26" y="301"/>
                      <a:pt x="26" y="301"/>
                      <a:pt x="26" y="301"/>
                    </a:cubicBezTo>
                    <a:cubicBezTo>
                      <a:pt x="23" y="289"/>
                      <a:pt x="22" y="272"/>
                      <a:pt x="18" y="260"/>
                    </a:cubicBezTo>
                    <a:cubicBezTo>
                      <a:pt x="20" y="258"/>
                      <a:pt x="20" y="254"/>
                      <a:pt x="21" y="247"/>
                    </a:cubicBezTo>
                    <a:cubicBezTo>
                      <a:pt x="21" y="250"/>
                      <a:pt x="19" y="247"/>
                      <a:pt x="19" y="246"/>
                    </a:cubicBezTo>
                    <a:cubicBezTo>
                      <a:pt x="21" y="242"/>
                      <a:pt x="21" y="242"/>
                      <a:pt x="21" y="242"/>
                    </a:cubicBezTo>
                    <a:cubicBezTo>
                      <a:pt x="23" y="239"/>
                      <a:pt x="22" y="233"/>
                      <a:pt x="21" y="230"/>
                    </a:cubicBezTo>
                    <a:cubicBezTo>
                      <a:pt x="22" y="229"/>
                      <a:pt x="22" y="229"/>
                      <a:pt x="23" y="229"/>
                    </a:cubicBezTo>
                    <a:cubicBezTo>
                      <a:pt x="24" y="225"/>
                      <a:pt x="22" y="225"/>
                      <a:pt x="22" y="224"/>
                    </a:cubicBezTo>
                    <a:cubicBezTo>
                      <a:pt x="23" y="221"/>
                      <a:pt x="23" y="221"/>
                      <a:pt x="23" y="221"/>
                    </a:cubicBezTo>
                    <a:cubicBezTo>
                      <a:pt x="22" y="221"/>
                      <a:pt x="22" y="221"/>
                      <a:pt x="22" y="221"/>
                    </a:cubicBezTo>
                    <a:cubicBezTo>
                      <a:pt x="22" y="217"/>
                      <a:pt x="23" y="213"/>
                      <a:pt x="25" y="213"/>
                    </a:cubicBezTo>
                    <a:cubicBezTo>
                      <a:pt x="25" y="212"/>
                      <a:pt x="25" y="211"/>
                      <a:pt x="24" y="212"/>
                    </a:cubicBezTo>
                    <a:cubicBezTo>
                      <a:pt x="26" y="209"/>
                      <a:pt x="28" y="200"/>
                      <a:pt x="29" y="193"/>
                    </a:cubicBezTo>
                    <a:cubicBezTo>
                      <a:pt x="28" y="196"/>
                      <a:pt x="27" y="196"/>
                      <a:pt x="26" y="196"/>
                    </a:cubicBezTo>
                    <a:cubicBezTo>
                      <a:pt x="24" y="194"/>
                      <a:pt x="27" y="194"/>
                      <a:pt x="26" y="191"/>
                    </a:cubicBezTo>
                    <a:cubicBezTo>
                      <a:pt x="27" y="192"/>
                      <a:pt x="28" y="189"/>
                      <a:pt x="28" y="192"/>
                    </a:cubicBezTo>
                    <a:cubicBezTo>
                      <a:pt x="33" y="185"/>
                      <a:pt x="36" y="173"/>
                      <a:pt x="40" y="164"/>
                    </a:cubicBezTo>
                    <a:cubicBezTo>
                      <a:pt x="40" y="162"/>
                      <a:pt x="40" y="162"/>
                      <a:pt x="39" y="161"/>
                    </a:cubicBezTo>
                    <a:cubicBezTo>
                      <a:pt x="45" y="156"/>
                      <a:pt x="47" y="148"/>
                      <a:pt x="51" y="142"/>
                    </a:cubicBezTo>
                    <a:cubicBezTo>
                      <a:pt x="49" y="143"/>
                      <a:pt x="48" y="139"/>
                      <a:pt x="50" y="136"/>
                    </a:cubicBezTo>
                    <a:cubicBezTo>
                      <a:pt x="51" y="131"/>
                      <a:pt x="53" y="136"/>
                      <a:pt x="56" y="133"/>
                    </a:cubicBezTo>
                    <a:cubicBezTo>
                      <a:pt x="57" y="131"/>
                      <a:pt x="59" y="128"/>
                      <a:pt x="60" y="127"/>
                    </a:cubicBezTo>
                    <a:cubicBezTo>
                      <a:pt x="60" y="127"/>
                      <a:pt x="60" y="127"/>
                      <a:pt x="60" y="127"/>
                    </a:cubicBezTo>
                    <a:cubicBezTo>
                      <a:pt x="61" y="125"/>
                      <a:pt x="63" y="121"/>
                      <a:pt x="65" y="120"/>
                    </a:cubicBezTo>
                    <a:cubicBezTo>
                      <a:pt x="65" y="120"/>
                      <a:pt x="65" y="120"/>
                      <a:pt x="65" y="120"/>
                    </a:cubicBezTo>
                    <a:cubicBezTo>
                      <a:pt x="67" y="118"/>
                      <a:pt x="69" y="117"/>
                      <a:pt x="71" y="115"/>
                    </a:cubicBezTo>
                    <a:cubicBezTo>
                      <a:pt x="70" y="113"/>
                      <a:pt x="75" y="109"/>
                      <a:pt x="74" y="107"/>
                    </a:cubicBezTo>
                    <a:cubicBezTo>
                      <a:pt x="75" y="107"/>
                      <a:pt x="74" y="107"/>
                      <a:pt x="75" y="107"/>
                    </a:cubicBezTo>
                    <a:cubicBezTo>
                      <a:pt x="74" y="106"/>
                      <a:pt x="74" y="106"/>
                      <a:pt x="74" y="106"/>
                    </a:cubicBezTo>
                    <a:cubicBezTo>
                      <a:pt x="78" y="103"/>
                      <a:pt x="78" y="103"/>
                      <a:pt x="78" y="103"/>
                    </a:cubicBezTo>
                    <a:cubicBezTo>
                      <a:pt x="78" y="104"/>
                      <a:pt x="78" y="105"/>
                      <a:pt x="78" y="106"/>
                    </a:cubicBezTo>
                    <a:cubicBezTo>
                      <a:pt x="82" y="103"/>
                      <a:pt x="78" y="104"/>
                      <a:pt x="79" y="101"/>
                    </a:cubicBezTo>
                    <a:cubicBezTo>
                      <a:pt x="81" y="98"/>
                      <a:pt x="82" y="99"/>
                      <a:pt x="84" y="99"/>
                    </a:cubicBezTo>
                    <a:cubicBezTo>
                      <a:pt x="84" y="100"/>
                      <a:pt x="82" y="100"/>
                      <a:pt x="81" y="101"/>
                    </a:cubicBezTo>
                    <a:cubicBezTo>
                      <a:pt x="81" y="103"/>
                      <a:pt x="83" y="100"/>
                      <a:pt x="84" y="101"/>
                    </a:cubicBezTo>
                    <a:cubicBezTo>
                      <a:pt x="85" y="100"/>
                      <a:pt x="84" y="98"/>
                      <a:pt x="86" y="97"/>
                    </a:cubicBezTo>
                    <a:cubicBezTo>
                      <a:pt x="88" y="96"/>
                      <a:pt x="92" y="92"/>
                      <a:pt x="92" y="93"/>
                    </a:cubicBezTo>
                    <a:cubicBezTo>
                      <a:pt x="93" y="91"/>
                      <a:pt x="95" y="90"/>
                      <a:pt x="96" y="88"/>
                    </a:cubicBezTo>
                    <a:cubicBezTo>
                      <a:pt x="94" y="89"/>
                      <a:pt x="91" y="91"/>
                      <a:pt x="90" y="91"/>
                    </a:cubicBezTo>
                    <a:cubicBezTo>
                      <a:pt x="91" y="90"/>
                      <a:pt x="94" y="87"/>
                      <a:pt x="94" y="87"/>
                    </a:cubicBezTo>
                    <a:cubicBezTo>
                      <a:pt x="94" y="88"/>
                      <a:pt x="94" y="88"/>
                      <a:pt x="94" y="88"/>
                    </a:cubicBezTo>
                    <a:cubicBezTo>
                      <a:pt x="94" y="87"/>
                      <a:pt x="99" y="84"/>
                      <a:pt x="96" y="85"/>
                    </a:cubicBezTo>
                    <a:cubicBezTo>
                      <a:pt x="100" y="84"/>
                      <a:pt x="100" y="84"/>
                      <a:pt x="100" y="84"/>
                    </a:cubicBezTo>
                    <a:cubicBezTo>
                      <a:pt x="100" y="82"/>
                      <a:pt x="103" y="80"/>
                      <a:pt x="105" y="78"/>
                    </a:cubicBezTo>
                    <a:cubicBezTo>
                      <a:pt x="106" y="80"/>
                      <a:pt x="106" y="82"/>
                      <a:pt x="110" y="80"/>
                    </a:cubicBezTo>
                    <a:cubicBezTo>
                      <a:pt x="113" y="76"/>
                      <a:pt x="113" y="76"/>
                      <a:pt x="113" y="76"/>
                    </a:cubicBezTo>
                    <a:cubicBezTo>
                      <a:pt x="115" y="74"/>
                      <a:pt x="116" y="74"/>
                      <a:pt x="116" y="75"/>
                    </a:cubicBezTo>
                    <a:cubicBezTo>
                      <a:pt x="124" y="71"/>
                      <a:pt x="121" y="66"/>
                      <a:pt x="128" y="64"/>
                    </a:cubicBezTo>
                    <a:cubicBezTo>
                      <a:pt x="126" y="67"/>
                      <a:pt x="129" y="66"/>
                      <a:pt x="132" y="65"/>
                    </a:cubicBezTo>
                    <a:cubicBezTo>
                      <a:pt x="131" y="65"/>
                      <a:pt x="131" y="64"/>
                      <a:pt x="132" y="63"/>
                    </a:cubicBezTo>
                    <a:cubicBezTo>
                      <a:pt x="131" y="63"/>
                      <a:pt x="132" y="65"/>
                      <a:pt x="129" y="65"/>
                    </a:cubicBezTo>
                    <a:cubicBezTo>
                      <a:pt x="128" y="65"/>
                      <a:pt x="131" y="63"/>
                      <a:pt x="132" y="62"/>
                    </a:cubicBezTo>
                    <a:cubicBezTo>
                      <a:pt x="139" y="63"/>
                      <a:pt x="150" y="53"/>
                      <a:pt x="160" y="50"/>
                    </a:cubicBezTo>
                    <a:cubicBezTo>
                      <a:pt x="158" y="48"/>
                      <a:pt x="163" y="48"/>
                      <a:pt x="164" y="46"/>
                    </a:cubicBezTo>
                    <a:cubicBezTo>
                      <a:pt x="165" y="49"/>
                      <a:pt x="169" y="43"/>
                      <a:pt x="172" y="44"/>
                    </a:cubicBezTo>
                    <a:cubicBezTo>
                      <a:pt x="170" y="42"/>
                      <a:pt x="170" y="42"/>
                      <a:pt x="170" y="42"/>
                    </a:cubicBezTo>
                    <a:cubicBezTo>
                      <a:pt x="176" y="41"/>
                      <a:pt x="177" y="34"/>
                      <a:pt x="182" y="36"/>
                    </a:cubicBezTo>
                    <a:cubicBezTo>
                      <a:pt x="185" y="35"/>
                      <a:pt x="182" y="38"/>
                      <a:pt x="181" y="39"/>
                    </a:cubicBezTo>
                    <a:cubicBezTo>
                      <a:pt x="186" y="40"/>
                      <a:pt x="191" y="32"/>
                      <a:pt x="196" y="34"/>
                    </a:cubicBezTo>
                    <a:cubicBezTo>
                      <a:pt x="196" y="33"/>
                      <a:pt x="194" y="32"/>
                      <a:pt x="197" y="30"/>
                    </a:cubicBezTo>
                    <a:cubicBezTo>
                      <a:pt x="201" y="30"/>
                      <a:pt x="207" y="29"/>
                      <a:pt x="207" y="29"/>
                    </a:cubicBezTo>
                    <a:cubicBezTo>
                      <a:pt x="209" y="28"/>
                      <a:pt x="210" y="27"/>
                      <a:pt x="213" y="27"/>
                    </a:cubicBezTo>
                    <a:cubicBezTo>
                      <a:pt x="213" y="28"/>
                      <a:pt x="212" y="28"/>
                      <a:pt x="211" y="29"/>
                    </a:cubicBezTo>
                    <a:cubicBezTo>
                      <a:pt x="215" y="28"/>
                      <a:pt x="219" y="26"/>
                      <a:pt x="222" y="24"/>
                    </a:cubicBezTo>
                    <a:cubicBezTo>
                      <a:pt x="225" y="26"/>
                      <a:pt x="233" y="23"/>
                      <a:pt x="238" y="23"/>
                    </a:cubicBezTo>
                    <a:cubicBezTo>
                      <a:pt x="241" y="20"/>
                      <a:pt x="247" y="23"/>
                      <a:pt x="247" y="20"/>
                    </a:cubicBezTo>
                    <a:cubicBezTo>
                      <a:pt x="247" y="20"/>
                      <a:pt x="247" y="20"/>
                      <a:pt x="248" y="21"/>
                    </a:cubicBezTo>
                    <a:cubicBezTo>
                      <a:pt x="249" y="19"/>
                      <a:pt x="251" y="17"/>
                      <a:pt x="253" y="17"/>
                    </a:cubicBezTo>
                    <a:cubicBezTo>
                      <a:pt x="253" y="19"/>
                      <a:pt x="253" y="19"/>
                      <a:pt x="253" y="19"/>
                    </a:cubicBezTo>
                    <a:cubicBezTo>
                      <a:pt x="252" y="22"/>
                      <a:pt x="260" y="19"/>
                      <a:pt x="261" y="20"/>
                    </a:cubicBezTo>
                    <a:cubicBezTo>
                      <a:pt x="258" y="19"/>
                      <a:pt x="263" y="20"/>
                      <a:pt x="263" y="18"/>
                    </a:cubicBezTo>
                    <a:cubicBezTo>
                      <a:pt x="266" y="18"/>
                      <a:pt x="266" y="18"/>
                      <a:pt x="266" y="18"/>
                    </a:cubicBezTo>
                    <a:cubicBezTo>
                      <a:pt x="271" y="17"/>
                      <a:pt x="267" y="17"/>
                      <a:pt x="273" y="16"/>
                    </a:cubicBezTo>
                    <a:cubicBezTo>
                      <a:pt x="276" y="16"/>
                      <a:pt x="274" y="19"/>
                      <a:pt x="273" y="19"/>
                    </a:cubicBezTo>
                    <a:cubicBezTo>
                      <a:pt x="275" y="20"/>
                      <a:pt x="278" y="19"/>
                      <a:pt x="281" y="19"/>
                    </a:cubicBezTo>
                    <a:cubicBezTo>
                      <a:pt x="280" y="18"/>
                      <a:pt x="280" y="18"/>
                      <a:pt x="281" y="18"/>
                    </a:cubicBezTo>
                    <a:cubicBezTo>
                      <a:pt x="281" y="18"/>
                      <a:pt x="281" y="18"/>
                      <a:pt x="281" y="19"/>
                    </a:cubicBezTo>
                    <a:cubicBezTo>
                      <a:pt x="282" y="18"/>
                      <a:pt x="283" y="18"/>
                      <a:pt x="285" y="18"/>
                    </a:cubicBezTo>
                    <a:cubicBezTo>
                      <a:pt x="285" y="19"/>
                      <a:pt x="285" y="19"/>
                      <a:pt x="285" y="19"/>
                    </a:cubicBezTo>
                    <a:cubicBezTo>
                      <a:pt x="283" y="19"/>
                      <a:pt x="282" y="19"/>
                      <a:pt x="281" y="19"/>
                    </a:cubicBezTo>
                    <a:cubicBezTo>
                      <a:pt x="282" y="19"/>
                      <a:pt x="283" y="19"/>
                      <a:pt x="284" y="19"/>
                    </a:cubicBezTo>
                    <a:cubicBezTo>
                      <a:pt x="285" y="19"/>
                      <a:pt x="285" y="19"/>
                      <a:pt x="285" y="19"/>
                    </a:cubicBezTo>
                    <a:cubicBezTo>
                      <a:pt x="286" y="19"/>
                      <a:pt x="287" y="19"/>
                      <a:pt x="288" y="20"/>
                    </a:cubicBezTo>
                    <a:cubicBezTo>
                      <a:pt x="287" y="21"/>
                      <a:pt x="287" y="21"/>
                      <a:pt x="287" y="21"/>
                    </a:cubicBezTo>
                    <a:cubicBezTo>
                      <a:pt x="289" y="22"/>
                      <a:pt x="294" y="20"/>
                      <a:pt x="294" y="20"/>
                    </a:cubicBezTo>
                    <a:cubicBezTo>
                      <a:pt x="303" y="22"/>
                      <a:pt x="318" y="23"/>
                      <a:pt x="322" y="24"/>
                    </a:cubicBezTo>
                    <a:cubicBezTo>
                      <a:pt x="319" y="23"/>
                      <a:pt x="318" y="24"/>
                      <a:pt x="320" y="24"/>
                    </a:cubicBezTo>
                    <a:cubicBezTo>
                      <a:pt x="323" y="25"/>
                      <a:pt x="326" y="24"/>
                      <a:pt x="326" y="25"/>
                    </a:cubicBezTo>
                    <a:cubicBezTo>
                      <a:pt x="329" y="25"/>
                      <a:pt x="328" y="27"/>
                      <a:pt x="332" y="28"/>
                    </a:cubicBezTo>
                    <a:cubicBezTo>
                      <a:pt x="332" y="29"/>
                      <a:pt x="333" y="27"/>
                      <a:pt x="332" y="27"/>
                    </a:cubicBezTo>
                    <a:cubicBezTo>
                      <a:pt x="337" y="31"/>
                      <a:pt x="347" y="31"/>
                      <a:pt x="354" y="36"/>
                    </a:cubicBezTo>
                    <a:cubicBezTo>
                      <a:pt x="353" y="36"/>
                      <a:pt x="352" y="36"/>
                      <a:pt x="351" y="37"/>
                    </a:cubicBezTo>
                    <a:cubicBezTo>
                      <a:pt x="357" y="38"/>
                      <a:pt x="363" y="41"/>
                      <a:pt x="369" y="42"/>
                    </a:cubicBezTo>
                    <a:cubicBezTo>
                      <a:pt x="368" y="42"/>
                      <a:pt x="368" y="43"/>
                      <a:pt x="366" y="43"/>
                    </a:cubicBezTo>
                    <a:cubicBezTo>
                      <a:pt x="369" y="44"/>
                      <a:pt x="372" y="46"/>
                      <a:pt x="375" y="47"/>
                    </a:cubicBezTo>
                    <a:cubicBezTo>
                      <a:pt x="375" y="47"/>
                      <a:pt x="375" y="47"/>
                      <a:pt x="375" y="47"/>
                    </a:cubicBezTo>
                    <a:cubicBezTo>
                      <a:pt x="373" y="44"/>
                      <a:pt x="378" y="46"/>
                      <a:pt x="381" y="48"/>
                    </a:cubicBezTo>
                    <a:cubicBezTo>
                      <a:pt x="380" y="48"/>
                      <a:pt x="380" y="48"/>
                      <a:pt x="380" y="48"/>
                    </a:cubicBezTo>
                    <a:cubicBezTo>
                      <a:pt x="384" y="51"/>
                      <a:pt x="385" y="50"/>
                      <a:pt x="388" y="53"/>
                    </a:cubicBezTo>
                    <a:cubicBezTo>
                      <a:pt x="390" y="55"/>
                      <a:pt x="386" y="52"/>
                      <a:pt x="386" y="53"/>
                    </a:cubicBezTo>
                    <a:cubicBezTo>
                      <a:pt x="386" y="56"/>
                      <a:pt x="393" y="61"/>
                      <a:pt x="394" y="62"/>
                    </a:cubicBezTo>
                    <a:cubicBezTo>
                      <a:pt x="395" y="62"/>
                      <a:pt x="396" y="63"/>
                      <a:pt x="397" y="62"/>
                    </a:cubicBezTo>
                    <a:cubicBezTo>
                      <a:pt x="400" y="64"/>
                      <a:pt x="397" y="64"/>
                      <a:pt x="399" y="66"/>
                    </a:cubicBezTo>
                    <a:cubicBezTo>
                      <a:pt x="409" y="69"/>
                      <a:pt x="409" y="69"/>
                      <a:pt x="409" y="69"/>
                    </a:cubicBezTo>
                    <a:cubicBezTo>
                      <a:pt x="408" y="69"/>
                      <a:pt x="410" y="73"/>
                      <a:pt x="407" y="71"/>
                    </a:cubicBezTo>
                    <a:cubicBezTo>
                      <a:pt x="412" y="76"/>
                      <a:pt x="417" y="77"/>
                      <a:pt x="422" y="80"/>
                    </a:cubicBezTo>
                    <a:cubicBezTo>
                      <a:pt x="423" y="82"/>
                      <a:pt x="428" y="87"/>
                      <a:pt x="430" y="89"/>
                    </a:cubicBezTo>
                    <a:cubicBezTo>
                      <a:pt x="429" y="90"/>
                      <a:pt x="428" y="87"/>
                      <a:pt x="427" y="87"/>
                    </a:cubicBezTo>
                    <a:cubicBezTo>
                      <a:pt x="428" y="91"/>
                      <a:pt x="428" y="91"/>
                      <a:pt x="428" y="91"/>
                    </a:cubicBezTo>
                    <a:cubicBezTo>
                      <a:pt x="425" y="87"/>
                      <a:pt x="427" y="93"/>
                      <a:pt x="424" y="91"/>
                    </a:cubicBezTo>
                    <a:cubicBezTo>
                      <a:pt x="428" y="94"/>
                      <a:pt x="432" y="102"/>
                      <a:pt x="435" y="107"/>
                    </a:cubicBezTo>
                    <a:cubicBezTo>
                      <a:pt x="435" y="102"/>
                      <a:pt x="440" y="113"/>
                      <a:pt x="443" y="111"/>
                    </a:cubicBezTo>
                    <a:cubicBezTo>
                      <a:pt x="447" y="117"/>
                      <a:pt x="443" y="115"/>
                      <a:pt x="443" y="118"/>
                    </a:cubicBezTo>
                    <a:cubicBezTo>
                      <a:pt x="448" y="124"/>
                      <a:pt x="451" y="130"/>
                      <a:pt x="453" y="136"/>
                    </a:cubicBezTo>
                    <a:cubicBezTo>
                      <a:pt x="453" y="136"/>
                      <a:pt x="453" y="136"/>
                      <a:pt x="453" y="136"/>
                    </a:cubicBezTo>
                    <a:cubicBezTo>
                      <a:pt x="456" y="141"/>
                      <a:pt x="459" y="150"/>
                      <a:pt x="464" y="155"/>
                    </a:cubicBezTo>
                    <a:cubicBezTo>
                      <a:pt x="463" y="154"/>
                      <a:pt x="463" y="155"/>
                      <a:pt x="462" y="154"/>
                    </a:cubicBezTo>
                    <a:cubicBezTo>
                      <a:pt x="463" y="160"/>
                      <a:pt x="465" y="154"/>
                      <a:pt x="466" y="161"/>
                    </a:cubicBezTo>
                    <a:cubicBezTo>
                      <a:pt x="465" y="160"/>
                      <a:pt x="465" y="160"/>
                      <a:pt x="465" y="160"/>
                    </a:cubicBezTo>
                    <a:cubicBezTo>
                      <a:pt x="467" y="164"/>
                      <a:pt x="467" y="169"/>
                      <a:pt x="470" y="173"/>
                    </a:cubicBezTo>
                    <a:cubicBezTo>
                      <a:pt x="469" y="174"/>
                      <a:pt x="469" y="173"/>
                      <a:pt x="468" y="172"/>
                    </a:cubicBezTo>
                    <a:cubicBezTo>
                      <a:pt x="470" y="177"/>
                      <a:pt x="471" y="182"/>
                      <a:pt x="474" y="186"/>
                    </a:cubicBezTo>
                    <a:cubicBezTo>
                      <a:pt x="473" y="186"/>
                      <a:pt x="472" y="186"/>
                      <a:pt x="471" y="184"/>
                    </a:cubicBezTo>
                    <a:cubicBezTo>
                      <a:pt x="471" y="189"/>
                      <a:pt x="474" y="189"/>
                      <a:pt x="474" y="193"/>
                    </a:cubicBezTo>
                    <a:cubicBezTo>
                      <a:pt x="475" y="194"/>
                      <a:pt x="474" y="197"/>
                      <a:pt x="474" y="196"/>
                    </a:cubicBezTo>
                    <a:cubicBezTo>
                      <a:pt x="475" y="198"/>
                      <a:pt x="476" y="205"/>
                      <a:pt x="477" y="207"/>
                    </a:cubicBezTo>
                    <a:cubicBezTo>
                      <a:pt x="476" y="208"/>
                      <a:pt x="476" y="209"/>
                      <a:pt x="475" y="212"/>
                    </a:cubicBezTo>
                    <a:cubicBezTo>
                      <a:pt x="478" y="236"/>
                      <a:pt x="473" y="260"/>
                      <a:pt x="467" y="283"/>
                    </a:cubicBezTo>
                    <a:cubicBezTo>
                      <a:pt x="463" y="286"/>
                      <a:pt x="467" y="277"/>
                      <a:pt x="464" y="279"/>
                    </a:cubicBezTo>
                    <a:cubicBezTo>
                      <a:pt x="467" y="280"/>
                      <a:pt x="464" y="283"/>
                      <a:pt x="461" y="290"/>
                    </a:cubicBezTo>
                    <a:cubicBezTo>
                      <a:pt x="461" y="290"/>
                      <a:pt x="461" y="290"/>
                      <a:pt x="461" y="290"/>
                    </a:cubicBezTo>
                    <a:cubicBezTo>
                      <a:pt x="460" y="293"/>
                      <a:pt x="458" y="294"/>
                      <a:pt x="457" y="297"/>
                    </a:cubicBezTo>
                    <a:cubicBezTo>
                      <a:pt x="458" y="297"/>
                      <a:pt x="458" y="297"/>
                      <a:pt x="458" y="297"/>
                    </a:cubicBezTo>
                    <a:cubicBezTo>
                      <a:pt x="458" y="301"/>
                      <a:pt x="452" y="303"/>
                      <a:pt x="453" y="306"/>
                    </a:cubicBezTo>
                    <a:cubicBezTo>
                      <a:pt x="451" y="307"/>
                      <a:pt x="451" y="307"/>
                      <a:pt x="451" y="307"/>
                    </a:cubicBezTo>
                    <a:cubicBezTo>
                      <a:pt x="451" y="312"/>
                      <a:pt x="447" y="312"/>
                      <a:pt x="447" y="316"/>
                    </a:cubicBezTo>
                    <a:cubicBezTo>
                      <a:pt x="447" y="316"/>
                      <a:pt x="447" y="316"/>
                      <a:pt x="447" y="316"/>
                    </a:cubicBezTo>
                    <a:cubicBezTo>
                      <a:pt x="443" y="320"/>
                      <a:pt x="442" y="327"/>
                      <a:pt x="439" y="328"/>
                    </a:cubicBezTo>
                    <a:cubicBezTo>
                      <a:pt x="437" y="332"/>
                      <a:pt x="434" y="337"/>
                      <a:pt x="435" y="339"/>
                    </a:cubicBezTo>
                    <a:cubicBezTo>
                      <a:pt x="433" y="339"/>
                      <a:pt x="433" y="338"/>
                      <a:pt x="433" y="337"/>
                    </a:cubicBezTo>
                    <a:cubicBezTo>
                      <a:pt x="422" y="352"/>
                      <a:pt x="406" y="365"/>
                      <a:pt x="395" y="377"/>
                    </a:cubicBezTo>
                    <a:cubicBezTo>
                      <a:pt x="394" y="378"/>
                      <a:pt x="395" y="377"/>
                      <a:pt x="395" y="376"/>
                    </a:cubicBezTo>
                    <a:cubicBezTo>
                      <a:pt x="389" y="385"/>
                      <a:pt x="378" y="390"/>
                      <a:pt x="378" y="398"/>
                    </a:cubicBezTo>
                    <a:cubicBezTo>
                      <a:pt x="377" y="402"/>
                      <a:pt x="377" y="402"/>
                      <a:pt x="377" y="402"/>
                    </a:cubicBezTo>
                    <a:cubicBezTo>
                      <a:pt x="375" y="403"/>
                      <a:pt x="375" y="402"/>
                      <a:pt x="373" y="403"/>
                    </a:cubicBezTo>
                    <a:cubicBezTo>
                      <a:pt x="373" y="406"/>
                      <a:pt x="368" y="411"/>
                      <a:pt x="369" y="413"/>
                    </a:cubicBezTo>
                    <a:cubicBezTo>
                      <a:pt x="368" y="414"/>
                      <a:pt x="369" y="412"/>
                      <a:pt x="368" y="412"/>
                    </a:cubicBezTo>
                    <a:cubicBezTo>
                      <a:pt x="365" y="416"/>
                      <a:pt x="365" y="422"/>
                      <a:pt x="363" y="426"/>
                    </a:cubicBezTo>
                    <a:cubicBezTo>
                      <a:pt x="363" y="424"/>
                      <a:pt x="363" y="424"/>
                      <a:pt x="363" y="424"/>
                    </a:cubicBezTo>
                    <a:cubicBezTo>
                      <a:pt x="349" y="443"/>
                      <a:pt x="340" y="473"/>
                      <a:pt x="342" y="493"/>
                    </a:cubicBezTo>
                    <a:cubicBezTo>
                      <a:pt x="343" y="498"/>
                      <a:pt x="340" y="495"/>
                      <a:pt x="340" y="497"/>
                    </a:cubicBezTo>
                    <a:cubicBezTo>
                      <a:pt x="342" y="517"/>
                      <a:pt x="338" y="542"/>
                      <a:pt x="349" y="558"/>
                    </a:cubicBezTo>
                    <a:cubicBezTo>
                      <a:pt x="355" y="570"/>
                      <a:pt x="363" y="573"/>
                      <a:pt x="363" y="573"/>
                    </a:cubicBezTo>
                    <a:cubicBezTo>
                      <a:pt x="346" y="542"/>
                      <a:pt x="349" y="513"/>
                      <a:pt x="356" y="481"/>
                    </a:cubicBezTo>
                    <a:cubicBezTo>
                      <a:pt x="356" y="470"/>
                      <a:pt x="359" y="457"/>
                      <a:pt x="363" y="448"/>
                    </a:cubicBezTo>
                    <a:cubicBezTo>
                      <a:pt x="376" y="404"/>
                      <a:pt x="410" y="388"/>
                      <a:pt x="444" y="349"/>
                    </a:cubicBezTo>
                    <a:cubicBezTo>
                      <a:pt x="442" y="350"/>
                      <a:pt x="443" y="348"/>
                      <a:pt x="444" y="346"/>
                    </a:cubicBezTo>
                    <a:cubicBezTo>
                      <a:pt x="445" y="345"/>
                      <a:pt x="445" y="345"/>
                      <a:pt x="445" y="345"/>
                    </a:cubicBezTo>
                    <a:cubicBezTo>
                      <a:pt x="446" y="342"/>
                      <a:pt x="446" y="342"/>
                      <a:pt x="446" y="342"/>
                    </a:cubicBezTo>
                    <a:cubicBezTo>
                      <a:pt x="448" y="339"/>
                      <a:pt x="449" y="341"/>
                      <a:pt x="447" y="344"/>
                    </a:cubicBezTo>
                    <a:cubicBezTo>
                      <a:pt x="459" y="329"/>
                      <a:pt x="467" y="314"/>
                      <a:pt x="475" y="297"/>
                    </a:cubicBezTo>
                    <a:cubicBezTo>
                      <a:pt x="474" y="295"/>
                      <a:pt x="479" y="288"/>
                      <a:pt x="477" y="286"/>
                    </a:cubicBezTo>
                    <a:cubicBezTo>
                      <a:pt x="478" y="286"/>
                      <a:pt x="478" y="286"/>
                      <a:pt x="478" y="287"/>
                    </a:cubicBezTo>
                    <a:cubicBezTo>
                      <a:pt x="481" y="274"/>
                      <a:pt x="482" y="274"/>
                      <a:pt x="487" y="263"/>
                    </a:cubicBezTo>
                    <a:cubicBezTo>
                      <a:pt x="501" y="211"/>
                      <a:pt x="485" y="161"/>
                      <a:pt x="463" y="118"/>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4" name="Rectangle 77"/>
              <p:cNvSpPr>
                <a:spLocks noChangeArrowheads="1"/>
              </p:cNvSpPr>
              <p:nvPr/>
            </p:nvSpPr>
            <p:spPr bwMode="auto">
              <a:xfrm>
                <a:off x="4586" y="1893"/>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5" name="Freeform 78"/>
              <p:cNvSpPr/>
              <p:nvPr/>
            </p:nvSpPr>
            <p:spPr bwMode="auto">
              <a:xfrm>
                <a:off x="3937" y="2817"/>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6" name="Freeform 79"/>
              <p:cNvSpPr/>
              <p:nvPr/>
            </p:nvSpPr>
            <p:spPr bwMode="auto">
              <a:xfrm>
                <a:off x="4629" y="1859"/>
                <a:ext cx="2" cy="2"/>
              </a:xfrm>
              <a:custGeom>
                <a:avLst/>
                <a:gdLst>
                  <a:gd name="T0" fmla="*/ 2 w 2"/>
                  <a:gd name="T1" fmla="*/ 2 h 2"/>
                  <a:gd name="T2" fmla="*/ 2 w 2"/>
                  <a:gd name="T3" fmla="*/ 2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2"/>
                    </a:lnTo>
                    <a:lnTo>
                      <a:pt x="0" y="0"/>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7" name="Freeform 80"/>
              <p:cNvSpPr/>
              <p:nvPr/>
            </p:nvSpPr>
            <p:spPr bwMode="auto">
              <a:xfrm>
                <a:off x="3967" y="28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8" name="Freeform 81"/>
              <p:cNvSpPr/>
              <p:nvPr/>
            </p:nvSpPr>
            <p:spPr bwMode="auto">
              <a:xfrm>
                <a:off x="4618" y="1878"/>
                <a:ext cx="2" cy="4"/>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0"/>
                      <a:pt x="1" y="2"/>
                      <a:pt x="1" y="2"/>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9" name="Freeform 82"/>
              <p:cNvSpPr/>
              <p:nvPr/>
            </p:nvSpPr>
            <p:spPr bwMode="auto">
              <a:xfrm>
                <a:off x="3814" y="226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0" name="Freeform 83"/>
              <p:cNvSpPr/>
              <p:nvPr/>
            </p:nvSpPr>
            <p:spPr bwMode="auto">
              <a:xfrm>
                <a:off x="3876" y="243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1" name="Freeform 84"/>
              <p:cNvSpPr/>
              <p:nvPr/>
            </p:nvSpPr>
            <p:spPr bwMode="auto">
              <a:xfrm>
                <a:off x="4618" y="187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2" name="Freeform 85"/>
              <p:cNvSpPr/>
              <p:nvPr/>
            </p:nvSpPr>
            <p:spPr bwMode="auto">
              <a:xfrm>
                <a:off x="3801" y="227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3" name="Freeform 86"/>
              <p:cNvSpPr/>
              <p:nvPr/>
            </p:nvSpPr>
            <p:spPr bwMode="auto">
              <a:xfrm>
                <a:off x="3808" y="2266"/>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0"/>
                      <a:pt x="1" y="1"/>
                      <a:pt x="1"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4" name="Freeform 87"/>
              <p:cNvSpPr/>
              <p:nvPr/>
            </p:nvSpPr>
            <p:spPr bwMode="auto">
              <a:xfrm>
                <a:off x="3878" y="2393"/>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5" name="Freeform 88"/>
              <p:cNvSpPr/>
              <p:nvPr/>
            </p:nvSpPr>
            <p:spPr bwMode="auto">
              <a:xfrm>
                <a:off x="3810" y="2266"/>
                <a:ext cx="6" cy="0"/>
              </a:xfrm>
              <a:custGeom>
                <a:avLst/>
                <a:gdLst>
                  <a:gd name="T0" fmla="*/ 1 w 3"/>
                  <a:gd name="T1" fmla="*/ 0 w 3"/>
                  <a:gd name="T2" fmla="*/ 1 w 3"/>
                </a:gdLst>
                <a:ahLst/>
                <a:cxnLst>
                  <a:cxn ang="0">
                    <a:pos x="T0" y="0"/>
                  </a:cxn>
                  <a:cxn ang="0">
                    <a:pos x="T1" y="0"/>
                  </a:cxn>
                  <a:cxn ang="0">
                    <a:pos x="T2" y="0"/>
                  </a:cxn>
                </a:cxnLst>
                <a:rect l="0" t="0" r="r" b="b"/>
                <a:pathLst>
                  <a:path w="3">
                    <a:moveTo>
                      <a:pt x="1" y="0"/>
                    </a:moveTo>
                    <a:cubicBezTo>
                      <a:pt x="0" y="0"/>
                      <a:pt x="0" y="0"/>
                      <a:pt x="0" y="0"/>
                    </a:cubicBezTo>
                    <a:cubicBezTo>
                      <a:pt x="3"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6" name="Freeform 89"/>
              <p:cNvSpPr/>
              <p:nvPr/>
            </p:nvSpPr>
            <p:spPr bwMode="auto">
              <a:xfrm>
                <a:off x="3935" y="224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7" name="Freeform 90"/>
              <p:cNvSpPr/>
              <p:nvPr/>
            </p:nvSpPr>
            <p:spPr bwMode="auto">
              <a:xfrm>
                <a:off x="3876" y="2213"/>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8" name="Oval 91"/>
              <p:cNvSpPr>
                <a:spLocks noChangeArrowheads="1"/>
              </p:cNvSpPr>
              <p:nvPr/>
            </p:nvSpPr>
            <p:spPr bwMode="auto">
              <a:xfrm>
                <a:off x="3814" y="2266"/>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9" name="Freeform 92"/>
              <p:cNvSpPr/>
              <p:nvPr/>
            </p:nvSpPr>
            <p:spPr bwMode="auto">
              <a:xfrm>
                <a:off x="3801" y="2007"/>
                <a:ext cx="5" cy="7"/>
              </a:xfrm>
              <a:custGeom>
                <a:avLst/>
                <a:gdLst>
                  <a:gd name="T0" fmla="*/ 1 w 2"/>
                  <a:gd name="T1" fmla="*/ 0 h 3"/>
                  <a:gd name="T2" fmla="*/ 2 w 2"/>
                  <a:gd name="T3" fmla="*/ 3 h 3"/>
                  <a:gd name="T4" fmla="*/ 1 w 2"/>
                  <a:gd name="T5" fmla="*/ 2 h 3"/>
                  <a:gd name="T6" fmla="*/ 1 w 2"/>
                  <a:gd name="T7" fmla="*/ 0 h 3"/>
                </a:gdLst>
                <a:ahLst/>
                <a:cxnLst>
                  <a:cxn ang="0">
                    <a:pos x="T0" y="T1"/>
                  </a:cxn>
                  <a:cxn ang="0">
                    <a:pos x="T2" y="T3"/>
                  </a:cxn>
                  <a:cxn ang="0">
                    <a:pos x="T4" y="T5"/>
                  </a:cxn>
                  <a:cxn ang="0">
                    <a:pos x="T6" y="T7"/>
                  </a:cxn>
                </a:cxnLst>
                <a:rect l="0" t="0" r="r" b="b"/>
                <a:pathLst>
                  <a:path w="2" h="3">
                    <a:moveTo>
                      <a:pt x="1" y="0"/>
                    </a:moveTo>
                    <a:cubicBezTo>
                      <a:pt x="0" y="0"/>
                      <a:pt x="0" y="1"/>
                      <a:pt x="2" y="3"/>
                    </a:cubicBezTo>
                    <a:cubicBezTo>
                      <a:pt x="1" y="2"/>
                      <a:pt x="1" y="2"/>
                      <a:pt x="1" y="2"/>
                    </a:cubicBezTo>
                    <a:cubicBezTo>
                      <a:pt x="1" y="1"/>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0" name="Freeform 93"/>
              <p:cNvSpPr/>
              <p:nvPr/>
            </p:nvSpPr>
            <p:spPr bwMode="auto">
              <a:xfrm>
                <a:off x="3837" y="24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1" name="Freeform 94"/>
              <p:cNvSpPr/>
              <p:nvPr/>
            </p:nvSpPr>
            <p:spPr bwMode="auto">
              <a:xfrm>
                <a:off x="4398" y="2296"/>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2" name="Freeform 95"/>
              <p:cNvSpPr/>
              <p:nvPr/>
            </p:nvSpPr>
            <p:spPr bwMode="auto">
              <a:xfrm>
                <a:off x="4376" y="2249"/>
                <a:ext cx="227" cy="119"/>
              </a:xfrm>
              <a:custGeom>
                <a:avLst/>
                <a:gdLst>
                  <a:gd name="T0" fmla="*/ 90 w 107"/>
                  <a:gd name="T1" fmla="*/ 34 h 56"/>
                  <a:gd name="T2" fmla="*/ 75 w 107"/>
                  <a:gd name="T3" fmla="*/ 23 h 56"/>
                  <a:gd name="T4" fmla="*/ 59 w 107"/>
                  <a:gd name="T5" fmla="*/ 22 h 56"/>
                  <a:gd name="T6" fmla="*/ 54 w 107"/>
                  <a:gd name="T7" fmla="*/ 18 h 56"/>
                  <a:gd name="T8" fmla="*/ 44 w 107"/>
                  <a:gd name="T9" fmla="*/ 13 h 56"/>
                  <a:gd name="T10" fmla="*/ 37 w 107"/>
                  <a:gd name="T11" fmla="*/ 9 h 56"/>
                  <a:gd name="T12" fmla="*/ 30 w 107"/>
                  <a:gd name="T13" fmla="*/ 11 h 56"/>
                  <a:gd name="T14" fmla="*/ 20 w 107"/>
                  <a:gd name="T15" fmla="*/ 8 h 56"/>
                  <a:gd name="T16" fmla="*/ 15 w 107"/>
                  <a:gd name="T17" fmla="*/ 6 h 56"/>
                  <a:gd name="T18" fmla="*/ 9 w 107"/>
                  <a:gd name="T19" fmla="*/ 1 h 56"/>
                  <a:gd name="T20" fmla="*/ 6 w 107"/>
                  <a:gd name="T21" fmla="*/ 1 h 56"/>
                  <a:gd name="T22" fmla="*/ 3 w 107"/>
                  <a:gd name="T23" fmla="*/ 3 h 56"/>
                  <a:gd name="T24" fmla="*/ 0 w 107"/>
                  <a:gd name="T25" fmla="*/ 5 h 56"/>
                  <a:gd name="T26" fmla="*/ 1 w 107"/>
                  <a:gd name="T27" fmla="*/ 8 h 56"/>
                  <a:gd name="T28" fmla="*/ 6 w 107"/>
                  <a:gd name="T29" fmla="*/ 9 h 56"/>
                  <a:gd name="T30" fmla="*/ 8 w 107"/>
                  <a:gd name="T31" fmla="*/ 14 h 56"/>
                  <a:gd name="T32" fmla="*/ 3 w 107"/>
                  <a:gd name="T33" fmla="*/ 19 h 56"/>
                  <a:gd name="T34" fmla="*/ 5 w 107"/>
                  <a:gd name="T35" fmla="*/ 20 h 56"/>
                  <a:gd name="T36" fmla="*/ 8 w 107"/>
                  <a:gd name="T37" fmla="*/ 18 h 56"/>
                  <a:gd name="T38" fmla="*/ 8 w 107"/>
                  <a:gd name="T39" fmla="*/ 20 h 56"/>
                  <a:gd name="T40" fmla="*/ 12 w 107"/>
                  <a:gd name="T41" fmla="*/ 17 h 56"/>
                  <a:gd name="T42" fmla="*/ 11 w 107"/>
                  <a:gd name="T43" fmla="*/ 22 h 56"/>
                  <a:gd name="T44" fmla="*/ 11 w 107"/>
                  <a:gd name="T45" fmla="*/ 25 h 56"/>
                  <a:gd name="T46" fmla="*/ 13 w 107"/>
                  <a:gd name="T47" fmla="*/ 23 h 56"/>
                  <a:gd name="T48" fmla="*/ 14 w 107"/>
                  <a:gd name="T49" fmla="*/ 25 h 56"/>
                  <a:gd name="T50" fmla="*/ 17 w 107"/>
                  <a:gd name="T51" fmla="*/ 22 h 56"/>
                  <a:gd name="T52" fmla="*/ 21 w 107"/>
                  <a:gd name="T53" fmla="*/ 18 h 56"/>
                  <a:gd name="T54" fmla="*/ 20 w 107"/>
                  <a:gd name="T55" fmla="*/ 23 h 56"/>
                  <a:gd name="T56" fmla="*/ 24 w 107"/>
                  <a:gd name="T57" fmla="*/ 26 h 56"/>
                  <a:gd name="T58" fmla="*/ 26 w 107"/>
                  <a:gd name="T59" fmla="*/ 27 h 56"/>
                  <a:gd name="T60" fmla="*/ 28 w 107"/>
                  <a:gd name="T61" fmla="*/ 27 h 56"/>
                  <a:gd name="T62" fmla="*/ 33 w 107"/>
                  <a:gd name="T63" fmla="*/ 29 h 56"/>
                  <a:gd name="T64" fmla="*/ 35 w 107"/>
                  <a:gd name="T65" fmla="*/ 30 h 56"/>
                  <a:gd name="T66" fmla="*/ 36 w 107"/>
                  <a:gd name="T67" fmla="*/ 30 h 56"/>
                  <a:gd name="T68" fmla="*/ 38 w 107"/>
                  <a:gd name="T69" fmla="*/ 28 h 56"/>
                  <a:gd name="T70" fmla="*/ 39 w 107"/>
                  <a:gd name="T71" fmla="*/ 31 h 56"/>
                  <a:gd name="T72" fmla="*/ 41 w 107"/>
                  <a:gd name="T73" fmla="*/ 30 h 56"/>
                  <a:gd name="T74" fmla="*/ 44 w 107"/>
                  <a:gd name="T75" fmla="*/ 33 h 56"/>
                  <a:gd name="T76" fmla="*/ 48 w 107"/>
                  <a:gd name="T77" fmla="*/ 34 h 56"/>
                  <a:gd name="T78" fmla="*/ 50 w 107"/>
                  <a:gd name="T79" fmla="*/ 37 h 56"/>
                  <a:gd name="T80" fmla="*/ 52 w 107"/>
                  <a:gd name="T81" fmla="*/ 36 h 56"/>
                  <a:gd name="T82" fmla="*/ 52 w 107"/>
                  <a:gd name="T83" fmla="*/ 37 h 56"/>
                  <a:gd name="T84" fmla="*/ 55 w 107"/>
                  <a:gd name="T85" fmla="*/ 37 h 56"/>
                  <a:gd name="T86" fmla="*/ 58 w 107"/>
                  <a:gd name="T87" fmla="*/ 38 h 56"/>
                  <a:gd name="T88" fmla="*/ 61 w 107"/>
                  <a:gd name="T89" fmla="*/ 38 h 56"/>
                  <a:gd name="T90" fmla="*/ 67 w 107"/>
                  <a:gd name="T91" fmla="*/ 33 h 56"/>
                  <a:gd name="T92" fmla="*/ 67 w 107"/>
                  <a:gd name="T93" fmla="*/ 38 h 56"/>
                  <a:gd name="T94" fmla="*/ 71 w 107"/>
                  <a:gd name="T95" fmla="*/ 39 h 56"/>
                  <a:gd name="T96" fmla="*/ 73 w 107"/>
                  <a:gd name="T97" fmla="*/ 40 h 56"/>
                  <a:gd name="T98" fmla="*/ 79 w 107"/>
                  <a:gd name="T99" fmla="*/ 44 h 56"/>
                  <a:gd name="T100" fmla="*/ 81 w 107"/>
                  <a:gd name="T101" fmla="*/ 46 h 56"/>
                  <a:gd name="T102" fmla="*/ 90 w 107"/>
                  <a:gd name="T103" fmla="*/ 46 h 56"/>
                  <a:gd name="T104" fmla="*/ 93 w 107"/>
                  <a:gd name="T105" fmla="*/ 4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56">
                    <a:moveTo>
                      <a:pt x="102" y="41"/>
                    </a:moveTo>
                    <a:cubicBezTo>
                      <a:pt x="101" y="41"/>
                      <a:pt x="100" y="41"/>
                      <a:pt x="100" y="40"/>
                    </a:cubicBezTo>
                    <a:cubicBezTo>
                      <a:pt x="96" y="38"/>
                      <a:pt x="96" y="32"/>
                      <a:pt x="92" y="32"/>
                    </a:cubicBezTo>
                    <a:cubicBezTo>
                      <a:pt x="91" y="33"/>
                      <a:pt x="91" y="34"/>
                      <a:pt x="90" y="34"/>
                    </a:cubicBezTo>
                    <a:cubicBezTo>
                      <a:pt x="91" y="33"/>
                      <a:pt x="91" y="33"/>
                      <a:pt x="91" y="33"/>
                    </a:cubicBezTo>
                    <a:cubicBezTo>
                      <a:pt x="90" y="34"/>
                      <a:pt x="90" y="34"/>
                      <a:pt x="90" y="34"/>
                    </a:cubicBezTo>
                    <a:cubicBezTo>
                      <a:pt x="89" y="34"/>
                      <a:pt x="90" y="33"/>
                      <a:pt x="91" y="33"/>
                    </a:cubicBezTo>
                    <a:cubicBezTo>
                      <a:pt x="89" y="32"/>
                      <a:pt x="88" y="32"/>
                      <a:pt x="87" y="31"/>
                    </a:cubicBezTo>
                    <a:cubicBezTo>
                      <a:pt x="86" y="32"/>
                      <a:pt x="86" y="30"/>
                      <a:pt x="85" y="32"/>
                    </a:cubicBezTo>
                    <a:cubicBezTo>
                      <a:pt x="86" y="31"/>
                      <a:pt x="86" y="31"/>
                      <a:pt x="86" y="31"/>
                    </a:cubicBezTo>
                    <a:cubicBezTo>
                      <a:pt x="84" y="32"/>
                      <a:pt x="84" y="32"/>
                      <a:pt x="85" y="29"/>
                    </a:cubicBezTo>
                    <a:cubicBezTo>
                      <a:pt x="82" y="25"/>
                      <a:pt x="78" y="26"/>
                      <a:pt x="75" y="23"/>
                    </a:cubicBezTo>
                    <a:cubicBezTo>
                      <a:pt x="72" y="22"/>
                      <a:pt x="68" y="22"/>
                      <a:pt x="64" y="21"/>
                    </a:cubicBezTo>
                    <a:cubicBezTo>
                      <a:pt x="62" y="24"/>
                      <a:pt x="62" y="23"/>
                      <a:pt x="60" y="25"/>
                    </a:cubicBezTo>
                    <a:cubicBezTo>
                      <a:pt x="61" y="24"/>
                      <a:pt x="61" y="24"/>
                      <a:pt x="61" y="24"/>
                    </a:cubicBezTo>
                    <a:cubicBezTo>
                      <a:pt x="60" y="25"/>
                      <a:pt x="60" y="24"/>
                      <a:pt x="60" y="22"/>
                    </a:cubicBezTo>
                    <a:cubicBezTo>
                      <a:pt x="60" y="23"/>
                      <a:pt x="60" y="22"/>
                      <a:pt x="59" y="24"/>
                    </a:cubicBezTo>
                    <a:cubicBezTo>
                      <a:pt x="58" y="26"/>
                      <a:pt x="60" y="21"/>
                      <a:pt x="59" y="22"/>
                    </a:cubicBezTo>
                    <a:cubicBezTo>
                      <a:pt x="60" y="21"/>
                      <a:pt x="59" y="23"/>
                      <a:pt x="59" y="22"/>
                    </a:cubicBezTo>
                    <a:cubicBezTo>
                      <a:pt x="57" y="24"/>
                      <a:pt x="60" y="22"/>
                      <a:pt x="59" y="19"/>
                    </a:cubicBezTo>
                    <a:cubicBezTo>
                      <a:pt x="57" y="19"/>
                      <a:pt x="55" y="20"/>
                      <a:pt x="54" y="19"/>
                    </a:cubicBezTo>
                    <a:cubicBezTo>
                      <a:pt x="54" y="19"/>
                      <a:pt x="54" y="20"/>
                      <a:pt x="54" y="20"/>
                    </a:cubicBezTo>
                    <a:cubicBezTo>
                      <a:pt x="55" y="17"/>
                      <a:pt x="53" y="21"/>
                      <a:pt x="53" y="19"/>
                    </a:cubicBezTo>
                    <a:cubicBezTo>
                      <a:pt x="53" y="19"/>
                      <a:pt x="53" y="19"/>
                      <a:pt x="54" y="18"/>
                    </a:cubicBezTo>
                    <a:cubicBezTo>
                      <a:pt x="54" y="17"/>
                      <a:pt x="52" y="18"/>
                      <a:pt x="52" y="17"/>
                    </a:cubicBezTo>
                    <a:cubicBezTo>
                      <a:pt x="51" y="18"/>
                      <a:pt x="52" y="15"/>
                      <a:pt x="51" y="16"/>
                    </a:cubicBezTo>
                    <a:cubicBezTo>
                      <a:pt x="51" y="15"/>
                      <a:pt x="51" y="15"/>
                      <a:pt x="51" y="15"/>
                    </a:cubicBezTo>
                    <a:cubicBezTo>
                      <a:pt x="49" y="18"/>
                      <a:pt x="50" y="13"/>
                      <a:pt x="49" y="15"/>
                    </a:cubicBezTo>
                    <a:cubicBezTo>
                      <a:pt x="49" y="14"/>
                      <a:pt x="49" y="14"/>
                      <a:pt x="49" y="14"/>
                    </a:cubicBezTo>
                    <a:cubicBezTo>
                      <a:pt x="47" y="14"/>
                      <a:pt x="46" y="12"/>
                      <a:pt x="44" y="13"/>
                    </a:cubicBezTo>
                    <a:cubicBezTo>
                      <a:pt x="43" y="13"/>
                      <a:pt x="43" y="10"/>
                      <a:pt x="41" y="11"/>
                    </a:cubicBezTo>
                    <a:cubicBezTo>
                      <a:pt x="40" y="12"/>
                      <a:pt x="40" y="12"/>
                      <a:pt x="40" y="12"/>
                    </a:cubicBezTo>
                    <a:cubicBezTo>
                      <a:pt x="40" y="12"/>
                      <a:pt x="41" y="11"/>
                      <a:pt x="41" y="11"/>
                    </a:cubicBezTo>
                    <a:cubicBezTo>
                      <a:pt x="40" y="12"/>
                      <a:pt x="40" y="10"/>
                      <a:pt x="39" y="10"/>
                    </a:cubicBezTo>
                    <a:cubicBezTo>
                      <a:pt x="39" y="10"/>
                      <a:pt x="39" y="10"/>
                      <a:pt x="39" y="11"/>
                    </a:cubicBezTo>
                    <a:cubicBezTo>
                      <a:pt x="39" y="9"/>
                      <a:pt x="37" y="11"/>
                      <a:pt x="37" y="9"/>
                    </a:cubicBezTo>
                    <a:cubicBezTo>
                      <a:pt x="35" y="12"/>
                      <a:pt x="35" y="11"/>
                      <a:pt x="35" y="11"/>
                    </a:cubicBezTo>
                    <a:cubicBezTo>
                      <a:pt x="35" y="11"/>
                      <a:pt x="35" y="10"/>
                      <a:pt x="35" y="10"/>
                    </a:cubicBezTo>
                    <a:cubicBezTo>
                      <a:pt x="35" y="10"/>
                      <a:pt x="34" y="10"/>
                      <a:pt x="34" y="9"/>
                    </a:cubicBezTo>
                    <a:cubicBezTo>
                      <a:pt x="34" y="9"/>
                      <a:pt x="33" y="11"/>
                      <a:pt x="33" y="10"/>
                    </a:cubicBezTo>
                    <a:cubicBezTo>
                      <a:pt x="34" y="8"/>
                      <a:pt x="32" y="10"/>
                      <a:pt x="32" y="9"/>
                    </a:cubicBezTo>
                    <a:cubicBezTo>
                      <a:pt x="31" y="10"/>
                      <a:pt x="30" y="12"/>
                      <a:pt x="30" y="11"/>
                    </a:cubicBezTo>
                    <a:cubicBezTo>
                      <a:pt x="32" y="8"/>
                      <a:pt x="32" y="8"/>
                      <a:pt x="32" y="8"/>
                    </a:cubicBezTo>
                    <a:cubicBezTo>
                      <a:pt x="30" y="9"/>
                      <a:pt x="30" y="6"/>
                      <a:pt x="27" y="8"/>
                    </a:cubicBezTo>
                    <a:cubicBezTo>
                      <a:pt x="28" y="7"/>
                      <a:pt x="28" y="7"/>
                      <a:pt x="28" y="7"/>
                    </a:cubicBezTo>
                    <a:cubicBezTo>
                      <a:pt x="26" y="8"/>
                      <a:pt x="25" y="5"/>
                      <a:pt x="23" y="7"/>
                    </a:cubicBezTo>
                    <a:cubicBezTo>
                      <a:pt x="23" y="6"/>
                      <a:pt x="23" y="6"/>
                      <a:pt x="22" y="5"/>
                    </a:cubicBezTo>
                    <a:cubicBezTo>
                      <a:pt x="21" y="7"/>
                      <a:pt x="21" y="6"/>
                      <a:pt x="20" y="8"/>
                    </a:cubicBezTo>
                    <a:cubicBezTo>
                      <a:pt x="19" y="8"/>
                      <a:pt x="20" y="7"/>
                      <a:pt x="20" y="6"/>
                    </a:cubicBezTo>
                    <a:cubicBezTo>
                      <a:pt x="20" y="6"/>
                      <a:pt x="21" y="3"/>
                      <a:pt x="19" y="5"/>
                    </a:cubicBezTo>
                    <a:cubicBezTo>
                      <a:pt x="20" y="4"/>
                      <a:pt x="20" y="4"/>
                      <a:pt x="20" y="4"/>
                    </a:cubicBezTo>
                    <a:cubicBezTo>
                      <a:pt x="18" y="5"/>
                      <a:pt x="17" y="6"/>
                      <a:pt x="17" y="5"/>
                    </a:cubicBezTo>
                    <a:cubicBezTo>
                      <a:pt x="16" y="6"/>
                      <a:pt x="16" y="6"/>
                      <a:pt x="15" y="7"/>
                    </a:cubicBezTo>
                    <a:cubicBezTo>
                      <a:pt x="15" y="7"/>
                      <a:pt x="16" y="5"/>
                      <a:pt x="15" y="6"/>
                    </a:cubicBezTo>
                    <a:cubicBezTo>
                      <a:pt x="16" y="5"/>
                      <a:pt x="16" y="5"/>
                      <a:pt x="16" y="5"/>
                    </a:cubicBezTo>
                    <a:cubicBezTo>
                      <a:pt x="16" y="4"/>
                      <a:pt x="14" y="4"/>
                      <a:pt x="13" y="4"/>
                    </a:cubicBezTo>
                    <a:cubicBezTo>
                      <a:pt x="14" y="2"/>
                      <a:pt x="11" y="4"/>
                      <a:pt x="12" y="2"/>
                    </a:cubicBezTo>
                    <a:cubicBezTo>
                      <a:pt x="11" y="3"/>
                      <a:pt x="11" y="1"/>
                      <a:pt x="9" y="4"/>
                    </a:cubicBezTo>
                    <a:cubicBezTo>
                      <a:pt x="10" y="3"/>
                      <a:pt x="10" y="3"/>
                      <a:pt x="10" y="3"/>
                    </a:cubicBezTo>
                    <a:cubicBezTo>
                      <a:pt x="9" y="2"/>
                      <a:pt x="9" y="2"/>
                      <a:pt x="9" y="1"/>
                    </a:cubicBezTo>
                    <a:cubicBezTo>
                      <a:pt x="8" y="0"/>
                      <a:pt x="7" y="2"/>
                      <a:pt x="7" y="3"/>
                    </a:cubicBezTo>
                    <a:cubicBezTo>
                      <a:pt x="7" y="1"/>
                      <a:pt x="7" y="1"/>
                      <a:pt x="7" y="1"/>
                    </a:cubicBezTo>
                    <a:cubicBezTo>
                      <a:pt x="7" y="2"/>
                      <a:pt x="5" y="4"/>
                      <a:pt x="4" y="5"/>
                    </a:cubicBezTo>
                    <a:cubicBezTo>
                      <a:pt x="5" y="4"/>
                      <a:pt x="4" y="5"/>
                      <a:pt x="4" y="4"/>
                    </a:cubicBezTo>
                    <a:cubicBezTo>
                      <a:pt x="5" y="3"/>
                      <a:pt x="6" y="2"/>
                      <a:pt x="7" y="1"/>
                    </a:cubicBezTo>
                    <a:cubicBezTo>
                      <a:pt x="7" y="0"/>
                      <a:pt x="5" y="3"/>
                      <a:pt x="6" y="1"/>
                    </a:cubicBezTo>
                    <a:cubicBezTo>
                      <a:pt x="6" y="0"/>
                      <a:pt x="5" y="0"/>
                      <a:pt x="4" y="2"/>
                    </a:cubicBezTo>
                    <a:cubicBezTo>
                      <a:pt x="5" y="1"/>
                      <a:pt x="5" y="1"/>
                      <a:pt x="5" y="0"/>
                    </a:cubicBezTo>
                    <a:cubicBezTo>
                      <a:pt x="5" y="0"/>
                      <a:pt x="5" y="0"/>
                      <a:pt x="4" y="1"/>
                    </a:cubicBezTo>
                    <a:cubicBezTo>
                      <a:pt x="4" y="1"/>
                      <a:pt x="4" y="1"/>
                      <a:pt x="4" y="1"/>
                    </a:cubicBezTo>
                    <a:cubicBezTo>
                      <a:pt x="3" y="2"/>
                      <a:pt x="3" y="2"/>
                      <a:pt x="2" y="4"/>
                    </a:cubicBezTo>
                    <a:cubicBezTo>
                      <a:pt x="2" y="3"/>
                      <a:pt x="3" y="3"/>
                      <a:pt x="3" y="3"/>
                    </a:cubicBezTo>
                    <a:cubicBezTo>
                      <a:pt x="2" y="4"/>
                      <a:pt x="1" y="5"/>
                      <a:pt x="2" y="3"/>
                    </a:cubicBezTo>
                    <a:cubicBezTo>
                      <a:pt x="2" y="2"/>
                      <a:pt x="3" y="2"/>
                      <a:pt x="4" y="1"/>
                    </a:cubicBezTo>
                    <a:cubicBezTo>
                      <a:pt x="1" y="3"/>
                      <a:pt x="1" y="3"/>
                      <a:pt x="1" y="3"/>
                    </a:cubicBezTo>
                    <a:cubicBezTo>
                      <a:pt x="2" y="2"/>
                      <a:pt x="1" y="3"/>
                      <a:pt x="0" y="5"/>
                    </a:cubicBezTo>
                    <a:cubicBezTo>
                      <a:pt x="1" y="4"/>
                      <a:pt x="1" y="4"/>
                      <a:pt x="1" y="4"/>
                    </a:cubicBezTo>
                    <a:cubicBezTo>
                      <a:pt x="0" y="5"/>
                      <a:pt x="0" y="5"/>
                      <a:pt x="0" y="5"/>
                    </a:cubicBezTo>
                    <a:cubicBezTo>
                      <a:pt x="1" y="5"/>
                      <a:pt x="0" y="6"/>
                      <a:pt x="2" y="6"/>
                    </a:cubicBezTo>
                    <a:cubicBezTo>
                      <a:pt x="2" y="4"/>
                      <a:pt x="2" y="4"/>
                      <a:pt x="2" y="4"/>
                    </a:cubicBezTo>
                    <a:cubicBezTo>
                      <a:pt x="3" y="4"/>
                      <a:pt x="4" y="3"/>
                      <a:pt x="3" y="4"/>
                    </a:cubicBezTo>
                    <a:cubicBezTo>
                      <a:pt x="2" y="6"/>
                      <a:pt x="2" y="6"/>
                      <a:pt x="2" y="6"/>
                    </a:cubicBezTo>
                    <a:cubicBezTo>
                      <a:pt x="2" y="6"/>
                      <a:pt x="3" y="6"/>
                      <a:pt x="3" y="6"/>
                    </a:cubicBezTo>
                    <a:cubicBezTo>
                      <a:pt x="1" y="8"/>
                      <a:pt x="1" y="8"/>
                      <a:pt x="1" y="8"/>
                    </a:cubicBezTo>
                    <a:cubicBezTo>
                      <a:pt x="3" y="5"/>
                      <a:pt x="3" y="7"/>
                      <a:pt x="3" y="7"/>
                    </a:cubicBezTo>
                    <a:cubicBezTo>
                      <a:pt x="3" y="7"/>
                      <a:pt x="3" y="7"/>
                      <a:pt x="3" y="7"/>
                    </a:cubicBezTo>
                    <a:cubicBezTo>
                      <a:pt x="2" y="9"/>
                      <a:pt x="3" y="6"/>
                      <a:pt x="4" y="6"/>
                    </a:cubicBezTo>
                    <a:cubicBezTo>
                      <a:pt x="4" y="7"/>
                      <a:pt x="2" y="9"/>
                      <a:pt x="2" y="10"/>
                    </a:cubicBezTo>
                    <a:cubicBezTo>
                      <a:pt x="2" y="10"/>
                      <a:pt x="4" y="9"/>
                      <a:pt x="3" y="11"/>
                    </a:cubicBezTo>
                    <a:cubicBezTo>
                      <a:pt x="4" y="10"/>
                      <a:pt x="5" y="10"/>
                      <a:pt x="6" y="9"/>
                    </a:cubicBezTo>
                    <a:cubicBezTo>
                      <a:pt x="6" y="9"/>
                      <a:pt x="4" y="11"/>
                      <a:pt x="5" y="11"/>
                    </a:cubicBezTo>
                    <a:cubicBezTo>
                      <a:pt x="5" y="11"/>
                      <a:pt x="4" y="12"/>
                      <a:pt x="4" y="13"/>
                    </a:cubicBezTo>
                    <a:cubicBezTo>
                      <a:pt x="5" y="12"/>
                      <a:pt x="4" y="13"/>
                      <a:pt x="5" y="11"/>
                    </a:cubicBezTo>
                    <a:cubicBezTo>
                      <a:pt x="6" y="12"/>
                      <a:pt x="6" y="13"/>
                      <a:pt x="7" y="12"/>
                    </a:cubicBezTo>
                    <a:cubicBezTo>
                      <a:pt x="7" y="12"/>
                      <a:pt x="6" y="14"/>
                      <a:pt x="5" y="15"/>
                    </a:cubicBezTo>
                    <a:cubicBezTo>
                      <a:pt x="6" y="13"/>
                      <a:pt x="7" y="13"/>
                      <a:pt x="8" y="14"/>
                    </a:cubicBezTo>
                    <a:cubicBezTo>
                      <a:pt x="9" y="12"/>
                      <a:pt x="8" y="12"/>
                      <a:pt x="9" y="11"/>
                    </a:cubicBezTo>
                    <a:cubicBezTo>
                      <a:pt x="10" y="10"/>
                      <a:pt x="10" y="10"/>
                      <a:pt x="10" y="10"/>
                    </a:cubicBezTo>
                    <a:cubicBezTo>
                      <a:pt x="9" y="11"/>
                      <a:pt x="8" y="14"/>
                      <a:pt x="8" y="14"/>
                    </a:cubicBezTo>
                    <a:cubicBezTo>
                      <a:pt x="6" y="16"/>
                      <a:pt x="8" y="13"/>
                      <a:pt x="6" y="16"/>
                    </a:cubicBezTo>
                    <a:cubicBezTo>
                      <a:pt x="5" y="18"/>
                      <a:pt x="4" y="17"/>
                      <a:pt x="5" y="16"/>
                    </a:cubicBezTo>
                    <a:cubicBezTo>
                      <a:pt x="3" y="18"/>
                      <a:pt x="5" y="17"/>
                      <a:pt x="3" y="19"/>
                    </a:cubicBezTo>
                    <a:cubicBezTo>
                      <a:pt x="4" y="19"/>
                      <a:pt x="5" y="18"/>
                      <a:pt x="5" y="18"/>
                    </a:cubicBezTo>
                    <a:cubicBezTo>
                      <a:pt x="6" y="17"/>
                      <a:pt x="6" y="16"/>
                      <a:pt x="7" y="16"/>
                    </a:cubicBezTo>
                    <a:cubicBezTo>
                      <a:pt x="8" y="14"/>
                      <a:pt x="6" y="17"/>
                      <a:pt x="6" y="18"/>
                    </a:cubicBezTo>
                    <a:cubicBezTo>
                      <a:pt x="6" y="18"/>
                      <a:pt x="6" y="18"/>
                      <a:pt x="6" y="18"/>
                    </a:cubicBezTo>
                    <a:cubicBezTo>
                      <a:pt x="6" y="19"/>
                      <a:pt x="7" y="18"/>
                      <a:pt x="7" y="18"/>
                    </a:cubicBezTo>
                    <a:cubicBezTo>
                      <a:pt x="5" y="21"/>
                      <a:pt x="6" y="18"/>
                      <a:pt x="5" y="20"/>
                    </a:cubicBezTo>
                    <a:cubicBezTo>
                      <a:pt x="4" y="22"/>
                      <a:pt x="4" y="22"/>
                      <a:pt x="4" y="22"/>
                    </a:cubicBezTo>
                    <a:cubicBezTo>
                      <a:pt x="4" y="22"/>
                      <a:pt x="6" y="19"/>
                      <a:pt x="6" y="20"/>
                    </a:cubicBezTo>
                    <a:cubicBezTo>
                      <a:pt x="5" y="21"/>
                      <a:pt x="5" y="21"/>
                      <a:pt x="5" y="21"/>
                    </a:cubicBezTo>
                    <a:cubicBezTo>
                      <a:pt x="6" y="21"/>
                      <a:pt x="6" y="21"/>
                      <a:pt x="6" y="21"/>
                    </a:cubicBezTo>
                    <a:cubicBezTo>
                      <a:pt x="6" y="20"/>
                      <a:pt x="7" y="18"/>
                      <a:pt x="7" y="18"/>
                    </a:cubicBezTo>
                    <a:cubicBezTo>
                      <a:pt x="9" y="16"/>
                      <a:pt x="7" y="18"/>
                      <a:pt x="8" y="18"/>
                    </a:cubicBezTo>
                    <a:cubicBezTo>
                      <a:pt x="9" y="16"/>
                      <a:pt x="8" y="18"/>
                      <a:pt x="9" y="16"/>
                    </a:cubicBezTo>
                    <a:cubicBezTo>
                      <a:pt x="9" y="15"/>
                      <a:pt x="10" y="15"/>
                      <a:pt x="10" y="15"/>
                    </a:cubicBezTo>
                    <a:cubicBezTo>
                      <a:pt x="10" y="15"/>
                      <a:pt x="9" y="17"/>
                      <a:pt x="9" y="18"/>
                    </a:cubicBezTo>
                    <a:cubicBezTo>
                      <a:pt x="9" y="18"/>
                      <a:pt x="8" y="18"/>
                      <a:pt x="9" y="17"/>
                    </a:cubicBezTo>
                    <a:cubicBezTo>
                      <a:pt x="7" y="19"/>
                      <a:pt x="7" y="21"/>
                      <a:pt x="6" y="21"/>
                    </a:cubicBezTo>
                    <a:cubicBezTo>
                      <a:pt x="6" y="23"/>
                      <a:pt x="7" y="20"/>
                      <a:pt x="8" y="20"/>
                    </a:cubicBezTo>
                    <a:cubicBezTo>
                      <a:pt x="7" y="21"/>
                      <a:pt x="8" y="19"/>
                      <a:pt x="9" y="18"/>
                    </a:cubicBezTo>
                    <a:cubicBezTo>
                      <a:pt x="12" y="14"/>
                      <a:pt x="7" y="21"/>
                      <a:pt x="8" y="21"/>
                    </a:cubicBezTo>
                    <a:cubicBezTo>
                      <a:pt x="10" y="18"/>
                      <a:pt x="11" y="18"/>
                      <a:pt x="12" y="15"/>
                    </a:cubicBezTo>
                    <a:cubicBezTo>
                      <a:pt x="13" y="14"/>
                      <a:pt x="13" y="14"/>
                      <a:pt x="13" y="14"/>
                    </a:cubicBezTo>
                    <a:cubicBezTo>
                      <a:pt x="12" y="16"/>
                      <a:pt x="13" y="16"/>
                      <a:pt x="11" y="17"/>
                    </a:cubicBezTo>
                    <a:cubicBezTo>
                      <a:pt x="12" y="17"/>
                      <a:pt x="12" y="17"/>
                      <a:pt x="12" y="17"/>
                    </a:cubicBezTo>
                    <a:cubicBezTo>
                      <a:pt x="10" y="19"/>
                      <a:pt x="10" y="19"/>
                      <a:pt x="10" y="19"/>
                    </a:cubicBezTo>
                    <a:cubicBezTo>
                      <a:pt x="10" y="21"/>
                      <a:pt x="9" y="22"/>
                      <a:pt x="9" y="23"/>
                    </a:cubicBezTo>
                    <a:cubicBezTo>
                      <a:pt x="10" y="22"/>
                      <a:pt x="10" y="21"/>
                      <a:pt x="10" y="21"/>
                    </a:cubicBezTo>
                    <a:cubicBezTo>
                      <a:pt x="10" y="22"/>
                      <a:pt x="9" y="23"/>
                      <a:pt x="10" y="23"/>
                    </a:cubicBezTo>
                    <a:cubicBezTo>
                      <a:pt x="10" y="22"/>
                      <a:pt x="11" y="20"/>
                      <a:pt x="11" y="20"/>
                    </a:cubicBezTo>
                    <a:cubicBezTo>
                      <a:pt x="12" y="20"/>
                      <a:pt x="11" y="22"/>
                      <a:pt x="11" y="22"/>
                    </a:cubicBezTo>
                    <a:cubicBezTo>
                      <a:pt x="10" y="24"/>
                      <a:pt x="10" y="24"/>
                      <a:pt x="10" y="24"/>
                    </a:cubicBezTo>
                    <a:cubicBezTo>
                      <a:pt x="11" y="23"/>
                      <a:pt x="9" y="24"/>
                      <a:pt x="10" y="24"/>
                    </a:cubicBezTo>
                    <a:cubicBezTo>
                      <a:pt x="12" y="20"/>
                      <a:pt x="12" y="20"/>
                      <a:pt x="12" y="20"/>
                    </a:cubicBezTo>
                    <a:cubicBezTo>
                      <a:pt x="13" y="20"/>
                      <a:pt x="12" y="21"/>
                      <a:pt x="12" y="21"/>
                    </a:cubicBezTo>
                    <a:cubicBezTo>
                      <a:pt x="11" y="22"/>
                      <a:pt x="11" y="22"/>
                      <a:pt x="11" y="22"/>
                    </a:cubicBezTo>
                    <a:cubicBezTo>
                      <a:pt x="12" y="22"/>
                      <a:pt x="10" y="25"/>
                      <a:pt x="11" y="25"/>
                    </a:cubicBezTo>
                    <a:cubicBezTo>
                      <a:pt x="12" y="23"/>
                      <a:pt x="12" y="23"/>
                      <a:pt x="12" y="23"/>
                    </a:cubicBezTo>
                    <a:cubicBezTo>
                      <a:pt x="11" y="25"/>
                      <a:pt x="11" y="25"/>
                      <a:pt x="11" y="25"/>
                    </a:cubicBezTo>
                    <a:cubicBezTo>
                      <a:pt x="11" y="24"/>
                      <a:pt x="12" y="24"/>
                      <a:pt x="12" y="24"/>
                    </a:cubicBezTo>
                    <a:cubicBezTo>
                      <a:pt x="11" y="25"/>
                      <a:pt x="11" y="25"/>
                      <a:pt x="11" y="25"/>
                    </a:cubicBezTo>
                    <a:cubicBezTo>
                      <a:pt x="12" y="24"/>
                      <a:pt x="13" y="22"/>
                      <a:pt x="12" y="24"/>
                    </a:cubicBezTo>
                    <a:cubicBezTo>
                      <a:pt x="14" y="22"/>
                      <a:pt x="12" y="24"/>
                      <a:pt x="13" y="23"/>
                    </a:cubicBezTo>
                    <a:cubicBezTo>
                      <a:pt x="13" y="21"/>
                      <a:pt x="14" y="21"/>
                      <a:pt x="14" y="21"/>
                    </a:cubicBezTo>
                    <a:cubicBezTo>
                      <a:pt x="13" y="24"/>
                      <a:pt x="14" y="22"/>
                      <a:pt x="14" y="22"/>
                    </a:cubicBezTo>
                    <a:cubicBezTo>
                      <a:pt x="14" y="23"/>
                      <a:pt x="14" y="23"/>
                      <a:pt x="14" y="24"/>
                    </a:cubicBezTo>
                    <a:cubicBezTo>
                      <a:pt x="15" y="22"/>
                      <a:pt x="15" y="22"/>
                      <a:pt x="15" y="22"/>
                    </a:cubicBezTo>
                    <a:cubicBezTo>
                      <a:pt x="13" y="25"/>
                      <a:pt x="15" y="22"/>
                      <a:pt x="15" y="23"/>
                    </a:cubicBezTo>
                    <a:cubicBezTo>
                      <a:pt x="14" y="24"/>
                      <a:pt x="14" y="25"/>
                      <a:pt x="14" y="25"/>
                    </a:cubicBezTo>
                    <a:cubicBezTo>
                      <a:pt x="15" y="23"/>
                      <a:pt x="16" y="23"/>
                      <a:pt x="16" y="21"/>
                    </a:cubicBezTo>
                    <a:cubicBezTo>
                      <a:pt x="16" y="22"/>
                      <a:pt x="15" y="24"/>
                      <a:pt x="14" y="26"/>
                    </a:cubicBezTo>
                    <a:cubicBezTo>
                      <a:pt x="15" y="24"/>
                      <a:pt x="14" y="27"/>
                      <a:pt x="15" y="25"/>
                    </a:cubicBezTo>
                    <a:cubicBezTo>
                      <a:pt x="15" y="24"/>
                      <a:pt x="16" y="23"/>
                      <a:pt x="17" y="22"/>
                    </a:cubicBezTo>
                    <a:cubicBezTo>
                      <a:pt x="17" y="23"/>
                      <a:pt x="16" y="23"/>
                      <a:pt x="16" y="24"/>
                    </a:cubicBezTo>
                    <a:cubicBezTo>
                      <a:pt x="16" y="24"/>
                      <a:pt x="17" y="23"/>
                      <a:pt x="17" y="22"/>
                    </a:cubicBezTo>
                    <a:cubicBezTo>
                      <a:pt x="17" y="22"/>
                      <a:pt x="19" y="20"/>
                      <a:pt x="18" y="22"/>
                    </a:cubicBezTo>
                    <a:cubicBezTo>
                      <a:pt x="18" y="23"/>
                      <a:pt x="17" y="22"/>
                      <a:pt x="17" y="23"/>
                    </a:cubicBezTo>
                    <a:cubicBezTo>
                      <a:pt x="17" y="24"/>
                      <a:pt x="19" y="20"/>
                      <a:pt x="20" y="20"/>
                    </a:cubicBezTo>
                    <a:cubicBezTo>
                      <a:pt x="20" y="19"/>
                      <a:pt x="22" y="16"/>
                      <a:pt x="22" y="15"/>
                    </a:cubicBezTo>
                    <a:cubicBezTo>
                      <a:pt x="23" y="16"/>
                      <a:pt x="22" y="16"/>
                      <a:pt x="21" y="18"/>
                    </a:cubicBezTo>
                    <a:cubicBezTo>
                      <a:pt x="21" y="18"/>
                      <a:pt x="21" y="18"/>
                      <a:pt x="21" y="18"/>
                    </a:cubicBezTo>
                    <a:cubicBezTo>
                      <a:pt x="20" y="21"/>
                      <a:pt x="18" y="22"/>
                      <a:pt x="18" y="24"/>
                    </a:cubicBezTo>
                    <a:cubicBezTo>
                      <a:pt x="18" y="23"/>
                      <a:pt x="18" y="23"/>
                      <a:pt x="18" y="23"/>
                    </a:cubicBezTo>
                    <a:cubicBezTo>
                      <a:pt x="17" y="26"/>
                      <a:pt x="17" y="26"/>
                      <a:pt x="17" y="26"/>
                    </a:cubicBezTo>
                    <a:cubicBezTo>
                      <a:pt x="18" y="24"/>
                      <a:pt x="18" y="26"/>
                      <a:pt x="18" y="26"/>
                    </a:cubicBezTo>
                    <a:cubicBezTo>
                      <a:pt x="19" y="24"/>
                      <a:pt x="17" y="26"/>
                      <a:pt x="18" y="25"/>
                    </a:cubicBezTo>
                    <a:cubicBezTo>
                      <a:pt x="19" y="25"/>
                      <a:pt x="20" y="22"/>
                      <a:pt x="20" y="23"/>
                    </a:cubicBezTo>
                    <a:cubicBezTo>
                      <a:pt x="18" y="26"/>
                      <a:pt x="18" y="26"/>
                      <a:pt x="18" y="26"/>
                    </a:cubicBezTo>
                    <a:cubicBezTo>
                      <a:pt x="18" y="27"/>
                      <a:pt x="19" y="24"/>
                      <a:pt x="19" y="25"/>
                    </a:cubicBezTo>
                    <a:cubicBezTo>
                      <a:pt x="19" y="26"/>
                      <a:pt x="19" y="26"/>
                      <a:pt x="19" y="26"/>
                    </a:cubicBezTo>
                    <a:cubicBezTo>
                      <a:pt x="19" y="27"/>
                      <a:pt x="21" y="28"/>
                      <a:pt x="23" y="24"/>
                    </a:cubicBezTo>
                    <a:cubicBezTo>
                      <a:pt x="23" y="26"/>
                      <a:pt x="23" y="26"/>
                      <a:pt x="23" y="27"/>
                    </a:cubicBezTo>
                    <a:cubicBezTo>
                      <a:pt x="23" y="27"/>
                      <a:pt x="24" y="26"/>
                      <a:pt x="24" y="26"/>
                    </a:cubicBezTo>
                    <a:cubicBezTo>
                      <a:pt x="23" y="28"/>
                      <a:pt x="23" y="28"/>
                      <a:pt x="23" y="28"/>
                    </a:cubicBezTo>
                    <a:cubicBezTo>
                      <a:pt x="23" y="29"/>
                      <a:pt x="24" y="27"/>
                      <a:pt x="25" y="26"/>
                    </a:cubicBezTo>
                    <a:cubicBezTo>
                      <a:pt x="25" y="28"/>
                      <a:pt x="25" y="28"/>
                      <a:pt x="25" y="28"/>
                    </a:cubicBezTo>
                    <a:cubicBezTo>
                      <a:pt x="24" y="29"/>
                      <a:pt x="25" y="27"/>
                      <a:pt x="26" y="26"/>
                    </a:cubicBezTo>
                    <a:cubicBezTo>
                      <a:pt x="25" y="28"/>
                      <a:pt x="25" y="28"/>
                      <a:pt x="25" y="28"/>
                    </a:cubicBezTo>
                    <a:cubicBezTo>
                      <a:pt x="26" y="27"/>
                      <a:pt x="26" y="27"/>
                      <a:pt x="26" y="27"/>
                    </a:cubicBezTo>
                    <a:cubicBezTo>
                      <a:pt x="26" y="26"/>
                      <a:pt x="27" y="26"/>
                      <a:pt x="26" y="28"/>
                    </a:cubicBezTo>
                    <a:cubicBezTo>
                      <a:pt x="26" y="27"/>
                      <a:pt x="26" y="27"/>
                      <a:pt x="26" y="27"/>
                    </a:cubicBezTo>
                    <a:cubicBezTo>
                      <a:pt x="26" y="28"/>
                      <a:pt x="27" y="29"/>
                      <a:pt x="27" y="28"/>
                    </a:cubicBezTo>
                    <a:cubicBezTo>
                      <a:pt x="28" y="28"/>
                      <a:pt x="28" y="27"/>
                      <a:pt x="28" y="26"/>
                    </a:cubicBezTo>
                    <a:cubicBezTo>
                      <a:pt x="29" y="24"/>
                      <a:pt x="28" y="26"/>
                      <a:pt x="29" y="25"/>
                    </a:cubicBezTo>
                    <a:cubicBezTo>
                      <a:pt x="28" y="27"/>
                      <a:pt x="28" y="27"/>
                      <a:pt x="28" y="27"/>
                    </a:cubicBezTo>
                    <a:cubicBezTo>
                      <a:pt x="27" y="30"/>
                      <a:pt x="29" y="28"/>
                      <a:pt x="30" y="29"/>
                    </a:cubicBezTo>
                    <a:cubicBezTo>
                      <a:pt x="31" y="28"/>
                      <a:pt x="31" y="28"/>
                      <a:pt x="31" y="28"/>
                    </a:cubicBezTo>
                    <a:cubicBezTo>
                      <a:pt x="30" y="30"/>
                      <a:pt x="32" y="28"/>
                      <a:pt x="32" y="30"/>
                    </a:cubicBezTo>
                    <a:cubicBezTo>
                      <a:pt x="32" y="29"/>
                      <a:pt x="33" y="26"/>
                      <a:pt x="34" y="26"/>
                    </a:cubicBezTo>
                    <a:cubicBezTo>
                      <a:pt x="35" y="25"/>
                      <a:pt x="33" y="29"/>
                      <a:pt x="32" y="30"/>
                    </a:cubicBezTo>
                    <a:cubicBezTo>
                      <a:pt x="33" y="29"/>
                      <a:pt x="33" y="29"/>
                      <a:pt x="33" y="29"/>
                    </a:cubicBezTo>
                    <a:cubicBezTo>
                      <a:pt x="33" y="30"/>
                      <a:pt x="33" y="30"/>
                      <a:pt x="33" y="30"/>
                    </a:cubicBezTo>
                    <a:cubicBezTo>
                      <a:pt x="34" y="29"/>
                      <a:pt x="34" y="28"/>
                      <a:pt x="34" y="29"/>
                    </a:cubicBezTo>
                    <a:cubicBezTo>
                      <a:pt x="34" y="29"/>
                      <a:pt x="34" y="29"/>
                      <a:pt x="34" y="29"/>
                    </a:cubicBezTo>
                    <a:cubicBezTo>
                      <a:pt x="34" y="30"/>
                      <a:pt x="34" y="31"/>
                      <a:pt x="34" y="31"/>
                    </a:cubicBezTo>
                    <a:cubicBezTo>
                      <a:pt x="35" y="29"/>
                      <a:pt x="35" y="30"/>
                      <a:pt x="36" y="29"/>
                    </a:cubicBezTo>
                    <a:cubicBezTo>
                      <a:pt x="35" y="30"/>
                      <a:pt x="35" y="30"/>
                      <a:pt x="35" y="30"/>
                    </a:cubicBezTo>
                    <a:cubicBezTo>
                      <a:pt x="36" y="28"/>
                      <a:pt x="36" y="28"/>
                      <a:pt x="36" y="28"/>
                    </a:cubicBezTo>
                    <a:cubicBezTo>
                      <a:pt x="36" y="29"/>
                      <a:pt x="36" y="29"/>
                      <a:pt x="36" y="29"/>
                    </a:cubicBezTo>
                    <a:cubicBezTo>
                      <a:pt x="35" y="31"/>
                      <a:pt x="35" y="31"/>
                      <a:pt x="35" y="31"/>
                    </a:cubicBezTo>
                    <a:cubicBezTo>
                      <a:pt x="35" y="32"/>
                      <a:pt x="36" y="29"/>
                      <a:pt x="36" y="29"/>
                    </a:cubicBezTo>
                    <a:cubicBezTo>
                      <a:pt x="37" y="28"/>
                      <a:pt x="37" y="29"/>
                      <a:pt x="36" y="30"/>
                    </a:cubicBezTo>
                    <a:cubicBezTo>
                      <a:pt x="36" y="30"/>
                      <a:pt x="36" y="29"/>
                      <a:pt x="36" y="30"/>
                    </a:cubicBezTo>
                    <a:cubicBezTo>
                      <a:pt x="35" y="31"/>
                      <a:pt x="36" y="30"/>
                      <a:pt x="36" y="31"/>
                    </a:cubicBezTo>
                    <a:cubicBezTo>
                      <a:pt x="36" y="31"/>
                      <a:pt x="37" y="29"/>
                      <a:pt x="37" y="30"/>
                    </a:cubicBezTo>
                    <a:cubicBezTo>
                      <a:pt x="37" y="30"/>
                      <a:pt x="37" y="30"/>
                      <a:pt x="37" y="31"/>
                    </a:cubicBezTo>
                    <a:cubicBezTo>
                      <a:pt x="37" y="30"/>
                      <a:pt x="37" y="31"/>
                      <a:pt x="38" y="30"/>
                    </a:cubicBezTo>
                    <a:cubicBezTo>
                      <a:pt x="38" y="30"/>
                      <a:pt x="38" y="29"/>
                      <a:pt x="38" y="28"/>
                    </a:cubicBezTo>
                    <a:cubicBezTo>
                      <a:pt x="38" y="28"/>
                      <a:pt x="39" y="28"/>
                      <a:pt x="38" y="28"/>
                    </a:cubicBezTo>
                    <a:cubicBezTo>
                      <a:pt x="38" y="29"/>
                      <a:pt x="38" y="29"/>
                      <a:pt x="38" y="29"/>
                    </a:cubicBezTo>
                    <a:cubicBezTo>
                      <a:pt x="38" y="28"/>
                      <a:pt x="38" y="29"/>
                      <a:pt x="39" y="28"/>
                    </a:cubicBezTo>
                    <a:cubicBezTo>
                      <a:pt x="38" y="30"/>
                      <a:pt x="38" y="30"/>
                      <a:pt x="38" y="30"/>
                    </a:cubicBezTo>
                    <a:cubicBezTo>
                      <a:pt x="39" y="29"/>
                      <a:pt x="39" y="29"/>
                      <a:pt x="39" y="29"/>
                    </a:cubicBezTo>
                    <a:cubicBezTo>
                      <a:pt x="39" y="30"/>
                      <a:pt x="38" y="32"/>
                      <a:pt x="38" y="32"/>
                    </a:cubicBezTo>
                    <a:cubicBezTo>
                      <a:pt x="39" y="31"/>
                      <a:pt x="39" y="31"/>
                      <a:pt x="39" y="31"/>
                    </a:cubicBezTo>
                    <a:cubicBezTo>
                      <a:pt x="39" y="31"/>
                      <a:pt x="39" y="31"/>
                      <a:pt x="39" y="32"/>
                    </a:cubicBezTo>
                    <a:cubicBezTo>
                      <a:pt x="39" y="33"/>
                      <a:pt x="41" y="28"/>
                      <a:pt x="41" y="30"/>
                    </a:cubicBezTo>
                    <a:cubicBezTo>
                      <a:pt x="40" y="31"/>
                      <a:pt x="40" y="32"/>
                      <a:pt x="40" y="32"/>
                    </a:cubicBezTo>
                    <a:cubicBezTo>
                      <a:pt x="40" y="32"/>
                      <a:pt x="41" y="31"/>
                      <a:pt x="41" y="31"/>
                    </a:cubicBezTo>
                    <a:cubicBezTo>
                      <a:pt x="41" y="31"/>
                      <a:pt x="40" y="33"/>
                      <a:pt x="40" y="31"/>
                    </a:cubicBezTo>
                    <a:cubicBezTo>
                      <a:pt x="41" y="30"/>
                      <a:pt x="41" y="31"/>
                      <a:pt x="41" y="30"/>
                    </a:cubicBezTo>
                    <a:cubicBezTo>
                      <a:pt x="40" y="35"/>
                      <a:pt x="42" y="32"/>
                      <a:pt x="42" y="34"/>
                    </a:cubicBezTo>
                    <a:cubicBezTo>
                      <a:pt x="43" y="32"/>
                      <a:pt x="43" y="34"/>
                      <a:pt x="43" y="33"/>
                    </a:cubicBezTo>
                    <a:cubicBezTo>
                      <a:pt x="42" y="35"/>
                      <a:pt x="44" y="33"/>
                      <a:pt x="43" y="34"/>
                    </a:cubicBezTo>
                    <a:cubicBezTo>
                      <a:pt x="44" y="32"/>
                      <a:pt x="44" y="32"/>
                      <a:pt x="44" y="32"/>
                    </a:cubicBezTo>
                    <a:cubicBezTo>
                      <a:pt x="44" y="33"/>
                      <a:pt x="46" y="29"/>
                      <a:pt x="45" y="31"/>
                    </a:cubicBezTo>
                    <a:cubicBezTo>
                      <a:pt x="45" y="32"/>
                      <a:pt x="45" y="33"/>
                      <a:pt x="44" y="33"/>
                    </a:cubicBezTo>
                    <a:cubicBezTo>
                      <a:pt x="44" y="36"/>
                      <a:pt x="46" y="32"/>
                      <a:pt x="45" y="35"/>
                    </a:cubicBezTo>
                    <a:cubicBezTo>
                      <a:pt x="46" y="34"/>
                      <a:pt x="46" y="32"/>
                      <a:pt x="47" y="31"/>
                    </a:cubicBezTo>
                    <a:cubicBezTo>
                      <a:pt x="47" y="33"/>
                      <a:pt x="47" y="34"/>
                      <a:pt x="46" y="34"/>
                    </a:cubicBezTo>
                    <a:cubicBezTo>
                      <a:pt x="47" y="34"/>
                      <a:pt x="47" y="33"/>
                      <a:pt x="47" y="34"/>
                    </a:cubicBezTo>
                    <a:cubicBezTo>
                      <a:pt x="47" y="35"/>
                      <a:pt x="47" y="35"/>
                      <a:pt x="46" y="35"/>
                    </a:cubicBezTo>
                    <a:cubicBezTo>
                      <a:pt x="46" y="36"/>
                      <a:pt x="47" y="35"/>
                      <a:pt x="48" y="34"/>
                    </a:cubicBezTo>
                    <a:cubicBezTo>
                      <a:pt x="47" y="36"/>
                      <a:pt x="48" y="35"/>
                      <a:pt x="48" y="37"/>
                    </a:cubicBezTo>
                    <a:cubicBezTo>
                      <a:pt x="49" y="35"/>
                      <a:pt x="48" y="38"/>
                      <a:pt x="49" y="35"/>
                    </a:cubicBezTo>
                    <a:cubicBezTo>
                      <a:pt x="49" y="36"/>
                      <a:pt x="49" y="36"/>
                      <a:pt x="49" y="36"/>
                    </a:cubicBezTo>
                    <a:cubicBezTo>
                      <a:pt x="50" y="35"/>
                      <a:pt x="51" y="33"/>
                      <a:pt x="51" y="33"/>
                    </a:cubicBezTo>
                    <a:cubicBezTo>
                      <a:pt x="50" y="35"/>
                      <a:pt x="50" y="35"/>
                      <a:pt x="50" y="35"/>
                    </a:cubicBezTo>
                    <a:cubicBezTo>
                      <a:pt x="49" y="37"/>
                      <a:pt x="50" y="36"/>
                      <a:pt x="50" y="37"/>
                    </a:cubicBezTo>
                    <a:cubicBezTo>
                      <a:pt x="50" y="35"/>
                      <a:pt x="50" y="37"/>
                      <a:pt x="51" y="36"/>
                    </a:cubicBezTo>
                    <a:cubicBezTo>
                      <a:pt x="51" y="35"/>
                      <a:pt x="51" y="35"/>
                      <a:pt x="51" y="35"/>
                    </a:cubicBezTo>
                    <a:cubicBezTo>
                      <a:pt x="52" y="35"/>
                      <a:pt x="52" y="34"/>
                      <a:pt x="52" y="34"/>
                    </a:cubicBezTo>
                    <a:cubicBezTo>
                      <a:pt x="52" y="34"/>
                      <a:pt x="51" y="36"/>
                      <a:pt x="51" y="36"/>
                    </a:cubicBezTo>
                    <a:cubicBezTo>
                      <a:pt x="51" y="37"/>
                      <a:pt x="51" y="37"/>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7"/>
                      <a:pt x="52" y="37"/>
                      <a:pt x="52" y="37"/>
                    </a:cubicBezTo>
                    <a:cubicBezTo>
                      <a:pt x="52" y="37"/>
                      <a:pt x="52" y="37"/>
                      <a:pt x="52" y="37"/>
                    </a:cubicBezTo>
                    <a:cubicBezTo>
                      <a:pt x="52" y="37"/>
                      <a:pt x="52" y="37"/>
                      <a:pt x="52" y="37"/>
                    </a:cubicBezTo>
                    <a:cubicBezTo>
                      <a:pt x="51" y="39"/>
                      <a:pt x="51" y="39"/>
                      <a:pt x="51" y="39"/>
                    </a:cubicBezTo>
                    <a:cubicBezTo>
                      <a:pt x="51" y="39"/>
                      <a:pt x="52" y="37"/>
                      <a:pt x="53" y="37"/>
                    </a:cubicBezTo>
                    <a:cubicBezTo>
                      <a:pt x="53" y="38"/>
                      <a:pt x="54" y="37"/>
                      <a:pt x="55" y="37"/>
                    </a:cubicBezTo>
                    <a:cubicBezTo>
                      <a:pt x="55" y="37"/>
                      <a:pt x="54" y="38"/>
                      <a:pt x="55" y="37"/>
                    </a:cubicBezTo>
                    <a:cubicBezTo>
                      <a:pt x="55" y="37"/>
                      <a:pt x="56" y="36"/>
                      <a:pt x="55" y="37"/>
                    </a:cubicBezTo>
                    <a:cubicBezTo>
                      <a:pt x="56" y="36"/>
                      <a:pt x="55" y="38"/>
                      <a:pt x="55" y="38"/>
                    </a:cubicBezTo>
                    <a:cubicBezTo>
                      <a:pt x="55" y="38"/>
                      <a:pt x="56" y="37"/>
                      <a:pt x="56" y="37"/>
                    </a:cubicBezTo>
                    <a:cubicBezTo>
                      <a:pt x="55" y="39"/>
                      <a:pt x="58" y="36"/>
                      <a:pt x="57" y="38"/>
                    </a:cubicBezTo>
                    <a:cubicBezTo>
                      <a:pt x="58" y="37"/>
                      <a:pt x="57" y="38"/>
                      <a:pt x="57" y="39"/>
                    </a:cubicBezTo>
                    <a:cubicBezTo>
                      <a:pt x="57" y="38"/>
                      <a:pt x="58" y="38"/>
                      <a:pt x="59" y="36"/>
                    </a:cubicBezTo>
                    <a:cubicBezTo>
                      <a:pt x="58" y="38"/>
                      <a:pt x="58" y="38"/>
                      <a:pt x="58" y="38"/>
                    </a:cubicBezTo>
                    <a:cubicBezTo>
                      <a:pt x="59" y="38"/>
                      <a:pt x="59" y="38"/>
                      <a:pt x="60" y="37"/>
                    </a:cubicBezTo>
                    <a:cubicBezTo>
                      <a:pt x="60" y="36"/>
                      <a:pt x="61" y="35"/>
                      <a:pt x="61" y="35"/>
                    </a:cubicBezTo>
                    <a:cubicBezTo>
                      <a:pt x="61" y="35"/>
                      <a:pt x="61" y="35"/>
                      <a:pt x="61" y="35"/>
                    </a:cubicBezTo>
                    <a:cubicBezTo>
                      <a:pt x="61" y="36"/>
                      <a:pt x="62" y="35"/>
                      <a:pt x="62" y="35"/>
                    </a:cubicBezTo>
                    <a:cubicBezTo>
                      <a:pt x="62" y="36"/>
                      <a:pt x="62" y="35"/>
                      <a:pt x="61" y="36"/>
                    </a:cubicBezTo>
                    <a:cubicBezTo>
                      <a:pt x="60" y="39"/>
                      <a:pt x="61" y="38"/>
                      <a:pt x="61" y="38"/>
                    </a:cubicBezTo>
                    <a:cubicBezTo>
                      <a:pt x="62" y="37"/>
                      <a:pt x="62" y="37"/>
                      <a:pt x="62" y="37"/>
                    </a:cubicBezTo>
                    <a:cubicBezTo>
                      <a:pt x="63" y="36"/>
                      <a:pt x="61" y="38"/>
                      <a:pt x="62" y="38"/>
                    </a:cubicBezTo>
                    <a:cubicBezTo>
                      <a:pt x="64" y="34"/>
                      <a:pt x="64" y="34"/>
                      <a:pt x="64" y="34"/>
                    </a:cubicBezTo>
                    <a:cubicBezTo>
                      <a:pt x="64" y="34"/>
                      <a:pt x="64" y="36"/>
                      <a:pt x="63" y="37"/>
                    </a:cubicBezTo>
                    <a:cubicBezTo>
                      <a:pt x="64" y="37"/>
                      <a:pt x="65" y="34"/>
                      <a:pt x="66" y="33"/>
                    </a:cubicBezTo>
                    <a:cubicBezTo>
                      <a:pt x="66" y="34"/>
                      <a:pt x="67" y="33"/>
                      <a:pt x="67" y="33"/>
                    </a:cubicBezTo>
                    <a:cubicBezTo>
                      <a:pt x="67" y="34"/>
                      <a:pt x="67" y="33"/>
                      <a:pt x="67" y="34"/>
                    </a:cubicBezTo>
                    <a:cubicBezTo>
                      <a:pt x="66" y="35"/>
                      <a:pt x="66" y="35"/>
                      <a:pt x="66" y="35"/>
                    </a:cubicBezTo>
                    <a:cubicBezTo>
                      <a:pt x="66" y="35"/>
                      <a:pt x="65" y="37"/>
                      <a:pt x="65" y="38"/>
                    </a:cubicBezTo>
                    <a:cubicBezTo>
                      <a:pt x="65" y="37"/>
                      <a:pt x="66" y="39"/>
                      <a:pt x="66" y="39"/>
                    </a:cubicBezTo>
                    <a:cubicBezTo>
                      <a:pt x="67" y="36"/>
                      <a:pt x="67" y="38"/>
                      <a:pt x="68" y="36"/>
                    </a:cubicBezTo>
                    <a:cubicBezTo>
                      <a:pt x="69" y="36"/>
                      <a:pt x="67" y="38"/>
                      <a:pt x="67" y="38"/>
                    </a:cubicBezTo>
                    <a:cubicBezTo>
                      <a:pt x="68" y="38"/>
                      <a:pt x="68" y="39"/>
                      <a:pt x="69" y="39"/>
                    </a:cubicBezTo>
                    <a:cubicBezTo>
                      <a:pt x="69" y="39"/>
                      <a:pt x="69" y="39"/>
                      <a:pt x="69" y="39"/>
                    </a:cubicBezTo>
                    <a:cubicBezTo>
                      <a:pt x="69" y="38"/>
                      <a:pt x="70" y="39"/>
                      <a:pt x="71" y="38"/>
                    </a:cubicBezTo>
                    <a:cubicBezTo>
                      <a:pt x="70" y="39"/>
                      <a:pt x="70" y="39"/>
                      <a:pt x="70" y="39"/>
                    </a:cubicBezTo>
                    <a:cubicBezTo>
                      <a:pt x="70" y="40"/>
                      <a:pt x="72" y="36"/>
                      <a:pt x="72" y="37"/>
                    </a:cubicBezTo>
                    <a:cubicBezTo>
                      <a:pt x="71" y="39"/>
                      <a:pt x="71" y="39"/>
                      <a:pt x="71" y="39"/>
                    </a:cubicBezTo>
                    <a:cubicBezTo>
                      <a:pt x="72" y="38"/>
                      <a:pt x="71" y="40"/>
                      <a:pt x="72" y="38"/>
                    </a:cubicBezTo>
                    <a:cubicBezTo>
                      <a:pt x="72" y="39"/>
                      <a:pt x="72" y="39"/>
                      <a:pt x="72" y="39"/>
                    </a:cubicBezTo>
                    <a:cubicBezTo>
                      <a:pt x="72" y="39"/>
                      <a:pt x="73" y="39"/>
                      <a:pt x="74" y="38"/>
                    </a:cubicBezTo>
                    <a:cubicBezTo>
                      <a:pt x="73" y="40"/>
                      <a:pt x="73" y="40"/>
                      <a:pt x="73" y="40"/>
                    </a:cubicBezTo>
                    <a:cubicBezTo>
                      <a:pt x="72" y="41"/>
                      <a:pt x="74" y="38"/>
                      <a:pt x="74" y="39"/>
                    </a:cubicBezTo>
                    <a:cubicBezTo>
                      <a:pt x="74" y="39"/>
                      <a:pt x="74" y="40"/>
                      <a:pt x="73" y="40"/>
                    </a:cubicBezTo>
                    <a:cubicBezTo>
                      <a:pt x="74" y="39"/>
                      <a:pt x="75" y="39"/>
                      <a:pt x="75" y="39"/>
                    </a:cubicBezTo>
                    <a:cubicBezTo>
                      <a:pt x="74" y="41"/>
                      <a:pt x="74" y="41"/>
                      <a:pt x="74" y="41"/>
                    </a:cubicBezTo>
                    <a:cubicBezTo>
                      <a:pt x="76" y="42"/>
                      <a:pt x="77" y="43"/>
                      <a:pt x="80" y="42"/>
                    </a:cubicBezTo>
                    <a:cubicBezTo>
                      <a:pt x="79" y="44"/>
                      <a:pt x="79" y="43"/>
                      <a:pt x="78" y="45"/>
                    </a:cubicBezTo>
                    <a:cubicBezTo>
                      <a:pt x="79" y="43"/>
                      <a:pt x="79" y="44"/>
                      <a:pt x="79" y="44"/>
                    </a:cubicBezTo>
                    <a:cubicBezTo>
                      <a:pt x="79" y="44"/>
                      <a:pt x="79" y="44"/>
                      <a:pt x="79" y="44"/>
                    </a:cubicBezTo>
                    <a:cubicBezTo>
                      <a:pt x="80" y="44"/>
                      <a:pt x="79" y="45"/>
                      <a:pt x="80" y="45"/>
                    </a:cubicBezTo>
                    <a:cubicBezTo>
                      <a:pt x="80" y="44"/>
                      <a:pt x="80" y="44"/>
                      <a:pt x="80" y="44"/>
                    </a:cubicBezTo>
                    <a:cubicBezTo>
                      <a:pt x="81" y="43"/>
                      <a:pt x="79" y="47"/>
                      <a:pt x="81" y="45"/>
                    </a:cubicBezTo>
                    <a:cubicBezTo>
                      <a:pt x="80" y="46"/>
                      <a:pt x="80" y="46"/>
                      <a:pt x="80" y="46"/>
                    </a:cubicBezTo>
                    <a:cubicBezTo>
                      <a:pt x="81" y="44"/>
                      <a:pt x="80" y="47"/>
                      <a:pt x="81" y="46"/>
                    </a:cubicBezTo>
                    <a:cubicBezTo>
                      <a:pt x="81" y="46"/>
                      <a:pt x="81" y="46"/>
                      <a:pt x="81" y="46"/>
                    </a:cubicBezTo>
                    <a:cubicBezTo>
                      <a:pt x="81" y="47"/>
                      <a:pt x="83" y="44"/>
                      <a:pt x="82" y="46"/>
                    </a:cubicBezTo>
                    <a:cubicBezTo>
                      <a:pt x="83" y="46"/>
                      <a:pt x="83" y="46"/>
                      <a:pt x="84" y="44"/>
                    </a:cubicBezTo>
                    <a:cubicBezTo>
                      <a:pt x="83" y="46"/>
                      <a:pt x="83" y="46"/>
                      <a:pt x="83" y="46"/>
                    </a:cubicBezTo>
                    <a:cubicBezTo>
                      <a:pt x="85" y="46"/>
                      <a:pt x="86" y="47"/>
                      <a:pt x="88" y="46"/>
                    </a:cubicBezTo>
                    <a:cubicBezTo>
                      <a:pt x="87" y="47"/>
                      <a:pt x="87" y="47"/>
                      <a:pt x="87" y="47"/>
                    </a:cubicBezTo>
                    <a:cubicBezTo>
                      <a:pt x="89" y="45"/>
                      <a:pt x="87" y="49"/>
                      <a:pt x="90" y="46"/>
                    </a:cubicBezTo>
                    <a:cubicBezTo>
                      <a:pt x="92" y="45"/>
                      <a:pt x="92" y="45"/>
                      <a:pt x="92" y="45"/>
                    </a:cubicBezTo>
                    <a:cubicBezTo>
                      <a:pt x="90" y="47"/>
                      <a:pt x="90" y="47"/>
                      <a:pt x="90" y="47"/>
                    </a:cubicBezTo>
                    <a:cubicBezTo>
                      <a:pt x="91" y="46"/>
                      <a:pt x="91" y="47"/>
                      <a:pt x="92" y="46"/>
                    </a:cubicBezTo>
                    <a:cubicBezTo>
                      <a:pt x="91" y="47"/>
                      <a:pt x="91" y="47"/>
                      <a:pt x="91" y="47"/>
                    </a:cubicBezTo>
                    <a:cubicBezTo>
                      <a:pt x="91" y="47"/>
                      <a:pt x="93" y="45"/>
                      <a:pt x="93" y="46"/>
                    </a:cubicBezTo>
                    <a:cubicBezTo>
                      <a:pt x="93" y="47"/>
                      <a:pt x="93" y="47"/>
                      <a:pt x="93" y="47"/>
                    </a:cubicBezTo>
                    <a:cubicBezTo>
                      <a:pt x="92" y="50"/>
                      <a:pt x="93" y="54"/>
                      <a:pt x="96" y="51"/>
                    </a:cubicBezTo>
                    <a:cubicBezTo>
                      <a:pt x="97" y="51"/>
                      <a:pt x="95" y="53"/>
                      <a:pt x="95" y="53"/>
                    </a:cubicBezTo>
                    <a:cubicBezTo>
                      <a:pt x="99" y="51"/>
                      <a:pt x="97" y="56"/>
                      <a:pt x="101" y="53"/>
                    </a:cubicBezTo>
                    <a:cubicBezTo>
                      <a:pt x="103" y="52"/>
                      <a:pt x="107" y="48"/>
                      <a:pt x="107" y="48"/>
                    </a:cubicBezTo>
                    <a:cubicBezTo>
                      <a:pt x="103" y="48"/>
                      <a:pt x="103" y="45"/>
                      <a:pt x="102" y="4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3" name="Freeform 96"/>
              <p:cNvSpPr/>
              <p:nvPr/>
            </p:nvSpPr>
            <p:spPr bwMode="auto">
              <a:xfrm>
                <a:off x="4117" y="22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4" name="Freeform 97"/>
              <p:cNvSpPr/>
              <p:nvPr/>
            </p:nvSpPr>
            <p:spPr bwMode="auto">
              <a:xfrm>
                <a:off x="4487" y="23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5" name="Freeform 98"/>
              <p:cNvSpPr/>
              <p:nvPr/>
            </p:nvSpPr>
            <p:spPr bwMode="auto">
              <a:xfrm>
                <a:off x="4387" y="2285"/>
                <a:ext cx="2" cy="4"/>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1"/>
                      <a:pt x="0"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6" name="Freeform 99"/>
              <p:cNvSpPr/>
              <p:nvPr/>
            </p:nvSpPr>
            <p:spPr bwMode="auto">
              <a:xfrm>
                <a:off x="4508" y="193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7" name="Freeform 100"/>
              <p:cNvSpPr/>
              <p:nvPr/>
            </p:nvSpPr>
            <p:spPr bwMode="auto">
              <a:xfrm>
                <a:off x="4487" y="2285"/>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8" name="Freeform 101"/>
              <p:cNvSpPr/>
              <p:nvPr/>
            </p:nvSpPr>
            <p:spPr bwMode="auto">
              <a:xfrm>
                <a:off x="4514" y="1929"/>
                <a:ext cx="0" cy="4"/>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9" name="Freeform 102"/>
              <p:cNvSpPr/>
              <p:nvPr/>
            </p:nvSpPr>
            <p:spPr bwMode="auto">
              <a:xfrm>
                <a:off x="4506" y="1927"/>
                <a:ext cx="0" cy="4"/>
              </a:xfrm>
              <a:custGeom>
                <a:avLst/>
                <a:gdLst>
                  <a:gd name="T0" fmla="*/ 1 h 2"/>
                  <a:gd name="T1" fmla="*/ 0 h 2"/>
                  <a:gd name="T2" fmla="*/ 1 h 2"/>
                </a:gdLst>
                <a:ahLst/>
                <a:cxnLst>
                  <a:cxn ang="0">
                    <a:pos x="0" y="T0"/>
                  </a:cxn>
                  <a:cxn ang="0">
                    <a:pos x="0" y="T1"/>
                  </a:cxn>
                  <a:cxn ang="0">
                    <a:pos x="0" y="T2"/>
                  </a:cxn>
                </a:cxnLst>
                <a:rect l="0" t="0" r="r" b="b"/>
                <a:pathLst>
                  <a:path h="2">
                    <a:moveTo>
                      <a:pt x="0" y="1"/>
                    </a:moveTo>
                    <a:cubicBezTo>
                      <a:pt x="0" y="1"/>
                      <a:pt x="0" y="0"/>
                      <a:pt x="0" y="0"/>
                    </a:cubicBezTo>
                    <a:cubicBezTo>
                      <a:pt x="0" y="2"/>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0" name="Freeform 103"/>
              <p:cNvSpPr/>
              <p:nvPr/>
            </p:nvSpPr>
            <p:spPr bwMode="auto">
              <a:xfrm>
                <a:off x="4516" y="1927"/>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1" name="Freeform 104"/>
              <p:cNvSpPr/>
              <p:nvPr/>
            </p:nvSpPr>
            <p:spPr bwMode="auto">
              <a:xfrm>
                <a:off x="4495" y="1925"/>
                <a:ext cx="2" cy="4"/>
              </a:xfrm>
              <a:custGeom>
                <a:avLst/>
                <a:gdLst>
                  <a:gd name="T0" fmla="*/ 1 w 1"/>
                  <a:gd name="T1" fmla="*/ 1 h 2"/>
                  <a:gd name="T2" fmla="*/ 0 w 1"/>
                  <a:gd name="T3" fmla="*/ 0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1"/>
                      <a:pt x="1" y="1"/>
                      <a:pt x="1"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2" name="Freeform 105"/>
              <p:cNvSpPr/>
              <p:nvPr/>
            </p:nvSpPr>
            <p:spPr bwMode="auto">
              <a:xfrm>
                <a:off x="3201" y="2162"/>
                <a:ext cx="0" cy="4"/>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3" name="Freeform 106"/>
              <p:cNvSpPr/>
              <p:nvPr/>
            </p:nvSpPr>
            <p:spPr bwMode="auto">
              <a:xfrm>
                <a:off x="3544" y="154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4" name="Freeform 107"/>
              <p:cNvSpPr/>
              <p:nvPr/>
            </p:nvSpPr>
            <p:spPr bwMode="auto">
              <a:xfrm>
                <a:off x="3914" y="141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5" name="Freeform 108"/>
              <p:cNvSpPr/>
              <p:nvPr/>
            </p:nvSpPr>
            <p:spPr bwMode="auto">
              <a:xfrm>
                <a:off x="3916" y="1409"/>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2" y="1"/>
                      <a:pt x="0" y="1"/>
                      <a:pt x="1" y="0"/>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6" name="Freeform 109"/>
              <p:cNvSpPr/>
              <p:nvPr/>
            </p:nvSpPr>
            <p:spPr bwMode="auto">
              <a:xfrm>
                <a:off x="3893" y="1441"/>
                <a:ext cx="4" cy="4"/>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0"/>
                      <a:pt x="1" y="1"/>
                      <a:pt x="1" y="1"/>
                    </a:cubicBezTo>
                    <a:cubicBezTo>
                      <a:pt x="0" y="2"/>
                      <a:pt x="1" y="1"/>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7" name="Freeform 110"/>
              <p:cNvSpPr/>
              <p:nvPr/>
            </p:nvSpPr>
            <p:spPr bwMode="auto">
              <a:xfrm>
                <a:off x="3893" y="1437"/>
                <a:ext cx="6" cy="6"/>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cubicBezTo>
                      <a:pt x="3" y="0"/>
                      <a:pt x="3" y="0"/>
                      <a:pt x="3" y="0"/>
                    </a:cubicBezTo>
                    <a:cubicBezTo>
                      <a:pt x="1" y="1"/>
                      <a:pt x="1"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8" name="Freeform 111"/>
              <p:cNvSpPr/>
              <p:nvPr/>
            </p:nvSpPr>
            <p:spPr bwMode="auto">
              <a:xfrm>
                <a:off x="3909" y="1418"/>
                <a:ext cx="5"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2"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9" name="Freeform 112"/>
              <p:cNvSpPr/>
              <p:nvPr/>
            </p:nvSpPr>
            <p:spPr bwMode="auto">
              <a:xfrm>
                <a:off x="3912" y="1416"/>
                <a:ext cx="4"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0" name="Freeform 113"/>
              <p:cNvSpPr/>
              <p:nvPr/>
            </p:nvSpPr>
            <p:spPr bwMode="auto">
              <a:xfrm>
                <a:off x="4472" y="1804"/>
                <a:ext cx="233" cy="133"/>
              </a:xfrm>
              <a:custGeom>
                <a:avLst/>
                <a:gdLst>
                  <a:gd name="T0" fmla="*/ 86 w 110"/>
                  <a:gd name="T1" fmla="*/ 5 h 63"/>
                  <a:gd name="T2" fmla="*/ 79 w 110"/>
                  <a:gd name="T3" fmla="*/ 7 h 63"/>
                  <a:gd name="T4" fmla="*/ 58 w 110"/>
                  <a:gd name="T5" fmla="*/ 24 h 63"/>
                  <a:gd name="T6" fmla="*/ 50 w 110"/>
                  <a:gd name="T7" fmla="*/ 26 h 63"/>
                  <a:gd name="T8" fmla="*/ 44 w 110"/>
                  <a:gd name="T9" fmla="*/ 26 h 63"/>
                  <a:gd name="T10" fmla="*/ 34 w 110"/>
                  <a:gd name="T11" fmla="*/ 31 h 63"/>
                  <a:gd name="T12" fmla="*/ 28 w 110"/>
                  <a:gd name="T13" fmla="*/ 33 h 63"/>
                  <a:gd name="T14" fmla="*/ 17 w 110"/>
                  <a:gd name="T15" fmla="*/ 38 h 63"/>
                  <a:gd name="T16" fmla="*/ 13 w 110"/>
                  <a:gd name="T17" fmla="*/ 45 h 63"/>
                  <a:gd name="T18" fmla="*/ 5 w 110"/>
                  <a:gd name="T19" fmla="*/ 47 h 63"/>
                  <a:gd name="T20" fmla="*/ 1 w 110"/>
                  <a:gd name="T21" fmla="*/ 50 h 63"/>
                  <a:gd name="T22" fmla="*/ 3 w 110"/>
                  <a:gd name="T23" fmla="*/ 55 h 63"/>
                  <a:gd name="T24" fmla="*/ 3 w 110"/>
                  <a:gd name="T25" fmla="*/ 56 h 63"/>
                  <a:gd name="T26" fmla="*/ 5 w 110"/>
                  <a:gd name="T27" fmla="*/ 55 h 63"/>
                  <a:gd name="T28" fmla="*/ 9 w 110"/>
                  <a:gd name="T29" fmla="*/ 56 h 63"/>
                  <a:gd name="T30" fmla="*/ 12 w 110"/>
                  <a:gd name="T31" fmla="*/ 58 h 63"/>
                  <a:gd name="T32" fmla="*/ 12 w 110"/>
                  <a:gd name="T33" fmla="*/ 51 h 63"/>
                  <a:gd name="T34" fmla="*/ 15 w 110"/>
                  <a:gd name="T35" fmla="*/ 57 h 63"/>
                  <a:gd name="T36" fmla="*/ 18 w 110"/>
                  <a:gd name="T37" fmla="*/ 61 h 63"/>
                  <a:gd name="T38" fmla="*/ 16 w 110"/>
                  <a:gd name="T39" fmla="*/ 54 h 63"/>
                  <a:gd name="T40" fmla="*/ 19 w 110"/>
                  <a:gd name="T41" fmla="*/ 59 h 63"/>
                  <a:gd name="T42" fmla="*/ 21 w 110"/>
                  <a:gd name="T43" fmla="*/ 60 h 63"/>
                  <a:gd name="T44" fmla="*/ 22 w 110"/>
                  <a:gd name="T45" fmla="*/ 60 h 63"/>
                  <a:gd name="T46" fmla="*/ 23 w 110"/>
                  <a:gd name="T47" fmla="*/ 60 h 63"/>
                  <a:gd name="T48" fmla="*/ 23 w 110"/>
                  <a:gd name="T49" fmla="*/ 55 h 63"/>
                  <a:gd name="T50" fmla="*/ 26 w 110"/>
                  <a:gd name="T51" fmla="*/ 58 h 63"/>
                  <a:gd name="T52" fmla="*/ 26 w 110"/>
                  <a:gd name="T53" fmla="*/ 54 h 63"/>
                  <a:gd name="T54" fmla="*/ 27 w 110"/>
                  <a:gd name="T55" fmla="*/ 54 h 63"/>
                  <a:gd name="T56" fmla="*/ 29 w 110"/>
                  <a:gd name="T57" fmla="*/ 54 h 63"/>
                  <a:gd name="T58" fmla="*/ 34 w 110"/>
                  <a:gd name="T59" fmla="*/ 51 h 63"/>
                  <a:gd name="T60" fmla="*/ 36 w 110"/>
                  <a:gd name="T61" fmla="*/ 51 h 63"/>
                  <a:gd name="T62" fmla="*/ 40 w 110"/>
                  <a:gd name="T63" fmla="*/ 49 h 63"/>
                  <a:gd name="T64" fmla="*/ 44 w 110"/>
                  <a:gd name="T65" fmla="*/ 47 h 63"/>
                  <a:gd name="T66" fmla="*/ 45 w 110"/>
                  <a:gd name="T67" fmla="*/ 45 h 63"/>
                  <a:gd name="T68" fmla="*/ 46 w 110"/>
                  <a:gd name="T69" fmla="*/ 45 h 63"/>
                  <a:gd name="T70" fmla="*/ 46 w 110"/>
                  <a:gd name="T71" fmla="*/ 42 h 63"/>
                  <a:gd name="T72" fmla="*/ 49 w 110"/>
                  <a:gd name="T73" fmla="*/ 42 h 63"/>
                  <a:gd name="T74" fmla="*/ 53 w 110"/>
                  <a:gd name="T75" fmla="*/ 42 h 63"/>
                  <a:gd name="T76" fmla="*/ 55 w 110"/>
                  <a:gd name="T77" fmla="*/ 39 h 63"/>
                  <a:gd name="T78" fmla="*/ 60 w 110"/>
                  <a:gd name="T79" fmla="*/ 39 h 63"/>
                  <a:gd name="T80" fmla="*/ 61 w 110"/>
                  <a:gd name="T81" fmla="*/ 38 h 63"/>
                  <a:gd name="T82" fmla="*/ 62 w 110"/>
                  <a:gd name="T83" fmla="*/ 38 h 63"/>
                  <a:gd name="T84" fmla="*/ 64 w 110"/>
                  <a:gd name="T85" fmla="*/ 40 h 63"/>
                  <a:gd name="T86" fmla="*/ 66 w 110"/>
                  <a:gd name="T87" fmla="*/ 35 h 63"/>
                  <a:gd name="T88" fmla="*/ 68 w 110"/>
                  <a:gd name="T89" fmla="*/ 30 h 63"/>
                  <a:gd name="T90" fmla="*/ 71 w 110"/>
                  <a:gd name="T91" fmla="*/ 31 h 63"/>
                  <a:gd name="T92" fmla="*/ 72 w 110"/>
                  <a:gd name="T93" fmla="*/ 26 h 63"/>
                  <a:gd name="T94" fmla="*/ 76 w 110"/>
                  <a:gd name="T95" fmla="*/ 26 h 63"/>
                  <a:gd name="T96" fmla="*/ 79 w 110"/>
                  <a:gd name="T97" fmla="*/ 24 h 63"/>
                  <a:gd name="T98" fmla="*/ 82 w 110"/>
                  <a:gd name="T99" fmla="*/ 23 h 63"/>
                  <a:gd name="T100" fmla="*/ 88 w 110"/>
                  <a:gd name="T101" fmla="*/ 20 h 63"/>
                  <a:gd name="T102" fmla="*/ 91 w 110"/>
                  <a:gd name="T103" fmla="*/ 16 h 63"/>
                  <a:gd name="T104" fmla="*/ 97 w 110"/>
                  <a:gd name="T105" fmla="*/ 13 h 63"/>
                  <a:gd name="T106" fmla="*/ 105 w 110"/>
                  <a:gd name="T107" fmla="*/ 1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 h="63">
                    <a:moveTo>
                      <a:pt x="108" y="1"/>
                    </a:moveTo>
                    <a:cubicBezTo>
                      <a:pt x="106" y="4"/>
                      <a:pt x="103" y="2"/>
                      <a:pt x="100" y="0"/>
                    </a:cubicBezTo>
                    <a:cubicBezTo>
                      <a:pt x="99" y="1"/>
                      <a:pt x="98" y="2"/>
                      <a:pt x="97" y="1"/>
                    </a:cubicBezTo>
                    <a:cubicBezTo>
                      <a:pt x="94" y="3"/>
                      <a:pt x="88" y="0"/>
                      <a:pt x="85" y="3"/>
                    </a:cubicBezTo>
                    <a:cubicBezTo>
                      <a:pt x="86" y="4"/>
                      <a:pt x="86" y="5"/>
                      <a:pt x="86" y="5"/>
                    </a:cubicBezTo>
                    <a:cubicBezTo>
                      <a:pt x="86" y="5"/>
                      <a:pt x="86" y="5"/>
                      <a:pt x="86" y="5"/>
                    </a:cubicBezTo>
                    <a:cubicBezTo>
                      <a:pt x="86" y="6"/>
                      <a:pt x="86" y="6"/>
                      <a:pt x="86" y="6"/>
                    </a:cubicBezTo>
                    <a:cubicBezTo>
                      <a:pt x="86" y="7"/>
                      <a:pt x="85" y="5"/>
                      <a:pt x="85" y="5"/>
                    </a:cubicBezTo>
                    <a:cubicBezTo>
                      <a:pt x="84" y="5"/>
                      <a:pt x="83" y="6"/>
                      <a:pt x="82" y="6"/>
                    </a:cubicBezTo>
                    <a:cubicBezTo>
                      <a:pt x="82" y="8"/>
                      <a:pt x="81" y="7"/>
                      <a:pt x="82" y="9"/>
                    </a:cubicBezTo>
                    <a:cubicBezTo>
                      <a:pt x="81" y="8"/>
                      <a:pt x="81" y="8"/>
                      <a:pt x="81" y="8"/>
                    </a:cubicBezTo>
                    <a:cubicBezTo>
                      <a:pt x="81" y="10"/>
                      <a:pt x="81" y="10"/>
                      <a:pt x="79" y="7"/>
                    </a:cubicBezTo>
                    <a:cubicBezTo>
                      <a:pt x="75" y="7"/>
                      <a:pt x="72" y="10"/>
                      <a:pt x="68" y="11"/>
                    </a:cubicBezTo>
                    <a:cubicBezTo>
                      <a:pt x="65" y="13"/>
                      <a:pt x="63" y="16"/>
                      <a:pt x="60" y="19"/>
                    </a:cubicBezTo>
                    <a:cubicBezTo>
                      <a:pt x="60" y="22"/>
                      <a:pt x="59" y="21"/>
                      <a:pt x="60" y="24"/>
                    </a:cubicBezTo>
                    <a:cubicBezTo>
                      <a:pt x="59" y="23"/>
                      <a:pt x="59" y="23"/>
                      <a:pt x="59" y="23"/>
                    </a:cubicBezTo>
                    <a:cubicBezTo>
                      <a:pt x="59" y="24"/>
                      <a:pt x="59" y="23"/>
                      <a:pt x="57" y="22"/>
                    </a:cubicBezTo>
                    <a:cubicBezTo>
                      <a:pt x="58" y="23"/>
                      <a:pt x="57" y="22"/>
                      <a:pt x="58" y="24"/>
                    </a:cubicBezTo>
                    <a:cubicBezTo>
                      <a:pt x="59" y="26"/>
                      <a:pt x="57" y="22"/>
                      <a:pt x="57" y="23"/>
                    </a:cubicBezTo>
                    <a:cubicBezTo>
                      <a:pt x="56" y="22"/>
                      <a:pt x="57" y="24"/>
                      <a:pt x="57" y="23"/>
                    </a:cubicBezTo>
                    <a:cubicBezTo>
                      <a:pt x="57" y="26"/>
                      <a:pt x="56" y="22"/>
                      <a:pt x="55" y="21"/>
                    </a:cubicBezTo>
                    <a:cubicBezTo>
                      <a:pt x="53" y="22"/>
                      <a:pt x="53" y="25"/>
                      <a:pt x="51" y="25"/>
                    </a:cubicBezTo>
                    <a:cubicBezTo>
                      <a:pt x="51" y="24"/>
                      <a:pt x="51" y="26"/>
                      <a:pt x="51" y="26"/>
                    </a:cubicBezTo>
                    <a:cubicBezTo>
                      <a:pt x="50" y="23"/>
                      <a:pt x="51" y="27"/>
                      <a:pt x="50" y="26"/>
                    </a:cubicBezTo>
                    <a:cubicBezTo>
                      <a:pt x="50" y="25"/>
                      <a:pt x="50" y="25"/>
                      <a:pt x="50" y="25"/>
                    </a:cubicBezTo>
                    <a:cubicBezTo>
                      <a:pt x="49" y="24"/>
                      <a:pt x="49" y="26"/>
                      <a:pt x="48" y="25"/>
                    </a:cubicBezTo>
                    <a:cubicBezTo>
                      <a:pt x="48" y="26"/>
                      <a:pt x="46" y="24"/>
                      <a:pt x="46" y="26"/>
                    </a:cubicBezTo>
                    <a:cubicBezTo>
                      <a:pt x="46" y="24"/>
                      <a:pt x="46" y="25"/>
                      <a:pt x="45" y="24"/>
                    </a:cubicBezTo>
                    <a:cubicBezTo>
                      <a:pt x="46" y="28"/>
                      <a:pt x="44" y="24"/>
                      <a:pt x="44" y="26"/>
                    </a:cubicBezTo>
                    <a:cubicBezTo>
                      <a:pt x="44" y="26"/>
                      <a:pt x="44" y="26"/>
                      <a:pt x="44" y="26"/>
                    </a:cubicBezTo>
                    <a:cubicBezTo>
                      <a:pt x="42" y="26"/>
                      <a:pt x="40" y="26"/>
                      <a:pt x="39" y="29"/>
                    </a:cubicBezTo>
                    <a:cubicBezTo>
                      <a:pt x="39" y="29"/>
                      <a:pt x="36" y="27"/>
                      <a:pt x="36" y="29"/>
                    </a:cubicBezTo>
                    <a:cubicBezTo>
                      <a:pt x="36" y="30"/>
                      <a:pt x="36" y="30"/>
                      <a:pt x="36" y="30"/>
                    </a:cubicBezTo>
                    <a:cubicBezTo>
                      <a:pt x="36" y="30"/>
                      <a:pt x="36" y="29"/>
                      <a:pt x="36" y="29"/>
                    </a:cubicBezTo>
                    <a:cubicBezTo>
                      <a:pt x="36" y="30"/>
                      <a:pt x="34" y="29"/>
                      <a:pt x="34" y="29"/>
                    </a:cubicBezTo>
                    <a:cubicBezTo>
                      <a:pt x="34" y="30"/>
                      <a:pt x="34" y="30"/>
                      <a:pt x="34" y="31"/>
                    </a:cubicBezTo>
                    <a:cubicBezTo>
                      <a:pt x="32" y="29"/>
                      <a:pt x="33" y="33"/>
                      <a:pt x="31" y="31"/>
                    </a:cubicBezTo>
                    <a:cubicBezTo>
                      <a:pt x="32" y="34"/>
                      <a:pt x="32" y="33"/>
                      <a:pt x="32" y="34"/>
                    </a:cubicBezTo>
                    <a:cubicBezTo>
                      <a:pt x="32" y="33"/>
                      <a:pt x="31" y="33"/>
                      <a:pt x="31" y="32"/>
                    </a:cubicBezTo>
                    <a:cubicBezTo>
                      <a:pt x="31" y="32"/>
                      <a:pt x="30" y="33"/>
                      <a:pt x="30" y="32"/>
                    </a:cubicBezTo>
                    <a:cubicBezTo>
                      <a:pt x="29" y="32"/>
                      <a:pt x="30" y="34"/>
                      <a:pt x="29" y="34"/>
                    </a:cubicBezTo>
                    <a:cubicBezTo>
                      <a:pt x="28" y="32"/>
                      <a:pt x="28" y="34"/>
                      <a:pt x="28" y="33"/>
                    </a:cubicBezTo>
                    <a:cubicBezTo>
                      <a:pt x="28" y="35"/>
                      <a:pt x="28" y="37"/>
                      <a:pt x="28" y="36"/>
                    </a:cubicBezTo>
                    <a:cubicBezTo>
                      <a:pt x="27" y="33"/>
                      <a:pt x="27" y="33"/>
                      <a:pt x="27" y="33"/>
                    </a:cubicBezTo>
                    <a:cubicBezTo>
                      <a:pt x="26" y="35"/>
                      <a:pt x="24" y="32"/>
                      <a:pt x="23" y="36"/>
                    </a:cubicBezTo>
                    <a:cubicBezTo>
                      <a:pt x="23" y="35"/>
                      <a:pt x="23" y="35"/>
                      <a:pt x="23" y="35"/>
                    </a:cubicBezTo>
                    <a:cubicBezTo>
                      <a:pt x="22" y="37"/>
                      <a:pt x="20" y="36"/>
                      <a:pt x="19" y="39"/>
                    </a:cubicBezTo>
                    <a:cubicBezTo>
                      <a:pt x="18" y="38"/>
                      <a:pt x="18" y="38"/>
                      <a:pt x="17" y="38"/>
                    </a:cubicBezTo>
                    <a:cubicBezTo>
                      <a:pt x="17" y="40"/>
                      <a:pt x="17" y="40"/>
                      <a:pt x="17" y="42"/>
                    </a:cubicBezTo>
                    <a:cubicBezTo>
                      <a:pt x="17" y="42"/>
                      <a:pt x="16" y="41"/>
                      <a:pt x="16" y="40"/>
                    </a:cubicBezTo>
                    <a:cubicBezTo>
                      <a:pt x="15" y="40"/>
                      <a:pt x="14" y="38"/>
                      <a:pt x="14" y="41"/>
                    </a:cubicBezTo>
                    <a:cubicBezTo>
                      <a:pt x="14" y="39"/>
                      <a:pt x="14" y="39"/>
                      <a:pt x="14" y="39"/>
                    </a:cubicBezTo>
                    <a:cubicBezTo>
                      <a:pt x="14" y="41"/>
                      <a:pt x="13" y="43"/>
                      <a:pt x="12" y="42"/>
                    </a:cubicBezTo>
                    <a:cubicBezTo>
                      <a:pt x="13" y="43"/>
                      <a:pt x="12" y="44"/>
                      <a:pt x="13" y="45"/>
                    </a:cubicBezTo>
                    <a:cubicBezTo>
                      <a:pt x="13" y="45"/>
                      <a:pt x="12" y="43"/>
                      <a:pt x="12" y="44"/>
                    </a:cubicBezTo>
                    <a:cubicBezTo>
                      <a:pt x="12" y="42"/>
                      <a:pt x="12" y="42"/>
                      <a:pt x="12" y="42"/>
                    </a:cubicBezTo>
                    <a:cubicBezTo>
                      <a:pt x="10" y="43"/>
                      <a:pt x="9" y="44"/>
                      <a:pt x="8" y="46"/>
                    </a:cubicBezTo>
                    <a:cubicBezTo>
                      <a:pt x="7" y="44"/>
                      <a:pt x="7" y="46"/>
                      <a:pt x="6" y="45"/>
                    </a:cubicBezTo>
                    <a:cubicBezTo>
                      <a:pt x="6" y="47"/>
                      <a:pt x="4" y="46"/>
                      <a:pt x="6" y="48"/>
                    </a:cubicBezTo>
                    <a:cubicBezTo>
                      <a:pt x="5" y="47"/>
                      <a:pt x="5" y="47"/>
                      <a:pt x="5" y="47"/>
                    </a:cubicBezTo>
                    <a:cubicBezTo>
                      <a:pt x="4" y="47"/>
                      <a:pt x="4" y="48"/>
                      <a:pt x="2" y="48"/>
                    </a:cubicBezTo>
                    <a:cubicBezTo>
                      <a:pt x="2" y="48"/>
                      <a:pt x="3" y="50"/>
                      <a:pt x="3" y="51"/>
                    </a:cubicBezTo>
                    <a:cubicBezTo>
                      <a:pt x="2" y="50"/>
                      <a:pt x="2" y="50"/>
                      <a:pt x="2" y="50"/>
                    </a:cubicBezTo>
                    <a:cubicBezTo>
                      <a:pt x="2" y="51"/>
                      <a:pt x="4" y="52"/>
                      <a:pt x="5" y="53"/>
                    </a:cubicBezTo>
                    <a:cubicBezTo>
                      <a:pt x="4" y="53"/>
                      <a:pt x="4" y="54"/>
                      <a:pt x="4" y="53"/>
                    </a:cubicBezTo>
                    <a:cubicBezTo>
                      <a:pt x="3" y="52"/>
                      <a:pt x="2" y="51"/>
                      <a:pt x="1" y="50"/>
                    </a:cubicBezTo>
                    <a:cubicBezTo>
                      <a:pt x="0" y="50"/>
                      <a:pt x="2" y="53"/>
                      <a:pt x="1" y="51"/>
                    </a:cubicBezTo>
                    <a:cubicBezTo>
                      <a:pt x="0" y="51"/>
                      <a:pt x="0" y="52"/>
                      <a:pt x="1" y="53"/>
                    </a:cubicBezTo>
                    <a:cubicBezTo>
                      <a:pt x="1" y="53"/>
                      <a:pt x="0" y="53"/>
                      <a:pt x="0" y="52"/>
                    </a:cubicBezTo>
                    <a:cubicBezTo>
                      <a:pt x="0" y="52"/>
                      <a:pt x="0" y="53"/>
                      <a:pt x="0" y="53"/>
                    </a:cubicBezTo>
                    <a:cubicBezTo>
                      <a:pt x="0" y="53"/>
                      <a:pt x="0" y="53"/>
                      <a:pt x="0" y="53"/>
                    </a:cubicBezTo>
                    <a:cubicBezTo>
                      <a:pt x="1" y="54"/>
                      <a:pt x="1" y="54"/>
                      <a:pt x="3" y="55"/>
                    </a:cubicBezTo>
                    <a:cubicBezTo>
                      <a:pt x="3" y="55"/>
                      <a:pt x="2" y="55"/>
                      <a:pt x="3" y="55"/>
                    </a:cubicBezTo>
                    <a:cubicBezTo>
                      <a:pt x="4" y="56"/>
                      <a:pt x="4" y="56"/>
                      <a:pt x="3" y="56"/>
                    </a:cubicBezTo>
                    <a:cubicBezTo>
                      <a:pt x="1" y="55"/>
                      <a:pt x="1" y="54"/>
                      <a:pt x="0" y="54"/>
                    </a:cubicBezTo>
                    <a:cubicBezTo>
                      <a:pt x="2" y="56"/>
                      <a:pt x="2" y="56"/>
                      <a:pt x="2" y="56"/>
                    </a:cubicBezTo>
                    <a:cubicBezTo>
                      <a:pt x="2" y="56"/>
                      <a:pt x="3" y="56"/>
                      <a:pt x="4" y="57"/>
                    </a:cubicBezTo>
                    <a:cubicBezTo>
                      <a:pt x="3" y="56"/>
                      <a:pt x="3" y="56"/>
                      <a:pt x="3" y="56"/>
                    </a:cubicBezTo>
                    <a:cubicBezTo>
                      <a:pt x="4" y="57"/>
                      <a:pt x="4" y="57"/>
                      <a:pt x="4" y="57"/>
                    </a:cubicBezTo>
                    <a:cubicBezTo>
                      <a:pt x="4" y="56"/>
                      <a:pt x="6" y="57"/>
                      <a:pt x="5" y="56"/>
                    </a:cubicBezTo>
                    <a:cubicBezTo>
                      <a:pt x="4" y="55"/>
                      <a:pt x="4" y="55"/>
                      <a:pt x="4" y="55"/>
                    </a:cubicBezTo>
                    <a:cubicBezTo>
                      <a:pt x="4" y="55"/>
                      <a:pt x="3" y="53"/>
                      <a:pt x="4" y="54"/>
                    </a:cubicBezTo>
                    <a:cubicBezTo>
                      <a:pt x="6" y="56"/>
                      <a:pt x="6" y="56"/>
                      <a:pt x="6" y="56"/>
                    </a:cubicBezTo>
                    <a:cubicBezTo>
                      <a:pt x="6" y="56"/>
                      <a:pt x="5" y="55"/>
                      <a:pt x="5" y="55"/>
                    </a:cubicBezTo>
                    <a:cubicBezTo>
                      <a:pt x="7" y="57"/>
                      <a:pt x="7" y="57"/>
                      <a:pt x="7" y="57"/>
                    </a:cubicBezTo>
                    <a:cubicBezTo>
                      <a:pt x="5" y="55"/>
                      <a:pt x="7" y="56"/>
                      <a:pt x="7" y="55"/>
                    </a:cubicBezTo>
                    <a:cubicBezTo>
                      <a:pt x="7" y="56"/>
                      <a:pt x="7" y="56"/>
                      <a:pt x="7" y="56"/>
                    </a:cubicBezTo>
                    <a:cubicBezTo>
                      <a:pt x="8" y="56"/>
                      <a:pt x="6" y="55"/>
                      <a:pt x="6" y="54"/>
                    </a:cubicBezTo>
                    <a:cubicBezTo>
                      <a:pt x="6" y="55"/>
                      <a:pt x="8" y="56"/>
                      <a:pt x="9" y="57"/>
                    </a:cubicBezTo>
                    <a:cubicBezTo>
                      <a:pt x="9" y="57"/>
                      <a:pt x="8" y="55"/>
                      <a:pt x="9" y="56"/>
                    </a:cubicBezTo>
                    <a:cubicBezTo>
                      <a:pt x="9" y="56"/>
                      <a:pt x="9" y="55"/>
                      <a:pt x="9" y="53"/>
                    </a:cubicBezTo>
                    <a:cubicBezTo>
                      <a:pt x="9" y="53"/>
                      <a:pt x="10" y="56"/>
                      <a:pt x="10" y="55"/>
                    </a:cubicBezTo>
                    <a:cubicBezTo>
                      <a:pt x="11" y="56"/>
                      <a:pt x="12" y="58"/>
                      <a:pt x="12" y="59"/>
                    </a:cubicBezTo>
                    <a:cubicBezTo>
                      <a:pt x="13" y="59"/>
                      <a:pt x="14" y="60"/>
                      <a:pt x="13" y="60"/>
                    </a:cubicBezTo>
                    <a:cubicBezTo>
                      <a:pt x="13" y="60"/>
                      <a:pt x="14" y="61"/>
                      <a:pt x="14" y="61"/>
                    </a:cubicBezTo>
                    <a:cubicBezTo>
                      <a:pt x="14" y="60"/>
                      <a:pt x="12" y="58"/>
                      <a:pt x="12" y="58"/>
                    </a:cubicBezTo>
                    <a:cubicBezTo>
                      <a:pt x="11" y="56"/>
                      <a:pt x="12" y="57"/>
                      <a:pt x="11" y="55"/>
                    </a:cubicBezTo>
                    <a:cubicBezTo>
                      <a:pt x="11" y="55"/>
                      <a:pt x="12" y="55"/>
                      <a:pt x="12" y="55"/>
                    </a:cubicBezTo>
                    <a:cubicBezTo>
                      <a:pt x="12" y="55"/>
                      <a:pt x="13" y="56"/>
                      <a:pt x="14" y="57"/>
                    </a:cubicBezTo>
                    <a:cubicBezTo>
                      <a:pt x="13" y="56"/>
                      <a:pt x="13" y="55"/>
                      <a:pt x="14" y="55"/>
                    </a:cubicBezTo>
                    <a:cubicBezTo>
                      <a:pt x="13" y="53"/>
                      <a:pt x="13" y="53"/>
                      <a:pt x="12" y="52"/>
                    </a:cubicBezTo>
                    <a:cubicBezTo>
                      <a:pt x="12" y="51"/>
                      <a:pt x="12" y="51"/>
                      <a:pt x="12" y="51"/>
                    </a:cubicBezTo>
                    <a:cubicBezTo>
                      <a:pt x="13" y="52"/>
                      <a:pt x="14" y="55"/>
                      <a:pt x="14" y="55"/>
                    </a:cubicBezTo>
                    <a:cubicBezTo>
                      <a:pt x="15" y="57"/>
                      <a:pt x="14" y="55"/>
                      <a:pt x="15" y="57"/>
                    </a:cubicBezTo>
                    <a:cubicBezTo>
                      <a:pt x="16" y="59"/>
                      <a:pt x="15" y="60"/>
                      <a:pt x="14" y="58"/>
                    </a:cubicBezTo>
                    <a:cubicBezTo>
                      <a:pt x="15" y="61"/>
                      <a:pt x="15" y="59"/>
                      <a:pt x="16" y="61"/>
                    </a:cubicBezTo>
                    <a:cubicBezTo>
                      <a:pt x="16" y="61"/>
                      <a:pt x="15" y="59"/>
                      <a:pt x="16" y="59"/>
                    </a:cubicBezTo>
                    <a:cubicBezTo>
                      <a:pt x="15" y="58"/>
                      <a:pt x="15" y="58"/>
                      <a:pt x="15" y="57"/>
                    </a:cubicBezTo>
                    <a:cubicBezTo>
                      <a:pt x="14" y="54"/>
                      <a:pt x="16" y="58"/>
                      <a:pt x="16" y="58"/>
                    </a:cubicBezTo>
                    <a:cubicBezTo>
                      <a:pt x="16" y="59"/>
                      <a:pt x="16" y="59"/>
                      <a:pt x="16" y="59"/>
                    </a:cubicBezTo>
                    <a:cubicBezTo>
                      <a:pt x="17" y="60"/>
                      <a:pt x="16" y="58"/>
                      <a:pt x="17" y="58"/>
                    </a:cubicBezTo>
                    <a:cubicBezTo>
                      <a:pt x="18" y="61"/>
                      <a:pt x="16" y="58"/>
                      <a:pt x="17" y="60"/>
                    </a:cubicBezTo>
                    <a:cubicBezTo>
                      <a:pt x="18" y="62"/>
                      <a:pt x="18" y="62"/>
                      <a:pt x="18" y="62"/>
                    </a:cubicBezTo>
                    <a:cubicBezTo>
                      <a:pt x="19" y="63"/>
                      <a:pt x="17" y="60"/>
                      <a:pt x="18" y="61"/>
                    </a:cubicBezTo>
                    <a:cubicBezTo>
                      <a:pt x="18" y="62"/>
                      <a:pt x="18" y="62"/>
                      <a:pt x="18" y="62"/>
                    </a:cubicBezTo>
                    <a:cubicBezTo>
                      <a:pt x="18" y="61"/>
                      <a:pt x="18" y="61"/>
                      <a:pt x="18" y="61"/>
                    </a:cubicBezTo>
                    <a:cubicBezTo>
                      <a:pt x="18" y="60"/>
                      <a:pt x="17" y="58"/>
                      <a:pt x="17" y="58"/>
                    </a:cubicBezTo>
                    <a:cubicBezTo>
                      <a:pt x="16" y="55"/>
                      <a:pt x="17" y="58"/>
                      <a:pt x="17" y="57"/>
                    </a:cubicBezTo>
                    <a:cubicBezTo>
                      <a:pt x="16" y="55"/>
                      <a:pt x="17" y="57"/>
                      <a:pt x="16" y="56"/>
                    </a:cubicBezTo>
                    <a:cubicBezTo>
                      <a:pt x="16" y="54"/>
                      <a:pt x="16" y="54"/>
                      <a:pt x="16" y="54"/>
                    </a:cubicBezTo>
                    <a:cubicBezTo>
                      <a:pt x="16" y="54"/>
                      <a:pt x="17" y="55"/>
                      <a:pt x="17" y="57"/>
                    </a:cubicBezTo>
                    <a:cubicBezTo>
                      <a:pt x="17" y="57"/>
                      <a:pt x="17" y="57"/>
                      <a:pt x="17" y="56"/>
                    </a:cubicBezTo>
                    <a:cubicBezTo>
                      <a:pt x="17" y="58"/>
                      <a:pt x="18" y="60"/>
                      <a:pt x="19" y="61"/>
                    </a:cubicBezTo>
                    <a:cubicBezTo>
                      <a:pt x="19" y="62"/>
                      <a:pt x="18" y="60"/>
                      <a:pt x="18" y="59"/>
                    </a:cubicBezTo>
                    <a:cubicBezTo>
                      <a:pt x="18" y="59"/>
                      <a:pt x="18" y="57"/>
                      <a:pt x="18" y="57"/>
                    </a:cubicBezTo>
                    <a:cubicBezTo>
                      <a:pt x="16" y="52"/>
                      <a:pt x="19" y="60"/>
                      <a:pt x="19" y="59"/>
                    </a:cubicBezTo>
                    <a:cubicBezTo>
                      <a:pt x="18" y="56"/>
                      <a:pt x="18" y="55"/>
                      <a:pt x="17" y="52"/>
                    </a:cubicBezTo>
                    <a:cubicBezTo>
                      <a:pt x="17" y="51"/>
                      <a:pt x="17" y="50"/>
                      <a:pt x="17" y="51"/>
                    </a:cubicBezTo>
                    <a:cubicBezTo>
                      <a:pt x="18" y="53"/>
                      <a:pt x="18" y="52"/>
                      <a:pt x="18" y="54"/>
                    </a:cubicBezTo>
                    <a:cubicBezTo>
                      <a:pt x="18" y="54"/>
                      <a:pt x="18" y="54"/>
                      <a:pt x="18" y="54"/>
                    </a:cubicBezTo>
                    <a:cubicBezTo>
                      <a:pt x="19" y="56"/>
                      <a:pt x="19" y="56"/>
                      <a:pt x="19" y="56"/>
                    </a:cubicBezTo>
                    <a:cubicBezTo>
                      <a:pt x="21" y="60"/>
                      <a:pt x="21" y="60"/>
                      <a:pt x="21" y="60"/>
                    </a:cubicBezTo>
                    <a:cubicBezTo>
                      <a:pt x="21" y="59"/>
                      <a:pt x="20" y="58"/>
                      <a:pt x="20" y="57"/>
                    </a:cubicBezTo>
                    <a:cubicBezTo>
                      <a:pt x="20" y="58"/>
                      <a:pt x="21" y="59"/>
                      <a:pt x="21" y="59"/>
                    </a:cubicBezTo>
                    <a:cubicBezTo>
                      <a:pt x="20" y="59"/>
                      <a:pt x="20" y="56"/>
                      <a:pt x="20" y="56"/>
                    </a:cubicBezTo>
                    <a:cubicBezTo>
                      <a:pt x="20" y="56"/>
                      <a:pt x="21" y="58"/>
                      <a:pt x="21" y="58"/>
                    </a:cubicBezTo>
                    <a:cubicBezTo>
                      <a:pt x="22" y="60"/>
                      <a:pt x="22" y="60"/>
                      <a:pt x="22" y="60"/>
                    </a:cubicBezTo>
                    <a:cubicBezTo>
                      <a:pt x="21" y="58"/>
                      <a:pt x="22" y="61"/>
                      <a:pt x="22" y="60"/>
                    </a:cubicBezTo>
                    <a:cubicBezTo>
                      <a:pt x="22" y="59"/>
                      <a:pt x="21" y="57"/>
                      <a:pt x="21" y="56"/>
                    </a:cubicBezTo>
                    <a:cubicBezTo>
                      <a:pt x="21" y="55"/>
                      <a:pt x="22" y="56"/>
                      <a:pt x="22" y="56"/>
                    </a:cubicBezTo>
                    <a:cubicBezTo>
                      <a:pt x="22" y="57"/>
                      <a:pt x="22" y="57"/>
                      <a:pt x="22" y="57"/>
                    </a:cubicBezTo>
                    <a:cubicBezTo>
                      <a:pt x="22" y="57"/>
                      <a:pt x="23" y="61"/>
                      <a:pt x="23" y="60"/>
                    </a:cubicBezTo>
                    <a:cubicBezTo>
                      <a:pt x="22" y="58"/>
                      <a:pt x="22" y="58"/>
                      <a:pt x="22" y="58"/>
                    </a:cubicBezTo>
                    <a:cubicBezTo>
                      <a:pt x="23" y="58"/>
                      <a:pt x="23" y="59"/>
                      <a:pt x="23" y="60"/>
                    </a:cubicBezTo>
                    <a:cubicBezTo>
                      <a:pt x="23" y="58"/>
                      <a:pt x="23" y="59"/>
                      <a:pt x="23" y="58"/>
                    </a:cubicBezTo>
                    <a:cubicBezTo>
                      <a:pt x="23" y="59"/>
                      <a:pt x="23" y="59"/>
                      <a:pt x="23" y="59"/>
                    </a:cubicBezTo>
                    <a:cubicBezTo>
                      <a:pt x="23" y="58"/>
                      <a:pt x="23" y="56"/>
                      <a:pt x="24" y="58"/>
                    </a:cubicBezTo>
                    <a:cubicBezTo>
                      <a:pt x="23" y="56"/>
                      <a:pt x="23" y="58"/>
                      <a:pt x="23" y="57"/>
                    </a:cubicBezTo>
                    <a:cubicBezTo>
                      <a:pt x="22" y="55"/>
                      <a:pt x="22" y="55"/>
                      <a:pt x="22" y="55"/>
                    </a:cubicBezTo>
                    <a:cubicBezTo>
                      <a:pt x="23" y="58"/>
                      <a:pt x="23" y="55"/>
                      <a:pt x="23" y="55"/>
                    </a:cubicBezTo>
                    <a:cubicBezTo>
                      <a:pt x="24" y="56"/>
                      <a:pt x="24" y="56"/>
                      <a:pt x="24" y="57"/>
                    </a:cubicBezTo>
                    <a:cubicBezTo>
                      <a:pt x="24" y="55"/>
                      <a:pt x="24" y="55"/>
                      <a:pt x="24" y="55"/>
                    </a:cubicBezTo>
                    <a:cubicBezTo>
                      <a:pt x="25" y="59"/>
                      <a:pt x="24" y="54"/>
                      <a:pt x="24" y="55"/>
                    </a:cubicBezTo>
                    <a:cubicBezTo>
                      <a:pt x="25" y="56"/>
                      <a:pt x="25" y="58"/>
                      <a:pt x="25" y="58"/>
                    </a:cubicBezTo>
                    <a:cubicBezTo>
                      <a:pt x="24" y="56"/>
                      <a:pt x="25" y="55"/>
                      <a:pt x="24" y="53"/>
                    </a:cubicBezTo>
                    <a:cubicBezTo>
                      <a:pt x="25" y="54"/>
                      <a:pt x="25" y="56"/>
                      <a:pt x="26" y="58"/>
                    </a:cubicBezTo>
                    <a:cubicBezTo>
                      <a:pt x="25" y="56"/>
                      <a:pt x="26" y="59"/>
                      <a:pt x="26" y="57"/>
                    </a:cubicBezTo>
                    <a:cubicBezTo>
                      <a:pt x="25" y="56"/>
                      <a:pt x="25" y="55"/>
                      <a:pt x="25" y="54"/>
                    </a:cubicBezTo>
                    <a:cubicBezTo>
                      <a:pt x="26" y="54"/>
                      <a:pt x="25" y="55"/>
                      <a:pt x="26" y="56"/>
                    </a:cubicBezTo>
                    <a:cubicBezTo>
                      <a:pt x="26" y="56"/>
                      <a:pt x="26" y="54"/>
                      <a:pt x="25" y="53"/>
                    </a:cubicBezTo>
                    <a:cubicBezTo>
                      <a:pt x="26" y="53"/>
                      <a:pt x="25" y="51"/>
                      <a:pt x="26" y="52"/>
                    </a:cubicBezTo>
                    <a:cubicBezTo>
                      <a:pt x="26" y="54"/>
                      <a:pt x="26" y="53"/>
                      <a:pt x="26" y="54"/>
                    </a:cubicBezTo>
                    <a:cubicBezTo>
                      <a:pt x="27" y="54"/>
                      <a:pt x="25" y="50"/>
                      <a:pt x="26" y="50"/>
                    </a:cubicBezTo>
                    <a:cubicBezTo>
                      <a:pt x="25" y="49"/>
                      <a:pt x="25" y="46"/>
                      <a:pt x="25" y="45"/>
                    </a:cubicBezTo>
                    <a:cubicBezTo>
                      <a:pt x="25" y="45"/>
                      <a:pt x="25" y="46"/>
                      <a:pt x="25" y="48"/>
                    </a:cubicBezTo>
                    <a:cubicBezTo>
                      <a:pt x="25" y="48"/>
                      <a:pt x="25" y="48"/>
                      <a:pt x="25" y="48"/>
                    </a:cubicBezTo>
                    <a:cubicBezTo>
                      <a:pt x="27" y="50"/>
                      <a:pt x="26" y="52"/>
                      <a:pt x="27" y="55"/>
                    </a:cubicBezTo>
                    <a:cubicBezTo>
                      <a:pt x="27" y="54"/>
                      <a:pt x="27" y="54"/>
                      <a:pt x="27" y="54"/>
                    </a:cubicBezTo>
                    <a:cubicBezTo>
                      <a:pt x="28" y="57"/>
                      <a:pt x="28" y="57"/>
                      <a:pt x="28" y="57"/>
                    </a:cubicBezTo>
                    <a:cubicBezTo>
                      <a:pt x="27" y="55"/>
                      <a:pt x="28" y="56"/>
                      <a:pt x="28" y="55"/>
                    </a:cubicBezTo>
                    <a:cubicBezTo>
                      <a:pt x="28" y="54"/>
                      <a:pt x="28" y="56"/>
                      <a:pt x="28" y="55"/>
                    </a:cubicBezTo>
                    <a:cubicBezTo>
                      <a:pt x="28" y="54"/>
                      <a:pt x="27" y="51"/>
                      <a:pt x="28" y="52"/>
                    </a:cubicBezTo>
                    <a:cubicBezTo>
                      <a:pt x="29" y="55"/>
                      <a:pt x="29" y="55"/>
                      <a:pt x="29" y="55"/>
                    </a:cubicBezTo>
                    <a:cubicBezTo>
                      <a:pt x="29" y="56"/>
                      <a:pt x="28" y="53"/>
                      <a:pt x="29" y="54"/>
                    </a:cubicBezTo>
                    <a:cubicBezTo>
                      <a:pt x="29" y="55"/>
                      <a:pt x="29" y="55"/>
                      <a:pt x="29" y="55"/>
                    </a:cubicBezTo>
                    <a:cubicBezTo>
                      <a:pt x="30" y="55"/>
                      <a:pt x="32" y="55"/>
                      <a:pt x="31" y="51"/>
                    </a:cubicBezTo>
                    <a:cubicBezTo>
                      <a:pt x="32" y="52"/>
                      <a:pt x="32" y="52"/>
                      <a:pt x="33" y="53"/>
                    </a:cubicBezTo>
                    <a:cubicBezTo>
                      <a:pt x="33" y="53"/>
                      <a:pt x="33" y="51"/>
                      <a:pt x="33" y="51"/>
                    </a:cubicBezTo>
                    <a:cubicBezTo>
                      <a:pt x="34" y="53"/>
                      <a:pt x="34" y="53"/>
                      <a:pt x="34" y="53"/>
                    </a:cubicBezTo>
                    <a:cubicBezTo>
                      <a:pt x="34" y="54"/>
                      <a:pt x="34" y="52"/>
                      <a:pt x="34" y="51"/>
                    </a:cubicBezTo>
                    <a:cubicBezTo>
                      <a:pt x="35" y="52"/>
                      <a:pt x="35" y="52"/>
                      <a:pt x="35" y="52"/>
                    </a:cubicBezTo>
                    <a:cubicBezTo>
                      <a:pt x="35" y="54"/>
                      <a:pt x="35" y="51"/>
                      <a:pt x="35" y="51"/>
                    </a:cubicBezTo>
                    <a:cubicBezTo>
                      <a:pt x="35" y="52"/>
                      <a:pt x="35" y="52"/>
                      <a:pt x="35" y="52"/>
                    </a:cubicBezTo>
                    <a:cubicBezTo>
                      <a:pt x="35" y="51"/>
                      <a:pt x="35" y="51"/>
                      <a:pt x="35" y="51"/>
                    </a:cubicBezTo>
                    <a:cubicBezTo>
                      <a:pt x="35" y="50"/>
                      <a:pt x="35" y="50"/>
                      <a:pt x="36" y="52"/>
                    </a:cubicBezTo>
                    <a:cubicBezTo>
                      <a:pt x="36" y="51"/>
                      <a:pt x="36" y="51"/>
                      <a:pt x="36" y="51"/>
                    </a:cubicBezTo>
                    <a:cubicBezTo>
                      <a:pt x="37" y="52"/>
                      <a:pt x="37" y="52"/>
                      <a:pt x="38" y="51"/>
                    </a:cubicBezTo>
                    <a:cubicBezTo>
                      <a:pt x="37" y="51"/>
                      <a:pt x="37" y="50"/>
                      <a:pt x="37" y="49"/>
                    </a:cubicBezTo>
                    <a:cubicBezTo>
                      <a:pt x="36" y="46"/>
                      <a:pt x="37" y="49"/>
                      <a:pt x="37" y="47"/>
                    </a:cubicBezTo>
                    <a:cubicBezTo>
                      <a:pt x="37" y="48"/>
                      <a:pt x="38" y="49"/>
                      <a:pt x="38" y="50"/>
                    </a:cubicBezTo>
                    <a:cubicBezTo>
                      <a:pt x="39" y="52"/>
                      <a:pt x="39" y="50"/>
                      <a:pt x="40" y="50"/>
                    </a:cubicBezTo>
                    <a:cubicBezTo>
                      <a:pt x="40" y="49"/>
                      <a:pt x="40" y="49"/>
                      <a:pt x="40" y="49"/>
                    </a:cubicBezTo>
                    <a:cubicBezTo>
                      <a:pt x="42" y="51"/>
                      <a:pt x="41" y="48"/>
                      <a:pt x="42" y="49"/>
                    </a:cubicBezTo>
                    <a:cubicBezTo>
                      <a:pt x="42" y="48"/>
                      <a:pt x="41" y="45"/>
                      <a:pt x="41" y="45"/>
                    </a:cubicBezTo>
                    <a:cubicBezTo>
                      <a:pt x="41" y="43"/>
                      <a:pt x="42" y="47"/>
                      <a:pt x="43" y="48"/>
                    </a:cubicBezTo>
                    <a:cubicBezTo>
                      <a:pt x="43" y="48"/>
                      <a:pt x="43" y="47"/>
                      <a:pt x="43" y="47"/>
                    </a:cubicBezTo>
                    <a:cubicBezTo>
                      <a:pt x="43" y="48"/>
                      <a:pt x="43" y="48"/>
                      <a:pt x="43" y="48"/>
                    </a:cubicBezTo>
                    <a:cubicBezTo>
                      <a:pt x="43" y="47"/>
                      <a:pt x="43" y="46"/>
                      <a:pt x="44" y="47"/>
                    </a:cubicBezTo>
                    <a:cubicBezTo>
                      <a:pt x="44" y="47"/>
                      <a:pt x="44" y="47"/>
                      <a:pt x="44" y="47"/>
                    </a:cubicBezTo>
                    <a:cubicBezTo>
                      <a:pt x="44" y="47"/>
                      <a:pt x="45" y="48"/>
                      <a:pt x="45" y="48"/>
                    </a:cubicBezTo>
                    <a:cubicBezTo>
                      <a:pt x="44" y="46"/>
                      <a:pt x="45" y="47"/>
                      <a:pt x="45" y="45"/>
                    </a:cubicBezTo>
                    <a:cubicBezTo>
                      <a:pt x="45" y="46"/>
                      <a:pt x="45" y="46"/>
                      <a:pt x="45" y="46"/>
                    </a:cubicBezTo>
                    <a:cubicBezTo>
                      <a:pt x="45" y="44"/>
                      <a:pt x="45" y="44"/>
                      <a:pt x="45" y="44"/>
                    </a:cubicBezTo>
                    <a:cubicBezTo>
                      <a:pt x="45" y="45"/>
                      <a:pt x="45" y="45"/>
                      <a:pt x="45" y="45"/>
                    </a:cubicBezTo>
                    <a:cubicBezTo>
                      <a:pt x="46" y="47"/>
                      <a:pt x="46" y="47"/>
                      <a:pt x="46" y="47"/>
                    </a:cubicBezTo>
                    <a:cubicBezTo>
                      <a:pt x="46" y="48"/>
                      <a:pt x="45" y="45"/>
                      <a:pt x="45" y="45"/>
                    </a:cubicBezTo>
                    <a:cubicBezTo>
                      <a:pt x="45" y="43"/>
                      <a:pt x="46" y="45"/>
                      <a:pt x="46" y="45"/>
                    </a:cubicBezTo>
                    <a:cubicBezTo>
                      <a:pt x="46" y="46"/>
                      <a:pt x="46" y="45"/>
                      <a:pt x="46" y="45"/>
                    </a:cubicBezTo>
                    <a:cubicBezTo>
                      <a:pt x="46" y="47"/>
                      <a:pt x="46" y="46"/>
                      <a:pt x="46" y="47"/>
                    </a:cubicBezTo>
                    <a:cubicBezTo>
                      <a:pt x="46" y="47"/>
                      <a:pt x="46" y="45"/>
                      <a:pt x="46" y="45"/>
                    </a:cubicBezTo>
                    <a:cubicBezTo>
                      <a:pt x="46" y="45"/>
                      <a:pt x="47" y="45"/>
                      <a:pt x="47" y="46"/>
                    </a:cubicBezTo>
                    <a:cubicBezTo>
                      <a:pt x="47" y="45"/>
                      <a:pt x="47" y="45"/>
                      <a:pt x="47" y="45"/>
                    </a:cubicBezTo>
                    <a:cubicBezTo>
                      <a:pt x="47" y="44"/>
                      <a:pt x="46" y="44"/>
                      <a:pt x="46" y="43"/>
                    </a:cubicBezTo>
                    <a:cubicBezTo>
                      <a:pt x="46" y="43"/>
                      <a:pt x="46" y="42"/>
                      <a:pt x="46" y="43"/>
                    </a:cubicBezTo>
                    <a:cubicBezTo>
                      <a:pt x="46" y="43"/>
                      <a:pt x="46" y="43"/>
                      <a:pt x="46" y="43"/>
                    </a:cubicBezTo>
                    <a:cubicBezTo>
                      <a:pt x="46" y="43"/>
                      <a:pt x="47" y="43"/>
                      <a:pt x="46" y="42"/>
                    </a:cubicBezTo>
                    <a:cubicBezTo>
                      <a:pt x="47" y="44"/>
                      <a:pt x="47" y="44"/>
                      <a:pt x="47" y="44"/>
                    </a:cubicBezTo>
                    <a:cubicBezTo>
                      <a:pt x="47" y="43"/>
                      <a:pt x="47" y="43"/>
                      <a:pt x="47" y="42"/>
                    </a:cubicBezTo>
                    <a:cubicBezTo>
                      <a:pt x="48" y="44"/>
                      <a:pt x="49" y="46"/>
                      <a:pt x="49" y="46"/>
                    </a:cubicBezTo>
                    <a:cubicBezTo>
                      <a:pt x="49" y="44"/>
                      <a:pt x="49" y="44"/>
                      <a:pt x="49" y="44"/>
                    </a:cubicBezTo>
                    <a:cubicBezTo>
                      <a:pt x="49" y="44"/>
                      <a:pt x="49" y="44"/>
                      <a:pt x="50" y="45"/>
                    </a:cubicBezTo>
                    <a:cubicBezTo>
                      <a:pt x="51" y="46"/>
                      <a:pt x="48" y="40"/>
                      <a:pt x="49" y="42"/>
                    </a:cubicBezTo>
                    <a:cubicBezTo>
                      <a:pt x="50" y="44"/>
                      <a:pt x="50" y="44"/>
                      <a:pt x="51" y="44"/>
                    </a:cubicBezTo>
                    <a:cubicBezTo>
                      <a:pt x="50" y="43"/>
                      <a:pt x="50" y="43"/>
                      <a:pt x="50" y="43"/>
                    </a:cubicBezTo>
                    <a:cubicBezTo>
                      <a:pt x="50" y="42"/>
                      <a:pt x="51" y="45"/>
                      <a:pt x="50" y="43"/>
                    </a:cubicBezTo>
                    <a:cubicBezTo>
                      <a:pt x="50" y="42"/>
                      <a:pt x="50" y="42"/>
                      <a:pt x="50" y="42"/>
                    </a:cubicBezTo>
                    <a:cubicBezTo>
                      <a:pt x="52" y="46"/>
                      <a:pt x="52" y="42"/>
                      <a:pt x="54" y="44"/>
                    </a:cubicBezTo>
                    <a:cubicBezTo>
                      <a:pt x="52" y="42"/>
                      <a:pt x="54" y="43"/>
                      <a:pt x="53" y="42"/>
                    </a:cubicBezTo>
                    <a:cubicBezTo>
                      <a:pt x="54" y="45"/>
                      <a:pt x="54" y="42"/>
                      <a:pt x="54" y="43"/>
                    </a:cubicBezTo>
                    <a:cubicBezTo>
                      <a:pt x="53" y="41"/>
                      <a:pt x="53" y="41"/>
                      <a:pt x="53" y="41"/>
                    </a:cubicBezTo>
                    <a:cubicBezTo>
                      <a:pt x="54" y="42"/>
                      <a:pt x="53" y="37"/>
                      <a:pt x="54" y="40"/>
                    </a:cubicBezTo>
                    <a:cubicBezTo>
                      <a:pt x="55" y="40"/>
                      <a:pt x="55" y="41"/>
                      <a:pt x="55" y="42"/>
                    </a:cubicBezTo>
                    <a:cubicBezTo>
                      <a:pt x="56" y="44"/>
                      <a:pt x="55" y="39"/>
                      <a:pt x="56" y="42"/>
                    </a:cubicBezTo>
                    <a:cubicBezTo>
                      <a:pt x="56" y="41"/>
                      <a:pt x="55" y="40"/>
                      <a:pt x="55" y="39"/>
                    </a:cubicBezTo>
                    <a:cubicBezTo>
                      <a:pt x="56" y="40"/>
                      <a:pt x="57" y="41"/>
                      <a:pt x="57" y="41"/>
                    </a:cubicBezTo>
                    <a:cubicBezTo>
                      <a:pt x="57" y="41"/>
                      <a:pt x="57" y="40"/>
                      <a:pt x="57" y="40"/>
                    </a:cubicBezTo>
                    <a:cubicBezTo>
                      <a:pt x="57" y="41"/>
                      <a:pt x="57" y="41"/>
                      <a:pt x="57" y="42"/>
                    </a:cubicBezTo>
                    <a:cubicBezTo>
                      <a:pt x="58" y="42"/>
                      <a:pt x="58" y="41"/>
                      <a:pt x="58" y="40"/>
                    </a:cubicBezTo>
                    <a:cubicBezTo>
                      <a:pt x="59" y="41"/>
                      <a:pt x="59" y="40"/>
                      <a:pt x="60" y="41"/>
                    </a:cubicBezTo>
                    <a:cubicBezTo>
                      <a:pt x="59" y="39"/>
                      <a:pt x="61" y="42"/>
                      <a:pt x="60" y="39"/>
                    </a:cubicBezTo>
                    <a:cubicBezTo>
                      <a:pt x="60" y="40"/>
                      <a:pt x="60" y="40"/>
                      <a:pt x="60" y="40"/>
                    </a:cubicBezTo>
                    <a:cubicBezTo>
                      <a:pt x="60" y="39"/>
                      <a:pt x="59" y="37"/>
                      <a:pt x="59" y="37"/>
                    </a:cubicBezTo>
                    <a:cubicBezTo>
                      <a:pt x="60" y="39"/>
                      <a:pt x="60" y="39"/>
                      <a:pt x="60" y="39"/>
                    </a:cubicBezTo>
                    <a:cubicBezTo>
                      <a:pt x="61" y="41"/>
                      <a:pt x="61" y="39"/>
                      <a:pt x="61" y="40"/>
                    </a:cubicBezTo>
                    <a:cubicBezTo>
                      <a:pt x="60" y="38"/>
                      <a:pt x="62" y="40"/>
                      <a:pt x="61" y="38"/>
                    </a:cubicBezTo>
                    <a:cubicBezTo>
                      <a:pt x="61" y="38"/>
                      <a:pt x="61" y="38"/>
                      <a:pt x="61" y="38"/>
                    </a:cubicBezTo>
                    <a:cubicBezTo>
                      <a:pt x="61" y="37"/>
                      <a:pt x="60" y="37"/>
                      <a:pt x="61" y="36"/>
                    </a:cubicBezTo>
                    <a:cubicBezTo>
                      <a:pt x="61" y="36"/>
                      <a:pt x="62" y="38"/>
                      <a:pt x="62" y="38"/>
                    </a:cubicBezTo>
                    <a:cubicBezTo>
                      <a:pt x="62" y="39"/>
                      <a:pt x="62" y="38"/>
                      <a:pt x="62" y="38"/>
                    </a:cubicBezTo>
                    <a:cubicBezTo>
                      <a:pt x="62" y="38"/>
                      <a:pt x="62" y="38"/>
                      <a:pt x="62" y="37"/>
                    </a:cubicBezTo>
                    <a:cubicBezTo>
                      <a:pt x="62" y="38"/>
                      <a:pt x="62" y="38"/>
                      <a:pt x="62" y="38"/>
                    </a:cubicBezTo>
                    <a:cubicBezTo>
                      <a:pt x="62" y="38"/>
                      <a:pt x="62" y="38"/>
                      <a:pt x="62" y="38"/>
                    </a:cubicBezTo>
                    <a:cubicBezTo>
                      <a:pt x="62" y="38"/>
                      <a:pt x="62" y="38"/>
                      <a:pt x="62" y="38"/>
                    </a:cubicBezTo>
                    <a:cubicBezTo>
                      <a:pt x="62" y="38"/>
                      <a:pt x="62" y="38"/>
                      <a:pt x="62" y="38"/>
                    </a:cubicBezTo>
                    <a:cubicBezTo>
                      <a:pt x="62" y="38"/>
                      <a:pt x="63" y="38"/>
                      <a:pt x="63" y="38"/>
                    </a:cubicBezTo>
                    <a:cubicBezTo>
                      <a:pt x="63" y="38"/>
                      <a:pt x="63" y="38"/>
                      <a:pt x="63" y="38"/>
                    </a:cubicBezTo>
                    <a:cubicBezTo>
                      <a:pt x="63" y="38"/>
                      <a:pt x="63" y="38"/>
                      <a:pt x="63" y="38"/>
                    </a:cubicBezTo>
                    <a:cubicBezTo>
                      <a:pt x="64" y="40"/>
                      <a:pt x="64" y="40"/>
                      <a:pt x="64" y="40"/>
                    </a:cubicBezTo>
                    <a:cubicBezTo>
                      <a:pt x="64" y="40"/>
                      <a:pt x="64" y="38"/>
                      <a:pt x="63" y="37"/>
                    </a:cubicBezTo>
                    <a:cubicBezTo>
                      <a:pt x="64" y="38"/>
                      <a:pt x="65" y="36"/>
                      <a:pt x="65" y="36"/>
                    </a:cubicBezTo>
                    <a:cubicBezTo>
                      <a:pt x="65" y="36"/>
                      <a:pt x="65" y="37"/>
                      <a:pt x="65" y="36"/>
                    </a:cubicBezTo>
                    <a:cubicBezTo>
                      <a:pt x="65" y="36"/>
                      <a:pt x="65" y="34"/>
                      <a:pt x="65" y="35"/>
                    </a:cubicBezTo>
                    <a:cubicBezTo>
                      <a:pt x="65" y="35"/>
                      <a:pt x="66" y="36"/>
                      <a:pt x="66" y="36"/>
                    </a:cubicBezTo>
                    <a:cubicBezTo>
                      <a:pt x="66" y="37"/>
                      <a:pt x="66" y="35"/>
                      <a:pt x="66" y="35"/>
                    </a:cubicBezTo>
                    <a:cubicBezTo>
                      <a:pt x="67" y="37"/>
                      <a:pt x="66" y="33"/>
                      <a:pt x="67" y="34"/>
                    </a:cubicBezTo>
                    <a:cubicBezTo>
                      <a:pt x="67" y="34"/>
                      <a:pt x="68" y="35"/>
                      <a:pt x="68" y="36"/>
                    </a:cubicBezTo>
                    <a:cubicBezTo>
                      <a:pt x="68" y="35"/>
                      <a:pt x="68" y="34"/>
                      <a:pt x="68" y="32"/>
                    </a:cubicBezTo>
                    <a:cubicBezTo>
                      <a:pt x="68" y="34"/>
                      <a:pt x="68" y="34"/>
                      <a:pt x="68" y="34"/>
                    </a:cubicBezTo>
                    <a:cubicBezTo>
                      <a:pt x="69" y="34"/>
                      <a:pt x="69" y="33"/>
                      <a:pt x="69" y="32"/>
                    </a:cubicBezTo>
                    <a:cubicBezTo>
                      <a:pt x="68" y="31"/>
                      <a:pt x="68" y="30"/>
                      <a:pt x="68" y="30"/>
                    </a:cubicBezTo>
                    <a:cubicBezTo>
                      <a:pt x="68" y="30"/>
                      <a:pt x="68" y="30"/>
                      <a:pt x="68" y="30"/>
                    </a:cubicBezTo>
                    <a:cubicBezTo>
                      <a:pt x="68" y="29"/>
                      <a:pt x="68" y="29"/>
                      <a:pt x="68" y="29"/>
                    </a:cubicBezTo>
                    <a:cubicBezTo>
                      <a:pt x="69" y="30"/>
                      <a:pt x="68" y="30"/>
                      <a:pt x="69" y="30"/>
                    </a:cubicBezTo>
                    <a:cubicBezTo>
                      <a:pt x="70" y="33"/>
                      <a:pt x="70" y="31"/>
                      <a:pt x="70" y="32"/>
                    </a:cubicBezTo>
                    <a:cubicBezTo>
                      <a:pt x="70" y="30"/>
                      <a:pt x="70" y="30"/>
                      <a:pt x="70" y="30"/>
                    </a:cubicBezTo>
                    <a:cubicBezTo>
                      <a:pt x="70" y="29"/>
                      <a:pt x="71" y="31"/>
                      <a:pt x="71" y="31"/>
                    </a:cubicBezTo>
                    <a:cubicBezTo>
                      <a:pt x="69" y="26"/>
                      <a:pt x="69" y="26"/>
                      <a:pt x="69" y="26"/>
                    </a:cubicBezTo>
                    <a:cubicBezTo>
                      <a:pt x="69" y="27"/>
                      <a:pt x="71" y="28"/>
                      <a:pt x="71" y="29"/>
                    </a:cubicBezTo>
                    <a:cubicBezTo>
                      <a:pt x="71" y="29"/>
                      <a:pt x="70" y="26"/>
                      <a:pt x="70" y="24"/>
                    </a:cubicBezTo>
                    <a:cubicBezTo>
                      <a:pt x="70" y="25"/>
                      <a:pt x="70" y="24"/>
                      <a:pt x="70" y="23"/>
                    </a:cubicBezTo>
                    <a:cubicBezTo>
                      <a:pt x="71" y="25"/>
                      <a:pt x="70" y="23"/>
                      <a:pt x="71" y="24"/>
                    </a:cubicBezTo>
                    <a:cubicBezTo>
                      <a:pt x="72" y="26"/>
                      <a:pt x="72" y="26"/>
                      <a:pt x="72" y="26"/>
                    </a:cubicBezTo>
                    <a:cubicBezTo>
                      <a:pt x="71" y="26"/>
                      <a:pt x="73" y="28"/>
                      <a:pt x="73" y="29"/>
                    </a:cubicBezTo>
                    <a:cubicBezTo>
                      <a:pt x="73" y="28"/>
                      <a:pt x="74" y="28"/>
                      <a:pt x="75" y="29"/>
                    </a:cubicBezTo>
                    <a:cubicBezTo>
                      <a:pt x="73" y="26"/>
                      <a:pt x="74" y="27"/>
                      <a:pt x="73" y="25"/>
                    </a:cubicBezTo>
                    <a:cubicBezTo>
                      <a:pt x="74" y="24"/>
                      <a:pt x="74" y="27"/>
                      <a:pt x="75" y="27"/>
                    </a:cubicBezTo>
                    <a:cubicBezTo>
                      <a:pt x="75" y="26"/>
                      <a:pt x="76" y="26"/>
                      <a:pt x="76" y="26"/>
                    </a:cubicBezTo>
                    <a:cubicBezTo>
                      <a:pt x="76" y="26"/>
                      <a:pt x="76" y="26"/>
                      <a:pt x="76" y="26"/>
                    </a:cubicBezTo>
                    <a:cubicBezTo>
                      <a:pt x="76" y="25"/>
                      <a:pt x="77" y="26"/>
                      <a:pt x="77" y="23"/>
                    </a:cubicBezTo>
                    <a:cubicBezTo>
                      <a:pt x="77" y="25"/>
                      <a:pt x="77" y="25"/>
                      <a:pt x="77" y="25"/>
                    </a:cubicBezTo>
                    <a:cubicBezTo>
                      <a:pt x="78" y="25"/>
                      <a:pt x="76" y="22"/>
                      <a:pt x="77" y="23"/>
                    </a:cubicBezTo>
                    <a:cubicBezTo>
                      <a:pt x="78" y="24"/>
                      <a:pt x="78" y="24"/>
                      <a:pt x="78" y="24"/>
                    </a:cubicBezTo>
                    <a:cubicBezTo>
                      <a:pt x="78" y="23"/>
                      <a:pt x="79" y="25"/>
                      <a:pt x="78" y="23"/>
                    </a:cubicBezTo>
                    <a:cubicBezTo>
                      <a:pt x="79" y="24"/>
                      <a:pt x="79" y="24"/>
                      <a:pt x="79" y="24"/>
                    </a:cubicBezTo>
                    <a:cubicBezTo>
                      <a:pt x="79" y="23"/>
                      <a:pt x="79" y="24"/>
                      <a:pt x="79" y="22"/>
                    </a:cubicBezTo>
                    <a:cubicBezTo>
                      <a:pt x="80" y="24"/>
                      <a:pt x="80" y="24"/>
                      <a:pt x="80" y="24"/>
                    </a:cubicBezTo>
                    <a:cubicBezTo>
                      <a:pt x="80" y="25"/>
                      <a:pt x="79" y="22"/>
                      <a:pt x="80" y="22"/>
                    </a:cubicBezTo>
                    <a:cubicBezTo>
                      <a:pt x="80" y="22"/>
                      <a:pt x="81" y="23"/>
                      <a:pt x="81" y="23"/>
                    </a:cubicBezTo>
                    <a:cubicBezTo>
                      <a:pt x="80" y="22"/>
                      <a:pt x="81" y="22"/>
                      <a:pt x="81" y="21"/>
                    </a:cubicBezTo>
                    <a:cubicBezTo>
                      <a:pt x="82" y="23"/>
                      <a:pt x="82" y="23"/>
                      <a:pt x="82" y="23"/>
                    </a:cubicBezTo>
                    <a:cubicBezTo>
                      <a:pt x="84" y="22"/>
                      <a:pt x="86" y="22"/>
                      <a:pt x="86" y="19"/>
                    </a:cubicBezTo>
                    <a:cubicBezTo>
                      <a:pt x="88" y="21"/>
                      <a:pt x="87" y="21"/>
                      <a:pt x="87" y="22"/>
                    </a:cubicBezTo>
                    <a:cubicBezTo>
                      <a:pt x="87" y="20"/>
                      <a:pt x="87" y="22"/>
                      <a:pt x="88" y="21"/>
                    </a:cubicBezTo>
                    <a:cubicBezTo>
                      <a:pt x="88" y="21"/>
                      <a:pt x="88" y="21"/>
                      <a:pt x="88" y="21"/>
                    </a:cubicBezTo>
                    <a:cubicBezTo>
                      <a:pt x="88" y="20"/>
                      <a:pt x="89" y="22"/>
                      <a:pt x="89" y="21"/>
                    </a:cubicBezTo>
                    <a:cubicBezTo>
                      <a:pt x="88" y="20"/>
                      <a:pt x="88" y="20"/>
                      <a:pt x="88" y="20"/>
                    </a:cubicBezTo>
                    <a:cubicBezTo>
                      <a:pt x="88" y="19"/>
                      <a:pt x="90" y="23"/>
                      <a:pt x="89" y="20"/>
                    </a:cubicBezTo>
                    <a:cubicBezTo>
                      <a:pt x="90" y="22"/>
                      <a:pt x="90" y="22"/>
                      <a:pt x="90" y="22"/>
                    </a:cubicBezTo>
                    <a:cubicBezTo>
                      <a:pt x="89" y="19"/>
                      <a:pt x="91" y="22"/>
                      <a:pt x="90" y="20"/>
                    </a:cubicBezTo>
                    <a:cubicBezTo>
                      <a:pt x="90" y="20"/>
                      <a:pt x="90" y="20"/>
                      <a:pt x="90" y="20"/>
                    </a:cubicBezTo>
                    <a:cubicBezTo>
                      <a:pt x="91" y="21"/>
                      <a:pt x="90" y="17"/>
                      <a:pt x="91" y="19"/>
                    </a:cubicBezTo>
                    <a:cubicBezTo>
                      <a:pt x="91" y="19"/>
                      <a:pt x="91" y="18"/>
                      <a:pt x="91" y="16"/>
                    </a:cubicBezTo>
                    <a:cubicBezTo>
                      <a:pt x="92" y="19"/>
                      <a:pt x="92" y="19"/>
                      <a:pt x="92" y="19"/>
                    </a:cubicBezTo>
                    <a:cubicBezTo>
                      <a:pt x="93" y="17"/>
                      <a:pt x="94" y="17"/>
                      <a:pt x="94" y="14"/>
                    </a:cubicBezTo>
                    <a:cubicBezTo>
                      <a:pt x="95" y="15"/>
                      <a:pt x="95" y="15"/>
                      <a:pt x="95" y="15"/>
                    </a:cubicBezTo>
                    <a:cubicBezTo>
                      <a:pt x="95" y="13"/>
                      <a:pt x="97" y="17"/>
                      <a:pt x="96" y="13"/>
                    </a:cubicBezTo>
                    <a:cubicBezTo>
                      <a:pt x="96" y="11"/>
                      <a:pt x="96" y="11"/>
                      <a:pt x="96" y="11"/>
                    </a:cubicBezTo>
                    <a:cubicBezTo>
                      <a:pt x="97" y="13"/>
                      <a:pt x="97" y="13"/>
                      <a:pt x="97" y="13"/>
                    </a:cubicBezTo>
                    <a:cubicBezTo>
                      <a:pt x="97" y="12"/>
                      <a:pt x="98" y="13"/>
                      <a:pt x="97" y="11"/>
                    </a:cubicBezTo>
                    <a:cubicBezTo>
                      <a:pt x="98" y="13"/>
                      <a:pt x="98" y="13"/>
                      <a:pt x="98" y="13"/>
                    </a:cubicBezTo>
                    <a:cubicBezTo>
                      <a:pt x="98" y="13"/>
                      <a:pt x="98" y="10"/>
                      <a:pt x="98" y="11"/>
                    </a:cubicBezTo>
                    <a:cubicBezTo>
                      <a:pt x="98" y="11"/>
                      <a:pt x="98" y="11"/>
                      <a:pt x="98" y="11"/>
                    </a:cubicBezTo>
                    <a:cubicBezTo>
                      <a:pt x="101" y="14"/>
                      <a:pt x="104" y="15"/>
                      <a:pt x="104" y="11"/>
                    </a:cubicBezTo>
                    <a:cubicBezTo>
                      <a:pt x="104" y="10"/>
                      <a:pt x="105" y="13"/>
                      <a:pt x="105" y="13"/>
                    </a:cubicBezTo>
                    <a:cubicBezTo>
                      <a:pt x="106" y="9"/>
                      <a:pt x="109" y="14"/>
                      <a:pt x="109" y="8"/>
                    </a:cubicBezTo>
                    <a:cubicBezTo>
                      <a:pt x="110" y="6"/>
                      <a:pt x="108" y="1"/>
                      <a:pt x="108"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1" name="Freeform 114"/>
              <p:cNvSpPr/>
              <p:nvPr/>
            </p:nvSpPr>
            <p:spPr bwMode="auto">
              <a:xfrm>
                <a:off x="3897" y="1269"/>
                <a:ext cx="6" cy="2"/>
              </a:xfrm>
              <a:custGeom>
                <a:avLst/>
                <a:gdLst>
                  <a:gd name="T0" fmla="*/ 6 w 6"/>
                  <a:gd name="T1" fmla="*/ 0 h 2"/>
                  <a:gd name="T2" fmla="*/ 6 w 6"/>
                  <a:gd name="T3" fmla="*/ 0 h 2"/>
                  <a:gd name="T4" fmla="*/ 0 w 6"/>
                  <a:gd name="T5" fmla="*/ 2 h 2"/>
                  <a:gd name="T6" fmla="*/ 6 w 6"/>
                  <a:gd name="T7" fmla="*/ 0 h 2"/>
                </a:gdLst>
                <a:ahLst/>
                <a:cxnLst>
                  <a:cxn ang="0">
                    <a:pos x="T0" y="T1"/>
                  </a:cxn>
                  <a:cxn ang="0">
                    <a:pos x="T2" y="T3"/>
                  </a:cxn>
                  <a:cxn ang="0">
                    <a:pos x="T4" y="T5"/>
                  </a:cxn>
                  <a:cxn ang="0">
                    <a:pos x="T6" y="T7"/>
                  </a:cxn>
                </a:cxnLst>
                <a:rect l="0" t="0" r="r" b="b"/>
                <a:pathLst>
                  <a:path w="6" h="2">
                    <a:moveTo>
                      <a:pt x="6" y="0"/>
                    </a:moveTo>
                    <a:lnTo>
                      <a:pt x="6" y="0"/>
                    </a:lnTo>
                    <a:lnTo>
                      <a:pt x="0" y="2"/>
                    </a:lnTo>
                    <a:lnTo>
                      <a:pt x="6"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2" name="Freeform 115"/>
              <p:cNvSpPr/>
              <p:nvPr/>
            </p:nvSpPr>
            <p:spPr bwMode="auto">
              <a:xfrm>
                <a:off x="3935" y="1214"/>
                <a:ext cx="78" cy="253"/>
              </a:xfrm>
              <a:custGeom>
                <a:avLst/>
                <a:gdLst>
                  <a:gd name="T0" fmla="*/ 15 w 37"/>
                  <a:gd name="T1" fmla="*/ 54 h 119"/>
                  <a:gd name="T2" fmla="*/ 12 w 37"/>
                  <a:gd name="T3" fmla="*/ 62 h 119"/>
                  <a:gd name="T4" fmla="*/ 8 w 37"/>
                  <a:gd name="T5" fmla="*/ 67 h 119"/>
                  <a:gd name="T6" fmla="*/ 6 w 37"/>
                  <a:gd name="T7" fmla="*/ 78 h 119"/>
                  <a:gd name="T8" fmla="*/ 4 w 37"/>
                  <a:gd name="T9" fmla="*/ 84 h 119"/>
                  <a:gd name="T10" fmla="*/ 2 w 37"/>
                  <a:gd name="T11" fmla="*/ 96 h 119"/>
                  <a:gd name="T12" fmla="*/ 5 w 37"/>
                  <a:gd name="T13" fmla="*/ 103 h 119"/>
                  <a:gd name="T14" fmla="*/ 2 w 37"/>
                  <a:gd name="T15" fmla="*/ 111 h 119"/>
                  <a:gd name="T16" fmla="*/ 2 w 37"/>
                  <a:gd name="T17" fmla="*/ 115 h 119"/>
                  <a:gd name="T18" fmla="*/ 7 w 37"/>
                  <a:gd name="T19" fmla="*/ 117 h 119"/>
                  <a:gd name="T20" fmla="*/ 8 w 37"/>
                  <a:gd name="T21" fmla="*/ 117 h 119"/>
                  <a:gd name="T22" fmla="*/ 9 w 37"/>
                  <a:gd name="T23" fmla="*/ 115 h 119"/>
                  <a:gd name="T24" fmla="*/ 12 w 37"/>
                  <a:gd name="T25" fmla="*/ 113 h 119"/>
                  <a:gd name="T26" fmla="*/ 15 w 37"/>
                  <a:gd name="T27" fmla="*/ 110 h 119"/>
                  <a:gd name="T28" fmla="*/ 17 w 37"/>
                  <a:gd name="T29" fmla="*/ 110 h 119"/>
                  <a:gd name="T30" fmla="*/ 17 w 37"/>
                  <a:gd name="T31" fmla="*/ 108 h 119"/>
                  <a:gd name="T32" fmla="*/ 18 w 37"/>
                  <a:gd name="T33" fmla="*/ 108 h 119"/>
                  <a:gd name="T34" fmla="*/ 21 w 37"/>
                  <a:gd name="T35" fmla="*/ 108 h 119"/>
                  <a:gd name="T36" fmla="*/ 15 w 37"/>
                  <a:gd name="T37" fmla="*/ 104 h 119"/>
                  <a:gd name="T38" fmla="*/ 18 w 37"/>
                  <a:gd name="T39" fmla="*/ 104 h 119"/>
                  <a:gd name="T40" fmla="*/ 20 w 37"/>
                  <a:gd name="T41" fmla="*/ 104 h 119"/>
                  <a:gd name="T42" fmla="*/ 22 w 37"/>
                  <a:gd name="T43" fmla="*/ 102 h 119"/>
                  <a:gd name="T44" fmla="*/ 20 w 37"/>
                  <a:gd name="T45" fmla="*/ 100 h 119"/>
                  <a:gd name="T46" fmla="*/ 22 w 37"/>
                  <a:gd name="T47" fmla="*/ 99 h 119"/>
                  <a:gd name="T48" fmla="*/ 15 w 37"/>
                  <a:gd name="T49" fmla="*/ 95 h 119"/>
                  <a:gd name="T50" fmla="*/ 21 w 37"/>
                  <a:gd name="T51" fmla="*/ 97 h 119"/>
                  <a:gd name="T52" fmla="*/ 24 w 37"/>
                  <a:gd name="T53" fmla="*/ 92 h 119"/>
                  <a:gd name="T54" fmla="*/ 24 w 37"/>
                  <a:gd name="T55" fmla="*/ 89 h 119"/>
                  <a:gd name="T56" fmla="*/ 21 w 37"/>
                  <a:gd name="T57" fmla="*/ 85 h 119"/>
                  <a:gd name="T58" fmla="*/ 26 w 37"/>
                  <a:gd name="T59" fmla="*/ 81 h 119"/>
                  <a:gd name="T60" fmla="*/ 24 w 37"/>
                  <a:gd name="T61" fmla="*/ 78 h 119"/>
                  <a:gd name="T62" fmla="*/ 25 w 37"/>
                  <a:gd name="T63" fmla="*/ 77 h 119"/>
                  <a:gd name="T64" fmla="*/ 23 w 37"/>
                  <a:gd name="T65" fmla="*/ 75 h 119"/>
                  <a:gd name="T66" fmla="*/ 27 w 37"/>
                  <a:gd name="T67" fmla="*/ 75 h 119"/>
                  <a:gd name="T68" fmla="*/ 26 w 37"/>
                  <a:gd name="T69" fmla="*/ 72 h 119"/>
                  <a:gd name="T70" fmla="*/ 25 w 37"/>
                  <a:gd name="T71" fmla="*/ 67 h 119"/>
                  <a:gd name="T72" fmla="*/ 29 w 37"/>
                  <a:gd name="T73" fmla="*/ 65 h 119"/>
                  <a:gd name="T74" fmla="*/ 28 w 37"/>
                  <a:gd name="T75" fmla="*/ 61 h 119"/>
                  <a:gd name="T76" fmla="*/ 29 w 37"/>
                  <a:gd name="T77" fmla="*/ 59 h 119"/>
                  <a:gd name="T78" fmla="*/ 29 w 37"/>
                  <a:gd name="T79" fmla="*/ 59 h 119"/>
                  <a:gd name="T80" fmla="*/ 29 w 37"/>
                  <a:gd name="T81" fmla="*/ 56 h 119"/>
                  <a:gd name="T82" fmla="*/ 27 w 37"/>
                  <a:gd name="T83" fmla="*/ 51 h 119"/>
                  <a:gd name="T84" fmla="*/ 25 w 37"/>
                  <a:gd name="T85" fmla="*/ 49 h 119"/>
                  <a:gd name="T86" fmla="*/ 27 w 37"/>
                  <a:gd name="T87" fmla="*/ 47 h 119"/>
                  <a:gd name="T88" fmla="*/ 29 w 37"/>
                  <a:gd name="T89" fmla="*/ 44 h 119"/>
                  <a:gd name="T90" fmla="*/ 27 w 37"/>
                  <a:gd name="T91" fmla="*/ 39 h 119"/>
                  <a:gd name="T92" fmla="*/ 28 w 37"/>
                  <a:gd name="T93" fmla="*/ 37 h 119"/>
                  <a:gd name="T94" fmla="*/ 31 w 37"/>
                  <a:gd name="T95" fmla="*/ 30 h 119"/>
                  <a:gd name="T96" fmla="*/ 32 w 37"/>
                  <a:gd name="T97" fmla="*/ 27 h 119"/>
                  <a:gd name="T98" fmla="*/ 29 w 37"/>
                  <a:gd name="T99" fmla="*/ 19 h 119"/>
                  <a:gd name="T100" fmla="*/ 30 w 37"/>
                  <a:gd name="T101" fmla="*/ 16 h 119"/>
                  <a:gd name="T102" fmla="*/ 26 w 37"/>
                  <a:gd name="T103" fmla="*/ 0 h 119"/>
                  <a:gd name="T104" fmla="*/ 18 w 37"/>
                  <a:gd name="T105" fmla="*/ 21 h 119"/>
                  <a:gd name="T106" fmla="*/ 11 w 37"/>
                  <a:gd name="T107" fmla="*/ 3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 h="119">
                    <a:moveTo>
                      <a:pt x="11" y="38"/>
                    </a:moveTo>
                    <a:cubicBezTo>
                      <a:pt x="11" y="42"/>
                      <a:pt x="12" y="46"/>
                      <a:pt x="12" y="50"/>
                    </a:cubicBezTo>
                    <a:cubicBezTo>
                      <a:pt x="15" y="51"/>
                      <a:pt x="13" y="52"/>
                      <a:pt x="16" y="53"/>
                    </a:cubicBezTo>
                    <a:cubicBezTo>
                      <a:pt x="15" y="53"/>
                      <a:pt x="15" y="53"/>
                      <a:pt x="15" y="53"/>
                    </a:cubicBezTo>
                    <a:cubicBezTo>
                      <a:pt x="16" y="53"/>
                      <a:pt x="14" y="53"/>
                      <a:pt x="13" y="54"/>
                    </a:cubicBezTo>
                    <a:cubicBezTo>
                      <a:pt x="14" y="54"/>
                      <a:pt x="13" y="54"/>
                      <a:pt x="15" y="54"/>
                    </a:cubicBezTo>
                    <a:cubicBezTo>
                      <a:pt x="17" y="55"/>
                      <a:pt x="12" y="54"/>
                      <a:pt x="13" y="55"/>
                    </a:cubicBezTo>
                    <a:cubicBezTo>
                      <a:pt x="13" y="55"/>
                      <a:pt x="14" y="55"/>
                      <a:pt x="14" y="55"/>
                    </a:cubicBezTo>
                    <a:cubicBezTo>
                      <a:pt x="16" y="56"/>
                      <a:pt x="13" y="55"/>
                      <a:pt x="11" y="55"/>
                    </a:cubicBezTo>
                    <a:cubicBezTo>
                      <a:pt x="11" y="57"/>
                      <a:pt x="13" y="59"/>
                      <a:pt x="11" y="61"/>
                    </a:cubicBezTo>
                    <a:cubicBezTo>
                      <a:pt x="11" y="60"/>
                      <a:pt x="13" y="61"/>
                      <a:pt x="13" y="61"/>
                    </a:cubicBezTo>
                    <a:cubicBezTo>
                      <a:pt x="9" y="60"/>
                      <a:pt x="13" y="62"/>
                      <a:pt x="12" y="62"/>
                    </a:cubicBezTo>
                    <a:cubicBezTo>
                      <a:pt x="11" y="61"/>
                      <a:pt x="11" y="61"/>
                      <a:pt x="11" y="61"/>
                    </a:cubicBezTo>
                    <a:cubicBezTo>
                      <a:pt x="9" y="62"/>
                      <a:pt x="11" y="63"/>
                      <a:pt x="10" y="63"/>
                    </a:cubicBezTo>
                    <a:cubicBezTo>
                      <a:pt x="11" y="64"/>
                      <a:pt x="8" y="64"/>
                      <a:pt x="9" y="65"/>
                    </a:cubicBezTo>
                    <a:cubicBezTo>
                      <a:pt x="8" y="64"/>
                      <a:pt x="8" y="65"/>
                      <a:pt x="8" y="65"/>
                    </a:cubicBezTo>
                    <a:cubicBezTo>
                      <a:pt x="11" y="66"/>
                      <a:pt x="6" y="66"/>
                      <a:pt x="8" y="67"/>
                    </a:cubicBezTo>
                    <a:cubicBezTo>
                      <a:pt x="8" y="67"/>
                      <a:pt x="8" y="67"/>
                      <a:pt x="8" y="67"/>
                    </a:cubicBezTo>
                    <a:cubicBezTo>
                      <a:pt x="8" y="68"/>
                      <a:pt x="6" y="70"/>
                      <a:pt x="8" y="72"/>
                    </a:cubicBezTo>
                    <a:cubicBezTo>
                      <a:pt x="8" y="73"/>
                      <a:pt x="4" y="73"/>
                      <a:pt x="5" y="75"/>
                    </a:cubicBezTo>
                    <a:cubicBezTo>
                      <a:pt x="7" y="76"/>
                      <a:pt x="7" y="76"/>
                      <a:pt x="7" y="76"/>
                    </a:cubicBezTo>
                    <a:cubicBezTo>
                      <a:pt x="7" y="76"/>
                      <a:pt x="6" y="75"/>
                      <a:pt x="5" y="75"/>
                    </a:cubicBezTo>
                    <a:cubicBezTo>
                      <a:pt x="7" y="76"/>
                      <a:pt x="5" y="76"/>
                      <a:pt x="5" y="77"/>
                    </a:cubicBezTo>
                    <a:cubicBezTo>
                      <a:pt x="5" y="77"/>
                      <a:pt x="5" y="78"/>
                      <a:pt x="6" y="78"/>
                    </a:cubicBezTo>
                    <a:cubicBezTo>
                      <a:pt x="4" y="78"/>
                      <a:pt x="7" y="80"/>
                      <a:pt x="5" y="80"/>
                    </a:cubicBezTo>
                    <a:cubicBezTo>
                      <a:pt x="8" y="81"/>
                      <a:pt x="6" y="80"/>
                      <a:pt x="7" y="81"/>
                    </a:cubicBezTo>
                    <a:cubicBezTo>
                      <a:pt x="7" y="81"/>
                      <a:pt x="6" y="81"/>
                      <a:pt x="5" y="81"/>
                    </a:cubicBezTo>
                    <a:cubicBezTo>
                      <a:pt x="6" y="81"/>
                      <a:pt x="6" y="82"/>
                      <a:pt x="4" y="82"/>
                    </a:cubicBezTo>
                    <a:cubicBezTo>
                      <a:pt x="5" y="82"/>
                      <a:pt x="6" y="83"/>
                      <a:pt x="6" y="83"/>
                    </a:cubicBezTo>
                    <a:cubicBezTo>
                      <a:pt x="3" y="83"/>
                      <a:pt x="5" y="84"/>
                      <a:pt x="4" y="84"/>
                    </a:cubicBezTo>
                    <a:cubicBezTo>
                      <a:pt x="6" y="85"/>
                      <a:pt x="8" y="86"/>
                      <a:pt x="7" y="86"/>
                    </a:cubicBezTo>
                    <a:cubicBezTo>
                      <a:pt x="4" y="85"/>
                      <a:pt x="4" y="85"/>
                      <a:pt x="4" y="85"/>
                    </a:cubicBezTo>
                    <a:cubicBezTo>
                      <a:pt x="5" y="86"/>
                      <a:pt x="2" y="87"/>
                      <a:pt x="4" y="90"/>
                    </a:cubicBezTo>
                    <a:cubicBezTo>
                      <a:pt x="3" y="89"/>
                      <a:pt x="3" y="89"/>
                      <a:pt x="3" y="89"/>
                    </a:cubicBezTo>
                    <a:cubicBezTo>
                      <a:pt x="4" y="91"/>
                      <a:pt x="1" y="92"/>
                      <a:pt x="4" y="95"/>
                    </a:cubicBezTo>
                    <a:cubicBezTo>
                      <a:pt x="3" y="95"/>
                      <a:pt x="2" y="95"/>
                      <a:pt x="2" y="96"/>
                    </a:cubicBezTo>
                    <a:cubicBezTo>
                      <a:pt x="3" y="97"/>
                      <a:pt x="3" y="97"/>
                      <a:pt x="5" y="98"/>
                    </a:cubicBezTo>
                    <a:cubicBezTo>
                      <a:pt x="5" y="98"/>
                      <a:pt x="4" y="98"/>
                      <a:pt x="3" y="98"/>
                    </a:cubicBezTo>
                    <a:cubicBezTo>
                      <a:pt x="2" y="98"/>
                      <a:pt x="0" y="98"/>
                      <a:pt x="2" y="99"/>
                    </a:cubicBezTo>
                    <a:cubicBezTo>
                      <a:pt x="1" y="99"/>
                      <a:pt x="1" y="99"/>
                      <a:pt x="1" y="99"/>
                    </a:cubicBezTo>
                    <a:cubicBezTo>
                      <a:pt x="2" y="100"/>
                      <a:pt x="4" y="101"/>
                      <a:pt x="2" y="102"/>
                    </a:cubicBezTo>
                    <a:cubicBezTo>
                      <a:pt x="3" y="102"/>
                      <a:pt x="3" y="103"/>
                      <a:pt x="5" y="103"/>
                    </a:cubicBezTo>
                    <a:cubicBezTo>
                      <a:pt x="5" y="103"/>
                      <a:pt x="3" y="103"/>
                      <a:pt x="4" y="103"/>
                    </a:cubicBezTo>
                    <a:cubicBezTo>
                      <a:pt x="2" y="102"/>
                      <a:pt x="2" y="102"/>
                      <a:pt x="2" y="102"/>
                    </a:cubicBezTo>
                    <a:cubicBezTo>
                      <a:pt x="1" y="104"/>
                      <a:pt x="2" y="105"/>
                      <a:pt x="3" y="107"/>
                    </a:cubicBezTo>
                    <a:cubicBezTo>
                      <a:pt x="0" y="107"/>
                      <a:pt x="3" y="108"/>
                      <a:pt x="1" y="109"/>
                    </a:cubicBezTo>
                    <a:cubicBezTo>
                      <a:pt x="2" y="110"/>
                      <a:pt x="0" y="110"/>
                      <a:pt x="3" y="111"/>
                    </a:cubicBezTo>
                    <a:cubicBezTo>
                      <a:pt x="2" y="111"/>
                      <a:pt x="2" y="111"/>
                      <a:pt x="2" y="111"/>
                    </a:cubicBezTo>
                    <a:cubicBezTo>
                      <a:pt x="1" y="111"/>
                      <a:pt x="2" y="112"/>
                      <a:pt x="1" y="113"/>
                    </a:cubicBezTo>
                    <a:cubicBezTo>
                      <a:pt x="1" y="114"/>
                      <a:pt x="3" y="114"/>
                      <a:pt x="4" y="114"/>
                    </a:cubicBezTo>
                    <a:cubicBezTo>
                      <a:pt x="2" y="114"/>
                      <a:pt x="2" y="114"/>
                      <a:pt x="2" y="114"/>
                    </a:cubicBezTo>
                    <a:cubicBezTo>
                      <a:pt x="3" y="115"/>
                      <a:pt x="5" y="115"/>
                      <a:pt x="7" y="115"/>
                    </a:cubicBezTo>
                    <a:cubicBezTo>
                      <a:pt x="6" y="115"/>
                      <a:pt x="7" y="115"/>
                      <a:pt x="6" y="115"/>
                    </a:cubicBezTo>
                    <a:cubicBezTo>
                      <a:pt x="5" y="115"/>
                      <a:pt x="4" y="115"/>
                      <a:pt x="2" y="115"/>
                    </a:cubicBezTo>
                    <a:cubicBezTo>
                      <a:pt x="1" y="116"/>
                      <a:pt x="5" y="116"/>
                      <a:pt x="3" y="117"/>
                    </a:cubicBezTo>
                    <a:cubicBezTo>
                      <a:pt x="2" y="117"/>
                      <a:pt x="3" y="118"/>
                      <a:pt x="5" y="117"/>
                    </a:cubicBezTo>
                    <a:cubicBezTo>
                      <a:pt x="4" y="117"/>
                      <a:pt x="4" y="118"/>
                      <a:pt x="3" y="118"/>
                    </a:cubicBezTo>
                    <a:cubicBezTo>
                      <a:pt x="3" y="118"/>
                      <a:pt x="3" y="118"/>
                      <a:pt x="4" y="118"/>
                    </a:cubicBezTo>
                    <a:cubicBezTo>
                      <a:pt x="4" y="118"/>
                      <a:pt x="4" y="118"/>
                      <a:pt x="4" y="118"/>
                    </a:cubicBezTo>
                    <a:cubicBezTo>
                      <a:pt x="5" y="118"/>
                      <a:pt x="5" y="118"/>
                      <a:pt x="7" y="117"/>
                    </a:cubicBezTo>
                    <a:cubicBezTo>
                      <a:pt x="7" y="117"/>
                      <a:pt x="6" y="117"/>
                      <a:pt x="7" y="117"/>
                    </a:cubicBezTo>
                    <a:cubicBezTo>
                      <a:pt x="8" y="117"/>
                      <a:pt x="8" y="117"/>
                      <a:pt x="7" y="118"/>
                    </a:cubicBezTo>
                    <a:cubicBezTo>
                      <a:pt x="6" y="118"/>
                      <a:pt x="5" y="118"/>
                      <a:pt x="4" y="119"/>
                    </a:cubicBezTo>
                    <a:cubicBezTo>
                      <a:pt x="7" y="118"/>
                      <a:pt x="7" y="118"/>
                      <a:pt x="7" y="118"/>
                    </a:cubicBezTo>
                    <a:cubicBezTo>
                      <a:pt x="7" y="118"/>
                      <a:pt x="8" y="118"/>
                      <a:pt x="9" y="117"/>
                    </a:cubicBezTo>
                    <a:cubicBezTo>
                      <a:pt x="8" y="117"/>
                      <a:pt x="8" y="117"/>
                      <a:pt x="8" y="117"/>
                    </a:cubicBezTo>
                    <a:cubicBezTo>
                      <a:pt x="9" y="117"/>
                      <a:pt x="9" y="117"/>
                      <a:pt x="9" y="117"/>
                    </a:cubicBezTo>
                    <a:cubicBezTo>
                      <a:pt x="9" y="117"/>
                      <a:pt x="10" y="116"/>
                      <a:pt x="9" y="116"/>
                    </a:cubicBezTo>
                    <a:cubicBezTo>
                      <a:pt x="7" y="116"/>
                      <a:pt x="7" y="116"/>
                      <a:pt x="7" y="116"/>
                    </a:cubicBezTo>
                    <a:cubicBezTo>
                      <a:pt x="7" y="116"/>
                      <a:pt x="5" y="116"/>
                      <a:pt x="7" y="116"/>
                    </a:cubicBezTo>
                    <a:cubicBezTo>
                      <a:pt x="9" y="115"/>
                      <a:pt x="9" y="115"/>
                      <a:pt x="9" y="115"/>
                    </a:cubicBezTo>
                    <a:cubicBezTo>
                      <a:pt x="9" y="115"/>
                      <a:pt x="8" y="115"/>
                      <a:pt x="9" y="115"/>
                    </a:cubicBezTo>
                    <a:cubicBezTo>
                      <a:pt x="11" y="115"/>
                      <a:pt x="11" y="115"/>
                      <a:pt x="11" y="115"/>
                    </a:cubicBezTo>
                    <a:cubicBezTo>
                      <a:pt x="8" y="115"/>
                      <a:pt x="10" y="114"/>
                      <a:pt x="9" y="114"/>
                    </a:cubicBezTo>
                    <a:cubicBezTo>
                      <a:pt x="10" y="114"/>
                      <a:pt x="10" y="114"/>
                      <a:pt x="10" y="114"/>
                    </a:cubicBezTo>
                    <a:cubicBezTo>
                      <a:pt x="11" y="114"/>
                      <a:pt x="8" y="114"/>
                      <a:pt x="8" y="114"/>
                    </a:cubicBezTo>
                    <a:cubicBezTo>
                      <a:pt x="9" y="114"/>
                      <a:pt x="11" y="114"/>
                      <a:pt x="12" y="114"/>
                    </a:cubicBezTo>
                    <a:cubicBezTo>
                      <a:pt x="12" y="113"/>
                      <a:pt x="10" y="113"/>
                      <a:pt x="12" y="113"/>
                    </a:cubicBezTo>
                    <a:cubicBezTo>
                      <a:pt x="11" y="112"/>
                      <a:pt x="10" y="112"/>
                      <a:pt x="9" y="111"/>
                    </a:cubicBezTo>
                    <a:cubicBezTo>
                      <a:pt x="9" y="111"/>
                      <a:pt x="12" y="112"/>
                      <a:pt x="11" y="111"/>
                    </a:cubicBezTo>
                    <a:cubicBezTo>
                      <a:pt x="12" y="111"/>
                      <a:pt x="13" y="111"/>
                      <a:pt x="14" y="111"/>
                    </a:cubicBezTo>
                    <a:cubicBezTo>
                      <a:pt x="13" y="111"/>
                      <a:pt x="14" y="111"/>
                      <a:pt x="12" y="111"/>
                    </a:cubicBezTo>
                    <a:cubicBezTo>
                      <a:pt x="12" y="110"/>
                      <a:pt x="13" y="110"/>
                      <a:pt x="12" y="109"/>
                    </a:cubicBezTo>
                    <a:cubicBezTo>
                      <a:pt x="12" y="109"/>
                      <a:pt x="14" y="110"/>
                      <a:pt x="15" y="110"/>
                    </a:cubicBezTo>
                    <a:cubicBezTo>
                      <a:pt x="13" y="109"/>
                      <a:pt x="13" y="109"/>
                      <a:pt x="13" y="108"/>
                    </a:cubicBezTo>
                    <a:cubicBezTo>
                      <a:pt x="11" y="108"/>
                      <a:pt x="11" y="108"/>
                      <a:pt x="10" y="108"/>
                    </a:cubicBezTo>
                    <a:cubicBezTo>
                      <a:pt x="9" y="108"/>
                      <a:pt x="9" y="107"/>
                      <a:pt x="9" y="107"/>
                    </a:cubicBezTo>
                    <a:cubicBezTo>
                      <a:pt x="11" y="108"/>
                      <a:pt x="13" y="108"/>
                      <a:pt x="14" y="108"/>
                    </a:cubicBezTo>
                    <a:cubicBezTo>
                      <a:pt x="16" y="108"/>
                      <a:pt x="13" y="108"/>
                      <a:pt x="16" y="109"/>
                    </a:cubicBezTo>
                    <a:cubicBezTo>
                      <a:pt x="18" y="109"/>
                      <a:pt x="18" y="110"/>
                      <a:pt x="17" y="110"/>
                    </a:cubicBezTo>
                    <a:cubicBezTo>
                      <a:pt x="19" y="111"/>
                      <a:pt x="17" y="110"/>
                      <a:pt x="19" y="110"/>
                    </a:cubicBezTo>
                    <a:cubicBezTo>
                      <a:pt x="19" y="110"/>
                      <a:pt x="18" y="110"/>
                      <a:pt x="18" y="109"/>
                    </a:cubicBezTo>
                    <a:cubicBezTo>
                      <a:pt x="17" y="109"/>
                      <a:pt x="16" y="109"/>
                      <a:pt x="15" y="108"/>
                    </a:cubicBezTo>
                    <a:cubicBezTo>
                      <a:pt x="13" y="108"/>
                      <a:pt x="17" y="108"/>
                      <a:pt x="17" y="108"/>
                    </a:cubicBezTo>
                    <a:cubicBezTo>
                      <a:pt x="18" y="109"/>
                      <a:pt x="18" y="109"/>
                      <a:pt x="18" y="109"/>
                    </a:cubicBezTo>
                    <a:cubicBezTo>
                      <a:pt x="19" y="109"/>
                      <a:pt x="17" y="108"/>
                      <a:pt x="17" y="108"/>
                    </a:cubicBezTo>
                    <a:cubicBezTo>
                      <a:pt x="21" y="109"/>
                      <a:pt x="18" y="108"/>
                      <a:pt x="20" y="109"/>
                    </a:cubicBezTo>
                    <a:cubicBezTo>
                      <a:pt x="22" y="109"/>
                      <a:pt x="22" y="109"/>
                      <a:pt x="22" y="109"/>
                    </a:cubicBezTo>
                    <a:cubicBezTo>
                      <a:pt x="22" y="109"/>
                      <a:pt x="19" y="109"/>
                      <a:pt x="20" y="108"/>
                    </a:cubicBezTo>
                    <a:cubicBezTo>
                      <a:pt x="21" y="109"/>
                      <a:pt x="21" y="109"/>
                      <a:pt x="21" y="109"/>
                    </a:cubicBezTo>
                    <a:cubicBezTo>
                      <a:pt x="21" y="108"/>
                      <a:pt x="21" y="108"/>
                      <a:pt x="21" y="108"/>
                    </a:cubicBezTo>
                    <a:cubicBezTo>
                      <a:pt x="20" y="108"/>
                      <a:pt x="18" y="108"/>
                      <a:pt x="18" y="108"/>
                    </a:cubicBezTo>
                    <a:cubicBezTo>
                      <a:pt x="15" y="107"/>
                      <a:pt x="18" y="108"/>
                      <a:pt x="17" y="107"/>
                    </a:cubicBezTo>
                    <a:cubicBezTo>
                      <a:pt x="15" y="106"/>
                      <a:pt x="17" y="107"/>
                      <a:pt x="16" y="107"/>
                    </a:cubicBezTo>
                    <a:cubicBezTo>
                      <a:pt x="14" y="106"/>
                      <a:pt x="14" y="106"/>
                      <a:pt x="14" y="106"/>
                    </a:cubicBezTo>
                    <a:cubicBezTo>
                      <a:pt x="14" y="105"/>
                      <a:pt x="16" y="106"/>
                      <a:pt x="17" y="106"/>
                    </a:cubicBezTo>
                    <a:cubicBezTo>
                      <a:pt x="17" y="106"/>
                      <a:pt x="17" y="107"/>
                      <a:pt x="16" y="106"/>
                    </a:cubicBezTo>
                    <a:cubicBezTo>
                      <a:pt x="18" y="107"/>
                      <a:pt x="20" y="107"/>
                      <a:pt x="21" y="108"/>
                    </a:cubicBezTo>
                    <a:cubicBezTo>
                      <a:pt x="22" y="108"/>
                      <a:pt x="20" y="107"/>
                      <a:pt x="20" y="107"/>
                    </a:cubicBezTo>
                    <a:cubicBezTo>
                      <a:pt x="19" y="107"/>
                      <a:pt x="18" y="107"/>
                      <a:pt x="17" y="106"/>
                    </a:cubicBezTo>
                    <a:cubicBezTo>
                      <a:pt x="13" y="105"/>
                      <a:pt x="21" y="107"/>
                      <a:pt x="20" y="106"/>
                    </a:cubicBezTo>
                    <a:cubicBezTo>
                      <a:pt x="17" y="106"/>
                      <a:pt x="16" y="104"/>
                      <a:pt x="13" y="104"/>
                    </a:cubicBezTo>
                    <a:cubicBezTo>
                      <a:pt x="12" y="104"/>
                      <a:pt x="12" y="103"/>
                      <a:pt x="12" y="103"/>
                    </a:cubicBezTo>
                    <a:cubicBezTo>
                      <a:pt x="14" y="104"/>
                      <a:pt x="13" y="103"/>
                      <a:pt x="15" y="104"/>
                    </a:cubicBezTo>
                    <a:cubicBezTo>
                      <a:pt x="15" y="104"/>
                      <a:pt x="15" y="104"/>
                      <a:pt x="15" y="104"/>
                    </a:cubicBezTo>
                    <a:cubicBezTo>
                      <a:pt x="18" y="105"/>
                      <a:pt x="18" y="105"/>
                      <a:pt x="18" y="105"/>
                    </a:cubicBezTo>
                    <a:cubicBezTo>
                      <a:pt x="22" y="106"/>
                      <a:pt x="22" y="106"/>
                      <a:pt x="22" y="106"/>
                    </a:cubicBezTo>
                    <a:cubicBezTo>
                      <a:pt x="21" y="105"/>
                      <a:pt x="20" y="105"/>
                      <a:pt x="19" y="105"/>
                    </a:cubicBezTo>
                    <a:cubicBezTo>
                      <a:pt x="20" y="105"/>
                      <a:pt x="21" y="105"/>
                      <a:pt x="21" y="105"/>
                    </a:cubicBezTo>
                    <a:cubicBezTo>
                      <a:pt x="20" y="105"/>
                      <a:pt x="18" y="104"/>
                      <a:pt x="18" y="104"/>
                    </a:cubicBezTo>
                    <a:cubicBezTo>
                      <a:pt x="18" y="103"/>
                      <a:pt x="20" y="104"/>
                      <a:pt x="20" y="104"/>
                    </a:cubicBezTo>
                    <a:cubicBezTo>
                      <a:pt x="22" y="105"/>
                      <a:pt x="22" y="105"/>
                      <a:pt x="22" y="105"/>
                    </a:cubicBezTo>
                    <a:cubicBezTo>
                      <a:pt x="21" y="104"/>
                      <a:pt x="23" y="105"/>
                      <a:pt x="22" y="105"/>
                    </a:cubicBezTo>
                    <a:cubicBezTo>
                      <a:pt x="21" y="104"/>
                      <a:pt x="20" y="104"/>
                      <a:pt x="18" y="103"/>
                    </a:cubicBezTo>
                    <a:cubicBezTo>
                      <a:pt x="18" y="103"/>
                      <a:pt x="19" y="103"/>
                      <a:pt x="19" y="103"/>
                    </a:cubicBezTo>
                    <a:cubicBezTo>
                      <a:pt x="20" y="104"/>
                      <a:pt x="20" y="104"/>
                      <a:pt x="20" y="104"/>
                    </a:cubicBezTo>
                    <a:cubicBezTo>
                      <a:pt x="20" y="103"/>
                      <a:pt x="23" y="104"/>
                      <a:pt x="23" y="104"/>
                    </a:cubicBezTo>
                    <a:cubicBezTo>
                      <a:pt x="21" y="103"/>
                      <a:pt x="21" y="103"/>
                      <a:pt x="21" y="103"/>
                    </a:cubicBezTo>
                    <a:cubicBezTo>
                      <a:pt x="23" y="104"/>
                      <a:pt x="23" y="104"/>
                      <a:pt x="23" y="104"/>
                    </a:cubicBezTo>
                    <a:cubicBezTo>
                      <a:pt x="22" y="103"/>
                      <a:pt x="22" y="103"/>
                      <a:pt x="21" y="103"/>
                    </a:cubicBezTo>
                    <a:cubicBezTo>
                      <a:pt x="23" y="103"/>
                      <a:pt x="23" y="103"/>
                      <a:pt x="23" y="103"/>
                    </a:cubicBezTo>
                    <a:cubicBezTo>
                      <a:pt x="22" y="103"/>
                      <a:pt x="20" y="102"/>
                      <a:pt x="22" y="102"/>
                    </a:cubicBezTo>
                    <a:cubicBezTo>
                      <a:pt x="19" y="102"/>
                      <a:pt x="22" y="103"/>
                      <a:pt x="20" y="102"/>
                    </a:cubicBezTo>
                    <a:cubicBezTo>
                      <a:pt x="19" y="102"/>
                      <a:pt x="19" y="101"/>
                      <a:pt x="19" y="101"/>
                    </a:cubicBezTo>
                    <a:cubicBezTo>
                      <a:pt x="21" y="102"/>
                      <a:pt x="19" y="101"/>
                      <a:pt x="19" y="101"/>
                    </a:cubicBezTo>
                    <a:cubicBezTo>
                      <a:pt x="20" y="101"/>
                      <a:pt x="21" y="101"/>
                      <a:pt x="21" y="101"/>
                    </a:cubicBezTo>
                    <a:cubicBezTo>
                      <a:pt x="19" y="101"/>
                      <a:pt x="19" y="101"/>
                      <a:pt x="19" y="101"/>
                    </a:cubicBezTo>
                    <a:cubicBezTo>
                      <a:pt x="23" y="102"/>
                      <a:pt x="19" y="100"/>
                      <a:pt x="20" y="100"/>
                    </a:cubicBezTo>
                    <a:cubicBezTo>
                      <a:pt x="21" y="101"/>
                      <a:pt x="22" y="101"/>
                      <a:pt x="23" y="101"/>
                    </a:cubicBezTo>
                    <a:cubicBezTo>
                      <a:pt x="20" y="100"/>
                      <a:pt x="20" y="99"/>
                      <a:pt x="18" y="99"/>
                    </a:cubicBezTo>
                    <a:cubicBezTo>
                      <a:pt x="19" y="99"/>
                      <a:pt x="21" y="100"/>
                      <a:pt x="23" y="101"/>
                    </a:cubicBezTo>
                    <a:cubicBezTo>
                      <a:pt x="21" y="100"/>
                      <a:pt x="25" y="101"/>
                      <a:pt x="22" y="100"/>
                    </a:cubicBezTo>
                    <a:cubicBezTo>
                      <a:pt x="21" y="100"/>
                      <a:pt x="21" y="99"/>
                      <a:pt x="19" y="99"/>
                    </a:cubicBezTo>
                    <a:cubicBezTo>
                      <a:pt x="20" y="98"/>
                      <a:pt x="21" y="99"/>
                      <a:pt x="22" y="99"/>
                    </a:cubicBezTo>
                    <a:cubicBezTo>
                      <a:pt x="21" y="99"/>
                      <a:pt x="19" y="98"/>
                      <a:pt x="19" y="98"/>
                    </a:cubicBezTo>
                    <a:cubicBezTo>
                      <a:pt x="19" y="98"/>
                      <a:pt x="17" y="97"/>
                      <a:pt x="19" y="97"/>
                    </a:cubicBezTo>
                    <a:cubicBezTo>
                      <a:pt x="20" y="98"/>
                      <a:pt x="19" y="98"/>
                      <a:pt x="20" y="98"/>
                    </a:cubicBezTo>
                    <a:cubicBezTo>
                      <a:pt x="21" y="98"/>
                      <a:pt x="17" y="96"/>
                      <a:pt x="16" y="96"/>
                    </a:cubicBezTo>
                    <a:cubicBezTo>
                      <a:pt x="15" y="95"/>
                      <a:pt x="13" y="94"/>
                      <a:pt x="12" y="94"/>
                    </a:cubicBezTo>
                    <a:cubicBezTo>
                      <a:pt x="13" y="93"/>
                      <a:pt x="13" y="94"/>
                      <a:pt x="15" y="95"/>
                    </a:cubicBezTo>
                    <a:cubicBezTo>
                      <a:pt x="14" y="94"/>
                      <a:pt x="14" y="94"/>
                      <a:pt x="14" y="94"/>
                    </a:cubicBezTo>
                    <a:cubicBezTo>
                      <a:pt x="17" y="95"/>
                      <a:pt x="19" y="97"/>
                      <a:pt x="21" y="97"/>
                    </a:cubicBezTo>
                    <a:cubicBezTo>
                      <a:pt x="20" y="97"/>
                      <a:pt x="20" y="97"/>
                      <a:pt x="20" y="97"/>
                    </a:cubicBezTo>
                    <a:cubicBezTo>
                      <a:pt x="23" y="98"/>
                      <a:pt x="23" y="98"/>
                      <a:pt x="23" y="98"/>
                    </a:cubicBezTo>
                    <a:cubicBezTo>
                      <a:pt x="21" y="97"/>
                      <a:pt x="23" y="97"/>
                      <a:pt x="22" y="97"/>
                    </a:cubicBezTo>
                    <a:cubicBezTo>
                      <a:pt x="21" y="96"/>
                      <a:pt x="23" y="97"/>
                      <a:pt x="21" y="97"/>
                    </a:cubicBezTo>
                    <a:cubicBezTo>
                      <a:pt x="21" y="97"/>
                      <a:pt x="19" y="95"/>
                      <a:pt x="20" y="95"/>
                    </a:cubicBezTo>
                    <a:cubicBezTo>
                      <a:pt x="23" y="97"/>
                      <a:pt x="23" y="97"/>
                      <a:pt x="23" y="97"/>
                    </a:cubicBezTo>
                    <a:cubicBezTo>
                      <a:pt x="23" y="97"/>
                      <a:pt x="21" y="96"/>
                      <a:pt x="22" y="96"/>
                    </a:cubicBezTo>
                    <a:cubicBezTo>
                      <a:pt x="23" y="96"/>
                      <a:pt x="23" y="96"/>
                      <a:pt x="23" y="96"/>
                    </a:cubicBezTo>
                    <a:cubicBezTo>
                      <a:pt x="23" y="96"/>
                      <a:pt x="24" y="94"/>
                      <a:pt x="20" y="92"/>
                    </a:cubicBezTo>
                    <a:cubicBezTo>
                      <a:pt x="22" y="92"/>
                      <a:pt x="22" y="92"/>
                      <a:pt x="24" y="92"/>
                    </a:cubicBezTo>
                    <a:cubicBezTo>
                      <a:pt x="23" y="92"/>
                      <a:pt x="22" y="91"/>
                      <a:pt x="22" y="91"/>
                    </a:cubicBezTo>
                    <a:cubicBezTo>
                      <a:pt x="24" y="91"/>
                      <a:pt x="24" y="91"/>
                      <a:pt x="24" y="91"/>
                    </a:cubicBezTo>
                    <a:cubicBezTo>
                      <a:pt x="25" y="91"/>
                      <a:pt x="23" y="90"/>
                      <a:pt x="23" y="90"/>
                    </a:cubicBezTo>
                    <a:cubicBezTo>
                      <a:pt x="24" y="90"/>
                      <a:pt x="24" y="90"/>
                      <a:pt x="24" y="90"/>
                    </a:cubicBezTo>
                    <a:cubicBezTo>
                      <a:pt x="25" y="90"/>
                      <a:pt x="23" y="89"/>
                      <a:pt x="23" y="89"/>
                    </a:cubicBezTo>
                    <a:cubicBezTo>
                      <a:pt x="24" y="89"/>
                      <a:pt x="24" y="89"/>
                      <a:pt x="24" y="89"/>
                    </a:cubicBezTo>
                    <a:cubicBezTo>
                      <a:pt x="23" y="89"/>
                      <a:pt x="23" y="89"/>
                      <a:pt x="23" y="89"/>
                    </a:cubicBezTo>
                    <a:cubicBezTo>
                      <a:pt x="22" y="88"/>
                      <a:pt x="23" y="88"/>
                      <a:pt x="25" y="89"/>
                    </a:cubicBezTo>
                    <a:cubicBezTo>
                      <a:pt x="23" y="88"/>
                      <a:pt x="23" y="88"/>
                      <a:pt x="23" y="88"/>
                    </a:cubicBezTo>
                    <a:cubicBezTo>
                      <a:pt x="25" y="88"/>
                      <a:pt x="25" y="88"/>
                      <a:pt x="25" y="86"/>
                    </a:cubicBezTo>
                    <a:cubicBezTo>
                      <a:pt x="24" y="87"/>
                      <a:pt x="23" y="86"/>
                      <a:pt x="22" y="86"/>
                    </a:cubicBezTo>
                    <a:cubicBezTo>
                      <a:pt x="20" y="86"/>
                      <a:pt x="22" y="86"/>
                      <a:pt x="21" y="85"/>
                    </a:cubicBezTo>
                    <a:cubicBezTo>
                      <a:pt x="24" y="86"/>
                      <a:pt x="24" y="86"/>
                      <a:pt x="24" y="86"/>
                    </a:cubicBezTo>
                    <a:cubicBezTo>
                      <a:pt x="27" y="86"/>
                      <a:pt x="25" y="85"/>
                      <a:pt x="25" y="84"/>
                    </a:cubicBezTo>
                    <a:cubicBezTo>
                      <a:pt x="24" y="83"/>
                      <a:pt x="24" y="83"/>
                      <a:pt x="24" y="83"/>
                    </a:cubicBezTo>
                    <a:cubicBezTo>
                      <a:pt x="27" y="83"/>
                      <a:pt x="24" y="82"/>
                      <a:pt x="25" y="82"/>
                    </a:cubicBezTo>
                    <a:cubicBezTo>
                      <a:pt x="24" y="82"/>
                      <a:pt x="22" y="81"/>
                      <a:pt x="22" y="80"/>
                    </a:cubicBezTo>
                    <a:cubicBezTo>
                      <a:pt x="20" y="79"/>
                      <a:pt x="25" y="81"/>
                      <a:pt x="26" y="81"/>
                    </a:cubicBezTo>
                    <a:cubicBezTo>
                      <a:pt x="25" y="80"/>
                      <a:pt x="25" y="80"/>
                      <a:pt x="25" y="80"/>
                    </a:cubicBezTo>
                    <a:cubicBezTo>
                      <a:pt x="25" y="80"/>
                      <a:pt x="25" y="80"/>
                      <a:pt x="25" y="80"/>
                    </a:cubicBezTo>
                    <a:cubicBezTo>
                      <a:pt x="24" y="80"/>
                      <a:pt x="24" y="79"/>
                      <a:pt x="25" y="79"/>
                    </a:cubicBezTo>
                    <a:cubicBezTo>
                      <a:pt x="25" y="79"/>
                      <a:pt x="25" y="79"/>
                      <a:pt x="25" y="79"/>
                    </a:cubicBezTo>
                    <a:cubicBezTo>
                      <a:pt x="25" y="79"/>
                      <a:pt x="26" y="79"/>
                      <a:pt x="26" y="79"/>
                    </a:cubicBezTo>
                    <a:cubicBezTo>
                      <a:pt x="24" y="78"/>
                      <a:pt x="26" y="78"/>
                      <a:pt x="24" y="78"/>
                    </a:cubicBezTo>
                    <a:cubicBezTo>
                      <a:pt x="25" y="78"/>
                      <a:pt x="25" y="78"/>
                      <a:pt x="25" y="78"/>
                    </a:cubicBezTo>
                    <a:cubicBezTo>
                      <a:pt x="23" y="77"/>
                      <a:pt x="23" y="77"/>
                      <a:pt x="23" y="77"/>
                    </a:cubicBezTo>
                    <a:cubicBezTo>
                      <a:pt x="24" y="77"/>
                      <a:pt x="24" y="77"/>
                      <a:pt x="24" y="77"/>
                    </a:cubicBezTo>
                    <a:cubicBezTo>
                      <a:pt x="26" y="78"/>
                      <a:pt x="26" y="78"/>
                      <a:pt x="26" y="78"/>
                    </a:cubicBezTo>
                    <a:cubicBezTo>
                      <a:pt x="27" y="78"/>
                      <a:pt x="25" y="77"/>
                      <a:pt x="24" y="77"/>
                    </a:cubicBezTo>
                    <a:cubicBezTo>
                      <a:pt x="23" y="76"/>
                      <a:pt x="24" y="77"/>
                      <a:pt x="25" y="77"/>
                    </a:cubicBezTo>
                    <a:cubicBezTo>
                      <a:pt x="26" y="77"/>
                      <a:pt x="25" y="77"/>
                      <a:pt x="25" y="77"/>
                    </a:cubicBezTo>
                    <a:cubicBezTo>
                      <a:pt x="26" y="78"/>
                      <a:pt x="25" y="77"/>
                      <a:pt x="26" y="77"/>
                    </a:cubicBezTo>
                    <a:cubicBezTo>
                      <a:pt x="26" y="77"/>
                      <a:pt x="24" y="77"/>
                      <a:pt x="25" y="77"/>
                    </a:cubicBezTo>
                    <a:cubicBezTo>
                      <a:pt x="25" y="76"/>
                      <a:pt x="25" y="76"/>
                      <a:pt x="26" y="76"/>
                    </a:cubicBezTo>
                    <a:cubicBezTo>
                      <a:pt x="26" y="76"/>
                      <a:pt x="26" y="76"/>
                      <a:pt x="25" y="75"/>
                    </a:cubicBezTo>
                    <a:cubicBezTo>
                      <a:pt x="25" y="76"/>
                      <a:pt x="24" y="76"/>
                      <a:pt x="23" y="75"/>
                    </a:cubicBezTo>
                    <a:cubicBezTo>
                      <a:pt x="23" y="75"/>
                      <a:pt x="23" y="75"/>
                      <a:pt x="23" y="75"/>
                    </a:cubicBezTo>
                    <a:cubicBezTo>
                      <a:pt x="24" y="75"/>
                      <a:pt x="24" y="75"/>
                      <a:pt x="24" y="75"/>
                    </a:cubicBezTo>
                    <a:cubicBezTo>
                      <a:pt x="23" y="75"/>
                      <a:pt x="24" y="75"/>
                      <a:pt x="22" y="75"/>
                    </a:cubicBezTo>
                    <a:cubicBezTo>
                      <a:pt x="25" y="75"/>
                      <a:pt x="25" y="75"/>
                      <a:pt x="25" y="75"/>
                    </a:cubicBezTo>
                    <a:cubicBezTo>
                      <a:pt x="23" y="74"/>
                      <a:pt x="23" y="74"/>
                      <a:pt x="23" y="74"/>
                    </a:cubicBezTo>
                    <a:cubicBezTo>
                      <a:pt x="25" y="74"/>
                      <a:pt x="27" y="75"/>
                      <a:pt x="27" y="75"/>
                    </a:cubicBezTo>
                    <a:cubicBezTo>
                      <a:pt x="26" y="74"/>
                      <a:pt x="26" y="74"/>
                      <a:pt x="26" y="74"/>
                    </a:cubicBezTo>
                    <a:cubicBezTo>
                      <a:pt x="26" y="73"/>
                      <a:pt x="26" y="74"/>
                      <a:pt x="27" y="74"/>
                    </a:cubicBezTo>
                    <a:cubicBezTo>
                      <a:pt x="28" y="73"/>
                      <a:pt x="22" y="72"/>
                      <a:pt x="24" y="72"/>
                    </a:cubicBezTo>
                    <a:cubicBezTo>
                      <a:pt x="26" y="72"/>
                      <a:pt x="26" y="72"/>
                      <a:pt x="27" y="72"/>
                    </a:cubicBezTo>
                    <a:cubicBezTo>
                      <a:pt x="27" y="72"/>
                      <a:pt x="26" y="72"/>
                      <a:pt x="26" y="72"/>
                    </a:cubicBezTo>
                    <a:cubicBezTo>
                      <a:pt x="25" y="72"/>
                      <a:pt x="27" y="72"/>
                      <a:pt x="26" y="72"/>
                    </a:cubicBezTo>
                    <a:cubicBezTo>
                      <a:pt x="25" y="72"/>
                      <a:pt x="25" y="72"/>
                      <a:pt x="25" y="72"/>
                    </a:cubicBezTo>
                    <a:cubicBezTo>
                      <a:pt x="29" y="72"/>
                      <a:pt x="26" y="70"/>
                      <a:pt x="28" y="70"/>
                    </a:cubicBezTo>
                    <a:cubicBezTo>
                      <a:pt x="26" y="69"/>
                      <a:pt x="28" y="69"/>
                      <a:pt x="27" y="69"/>
                    </a:cubicBezTo>
                    <a:cubicBezTo>
                      <a:pt x="29" y="70"/>
                      <a:pt x="27" y="68"/>
                      <a:pt x="28" y="69"/>
                    </a:cubicBezTo>
                    <a:cubicBezTo>
                      <a:pt x="26" y="68"/>
                      <a:pt x="26" y="68"/>
                      <a:pt x="26" y="68"/>
                    </a:cubicBezTo>
                    <a:cubicBezTo>
                      <a:pt x="27" y="68"/>
                      <a:pt x="22" y="66"/>
                      <a:pt x="25" y="67"/>
                    </a:cubicBezTo>
                    <a:cubicBezTo>
                      <a:pt x="26" y="67"/>
                      <a:pt x="27" y="67"/>
                      <a:pt x="27" y="68"/>
                    </a:cubicBezTo>
                    <a:cubicBezTo>
                      <a:pt x="30" y="68"/>
                      <a:pt x="25" y="66"/>
                      <a:pt x="29" y="67"/>
                    </a:cubicBezTo>
                    <a:cubicBezTo>
                      <a:pt x="28" y="66"/>
                      <a:pt x="26" y="66"/>
                      <a:pt x="25" y="65"/>
                    </a:cubicBezTo>
                    <a:cubicBezTo>
                      <a:pt x="26" y="65"/>
                      <a:pt x="28" y="65"/>
                      <a:pt x="28" y="65"/>
                    </a:cubicBezTo>
                    <a:cubicBezTo>
                      <a:pt x="28" y="65"/>
                      <a:pt x="27" y="65"/>
                      <a:pt x="28" y="65"/>
                    </a:cubicBezTo>
                    <a:cubicBezTo>
                      <a:pt x="28" y="65"/>
                      <a:pt x="28" y="65"/>
                      <a:pt x="29" y="65"/>
                    </a:cubicBezTo>
                    <a:cubicBezTo>
                      <a:pt x="30" y="65"/>
                      <a:pt x="28" y="64"/>
                      <a:pt x="28" y="64"/>
                    </a:cubicBezTo>
                    <a:cubicBezTo>
                      <a:pt x="30" y="64"/>
                      <a:pt x="29" y="63"/>
                      <a:pt x="30" y="63"/>
                    </a:cubicBezTo>
                    <a:cubicBezTo>
                      <a:pt x="28" y="62"/>
                      <a:pt x="31" y="63"/>
                      <a:pt x="28" y="62"/>
                    </a:cubicBezTo>
                    <a:cubicBezTo>
                      <a:pt x="29" y="62"/>
                      <a:pt x="29" y="62"/>
                      <a:pt x="29" y="62"/>
                    </a:cubicBezTo>
                    <a:cubicBezTo>
                      <a:pt x="28" y="62"/>
                      <a:pt x="26" y="61"/>
                      <a:pt x="26" y="61"/>
                    </a:cubicBezTo>
                    <a:cubicBezTo>
                      <a:pt x="28" y="61"/>
                      <a:pt x="28" y="61"/>
                      <a:pt x="28" y="61"/>
                    </a:cubicBezTo>
                    <a:cubicBezTo>
                      <a:pt x="30" y="62"/>
                      <a:pt x="29" y="61"/>
                      <a:pt x="30" y="61"/>
                    </a:cubicBezTo>
                    <a:cubicBezTo>
                      <a:pt x="28" y="61"/>
                      <a:pt x="30" y="61"/>
                      <a:pt x="28" y="61"/>
                    </a:cubicBezTo>
                    <a:cubicBezTo>
                      <a:pt x="28" y="60"/>
                      <a:pt x="28" y="60"/>
                      <a:pt x="28" y="60"/>
                    </a:cubicBezTo>
                    <a:cubicBezTo>
                      <a:pt x="27" y="60"/>
                      <a:pt x="27" y="60"/>
                      <a:pt x="27" y="59"/>
                    </a:cubicBezTo>
                    <a:cubicBezTo>
                      <a:pt x="27" y="59"/>
                      <a:pt x="29" y="60"/>
                      <a:pt x="29" y="60"/>
                    </a:cubicBezTo>
                    <a:cubicBezTo>
                      <a:pt x="30" y="60"/>
                      <a:pt x="29" y="60"/>
                      <a:pt x="29" y="59"/>
                    </a:cubicBezTo>
                    <a:cubicBezTo>
                      <a:pt x="29" y="59"/>
                      <a:pt x="29" y="59"/>
                      <a:pt x="28"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30" y="59"/>
                    </a:cubicBezTo>
                    <a:cubicBezTo>
                      <a:pt x="31" y="59"/>
                      <a:pt x="31" y="59"/>
                      <a:pt x="31" y="59"/>
                    </a:cubicBezTo>
                    <a:cubicBezTo>
                      <a:pt x="31" y="59"/>
                      <a:pt x="30" y="58"/>
                      <a:pt x="29" y="58"/>
                    </a:cubicBezTo>
                    <a:cubicBezTo>
                      <a:pt x="30" y="58"/>
                      <a:pt x="29" y="56"/>
                      <a:pt x="28" y="56"/>
                    </a:cubicBezTo>
                    <a:cubicBezTo>
                      <a:pt x="28" y="56"/>
                      <a:pt x="30" y="56"/>
                      <a:pt x="29" y="56"/>
                    </a:cubicBezTo>
                    <a:cubicBezTo>
                      <a:pt x="29" y="56"/>
                      <a:pt x="27" y="55"/>
                      <a:pt x="28" y="55"/>
                    </a:cubicBezTo>
                    <a:cubicBezTo>
                      <a:pt x="28" y="55"/>
                      <a:pt x="30" y="55"/>
                      <a:pt x="30" y="55"/>
                    </a:cubicBezTo>
                    <a:cubicBezTo>
                      <a:pt x="30" y="55"/>
                      <a:pt x="28" y="55"/>
                      <a:pt x="28" y="55"/>
                    </a:cubicBezTo>
                    <a:cubicBezTo>
                      <a:pt x="31" y="55"/>
                      <a:pt x="27" y="53"/>
                      <a:pt x="29" y="53"/>
                    </a:cubicBezTo>
                    <a:cubicBezTo>
                      <a:pt x="29" y="53"/>
                      <a:pt x="30" y="53"/>
                      <a:pt x="30" y="53"/>
                    </a:cubicBezTo>
                    <a:cubicBezTo>
                      <a:pt x="30" y="53"/>
                      <a:pt x="29" y="52"/>
                      <a:pt x="27" y="51"/>
                    </a:cubicBezTo>
                    <a:cubicBezTo>
                      <a:pt x="29" y="52"/>
                      <a:pt x="29" y="52"/>
                      <a:pt x="29" y="52"/>
                    </a:cubicBezTo>
                    <a:cubicBezTo>
                      <a:pt x="29" y="51"/>
                      <a:pt x="29" y="51"/>
                      <a:pt x="27" y="50"/>
                    </a:cubicBezTo>
                    <a:cubicBezTo>
                      <a:pt x="27" y="51"/>
                      <a:pt x="28" y="51"/>
                      <a:pt x="28" y="51"/>
                    </a:cubicBezTo>
                    <a:cubicBezTo>
                      <a:pt x="27" y="51"/>
                      <a:pt x="25" y="50"/>
                      <a:pt x="26" y="50"/>
                    </a:cubicBezTo>
                    <a:cubicBezTo>
                      <a:pt x="26" y="50"/>
                      <a:pt x="26" y="50"/>
                      <a:pt x="26" y="50"/>
                    </a:cubicBezTo>
                    <a:cubicBezTo>
                      <a:pt x="26" y="50"/>
                      <a:pt x="25" y="49"/>
                      <a:pt x="25" y="49"/>
                    </a:cubicBezTo>
                    <a:cubicBezTo>
                      <a:pt x="26" y="49"/>
                      <a:pt x="26" y="49"/>
                      <a:pt x="27" y="49"/>
                    </a:cubicBezTo>
                    <a:cubicBezTo>
                      <a:pt x="29" y="50"/>
                      <a:pt x="28" y="49"/>
                      <a:pt x="29" y="49"/>
                    </a:cubicBezTo>
                    <a:cubicBezTo>
                      <a:pt x="27" y="48"/>
                      <a:pt x="27" y="48"/>
                      <a:pt x="27" y="48"/>
                    </a:cubicBezTo>
                    <a:cubicBezTo>
                      <a:pt x="26" y="48"/>
                      <a:pt x="29" y="49"/>
                      <a:pt x="29" y="48"/>
                    </a:cubicBezTo>
                    <a:cubicBezTo>
                      <a:pt x="24" y="47"/>
                      <a:pt x="24" y="47"/>
                      <a:pt x="24" y="47"/>
                    </a:cubicBezTo>
                    <a:cubicBezTo>
                      <a:pt x="24" y="47"/>
                      <a:pt x="26" y="47"/>
                      <a:pt x="27" y="47"/>
                    </a:cubicBezTo>
                    <a:cubicBezTo>
                      <a:pt x="27" y="47"/>
                      <a:pt x="24" y="46"/>
                      <a:pt x="22" y="45"/>
                    </a:cubicBezTo>
                    <a:cubicBezTo>
                      <a:pt x="23" y="45"/>
                      <a:pt x="22" y="44"/>
                      <a:pt x="22" y="44"/>
                    </a:cubicBezTo>
                    <a:cubicBezTo>
                      <a:pt x="23" y="44"/>
                      <a:pt x="22" y="44"/>
                      <a:pt x="23" y="44"/>
                    </a:cubicBezTo>
                    <a:cubicBezTo>
                      <a:pt x="25" y="44"/>
                      <a:pt x="25" y="44"/>
                      <a:pt x="25" y="44"/>
                    </a:cubicBezTo>
                    <a:cubicBezTo>
                      <a:pt x="25" y="45"/>
                      <a:pt x="27" y="45"/>
                      <a:pt x="28" y="45"/>
                    </a:cubicBezTo>
                    <a:cubicBezTo>
                      <a:pt x="27" y="45"/>
                      <a:pt x="28" y="44"/>
                      <a:pt x="29" y="44"/>
                    </a:cubicBezTo>
                    <a:cubicBezTo>
                      <a:pt x="26" y="44"/>
                      <a:pt x="27" y="43"/>
                      <a:pt x="25" y="42"/>
                    </a:cubicBezTo>
                    <a:cubicBezTo>
                      <a:pt x="24" y="42"/>
                      <a:pt x="27" y="43"/>
                      <a:pt x="28" y="43"/>
                    </a:cubicBezTo>
                    <a:cubicBezTo>
                      <a:pt x="27" y="42"/>
                      <a:pt x="27" y="41"/>
                      <a:pt x="27" y="41"/>
                    </a:cubicBezTo>
                    <a:cubicBezTo>
                      <a:pt x="28" y="41"/>
                      <a:pt x="28" y="41"/>
                      <a:pt x="28" y="41"/>
                    </a:cubicBezTo>
                    <a:cubicBezTo>
                      <a:pt x="27" y="40"/>
                      <a:pt x="28" y="40"/>
                      <a:pt x="26" y="39"/>
                    </a:cubicBezTo>
                    <a:cubicBezTo>
                      <a:pt x="27" y="39"/>
                      <a:pt x="27" y="39"/>
                      <a:pt x="27" y="39"/>
                    </a:cubicBezTo>
                    <a:cubicBezTo>
                      <a:pt x="28" y="39"/>
                      <a:pt x="24" y="38"/>
                      <a:pt x="26" y="38"/>
                    </a:cubicBezTo>
                    <a:cubicBezTo>
                      <a:pt x="27" y="39"/>
                      <a:pt x="27" y="39"/>
                      <a:pt x="27" y="39"/>
                    </a:cubicBezTo>
                    <a:cubicBezTo>
                      <a:pt x="26" y="38"/>
                      <a:pt x="28" y="38"/>
                      <a:pt x="26" y="37"/>
                    </a:cubicBezTo>
                    <a:cubicBezTo>
                      <a:pt x="27" y="37"/>
                      <a:pt x="27" y="38"/>
                      <a:pt x="28" y="38"/>
                    </a:cubicBezTo>
                    <a:cubicBezTo>
                      <a:pt x="27" y="37"/>
                      <a:pt x="27" y="37"/>
                      <a:pt x="26" y="36"/>
                    </a:cubicBezTo>
                    <a:cubicBezTo>
                      <a:pt x="28" y="37"/>
                      <a:pt x="28" y="37"/>
                      <a:pt x="28" y="37"/>
                    </a:cubicBezTo>
                    <a:cubicBezTo>
                      <a:pt x="29" y="37"/>
                      <a:pt x="26" y="36"/>
                      <a:pt x="27" y="36"/>
                    </a:cubicBezTo>
                    <a:cubicBezTo>
                      <a:pt x="27" y="36"/>
                      <a:pt x="28" y="36"/>
                      <a:pt x="28" y="36"/>
                    </a:cubicBezTo>
                    <a:cubicBezTo>
                      <a:pt x="27" y="35"/>
                      <a:pt x="27" y="35"/>
                      <a:pt x="27" y="35"/>
                    </a:cubicBezTo>
                    <a:cubicBezTo>
                      <a:pt x="29" y="35"/>
                      <a:pt x="29" y="35"/>
                      <a:pt x="29" y="35"/>
                    </a:cubicBezTo>
                    <a:cubicBezTo>
                      <a:pt x="29" y="33"/>
                      <a:pt x="30" y="31"/>
                      <a:pt x="28" y="29"/>
                    </a:cubicBezTo>
                    <a:cubicBezTo>
                      <a:pt x="31" y="29"/>
                      <a:pt x="30" y="30"/>
                      <a:pt x="31" y="30"/>
                    </a:cubicBezTo>
                    <a:cubicBezTo>
                      <a:pt x="29" y="29"/>
                      <a:pt x="31" y="29"/>
                      <a:pt x="30" y="29"/>
                    </a:cubicBezTo>
                    <a:cubicBezTo>
                      <a:pt x="30" y="29"/>
                      <a:pt x="30" y="29"/>
                      <a:pt x="30" y="29"/>
                    </a:cubicBezTo>
                    <a:cubicBezTo>
                      <a:pt x="30" y="28"/>
                      <a:pt x="31" y="28"/>
                      <a:pt x="31" y="28"/>
                    </a:cubicBezTo>
                    <a:cubicBezTo>
                      <a:pt x="30" y="28"/>
                      <a:pt x="30" y="28"/>
                      <a:pt x="30" y="28"/>
                    </a:cubicBezTo>
                    <a:cubicBezTo>
                      <a:pt x="29" y="27"/>
                      <a:pt x="33" y="28"/>
                      <a:pt x="30" y="27"/>
                    </a:cubicBezTo>
                    <a:cubicBezTo>
                      <a:pt x="32" y="27"/>
                      <a:pt x="32" y="27"/>
                      <a:pt x="32" y="27"/>
                    </a:cubicBezTo>
                    <a:cubicBezTo>
                      <a:pt x="30" y="26"/>
                      <a:pt x="33" y="27"/>
                      <a:pt x="31" y="26"/>
                    </a:cubicBezTo>
                    <a:cubicBezTo>
                      <a:pt x="31" y="26"/>
                      <a:pt x="31" y="26"/>
                      <a:pt x="31" y="26"/>
                    </a:cubicBezTo>
                    <a:cubicBezTo>
                      <a:pt x="33" y="26"/>
                      <a:pt x="29" y="25"/>
                      <a:pt x="31" y="25"/>
                    </a:cubicBezTo>
                    <a:cubicBezTo>
                      <a:pt x="31" y="25"/>
                      <a:pt x="30" y="24"/>
                      <a:pt x="28" y="24"/>
                    </a:cubicBezTo>
                    <a:cubicBezTo>
                      <a:pt x="31" y="24"/>
                      <a:pt x="31" y="24"/>
                      <a:pt x="31" y="24"/>
                    </a:cubicBezTo>
                    <a:cubicBezTo>
                      <a:pt x="30" y="23"/>
                      <a:pt x="31" y="21"/>
                      <a:pt x="29" y="19"/>
                    </a:cubicBezTo>
                    <a:cubicBezTo>
                      <a:pt x="30" y="20"/>
                      <a:pt x="30" y="20"/>
                      <a:pt x="30" y="20"/>
                    </a:cubicBezTo>
                    <a:cubicBezTo>
                      <a:pt x="28" y="18"/>
                      <a:pt x="33" y="19"/>
                      <a:pt x="29" y="17"/>
                    </a:cubicBezTo>
                    <a:cubicBezTo>
                      <a:pt x="27" y="16"/>
                      <a:pt x="27" y="16"/>
                      <a:pt x="27" y="16"/>
                    </a:cubicBezTo>
                    <a:cubicBezTo>
                      <a:pt x="30" y="17"/>
                      <a:pt x="30" y="17"/>
                      <a:pt x="30" y="17"/>
                    </a:cubicBezTo>
                    <a:cubicBezTo>
                      <a:pt x="29" y="16"/>
                      <a:pt x="30" y="16"/>
                      <a:pt x="28" y="15"/>
                    </a:cubicBezTo>
                    <a:cubicBezTo>
                      <a:pt x="30" y="16"/>
                      <a:pt x="30" y="16"/>
                      <a:pt x="30" y="16"/>
                    </a:cubicBezTo>
                    <a:cubicBezTo>
                      <a:pt x="30" y="15"/>
                      <a:pt x="28" y="14"/>
                      <a:pt x="28" y="14"/>
                    </a:cubicBezTo>
                    <a:cubicBezTo>
                      <a:pt x="29" y="14"/>
                      <a:pt x="29" y="14"/>
                      <a:pt x="29" y="14"/>
                    </a:cubicBezTo>
                    <a:cubicBezTo>
                      <a:pt x="33" y="14"/>
                      <a:pt x="36" y="12"/>
                      <a:pt x="32" y="9"/>
                    </a:cubicBezTo>
                    <a:cubicBezTo>
                      <a:pt x="32" y="9"/>
                      <a:pt x="35" y="10"/>
                      <a:pt x="34" y="10"/>
                    </a:cubicBezTo>
                    <a:cubicBezTo>
                      <a:pt x="32" y="7"/>
                      <a:pt x="37" y="7"/>
                      <a:pt x="33" y="4"/>
                    </a:cubicBezTo>
                    <a:cubicBezTo>
                      <a:pt x="32" y="2"/>
                      <a:pt x="26" y="0"/>
                      <a:pt x="26" y="0"/>
                    </a:cubicBezTo>
                    <a:cubicBezTo>
                      <a:pt x="28" y="3"/>
                      <a:pt x="24" y="5"/>
                      <a:pt x="21" y="7"/>
                    </a:cubicBezTo>
                    <a:cubicBezTo>
                      <a:pt x="21" y="8"/>
                      <a:pt x="21" y="9"/>
                      <a:pt x="20" y="10"/>
                    </a:cubicBezTo>
                    <a:cubicBezTo>
                      <a:pt x="20" y="13"/>
                      <a:pt x="14" y="16"/>
                      <a:pt x="15" y="20"/>
                    </a:cubicBezTo>
                    <a:cubicBezTo>
                      <a:pt x="16" y="20"/>
                      <a:pt x="17" y="21"/>
                      <a:pt x="17" y="21"/>
                    </a:cubicBezTo>
                    <a:cubicBezTo>
                      <a:pt x="16" y="21"/>
                      <a:pt x="16" y="21"/>
                      <a:pt x="16" y="21"/>
                    </a:cubicBezTo>
                    <a:cubicBezTo>
                      <a:pt x="18" y="21"/>
                      <a:pt x="18" y="21"/>
                      <a:pt x="18" y="21"/>
                    </a:cubicBezTo>
                    <a:cubicBezTo>
                      <a:pt x="18" y="22"/>
                      <a:pt x="16" y="21"/>
                      <a:pt x="16" y="21"/>
                    </a:cubicBezTo>
                    <a:cubicBezTo>
                      <a:pt x="15" y="22"/>
                      <a:pt x="16" y="24"/>
                      <a:pt x="15" y="25"/>
                    </a:cubicBezTo>
                    <a:cubicBezTo>
                      <a:pt x="17" y="25"/>
                      <a:pt x="15" y="26"/>
                      <a:pt x="17" y="26"/>
                    </a:cubicBezTo>
                    <a:cubicBezTo>
                      <a:pt x="16" y="26"/>
                      <a:pt x="16" y="26"/>
                      <a:pt x="16" y="26"/>
                    </a:cubicBezTo>
                    <a:cubicBezTo>
                      <a:pt x="17" y="27"/>
                      <a:pt x="17" y="27"/>
                      <a:pt x="14" y="28"/>
                    </a:cubicBezTo>
                    <a:cubicBezTo>
                      <a:pt x="12" y="31"/>
                      <a:pt x="12" y="35"/>
                      <a:pt x="11" y="38"/>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3" name="Freeform 116"/>
              <p:cNvSpPr/>
              <p:nvPr/>
            </p:nvSpPr>
            <p:spPr bwMode="auto">
              <a:xfrm>
                <a:off x="3914" y="130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4" name="Freeform 117"/>
              <p:cNvSpPr/>
              <p:nvPr/>
            </p:nvSpPr>
            <p:spPr bwMode="auto">
              <a:xfrm>
                <a:off x="3364" y="24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5" name="Freeform 118"/>
              <p:cNvSpPr/>
              <p:nvPr/>
            </p:nvSpPr>
            <p:spPr bwMode="auto">
              <a:xfrm>
                <a:off x="3920" y="1403"/>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6" name="Freeform 119"/>
              <p:cNvSpPr/>
              <p:nvPr/>
            </p:nvSpPr>
            <p:spPr bwMode="auto">
              <a:xfrm>
                <a:off x="3918" y="1401"/>
                <a:ext cx="4"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2"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7" name="Freeform 120"/>
              <p:cNvSpPr/>
              <p:nvPr/>
            </p:nvSpPr>
            <p:spPr bwMode="auto">
              <a:xfrm>
                <a:off x="3920" y="1411"/>
                <a:ext cx="4"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8" name="Freeform 121"/>
              <p:cNvSpPr/>
              <p:nvPr/>
            </p:nvSpPr>
            <p:spPr bwMode="auto">
              <a:xfrm>
                <a:off x="3477" y="150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9" name="Freeform 122"/>
              <p:cNvSpPr/>
              <p:nvPr/>
            </p:nvSpPr>
            <p:spPr bwMode="auto">
              <a:xfrm>
                <a:off x="3453" y="145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0" name="Freeform 123"/>
              <p:cNvSpPr/>
              <p:nvPr/>
            </p:nvSpPr>
            <p:spPr bwMode="auto">
              <a:xfrm>
                <a:off x="3477" y="142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1" name="Freeform 124"/>
              <p:cNvSpPr/>
              <p:nvPr/>
            </p:nvSpPr>
            <p:spPr bwMode="auto">
              <a:xfrm>
                <a:off x="4603" y="18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2" name="Freeform 125"/>
              <p:cNvSpPr/>
              <p:nvPr/>
            </p:nvSpPr>
            <p:spPr bwMode="auto">
              <a:xfrm>
                <a:off x="3540" y="1530"/>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0"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3" name="Rectangle 126"/>
              <p:cNvSpPr>
                <a:spLocks noChangeArrowheads="1"/>
              </p:cNvSpPr>
              <p:nvPr/>
            </p:nvSpPr>
            <p:spPr bwMode="auto">
              <a:xfrm>
                <a:off x="3489" y="1441"/>
                <a:ext cx="2"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4" name="Freeform 127"/>
              <p:cNvSpPr/>
              <p:nvPr/>
            </p:nvSpPr>
            <p:spPr bwMode="auto">
              <a:xfrm>
                <a:off x="3375" y="1310"/>
                <a:ext cx="174" cy="269"/>
              </a:xfrm>
              <a:custGeom>
                <a:avLst/>
                <a:gdLst>
                  <a:gd name="T0" fmla="*/ 11 w 82"/>
                  <a:gd name="T1" fmla="*/ 27 h 127"/>
                  <a:gd name="T2" fmla="*/ 20 w 82"/>
                  <a:gd name="T3" fmla="*/ 47 h 127"/>
                  <a:gd name="T4" fmla="*/ 34 w 82"/>
                  <a:gd name="T5" fmla="*/ 60 h 127"/>
                  <a:gd name="T6" fmla="*/ 37 w 82"/>
                  <a:gd name="T7" fmla="*/ 68 h 127"/>
                  <a:gd name="T8" fmla="*/ 43 w 82"/>
                  <a:gd name="T9" fmla="*/ 80 h 127"/>
                  <a:gd name="T10" fmla="*/ 47 w 82"/>
                  <a:gd name="T11" fmla="*/ 89 h 127"/>
                  <a:gd name="T12" fmla="*/ 53 w 82"/>
                  <a:gd name="T13" fmla="*/ 94 h 127"/>
                  <a:gd name="T14" fmla="*/ 60 w 82"/>
                  <a:gd name="T15" fmla="*/ 105 h 127"/>
                  <a:gd name="T16" fmla="*/ 63 w 82"/>
                  <a:gd name="T17" fmla="*/ 111 h 127"/>
                  <a:gd name="T18" fmla="*/ 63 w 82"/>
                  <a:gd name="T19" fmla="*/ 121 h 127"/>
                  <a:gd name="T20" fmla="*/ 65 w 82"/>
                  <a:gd name="T21" fmla="*/ 124 h 127"/>
                  <a:gd name="T22" fmla="*/ 69 w 82"/>
                  <a:gd name="T23" fmla="*/ 126 h 127"/>
                  <a:gd name="T24" fmla="*/ 72 w 82"/>
                  <a:gd name="T25" fmla="*/ 126 h 127"/>
                  <a:gd name="T26" fmla="*/ 73 w 82"/>
                  <a:gd name="T27" fmla="*/ 123 h 127"/>
                  <a:gd name="T28" fmla="*/ 71 w 82"/>
                  <a:gd name="T29" fmla="*/ 118 h 127"/>
                  <a:gd name="T30" fmla="*/ 73 w 82"/>
                  <a:gd name="T31" fmla="*/ 112 h 127"/>
                  <a:gd name="T32" fmla="*/ 80 w 82"/>
                  <a:gd name="T33" fmla="*/ 112 h 127"/>
                  <a:gd name="T34" fmla="*/ 80 w 82"/>
                  <a:gd name="T35" fmla="*/ 109 h 127"/>
                  <a:gd name="T36" fmla="*/ 76 w 82"/>
                  <a:gd name="T37" fmla="*/ 108 h 127"/>
                  <a:gd name="T38" fmla="*/ 78 w 82"/>
                  <a:gd name="T39" fmla="*/ 107 h 127"/>
                  <a:gd name="T40" fmla="*/ 73 w 82"/>
                  <a:gd name="T41" fmla="*/ 105 h 127"/>
                  <a:gd name="T42" fmla="*/ 77 w 82"/>
                  <a:gd name="T43" fmla="*/ 102 h 127"/>
                  <a:gd name="T44" fmla="*/ 78 w 82"/>
                  <a:gd name="T45" fmla="*/ 100 h 127"/>
                  <a:gd name="T46" fmla="*/ 76 w 82"/>
                  <a:gd name="T47" fmla="*/ 100 h 127"/>
                  <a:gd name="T48" fmla="*/ 76 w 82"/>
                  <a:gd name="T49" fmla="*/ 96 h 127"/>
                  <a:gd name="T50" fmla="*/ 71 w 82"/>
                  <a:gd name="T51" fmla="*/ 96 h 127"/>
                  <a:gd name="T52" fmla="*/ 65 w 82"/>
                  <a:gd name="T53" fmla="*/ 95 h 127"/>
                  <a:gd name="T54" fmla="*/ 70 w 82"/>
                  <a:gd name="T55" fmla="*/ 92 h 127"/>
                  <a:gd name="T56" fmla="*/ 68 w 82"/>
                  <a:gd name="T57" fmla="*/ 86 h 127"/>
                  <a:gd name="T58" fmla="*/ 67 w 82"/>
                  <a:gd name="T59" fmla="*/ 84 h 127"/>
                  <a:gd name="T60" fmla="*/ 65 w 82"/>
                  <a:gd name="T61" fmla="*/ 81 h 127"/>
                  <a:gd name="T62" fmla="*/ 62 w 82"/>
                  <a:gd name="T63" fmla="*/ 75 h 127"/>
                  <a:gd name="T64" fmla="*/ 60 w 82"/>
                  <a:gd name="T65" fmla="*/ 73 h 127"/>
                  <a:gd name="T66" fmla="*/ 59 w 82"/>
                  <a:gd name="T67" fmla="*/ 72 h 127"/>
                  <a:gd name="T68" fmla="*/ 57 w 82"/>
                  <a:gd name="T69" fmla="*/ 71 h 127"/>
                  <a:gd name="T70" fmla="*/ 58 w 82"/>
                  <a:gd name="T71" fmla="*/ 68 h 127"/>
                  <a:gd name="T72" fmla="*/ 55 w 82"/>
                  <a:gd name="T73" fmla="*/ 67 h 127"/>
                  <a:gd name="T74" fmla="*/ 54 w 82"/>
                  <a:gd name="T75" fmla="*/ 62 h 127"/>
                  <a:gd name="T76" fmla="*/ 51 w 82"/>
                  <a:gd name="T77" fmla="*/ 58 h 127"/>
                  <a:gd name="T78" fmla="*/ 51 w 82"/>
                  <a:gd name="T79" fmla="*/ 54 h 127"/>
                  <a:gd name="T80" fmla="*/ 48 w 82"/>
                  <a:gd name="T81" fmla="*/ 53 h 127"/>
                  <a:gd name="T82" fmla="*/ 49 w 82"/>
                  <a:gd name="T83" fmla="*/ 53 h 127"/>
                  <a:gd name="T84" fmla="*/ 45 w 82"/>
                  <a:gd name="T85" fmla="*/ 50 h 127"/>
                  <a:gd name="T86" fmla="*/ 43 w 82"/>
                  <a:gd name="T87" fmla="*/ 46 h 127"/>
                  <a:gd name="T88" fmla="*/ 41 w 82"/>
                  <a:gd name="T89" fmla="*/ 44 h 127"/>
                  <a:gd name="T90" fmla="*/ 32 w 82"/>
                  <a:gd name="T91" fmla="*/ 44 h 127"/>
                  <a:gd name="T92" fmla="*/ 35 w 82"/>
                  <a:gd name="T93" fmla="*/ 39 h 127"/>
                  <a:gd name="T94" fmla="*/ 31 w 82"/>
                  <a:gd name="T95" fmla="*/ 36 h 127"/>
                  <a:gd name="T96" fmla="*/ 30 w 82"/>
                  <a:gd name="T97" fmla="*/ 32 h 127"/>
                  <a:gd name="T98" fmla="*/ 26 w 82"/>
                  <a:gd name="T99" fmla="*/ 24 h 127"/>
                  <a:gd name="T100" fmla="*/ 25 w 82"/>
                  <a:gd name="T101" fmla="*/ 21 h 127"/>
                  <a:gd name="T102" fmla="*/ 15 w 82"/>
                  <a:gd name="T103" fmla="*/ 15 h 127"/>
                  <a:gd name="T104" fmla="*/ 13 w 82"/>
                  <a:gd name="T105" fmla="*/ 1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 h="127">
                    <a:moveTo>
                      <a:pt x="1" y="12"/>
                    </a:moveTo>
                    <a:cubicBezTo>
                      <a:pt x="2" y="13"/>
                      <a:pt x="4" y="14"/>
                      <a:pt x="3" y="15"/>
                    </a:cubicBezTo>
                    <a:cubicBezTo>
                      <a:pt x="6" y="19"/>
                      <a:pt x="4" y="25"/>
                      <a:pt x="8" y="28"/>
                    </a:cubicBezTo>
                    <a:cubicBezTo>
                      <a:pt x="9" y="27"/>
                      <a:pt x="10" y="27"/>
                      <a:pt x="10" y="27"/>
                    </a:cubicBezTo>
                    <a:cubicBezTo>
                      <a:pt x="10" y="27"/>
                      <a:pt x="10" y="27"/>
                      <a:pt x="10" y="27"/>
                    </a:cubicBezTo>
                    <a:cubicBezTo>
                      <a:pt x="11" y="27"/>
                      <a:pt x="11" y="27"/>
                      <a:pt x="11" y="27"/>
                    </a:cubicBezTo>
                    <a:cubicBezTo>
                      <a:pt x="11" y="27"/>
                      <a:pt x="10" y="28"/>
                      <a:pt x="9" y="28"/>
                    </a:cubicBezTo>
                    <a:cubicBezTo>
                      <a:pt x="10" y="29"/>
                      <a:pt x="12" y="30"/>
                      <a:pt x="12" y="32"/>
                    </a:cubicBezTo>
                    <a:cubicBezTo>
                      <a:pt x="14" y="31"/>
                      <a:pt x="13" y="33"/>
                      <a:pt x="15" y="32"/>
                    </a:cubicBezTo>
                    <a:cubicBezTo>
                      <a:pt x="14" y="32"/>
                      <a:pt x="14" y="32"/>
                      <a:pt x="14" y="32"/>
                    </a:cubicBezTo>
                    <a:cubicBezTo>
                      <a:pt x="15" y="33"/>
                      <a:pt x="15" y="33"/>
                      <a:pt x="13" y="35"/>
                    </a:cubicBezTo>
                    <a:cubicBezTo>
                      <a:pt x="14" y="40"/>
                      <a:pt x="18" y="43"/>
                      <a:pt x="20" y="47"/>
                    </a:cubicBezTo>
                    <a:cubicBezTo>
                      <a:pt x="22" y="50"/>
                      <a:pt x="26" y="53"/>
                      <a:pt x="29" y="57"/>
                    </a:cubicBezTo>
                    <a:cubicBezTo>
                      <a:pt x="32" y="56"/>
                      <a:pt x="31" y="57"/>
                      <a:pt x="34" y="56"/>
                    </a:cubicBezTo>
                    <a:cubicBezTo>
                      <a:pt x="33" y="57"/>
                      <a:pt x="33" y="57"/>
                      <a:pt x="33" y="57"/>
                    </a:cubicBezTo>
                    <a:cubicBezTo>
                      <a:pt x="35" y="57"/>
                      <a:pt x="34" y="58"/>
                      <a:pt x="33" y="59"/>
                    </a:cubicBezTo>
                    <a:cubicBezTo>
                      <a:pt x="34" y="59"/>
                      <a:pt x="33" y="59"/>
                      <a:pt x="35" y="58"/>
                    </a:cubicBezTo>
                    <a:cubicBezTo>
                      <a:pt x="37" y="58"/>
                      <a:pt x="33" y="60"/>
                      <a:pt x="34" y="60"/>
                    </a:cubicBezTo>
                    <a:cubicBezTo>
                      <a:pt x="33" y="60"/>
                      <a:pt x="35" y="59"/>
                      <a:pt x="35" y="60"/>
                    </a:cubicBezTo>
                    <a:cubicBezTo>
                      <a:pt x="37" y="60"/>
                      <a:pt x="33" y="60"/>
                      <a:pt x="32" y="62"/>
                    </a:cubicBezTo>
                    <a:cubicBezTo>
                      <a:pt x="34" y="64"/>
                      <a:pt x="37" y="65"/>
                      <a:pt x="37" y="67"/>
                    </a:cubicBezTo>
                    <a:cubicBezTo>
                      <a:pt x="37" y="67"/>
                      <a:pt x="38" y="66"/>
                      <a:pt x="38" y="66"/>
                    </a:cubicBezTo>
                    <a:cubicBezTo>
                      <a:pt x="35" y="68"/>
                      <a:pt x="39" y="66"/>
                      <a:pt x="38" y="67"/>
                    </a:cubicBezTo>
                    <a:cubicBezTo>
                      <a:pt x="37" y="68"/>
                      <a:pt x="37" y="68"/>
                      <a:pt x="37" y="68"/>
                    </a:cubicBezTo>
                    <a:cubicBezTo>
                      <a:pt x="36" y="69"/>
                      <a:pt x="39" y="69"/>
                      <a:pt x="38" y="70"/>
                    </a:cubicBezTo>
                    <a:cubicBezTo>
                      <a:pt x="39" y="70"/>
                      <a:pt x="37" y="72"/>
                      <a:pt x="39" y="72"/>
                    </a:cubicBezTo>
                    <a:cubicBezTo>
                      <a:pt x="38" y="72"/>
                      <a:pt x="38" y="73"/>
                      <a:pt x="38" y="73"/>
                    </a:cubicBezTo>
                    <a:cubicBezTo>
                      <a:pt x="41" y="72"/>
                      <a:pt x="37" y="75"/>
                      <a:pt x="40" y="74"/>
                    </a:cubicBezTo>
                    <a:cubicBezTo>
                      <a:pt x="39" y="75"/>
                      <a:pt x="39" y="75"/>
                      <a:pt x="39" y="75"/>
                    </a:cubicBezTo>
                    <a:cubicBezTo>
                      <a:pt x="41" y="76"/>
                      <a:pt x="41" y="79"/>
                      <a:pt x="43" y="80"/>
                    </a:cubicBezTo>
                    <a:cubicBezTo>
                      <a:pt x="44" y="81"/>
                      <a:pt x="42" y="84"/>
                      <a:pt x="44" y="84"/>
                    </a:cubicBezTo>
                    <a:cubicBezTo>
                      <a:pt x="46" y="84"/>
                      <a:pt x="46" y="84"/>
                      <a:pt x="46" y="84"/>
                    </a:cubicBezTo>
                    <a:cubicBezTo>
                      <a:pt x="46" y="84"/>
                      <a:pt x="45" y="84"/>
                      <a:pt x="44" y="84"/>
                    </a:cubicBezTo>
                    <a:cubicBezTo>
                      <a:pt x="46" y="84"/>
                      <a:pt x="45" y="86"/>
                      <a:pt x="45" y="87"/>
                    </a:cubicBezTo>
                    <a:cubicBezTo>
                      <a:pt x="46" y="87"/>
                      <a:pt x="46" y="87"/>
                      <a:pt x="47" y="86"/>
                    </a:cubicBezTo>
                    <a:cubicBezTo>
                      <a:pt x="45" y="88"/>
                      <a:pt x="48" y="88"/>
                      <a:pt x="47" y="89"/>
                    </a:cubicBezTo>
                    <a:cubicBezTo>
                      <a:pt x="50" y="88"/>
                      <a:pt x="49" y="89"/>
                      <a:pt x="50" y="89"/>
                    </a:cubicBezTo>
                    <a:cubicBezTo>
                      <a:pt x="50" y="89"/>
                      <a:pt x="49" y="90"/>
                      <a:pt x="48" y="90"/>
                    </a:cubicBezTo>
                    <a:cubicBezTo>
                      <a:pt x="49" y="91"/>
                      <a:pt x="49" y="91"/>
                      <a:pt x="49" y="92"/>
                    </a:cubicBezTo>
                    <a:cubicBezTo>
                      <a:pt x="49" y="92"/>
                      <a:pt x="51" y="92"/>
                      <a:pt x="51" y="92"/>
                    </a:cubicBezTo>
                    <a:cubicBezTo>
                      <a:pt x="49" y="93"/>
                      <a:pt x="51" y="93"/>
                      <a:pt x="50" y="94"/>
                    </a:cubicBezTo>
                    <a:cubicBezTo>
                      <a:pt x="52" y="93"/>
                      <a:pt x="54" y="93"/>
                      <a:pt x="53" y="94"/>
                    </a:cubicBezTo>
                    <a:cubicBezTo>
                      <a:pt x="51" y="95"/>
                      <a:pt x="51" y="95"/>
                      <a:pt x="51" y="95"/>
                    </a:cubicBezTo>
                    <a:cubicBezTo>
                      <a:pt x="53" y="95"/>
                      <a:pt x="51" y="98"/>
                      <a:pt x="55" y="99"/>
                    </a:cubicBezTo>
                    <a:cubicBezTo>
                      <a:pt x="53" y="99"/>
                      <a:pt x="53" y="99"/>
                      <a:pt x="53" y="99"/>
                    </a:cubicBezTo>
                    <a:cubicBezTo>
                      <a:pt x="56" y="100"/>
                      <a:pt x="54" y="103"/>
                      <a:pt x="58" y="103"/>
                    </a:cubicBezTo>
                    <a:cubicBezTo>
                      <a:pt x="57" y="104"/>
                      <a:pt x="56" y="105"/>
                      <a:pt x="57" y="105"/>
                    </a:cubicBezTo>
                    <a:cubicBezTo>
                      <a:pt x="58" y="105"/>
                      <a:pt x="58" y="106"/>
                      <a:pt x="60" y="105"/>
                    </a:cubicBezTo>
                    <a:cubicBezTo>
                      <a:pt x="61" y="106"/>
                      <a:pt x="59" y="106"/>
                      <a:pt x="59" y="106"/>
                    </a:cubicBezTo>
                    <a:cubicBezTo>
                      <a:pt x="59" y="107"/>
                      <a:pt x="57" y="108"/>
                      <a:pt x="59" y="108"/>
                    </a:cubicBezTo>
                    <a:cubicBezTo>
                      <a:pt x="58" y="109"/>
                      <a:pt x="58" y="109"/>
                      <a:pt x="58" y="109"/>
                    </a:cubicBezTo>
                    <a:cubicBezTo>
                      <a:pt x="59" y="109"/>
                      <a:pt x="61" y="109"/>
                      <a:pt x="60" y="110"/>
                    </a:cubicBezTo>
                    <a:cubicBezTo>
                      <a:pt x="61" y="110"/>
                      <a:pt x="62" y="111"/>
                      <a:pt x="64" y="110"/>
                    </a:cubicBezTo>
                    <a:cubicBezTo>
                      <a:pt x="64" y="110"/>
                      <a:pt x="61" y="111"/>
                      <a:pt x="63" y="111"/>
                    </a:cubicBezTo>
                    <a:cubicBezTo>
                      <a:pt x="61" y="111"/>
                      <a:pt x="61" y="111"/>
                      <a:pt x="61" y="111"/>
                    </a:cubicBezTo>
                    <a:cubicBezTo>
                      <a:pt x="61" y="113"/>
                      <a:pt x="62" y="114"/>
                      <a:pt x="63" y="115"/>
                    </a:cubicBezTo>
                    <a:cubicBezTo>
                      <a:pt x="61" y="116"/>
                      <a:pt x="64" y="116"/>
                      <a:pt x="62" y="117"/>
                    </a:cubicBezTo>
                    <a:cubicBezTo>
                      <a:pt x="64" y="118"/>
                      <a:pt x="62" y="119"/>
                      <a:pt x="65" y="119"/>
                    </a:cubicBezTo>
                    <a:cubicBezTo>
                      <a:pt x="64" y="119"/>
                      <a:pt x="64" y="119"/>
                      <a:pt x="64" y="119"/>
                    </a:cubicBezTo>
                    <a:cubicBezTo>
                      <a:pt x="64" y="120"/>
                      <a:pt x="64" y="121"/>
                      <a:pt x="63" y="121"/>
                    </a:cubicBezTo>
                    <a:cubicBezTo>
                      <a:pt x="63" y="122"/>
                      <a:pt x="65" y="122"/>
                      <a:pt x="66" y="122"/>
                    </a:cubicBezTo>
                    <a:cubicBezTo>
                      <a:pt x="64" y="122"/>
                      <a:pt x="64" y="122"/>
                      <a:pt x="64" y="122"/>
                    </a:cubicBezTo>
                    <a:cubicBezTo>
                      <a:pt x="65" y="123"/>
                      <a:pt x="67" y="123"/>
                      <a:pt x="69" y="123"/>
                    </a:cubicBezTo>
                    <a:cubicBezTo>
                      <a:pt x="68" y="123"/>
                      <a:pt x="69" y="123"/>
                      <a:pt x="68" y="124"/>
                    </a:cubicBezTo>
                    <a:cubicBezTo>
                      <a:pt x="67" y="123"/>
                      <a:pt x="66" y="123"/>
                      <a:pt x="64" y="123"/>
                    </a:cubicBezTo>
                    <a:cubicBezTo>
                      <a:pt x="63" y="123"/>
                      <a:pt x="67" y="124"/>
                      <a:pt x="65" y="124"/>
                    </a:cubicBezTo>
                    <a:cubicBezTo>
                      <a:pt x="64" y="125"/>
                      <a:pt x="65" y="125"/>
                      <a:pt x="67" y="125"/>
                    </a:cubicBezTo>
                    <a:cubicBezTo>
                      <a:pt x="66" y="125"/>
                      <a:pt x="66" y="125"/>
                      <a:pt x="65" y="125"/>
                    </a:cubicBezTo>
                    <a:cubicBezTo>
                      <a:pt x="65" y="126"/>
                      <a:pt x="65" y="126"/>
                      <a:pt x="66" y="126"/>
                    </a:cubicBezTo>
                    <a:cubicBezTo>
                      <a:pt x="66" y="126"/>
                      <a:pt x="66" y="126"/>
                      <a:pt x="66" y="126"/>
                    </a:cubicBezTo>
                    <a:cubicBezTo>
                      <a:pt x="67" y="126"/>
                      <a:pt x="67" y="126"/>
                      <a:pt x="69" y="126"/>
                    </a:cubicBezTo>
                    <a:cubicBezTo>
                      <a:pt x="69" y="126"/>
                      <a:pt x="68" y="126"/>
                      <a:pt x="69" y="126"/>
                    </a:cubicBezTo>
                    <a:cubicBezTo>
                      <a:pt x="70" y="126"/>
                      <a:pt x="71" y="126"/>
                      <a:pt x="69" y="126"/>
                    </a:cubicBezTo>
                    <a:cubicBezTo>
                      <a:pt x="68" y="127"/>
                      <a:pt x="67" y="126"/>
                      <a:pt x="66" y="126"/>
                    </a:cubicBezTo>
                    <a:cubicBezTo>
                      <a:pt x="70" y="127"/>
                      <a:pt x="70" y="127"/>
                      <a:pt x="70" y="127"/>
                    </a:cubicBezTo>
                    <a:cubicBezTo>
                      <a:pt x="69" y="127"/>
                      <a:pt x="69" y="127"/>
                      <a:pt x="71" y="127"/>
                    </a:cubicBezTo>
                    <a:cubicBezTo>
                      <a:pt x="70" y="126"/>
                      <a:pt x="70" y="126"/>
                      <a:pt x="70" y="126"/>
                    </a:cubicBezTo>
                    <a:cubicBezTo>
                      <a:pt x="72" y="126"/>
                      <a:pt x="72" y="126"/>
                      <a:pt x="72" y="126"/>
                    </a:cubicBezTo>
                    <a:cubicBezTo>
                      <a:pt x="71" y="126"/>
                      <a:pt x="72" y="125"/>
                      <a:pt x="71" y="125"/>
                    </a:cubicBezTo>
                    <a:cubicBezTo>
                      <a:pt x="70" y="125"/>
                      <a:pt x="70" y="125"/>
                      <a:pt x="70" y="125"/>
                    </a:cubicBezTo>
                    <a:cubicBezTo>
                      <a:pt x="69" y="125"/>
                      <a:pt x="67" y="124"/>
                      <a:pt x="69" y="124"/>
                    </a:cubicBezTo>
                    <a:cubicBezTo>
                      <a:pt x="71" y="124"/>
                      <a:pt x="71" y="124"/>
                      <a:pt x="71" y="124"/>
                    </a:cubicBezTo>
                    <a:cubicBezTo>
                      <a:pt x="71" y="124"/>
                      <a:pt x="70" y="124"/>
                      <a:pt x="71" y="123"/>
                    </a:cubicBezTo>
                    <a:cubicBezTo>
                      <a:pt x="73" y="123"/>
                      <a:pt x="73" y="123"/>
                      <a:pt x="73" y="123"/>
                    </a:cubicBezTo>
                    <a:cubicBezTo>
                      <a:pt x="70" y="124"/>
                      <a:pt x="72" y="122"/>
                      <a:pt x="71" y="122"/>
                    </a:cubicBezTo>
                    <a:cubicBezTo>
                      <a:pt x="72" y="122"/>
                      <a:pt x="72" y="122"/>
                      <a:pt x="72" y="122"/>
                    </a:cubicBezTo>
                    <a:cubicBezTo>
                      <a:pt x="73" y="122"/>
                      <a:pt x="70" y="123"/>
                      <a:pt x="70" y="122"/>
                    </a:cubicBezTo>
                    <a:cubicBezTo>
                      <a:pt x="71" y="122"/>
                      <a:pt x="73" y="122"/>
                      <a:pt x="74" y="121"/>
                    </a:cubicBezTo>
                    <a:cubicBezTo>
                      <a:pt x="74" y="121"/>
                      <a:pt x="72" y="120"/>
                      <a:pt x="74" y="119"/>
                    </a:cubicBezTo>
                    <a:cubicBezTo>
                      <a:pt x="73" y="118"/>
                      <a:pt x="72" y="118"/>
                      <a:pt x="71" y="118"/>
                    </a:cubicBezTo>
                    <a:cubicBezTo>
                      <a:pt x="71" y="117"/>
                      <a:pt x="74" y="117"/>
                      <a:pt x="73" y="117"/>
                    </a:cubicBezTo>
                    <a:cubicBezTo>
                      <a:pt x="74" y="117"/>
                      <a:pt x="75" y="117"/>
                      <a:pt x="75" y="116"/>
                    </a:cubicBezTo>
                    <a:cubicBezTo>
                      <a:pt x="74" y="116"/>
                      <a:pt x="75" y="115"/>
                      <a:pt x="73" y="116"/>
                    </a:cubicBezTo>
                    <a:cubicBezTo>
                      <a:pt x="74" y="115"/>
                      <a:pt x="74" y="114"/>
                      <a:pt x="73" y="114"/>
                    </a:cubicBezTo>
                    <a:cubicBezTo>
                      <a:pt x="73" y="114"/>
                      <a:pt x="75" y="114"/>
                      <a:pt x="76" y="113"/>
                    </a:cubicBezTo>
                    <a:cubicBezTo>
                      <a:pt x="74" y="113"/>
                      <a:pt x="73" y="113"/>
                      <a:pt x="73" y="112"/>
                    </a:cubicBezTo>
                    <a:cubicBezTo>
                      <a:pt x="72" y="112"/>
                      <a:pt x="72" y="113"/>
                      <a:pt x="70" y="113"/>
                    </a:cubicBezTo>
                    <a:cubicBezTo>
                      <a:pt x="70" y="113"/>
                      <a:pt x="69" y="113"/>
                      <a:pt x="69" y="113"/>
                    </a:cubicBezTo>
                    <a:cubicBezTo>
                      <a:pt x="71" y="112"/>
                      <a:pt x="74" y="112"/>
                      <a:pt x="74" y="111"/>
                    </a:cubicBezTo>
                    <a:cubicBezTo>
                      <a:pt x="77" y="111"/>
                      <a:pt x="73" y="112"/>
                      <a:pt x="76" y="111"/>
                    </a:cubicBezTo>
                    <a:cubicBezTo>
                      <a:pt x="78" y="111"/>
                      <a:pt x="79" y="112"/>
                      <a:pt x="77" y="113"/>
                    </a:cubicBezTo>
                    <a:cubicBezTo>
                      <a:pt x="80" y="113"/>
                      <a:pt x="78" y="112"/>
                      <a:pt x="80" y="112"/>
                    </a:cubicBezTo>
                    <a:cubicBezTo>
                      <a:pt x="80" y="111"/>
                      <a:pt x="78" y="111"/>
                      <a:pt x="78" y="111"/>
                    </a:cubicBezTo>
                    <a:cubicBezTo>
                      <a:pt x="77" y="111"/>
                      <a:pt x="77" y="111"/>
                      <a:pt x="76" y="111"/>
                    </a:cubicBezTo>
                    <a:cubicBezTo>
                      <a:pt x="73" y="111"/>
                      <a:pt x="77" y="110"/>
                      <a:pt x="77" y="110"/>
                    </a:cubicBezTo>
                    <a:cubicBezTo>
                      <a:pt x="78" y="110"/>
                      <a:pt x="78" y="110"/>
                      <a:pt x="78" y="110"/>
                    </a:cubicBezTo>
                    <a:cubicBezTo>
                      <a:pt x="79" y="109"/>
                      <a:pt x="77" y="110"/>
                      <a:pt x="77" y="109"/>
                    </a:cubicBezTo>
                    <a:cubicBezTo>
                      <a:pt x="80" y="108"/>
                      <a:pt x="78" y="110"/>
                      <a:pt x="80" y="109"/>
                    </a:cubicBezTo>
                    <a:cubicBezTo>
                      <a:pt x="82" y="109"/>
                      <a:pt x="82" y="109"/>
                      <a:pt x="82" y="109"/>
                    </a:cubicBezTo>
                    <a:cubicBezTo>
                      <a:pt x="82" y="108"/>
                      <a:pt x="79" y="109"/>
                      <a:pt x="80" y="108"/>
                    </a:cubicBezTo>
                    <a:cubicBezTo>
                      <a:pt x="81" y="108"/>
                      <a:pt x="81" y="108"/>
                      <a:pt x="81" y="108"/>
                    </a:cubicBezTo>
                    <a:cubicBezTo>
                      <a:pt x="80" y="108"/>
                      <a:pt x="80" y="108"/>
                      <a:pt x="80" y="108"/>
                    </a:cubicBezTo>
                    <a:cubicBezTo>
                      <a:pt x="79" y="108"/>
                      <a:pt x="77" y="108"/>
                      <a:pt x="77" y="109"/>
                    </a:cubicBezTo>
                    <a:cubicBezTo>
                      <a:pt x="74" y="109"/>
                      <a:pt x="77" y="109"/>
                      <a:pt x="76" y="108"/>
                    </a:cubicBezTo>
                    <a:cubicBezTo>
                      <a:pt x="74" y="108"/>
                      <a:pt x="76" y="108"/>
                      <a:pt x="75" y="109"/>
                    </a:cubicBezTo>
                    <a:cubicBezTo>
                      <a:pt x="73" y="109"/>
                      <a:pt x="73" y="109"/>
                      <a:pt x="73" y="108"/>
                    </a:cubicBezTo>
                    <a:cubicBezTo>
                      <a:pt x="72" y="108"/>
                      <a:pt x="74" y="108"/>
                      <a:pt x="75" y="107"/>
                    </a:cubicBezTo>
                    <a:cubicBezTo>
                      <a:pt x="76" y="107"/>
                      <a:pt x="76" y="108"/>
                      <a:pt x="75" y="108"/>
                    </a:cubicBezTo>
                    <a:cubicBezTo>
                      <a:pt x="77" y="108"/>
                      <a:pt x="79" y="107"/>
                      <a:pt x="80" y="107"/>
                    </a:cubicBezTo>
                    <a:cubicBezTo>
                      <a:pt x="81" y="106"/>
                      <a:pt x="79" y="107"/>
                      <a:pt x="78" y="107"/>
                    </a:cubicBezTo>
                    <a:cubicBezTo>
                      <a:pt x="78" y="107"/>
                      <a:pt x="76" y="107"/>
                      <a:pt x="76" y="107"/>
                    </a:cubicBezTo>
                    <a:cubicBezTo>
                      <a:pt x="71" y="107"/>
                      <a:pt x="79" y="106"/>
                      <a:pt x="78" y="105"/>
                    </a:cubicBezTo>
                    <a:cubicBezTo>
                      <a:pt x="75" y="106"/>
                      <a:pt x="74" y="105"/>
                      <a:pt x="70" y="107"/>
                    </a:cubicBezTo>
                    <a:cubicBezTo>
                      <a:pt x="70" y="107"/>
                      <a:pt x="69" y="107"/>
                      <a:pt x="69" y="106"/>
                    </a:cubicBezTo>
                    <a:cubicBezTo>
                      <a:pt x="71" y="106"/>
                      <a:pt x="71" y="106"/>
                      <a:pt x="73" y="105"/>
                    </a:cubicBezTo>
                    <a:cubicBezTo>
                      <a:pt x="73" y="105"/>
                      <a:pt x="73" y="105"/>
                      <a:pt x="73" y="105"/>
                    </a:cubicBezTo>
                    <a:cubicBezTo>
                      <a:pt x="75" y="105"/>
                      <a:pt x="75" y="105"/>
                      <a:pt x="75" y="105"/>
                    </a:cubicBezTo>
                    <a:cubicBezTo>
                      <a:pt x="79" y="103"/>
                      <a:pt x="79" y="103"/>
                      <a:pt x="79" y="103"/>
                    </a:cubicBezTo>
                    <a:cubicBezTo>
                      <a:pt x="78" y="103"/>
                      <a:pt x="77" y="104"/>
                      <a:pt x="76" y="103"/>
                    </a:cubicBezTo>
                    <a:cubicBezTo>
                      <a:pt x="77" y="103"/>
                      <a:pt x="78" y="103"/>
                      <a:pt x="78" y="102"/>
                    </a:cubicBezTo>
                    <a:cubicBezTo>
                      <a:pt x="77" y="103"/>
                      <a:pt x="75" y="103"/>
                      <a:pt x="75" y="103"/>
                    </a:cubicBezTo>
                    <a:cubicBezTo>
                      <a:pt x="74" y="103"/>
                      <a:pt x="76" y="102"/>
                      <a:pt x="77" y="102"/>
                    </a:cubicBezTo>
                    <a:cubicBezTo>
                      <a:pt x="79" y="102"/>
                      <a:pt x="79" y="102"/>
                      <a:pt x="79" y="102"/>
                    </a:cubicBezTo>
                    <a:cubicBezTo>
                      <a:pt x="77" y="102"/>
                      <a:pt x="79" y="101"/>
                      <a:pt x="79" y="101"/>
                    </a:cubicBezTo>
                    <a:cubicBezTo>
                      <a:pt x="77" y="101"/>
                      <a:pt x="76" y="102"/>
                      <a:pt x="74" y="102"/>
                    </a:cubicBezTo>
                    <a:cubicBezTo>
                      <a:pt x="74" y="102"/>
                      <a:pt x="75" y="101"/>
                      <a:pt x="75" y="101"/>
                    </a:cubicBezTo>
                    <a:cubicBezTo>
                      <a:pt x="76" y="101"/>
                      <a:pt x="76" y="101"/>
                      <a:pt x="76" y="101"/>
                    </a:cubicBezTo>
                    <a:cubicBezTo>
                      <a:pt x="76" y="101"/>
                      <a:pt x="79" y="100"/>
                      <a:pt x="78" y="100"/>
                    </a:cubicBezTo>
                    <a:cubicBezTo>
                      <a:pt x="77" y="100"/>
                      <a:pt x="77" y="100"/>
                      <a:pt x="77" y="100"/>
                    </a:cubicBezTo>
                    <a:cubicBezTo>
                      <a:pt x="77" y="100"/>
                      <a:pt x="78" y="100"/>
                      <a:pt x="78" y="100"/>
                    </a:cubicBezTo>
                    <a:cubicBezTo>
                      <a:pt x="77" y="100"/>
                      <a:pt x="77" y="99"/>
                      <a:pt x="77" y="99"/>
                    </a:cubicBezTo>
                    <a:cubicBezTo>
                      <a:pt x="78" y="99"/>
                      <a:pt x="78" y="99"/>
                      <a:pt x="78" y="99"/>
                    </a:cubicBezTo>
                    <a:cubicBezTo>
                      <a:pt x="77" y="99"/>
                      <a:pt x="75" y="99"/>
                      <a:pt x="76" y="99"/>
                    </a:cubicBezTo>
                    <a:cubicBezTo>
                      <a:pt x="74" y="100"/>
                      <a:pt x="77" y="99"/>
                      <a:pt x="76" y="100"/>
                    </a:cubicBezTo>
                    <a:cubicBezTo>
                      <a:pt x="74" y="100"/>
                      <a:pt x="74" y="100"/>
                      <a:pt x="73" y="100"/>
                    </a:cubicBezTo>
                    <a:cubicBezTo>
                      <a:pt x="76" y="99"/>
                      <a:pt x="73" y="99"/>
                      <a:pt x="73" y="99"/>
                    </a:cubicBezTo>
                    <a:cubicBezTo>
                      <a:pt x="74" y="98"/>
                      <a:pt x="75" y="98"/>
                      <a:pt x="75" y="98"/>
                    </a:cubicBezTo>
                    <a:cubicBezTo>
                      <a:pt x="73" y="98"/>
                      <a:pt x="73" y="98"/>
                      <a:pt x="73" y="98"/>
                    </a:cubicBezTo>
                    <a:cubicBezTo>
                      <a:pt x="77" y="97"/>
                      <a:pt x="73" y="98"/>
                      <a:pt x="73" y="97"/>
                    </a:cubicBezTo>
                    <a:cubicBezTo>
                      <a:pt x="75" y="97"/>
                      <a:pt x="76" y="96"/>
                      <a:pt x="76" y="96"/>
                    </a:cubicBezTo>
                    <a:cubicBezTo>
                      <a:pt x="74" y="97"/>
                      <a:pt x="73" y="97"/>
                      <a:pt x="71" y="97"/>
                    </a:cubicBezTo>
                    <a:cubicBezTo>
                      <a:pt x="72" y="96"/>
                      <a:pt x="75" y="96"/>
                      <a:pt x="76" y="96"/>
                    </a:cubicBezTo>
                    <a:cubicBezTo>
                      <a:pt x="74" y="96"/>
                      <a:pt x="77" y="94"/>
                      <a:pt x="75" y="95"/>
                    </a:cubicBezTo>
                    <a:cubicBezTo>
                      <a:pt x="74" y="96"/>
                      <a:pt x="73" y="96"/>
                      <a:pt x="72" y="96"/>
                    </a:cubicBezTo>
                    <a:cubicBezTo>
                      <a:pt x="72" y="95"/>
                      <a:pt x="73" y="96"/>
                      <a:pt x="74" y="95"/>
                    </a:cubicBezTo>
                    <a:cubicBezTo>
                      <a:pt x="74" y="95"/>
                      <a:pt x="72" y="95"/>
                      <a:pt x="71" y="96"/>
                    </a:cubicBezTo>
                    <a:cubicBezTo>
                      <a:pt x="71" y="95"/>
                      <a:pt x="69" y="96"/>
                      <a:pt x="70" y="95"/>
                    </a:cubicBezTo>
                    <a:cubicBezTo>
                      <a:pt x="72" y="94"/>
                      <a:pt x="71" y="95"/>
                      <a:pt x="72" y="95"/>
                    </a:cubicBezTo>
                    <a:cubicBezTo>
                      <a:pt x="72" y="94"/>
                      <a:pt x="68" y="96"/>
                      <a:pt x="68" y="95"/>
                    </a:cubicBezTo>
                    <a:cubicBezTo>
                      <a:pt x="67" y="96"/>
                      <a:pt x="64" y="97"/>
                      <a:pt x="63" y="97"/>
                    </a:cubicBezTo>
                    <a:cubicBezTo>
                      <a:pt x="63" y="96"/>
                      <a:pt x="64" y="97"/>
                      <a:pt x="66" y="96"/>
                    </a:cubicBezTo>
                    <a:cubicBezTo>
                      <a:pt x="65" y="95"/>
                      <a:pt x="65" y="95"/>
                      <a:pt x="65" y="95"/>
                    </a:cubicBezTo>
                    <a:cubicBezTo>
                      <a:pt x="68" y="94"/>
                      <a:pt x="70" y="95"/>
                      <a:pt x="72" y="93"/>
                    </a:cubicBezTo>
                    <a:cubicBezTo>
                      <a:pt x="71" y="93"/>
                      <a:pt x="71" y="93"/>
                      <a:pt x="71" y="93"/>
                    </a:cubicBezTo>
                    <a:cubicBezTo>
                      <a:pt x="72" y="93"/>
                      <a:pt x="74" y="93"/>
                      <a:pt x="74" y="92"/>
                    </a:cubicBezTo>
                    <a:cubicBezTo>
                      <a:pt x="72" y="93"/>
                      <a:pt x="74" y="92"/>
                      <a:pt x="73" y="92"/>
                    </a:cubicBezTo>
                    <a:cubicBezTo>
                      <a:pt x="71" y="92"/>
                      <a:pt x="74" y="92"/>
                      <a:pt x="72" y="92"/>
                    </a:cubicBezTo>
                    <a:cubicBezTo>
                      <a:pt x="72" y="92"/>
                      <a:pt x="69" y="93"/>
                      <a:pt x="70" y="92"/>
                    </a:cubicBezTo>
                    <a:cubicBezTo>
                      <a:pt x="73" y="91"/>
                      <a:pt x="73" y="91"/>
                      <a:pt x="73" y="91"/>
                    </a:cubicBezTo>
                    <a:cubicBezTo>
                      <a:pt x="74" y="91"/>
                      <a:pt x="71" y="92"/>
                      <a:pt x="72" y="91"/>
                    </a:cubicBezTo>
                    <a:cubicBezTo>
                      <a:pt x="73" y="91"/>
                      <a:pt x="73" y="91"/>
                      <a:pt x="73" y="91"/>
                    </a:cubicBezTo>
                    <a:cubicBezTo>
                      <a:pt x="72" y="89"/>
                      <a:pt x="72" y="88"/>
                      <a:pt x="67" y="88"/>
                    </a:cubicBezTo>
                    <a:cubicBezTo>
                      <a:pt x="69" y="87"/>
                      <a:pt x="69" y="87"/>
                      <a:pt x="70" y="86"/>
                    </a:cubicBezTo>
                    <a:cubicBezTo>
                      <a:pt x="69" y="86"/>
                      <a:pt x="68" y="86"/>
                      <a:pt x="68" y="86"/>
                    </a:cubicBezTo>
                    <a:cubicBezTo>
                      <a:pt x="69" y="85"/>
                      <a:pt x="69" y="85"/>
                      <a:pt x="69" y="85"/>
                    </a:cubicBezTo>
                    <a:cubicBezTo>
                      <a:pt x="70" y="84"/>
                      <a:pt x="68" y="85"/>
                      <a:pt x="67" y="85"/>
                    </a:cubicBezTo>
                    <a:cubicBezTo>
                      <a:pt x="68" y="84"/>
                      <a:pt x="68" y="84"/>
                      <a:pt x="68" y="84"/>
                    </a:cubicBezTo>
                    <a:cubicBezTo>
                      <a:pt x="69" y="83"/>
                      <a:pt x="67" y="84"/>
                      <a:pt x="67" y="84"/>
                    </a:cubicBezTo>
                    <a:cubicBezTo>
                      <a:pt x="68" y="84"/>
                      <a:pt x="68" y="84"/>
                      <a:pt x="68" y="84"/>
                    </a:cubicBezTo>
                    <a:cubicBezTo>
                      <a:pt x="67" y="84"/>
                      <a:pt x="67" y="84"/>
                      <a:pt x="67" y="84"/>
                    </a:cubicBezTo>
                    <a:cubicBezTo>
                      <a:pt x="66" y="84"/>
                      <a:pt x="66" y="83"/>
                      <a:pt x="68" y="83"/>
                    </a:cubicBezTo>
                    <a:cubicBezTo>
                      <a:pt x="67" y="83"/>
                      <a:pt x="67" y="83"/>
                      <a:pt x="67" y="83"/>
                    </a:cubicBezTo>
                    <a:cubicBezTo>
                      <a:pt x="68" y="82"/>
                      <a:pt x="67" y="81"/>
                      <a:pt x="66" y="81"/>
                    </a:cubicBezTo>
                    <a:cubicBezTo>
                      <a:pt x="66" y="82"/>
                      <a:pt x="65" y="82"/>
                      <a:pt x="64" y="82"/>
                    </a:cubicBezTo>
                    <a:cubicBezTo>
                      <a:pt x="62" y="83"/>
                      <a:pt x="64" y="82"/>
                      <a:pt x="63" y="82"/>
                    </a:cubicBezTo>
                    <a:cubicBezTo>
                      <a:pt x="64" y="82"/>
                      <a:pt x="64" y="81"/>
                      <a:pt x="65" y="81"/>
                    </a:cubicBezTo>
                    <a:cubicBezTo>
                      <a:pt x="68" y="79"/>
                      <a:pt x="65" y="79"/>
                      <a:pt x="65" y="78"/>
                    </a:cubicBezTo>
                    <a:cubicBezTo>
                      <a:pt x="64" y="78"/>
                      <a:pt x="64" y="78"/>
                      <a:pt x="64" y="78"/>
                    </a:cubicBezTo>
                    <a:cubicBezTo>
                      <a:pt x="66" y="77"/>
                      <a:pt x="63" y="77"/>
                      <a:pt x="64" y="76"/>
                    </a:cubicBezTo>
                    <a:cubicBezTo>
                      <a:pt x="63" y="76"/>
                      <a:pt x="60" y="77"/>
                      <a:pt x="60" y="77"/>
                    </a:cubicBezTo>
                    <a:cubicBezTo>
                      <a:pt x="58" y="78"/>
                      <a:pt x="62" y="76"/>
                      <a:pt x="63" y="75"/>
                    </a:cubicBezTo>
                    <a:cubicBezTo>
                      <a:pt x="62" y="75"/>
                      <a:pt x="62" y="75"/>
                      <a:pt x="62" y="75"/>
                    </a:cubicBezTo>
                    <a:cubicBezTo>
                      <a:pt x="62" y="75"/>
                      <a:pt x="62" y="75"/>
                      <a:pt x="62" y="75"/>
                    </a:cubicBezTo>
                    <a:cubicBezTo>
                      <a:pt x="61" y="75"/>
                      <a:pt x="60" y="75"/>
                      <a:pt x="61" y="74"/>
                    </a:cubicBezTo>
                    <a:cubicBezTo>
                      <a:pt x="61" y="74"/>
                      <a:pt x="61" y="74"/>
                      <a:pt x="61" y="74"/>
                    </a:cubicBezTo>
                    <a:cubicBezTo>
                      <a:pt x="61" y="74"/>
                      <a:pt x="62" y="73"/>
                      <a:pt x="62" y="73"/>
                    </a:cubicBezTo>
                    <a:cubicBezTo>
                      <a:pt x="60" y="74"/>
                      <a:pt x="61" y="72"/>
                      <a:pt x="59" y="73"/>
                    </a:cubicBezTo>
                    <a:cubicBezTo>
                      <a:pt x="60" y="73"/>
                      <a:pt x="60" y="73"/>
                      <a:pt x="60" y="73"/>
                    </a:cubicBezTo>
                    <a:cubicBezTo>
                      <a:pt x="59" y="73"/>
                      <a:pt x="59" y="73"/>
                      <a:pt x="59" y="73"/>
                    </a:cubicBezTo>
                    <a:cubicBezTo>
                      <a:pt x="59" y="73"/>
                      <a:pt x="59" y="73"/>
                      <a:pt x="59" y="73"/>
                    </a:cubicBezTo>
                    <a:cubicBezTo>
                      <a:pt x="61" y="72"/>
                      <a:pt x="61" y="72"/>
                      <a:pt x="61" y="72"/>
                    </a:cubicBezTo>
                    <a:cubicBezTo>
                      <a:pt x="62" y="71"/>
                      <a:pt x="60" y="72"/>
                      <a:pt x="59" y="73"/>
                    </a:cubicBezTo>
                    <a:cubicBezTo>
                      <a:pt x="57" y="73"/>
                      <a:pt x="59" y="72"/>
                      <a:pt x="59" y="72"/>
                    </a:cubicBezTo>
                    <a:cubicBezTo>
                      <a:pt x="60" y="71"/>
                      <a:pt x="59" y="72"/>
                      <a:pt x="59" y="72"/>
                    </a:cubicBezTo>
                    <a:cubicBezTo>
                      <a:pt x="61" y="72"/>
                      <a:pt x="60" y="72"/>
                      <a:pt x="61" y="71"/>
                    </a:cubicBezTo>
                    <a:cubicBezTo>
                      <a:pt x="61" y="71"/>
                      <a:pt x="59" y="72"/>
                      <a:pt x="59" y="72"/>
                    </a:cubicBezTo>
                    <a:cubicBezTo>
                      <a:pt x="59" y="71"/>
                      <a:pt x="58" y="71"/>
                      <a:pt x="60" y="70"/>
                    </a:cubicBezTo>
                    <a:cubicBezTo>
                      <a:pt x="59" y="71"/>
                      <a:pt x="59" y="70"/>
                      <a:pt x="58" y="70"/>
                    </a:cubicBezTo>
                    <a:cubicBezTo>
                      <a:pt x="58" y="71"/>
                      <a:pt x="58" y="71"/>
                      <a:pt x="57" y="72"/>
                    </a:cubicBezTo>
                    <a:cubicBezTo>
                      <a:pt x="57" y="72"/>
                      <a:pt x="56" y="72"/>
                      <a:pt x="57" y="71"/>
                    </a:cubicBezTo>
                    <a:cubicBezTo>
                      <a:pt x="57" y="71"/>
                      <a:pt x="57" y="71"/>
                      <a:pt x="57" y="71"/>
                    </a:cubicBezTo>
                    <a:cubicBezTo>
                      <a:pt x="57" y="71"/>
                      <a:pt x="57" y="71"/>
                      <a:pt x="56" y="72"/>
                    </a:cubicBezTo>
                    <a:cubicBezTo>
                      <a:pt x="58" y="70"/>
                      <a:pt x="58" y="70"/>
                      <a:pt x="58" y="70"/>
                    </a:cubicBezTo>
                    <a:cubicBezTo>
                      <a:pt x="56" y="71"/>
                      <a:pt x="56" y="70"/>
                      <a:pt x="56" y="70"/>
                    </a:cubicBezTo>
                    <a:cubicBezTo>
                      <a:pt x="57" y="69"/>
                      <a:pt x="59" y="69"/>
                      <a:pt x="59" y="68"/>
                    </a:cubicBezTo>
                    <a:cubicBezTo>
                      <a:pt x="58" y="68"/>
                      <a:pt x="58" y="68"/>
                      <a:pt x="58" y="68"/>
                    </a:cubicBezTo>
                    <a:cubicBezTo>
                      <a:pt x="57" y="68"/>
                      <a:pt x="58" y="68"/>
                      <a:pt x="59" y="68"/>
                    </a:cubicBezTo>
                    <a:cubicBezTo>
                      <a:pt x="59" y="66"/>
                      <a:pt x="54" y="69"/>
                      <a:pt x="55" y="68"/>
                    </a:cubicBezTo>
                    <a:cubicBezTo>
                      <a:pt x="57" y="67"/>
                      <a:pt x="57" y="67"/>
                      <a:pt x="57" y="66"/>
                    </a:cubicBezTo>
                    <a:cubicBezTo>
                      <a:pt x="56" y="67"/>
                      <a:pt x="56" y="67"/>
                      <a:pt x="56" y="67"/>
                    </a:cubicBezTo>
                    <a:cubicBezTo>
                      <a:pt x="55" y="67"/>
                      <a:pt x="58" y="66"/>
                      <a:pt x="56" y="67"/>
                    </a:cubicBezTo>
                    <a:cubicBezTo>
                      <a:pt x="55" y="68"/>
                      <a:pt x="56" y="67"/>
                      <a:pt x="55" y="67"/>
                    </a:cubicBezTo>
                    <a:cubicBezTo>
                      <a:pt x="59" y="65"/>
                      <a:pt x="55" y="65"/>
                      <a:pt x="57" y="63"/>
                    </a:cubicBezTo>
                    <a:cubicBezTo>
                      <a:pt x="54" y="64"/>
                      <a:pt x="56" y="63"/>
                      <a:pt x="55" y="63"/>
                    </a:cubicBezTo>
                    <a:cubicBezTo>
                      <a:pt x="57" y="62"/>
                      <a:pt x="54" y="63"/>
                      <a:pt x="55" y="62"/>
                    </a:cubicBezTo>
                    <a:cubicBezTo>
                      <a:pt x="53" y="63"/>
                      <a:pt x="53" y="63"/>
                      <a:pt x="53" y="63"/>
                    </a:cubicBezTo>
                    <a:cubicBezTo>
                      <a:pt x="54" y="62"/>
                      <a:pt x="49" y="64"/>
                      <a:pt x="52" y="63"/>
                    </a:cubicBezTo>
                    <a:cubicBezTo>
                      <a:pt x="52" y="62"/>
                      <a:pt x="54" y="62"/>
                      <a:pt x="54" y="62"/>
                    </a:cubicBezTo>
                    <a:cubicBezTo>
                      <a:pt x="56" y="60"/>
                      <a:pt x="51" y="62"/>
                      <a:pt x="54" y="60"/>
                    </a:cubicBezTo>
                    <a:cubicBezTo>
                      <a:pt x="53" y="60"/>
                      <a:pt x="52" y="61"/>
                      <a:pt x="51" y="61"/>
                    </a:cubicBezTo>
                    <a:cubicBezTo>
                      <a:pt x="52" y="61"/>
                      <a:pt x="52" y="59"/>
                      <a:pt x="53" y="59"/>
                    </a:cubicBezTo>
                    <a:cubicBezTo>
                      <a:pt x="52" y="59"/>
                      <a:pt x="52" y="60"/>
                      <a:pt x="52" y="59"/>
                    </a:cubicBezTo>
                    <a:cubicBezTo>
                      <a:pt x="53" y="59"/>
                      <a:pt x="53" y="59"/>
                      <a:pt x="53" y="59"/>
                    </a:cubicBezTo>
                    <a:cubicBezTo>
                      <a:pt x="54" y="58"/>
                      <a:pt x="52" y="58"/>
                      <a:pt x="51" y="58"/>
                    </a:cubicBezTo>
                    <a:cubicBezTo>
                      <a:pt x="53" y="57"/>
                      <a:pt x="52" y="57"/>
                      <a:pt x="52" y="56"/>
                    </a:cubicBezTo>
                    <a:cubicBezTo>
                      <a:pt x="50" y="57"/>
                      <a:pt x="53" y="55"/>
                      <a:pt x="50" y="56"/>
                    </a:cubicBezTo>
                    <a:cubicBezTo>
                      <a:pt x="51" y="56"/>
                      <a:pt x="51" y="56"/>
                      <a:pt x="51" y="56"/>
                    </a:cubicBezTo>
                    <a:cubicBezTo>
                      <a:pt x="50" y="56"/>
                      <a:pt x="48" y="57"/>
                      <a:pt x="48" y="57"/>
                    </a:cubicBezTo>
                    <a:cubicBezTo>
                      <a:pt x="50" y="56"/>
                      <a:pt x="50" y="56"/>
                      <a:pt x="50" y="56"/>
                    </a:cubicBezTo>
                    <a:cubicBezTo>
                      <a:pt x="52" y="54"/>
                      <a:pt x="50" y="55"/>
                      <a:pt x="51" y="54"/>
                    </a:cubicBezTo>
                    <a:cubicBezTo>
                      <a:pt x="49" y="55"/>
                      <a:pt x="51" y="54"/>
                      <a:pt x="49" y="55"/>
                    </a:cubicBezTo>
                    <a:cubicBezTo>
                      <a:pt x="49" y="55"/>
                      <a:pt x="49" y="55"/>
                      <a:pt x="49" y="55"/>
                    </a:cubicBezTo>
                    <a:cubicBezTo>
                      <a:pt x="48" y="55"/>
                      <a:pt x="48" y="55"/>
                      <a:pt x="47" y="55"/>
                    </a:cubicBezTo>
                    <a:cubicBezTo>
                      <a:pt x="47" y="55"/>
                      <a:pt x="49" y="54"/>
                      <a:pt x="49" y="54"/>
                    </a:cubicBezTo>
                    <a:cubicBezTo>
                      <a:pt x="50" y="53"/>
                      <a:pt x="49" y="53"/>
                      <a:pt x="49" y="53"/>
                    </a:cubicBezTo>
                    <a:cubicBezTo>
                      <a:pt x="49" y="53"/>
                      <a:pt x="49" y="53"/>
                      <a:pt x="48" y="53"/>
                    </a:cubicBezTo>
                    <a:cubicBezTo>
                      <a:pt x="48" y="53"/>
                      <a:pt x="48" y="53"/>
                      <a:pt x="48" y="53"/>
                    </a:cubicBezTo>
                    <a:cubicBezTo>
                      <a:pt x="48" y="53"/>
                      <a:pt x="48" y="53"/>
                      <a:pt x="48" y="53"/>
                    </a:cubicBezTo>
                    <a:cubicBezTo>
                      <a:pt x="48" y="53"/>
                      <a:pt x="48" y="53"/>
                      <a:pt x="48" y="53"/>
                    </a:cubicBezTo>
                    <a:cubicBezTo>
                      <a:pt x="48" y="53"/>
                      <a:pt x="48" y="53"/>
                      <a:pt x="49" y="53"/>
                    </a:cubicBezTo>
                    <a:cubicBezTo>
                      <a:pt x="49" y="53"/>
                      <a:pt x="49" y="53"/>
                      <a:pt x="49" y="53"/>
                    </a:cubicBezTo>
                    <a:cubicBezTo>
                      <a:pt x="49" y="53"/>
                      <a:pt x="49" y="53"/>
                      <a:pt x="49" y="53"/>
                    </a:cubicBezTo>
                    <a:cubicBezTo>
                      <a:pt x="49" y="52"/>
                      <a:pt x="49" y="52"/>
                      <a:pt x="49" y="52"/>
                    </a:cubicBezTo>
                    <a:cubicBezTo>
                      <a:pt x="50" y="51"/>
                      <a:pt x="50" y="51"/>
                      <a:pt x="50" y="51"/>
                    </a:cubicBezTo>
                    <a:cubicBezTo>
                      <a:pt x="50" y="51"/>
                      <a:pt x="48" y="52"/>
                      <a:pt x="48" y="52"/>
                    </a:cubicBezTo>
                    <a:cubicBezTo>
                      <a:pt x="49" y="50"/>
                      <a:pt x="46" y="50"/>
                      <a:pt x="46" y="50"/>
                    </a:cubicBezTo>
                    <a:cubicBezTo>
                      <a:pt x="46" y="50"/>
                      <a:pt x="47" y="50"/>
                      <a:pt x="46" y="50"/>
                    </a:cubicBezTo>
                    <a:cubicBezTo>
                      <a:pt x="46" y="50"/>
                      <a:pt x="44" y="50"/>
                      <a:pt x="45" y="50"/>
                    </a:cubicBezTo>
                    <a:cubicBezTo>
                      <a:pt x="45" y="50"/>
                      <a:pt x="46" y="49"/>
                      <a:pt x="46" y="49"/>
                    </a:cubicBezTo>
                    <a:cubicBezTo>
                      <a:pt x="46" y="48"/>
                      <a:pt x="45" y="49"/>
                      <a:pt x="45" y="49"/>
                    </a:cubicBezTo>
                    <a:cubicBezTo>
                      <a:pt x="47" y="47"/>
                      <a:pt x="43" y="49"/>
                      <a:pt x="44" y="47"/>
                    </a:cubicBezTo>
                    <a:cubicBezTo>
                      <a:pt x="44" y="47"/>
                      <a:pt x="45" y="47"/>
                      <a:pt x="45" y="47"/>
                    </a:cubicBezTo>
                    <a:cubicBezTo>
                      <a:pt x="44" y="47"/>
                      <a:pt x="43" y="46"/>
                      <a:pt x="41" y="47"/>
                    </a:cubicBezTo>
                    <a:cubicBezTo>
                      <a:pt x="43" y="46"/>
                      <a:pt x="43" y="46"/>
                      <a:pt x="43" y="46"/>
                    </a:cubicBezTo>
                    <a:cubicBezTo>
                      <a:pt x="43" y="46"/>
                      <a:pt x="42" y="46"/>
                      <a:pt x="41" y="46"/>
                    </a:cubicBezTo>
                    <a:cubicBezTo>
                      <a:pt x="40" y="47"/>
                      <a:pt x="39" y="47"/>
                      <a:pt x="39" y="47"/>
                    </a:cubicBezTo>
                    <a:cubicBezTo>
                      <a:pt x="39" y="47"/>
                      <a:pt x="39" y="47"/>
                      <a:pt x="39" y="47"/>
                    </a:cubicBezTo>
                    <a:cubicBezTo>
                      <a:pt x="38" y="46"/>
                      <a:pt x="38" y="46"/>
                      <a:pt x="38" y="46"/>
                    </a:cubicBezTo>
                    <a:cubicBezTo>
                      <a:pt x="39" y="46"/>
                      <a:pt x="39" y="46"/>
                      <a:pt x="39" y="46"/>
                    </a:cubicBezTo>
                    <a:cubicBezTo>
                      <a:pt x="42" y="44"/>
                      <a:pt x="40" y="44"/>
                      <a:pt x="41" y="44"/>
                    </a:cubicBezTo>
                    <a:cubicBezTo>
                      <a:pt x="39" y="44"/>
                      <a:pt x="39" y="44"/>
                      <a:pt x="39" y="44"/>
                    </a:cubicBezTo>
                    <a:cubicBezTo>
                      <a:pt x="38" y="44"/>
                      <a:pt x="40" y="43"/>
                      <a:pt x="40" y="43"/>
                    </a:cubicBezTo>
                    <a:cubicBezTo>
                      <a:pt x="35" y="45"/>
                      <a:pt x="35" y="45"/>
                      <a:pt x="35" y="45"/>
                    </a:cubicBezTo>
                    <a:cubicBezTo>
                      <a:pt x="36" y="45"/>
                      <a:pt x="37" y="44"/>
                      <a:pt x="38" y="43"/>
                    </a:cubicBezTo>
                    <a:cubicBezTo>
                      <a:pt x="37" y="43"/>
                      <a:pt x="35" y="44"/>
                      <a:pt x="33" y="45"/>
                    </a:cubicBezTo>
                    <a:cubicBezTo>
                      <a:pt x="33" y="44"/>
                      <a:pt x="32" y="44"/>
                      <a:pt x="32" y="44"/>
                    </a:cubicBezTo>
                    <a:cubicBezTo>
                      <a:pt x="33" y="43"/>
                      <a:pt x="32" y="44"/>
                      <a:pt x="33" y="44"/>
                    </a:cubicBezTo>
                    <a:cubicBezTo>
                      <a:pt x="34" y="43"/>
                      <a:pt x="34" y="43"/>
                      <a:pt x="34" y="43"/>
                    </a:cubicBezTo>
                    <a:cubicBezTo>
                      <a:pt x="34" y="43"/>
                      <a:pt x="36" y="41"/>
                      <a:pt x="37" y="41"/>
                    </a:cubicBezTo>
                    <a:cubicBezTo>
                      <a:pt x="36" y="41"/>
                      <a:pt x="36" y="40"/>
                      <a:pt x="36" y="39"/>
                    </a:cubicBezTo>
                    <a:cubicBezTo>
                      <a:pt x="34" y="41"/>
                      <a:pt x="35" y="39"/>
                      <a:pt x="33" y="41"/>
                    </a:cubicBezTo>
                    <a:cubicBezTo>
                      <a:pt x="32" y="40"/>
                      <a:pt x="34" y="39"/>
                      <a:pt x="35" y="39"/>
                    </a:cubicBezTo>
                    <a:cubicBezTo>
                      <a:pt x="33" y="39"/>
                      <a:pt x="34" y="38"/>
                      <a:pt x="33" y="37"/>
                    </a:cubicBezTo>
                    <a:cubicBezTo>
                      <a:pt x="34" y="37"/>
                      <a:pt x="34" y="37"/>
                      <a:pt x="34" y="37"/>
                    </a:cubicBezTo>
                    <a:cubicBezTo>
                      <a:pt x="33" y="37"/>
                      <a:pt x="33" y="36"/>
                      <a:pt x="31" y="37"/>
                    </a:cubicBezTo>
                    <a:cubicBezTo>
                      <a:pt x="32" y="36"/>
                      <a:pt x="32" y="36"/>
                      <a:pt x="32" y="36"/>
                    </a:cubicBezTo>
                    <a:cubicBezTo>
                      <a:pt x="32" y="35"/>
                      <a:pt x="29" y="38"/>
                      <a:pt x="30" y="36"/>
                    </a:cubicBezTo>
                    <a:cubicBezTo>
                      <a:pt x="31" y="36"/>
                      <a:pt x="31" y="36"/>
                      <a:pt x="31" y="36"/>
                    </a:cubicBezTo>
                    <a:cubicBezTo>
                      <a:pt x="30" y="36"/>
                      <a:pt x="32" y="34"/>
                      <a:pt x="30" y="35"/>
                    </a:cubicBezTo>
                    <a:cubicBezTo>
                      <a:pt x="31" y="34"/>
                      <a:pt x="31" y="34"/>
                      <a:pt x="31" y="34"/>
                    </a:cubicBezTo>
                    <a:cubicBezTo>
                      <a:pt x="30" y="34"/>
                      <a:pt x="30" y="34"/>
                      <a:pt x="28" y="34"/>
                    </a:cubicBezTo>
                    <a:cubicBezTo>
                      <a:pt x="30" y="33"/>
                      <a:pt x="30" y="33"/>
                      <a:pt x="30" y="33"/>
                    </a:cubicBezTo>
                    <a:cubicBezTo>
                      <a:pt x="31" y="32"/>
                      <a:pt x="28" y="34"/>
                      <a:pt x="29" y="33"/>
                    </a:cubicBezTo>
                    <a:cubicBezTo>
                      <a:pt x="29" y="33"/>
                      <a:pt x="29" y="32"/>
                      <a:pt x="30" y="32"/>
                    </a:cubicBezTo>
                    <a:cubicBezTo>
                      <a:pt x="28" y="33"/>
                      <a:pt x="28" y="32"/>
                      <a:pt x="28" y="32"/>
                    </a:cubicBezTo>
                    <a:cubicBezTo>
                      <a:pt x="29" y="31"/>
                      <a:pt x="29" y="31"/>
                      <a:pt x="29" y="31"/>
                    </a:cubicBezTo>
                    <a:cubicBezTo>
                      <a:pt x="28" y="29"/>
                      <a:pt x="27" y="27"/>
                      <a:pt x="24" y="26"/>
                    </a:cubicBezTo>
                    <a:cubicBezTo>
                      <a:pt x="26" y="24"/>
                      <a:pt x="26" y="26"/>
                      <a:pt x="27" y="24"/>
                    </a:cubicBezTo>
                    <a:cubicBezTo>
                      <a:pt x="25" y="26"/>
                      <a:pt x="26" y="24"/>
                      <a:pt x="25" y="24"/>
                    </a:cubicBezTo>
                    <a:cubicBezTo>
                      <a:pt x="26" y="24"/>
                      <a:pt x="26" y="24"/>
                      <a:pt x="26" y="24"/>
                    </a:cubicBezTo>
                    <a:cubicBezTo>
                      <a:pt x="25" y="24"/>
                      <a:pt x="26" y="23"/>
                      <a:pt x="25" y="23"/>
                    </a:cubicBezTo>
                    <a:cubicBezTo>
                      <a:pt x="25" y="24"/>
                      <a:pt x="25" y="24"/>
                      <a:pt x="25" y="24"/>
                    </a:cubicBezTo>
                    <a:cubicBezTo>
                      <a:pt x="24" y="24"/>
                      <a:pt x="27" y="21"/>
                      <a:pt x="25" y="23"/>
                    </a:cubicBezTo>
                    <a:cubicBezTo>
                      <a:pt x="26" y="22"/>
                      <a:pt x="26" y="22"/>
                      <a:pt x="26" y="22"/>
                    </a:cubicBezTo>
                    <a:cubicBezTo>
                      <a:pt x="23" y="23"/>
                      <a:pt x="26" y="21"/>
                      <a:pt x="24" y="22"/>
                    </a:cubicBezTo>
                    <a:cubicBezTo>
                      <a:pt x="25" y="21"/>
                      <a:pt x="25" y="21"/>
                      <a:pt x="25" y="21"/>
                    </a:cubicBezTo>
                    <a:cubicBezTo>
                      <a:pt x="25" y="20"/>
                      <a:pt x="22" y="22"/>
                      <a:pt x="23" y="21"/>
                    </a:cubicBezTo>
                    <a:cubicBezTo>
                      <a:pt x="23" y="20"/>
                      <a:pt x="22" y="20"/>
                      <a:pt x="20" y="21"/>
                    </a:cubicBezTo>
                    <a:cubicBezTo>
                      <a:pt x="23" y="20"/>
                      <a:pt x="23" y="20"/>
                      <a:pt x="23" y="20"/>
                    </a:cubicBezTo>
                    <a:cubicBezTo>
                      <a:pt x="21" y="19"/>
                      <a:pt x="20" y="17"/>
                      <a:pt x="17" y="17"/>
                    </a:cubicBezTo>
                    <a:cubicBezTo>
                      <a:pt x="18" y="16"/>
                      <a:pt x="18" y="16"/>
                      <a:pt x="18" y="16"/>
                    </a:cubicBezTo>
                    <a:cubicBezTo>
                      <a:pt x="16" y="17"/>
                      <a:pt x="19" y="13"/>
                      <a:pt x="15" y="15"/>
                    </a:cubicBezTo>
                    <a:cubicBezTo>
                      <a:pt x="13" y="16"/>
                      <a:pt x="13" y="16"/>
                      <a:pt x="13" y="16"/>
                    </a:cubicBezTo>
                    <a:cubicBezTo>
                      <a:pt x="15" y="14"/>
                      <a:pt x="15" y="14"/>
                      <a:pt x="15" y="14"/>
                    </a:cubicBezTo>
                    <a:cubicBezTo>
                      <a:pt x="14" y="14"/>
                      <a:pt x="15" y="13"/>
                      <a:pt x="13" y="14"/>
                    </a:cubicBezTo>
                    <a:cubicBezTo>
                      <a:pt x="15" y="13"/>
                      <a:pt x="15" y="13"/>
                      <a:pt x="15" y="13"/>
                    </a:cubicBezTo>
                    <a:cubicBezTo>
                      <a:pt x="15" y="13"/>
                      <a:pt x="12" y="14"/>
                      <a:pt x="12" y="13"/>
                    </a:cubicBezTo>
                    <a:cubicBezTo>
                      <a:pt x="13" y="13"/>
                      <a:pt x="13" y="13"/>
                      <a:pt x="13" y="13"/>
                    </a:cubicBezTo>
                    <a:cubicBezTo>
                      <a:pt x="15" y="9"/>
                      <a:pt x="16" y="6"/>
                      <a:pt x="11" y="6"/>
                    </a:cubicBezTo>
                    <a:cubicBezTo>
                      <a:pt x="11" y="6"/>
                      <a:pt x="13" y="4"/>
                      <a:pt x="13" y="4"/>
                    </a:cubicBezTo>
                    <a:cubicBezTo>
                      <a:pt x="9" y="4"/>
                      <a:pt x="13" y="0"/>
                      <a:pt x="7" y="1"/>
                    </a:cubicBezTo>
                    <a:cubicBezTo>
                      <a:pt x="6" y="0"/>
                      <a:pt x="0" y="2"/>
                      <a:pt x="0" y="2"/>
                    </a:cubicBezTo>
                    <a:cubicBezTo>
                      <a:pt x="3" y="4"/>
                      <a:pt x="3" y="8"/>
                      <a:pt x="1" y="1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5" name="Freeform 128"/>
              <p:cNvSpPr/>
              <p:nvPr/>
            </p:nvSpPr>
            <p:spPr bwMode="auto">
              <a:xfrm>
                <a:off x="3538" y="1526"/>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6" name="Freeform 129"/>
              <p:cNvSpPr/>
              <p:nvPr/>
            </p:nvSpPr>
            <p:spPr bwMode="auto">
              <a:xfrm>
                <a:off x="3460" y="1407"/>
                <a:ext cx="2"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7" name="Freeform 130"/>
              <p:cNvSpPr/>
              <p:nvPr/>
            </p:nvSpPr>
            <p:spPr bwMode="auto">
              <a:xfrm>
                <a:off x="3445" y="1392"/>
                <a:ext cx="4" cy="2"/>
              </a:xfrm>
              <a:custGeom>
                <a:avLst/>
                <a:gdLst>
                  <a:gd name="T0" fmla="*/ 4 w 4"/>
                  <a:gd name="T1" fmla="*/ 0 h 2"/>
                  <a:gd name="T2" fmla="*/ 4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4" y="0"/>
                    </a:lnTo>
                    <a:lnTo>
                      <a:pt x="0" y="2"/>
                    </a:lnTo>
                    <a:lnTo>
                      <a:pt x="4"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8" name="Freeform 131"/>
              <p:cNvSpPr/>
              <p:nvPr/>
            </p:nvSpPr>
            <p:spPr bwMode="auto">
              <a:xfrm>
                <a:off x="3468" y="1405"/>
                <a:ext cx="4"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2" y="0"/>
                      <a:pt x="0" y="0"/>
                      <a:pt x="1" y="0"/>
                    </a:cubicBezTo>
                    <a:cubicBezTo>
                      <a:pt x="1" y="0"/>
                      <a:pt x="2"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9" name="Freeform 132"/>
              <p:cNvSpPr/>
              <p:nvPr/>
            </p:nvSpPr>
            <p:spPr bwMode="auto">
              <a:xfrm>
                <a:off x="3515" y="15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0" name="Freeform 133"/>
              <p:cNvSpPr/>
              <p:nvPr/>
            </p:nvSpPr>
            <p:spPr bwMode="auto">
              <a:xfrm>
                <a:off x="3470" y="140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1" name="Freeform 134"/>
              <p:cNvSpPr/>
              <p:nvPr/>
            </p:nvSpPr>
            <p:spPr bwMode="auto">
              <a:xfrm>
                <a:off x="3462" y="140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2" name="Freeform 135"/>
              <p:cNvSpPr/>
              <p:nvPr/>
            </p:nvSpPr>
            <p:spPr bwMode="auto">
              <a:xfrm>
                <a:off x="3909" y="1416"/>
                <a:ext cx="11" cy="2"/>
              </a:xfrm>
              <a:custGeom>
                <a:avLst/>
                <a:gdLst>
                  <a:gd name="T0" fmla="*/ 1 w 5"/>
                  <a:gd name="T1" fmla="*/ 1 h 1"/>
                  <a:gd name="T2" fmla="*/ 0 w 5"/>
                  <a:gd name="T3" fmla="*/ 1 h 1"/>
                  <a:gd name="T4" fmla="*/ 2 w 5"/>
                  <a:gd name="T5" fmla="*/ 1 h 1"/>
                  <a:gd name="T6" fmla="*/ 3 w 5"/>
                  <a:gd name="T7" fmla="*/ 1 h 1"/>
                  <a:gd name="T8" fmla="*/ 5 w 5"/>
                  <a:gd name="T9" fmla="*/ 0 h 1"/>
                  <a:gd name="T10" fmla="*/ 1 w 5"/>
                  <a:gd name="T11" fmla="*/ 1 h 1"/>
                </a:gdLst>
                <a:ahLst/>
                <a:cxnLst>
                  <a:cxn ang="0">
                    <a:pos x="T0" y="T1"/>
                  </a:cxn>
                  <a:cxn ang="0">
                    <a:pos x="T2" y="T3"/>
                  </a:cxn>
                  <a:cxn ang="0">
                    <a:pos x="T4" y="T5"/>
                  </a:cxn>
                  <a:cxn ang="0">
                    <a:pos x="T6" y="T7"/>
                  </a:cxn>
                  <a:cxn ang="0">
                    <a:pos x="T8" y="T9"/>
                  </a:cxn>
                  <a:cxn ang="0">
                    <a:pos x="T10" y="T11"/>
                  </a:cxn>
                </a:cxnLst>
                <a:rect l="0" t="0" r="r" b="b"/>
                <a:pathLst>
                  <a:path w="5" h="1">
                    <a:moveTo>
                      <a:pt x="1" y="1"/>
                    </a:moveTo>
                    <a:cubicBezTo>
                      <a:pt x="1" y="1"/>
                      <a:pt x="1" y="1"/>
                      <a:pt x="0" y="1"/>
                    </a:cubicBezTo>
                    <a:cubicBezTo>
                      <a:pt x="1" y="1"/>
                      <a:pt x="2" y="1"/>
                      <a:pt x="2" y="1"/>
                    </a:cubicBezTo>
                    <a:cubicBezTo>
                      <a:pt x="3" y="1"/>
                      <a:pt x="4" y="1"/>
                      <a:pt x="3" y="1"/>
                    </a:cubicBezTo>
                    <a:cubicBezTo>
                      <a:pt x="4" y="0"/>
                      <a:pt x="5" y="0"/>
                      <a:pt x="5" y="0"/>
                    </a:cubicBezTo>
                    <a:cubicBezTo>
                      <a:pt x="4" y="0"/>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3" name="Freeform 136"/>
              <p:cNvSpPr/>
              <p:nvPr/>
            </p:nvSpPr>
            <p:spPr bwMode="auto">
              <a:xfrm>
                <a:off x="4491" y="1382"/>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4" name="Freeform 137"/>
              <p:cNvSpPr/>
              <p:nvPr/>
            </p:nvSpPr>
            <p:spPr bwMode="auto">
              <a:xfrm>
                <a:off x="4368" y="1484"/>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5" name="Freeform 138"/>
              <p:cNvSpPr/>
              <p:nvPr/>
            </p:nvSpPr>
            <p:spPr bwMode="auto">
              <a:xfrm>
                <a:off x="4504" y="1378"/>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6" name="Freeform 139"/>
              <p:cNvSpPr/>
              <p:nvPr/>
            </p:nvSpPr>
            <p:spPr bwMode="auto">
              <a:xfrm>
                <a:off x="4506" y="138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7" name="Freeform 140"/>
              <p:cNvSpPr/>
              <p:nvPr/>
            </p:nvSpPr>
            <p:spPr bwMode="auto">
              <a:xfrm>
                <a:off x="4368" y="14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8" name="Freeform 141"/>
              <p:cNvSpPr/>
              <p:nvPr/>
            </p:nvSpPr>
            <p:spPr bwMode="auto">
              <a:xfrm>
                <a:off x="4364" y="1484"/>
                <a:ext cx="2" cy="4"/>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0"/>
                      <a:pt x="0" y="0"/>
                    </a:cubicBezTo>
                    <a:cubicBezTo>
                      <a:pt x="0" y="0"/>
                      <a:pt x="1"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9" name="Freeform 142"/>
              <p:cNvSpPr/>
              <p:nvPr/>
            </p:nvSpPr>
            <p:spPr bwMode="auto">
              <a:xfrm>
                <a:off x="4368" y="1492"/>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0" name="Freeform 143"/>
              <p:cNvSpPr/>
              <p:nvPr/>
            </p:nvSpPr>
            <p:spPr bwMode="auto">
              <a:xfrm>
                <a:off x="4487" y="1388"/>
                <a:ext cx="2"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1"/>
                      <a:pt x="0" y="1"/>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1" name="Freeform 144"/>
              <p:cNvSpPr/>
              <p:nvPr/>
            </p:nvSpPr>
            <p:spPr bwMode="auto">
              <a:xfrm>
                <a:off x="4514" y="1382"/>
                <a:ext cx="2" cy="4"/>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0" y="0"/>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2" name="Freeform 145"/>
              <p:cNvSpPr/>
              <p:nvPr/>
            </p:nvSpPr>
            <p:spPr bwMode="auto">
              <a:xfrm>
                <a:off x="4548" y="1397"/>
                <a:ext cx="2" cy="6"/>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3" name="Freeform 146"/>
              <p:cNvSpPr/>
              <p:nvPr/>
            </p:nvSpPr>
            <p:spPr bwMode="auto">
              <a:xfrm>
                <a:off x="4550" y="1399"/>
                <a:ext cx="3" cy="4"/>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2"/>
                      <a:pt x="1" y="1"/>
                    </a:cubicBezTo>
                    <a:cubicBezTo>
                      <a:pt x="0" y="0"/>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4" name="Freeform 147"/>
              <p:cNvSpPr/>
              <p:nvPr/>
            </p:nvSpPr>
            <p:spPr bwMode="auto">
              <a:xfrm>
                <a:off x="4521" y="1382"/>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5" name="Freeform 148"/>
              <p:cNvSpPr/>
              <p:nvPr/>
            </p:nvSpPr>
            <p:spPr bwMode="auto">
              <a:xfrm>
                <a:off x="4516" y="1378"/>
                <a:ext cx="5" cy="8"/>
              </a:xfrm>
              <a:custGeom>
                <a:avLst/>
                <a:gdLst>
                  <a:gd name="T0" fmla="*/ 2 w 2"/>
                  <a:gd name="T1" fmla="*/ 4 h 4"/>
                  <a:gd name="T2" fmla="*/ 1 w 2"/>
                  <a:gd name="T3" fmla="*/ 2 h 4"/>
                  <a:gd name="T4" fmla="*/ 0 w 2"/>
                  <a:gd name="T5" fmla="*/ 2 h 4"/>
                  <a:gd name="T6" fmla="*/ 0 w 2"/>
                  <a:gd name="T7" fmla="*/ 0 h 4"/>
                  <a:gd name="T8" fmla="*/ 2 w 2"/>
                  <a:gd name="T9" fmla="*/ 4 h 4"/>
                  <a:gd name="T10" fmla="*/ 2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2" y="4"/>
                    </a:moveTo>
                    <a:cubicBezTo>
                      <a:pt x="2" y="3"/>
                      <a:pt x="1" y="3"/>
                      <a:pt x="1" y="2"/>
                    </a:cubicBezTo>
                    <a:cubicBezTo>
                      <a:pt x="1" y="2"/>
                      <a:pt x="0" y="1"/>
                      <a:pt x="0" y="2"/>
                    </a:cubicBezTo>
                    <a:cubicBezTo>
                      <a:pt x="0" y="1"/>
                      <a:pt x="0" y="0"/>
                      <a:pt x="0" y="0"/>
                    </a:cubicBezTo>
                    <a:cubicBezTo>
                      <a:pt x="0" y="1"/>
                      <a:pt x="1" y="3"/>
                      <a:pt x="2" y="4"/>
                    </a:cubicBezTo>
                    <a:cubicBezTo>
                      <a:pt x="2" y="4"/>
                      <a:pt x="2" y="4"/>
                      <a:pt x="2" y="4"/>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6" name="Freeform 149"/>
              <p:cNvSpPr/>
              <p:nvPr/>
            </p:nvSpPr>
            <p:spPr bwMode="auto">
              <a:xfrm>
                <a:off x="4519" y="1380"/>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7" name="Freeform 150"/>
              <p:cNvSpPr/>
              <p:nvPr/>
            </p:nvSpPr>
            <p:spPr bwMode="auto">
              <a:xfrm>
                <a:off x="3876" y="13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8" name="Freeform 151"/>
              <p:cNvSpPr/>
              <p:nvPr/>
            </p:nvSpPr>
            <p:spPr bwMode="auto">
              <a:xfrm>
                <a:off x="4465" y="1920"/>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9" name="Freeform 152"/>
              <p:cNvSpPr/>
              <p:nvPr/>
            </p:nvSpPr>
            <p:spPr bwMode="auto">
              <a:xfrm>
                <a:off x="4468" y="1918"/>
                <a:ext cx="6"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0" name="Freeform 153"/>
              <p:cNvSpPr/>
              <p:nvPr/>
            </p:nvSpPr>
            <p:spPr bwMode="auto">
              <a:xfrm>
                <a:off x="3912" y="1286"/>
                <a:ext cx="4" cy="2"/>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2" y="1"/>
                      <a:pt x="0" y="1"/>
                      <a:pt x="1" y="1"/>
                    </a:cubicBezTo>
                    <a:cubicBezTo>
                      <a:pt x="1" y="0"/>
                      <a:pt x="2"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1" name="Freeform 154"/>
              <p:cNvSpPr/>
              <p:nvPr/>
            </p:nvSpPr>
            <p:spPr bwMode="auto">
              <a:xfrm>
                <a:off x="3876" y="132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2" name="Rectangle 155"/>
              <p:cNvSpPr>
                <a:spLocks noChangeArrowheads="1"/>
              </p:cNvSpPr>
              <p:nvPr/>
            </p:nvSpPr>
            <p:spPr bwMode="auto">
              <a:xfrm>
                <a:off x="4402" y="1454"/>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3" name="Freeform 156"/>
              <p:cNvSpPr/>
              <p:nvPr/>
            </p:nvSpPr>
            <p:spPr bwMode="auto">
              <a:xfrm>
                <a:off x="4546" y="140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4" name="Freeform 157"/>
              <p:cNvSpPr/>
              <p:nvPr/>
            </p:nvSpPr>
            <p:spPr bwMode="auto">
              <a:xfrm>
                <a:off x="3914" y="12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5" name="Freeform 158"/>
              <p:cNvSpPr/>
              <p:nvPr/>
            </p:nvSpPr>
            <p:spPr bwMode="auto">
              <a:xfrm>
                <a:off x="4423" y="14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6" name="Freeform 159"/>
              <p:cNvSpPr/>
              <p:nvPr/>
            </p:nvSpPr>
            <p:spPr bwMode="auto">
              <a:xfrm>
                <a:off x="4465" y="1456"/>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7" name="Freeform 160"/>
              <p:cNvSpPr/>
              <p:nvPr/>
            </p:nvSpPr>
            <p:spPr bwMode="auto">
              <a:xfrm>
                <a:off x="4355" y="1509"/>
                <a:ext cx="4" cy="4"/>
              </a:xfrm>
              <a:custGeom>
                <a:avLst/>
                <a:gdLst>
                  <a:gd name="T0" fmla="*/ 0 w 4"/>
                  <a:gd name="T1" fmla="*/ 0 h 4"/>
                  <a:gd name="T2" fmla="*/ 0 w 4"/>
                  <a:gd name="T3" fmla="*/ 2 h 4"/>
                  <a:gd name="T4" fmla="*/ 4 w 4"/>
                  <a:gd name="T5" fmla="*/ 4 h 4"/>
                  <a:gd name="T6" fmla="*/ 0 w 4"/>
                  <a:gd name="T7" fmla="*/ 0 h 4"/>
                </a:gdLst>
                <a:ahLst/>
                <a:cxnLst>
                  <a:cxn ang="0">
                    <a:pos x="T0" y="T1"/>
                  </a:cxn>
                  <a:cxn ang="0">
                    <a:pos x="T2" y="T3"/>
                  </a:cxn>
                  <a:cxn ang="0">
                    <a:pos x="T4" y="T5"/>
                  </a:cxn>
                  <a:cxn ang="0">
                    <a:pos x="T6" y="T7"/>
                  </a:cxn>
                </a:cxnLst>
                <a:rect l="0" t="0" r="r" b="b"/>
                <a:pathLst>
                  <a:path w="4" h="4">
                    <a:moveTo>
                      <a:pt x="0" y="0"/>
                    </a:moveTo>
                    <a:lnTo>
                      <a:pt x="0" y="2"/>
                    </a:lnTo>
                    <a:lnTo>
                      <a:pt x="4"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8" name="Freeform 161"/>
              <p:cNvSpPr/>
              <p:nvPr/>
            </p:nvSpPr>
            <p:spPr bwMode="auto">
              <a:xfrm>
                <a:off x="4383" y="14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9" name="Freeform 162"/>
              <p:cNvSpPr/>
              <p:nvPr/>
            </p:nvSpPr>
            <p:spPr bwMode="auto">
              <a:xfrm>
                <a:off x="4287" y="1378"/>
                <a:ext cx="261" cy="237"/>
              </a:xfrm>
              <a:custGeom>
                <a:avLst/>
                <a:gdLst>
                  <a:gd name="T0" fmla="*/ 27 w 123"/>
                  <a:gd name="T1" fmla="*/ 92 h 112"/>
                  <a:gd name="T2" fmla="*/ 33 w 123"/>
                  <a:gd name="T3" fmla="*/ 85 h 112"/>
                  <a:gd name="T4" fmla="*/ 52 w 123"/>
                  <a:gd name="T5" fmla="*/ 57 h 112"/>
                  <a:gd name="T6" fmla="*/ 61 w 123"/>
                  <a:gd name="T7" fmla="*/ 52 h 112"/>
                  <a:gd name="T8" fmla="*/ 69 w 123"/>
                  <a:gd name="T9" fmla="*/ 49 h 112"/>
                  <a:gd name="T10" fmla="*/ 81 w 123"/>
                  <a:gd name="T11" fmla="*/ 39 h 112"/>
                  <a:gd name="T12" fmla="*/ 89 w 123"/>
                  <a:gd name="T13" fmla="*/ 34 h 112"/>
                  <a:gd name="T14" fmla="*/ 100 w 123"/>
                  <a:gd name="T15" fmla="*/ 25 h 112"/>
                  <a:gd name="T16" fmla="*/ 105 w 123"/>
                  <a:gd name="T17" fmla="*/ 17 h 112"/>
                  <a:gd name="T18" fmla="*/ 115 w 123"/>
                  <a:gd name="T19" fmla="*/ 15 h 112"/>
                  <a:gd name="T20" fmla="*/ 119 w 123"/>
                  <a:gd name="T21" fmla="*/ 14 h 112"/>
                  <a:gd name="T22" fmla="*/ 121 w 123"/>
                  <a:gd name="T23" fmla="*/ 8 h 112"/>
                  <a:gd name="T24" fmla="*/ 122 w 123"/>
                  <a:gd name="T25" fmla="*/ 7 h 112"/>
                  <a:gd name="T26" fmla="*/ 118 w 123"/>
                  <a:gd name="T27" fmla="*/ 7 h 112"/>
                  <a:gd name="T28" fmla="*/ 113 w 123"/>
                  <a:gd name="T29" fmla="*/ 5 h 112"/>
                  <a:gd name="T30" fmla="*/ 107 w 123"/>
                  <a:gd name="T31" fmla="*/ 4 h 112"/>
                  <a:gd name="T32" fmla="*/ 106 w 123"/>
                  <a:gd name="T33" fmla="*/ 3 h 112"/>
                  <a:gd name="T34" fmla="*/ 102 w 123"/>
                  <a:gd name="T35" fmla="*/ 4 h 112"/>
                  <a:gd name="T36" fmla="*/ 101 w 123"/>
                  <a:gd name="T37" fmla="*/ 4 h 112"/>
                  <a:gd name="T38" fmla="*/ 99 w 123"/>
                  <a:gd name="T39" fmla="*/ 2 h 112"/>
                  <a:gd name="T40" fmla="*/ 98 w 123"/>
                  <a:gd name="T41" fmla="*/ 9 h 112"/>
                  <a:gd name="T42" fmla="*/ 96 w 123"/>
                  <a:gd name="T43" fmla="*/ 8 h 112"/>
                  <a:gd name="T44" fmla="*/ 93 w 123"/>
                  <a:gd name="T45" fmla="*/ 7 h 112"/>
                  <a:gd name="T46" fmla="*/ 91 w 123"/>
                  <a:gd name="T47" fmla="*/ 7 h 112"/>
                  <a:gd name="T48" fmla="*/ 89 w 123"/>
                  <a:gd name="T49" fmla="*/ 10 h 112"/>
                  <a:gd name="T50" fmla="*/ 87 w 123"/>
                  <a:gd name="T51" fmla="*/ 10 h 112"/>
                  <a:gd name="T52" fmla="*/ 89 w 123"/>
                  <a:gd name="T53" fmla="*/ 18 h 112"/>
                  <a:gd name="T54" fmla="*/ 85 w 123"/>
                  <a:gd name="T55" fmla="*/ 12 h 112"/>
                  <a:gd name="T56" fmla="*/ 78 w 123"/>
                  <a:gd name="T57" fmla="*/ 16 h 112"/>
                  <a:gd name="T58" fmla="*/ 75 w 123"/>
                  <a:gd name="T59" fmla="*/ 18 h 112"/>
                  <a:gd name="T60" fmla="*/ 75 w 123"/>
                  <a:gd name="T61" fmla="*/ 24 h 112"/>
                  <a:gd name="T62" fmla="*/ 67 w 123"/>
                  <a:gd name="T63" fmla="*/ 25 h 112"/>
                  <a:gd name="T64" fmla="*/ 65 w 123"/>
                  <a:gd name="T65" fmla="*/ 29 h 112"/>
                  <a:gd name="T66" fmla="*/ 64 w 123"/>
                  <a:gd name="T67" fmla="*/ 29 h 112"/>
                  <a:gd name="T68" fmla="*/ 64 w 123"/>
                  <a:gd name="T69" fmla="*/ 32 h 112"/>
                  <a:gd name="T70" fmla="*/ 60 w 123"/>
                  <a:gd name="T71" fmla="*/ 30 h 112"/>
                  <a:gd name="T72" fmla="*/ 59 w 123"/>
                  <a:gd name="T73" fmla="*/ 34 h 112"/>
                  <a:gd name="T74" fmla="*/ 55 w 123"/>
                  <a:gd name="T75" fmla="*/ 39 h 112"/>
                  <a:gd name="T76" fmla="*/ 50 w 123"/>
                  <a:gd name="T77" fmla="*/ 39 h 112"/>
                  <a:gd name="T78" fmla="*/ 47 w 123"/>
                  <a:gd name="T79" fmla="*/ 43 h 112"/>
                  <a:gd name="T80" fmla="*/ 45 w 123"/>
                  <a:gd name="T81" fmla="*/ 45 h 112"/>
                  <a:gd name="T82" fmla="*/ 44 w 123"/>
                  <a:gd name="T83" fmla="*/ 45 h 112"/>
                  <a:gd name="T84" fmla="*/ 42 w 123"/>
                  <a:gd name="T85" fmla="*/ 48 h 112"/>
                  <a:gd name="T86" fmla="*/ 39 w 123"/>
                  <a:gd name="T87" fmla="*/ 54 h 112"/>
                  <a:gd name="T88" fmla="*/ 38 w 123"/>
                  <a:gd name="T89" fmla="*/ 56 h 112"/>
                  <a:gd name="T90" fmla="*/ 38 w 123"/>
                  <a:gd name="T91" fmla="*/ 63 h 112"/>
                  <a:gd name="T92" fmla="*/ 34 w 123"/>
                  <a:gd name="T93" fmla="*/ 65 h 112"/>
                  <a:gd name="T94" fmla="*/ 30 w 123"/>
                  <a:gd name="T95" fmla="*/ 69 h 112"/>
                  <a:gd name="T96" fmla="*/ 27 w 123"/>
                  <a:gd name="T97" fmla="*/ 71 h 112"/>
                  <a:gd name="T98" fmla="*/ 19 w 123"/>
                  <a:gd name="T99" fmla="*/ 78 h 112"/>
                  <a:gd name="T100" fmla="*/ 17 w 123"/>
                  <a:gd name="T101" fmla="*/ 80 h 112"/>
                  <a:gd name="T102" fmla="*/ 13 w 123"/>
                  <a:gd name="T103" fmla="*/ 88 h 112"/>
                  <a:gd name="T104" fmla="*/ 12 w 123"/>
                  <a:gd name="T105" fmla="*/ 9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12">
                    <a:moveTo>
                      <a:pt x="9" y="112"/>
                    </a:moveTo>
                    <a:cubicBezTo>
                      <a:pt x="9" y="108"/>
                      <a:pt x="13" y="106"/>
                      <a:pt x="17" y="105"/>
                    </a:cubicBezTo>
                    <a:cubicBezTo>
                      <a:pt x="17" y="104"/>
                      <a:pt x="17" y="102"/>
                      <a:pt x="18" y="102"/>
                    </a:cubicBezTo>
                    <a:cubicBezTo>
                      <a:pt x="20" y="98"/>
                      <a:pt x="27" y="98"/>
                      <a:pt x="28" y="93"/>
                    </a:cubicBezTo>
                    <a:cubicBezTo>
                      <a:pt x="27" y="93"/>
                      <a:pt x="27" y="92"/>
                      <a:pt x="26" y="91"/>
                    </a:cubicBezTo>
                    <a:cubicBezTo>
                      <a:pt x="27" y="92"/>
                      <a:pt x="27" y="92"/>
                      <a:pt x="27" y="92"/>
                    </a:cubicBezTo>
                    <a:cubicBezTo>
                      <a:pt x="26" y="91"/>
                      <a:pt x="26" y="91"/>
                      <a:pt x="26" y="91"/>
                    </a:cubicBezTo>
                    <a:cubicBezTo>
                      <a:pt x="26" y="90"/>
                      <a:pt x="28" y="92"/>
                      <a:pt x="28" y="92"/>
                    </a:cubicBezTo>
                    <a:cubicBezTo>
                      <a:pt x="29" y="91"/>
                      <a:pt x="29" y="89"/>
                      <a:pt x="31" y="88"/>
                    </a:cubicBezTo>
                    <a:cubicBezTo>
                      <a:pt x="29" y="86"/>
                      <a:pt x="31" y="87"/>
                      <a:pt x="29" y="85"/>
                    </a:cubicBezTo>
                    <a:cubicBezTo>
                      <a:pt x="30" y="86"/>
                      <a:pt x="30" y="86"/>
                      <a:pt x="30" y="86"/>
                    </a:cubicBezTo>
                    <a:cubicBezTo>
                      <a:pt x="30" y="84"/>
                      <a:pt x="30" y="84"/>
                      <a:pt x="33" y="85"/>
                    </a:cubicBezTo>
                    <a:cubicBezTo>
                      <a:pt x="38" y="83"/>
                      <a:pt x="40" y="79"/>
                      <a:pt x="43" y="76"/>
                    </a:cubicBezTo>
                    <a:cubicBezTo>
                      <a:pt x="46" y="72"/>
                      <a:pt x="48" y="68"/>
                      <a:pt x="52" y="64"/>
                    </a:cubicBezTo>
                    <a:cubicBezTo>
                      <a:pt x="50" y="61"/>
                      <a:pt x="52" y="61"/>
                      <a:pt x="50" y="59"/>
                    </a:cubicBezTo>
                    <a:cubicBezTo>
                      <a:pt x="51" y="59"/>
                      <a:pt x="51" y="59"/>
                      <a:pt x="51" y="59"/>
                    </a:cubicBezTo>
                    <a:cubicBezTo>
                      <a:pt x="51" y="58"/>
                      <a:pt x="52" y="59"/>
                      <a:pt x="54" y="59"/>
                    </a:cubicBezTo>
                    <a:cubicBezTo>
                      <a:pt x="53" y="58"/>
                      <a:pt x="54" y="59"/>
                      <a:pt x="52" y="57"/>
                    </a:cubicBezTo>
                    <a:cubicBezTo>
                      <a:pt x="51" y="56"/>
                      <a:pt x="55" y="59"/>
                      <a:pt x="54" y="58"/>
                    </a:cubicBezTo>
                    <a:cubicBezTo>
                      <a:pt x="55" y="59"/>
                      <a:pt x="53" y="57"/>
                      <a:pt x="54" y="58"/>
                    </a:cubicBezTo>
                    <a:cubicBezTo>
                      <a:pt x="53" y="55"/>
                      <a:pt x="55" y="59"/>
                      <a:pt x="57" y="59"/>
                    </a:cubicBezTo>
                    <a:cubicBezTo>
                      <a:pt x="58" y="57"/>
                      <a:pt x="58" y="54"/>
                      <a:pt x="61" y="54"/>
                    </a:cubicBezTo>
                    <a:cubicBezTo>
                      <a:pt x="61" y="54"/>
                      <a:pt x="60" y="52"/>
                      <a:pt x="60" y="52"/>
                    </a:cubicBezTo>
                    <a:cubicBezTo>
                      <a:pt x="62" y="55"/>
                      <a:pt x="60" y="51"/>
                      <a:pt x="61" y="52"/>
                    </a:cubicBezTo>
                    <a:cubicBezTo>
                      <a:pt x="62" y="53"/>
                      <a:pt x="62" y="53"/>
                      <a:pt x="62" y="53"/>
                    </a:cubicBezTo>
                    <a:cubicBezTo>
                      <a:pt x="63" y="54"/>
                      <a:pt x="63" y="51"/>
                      <a:pt x="64" y="52"/>
                    </a:cubicBezTo>
                    <a:cubicBezTo>
                      <a:pt x="64" y="50"/>
                      <a:pt x="67" y="52"/>
                      <a:pt x="66" y="50"/>
                    </a:cubicBezTo>
                    <a:cubicBezTo>
                      <a:pt x="67" y="52"/>
                      <a:pt x="67" y="51"/>
                      <a:pt x="68" y="51"/>
                    </a:cubicBezTo>
                    <a:cubicBezTo>
                      <a:pt x="66" y="48"/>
                      <a:pt x="70" y="51"/>
                      <a:pt x="69" y="49"/>
                    </a:cubicBezTo>
                    <a:cubicBezTo>
                      <a:pt x="69" y="49"/>
                      <a:pt x="69" y="49"/>
                      <a:pt x="69" y="49"/>
                    </a:cubicBezTo>
                    <a:cubicBezTo>
                      <a:pt x="71" y="48"/>
                      <a:pt x="73" y="47"/>
                      <a:pt x="74" y="44"/>
                    </a:cubicBezTo>
                    <a:cubicBezTo>
                      <a:pt x="75" y="43"/>
                      <a:pt x="78" y="45"/>
                      <a:pt x="79" y="42"/>
                    </a:cubicBezTo>
                    <a:cubicBezTo>
                      <a:pt x="78" y="41"/>
                      <a:pt x="78" y="41"/>
                      <a:pt x="78" y="41"/>
                    </a:cubicBezTo>
                    <a:cubicBezTo>
                      <a:pt x="78" y="41"/>
                      <a:pt x="79" y="42"/>
                      <a:pt x="79" y="42"/>
                    </a:cubicBezTo>
                    <a:cubicBezTo>
                      <a:pt x="79" y="40"/>
                      <a:pt x="81" y="41"/>
                      <a:pt x="81" y="41"/>
                    </a:cubicBezTo>
                    <a:cubicBezTo>
                      <a:pt x="81" y="40"/>
                      <a:pt x="81" y="40"/>
                      <a:pt x="81" y="39"/>
                    </a:cubicBezTo>
                    <a:cubicBezTo>
                      <a:pt x="83" y="41"/>
                      <a:pt x="82" y="37"/>
                      <a:pt x="84" y="38"/>
                    </a:cubicBezTo>
                    <a:cubicBezTo>
                      <a:pt x="82" y="36"/>
                      <a:pt x="84" y="37"/>
                      <a:pt x="84" y="36"/>
                    </a:cubicBezTo>
                    <a:cubicBezTo>
                      <a:pt x="84" y="36"/>
                      <a:pt x="84" y="36"/>
                      <a:pt x="85" y="37"/>
                    </a:cubicBezTo>
                    <a:cubicBezTo>
                      <a:pt x="85" y="36"/>
                      <a:pt x="85" y="36"/>
                      <a:pt x="87" y="36"/>
                    </a:cubicBezTo>
                    <a:cubicBezTo>
                      <a:pt x="87" y="36"/>
                      <a:pt x="86" y="34"/>
                      <a:pt x="87" y="34"/>
                    </a:cubicBezTo>
                    <a:cubicBezTo>
                      <a:pt x="88" y="36"/>
                      <a:pt x="88" y="34"/>
                      <a:pt x="89" y="34"/>
                    </a:cubicBezTo>
                    <a:cubicBezTo>
                      <a:pt x="87" y="32"/>
                      <a:pt x="87" y="31"/>
                      <a:pt x="88" y="31"/>
                    </a:cubicBezTo>
                    <a:cubicBezTo>
                      <a:pt x="89" y="34"/>
                      <a:pt x="89" y="34"/>
                      <a:pt x="89" y="34"/>
                    </a:cubicBezTo>
                    <a:cubicBezTo>
                      <a:pt x="90" y="31"/>
                      <a:pt x="93" y="33"/>
                      <a:pt x="93" y="29"/>
                    </a:cubicBezTo>
                    <a:cubicBezTo>
                      <a:pt x="94" y="30"/>
                      <a:pt x="94" y="30"/>
                      <a:pt x="94" y="30"/>
                    </a:cubicBezTo>
                    <a:cubicBezTo>
                      <a:pt x="95" y="28"/>
                      <a:pt x="98" y="29"/>
                      <a:pt x="98" y="25"/>
                    </a:cubicBezTo>
                    <a:cubicBezTo>
                      <a:pt x="99" y="25"/>
                      <a:pt x="100" y="26"/>
                      <a:pt x="100" y="25"/>
                    </a:cubicBezTo>
                    <a:cubicBezTo>
                      <a:pt x="100" y="24"/>
                      <a:pt x="101" y="24"/>
                      <a:pt x="100" y="22"/>
                    </a:cubicBezTo>
                    <a:cubicBezTo>
                      <a:pt x="100" y="21"/>
                      <a:pt x="101" y="22"/>
                      <a:pt x="101" y="23"/>
                    </a:cubicBezTo>
                    <a:cubicBezTo>
                      <a:pt x="102" y="23"/>
                      <a:pt x="104" y="25"/>
                      <a:pt x="103" y="22"/>
                    </a:cubicBezTo>
                    <a:cubicBezTo>
                      <a:pt x="104" y="23"/>
                      <a:pt x="104" y="23"/>
                      <a:pt x="104" y="23"/>
                    </a:cubicBezTo>
                    <a:cubicBezTo>
                      <a:pt x="104" y="22"/>
                      <a:pt x="104" y="20"/>
                      <a:pt x="106" y="21"/>
                    </a:cubicBezTo>
                    <a:cubicBezTo>
                      <a:pt x="105" y="19"/>
                      <a:pt x="106" y="19"/>
                      <a:pt x="105" y="17"/>
                    </a:cubicBezTo>
                    <a:cubicBezTo>
                      <a:pt x="105" y="17"/>
                      <a:pt x="106" y="19"/>
                      <a:pt x="106" y="18"/>
                    </a:cubicBezTo>
                    <a:cubicBezTo>
                      <a:pt x="106" y="20"/>
                      <a:pt x="106" y="20"/>
                      <a:pt x="106" y="20"/>
                    </a:cubicBezTo>
                    <a:cubicBezTo>
                      <a:pt x="108" y="20"/>
                      <a:pt x="109" y="18"/>
                      <a:pt x="110" y="16"/>
                    </a:cubicBezTo>
                    <a:cubicBezTo>
                      <a:pt x="112" y="19"/>
                      <a:pt x="112" y="16"/>
                      <a:pt x="113" y="17"/>
                    </a:cubicBezTo>
                    <a:cubicBezTo>
                      <a:pt x="113" y="15"/>
                      <a:pt x="115" y="17"/>
                      <a:pt x="114" y="14"/>
                    </a:cubicBezTo>
                    <a:cubicBezTo>
                      <a:pt x="115" y="15"/>
                      <a:pt x="115" y="15"/>
                      <a:pt x="115" y="15"/>
                    </a:cubicBezTo>
                    <a:cubicBezTo>
                      <a:pt x="115" y="15"/>
                      <a:pt x="116" y="15"/>
                      <a:pt x="117" y="15"/>
                    </a:cubicBezTo>
                    <a:cubicBezTo>
                      <a:pt x="118" y="16"/>
                      <a:pt x="118" y="14"/>
                      <a:pt x="118" y="13"/>
                    </a:cubicBezTo>
                    <a:cubicBezTo>
                      <a:pt x="118" y="14"/>
                      <a:pt x="118" y="14"/>
                      <a:pt x="118" y="14"/>
                    </a:cubicBezTo>
                    <a:cubicBezTo>
                      <a:pt x="118" y="13"/>
                      <a:pt x="118" y="11"/>
                      <a:pt x="118" y="9"/>
                    </a:cubicBezTo>
                    <a:cubicBezTo>
                      <a:pt x="119" y="10"/>
                      <a:pt x="118" y="9"/>
                      <a:pt x="119" y="10"/>
                    </a:cubicBezTo>
                    <a:cubicBezTo>
                      <a:pt x="119" y="11"/>
                      <a:pt x="119" y="13"/>
                      <a:pt x="119" y="14"/>
                    </a:cubicBezTo>
                    <a:cubicBezTo>
                      <a:pt x="120" y="15"/>
                      <a:pt x="119" y="11"/>
                      <a:pt x="120" y="13"/>
                    </a:cubicBezTo>
                    <a:cubicBezTo>
                      <a:pt x="121" y="14"/>
                      <a:pt x="121" y="13"/>
                      <a:pt x="121" y="11"/>
                    </a:cubicBezTo>
                    <a:cubicBezTo>
                      <a:pt x="121" y="12"/>
                      <a:pt x="121" y="12"/>
                      <a:pt x="121" y="13"/>
                    </a:cubicBezTo>
                    <a:cubicBezTo>
                      <a:pt x="122" y="13"/>
                      <a:pt x="122" y="13"/>
                      <a:pt x="122" y="12"/>
                    </a:cubicBezTo>
                    <a:cubicBezTo>
                      <a:pt x="122" y="12"/>
                      <a:pt x="122" y="12"/>
                      <a:pt x="122" y="12"/>
                    </a:cubicBezTo>
                    <a:cubicBezTo>
                      <a:pt x="122" y="10"/>
                      <a:pt x="122" y="10"/>
                      <a:pt x="121" y="8"/>
                    </a:cubicBezTo>
                    <a:cubicBezTo>
                      <a:pt x="121" y="9"/>
                      <a:pt x="121" y="9"/>
                      <a:pt x="121" y="9"/>
                    </a:cubicBezTo>
                    <a:cubicBezTo>
                      <a:pt x="121" y="7"/>
                      <a:pt x="121" y="7"/>
                      <a:pt x="122" y="8"/>
                    </a:cubicBezTo>
                    <a:cubicBezTo>
                      <a:pt x="122" y="10"/>
                      <a:pt x="122" y="11"/>
                      <a:pt x="122" y="11"/>
                    </a:cubicBezTo>
                    <a:cubicBezTo>
                      <a:pt x="123" y="7"/>
                      <a:pt x="123" y="7"/>
                      <a:pt x="123" y="7"/>
                    </a:cubicBezTo>
                    <a:cubicBezTo>
                      <a:pt x="123" y="9"/>
                      <a:pt x="122" y="8"/>
                      <a:pt x="122" y="6"/>
                    </a:cubicBezTo>
                    <a:cubicBezTo>
                      <a:pt x="122" y="7"/>
                      <a:pt x="122" y="7"/>
                      <a:pt x="122" y="7"/>
                    </a:cubicBezTo>
                    <a:cubicBezTo>
                      <a:pt x="122" y="6"/>
                      <a:pt x="122" y="6"/>
                      <a:pt x="122" y="6"/>
                    </a:cubicBezTo>
                    <a:cubicBezTo>
                      <a:pt x="121" y="7"/>
                      <a:pt x="120" y="5"/>
                      <a:pt x="120" y="7"/>
                    </a:cubicBezTo>
                    <a:cubicBezTo>
                      <a:pt x="120" y="8"/>
                      <a:pt x="120" y="8"/>
                      <a:pt x="120" y="8"/>
                    </a:cubicBezTo>
                    <a:cubicBezTo>
                      <a:pt x="120" y="8"/>
                      <a:pt x="120" y="11"/>
                      <a:pt x="119" y="9"/>
                    </a:cubicBezTo>
                    <a:cubicBezTo>
                      <a:pt x="119" y="7"/>
                      <a:pt x="119" y="7"/>
                      <a:pt x="119" y="7"/>
                    </a:cubicBezTo>
                    <a:cubicBezTo>
                      <a:pt x="119" y="7"/>
                      <a:pt x="119" y="8"/>
                      <a:pt x="118" y="7"/>
                    </a:cubicBezTo>
                    <a:cubicBezTo>
                      <a:pt x="118" y="5"/>
                      <a:pt x="118" y="5"/>
                      <a:pt x="118" y="5"/>
                    </a:cubicBezTo>
                    <a:cubicBezTo>
                      <a:pt x="119" y="8"/>
                      <a:pt x="117" y="6"/>
                      <a:pt x="117" y="7"/>
                    </a:cubicBezTo>
                    <a:cubicBezTo>
                      <a:pt x="117" y="6"/>
                      <a:pt x="117" y="6"/>
                      <a:pt x="117" y="6"/>
                    </a:cubicBezTo>
                    <a:cubicBezTo>
                      <a:pt x="116" y="6"/>
                      <a:pt x="117" y="8"/>
                      <a:pt x="117" y="8"/>
                    </a:cubicBezTo>
                    <a:cubicBezTo>
                      <a:pt x="117" y="8"/>
                      <a:pt x="116" y="5"/>
                      <a:pt x="115" y="4"/>
                    </a:cubicBezTo>
                    <a:cubicBezTo>
                      <a:pt x="115" y="5"/>
                      <a:pt x="114" y="7"/>
                      <a:pt x="113" y="5"/>
                    </a:cubicBezTo>
                    <a:cubicBezTo>
                      <a:pt x="112" y="6"/>
                      <a:pt x="112" y="7"/>
                      <a:pt x="112" y="8"/>
                    </a:cubicBezTo>
                    <a:cubicBezTo>
                      <a:pt x="111" y="8"/>
                      <a:pt x="111" y="6"/>
                      <a:pt x="111" y="7"/>
                    </a:cubicBezTo>
                    <a:cubicBezTo>
                      <a:pt x="111" y="6"/>
                      <a:pt x="110" y="5"/>
                      <a:pt x="110" y="4"/>
                    </a:cubicBezTo>
                    <a:cubicBezTo>
                      <a:pt x="110" y="5"/>
                      <a:pt x="109" y="4"/>
                      <a:pt x="110" y="7"/>
                    </a:cubicBezTo>
                    <a:cubicBezTo>
                      <a:pt x="109" y="6"/>
                      <a:pt x="108" y="6"/>
                      <a:pt x="107" y="7"/>
                    </a:cubicBezTo>
                    <a:cubicBezTo>
                      <a:pt x="108" y="7"/>
                      <a:pt x="107" y="5"/>
                      <a:pt x="107" y="4"/>
                    </a:cubicBezTo>
                    <a:cubicBezTo>
                      <a:pt x="107" y="6"/>
                      <a:pt x="106" y="7"/>
                      <a:pt x="106" y="7"/>
                    </a:cubicBezTo>
                    <a:cubicBezTo>
                      <a:pt x="106" y="9"/>
                      <a:pt x="106" y="9"/>
                      <a:pt x="107" y="10"/>
                    </a:cubicBezTo>
                    <a:cubicBezTo>
                      <a:pt x="107" y="10"/>
                      <a:pt x="107" y="11"/>
                      <a:pt x="107" y="11"/>
                    </a:cubicBezTo>
                    <a:cubicBezTo>
                      <a:pt x="106" y="9"/>
                      <a:pt x="105" y="7"/>
                      <a:pt x="104" y="7"/>
                    </a:cubicBezTo>
                    <a:cubicBezTo>
                      <a:pt x="104" y="4"/>
                      <a:pt x="106" y="7"/>
                      <a:pt x="104" y="4"/>
                    </a:cubicBezTo>
                    <a:cubicBezTo>
                      <a:pt x="104" y="2"/>
                      <a:pt x="105" y="2"/>
                      <a:pt x="106" y="3"/>
                    </a:cubicBezTo>
                    <a:cubicBezTo>
                      <a:pt x="105" y="1"/>
                      <a:pt x="105" y="3"/>
                      <a:pt x="104" y="1"/>
                    </a:cubicBezTo>
                    <a:cubicBezTo>
                      <a:pt x="104" y="1"/>
                      <a:pt x="104" y="2"/>
                      <a:pt x="103" y="3"/>
                    </a:cubicBezTo>
                    <a:cubicBezTo>
                      <a:pt x="104" y="4"/>
                      <a:pt x="104" y="4"/>
                      <a:pt x="104" y="5"/>
                    </a:cubicBezTo>
                    <a:cubicBezTo>
                      <a:pt x="105" y="8"/>
                      <a:pt x="103" y="4"/>
                      <a:pt x="103" y="4"/>
                    </a:cubicBezTo>
                    <a:cubicBezTo>
                      <a:pt x="103" y="3"/>
                      <a:pt x="103" y="3"/>
                      <a:pt x="103" y="3"/>
                    </a:cubicBezTo>
                    <a:cubicBezTo>
                      <a:pt x="102" y="2"/>
                      <a:pt x="102" y="4"/>
                      <a:pt x="102" y="4"/>
                    </a:cubicBezTo>
                    <a:cubicBezTo>
                      <a:pt x="100" y="1"/>
                      <a:pt x="102" y="3"/>
                      <a:pt x="102" y="1"/>
                    </a:cubicBezTo>
                    <a:cubicBezTo>
                      <a:pt x="101" y="0"/>
                      <a:pt x="101" y="0"/>
                      <a:pt x="101" y="0"/>
                    </a:cubicBezTo>
                    <a:cubicBezTo>
                      <a:pt x="100" y="0"/>
                      <a:pt x="101" y="2"/>
                      <a:pt x="100" y="2"/>
                    </a:cubicBezTo>
                    <a:cubicBezTo>
                      <a:pt x="100" y="1"/>
                      <a:pt x="100" y="1"/>
                      <a:pt x="100" y="1"/>
                    </a:cubicBezTo>
                    <a:cubicBezTo>
                      <a:pt x="100" y="1"/>
                      <a:pt x="100" y="1"/>
                      <a:pt x="100" y="1"/>
                    </a:cubicBezTo>
                    <a:cubicBezTo>
                      <a:pt x="100" y="3"/>
                      <a:pt x="101" y="4"/>
                      <a:pt x="101" y="4"/>
                    </a:cubicBezTo>
                    <a:cubicBezTo>
                      <a:pt x="102" y="7"/>
                      <a:pt x="101" y="4"/>
                      <a:pt x="101" y="5"/>
                    </a:cubicBezTo>
                    <a:cubicBezTo>
                      <a:pt x="101" y="7"/>
                      <a:pt x="101" y="5"/>
                      <a:pt x="102" y="7"/>
                    </a:cubicBezTo>
                    <a:cubicBezTo>
                      <a:pt x="102" y="8"/>
                      <a:pt x="102" y="8"/>
                      <a:pt x="102" y="9"/>
                    </a:cubicBezTo>
                    <a:cubicBezTo>
                      <a:pt x="101" y="9"/>
                      <a:pt x="101" y="7"/>
                      <a:pt x="100" y="6"/>
                    </a:cubicBezTo>
                    <a:cubicBezTo>
                      <a:pt x="100" y="6"/>
                      <a:pt x="100" y="5"/>
                      <a:pt x="101" y="6"/>
                    </a:cubicBezTo>
                    <a:cubicBezTo>
                      <a:pt x="101" y="4"/>
                      <a:pt x="99" y="3"/>
                      <a:pt x="99" y="2"/>
                    </a:cubicBezTo>
                    <a:cubicBezTo>
                      <a:pt x="98" y="1"/>
                      <a:pt x="99" y="4"/>
                      <a:pt x="99" y="4"/>
                    </a:cubicBezTo>
                    <a:cubicBezTo>
                      <a:pt x="99" y="3"/>
                      <a:pt x="99" y="5"/>
                      <a:pt x="100" y="6"/>
                    </a:cubicBezTo>
                    <a:cubicBezTo>
                      <a:pt x="101" y="11"/>
                      <a:pt x="98" y="3"/>
                      <a:pt x="97" y="4"/>
                    </a:cubicBezTo>
                    <a:cubicBezTo>
                      <a:pt x="99" y="7"/>
                      <a:pt x="98" y="8"/>
                      <a:pt x="100" y="11"/>
                    </a:cubicBezTo>
                    <a:cubicBezTo>
                      <a:pt x="100" y="12"/>
                      <a:pt x="100" y="13"/>
                      <a:pt x="100" y="12"/>
                    </a:cubicBezTo>
                    <a:cubicBezTo>
                      <a:pt x="99" y="10"/>
                      <a:pt x="99" y="11"/>
                      <a:pt x="98" y="9"/>
                    </a:cubicBezTo>
                    <a:cubicBezTo>
                      <a:pt x="98" y="9"/>
                      <a:pt x="98" y="9"/>
                      <a:pt x="98" y="9"/>
                    </a:cubicBezTo>
                    <a:cubicBezTo>
                      <a:pt x="98" y="7"/>
                      <a:pt x="98" y="7"/>
                      <a:pt x="98" y="7"/>
                    </a:cubicBezTo>
                    <a:cubicBezTo>
                      <a:pt x="97" y="5"/>
                      <a:pt x="95" y="4"/>
                      <a:pt x="95" y="4"/>
                    </a:cubicBezTo>
                    <a:cubicBezTo>
                      <a:pt x="95" y="5"/>
                      <a:pt x="96" y="5"/>
                      <a:pt x="96" y="6"/>
                    </a:cubicBezTo>
                    <a:cubicBezTo>
                      <a:pt x="95" y="5"/>
                      <a:pt x="95" y="4"/>
                      <a:pt x="94" y="4"/>
                    </a:cubicBezTo>
                    <a:cubicBezTo>
                      <a:pt x="95" y="5"/>
                      <a:pt x="96" y="7"/>
                      <a:pt x="96" y="8"/>
                    </a:cubicBezTo>
                    <a:cubicBezTo>
                      <a:pt x="95" y="8"/>
                      <a:pt x="94" y="6"/>
                      <a:pt x="94" y="6"/>
                    </a:cubicBezTo>
                    <a:cubicBezTo>
                      <a:pt x="94" y="4"/>
                      <a:pt x="94" y="4"/>
                      <a:pt x="94" y="4"/>
                    </a:cubicBezTo>
                    <a:cubicBezTo>
                      <a:pt x="94" y="6"/>
                      <a:pt x="93" y="3"/>
                      <a:pt x="93" y="4"/>
                    </a:cubicBezTo>
                    <a:cubicBezTo>
                      <a:pt x="93" y="5"/>
                      <a:pt x="94" y="7"/>
                      <a:pt x="94" y="8"/>
                    </a:cubicBezTo>
                    <a:cubicBezTo>
                      <a:pt x="94" y="9"/>
                      <a:pt x="94" y="8"/>
                      <a:pt x="94" y="8"/>
                    </a:cubicBezTo>
                    <a:cubicBezTo>
                      <a:pt x="93" y="7"/>
                      <a:pt x="93" y="7"/>
                      <a:pt x="93" y="7"/>
                    </a:cubicBezTo>
                    <a:cubicBezTo>
                      <a:pt x="93" y="7"/>
                      <a:pt x="92" y="4"/>
                      <a:pt x="92" y="5"/>
                    </a:cubicBezTo>
                    <a:cubicBezTo>
                      <a:pt x="92" y="6"/>
                      <a:pt x="92" y="6"/>
                      <a:pt x="92" y="6"/>
                    </a:cubicBezTo>
                    <a:cubicBezTo>
                      <a:pt x="92" y="6"/>
                      <a:pt x="92" y="6"/>
                      <a:pt x="91" y="5"/>
                    </a:cubicBezTo>
                    <a:cubicBezTo>
                      <a:pt x="92" y="6"/>
                      <a:pt x="91" y="6"/>
                      <a:pt x="92" y="6"/>
                    </a:cubicBezTo>
                    <a:cubicBezTo>
                      <a:pt x="91" y="5"/>
                      <a:pt x="91" y="5"/>
                      <a:pt x="91" y="5"/>
                    </a:cubicBezTo>
                    <a:cubicBezTo>
                      <a:pt x="91" y="6"/>
                      <a:pt x="92" y="9"/>
                      <a:pt x="91" y="7"/>
                    </a:cubicBezTo>
                    <a:cubicBezTo>
                      <a:pt x="92" y="9"/>
                      <a:pt x="91" y="7"/>
                      <a:pt x="92" y="8"/>
                    </a:cubicBezTo>
                    <a:cubicBezTo>
                      <a:pt x="93" y="9"/>
                      <a:pt x="92" y="9"/>
                      <a:pt x="92" y="10"/>
                    </a:cubicBezTo>
                    <a:cubicBezTo>
                      <a:pt x="91" y="7"/>
                      <a:pt x="91" y="10"/>
                      <a:pt x="91" y="10"/>
                    </a:cubicBezTo>
                    <a:cubicBezTo>
                      <a:pt x="91" y="9"/>
                      <a:pt x="90" y="9"/>
                      <a:pt x="90" y="8"/>
                    </a:cubicBezTo>
                    <a:cubicBezTo>
                      <a:pt x="91" y="10"/>
                      <a:pt x="91" y="10"/>
                      <a:pt x="91" y="10"/>
                    </a:cubicBezTo>
                    <a:cubicBezTo>
                      <a:pt x="89" y="7"/>
                      <a:pt x="90" y="11"/>
                      <a:pt x="89" y="10"/>
                    </a:cubicBezTo>
                    <a:cubicBezTo>
                      <a:pt x="89" y="9"/>
                      <a:pt x="88" y="8"/>
                      <a:pt x="88" y="7"/>
                    </a:cubicBezTo>
                    <a:cubicBezTo>
                      <a:pt x="90" y="10"/>
                      <a:pt x="89" y="11"/>
                      <a:pt x="90" y="12"/>
                    </a:cubicBezTo>
                    <a:cubicBezTo>
                      <a:pt x="89" y="12"/>
                      <a:pt x="88" y="9"/>
                      <a:pt x="87" y="8"/>
                    </a:cubicBezTo>
                    <a:cubicBezTo>
                      <a:pt x="88" y="10"/>
                      <a:pt x="86" y="7"/>
                      <a:pt x="87" y="9"/>
                    </a:cubicBezTo>
                    <a:cubicBezTo>
                      <a:pt x="88" y="10"/>
                      <a:pt x="88" y="11"/>
                      <a:pt x="88" y="12"/>
                    </a:cubicBezTo>
                    <a:cubicBezTo>
                      <a:pt x="88" y="12"/>
                      <a:pt x="88" y="11"/>
                      <a:pt x="87" y="10"/>
                    </a:cubicBezTo>
                    <a:cubicBezTo>
                      <a:pt x="87" y="10"/>
                      <a:pt x="88" y="12"/>
                      <a:pt x="88" y="13"/>
                    </a:cubicBezTo>
                    <a:cubicBezTo>
                      <a:pt x="88" y="13"/>
                      <a:pt x="89" y="15"/>
                      <a:pt x="88" y="14"/>
                    </a:cubicBezTo>
                    <a:cubicBezTo>
                      <a:pt x="87" y="12"/>
                      <a:pt x="88" y="13"/>
                      <a:pt x="87" y="12"/>
                    </a:cubicBezTo>
                    <a:cubicBezTo>
                      <a:pt x="86" y="12"/>
                      <a:pt x="89" y="16"/>
                      <a:pt x="88" y="16"/>
                    </a:cubicBezTo>
                    <a:cubicBezTo>
                      <a:pt x="89" y="17"/>
                      <a:pt x="90" y="20"/>
                      <a:pt x="90" y="21"/>
                    </a:cubicBezTo>
                    <a:cubicBezTo>
                      <a:pt x="89" y="21"/>
                      <a:pt x="90" y="20"/>
                      <a:pt x="89" y="18"/>
                    </a:cubicBezTo>
                    <a:cubicBezTo>
                      <a:pt x="89" y="18"/>
                      <a:pt x="89" y="18"/>
                      <a:pt x="89" y="18"/>
                    </a:cubicBezTo>
                    <a:cubicBezTo>
                      <a:pt x="87" y="16"/>
                      <a:pt x="87" y="14"/>
                      <a:pt x="86" y="12"/>
                    </a:cubicBezTo>
                    <a:cubicBezTo>
                      <a:pt x="86" y="13"/>
                      <a:pt x="86" y="13"/>
                      <a:pt x="86" y="13"/>
                    </a:cubicBezTo>
                    <a:cubicBezTo>
                      <a:pt x="85" y="12"/>
                      <a:pt x="85" y="11"/>
                      <a:pt x="84" y="10"/>
                    </a:cubicBezTo>
                    <a:cubicBezTo>
                      <a:pt x="85" y="12"/>
                      <a:pt x="84" y="11"/>
                      <a:pt x="84" y="11"/>
                    </a:cubicBezTo>
                    <a:cubicBezTo>
                      <a:pt x="85" y="13"/>
                      <a:pt x="84" y="11"/>
                      <a:pt x="85" y="12"/>
                    </a:cubicBezTo>
                    <a:cubicBezTo>
                      <a:pt x="84" y="13"/>
                      <a:pt x="86" y="15"/>
                      <a:pt x="85" y="15"/>
                    </a:cubicBezTo>
                    <a:cubicBezTo>
                      <a:pt x="83" y="12"/>
                      <a:pt x="83" y="12"/>
                      <a:pt x="83" y="12"/>
                    </a:cubicBezTo>
                    <a:cubicBezTo>
                      <a:pt x="82" y="11"/>
                      <a:pt x="84" y="14"/>
                      <a:pt x="83" y="13"/>
                    </a:cubicBezTo>
                    <a:cubicBezTo>
                      <a:pt x="83" y="12"/>
                      <a:pt x="83" y="12"/>
                      <a:pt x="83" y="12"/>
                    </a:cubicBezTo>
                    <a:cubicBezTo>
                      <a:pt x="81" y="13"/>
                      <a:pt x="80" y="14"/>
                      <a:pt x="81" y="18"/>
                    </a:cubicBezTo>
                    <a:cubicBezTo>
                      <a:pt x="80" y="17"/>
                      <a:pt x="79" y="17"/>
                      <a:pt x="78" y="16"/>
                    </a:cubicBezTo>
                    <a:cubicBezTo>
                      <a:pt x="78" y="17"/>
                      <a:pt x="79" y="18"/>
                      <a:pt x="79" y="18"/>
                    </a:cubicBezTo>
                    <a:cubicBezTo>
                      <a:pt x="77" y="17"/>
                      <a:pt x="77" y="17"/>
                      <a:pt x="77" y="17"/>
                    </a:cubicBezTo>
                    <a:cubicBezTo>
                      <a:pt x="76" y="16"/>
                      <a:pt x="77" y="18"/>
                      <a:pt x="77" y="19"/>
                    </a:cubicBezTo>
                    <a:cubicBezTo>
                      <a:pt x="76" y="18"/>
                      <a:pt x="76" y="18"/>
                      <a:pt x="76" y="18"/>
                    </a:cubicBezTo>
                    <a:cubicBezTo>
                      <a:pt x="75" y="17"/>
                      <a:pt x="76" y="19"/>
                      <a:pt x="76" y="19"/>
                    </a:cubicBezTo>
                    <a:cubicBezTo>
                      <a:pt x="75" y="18"/>
                      <a:pt x="75" y="18"/>
                      <a:pt x="75" y="18"/>
                    </a:cubicBezTo>
                    <a:cubicBezTo>
                      <a:pt x="76" y="20"/>
                      <a:pt x="76" y="20"/>
                      <a:pt x="76" y="20"/>
                    </a:cubicBezTo>
                    <a:cubicBezTo>
                      <a:pt x="76" y="20"/>
                      <a:pt x="76" y="20"/>
                      <a:pt x="74" y="19"/>
                    </a:cubicBezTo>
                    <a:cubicBezTo>
                      <a:pt x="75" y="19"/>
                      <a:pt x="75" y="19"/>
                      <a:pt x="75" y="20"/>
                    </a:cubicBezTo>
                    <a:cubicBezTo>
                      <a:pt x="74" y="19"/>
                      <a:pt x="73" y="20"/>
                      <a:pt x="73" y="21"/>
                    </a:cubicBezTo>
                    <a:cubicBezTo>
                      <a:pt x="74" y="21"/>
                      <a:pt x="74" y="21"/>
                      <a:pt x="75" y="23"/>
                    </a:cubicBezTo>
                    <a:cubicBezTo>
                      <a:pt x="76" y="25"/>
                      <a:pt x="74" y="22"/>
                      <a:pt x="75" y="24"/>
                    </a:cubicBezTo>
                    <a:cubicBezTo>
                      <a:pt x="74" y="23"/>
                      <a:pt x="74" y="22"/>
                      <a:pt x="73" y="22"/>
                    </a:cubicBezTo>
                    <a:cubicBezTo>
                      <a:pt x="71" y="20"/>
                      <a:pt x="71" y="22"/>
                      <a:pt x="70" y="23"/>
                    </a:cubicBezTo>
                    <a:cubicBezTo>
                      <a:pt x="70" y="24"/>
                      <a:pt x="70" y="24"/>
                      <a:pt x="70" y="24"/>
                    </a:cubicBezTo>
                    <a:cubicBezTo>
                      <a:pt x="68" y="22"/>
                      <a:pt x="69" y="25"/>
                      <a:pt x="68" y="24"/>
                    </a:cubicBezTo>
                    <a:cubicBezTo>
                      <a:pt x="68" y="25"/>
                      <a:pt x="70" y="28"/>
                      <a:pt x="69" y="28"/>
                    </a:cubicBezTo>
                    <a:cubicBezTo>
                      <a:pt x="70" y="30"/>
                      <a:pt x="68" y="26"/>
                      <a:pt x="67" y="25"/>
                    </a:cubicBezTo>
                    <a:cubicBezTo>
                      <a:pt x="67" y="26"/>
                      <a:pt x="67" y="26"/>
                      <a:pt x="67" y="26"/>
                    </a:cubicBezTo>
                    <a:cubicBezTo>
                      <a:pt x="66" y="26"/>
                      <a:pt x="66" y="26"/>
                      <a:pt x="66" y="26"/>
                    </a:cubicBezTo>
                    <a:cubicBezTo>
                      <a:pt x="67" y="27"/>
                      <a:pt x="67" y="28"/>
                      <a:pt x="66" y="27"/>
                    </a:cubicBezTo>
                    <a:cubicBezTo>
                      <a:pt x="66" y="27"/>
                      <a:pt x="66" y="27"/>
                      <a:pt x="66" y="27"/>
                    </a:cubicBezTo>
                    <a:cubicBezTo>
                      <a:pt x="66" y="27"/>
                      <a:pt x="65" y="26"/>
                      <a:pt x="64" y="27"/>
                    </a:cubicBezTo>
                    <a:cubicBezTo>
                      <a:pt x="65" y="28"/>
                      <a:pt x="64" y="28"/>
                      <a:pt x="65" y="29"/>
                    </a:cubicBezTo>
                    <a:cubicBezTo>
                      <a:pt x="65" y="28"/>
                      <a:pt x="65" y="28"/>
                      <a:pt x="65" y="28"/>
                    </a:cubicBezTo>
                    <a:cubicBezTo>
                      <a:pt x="65" y="30"/>
                      <a:pt x="65" y="30"/>
                      <a:pt x="65" y="30"/>
                    </a:cubicBezTo>
                    <a:cubicBezTo>
                      <a:pt x="65" y="29"/>
                      <a:pt x="65" y="29"/>
                      <a:pt x="65" y="29"/>
                    </a:cubicBezTo>
                    <a:cubicBezTo>
                      <a:pt x="64" y="28"/>
                      <a:pt x="64" y="28"/>
                      <a:pt x="64" y="28"/>
                    </a:cubicBezTo>
                    <a:cubicBezTo>
                      <a:pt x="63" y="27"/>
                      <a:pt x="64" y="29"/>
                      <a:pt x="65" y="30"/>
                    </a:cubicBezTo>
                    <a:cubicBezTo>
                      <a:pt x="65" y="31"/>
                      <a:pt x="64" y="30"/>
                      <a:pt x="64" y="29"/>
                    </a:cubicBezTo>
                    <a:cubicBezTo>
                      <a:pt x="63" y="29"/>
                      <a:pt x="64" y="30"/>
                      <a:pt x="64" y="29"/>
                    </a:cubicBezTo>
                    <a:cubicBezTo>
                      <a:pt x="63" y="28"/>
                      <a:pt x="63" y="29"/>
                      <a:pt x="63" y="28"/>
                    </a:cubicBezTo>
                    <a:cubicBezTo>
                      <a:pt x="63" y="28"/>
                      <a:pt x="64" y="30"/>
                      <a:pt x="63" y="30"/>
                    </a:cubicBezTo>
                    <a:cubicBezTo>
                      <a:pt x="63" y="30"/>
                      <a:pt x="63" y="31"/>
                      <a:pt x="62" y="29"/>
                    </a:cubicBezTo>
                    <a:cubicBezTo>
                      <a:pt x="62" y="30"/>
                      <a:pt x="62" y="30"/>
                      <a:pt x="62" y="31"/>
                    </a:cubicBezTo>
                    <a:cubicBezTo>
                      <a:pt x="63" y="31"/>
                      <a:pt x="63" y="31"/>
                      <a:pt x="64" y="32"/>
                    </a:cubicBezTo>
                    <a:cubicBezTo>
                      <a:pt x="64" y="32"/>
                      <a:pt x="64" y="33"/>
                      <a:pt x="63" y="32"/>
                    </a:cubicBezTo>
                    <a:cubicBezTo>
                      <a:pt x="63" y="32"/>
                      <a:pt x="63" y="32"/>
                      <a:pt x="63" y="32"/>
                    </a:cubicBezTo>
                    <a:cubicBezTo>
                      <a:pt x="63" y="32"/>
                      <a:pt x="63" y="32"/>
                      <a:pt x="64" y="33"/>
                    </a:cubicBezTo>
                    <a:cubicBezTo>
                      <a:pt x="62" y="32"/>
                      <a:pt x="62" y="32"/>
                      <a:pt x="62" y="32"/>
                    </a:cubicBezTo>
                    <a:cubicBezTo>
                      <a:pt x="63" y="33"/>
                      <a:pt x="62" y="33"/>
                      <a:pt x="62" y="33"/>
                    </a:cubicBezTo>
                    <a:cubicBezTo>
                      <a:pt x="61" y="32"/>
                      <a:pt x="60" y="30"/>
                      <a:pt x="60" y="30"/>
                    </a:cubicBezTo>
                    <a:cubicBezTo>
                      <a:pt x="60" y="32"/>
                      <a:pt x="60" y="32"/>
                      <a:pt x="60" y="32"/>
                    </a:cubicBezTo>
                    <a:cubicBezTo>
                      <a:pt x="60" y="32"/>
                      <a:pt x="60" y="32"/>
                      <a:pt x="59" y="31"/>
                    </a:cubicBezTo>
                    <a:cubicBezTo>
                      <a:pt x="58" y="31"/>
                      <a:pt x="61" y="36"/>
                      <a:pt x="60" y="35"/>
                    </a:cubicBezTo>
                    <a:cubicBezTo>
                      <a:pt x="59" y="33"/>
                      <a:pt x="59" y="33"/>
                      <a:pt x="58" y="33"/>
                    </a:cubicBezTo>
                    <a:cubicBezTo>
                      <a:pt x="58" y="34"/>
                      <a:pt x="58" y="34"/>
                      <a:pt x="58" y="34"/>
                    </a:cubicBezTo>
                    <a:cubicBezTo>
                      <a:pt x="59" y="35"/>
                      <a:pt x="58" y="33"/>
                      <a:pt x="59" y="34"/>
                    </a:cubicBezTo>
                    <a:cubicBezTo>
                      <a:pt x="60" y="34"/>
                      <a:pt x="59" y="34"/>
                      <a:pt x="59" y="35"/>
                    </a:cubicBezTo>
                    <a:cubicBezTo>
                      <a:pt x="56" y="32"/>
                      <a:pt x="57" y="35"/>
                      <a:pt x="55" y="34"/>
                    </a:cubicBezTo>
                    <a:cubicBezTo>
                      <a:pt x="56" y="36"/>
                      <a:pt x="55" y="35"/>
                      <a:pt x="55" y="36"/>
                    </a:cubicBezTo>
                    <a:cubicBezTo>
                      <a:pt x="54" y="34"/>
                      <a:pt x="55" y="37"/>
                      <a:pt x="54" y="36"/>
                    </a:cubicBezTo>
                    <a:cubicBezTo>
                      <a:pt x="55" y="38"/>
                      <a:pt x="55" y="38"/>
                      <a:pt x="55" y="38"/>
                    </a:cubicBezTo>
                    <a:cubicBezTo>
                      <a:pt x="54" y="37"/>
                      <a:pt x="57" y="41"/>
                      <a:pt x="55" y="39"/>
                    </a:cubicBezTo>
                    <a:cubicBezTo>
                      <a:pt x="54" y="39"/>
                      <a:pt x="54" y="38"/>
                      <a:pt x="53" y="37"/>
                    </a:cubicBezTo>
                    <a:cubicBezTo>
                      <a:pt x="51" y="35"/>
                      <a:pt x="54" y="40"/>
                      <a:pt x="52" y="38"/>
                    </a:cubicBezTo>
                    <a:cubicBezTo>
                      <a:pt x="52" y="38"/>
                      <a:pt x="53" y="40"/>
                      <a:pt x="54" y="41"/>
                    </a:cubicBezTo>
                    <a:cubicBezTo>
                      <a:pt x="53" y="40"/>
                      <a:pt x="51" y="39"/>
                      <a:pt x="51" y="39"/>
                    </a:cubicBezTo>
                    <a:cubicBezTo>
                      <a:pt x="51" y="40"/>
                      <a:pt x="51" y="40"/>
                      <a:pt x="51" y="40"/>
                    </a:cubicBezTo>
                    <a:cubicBezTo>
                      <a:pt x="50" y="39"/>
                      <a:pt x="50" y="39"/>
                      <a:pt x="50" y="39"/>
                    </a:cubicBezTo>
                    <a:cubicBezTo>
                      <a:pt x="49" y="39"/>
                      <a:pt x="50" y="40"/>
                      <a:pt x="50" y="41"/>
                    </a:cubicBezTo>
                    <a:cubicBezTo>
                      <a:pt x="49" y="39"/>
                      <a:pt x="48" y="41"/>
                      <a:pt x="47" y="40"/>
                    </a:cubicBezTo>
                    <a:cubicBezTo>
                      <a:pt x="49" y="42"/>
                      <a:pt x="46" y="40"/>
                      <a:pt x="48" y="43"/>
                    </a:cubicBezTo>
                    <a:cubicBezTo>
                      <a:pt x="47" y="42"/>
                      <a:pt x="47" y="42"/>
                      <a:pt x="47" y="42"/>
                    </a:cubicBezTo>
                    <a:cubicBezTo>
                      <a:pt x="48" y="43"/>
                      <a:pt x="49" y="44"/>
                      <a:pt x="49" y="45"/>
                    </a:cubicBezTo>
                    <a:cubicBezTo>
                      <a:pt x="47" y="43"/>
                      <a:pt x="47" y="43"/>
                      <a:pt x="47" y="43"/>
                    </a:cubicBezTo>
                    <a:cubicBezTo>
                      <a:pt x="46" y="41"/>
                      <a:pt x="47" y="43"/>
                      <a:pt x="46" y="42"/>
                    </a:cubicBezTo>
                    <a:cubicBezTo>
                      <a:pt x="47" y="43"/>
                      <a:pt x="45" y="42"/>
                      <a:pt x="46" y="44"/>
                    </a:cubicBezTo>
                    <a:cubicBezTo>
                      <a:pt x="47" y="44"/>
                      <a:pt x="47" y="44"/>
                      <a:pt x="47" y="44"/>
                    </a:cubicBezTo>
                    <a:cubicBezTo>
                      <a:pt x="47" y="45"/>
                      <a:pt x="47" y="45"/>
                      <a:pt x="47" y="46"/>
                    </a:cubicBezTo>
                    <a:cubicBezTo>
                      <a:pt x="47" y="46"/>
                      <a:pt x="45" y="44"/>
                      <a:pt x="45" y="44"/>
                    </a:cubicBezTo>
                    <a:cubicBezTo>
                      <a:pt x="45" y="44"/>
                      <a:pt x="45" y="44"/>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4" y="45"/>
                      <a:pt x="44" y="45"/>
                    </a:cubicBezTo>
                    <a:cubicBezTo>
                      <a:pt x="44" y="45"/>
                      <a:pt x="44" y="45"/>
                      <a:pt x="44" y="45"/>
                    </a:cubicBezTo>
                    <a:cubicBezTo>
                      <a:pt x="44" y="45"/>
                      <a:pt x="44" y="45"/>
                      <a:pt x="44" y="45"/>
                    </a:cubicBezTo>
                    <a:cubicBezTo>
                      <a:pt x="43" y="44"/>
                      <a:pt x="43" y="44"/>
                      <a:pt x="43" y="44"/>
                    </a:cubicBezTo>
                    <a:cubicBezTo>
                      <a:pt x="43" y="44"/>
                      <a:pt x="43" y="45"/>
                      <a:pt x="44" y="46"/>
                    </a:cubicBezTo>
                    <a:cubicBezTo>
                      <a:pt x="42" y="46"/>
                      <a:pt x="42" y="48"/>
                      <a:pt x="42" y="49"/>
                    </a:cubicBezTo>
                    <a:cubicBezTo>
                      <a:pt x="42" y="49"/>
                      <a:pt x="41" y="48"/>
                      <a:pt x="42" y="48"/>
                    </a:cubicBezTo>
                    <a:cubicBezTo>
                      <a:pt x="42" y="49"/>
                      <a:pt x="42" y="50"/>
                      <a:pt x="42" y="49"/>
                    </a:cubicBezTo>
                    <a:cubicBezTo>
                      <a:pt x="42" y="50"/>
                      <a:pt x="41" y="48"/>
                      <a:pt x="40" y="49"/>
                    </a:cubicBezTo>
                    <a:cubicBezTo>
                      <a:pt x="40" y="48"/>
                      <a:pt x="41" y="50"/>
                      <a:pt x="41" y="50"/>
                    </a:cubicBezTo>
                    <a:cubicBezTo>
                      <a:pt x="39" y="48"/>
                      <a:pt x="41" y="52"/>
                      <a:pt x="39" y="51"/>
                    </a:cubicBezTo>
                    <a:cubicBezTo>
                      <a:pt x="40" y="52"/>
                      <a:pt x="39" y="51"/>
                      <a:pt x="39" y="50"/>
                    </a:cubicBezTo>
                    <a:cubicBezTo>
                      <a:pt x="39" y="51"/>
                      <a:pt x="38" y="52"/>
                      <a:pt x="39" y="54"/>
                    </a:cubicBezTo>
                    <a:cubicBezTo>
                      <a:pt x="38" y="53"/>
                      <a:pt x="38" y="53"/>
                      <a:pt x="38" y="53"/>
                    </a:cubicBezTo>
                    <a:cubicBezTo>
                      <a:pt x="38" y="53"/>
                      <a:pt x="38" y="53"/>
                      <a:pt x="38" y="54"/>
                    </a:cubicBezTo>
                    <a:cubicBezTo>
                      <a:pt x="39" y="55"/>
                      <a:pt x="40" y="56"/>
                      <a:pt x="39" y="56"/>
                    </a:cubicBezTo>
                    <a:cubicBezTo>
                      <a:pt x="39" y="56"/>
                      <a:pt x="39" y="56"/>
                      <a:pt x="39" y="56"/>
                    </a:cubicBezTo>
                    <a:cubicBezTo>
                      <a:pt x="39" y="56"/>
                      <a:pt x="39" y="57"/>
                      <a:pt x="39" y="57"/>
                    </a:cubicBezTo>
                    <a:cubicBezTo>
                      <a:pt x="38" y="57"/>
                      <a:pt x="39" y="57"/>
                      <a:pt x="38" y="56"/>
                    </a:cubicBezTo>
                    <a:cubicBezTo>
                      <a:pt x="36" y="54"/>
                      <a:pt x="36" y="56"/>
                      <a:pt x="36" y="56"/>
                    </a:cubicBezTo>
                    <a:cubicBezTo>
                      <a:pt x="37" y="57"/>
                      <a:pt x="37" y="57"/>
                      <a:pt x="37" y="57"/>
                    </a:cubicBezTo>
                    <a:cubicBezTo>
                      <a:pt x="37" y="58"/>
                      <a:pt x="36" y="56"/>
                      <a:pt x="36" y="56"/>
                    </a:cubicBezTo>
                    <a:cubicBezTo>
                      <a:pt x="38" y="61"/>
                      <a:pt x="38" y="61"/>
                      <a:pt x="38" y="61"/>
                    </a:cubicBezTo>
                    <a:cubicBezTo>
                      <a:pt x="38" y="60"/>
                      <a:pt x="37" y="59"/>
                      <a:pt x="36" y="58"/>
                    </a:cubicBezTo>
                    <a:cubicBezTo>
                      <a:pt x="36" y="59"/>
                      <a:pt x="37" y="61"/>
                      <a:pt x="38" y="63"/>
                    </a:cubicBezTo>
                    <a:cubicBezTo>
                      <a:pt x="38" y="63"/>
                      <a:pt x="38" y="64"/>
                      <a:pt x="38" y="64"/>
                    </a:cubicBezTo>
                    <a:cubicBezTo>
                      <a:pt x="37" y="63"/>
                      <a:pt x="38" y="64"/>
                      <a:pt x="37" y="63"/>
                    </a:cubicBezTo>
                    <a:cubicBezTo>
                      <a:pt x="36" y="63"/>
                      <a:pt x="36" y="63"/>
                      <a:pt x="36" y="63"/>
                    </a:cubicBezTo>
                    <a:cubicBezTo>
                      <a:pt x="36" y="62"/>
                      <a:pt x="34" y="61"/>
                      <a:pt x="34" y="60"/>
                    </a:cubicBezTo>
                    <a:cubicBezTo>
                      <a:pt x="34" y="61"/>
                      <a:pt x="33" y="61"/>
                      <a:pt x="32" y="61"/>
                    </a:cubicBezTo>
                    <a:cubicBezTo>
                      <a:pt x="34" y="63"/>
                      <a:pt x="32" y="63"/>
                      <a:pt x="34" y="65"/>
                    </a:cubicBezTo>
                    <a:cubicBezTo>
                      <a:pt x="34" y="65"/>
                      <a:pt x="32" y="63"/>
                      <a:pt x="32" y="63"/>
                    </a:cubicBezTo>
                    <a:cubicBezTo>
                      <a:pt x="32" y="64"/>
                      <a:pt x="31" y="64"/>
                      <a:pt x="31" y="65"/>
                    </a:cubicBezTo>
                    <a:cubicBezTo>
                      <a:pt x="30" y="65"/>
                      <a:pt x="30" y="65"/>
                      <a:pt x="30" y="65"/>
                    </a:cubicBezTo>
                    <a:cubicBezTo>
                      <a:pt x="30" y="66"/>
                      <a:pt x="29" y="66"/>
                      <a:pt x="30" y="68"/>
                    </a:cubicBezTo>
                    <a:cubicBezTo>
                      <a:pt x="30" y="67"/>
                      <a:pt x="30" y="67"/>
                      <a:pt x="30" y="67"/>
                    </a:cubicBezTo>
                    <a:cubicBezTo>
                      <a:pt x="28" y="67"/>
                      <a:pt x="32" y="69"/>
                      <a:pt x="30" y="69"/>
                    </a:cubicBezTo>
                    <a:cubicBezTo>
                      <a:pt x="29" y="68"/>
                      <a:pt x="29" y="68"/>
                      <a:pt x="29" y="68"/>
                    </a:cubicBezTo>
                    <a:cubicBezTo>
                      <a:pt x="30" y="69"/>
                      <a:pt x="28" y="68"/>
                      <a:pt x="29" y="70"/>
                    </a:cubicBezTo>
                    <a:cubicBezTo>
                      <a:pt x="28" y="68"/>
                      <a:pt x="28" y="68"/>
                      <a:pt x="28" y="68"/>
                    </a:cubicBezTo>
                    <a:cubicBezTo>
                      <a:pt x="28" y="69"/>
                      <a:pt x="28" y="69"/>
                      <a:pt x="28" y="71"/>
                    </a:cubicBezTo>
                    <a:cubicBezTo>
                      <a:pt x="27" y="69"/>
                      <a:pt x="27" y="69"/>
                      <a:pt x="27" y="69"/>
                    </a:cubicBezTo>
                    <a:cubicBezTo>
                      <a:pt x="26" y="69"/>
                      <a:pt x="28" y="71"/>
                      <a:pt x="27" y="71"/>
                    </a:cubicBezTo>
                    <a:cubicBezTo>
                      <a:pt x="27" y="71"/>
                      <a:pt x="26" y="71"/>
                      <a:pt x="26" y="70"/>
                    </a:cubicBezTo>
                    <a:cubicBezTo>
                      <a:pt x="27" y="71"/>
                      <a:pt x="26" y="72"/>
                      <a:pt x="27" y="72"/>
                    </a:cubicBezTo>
                    <a:cubicBezTo>
                      <a:pt x="25" y="71"/>
                      <a:pt x="25" y="71"/>
                      <a:pt x="25" y="71"/>
                    </a:cubicBezTo>
                    <a:cubicBezTo>
                      <a:pt x="23" y="73"/>
                      <a:pt x="21" y="75"/>
                      <a:pt x="21" y="78"/>
                    </a:cubicBezTo>
                    <a:cubicBezTo>
                      <a:pt x="19" y="77"/>
                      <a:pt x="20" y="77"/>
                      <a:pt x="19" y="76"/>
                    </a:cubicBezTo>
                    <a:cubicBezTo>
                      <a:pt x="20" y="77"/>
                      <a:pt x="19" y="77"/>
                      <a:pt x="19" y="78"/>
                    </a:cubicBezTo>
                    <a:cubicBezTo>
                      <a:pt x="19" y="77"/>
                      <a:pt x="19" y="77"/>
                      <a:pt x="19" y="77"/>
                    </a:cubicBezTo>
                    <a:cubicBezTo>
                      <a:pt x="19" y="78"/>
                      <a:pt x="18" y="77"/>
                      <a:pt x="18" y="78"/>
                    </a:cubicBezTo>
                    <a:cubicBezTo>
                      <a:pt x="18" y="78"/>
                      <a:pt x="18" y="78"/>
                      <a:pt x="18" y="78"/>
                    </a:cubicBezTo>
                    <a:cubicBezTo>
                      <a:pt x="19" y="80"/>
                      <a:pt x="16" y="77"/>
                      <a:pt x="18" y="79"/>
                    </a:cubicBezTo>
                    <a:cubicBezTo>
                      <a:pt x="16" y="78"/>
                      <a:pt x="16" y="78"/>
                      <a:pt x="16" y="78"/>
                    </a:cubicBezTo>
                    <a:cubicBezTo>
                      <a:pt x="18" y="80"/>
                      <a:pt x="15" y="78"/>
                      <a:pt x="17" y="80"/>
                    </a:cubicBezTo>
                    <a:cubicBezTo>
                      <a:pt x="16" y="80"/>
                      <a:pt x="16" y="80"/>
                      <a:pt x="16" y="80"/>
                    </a:cubicBezTo>
                    <a:cubicBezTo>
                      <a:pt x="15" y="79"/>
                      <a:pt x="18" y="82"/>
                      <a:pt x="16" y="81"/>
                    </a:cubicBezTo>
                    <a:cubicBezTo>
                      <a:pt x="16" y="82"/>
                      <a:pt x="16" y="83"/>
                      <a:pt x="17" y="84"/>
                    </a:cubicBezTo>
                    <a:cubicBezTo>
                      <a:pt x="15" y="82"/>
                      <a:pt x="15" y="82"/>
                      <a:pt x="15" y="82"/>
                    </a:cubicBezTo>
                    <a:cubicBezTo>
                      <a:pt x="15" y="85"/>
                      <a:pt x="13" y="86"/>
                      <a:pt x="14" y="89"/>
                    </a:cubicBezTo>
                    <a:cubicBezTo>
                      <a:pt x="13" y="88"/>
                      <a:pt x="13" y="88"/>
                      <a:pt x="13" y="88"/>
                    </a:cubicBezTo>
                    <a:cubicBezTo>
                      <a:pt x="14" y="90"/>
                      <a:pt x="10" y="89"/>
                      <a:pt x="13" y="92"/>
                    </a:cubicBezTo>
                    <a:cubicBezTo>
                      <a:pt x="14" y="93"/>
                      <a:pt x="14" y="93"/>
                      <a:pt x="14" y="93"/>
                    </a:cubicBezTo>
                    <a:cubicBezTo>
                      <a:pt x="12" y="92"/>
                      <a:pt x="12" y="92"/>
                      <a:pt x="12" y="92"/>
                    </a:cubicBezTo>
                    <a:cubicBezTo>
                      <a:pt x="13" y="93"/>
                      <a:pt x="11" y="93"/>
                      <a:pt x="13" y="94"/>
                    </a:cubicBezTo>
                    <a:cubicBezTo>
                      <a:pt x="12" y="94"/>
                      <a:pt x="12" y="93"/>
                      <a:pt x="12" y="93"/>
                    </a:cubicBezTo>
                    <a:cubicBezTo>
                      <a:pt x="11" y="93"/>
                      <a:pt x="13" y="95"/>
                      <a:pt x="12" y="95"/>
                    </a:cubicBezTo>
                    <a:cubicBezTo>
                      <a:pt x="11" y="95"/>
                      <a:pt x="11" y="95"/>
                      <a:pt x="11" y="95"/>
                    </a:cubicBezTo>
                    <a:cubicBezTo>
                      <a:pt x="8" y="95"/>
                      <a:pt x="4" y="96"/>
                      <a:pt x="6" y="100"/>
                    </a:cubicBezTo>
                    <a:cubicBezTo>
                      <a:pt x="6" y="101"/>
                      <a:pt x="4" y="99"/>
                      <a:pt x="4" y="99"/>
                    </a:cubicBezTo>
                    <a:cubicBezTo>
                      <a:pt x="6" y="103"/>
                      <a:pt x="0" y="102"/>
                      <a:pt x="3" y="107"/>
                    </a:cubicBezTo>
                    <a:cubicBezTo>
                      <a:pt x="4" y="109"/>
                      <a:pt x="9" y="112"/>
                      <a:pt x="9" y="11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0" name="Freeform 163"/>
              <p:cNvSpPr/>
              <p:nvPr/>
            </p:nvSpPr>
            <p:spPr bwMode="auto">
              <a:xfrm>
                <a:off x="4499" y="1925"/>
                <a:ext cx="3"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1" y="2"/>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1" name="Freeform 164"/>
              <p:cNvSpPr/>
              <p:nvPr/>
            </p:nvSpPr>
            <p:spPr bwMode="auto">
              <a:xfrm>
                <a:off x="3914" y="1322"/>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2" name="Freeform 165"/>
              <p:cNvSpPr/>
              <p:nvPr/>
            </p:nvSpPr>
            <p:spPr bwMode="auto">
              <a:xfrm>
                <a:off x="3122" y="2198"/>
                <a:ext cx="2" cy="4"/>
              </a:xfrm>
              <a:custGeom>
                <a:avLst/>
                <a:gdLst>
                  <a:gd name="T0" fmla="*/ 0 w 2"/>
                  <a:gd name="T1" fmla="*/ 0 h 4"/>
                  <a:gd name="T2" fmla="*/ 0 w 2"/>
                  <a:gd name="T3" fmla="*/ 0 h 4"/>
                  <a:gd name="T4" fmla="*/ 2 w 2"/>
                  <a:gd name="T5" fmla="*/ 4 h 4"/>
                  <a:gd name="T6" fmla="*/ 0 w 2"/>
                  <a:gd name="T7" fmla="*/ 0 h 4"/>
                </a:gdLst>
                <a:ahLst/>
                <a:cxnLst>
                  <a:cxn ang="0">
                    <a:pos x="T0" y="T1"/>
                  </a:cxn>
                  <a:cxn ang="0">
                    <a:pos x="T2" y="T3"/>
                  </a:cxn>
                  <a:cxn ang="0">
                    <a:pos x="T4" y="T5"/>
                  </a:cxn>
                  <a:cxn ang="0">
                    <a:pos x="T6" y="T7"/>
                  </a:cxn>
                </a:cxnLst>
                <a:rect l="0" t="0" r="r" b="b"/>
                <a:pathLst>
                  <a:path w="2" h="4">
                    <a:moveTo>
                      <a:pt x="0" y="0"/>
                    </a:moveTo>
                    <a:lnTo>
                      <a:pt x="0" y="0"/>
                    </a:lnTo>
                    <a:lnTo>
                      <a:pt x="2"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3" name="Freeform 166"/>
              <p:cNvSpPr/>
              <p:nvPr/>
            </p:nvSpPr>
            <p:spPr bwMode="auto">
              <a:xfrm>
                <a:off x="3126" y="2183"/>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0" y="0"/>
                    </a:cubicBezTo>
                    <a:cubicBezTo>
                      <a:pt x="0"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4" name="Freeform 167"/>
              <p:cNvSpPr/>
              <p:nvPr/>
            </p:nvSpPr>
            <p:spPr bwMode="auto">
              <a:xfrm>
                <a:off x="3540" y="1543"/>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1"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5" name="Freeform 168"/>
              <p:cNvSpPr/>
              <p:nvPr/>
            </p:nvSpPr>
            <p:spPr bwMode="auto">
              <a:xfrm>
                <a:off x="3156" y="221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6" name="Freeform 169"/>
              <p:cNvSpPr/>
              <p:nvPr/>
            </p:nvSpPr>
            <p:spPr bwMode="auto">
              <a:xfrm>
                <a:off x="3129" y="218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7" name="Freeform 170"/>
              <p:cNvSpPr/>
              <p:nvPr/>
            </p:nvSpPr>
            <p:spPr bwMode="auto">
              <a:xfrm>
                <a:off x="3129" y="21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8" name="Freeform 171"/>
              <p:cNvSpPr/>
              <p:nvPr/>
            </p:nvSpPr>
            <p:spPr bwMode="auto">
              <a:xfrm>
                <a:off x="3129" y="219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9" name="Freeform 172"/>
              <p:cNvSpPr/>
              <p:nvPr/>
            </p:nvSpPr>
            <p:spPr bwMode="auto">
              <a:xfrm>
                <a:off x="3205" y="2162"/>
                <a:ext cx="2" cy="9"/>
              </a:xfrm>
              <a:custGeom>
                <a:avLst/>
                <a:gdLst>
                  <a:gd name="T0" fmla="*/ 1 w 1"/>
                  <a:gd name="T1" fmla="*/ 2 h 4"/>
                  <a:gd name="T2" fmla="*/ 1 w 1"/>
                  <a:gd name="T3" fmla="*/ 0 h 4"/>
                  <a:gd name="T4" fmla="*/ 1 w 1"/>
                  <a:gd name="T5" fmla="*/ 4 h 4"/>
                  <a:gd name="T6" fmla="*/ 1 w 1"/>
                  <a:gd name="T7" fmla="*/ 4 h 4"/>
                  <a:gd name="T8" fmla="*/ 1 w 1"/>
                  <a:gd name="T9" fmla="*/ 3 h 4"/>
                  <a:gd name="T10" fmla="*/ 1 w 1"/>
                  <a:gd name="T11" fmla="*/ 2 h 4"/>
                </a:gdLst>
                <a:ahLst/>
                <a:cxnLst>
                  <a:cxn ang="0">
                    <a:pos x="T0" y="T1"/>
                  </a:cxn>
                  <a:cxn ang="0">
                    <a:pos x="T2" y="T3"/>
                  </a:cxn>
                  <a:cxn ang="0">
                    <a:pos x="T4" y="T5"/>
                  </a:cxn>
                  <a:cxn ang="0">
                    <a:pos x="T6" y="T7"/>
                  </a:cxn>
                  <a:cxn ang="0">
                    <a:pos x="T8" y="T9"/>
                  </a:cxn>
                  <a:cxn ang="0">
                    <a:pos x="T10" y="T11"/>
                  </a:cxn>
                </a:cxnLst>
                <a:rect l="0" t="0" r="r" b="b"/>
                <a:pathLst>
                  <a:path w="1" h="4">
                    <a:moveTo>
                      <a:pt x="1" y="2"/>
                    </a:moveTo>
                    <a:cubicBezTo>
                      <a:pt x="1" y="1"/>
                      <a:pt x="1" y="0"/>
                      <a:pt x="1" y="0"/>
                    </a:cubicBezTo>
                    <a:cubicBezTo>
                      <a:pt x="1" y="1"/>
                      <a:pt x="0" y="3"/>
                      <a:pt x="1" y="4"/>
                    </a:cubicBezTo>
                    <a:cubicBezTo>
                      <a:pt x="1" y="4"/>
                      <a:pt x="1" y="4"/>
                      <a:pt x="1" y="4"/>
                    </a:cubicBezTo>
                    <a:cubicBezTo>
                      <a:pt x="1" y="4"/>
                      <a:pt x="1" y="3"/>
                      <a:pt x="1" y="3"/>
                    </a:cubicBezTo>
                    <a:cubicBezTo>
                      <a:pt x="1" y="3"/>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0" name="Freeform 173"/>
              <p:cNvSpPr/>
              <p:nvPr/>
            </p:nvSpPr>
            <p:spPr bwMode="auto">
              <a:xfrm>
                <a:off x="3207" y="216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1" name="Freeform 174"/>
              <p:cNvSpPr/>
              <p:nvPr/>
            </p:nvSpPr>
            <p:spPr bwMode="auto">
              <a:xfrm>
                <a:off x="3207" y="2169"/>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2" name="Freeform 175"/>
              <p:cNvSpPr/>
              <p:nvPr/>
            </p:nvSpPr>
            <p:spPr bwMode="auto">
              <a:xfrm>
                <a:off x="3194" y="2156"/>
                <a:ext cx="0" cy="6"/>
              </a:xfrm>
              <a:custGeom>
                <a:avLst/>
                <a:gdLst>
                  <a:gd name="T0" fmla="*/ 2 h 3"/>
                  <a:gd name="T1" fmla="*/ 2 h 3"/>
                  <a:gd name="T2" fmla="*/ 2 h 3"/>
                </a:gdLst>
                <a:ahLst/>
                <a:cxnLst>
                  <a:cxn ang="0">
                    <a:pos x="0" y="T0"/>
                  </a:cxn>
                  <a:cxn ang="0">
                    <a:pos x="0" y="T1"/>
                  </a:cxn>
                  <a:cxn ang="0">
                    <a:pos x="0" y="T2"/>
                  </a:cxn>
                </a:cxnLst>
                <a:rect l="0" t="0" r="r" b="b"/>
                <a:pathLst>
                  <a:path h="3">
                    <a:moveTo>
                      <a:pt x="0" y="2"/>
                    </a:moveTo>
                    <a:cubicBezTo>
                      <a:pt x="0" y="0"/>
                      <a:pt x="0" y="2"/>
                      <a:pt x="0" y="2"/>
                    </a:cubicBezTo>
                    <a:cubicBezTo>
                      <a:pt x="0" y="3"/>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3" name="Freeform 176"/>
              <p:cNvSpPr/>
              <p:nvPr/>
            </p:nvSpPr>
            <p:spPr bwMode="auto">
              <a:xfrm>
                <a:off x="3209" y="219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4" name="Freeform 177"/>
              <p:cNvSpPr/>
              <p:nvPr/>
            </p:nvSpPr>
            <p:spPr bwMode="auto">
              <a:xfrm>
                <a:off x="3472" y="20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5" name="Freeform 178"/>
              <p:cNvSpPr/>
              <p:nvPr/>
            </p:nvSpPr>
            <p:spPr bwMode="auto">
              <a:xfrm>
                <a:off x="3201" y="2158"/>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6" name="Freeform 179"/>
              <p:cNvSpPr/>
              <p:nvPr/>
            </p:nvSpPr>
            <p:spPr bwMode="auto">
              <a:xfrm>
                <a:off x="3211" y="2194"/>
                <a:ext cx="2" cy="4"/>
              </a:xfrm>
              <a:custGeom>
                <a:avLst/>
                <a:gdLst>
                  <a:gd name="T0" fmla="*/ 1 w 1"/>
                  <a:gd name="T1" fmla="*/ 1 h 2"/>
                  <a:gd name="T2" fmla="*/ 0 w 1"/>
                  <a:gd name="T3" fmla="*/ 2 h 2"/>
                  <a:gd name="T4" fmla="*/ 1 w 1"/>
                  <a:gd name="T5" fmla="*/ 1 h 2"/>
                </a:gdLst>
                <a:ahLst/>
                <a:cxnLst>
                  <a:cxn ang="0">
                    <a:pos x="T0" y="T1"/>
                  </a:cxn>
                  <a:cxn ang="0">
                    <a:pos x="T2" y="T3"/>
                  </a:cxn>
                  <a:cxn ang="0">
                    <a:pos x="T4" y="T5"/>
                  </a:cxn>
                </a:cxnLst>
                <a:rect l="0" t="0" r="r" b="b"/>
                <a:pathLst>
                  <a:path w="1" h="2">
                    <a:moveTo>
                      <a:pt x="1" y="1"/>
                    </a:moveTo>
                    <a:cubicBezTo>
                      <a:pt x="1" y="0"/>
                      <a:pt x="1" y="1"/>
                      <a:pt x="0" y="2"/>
                    </a:cubicBezTo>
                    <a:cubicBezTo>
                      <a:pt x="0" y="2"/>
                      <a:pt x="0"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7" name="Freeform 180"/>
              <p:cNvSpPr/>
              <p:nvPr/>
            </p:nvSpPr>
            <p:spPr bwMode="auto">
              <a:xfrm>
                <a:off x="3317" y="2561"/>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8" name="Freeform 181"/>
              <p:cNvSpPr/>
              <p:nvPr/>
            </p:nvSpPr>
            <p:spPr bwMode="auto">
              <a:xfrm>
                <a:off x="3345" y="2535"/>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9" name="Freeform 182"/>
              <p:cNvSpPr/>
              <p:nvPr/>
            </p:nvSpPr>
            <p:spPr bwMode="auto">
              <a:xfrm>
                <a:off x="3211" y="2192"/>
                <a:ext cx="2" cy="6"/>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0"/>
                      <a:pt x="1" y="0"/>
                      <a:pt x="1" y="0"/>
                    </a:cubicBezTo>
                    <a:cubicBezTo>
                      <a:pt x="0" y="1"/>
                      <a:pt x="0"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0" name="Freeform 183"/>
              <p:cNvSpPr/>
              <p:nvPr/>
            </p:nvSpPr>
            <p:spPr bwMode="auto">
              <a:xfrm>
                <a:off x="3266" y="254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1" name="Freeform 184"/>
              <p:cNvSpPr/>
              <p:nvPr/>
            </p:nvSpPr>
            <p:spPr bwMode="auto">
              <a:xfrm>
                <a:off x="3271" y="25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2" name="Freeform 185"/>
              <p:cNvSpPr/>
              <p:nvPr/>
            </p:nvSpPr>
            <p:spPr bwMode="auto">
              <a:xfrm>
                <a:off x="3273" y="255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3" name="Freeform 186"/>
              <p:cNvSpPr/>
              <p:nvPr/>
            </p:nvSpPr>
            <p:spPr bwMode="auto">
              <a:xfrm>
                <a:off x="3271" y="2557"/>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4" name="Freeform 187"/>
              <p:cNvSpPr/>
              <p:nvPr/>
            </p:nvSpPr>
            <p:spPr bwMode="auto">
              <a:xfrm>
                <a:off x="4616" y="18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5" name="Freeform 188"/>
              <p:cNvSpPr/>
              <p:nvPr/>
            </p:nvSpPr>
            <p:spPr bwMode="auto">
              <a:xfrm>
                <a:off x="3175" y="221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6" name="Freeform 189"/>
              <p:cNvSpPr/>
              <p:nvPr/>
            </p:nvSpPr>
            <p:spPr bwMode="auto">
              <a:xfrm>
                <a:off x="3137" y="218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7" name="Freeform 190"/>
              <p:cNvSpPr/>
              <p:nvPr/>
            </p:nvSpPr>
            <p:spPr bwMode="auto">
              <a:xfrm>
                <a:off x="3203" y="2166"/>
                <a:ext cx="2" cy="5"/>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0" y="2"/>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8" name="Freeform 191"/>
              <p:cNvSpPr/>
              <p:nvPr/>
            </p:nvSpPr>
            <p:spPr bwMode="auto">
              <a:xfrm>
                <a:off x="4497" y="192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9" name="Freeform 192"/>
              <p:cNvSpPr/>
              <p:nvPr/>
            </p:nvSpPr>
            <p:spPr bwMode="auto">
              <a:xfrm>
                <a:off x="3082" y="2156"/>
                <a:ext cx="131" cy="91"/>
              </a:xfrm>
              <a:custGeom>
                <a:avLst/>
                <a:gdLst>
                  <a:gd name="T0" fmla="*/ 46 w 62"/>
                  <a:gd name="T1" fmla="*/ 23 h 43"/>
                  <a:gd name="T2" fmla="*/ 51 w 62"/>
                  <a:gd name="T3" fmla="*/ 20 h 43"/>
                  <a:gd name="T4" fmla="*/ 54 w 62"/>
                  <a:gd name="T5" fmla="*/ 19 h 43"/>
                  <a:gd name="T6" fmla="*/ 58 w 62"/>
                  <a:gd name="T7" fmla="*/ 21 h 43"/>
                  <a:gd name="T8" fmla="*/ 60 w 62"/>
                  <a:gd name="T9" fmla="*/ 20 h 43"/>
                  <a:gd name="T10" fmla="*/ 61 w 62"/>
                  <a:gd name="T11" fmla="*/ 16 h 43"/>
                  <a:gd name="T12" fmla="*/ 62 w 62"/>
                  <a:gd name="T13" fmla="*/ 13 h 43"/>
                  <a:gd name="T14" fmla="*/ 62 w 62"/>
                  <a:gd name="T15" fmla="*/ 11 h 43"/>
                  <a:gd name="T16" fmla="*/ 58 w 62"/>
                  <a:gd name="T17" fmla="*/ 12 h 43"/>
                  <a:gd name="T18" fmla="*/ 56 w 62"/>
                  <a:gd name="T19" fmla="*/ 9 h 43"/>
                  <a:gd name="T20" fmla="*/ 57 w 62"/>
                  <a:gd name="T21" fmla="*/ 2 h 43"/>
                  <a:gd name="T22" fmla="*/ 56 w 62"/>
                  <a:gd name="T23" fmla="*/ 2 h 43"/>
                  <a:gd name="T24" fmla="*/ 55 w 62"/>
                  <a:gd name="T25" fmla="*/ 5 h 43"/>
                  <a:gd name="T26" fmla="*/ 54 w 62"/>
                  <a:gd name="T27" fmla="*/ 3 h 43"/>
                  <a:gd name="T28" fmla="*/ 53 w 62"/>
                  <a:gd name="T29" fmla="*/ 8 h 43"/>
                  <a:gd name="T30" fmla="*/ 51 w 62"/>
                  <a:gd name="T31" fmla="*/ 3 h 43"/>
                  <a:gd name="T32" fmla="*/ 51 w 62"/>
                  <a:gd name="T33" fmla="*/ 1 h 43"/>
                  <a:gd name="T34" fmla="*/ 50 w 62"/>
                  <a:gd name="T35" fmla="*/ 4 h 43"/>
                  <a:gd name="T36" fmla="*/ 49 w 62"/>
                  <a:gd name="T37" fmla="*/ 2 h 43"/>
                  <a:gd name="T38" fmla="*/ 48 w 62"/>
                  <a:gd name="T39" fmla="*/ 7 h 43"/>
                  <a:gd name="T40" fmla="*/ 47 w 62"/>
                  <a:gd name="T41" fmla="*/ 12 h 43"/>
                  <a:gd name="T42" fmla="*/ 46 w 62"/>
                  <a:gd name="T43" fmla="*/ 7 h 43"/>
                  <a:gd name="T44" fmla="*/ 43 w 62"/>
                  <a:gd name="T45" fmla="*/ 7 h 43"/>
                  <a:gd name="T46" fmla="*/ 42 w 62"/>
                  <a:gd name="T47" fmla="*/ 7 h 43"/>
                  <a:gd name="T48" fmla="*/ 40 w 62"/>
                  <a:gd name="T49" fmla="*/ 8 h 43"/>
                  <a:gd name="T50" fmla="*/ 37 w 62"/>
                  <a:gd name="T51" fmla="*/ 9 h 43"/>
                  <a:gd name="T52" fmla="*/ 36 w 62"/>
                  <a:gd name="T53" fmla="*/ 10 h 43"/>
                  <a:gd name="T54" fmla="*/ 36 w 62"/>
                  <a:gd name="T55" fmla="*/ 10 h 43"/>
                  <a:gd name="T56" fmla="*/ 35 w 62"/>
                  <a:gd name="T57" fmla="*/ 12 h 43"/>
                  <a:gd name="T58" fmla="*/ 34 w 62"/>
                  <a:gd name="T59" fmla="*/ 10 h 43"/>
                  <a:gd name="T60" fmla="*/ 33 w 62"/>
                  <a:gd name="T61" fmla="*/ 12 h 43"/>
                  <a:gd name="T62" fmla="*/ 30 w 62"/>
                  <a:gd name="T63" fmla="*/ 11 h 43"/>
                  <a:gd name="T64" fmla="*/ 28 w 62"/>
                  <a:gd name="T65" fmla="*/ 12 h 43"/>
                  <a:gd name="T66" fmla="*/ 26 w 62"/>
                  <a:gd name="T67" fmla="*/ 12 h 43"/>
                  <a:gd name="T68" fmla="*/ 26 w 62"/>
                  <a:gd name="T69" fmla="*/ 14 h 43"/>
                  <a:gd name="T70" fmla="*/ 25 w 62"/>
                  <a:gd name="T71" fmla="*/ 13 h 43"/>
                  <a:gd name="T72" fmla="*/ 24 w 62"/>
                  <a:gd name="T73" fmla="*/ 15 h 43"/>
                  <a:gd name="T74" fmla="*/ 22 w 62"/>
                  <a:gd name="T75" fmla="*/ 16 h 43"/>
                  <a:gd name="T76" fmla="*/ 21 w 62"/>
                  <a:gd name="T77" fmla="*/ 17 h 43"/>
                  <a:gd name="T78" fmla="*/ 22 w 62"/>
                  <a:gd name="T79" fmla="*/ 25 h 43"/>
                  <a:gd name="T80" fmla="*/ 19 w 62"/>
                  <a:gd name="T81" fmla="*/ 21 h 43"/>
                  <a:gd name="T82" fmla="*/ 17 w 62"/>
                  <a:gd name="T83" fmla="*/ 23 h 43"/>
                  <a:gd name="T84" fmla="*/ 16 w 62"/>
                  <a:gd name="T85" fmla="*/ 23 h 43"/>
                  <a:gd name="T86" fmla="*/ 11 w 62"/>
                  <a:gd name="T87" fmla="*/ 24 h 43"/>
                  <a:gd name="T88" fmla="*/ 10 w 62"/>
                  <a:gd name="T89" fmla="*/ 24 h 43"/>
                  <a:gd name="T90" fmla="*/ 8 w 62"/>
                  <a:gd name="T91" fmla="*/ 31 h 43"/>
                  <a:gd name="T92" fmla="*/ 7 w 62"/>
                  <a:gd name="T93" fmla="*/ 32 h 43"/>
                  <a:gd name="T94" fmla="*/ 12 w 62"/>
                  <a:gd name="T95" fmla="*/ 41 h 43"/>
                  <a:gd name="T96" fmla="*/ 18 w 62"/>
                  <a:gd name="T97" fmla="*/ 38 h 43"/>
                  <a:gd name="T98" fmla="*/ 28 w 62"/>
                  <a:gd name="T99" fmla="*/ 27 h 43"/>
                  <a:gd name="T100" fmla="*/ 31 w 62"/>
                  <a:gd name="T101" fmla="*/ 31 h 43"/>
                  <a:gd name="T102" fmla="*/ 36 w 62"/>
                  <a:gd name="T103" fmla="*/ 29 h 43"/>
                  <a:gd name="T104" fmla="*/ 41 w 62"/>
                  <a:gd name="T105"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43">
                    <a:moveTo>
                      <a:pt x="44" y="25"/>
                    </a:moveTo>
                    <a:cubicBezTo>
                      <a:pt x="44" y="25"/>
                      <a:pt x="44" y="26"/>
                      <a:pt x="44" y="26"/>
                    </a:cubicBezTo>
                    <a:cubicBezTo>
                      <a:pt x="44" y="26"/>
                      <a:pt x="44" y="26"/>
                      <a:pt x="45" y="27"/>
                    </a:cubicBezTo>
                    <a:cubicBezTo>
                      <a:pt x="45" y="26"/>
                      <a:pt x="45" y="25"/>
                      <a:pt x="45" y="25"/>
                    </a:cubicBezTo>
                    <a:cubicBezTo>
                      <a:pt x="46" y="27"/>
                      <a:pt x="46" y="25"/>
                      <a:pt x="46" y="26"/>
                    </a:cubicBezTo>
                    <a:cubicBezTo>
                      <a:pt x="46" y="24"/>
                      <a:pt x="46" y="22"/>
                      <a:pt x="46" y="23"/>
                    </a:cubicBezTo>
                    <a:cubicBezTo>
                      <a:pt x="46" y="26"/>
                      <a:pt x="46" y="26"/>
                      <a:pt x="46" y="26"/>
                    </a:cubicBezTo>
                    <a:cubicBezTo>
                      <a:pt x="47" y="24"/>
                      <a:pt x="48" y="27"/>
                      <a:pt x="48" y="23"/>
                    </a:cubicBezTo>
                    <a:cubicBezTo>
                      <a:pt x="48" y="25"/>
                      <a:pt x="48" y="25"/>
                      <a:pt x="48" y="25"/>
                    </a:cubicBezTo>
                    <a:cubicBezTo>
                      <a:pt x="49" y="23"/>
                      <a:pt x="50" y="25"/>
                      <a:pt x="50" y="22"/>
                    </a:cubicBezTo>
                    <a:cubicBezTo>
                      <a:pt x="50" y="23"/>
                      <a:pt x="51" y="23"/>
                      <a:pt x="51" y="23"/>
                    </a:cubicBezTo>
                    <a:cubicBezTo>
                      <a:pt x="51" y="22"/>
                      <a:pt x="51" y="22"/>
                      <a:pt x="51" y="20"/>
                    </a:cubicBezTo>
                    <a:cubicBezTo>
                      <a:pt x="51" y="20"/>
                      <a:pt x="52" y="21"/>
                      <a:pt x="52" y="21"/>
                    </a:cubicBezTo>
                    <a:cubicBezTo>
                      <a:pt x="52" y="22"/>
                      <a:pt x="52" y="24"/>
                      <a:pt x="52" y="22"/>
                    </a:cubicBezTo>
                    <a:cubicBezTo>
                      <a:pt x="52" y="23"/>
                      <a:pt x="52" y="23"/>
                      <a:pt x="52" y="23"/>
                    </a:cubicBezTo>
                    <a:cubicBezTo>
                      <a:pt x="53" y="22"/>
                      <a:pt x="53" y="20"/>
                      <a:pt x="53" y="21"/>
                    </a:cubicBezTo>
                    <a:cubicBezTo>
                      <a:pt x="54" y="20"/>
                      <a:pt x="54" y="20"/>
                      <a:pt x="54" y="18"/>
                    </a:cubicBezTo>
                    <a:cubicBezTo>
                      <a:pt x="54" y="18"/>
                      <a:pt x="54" y="20"/>
                      <a:pt x="54" y="19"/>
                    </a:cubicBezTo>
                    <a:cubicBezTo>
                      <a:pt x="54" y="21"/>
                      <a:pt x="54" y="21"/>
                      <a:pt x="54" y="21"/>
                    </a:cubicBezTo>
                    <a:cubicBezTo>
                      <a:pt x="54" y="21"/>
                      <a:pt x="55" y="20"/>
                      <a:pt x="56" y="19"/>
                    </a:cubicBezTo>
                    <a:cubicBezTo>
                      <a:pt x="56" y="22"/>
                      <a:pt x="56" y="19"/>
                      <a:pt x="57" y="21"/>
                    </a:cubicBezTo>
                    <a:cubicBezTo>
                      <a:pt x="57" y="19"/>
                      <a:pt x="57" y="21"/>
                      <a:pt x="58" y="18"/>
                    </a:cubicBezTo>
                    <a:cubicBezTo>
                      <a:pt x="57" y="20"/>
                      <a:pt x="57" y="20"/>
                      <a:pt x="57" y="20"/>
                    </a:cubicBezTo>
                    <a:cubicBezTo>
                      <a:pt x="58" y="20"/>
                      <a:pt x="58" y="20"/>
                      <a:pt x="58" y="21"/>
                    </a:cubicBezTo>
                    <a:cubicBezTo>
                      <a:pt x="58" y="21"/>
                      <a:pt x="59" y="19"/>
                      <a:pt x="59" y="18"/>
                    </a:cubicBezTo>
                    <a:cubicBezTo>
                      <a:pt x="59" y="20"/>
                      <a:pt x="59" y="20"/>
                      <a:pt x="59" y="20"/>
                    </a:cubicBezTo>
                    <a:cubicBezTo>
                      <a:pt x="59" y="19"/>
                      <a:pt x="60" y="17"/>
                      <a:pt x="60" y="15"/>
                    </a:cubicBezTo>
                    <a:cubicBezTo>
                      <a:pt x="60" y="16"/>
                      <a:pt x="60" y="15"/>
                      <a:pt x="60" y="16"/>
                    </a:cubicBezTo>
                    <a:cubicBezTo>
                      <a:pt x="60" y="17"/>
                      <a:pt x="59" y="19"/>
                      <a:pt x="59" y="20"/>
                    </a:cubicBezTo>
                    <a:cubicBezTo>
                      <a:pt x="59" y="21"/>
                      <a:pt x="60" y="18"/>
                      <a:pt x="60" y="20"/>
                    </a:cubicBezTo>
                    <a:cubicBezTo>
                      <a:pt x="60" y="20"/>
                      <a:pt x="60" y="20"/>
                      <a:pt x="60" y="18"/>
                    </a:cubicBezTo>
                    <a:cubicBezTo>
                      <a:pt x="60" y="20"/>
                      <a:pt x="60" y="20"/>
                      <a:pt x="60" y="20"/>
                    </a:cubicBezTo>
                    <a:cubicBezTo>
                      <a:pt x="60" y="20"/>
                      <a:pt x="60" y="20"/>
                      <a:pt x="60" y="19"/>
                    </a:cubicBezTo>
                    <a:cubicBezTo>
                      <a:pt x="60" y="19"/>
                      <a:pt x="60" y="19"/>
                      <a:pt x="60" y="19"/>
                    </a:cubicBezTo>
                    <a:cubicBezTo>
                      <a:pt x="61" y="17"/>
                      <a:pt x="61" y="17"/>
                      <a:pt x="62" y="15"/>
                    </a:cubicBezTo>
                    <a:cubicBezTo>
                      <a:pt x="61" y="16"/>
                      <a:pt x="61" y="16"/>
                      <a:pt x="61" y="16"/>
                    </a:cubicBezTo>
                    <a:cubicBezTo>
                      <a:pt x="62" y="15"/>
                      <a:pt x="62" y="14"/>
                      <a:pt x="62" y="16"/>
                    </a:cubicBezTo>
                    <a:cubicBezTo>
                      <a:pt x="61" y="17"/>
                      <a:pt x="61" y="18"/>
                      <a:pt x="61" y="19"/>
                    </a:cubicBezTo>
                    <a:cubicBezTo>
                      <a:pt x="62" y="15"/>
                      <a:pt x="62" y="15"/>
                      <a:pt x="62" y="15"/>
                    </a:cubicBezTo>
                    <a:cubicBezTo>
                      <a:pt x="62" y="16"/>
                      <a:pt x="62" y="16"/>
                      <a:pt x="62" y="14"/>
                    </a:cubicBezTo>
                    <a:cubicBezTo>
                      <a:pt x="62" y="15"/>
                      <a:pt x="62" y="15"/>
                      <a:pt x="62" y="15"/>
                    </a:cubicBezTo>
                    <a:cubicBezTo>
                      <a:pt x="62" y="13"/>
                      <a:pt x="62" y="13"/>
                      <a:pt x="62" y="13"/>
                    </a:cubicBezTo>
                    <a:cubicBezTo>
                      <a:pt x="62" y="14"/>
                      <a:pt x="62" y="12"/>
                      <a:pt x="61" y="14"/>
                    </a:cubicBezTo>
                    <a:cubicBezTo>
                      <a:pt x="61" y="15"/>
                      <a:pt x="61" y="15"/>
                      <a:pt x="61" y="15"/>
                    </a:cubicBezTo>
                    <a:cubicBezTo>
                      <a:pt x="61" y="15"/>
                      <a:pt x="60" y="17"/>
                      <a:pt x="61" y="15"/>
                    </a:cubicBezTo>
                    <a:cubicBezTo>
                      <a:pt x="61" y="13"/>
                      <a:pt x="61" y="13"/>
                      <a:pt x="61" y="13"/>
                    </a:cubicBezTo>
                    <a:cubicBezTo>
                      <a:pt x="61" y="13"/>
                      <a:pt x="61" y="14"/>
                      <a:pt x="61" y="14"/>
                    </a:cubicBezTo>
                    <a:cubicBezTo>
                      <a:pt x="62" y="11"/>
                      <a:pt x="62" y="11"/>
                      <a:pt x="62" y="11"/>
                    </a:cubicBezTo>
                    <a:cubicBezTo>
                      <a:pt x="61" y="15"/>
                      <a:pt x="61" y="12"/>
                      <a:pt x="60" y="13"/>
                    </a:cubicBezTo>
                    <a:cubicBezTo>
                      <a:pt x="61" y="12"/>
                      <a:pt x="61" y="12"/>
                      <a:pt x="61" y="12"/>
                    </a:cubicBezTo>
                    <a:cubicBezTo>
                      <a:pt x="61" y="11"/>
                      <a:pt x="60" y="14"/>
                      <a:pt x="60" y="14"/>
                    </a:cubicBezTo>
                    <a:cubicBezTo>
                      <a:pt x="60" y="13"/>
                      <a:pt x="61" y="11"/>
                      <a:pt x="61" y="10"/>
                    </a:cubicBezTo>
                    <a:cubicBezTo>
                      <a:pt x="60" y="10"/>
                      <a:pt x="59" y="12"/>
                      <a:pt x="59" y="10"/>
                    </a:cubicBezTo>
                    <a:cubicBezTo>
                      <a:pt x="59" y="10"/>
                      <a:pt x="59" y="11"/>
                      <a:pt x="58" y="12"/>
                    </a:cubicBezTo>
                    <a:cubicBezTo>
                      <a:pt x="58" y="12"/>
                      <a:pt x="59" y="9"/>
                      <a:pt x="58" y="11"/>
                    </a:cubicBezTo>
                    <a:cubicBezTo>
                      <a:pt x="58" y="10"/>
                      <a:pt x="58" y="9"/>
                      <a:pt x="59" y="8"/>
                    </a:cubicBezTo>
                    <a:cubicBezTo>
                      <a:pt x="58" y="9"/>
                      <a:pt x="58" y="8"/>
                      <a:pt x="58" y="10"/>
                    </a:cubicBezTo>
                    <a:cubicBezTo>
                      <a:pt x="58" y="9"/>
                      <a:pt x="57" y="9"/>
                      <a:pt x="57" y="9"/>
                    </a:cubicBezTo>
                    <a:cubicBezTo>
                      <a:pt x="57" y="9"/>
                      <a:pt x="57" y="8"/>
                      <a:pt x="57" y="7"/>
                    </a:cubicBezTo>
                    <a:cubicBezTo>
                      <a:pt x="57" y="8"/>
                      <a:pt x="56" y="9"/>
                      <a:pt x="56" y="9"/>
                    </a:cubicBezTo>
                    <a:cubicBezTo>
                      <a:pt x="56" y="11"/>
                      <a:pt x="56" y="11"/>
                      <a:pt x="56" y="12"/>
                    </a:cubicBezTo>
                    <a:cubicBezTo>
                      <a:pt x="56" y="13"/>
                      <a:pt x="56" y="13"/>
                      <a:pt x="56" y="13"/>
                    </a:cubicBezTo>
                    <a:cubicBezTo>
                      <a:pt x="56" y="11"/>
                      <a:pt x="56" y="9"/>
                      <a:pt x="56" y="9"/>
                    </a:cubicBezTo>
                    <a:cubicBezTo>
                      <a:pt x="56" y="6"/>
                      <a:pt x="56" y="9"/>
                      <a:pt x="56" y="6"/>
                    </a:cubicBezTo>
                    <a:cubicBezTo>
                      <a:pt x="56" y="4"/>
                      <a:pt x="57" y="4"/>
                      <a:pt x="57" y="5"/>
                    </a:cubicBezTo>
                    <a:cubicBezTo>
                      <a:pt x="58" y="3"/>
                      <a:pt x="57" y="5"/>
                      <a:pt x="57" y="2"/>
                    </a:cubicBezTo>
                    <a:cubicBezTo>
                      <a:pt x="57" y="3"/>
                      <a:pt x="57" y="4"/>
                      <a:pt x="56" y="4"/>
                    </a:cubicBezTo>
                    <a:cubicBezTo>
                      <a:pt x="56" y="5"/>
                      <a:pt x="56" y="6"/>
                      <a:pt x="56" y="7"/>
                    </a:cubicBezTo>
                    <a:cubicBezTo>
                      <a:pt x="56" y="9"/>
                      <a:pt x="56" y="5"/>
                      <a:pt x="56" y="5"/>
                    </a:cubicBezTo>
                    <a:cubicBezTo>
                      <a:pt x="56" y="4"/>
                      <a:pt x="56" y="4"/>
                      <a:pt x="56" y="4"/>
                    </a:cubicBezTo>
                    <a:cubicBezTo>
                      <a:pt x="56" y="3"/>
                      <a:pt x="55" y="5"/>
                      <a:pt x="55" y="5"/>
                    </a:cubicBezTo>
                    <a:cubicBezTo>
                      <a:pt x="55" y="1"/>
                      <a:pt x="56" y="4"/>
                      <a:pt x="56" y="2"/>
                    </a:cubicBezTo>
                    <a:cubicBezTo>
                      <a:pt x="56" y="0"/>
                      <a:pt x="56" y="0"/>
                      <a:pt x="56" y="0"/>
                    </a:cubicBezTo>
                    <a:cubicBezTo>
                      <a:pt x="55" y="0"/>
                      <a:pt x="56" y="3"/>
                      <a:pt x="55" y="2"/>
                    </a:cubicBezTo>
                    <a:cubicBezTo>
                      <a:pt x="55" y="1"/>
                      <a:pt x="55" y="1"/>
                      <a:pt x="55" y="1"/>
                    </a:cubicBezTo>
                    <a:cubicBezTo>
                      <a:pt x="55" y="1"/>
                      <a:pt x="55" y="1"/>
                      <a:pt x="55" y="1"/>
                    </a:cubicBezTo>
                    <a:cubicBezTo>
                      <a:pt x="55" y="3"/>
                      <a:pt x="55" y="4"/>
                      <a:pt x="55" y="4"/>
                    </a:cubicBezTo>
                    <a:cubicBezTo>
                      <a:pt x="55" y="7"/>
                      <a:pt x="55" y="5"/>
                      <a:pt x="55" y="5"/>
                    </a:cubicBezTo>
                    <a:cubicBezTo>
                      <a:pt x="54" y="7"/>
                      <a:pt x="55" y="5"/>
                      <a:pt x="55" y="7"/>
                    </a:cubicBezTo>
                    <a:cubicBezTo>
                      <a:pt x="55" y="8"/>
                      <a:pt x="54" y="9"/>
                      <a:pt x="54" y="9"/>
                    </a:cubicBezTo>
                    <a:cubicBezTo>
                      <a:pt x="54" y="9"/>
                      <a:pt x="54" y="7"/>
                      <a:pt x="54" y="6"/>
                    </a:cubicBezTo>
                    <a:cubicBezTo>
                      <a:pt x="54" y="5"/>
                      <a:pt x="54" y="5"/>
                      <a:pt x="54" y="6"/>
                    </a:cubicBezTo>
                    <a:cubicBezTo>
                      <a:pt x="55" y="4"/>
                      <a:pt x="54" y="3"/>
                      <a:pt x="55" y="1"/>
                    </a:cubicBezTo>
                    <a:cubicBezTo>
                      <a:pt x="54" y="0"/>
                      <a:pt x="54" y="2"/>
                      <a:pt x="54" y="3"/>
                    </a:cubicBezTo>
                    <a:cubicBezTo>
                      <a:pt x="54" y="3"/>
                      <a:pt x="54" y="5"/>
                      <a:pt x="54" y="5"/>
                    </a:cubicBezTo>
                    <a:cubicBezTo>
                      <a:pt x="54" y="10"/>
                      <a:pt x="54" y="2"/>
                      <a:pt x="53" y="3"/>
                    </a:cubicBezTo>
                    <a:cubicBezTo>
                      <a:pt x="53" y="6"/>
                      <a:pt x="53" y="7"/>
                      <a:pt x="53" y="10"/>
                    </a:cubicBezTo>
                    <a:cubicBezTo>
                      <a:pt x="53" y="11"/>
                      <a:pt x="53" y="12"/>
                      <a:pt x="53" y="11"/>
                    </a:cubicBezTo>
                    <a:cubicBezTo>
                      <a:pt x="53" y="9"/>
                      <a:pt x="53" y="10"/>
                      <a:pt x="53" y="8"/>
                    </a:cubicBezTo>
                    <a:cubicBezTo>
                      <a:pt x="53" y="8"/>
                      <a:pt x="53" y="8"/>
                      <a:pt x="53" y="8"/>
                    </a:cubicBezTo>
                    <a:cubicBezTo>
                      <a:pt x="53" y="5"/>
                      <a:pt x="53" y="5"/>
                      <a:pt x="53" y="5"/>
                    </a:cubicBezTo>
                    <a:cubicBezTo>
                      <a:pt x="53" y="4"/>
                      <a:pt x="52" y="2"/>
                      <a:pt x="52" y="1"/>
                    </a:cubicBezTo>
                    <a:cubicBezTo>
                      <a:pt x="52" y="2"/>
                      <a:pt x="52" y="3"/>
                      <a:pt x="52" y="4"/>
                    </a:cubicBezTo>
                    <a:cubicBezTo>
                      <a:pt x="52" y="3"/>
                      <a:pt x="52" y="2"/>
                      <a:pt x="52" y="2"/>
                    </a:cubicBezTo>
                    <a:cubicBezTo>
                      <a:pt x="52" y="3"/>
                      <a:pt x="52" y="5"/>
                      <a:pt x="52" y="5"/>
                    </a:cubicBezTo>
                    <a:cubicBezTo>
                      <a:pt x="52" y="5"/>
                      <a:pt x="51" y="3"/>
                      <a:pt x="51" y="3"/>
                    </a:cubicBezTo>
                    <a:cubicBezTo>
                      <a:pt x="52" y="1"/>
                      <a:pt x="52" y="1"/>
                      <a:pt x="52" y="1"/>
                    </a:cubicBezTo>
                    <a:cubicBezTo>
                      <a:pt x="52" y="3"/>
                      <a:pt x="52" y="0"/>
                      <a:pt x="51" y="1"/>
                    </a:cubicBezTo>
                    <a:cubicBezTo>
                      <a:pt x="51" y="2"/>
                      <a:pt x="51" y="4"/>
                      <a:pt x="51" y="5"/>
                    </a:cubicBezTo>
                    <a:cubicBezTo>
                      <a:pt x="51" y="6"/>
                      <a:pt x="51" y="4"/>
                      <a:pt x="51" y="5"/>
                    </a:cubicBezTo>
                    <a:cubicBezTo>
                      <a:pt x="51" y="3"/>
                      <a:pt x="51" y="3"/>
                      <a:pt x="51" y="3"/>
                    </a:cubicBezTo>
                    <a:cubicBezTo>
                      <a:pt x="51" y="4"/>
                      <a:pt x="51" y="0"/>
                      <a:pt x="51" y="1"/>
                    </a:cubicBezTo>
                    <a:cubicBezTo>
                      <a:pt x="51" y="3"/>
                      <a:pt x="51" y="3"/>
                      <a:pt x="51" y="3"/>
                    </a:cubicBezTo>
                    <a:cubicBezTo>
                      <a:pt x="51" y="2"/>
                      <a:pt x="51" y="2"/>
                      <a:pt x="51" y="1"/>
                    </a:cubicBezTo>
                    <a:cubicBezTo>
                      <a:pt x="51" y="2"/>
                      <a:pt x="50" y="2"/>
                      <a:pt x="50" y="2"/>
                    </a:cubicBezTo>
                    <a:cubicBezTo>
                      <a:pt x="50" y="1"/>
                      <a:pt x="50" y="1"/>
                      <a:pt x="50" y="1"/>
                    </a:cubicBezTo>
                    <a:cubicBezTo>
                      <a:pt x="50" y="2"/>
                      <a:pt x="50" y="4"/>
                      <a:pt x="50" y="2"/>
                    </a:cubicBezTo>
                    <a:cubicBezTo>
                      <a:pt x="50" y="5"/>
                      <a:pt x="50" y="2"/>
                      <a:pt x="50" y="4"/>
                    </a:cubicBezTo>
                    <a:cubicBezTo>
                      <a:pt x="51" y="5"/>
                      <a:pt x="50" y="5"/>
                      <a:pt x="50" y="6"/>
                    </a:cubicBezTo>
                    <a:cubicBezTo>
                      <a:pt x="50" y="3"/>
                      <a:pt x="50" y="5"/>
                      <a:pt x="50" y="5"/>
                    </a:cubicBezTo>
                    <a:cubicBezTo>
                      <a:pt x="50" y="4"/>
                      <a:pt x="49" y="4"/>
                      <a:pt x="49" y="3"/>
                    </a:cubicBezTo>
                    <a:cubicBezTo>
                      <a:pt x="49" y="5"/>
                      <a:pt x="49" y="5"/>
                      <a:pt x="49" y="5"/>
                    </a:cubicBezTo>
                    <a:cubicBezTo>
                      <a:pt x="49" y="2"/>
                      <a:pt x="49" y="6"/>
                      <a:pt x="49" y="5"/>
                    </a:cubicBezTo>
                    <a:cubicBezTo>
                      <a:pt x="49" y="4"/>
                      <a:pt x="49" y="2"/>
                      <a:pt x="49" y="2"/>
                    </a:cubicBezTo>
                    <a:cubicBezTo>
                      <a:pt x="49" y="4"/>
                      <a:pt x="49" y="5"/>
                      <a:pt x="49" y="7"/>
                    </a:cubicBezTo>
                    <a:cubicBezTo>
                      <a:pt x="48" y="6"/>
                      <a:pt x="49" y="4"/>
                      <a:pt x="48" y="2"/>
                    </a:cubicBezTo>
                    <a:cubicBezTo>
                      <a:pt x="48" y="4"/>
                      <a:pt x="48" y="0"/>
                      <a:pt x="48" y="3"/>
                    </a:cubicBezTo>
                    <a:cubicBezTo>
                      <a:pt x="48" y="6"/>
                      <a:pt x="48" y="6"/>
                      <a:pt x="48" y="6"/>
                    </a:cubicBezTo>
                    <a:cubicBezTo>
                      <a:pt x="48" y="6"/>
                      <a:pt x="48" y="5"/>
                      <a:pt x="48" y="4"/>
                    </a:cubicBezTo>
                    <a:cubicBezTo>
                      <a:pt x="48" y="4"/>
                      <a:pt x="48" y="6"/>
                      <a:pt x="48" y="7"/>
                    </a:cubicBezTo>
                    <a:cubicBezTo>
                      <a:pt x="48" y="6"/>
                      <a:pt x="48" y="9"/>
                      <a:pt x="47" y="7"/>
                    </a:cubicBezTo>
                    <a:cubicBezTo>
                      <a:pt x="47" y="6"/>
                      <a:pt x="48" y="7"/>
                      <a:pt x="48" y="5"/>
                    </a:cubicBezTo>
                    <a:cubicBezTo>
                      <a:pt x="47" y="5"/>
                      <a:pt x="48" y="9"/>
                      <a:pt x="47" y="10"/>
                    </a:cubicBezTo>
                    <a:cubicBezTo>
                      <a:pt x="48" y="11"/>
                      <a:pt x="48" y="14"/>
                      <a:pt x="48" y="15"/>
                    </a:cubicBezTo>
                    <a:cubicBezTo>
                      <a:pt x="47" y="14"/>
                      <a:pt x="48" y="14"/>
                      <a:pt x="47" y="12"/>
                    </a:cubicBezTo>
                    <a:cubicBezTo>
                      <a:pt x="47" y="12"/>
                      <a:pt x="47" y="12"/>
                      <a:pt x="47" y="12"/>
                    </a:cubicBezTo>
                    <a:cubicBezTo>
                      <a:pt x="47" y="9"/>
                      <a:pt x="47" y="7"/>
                      <a:pt x="47" y="5"/>
                    </a:cubicBezTo>
                    <a:cubicBezTo>
                      <a:pt x="47" y="6"/>
                      <a:pt x="47" y="6"/>
                      <a:pt x="47" y="6"/>
                    </a:cubicBezTo>
                    <a:cubicBezTo>
                      <a:pt x="47" y="3"/>
                      <a:pt x="47" y="3"/>
                      <a:pt x="47" y="3"/>
                    </a:cubicBezTo>
                    <a:cubicBezTo>
                      <a:pt x="47" y="5"/>
                      <a:pt x="46" y="3"/>
                      <a:pt x="46" y="4"/>
                    </a:cubicBezTo>
                    <a:cubicBezTo>
                      <a:pt x="46" y="6"/>
                      <a:pt x="46" y="3"/>
                      <a:pt x="46" y="5"/>
                    </a:cubicBezTo>
                    <a:cubicBezTo>
                      <a:pt x="46" y="5"/>
                      <a:pt x="47" y="8"/>
                      <a:pt x="46" y="7"/>
                    </a:cubicBezTo>
                    <a:cubicBezTo>
                      <a:pt x="46" y="4"/>
                      <a:pt x="46" y="4"/>
                      <a:pt x="46" y="4"/>
                    </a:cubicBezTo>
                    <a:cubicBezTo>
                      <a:pt x="46" y="3"/>
                      <a:pt x="46" y="6"/>
                      <a:pt x="46" y="5"/>
                    </a:cubicBezTo>
                    <a:cubicBezTo>
                      <a:pt x="46" y="4"/>
                      <a:pt x="46" y="4"/>
                      <a:pt x="46" y="4"/>
                    </a:cubicBezTo>
                    <a:cubicBezTo>
                      <a:pt x="45" y="4"/>
                      <a:pt x="44" y="4"/>
                      <a:pt x="44" y="8"/>
                    </a:cubicBezTo>
                    <a:cubicBezTo>
                      <a:pt x="44" y="6"/>
                      <a:pt x="43" y="6"/>
                      <a:pt x="43" y="5"/>
                    </a:cubicBezTo>
                    <a:cubicBezTo>
                      <a:pt x="43" y="6"/>
                      <a:pt x="43" y="7"/>
                      <a:pt x="43" y="7"/>
                    </a:cubicBezTo>
                    <a:cubicBezTo>
                      <a:pt x="43" y="5"/>
                      <a:pt x="43" y="5"/>
                      <a:pt x="43" y="5"/>
                    </a:cubicBezTo>
                    <a:cubicBezTo>
                      <a:pt x="42" y="4"/>
                      <a:pt x="42" y="6"/>
                      <a:pt x="42" y="7"/>
                    </a:cubicBezTo>
                    <a:cubicBezTo>
                      <a:pt x="42" y="6"/>
                      <a:pt x="42" y="6"/>
                      <a:pt x="42" y="6"/>
                    </a:cubicBezTo>
                    <a:cubicBezTo>
                      <a:pt x="42" y="4"/>
                      <a:pt x="42" y="7"/>
                      <a:pt x="42" y="7"/>
                    </a:cubicBezTo>
                    <a:cubicBezTo>
                      <a:pt x="42" y="6"/>
                      <a:pt x="42" y="6"/>
                      <a:pt x="42" y="6"/>
                    </a:cubicBezTo>
                    <a:cubicBezTo>
                      <a:pt x="42" y="7"/>
                      <a:pt x="42" y="7"/>
                      <a:pt x="42" y="7"/>
                    </a:cubicBezTo>
                    <a:cubicBezTo>
                      <a:pt x="42" y="8"/>
                      <a:pt x="42" y="8"/>
                      <a:pt x="41" y="6"/>
                    </a:cubicBezTo>
                    <a:cubicBezTo>
                      <a:pt x="41" y="7"/>
                      <a:pt x="41" y="7"/>
                      <a:pt x="41" y="7"/>
                    </a:cubicBezTo>
                    <a:cubicBezTo>
                      <a:pt x="41" y="6"/>
                      <a:pt x="41" y="6"/>
                      <a:pt x="40" y="7"/>
                    </a:cubicBezTo>
                    <a:cubicBezTo>
                      <a:pt x="41" y="7"/>
                      <a:pt x="41" y="8"/>
                      <a:pt x="41" y="9"/>
                    </a:cubicBezTo>
                    <a:cubicBezTo>
                      <a:pt x="41" y="12"/>
                      <a:pt x="41" y="9"/>
                      <a:pt x="41" y="10"/>
                    </a:cubicBezTo>
                    <a:cubicBezTo>
                      <a:pt x="40" y="8"/>
                      <a:pt x="40" y="8"/>
                      <a:pt x="40" y="8"/>
                    </a:cubicBezTo>
                    <a:cubicBezTo>
                      <a:pt x="40" y="5"/>
                      <a:pt x="39" y="7"/>
                      <a:pt x="39" y="7"/>
                    </a:cubicBezTo>
                    <a:cubicBezTo>
                      <a:pt x="39" y="8"/>
                      <a:pt x="39" y="8"/>
                      <a:pt x="39" y="8"/>
                    </a:cubicBezTo>
                    <a:cubicBezTo>
                      <a:pt x="38" y="6"/>
                      <a:pt x="38" y="8"/>
                      <a:pt x="38" y="8"/>
                    </a:cubicBezTo>
                    <a:cubicBezTo>
                      <a:pt x="38" y="9"/>
                      <a:pt x="38" y="11"/>
                      <a:pt x="38" y="11"/>
                    </a:cubicBezTo>
                    <a:cubicBezTo>
                      <a:pt x="38" y="13"/>
                      <a:pt x="38" y="9"/>
                      <a:pt x="37" y="8"/>
                    </a:cubicBezTo>
                    <a:cubicBezTo>
                      <a:pt x="37" y="9"/>
                      <a:pt x="37" y="9"/>
                      <a:pt x="37" y="9"/>
                    </a:cubicBezTo>
                    <a:cubicBezTo>
                      <a:pt x="37" y="8"/>
                      <a:pt x="37" y="8"/>
                      <a:pt x="37" y="8"/>
                    </a:cubicBezTo>
                    <a:cubicBezTo>
                      <a:pt x="37" y="9"/>
                      <a:pt x="37" y="10"/>
                      <a:pt x="37" y="9"/>
                    </a:cubicBezTo>
                    <a:cubicBezTo>
                      <a:pt x="37" y="9"/>
                      <a:pt x="37" y="9"/>
                      <a:pt x="37" y="9"/>
                    </a:cubicBezTo>
                    <a:cubicBezTo>
                      <a:pt x="36" y="9"/>
                      <a:pt x="36" y="8"/>
                      <a:pt x="36" y="8"/>
                    </a:cubicBezTo>
                    <a:cubicBezTo>
                      <a:pt x="36" y="10"/>
                      <a:pt x="36" y="9"/>
                      <a:pt x="36" y="10"/>
                    </a:cubicBezTo>
                    <a:cubicBezTo>
                      <a:pt x="36" y="10"/>
                      <a:pt x="36" y="10"/>
                      <a:pt x="36" y="10"/>
                    </a:cubicBezTo>
                    <a:cubicBezTo>
                      <a:pt x="36" y="11"/>
                      <a:pt x="36" y="11"/>
                      <a:pt x="36" y="11"/>
                    </a:cubicBezTo>
                    <a:cubicBezTo>
                      <a:pt x="36" y="10"/>
                      <a:pt x="36" y="10"/>
                      <a:pt x="36" y="10"/>
                    </a:cubicBezTo>
                    <a:cubicBezTo>
                      <a:pt x="36" y="9"/>
                      <a:pt x="36" y="9"/>
                      <a:pt x="36" y="9"/>
                    </a:cubicBezTo>
                    <a:cubicBezTo>
                      <a:pt x="35" y="8"/>
                      <a:pt x="36" y="10"/>
                      <a:pt x="36" y="11"/>
                    </a:cubicBezTo>
                    <a:cubicBezTo>
                      <a:pt x="36" y="12"/>
                      <a:pt x="36" y="11"/>
                      <a:pt x="35" y="10"/>
                    </a:cubicBezTo>
                    <a:cubicBezTo>
                      <a:pt x="35" y="9"/>
                      <a:pt x="36" y="10"/>
                      <a:pt x="36" y="10"/>
                    </a:cubicBezTo>
                    <a:cubicBezTo>
                      <a:pt x="35" y="9"/>
                      <a:pt x="35" y="9"/>
                      <a:pt x="35" y="9"/>
                    </a:cubicBezTo>
                    <a:cubicBezTo>
                      <a:pt x="35" y="9"/>
                      <a:pt x="36" y="10"/>
                      <a:pt x="35" y="10"/>
                    </a:cubicBezTo>
                    <a:cubicBezTo>
                      <a:pt x="35" y="10"/>
                      <a:pt x="35" y="10"/>
                      <a:pt x="35" y="9"/>
                    </a:cubicBezTo>
                    <a:cubicBezTo>
                      <a:pt x="35" y="10"/>
                      <a:pt x="35" y="10"/>
                      <a:pt x="35" y="10"/>
                    </a:cubicBezTo>
                    <a:cubicBezTo>
                      <a:pt x="35" y="11"/>
                      <a:pt x="35" y="11"/>
                      <a:pt x="35" y="12"/>
                    </a:cubicBezTo>
                    <a:cubicBezTo>
                      <a:pt x="35" y="12"/>
                      <a:pt x="35" y="13"/>
                      <a:pt x="35" y="12"/>
                    </a:cubicBezTo>
                    <a:cubicBezTo>
                      <a:pt x="35" y="12"/>
                      <a:pt x="35" y="12"/>
                      <a:pt x="35" y="12"/>
                    </a:cubicBezTo>
                    <a:cubicBezTo>
                      <a:pt x="35" y="12"/>
                      <a:pt x="35" y="12"/>
                      <a:pt x="35" y="13"/>
                    </a:cubicBezTo>
                    <a:cubicBezTo>
                      <a:pt x="35" y="11"/>
                      <a:pt x="35" y="11"/>
                      <a:pt x="35" y="11"/>
                    </a:cubicBezTo>
                    <a:cubicBezTo>
                      <a:pt x="35" y="12"/>
                      <a:pt x="35" y="12"/>
                      <a:pt x="35" y="13"/>
                    </a:cubicBezTo>
                    <a:cubicBezTo>
                      <a:pt x="34" y="11"/>
                      <a:pt x="34" y="9"/>
                      <a:pt x="33" y="9"/>
                    </a:cubicBezTo>
                    <a:cubicBezTo>
                      <a:pt x="34" y="10"/>
                      <a:pt x="34" y="10"/>
                      <a:pt x="34" y="10"/>
                    </a:cubicBezTo>
                    <a:cubicBezTo>
                      <a:pt x="34" y="11"/>
                      <a:pt x="33" y="10"/>
                      <a:pt x="33" y="9"/>
                    </a:cubicBezTo>
                    <a:cubicBezTo>
                      <a:pt x="33" y="8"/>
                      <a:pt x="34" y="14"/>
                      <a:pt x="33" y="13"/>
                    </a:cubicBezTo>
                    <a:cubicBezTo>
                      <a:pt x="33" y="11"/>
                      <a:pt x="33" y="10"/>
                      <a:pt x="32" y="10"/>
                    </a:cubicBezTo>
                    <a:cubicBezTo>
                      <a:pt x="33" y="10"/>
                      <a:pt x="33" y="11"/>
                      <a:pt x="33" y="11"/>
                    </a:cubicBezTo>
                    <a:cubicBezTo>
                      <a:pt x="33" y="12"/>
                      <a:pt x="32" y="10"/>
                      <a:pt x="33" y="11"/>
                    </a:cubicBezTo>
                    <a:cubicBezTo>
                      <a:pt x="33" y="12"/>
                      <a:pt x="33" y="12"/>
                      <a:pt x="33" y="12"/>
                    </a:cubicBezTo>
                    <a:cubicBezTo>
                      <a:pt x="32" y="8"/>
                      <a:pt x="32" y="11"/>
                      <a:pt x="31" y="9"/>
                    </a:cubicBezTo>
                    <a:cubicBezTo>
                      <a:pt x="31" y="12"/>
                      <a:pt x="31" y="10"/>
                      <a:pt x="31" y="11"/>
                    </a:cubicBezTo>
                    <a:cubicBezTo>
                      <a:pt x="30" y="9"/>
                      <a:pt x="31" y="12"/>
                      <a:pt x="30" y="10"/>
                    </a:cubicBezTo>
                    <a:cubicBezTo>
                      <a:pt x="31" y="13"/>
                      <a:pt x="31" y="13"/>
                      <a:pt x="31" y="13"/>
                    </a:cubicBezTo>
                    <a:cubicBezTo>
                      <a:pt x="30" y="11"/>
                      <a:pt x="32" y="16"/>
                      <a:pt x="31" y="13"/>
                    </a:cubicBezTo>
                    <a:cubicBezTo>
                      <a:pt x="30" y="13"/>
                      <a:pt x="30" y="12"/>
                      <a:pt x="30" y="11"/>
                    </a:cubicBezTo>
                    <a:cubicBezTo>
                      <a:pt x="29" y="9"/>
                      <a:pt x="30" y="14"/>
                      <a:pt x="29" y="11"/>
                    </a:cubicBezTo>
                    <a:cubicBezTo>
                      <a:pt x="30" y="14"/>
                      <a:pt x="30" y="14"/>
                      <a:pt x="30" y="14"/>
                    </a:cubicBezTo>
                    <a:cubicBezTo>
                      <a:pt x="30" y="13"/>
                      <a:pt x="29" y="12"/>
                      <a:pt x="29" y="11"/>
                    </a:cubicBezTo>
                    <a:cubicBezTo>
                      <a:pt x="29" y="12"/>
                      <a:pt x="29" y="13"/>
                      <a:pt x="29" y="12"/>
                    </a:cubicBezTo>
                    <a:cubicBezTo>
                      <a:pt x="28" y="11"/>
                      <a:pt x="28" y="11"/>
                      <a:pt x="28" y="11"/>
                    </a:cubicBezTo>
                    <a:cubicBezTo>
                      <a:pt x="28" y="10"/>
                      <a:pt x="28" y="11"/>
                      <a:pt x="28" y="12"/>
                    </a:cubicBezTo>
                    <a:cubicBezTo>
                      <a:pt x="28" y="11"/>
                      <a:pt x="28" y="12"/>
                      <a:pt x="27" y="11"/>
                    </a:cubicBezTo>
                    <a:cubicBezTo>
                      <a:pt x="28" y="13"/>
                      <a:pt x="26" y="10"/>
                      <a:pt x="27" y="13"/>
                    </a:cubicBezTo>
                    <a:cubicBezTo>
                      <a:pt x="27" y="12"/>
                      <a:pt x="27" y="12"/>
                      <a:pt x="27" y="12"/>
                    </a:cubicBezTo>
                    <a:cubicBezTo>
                      <a:pt x="27" y="13"/>
                      <a:pt x="28" y="15"/>
                      <a:pt x="28" y="15"/>
                    </a:cubicBezTo>
                    <a:cubicBezTo>
                      <a:pt x="27" y="13"/>
                      <a:pt x="27" y="13"/>
                      <a:pt x="27" y="13"/>
                    </a:cubicBezTo>
                    <a:cubicBezTo>
                      <a:pt x="26" y="11"/>
                      <a:pt x="27" y="13"/>
                      <a:pt x="26" y="12"/>
                    </a:cubicBezTo>
                    <a:cubicBezTo>
                      <a:pt x="27" y="13"/>
                      <a:pt x="26" y="12"/>
                      <a:pt x="26" y="13"/>
                    </a:cubicBezTo>
                    <a:cubicBezTo>
                      <a:pt x="26" y="14"/>
                      <a:pt x="26" y="14"/>
                      <a:pt x="26" y="14"/>
                    </a:cubicBezTo>
                    <a:cubicBezTo>
                      <a:pt x="27" y="15"/>
                      <a:pt x="27" y="15"/>
                      <a:pt x="27" y="15"/>
                    </a:cubicBezTo>
                    <a:cubicBezTo>
                      <a:pt x="26" y="15"/>
                      <a:pt x="26" y="13"/>
                      <a:pt x="26" y="13"/>
                    </a:cubicBezTo>
                    <a:cubicBezTo>
                      <a:pt x="25" y="12"/>
                      <a:pt x="26" y="13"/>
                      <a:pt x="26" y="13"/>
                    </a:cubicBezTo>
                    <a:cubicBezTo>
                      <a:pt x="26" y="13"/>
                      <a:pt x="26" y="13"/>
                      <a:pt x="26" y="14"/>
                    </a:cubicBezTo>
                    <a:cubicBezTo>
                      <a:pt x="26" y="13"/>
                      <a:pt x="26" y="13"/>
                      <a:pt x="26" y="13"/>
                    </a:cubicBezTo>
                    <a:cubicBezTo>
                      <a:pt x="26" y="13"/>
                      <a:pt x="26" y="13"/>
                      <a:pt x="26" y="14"/>
                    </a:cubicBezTo>
                    <a:cubicBezTo>
                      <a:pt x="26" y="13"/>
                      <a:pt x="26" y="13"/>
                      <a:pt x="25" y="13"/>
                    </a:cubicBezTo>
                    <a:cubicBezTo>
                      <a:pt x="26" y="13"/>
                      <a:pt x="26" y="13"/>
                      <a:pt x="26" y="13"/>
                    </a:cubicBezTo>
                    <a:cubicBezTo>
                      <a:pt x="25" y="13"/>
                      <a:pt x="25" y="13"/>
                      <a:pt x="25" y="13"/>
                    </a:cubicBezTo>
                    <a:cubicBezTo>
                      <a:pt x="25" y="13"/>
                      <a:pt x="25" y="13"/>
                      <a:pt x="25" y="13"/>
                    </a:cubicBezTo>
                    <a:cubicBezTo>
                      <a:pt x="25" y="13"/>
                      <a:pt x="25" y="13"/>
                      <a:pt x="25" y="13"/>
                    </a:cubicBezTo>
                    <a:cubicBezTo>
                      <a:pt x="25" y="11"/>
                      <a:pt x="25" y="11"/>
                      <a:pt x="25" y="11"/>
                    </a:cubicBezTo>
                    <a:cubicBezTo>
                      <a:pt x="24" y="11"/>
                      <a:pt x="25" y="13"/>
                      <a:pt x="25" y="13"/>
                    </a:cubicBezTo>
                    <a:cubicBezTo>
                      <a:pt x="24" y="12"/>
                      <a:pt x="24" y="14"/>
                      <a:pt x="24" y="15"/>
                    </a:cubicBezTo>
                    <a:cubicBezTo>
                      <a:pt x="24" y="15"/>
                      <a:pt x="24" y="14"/>
                      <a:pt x="24" y="14"/>
                    </a:cubicBezTo>
                    <a:cubicBezTo>
                      <a:pt x="24" y="15"/>
                      <a:pt x="24" y="16"/>
                      <a:pt x="24" y="15"/>
                    </a:cubicBezTo>
                    <a:cubicBezTo>
                      <a:pt x="24" y="16"/>
                      <a:pt x="23" y="14"/>
                      <a:pt x="23" y="14"/>
                    </a:cubicBezTo>
                    <a:cubicBezTo>
                      <a:pt x="23" y="14"/>
                      <a:pt x="24" y="15"/>
                      <a:pt x="24" y="15"/>
                    </a:cubicBezTo>
                    <a:cubicBezTo>
                      <a:pt x="23" y="13"/>
                      <a:pt x="23" y="17"/>
                      <a:pt x="23" y="15"/>
                    </a:cubicBezTo>
                    <a:cubicBezTo>
                      <a:pt x="23" y="15"/>
                      <a:pt x="22" y="14"/>
                      <a:pt x="22" y="14"/>
                    </a:cubicBezTo>
                    <a:cubicBezTo>
                      <a:pt x="22" y="15"/>
                      <a:pt x="22" y="16"/>
                      <a:pt x="23" y="17"/>
                    </a:cubicBezTo>
                    <a:cubicBezTo>
                      <a:pt x="22" y="16"/>
                      <a:pt x="22" y="16"/>
                      <a:pt x="22" y="16"/>
                    </a:cubicBezTo>
                    <a:cubicBezTo>
                      <a:pt x="22" y="16"/>
                      <a:pt x="22" y="16"/>
                      <a:pt x="22" y="17"/>
                    </a:cubicBezTo>
                    <a:cubicBezTo>
                      <a:pt x="23" y="18"/>
                      <a:pt x="23" y="20"/>
                      <a:pt x="23" y="19"/>
                    </a:cubicBezTo>
                    <a:cubicBezTo>
                      <a:pt x="23" y="19"/>
                      <a:pt x="23" y="19"/>
                      <a:pt x="23" y="19"/>
                    </a:cubicBezTo>
                    <a:cubicBezTo>
                      <a:pt x="22" y="20"/>
                      <a:pt x="22" y="20"/>
                      <a:pt x="22" y="20"/>
                    </a:cubicBezTo>
                    <a:cubicBezTo>
                      <a:pt x="22" y="19"/>
                      <a:pt x="22" y="20"/>
                      <a:pt x="22" y="19"/>
                    </a:cubicBezTo>
                    <a:cubicBezTo>
                      <a:pt x="21" y="16"/>
                      <a:pt x="21" y="17"/>
                      <a:pt x="21" y="17"/>
                    </a:cubicBezTo>
                    <a:cubicBezTo>
                      <a:pt x="21" y="19"/>
                      <a:pt x="21" y="19"/>
                      <a:pt x="21" y="19"/>
                    </a:cubicBezTo>
                    <a:cubicBezTo>
                      <a:pt x="21" y="19"/>
                      <a:pt x="21" y="17"/>
                      <a:pt x="21" y="17"/>
                    </a:cubicBezTo>
                    <a:cubicBezTo>
                      <a:pt x="22" y="22"/>
                      <a:pt x="22" y="22"/>
                      <a:pt x="22" y="22"/>
                    </a:cubicBezTo>
                    <a:cubicBezTo>
                      <a:pt x="22" y="22"/>
                      <a:pt x="21" y="20"/>
                      <a:pt x="21" y="19"/>
                    </a:cubicBezTo>
                    <a:cubicBezTo>
                      <a:pt x="21" y="20"/>
                      <a:pt x="22" y="22"/>
                      <a:pt x="22" y="24"/>
                    </a:cubicBezTo>
                    <a:cubicBezTo>
                      <a:pt x="22" y="24"/>
                      <a:pt x="22" y="25"/>
                      <a:pt x="22" y="25"/>
                    </a:cubicBezTo>
                    <a:cubicBezTo>
                      <a:pt x="21" y="24"/>
                      <a:pt x="22" y="25"/>
                      <a:pt x="22" y="24"/>
                    </a:cubicBezTo>
                    <a:cubicBezTo>
                      <a:pt x="21" y="22"/>
                      <a:pt x="21" y="22"/>
                      <a:pt x="21" y="22"/>
                    </a:cubicBezTo>
                    <a:cubicBezTo>
                      <a:pt x="21" y="22"/>
                      <a:pt x="20" y="20"/>
                      <a:pt x="20" y="19"/>
                    </a:cubicBezTo>
                    <a:cubicBezTo>
                      <a:pt x="20" y="20"/>
                      <a:pt x="19" y="19"/>
                      <a:pt x="19" y="19"/>
                    </a:cubicBezTo>
                    <a:cubicBezTo>
                      <a:pt x="20" y="22"/>
                      <a:pt x="19" y="21"/>
                      <a:pt x="20" y="23"/>
                    </a:cubicBezTo>
                    <a:cubicBezTo>
                      <a:pt x="20" y="24"/>
                      <a:pt x="19" y="21"/>
                      <a:pt x="19" y="21"/>
                    </a:cubicBezTo>
                    <a:cubicBezTo>
                      <a:pt x="19" y="22"/>
                      <a:pt x="18" y="21"/>
                      <a:pt x="18" y="22"/>
                    </a:cubicBezTo>
                    <a:cubicBezTo>
                      <a:pt x="18" y="21"/>
                      <a:pt x="18" y="21"/>
                      <a:pt x="18" y="21"/>
                    </a:cubicBezTo>
                    <a:cubicBezTo>
                      <a:pt x="18" y="22"/>
                      <a:pt x="17" y="21"/>
                      <a:pt x="18" y="24"/>
                    </a:cubicBezTo>
                    <a:cubicBezTo>
                      <a:pt x="17" y="22"/>
                      <a:pt x="17" y="22"/>
                      <a:pt x="17" y="22"/>
                    </a:cubicBezTo>
                    <a:cubicBezTo>
                      <a:pt x="17" y="22"/>
                      <a:pt x="19" y="25"/>
                      <a:pt x="18" y="24"/>
                    </a:cubicBezTo>
                    <a:cubicBezTo>
                      <a:pt x="17" y="23"/>
                      <a:pt x="17" y="23"/>
                      <a:pt x="17" y="23"/>
                    </a:cubicBezTo>
                    <a:cubicBezTo>
                      <a:pt x="18" y="24"/>
                      <a:pt x="16" y="22"/>
                      <a:pt x="17" y="24"/>
                    </a:cubicBezTo>
                    <a:cubicBezTo>
                      <a:pt x="17" y="23"/>
                      <a:pt x="17" y="23"/>
                      <a:pt x="17" y="23"/>
                    </a:cubicBezTo>
                    <a:cubicBezTo>
                      <a:pt x="17" y="23"/>
                      <a:pt x="16" y="23"/>
                      <a:pt x="17" y="25"/>
                    </a:cubicBezTo>
                    <a:cubicBezTo>
                      <a:pt x="16" y="23"/>
                      <a:pt x="16" y="23"/>
                      <a:pt x="16" y="23"/>
                    </a:cubicBezTo>
                    <a:cubicBezTo>
                      <a:pt x="15" y="22"/>
                      <a:pt x="17" y="25"/>
                      <a:pt x="16" y="24"/>
                    </a:cubicBezTo>
                    <a:cubicBezTo>
                      <a:pt x="16" y="24"/>
                      <a:pt x="16" y="23"/>
                      <a:pt x="16" y="23"/>
                    </a:cubicBezTo>
                    <a:cubicBezTo>
                      <a:pt x="16" y="24"/>
                      <a:pt x="16" y="24"/>
                      <a:pt x="16" y="25"/>
                    </a:cubicBezTo>
                    <a:cubicBezTo>
                      <a:pt x="15" y="23"/>
                      <a:pt x="15" y="23"/>
                      <a:pt x="15" y="23"/>
                    </a:cubicBezTo>
                    <a:cubicBezTo>
                      <a:pt x="14" y="23"/>
                      <a:pt x="13" y="23"/>
                      <a:pt x="13" y="26"/>
                    </a:cubicBezTo>
                    <a:cubicBezTo>
                      <a:pt x="11" y="24"/>
                      <a:pt x="12" y="24"/>
                      <a:pt x="11" y="23"/>
                    </a:cubicBezTo>
                    <a:cubicBezTo>
                      <a:pt x="12" y="25"/>
                      <a:pt x="11" y="24"/>
                      <a:pt x="11" y="24"/>
                    </a:cubicBezTo>
                    <a:cubicBezTo>
                      <a:pt x="11" y="24"/>
                      <a:pt x="11" y="24"/>
                      <a:pt x="11" y="24"/>
                    </a:cubicBezTo>
                    <a:cubicBezTo>
                      <a:pt x="11" y="25"/>
                      <a:pt x="11" y="23"/>
                      <a:pt x="11" y="24"/>
                    </a:cubicBezTo>
                    <a:cubicBezTo>
                      <a:pt x="11" y="25"/>
                      <a:pt x="11" y="25"/>
                      <a:pt x="11" y="25"/>
                    </a:cubicBezTo>
                    <a:cubicBezTo>
                      <a:pt x="12" y="26"/>
                      <a:pt x="10" y="22"/>
                      <a:pt x="11" y="25"/>
                    </a:cubicBezTo>
                    <a:cubicBezTo>
                      <a:pt x="10" y="23"/>
                      <a:pt x="10" y="23"/>
                      <a:pt x="10" y="23"/>
                    </a:cubicBezTo>
                    <a:cubicBezTo>
                      <a:pt x="11" y="26"/>
                      <a:pt x="9" y="23"/>
                      <a:pt x="10" y="25"/>
                    </a:cubicBezTo>
                    <a:cubicBezTo>
                      <a:pt x="10" y="24"/>
                      <a:pt x="10" y="24"/>
                      <a:pt x="10" y="24"/>
                    </a:cubicBezTo>
                    <a:cubicBezTo>
                      <a:pt x="9" y="24"/>
                      <a:pt x="11" y="27"/>
                      <a:pt x="10" y="25"/>
                    </a:cubicBezTo>
                    <a:cubicBezTo>
                      <a:pt x="10" y="26"/>
                      <a:pt x="10" y="26"/>
                      <a:pt x="11" y="28"/>
                    </a:cubicBezTo>
                    <a:cubicBezTo>
                      <a:pt x="9" y="26"/>
                      <a:pt x="9" y="26"/>
                      <a:pt x="9" y="26"/>
                    </a:cubicBezTo>
                    <a:cubicBezTo>
                      <a:pt x="9" y="27"/>
                      <a:pt x="8" y="27"/>
                      <a:pt x="9" y="30"/>
                    </a:cubicBezTo>
                    <a:cubicBezTo>
                      <a:pt x="8" y="29"/>
                      <a:pt x="8" y="29"/>
                      <a:pt x="8" y="29"/>
                    </a:cubicBezTo>
                    <a:cubicBezTo>
                      <a:pt x="9" y="31"/>
                      <a:pt x="6" y="27"/>
                      <a:pt x="8" y="31"/>
                    </a:cubicBezTo>
                    <a:cubicBezTo>
                      <a:pt x="9" y="33"/>
                      <a:pt x="9" y="33"/>
                      <a:pt x="9" y="33"/>
                    </a:cubicBezTo>
                    <a:cubicBezTo>
                      <a:pt x="8" y="30"/>
                      <a:pt x="8" y="30"/>
                      <a:pt x="8" y="30"/>
                    </a:cubicBezTo>
                    <a:cubicBezTo>
                      <a:pt x="8" y="32"/>
                      <a:pt x="7" y="31"/>
                      <a:pt x="8" y="32"/>
                    </a:cubicBezTo>
                    <a:cubicBezTo>
                      <a:pt x="7" y="31"/>
                      <a:pt x="7" y="31"/>
                      <a:pt x="7" y="31"/>
                    </a:cubicBezTo>
                    <a:cubicBezTo>
                      <a:pt x="7" y="31"/>
                      <a:pt x="8" y="33"/>
                      <a:pt x="8" y="33"/>
                    </a:cubicBezTo>
                    <a:cubicBezTo>
                      <a:pt x="7" y="32"/>
                      <a:pt x="7" y="32"/>
                      <a:pt x="7" y="32"/>
                    </a:cubicBezTo>
                    <a:cubicBezTo>
                      <a:pt x="5" y="30"/>
                      <a:pt x="2" y="29"/>
                      <a:pt x="4" y="33"/>
                    </a:cubicBezTo>
                    <a:cubicBezTo>
                      <a:pt x="4" y="33"/>
                      <a:pt x="3" y="31"/>
                      <a:pt x="3" y="31"/>
                    </a:cubicBezTo>
                    <a:cubicBezTo>
                      <a:pt x="4" y="34"/>
                      <a:pt x="0" y="30"/>
                      <a:pt x="2" y="35"/>
                    </a:cubicBezTo>
                    <a:cubicBezTo>
                      <a:pt x="3" y="36"/>
                      <a:pt x="6" y="41"/>
                      <a:pt x="6" y="41"/>
                    </a:cubicBezTo>
                    <a:cubicBezTo>
                      <a:pt x="6" y="39"/>
                      <a:pt x="9" y="40"/>
                      <a:pt x="11" y="42"/>
                    </a:cubicBezTo>
                    <a:cubicBezTo>
                      <a:pt x="11" y="41"/>
                      <a:pt x="11" y="40"/>
                      <a:pt x="12" y="41"/>
                    </a:cubicBezTo>
                    <a:cubicBezTo>
                      <a:pt x="13" y="40"/>
                      <a:pt x="17" y="43"/>
                      <a:pt x="17" y="40"/>
                    </a:cubicBezTo>
                    <a:cubicBezTo>
                      <a:pt x="17" y="40"/>
                      <a:pt x="16" y="39"/>
                      <a:pt x="16" y="38"/>
                    </a:cubicBezTo>
                    <a:cubicBezTo>
                      <a:pt x="17" y="39"/>
                      <a:pt x="17" y="39"/>
                      <a:pt x="17" y="39"/>
                    </a:cubicBezTo>
                    <a:cubicBezTo>
                      <a:pt x="16" y="38"/>
                      <a:pt x="16" y="38"/>
                      <a:pt x="16" y="38"/>
                    </a:cubicBezTo>
                    <a:cubicBezTo>
                      <a:pt x="16" y="37"/>
                      <a:pt x="17" y="39"/>
                      <a:pt x="17" y="39"/>
                    </a:cubicBezTo>
                    <a:cubicBezTo>
                      <a:pt x="17" y="39"/>
                      <a:pt x="18" y="38"/>
                      <a:pt x="18" y="38"/>
                    </a:cubicBezTo>
                    <a:cubicBezTo>
                      <a:pt x="18" y="36"/>
                      <a:pt x="19" y="38"/>
                      <a:pt x="18" y="36"/>
                    </a:cubicBezTo>
                    <a:cubicBezTo>
                      <a:pt x="18" y="37"/>
                      <a:pt x="18" y="37"/>
                      <a:pt x="18" y="37"/>
                    </a:cubicBezTo>
                    <a:cubicBezTo>
                      <a:pt x="18" y="36"/>
                      <a:pt x="18" y="35"/>
                      <a:pt x="20" y="38"/>
                    </a:cubicBezTo>
                    <a:cubicBezTo>
                      <a:pt x="22" y="39"/>
                      <a:pt x="23" y="37"/>
                      <a:pt x="25" y="37"/>
                    </a:cubicBezTo>
                    <a:cubicBezTo>
                      <a:pt x="26" y="35"/>
                      <a:pt x="27" y="33"/>
                      <a:pt x="29" y="32"/>
                    </a:cubicBezTo>
                    <a:cubicBezTo>
                      <a:pt x="28" y="28"/>
                      <a:pt x="29" y="30"/>
                      <a:pt x="28" y="27"/>
                    </a:cubicBezTo>
                    <a:cubicBezTo>
                      <a:pt x="29" y="28"/>
                      <a:pt x="29" y="28"/>
                      <a:pt x="29" y="28"/>
                    </a:cubicBezTo>
                    <a:cubicBezTo>
                      <a:pt x="28" y="26"/>
                      <a:pt x="29" y="28"/>
                      <a:pt x="30" y="29"/>
                    </a:cubicBezTo>
                    <a:cubicBezTo>
                      <a:pt x="29" y="28"/>
                      <a:pt x="30" y="29"/>
                      <a:pt x="29" y="27"/>
                    </a:cubicBezTo>
                    <a:cubicBezTo>
                      <a:pt x="29" y="25"/>
                      <a:pt x="30" y="30"/>
                      <a:pt x="30" y="29"/>
                    </a:cubicBezTo>
                    <a:cubicBezTo>
                      <a:pt x="30" y="29"/>
                      <a:pt x="30" y="27"/>
                      <a:pt x="30" y="28"/>
                    </a:cubicBezTo>
                    <a:cubicBezTo>
                      <a:pt x="30" y="26"/>
                      <a:pt x="30" y="29"/>
                      <a:pt x="31" y="31"/>
                    </a:cubicBezTo>
                    <a:cubicBezTo>
                      <a:pt x="32" y="30"/>
                      <a:pt x="32" y="28"/>
                      <a:pt x="33" y="29"/>
                    </a:cubicBezTo>
                    <a:cubicBezTo>
                      <a:pt x="33" y="29"/>
                      <a:pt x="33" y="27"/>
                      <a:pt x="33" y="27"/>
                    </a:cubicBezTo>
                    <a:cubicBezTo>
                      <a:pt x="34" y="30"/>
                      <a:pt x="33" y="26"/>
                      <a:pt x="33" y="27"/>
                    </a:cubicBezTo>
                    <a:cubicBezTo>
                      <a:pt x="34" y="28"/>
                      <a:pt x="34" y="28"/>
                      <a:pt x="34" y="28"/>
                    </a:cubicBezTo>
                    <a:cubicBezTo>
                      <a:pt x="34" y="30"/>
                      <a:pt x="34" y="28"/>
                      <a:pt x="35" y="29"/>
                    </a:cubicBezTo>
                    <a:cubicBezTo>
                      <a:pt x="35" y="28"/>
                      <a:pt x="36" y="30"/>
                      <a:pt x="36" y="29"/>
                    </a:cubicBezTo>
                    <a:cubicBezTo>
                      <a:pt x="36" y="30"/>
                      <a:pt x="36" y="29"/>
                      <a:pt x="36" y="30"/>
                    </a:cubicBezTo>
                    <a:cubicBezTo>
                      <a:pt x="36" y="26"/>
                      <a:pt x="37" y="31"/>
                      <a:pt x="37" y="29"/>
                    </a:cubicBezTo>
                    <a:cubicBezTo>
                      <a:pt x="37" y="29"/>
                      <a:pt x="37" y="29"/>
                      <a:pt x="37" y="29"/>
                    </a:cubicBezTo>
                    <a:cubicBezTo>
                      <a:pt x="38" y="29"/>
                      <a:pt x="39" y="29"/>
                      <a:pt x="40" y="27"/>
                    </a:cubicBezTo>
                    <a:cubicBezTo>
                      <a:pt x="40" y="27"/>
                      <a:pt x="41" y="30"/>
                      <a:pt x="41" y="28"/>
                    </a:cubicBezTo>
                    <a:cubicBezTo>
                      <a:pt x="41" y="27"/>
                      <a:pt x="41" y="27"/>
                      <a:pt x="41" y="27"/>
                    </a:cubicBezTo>
                    <a:cubicBezTo>
                      <a:pt x="41" y="27"/>
                      <a:pt x="41" y="28"/>
                      <a:pt x="42" y="28"/>
                    </a:cubicBezTo>
                    <a:cubicBezTo>
                      <a:pt x="42" y="27"/>
                      <a:pt x="42" y="28"/>
                      <a:pt x="43" y="28"/>
                    </a:cubicBezTo>
                    <a:cubicBezTo>
                      <a:pt x="43" y="28"/>
                      <a:pt x="43" y="27"/>
                      <a:pt x="42" y="27"/>
                    </a:cubicBezTo>
                    <a:cubicBezTo>
                      <a:pt x="43" y="29"/>
                      <a:pt x="43" y="26"/>
                      <a:pt x="44" y="27"/>
                    </a:cubicBezTo>
                    <a:cubicBezTo>
                      <a:pt x="43" y="24"/>
                      <a:pt x="44" y="26"/>
                      <a:pt x="44" y="2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0" name="Freeform 193"/>
              <p:cNvSpPr/>
              <p:nvPr/>
            </p:nvSpPr>
            <p:spPr bwMode="auto">
              <a:xfrm>
                <a:off x="3192" y="2160"/>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1" name="Freeform 194"/>
              <p:cNvSpPr/>
              <p:nvPr/>
            </p:nvSpPr>
            <p:spPr bwMode="auto">
              <a:xfrm>
                <a:off x="3146" y="2177"/>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2" name="Freeform 195"/>
              <p:cNvSpPr/>
              <p:nvPr/>
            </p:nvSpPr>
            <p:spPr bwMode="auto">
              <a:xfrm>
                <a:off x="3264" y="1853"/>
                <a:ext cx="2" cy="4"/>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1" y="0"/>
                      <a:pt x="0" y="2"/>
                      <a:pt x="0" y="1"/>
                    </a:cubicBezTo>
                    <a:cubicBezTo>
                      <a:pt x="0" y="2"/>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3" name="Freeform 196"/>
              <p:cNvSpPr/>
              <p:nvPr/>
            </p:nvSpPr>
            <p:spPr bwMode="auto">
              <a:xfrm>
                <a:off x="3209" y="1836"/>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4" name="Freeform 197"/>
              <p:cNvSpPr/>
              <p:nvPr/>
            </p:nvSpPr>
            <p:spPr bwMode="auto">
              <a:xfrm>
                <a:off x="3343" y="2470"/>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5" name="Freeform 198"/>
              <p:cNvSpPr/>
              <p:nvPr/>
            </p:nvSpPr>
            <p:spPr bwMode="auto">
              <a:xfrm>
                <a:off x="3186" y="18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6" name="Freeform 199"/>
              <p:cNvSpPr/>
              <p:nvPr/>
            </p:nvSpPr>
            <p:spPr bwMode="auto">
              <a:xfrm>
                <a:off x="3188" y="1825"/>
                <a:ext cx="2" cy="4"/>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0"/>
                      <a:pt x="0" y="2"/>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7" name="Freeform 200"/>
              <p:cNvSpPr/>
              <p:nvPr/>
            </p:nvSpPr>
            <p:spPr bwMode="auto">
              <a:xfrm>
                <a:off x="3184" y="1833"/>
                <a:ext cx="2"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8" name="Freeform 201"/>
              <p:cNvSpPr/>
              <p:nvPr/>
            </p:nvSpPr>
            <p:spPr bwMode="auto">
              <a:xfrm>
                <a:off x="3351" y="2465"/>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9" name="Freeform 202"/>
              <p:cNvSpPr/>
              <p:nvPr/>
            </p:nvSpPr>
            <p:spPr bwMode="auto">
              <a:xfrm>
                <a:off x="3173" y="1831"/>
                <a:ext cx="2" cy="5"/>
              </a:xfrm>
              <a:custGeom>
                <a:avLst/>
                <a:gdLst>
                  <a:gd name="T0" fmla="*/ 2 w 2"/>
                  <a:gd name="T1" fmla="*/ 0 h 5"/>
                  <a:gd name="T2" fmla="*/ 2 w 2"/>
                  <a:gd name="T3" fmla="*/ 0 h 5"/>
                  <a:gd name="T4" fmla="*/ 0 w 2"/>
                  <a:gd name="T5" fmla="*/ 5 h 5"/>
                  <a:gd name="T6" fmla="*/ 2 w 2"/>
                  <a:gd name="T7" fmla="*/ 0 h 5"/>
                </a:gdLst>
                <a:ahLst/>
                <a:cxnLst>
                  <a:cxn ang="0">
                    <a:pos x="T0" y="T1"/>
                  </a:cxn>
                  <a:cxn ang="0">
                    <a:pos x="T2" y="T3"/>
                  </a:cxn>
                  <a:cxn ang="0">
                    <a:pos x="T4" y="T5"/>
                  </a:cxn>
                  <a:cxn ang="0">
                    <a:pos x="T6" y="T7"/>
                  </a:cxn>
                </a:cxnLst>
                <a:rect l="0" t="0" r="r" b="b"/>
                <a:pathLst>
                  <a:path w="2" h="5">
                    <a:moveTo>
                      <a:pt x="2" y="0"/>
                    </a:moveTo>
                    <a:lnTo>
                      <a:pt x="2" y="0"/>
                    </a:lnTo>
                    <a:lnTo>
                      <a:pt x="0" y="5"/>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0" name="Freeform 203"/>
              <p:cNvSpPr/>
              <p:nvPr/>
            </p:nvSpPr>
            <p:spPr bwMode="auto">
              <a:xfrm>
                <a:off x="3536" y="1554"/>
                <a:ext cx="8" cy="2"/>
              </a:xfrm>
              <a:custGeom>
                <a:avLst/>
                <a:gdLst>
                  <a:gd name="T0" fmla="*/ 0 w 4"/>
                  <a:gd name="T1" fmla="*/ 1 h 1"/>
                  <a:gd name="T2" fmla="*/ 0 w 4"/>
                  <a:gd name="T3" fmla="*/ 1 h 1"/>
                  <a:gd name="T4" fmla="*/ 1 w 4"/>
                  <a:gd name="T5" fmla="*/ 1 h 1"/>
                  <a:gd name="T6" fmla="*/ 2 w 4"/>
                  <a:gd name="T7" fmla="*/ 0 h 1"/>
                  <a:gd name="T8" fmla="*/ 4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0" y="1"/>
                      <a:pt x="0" y="1"/>
                    </a:cubicBezTo>
                    <a:cubicBezTo>
                      <a:pt x="0" y="1"/>
                      <a:pt x="1" y="1"/>
                      <a:pt x="1" y="1"/>
                    </a:cubicBezTo>
                    <a:cubicBezTo>
                      <a:pt x="2" y="1"/>
                      <a:pt x="3" y="1"/>
                      <a:pt x="2" y="0"/>
                    </a:cubicBezTo>
                    <a:cubicBezTo>
                      <a:pt x="3" y="0"/>
                      <a:pt x="4" y="0"/>
                      <a:pt x="4" y="0"/>
                    </a:cubicBezTo>
                    <a:cubicBezTo>
                      <a:pt x="3"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1" name="Freeform 204"/>
              <p:cNvSpPr/>
              <p:nvPr/>
            </p:nvSpPr>
            <p:spPr bwMode="auto">
              <a:xfrm>
                <a:off x="3538" y="155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grpSp>
          <p:nvGrpSpPr>
            <p:cNvPr id="5" name="Group 406"/>
            <p:cNvGrpSpPr/>
            <p:nvPr/>
          </p:nvGrpSpPr>
          <p:grpSpPr bwMode="auto">
            <a:xfrm>
              <a:off x="3112" y="1551"/>
              <a:ext cx="1462" cy="1559"/>
              <a:chOff x="3112" y="1551"/>
              <a:chExt cx="1462" cy="1559"/>
            </a:xfrm>
            <a:grpFill/>
          </p:grpSpPr>
          <p:sp>
            <p:nvSpPr>
              <p:cNvPr id="52" name="Freeform 206"/>
              <p:cNvSpPr/>
              <p:nvPr/>
            </p:nvSpPr>
            <p:spPr bwMode="auto">
              <a:xfrm>
                <a:off x="3534" y="1558"/>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3" name="Freeform 207"/>
              <p:cNvSpPr/>
              <p:nvPr/>
            </p:nvSpPr>
            <p:spPr bwMode="auto">
              <a:xfrm>
                <a:off x="3513" y="1581"/>
                <a:ext cx="4"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4" name="Freeform 208"/>
              <p:cNvSpPr/>
              <p:nvPr/>
            </p:nvSpPr>
            <p:spPr bwMode="auto">
              <a:xfrm>
                <a:off x="3513" y="1579"/>
                <a:ext cx="6" cy="2"/>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5" name="Freeform 209"/>
              <p:cNvSpPr/>
              <p:nvPr/>
            </p:nvSpPr>
            <p:spPr bwMode="auto">
              <a:xfrm>
                <a:off x="3536" y="1551"/>
                <a:ext cx="4"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lnTo>
                      <a:pt x="2"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6" name="Freeform 210"/>
              <p:cNvSpPr/>
              <p:nvPr/>
            </p:nvSpPr>
            <p:spPr bwMode="auto">
              <a:xfrm>
                <a:off x="3112" y="1810"/>
                <a:ext cx="161" cy="87"/>
              </a:xfrm>
              <a:custGeom>
                <a:avLst/>
                <a:gdLst>
                  <a:gd name="T0" fmla="*/ 12 w 76"/>
                  <a:gd name="T1" fmla="*/ 18 h 41"/>
                  <a:gd name="T2" fmla="*/ 22 w 76"/>
                  <a:gd name="T3" fmla="*/ 26 h 41"/>
                  <a:gd name="T4" fmla="*/ 33 w 76"/>
                  <a:gd name="T5" fmla="*/ 25 h 41"/>
                  <a:gd name="T6" fmla="*/ 37 w 76"/>
                  <a:gd name="T7" fmla="*/ 28 h 41"/>
                  <a:gd name="T8" fmla="*/ 43 w 76"/>
                  <a:gd name="T9" fmla="*/ 32 h 41"/>
                  <a:gd name="T10" fmla="*/ 48 w 76"/>
                  <a:gd name="T11" fmla="*/ 35 h 41"/>
                  <a:gd name="T12" fmla="*/ 53 w 76"/>
                  <a:gd name="T13" fmla="*/ 33 h 41"/>
                  <a:gd name="T14" fmla="*/ 60 w 76"/>
                  <a:gd name="T15" fmla="*/ 35 h 41"/>
                  <a:gd name="T16" fmla="*/ 63 w 76"/>
                  <a:gd name="T17" fmla="*/ 36 h 41"/>
                  <a:gd name="T18" fmla="*/ 67 w 76"/>
                  <a:gd name="T19" fmla="*/ 40 h 41"/>
                  <a:gd name="T20" fmla="*/ 69 w 76"/>
                  <a:gd name="T21" fmla="*/ 40 h 41"/>
                  <a:gd name="T22" fmla="*/ 72 w 76"/>
                  <a:gd name="T23" fmla="*/ 38 h 41"/>
                  <a:gd name="T24" fmla="*/ 74 w 76"/>
                  <a:gd name="T25" fmla="*/ 36 h 41"/>
                  <a:gd name="T26" fmla="*/ 75 w 76"/>
                  <a:gd name="T27" fmla="*/ 34 h 41"/>
                  <a:gd name="T28" fmla="*/ 71 w 76"/>
                  <a:gd name="T29" fmla="*/ 33 h 41"/>
                  <a:gd name="T30" fmla="*/ 72 w 76"/>
                  <a:gd name="T31" fmla="*/ 31 h 41"/>
                  <a:gd name="T32" fmla="*/ 71 w 76"/>
                  <a:gd name="T33" fmla="*/ 29 h 41"/>
                  <a:gd name="T34" fmla="*/ 73 w 76"/>
                  <a:gd name="T35" fmla="*/ 25 h 41"/>
                  <a:gd name="T36" fmla="*/ 75 w 76"/>
                  <a:gd name="T37" fmla="*/ 22 h 41"/>
                  <a:gd name="T38" fmla="*/ 71 w 76"/>
                  <a:gd name="T39" fmla="*/ 25 h 41"/>
                  <a:gd name="T40" fmla="*/ 67 w 76"/>
                  <a:gd name="T41" fmla="*/ 28 h 41"/>
                  <a:gd name="T42" fmla="*/ 70 w 76"/>
                  <a:gd name="T43" fmla="*/ 22 h 41"/>
                  <a:gd name="T44" fmla="*/ 69 w 76"/>
                  <a:gd name="T45" fmla="*/ 23 h 41"/>
                  <a:gd name="T46" fmla="*/ 70 w 76"/>
                  <a:gd name="T47" fmla="*/ 20 h 41"/>
                  <a:gd name="T48" fmla="*/ 68 w 76"/>
                  <a:gd name="T49" fmla="*/ 20 h 41"/>
                  <a:gd name="T50" fmla="*/ 67 w 76"/>
                  <a:gd name="T51" fmla="*/ 19 h 41"/>
                  <a:gd name="T52" fmla="*/ 62 w 76"/>
                  <a:gd name="T53" fmla="*/ 24 h 41"/>
                  <a:gd name="T54" fmla="*/ 66 w 76"/>
                  <a:gd name="T55" fmla="*/ 18 h 41"/>
                  <a:gd name="T56" fmla="*/ 65 w 76"/>
                  <a:gd name="T57" fmla="*/ 18 h 41"/>
                  <a:gd name="T58" fmla="*/ 60 w 76"/>
                  <a:gd name="T59" fmla="*/ 17 h 41"/>
                  <a:gd name="T60" fmla="*/ 58 w 76"/>
                  <a:gd name="T61" fmla="*/ 17 h 41"/>
                  <a:gd name="T62" fmla="*/ 55 w 76"/>
                  <a:gd name="T63" fmla="*/ 15 h 41"/>
                  <a:gd name="T64" fmla="*/ 53 w 76"/>
                  <a:gd name="T65" fmla="*/ 16 h 41"/>
                  <a:gd name="T66" fmla="*/ 53 w 76"/>
                  <a:gd name="T67" fmla="*/ 15 h 41"/>
                  <a:gd name="T68" fmla="*/ 52 w 76"/>
                  <a:gd name="T69" fmla="*/ 14 h 41"/>
                  <a:gd name="T70" fmla="*/ 50 w 76"/>
                  <a:gd name="T71" fmla="*/ 16 h 41"/>
                  <a:gd name="T72" fmla="*/ 49 w 76"/>
                  <a:gd name="T73" fmla="*/ 13 h 41"/>
                  <a:gd name="T74" fmla="*/ 47 w 76"/>
                  <a:gd name="T75" fmla="*/ 12 h 41"/>
                  <a:gd name="T76" fmla="*/ 45 w 76"/>
                  <a:gd name="T77" fmla="*/ 12 h 41"/>
                  <a:gd name="T78" fmla="*/ 43 w 76"/>
                  <a:gd name="T79" fmla="*/ 11 h 41"/>
                  <a:gd name="T80" fmla="*/ 40 w 76"/>
                  <a:gd name="T81" fmla="*/ 13 h 41"/>
                  <a:gd name="T82" fmla="*/ 40 w 76"/>
                  <a:gd name="T83" fmla="*/ 11 h 41"/>
                  <a:gd name="T84" fmla="*/ 40 w 76"/>
                  <a:gd name="T85" fmla="*/ 11 h 41"/>
                  <a:gd name="T86" fmla="*/ 37 w 76"/>
                  <a:gd name="T87" fmla="*/ 10 h 41"/>
                  <a:gd name="T88" fmla="*/ 34 w 76"/>
                  <a:gd name="T89" fmla="*/ 13 h 41"/>
                  <a:gd name="T90" fmla="*/ 31 w 76"/>
                  <a:gd name="T91" fmla="*/ 14 h 41"/>
                  <a:gd name="T92" fmla="*/ 31 w 76"/>
                  <a:gd name="T93" fmla="*/ 10 h 41"/>
                  <a:gd name="T94" fmla="*/ 26 w 76"/>
                  <a:gd name="T95" fmla="*/ 12 h 41"/>
                  <a:gd name="T96" fmla="*/ 24 w 76"/>
                  <a:gd name="T97" fmla="*/ 12 h 41"/>
                  <a:gd name="T98" fmla="*/ 20 w 76"/>
                  <a:gd name="T99" fmla="*/ 9 h 41"/>
                  <a:gd name="T100" fmla="*/ 20 w 76"/>
                  <a:gd name="T101" fmla="*/ 7 h 41"/>
                  <a:gd name="T102" fmla="*/ 18 w 76"/>
                  <a:gd name="T103" fmla="*/ 6 h 41"/>
                  <a:gd name="T104" fmla="*/ 11 w 76"/>
                  <a:gd name="T105" fmla="*/ 8 h 41"/>
                  <a:gd name="T106" fmla="*/ 4 w 76"/>
                  <a:gd name="T107"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41">
                    <a:moveTo>
                      <a:pt x="3" y="15"/>
                    </a:moveTo>
                    <a:cubicBezTo>
                      <a:pt x="4" y="15"/>
                      <a:pt x="5" y="15"/>
                      <a:pt x="5" y="16"/>
                    </a:cubicBezTo>
                    <a:cubicBezTo>
                      <a:pt x="7" y="16"/>
                      <a:pt x="8" y="22"/>
                      <a:pt x="11" y="21"/>
                    </a:cubicBezTo>
                    <a:cubicBezTo>
                      <a:pt x="11" y="20"/>
                      <a:pt x="11" y="19"/>
                      <a:pt x="12" y="19"/>
                    </a:cubicBezTo>
                    <a:cubicBezTo>
                      <a:pt x="11" y="20"/>
                      <a:pt x="11" y="20"/>
                      <a:pt x="11" y="20"/>
                    </a:cubicBezTo>
                    <a:cubicBezTo>
                      <a:pt x="12" y="18"/>
                      <a:pt x="12" y="18"/>
                      <a:pt x="12" y="18"/>
                    </a:cubicBezTo>
                    <a:cubicBezTo>
                      <a:pt x="13" y="18"/>
                      <a:pt x="12" y="20"/>
                      <a:pt x="11" y="20"/>
                    </a:cubicBezTo>
                    <a:cubicBezTo>
                      <a:pt x="12" y="21"/>
                      <a:pt x="13" y="20"/>
                      <a:pt x="14" y="21"/>
                    </a:cubicBezTo>
                    <a:cubicBezTo>
                      <a:pt x="15" y="19"/>
                      <a:pt x="15" y="21"/>
                      <a:pt x="15" y="19"/>
                    </a:cubicBezTo>
                    <a:cubicBezTo>
                      <a:pt x="15" y="20"/>
                      <a:pt x="15" y="20"/>
                      <a:pt x="15" y="20"/>
                    </a:cubicBezTo>
                    <a:cubicBezTo>
                      <a:pt x="16" y="19"/>
                      <a:pt x="16" y="19"/>
                      <a:pt x="16" y="22"/>
                    </a:cubicBezTo>
                    <a:cubicBezTo>
                      <a:pt x="17" y="25"/>
                      <a:pt x="20" y="24"/>
                      <a:pt x="22" y="26"/>
                    </a:cubicBezTo>
                    <a:cubicBezTo>
                      <a:pt x="24" y="27"/>
                      <a:pt x="27" y="26"/>
                      <a:pt x="30" y="26"/>
                    </a:cubicBezTo>
                    <a:cubicBezTo>
                      <a:pt x="31" y="23"/>
                      <a:pt x="31" y="25"/>
                      <a:pt x="33" y="22"/>
                    </a:cubicBezTo>
                    <a:cubicBezTo>
                      <a:pt x="32" y="23"/>
                      <a:pt x="32" y="23"/>
                      <a:pt x="32" y="23"/>
                    </a:cubicBezTo>
                    <a:cubicBezTo>
                      <a:pt x="33" y="22"/>
                      <a:pt x="33" y="24"/>
                      <a:pt x="33" y="25"/>
                    </a:cubicBezTo>
                    <a:cubicBezTo>
                      <a:pt x="33" y="24"/>
                      <a:pt x="33" y="25"/>
                      <a:pt x="34" y="23"/>
                    </a:cubicBezTo>
                    <a:cubicBezTo>
                      <a:pt x="34" y="22"/>
                      <a:pt x="33" y="26"/>
                      <a:pt x="33" y="25"/>
                    </a:cubicBezTo>
                    <a:cubicBezTo>
                      <a:pt x="33" y="26"/>
                      <a:pt x="34" y="24"/>
                      <a:pt x="34" y="24"/>
                    </a:cubicBezTo>
                    <a:cubicBezTo>
                      <a:pt x="35" y="23"/>
                      <a:pt x="33" y="25"/>
                      <a:pt x="33" y="28"/>
                    </a:cubicBezTo>
                    <a:cubicBezTo>
                      <a:pt x="34" y="27"/>
                      <a:pt x="36" y="26"/>
                      <a:pt x="37" y="27"/>
                    </a:cubicBezTo>
                    <a:cubicBezTo>
                      <a:pt x="36" y="28"/>
                      <a:pt x="37" y="26"/>
                      <a:pt x="37" y="26"/>
                    </a:cubicBezTo>
                    <a:cubicBezTo>
                      <a:pt x="36" y="29"/>
                      <a:pt x="38" y="25"/>
                      <a:pt x="37" y="27"/>
                    </a:cubicBezTo>
                    <a:cubicBezTo>
                      <a:pt x="37" y="27"/>
                      <a:pt x="37" y="27"/>
                      <a:pt x="37" y="28"/>
                    </a:cubicBezTo>
                    <a:cubicBezTo>
                      <a:pt x="37" y="29"/>
                      <a:pt x="38" y="27"/>
                      <a:pt x="38" y="29"/>
                    </a:cubicBezTo>
                    <a:cubicBezTo>
                      <a:pt x="39" y="28"/>
                      <a:pt x="38" y="31"/>
                      <a:pt x="39" y="29"/>
                    </a:cubicBezTo>
                    <a:cubicBezTo>
                      <a:pt x="38" y="31"/>
                      <a:pt x="39" y="30"/>
                      <a:pt x="38" y="31"/>
                    </a:cubicBezTo>
                    <a:cubicBezTo>
                      <a:pt x="40" y="28"/>
                      <a:pt x="38" y="33"/>
                      <a:pt x="40" y="30"/>
                    </a:cubicBezTo>
                    <a:cubicBezTo>
                      <a:pt x="40" y="31"/>
                      <a:pt x="40" y="31"/>
                      <a:pt x="40" y="31"/>
                    </a:cubicBezTo>
                    <a:cubicBezTo>
                      <a:pt x="41" y="31"/>
                      <a:pt x="41" y="33"/>
                      <a:pt x="43" y="32"/>
                    </a:cubicBezTo>
                    <a:cubicBezTo>
                      <a:pt x="44" y="31"/>
                      <a:pt x="43" y="35"/>
                      <a:pt x="44" y="34"/>
                    </a:cubicBezTo>
                    <a:cubicBezTo>
                      <a:pt x="45" y="32"/>
                      <a:pt x="45" y="32"/>
                      <a:pt x="45" y="32"/>
                    </a:cubicBezTo>
                    <a:cubicBezTo>
                      <a:pt x="45" y="32"/>
                      <a:pt x="45" y="33"/>
                      <a:pt x="45" y="34"/>
                    </a:cubicBezTo>
                    <a:cubicBezTo>
                      <a:pt x="46" y="33"/>
                      <a:pt x="45" y="34"/>
                      <a:pt x="46" y="35"/>
                    </a:cubicBezTo>
                    <a:cubicBezTo>
                      <a:pt x="46" y="34"/>
                      <a:pt x="46" y="34"/>
                      <a:pt x="47" y="33"/>
                    </a:cubicBezTo>
                    <a:cubicBezTo>
                      <a:pt x="46" y="36"/>
                      <a:pt x="48" y="33"/>
                      <a:pt x="48" y="35"/>
                    </a:cubicBezTo>
                    <a:cubicBezTo>
                      <a:pt x="49" y="32"/>
                      <a:pt x="49" y="33"/>
                      <a:pt x="49" y="33"/>
                    </a:cubicBezTo>
                    <a:cubicBezTo>
                      <a:pt x="49" y="33"/>
                      <a:pt x="49" y="34"/>
                      <a:pt x="48" y="34"/>
                    </a:cubicBezTo>
                    <a:cubicBezTo>
                      <a:pt x="49" y="34"/>
                      <a:pt x="49" y="34"/>
                      <a:pt x="49" y="35"/>
                    </a:cubicBezTo>
                    <a:cubicBezTo>
                      <a:pt x="50" y="35"/>
                      <a:pt x="51" y="33"/>
                      <a:pt x="50" y="34"/>
                    </a:cubicBezTo>
                    <a:cubicBezTo>
                      <a:pt x="49" y="36"/>
                      <a:pt x="51" y="34"/>
                      <a:pt x="51" y="35"/>
                    </a:cubicBezTo>
                    <a:cubicBezTo>
                      <a:pt x="52" y="33"/>
                      <a:pt x="53" y="32"/>
                      <a:pt x="53" y="33"/>
                    </a:cubicBezTo>
                    <a:cubicBezTo>
                      <a:pt x="51" y="35"/>
                      <a:pt x="51" y="35"/>
                      <a:pt x="51" y="35"/>
                    </a:cubicBezTo>
                    <a:cubicBezTo>
                      <a:pt x="53" y="34"/>
                      <a:pt x="52" y="37"/>
                      <a:pt x="55" y="35"/>
                    </a:cubicBezTo>
                    <a:cubicBezTo>
                      <a:pt x="54" y="36"/>
                      <a:pt x="54" y="36"/>
                      <a:pt x="54" y="36"/>
                    </a:cubicBezTo>
                    <a:cubicBezTo>
                      <a:pt x="56" y="35"/>
                      <a:pt x="55" y="38"/>
                      <a:pt x="58" y="35"/>
                    </a:cubicBezTo>
                    <a:cubicBezTo>
                      <a:pt x="57" y="36"/>
                      <a:pt x="57" y="37"/>
                      <a:pt x="57" y="37"/>
                    </a:cubicBezTo>
                    <a:cubicBezTo>
                      <a:pt x="58" y="36"/>
                      <a:pt x="58" y="36"/>
                      <a:pt x="60" y="35"/>
                    </a:cubicBezTo>
                    <a:cubicBezTo>
                      <a:pt x="60" y="35"/>
                      <a:pt x="59" y="36"/>
                      <a:pt x="59" y="36"/>
                    </a:cubicBezTo>
                    <a:cubicBezTo>
                      <a:pt x="59" y="37"/>
                      <a:pt x="58" y="39"/>
                      <a:pt x="60" y="37"/>
                    </a:cubicBezTo>
                    <a:cubicBezTo>
                      <a:pt x="59" y="38"/>
                      <a:pt x="59" y="38"/>
                      <a:pt x="59" y="38"/>
                    </a:cubicBezTo>
                    <a:cubicBezTo>
                      <a:pt x="60" y="37"/>
                      <a:pt x="62" y="36"/>
                      <a:pt x="61" y="38"/>
                    </a:cubicBezTo>
                    <a:cubicBezTo>
                      <a:pt x="62" y="37"/>
                      <a:pt x="62" y="36"/>
                      <a:pt x="63" y="35"/>
                    </a:cubicBezTo>
                    <a:cubicBezTo>
                      <a:pt x="64" y="35"/>
                      <a:pt x="62" y="37"/>
                      <a:pt x="63" y="36"/>
                    </a:cubicBezTo>
                    <a:cubicBezTo>
                      <a:pt x="62" y="37"/>
                      <a:pt x="62" y="37"/>
                      <a:pt x="62" y="37"/>
                    </a:cubicBezTo>
                    <a:cubicBezTo>
                      <a:pt x="62" y="38"/>
                      <a:pt x="63" y="38"/>
                      <a:pt x="64" y="38"/>
                    </a:cubicBezTo>
                    <a:cubicBezTo>
                      <a:pt x="63" y="40"/>
                      <a:pt x="65" y="38"/>
                      <a:pt x="65" y="39"/>
                    </a:cubicBezTo>
                    <a:cubicBezTo>
                      <a:pt x="66" y="38"/>
                      <a:pt x="65" y="40"/>
                      <a:pt x="67" y="38"/>
                    </a:cubicBezTo>
                    <a:cubicBezTo>
                      <a:pt x="66" y="39"/>
                      <a:pt x="66" y="39"/>
                      <a:pt x="66" y="39"/>
                    </a:cubicBezTo>
                    <a:cubicBezTo>
                      <a:pt x="66" y="39"/>
                      <a:pt x="67" y="40"/>
                      <a:pt x="67" y="40"/>
                    </a:cubicBezTo>
                    <a:cubicBezTo>
                      <a:pt x="67" y="41"/>
                      <a:pt x="68" y="39"/>
                      <a:pt x="69" y="39"/>
                    </a:cubicBezTo>
                    <a:cubicBezTo>
                      <a:pt x="68" y="40"/>
                      <a:pt x="68" y="40"/>
                      <a:pt x="68" y="40"/>
                    </a:cubicBezTo>
                    <a:cubicBezTo>
                      <a:pt x="68" y="39"/>
                      <a:pt x="70" y="38"/>
                      <a:pt x="71" y="37"/>
                    </a:cubicBezTo>
                    <a:cubicBezTo>
                      <a:pt x="71" y="38"/>
                      <a:pt x="71" y="37"/>
                      <a:pt x="71" y="38"/>
                    </a:cubicBezTo>
                    <a:cubicBezTo>
                      <a:pt x="70" y="38"/>
                      <a:pt x="69" y="39"/>
                      <a:pt x="68" y="41"/>
                    </a:cubicBezTo>
                    <a:cubicBezTo>
                      <a:pt x="67" y="41"/>
                      <a:pt x="70" y="39"/>
                      <a:pt x="69" y="40"/>
                    </a:cubicBezTo>
                    <a:cubicBezTo>
                      <a:pt x="69" y="41"/>
                      <a:pt x="69" y="41"/>
                      <a:pt x="70" y="39"/>
                    </a:cubicBezTo>
                    <a:cubicBezTo>
                      <a:pt x="69" y="41"/>
                      <a:pt x="69" y="41"/>
                      <a:pt x="69" y="41"/>
                    </a:cubicBezTo>
                    <a:cubicBezTo>
                      <a:pt x="69" y="41"/>
                      <a:pt x="69" y="41"/>
                      <a:pt x="70" y="40"/>
                    </a:cubicBezTo>
                    <a:cubicBezTo>
                      <a:pt x="70" y="41"/>
                      <a:pt x="70" y="40"/>
                      <a:pt x="70" y="40"/>
                    </a:cubicBezTo>
                    <a:cubicBezTo>
                      <a:pt x="71" y="39"/>
                      <a:pt x="71" y="39"/>
                      <a:pt x="73" y="38"/>
                    </a:cubicBezTo>
                    <a:cubicBezTo>
                      <a:pt x="72" y="38"/>
                      <a:pt x="72" y="38"/>
                      <a:pt x="72" y="38"/>
                    </a:cubicBezTo>
                    <a:cubicBezTo>
                      <a:pt x="73" y="37"/>
                      <a:pt x="74" y="37"/>
                      <a:pt x="73" y="38"/>
                    </a:cubicBezTo>
                    <a:cubicBezTo>
                      <a:pt x="72" y="39"/>
                      <a:pt x="71" y="40"/>
                      <a:pt x="70" y="40"/>
                    </a:cubicBezTo>
                    <a:cubicBezTo>
                      <a:pt x="74" y="38"/>
                      <a:pt x="74" y="38"/>
                      <a:pt x="74" y="38"/>
                    </a:cubicBezTo>
                    <a:cubicBezTo>
                      <a:pt x="73" y="39"/>
                      <a:pt x="73" y="38"/>
                      <a:pt x="74" y="37"/>
                    </a:cubicBezTo>
                    <a:cubicBezTo>
                      <a:pt x="73" y="38"/>
                      <a:pt x="73" y="38"/>
                      <a:pt x="73" y="38"/>
                    </a:cubicBezTo>
                    <a:cubicBezTo>
                      <a:pt x="74" y="36"/>
                      <a:pt x="74" y="36"/>
                      <a:pt x="74" y="36"/>
                    </a:cubicBezTo>
                    <a:cubicBezTo>
                      <a:pt x="74" y="37"/>
                      <a:pt x="75" y="35"/>
                      <a:pt x="73" y="36"/>
                    </a:cubicBezTo>
                    <a:cubicBezTo>
                      <a:pt x="72" y="37"/>
                      <a:pt x="72" y="37"/>
                      <a:pt x="72" y="37"/>
                    </a:cubicBezTo>
                    <a:cubicBezTo>
                      <a:pt x="72" y="37"/>
                      <a:pt x="71" y="39"/>
                      <a:pt x="72" y="37"/>
                    </a:cubicBezTo>
                    <a:cubicBezTo>
                      <a:pt x="73" y="36"/>
                      <a:pt x="73" y="36"/>
                      <a:pt x="73" y="36"/>
                    </a:cubicBezTo>
                    <a:cubicBezTo>
                      <a:pt x="73" y="36"/>
                      <a:pt x="73" y="36"/>
                      <a:pt x="73" y="36"/>
                    </a:cubicBezTo>
                    <a:cubicBezTo>
                      <a:pt x="75" y="34"/>
                      <a:pt x="75" y="34"/>
                      <a:pt x="75" y="34"/>
                    </a:cubicBezTo>
                    <a:cubicBezTo>
                      <a:pt x="72" y="37"/>
                      <a:pt x="73" y="35"/>
                      <a:pt x="73" y="35"/>
                    </a:cubicBezTo>
                    <a:cubicBezTo>
                      <a:pt x="73" y="35"/>
                      <a:pt x="73" y="35"/>
                      <a:pt x="73" y="35"/>
                    </a:cubicBezTo>
                    <a:cubicBezTo>
                      <a:pt x="74" y="34"/>
                      <a:pt x="72" y="36"/>
                      <a:pt x="72" y="36"/>
                    </a:cubicBezTo>
                    <a:cubicBezTo>
                      <a:pt x="72" y="35"/>
                      <a:pt x="74" y="33"/>
                      <a:pt x="75" y="33"/>
                    </a:cubicBezTo>
                    <a:cubicBezTo>
                      <a:pt x="74" y="32"/>
                      <a:pt x="72" y="33"/>
                      <a:pt x="73" y="32"/>
                    </a:cubicBezTo>
                    <a:cubicBezTo>
                      <a:pt x="73" y="32"/>
                      <a:pt x="72" y="32"/>
                      <a:pt x="71" y="33"/>
                    </a:cubicBezTo>
                    <a:cubicBezTo>
                      <a:pt x="71" y="33"/>
                      <a:pt x="73" y="31"/>
                      <a:pt x="72" y="32"/>
                    </a:cubicBezTo>
                    <a:cubicBezTo>
                      <a:pt x="73" y="30"/>
                      <a:pt x="74" y="29"/>
                      <a:pt x="75" y="28"/>
                    </a:cubicBezTo>
                    <a:cubicBezTo>
                      <a:pt x="75" y="28"/>
                      <a:pt x="76" y="27"/>
                      <a:pt x="75" y="27"/>
                    </a:cubicBezTo>
                    <a:cubicBezTo>
                      <a:pt x="76" y="27"/>
                      <a:pt x="76" y="26"/>
                      <a:pt x="76" y="26"/>
                    </a:cubicBezTo>
                    <a:cubicBezTo>
                      <a:pt x="75" y="27"/>
                      <a:pt x="74" y="28"/>
                      <a:pt x="74" y="29"/>
                    </a:cubicBezTo>
                    <a:cubicBezTo>
                      <a:pt x="73" y="31"/>
                      <a:pt x="74" y="29"/>
                      <a:pt x="72" y="31"/>
                    </a:cubicBezTo>
                    <a:cubicBezTo>
                      <a:pt x="72" y="30"/>
                      <a:pt x="72" y="30"/>
                      <a:pt x="71" y="30"/>
                    </a:cubicBezTo>
                    <a:cubicBezTo>
                      <a:pt x="71" y="30"/>
                      <a:pt x="72" y="29"/>
                      <a:pt x="73" y="28"/>
                    </a:cubicBezTo>
                    <a:cubicBezTo>
                      <a:pt x="72" y="29"/>
                      <a:pt x="71" y="30"/>
                      <a:pt x="71" y="29"/>
                    </a:cubicBezTo>
                    <a:cubicBezTo>
                      <a:pt x="70" y="31"/>
                      <a:pt x="70" y="31"/>
                      <a:pt x="69" y="32"/>
                    </a:cubicBezTo>
                    <a:cubicBezTo>
                      <a:pt x="68" y="32"/>
                      <a:pt x="68" y="33"/>
                      <a:pt x="68" y="33"/>
                    </a:cubicBezTo>
                    <a:cubicBezTo>
                      <a:pt x="69" y="31"/>
                      <a:pt x="71" y="29"/>
                      <a:pt x="71" y="29"/>
                    </a:cubicBezTo>
                    <a:cubicBezTo>
                      <a:pt x="72" y="27"/>
                      <a:pt x="71" y="29"/>
                      <a:pt x="72" y="27"/>
                    </a:cubicBezTo>
                    <a:cubicBezTo>
                      <a:pt x="74" y="25"/>
                      <a:pt x="75" y="26"/>
                      <a:pt x="74" y="27"/>
                    </a:cubicBezTo>
                    <a:cubicBezTo>
                      <a:pt x="76" y="25"/>
                      <a:pt x="74" y="26"/>
                      <a:pt x="75" y="25"/>
                    </a:cubicBezTo>
                    <a:cubicBezTo>
                      <a:pt x="75" y="25"/>
                      <a:pt x="74" y="25"/>
                      <a:pt x="73" y="26"/>
                    </a:cubicBezTo>
                    <a:cubicBezTo>
                      <a:pt x="73" y="26"/>
                      <a:pt x="73" y="27"/>
                      <a:pt x="72" y="27"/>
                    </a:cubicBezTo>
                    <a:cubicBezTo>
                      <a:pt x="70" y="29"/>
                      <a:pt x="73" y="26"/>
                      <a:pt x="73" y="25"/>
                    </a:cubicBezTo>
                    <a:cubicBezTo>
                      <a:pt x="73" y="25"/>
                      <a:pt x="73" y="25"/>
                      <a:pt x="73" y="25"/>
                    </a:cubicBezTo>
                    <a:cubicBezTo>
                      <a:pt x="74" y="24"/>
                      <a:pt x="72" y="26"/>
                      <a:pt x="72" y="25"/>
                    </a:cubicBezTo>
                    <a:cubicBezTo>
                      <a:pt x="74" y="23"/>
                      <a:pt x="73" y="25"/>
                      <a:pt x="74" y="24"/>
                    </a:cubicBezTo>
                    <a:cubicBezTo>
                      <a:pt x="76" y="22"/>
                      <a:pt x="76" y="22"/>
                      <a:pt x="76" y="22"/>
                    </a:cubicBezTo>
                    <a:cubicBezTo>
                      <a:pt x="75" y="21"/>
                      <a:pt x="74" y="24"/>
                      <a:pt x="74" y="23"/>
                    </a:cubicBezTo>
                    <a:cubicBezTo>
                      <a:pt x="75" y="22"/>
                      <a:pt x="75" y="22"/>
                      <a:pt x="75" y="22"/>
                    </a:cubicBezTo>
                    <a:cubicBezTo>
                      <a:pt x="74" y="22"/>
                      <a:pt x="74" y="22"/>
                      <a:pt x="74" y="22"/>
                    </a:cubicBezTo>
                    <a:cubicBezTo>
                      <a:pt x="73" y="23"/>
                      <a:pt x="72" y="25"/>
                      <a:pt x="73" y="25"/>
                    </a:cubicBezTo>
                    <a:cubicBezTo>
                      <a:pt x="70" y="27"/>
                      <a:pt x="72" y="25"/>
                      <a:pt x="71" y="25"/>
                    </a:cubicBezTo>
                    <a:cubicBezTo>
                      <a:pt x="70" y="27"/>
                      <a:pt x="72" y="25"/>
                      <a:pt x="71" y="27"/>
                    </a:cubicBezTo>
                    <a:cubicBezTo>
                      <a:pt x="70" y="28"/>
                      <a:pt x="69" y="28"/>
                      <a:pt x="69" y="28"/>
                    </a:cubicBezTo>
                    <a:cubicBezTo>
                      <a:pt x="69" y="28"/>
                      <a:pt x="70" y="26"/>
                      <a:pt x="71" y="25"/>
                    </a:cubicBezTo>
                    <a:cubicBezTo>
                      <a:pt x="71" y="25"/>
                      <a:pt x="71" y="25"/>
                      <a:pt x="71" y="26"/>
                    </a:cubicBezTo>
                    <a:cubicBezTo>
                      <a:pt x="72" y="25"/>
                      <a:pt x="73" y="23"/>
                      <a:pt x="74" y="22"/>
                    </a:cubicBezTo>
                    <a:cubicBezTo>
                      <a:pt x="74" y="21"/>
                      <a:pt x="72" y="24"/>
                      <a:pt x="72" y="23"/>
                    </a:cubicBezTo>
                    <a:cubicBezTo>
                      <a:pt x="73" y="23"/>
                      <a:pt x="71" y="24"/>
                      <a:pt x="71" y="25"/>
                    </a:cubicBezTo>
                    <a:cubicBezTo>
                      <a:pt x="68" y="29"/>
                      <a:pt x="73" y="22"/>
                      <a:pt x="72" y="22"/>
                    </a:cubicBezTo>
                    <a:cubicBezTo>
                      <a:pt x="70" y="25"/>
                      <a:pt x="69" y="25"/>
                      <a:pt x="67" y="28"/>
                    </a:cubicBezTo>
                    <a:cubicBezTo>
                      <a:pt x="67" y="29"/>
                      <a:pt x="66" y="29"/>
                      <a:pt x="66" y="29"/>
                    </a:cubicBezTo>
                    <a:cubicBezTo>
                      <a:pt x="68" y="27"/>
                      <a:pt x="67" y="27"/>
                      <a:pt x="69" y="26"/>
                    </a:cubicBezTo>
                    <a:cubicBezTo>
                      <a:pt x="68" y="26"/>
                      <a:pt x="68" y="26"/>
                      <a:pt x="68" y="26"/>
                    </a:cubicBezTo>
                    <a:cubicBezTo>
                      <a:pt x="70" y="24"/>
                      <a:pt x="70" y="24"/>
                      <a:pt x="70" y="24"/>
                    </a:cubicBezTo>
                    <a:cubicBezTo>
                      <a:pt x="71" y="23"/>
                      <a:pt x="71" y="21"/>
                      <a:pt x="72" y="21"/>
                    </a:cubicBezTo>
                    <a:cubicBezTo>
                      <a:pt x="71" y="21"/>
                      <a:pt x="71" y="22"/>
                      <a:pt x="70" y="22"/>
                    </a:cubicBezTo>
                    <a:cubicBezTo>
                      <a:pt x="71" y="22"/>
                      <a:pt x="71" y="21"/>
                      <a:pt x="71" y="21"/>
                    </a:cubicBezTo>
                    <a:cubicBezTo>
                      <a:pt x="71" y="22"/>
                      <a:pt x="69" y="23"/>
                      <a:pt x="69" y="23"/>
                    </a:cubicBezTo>
                    <a:cubicBezTo>
                      <a:pt x="69" y="23"/>
                      <a:pt x="70" y="22"/>
                      <a:pt x="70" y="21"/>
                    </a:cubicBezTo>
                    <a:cubicBezTo>
                      <a:pt x="71" y="20"/>
                      <a:pt x="71" y="20"/>
                      <a:pt x="71" y="20"/>
                    </a:cubicBezTo>
                    <a:cubicBezTo>
                      <a:pt x="70" y="21"/>
                      <a:pt x="72" y="19"/>
                      <a:pt x="71" y="20"/>
                    </a:cubicBezTo>
                    <a:cubicBezTo>
                      <a:pt x="69" y="23"/>
                      <a:pt x="69" y="23"/>
                      <a:pt x="69" y="23"/>
                    </a:cubicBezTo>
                    <a:cubicBezTo>
                      <a:pt x="68" y="23"/>
                      <a:pt x="69" y="22"/>
                      <a:pt x="69" y="22"/>
                    </a:cubicBezTo>
                    <a:cubicBezTo>
                      <a:pt x="70" y="21"/>
                      <a:pt x="70" y="21"/>
                      <a:pt x="70" y="21"/>
                    </a:cubicBezTo>
                    <a:cubicBezTo>
                      <a:pt x="69" y="22"/>
                      <a:pt x="71" y="19"/>
                      <a:pt x="71" y="19"/>
                    </a:cubicBezTo>
                    <a:cubicBezTo>
                      <a:pt x="70" y="21"/>
                      <a:pt x="70" y="21"/>
                      <a:pt x="70" y="21"/>
                    </a:cubicBezTo>
                    <a:cubicBezTo>
                      <a:pt x="71" y="19"/>
                      <a:pt x="71" y="19"/>
                      <a:pt x="71" y="19"/>
                    </a:cubicBezTo>
                    <a:cubicBezTo>
                      <a:pt x="70" y="20"/>
                      <a:pt x="70" y="20"/>
                      <a:pt x="70" y="20"/>
                    </a:cubicBezTo>
                    <a:cubicBezTo>
                      <a:pt x="70" y="19"/>
                      <a:pt x="70" y="19"/>
                      <a:pt x="70" y="19"/>
                    </a:cubicBezTo>
                    <a:cubicBezTo>
                      <a:pt x="70" y="20"/>
                      <a:pt x="68" y="22"/>
                      <a:pt x="69" y="20"/>
                    </a:cubicBezTo>
                    <a:cubicBezTo>
                      <a:pt x="68" y="22"/>
                      <a:pt x="69" y="20"/>
                      <a:pt x="69" y="21"/>
                    </a:cubicBezTo>
                    <a:cubicBezTo>
                      <a:pt x="68" y="23"/>
                      <a:pt x="68" y="22"/>
                      <a:pt x="67" y="22"/>
                    </a:cubicBezTo>
                    <a:cubicBezTo>
                      <a:pt x="69" y="20"/>
                      <a:pt x="67" y="22"/>
                      <a:pt x="67" y="22"/>
                    </a:cubicBezTo>
                    <a:cubicBezTo>
                      <a:pt x="68" y="20"/>
                      <a:pt x="68" y="20"/>
                      <a:pt x="68" y="20"/>
                    </a:cubicBezTo>
                    <a:cubicBezTo>
                      <a:pt x="67" y="22"/>
                      <a:pt x="67" y="22"/>
                      <a:pt x="67" y="22"/>
                    </a:cubicBezTo>
                    <a:cubicBezTo>
                      <a:pt x="69" y="19"/>
                      <a:pt x="66" y="22"/>
                      <a:pt x="67" y="21"/>
                    </a:cubicBezTo>
                    <a:cubicBezTo>
                      <a:pt x="67" y="20"/>
                      <a:pt x="68" y="19"/>
                      <a:pt x="68" y="18"/>
                    </a:cubicBezTo>
                    <a:cubicBezTo>
                      <a:pt x="67" y="21"/>
                      <a:pt x="66" y="21"/>
                      <a:pt x="65" y="23"/>
                    </a:cubicBezTo>
                    <a:cubicBezTo>
                      <a:pt x="66" y="22"/>
                      <a:pt x="67" y="20"/>
                      <a:pt x="68" y="18"/>
                    </a:cubicBezTo>
                    <a:cubicBezTo>
                      <a:pt x="67" y="20"/>
                      <a:pt x="69" y="17"/>
                      <a:pt x="67" y="19"/>
                    </a:cubicBezTo>
                    <a:cubicBezTo>
                      <a:pt x="67" y="20"/>
                      <a:pt x="66" y="20"/>
                      <a:pt x="65" y="21"/>
                    </a:cubicBezTo>
                    <a:cubicBezTo>
                      <a:pt x="65" y="21"/>
                      <a:pt x="66" y="20"/>
                      <a:pt x="66" y="19"/>
                    </a:cubicBezTo>
                    <a:cubicBezTo>
                      <a:pt x="66" y="20"/>
                      <a:pt x="65" y="21"/>
                      <a:pt x="65" y="22"/>
                    </a:cubicBezTo>
                    <a:cubicBezTo>
                      <a:pt x="65" y="21"/>
                      <a:pt x="63" y="23"/>
                      <a:pt x="64" y="22"/>
                    </a:cubicBezTo>
                    <a:cubicBezTo>
                      <a:pt x="65" y="21"/>
                      <a:pt x="65" y="22"/>
                      <a:pt x="65" y="20"/>
                    </a:cubicBezTo>
                    <a:cubicBezTo>
                      <a:pt x="65" y="20"/>
                      <a:pt x="63" y="24"/>
                      <a:pt x="62" y="24"/>
                    </a:cubicBezTo>
                    <a:cubicBezTo>
                      <a:pt x="62" y="25"/>
                      <a:pt x="60" y="27"/>
                      <a:pt x="60" y="28"/>
                    </a:cubicBezTo>
                    <a:cubicBezTo>
                      <a:pt x="60" y="27"/>
                      <a:pt x="60" y="27"/>
                      <a:pt x="61" y="25"/>
                    </a:cubicBezTo>
                    <a:cubicBezTo>
                      <a:pt x="61" y="26"/>
                      <a:pt x="61" y="26"/>
                      <a:pt x="61" y="26"/>
                    </a:cubicBezTo>
                    <a:cubicBezTo>
                      <a:pt x="62" y="23"/>
                      <a:pt x="64" y="22"/>
                      <a:pt x="65" y="20"/>
                    </a:cubicBezTo>
                    <a:cubicBezTo>
                      <a:pt x="64" y="20"/>
                      <a:pt x="64" y="20"/>
                      <a:pt x="64" y="20"/>
                    </a:cubicBezTo>
                    <a:cubicBezTo>
                      <a:pt x="66" y="18"/>
                      <a:pt x="66" y="18"/>
                      <a:pt x="66" y="18"/>
                    </a:cubicBezTo>
                    <a:cubicBezTo>
                      <a:pt x="65" y="19"/>
                      <a:pt x="65" y="18"/>
                      <a:pt x="65" y="18"/>
                    </a:cubicBezTo>
                    <a:cubicBezTo>
                      <a:pt x="64" y="20"/>
                      <a:pt x="65" y="18"/>
                      <a:pt x="65" y="19"/>
                    </a:cubicBezTo>
                    <a:cubicBezTo>
                      <a:pt x="64" y="19"/>
                      <a:pt x="63" y="22"/>
                      <a:pt x="63" y="21"/>
                    </a:cubicBezTo>
                    <a:cubicBezTo>
                      <a:pt x="65" y="18"/>
                      <a:pt x="65" y="18"/>
                      <a:pt x="65" y="18"/>
                    </a:cubicBezTo>
                    <a:cubicBezTo>
                      <a:pt x="65" y="17"/>
                      <a:pt x="64" y="20"/>
                      <a:pt x="64" y="19"/>
                    </a:cubicBezTo>
                    <a:cubicBezTo>
                      <a:pt x="65" y="18"/>
                      <a:pt x="65" y="18"/>
                      <a:pt x="65" y="18"/>
                    </a:cubicBezTo>
                    <a:cubicBezTo>
                      <a:pt x="64" y="17"/>
                      <a:pt x="63" y="17"/>
                      <a:pt x="60" y="20"/>
                    </a:cubicBezTo>
                    <a:cubicBezTo>
                      <a:pt x="61" y="19"/>
                      <a:pt x="61" y="18"/>
                      <a:pt x="61" y="17"/>
                    </a:cubicBezTo>
                    <a:cubicBezTo>
                      <a:pt x="61" y="18"/>
                      <a:pt x="60" y="19"/>
                      <a:pt x="60" y="19"/>
                    </a:cubicBezTo>
                    <a:cubicBezTo>
                      <a:pt x="61" y="17"/>
                      <a:pt x="61" y="17"/>
                      <a:pt x="61" y="17"/>
                    </a:cubicBezTo>
                    <a:cubicBezTo>
                      <a:pt x="61" y="16"/>
                      <a:pt x="60" y="17"/>
                      <a:pt x="59" y="18"/>
                    </a:cubicBezTo>
                    <a:cubicBezTo>
                      <a:pt x="60" y="17"/>
                      <a:pt x="60" y="17"/>
                      <a:pt x="60" y="17"/>
                    </a:cubicBezTo>
                    <a:cubicBezTo>
                      <a:pt x="61" y="16"/>
                      <a:pt x="59" y="18"/>
                      <a:pt x="59" y="18"/>
                    </a:cubicBezTo>
                    <a:cubicBezTo>
                      <a:pt x="60" y="17"/>
                      <a:pt x="60" y="17"/>
                      <a:pt x="60" y="17"/>
                    </a:cubicBezTo>
                    <a:cubicBezTo>
                      <a:pt x="59" y="18"/>
                      <a:pt x="59" y="18"/>
                      <a:pt x="59" y="18"/>
                    </a:cubicBezTo>
                    <a:cubicBezTo>
                      <a:pt x="58" y="19"/>
                      <a:pt x="58" y="18"/>
                      <a:pt x="60" y="16"/>
                    </a:cubicBezTo>
                    <a:cubicBezTo>
                      <a:pt x="59" y="18"/>
                      <a:pt x="59" y="18"/>
                      <a:pt x="59" y="18"/>
                    </a:cubicBezTo>
                    <a:cubicBezTo>
                      <a:pt x="59" y="16"/>
                      <a:pt x="59" y="16"/>
                      <a:pt x="58" y="17"/>
                    </a:cubicBezTo>
                    <a:cubicBezTo>
                      <a:pt x="58" y="17"/>
                      <a:pt x="58" y="18"/>
                      <a:pt x="57" y="19"/>
                    </a:cubicBezTo>
                    <a:cubicBezTo>
                      <a:pt x="56" y="21"/>
                      <a:pt x="57" y="19"/>
                      <a:pt x="56" y="20"/>
                    </a:cubicBezTo>
                    <a:cubicBezTo>
                      <a:pt x="57" y="18"/>
                      <a:pt x="57" y="18"/>
                      <a:pt x="57" y="18"/>
                    </a:cubicBezTo>
                    <a:cubicBezTo>
                      <a:pt x="59" y="15"/>
                      <a:pt x="57" y="17"/>
                      <a:pt x="56" y="16"/>
                    </a:cubicBezTo>
                    <a:cubicBezTo>
                      <a:pt x="56" y="17"/>
                      <a:pt x="56" y="17"/>
                      <a:pt x="56" y="17"/>
                    </a:cubicBezTo>
                    <a:cubicBezTo>
                      <a:pt x="57" y="15"/>
                      <a:pt x="55" y="17"/>
                      <a:pt x="55" y="15"/>
                    </a:cubicBezTo>
                    <a:cubicBezTo>
                      <a:pt x="55" y="16"/>
                      <a:pt x="53" y="19"/>
                      <a:pt x="53" y="19"/>
                    </a:cubicBezTo>
                    <a:cubicBezTo>
                      <a:pt x="52" y="20"/>
                      <a:pt x="54" y="16"/>
                      <a:pt x="55" y="15"/>
                    </a:cubicBezTo>
                    <a:cubicBezTo>
                      <a:pt x="54" y="16"/>
                      <a:pt x="54" y="16"/>
                      <a:pt x="54" y="16"/>
                    </a:cubicBezTo>
                    <a:cubicBezTo>
                      <a:pt x="54" y="16"/>
                      <a:pt x="54" y="16"/>
                      <a:pt x="54" y="16"/>
                    </a:cubicBezTo>
                    <a:cubicBezTo>
                      <a:pt x="53" y="16"/>
                      <a:pt x="53" y="17"/>
                      <a:pt x="53" y="16"/>
                    </a:cubicBezTo>
                    <a:cubicBezTo>
                      <a:pt x="53" y="16"/>
                      <a:pt x="53" y="16"/>
                      <a:pt x="53" y="16"/>
                    </a:cubicBezTo>
                    <a:cubicBezTo>
                      <a:pt x="53" y="16"/>
                      <a:pt x="54" y="14"/>
                      <a:pt x="53" y="15"/>
                    </a:cubicBezTo>
                    <a:cubicBezTo>
                      <a:pt x="52" y="16"/>
                      <a:pt x="53" y="15"/>
                      <a:pt x="52" y="16"/>
                    </a:cubicBezTo>
                    <a:cubicBezTo>
                      <a:pt x="52" y="16"/>
                      <a:pt x="52" y="16"/>
                      <a:pt x="52" y="16"/>
                    </a:cubicBezTo>
                    <a:cubicBezTo>
                      <a:pt x="51" y="17"/>
                      <a:pt x="51" y="17"/>
                      <a:pt x="51" y="17"/>
                    </a:cubicBezTo>
                    <a:cubicBezTo>
                      <a:pt x="52" y="16"/>
                      <a:pt x="52" y="16"/>
                      <a:pt x="52" y="16"/>
                    </a:cubicBezTo>
                    <a:cubicBezTo>
                      <a:pt x="53" y="15"/>
                      <a:pt x="53" y="15"/>
                      <a:pt x="53" y="15"/>
                    </a:cubicBezTo>
                    <a:cubicBezTo>
                      <a:pt x="53" y="14"/>
                      <a:pt x="52" y="16"/>
                      <a:pt x="51" y="17"/>
                    </a:cubicBezTo>
                    <a:cubicBezTo>
                      <a:pt x="51" y="18"/>
                      <a:pt x="51" y="16"/>
                      <a:pt x="51" y="16"/>
                    </a:cubicBezTo>
                    <a:cubicBezTo>
                      <a:pt x="52" y="15"/>
                      <a:pt x="51" y="16"/>
                      <a:pt x="52" y="16"/>
                    </a:cubicBezTo>
                    <a:cubicBezTo>
                      <a:pt x="52" y="15"/>
                      <a:pt x="52" y="15"/>
                      <a:pt x="52" y="14"/>
                    </a:cubicBezTo>
                    <a:cubicBezTo>
                      <a:pt x="52" y="14"/>
                      <a:pt x="51" y="16"/>
                      <a:pt x="51" y="16"/>
                    </a:cubicBezTo>
                    <a:cubicBezTo>
                      <a:pt x="51" y="15"/>
                      <a:pt x="51" y="16"/>
                      <a:pt x="52" y="14"/>
                    </a:cubicBezTo>
                    <a:cubicBezTo>
                      <a:pt x="51" y="15"/>
                      <a:pt x="51" y="15"/>
                      <a:pt x="51" y="15"/>
                    </a:cubicBezTo>
                    <a:cubicBezTo>
                      <a:pt x="51" y="16"/>
                      <a:pt x="51" y="16"/>
                      <a:pt x="50" y="17"/>
                    </a:cubicBezTo>
                    <a:cubicBezTo>
                      <a:pt x="50" y="17"/>
                      <a:pt x="49" y="18"/>
                      <a:pt x="50" y="17"/>
                    </a:cubicBezTo>
                    <a:cubicBezTo>
                      <a:pt x="50" y="17"/>
                      <a:pt x="50" y="17"/>
                      <a:pt x="50" y="17"/>
                    </a:cubicBezTo>
                    <a:cubicBezTo>
                      <a:pt x="50" y="17"/>
                      <a:pt x="50" y="16"/>
                      <a:pt x="49" y="18"/>
                    </a:cubicBezTo>
                    <a:cubicBezTo>
                      <a:pt x="50" y="16"/>
                      <a:pt x="50" y="16"/>
                      <a:pt x="50" y="16"/>
                    </a:cubicBezTo>
                    <a:cubicBezTo>
                      <a:pt x="49" y="17"/>
                      <a:pt x="49" y="17"/>
                      <a:pt x="49" y="17"/>
                    </a:cubicBezTo>
                    <a:cubicBezTo>
                      <a:pt x="50" y="15"/>
                      <a:pt x="51" y="14"/>
                      <a:pt x="51" y="13"/>
                    </a:cubicBezTo>
                    <a:cubicBezTo>
                      <a:pt x="50" y="15"/>
                      <a:pt x="50" y="15"/>
                      <a:pt x="50" y="15"/>
                    </a:cubicBezTo>
                    <a:cubicBezTo>
                      <a:pt x="49" y="15"/>
                      <a:pt x="50" y="14"/>
                      <a:pt x="50" y="14"/>
                    </a:cubicBezTo>
                    <a:cubicBezTo>
                      <a:pt x="50" y="12"/>
                      <a:pt x="47" y="18"/>
                      <a:pt x="48" y="16"/>
                    </a:cubicBezTo>
                    <a:cubicBezTo>
                      <a:pt x="49" y="14"/>
                      <a:pt x="49" y="14"/>
                      <a:pt x="49" y="13"/>
                    </a:cubicBezTo>
                    <a:cubicBezTo>
                      <a:pt x="49" y="14"/>
                      <a:pt x="48" y="14"/>
                      <a:pt x="48" y="14"/>
                    </a:cubicBezTo>
                    <a:cubicBezTo>
                      <a:pt x="48" y="15"/>
                      <a:pt x="49" y="13"/>
                      <a:pt x="49" y="14"/>
                    </a:cubicBezTo>
                    <a:cubicBezTo>
                      <a:pt x="48" y="16"/>
                      <a:pt x="48" y="15"/>
                      <a:pt x="48" y="15"/>
                    </a:cubicBezTo>
                    <a:cubicBezTo>
                      <a:pt x="50" y="11"/>
                      <a:pt x="47" y="14"/>
                      <a:pt x="48" y="12"/>
                    </a:cubicBezTo>
                    <a:cubicBezTo>
                      <a:pt x="47" y="14"/>
                      <a:pt x="47" y="12"/>
                      <a:pt x="47" y="13"/>
                    </a:cubicBezTo>
                    <a:cubicBezTo>
                      <a:pt x="48" y="11"/>
                      <a:pt x="46" y="13"/>
                      <a:pt x="47" y="12"/>
                    </a:cubicBezTo>
                    <a:cubicBezTo>
                      <a:pt x="46" y="14"/>
                      <a:pt x="46" y="14"/>
                      <a:pt x="46" y="14"/>
                    </a:cubicBezTo>
                    <a:cubicBezTo>
                      <a:pt x="46" y="13"/>
                      <a:pt x="44" y="18"/>
                      <a:pt x="45" y="15"/>
                    </a:cubicBezTo>
                    <a:cubicBezTo>
                      <a:pt x="45" y="14"/>
                      <a:pt x="46" y="13"/>
                      <a:pt x="46" y="13"/>
                    </a:cubicBezTo>
                    <a:cubicBezTo>
                      <a:pt x="47" y="10"/>
                      <a:pt x="44" y="14"/>
                      <a:pt x="46" y="12"/>
                    </a:cubicBezTo>
                    <a:cubicBezTo>
                      <a:pt x="45" y="12"/>
                      <a:pt x="44" y="14"/>
                      <a:pt x="44" y="15"/>
                    </a:cubicBezTo>
                    <a:cubicBezTo>
                      <a:pt x="44" y="14"/>
                      <a:pt x="44" y="12"/>
                      <a:pt x="45" y="12"/>
                    </a:cubicBezTo>
                    <a:cubicBezTo>
                      <a:pt x="44" y="12"/>
                      <a:pt x="44" y="13"/>
                      <a:pt x="44" y="12"/>
                    </a:cubicBezTo>
                    <a:cubicBezTo>
                      <a:pt x="44" y="11"/>
                      <a:pt x="45" y="11"/>
                      <a:pt x="45" y="11"/>
                    </a:cubicBezTo>
                    <a:cubicBezTo>
                      <a:pt x="45" y="10"/>
                      <a:pt x="44" y="11"/>
                      <a:pt x="44" y="12"/>
                    </a:cubicBezTo>
                    <a:cubicBezTo>
                      <a:pt x="44" y="10"/>
                      <a:pt x="43" y="11"/>
                      <a:pt x="44" y="10"/>
                    </a:cubicBezTo>
                    <a:cubicBezTo>
                      <a:pt x="42" y="12"/>
                      <a:pt x="44" y="9"/>
                      <a:pt x="42" y="12"/>
                    </a:cubicBezTo>
                    <a:cubicBezTo>
                      <a:pt x="43" y="11"/>
                      <a:pt x="43" y="11"/>
                      <a:pt x="43" y="11"/>
                    </a:cubicBezTo>
                    <a:cubicBezTo>
                      <a:pt x="42" y="12"/>
                      <a:pt x="41" y="13"/>
                      <a:pt x="41" y="13"/>
                    </a:cubicBezTo>
                    <a:cubicBezTo>
                      <a:pt x="42" y="12"/>
                      <a:pt x="42" y="12"/>
                      <a:pt x="42" y="12"/>
                    </a:cubicBezTo>
                    <a:cubicBezTo>
                      <a:pt x="43" y="9"/>
                      <a:pt x="42" y="11"/>
                      <a:pt x="42" y="10"/>
                    </a:cubicBezTo>
                    <a:cubicBezTo>
                      <a:pt x="42" y="11"/>
                      <a:pt x="42" y="10"/>
                      <a:pt x="42" y="11"/>
                    </a:cubicBezTo>
                    <a:cubicBezTo>
                      <a:pt x="41" y="12"/>
                      <a:pt x="41" y="12"/>
                      <a:pt x="41" y="12"/>
                    </a:cubicBezTo>
                    <a:cubicBezTo>
                      <a:pt x="40" y="13"/>
                      <a:pt x="40" y="13"/>
                      <a:pt x="40" y="13"/>
                    </a:cubicBezTo>
                    <a:cubicBezTo>
                      <a:pt x="40" y="13"/>
                      <a:pt x="41" y="11"/>
                      <a:pt x="41" y="11"/>
                    </a:cubicBezTo>
                    <a:cubicBezTo>
                      <a:pt x="41" y="10"/>
                      <a:pt x="41" y="10"/>
                      <a:pt x="41" y="11"/>
                    </a:cubicBezTo>
                    <a:cubicBezTo>
                      <a:pt x="41" y="11"/>
                      <a:pt x="41" y="11"/>
                      <a:pt x="41" y="11"/>
                    </a:cubicBezTo>
                    <a:cubicBezTo>
                      <a:pt x="41" y="11"/>
                      <a:pt x="41" y="11"/>
                      <a:pt x="41" y="11"/>
                    </a:cubicBezTo>
                    <a:cubicBezTo>
                      <a:pt x="41" y="11"/>
                      <a:pt x="40" y="11"/>
                      <a:pt x="40" y="11"/>
                    </a:cubicBezTo>
                    <a:cubicBezTo>
                      <a:pt x="40" y="11"/>
                      <a:pt x="40" y="11"/>
                      <a:pt x="40" y="11"/>
                    </a:cubicBezTo>
                    <a:cubicBezTo>
                      <a:pt x="41" y="11"/>
                      <a:pt x="41" y="11"/>
                      <a:pt x="41" y="11"/>
                    </a:cubicBezTo>
                    <a:cubicBezTo>
                      <a:pt x="41" y="10"/>
                      <a:pt x="41" y="10"/>
                      <a:pt x="41" y="10"/>
                    </a:cubicBezTo>
                    <a:cubicBezTo>
                      <a:pt x="41" y="10"/>
                      <a:pt x="41" y="10"/>
                      <a:pt x="41" y="10"/>
                    </a:cubicBezTo>
                    <a:cubicBezTo>
                      <a:pt x="41" y="10"/>
                      <a:pt x="41" y="10"/>
                      <a:pt x="41" y="10"/>
                    </a:cubicBezTo>
                    <a:cubicBezTo>
                      <a:pt x="41" y="8"/>
                      <a:pt x="41" y="8"/>
                      <a:pt x="41" y="8"/>
                    </a:cubicBezTo>
                    <a:cubicBezTo>
                      <a:pt x="41" y="8"/>
                      <a:pt x="40" y="10"/>
                      <a:pt x="40" y="11"/>
                    </a:cubicBezTo>
                    <a:cubicBezTo>
                      <a:pt x="40" y="9"/>
                      <a:pt x="39" y="10"/>
                      <a:pt x="38" y="11"/>
                    </a:cubicBezTo>
                    <a:cubicBezTo>
                      <a:pt x="38" y="11"/>
                      <a:pt x="39" y="10"/>
                      <a:pt x="39" y="10"/>
                    </a:cubicBezTo>
                    <a:cubicBezTo>
                      <a:pt x="38" y="10"/>
                      <a:pt x="38" y="12"/>
                      <a:pt x="38" y="11"/>
                    </a:cubicBezTo>
                    <a:cubicBezTo>
                      <a:pt x="38" y="11"/>
                      <a:pt x="38" y="10"/>
                      <a:pt x="38" y="9"/>
                    </a:cubicBezTo>
                    <a:cubicBezTo>
                      <a:pt x="38" y="9"/>
                      <a:pt x="38" y="11"/>
                      <a:pt x="38" y="11"/>
                    </a:cubicBezTo>
                    <a:cubicBezTo>
                      <a:pt x="38" y="8"/>
                      <a:pt x="36" y="12"/>
                      <a:pt x="37" y="10"/>
                    </a:cubicBezTo>
                    <a:cubicBezTo>
                      <a:pt x="36" y="10"/>
                      <a:pt x="37" y="9"/>
                      <a:pt x="37" y="9"/>
                    </a:cubicBezTo>
                    <a:cubicBezTo>
                      <a:pt x="37" y="9"/>
                      <a:pt x="36" y="10"/>
                      <a:pt x="35" y="11"/>
                    </a:cubicBezTo>
                    <a:cubicBezTo>
                      <a:pt x="36" y="10"/>
                      <a:pt x="36" y="10"/>
                      <a:pt x="36" y="10"/>
                    </a:cubicBezTo>
                    <a:cubicBezTo>
                      <a:pt x="36" y="10"/>
                      <a:pt x="35" y="10"/>
                      <a:pt x="35" y="11"/>
                    </a:cubicBezTo>
                    <a:cubicBezTo>
                      <a:pt x="34" y="12"/>
                      <a:pt x="34" y="13"/>
                      <a:pt x="34" y="13"/>
                    </a:cubicBezTo>
                    <a:cubicBezTo>
                      <a:pt x="34" y="13"/>
                      <a:pt x="34" y="13"/>
                      <a:pt x="34" y="13"/>
                    </a:cubicBezTo>
                    <a:cubicBezTo>
                      <a:pt x="33" y="12"/>
                      <a:pt x="33" y="13"/>
                      <a:pt x="33" y="13"/>
                    </a:cubicBezTo>
                    <a:cubicBezTo>
                      <a:pt x="33" y="12"/>
                      <a:pt x="33" y="13"/>
                      <a:pt x="34" y="12"/>
                    </a:cubicBezTo>
                    <a:cubicBezTo>
                      <a:pt x="35" y="10"/>
                      <a:pt x="34" y="10"/>
                      <a:pt x="34" y="10"/>
                    </a:cubicBezTo>
                    <a:cubicBezTo>
                      <a:pt x="33" y="11"/>
                      <a:pt x="33" y="11"/>
                      <a:pt x="33" y="11"/>
                    </a:cubicBezTo>
                    <a:cubicBezTo>
                      <a:pt x="33" y="12"/>
                      <a:pt x="34" y="10"/>
                      <a:pt x="33" y="10"/>
                    </a:cubicBezTo>
                    <a:cubicBezTo>
                      <a:pt x="31" y="14"/>
                      <a:pt x="31" y="14"/>
                      <a:pt x="31" y="14"/>
                    </a:cubicBezTo>
                    <a:cubicBezTo>
                      <a:pt x="31" y="14"/>
                      <a:pt x="32" y="12"/>
                      <a:pt x="32" y="11"/>
                    </a:cubicBezTo>
                    <a:cubicBezTo>
                      <a:pt x="32" y="12"/>
                      <a:pt x="30" y="14"/>
                      <a:pt x="29" y="15"/>
                    </a:cubicBezTo>
                    <a:cubicBezTo>
                      <a:pt x="30" y="15"/>
                      <a:pt x="29" y="16"/>
                      <a:pt x="29" y="16"/>
                    </a:cubicBezTo>
                    <a:cubicBezTo>
                      <a:pt x="29" y="15"/>
                      <a:pt x="29" y="16"/>
                      <a:pt x="29" y="15"/>
                    </a:cubicBezTo>
                    <a:cubicBezTo>
                      <a:pt x="30" y="14"/>
                      <a:pt x="30" y="14"/>
                      <a:pt x="30" y="14"/>
                    </a:cubicBezTo>
                    <a:cubicBezTo>
                      <a:pt x="30" y="13"/>
                      <a:pt x="31" y="11"/>
                      <a:pt x="31" y="10"/>
                    </a:cubicBezTo>
                    <a:cubicBezTo>
                      <a:pt x="31" y="11"/>
                      <a:pt x="31" y="10"/>
                      <a:pt x="30" y="10"/>
                    </a:cubicBezTo>
                    <a:cubicBezTo>
                      <a:pt x="29" y="12"/>
                      <a:pt x="29" y="11"/>
                      <a:pt x="28" y="13"/>
                    </a:cubicBezTo>
                    <a:cubicBezTo>
                      <a:pt x="28" y="13"/>
                      <a:pt x="29" y="11"/>
                      <a:pt x="29" y="11"/>
                    </a:cubicBezTo>
                    <a:cubicBezTo>
                      <a:pt x="28" y="11"/>
                      <a:pt x="28" y="10"/>
                      <a:pt x="28" y="11"/>
                    </a:cubicBezTo>
                    <a:cubicBezTo>
                      <a:pt x="28" y="10"/>
                      <a:pt x="28" y="10"/>
                      <a:pt x="28" y="10"/>
                    </a:cubicBezTo>
                    <a:cubicBezTo>
                      <a:pt x="28" y="11"/>
                      <a:pt x="27" y="10"/>
                      <a:pt x="26" y="12"/>
                    </a:cubicBezTo>
                    <a:cubicBezTo>
                      <a:pt x="27" y="11"/>
                      <a:pt x="27" y="11"/>
                      <a:pt x="27" y="11"/>
                    </a:cubicBezTo>
                    <a:cubicBezTo>
                      <a:pt x="27" y="10"/>
                      <a:pt x="25" y="14"/>
                      <a:pt x="26" y="12"/>
                    </a:cubicBezTo>
                    <a:cubicBezTo>
                      <a:pt x="26" y="11"/>
                      <a:pt x="26" y="11"/>
                      <a:pt x="26" y="11"/>
                    </a:cubicBezTo>
                    <a:cubicBezTo>
                      <a:pt x="26" y="12"/>
                      <a:pt x="26" y="10"/>
                      <a:pt x="25" y="11"/>
                    </a:cubicBezTo>
                    <a:cubicBezTo>
                      <a:pt x="26" y="10"/>
                      <a:pt x="26" y="10"/>
                      <a:pt x="26" y="10"/>
                    </a:cubicBezTo>
                    <a:cubicBezTo>
                      <a:pt x="26" y="11"/>
                      <a:pt x="25" y="10"/>
                      <a:pt x="24" y="12"/>
                    </a:cubicBezTo>
                    <a:cubicBezTo>
                      <a:pt x="25" y="10"/>
                      <a:pt x="25" y="10"/>
                      <a:pt x="25" y="10"/>
                    </a:cubicBezTo>
                    <a:cubicBezTo>
                      <a:pt x="26" y="9"/>
                      <a:pt x="24" y="12"/>
                      <a:pt x="24" y="11"/>
                    </a:cubicBezTo>
                    <a:cubicBezTo>
                      <a:pt x="24" y="11"/>
                      <a:pt x="25" y="10"/>
                      <a:pt x="25" y="10"/>
                    </a:cubicBezTo>
                    <a:cubicBezTo>
                      <a:pt x="24" y="11"/>
                      <a:pt x="24" y="11"/>
                      <a:pt x="24" y="11"/>
                    </a:cubicBezTo>
                    <a:cubicBezTo>
                      <a:pt x="24" y="9"/>
                      <a:pt x="24" y="9"/>
                      <a:pt x="24" y="9"/>
                    </a:cubicBezTo>
                    <a:cubicBezTo>
                      <a:pt x="23" y="8"/>
                      <a:pt x="22" y="8"/>
                      <a:pt x="20" y="9"/>
                    </a:cubicBezTo>
                    <a:cubicBezTo>
                      <a:pt x="21" y="7"/>
                      <a:pt x="21" y="8"/>
                      <a:pt x="22" y="6"/>
                    </a:cubicBezTo>
                    <a:cubicBezTo>
                      <a:pt x="21" y="8"/>
                      <a:pt x="21" y="7"/>
                      <a:pt x="21" y="7"/>
                    </a:cubicBezTo>
                    <a:cubicBezTo>
                      <a:pt x="21" y="7"/>
                      <a:pt x="21" y="7"/>
                      <a:pt x="21" y="7"/>
                    </a:cubicBezTo>
                    <a:cubicBezTo>
                      <a:pt x="20" y="7"/>
                      <a:pt x="21" y="6"/>
                      <a:pt x="20" y="6"/>
                    </a:cubicBezTo>
                    <a:cubicBezTo>
                      <a:pt x="20" y="7"/>
                      <a:pt x="20" y="7"/>
                      <a:pt x="20" y="7"/>
                    </a:cubicBezTo>
                    <a:cubicBezTo>
                      <a:pt x="19" y="8"/>
                      <a:pt x="21" y="4"/>
                      <a:pt x="20" y="7"/>
                    </a:cubicBezTo>
                    <a:cubicBezTo>
                      <a:pt x="20" y="5"/>
                      <a:pt x="20" y="5"/>
                      <a:pt x="20" y="5"/>
                    </a:cubicBezTo>
                    <a:cubicBezTo>
                      <a:pt x="19" y="7"/>
                      <a:pt x="20" y="4"/>
                      <a:pt x="19" y="6"/>
                    </a:cubicBezTo>
                    <a:cubicBezTo>
                      <a:pt x="19" y="6"/>
                      <a:pt x="19" y="6"/>
                      <a:pt x="19" y="6"/>
                    </a:cubicBezTo>
                    <a:cubicBezTo>
                      <a:pt x="20" y="5"/>
                      <a:pt x="18" y="8"/>
                      <a:pt x="18" y="6"/>
                    </a:cubicBezTo>
                    <a:cubicBezTo>
                      <a:pt x="18" y="6"/>
                      <a:pt x="18" y="7"/>
                      <a:pt x="17" y="8"/>
                    </a:cubicBezTo>
                    <a:cubicBezTo>
                      <a:pt x="18" y="6"/>
                      <a:pt x="18" y="6"/>
                      <a:pt x="18" y="6"/>
                    </a:cubicBezTo>
                    <a:cubicBezTo>
                      <a:pt x="17" y="7"/>
                      <a:pt x="16" y="6"/>
                      <a:pt x="14" y="8"/>
                    </a:cubicBezTo>
                    <a:cubicBezTo>
                      <a:pt x="14" y="7"/>
                      <a:pt x="14" y="7"/>
                      <a:pt x="14" y="7"/>
                    </a:cubicBezTo>
                    <a:cubicBezTo>
                      <a:pt x="13" y="8"/>
                      <a:pt x="15" y="4"/>
                      <a:pt x="12" y="8"/>
                    </a:cubicBezTo>
                    <a:cubicBezTo>
                      <a:pt x="11" y="9"/>
                      <a:pt x="11" y="9"/>
                      <a:pt x="11" y="9"/>
                    </a:cubicBezTo>
                    <a:cubicBezTo>
                      <a:pt x="12" y="7"/>
                      <a:pt x="12" y="7"/>
                      <a:pt x="12" y="7"/>
                    </a:cubicBezTo>
                    <a:cubicBezTo>
                      <a:pt x="12" y="8"/>
                      <a:pt x="12" y="7"/>
                      <a:pt x="11" y="8"/>
                    </a:cubicBezTo>
                    <a:cubicBezTo>
                      <a:pt x="12" y="7"/>
                      <a:pt x="12" y="7"/>
                      <a:pt x="12" y="7"/>
                    </a:cubicBezTo>
                    <a:cubicBezTo>
                      <a:pt x="12" y="7"/>
                      <a:pt x="10" y="9"/>
                      <a:pt x="10" y="8"/>
                    </a:cubicBezTo>
                    <a:cubicBezTo>
                      <a:pt x="11" y="8"/>
                      <a:pt x="11" y="8"/>
                      <a:pt x="11" y="8"/>
                    </a:cubicBezTo>
                    <a:cubicBezTo>
                      <a:pt x="11" y="4"/>
                      <a:pt x="11" y="1"/>
                      <a:pt x="8" y="5"/>
                    </a:cubicBezTo>
                    <a:cubicBezTo>
                      <a:pt x="7" y="5"/>
                      <a:pt x="9" y="2"/>
                      <a:pt x="9" y="3"/>
                    </a:cubicBezTo>
                    <a:cubicBezTo>
                      <a:pt x="6" y="5"/>
                      <a:pt x="8" y="0"/>
                      <a:pt x="4" y="4"/>
                    </a:cubicBezTo>
                    <a:cubicBezTo>
                      <a:pt x="3" y="5"/>
                      <a:pt x="0" y="10"/>
                      <a:pt x="0" y="10"/>
                    </a:cubicBezTo>
                    <a:cubicBezTo>
                      <a:pt x="3" y="9"/>
                      <a:pt x="3" y="12"/>
                      <a:pt x="3" y="1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7" name="Freeform 211"/>
              <p:cNvSpPr/>
              <p:nvPr/>
            </p:nvSpPr>
            <p:spPr bwMode="auto">
              <a:xfrm>
                <a:off x="3266" y="1867"/>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0"/>
                      <a:pt x="0" y="1"/>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8" name="Freeform 212"/>
              <p:cNvSpPr/>
              <p:nvPr/>
            </p:nvSpPr>
            <p:spPr bwMode="auto">
              <a:xfrm>
                <a:off x="3266" y="1861"/>
                <a:ext cx="3" cy="4"/>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0"/>
                      <a:pt x="0" y="1"/>
                      <a:pt x="1"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9" name="Freeform 213"/>
              <p:cNvSpPr/>
              <p:nvPr/>
            </p:nvSpPr>
            <p:spPr bwMode="auto">
              <a:xfrm>
                <a:off x="3260" y="185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0" name="Freeform 214"/>
              <p:cNvSpPr/>
              <p:nvPr/>
            </p:nvSpPr>
            <p:spPr bwMode="auto">
              <a:xfrm>
                <a:off x="3260" y="1893"/>
                <a:ext cx="4" cy="6"/>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1" y="1"/>
                      <a:pt x="1"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1" name="Freeform 215"/>
              <p:cNvSpPr/>
              <p:nvPr/>
            </p:nvSpPr>
            <p:spPr bwMode="auto">
              <a:xfrm>
                <a:off x="3269" y="1870"/>
                <a:ext cx="2" cy="4"/>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0" y="1"/>
                      <a:pt x="0" y="1"/>
                    </a:cubicBezTo>
                    <a:cubicBezTo>
                      <a:pt x="0" y="1"/>
                      <a:pt x="0" y="2"/>
                      <a:pt x="0" y="2"/>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2" name="Freeform 216"/>
              <p:cNvSpPr/>
              <p:nvPr/>
            </p:nvSpPr>
            <p:spPr bwMode="auto">
              <a:xfrm>
                <a:off x="3260" y="1895"/>
                <a:ext cx="4" cy="4"/>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2" y="0"/>
                      <a:pt x="1" y="2"/>
                      <a:pt x="1" y="2"/>
                    </a:cubicBezTo>
                    <a:cubicBezTo>
                      <a:pt x="0" y="2"/>
                      <a:pt x="1"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3" name="Freeform 217"/>
              <p:cNvSpPr/>
              <p:nvPr/>
            </p:nvSpPr>
            <p:spPr bwMode="auto">
              <a:xfrm>
                <a:off x="4538" y="18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4" name="Freeform 218"/>
              <p:cNvSpPr/>
              <p:nvPr/>
            </p:nvSpPr>
            <p:spPr bwMode="auto">
              <a:xfrm>
                <a:off x="3213" y="1882"/>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5" name="Freeform 219"/>
              <p:cNvSpPr/>
              <p:nvPr/>
            </p:nvSpPr>
            <p:spPr bwMode="auto">
              <a:xfrm>
                <a:off x="3190" y="182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6" name="Freeform 220"/>
              <p:cNvSpPr/>
              <p:nvPr/>
            </p:nvSpPr>
            <p:spPr bwMode="auto">
              <a:xfrm>
                <a:off x="3271" y="187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7" name="Freeform 221"/>
              <p:cNvSpPr/>
              <p:nvPr/>
            </p:nvSpPr>
            <p:spPr bwMode="auto">
              <a:xfrm>
                <a:off x="3190" y="187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8" name="Freeform 222"/>
              <p:cNvSpPr/>
              <p:nvPr/>
            </p:nvSpPr>
            <p:spPr bwMode="auto">
              <a:xfrm>
                <a:off x="4574" y="1855"/>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9" name="Freeform 223"/>
              <p:cNvSpPr/>
              <p:nvPr/>
            </p:nvSpPr>
            <p:spPr bwMode="auto">
              <a:xfrm>
                <a:off x="3199" y="18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0" name="Freeform 224"/>
              <p:cNvSpPr/>
              <p:nvPr/>
            </p:nvSpPr>
            <p:spPr bwMode="auto">
              <a:xfrm>
                <a:off x="3271" y="1859"/>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1" name="Freeform 225"/>
              <p:cNvSpPr/>
              <p:nvPr/>
            </p:nvSpPr>
            <p:spPr bwMode="auto">
              <a:xfrm>
                <a:off x="3742" y="3006"/>
                <a:ext cx="6" cy="9"/>
              </a:xfrm>
              <a:custGeom>
                <a:avLst/>
                <a:gdLst>
                  <a:gd name="T0" fmla="*/ 3 w 3"/>
                  <a:gd name="T1" fmla="*/ 0 h 4"/>
                  <a:gd name="T2" fmla="*/ 1 w 3"/>
                  <a:gd name="T3" fmla="*/ 1 h 4"/>
                  <a:gd name="T4" fmla="*/ 1 w 3"/>
                  <a:gd name="T5" fmla="*/ 3 h 4"/>
                  <a:gd name="T6" fmla="*/ 0 w 3"/>
                  <a:gd name="T7" fmla="*/ 4 h 4"/>
                  <a:gd name="T8" fmla="*/ 2 w 3"/>
                  <a:gd name="T9" fmla="*/ 1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cubicBezTo>
                      <a:pt x="2" y="1"/>
                      <a:pt x="2" y="1"/>
                      <a:pt x="1" y="1"/>
                    </a:cubicBezTo>
                    <a:cubicBezTo>
                      <a:pt x="1" y="2"/>
                      <a:pt x="0" y="3"/>
                      <a:pt x="1" y="3"/>
                    </a:cubicBezTo>
                    <a:cubicBezTo>
                      <a:pt x="1" y="3"/>
                      <a:pt x="0" y="4"/>
                      <a:pt x="0" y="4"/>
                    </a:cubicBezTo>
                    <a:cubicBezTo>
                      <a:pt x="1" y="4"/>
                      <a:pt x="2" y="2"/>
                      <a:pt x="2" y="1"/>
                    </a:cubicBezTo>
                    <a:cubicBezTo>
                      <a:pt x="3" y="1"/>
                      <a:pt x="3"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2" name="Freeform 226"/>
              <p:cNvSpPr/>
              <p:nvPr/>
            </p:nvSpPr>
            <p:spPr bwMode="auto">
              <a:xfrm>
                <a:off x="3988" y="30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3" name="Freeform 227"/>
              <p:cNvSpPr/>
              <p:nvPr/>
            </p:nvSpPr>
            <p:spPr bwMode="auto">
              <a:xfrm>
                <a:off x="3742" y="300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4" name="Rectangle 228"/>
              <p:cNvSpPr>
                <a:spLocks noChangeArrowheads="1"/>
              </p:cNvSpPr>
              <p:nvPr/>
            </p:nvSpPr>
            <p:spPr bwMode="auto">
              <a:xfrm>
                <a:off x="3748" y="3015"/>
                <a:ext cx="4"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5" name="Freeform 229"/>
              <p:cNvSpPr/>
              <p:nvPr/>
            </p:nvSpPr>
            <p:spPr bwMode="auto">
              <a:xfrm>
                <a:off x="3744" y="2894"/>
                <a:ext cx="2" cy="10"/>
              </a:xfrm>
              <a:custGeom>
                <a:avLst/>
                <a:gdLst>
                  <a:gd name="T0" fmla="*/ 0 w 1"/>
                  <a:gd name="T1" fmla="*/ 2 h 5"/>
                  <a:gd name="T2" fmla="*/ 1 w 1"/>
                  <a:gd name="T3" fmla="*/ 3 h 5"/>
                  <a:gd name="T4" fmla="*/ 0 w 1"/>
                  <a:gd name="T5" fmla="*/ 5 h 5"/>
                  <a:gd name="T6" fmla="*/ 1 w 1"/>
                  <a:gd name="T7" fmla="*/ 1 h 5"/>
                  <a:gd name="T8" fmla="*/ 1 w 1"/>
                  <a:gd name="T9" fmla="*/ 0 h 5"/>
                  <a:gd name="T10" fmla="*/ 0 w 1"/>
                  <a:gd name="T11" fmla="*/ 2 h 5"/>
                </a:gdLst>
                <a:ahLst/>
                <a:cxnLst>
                  <a:cxn ang="0">
                    <a:pos x="T0" y="T1"/>
                  </a:cxn>
                  <a:cxn ang="0">
                    <a:pos x="T2" y="T3"/>
                  </a:cxn>
                  <a:cxn ang="0">
                    <a:pos x="T4" y="T5"/>
                  </a:cxn>
                  <a:cxn ang="0">
                    <a:pos x="T6" y="T7"/>
                  </a:cxn>
                  <a:cxn ang="0">
                    <a:pos x="T8" y="T9"/>
                  </a:cxn>
                  <a:cxn ang="0">
                    <a:pos x="T10" y="T11"/>
                  </a:cxn>
                </a:cxnLst>
                <a:rect l="0" t="0" r="r" b="b"/>
                <a:pathLst>
                  <a:path w="1" h="5">
                    <a:moveTo>
                      <a:pt x="0" y="2"/>
                    </a:moveTo>
                    <a:cubicBezTo>
                      <a:pt x="0" y="2"/>
                      <a:pt x="0" y="4"/>
                      <a:pt x="1" y="3"/>
                    </a:cubicBezTo>
                    <a:cubicBezTo>
                      <a:pt x="1" y="3"/>
                      <a:pt x="0" y="4"/>
                      <a:pt x="0" y="5"/>
                    </a:cubicBezTo>
                    <a:cubicBezTo>
                      <a:pt x="1" y="4"/>
                      <a:pt x="1" y="1"/>
                      <a:pt x="1" y="1"/>
                    </a:cubicBezTo>
                    <a:cubicBezTo>
                      <a:pt x="1" y="0"/>
                      <a:pt x="1" y="0"/>
                      <a:pt x="1" y="0"/>
                    </a:cubicBezTo>
                    <a:cubicBezTo>
                      <a:pt x="1" y="1"/>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6" name="Freeform 230"/>
              <p:cNvSpPr/>
              <p:nvPr/>
            </p:nvSpPr>
            <p:spPr bwMode="auto">
              <a:xfrm>
                <a:off x="3744" y="3004"/>
                <a:ext cx="2"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1"/>
                      <a:pt x="0" y="1"/>
                      <a:pt x="0" y="1"/>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7" name="Freeform 231"/>
              <p:cNvSpPr/>
              <p:nvPr/>
            </p:nvSpPr>
            <p:spPr bwMode="auto">
              <a:xfrm>
                <a:off x="3742" y="2892"/>
                <a:ext cx="2" cy="4"/>
              </a:xfrm>
              <a:custGeom>
                <a:avLst/>
                <a:gdLst>
                  <a:gd name="T0" fmla="*/ 1 w 1"/>
                  <a:gd name="T1" fmla="*/ 1 h 2"/>
                  <a:gd name="T2" fmla="*/ 0 w 1"/>
                  <a:gd name="T3" fmla="*/ 2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2"/>
                      <a:pt x="0" y="2"/>
                    </a:cubicBezTo>
                    <a:cubicBezTo>
                      <a:pt x="0" y="2"/>
                      <a:pt x="1" y="1"/>
                      <a:pt x="1" y="1"/>
                    </a:cubicBezTo>
                    <a:cubicBezTo>
                      <a:pt x="1" y="1"/>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8" name="Freeform 232"/>
              <p:cNvSpPr/>
              <p:nvPr/>
            </p:nvSpPr>
            <p:spPr bwMode="auto">
              <a:xfrm>
                <a:off x="3772" y="3038"/>
                <a:ext cx="4" cy="4"/>
              </a:xfrm>
              <a:custGeom>
                <a:avLst/>
                <a:gdLst>
                  <a:gd name="T0" fmla="*/ 1 w 2"/>
                  <a:gd name="T1" fmla="*/ 0 h 2"/>
                  <a:gd name="T2" fmla="*/ 2 w 2"/>
                  <a:gd name="T3" fmla="*/ 1 h 2"/>
                  <a:gd name="T4" fmla="*/ 1 w 2"/>
                  <a:gd name="T5" fmla="*/ 0 h 2"/>
                </a:gdLst>
                <a:ahLst/>
                <a:cxnLst>
                  <a:cxn ang="0">
                    <a:pos x="T0" y="T1"/>
                  </a:cxn>
                  <a:cxn ang="0">
                    <a:pos x="T2" y="T3"/>
                  </a:cxn>
                  <a:cxn ang="0">
                    <a:pos x="T4" y="T5"/>
                  </a:cxn>
                </a:cxnLst>
                <a:rect l="0" t="0" r="r" b="b"/>
                <a:pathLst>
                  <a:path w="2" h="2">
                    <a:moveTo>
                      <a:pt x="1" y="0"/>
                    </a:moveTo>
                    <a:cubicBezTo>
                      <a:pt x="0" y="2"/>
                      <a:pt x="2" y="0"/>
                      <a:pt x="2"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9" name="Freeform 233"/>
              <p:cNvSpPr/>
              <p:nvPr/>
            </p:nvSpPr>
            <p:spPr bwMode="auto">
              <a:xfrm>
                <a:off x="3895" y="308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0" name="Freeform 234"/>
              <p:cNvSpPr/>
              <p:nvPr/>
            </p:nvSpPr>
            <p:spPr bwMode="auto">
              <a:xfrm>
                <a:off x="3602"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1" name="Freeform 235"/>
              <p:cNvSpPr/>
              <p:nvPr/>
            </p:nvSpPr>
            <p:spPr bwMode="auto">
              <a:xfrm>
                <a:off x="3742" y="289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2" name="Freeform 236"/>
              <p:cNvSpPr/>
              <p:nvPr/>
            </p:nvSpPr>
            <p:spPr bwMode="auto">
              <a:xfrm>
                <a:off x="3602" y="18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3" name="Freeform 237"/>
              <p:cNvSpPr/>
              <p:nvPr/>
            </p:nvSpPr>
            <p:spPr bwMode="auto">
              <a:xfrm>
                <a:off x="3755" y="3027"/>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4" name="Oval 238"/>
              <p:cNvSpPr>
                <a:spLocks noChangeArrowheads="1"/>
              </p:cNvSpPr>
              <p:nvPr/>
            </p:nvSpPr>
            <p:spPr bwMode="auto">
              <a:xfrm>
                <a:off x="3602" y="1823"/>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5" name="Freeform 239"/>
              <p:cNvSpPr/>
              <p:nvPr/>
            </p:nvSpPr>
            <p:spPr bwMode="auto">
              <a:xfrm>
                <a:off x="3922" y="2890"/>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6" name="Freeform 240"/>
              <p:cNvSpPr/>
              <p:nvPr/>
            </p:nvSpPr>
            <p:spPr bwMode="auto">
              <a:xfrm>
                <a:off x="3975" y="28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7" name="Freeform 241"/>
              <p:cNvSpPr/>
              <p:nvPr/>
            </p:nvSpPr>
            <p:spPr bwMode="auto">
              <a:xfrm>
                <a:off x="3954" y="288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8" name="Freeform 242"/>
              <p:cNvSpPr/>
              <p:nvPr/>
            </p:nvSpPr>
            <p:spPr bwMode="auto">
              <a:xfrm>
                <a:off x="3725" y="2760"/>
                <a:ext cx="399" cy="159"/>
              </a:xfrm>
              <a:custGeom>
                <a:avLst/>
                <a:gdLst>
                  <a:gd name="T0" fmla="*/ 11 w 188"/>
                  <a:gd name="T1" fmla="*/ 59 h 75"/>
                  <a:gd name="T2" fmla="*/ 17 w 188"/>
                  <a:gd name="T3" fmla="*/ 64 h 75"/>
                  <a:gd name="T4" fmla="*/ 14 w 188"/>
                  <a:gd name="T5" fmla="*/ 70 h 75"/>
                  <a:gd name="T6" fmla="*/ 17 w 188"/>
                  <a:gd name="T7" fmla="*/ 71 h 75"/>
                  <a:gd name="T8" fmla="*/ 21 w 188"/>
                  <a:gd name="T9" fmla="*/ 69 h 75"/>
                  <a:gd name="T10" fmla="*/ 22 w 188"/>
                  <a:gd name="T11" fmla="*/ 71 h 75"/>
                  <a:gd name="T12" fmla="*/ 27 w 188"/>
                  <a:gd name="T13" fmla="*/ 67 h 75"/>
                  <a:gd name="T14" fmla="*/ 30 w 188"/>
                  <a:gd name="T15" fmla="*/ 72 h 75"/>
                  <a:gd name="T16" fmla="*/ 31 w 188"/>
                  <a:gd name="T17" fmla="*/ 74 h 75"/>
                  <a:gd name="T18" fmla="*/ 33 w 188"/>
                  <a:gd name="T19" fmla="*/ 72 h 75"/>
                  <a:gd name="T20" fmla="*/ 37 w 188"/>
                  <a:gd name="T21" fmla="*/ 74 h 75"/>
                  <a:gd name="T22" fmla="*/ 40 w 188"/>
                  <a:gd name="T23" fmla="*/ 69 h 75"/>
                  <a:gd name="T24" fmla="*/ 43 w 188"/>
                  <a:gd name="T25" fmla="*/ 64 h 75"/>
                  <a:gd name="T26" fmla="*/ 45 w 188"/>
                  <a:gd name="T27" fmla="*/ 69 h 75"/>
                  <a:gd name="T28" fmla="*/ 54 w 188"/>
                  <a:gd name="T29" fmla="*/ 69 h 75"/>
                  <a:gd name="T30" fmla="*/ 58 w 188"/>
                  <a:gd name="T31" fmla="*/ 69 h 75"/>
                  <a:gd name="T32" fmla="*/ 62 w 188"/>
                  <a:gd name="T33" fmla="*/ 68 h 75"/>
                  <a:gd name="T34" fmla="*/ 73 w 188"/>
                  <a:gd name="T35" fmla="*/ 66 h 75"/>
                  <a:gd name="T36" fmla="*/ 76 w 188"/>
                  <a:gd name="T37" fmla="*/ 65 h 75"/>
                  <a:gd name="T38" fmla="*/ 77 w 188"/>
                  <a:gd name="T39" fmla="*/ 64 h 75"/>
                  <a:gd name="T40" fmla="*/ 80 w 188"/>
                  <a:gd name="T41" fmla="*/ 62 h 75"/>
                  <a:gd name="T42" fmla="*/ 83 w 188"/>
                  <a:gd name="T43" fmla="*/ 63 h 75"/>
                  <a:gd name="T44" fmla="*/ 86 w 188"/>
                  <a:gd name="T45" fmla="*/ 61 h 75"/>
                  <a:gd name="T46" fmla="*/ 94 w 188"/>
                  <a:gd name="T47" fmla="*/ 61 h 75"/>
                  <a:gd name="T48" fmla="*/ 100 w 188"/>
                  <a:gd name="T49" fmla="*/ 59 h 75"/>
                  <a:gd name="T50" fmla="*/ 105 w 188"/>
                  <a:gd name="T51" fmla="*/ 59 h 75"/>
                  <a:gd name="T52" fmla="*/ 108 w 188"/>
                  <a:gd name="T53" fmla="*/ 57 h 75"/>
                  <a:gd name="T54" fmla="*/ 109 w 188"/>
                  <a:gd name="T55" fmla="*/ 57 h 75"/>
                  <a:gd name="T56" fmla="*/ 114 w 188"/>
                  <a:gd name="T57" fmla="*/ 54 h 75"/>
                  <a:gd name="T58" fmla="*/ 120 w 188"/>
                  <a:gd name="T59" fmla="*/ 53 h 75"/>
                  <a:gd name="T60" fmla="*/ 124 w 188"/>
                  <a:gd name="T61" fmla="*/ 50 h 75"/>
                  <a:gd name="T62" fmla="*/ 127 w 188"/>
                  <a:gd name="T63" fmla="*/ 41 h 75"/>
                  <a:gd name="T64" fmla="*/ 133 w 188"/>
                  <a:gd name="T65" fmla="*/ 44 h 75"/>
                  <a:gd name="T66" fmla="*/ 139 w 188"/>
                  <a:gd name="T67" fmla="*/ 41 h 75"/>
                  <a:gd name="T68" fmla="*/ 144 w 188"/>
                  <a:gd name="T69" fmla="*/ 39 h 75"/>
                  <a:gd name="T70" fmla="*/ 156 w 188"/>
                  <a:gd name="T71" fmla="*/ 34 h 75"/>
                  <a:gd name="T72" fmla="*/ 160 w 188"/>
                  <a:gd name="T73" fmla="*/ 33 h 75"/>
                  <a:gd name="T74" fmla="*/ 170 w 188"/>
                  <a:gd name="T75" fmla="*/ 21 h 75"/>
                  <a:gd name="T76" fmla="*/ 173 w 188"/>
                  <a:gd name="T77" fmla="*/ 18 h 75"/>
                  <a:gd name="T78" fmla="*/ 169 w 188"/>
                  <a:gd name="T79" fmla="*/ 9 h 75"/>
                  <a:gd name="T80" fmla="*/ 149 w 188"/>
                  <a:gd name="T81" fmla="*/ 20 h 75"/>
                  <a:gd name="T82" fmla="*/ 110 w 188"/>
                  <a:gd name="T83" fmla="*/ 42 h 75"/>
                  <a:gd name="T84" fmla="*/ 103 w 188"/>
                  <a:gd name="T85" fmla="*/ 39 h 75"/>
                  <a:gd name="T86" fmla="*/ 88 w 188"/>
                  <a:gd name="T87" fmla="*/ 44 h 75"/>
                  <a:gd name="T88" fmla="*/ 69 w 188"/>
                  <a:gd name="T89" fmla="*/ 48 h 75"/>
                  <a:gd name="T90" fmla="*/ 59 w 188"/>
                  <a:gd name="T91" fmla="*/ 49 h 75"/>
                  <a:gd name="T92" fmla="*/ 44 w 188"/>
                  <a:gd name="T93" fmla="*/ 52 h 75"/>
                  <a:gd name="T94" fmla="*/ 29 w 188"/>
                  <a:gd name="T95" fmla="*/ 53 h 75"/>
                  <a:gd name="T96" fmla="*/ 19 w 188"/>
                  <a:gd name="T97" fmla="*/ 53 h 75"/>
                  <a:gd name="T98" fmla="*/ 10 w 188"/>
                  <a:gd name="T99" fmla="*/ 49 h 75"/>
                  <a:gd name="T100" fmla="*/ 7 w 188"/>
                  <a:gd name="T101" fmla="*/ 47 h 75"/>
                  <a:gd name="T102" fmla="*/ 5 w 188"/>
                  <a:gd name="T103" fmla="*/ 47 h 75"/>
                  <a:gd name="T104" fmla="*/ 3 w 188"/>
                  <a:gd name="T105" fmla="*/ 5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8" h="75">
                    <a:moveTo>
                      <a:pt x="5" y="55"/>
                    </a:moveTo>
                    <a:cubicBezTo>
                      <a:pt x="5" y="55"/>
                      <a:pt x="5" y="55"/>
                      <a:pt x="5" y="55"/>
                    </a:cubicBezTo>
                    <a:cubicBezTo>
                      <a:pt x="5" y="57"/>
                      <a:pt x="5" y="54"/>
                      <a:pt x="6" y="54"/>
                    </a:cubicBezTo>
                    <a:cubicBezTo>
                      <a:pt x="6" y="55"/>
                      <a:pt x="4" y="57"/>
                      <a:pt x="4" y="58"/>
                    </a:cubicBezTo>
                    <a:cubicBezTo>
                      <a:pt x="5" y="58"/>
                      <a:pt x="7" y="58"/>
                      <a:pt x="7" y="60"/>
                    </a:cubicBezTo>
                    <a:cubicBezTo>
                      <a:pt x="8" y="60"/>
                      <a:pt x="10" y="59"/>
                      <a:pt x="11" y="59"/>
                    </a:cubicBezTo>
                    <a:cubicBezTo>
                      <a:pt x="12" y="59"/>
                      <a:pt x="10" y="61"/>
                      <a:pt x="11" y="60"/>
                    </a:cubicBezTo>
                    <a:cubicBezTo>
                      <a:pt x="11" y="61"/>
                      <a:pt x="10" y="62"/>
                      <a:pt x="10" y="63"/>
                    </a:cubicBezTo>
                    <a:cubicBezTo>
                      <a:pt x="10" y="62"/>
                      <a:pt x="11" y="64"/>
                      <a:pt x="12" y="61"/>
                    </a:cubicBezTo>
                    <a:cubicBezTo>
                      <a:pt x="12" y="62"/>
                      <a:pt x="14" y="63"/>
                      <a:pt x="15" y="63"/>
                    </a:cubicBezTo>
                    <a:cubicBezTo>
                      <a:pt x="14" y="63"/>
                      <a:pt x="14" y="64"/>
                      <a:pt x="14" y="65"/>
                    </a:cubicBezTo>
                    <a:cubicBezTo>
                      <a:pt x="15" y="64"/>
                      <a:pt x="16" y="63"/>
                      <a:pt x="17" y="64"/>
                    </a:cubicBezTo>
                    <a:cubicBezTo>
                      <a:pt x="17" y="62"/>
                      <a:pt x="17" y="62"/>
                      <a:pt x="18" y="60"/>
                    </a:cubicBezTo>
                    <a:cubicBezTo>
                      <a:pt x="18" y="60"/>
                      <a:pt x="18" y="59"/>
                      <a:pt x="18" y="60"/>
                    </a:cubicBezTo>
                    <a:cubicBezTo>
                      <a:pt x="18" y="61"/>
                      <a:pt x="17" y="64"/>
                      <a:pt x="18" y="64"/>
                    </a:cubicBezTo>
                    <a:cubicBezTo>
                      <a:pt x="17" y="67"/>
                      <a:pt x="17" y="64"/>
                      <a:pt x="16" y="67"/>
                    </a:cubicBezTo>
                    <a:cubicBezTo>
                      <a:pt x="15" y="69"/>
                      <a:pt x="14" y="68"/>
                      <a:pt x="14" y="67"/>
                    </a:cubicBezTo>
                    <a:cubicBezTo>
                      <a:pt x="12" y="69"/>
                      <a:pt x="14" y="67"/>
                      <a:pt x="14" y="70"/>
                    </a:cubicBezTo>
                    <a:cubicBezTo>
                      <a:pt x="14" y="70"/>
                      <a:pt x="15" y="68"/>
                      <a:pt x="16" y="68"/>
                    </a:cubicBezTo>
                    <a:cubicBezTo>
                      <a:pt x="17" y="67"/>
                      <a:pt x="16" y="67"/>
                      <a:pt x="17" y="66"/>
                    </a:cubicBezTo>
                    <a:cubicBezTo>
                      <a:pt x="19" y="64"/>
                      <a:pt x="18" y="68"/>
                      <a:pt x="18" y="68"/>
                    </a:cubicBezTo>
                    <a:cubicBezTo>
                      <a:pt x="17" y="69"/>
                      <a:pt x="17" y="69"/>
                      <a:pt x="17" y="69"/>
                    </a:cubicBezTo>
                    <a:cubicBezTo>
                      <a:pt x="18" y="70"/>
                      <a:pt x="18" y="68"/>
                      <a:pt x="19" y="69"/>
                    </a:cubicBezTo>
                    <a:cubicBezTo>
                      <a:pt x="19" y="72"/>
                      <a:pt x="18" y="69"/>
                      <a:pt x="17" y="71"/>
                    </a:cubicBezTo>
                    <a:cubicBezTo>
                      <a:pt x="17" y="73"/>
                      <a:pt x="17" y="73"/>
                      <a:pt x="17" y="73"/>
                    </a:cubicBezTo>
                    <a:cubicBezTo>
                      <a:pt x="18" y="74"/>
                      <a:pt x="18" y="70"/>
                      <a:pt x="19" y="72"/>
                    </a:cubicBezTo>
                    <a:cubicBezTo>
                      <a:pt x="19" y="73"/>
                      <a:pt x="19" y="73"/>
                      <a:pt x="19" y="73"/>
                    </a:cubicBezTo>
                    <a:cubicBezTo>
                      <a:pt x="20" y="72"/>
                      <a:pt x="20" y="72"/>
                      <a:pt x="20" y="72"/>
                    </a:cubicBezTo>
                    <a:cubicBezTo>
                      <a:pt x="20" y="71"/>
                      <a:pt x="20" y="69"/>
                      <a:pt x="19" y="69"/>
                    </a:cubicBezTo>
                    <a:cubicBezTo>
                      <a:pt x="20" y="66"/>
                      <a:pt x="20" y="69"/>
                      <a:pt x="21" y="69"/>
                    </a:cubicBezTo>
                    <a:cubicBezTo>
                      <a:pt x="22" y="67"/>
                      <a:pt x="21" y="69"/>
                      <a:pt x="21" y="67"/>
                    </a:cubicBezTo>
                    <a:cubicBezTo>
                      <a:pt x="21" y="65"/>
                      <a:pt x="22" y="65"/>
                      <a:pt x="22" y="65"/>
                    </a:cubicBezTo>
                    <a:cubicBezTo>
                      <a:pt x="23" y="65"/>
                      <a:pt x="22" y="67"/>
                      <a:pt x="22" y="68"/>
                    </a:cubicBezTo>
                    <a:cubicBezTo>
                      <a:pt x="22" y="69"/>
                      <a:pt x="22" y="69"/>
                      <a:pt x="22" y="68"/>
                    </a:cubicBezTo>
                    <a:cubicBezTo>
                      <a:pt x="21" y="69"/>
                      <a:pt x="22" y="71"/>
                      <a:pt x="21" y="73"/>
                    </a:cubicBezTo>
                    <a:cubicBezTo>
                      <a:pt x="21" y="74"/>
                      <a:pt x="22" y="72"/>
                      <a:pt x="22" y="71"/>
                    </a:cubicBezTo>
                    <a:cubicBezTo>
                      <a:pt x="22" y="71"/>
                      <a:pt x="23" y="69"/>
                      <a:pt x="22" y="69"/>
                    </a:cubicBezTo>
                    <a:cubicBezTo>
                      <a:pt x="25" y="64"/>
                      <a:pt x="23" y="72"/>
                      <a:pt x="24" y="72"/>
                    </a:cubicBezTo>
                    <a:cubicBezTo>
                      <a:pt x="24" y="69"/>
                      <a:pt x="26" y="68"/>
                      <a:pt x="26" y="64"/>
                    </a:cubicBezTo>
                    <a:cubicBezTo>
                      <a:pt x="26" y="64"/>
                      <a:pt x="27" y="63"/>
                      <a:pt x="27" y="63"/>
                    </a:cubicBezTo>
                    <a:cubicBezTo>
                      <a:pt x="26" y="65"/>
                      <a:pt x="27" y="65"/>
                      <a:pt x="26" y="67"/>
                    </a:cubicBezTo>
                    <a:cubicBezTo>
                      <a:pt x="27" y="67"/>
                      <a:pt x="27" y="67"/>
                      <a:pt x="27" y="67"/>
                    </a:cubicBezTo>
                    <a:cubicBezTo>
                      <a:pt x="26" y="69"/>
                      <a:pt x="26" y="69"/>
                      <a:pt x="26" y="69"/>
                    </a:cubicBezTo>
                    <a:cubicBezTo>
                      <a:pt x="26" y="71"/>
                      <a:pt x="27" y="72"/>
                      <a:pt x="27" y="73"/>
                    </a:cubicBezTo>
                    <a:cubicBezTo>
                      <a:pt x="28" y="73"/>
                      <a:pt x="27" y="71"/>
                      <a:pt x="28" y="71"/>
                    </a:cubicBezTo>
                    <a:cubicBezTo>
                      <a:pt x="27" y="72"/>
                      <a:pt x="28" y="73"/>
                      <a:pt x="28" y="73"/>
                    </a:cubicBezTo>
                    <a:cubicBezTo>
                      <a:pt x="27" y="72"/>
                      <a:pt x="28" y="70"/>
                      <a:pt x="29" y="70"/>
                    </a:cubicBezTo>
                    <a:cubicBezTo>
                      <a:pt x="29" y="70"/>
                      <a:pt x="30" y="72"/>
                      <a:pt x="30" y="72"/>
                    </a:cubicBezTo>
                    <a:cubicBezTo>
                      <a:pt x="29" y="74"/>
                      <a:pt x="29" y="74"/>
                      <a:pt x="29" y="74"/>
                    </a:cubicBezTo>
                    <a:cubicBezTo>
                      <a:pt x="29" y="72"/>
                      <a:pt x="29" y="75"/>
                      <a:pt x="29" y="74"/>
                    </a:cubicBezTo>
                    <a:cubicBezTo>
                      <a:pt x="30" y="73"/>
                      <a:pt x="30" y="71"/>
                      <a:pt x="30" y="70"/>
                    </a:cubicBezTo>
                    <a:cubicBezTo>
                      <a:pt x="31" y="69"/>
                      <a:pt x="31" y="71"/>
                      <a:pt x="31" y="70"/>
                    </a:cubicBezTo>
                    <a:cubicBezTo>
                      <a:pt x="30" y="72"/>
                      <a:pt x="30" y="72"/>
                      <a:pt x="30" y="72"/>
                    </a:cubicBezTo>
                    <a:cubicBezTo>
                      <a:pt x="31" y="71"/>
                      <a:pt x="30" y="75"/>
                      <a:pt x="31" y="74"/>
                    </a:cubicBezTo>
                    <a:cubicBezTo>
                      <a:pt x="32" y="73"/>
                      <a:pt x="32" y="73"/>
                      <a:pt x="32" y="73"/>
                    </a:cubicBezTo>
                    <a:cubicBezTo>
                      <a:pt x="32" y="74"/>
                      <a:pt x="32" y="74"/>
                      <a:pt x="32" y="74"/>
                    </a:cubicBezTo>
                    <a:cubicBezTo>
                      <a:pt x="32" y="73"/>
                      <a:pt x="32" y="73"/>
                      <a:pt x="33" y="73"/>
                    </a:cubicBezTo>
                    <a:cubicBezTo>
                      <a:pt x="33" y="74"/>
                      <a:pt x="33" y="74"/>
                      <a:pt x="33" y="74"/>
                    </a:cubicBezTo>
                    <a:cubicBezTo>
                      <a:pt x="33" y="73"/>
                      <a:pt x="34" y="71"/>
                      <a:pt x="34" y="73"/>
                    </a:cubicBezTo>
                    <a:cubicBezTo>
                      <a:pt x="34" y="70"/>
                      <a:pt x="33" y="73"/>
                      <a:pt x="33" y="72"/>
                    </a:cubicBezTo>
                    <a:cubicBezTo>
                      <a:pt x="33" y="70"/>
                      <a:pt x="34" y="70"/>
                      <a:pt x="34" y="70"/>
                    </a:cubicBezTo>
                    <a:cubicBezTo>
                      <a:pt x="34" y="72"/>
                      <a:pt x="35" y="70"/>
                      <a:pt x="35" y="70"/>
                    </a:cubicBezTo>
                    <a:cubicBezTo>
                      <a:pt x="35" y="71"/>
                      <a:pt x="35" y="72"/>
                      <a:pt x="36" y="72"/>
                    </a:cubicBezTo>
                    <a:cubicBezTo>
                      <a:pt x="36" y="70"/>
                      <a:pt x="36" y="70"/>
                      <a:pt x="36" y="70"/>
                    </a:cubicBezTo>
                    <a:cubicBezTo>
                      <a:pt x="36" y="74"/>
                      <a:pt x="37" y="70"/>
                      <a:pt x="37" y="71"/>
                    </a:cubicBezTo>
                    <a:cubicBezTo>
                      <a:pt x="37" y="72"/>
                      <a:pt x="37" y="73"/>
                      <a:pt x="37" y="74"/>
                    </a:cubicBezTo>
                    <a:cubicBezTo>
                      <a:pt x="37" y="71"/>
                      <a:pt x="38" y="70"/>
                      <a:pt x="38" y="69"/>
                    </a:cubicBezTo>
                    <a:cubicBezTo>
                      <a:pt x="39" y="70"/>
                      <a:pt x="38" y="72"/>
                      <a:pt x="38" y="74"/>
                    </a:cubicBezTo>
                    <a:cubicBezTo>
                      <a:pt x="38" y="72"/>
                      <a:pt x="39" y="75"/>
                      <a:pt x="39" y="73"/>
                    </a:cubicBezTo>
                    <a:cubicBezTo>
                      <a:pt x="39" y="72"/>
                      <a:pt x="39" y="71"/>
                      <a:pt x="39" y="70"/>
                    </a:cubicBezTo>
                    <a:cubicBezTo>
                      <a:pt x="40" y="70"/>
                      <a:pt x="39" y="71"/>
                      <a:pt x="40" y="72"/>
                    </a:cubicBezTo>
                    <a:cubicBezTo>
                      <a:pt x="40" y="72"/>
                      <a:pt x="41" y="69"/>
                      <a:pt x="40" y="69"/>
                    </a:cubicBezTo>
                    <a:cubicBezTo>
                      <a:pt x="41" y="69"/>
                      <a:pt x="41" y="67"/>
                      <a:pt x="42" y="68"/>
                    </a:cubicBezTo>
                    <a:cubicBezTo>
                      <a:pt x="42" y="70"/>
                      <a:pt x="41" y="69"/>
                      <a:pt x="41" y="70"/>
                    </a:cubicBezTo>
                    <a:cubicBezTo>
                      <a:pt x="42" y="70"/>
                      <a:pt x="41" y="66"/>
                      <a:pt x="42" y="66"/>
                    </a:cubicBezTo>
                    <a:cubicBezTo>
                      <a:pt x="42" y="65"/>
                      <a:pt x="42" y="62"/>
                      <a:pt x="43" y="61"/>
                    </a:cubicBezTo>
                    <a:cubicBezTo>
                      <a:pt x="44" y="62"/>
                      <a:pt x="42" y="62"/>
                      <a:pt x="43" y="64"/>
                    </a:cubicBezTo>
                    <a:cubicBezTo>
                      <a:pt x="43" y="64"/>
                      <a:pt x="43" y="64"/>
                      <a:pt x="43" y="64"/>
                    </a:cubicBezTo>
                    <a:cubicBezTo>
                      <a:pt x="44" y="67"/>
                      <a:pt x="42" y="68"/>
                      <a:pt x="43" y="71"/>
                    </a:cubicBezTo>
                    <a:cubicBezTo>
                      <a:pt x="43" y="70"/>
                      <a:pt x="43" y="70"/>
                      <a:pt x="43" y="70"/>
                    </a:cubicBezTo>
                    <a:cubicBezTo>
                      <a:pt x="43" y="73"/>
                      <a:pt x="43" y="73"/>
                      <a:pt x="43" y="73"/>
                    </a:cubicBezTo>
                    <a:cubicBezTo>
                      <a:pt x="43" y="71"/>
                      <a:pt x="44" y="72"/>
                      <a:pt x="44" y="72"/>
                    </a:cubicBezTo>
                    <a:cubicBezTo>
                      <a:pt x="44" y="70"/>
                      <a:pt x="44" y="72"/>
                      <a:pt x="44" y="71"/>
                    </a:cubicBezTo>
                    <a:cubicBezTo>
                      <a:pt x="44" y="71"/>
                      <a:pt x="45" y="68"/>
                      <a:pt x="45" y="69"/>
                    </a:cubicBezTo>
                    <a:cubicBezTo>
                      <a:pt x="45" y="70"/>
                      <a:pt x="46" y="71"/>
                      <a:pt x="45" y="72"/>
                    </a:cubicBezTo>
                    <a:cubicBezTo>
                      <a:pt x="46" y="73"/>
                      <a:pt x="45" y="70"/>
                      <a:pt x="46" y="71"/>
                    </a:cubicBezTo>
                    <a:cubicBezTo>
                      <a:pt x="46" y="72"/>
                      <a:pt x="46" y="72"/>
                      <a:pt x="46" y="72"/>
                    </a:cubicBezTo>
                    <a:cubicBezTo>
                      <a:pt x="48" y="72"/>
                      <a:pt x="50" y="72"/>
                      <a:pt x="52" y="68"/>
                    </a:cubicBezTo>
                    <a:cubicBezTo>
                      <a:pt x="52" y="70"/>
                      <a:pt x="53" y="70"/>
                      <a:pt x="54" y="71"/>
                    </a:cubicBezTo>
                    <a:cubicBezTo>
                      <a:pt x="53" y="70"/>
                      <a:pt x="54" y="69"/>
                      <a:pt x="54" y="69"/>
                    </a:cubicBezTo>
                    <a:cubicBezTo>
                      <a:pt x="55" y="71"/>
                      <a:pt x="55" y="71"/>
                      <a:pt x="55" y="71"/>
                    </a:cubicBezTo>
                    <a:cubicBezTo>
                      <a:pt x="56" y="72"/>
                      <a:pt x="56" y="70"/>
                      <a:pt x="57" y="69"/>
                    </a:cubicBezTo>
                    <a:cubicBezTo>
                      <a:pt x="57" y="70"/>
                      <a:pt x="57" y="70"/>
                      <a:pt x="57" y="70"/>
                    </a:cubicBezTo>
                    <a:cubicBezTo>
                      <a:pt x="58" y="71"/>
                      <a:pt x="57" y="69"/>
                      <a:pt x="58" y="69"/>
                    </a:cubicBezTo>
                    <a:cubicBezTo>
                      <a:pt x="58" y="70"/>
                      <a:pt x="58" y="70"/>
                      <a:pt x="58" y="70"/>
                    </a:cubicBezTo>
                    <a:cubicBezTo>
                      <a:pt x="58" y="69"/>
                      <a:pt x="58" y="69"/>
                      <a:pt x="58" y="69"/>
                    </a:cubicBezTo>
                    <a:cubicBezTo>
                      <a:pt x="59" y="68"/>
                      <a:pt x="59" y="68"/>
                      <a:pt x="59" y="70"/>
                    </a:cubicBezTo>
                    <a:cubicBezTo>
                      <a:pt x="60" y="70"/>
                      <a:pt x="60" y="69"/>
                      <a:pt x="59" y="69"/>
                    </a:cubicBezTo>
                    <a:cubicBezTo>
                      <a:pt x="60" y="70"/>
                      <a:pt x="61" y="70"/>
                      <a:pt x="62" y="69"/>
                    </a:cubicBezTo>
                    <a:cubicBezTo>
                      <a:pt x="62" y="68"/>
                      <a:pt x="62" y="68"/>
                      <a:pt x="62" y="66"/>
                    </a:cubicBezTo>
                    <a:cubicBezTo>
                      <a:pt x="61" y="64"/>
                      <a:pt x="62" y="67"/>
                      <a:pt x="62" y="65"/>
                    </a:cubicBezTo>
                    <a:cubicBezTo>
                      <a:pt x="62" y="66"/>
                      <a:pt x="63" y="67"/>
                      <a:pt x="62" y="68"/>
                    </a:cubicBezTo>
                    <a:cubicBezTo>
                      <a:pt x="64" y="71"/>
                      <a:pt x="65" y="68"/>
                      <a:pt x="67" y="68"/>
                    </a:cubicBezTo>
                    <a:cubicBezTo>
                      <a:pt x="67" y="67"/>
                      <a:pt x="67" y="67"/>
                      <a:pt x="67" y="67"/>
                    </a:cubicBezTo>
                    <a:cubicBezTo>
                      <a:pt x="68" y="69"/>
                      <a:pt x="69" y="67"/>
                      <a:pt x="70" y="67"/>
                    </a:cubicBezTo>
                    <a:cubicBezTo>
                      <a:pt x="70" y="66"/>
                      <a:pt x="70" y="64"/>
                      <a:pt x="71" y="64"/>
                    </a:cubicBezTo>
                    <a:cubicBezTo>
                      <a:pt x="71" y="61"/>
                      <a:pt x="71" y="66"/>
                      <a:pt x="72" y="67"/>
                    </a:cubicBezTo>
                    <a:cubicBezTo>
                      <a:pt x="72" y="66"/>
                      <a:pt x="73" y="66"/>
                      <a:pt x="73" y="66"/>
                    </a:cubicBezTo>
                    <a:cubicBezTo>
                      <a:pt x="73" y="66"/>
                      <a:pt x="73" y="66"/>
                      <a:pt x="73" y="66"/>
                    </a:cubicBezTo>
                    <a:cubicBezTo>
                      <a:pt x="73" y="65"/>
                      <a:pt x="73" y="65"/>
                      <a:pt x="74" y="65"/>
                    </a:cubicBezTo>
                    <a:cubicBezTo>
                      <a:pt x="74" y="66"/>
                      <a:pt x="74" y="66"/>
                      <a:pt x="74" y="66"/>
                    </a:cubicBezTo>
                    <a:cubicBezTo>
                      <a:pt x="74" y="66"/>
                      <a:pt x="75" y="67"/>
                      <a:pt x="75" y="67"/>
                    </a:cubicBezTo>
                    <a:cubicBezTo>
                      <a:pt x="75" y="65"/>
                      <a:pt x="76" y="66"/>
                      <a:pt x="76" y="64"/>
                    </a:cubicBezTo>
                    <a:cubicBezTo>
                      <a:pt x="76" y="65"/>
                      <a:pt x="76" y="65"/>
                      <a:pt x="76" y="65"/>
                    </a:cubicBezTo>
                    <a:cubicBezTo>
                      <a:pt x="76" y="63"/>
                      <a:pt x="76" y="63"/>
                      <a:pt x="76" y="63"/>
                    </a:cubicBezTo>
                    <a:cubicBezTo>
                      <a:pt x="77" y="64"/>
                      <a:pt x="77" y="64"/>
                      <a:pt x="77" y="64"/>
                    </a:cubicBezTo>
                    <a:cubicBezTo>
                      <a:pt x="77" y="66"/>
                      <a:pt x="77" y="66"/>
                      <a:pt x="77" y="66"/>
                    </a:cubicBezTo>
                    <a:cubicBezTo>
                      <a:pt x="78" y="67"/>
                      <a:pt x="77" y="64"/>
                      <a:pt x="77" y="63"/>
                    </a:cubicBezTo>
                    <a:cubicBezTo>
                      <a:pt x="77" y="62"/>
                      <a:pt x="78" y="64"/>
                      <a:pt x="78" y="64"/>
                    </a:cubicBezTo>
                    <a:cubicBezTo>
                      <a:pt x="78" y="65"/>
                      <a:pt x="78" y="64"/>
                      <a:pt x="77" y="64"/>
                    </a:cubicBezTo>
                    <a:cubicBezTo>
                      <a:pt x="77" y="66"/>
                      <a:pt x="78" y="65"/>
                      <a:pt x="78" y="66"/>
                    </a:cubicBezTo>
                    <a:cubicBezTo>
                      <a:pt x="78" y="66"/>
                      <a:pt x="78" y="64"/>
                      <a:pt x="78" y="64"/>
                    </a:cubicBezTo>
                    <a:cubicBezTo>
                      <a:pt x="79" y="64"/>
                      <a:pt x="79" y="64"/>
                      <a:pt x="80" y="65"/>
                    </a:cubicBezTo>
                    <a:cubicBezTo>
                      <a:pt x="80" y="64"/>
                      <a:pt x="80" y="65"/>
                      <a:pt x="80" y="64"/>
                    </a:cubicBezTo>
                    <a:cubicBezTo>
                      <a:pt x="80" y="64"/>
                      <a:pt x="79" y="63"/>
                      <a:pt x="79" y="62"/>
                    </a:cubicBezTo>
                    <a:cubicBezTo>
                      <a:pt x="79" y="62"/>
                      <a:pt x="80" y="61"/>
                      <a:pt x="80" y="62"/>
                    </a:cubicBezTo>
                    <a:cubicBezTo>
                      <a:pt x="80" y="63"/>
                      <a:pt x="80" y="63"/>
                      <a:pt x="80" y="63"/>
                    </a:cubicBezTo>
                    <a:cubicBezTo>
                      <a:pt x="80" y="62"/>
                      <a:pt x="81" y="62"/>
                      <a:pt x="80" y="61"/>
                    </a:cubicBezTo>
                    <a:cubicBezTo>
                      <a:pt x="81" y="63"/>
                      <a:pt x="81" y="63"/>
                      <a:pt x="81" y="63"/>
                    </a:cubicBezTo>
                    <a:cubicBezTo>
                      <a:pt x="81" y="62"/>
                      <a:pt x="81" y="62"/>
                      <a:pt x="82" y="61"/>
                    </a:cubicBezTo>
                    <a:cubicBezTo>
                      <a:pt x="82" y="63"/>
                      <a:pt x="82" y="65"/>
                      <a:pt x="83" y="65"/>
                    </a:cubicBezTo>
                    <a:cubicBezTo>
                      <a:pt x="83" y="63"/>
                      <a:pt x="83" y="63"/>
                      <a:pt x="83" y="63"/>
                    </a:cubicBezTo>
                    <a:cubicBezTo>
                      <a:pt x="84" y="63"/>
                      <a:pt x="84" y="64"/>
                      <a:pt x="84" y="65"/>
                    </a:cubicBezTo>
                    <a:cubicBezTo>
                      <a:pt x="85" y="65"/>
                      <a:pt x="84" y="60"/>
                      <a:pt x="85" y="61"/>
                    </a:cubicBezTo>
                    <a:cubicBezTo>
                      <a:pt x="85" y="63"/>
                      <a:pt x="86" y="63"/>
                      <a:pt x="86" y="64"/>
                    </a:cubicBezTo>
                    <a:cubicBezTo>
                      <a:pt x="86" y="63"/>
                      <a:pt x="86" y="63"/>
                      <a:pt x="86" y="62"/>
                    </a:cubicBezTo>
                    <a:cubicBezTo>
                      <a:pt x="86" y="62"/>
                      <a:pt x="86" y="64"/>
                      <a:pt x="86" y="63"/>
                    </a:cubicBezTo>
                    <a:cubicBezTo>
                      <a:pt x="85" y="61"/>
                      <a:pt x="86" y="62"/>
                      <a:pt x="86" y="61"/>
                    </a:cubicBezTo>
                    <a:cubicBezTo>
                      <a:pt x="88" y="65"/>
                      <a:pt x="89" y="62"/>
                      <a:pt x="91" y="64"/>
                    </a:cubicBezTo>
                    <a:cubicBezTo>
                      <a:pt x="90" y="61"/>
                      <a:pt x="91" y="63"/>
                      <a:pt x="91" y="62"/>
                    </a:cubicBezTo>
                    <a:cubicBezTo>
                      <a:pt x="92" y="64"/>
                      <a:pt x="92" y="61"/>
                      <a:pt x="93" y="63"/>
                    </a:cubicBezTo>
                    <a:cubicBezTo>
                      <a:pt x="92" y="60"/>
                      <a:pt x="92" y="60"/>
                      <a:pt x="92" y="60"/>
                    </a:cubicBezTo>
                    <a:cubicBezTo>
                      <a:pt x="93" y="61"/>
                      <a:pt x="92" y="56"/>
                      <a:pt x="94" y="59"/>
                    </a:cubicBezTo>
                    <a:cubicBezTo>
                      <a:pt x="94" y="60"/>
                      <a:pt x="94" y="61"/>
                      <a:pt x="94" y="61"/>
                    </a:cubicBezTo>
                    <a:cubicBezTo>
                      <a:pt x="95" y="64"/>
                      <a:pt x="95" y="59"/>
                      <a:pt x="96" y="62"/>
                    </a:cubicBezTo>
                    <a:cubicBezTo>
                      <a:pt x="96" y="61"/>
                      <a:pt x="95" y="59"/>
                      <a:pt x="96" y="58"/>
                    </a:cubicBezTo>
                    <a:cubicBezTo>
                      <a:pt x="96" y="59"/>
                      <a:pt x="98" y="60"/>
                      <a:pt x="98" y="60"/>
                    </a:cubicBezTo>
                    <a:cubicBezTo>
                      <a:pt x="98" y="60"/>
                      <a:pt x="98" y="59"/>
                      <a:pt x="98" y="60"/>
                    </a:cubicBezTo>
                    <a:cubicBezTo>
                      <a:pt x="99" y="61"/>
                      <a:pt x="98" y="61"/>
                      <a:pt x="98" y="61"/>
                    </a:cubicBezTo>
                    <a:cubicBezTo>
                      <a:pt x="99" y="62"/>
                      <a:pt x="99" y="60"/>
                      <a:pt x="100" y="59"/>
                    </a:cubicBezTo>
                    <a:cubicBezTo>
                      <a:pt x="101" y="61"/>
                      <a:pt x="101" y="60"/>
                      <a:pt x="102" y="61"/>
                    </a:cubicBezTo>
                    <a:cubicBezTo>
                      <a:pt x="102" y="58"/>
                      <a:pt x="104" y="61"/>
                      <a:pt x="103" y="58"/>
                    </a:cubicBezTo>
                    <a:cubicBezTo>
                      <a:pt x="103" y="59"/>
                      <a:pt x="103" y="59"/>
                      <a:pt x="103" y="59"/>
                    </a:cubicBezTo>
                    <a:cubicBezTo>
                      <a:pt x="104" y="58"/>
                      <a:pt x="103" y="56"/>
                      <a:pt x="104" y="56"/>
                    </a:cubicBezTo>
                    <a:cubicBezTo>
                      <a:pt x="104" y="58"/>
                      <a:pt x="104" y="58"/>
                      <a:pt x="104" y="58"/>
                    </a:cubicBezTo>
                    <a:cubicBezTo>
                      <a:pt x="105" y="61"/>
                      <a:pt x="105" y="58"/>
                      <a:pt x="105" y="59"/>
                    </a:cubicBezTo>
                    <a:cubicBezTo>
                      <a:pt x="105" y="58"/>
                      <a:pt x="106" y="59"/>
                      <a:pt x="106" y="58"/>
                    </a:cubicBezTo>
                    <a:cubicBezTo>
                      <a:pt x="106" y="57"/>
                      <a:pt x="106" y="57"/>
                      <a:pt x="106" y="57"/>
                    </a:cubicBezTo>
                    <a:cubicBezTo>
                      <a:pt x="106" y="56"/>
                      <a:pt x="106" y="56"/>
                      <a:pt x="106" y="56"/>
                    </a:cubicBezTo>
                    <a:cubicBezTo>
                      <a:pt x="107" y="55"/>
                      <a:pt x="107" y="58"/>
                      <a:pt x="107" y="58"/>
                    </a:cubicBezTo>
                    <a:cubicBezTo>
                      <a:pt x="107" y="59"/>
                      <a:pt x="108" y="58"/>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9" y="57"/>
                    </a:cubicBezTo>
                    <a:cubicBezTo>
                      <a:pt x="109" y="57"/>
                      <a:pt x="109" y="57"/>
                      <a:pt x="109" y="57"/>
                    </a:cubicBezTo>
                    <a:cubicBezTo>
                      <a:pt x="109" y="57"/>
                      <a:pt x="109" y="57"/>
                      <a:pt x="109" y="58"/>
                    </a:cubicBezTo>
                    <a:cubicBezTo>
                      <a:pt x="109" y="59"/>
                      <a:pt x="109" y="59"/>
                      <a:pt x="109" y="59"/>
                    </a:cubicBezTo>
                    <a:cubicBezTo>
                      <a:pt x="110" y="59"/>
                      <a:pt x="110" y="57"/>
                      <a:pt x="110" y="57"/>
                    </a:cubicBezTo>
                    <a:cubicBezTo>
                      <a:pt x="111" y="58"/>
                      <a:pt x="113" y="56"/>
                      <a:pt x="113" y="55"/>
                    </a:cubicBezTo>
                    <a:cubicBezTo>
                      <a:pt x="113" y="55"/>
                      <a:pt x="113" y="56"/>
                      <a:pt x="113" y="55"/>
                    </a:cubicBezTo>
                    <a:cubicBezTo>
                      <a:pt x="114" y="55"/>
                      <a:pt x="114" y="53"/>
                      <a:pt x="114" y="54"/>
                    </a:cubicBezTo>
                    <a:cubicBezTo>
                      <a:pt x="114" y="54"/>
                      <a:pt x="115" y="55"/>
                      <a:pt x="115" y="55"/>
                    </a:cubicBezTo>
                    <a:cubicBezTo>
                      <a:pt x="115" y="56"/>
                      <a:pt x="115" y="54"/>
                      <a:pt x="115" y="54"/>
                    </a:cubicBezTo>
                    <a:cubicBezTo>
                      <a:pt x="116" y="56"/>
                      <a:pt x="116" y="52"/>
                      <a:pt x="118" y="53"/>
                    </a:cubicBezTo>
                    <a:cubicBezTo>
                      <a:pt x="118" y="53"/>
                      <a:pt x="118" y="54"/>
                      <a:pt x="118" y="55"/>
                    </a:cubicBezTo>
                    <a:cubicBezTo>
                      <a:pt x="119" y="54"/>
                      <a:pt x="119" y="53"/>
                      <a:pt x="120" y="51"/>
                    </a:cubicBezTo>
                    <a:cubicBezTo>
                      <a:pt x="120" y="53"/>
                      <a:pt x="120" y="53"/>
                      <a:pt x="120" y="53"/>
                    </a:cubicBezTo>
                    <a:cubicBezTo>
                      <a:pt x="120" y="52"/>
                      <a:pt x="121" y="52"/>
                      <a:pt x="121" y="51"/>
                    </a:cubicBezTo>
                    <a:cubicBezTo>
                      <a:pt x="120" y="50"/>
                      <a:pt x="120" y="48"/>
                      <a:pt x="121" y="49"/>
                    </a:cubicBezTo>
                    <a:cubicBezTo>
                      <a:pt x="121" y="49"/>
                      <a:pt x="121" y="49"/>
                      <a:pt x="121" y="49"/>
                    </a:cubicBezTo>
                    <a:cubicBezTo>
                      <a:pt x="122" y="48"/>
                      <a:pt x="122" y="48"/>
                      <a:pt x="122" y="48"/>
                    </a:cubicBezTo>
                    <a:cubicBezTo>
                      <a:pt x="122" y="48"/>
                      <a:pt x="122" y="48"/>
                      <a:pt x="122" y="49"/>
                    </a:cubicBezTo>
                    <a:cubicBezTo>
                      <a:pt x="123" y="51"/>
                      <a:pt x="124" y="50"/>
                      <a:pt x="124" y="50"/>
                    </a:cubicBezTo>
                    <a:cubicBezTo>
                      <a:pt x="124" y="49"/>
                      <a:pt x="124" y="49"/>
                      <a:pt x="124" y="49"/>
                    </a:cubicBezTo>
                    <a:cubicBezTo>
                      <a:pt x="124" y="48"/>
                      <a:pt x="125" y="50"/>
                      <a:pt x="125" y="50"/>
                    </a:cubicBezTo>
                    <a:cubicBezTo>
                      <a:pt x="125" y="45"/>
                      <a:pt x="125" y="45"/>
                      <a:pt x="125" y="45"/>
                    </a:cubicBezTo>
                    <a:cubicBezTo>
                      <a:pt x="125" y="45"/>
                      <a:pt x="126" y="47"/>
                      <a:pt x="126" y="48"/>
                    </a:cubicBezTo>
                    <a:cubicBezTo>
                      <a:pt x="127" y="47"/>
                      <a:pt x="126" y="44"/>
                      <a:pt x="126" y="42"/>
                    </a:cubicBezTo>
                    <a:cubicBezTo>
                      <a:pt x="127" y="43"/>
                      <a:pt x="127" y="41"/>
                      <a:pt x="127" y="41"/>
                    </a:cubicBezTo>
                    <a:cubicBezTo>
                      <a:pt x="128" y="42"/>
                      <a:pt x="127" y="41"/>
                      <a:pt x="127" y="42"/>
                    </a:cubicBezTo>
                    <a:cubicBezTo>
                      <a:pt x="128" y="43"/>
                      <a:pt x="128" y="43"/>
                      <a:pt x="128" y="43"/>
                    </a:cubicBezTo>
                    <a:cubicBezTo>
                      <a:pt x="128" y="44"/>
                      <a:pt x="129" y="46"/>
                      <a:pt x="129" y="47"/>
                    </a:cubicBezTo>
                    <a:cubicBezTo>
                      <a:pt x="129" y="46"/>
                      <a:pt x="131" y="46"/>
                      <a:pt x="132" y="46"/>
                    </a:cubicBezTo>
                    <a:cubicBezTo>
                      <a:pt x="130" y="44"/>
                      <a:pt x="132" y="45"/>
                      <a:pt x="132" y="42"/>
                    </a:cubicBezTo>
                    <a:cubicBezTo>
                      <a:pt x="132" y="41"/>
                      <a:pt x="133" y="44"/>
                      <a:pt x="133" y="44"/>
                    </a:cubicBezTo>
                    <a:cubicBezTo>
                      <a:pt x="134" y="43"/>
                      <a:pt x="135" y="44"/>
                      <a:pt x="136" y="43"/>
                    </a:cubicBezTo>
                    <a:cubicBezTo>
                      <a:pt x="136" y="43"/>
                      <a:pt x="136" y="43"/>
                      <a:pt x="136" y="43"/>
                    </a:cubicBezTo>
                    <a:cubicBezTo>
                      <a:pt x="136" y="42"/>
                      <a:pt x="138" y="43"/>
                      <a:pt x="138" y="40"/>
                    </a:cubicBezTo>
                    <a:cubicBezTo>
                      <a:pt x="138" y="42"/>
                      <a:pt x="138" y="42"/>
                      <a:pt x="138" y="42"/>
                    </a:cubicBezTo>
                    <a:cubicBezTo>
                      <a:pt x="139" y="42"/>
                      <a:pt x="137" y="39"/>
                      <a:pt x="139" y="40"/>
                    </a:cubicBezTo>
                    <a:cubicBezTo>
                      <a:pt x="139" y="41"/>
                      <a:pt x="139" y="41"/>
                      <a:pt x="139" y="41"/>
                    </a:cubicBezTo>
                    <a:cubicBezTo>
                      <a:pt x="139" y="40"/>
                      <a:pt x="140" y="42"/>
                      <a:pt x="140" y="39"/>
                    </a:cubicBezTo>
                    <a:cubicBezTo>
                      <a:pt x="141" y="41"/>
                      <a:pt x="141" y="41"/>
                      <a:pt x="141" y="41"/>
                    </a:cubicBezTo>
                    <a:cubicBezTo>
                      <a:pt x="141" y="40"/>
                      <a:pt x="142" y="40"/>
                      <a:pt x="142" y="38"/>
                    </a:cubicBezTo>
                    <a:cubicBezTo>
                      <a:pt x="142" y="40"/>
                      <a:pt x="142" y="40"/>
                      <a:pt x="142" y="40"/>
                    </a:cubicBezTo>
                    <a:cubicBezTo>
                      <a:pt x="143" y="41"/>
                      <a:pt x="142" y="38"/>
                      <a:pt x="143" y="38"/>
                    </a:cubicBezTo>
                    <a:cubicBezTo>
                      <a:pt x="143" y="38"/>
                      <a:pt x="144" y="39"/>
                      <a:pt x="144" y="39"/>
                    </a:cubicBezTo>
                    <a:cubicBezTo>
                      <a:pt x="143" y="38"/>
                      <a:pt x="144" y="38"/>
                      <a:pt x="144" y="37"/>
                    </a:cubicBezTo>
                    <a:cubicBezTo>
                      <a:pt x="146" y="39"/>
                      <a:pt x="146" y="39"/>
                      <a:pt x="146" y="39"/>
                    </a:cubicBezTo>
                    <a:cubicBezTo>
                      <a:pt x="149" y="37"/>
                      <a:pt x="152" y="36"/>
                      <a:pt x="154" y="33"/>
                    </a:cubicBezTo>
                    <a:cubicBezTo>
                      <a:pt x="156" y="35"/>
                      <a:pt x="154" y="35"/>
                      <a:pt x="155" y="36"/>
                    </a:cubicBezTo>
                    <a:cubicBezTo>
                      <a:pt x="154" y="34"/>
                      <a:pt x="155" y="35"/>
                      <a:pt x="156" y="34"/>
                    </a:cubicBezTo>
                    <a:cubicBezTo>
                      <a:pt x="156" y="34"/>
                      <a:pt x="156" y="34"/>
                      <a:pt x="156" y="34"/>
                    </a:cubicBezTo>
                    <a:cubicBezTo>
                      <a:pt x="156" y="34"/>
                      <a:pt x="157" y="35"/>
                      <a:pt x="157" y="34"/>
                    </a:cubicBezTo>
                    <a:cubicBezTo>
                      <a:pt x="157" y="34"/>
                      <a:pt x="157" y="34"/>
                      <a:pt x="157" y="34"/>
                    </a:cubicBezTo>
                    <a:cubicBezTo>
                      <a:pt x="157" y="32"/>
                      <a:pt x="159" y="36"/>
                      <a:pt x="158" y="33"/>
                    </a:cubicBezTo>
                    <a:cubicBezTo>
                      <a:pt x="159" y="34"/>
                      <a:pt x="159" y="34"/>
                      <a:pt x="159" y="34"/>
                    </a:cubicBezTo>
                    <a:cubicBezTo>
                      <a:pt x="158" y="32"/>
                      <a:pt x="160" y="35"/>
                      <a:pt x="160" y="33"/>
                    </a:cubicBezTo>
                    <a:cubicBezTo>
                      <a:pt x="160" y="33"/>
                      <a:pt x="160" y="33"/>
                      <a:pt x="160" y="33"/>
                    </a:cubicBezTo>
                    <a:cubicBezTo>
                      <a:pt x="161" y="34"/>
                      <a:pt x="160" y="30"/>
                      <a:pt x="161" y="32"/>
                    </a:cubicBezTo>
                    <a:cubicBezTo>
                      <a:pt x="162" y="31"/>
                      <a:pt x="162" y="30"/>
                      <a:pt x="161" y="28"/>
                    </a:cubicBezTo>
                    <a:cubicBezTo>
                      <a:pt x="162" y="30"/>
                      <a:pt x="162" y="30"/>
                      <a:pt x="162" y="30"/>
                    </a:cubicBezTo>
                    <a:cubicBezTo>
                      <a:pt x="164" y="28"/>
                      <a:pt x="167" y="27"/>
                      <a:pt x="167" y="24"/>
                    </a:cubicBezTo>
                    <a:cubicBezTo>
                      <a:pt x="168" y="25"/>
                      <a:pt x="168" y="25"/>
                      <a:pt x="168" y="25"/>
                    </a:cubicBezTo>
                    <a:cubicBezTo>
                      <a:pt x="167" y="22"/>
                      <a:pt x="171" y="25"/>
                      <a:pt x="170" y="21"/>
                    </a:cubicBezTo>
                    <a:cubicBezTo>
                      <a:pt x="169" y="19"/>
                      <a:pt x="169" y="19"/>
                      <a:pt x="169" y="19"/>
                    </a:cubicBezTo>
                    <a:cubicBezTo>
                      <a:pt x="171" y="21"/>
                      <a:pt x="171" y="21"/>
                      <a:pt x="171" y="21"/>
                    </a:cubicBezTo>
                    <a:cubicBezTo>
                      <a:pt x="170" y="20"/>
                      <a:pt x="172" y="20"/>
                      <a:pt x="171" y="19"/>
                    </a:cubicBezTo>
                    <a:cubicBezTo>
                      <a:pt x="171" y="19"/>
                      <a:pt x="171" y="19"/>
                      <a:pt x="172" y="20"/>
                    </a:cubicBezTo>
                    <a:cubicBezTo>
                      <a:pt x="172" y="20"/>
                      <a:pt x="171" y="17"/>
                      <a:pt x="172" y="17"/>
                    </a:cubicBezTo>
                    <a:cubicBezTo>
                      <a:pt x="173" y="18"/>
                      <a:pt x="173" y="18"/>
                      <a:pt x="173" y="18"/>
                    </a:cubicBezTo>
                    <a:cubicBezTo>
                      <a:pt x="177" y="19"/>
                      <a:pt x="182" y="18"/>
                      <a:pt x="181" y="13"/>
                    </a:cubicBezTo>
                    <a:cubicBezTo>
                      <a:pt x="181" y="12"/>
                      <a:pt x="183" y="14"/>
                      <a:pt x="183" y="14"/>
                    </a:cubicBezTo>
                    <a:cubicBezTo>
                      <a:pt x="182" y="10"/>
                      <a:pt x="188" y="11"/>
                      <a:pt x="186" y="6"/>
                    </a:cubicBezTo>
                    <a:cubicBezTo>
                      <a:pt x="186" y="4"/>
                      <a:pt x="182" y="0"/>
                      <a:pt x="182" y="0"/>
                    </a:cubicBezTo>
                    <a:cubicBezTo>
                      <a:pt x="180" y="4"/>
                      <a:pt x="176" y="5"/>
                      <a:pt x="171" y="6"/>
                    </a:cubicBezTo>
                    <a:cubicBezTo>
                      <a:pt x="171" y="7"/>
                      <a:pt x="170" y="9"/>
                      <a:pt x="169" y="9"/>
                    </a:cubicBezTo>
                    <a:cubicBezTo>
                      <a:pt x="165" y="12"/>
                      <a:pt x="158" y="11"/>
                      <a:pt x="154" y="16"/>
                    </a:cubicBezTo>
                    <a:cubicBezTo>
                      <a:pt x="155" y="16"/>
                      <a:pt x="155" y="18"/>
                      <a:pt x="155" y="18"/>
                    </a:cubicBezTo>
                    <a:cubicBezTo>
                      <a:pt x="155" y="18"/>
                      <a:pt x="155" y="18"/>
                      <a:pt x="155" y="18"/>
                    </a:cubicBezTo>
                    <a:cubicBezTo>
                      <a:pt x="155" y="19"/>
                      <a:pt x="155" y="19"/>
                      <a:pt x="155" y="19"/>
                    </a:cubicBezTo>
                    <a:cubicBezTo>
                      <a:pt x="155" y="19"/>
                      <a:pt x="154" y="18"/>
                      <a:pt x="154" y="17"/>
                    </a:cubicBezTo>
                    <a:cubicBezTo>
                      <a:pt x="153" y="19"/>
                      <a:pt x="151" y="20"/>
                      <a:pt x="149" y="20"/>
                    </a:cubicBezTo>
                    <a:cubicBezTo>
                      <a:pt x="150" y="22"/>
                      <a:pt x="148" y="21"/>
                      <a:pt x="149" y="23"/>
                    </a:cubicBezTo>
                    <a:cubicBezTo>
                      <a:pt x="148" y="22"/>
                      <a:pt x="148" y="22"/>
                      <a:pt x="148" y="22"/>
                    </a:cubicBezTo>
                    <a:cubicBezTo>
                      <a:pt x="147" y="24"/>
                      <a:pt x="147" y="24"/>
                      <a:pt x="145" y="22"/>
                    </a:cubicBezTo>
                    <a:cubicBezTo>
                      <a:pt x="139" y="23"/>
                      <a:pt x="134" y="27"/>
                      <a:pt x="128" y="28"/>
                    </a:cubicBezTo>
                    <a:cubicBezTo>
                      <a:pt x="123" y="30"/>
                      <a:pt x="118" y="35"/>
                      <a:pt x="112" y="37"/>
                    </a:cubicBezTo>
                    <a:cubicBezTo>
                      <a:pt x="112" y="40"/>
                      <a:pt x="110" y="39"/>
                      <a:pt x="110" y="42"/>
                    </a:cubicBezTo>
                    <a:cubicBezTo>
                      <a:pt x="110" y="41"/>
                      <a:pt x="110" y="41"/>
                      <a:pt x="110" y="41"/>
                    </a:cubicBezTo>
                    <a:cubicBezTo>
                      <a:pt x="109" y="43"/>
                      <a:pt x="109" y="41"/>
                      <a:pt x="107" y="40"/>
                    </a:cubicBezTo>
                    <a:cubicBezTo>
                      <a:pt x="107" y="42"/>
                      <a:pt x="107" y="41"/>
                      <a:pt x="107" y="43"/>
                    </a:cubicBezTo>
                    <a:cubicBezTo>
                      <a:pt x="107" y="45"/>
                      <a:pt x="106" y="40"/>
                      <a:pt x="106" y="41"/>
                    </a:cubicBezTo>
                    <a:cubicBezTo>
                      <a:pt x="105" y="41"/>
                      <a:pt x="106" y="42"/>
                      <a:pt x="106" y="42"/>
                    </a:cubicBezTo>
                    <a:cubicBezTo>
                      <a:pt x="105" y="45"/>
                      <a:pt x="106" y="41"/>
                      <a:pt x="103" y="39"/>
                    </a:cubicBezTo>
                    <a:cubicBezTo>
                      <a:pt x="101" y="41"/>
                      <a:pt x="98" y="44"/>
                      <a:pt x="95" y="43"/>
                    </a:cubicBezTo>
                    <a:cubicBezTo>
                      <a:pt x="95" y="43"/>
                      <a:pt x="96" y="44"/>
                      <a:pt x="96" y="44"/>
                    </a:cubicBezTo>
                    <a:cubicBezTo>
                      <a:pt x="95" y="41"/>
                      <a:pt x="95" y="46"/>
                      <a:pt x="94" y="44"/>
                    </a:cubicBezTo>
                    <a:cubicBezTo>
                      <a:pt x="94" y="44"/>
                      <a:pt x="94" y="43"/>
                      <a:pt x="94" y="43"/>
                    </a:cubicBezTo>
                    <a:cubicBezTo>
                      <a:pt x="93" y="42"/>
                      <a:pt x="92" y="44"/>
                      <a:pt x="91" y="43"/>
                    </a:cubicBezTo>
                    <a:cubicBezTo>
                      <a:pt x="90" y="45"/>
                      <a:pt x="88" y="42"/>
                      <a:pt x="88" y="44"/>
                    </a:cubicBezTo>
                    <a:cubicBezTo>
                      <a:pt x="88" y="43"/>
                      <a:pt x="87" y="43"/>
                      <a:pt x="87" y="43"/>
                    </a:cubicBezTo>
                    <a:cubicBezTo>
                      <a:pt x="87" y="47"/>
                      <a:pt x="84" y="42"/>
                      <a:pt x="84" y="44"/>
                    </a:cubicBezTo>
                    <a:cubicBezTo>
                      <a:pt x="84" y="44"/>
                      <a:pt x="84" y="44"/>
                      <a:pt x="84" y="44"/>
                    </a:cubicBezTo>
                    <a:cubicBezTo>
                      <a:pt x="81" y="45"/>
                      <a:pt x="77" y="45"/>
                      <a:pt x="75" y="47"/>
                    </a:cubicBezTo>
                    <a:cubicBezTo>
                      <a:pt x="73" y="47"/>
                      <a:pt x="70" y="44"/>
                      <a:pt x="69" y="46"/>
                    </a:cubicBezTo>
                    <a:cubicBezTo>
                      <a:pt x="69" y="48"/>
                      <a:pt x="69" y="48"/>
                      <a:pt x="69" y="48"/>
                    </a:cubicBezTo>
                    <a:cubicBezTo>
                      <a:pt x="68" y="48"/>
                      <a:pt x="69" y="47"/>
                      <a:pt x="68" y="46"/>
                    </a:cubicBezTo>
                    <a:cubicBezTo>
                      <a:pt x="68" y="48"/>
                      <a:pt x="66" y="47"/>
                      <a:pt x="65" y="47"/>
                    </a:cubicBezTo>
                    <a:cubicBezTo>
                      <a:pt x="65" y="47"/>
                      <a:pt x="65" y="48"/>
                      <a:pt x="65" y="49"/>
                    </a:cubicBezTo>
                    <a:cubicBezTo>
                      <a:pt x="63" y="46"/>
                      <a:pt x="62" y="50"/>
                      <a:pt x="60" y="48"/>
                    </a:cubicBezTo>
                    <a:cubicBezTo>
                      <a:pt x="61" y="51"/>
                      <a:pt x="60" y="50"/>
                      <a:pt x="59" y="51"/>
                    </a:cubicBezTo>
                    <a:cubicBezTo>
                      <a:pt x="59" y="51"/>
                      <a:pt x="59" y="50"/>
                      <a:pt x="59" y="49"/>
                    </a:cubicBezTo>
                    <a:cubicBezTo>
                      <a:pt x="58" y="50"/>
                      <a:pt x="57" y="50"/>
                      <a:pt x="56" y="49"/>
                    </a:cubicBezTo>
                    <a:cubicBezTo>
                      <a:pt x="56" y="49"/>
                      <a:pt x="56" y="51"/>
                      <a:pt x="55" y="51"/>
                    </a:cubicBezTo>
                    <a:cubicBezTo>
                      <a:pt x="54" y="49"/>
                      <a:pt x="54" y="51"/>
                      <a:pt x="53" y="50"/>
                    </a:cubicBezTo>
                    <a:cubicBezTo>
                      <a:pt x="54" y="52"/>
                      <a:pt x="52" y="54"/>
                      <a:pt x="52" y="53"/>
                    </a:cubicBezTo>
                    <a:cubicBezTo>
                      <a:pt x="52" y="50"/>
                      <a:pt x="52" y="50"/>
                      <a:pt x="52" y="50"/>
                    </a:cubicBezTo>
                    <a:cubicBezTo>
                      <a:pt x="50" y="52"/>
                      <a:pt x="47" y="49"/>
                      <a:pt x="44" y="52"/>
                    </a:cubicBezTo>
                    <a:cubicBezTo>
                      <a:pt x="44" y="51"/>
                      <a:pt x="44" y="51"/>
                      <a:pt x="44" y="51"/>
                    </a:cubicBezTo>
                    <a:cubicBezTo>
                      <a:pt x="42" y="53"/>
                      <a:pt x="39" y="51"/>
                      <a:pt x="37" y="54"/>
                    </a:cubicBezTo>
                    <a:cubicBezTo>
                      <a:pt x="36" y="53"/>
                      <a:pt x="35" y="52"/>
                      <a:pt x="35" y="52"/>
                    </a:cubicBezTo>
                    <a:cubicBezTo>
                      <a:pt x="34" y="53"/>
                      <a:pt x="33" y="53"/>
                      <a:pt x="32" y="55"/>
                    </a:cubicBezTo>
                    <a:cubicBezTo>
                      <a:pt x="32" y="56"/>
                      <a:pt x="32" y="54"/>
                      <a:pt x="32" y="54"/>
                    </a:cubicBezTo>
                    <a:cubicBezTo>
                      <a:pt x="31" y="53"/>
                      <a:pt x="30" y="51"/>
                      <a:pt x="29" y="53"/>
                    </a:cubicBezTo>
                    <a:cubicBezTo>
                      <a:pt x="29" y="52"/>
                      <a:pt x="29" y="52"/>
                      <a:pt x="29" y="52"/>
                    </a:cubicBezTo>
                    <a:cubicBezTo>
                      <a:pt x="28" y="53"/>
                      <a:pt x="27" y="55"/>
                      <a:pt x="26" y="53"/>
                    </a:cubicBezTo>
                    <a:cubicBezTo>
                      <a:pt x="25" y="54"/>
                      <a:pt x="24" y="55"/>
                      <a:pt x="25" y="56"/>
                    </a:cubicBezTo>
                    <a:cubicBezTo>
                      <a:pt x="24" y="56"/>
                      <a:pt x="25" y="54"/>
                      <a:pt x="24" y="55"/>
                    </a:cubicBezTo>
                    <a:cubicBezTo>
                      <a:pt x="25" y="53"/>
                      <a:pt x="25" y="53"/>
                      <a:pt x="25" y="53"/>
                    </a:cubicBezTo>
                    <a:cubicBezTo>
                      <a:pt x="23" y="52"/>
                      <a:pt x="21" y="53"/>
                      <a:pt x="19" y="53"/>
                    </a:cubicBezTo>
                    <a:cubicBezTo>
                      <a:pt x="19" y="51"/>
                      <a:pt x="17" y="53"/>
                      <a:pt x="16" y="51"/>
                    </a:cubicBezTo>
                    <a:cubicBezTo>
                      <a:pt x="15" y="52"/>
                      <a:pt x="15" y="50"/>
                      <a:pt x="13" y="53"/>
                    </a:cubicBezTo>
                    <a:cubicBezTo>
                      <a:pt x="14" y="51"/>
                      <a:pt x="14" y="51"/>
                      <a:pt x="14" y="51"/>
                    </a:cubicBezTo>
                    <a:cubicBezTo>
                      <a:pt x="13" y="51"/>
                      <a:pt x="12" y="51"/>
                      <a:pt x="11" y="49"/>
                    </a:cubicBezTo>
                    <a:cubicBezTo>
                      <a:pt x="11" y="49"/>
                      <a:pt x="10" y="50"/>
                      <a:pt x="9" y="51"/>
                    </a:cubicBezTo>
                    <a:cubicBezTo>
                      <a:pt x="10" y="49"/>
                      <a:pt x="10" y="49"/>
                      <a:pt x="10" y="49"/>
                    </a:cubicBezTo>
                    <a:cubicBezTo>
                      <a:pt x="9" y="50"/>
                      <a:pt x="7" y="51"/>
                      <a:pt x="6" y="52"/>
                    </a:cubicBezTo>
                    <a:cubicBezTo>
                      <a:pt x="6" y="51"/>
                      <a:pt x="6" y="52"/>
                      <a:pt x="6" y="51"/>
                    </a:cubicBezTo>
                    <a:cubicBezTo>
                      <a:pt x="7" y="51"/>
                      <a:pt x="8" y="50"/>
                      <a:pt x="9" y="48"/>
                    </a:cubicBezTo>
                    <a:cubicBezTo>
                      <a:pt x="9" y="48"/>
                      <a:pt x="6" y="50"/>
                      <a:pt x="7" y="48"/>
                    </a:cubicBezTo>
                    <a:cubicBezTo>
                      <a:pt x="7" y="47"/>
                      <a:pt x="7" y="47"/>
                      <a:pt x="5" y="49"/>
                    </a:cubicBezTo>
                    <a:cubicBezTo>
                      <a:pt x="6" y="48"/>
                      <a:pt x="6" y="48"/>
                      <a:pt x="7" y="47"/>
                    </a:cubicBezTo>
                    <a:cubicBezTo>
                      <a:pt x="6" y="47"/>
                      <a:pt x="6" y="47"/>
                      <a:pt x="5" y="47"/>
                    </a:cubicBezTo>
                    <a:cubicBezTo>
                      <a:pt x="6" y="47"/>
                      <a:pt x="5" y="47"/>
                      <a:pt x="5" y="48"/>
                    </a:cubicBezTo>
                    <a:cubicBezTo>
                      <a:pt x="4" y="48"/>
                      <a:pt x="4" y="48"/>
                      <a:pt x="2" y="49"/>
                    </a:cubicBezTo>
                    <a:cubicBezTo>
                      <a:pt x="3" y="49"/>
                      <a:pt x="3" y="49"/>
                      <a:pt x="3" y="49"/>
                    </a:cubicBezTo>
                    <a:cubicBezTo>
                      <a:pt x="2" y="50"/>
                      <a:pt x="1" y="50"/>
                      <a:pt x="2" y="49"/>
                    </a:cubicBezTo>
                    <a:cubicBezTo>
                      <a:pt x="3" y="48"/>
                      <a:pt x="4" y="48"/>
                      <a:pt x="5" y="47"/>
                    </a:cubicBezTo>
                    <a:cubicBezTo>
                      <a:pt x="1" y="48"/>
                      <a:pt x="1" y="48"/>
                      <a:pt x="1" y="48"/>
                    </a:cubicBezTo>
                    <a:cubicBezTo>
                      <a:pt x="2" y="48"/>
                      <a:pt x="2" y="49"/>
                      <a:pt x="1" y="49"/>
                    </a:cubicBezTo>
                    <a:cubicBezTo>
                      <a:pt x="2" y="49"/>
                      <a:pt x="2" y="49"/>
                      <a:pt x="2" y="49"/>
                    </a:cubicBezTo>
                    <a:cubicBezTo>
                      <a:pt x="0" y="50"/>
                      <a:pt x="0" y="50"/>
                      <a:pt x="0" y="50"/>
                    </a:cubicBezTo>
                    <a:cubicBezTo>
                      <a:pt x="1" y="51"/>
                      <a:pt x="1" y="52"/>
                      <a:pt x="2" y="52"/>
                    </a:cubicBezTo>
                    <a:cubicBezTo>
                      <a:pt x="3" y="51"/>
                      <a:pt x="3" y="51"/>
                      <a:pt x="3" y="51"/>
                    </a:cubicBezTo>
                    <a:cubicBezTo>
                      <a:pt x="4" y="51"/>
                      <a:pt x="5" y="50"/>
                      <a:pt x="5" y="52"/>
                    </a:cubicBezTo>
                    <a:cubicBezTo>
                      <a:pt x="4" y="52"/>
                      <a:pt x="4" y="53"/>
                      <a:pt x="3" y="53"/>
                    </a:cubicBezTo>
                    <a:cubicBezTo>
                      <a:pt x="4" y="53"/>
                      <a:pt x="4" y="53"/>
                      <a:pt x="4" y="53"/>
                    </a:cubicBezTo>
                    <a:cubicBezTo>
                      <a:pt x="2" y="55"/>
                      <a:pt x="2" y="55"/>
                      <a:pt x="2" y="55"/>
                    </a:cubicBezTo>
                    <a:cubicBezTo>
                      <a:pt x="5" y="52"/>
                      <a:pt x="4" y="55"/>
                      <a:pt x="5" y="5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9" name="Freeform 243"/>
              <p:cNvSpPr/>
              <p:nvPr/>
            </p:nvSpPr>
            <p:spPr bwMode="auto">
              <a:xfrm>
                <a:off x="4005" y="2851"/>
                <a:ext cx="2" cy="5"/>
              </a:xfrm>
              <a:custGeom>
                <a:avLst/>
                <a:gdLst>
                  <a:gd name="T0" fmla="*/ 2 w 2"/>
                  <a:gd name="T1" fmla="*/ 5 h 5"/>
                  <a:gd name="T2" fmla="*/ 2 w 2"/>
                  <a:gd name="T3" fmla="*/ 5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2" y="5"/>
                    </a:lnTo>
                    <a:lnTo>
                      <a:pt x="0" y="0"/>
                    </a:lnTo>
                    <a:lnTo>
                      <a:pt x="2" y="5"/>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0" name="Freeform 244"/>
              <p:cNvSpPr/>
              <p:nvPr/>
            </p:nvSpPr>
            <p:spPr bwMode="auto">
              <a:xfrm>
                <a:off x="3980" y="2866"/>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1" name="Freeform 245"/>
              <p:cNvSpPr/>
              <p:nvPr/>
            </p:nvSpPr>
            <p:spPr bwMode="auto">
              <a:xfrm>
                <a:off x="3982" y="28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2" name="Freeform 246"/>
              <p:cNvSpPr/>
              <p:nvPr/>
            </p:nvSpPr>
            <p:spPr bwMode="auto">
              <a:xfrm>
                <a:off x="3748" y="2898"/>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2"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3" name="Freeform 247"/>
              <p:cNvSpPr/>
              <p:nvPr/>
            </p:nvSpPr>
            <p:spPr bwMode="auto">
              <a:xfrm>
                <a:off x="3980" y="2875"/>
                <a:ext cx="2" cy="4"/>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0"/>
                      <a:pt x="0" y="2"/>
                      <a:pt x="1" y="2"/>
                    </a:cubicBezTo>
                    <a:cubicBezTo>
                      <a:pt x="1" y="2"/>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4" name="Freeform 248"/>
              <p:cNvSpPr/>
              <p:nvPr/>
            </p:nvSpPr>
            <p:spPr bwMode="auto">
              <a:xfrm>
                <a:off x="3757" y="2909"/>
                <a:ext cx="2" cy="4"/>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5" name="Freeform 249"/>
              <p:cNvSpPr/>
              <p:nvPr/>
            </p:nvSpPr>
            <p:spPr bwMode="auto">
              <a:xfrm>
                <a:off x="3776" y="2913"/>
                <a:ext cx="2" cy="4"/>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0"/>
                      <a:pt x="1" y="1"/>
                    </a:cubicBezTo>
                    <a:cubicBezTo>
                      <a:pt x="1"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6" name="Freeform 250"/>
              <p:cNvSpPr/>
              <p:nvPr/>
            </p:nvSpPr>
            <p:spPr bwMode="auto">
              <a:xfrm>
                <a:off x="3759" y="2904"/>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0"/>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7" name="Freeform 251"/>
              <p:cNvSpPr/>
              <p:nvPr/>
            </p:nvSpPr>
            <p:spPr bwMode="auto">
              <a:xfrm>
                <a:off x="3893" y="3080"/>
                <a:ext cx="4" cy="9"/>
              </a:xfrm>
              <a:custGeom>
                <a:avLst/>
                <a:gdLst>
                  <a:gd name="T0" fmla="*/ 2 w 2"/>
                  <a:gd name="T1" fmla="*/ 0 h 4"/>
                  <a:gd name="T2" fmla="*/ 1 w 2"/>
                  <a:gd name="T3" fmla="*/ 1 h 4"/>
                  <a:gd name="T4" fmla="*/ 1 w 2"/>
                  <a:gd name="T5" fmla="*/ 2 h 4"/>
                  <a:gd name="T6" fmla="*/ 0 w 2"/>
                  <a:gd name="T7" fmla="*/ 4 h 4"/>
                  <a:gd name="T8" fmla="*/ 2 w 2"/>
                  <a:gd name="T9" fmla="*/ 1 h 4"/>
                  <a:gd name="T10" fmla="*/ 2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2" y="0"/>
                    </a:moveTo>
                    <a:cubicBezTo>
                      <a:pt x="2" y="1"/>
                      <a:pt x="2" y="1"/>
                      <a:pt x="1" y="1"/>
                    </a:cubicBezTo>
                    <a:cubicBezTo>
                      <a:pt x="1" y="2"/>
                      <a:pt x="0" y="3"/>
                      <a:pt x="1" y="2"/>
                    </a:cubicBezTo>
                    <a:cubicBezTo>
                      <a:pt x="1" y="3"/>
                      <a:pt x="0" y="3"/>
                      <a:pt x="0" y="4"/>
                    </a:cubicBezTo>
                    <a:cubicBezTo>
                      <a:pt x="1" y="3"/>
                      <a:pt x="2" y="1"/>
                      <a:pt x="2" y="1"/>
                    </a:cubicBezTo>
                    <a:cubicBezTo>
                      <a:pt x="2" y="0"/>
                      <a:pt x="2"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8" name="Freeform 252"/>
              <p:cNvSpPr/>
              <p:nvPr/>
            </p:nvSpPr>
            <p:spPr bwMode="auto">
              <a:xfrm>
                <a:off x="3786" y="2913"/>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9" name="Freeform 253"/>
              <p:cNvSpPr/>
              <p:nvPr/>
            </p:nvSpPr>
            <p:spPr bwMode="auto">
              <a:xfrm>
                <a:off x="3952" y="30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0" name="Freeform 254"/>
              <p:cNvSpPr>
                <a:spLocks noEditPoints="1"/>
              </p:cNvSpPr>
              <p:nvPr/>
            </p:nvSpPr>
            <p:spPr bwMode="auto">
              <a:xfrm>
                <a:off x="3895" y="3015"/>
                <a:ext cx="152" cy="95"/>
              </a:xfrm>
              <a:custGeom>
                <a:avLst/>
                <a:gdLst>
                  <a:gd name="T0" fmla="*/ 54 w 72"/>
                  <a:gd name="T1" fmla="*/ 4 h 45"/>
                  <a:gd name="T2" fmla="*/ 55 w 72"/>
                  <a:gd name="T3" fmla="*/ 8 h 45"/>
                  <a:gd name="T4" fmla="*/ 44 w 72"/>
                  <a:gd name="T5" fmla="*/ 20 h 45"/>
                  <a:gd name="T6" fmla="*/ 38 w 72"/>
                  <a:gd name="T7" fmla="*/ 21 h 45"/>
                  <a:gd name="T8" fmla="*/ 35 w 72"/>
                  <a:gd name="T9" fmla="*/ 21 h 45"/>
                  <a:gd name="T10" fmla="*/ 30 w 72"/>
                  <a:gd name="T11" fmla="*/ 22 h 45"/>
                  <a:gd name="T12" fmla="*/ 27 w 72"/>
                  <a:gd name="T13" fmla="*/ 22 h 45"/>
                  <a:gd name="T14" fmla="*/ 21 w 72"/>
                  <a:gd name="T15" fmla="*/ 23 h 45"/>
                  <a:gd name="T16" fmla="*/ 16 w 72"/>
                  <a:gd name="T17" fmla="*/ 23 h 45"/>
                  <a:gd name="T18" fmla="*/ 11 w 72"/>
                  <a:gd name="T19" fmla="*/ 23 h 45"/>
                  <a:gd name="T20" fmla="*/ 9 w 72"/>
                  <a:gd name="T21" fmla="*/ 21 h 45"/>
                  <a:gd name="T22" fmla="*/ 8 w 72"/>
                  <a:gd name="T23" fmla="*/ 20 h 45"/>
                  <a:gd name="T24" fmla="*/ 7 w 72"/>
                  <a:gd name="T25" fmla="*/ 20 h 45"/>
                  <a:gd name="T26" fmla="*/ 4 w 72"/>
                  <a:gd name="T27" fmla="*/ 22 h 45"/>
                  <a:gd name="T28" fmla="*/ 2 w 72"/>
                  <a:gd name="T29" fmla="*/ 25 h 45"/>
                  <a:gd name="T30" fmla="*/ 2 w 72"/>
                  <a:gd name="T31" fmla="*/ 31 h 45"/>
                  <a:gd name="T32" fmla="*/ 8 w 72"/>
                  <a:gd name="T33" fmla="*/ 29 h 45"/>
                  <a:gd name="T34" fmla="*/ 4 w 72"/>
                  <a:gd name="T35" fmla="*/ 34 h 45"/>
                  <a:gd name="T36" fmla="*/ 3 w 72"/>
                  <a:gd name="T37" fmla="*/ 39 h 45"/>
                  <a:gd name="T38" fmla="*/ 8 w 72"/>
                  <a:gd name="T39" fmla="*/ 33 h 45"/>
                  <a:gd name="T40" fmla="*/ 6 w 72"/>
                  <a:gd name="T41" fmla="*/ 39 h 45"/>
                  <a:gd name="T42" fmla="*/ 7 w 72"/>
                  <a:gd name="T43" fmla="*/ 41 h 45"/>
                  <a:gd name="T44" fmla="*/ 8 w 72"/>
                  <a:gd name="T45" fmla="*/ 42 h 45"/>
                  <a:gd name="T46" fmla="*/ 9 w 72"/>
                  <a:gd name="T47" fmla="*/ 43 h 45"/>
                  <a:gd name="T48" fmla="*/ 12 w 72"/>
                  <a:gd name="T49" fmla="*/ 40 h 45"/>
                  <a:gd name="T50" fmla="*/ 13 w 72"/>
                  <a:gd name="T51" fmla="*/ 44 h 45"/>
                  <a:gd name="T52" fmla="*/ 15 w 72"/>
                  <a:gd name="T53" fmla="*/ 40 h 45"/>
                  <a:gd name="T54" fmla="*/ 16 w 72"/>
                  <a:gd name="T55" fmla="*/ 40 h 45"/>
                  <a:gd name="T56" fmla="*/ 17 w 72"/>
                  <a:gd name="T57" fmla="*/ 42 h 45"/>
                  <a:gd name="T58" fmla="*/ 23 w 72"/>
                  <a:gd name="T59" fmla="*/ 41 h 45"/>
                  <a:gd name="T60" fmla="*/ 24 w 72"/>
                  <a:gd name="T61" fmla="*/ 41 h 45"/>
                  <a:gd name="T62" fmla="*/ 28 w 72"/>
                  <a:gd name="T63" fmla="*/ 41 h 45"/>
                  <a:gd name="T64" fmla="*/ 31 w 72"/>
                  <a:gd name="T65" fmla="*/ 40 h 45"/>
                  <a:gd name="T66" fmla="*/ 33 w 72"/>
                  <a:gd name="T67" fmla="*/ 39 h 45"/>
                  <a:gd name="T68" fmla="*/ 34 w 72"/>
                  <a:gd name="T69" fmla="*/ 40 h 45"/>
                  <a:gd name="T70" fmla="*/ 34 w 72"/>
                  <a:gd name="T71" fmla="*/ 37 h 45"/>
                  <a:gd name="T72" fmla="*/ 37 w 72"/>
                  <a:gd name="T73" fmla="*/ 38 h 45"/>
                  <a:gd name="T74" fmla="*/ 41 w 72"/>
                  <a:gd name="T75" fmla="*/ 39 h 45"/>
                  <a:gd name="T76" fmla="*/ 43 w 72"/>
                  <a:gd name="T77" fmla="*/ 35 h 45"/>
                  <a:gd name="T78" fmla="*/ 46 w 72"/>
                  <a:gd name="T79" fmla="*/ 35 h 45"/>
                  <a:gd name="T80" fmla="*/ 47 w 72"/>
                  <a:gd name="T81" fmla="*/ 34 h 45"/>
                  <a:gd name="T82" fmla="*/ 49 w 72"/>
                  <a:gd name="T83" fmla="*/ 34 h 45"/>
                  <a:gd name="T84" fmla="*/ 50 w 72"/>
                  <a:gd name="T85" fmla="*/ 36 h 45"/>
                  <a:gd name="T86" fmla="*/ 51 w 72"/>
                  <a:gd name="T87" fmla="*/ 32 h 45"/>
                  <a:gd name="T88" fmla="*/ 52 w 72"/>
                  <a:gd name="T89" fmla="*/ 27 h 45"/>
                  <a:gd name="T90" fmla="*/ 54 w 72"/>
                  <a:gd name="T91" fmla="*/ 28 h 45"/>
                  <a:gd name="T92" fmla="*/ 54 w 72"/>
                  <a:gd name="T93" fmla="*/ 23 h 45"/>
                  <a:gd name="T94" fmla="*/ 58 w 72"/>
                  <a:gd name="T95" fmla="*/ 23 h 45"/>
                  <a:gd name="T96" fmla="*/ 59 w 72"/>
                  <a:gd name="T97" fmla="*/ 21 h 45"/>
                  <a:gd name="T98" fmla="*/ 61 w 72"/>
                  <a:gd name="T99" fmla="*/ 20 h 45"/>
                  <a:gd name="T100" fmla="*/ 65 w 72"/>
                  <a:gd name="T101" fmla="*/ 17 h 45"/>
                  <a:gd name="T102" fmla="*/ 65 w 72"/>
                  <a:gd name="T103" fmla="*/ 13 h 45"/>
                  <a:gd name="T104" fmla="*/ 67 w 72"/>
                  <a:gd name="T105" fmla="*/ 8 h 45"/>
                  <a:gd name="T106" fmla="*/ 61 w 72"/>
                  <a:gd name="T107"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 h="45">
                    <a:moveTo>
                      <a:pt x="68" y="4"/>
                    </a:moveTo>
                    <a:cubicBezTo>
                      <a:pt x="67" y="4"/>
                      <a:pt x="70" y="3"/>
                      <a:pt x="70" y="3"/>
                    </a:cubicBezTo>
                    <a:cubicBezTo>
                      <a:pt x="66" y="4"/>
                      <a:pt x="69" y="0"/>
                      <a:pt x="65" y="3"/>
                    </a:cubicBezTo>
                    <a:cubicBezTo>
                      <a:pt x="64" y="3"/>
                      <a:pt x="63" y="5"/>
                      <a:pt x="63" y="6"/>
                    </a:cubicBezTo>
                    <a:cubicBezTo>
                      <a:pt x="62" y="6"/>
                      <a:pt x="61" y="6"/>
                      <a:pt x="61" y="6"/>
                    </a:cubicBezTo>
                    <a:cubicBezTo>
                      <a:pt x="59" y="4"/>
                      <a:pt x="51" y="2"/>
                      <a:pt x="54" y="4"/>
                    </a:cubicBezTo>
                    <a:cubicBezTo>
                      <a:pt x="55" y="4"/>
                      <a:pt x="56" y="5"/>
                      <a:pt x="56" y="5"/>
                    </a:cubicBezTo>
                    <a:cubicBezTo>
                      <a:pt x="56" y="5"/>
                      <a:pt x="56" y="5"/>
                      <a:pt x="56" y="5"/>
                    </a:cubicBezTo>
                    <a:cubicBezTo>
                      <a:pt x="57" y="6"/>
                      <a:pt x="57" y="6"/>
                      <a:pt x="57" y="6"/>
                    </a:cubicBezTo>
                    <a:cubicBezTo>
                      <a:pt x="57" y="6"/>
                      <a:pt x="55" y="5"/>
                      <a:pt x="55" y="4"/>
                    </a:cubicBezTo>
                    <a:cubicBezTo>
                      <a:pt x="55" y="5"/>
                      <a:pt x="55" y="6"/>
                      <a:pt x="54" y="6"/>
                    </a:cubicBezTo>
                    <a:cubicBezTo>
                      <a:pt x="55" y="7"/>
                      <a:pt x="54" y="6"/>
                      <a:pt x="55" y="8"/>
                    </a:cubicBezTo>
                    <a:cubicBezTo>
                      <a:pt x="55" y="7"/>
                      <a:pt x="55" y="7"/>
                      <a:pt x="55" y="7"/>
                    </a:cubicBezTo>
                    <a:cubicBezTo>
                      <a:pt x="55" y="8"/>
                      <a:pt x="55" y="8"/>
                      <a:pt x="53" y="7"/>
                    </a:cubicBezTo>
                    <a:cubicBezTo>
                      <a:pt x="50" y="7"/>
                      <a:pt x="49" y="9"/>
                      <a:pt x="47" y="10"/>
                    </a:cubicBezTo>
                    <a:cubicBezTo>
                      <a:pt x="46" y="12"/>
                      <a:pt x="45" y="14"/>
                      <a:pt x="43" y="16"/>
                    </a:cubicBezTo>
                    <a:cubicBezTo>
                      <a:pt x="44" y="19"/>
                      <a:pt x="43" y="18"/>
                      <a:pt x="44" y="21"/>
                    </a:cubicBezTo>
                    <a:cubicBezTo>
                      <a:pt x="44" y="20"/>
                      <a:pt x="44" y="20"/>
                      <a:pt x="44" y="20"/>
                    </a:cubicBezTo>
                    <a:cubicBezTo>
                      <a:pt x="44" y="22"/>
                      <a:pt x="43" y="20"/>
                      <a:pt x="42" y="19"/>
                    </a:cubicBezTo>
                    <a:cubicBezTo>
                      <a:pt x="43" y="21"/>
                      <a:pt x="42" y="20"/>
                      <a:pt x="43" y="22"/>
                    </a:cubicBezTo>
                    <a:cubicBezTo>
                      <a:pt x="44" y="23"/>
                      <a:pt x="41" y="19"/>
                      <a:pt x="42" y="20"/>
                    </a:cubicBezTo>
                    <a:cubicBezTo>
                      <a:pt x="41" y="20"/>
                      <a:pt x="42" y="21"/>
                      <a:pt x="42" y="21"/>
                    </a:cubicBezTo>
                    <a:cubicBezTo>
                      <a:pt x="42" y="23"/>
                      <a:pt x="41" y="20"/>
                      <a:pt x="40" y="18"/>
                    </a:cubicBezTo>
                    <a:cubicBezTo>
                      <a:pt x="39" y="19"/>
                      <a:pt x="39" y="22"/>
                      <a:pt x="38" y="21"/>
                    </a:cubicBezTo>
                    <a:cubicBezTo>
                      <a:pt x="38" y="21"/>
                      <a:pt x="38" y="22"/>
                      <a:pt x="38" y="22"/>
                    </a:cubicBezTo>
                    <a:cubicBezTo>
                      <a:pt x="37" y="19"/>
                      <a:pt x="38" y="23"/>
                      <a:pt x="38" y="22"/>
                    </a:cubicBezTo>
                    <a:cubicBezTo>
                      <a:pt x="37" y="21"/>
                      <a:pt x="37" y="21"/>
                      <a:pt x="37" y="21"/>
                    </a:cubicBezTo>
                    <a:cubicBezTo>
                      <a:pt x="36" y="20"/>
                      <a:pt x="37" y="22"/>
                      <a:pt x="36" y="21"/>
                    </a:cubicBezTo>
                    <a:cubicBezTo>
                      <a:pt x="36" y="21"/>
                      <a:pt x="36" y="21"/>
                      <a:pt x="36" y="21"/>
                    </a:cubicBezTo>
                    <a:cubicBezTo>
                      <a:pt x="36" y="23"/>
                      <a:pt x="35" y="20"/>
                      <a:pt x="35" y="21"/>
                    </a:cubicBezTo>
                    <a:cubicBezTo>
                      <a:pt x="35" y="20"/>
                      <a:pt x="35" y="21"/>
                      <a:pt x="35" y="20"/>
                    </a:cubicBezTo>
                    <a:cubicBezTo>
                      <a:pt x="36" y="24"/>
                      <a:pt x="34" y="19"/>
                      <a:pt x="34" y="21"/>
                    </a:cubicBezTo>
                    <a:cubicBezTo>
                      <a:pt x="34" y="21"/>
                      <a:pt x="34" y="21"/>
                      <a:pt x="34" y="21"/>
                    </a:cubicBezTo>
                    <a:cubicBezTo>
                      <a:pt x="34" y="21"/>
                      <a:pt x="34" y="20"/>
                      <a:pt x="32" y="22"/>
                    </a:cubicBezTo>
                    <a:cubicBezTo>
                      <a:pt x="32" y="22"/>
                      <a:pt x="31" y="19"/>
                      <a:pt x="30" y="21"/>
                    </a:cubicBezTo>
                    <a:cubicBezTo>
                      <a:pt x="30" y="22"/>
                      <a:pt x="30" y="22"/>
                      <a:pt x="30" y="22"/>
                    </a:cubicBezTo>
                    <a:cubicBezTo>
                      <a:pt x="30" y="22"/>
                      <a:pt x="30" y="21"/>
                      <a:pt x="30" y="21"/>
                    </a:cubicBezTo>
                    <a:cubicBezTo>
                      <a:pt x="30" y="22"/>
                      <a:pt x="30" y="20"/>
                      <a:pt x="29" y="20"/>
                    </a:cubicBezTo>
                    <a:cubicBezTo>
                      <a:pt x="29" y="21"/>
                      <a:pt x="29" y="21"/>
                      <a:pt x="29" y="22"/>
                    </a:cubicBezTo>
                    <a:cubicBezTo>
                      <a:pt x="29" y="20"/>
                      <a:pt x="28" y="23"/>
                      <a:pt x="27" y="21"/>
                    </a:cubicBezTo>
                    <a:cubicBezTo>
                      <a:pt x="27" y="25"/>
                      <a:pt x="27" y="23"/>
                      <a:pt x="27" y="24"/>
                    </a:cubicBezTo>
                    <a:cubicBezTo>
                      <a:pt x="27" y="24"/>
                      <a:pt x="27" y="23"/>
                      <a:pt x="27" y="22"/>
                    </a:cubicBezTo>
                    <a:cubicBezTo>
                      <a:pt x="26" y="22"/>
                      <a:pt x="26" y="22"/>
                      <a:pt x="26" y="21"/>
                    </a:cubicBezTo>
                    <a:cubicBezTo>
                      <a:pt x="26" y="22"/>
                      <a:pt x="25" y="24"/>
                      <a:pt x="25" y="23"/>
                    </a:cubicBezTo>
                    <a:cubicBezTo>
                      <a:pt x="25" y="21"/>
                      <a:pt x="25" y="23"/>
                      <a:pt x="25" y="22"/>
                    </a:cubicBezTo>
                    <a:cubicBezTo>
                      <a:pt x="24" y="24"/>
                      <a:pt x="24" y="25"/>
                      <a:pt x="24" y="25"/>
                    </a:cubicBezTo>
                    <a:cubicBezTo>
                      <a:pt x="24" y="22"/>
                      <a:pt x="24" y="22"/>
                      <a:pt x="24" y="22"/>
                    </a:cubicBezTo>
                    <a:cubicBezTo>
                      <a:pt x="23" y="23"/>
                      <a:pt x="23" y="20"/>
                      <a:pt x="21" y="23"/>
                    </a:cubicBezTo>
                    <a:cubicBezTo>
                      <a:pt x="22" y="22"/>
                      <a:pt x="22" y="22"/>
                      <a:pt x="22" y="22"/>
                    </a:cubicBezTo>
                    <a:cubicBezTo>
                      <a:pt x="20" y="23"/>
                      <a:pt x="20" y="21"/>
                      <a:pt x="18" y="24"/>
                    </a:cubicBezTo>
                    <a:cubicBezTo>
                      <a:pt x="18" y="23"/>
                      <a:pt x="18" y="22"/>
                      <a:pt x="18" y="22"/>
                    </a:cubicBezTo>
                    <a:cubicBezTo>
                      <a:pt x="17" y="24"/>
                      <a:pt x="17" y="23"/>
                      <a:pt x="16" y="25"/>
                    </a:cubicBezTo>
                    <a:cubicBezTo>
                      <a:pt x="16" y="25"/>
                      <a:pt x="16" y="24"/>
                      <a:pt x="16" y="24"/>
                    </a:cubicBezTo>
                    <a:cubicBezTo>
                      <a:pt x="16" y="23"/>
                      <a:pt x="17" y="21"/>
                      <a:pt x="16" y="23"/>
                    </a:cubicBezTo>
                    <a:cubicBezTo>
                      <a:pt x="16" y="22"/>
                      <a:pt x="16" y="22"/>
                      <a:pt x="16" y="22"/>
                    </a:cubicBezTo>
                    <a:cubicBezTo>
                      <a:pt x="15" y="23"/>
                      <a:pt x="14" y="24"/>
                      <a:pt x="15" y="23"/>
                    </a:cubicBezTo>
                    <a:cubicBezTo>
                      <a:pt x="14" y="24"/>
                      <a:pt x="13" y="24"/>
                      <a:pt x="13" y="26"/>
                    </a:cubicBezTo>
                    <a:cubicBezTo>
                      <a:pt x="12" y="26"/>
                      <a:pt x="14" y="23"/>
                      <a:pt x="13" y="25"/>
                    </a:cubicBezTo>
                    <a:cubicBezTo>
                      <a:pt x="14" y="23"/>
                      <a:pt x="14" y="23"/>
                      <a:pt x="14" y="23"/>
                    </a:cubicBezTo>
                    <a:cubicBezTo>
                      <a:pt x="14" y="22"/>
                      <a:pt x="12" y="23"/>
                      <a:pt x="11" y="23"/>
                    </a:cubicBezTo>
                    <a:cubicBezTo>
                      <a:pt x="12" y="21"/>
                      <a:pt x="10" y="23"/>
                      <a:pt x="11" y="22"/>
                    </a:cubicBezTo>
                    <a:cubicBezTo>
                      <a:pt x="10" y="23"/>
                      <a:pt x="11" y="21"/>
                      <a:pt x="9" y="23"/>
                    </a:cubicBezTo>
                    <a:cubicBezTo>
                      <a:pt x="10" y="22"/>
                      <a:pt x="10" y="22"/>
                      <a:pt x="10" y="22"/>
                    </a:cubicBezTo>
                    <a:cubicBezTo>
                      <a:pt x="10" y="22"/>
                      <a:pt x="10" y="21"/>
                      <a:pt x="10" y="21"/>
                    </a:cubicBezTo>
                    <a:cubicBezTo>
                      <a:pt x="10" y="20"/>
                      <a:pt x="8" y="21"/>
                      <a:pt x="8" y="22"/>
                    </a:cubicBezTo>
                    <a:cubicBezTo>
                      <a:pt x="9" y="21"/>
                      <a:pt x="9" y="21"/>
                      <a:pt x="9" y="21"/>
                    </a:cubicBezTo>
                    <a:cubicBezTo>
                      <a:pt x="8" y="21"/>
                      <a:pt x="6" y="22"/>
                      <a:pt x="5" y="23"/>
                    </a:cubicBezTo>
                    <a:cubicBezTo>
                      <a:pt x="6" y="22"/>
                      <a:pt x="5" y="23"/>
                      <a:pt x="5" y="22"/>
                    </a:cubicBezTo>
                    <a:cubicBezTo>
                      <a:pt x="6" y="22"/>
                      <a:pt x="8" y="21"/>
                      <a:pt x="9" y="20"/>
                    </a:cubicBezTo>
                    <a:cubicBezTo>
                      <a:pt x="10" y="20"/>
                      <a:pt x="6" y="21"/>
                      <a:pt x="8" y="20"/>
                    </a:cubicBezTo>
                    <a:cubicBezTo>
                      <a:pt x="9" y="20"/>
                      <a:pt x="8" y="20"/>
                      <a:pt x="6" y="21"/>
                    </a:cubicBezTo>
                    <a:cubicBezTo>
                      <a:pt x="8" y="20"/>
                      <a:pt x="8" y="20"/>
                      <a:pt x="8" y="20"/>
                    </a:cubicBezTo>
                    <a:cubicBezTo>
                      <a:pt x="8" y="20"/>
                      <a:pt x="8" y="20"/>
                      <a:pt x="7" y="20"/>
                    </a:cubicBezTo>
                    <a:cubicBezTo>
                      <a:pt x="7" y="20"/>
                      <a:pt x="7" y="20"/>
                      <a:pt x="7" y="20"/>
                    </a:cubicBezTo>
                    <a:cubicBezTo>
                      <a:pt x="5" y="21"/>
                      <a:pt x="5" y="20"/>
                      <a:pt x="3" y="21"/>
                    </a:cubicBezTo>
                    <a:cubicBezTo>
                      <a:pt x="4" y="21"/>
                      <a:pt x="4" y="21"/>
                      <a:pt x="4" y="21"/>
                    </a:cubicBezTo>
                    <a:cubicBezTo>
                      <a:pt x="3" y="22"/>
                      <a:pt x="2" y="22"/>
                      <a:pt x="3" y="21"/>
                    </a:cubicBezTo>
                    <a:cubicBezTo>
                      <a:pt x="5" y="20"/>
                      <a:pt x="6" y="20"/>
                      <a:pt x="7" y="20"/>
                    </a:cubicBezTo>
                    <a:cubicBezTo>
                      <a:pt x="3" y="21"/>
                      <a:pt x="3" y="21"/>
                      <a:pt x="3" y="21"/>
                    </a:cubicBezTo>
                    <a:cubicBezTo>
                      <a:pt x="4" y="20"/>
                      <a:pt x="3" y="21"/>
                      <a:pt x="2" y="21"/>
                    </a:cubicBezTo>
                    <a:cubicBezTo>
                      <a:pt x="3" y="21"/>
                      <a:pt x="3" y="21"/>
                      <a:pt x="3" y="21"/>
                    </a:cubicBezTo>
                    <a:cubicBezTo>
                      <a:pt x="1" y="22"/>
                      <a:pt x="1" y="22"/>
                      <a:pt x="1" y="22"/>
                    </a:cubicBezTo>
                    <a:cubicBezTo>
                      <a:pt x="2" y="22"/>
                      <a:pt x="1" y="23"/>
                      <a:pt x="2" y="23"/>
                    </a:cubicBezTo>
                    <a:cubicBezTo>
                      <a:pt x="4" y="22"/>
                      <a:pt x="4" y="22"/>
                      <a:pt x="4" y="22"/>
                    </a:cubicBezTo>
                    <a:cubicBezTo>
                      <a:pt x="4" y="22"/>
                      <a:pt x="6" y="21"/>
                      <a:pt x="4" y="22"/>
                    </a:cubicBezTo>
                    <a:cubicBezTo>
                      <a:pt x="2" y="23"/>
                      <a:pt x="2" y="23"/>
                      <a:pt x="2" y="23"/>
                    </a:cubicBezTo>
                    <a:cubicBezTo>
                      <a:pt x="3" y="23"/>
                      <a:pt x="3" y="23"/>
                      <a:pt x="3" y="23"/>
                    </a:cubicBezTo>
                    <a:cubicBezTo>
                      <a:pt x="1" y="25"/>
                      <a:pt x="1" y="25"/>
                      <a:pt x="1" y="25"/>
                    </a:cubicBezTo>
                    <a:cubicBezTo>
                      <a:pt x="4" y="23"/>
                      <a:pt x="2" y="25"/>
                      <a:pt x="3" y="24"/>
                    </a:cubicBezTo>
                    <a:cubicBezTo>
                      <a:pt x="2" y="25"/>
                      <a:pt x="2" y="25"/>
                      <a:pt x="2" y="25"/>
                    </a:cubicBezTo>
                    <a:cubicBezTo>
                      <a:pt x="2" y="26"/>
                      <a:pt x="4" y="24"/>
                      <a:pt x="4" y="24"/>
                    </a:cubicBezTo>
                    <a:cubicBezTo>
                      <a:pt x="4" y="24"/>
                      <a:pt x="1" y="26"/>
                      <a:pt x="1" y="27"/>
                    </a:cubicBezTo>
                    <a:cubicBezTo>
                      <a:pt x="1" y="27"/>
                      <a:pt x="3" y="26"/>
                      <a:pt x="2" y="28"/>
                    </a:cubicBezTo>
                    <a:cubicBezTo>
                      <a:pt x="2" y="28"/>
                      <a:pt x="4" y="28"/>
                      <a:pt x="5" y="27"/>
                    </a:cubicBezTo>
                    <a:cubicBezTo>
                      <a:pt x="5" y="28"/>
                      <a:pt x="3" y="29"/>
                      <a:pt x="4" y="29"/>
                    </a:cubicBezTo>
                    <a:cubicBezTo>
                      <a:pt x="3" y="29"/>
                      <a:pt x="2" y="30"/>
                      <a:pt x="2" y="31"/>
                    </a:cubicBezTo>
                    <a:cubicBezTo>
                      <a:pt x="3" y="30"/>
                      <a:pt x="2" y="32"/>
                      <a:pt x="4" y="30"/>
                    </a:cubicBezTo>
                    <a:cubicBezTo>
                      <a:pt x="4" y="30"/>
                      <a:pt x="4" y="31"/>
                      <a:pt x="5" y="31"/>
                    </a:cubicBezTo>
                    <a:cubicBezTo>
                      <a:pt x="4" y="31"/>
                      <a:pt x="3" y="33"/>
                      <a:pt x="3" y="33"/>
                    </a:cubicBezTo>
                    <a:cubicBezTo>
                      <a:pt x="4" y="32"/>
                      <a:pt x="5" y="32"/>
                      <a:pt x="5" y="32"/>
                    </a:cubicBezTo>
                    <a:cubicBezTo>
                      <a:pt x="6" y="31"/>
                      <a:pt x="6" y="31"/>
                      <a:pt x="7" y="29"/>
                    </a:cubicBezTo>
                    <a:cubicBezTo>
                      <a:pt x="7" y="29"/>
                      <a:pt x="8" y="28"/>
                      <a:pt x="8" y="29"/>
                    </a:cubicBezTo>
                    <a:cubicBezTo>
                      <a:pt x="7" y="30"/>
                      <a:pt x="5" y="32"/>
                      <a:pt x="6" y="33"/>
                    </a:cubicBezTo>
                    <a:cubicBezTo>
                      <a:pt x="4" y="35"/>
                      <a:pt x="5" y="32"/>
                      <a:pt x="4" y="34"/>
                    </a:cubicBezTo>
                    <a:cubicBezTo>
                      <a:pt x="2" y="36"/>
                      <a:pt x="2" y="36"/>
                      <a:pt x="2" y="35"/>
                    </a:cubicBezTo>
                    <a:cubicBezTo>
                      <a:pt x="0" y="36"/>
                      <a:pt x="2" y="35"/>
                      <a:pt x="1" y="37"/>
                    </a:cubicBezTo>
                    <a:cubicBezTo>
                      <a:pt x="1" y="37"/>
                      <a:pt x="2" y="36"/>
                      <a:pt x="3" y="36"/>
                    </a:cubicBezTo>
                    <a:cubicBezTo>
                      <a:pt x="4" y="35"/>
                      <a:pt x="4" y="35"/>
                      <a:pt x="4" y="34"/>
                    </a:cubicBezTo>
                    <a:cubicBezTo>
                      <a:pt x="6" y="32"/>
                      <a:pt x="4" y="36"/>
                      <a:pt x="4" y="36"/>
                    </a:cubicBezTo>
                    <a:cubicBezTo>
                      <a:pt x="3" y="36"/>
                      <a:pt x="3" y="36"/>
                      <a:pt x="3" y="36"/>
                    </a:cubicBezTo>
                    <a:cubicBezTo>
                      <a:pt x="3" y="37"/>
                      <a:pt x="4" y="36"/>
                      <a:pt x="4" y="36"/>
                    </a:cubicBezTo>
                    <a:cubicBezTo>
                      <a:pt x="3" y="39"/>
                      <a:pt x="4" y="36"/>
                      <a:pt x="3" y="38"/>
                    </a:cubicBezTo>
                    <a:cubicBezTo>
                      <a:pt x="1" y="40"/>
                      <a:pt x="1" y="40"/>
                      <a:pt x="1" y="40"/>
                    </a:cubicBezTo>
                    <a:cubicBezTo>
                      <a:pt x="2" y="41"/>
                      <a:pt x="3" y="38"/>
                      <a:pt x="3" y="39"/>
                    </a:cubicBezTo>
                    <a:cubicBezTo>
                      <a:pt x="2" y="40"/>
                      <a:pt x="2" y="40"/>
                      <a:pt x="2" y="40"/>
                    </a:cubicBezTo>
                    <a:cubicBezTo>
                      <a:pt x="3" y="39"/>
                      <a:pt x="3" y="39"/>
                      <a:pt x="3" y="39"/>
                    </a:cubicBezTo>
                    <a:cubicBezTo>
                      <a:pt x="4" y="38"/>
                      <a:pt x="5" y="37"/>
                      <a:pt x="4" y="37"/>
                    </a:cubicBezTo>
                    <a:cubicBezTo>
                      <a:pt x="6" y="34"/>
                      <a:pt x="5" y="37"/>
                      <a:pt x="6" y="36"/>
                    </a:cubicBezTo>
                    <a:cubicBezTo>
                      <a:pt x="7" y="35"/>
                      <a:pt x="5" y="36"/>
                      <a:pt x="6" y="35"/>
                    </a:cubicBezTo>
                    <a:cubicBezTo>
                      <a:pt x="7" y="33"/>
                      <a:pt x="7" y="34"/>
                      <a:pt x="8" y="33"/>
                    </a:cubicBezTo>
                    <a:cubicBezTo>
                      <a:pt x="8" y="34"/>
                      <a:pt x="7" y="35"/>
                      <a:pt x="6" y="36"/>
                    </a:cubicBezTo>
                    <a:cubicBezTo>
                      <a:pt x="6" y="36"/>
                      <a:pt x="6" y="36"/>
                      <a:pt x="6" y="36"/>
                    </a:cubicBezTo>
                    <a:cubicBezTo>
                      <a:pt x="5" y="37"/>
                      <a:pt x="5" y="39"/>
                      <a:pt x="4" y="40"/>
                    </a:cubicBezTo>
                    <a:cubicBezTo>
                      <a:pt x="4" y="41"/>
                      <a:pt x="5" y="38"/>
                      <a:pt x="5" y="39"/>
                    </a:cubicBezTo>
                    <a:cubicBezTo>
                      <a:pt x="5" y="39"/>
                      <a:pt x="6" y="37"/>
                      <a:pt x="6" y="37"/>
                    </a:cubicBezTo>
                    <a:cubicBezTo>
                      <a:pt x="9" y="33"/>
                      <a:pt x="5" y="40"/>
                      <a:pt x="6" y="39"/>
                    </a:cubicBezTo>
                    <a:cubicBezTo>
                      <a:pt x="7" y="37"/>
                      <a:pt x="9" y="36"/>
                      <a:pt x="10" y="33"/>
                    </a:cubicBezTo>
                    <a:cubicBezTo>
                      <a:pt x="10" y="32"/>
                      <a:pt x="11" y="32"/>
                      <a:pt x="11" y="32"/>
                    </a:cubicBezTo>
                    <a:cubicBezTo>
                      <a:pt x="10" y="34"/>
                      <a:pt x="10" y="34"/>
                      <a:pt x="9" y="35"/>
                    </a:cubicBezTo>
                    <a:cubicBezTo>
                      <a:pt x="9" y="35"/>
                      <a:pt x="9" y="35"/>
                      <a:pt x="9" y="35"/>
                    </a:cubicBezTo>
                    <a:cubicBezTo>
                      <a:pt x="8" y="38"/>
                      <a:pt x="8" y="38"/>
                      <a:pt x="8" y="38"/>
                    </a:cubicBezTo>
                    <a:cubicBezTo>
                      <a:pt x="7" y="39"/>
                      <a:pt x="7" y="40"/>
                      <a:pt x="7" y="41"/>
                    </a:cubicBezTo>
                    <a:cubicBezTo>
                      <a:pt x="8" y="41"/>
                      <a:pt x="8" y="40"/>
                      <a:pt x="8" y="39"/>
                    </a:cubicBezTo>
                    <a:cubicBezTo>
                      <a:pt x="8" y="40"/>
                      <a:pt x="7" y="41"/>
                      <a:pt x="8" y="41"/>
                    </a:cubicBezTo>
                    <a:cubicBezTo>
                      <a:pt x="8" y="40"/>
                      <a:pt x="9" y="38"/>
                      <a:pt x="9" y="38"/>
                    </a:cubicBezTo>
                    <a:cubicBezTo>
                      <a:pt x="10" y="38"/>
                      <a:pt x="9" y="40"/>
                      <a:pt x="9" y="41"/>
                    </a:cubicBezTo>
                    <a:cubicBezTo>
                      <a:pt x="8" y="42"/>
                      <a:pt x="8" y="42"/>
                      <a:pt x="8" y="42"/>
                    </a:cubicBezTo>
                    <a:cubicBezTo>
                      <a:pt x="9" y="41"/>
                      <a:pt x="8" y="43"/>
                      <a:pt x="8" y="42"/>
                    </a:cubicBezTo>
                    <a:cubicBezTo>
                      <a:pt x="9" y="41"/>
                      <a:pt x="9" y="40"/>
                      <a:pt x="10" y="38"/>
                    </a:cubicBezTo>
                    <a:cubicBezTo>
                      <a:pt x="11" y="38"/>
                      <a:pt x="10" y="40"/>
                      <a:pt x="10" y="39"/>
                    </a:cubicBezTo>
                    <a:cubicBezTo>
                      <a:pt x="9" y="40"/>
                      <a:pt x="9" y="40"/>
                      <a:pt x="9" y="40"/>
                    </a:cubicBezTo>
                    <a:cubicBezTo>
                      <a:pt x="10" y="40"/>
                      <a:pt x="8" y="43"/>
                      <a:pt x="9" y="43"/>
                    </a:cubicBezTo>
                    <a:cubicBezTo>
                      <a:pt x="10" y="41"/>
                      <a:pt x="10" y="41"/>
                      <a:pt x="10" y="41"/>
                    </a:cubicBezTo>
                    <a:cubicBezTo>
                      <a:pt x="9" y="43"/>
                      <a:pt x="9" y="43"/>
                      <a:pt x="9" y="43"/>
                    </a:cubicBezTo>
                    <a:cubicBezTo>
                      <a:pt x="10" y="42"/>
                      <a:pt x="10" y="42"/>
                      <a:pt x="10" y="42"/>
                    </a:cubicBezTo>
                    <a:cubicBezTo>
                      <a:pt x="10" y="43"/>
                      <a:pt x="10" y="43"/>
                      <a:pt x="10" y="43"/>
                    </a:cubicBezTo>
                    <a:cubicBezTo>
                      <a:pt x="10" y="42"/>
                      <a:pt x="11" y="40"/>
                      <a:pt x="11" y="42"/>
                    </a:cubicBezTo>
                    <a:cubicBezTo>
                      <a:pt x="12" y="40"/>
                      <a:pt x="11" y="42"/>
                      <a:pt x="11" y="41"/>
                    </a:cubicBezTo>
                    <a:cubicBezTo>
                      <a:pt x="11" y="39"/>
                      <a:pt x="12" y="39"/>
                      <a:pt x="12" y="39"/>
                    </a:cubicBezTo>
                    <a:cubicBezTo>
                      <a:pt x="11" y="42"/>
                      <a:pt x="12" y="39"/>
                      <a:pt x="12" y="40"/>
                    </a:cubicBezTo>
                    <a:cubicBezTo>
                      <a:pt x="12" y="41"/>
                      <a:pt x="12" y="41"/>
                      <a:pt x="12" y="42"/>
                    </a:cubicBezTo>
                    <a:cubicBezTo>
                      <a:pt x="13" y="40"/>
                      <a:pt x="13" y="40"/>
                      <a:pt x="13" y="40"/>
                    </a:cubicBezTo>
                    <a:cubicBezTo>
                      <a:pt x="12" y="43"/>
                      <a:pt x="13" y="39"/>
                      <a:pt x="13" y="41"/>
                    </a:cubicBezTo>
                    <a:cubicBezTo>
                      <a:pt x="13" y="42"/>
                      <a:pt x="12" y="43"/>
                      <a:pt x="12" y="43"/>
                    </a:cubicBezTo>
                    <a:cubicBezTo>
                      <a:pt x="13" y="41"/>
                      <a:pt x="14" y="40"/>
                      <a:pt x="14" y="39"/>
                    </a:cubicBezTo>
                    <a:cubicBezTo>
                      <a:pt x="14" y="40"/>
                      <a:pt x="13" y="42"/>
                      <a:pt x="13" y="44"/>
                    </a:cubicBezTo>
                    <a:cubicBezTo>
                      <a:pt x="14" y="42"/>
                      <a:pt x="13" y="45"/>
                      <a:pt x="14" y="43"/>
                    </a:cubicBezTo>
                    <a:cubicBezTo>
                      <a:pt x="14" y="42"/>
                      <a:pt x="14" y="41"/>
                      <a:pt x="15" y="40"/>
                    </a:cubicBezTo>
                    <a:cubicBezTo>
                      <a:pt x="15" y="40"/>
                      <a:pt x="14" y="41"/>
                      <a:pt x="14" y="42"/>
                    </a:cubicBezTo>
                    <a:cubicBezTo>
                      <a:pt x="14" y="42"/>
                      <a:pt x="15" y="40"/>
                      <a:pt x="15" y="39"/>
                    </a:cubicBezTo>
                    <a:cubicBezTo>
                      <a:pt x="15" y="39"/>
                      <a:pt x="16" y="37"/>
                      <a:pt x="16" y="39"/>
                    </a:cubicBezTo>
                    <a:cubicBezTo>
                      <a:pt x="16" y="40"/>
                      <a:pt x="15" y="39"/>
                      <a:pt x="15" y="40"/>
                    </a:cubicBezTo>
                    <a:cubicBezTo>
                      <a:pt x="16" y="41"/>
                      <a:pt x="17" y="37"/>
                      <a:pt x="17" y="36"/>
                    </a:cubicBezTo>
                    <a:cubicBezTo>
                      <a:pt x="17" y="35"/>
                      <a:pt x="18" y="32"/>
                      <a:pt x="19" y="31"/>
                    </a:cubicBezTo>
                    <a:cubicBezTo>
                      <a:pt x="19" y="32"/>
                      <a:pt x="18" y="32"/>
                      <a:pt x="18" y="34"/>
                    </a:cubicBezTo>
                    <a:cubicBezTo>
                      <a:pt x="18" y="34"/>
                      <a:pt x="18" y="34"/>
                      <a:pt x="18" y="34"/>
                    </a:cubicBezTo>
                    <a:cubicBezTo>
                      <a:pt x="18" y="37"/>
                      <a:pt x="16" y="39"/>
                      <a:pt x="16" y="41"/>
                    </a:cubicBezTo>
                    <a:cubicBezTo>
                      <a:pt x="16" y="40"/>
                      <a:pt x="16" y="40"/>
                      <a:pt x="16" y="40"/>
                    </a:cubicBezTo>
                    <a:cubicBezTo>
                      <a:pt x="16" y="43"/>
                      <a:pt x="16" y="43"/>
                      <a:pt x="16" y="43"/>
                    </a:cubicBezTo>
                    <a:cubicBezTo>
                      <a:pt x="16" y="41"/>
                      <a:pt x="16" y="43"/>
                      <a:pt x="16" y="42"/>
                    </a:cubicBezTo>
                    <a:cubicBezTo>
                      <a:pt x="17" y="41"/>
                      <a:pt x="16" y="43"/>
                      <a:pt x="16" y="41"/>
                    </a:cubicBezTo>
                    <a:cubicBezTo>
                      <a:pt x="17" y="41"/>
                      <a:pt x="18" y="38"/>
                      <a:pt x="18" y="39"/>
                    </a:cubicBezTo>
                    <a:cubicBezTo>
                      <a:pt x="17" y="43"/>
                      <a:pt x="17" y="43"/>
                      <a:pt x="17" y="43"/>
                    </a:cubicBezTo>
                    <a:cubicBezTo>
                      <a:pt x="17" y="43"/>
                      <a:pt x="17" y="41"/>
                      <a:pt x="17" y="42"/>
                    </a:cubicBezTo>
                    <a:cubicBezTo>
                      <a:pt x="17" y="43"/>
                      <a:pt x="17" y="43"/>
                      <a:pt x="17" y="43"/>
                    </a:cubicBezTo>
                    <a:cubicBezTo>
                      <a:pt x="18" y="43"/>
                      <a:pt x="19" y="43"/>
                      <a:pt x="21" y="39"/>
                    </a:cubicBezTo>
                    <a:cubicBezTo>
                      <a:pt x="21" y="41"/>
                      <a:pt x="21" y="41"/>
                      <a:pt x="21" y="42"/>
                    </a:cubicBezTo>
                    <a:cubicBezTo>
                      <a:pt x="21" y="42"/>
                      <a:pt x="22" y="41"/>
                      <a:pt x="22" y="41"/>
                    </a:cubicBezTo>
                    <a:cubicBezTo>
                      <a:pt x="22" y="43"/>
                      <a:pt x="22" y="43"/>
                      <a:pt x="22" y="43"/>
                    </a:cubicBezTo>
                    <a:cubicBezTo>
                      <a:pt x="22" y="44"/>
                      <a:pt x="23" y="42"/>
                      <a:pt x="23" y="41"/>
                    </a:cubicBezTo>
                    <a:cubicBezTo>
                      <a:pt x="23" y="42"/>
                      <a:pt x="23" y="42"/>
                      <a:pt x="23" y="42"/>
                    </a:cubicBezTo>
                    <a:cubicBezTo>
                      <a:pt x="23" y="44"/>
                      <a:pt x="23" y="41"/>
                      <a:pt x="23" y="41"/>
                    </a:cubicBezTo>
                    <a:cubicBezTo>
                      <a:pt x="23" y="42"/>
                      <a:pt x="23" y="42"/>
                      <a:pt x="23" y="42"/>
                    </a:cubicBezTo>
                    <a:cubicBezTo>
                      <a:pt x="24" y="41"/>
                      <a:pt x="24" y="41"/>
                      <a:pt x="24" y="41"/>
                    </a:cubicBezTo>
                    <a:cubicBezTo>
                      <a:pt x="24" y="40"/>
                      <a:pt x="24" y="41"/>
                      <a:pt x="24" y="43"/>
                    </a:cubicBezTo>
                    <a:cubicBezTo>
                      <a:pt x="24" y="41"/>
                      <a:pt x="24" y="41"/>
                      <a:pt x="24" y="41"/>
                    </a:cubicBezTo>
                    <a:cubicBezTo>
                      <a:pt x="24" y="43"/>
                      <a:pt x="25" y="43"/>
                      <a:pt x="26" y="42"/>
                    </a:cubicBezTo>
                    <a:cubicBezTo>
                      <a:pt x="25" y="42"/>
                      <a:pt x="25" y="41"/>
                      <a:pt x="26" y="39"/>
                    </a:cubicBezTo>
                    <a:cubicBezTo>
                      <a:pt x="26" y="37"/>
                      <a:pt x="26" y="40"/>
                      <a:pt x="26" y="39"/>
                    </a:cubicBezTo>
                    <a:cubicBezTo>
                      <a:pt x="26" y="41"/>
                      <a:pt x="26" y="41"/>
                      <a:pt x="26" y="41"/>
                    </a:cubicBezTo>
                    <a:cubicBezTo>
                      <a:pt x="26" y="44"/>
                      <a:pt x="27" y="42"/>
                      <a:pt x="28" y="42"/>
                    </a:cubicBezTo>
                    <a:cubicBezTo>
                      <a:pt x="28" y="41"/>
                      <a:pt x="28" y="41"/>
                      <a:pt x="28" y="41"/>
                    </a:cubicBezTo>
                    <a:cubicBezTo>
                      <a:pt x="28" y="43"/>
                      <a:pt x="29" y="41"/>
                      <a:pt x="30" y="42"/>
                    </a:cubicBezTo>
                    <a:cubicBezTo>
                      <a:pt x="30" y="41"/>
                      <a:pt x="30" y="38"/>
                      <a:pt x="30" y="38"/>
                    </a:cubicBezTo>
                    <a:cubicBezTo>
                      <a:pt x="30" y="36"/>
                      <a:pt x="30" y="41"/>
                      <a:pt x="30" y="42"/>
                    </a:cubicBezTo>
                    <a:cubicBezTo>
                      <a:pt x="31" y="41"/>
                      <a:pt x="31" y="41"/>
                      <a:pt x="31" y="41"/>
                    </a:cubicBezTo>
                    <a:cubicBezTo>
                      <a:pt x="31" y="41"/>
                      <a:pt x="31" y="41"/>
                      <a:pt x="31" y="41"/>
                    </a:cubicBezTo>
                    <a:cubicBezTo>
                      <a:pt x="31" y="40"/>
                      <a:pt x="31" y="39"/>
                      <a:pt x="31" y="40"/>
                    </a:cubicBezTo>
                    <a:cubicBezTo>
                      <a:pt x="31" y="41"/>
                      <a:pt x="31" y="41"/>
                      <a:pt x="31" y="41"/>
                    </a:cubicBezTo>
                    <a:cubicBezTo>
                      <a:pt x="32" y="41"/>
                      <a:pt x="32" y="42"/>
                      <a:pt x="32" y="42"/>
                    </a:cubicBezTo>
                    <a:cubicBezTo>
                      <a:pt x="32" y="40"/>
                      <a:pt x="33" y="41"/>
                      <a:pt x="33" y="39"/>
                    </a:cubicBezTo>
                    <a:cubicBezTo>
                      <a:pt x="33" y="40"/>
                      <a:pt x="33" y="40"/>
                      <a:pt x="33" y="40"/>
                    </a:cubicBezTo>
                    <a:cubicBezTo>
                      <a:pt x="33" y="39"/>
                      <a:pt x="33" y="39"/>
                      <a:pt x="33" y="39"/>
                    </a:cubicBezTo>
                    <a:cubicBezTo>
                      <a:pt x="33" y="39"/>
                      <a:pt x="33" y="39"/>
                      <a:pt x="33" y="39"/>
                    </a:cubicBezTo>
                    <a:cubicBezTo>
                      <a:pt x="33" y="41"/>
                      <a:pt x="33" y="41"/>
                      <a:pt x="33" y="41"/>
                    </a:cubicBezTo>
                    <a:cubicBezTo>
                      <a:pt x="33" y="42"/>
                      <a:pt x="33" y="40"/>
                      <a:pt x="33" y="39"/>
                    </a:cubicBezTo>
                    <a:cubicBezTo>
                      <a:pt x="33" y="38"/>
                      <a:pt x="33" y="39"/>
                      <a:pt x="33" y="40"/>
                    </a:cubicBezTo>
                    <a:cubicBezTo>
                      <a:pt x="33" y="41"/>
                      <a:pt x="33" y="40"/>
                      <a:pt x="33" y="40"/>
                    </a:cubicBezTo>
                    <a:cubicBezTo>
                      <a:pt x="33" y="41"/>
                      <a:pt x="33" y="40"/>
                      <a:pt x="33" y="41"/>
                    </a:cubicBezTo>
                    <a:cubicBezTo>
                      <a:pt x="33" y="41"/>
                      <a:pt x="33" y="39"/>
                      <a:pt x="34" y="40"/>
                    </a:cubicBezTo>
                    <a:cubicBezTo>
                      <a:pt x="34" y="40"/>
                      <a:pt x="34" y="40"/>
                      <a:pt x="34" y="41"/>
                    </a:cubicBezTo>
                    <a:cubicBezTo>
                      <a:pt x="34" y="40"/>
                      <a:pt x="34" y="40"/>
                      <a:pt x="35" y="40"/>
                    </a:cubicBezTo>
                    <a:cubicBezTo>
                      <a:pt x="34" y="39"/>
                      <a:pt x="34" y="39"/>
                      <a:pt x="34" y="38"/>
                    </a:cubicBezTo>
                    <a:cubicBezTo>
                      <a:pt x="34" y="38"/>
                      <a:pt x="34" y="37"/>
                      <a:pt x="34" y="38"/>
                    </a:cubicBezTo>
                    <a:cubicBezTo>
                      <a:pt x="34" y="38"/>
                      <a:pt x="34" y="38"/>
                      <a:pt x="34" y="38"/>
                    </a:cubicBezTo>
                    <a:cubicBezTo>
                      <a:pt x="34" y="38"/>
                      <a:pt x="35" y="39"/>
                      <a:pt x="34" y="37"/>
                    </a:cubicBezTo>
                    <a:cubicBezTo>
                      <a:pt x="35" y="39"/>
                      <a:pt x="35" y="39"/>
                      <a:pt x="35" y="39"/>
                    </a:cubicBezTo>
                    <a:cubicBezTo>
                      <a:pt x="35" y="38"/>
                      <a:pt x="35" y="38"/>
                      <a:pt x="35" y="38"/>
                    </a:cubicBezTo>
                    <a:cubicBezTo>
                      <a:pt x="35" y="39"/>
                      <a:pt x="35" y="41"/>
                      <a:pt x="36" y="42"/>
                    </a:cubicBezTo>
                    <a:cubicBezTo>
                      <a:pt x="36" y="40"/>
                      <a:pt x="36" y="40"/>
                      <a:pt x="36" y="40"/>
                    </a:cubicBezTo>
                    <a:cubicBezTo>
                      <a:pt x="36" y="40"/>
                      <a:pt x="37" y="40"/>
                      <a:pt x="37" y="41"/>
                    </a:cubicBezTo>
                    <a:cubicBezTo>
                      <a:pt x="38" y="42"/>
                      <a:pt x="37" y="36"/>
                      <a:pt x="37" y="38"/>
                    </a:cubicBezTo>
                    <a:cubicBezTo>
                      <a:pt x="38" y="40"/>
                      <a:pt x="38" y="40"/>
                      <a:pt x="38" y="40"/>
                    </a:cubicBezTo>
                    <a:cubicBezTo>
                      <a:pt x="38" y="40"/>
                      <a:pt x="38" y="39"/>
                      <a:pt x="38" y="39"/>
                    </a:cubicBezTo>
                    <a:cubicBezTo>
                      <a:pt x="38" y="38"/>
                      <a:pt x="38" y="41"/>
                      <a:pt x="38" y="39"/>
                    </a:cubicBezTo>
                    <a:cubicBezTo>
                      <a:pt x="38" y="38"/>
                      <a:pt x="38" y="38"/>
                      <a:pt x="38" y="38"/>
                    </a:cubicBezTo>
                    <a:cubicBezTo>
                      <a:pt x="39" y="42"/>
                      <a:pt x="40" y="38"/>
                      <a:pt x="41" y="40"/>
                    </a:cubicBezTo>
                    <a:cubicBezTo>
                      <a:pt x="40" y="38"/>
                      <a:pt x="41" y="39"/>
                      <a:pt x="41" y="39"/>
                    </a:cubicBezTo>
                    <a:cubicBezTo>
                      <a:pt x="42" y="41"/>
                      <a:pt x="41" y="38"/>
                      <a:pt x="42" y="39"/>
                    </a:cubicBezTo>
                    <a:cubicBezTo>
                      <a:pt x="41" y="37"/>
                      <a:pt x="41" y="37"/>
                      <a:pt x="41" y="37"/>
                    </a:cubicBezTo>
                    <a:cubicBezTo>
                      <a:pt x="42" y="38"/>
                      <a:pt x="40" y="33"/>
                      <a:pt x="42" y="36"/>
                    </a:cubicBezTo>
                    <a:cubicBezTo>
                      <a:pt x="42" y="37"/>
                      <a:pt x="42" y="38"/>
                      <a:pt x="42" y="38"/>
                    </a:cubicBezTo>
                    <a:cubicBezTo>
                      <a:pt x="44" y="41"/>
                      <a:pt x="42" y="36"/>
                      <a:pt x="44" y="38"/>
                    </a:cubicBezTo>
                    <a:cubicBezTo>
                      <a:pt x="43" y="37"/>
                      <a:pt x="43" y="36"/>
                      <a:pt x="43" y="35"/>
                    </a:cubicBezTo>
                    <a:cubicBezTo>
                      <a:pt x="43" y="36"/>
                      <a:pt x="44" y="37"/>
                      <a:pt x="44" y="37"/>
                    </a:cubicBezTo>
                    <a:cubicBezTo>
                      <a:pt x="44" y="37"/>
                      <a:pt x="44" y="36"/>
                      <a:pt x="44" y="37"/>
                    </a:cubicBezTo>
                    <a:cubicBezTo>
                      <a:pt x="45" y="37"/>
                      <a:pt x="45" y="38"/>
                      <a:pt x="45" y="38"/>
                    </a:cubicBezTo>
                    <a:cubicBezTo>
                      <a:pt x="45" y="38"/>
                      <a:pt x="45" y="37"/>
                      <a:pt x="45" y="36"/>
                    </a:cubicBezTo>
                    <a:cubicBezTo>
                      <a:pt x="46" y="38"/>
                      <a:pt x="46" y="37"/>
                      <a:pt x="47" y="38"/>
                    </a:cubicBezTo>
                    <a:cubicBezTo>
                      <a:pt x="46" y="35"/>
                      <a:pt x="48" y="38"/>
                      <a:pt x="46" y="35"/>
                    </a:cubicBezTo>
                    <a:cubicBezTo>
                      <a:pt x="47" y="36"/>
                      <a:pt x="47" y="36"/>
                      <a:pt x="47" y="36"/>
                    </a:cubicBezTo>
                    <a:cubicBezTo>
                      <a:pt x="46" y="35"/>
                      <a:pt x="46" y="34"/>
                      <a:pt x="46" y="33"/>
                    </a:cubicBezTo>
                    <a:cubicBezTo>
                      <a:pt x="47" y="35"/>
                      <a:pt x="47" y="35"/>
                      <a:pt x="47" y="35"/>
                    </a:cubicBezTo>
                    <a:cubicBezTo>
                      <a:pt x="48" y="37"/>
                      <a:pt x="47" y="35"/>
                      <a:pt x="48" y="37"/>
                    </a:cubicBezTo>
                    <a:cubicBezTo>
                      <a:pt x="47" y="35"/>
                      <a:pt x="48" y="36"/>
                      <a:pt x="47" y="35"/>
                    </a:cubicBezTo>
                    <a:cubicBezTo>
                      <a:pt x="47" y="34"/>
                      <a:pt x="47" y="34"/>
                      <a:pt x="47" y="34"/>
                    </a:cubicBezTo>
                    <a:cubicBezTo>
                      <a:pt x="47" y="34"/>
                      <a:pt x="47" y="33"/>
                      <a:pt x="47" y="33"/>
                    </a:cubicBezTo>
                    <a:cubicBezTo>
                      <a:pt x="47" y="33"/>
                      <a:pt x="48" y="35"/>
                      <a:pt x="48" y="35"/>
                    </a:cubicBezTo>
                    <a:cubicBezTo>
                      <a:pt x="49" y="36"/>
                      <a:pt x="49" y="35"/>
                      <a:pt x="48" y="35"/>
                    </a:cubicBezTo>
                    <a:cubicBezTo>
                      <a:pt x="48" y="35"/>
                      <a:pt x="48" y="35"/>
                      <a:pt x="48" y="34"/>
                    </a:cubicBezTo>
                    <a:cubicBezTo>
                      <a:pt x="48" y="34"/>
                      <a:pt x="48" y="35"/>
                      <a:pt x="48" y="35"/>
                    </a:cubicBezTo>
                    <a:cubicBezTo>
                      <a:pt x="48" y="34"/>
                      <a:pt x="48" y="34"/>
                      <a:pt x="49" y="34"/>
                    </a:cubicBezTo>
                    <a:cubicBezTo>
                      <a:pt x="49" y="34"/>
                      <a:pt x="49" y="34"/>
                      <a:pt x="49" y="34"/>
                    </a:cubicBezTo>
                    <a:cubicBezTo>
                      <a:pt x="49" y="34"/>
                      <a:pt x="49" y="35"/>
                      <a:pt x="49" y="35"/>
                    </a:cubicBezTo>
                    <a:cubicBezTo>
                      <a:pt x="49" y="35"/>
                      <a:pt x="49" y="35"/>
                      <a:pt x="49" y="35"/>
                    </a:cubicBezTo>
                    <a:cubicBezTo>
                      <a:pt x="49" y="35"/>
                      <a:pt x="49" y="35"/>
                      <a:pt x="49" y="35"/>
                    </a:cubicBezTo>
                    <a:cubicBezTo>
                      <a:pt x="49" y="35"/>
                      <a:pt x="49" y="35"/>
                      <a:pt x="49" y="35"/>
                    </a:cubicBezTo>
                    <a:cubicBezTo>
                      <a:pt x="50" y="36"/>
                      <a:pt x="50" y="36"/>
                      <a:pt x="50" y="36"/>
                    </a:cubicBezTo>
                    <a:cubicBezTo>
                      <a:pt x="50" y="36"/>
                      <a:pt x="50" y="35"/>
                      <a:pt x="49" y="34"/>
                    </a:cubicBezTo>
                    <a:cubicBezTo>
                      <a:pt x="50" y="35"/>
                      <a:pt x="50" y="33"/>
                      <a:pt x="50" y="32"/>
                    </a:cubicBezTo>
                    <a:cubicBezTo>
                      <a:pt x="50" y="33"/>
                      <a:pt x="51" y="34"/>
                      <a:pt x="50" y="33"/>
                    </a:cubicBezTo>
                    <a:cubicBezTo>
                      <a:pt x="50" y="33"/>
                      <a:pt x="50" y="31"/>
                      <a:pt x="50" y="32"/>
                    </a:cubicBezTo>
                    <a:cubicBezTo>
                      <a:pt x="50" y="32"/>
                      <a:pt x="51" y="33"/>
                      <a:pt x="51" y="33"/>
                    </a:cubicBezTo>
                    <a:cubicBezTo>
                      <a:pt x="52" y="33"/>
                      <a:pt x="51" y="32"/>
                      <a:pt x="51" y="32"/>
                    </a:cubicBezTo>
                    <a:cubicBezTo>
                      <a:pt x="52" y="34"/>
                      <a:pt x="51" y="30"/>
                      <a:pt x="52" y="31"/>
                    </a:cubicBezTo>
                    <a:cubicBezTo>
                      <a:pt x="52" y="31"/>
                      <a:pt x="53" y="32"/>
                      <a:pt x="53" y="33"/>
                    </a:cubicBezTo>
                    <a:cubicBezTo>
                      <a:pt x="53" y="32"/>
                      <a:pt x="53" y="31"/>
                      <a:pt x="52" y="29"/>
                    </a:cubicBezTo>
                    <a:cubicBezTo>
                      <a:pt x="53" y="31"/>
                      <a:pt x="53" y="31"/>
                      <a:pt x="53" y="31"/>
                    </a:cubicBezTo>
                    <a:cubicBezTo>
                      <a:pt x="53" y="31"/>
                      <a:pt x="53" y="30"/>
                      <a:pt x="53" y="29"/>
                    </a:cubicBezTo>
                    <a:cubicBezTo>
                      <a:pt x="52" y="28"/>
                      <a:pt x="51" y="27"/>
                      <a:pt x="52" y="27"/>
                    </a:cubicBezTo>
                    <a:cubicBezTo>
                      <a:pt x="52" y="27"/>
                      <a:pt x="52" y="27"/>
                      <a:pt x="52" y="27"/>
                    </a:cubicBezTo>
                    <a:cubicBezTo>
                      <a:pt x="52" y="26"/>
                      <a:pt x="52" y="26"/>
                      <a:pt x="52" y="26"/>
                    </a:cubicBezTo>
                    <a:cubicBezTo>
                      <a:pt x="52" y="27"/>
                      <a:pt x="52" y="27"/>
                      <a:pt x="53" y="28"/>
                    </a:cubicBezTo>
                    <a:cubicBezTo>
                      <a:pt x="54" y="30"/>
                      <a:pt x="54" y="29"/>
                      <a:pt x="54" y="29"/>
                    </a:cubicBezTo>
                    <a:cubicBezTo>
                      <a:pt x="53" y="27"/>
                      <a:pt x="53" y="27"/>
                      <a:pt x="53" y="27"/>
                    </a:cubicBezTo>
                    <a:cubicBezTo>
                      <a:pt x="53" y="27"/>
                      <a:pt x="54" y="29"/>
                      <a:pt x="54" y="28"/>
                    </a:cubicBezTo>
                    <a:cubicBezTo>
                      <a:pt x="52" y="24"/>
                      <a:pt x="52" y="24"/>
                      <a:pt x="52" y="24"/>
                    </a:cubicBezTo>
                    <a:cubicBezTo>
                      <a:pt x="52" y="24"/>
                      <a:pt x="54" y="26"/>
                      <a:pt x="54" y="27"/>
                    </a:cubicBezTo>
                    <a:cubicBezTo>
                      <a:pt x="54" y="26"/>
                      <a:pt x="53" y="24"/>
                      <a:pt x="52" y="22"/>
                    </a:cubicBezTo>
                    <a:cubicBezTo>
                      <a:pt x="52" y="22"/>
                      <a:pt x="52" y="21"/>
                      <a:pt x="52" y="21"/>
                    </a:cubicBezTo>
                    <a:cubicBezTo>
                      <a:pt x="53" y="22"/>
                      <a:pt x="52" y="21"/>
                      <a:pt x="53" y="22"/>
                    </a:cubicBezTo>
                    <a:cubicBezTo>
                      <a:pt x="54" y="23"/>
                      <a:pt x="54" y="23"/>
                      <a:pt x="54" y="23"/>
                    </a:cubicBezTo>
                    <a:cubicBezTo>
                      <a:pt x="54" y="23"/>
                      <a:pt x="55" y="25"/>
                      <a:pt x="55" y="26"/>
                    </a:cubicBezTo>
                    <a:cubicBezTo>
                      <a:pt x="55" y="25"/>
                      <a:pt x="56" y="26"/>
                      <a:pt x="57" y="26"/>
                    </a:cubicBezTo>
                    <a:cubicBezTo>
                      <a:pt x="55" y="23"/>
                      <a:pt x="56" y="24"/>
                      <a:pt x="55" y="22"/>
                    </a:cubicBezTo>
                    <a:cubicBezTo>
                      <a:pt x="55" y="22"/>
                      <a:pt x="56" y="24"/>
                      <a:pt x="57" y="24"/>
                    </a:cubicBezTo>
                    <a:cubicBezTo>
                      <a:pt x="56" y="23"/>
                      <a:pt x="57" y="23"/>
                      <a:pt x="57" y="23"/>
                    </a:cubicBezTo>
                    <a:cubicBezTo>
                      <a:pt x="58" y="23"/>
                      <a:pt x="58" y="23"/>
                      <a:pt x="58" y="23"/>
                    </a:cubicBezTo>
                    <a:cubicBezTo>
                      <a:pt x="57" y="23"/>
                      <a:pt x="58" y="23"/>
                      <a:pt x="57" y="21"/>
                    </a:cubicBezTo>
                    <a:cubicBezTo>
                      <a:pt x="58" y="22"/>
                      <a:pt x="58" y="22"/>
                      <a:pt x="58" y="22"/>
                    </a:cubicBezTo>
                    <a:cubicBezTo>
                      <a:pt x="59" y="22"/>
                      <a:pt x="56" y="19"/>
                      <a:pt x="57" y="20"/>
                    </a:cubicBezTo>
                    <a:cubicBezTo>
                      <a:pt x="58" y="21"/>
                      <a:pt x="58" y="21"/>
                      <a:pt x="58" y="21"/>
                    </a:cubicBezTo>
                    <a:cubicBezTo>
                      <a:pt x="57" y="20"/>
                      <a:pt x="59" y="22"/>
                      <a:pt x="58" y="20"/>
                    </a:cubicBezTo>
                    <a:cubicBezTo>
                      <a:pt x="59" y="21"/>
                      <a:pt x="59" y="21"/>
                      <a:pt x="59" y="21"/>
                    </a:cubicBezTo>
                    <a:cubicBezTo>
                      <a:pt x="59" y="21"/>
                      <a:pt x="59" y="21"/>
                      <a:pt x="58" y="19"/>
                    </a:cubicBezTo>
                    <a:cubicBezTo>
                      <a:pt x="60" y="21"/>
                      <a:pt x="60" y="21"/>
                      <a:pt x="60" y="21"/>
                    </a:cubicBezTo>
                    <a:cubicBezTo>
                      <a:pt x="60" y="22"/>
                      <a:pt x="58" y="19"/>
                      <a:pt x="59" y="19"/>
                    </a:cubicBezTo>
                    <a:cubicBezTo>
                      <a:pt x="59" y="19"/>
                      <a:pt x="60" y="20"/>
                      <a:pt x="60" y="20"/>
                    </a:cubicBezTo>
                    <a:cubicBezTo>
                      <a:pt x="59" y="19"/>
                      <a:pt x="60" y="19"/>
                      <a:pt x="60" y="19"/>
                    </a:cubicBezTo>
                    <a:cubicBezTo>
                      <a:pt x="61" y="20"/>
                      <a:pt x="61" y="20"/>
                      <a:pt x="61" y="20"/>
                    </a:cubicBezTo>
                    <a:cubicBezTo>
                      <a:pt x="62" y="19"/>
                      <a:pt x="64" y="18"/>
                      <a:pt x="63" y="16"/>
                    </a:cubicBezTo>
                    <a:cubicBezTo>
                      <a:pt x="65" y="17"/>
                      <a:pt x="64" y="17"/>
                      <a:pt x="65" y="18"/>
                    </a:cubicBezTo>
                    <a:cubicBezTo>
                      <a:pt x="64" y="17"/>
                      <a:pt x="65" y="18"/>
                      <a:pt x="65" y="17"/>
                    </a:cubicBezTo>
                    <a:cubicBezTo>
                      <a:pt x="65" y="17"/>
                      <a:pt x="65" y="17"/>
                      <a:pt x="65" y="17"/>
                    </a:cubicBezTo>
                    <a:cubicBezTo>
                      <a:pt x="65" y="17"/>
                      <a:pt x="66" y="18"/>
                      <a:pt x="66" y="17"/>
                    </a:cubicBezTo>
                    <a:cubicBezTo>
                      <a:pt x="65" y="17"/>
                      <a:pt x="65" y="17"/>
                      <a:pt x="65" y="17"/>
                    </a:cubicBezTo>
                    <a:cubicBezTo>
                      <a:pt x="64" y="15"/>
                      <a:pt x="68" y="18"/>
                      <a:pt x="66" y="16"/>
                    </a:cubicBezTo>
                    <a:cubicBezTo>
                      <a:pt x="67" y="17"/>
                      <a:pt x="67" y="17"/>
                      <a:pt x="67" y="17"/>
                    </a:cubicBezTo>
                    <a:cubicBezTo>
                      <a:pt x="65" y="15"/>
                      <a:pt x="68" y="17"/>
                      <a:pt x="66" y="16"/>
                    </a:cubicBezTo>
                    <a:cubicBezTo>
                      <a:pt x="67" y="16"/>
                      <a:pt x="67" y="16"/>
                      <a:pt x="67" y="16"/>
                    </a:cubicBezTo>
                    <a:cubicBezTo>
                      <a:pt x="68" y="17"/>
                      <a:pt x="65" y="14"/>
                      <a:pt x="67" y="15"/>
                    </a:cubicBezTo>
                    <a:cubicBezTo>
                      <a:pt x="67" y="15"/>
                      <a:pt x="66" y="14"/>
                      <a:pt x="65" y="13"/>
                    </a:cubicBezTo>
                    <a:cubicBezTo>
                      <a:pt x="67" y="14"/>
                      <a:pt x="67" y="14"/>
                      <a:pt x="67" y="14"/>
                    </a:cubicBezTo>
                    <a:cubicBezTo>
                      <a:pt x="67" y="13"/>
                      <a:pt x="68" y="12"/>
                      <a:pt x="66" y="10"/>
                    </a:cubicBezTo>
                    <a:cubicBezTo>
                      <a:pt x="67" y="10"/>
                      <a:pt x="67" y="10"/>
                      <a:pt x="67" y="10"/>
                    </a:cubicBezTo>
                    <a:cubicBezTo>
                      <a:pt x="65" y="9"/>
                      <a:pt x="70" y="11"/>
                      <a:pt x="66" y="8"/>
                    </a:cubicBezTo>
                    <a:cubicBezTo>
                      <a:pt x="65" y="7"/>
                      <a:pt x="65" y="7"/>
                      <a:pt x="65" y="7"/>
                    </a:cubicBezTo>
                    <a:cubicBezTo>
                      <a:pt x="67" y="8"/>
                      <a:pt x="67" y="8"/>
                      <a:pt x="67" y="8"/>
                    </a:cubicBezTo>
                    <a:cubicBezTo>
                      <a:pt x="66" y="8"/>
                      <a:pt x="67" y="8"/>
                      <a:pt x="66" y="7"/>
                    </a:cubicBezTo>
                    <a:cubicBezTo>
                      <a:pt x="67" y="8"/>
                      <a:pt x="67" y="8"/>
                      <a:pt x="67" y="8"/>
                    </a:cubicBezTo>
                    <a:cubicBezTo>
                      <a:pt x="67" y="8"/>
                      <a:pt x="65" y="6"/>
                      <a:pt x="65" y="7"/>
                    </a:cubicBezTo>
                    <a:cubicBezTo>
                      <a:pt x="66" y="7"/>
                      <a:pt x="66" y="7"/>
                      <a:pt x="66" y="7"/>
                    </a:cubicBezTo>
                    <a:cubicBezTo>
                      <a:pt x="69" y="7"/>
                      <a:pt x="72" y="3"/>
                      <a:pt x="68" y="4"/>
                    </a:cubicBezTo>
                    <a:close/>
                    <a:moveTo>
                      <a:pt x="61" y="9"/>
                    </a:moveTo>
                    <a:cubicBezTo>
                      <a:pt x="60" y="9"/>
                      <a:pt x="61" y="7"/>
                      <a:pt x="62" y="6"/>
                    </a:cubicBezTo>
                    <a:cubicBezTo>
                      <a:pt x="62" y="8"/>
                      <a:pt x="61" y="9"/>
                      <a:pt x="61" y="9"/>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1" name="Freeform 255"/>
              <p:cNvSpPr/>
              <p:nvPr/>
            </p:nvSpPr>
            <p:spPr bwMode="auto">
              <a:xfrm>
                <a:off x="4011" y="3063"/>
                <a:ext cx="5" cy="5"/>
              </a:xfrm>
              <a:custGeom>
                <a:avLst/>
                <a:gdLst>
                  <a:gd name="T0" fmla="*/ 5 w 5"/>
                  <a:gd name="T1" fmla="*/ 5 h 5"/>
                  <a:gd name="T2" fmla="*/ 0 w 5"/>
                  <a:gd name="T3" fmla="*/ 0 h 5"/>
                  <a:gd name="T4" fmla="*/ 2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2" y="5"/>
                    </a:lnTo>
                    <a:lnTo>
                      <a:pt x="5" y="5"/>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2" name="Freeform 256"/>
              <p:cNvSpPr/>
              <p:nvPr/>
            </p:nvSpPr>
            <p:spPr bwMode="auto">
              <a:xfrm>
                <a:off x="3912" y="3100"/>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3" name="Freeform 257"/>
              <p:cNvSpPr/>
              <p:nvPr/>
            </p:nvSpPr>
            <p:spPr bwMode="auto">
              <a:xfrm>
                <a:off x="3996" y="3089"/>
                <a:ext cx="3"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4" name="Oval 258"/>
              <p:cNvSpPr>
                <a:spLocks noChangeArrowheads="1"/>
              </p:cNvSpPr>
              <p:nvPr/>
            </p:nvSpPr>
            <p:spPr bwMode="auto">
              <a:xfrm>
                <a:off x="3595" y="182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5" name="Freeform 259"/>
              <p:cNvSpPr/>
              <p:nvPr/>
            </p:nvSpPr>
            <p:spPr bwMode="auto">
              <a:xfrm>
                <a:off x="3598" y="1825"/>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6" name="Freeform 260"/>
              <p:cNvSpPr/>
              <p:nvPr/>
            </p:nvSpPr>
            <p:spPr bwMode="auto">
              <a:xfrm>
                <a:off x="3918" y="28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7" name="Freeform 261"/>
              <p:cNvSpPr/>
              <p:nvPr/>
            </p:nvSpPr>
            <p:spPr bwMode="auto">
              <a:xfrm>
                <a:off x="3924" y="3038"/>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8" name="Freeform 262"/>
              <p:cNvSpPr/>
              <p:nvPr/>
            </p:nvSpPr>
            <p:spPr bwMode="auto">
              <a:xfrm>
                <a:off x="3986" y="3027"/>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9" name="Freeform 263"/>
              <p:cNvSpPr/>
              <p:nvPr/>
            </p:nvSpPr>
            <p:spPr bwMode="auto">
              <a:xfrm>
                <a:off x="3899" y="3091"/>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0" name="Rectangle 264"/>
              <p:cNvSpPr>
                <a:spLocks noChangeArrowheads="1"/>
              </p:cNvSpPr>
              <p:nvPr/>
            </p:nvSpPr>
            <p:spPr bwMode="auto">
              <a:xfrm>
                <a:off x="4013" y="3004"/>
                <a:ext cx="1" cy="4"/>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1" name="Freeform 265"/>
              <p:cNvSpPr/>
              <p:nvPr/>
            </p:nvSpPr>
            <p:spPr bwMode="auto">
              <a:xfrm>
                <a:off x="3903" y="3055"/>
                <a:ext cx="6"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2" name="Freeform 266"/>
              <p:cNvSpPr/>
              <p:nvPr/>
            </p:nvSpPr>
            <p:spPr bwMode="auto">
              <a:xfrm>
                <a:off x="3905" y="3055"/>
                <a:ext cx="4"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0" y="0"/>
                      <a:pt x="1" y="0"/>
                      <a:pt x="2" y="0"/>
                    </a:cubicBezTo>
                    <a:cubicBezTo>
                      <a:pt x="2"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3" name="Freeform 267"/>
              <p:cNvSpPr/>
              <p:nvPr/>
            </p:nvSpPr>
            <p:spPr bwMode="auto">
              <a:xfrm>
                <a:off x="3897" y="3085"/>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4" name="Freeform 268"/>
              <p:cNvSpPr/>
              <p:nvPr/>
            </p:nvSpPr>
            <p:spPr bwMode="auto">
              <a:xfrm>
                <a:off x="3897" y="309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5" name="Freeform 269"/>
              <p:cNvSpPr/>
              <p:nvPr/>
            </p:nvSpPr>
            <p:spPr bwMode="auto">
              <a:xfrm>
                <a:off x="3984" y="30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6" name="Freeform 270"/>
              <p:cNvSpPr/>
              <p:nvPr/>
            </p:nvSpPr>
            <p:spPr bwMode="auto">
              <a:xfrm>
                <a:off x="3600"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7" name="Freeform 271"/>
              <p:cNvSpPr/>
              <p:nvPr/>
            </p:nvSpPr>
            <p:spPr bwMode="auto">
              <a:xfrm>
                <a:off x="3905" y="3100"/>
                <a:ext cx="4" cy="4"/>
              </a:xfrm>
              <a:custGeom>
                <a:avLst/>
                <a:gdLst>
                  <a:gd name="T0" fmla="*/ 1 w 2"/>
                  <a:gd name="T1" fmla="*/ 0 h 2"/>
                  <a:gd name="T2" fmla="*/ 1 w 2"/>
                  <a:gd name="T3" fmla="*/ 1 h 2"/>
                  <a:gd name="T4" fmla="*/ 1 w 2"/>
                  <a:gd name="T5" fmla="*/ 0 h 2"/>
                </a:gdLst>
                <a:ahLst/>
                <a:cxnLst>
                  <a:cxn ang="0">
                    <a:pos x="T0" y="T1"/>
                  </a:cxn>
                  <a:cxn ang="0">
                    <a:pos x="T2" y="T3"/>
                  </a:cxn>
                  <a:cxn ang="0">
                    <a:pos x="T4" y="T5"/>
                  </a:cxn>
                </a:cxnLst>
                <a:rect l="0" t="0" r="r" b="b"/>
                <a:pathLst>
                  <a:path w="2" h="2">
                    <a:moveTo>
                      <a:pt x="1" y="0"/>
                    </a:moveTo>
                    <a:cubicBezTo>
                      <a:pt x="0" y="2"/>
                      <a:pt x="1" y="0"/>
                      <a:pt x="1"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8" name="Freeform 272"/>
              <p:cNvSpPr/>
              <p:nvPr/>
            </p:nvSpPr>
            <p:spPr bwMode="auto">
              <a:xfrm>
                <a:off x="4230" y="2480"/>
                <a:ext cx="4" cy="2"/>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0" y="1"/>
                      <a:pt x="1" y="1"/>
                      <a:pt x="2" y="1"/>
                    </a:cubicBezTo>
                    <a:cubicBezTo>
                      <a:pt x="2" y="0"/>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9" name="Freeform 273"/>
              <p:cNvSpPr/>
              <p:nvPr/>
            </p:nvSpPr>
            <p:spPr bwMode="auto">
              <a:xfrm>
                <a:off x="3895" y="3080"/>
                <a:ext cx="4" cy="3"/>
              </a:xfrm>
              <a:custGeom>
                <a:avLst/>
                <a:gdLst>
                  <a:gd name="T0" fmla="*/ 0 w 2"/>
                  <a:gd name="T1" fmla="*/ 0 h 1"/>
                  <a:gd name="T2" fmla="*/ 1 w 2"/>
                  <a:gd name="T3" fmla="*/ 0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1" y="0"/>
                      <a:pt x="1" y="0"/>
                    </a:cubicBezTo>
                    <a:cubicBezTo>
                      <a:pt x="1" y="0"/>
                      <a:pt x="2"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0" name="Freeform 274"/>
              <p:cNvSpPr/>
              <p:nvPr/>
            </p:nvSpPr>
            <p:spPr bwMode="auto">
              <a:xfrm>
                <a:off x="4007" y="30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1" name="Freeform 275"/>
              <p:cNvSpPr/>
              <p:nvPr/>
            </p:nvSpPr>
            <p:spPr bwMode="auto">
              <a:xfrm>
                <a:off x="3598" y="18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2" name="Freeform 276"/>
              <p:cNvSpPr/>
              <p:nvPr/>
            </p:nvSpPr>
            <p:spPr bwMode="auto">
              <a:xfrm>
                <a:off x="4005" y="3074"/>
                <a:ext cx="2"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0" y="1"/>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3" name="Freeform 277"/>
              <p:cNvSpPr/>
              <p:nvPr/>
            </p:nvSpPr>
            <p:spPr bwMode="auto">
              <a:xfrm>
                <a:off x="4007" y="30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4" name="Freeform 278"/>
              <p:cNvSpPr/>
              <p:nvPr/>
            </p:nvSpPr>
            <p:spPr bwMode="auto">
              <a:xfrm>
                <a:off x="3598" y="182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5" name="Freeform 279"/>
              <p:cNvSpPr/>
              <p:nvPr/>
            </p:nvSpPr>
            <p:spPr bwMode="auto">
              <a:xfrm>
                <a:off x="3598" y="1823"/>
                <a:ext cx="2" cy="0"/>
              </a:xfrm>
              <a:custGeom>
                <a:avLst/>
                <a:gdLst>
                  <a:gd name="T0" fmla="*/ 1 w 1"/>
                  <a:gd name="T1" fmla="*/ 1 w 1"/>
                  <a:gd name="T2" fmla="*/ 0 w 1"/>
                  <a:gd name="T3" fmla="*/ 0 w 1"/>
                  <a:gd name="T4" fmla="*/ 0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0" y="0"/>
                      <a:pt x="0" y="0"/>
                    </a:cubicBezTo>
                    <a:cubicBezTo>
                      <a:pt x="0"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6" name="Freeform 280"/>
              <p:cNvSpPr/>
              <p:nvPr/>
            </p:nvSpPr>
            <p:spPr bwMode="auto">
              <a:xfrm>
                <a:off x="4009" y="308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7" name="Freeform 281"/>
              <p:cNvSpPr/>
              <p:nvPr/>
            </p:nvSpPr>
            <p:spPr bwMode="auto">
              <a:xfrm>
                <a:off x="3602"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8" name="Freeform 282"/>
              <p:cNvSpPr/>
              <p:nvPr/>
            </p:nvSpPr>
            <p:spPr bwMode="auto">
              <a:xfrm>
                <a:off x="3929" y="1870"/>
                <a:ext cx="4" cy="8"/>
              </a:xfrm>
              <a:custGeom>
                <a:avLst/>
                <a:gdLst>
                  <a:gd name="T0" fmla="*/ 2 w 2"/>
                  <a:gd name="T1" fmla="*/ 1 h 4"/>
                  <a:gd name="T2" fmla="*/ 1 w 2"/>
                  <a:gd name="T3" fmla="*/ 4 h 4"/>
                  <a:gd name="T4" fmla="*/ 2 w 2"/>
                  <a:gd name="T5" fmla="*/ 1 h 4"/>
                </a:gdLst>
                <a:ahLst/>
                <a:cxnLst>
                  <a:cxn ang="0">
                    <a:pos x="T0" y="T1"/>
                  </a:cxn>
                  <a:cxn ang="0">
                    <a:pos x="T2" y="T3"/>
                  </a:cxn>
                  <a:cxn ang="0">
                    <a:pos x="T4" y="T5"/>
                  </a:cxn>
                </a:cxnLst>
                <a:rect l="0" t="0" r="r" b="b"/>
                <a:pathLst>
                  <a:path w="2" h="4">
                    <a:moveTo>
                      <a:pt x="2" y="1"/>
                    </a:moveTo>
                    <a:cubicBezTo>
                      <a:pt x="2" y="1"/>
                      <a:pt x="0" y="1"/>
                      <a:pt x="1" y="4"/>
                    </a:cubicBezTo>
                    <a:cubicBezTo>
                      <a:pt x="1" y="0"/>
                      <a:pt x="2" y="4"/>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9" name="Freeform 283"/>
              <p:cNvSpPr/>
              <p:nvPr/>
            </p:nvSpPr>
            <p:spPr bwMode="auto">
              <a:xfrm>
                <a:off x="3687" y="1579"/>
                <a:ext cx="4" cy="4"/>
              </a:xfrm>
              <a:custGeom>
                <a:avLst/>
                <a:gdLst>
                  <a:gd name="T0" fmla="*/ 0 w 4"/>
                  <a:gd name="T1" fmla="*/ 4 h 4"/>
                  <a:gd name="T2" fmla="*/ 4 w 4"/>
                  <a:gd name="T3" fmla="*/ 0 h 4"/>
                  <a:gd name="T4" fmla="*/ 0 w 4"/>
                  <a:gd name="T5" fmla="*/ 2 h 4"/>
                  <a:gd name="T6" fmla="*/ 0 w 4"/>
                  <a:gd name="T7" fmla="*/ 4 h 4"/>
                </a:gdLst>
                <a:ahLst/>
                <a:cxnLst>
                  <a:cxn ang="0">
                    <a:pos x="T0" y="T1"/>
                  </a:cxn>
                  <a:cxn ang="0">
                    <a:pos x="T2" y="T3"/>
                  </a:cxn>
                  <a:cxn ang="0">
                    <a:pos x="T4" y="T5"/>
                  </a:cxn>
                  <a:cxn ang="0">
                    <a:pos x="T6" y="T7"/>
                  </a:cxn>
                </a:cxnLst>
                <a:rect l="0" t="0" r="r" b="b"/>
                <a:pathLst>
                  <a:path w="4" h="4">
                    <a:moveTo>
                      <a:pt x="0" y="4"/>
                    </a:moveTo>
                    <a:lnTo>
                      <a:pt x="4" y="0"/>
                    </a:lnTo>
                    <a:lnTo>
                      <a:pt x="0" y="2"/>
                    </a:lnTo>
                    <a:lnTo>
                      <a:pt x="0"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0" name="Freeform 284"/>
              <p:cNvSpPr/>
              <p:nvPr/>
            </p:nvSpPr>
            <p:spPr bwMode="auto">
              <a:xfrm>
                <a:off x="4086" y="1583"/>
                <a:ext cx="8" cy="4"/>
              </a:xfrm>
              <a:custGeom>
                <a:avLst/>
                <a:gdLst>
                  <a:gd name="T0" fmla="*/ 2 w 4"/>
                  <a:gd name="T1" fmla="*/ 2 h 2"/>
                  <a:gd name="T2" fmla="*/ 1 w 4"/>
                  <a:gd name="T3" fmla="*/ 0 h 2"/>
                  <a:gd name="T4" fmla="*/ 2 w 4"/>
                  <a:gd name="T5" fmla="*/ 2 h 2"/>
                </a:gdLst>
                <a:ahLst/>
                <a:cxnLst>
                  <a:cxn ang="0">
                    <a:pos x="T0" y="T1"/>
                  </a:cxn>
                  <a:cxn ang="0">
                    <a:pos x="T2" y="T3"/>
                  </a:cxn>
                  <a:cxn ang="0">
                    <a:pos x="T4" y="T5"/>
                  </a:cxn>
                </a:cxnLst>
                <a:rect l="0" t="0" r="r" b="b"/>
                <a:pathLst>
                  <a:path w="4" h="2">
                    <a:moveTo>
                      <a:pt x="2" y="2"/>
                    </a:moveTo>
                    <a:cubicBezTo>
                      <a:pt x="2" y="2"/>
                      <a:pt x="3" y="1"/>
                      <a:pt x="1" y="0"/>
                    </a:cubicBezTo>
                    <a:cubicBezTo>
                      <a:pt x="4" y="2"/>
                      <a:pt x="0"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1" name="Freeform 285"/>
              <p:cNvSpPr/>
              <p:nvPr/>
            </p:nvSpPr>
            <p:spPr bwMode="auto">
              <a:xfrm>
                <a:off x="3574" y="1912"/>
                <a:ext cx="2" cy="21"/>
              </a:xfrm>
              <a:custGeom>
                <a:avLst/>
                <a:gdLst>
                  <a:gd name="T0" fmla="*/ 0 w 1"/>
                  <a:gd name="T1" fmla="*/ 0 h 10"/>
                  <a:gd name="T2" fmla="*/ 1 w 1"/>
                  <a:gd name="T3" fmla="*/ 10 h 10"/>
                  <a:gd name="T4" fmla="*/ 0 w 1"/>
                  <a:gd name="T5" fmla="*/ 0 h 10"/>
                </a:gdLst>
                <a:ahLst/>
                <a:cxnLst>
                  <a:cxn ang="0">
                    <a:pos x="T0" y="T1"/>
                  </a:cxn>
                  <a:cxn ang="0">
                    <a:pos x="T2" y="T3"/>
                  </a:cxn>
                  <a:cxn ang="0">
                    <a:pos x="T4" y="T5"/>
                  </a:cxn>
                </a:cxnLst>
                <a:rect l="0" t="0" r="r" b="b"/>
                <a:pathLst>
                  <a:path w="1" h="10">
                    <a:moveTo>
                      <a:pt x="0" y="0"/>
                    </a:moveTo>
                    <a:cubicBezTo>
                      <a:pt x="0" y="4"/>
                      <a:pt x="0" y="10"/>
                      <a:pt x="1" y="1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2" name="Freeform 286"/>
              <p:cNvSpPr>
                <a:spLocks noEditPoints="1"/>
              </p:cNvSpPr>
              <p:nvPr/>
            </p:nvSpPr>
            <p:spPr bwMode="auto">
              <a:xfrm>
                <a:off x="3559" y="1774"/>
                <a:ext cx="77" cy="91"/>
              </a:xfrm>
              <a:custGeom>
                <a:avLst/>
                <a:gdLst>
                  <a:gd name="T0" fmla="*/ 32 w 36"/>
                  <a:gd name="T1" fmla="*/ 19 h 43"/>
                  <a:gd name="T2" fmla="*/ 27 w 36"/>
                  <a:gd name="T3" fmla="*/ 2 h 43"/>
                  <a:gd name="T4" fmla="*/ 8 w 36"/>
                  <a:gd name="T5" fmla="*/ 14 h 43"/>
                  <a:gd name="T6" fmla="*/ 16 w 36"/>
                  <a:gd name="T7" fmla="*/ 25 h 43"/>
                  <a:gd name="T8" fmla="*/ 16 w 36"/>
                  <a:gd name="T9" fmla="*/ 24 h 43"/>
                  <a:gd name="T10" fmla="*/ 17 w 36"/>
                  <a:gd name="T11" fmla="*/ 24 h 43"/>
                  <a:gd name="T12" fmla="*/ 17 w 36"/>
                  <a:gd name="T13" fmla="*/ 23 h 43"/>
                  <a:gd name="T14" fmla="*/ 17 w 36"/>
                  <a:gd name="T15" fmla="*/ 24 h 43"/>
                  <a:gd name="T16" fmla="*/ 19 w 36"/>
                  <a:gd name="T17" fmla="*/ 23 h 43"/>
                  <a:gd name="T18" fmla="*/ 18 w 36"/>
                  <a:gd name="T19" fmla="*/ 24 h 43"/>
                  <a:gd name="T20" fmla="*/ 17 w 36"/>
                  <a:gd name="T21" fmla="*/ 24 h 43"/>
                  <a:gd name="T22" fmla="*/ 19 w 36"/>
                  <a:gd name="T23" fmla="*/ 23 h 43"/>
                  <a:gd name="T24" fmla="*/ 20 w 36"/>
                  <a:gd name="T25" fmla="*/ 23 h 43"/>
                  <a:gd name="T26" fmla="*/ 21 w 36"/>
                  <a:gd name="T27" fmla="*/ 24 h 43"/>
                  <a:gd name="T28" fmla="*/ 21 w 36"/>
                  <a:gd name="T29" fmla="*/ 23 h 43"/>
                  <a:gd name="T30" fmla="*/ 21 w 36"/>
                  <a:gd name="T31" fmla="*/ 23 h 43"/>
                  <a:gd name="T32" fmla="*/ 21 w 36"/>
                  <a:gd name="T33" fmla="*/ 23 h 43"/>
                  <a:gd name="T34" fmla="*/ 21 w 36"/>
                  <a:gd name="T35" fmla="*/ 24 h 43"/>
                  <a:gd name="T36" fmla="*/ 22 w 36"/>
                  <a:gd name="T37" fmla="*/ 24 h 43"/>
                  <a:gd name="T38" fmla="*/ 22 w 36"/>
                  <a:gd name="T39" fmla="*/ 24 h 43"/>
                  <a:gd name="T40" fmla="*/ 22 w 36"/>
                  <a:gd name="T41" fmla="*/ 19 h 43"/>
                  <a:gd name="T42" fmla="*/ 22 w 36"/>
                  <a:gd name="T43" fmla="*/ 19 h 43"/>
                  <a:gd name="T44" fmla="*/ 23 w 36"/>
                  <a:gd name="T45" fmla="*/ 23 h 43"/>
                  <a:gd name="T46" fmla="*/ 27 w 36"/>
                  <a:gd name="T47" fmla="*/ 24 h 43"/>
                  <a:gd name="T48" fmla="*/ 25 w 36"/>
                  <a:gd name="T49" fmla="*/ 24 h 43"/>
                  <a:gd name="T50" fmla="*/ 25 w 36"/>
                  <a:gd name="T51" fmla="*/ 24 h 43"/>
                  <a:gd name="T52" fmla="*/ 26 w 36"/>
                  <a:gd name="T53" fmla="*/ 23 h 43"/>
                  <a:gd name="T54" fmla="*/ 25 w 36"/>
                  <a:gd name="T55" fmla="*/ 24 h 43"/>
                  <a:gd name="T56" fmla="*/ 24 w 36"/>
                  <a:gd name="T57" fmla="*/ 24 h 43"/>
                  <a:gd name="T58" fmla="*/ 24 w 36"/>
                  <a:gd name="T59" fmla="*/ 22 h 43"/>
                  <a:gd name="T60" fmla="*/ 24 w 36"/>
                  <a:gd name="T61" fmla="*/ 24 h 43"/>
                  <a:gd name="T62" fmla="*/ 23 w 36"/>
                  <a:gd name="T63" fmla="*/ 24 h 43"/>
                  <a:gd name="T64" fmla="*/ 23 w 36"/>
                  <a:gd name="T65" fmla="*/ 24 h 43"/>
                  <a:gd name="T66" fmla="*/ 24 w 36"/>
                  <a:gd name="T67" fmla="*/ 24 h 43"/>
                  <a:gd name="T68" fmla="*/ 24 w 36"/>
                  <a:gd name="T69" fmla="*/ 24 h 43"/>
                  <a:gd name="T70" fmla="*/ 25 w 36"/>
                  <a:gd name="T71" fmla="*/ 24 h 43"/>
                  <a:gd name="T72" fmla="*/ 29 w 36"/>
                  <a:gd name="T73" fmla="*/ 24 h 43"/>
                  <a:gd name="T74" fmla="*/ 26 w 36"/>
                  <a:gd name="T75" fmla="*/ 24 h 43"/>
                  <a:gd name="T76" fmla="*/ 24 w 36"/>
                  <a:gd name="T77" fmla="*/ 22 h 43"/>
                  <a:gd name="T78" fmla="*/ 23 w 36"/>
                  <a:gd name="T79" fmla="*/ 21 h 43"/>
                  <a:gd name="T80" fmla="*/ 24 w 36"/>
                  <a:gd name="T81" fmla="*/ 21 h 43"/>
                  <a:gd name="T82" fmla="*/ 24 w 36"/>
                  <a:gd name="T83" fmla="*/ 21 h 43"/>
                  <a:gd name="T84" fmla="*/ 23 w 36"/>
                  <a:gd name="T85" fmla="*/ 20 h 43"/>
                  <a:gd name="T86" fmla="*/ 22 w 36"/>
                  <a:gd name="T87" fmla="*/ 19 h 43"/>
                  <a:gd name="T88" fmla="*/ 22 w 36"/>
                  <a:gd name="T89" fmla="*/ 20 h 43"/>
                  <a:gd name="T90" fmla="*/ 21 w 36"/>
                  <a:gd name="T91" fmla="*/ 19 h 43"/>
                  <a:gd name="T92" fmla="*/ 22 w 36"/>
                  <a:gd name="T93" fmla="*/ 21 h 43"/>
                  <a:gd name="T94" fmla="*/ 20 w 36"/>
                  <a:gd name="T95" fmla="*/ 21 h 43"/>
                  <a:gd name="T96" fmla="*/ 17 w 36"/>
                  <a:gd name="T97" fmla="*/ 20 h 43"/>
                  <a:gd name="T98" fmla="*/ 20 w 36"/>
                  <a:gd name="T99" fmla="*/ 19 h 43"/>
                  <a:gd name="T100" fmla="*/ 18 w 36"/>
                  <a:gd name="T101" fmla="*/ 18 h 43"/>
                  <a:gd name="T102" fmla="*/ 19 w 36"/>
                  <a:gd name="T103" fmla="*/ 18 h 43"/>
                  <a:gd name="T104" fmla="*/ 20 w 36"/>
                  <a:gd name="T105" fmla="*/ 18 h 43"/>
                  <a:gd name="T106" fmla="*/ 21 w 36"/>
                  <a:gd name="T107" fmla="*/ 19 h 43"/>
                  <a:gd name="T108" fmla="*/ 20 w 36"/>
                  <a:gd name="T109" fmla="*/ 18 h 43"/>
                  <a:gd name="T110" fmla="*/ 18 w 36"/>
                  <a:gd name="T111" fmla="*/ 18 h 43"/>
                  <a:gd name="T112" fmla="*/ 18 w 36"/>
                  <a:gd name="T113" fmla="*/ 18 h 43"/>
                  <a:gd name="T114" fmla="*/ 15 w 36"/>
                  <a:gd name="T115" fmla="*/ 18 h 43"/>
                  <a:gd name="T116" fmla="*/ 18 w 36"/>
                  <a:gd name="T117" fmla="*/ 18 h 43"/>
                  <a:gd name="T118" fmla="*/ 18 w 36"/>
                  <a:gd name="T119" fmla="*/ 18 h 43"/>
                  <a:gd name="T120" fmla="*/ 17 w 36"/>
                  <a:gd name="T121" fmla="*/ 19 h 43"/>
                  <a:gd name="T122" fmla="*/ 16 w 36"/>
                  <a:gd name="T123" fmla="*/ 25 h 43"/>
                  <a:gd name="T124" fmla="*/ 14 w 36"/>
                  <a:gd name="T125" fmla="*/ 2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 h="43">
                    <a:moveTo>
                      <a:pt x="5" y="16"/>
                    </a:moveTo>
                    <a:cubicBezTo>
                      <a:pt x="6" y="19"/>
                      <a:pt x="3" y="20"/>
                      <a:pt x="0" y="23"/>
                    </a:cubicBezTo>
                    <a:cubicBezTo>
                      <a:pt x="0" y="23"/>
                      <a:pt x="1" y="25"/>
                      <a:pt x="1" y="28"/>
                    </a:cubicBezTo>
                    <a:cubicBezTo>
                      <a:pt x="5" y="39"/>
                      <a:pt x="13" y="43"/>
                      <a:pt x="19" y="41"/>
                    </a:cubicBezTo>
                    <a:cubicBezTo>
                      <a:pt x="18" y="40"/>
                      <a:pt x="18" y="39"/>
                      <a:pt x="19" y="39"/>
                    </a:cubicBezTo>
                    <a:cubicBezTo>
                      <a:pt x="19" y="39"/>
                      <a:pt x="19" y="39"/>
                      <a:pt x="19" y="39"/>
                    </a:cubicBezTo>
                    <a:cubicBezTo>
                      <a:pt x="19" y="38"/>
                      <a:pt x="19" y="38"/>
                      <a:pt x="19" y="38"/>
                    </a:cubicBezTo>
                    <a:cubicBezTo>
                      <a:pt x="19" y="38"/>
                      <a:pt x="19" y="39"/>
                      <a:pt x="19" y="40"/>
                    </a:cubicBezTo>
                    <a:cubicBezTo>
                      <a:pt x="20" y="39"/>
                      <a:pt x="21" y="39"/>
                      <a:pt x="23" y="39"/>
                    </a:cubicBezTo>
                    <a:cubicBezTo>
                      <a:pt x="22" y="36"/>
                      <a:pt x="23" y="38"/>
                      <a:pt x="23" y="36"/>
                    </a:cubicBezTo>
                    <a:cubicBezTo>
                      <a:pt x="23" y="37"/>
                      <a:pt x="23" y="37"/>
                      <a:pt x="23" y="37"/>
                    </a:cubicBezTo>
                    <a:cubicBezTo>
                      <a:pt x="23" y="36"/>
                      <a:pt x="23" y="36"/>
                      <a:pt x="25" y="38"/>
                    </a:cubicBezTo>
                    <a:cubicBezTo>
                      <a:pt x="29" y="38"/>
                      <a:pt x="31" y="35"/>
                      <a:pt x="33" y="33"/>
                    </a:cubicBezTo>
                    <a:cubicBezTo>
                      <a:pt x="36" y="30"/>
                      <a:pt x="36" y="26"/>
                      <a:pt x="36" y="21"/>
                    </a:cubicBezTo>
                    <a:cubicBezTo>
                      <a:pt x="33" y="20"/>
                      <a:pt x="35" y="19"/>
                      <a:pt x="32" y="19"/>
                    </a:cubicBezTo>
                    <a:cubicBezTo>
                      <a:pt x="33" y="19"/>
                      <a:pt x="33" y="19"/>
                      <a:pt x="33" y="19"/>
                    </a:cubicBezTo>
                    <a:cubicBezTo>
                      <a:pt x="31" y="18"/>
                      <a:pt x="33" y="18"/>
                      <a:pt x="34" y="17"/>
                    </a:cubicBezTo>
                    <a:cubicBezTo>
                      <a:pt x="33" y="17"/>
                      <a:pt x="34" y="17"/>
                      <a:pt x="32" y="17"/>
                    </a:cubicBezTo>
                    <a:cubicBezTo>
                      <a:pt x="30" y="17"/>
                      <a:pt x="35" y="17"/>
                      <a:pt x="34" y="16"/>
                    </a:cubicBezTo>
                    <a:cubicBezTo>
                      <a:pt x="34" y="16"/>
                      <a:pt x="33" y="17"/>
                      <a:pt x="33" y="16"/>
                    </a:cubicBezTo>
                    <a:cubicBezTo>
                      <a:pt x="31" y="16"/>
                      <a:pt x="34" y="17"/>
                      <a:pt x="36" y="15"/>
                    </a:cubicBezTo>
                    <a:cubicBezTo>
                      <a:pt x="35" y="13"/>
                      <a:pt x="32" y="12"/>
                      <a:pt x="33" y="10"/>
                    </a:cubicBezTo>
                    <a:cubicBezTo>
                      <a:pt x="33" y="11"/>
                      <a:pt x="32" y="11"/>
                      <a:pt x="32" y="11"/>
                    </a:cubicBezTo>
                    <a:cubicBezTo>
                      <a:pt x="35" y="9"/>
                      <a:pt x="31" y="11"/>
                      <a:pt x="32" y="10"/>
                    </a:cubicBezTo>
                    <a:cubicBezTo>
                      <a:pt x="33" y="10"/>
                      <a:pt x="33" y="10"/>
                      <a:pt x="33" y="10"/>
                    </a:cubicBezTo>
                    <a:cubicBezTo>
                      <a:pt x="34" y="9"/>
                      <a:pt x="32" y="9"/>
                      <a:pt x="32" y="7"/>
                    </a:cubicBezTo>
                    <a:cubicBezTo>
                      <a:pt x="30" y="7"/>
                      <a:pt x="32" y="5"/>
                      <a:pt x="30" y="5"/>
                    </a:cubicBezTo>
                    <a:cubicBezTo>
                      <a:pt x="31" y="5"/>
                      <a:pt x="30" y="4"/>
                      <a:pt x="30" y="4"/>
                    </a:cubicBezTo>
                    <a:cubicBezTo>
                      <a:pt x="27" y="6"/>
                      <a:pt x="29" y="1"/>
                      <a:pt x="27" y="3"/>
                    </a:cubicBezTo>
                    <a:cubicBezTo>
                      <a:pt x="27" y="2"/>
                      <a:pt x="27" y="2"/>
                      <a:pt x="27" y="2"/>
                    </a:cubicBezTo>
                    <a:cubicBezTo>
                      <a:pt x="25" y="1"/>
                      <a:pt x="21" y="0"/>
                      <a:pt x="18" y="3"/>
                    </a:cubicBezTo>
                    <a:cubicBezTo>
                      <a:pt x="16" y="3"/>
                      <a:pt x="12" y="1"/>
                      <a:pt x="13" y="3"/>
                    </a:cubicBezTo>
                    <a:cubicBezTo>
                      <a:pt x="13" y="5"/>
                      <a:pt x="13" y="5"/>
                      <a:pt x="13" y="5"/>
                    </a:cubicBezTo>
                    <a:cubicBezTo>
                      <a:pt x="13" y="5"/>
                      <a:pt x="13" y="4"/>
                      <a:pt x="12" y="3"/>
                    </a:cubicBezTo>
                    <a:cubicBezTo>
                      <a:pt x="13" y="5"/>
                      <a:pt x="11" y="4"/>
                      <a:pt x="11" y="4"/>
                    </a:cubicBezTo>
                    <a:cubicBezTo>
                      <a:pt x="11" y="5"/>
                      <a:pt x="11" y="5"/>
                      <a:pt x="11" y="6"/>
                    </a:cubicBezTo>
                    <a:cubicBezTo>
                      <a:pt x="9" y="4"/>
                      <a:pt x="11" y="8"/>
                      <a:pt x="9" y="7"/>
                    </a:cubicBezTo>
                    <a:cubicBezTo>
                      <a:pt x="12" y="9"/>
                      <a:pt x="10" y="8"/>
                      <a:pt x="10" y="9"/>
                    </a:cubicBezTo>
                    <a:cubicBezTo>
                      <a:pt x="10" y="9"/>
                      <a:pt x="10" y="9"/>
                      <a:pt x="9" y="8"/>
                    </a:cubicBezTo>
                    <a:cubicBezTo>
                      <a:pt x="9" y="9"/>
                      <a:pt x="9" y="9"/>
                      <a:pt x="8" y="9"/>
                    </a:cubicBezTo>
                    <a:cubicBezTo>
                      <a:pt x="8" y="9"/>
                      <a:pt x="10" y="10"/>
                      <a:pt x="9" y="10"/>
                    </a:cubicBezTo>
                    <a:cubicBezTo>
                      <a:pt x="7" y="9"/>
                      <a:pt x="9" y="11"/>
                      <a:pt x="8" y="10"/>
                    </a:cubicBezTo>
                    <a:cubicBezTo>
                      <a:pt x="10" y="11"/>
                      <a:pt x="11" y="13"/>
                      <a:pt x="10" y="12"/>
                    </a:cubicBezTo>
                    <a:cubicBezTo>
                      <a:pt x="8" y="11"/>
                      <a:pt x="8" y="11"/>
                      <a:pt x="8" y="11"/>
                    </a:cubicBezTo>
                    <a:cubicBezTo>
                      <a:pt x="9" y="12"/>
                      <a:pt x="5" y="12"/>
                      <a:pt x="8" y="14"/>
                    </a:cubicBezTo>
                    <a:cubicBezTo>
                      <a:pt x="6" y="13"/>
                      <a:pt x="6" y="13"/>
                      <a:pt x="6" y="13"/>
                    </a:cubicBezTo>
                    <a:cubicBezTo>
                      <a:pt x="8" y="15"/>
                      <a:pt x="6" y="15"/>
                      <a:pt x="8" y="17"/>
                    </a:cubicBezTo>
                    <a:cubicBezTo>
                      <a:pt x="8" y="17"/>
                      <a:pt x="7" y="17"/>
                      <a:pt x="7" y="17"/>
                    </a:cubicBezTo>
                    <a:cubicBezTo>
                      <a:pt x="6" y="17"/>
                      <a:pt x="5" y="16"/>
                      <a:pt x="5" y="16"/>
                    </a:cubicBezTo>
                    <a:close/>
                    <a:moveTo>
                      <a:pt x="16" y="26"/>
                    </a:moveTo>
                    <a:cubicBezTo>
                      <a:pt x="16" y="26"/>
                      <a:pt x="16" y="26"/>
                      <a:pt x="16" y="26"/>
                    </a:cubicBezTo>
                    <a:cubicBezTo>
                      <a:pt x="16" y="27"/>
                      <a:pt x="16" y="27"/>
                      <a:pt x="16" y="26"/>
                    </a:cubicBezTo>
                    <a:close/>
                    <a:moveTo>
                      <a:pt x="17" y="24"/>
                    </a:moveTo>
                    <a:cubicBezTo>
                      <a:pt x="17" y="25"/>
                      <a:pt x="16" y="25"/>
                      <a:pt x="17" y="27"/>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7" y="24"/>
                    </a:cubicBezTo>
                    <a:cubicBezTo>
                      <a:pt x="17" y="25"/>
                      <a:pt x="17" y="25"/>
                      <a:pt x="17" y="24"/>
                    </a:cubicBezTo>
                    <a:close/>
                    <a:moveTo>
                      <a:pt x="16" y="25"/>
                    </a:move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6" y="24"/>
                    </a:cubicBezTo>
                    <a:cubicBezTo>
                      <a:pt x="16" y="25"/>
                      <a:pt x="17" y="23"/>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6" y="25"/>
                      <a:pt x="17" y="24"/>
                      <a:pt x="16" y="24"/>
                    </a:cubicBezTo>
                    <a:cubicBezTo>
                      <a:pt x="17" y="24"/>
                      <a:pt x="17" y="24"/>
                      <a:pt x="17" y="24"/>
                    </a:cubicBezTo>
                    <a:cubicBezTo>
                      <a:pt x="17" y="24"/>
                      <a:pt x="17" y="24"/>
                      <a:pt x="17" y="24"/>
                    </a:cubicBezTo>
                    <a:cubicBezTo>
                      <a:pt x="17" y="24"/>
                      <a:pt x="16" y="24"/>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lose/>
                    <a:moveTo>
                      <a:pt x="17" y="24"/>
                    </a:move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8" y="23"/>
                      <a:pt x="18" y="23"/>
                      <a:pt x="18" y="23"/>
                    </a:cubicBezTo>
                    <a:cubicBezTo>
                      <a:pt x="18"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ubicBezTo>
                      <a:pt x="18" y="25"/>
                      <a:pt x="17" y="24"/>
                      <a:pt x="17" y="24"/>
                    </a:cubicBezTo>
                    <a:close/>
                    <a:moveTo>
                      <a:pt x="18" y="24"/>
                    </a:moveTo>
                    <a:cubicBezTo>
                      <a:pt x="18" y="24"/>
                      <a:pt x="18" y="24"/>
                      <a:pt x="18" y="24"/>
                    </a:cubicBezTo>
                    <a:cubicBezTo>
                      <a:pt x="18" y="24"/>
                      <a:pt x="18" y="24"/>
                      <a:pt x="18" y="24"/>
                    </a:cubicBezTo>
                    <a:cubicBezTo>
                      <a:pt x="18" y="24"/>
                      <a:pt x="18" y="24"/>
                      <a:pt x="18" y="24"/>
                    </a:cubicBezTo>
                    <a:close/>
                    <a:moveTo>
                      <a:pt x="20" y="23"/>
                    </a:moveTo>
                    <a:cubicBezTo>
                      <a:pt x="20" y="23"/>
                      <a:pt x="20" y="23"/>
                      <a:pt x="20" y="23"/>
                    </a:cubicBezTo>
                    <a:cubicBezTo>
                      <a:pt x="20" y="23"/>
                      <a:pt x="19" y="23"/>
                      <a:pt x="19" y="23"/>
                    </a:cubicBezTo>
                    <a:cubicBezTo>
                      <a:pt x="19" y="23"/>
                      <a:pt x="18" y="23"/>
                      <a:pt x="18" y="24"/>
                    </a:cubicBezTo>
                    <a:cubicBezTo>
                      <a:pt x="18" y="24"/>
                      <a:pt x="18" y="24"/>
                      <a:pt x="18" y="24"/>
                    </a:cubicBezTo>
                    <a:cubicBezTo>
                      <a:pt x="19" y="23"/>
                      <a:pt x="19" y="23"/>
                      <a:pt x="18" y="24"/>
                    </a:cubicBezTo>
                    <a:cubicBezTo>
                      <a:pt x="19" y="23"/>
                      <a:pt x="19" y="23"/>
                      <a:pt x="19" y="23"/>
                    </a:cubicBezTo>
                    <a:cubicBezTo>
                      <a:pt x="19" y="23"/>
                      <a:pt x="19" y="23"/>
                      <a:pt x="19" y="24"/>
                    </a:cubicBezTo>
                    <a:cubicBezTo>
                      <a:pt x="19" y="24"/>
                      <a:pt x="19" y="24"/>
                      <a:pt x="19" y="24"/>
                    </a:cubicBezTo>
                    <a:cubicBezTo>
                      <a:pt x="19" y="24"/>
                      <a:pt x="19" y="24"/>
                      <a:pt x="19" y="24"/>
                    </a:cubicBezTo>
                    <a:cubicBezTo>
                      <a:pt x="19" y="24"/>
                      <a:pt x="19" y="24"/>
                      <a:pt x="19" y="24"/>
                    </a:cubicBezTo>
                    <a:cubicBezTo>
                      <a:pt x="19" y="24"/>
                      <a:pt x="18" y="25"/>
                      <a:pt x="19" y="26"/>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3"/>
                      <a:pt x="17" y="23"/>
                    </a:cubicBezTo>
                    <a:cubicBezTo>
                      <a:pt x="17" y="23"/>
                      <a:pt x="18" y="23"/>
                      <a:pt x="18" y="23"/>
                    </a:cubicBezTo>
                    <a:cubicBezTo>
                      <a:pt x="18" y="23"/>
                      <a:pt x="18" y="23"/>
                      <a:pt x="18" y="24"/>
                    </a:cubicBezTo>
                    <a:cubicBezTo>
                      <a:pt x="18" y="24"/>
                      <a:pt x="18" y="24"/>
                      <a:pt x="18" y="24"/>
                    </a:cubicBezTo>
                    <a:cubicBezTo>
                      <a:pt x="18" y="23"/>
                      <a:pt x="18" y="23"/>
                      <a:pt x="18" y="23"/>
                    </a:cubicBezTo>
                    <a:cubicBezTo>
                      <a:pt x="18" y="23"/>
                      <a:pt x="18" y="23"/>
                      <a:pt x="18" y="23"/>
                    </a:cubicBezTo>
                    <a:cubicBezTo>
                      <a:pt x="18" y="22"/>
                      <a:pt x="17" y="22"/>
                      <a:pt x="17" y="22"/>
                    </a:cubicBezTo>
                    <a:cubicBezTo>
                      <a:pt x="18" y="22"/>
                      <a:pt x="18" y="23"/>
                      <a:pt x="18" y="23"/>
                    </a:cubicBezTo>
                    <a:cubicBezTo>
                      <a:pt x="19" y="22"/>
                      <a:pt x="19" y="22"/>
                      <a:pt x="19" y="22"/>
                    </a:cubicBezTo>
                    <a:cubicBezTo>
                      <a:pt x="19" y="22"/>
                      <a:pt x="19" y="23"/>
                      <a:pt x="19" y="23"/>
                    </a:cubicBezTo>
                    <a:cubicBezTo>
                      <a:pt x="19"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1"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4"/>
                    </a:moveTo>
                    <a:cubicBezTo>
                      <a:pt x="21" y="24"/>
                      <a:pt x="21" y="24"/>
                      <a:pt x="21" y="24"/>
                    </a:cubicBezTo>
                    <a:cubicBezTo>
                      <a:pt x="20" y="24"/>
                      <a:pt x="20" y="24"/>
                      <a:pt x="20" y="24"/>
                    </a:cubicBezTo>
                    <a:cubicBezTo>
                      <a:pt x="20"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lose/>
                    <a:moveTo>
                      <a:pt x="20" y="24"/>
                    </a:moveTo>
                    <a:cubicBezTo>
                      <a:pt x="20" y="24"/>
                      <a:pt x="20" y="24"/>
                      <a:pt x="20" y="24"/>
                    </a:cubicBezTo>
                    <a:cubicBezTo>
                      <a:pt x="20" y="24"/>
                      <a:pt x="20" y="24"/>
                      <a:pt x="20" y="24"/>
                    </a:cubicBezTo>
                    <a:cubicBezTo>
                      <a:pt x="20" y="24"/>
                      <a:pt x="20" y="24"/>
                      <a:pt x="20" y="24"/>
                    </a:cubicBezTo>
                    <a:cubicBezTo>
                      <a:pt x="20" y="24"/>
                      <a:pt x="20" y="24"/>
                      <a:pt x="20" y="24"/>
                    </a:cubicBezTo>
                    <a:close/>
                    <a:moveTo>
                      <a:pt x="20" y="24"/>
                    </a:moveTo>
                    <a:cubicBezTo>
                      <a:pt x="20" y="24"/>
                      <a:pt x="20" y="24"/>
                      <a:pt x="20" y="24"/>
                    </a:cubicBezTo>
                    <a:cubicBezTo>
                      <a:pt x="21" y="24"/>
                      <a:pt x="21" y="24"/>
                      <a:pt x="21" y="25"/>
                    </a:cubicBezTo>
                    <a:lnTo>
                      <a:pt x="20" y="24"/>
                    </a:ln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2" y="25"/>
                    </a:cubicBezTo>
                    <a:lnTo>
                      <a:pt x="21" y="24"/>
                    </a:lnTo>
                    <a:close/>
                    <a:moveTo>
                      <a:pt x="22" y="23"/>
                    </a:moveTo>
                    <a:cubicBezTo>
                      <a:pt x="21" y="23"/>
                      <a:pt x="21" y="23"/>
                      <a:pt x="21" y="23"/>
                    </a:cubicBezTo>
                    <a:cubicBezTo>
                      <a:pt x="22" y="23"/>
                      <a:pt x="22" y="23"/>
                      <a:pt x="22" y="23"/>
                    </a:cubicBezTo>
                    <a:cubicBezTo>
                      <a:pt x="22" y="23"/>
                      <a:pt x="22" y="23"/>
                      <a:pt x="22" y="23"/>
                    </a:cubicBezTo>
                    <a:cubicBezTo>
                      <a:pt x="22" y="23"/>
                      <a:pt x="22" y="23"/>
                      <a:pt x="22" y="23"/>
                    </a:cubicBezTo>
                    <a:close/>
                    <a:moveTo>
                      <a:pt x="22" y="23"/>
                    </a:moveTo>
                    <a:cubicBezTo>
                      <a:pt x="22" y="23"/>
                      <a:pt x="22" y="23"/>
                      <a:pt x="22" y="23"/>
                    </a:cubicBezTo>
                    <a:cubicBezTo>
                      <a:pt x="22" y="24"/>
                      <a:pt x="22" y="24"/>
                      <a:pt x="22" y="24"/>
                    </a:cubicBezTo>
                    <a:cubicBezTo>
                      <a:pt x="22" y="24"/>
                      <a:pt x="22" y="24"/>
                      <a:pt x="22" y="24"/>
                    </a:cubicBezTo>
                    <a:cubicBezTo>
                      <a:pt x="22" y="24"/>
                      <a:pt x="22" y="24"/>
                      <a:pt x="22" y="24"/>
                    </a:cubicBezTo>
                    <a:lnTo>
                      <a:pt x="22" y="23"/>
                    </a:lnTo>
                    <a:close/>
                    <a:moveTo>
                      <a:pt x="22" y="23"/>
                    </a:moveTo>
                    <a:cubicBezTo>
                      <a:pt x="22" y="23"/>
                      <a:pt x="22" y="23"/>
                      <a:pt x="22" y="23"/>
                    </a:cubicBezTo>
                    <a:cubicBezTo>
                      <a:pt x="22" y="23"/>
                      <a:pt x="22" y="23"/>
                      <a:pt x="22" y="23"/>
                    </a:cubicBezTo>
                    <a:cubicBezTo>
                      <a:pt x="22" y="23"/>
                      <a:pt x="22" y="23"/>
                      <a:pt x="22" y="23"/>
                    </a:cubicBezTo>
                    <a:close/>
                    <a:moveTo>
                      <a:pt x="22" y="24"/>
                    </a:moveTo>
                    <a:cubicBezTo>
                      <a:pt x="22" y="24"/>
                      <a:pt x="22" y="24"/>
                      <a:pt x="22" y="24"/>
                    </a:cubicBezTo>
                    <a:cubicBezTo>
                      <a:pt x="22" y="24"/>
                      <a:pt x="22" y="24"/>
                      <a:pt x="22" y="24"/>
                    </a:cubicBez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ubicBezTo>
                      <a:pt x="22" y="24"/>
                      <a:pt x="23" y="24"/>
                      <a:pt x="22" y="24"/>
                    </a:cubicBezTo>
                    <a:close/>
                    <a:moveTo>
                      <a:pt x="22" y="22"/>
                    </a:moveTo>
                    <a:cubicBezTo>
                      <a:pt x="22" y="22"/>
                      <a:pt x="22" y="22"/>
                      <a:pt x="22" y="22"/>
                    </a:cubicBezTo>
                    <a:cubicBezTo>
                      <a:pt x="23"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3" y="22"/>
                      <a:pt x="23" y="22"/>
                    </a:cubicBezTo>
                    <a:cubicBezTo>
                      <a:pt x="23" y="22"/>
                      <a:pt x="23" y="22"/>
                      <a:pt x="22" y="22"/>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20"/>
                      <a:pt x="22" y="20"/>
                      <a:pt x="22" y="20"/>
                    </a:cubicBezTo>
                    <a:cubicBezTo>
                      <a:pt x="22" y="20"/>
                      <a:pt x="22" y="20"/>
                      <a:pt x="22" y="20"/>
                    </a:cubicBezTo>
                    <a:cubicBezTo>
                      <a:pt x="22" y="19"/>
                      <a:pt x="22" y="19"/>
                      <a:pt x="22" y="19"/>
                    </a:cubicBezTo>
                    <a:cubicBezTo>
                      <a:pt x="22" y="19"/>
                      <a:pt x="22" y="19"/>
                      <a:pt x="22" y="19"/>
                    </a:cubicBezTo>
                    <a:close/>
                    <a:moveTo>
                      <a:pt x="22" y="19"/>
                    </a:moveTo>
                    <a:cubicBezTo>
                      <a:pt x="23" y="20"/>
                      <a:pt x="23" y="20"/>
                      <a:pt x="23" y="20"/>
                    </a:cubicBezTo>
                    <a:cubicBezTo>
                      <a:pt x="23" y="20"/>
                      <a:pt x="22" y="20"/>
                      <a:pt x="22" y="20"/>
                    </a:cubicBezTo>
                    <a:cubicBezTo>
                      <a:pt x="22" y="20"/>
                      <a:pt x="22" y="19"/>
                      <a:pt x="22" y="19"/>
                    </a:cubicBezTo>
                    <a:close/>
                    <a:moveTo>
                      <a:pt x="22" y="19"/>
                    </a:moveTo>
                    <a:cubicBezTo>
                      <a:pt x="22" y="19"/>
                      <a:pt x="22" y="19"/>
                      <a:pt x="22" y="19"/>
                    </a:cubicBezTo>
                    <a:cubicBezTo>
                      <a:pt x="22" y="19"/>
                      <a:pt x="22" y="19"/>
                      <a:pt x="22" y="19"/>
                    </a:cubicBezTo>
                    <a:cubicBezTo>
                      <a:pt x="23" y="20"/>
                      <a:pt x="23" y="20"/>
                      <a:pt x="23" y="20"/>
                    </a:cubicBezTo>
                    <a:cubicBezTo>
                      <a:pt x="23" y="20"/>
                      <a:pt x="23" y="20"/>
                      <a:pt x="23" y="20"/>
                    </a:cubicBezTo>
                    <a:cubicBezTo>
                      <a:pt x="23" y="20"/>
                      <a:pt x="23" y="20"/>
                      <a:pt x="22" y="19"/>
                    </a:cubicBezTo>
                    <a:close/>
                    <a:moveTo>
                      <a:pt x="22" y="20"/>
                    </a:moveTo>
                    <a:cubicBezTo>
                      <a:pt x="22" y="20"/>
                      <a:pt x="22" y="20"/>
                      <a:pt x="22" y="20"/>
                    </a:cubicBezTo>
                    <a:cubicBezTo>
                      <a:pt x="22" y="20"/>
                      <a:pt x="22" y="20"/>
                      <a:pt x="22" y="20"/>
                    </a:cubicBezTo>
                    <a:cubicBezTo>
                      <a:pt x="22" y="20"/>
                      <a:pt x="22" y="20"/>
                      <a:pt x="22" y="20"/>
                    </a:cubicBezTo>
                    <a:close/>
                    <a:moveTo>
                      <a:pt x="23" y="23"/>
                    </a:moveTo>
                    <a:cubicBezTo>
                      <a:pt x="23" y="23"/>
                      <a:pt x="23" y="22"/>
                      <a:pt x="22" y="22"/>
                    </a:cubicBezTo>
                    <a:cubicBezTo>
                      <a:pt x="22" y="22"/>
                      <a:pt x="23" y="22"/>
                      <a:pt x="23" y="22"/>
                    </a:cubicBezTo>
                    <a:cubicBezTo>
                      <a:pt x="23" y="22"/>
                      <a:pt x="23" y="22"/>
                      <a:pt x="23" y="23"/>
                    </a:cubicBezTo>
                    <a:cubicBezTo>
                      <a:pt x="23" y="23"/>
                      <a:pt x="23" y="23"/>
                      <a:pt x="23" y="23"/>
                    </a:cubicBezTo>
                    <a:close/>
                    <a:moveTo>
                      <a:pt x="23" y="22"/>
                    </a:moveTo>
                    <a:cubicBezTo>
                      <a:pt x="23" y="22"/>
                      <a:pt x="23" y="22"/>
                      <a:pt x="23" y="22"/>
                    </a:cubicBezTo>
                    <a:cubicBezTo>
                      <a:pt x="23" y="22"/>
                      <a:pt x="23" y="22"/>
                      <a:pt x="23" y="23"/>
                    </a:cubicBezTo>
                    <a:cubicBezTo>
                      <a:pt x="23" y="23"/>
                      <a:pt x="23" y="23"/>
                      <a:pt x="23" y="23"/>
                    </a:cubicBezTo>
                    <a:cubicBezTo>
                      <a:pt x="23" y="23"/>
                      <a:pt x="23" y="22"/>
                      <a:pt x="23" y="22"/>
                    </a:cubicBezTo>
                    <a:close/>
                    <a:moveTo>
                      <a:pt x="27" y="24"/>
                    </a:moveTo>
                    <a:cubicBezTo>
                      <a:pt x="26" y="24"/>
                      <a:pt x="27" y="24"/>
                      <a:pt x="27" y="24"/>
                    </a:cubicBezTo>
                    <a:cubicBezTo>
                      <a:pt x="27" y="24"/>
                      <a:pt x="27" y="24"/>
                      <a:pt x="27" y="24"/>
                    </a:cubicBezTo>
                    <a:close/>
                    <a:moveTo>
                      <a:pt x="27" y="24"/>
                    </a:moveTo>
                    <a:cubicBezTo>
                      <a:pt x="27" y="24"/>
                      <a:pt x="27" y="24"/>
                      <a:pt x="27" y="24"/>
                    </a:cubicBezTo>
                    <a:cubicBezTo>
                      <a:pt x="27" y="24"/>
                      <a:pt x="27" y="24"/>
                      <a:pt x="27" y="24"/>
                    </a:cubicBezTo>
                    <a:cubicBezTo>
                      <a:pt x="27" y="24"/>
                      <a:pt x="27" y="24"/>
                      <a:pt x="27" y="24"/>
                    </a:cubicBezTo>
                    <a:cubicBezTo>
                      <a:pt x="27" y="24"/>
                      <a:pt x="27" y="24"/>
                      <a:pt x="27" y="24"/>
                    </a:cubicBezTo>
                    <a:close/>
                    <a:moveTo>
                      <a:pt x="27" y="24"/>
                    </a:moveTo>
                    <a:cubicBezTo>
                      <a:pt x="27" y="24"/>
                      <a:pt x="27" y="24"/>
                      <a:pt x="27" y="24"/>
                    </a:cubicBezTo>
                    <a:cubicBezTo>
                      <a:pt x="27"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4"/>
                    </a:moveTo>
                    <a:cubicBezTo>
                      <a:pt x="26" y="24"/>
                      <a:pt x="26" y="24"/>
                      <a:pt x="25" y="24"/>
                    </a:cubicBezTo>
                    <a:cubicBezTo>
                      <a:pt x="26" y="24"/>
                      <a:pt x="25" y="24"/>
                      <a:pt x="26" y="24"/>
                    </a:cubicBezTo>
                    <a:cubicBezTo>
                      <a:pt x="26" y="24"/>
                      <a:pt x="26" y="24"/>
                      <a:pt x="26" y="24"/>
                    </a:cubicBezTo>
                    <a:cubicBezTo>
                      <a:pt x="26" y="24"/>
                      <a:pt x="26" y="24"/>
                      <a:pt x="26" y="24"/>
                    </a:cubicBezTo>
                    <a:close/>
                    <a:moveTo>
                      <a:pt x="26" y="24"/>
                    </a:move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6" y="24"/>
                    </a:cubicBezTo>
                    <a:close/>
                    <a:moveTo>
                      <a:pt x="25" y="24"/>
                    </a:moveTo>
                    <a:cubicBezTo>
                      <a:pt x="25" y="24"/>
                      <a:pt x="25" y="24"/>
                      <a:pt x="25" y="24"/>
                    </a:cubicBezTo>
                    <a:cubicBezTo>
                      <a:pt x="25" y="24"/>
                      <a:pt x="25" y="24"/>
                      <a:pt x="26"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6" y="24"/>
                    </a:cubicBezTo>
                    <a:cubicBezTo>
                      <a:pt x="26" y="24"/>
                      <a:pt x="26" y="24"/>
                      <a:pt x="26" y="24"/>
                    </a:cubicBezTo>
                    <a:cubicBezTo>
                      <a:pt x="26" y="24"/>
                      <a:pt x="25" y="24"/>
                      <a:pt x="25"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3"/>
                    </a:moveTo>
                    <a:cubicBezTo>
                      <a:pt x="26" y="23"/>
                      <a:pt x="26" y="23"/>
                      <a:pt x="26" y="23"/>
                    </a:cubicBezTo>
                    <a:cubicBezTo>
                      <a:pt x="26" y="23"/>
                      <a:pt x="26" y="23"/>
                      <a:pt x="26" y="23"/>
                    </a:cubicBezTo>
                    <a:cubicBezTo>
                      <a:pt x="26" y="23"/>
                      <a:pt x="26" y="23"/>
                      <a:pt x="26" y="23"/>
                    </a:cubicBezTo>
                    <a:close/>
                    <a:moveTo>
                      <a:pt x="26" y="23"/>
                    </a:moveTo>
                    <a:cubicBezTo>
                      <a:pt x="25" y="23"/>
                      <a:pt x="25" y="23"/>
                      <a:pt x="25" y="23"/>
                    </a:cubicBezTo>
                    <a:cubicBezTo>
                      <a:pt x="25" y="23"/>
                      <a:pt x="26"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lose/>
                    <a:moveTo>
                      <a:pt x="25" y="23"/>
                    </a:moveTo>
                    <a:cubicBezTo>
                      <a:pt x="25" y="23"/>
                      <a:pt x="25" y="23"/>
                      <a:pt x="25" y="23"/>
                    </a:cubicBezTo>
                    <a:cubicBezTo>
                      <a:pt x="25" y="23"/>
                      <a:pt x="25" y="23"/>
                      <a:pt x="25" y="23"/>
                    </a:cubicBezTo>
                    <a:cubicBezTo>
                      <a:pt x="25" y="23"/>
                      <a:pt x="25" y="23"/>
                      <a:pt x="26" y="23"/>
                    </a:cubicBezTo>
                    <a:cubicBezTo>
                      <a:pt x="25" y="23"/>
                      <a:pt x="25" y="23"/>
                      <a:pt x="25" y="23"/>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4" y="24"/>
                    </a:moveTo>
                    <a:cubicBezTo>
                      <a:pt x="24" y="24"/>
                      <a:pt x="24" y="24"/>
                      <a:pt x="24" y="24"/>
                    </a:cubicBezTo>
                    <a:cubicBezTo>
                      <a:pt x="24" y="24"/>
                      <a:pt x="24" y="24"/>
                      <a:pt x="24" y="24"/>
                    </a:cubicBezTo>
                    <a:cubicBezTo>
                      <a:pt x="24" y="24"/>
                      <a:pt x="25" y="24"/>
                      <a:pt x="25"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3" y="22"/>
                      <a:pt x="23" y="22"/>
                      <a:pt x="23" y="22"/>
                    </a:cubicBezTo>
                    <a:lnTo>
                      <a:pt x="24" y="22"/>
                    </a:lnTo>
                    <a:close/>
                    <a:moveTo>
                      <a:pt x="24" y="22"/>
                    </a:moveTo>
                    <a:cubicBezTo>
                      <a:pt x="24" y="22"/>
                      <a:pt x="24" y="22"/>
                      <a:pt x="24" y="22"/>
                    </a:cubicBezTo>
                    <a:cubicBezTo>
                      <a:pt x="23" y="22"/>
                      <a:pt x="23" y="22"/>
                      <a:pt x="23" y="22"/>
                    </a:cubicBezTo>
                    <a:cubicBezTo>
                      <a:pt x="23" y="22"/>
                      <a:pt x="23" y="22"/>
                      <a:pt x="23" y="22"/>
                    </a:cubicBezTo>
                    <a:cubicBezTo>
                      <a:pt x="23" y="22"/>
                      <a:pt x="23" y="22"/>
                      <a:pt x="23" y="22"/>
                    </a:cubicBezTo>
                    <a:cubicBezTo>
                      <a:pt x="23" y="22"/>
                      <a:pt x="24" y="22"/>
                      <a:pt x="24" y="22"/>
                    </a:cubicBezTo>
                    <a:close/>
                    <a:moveTo>
                      <a:pt x="24" y="24"/>
                    </a:moveTo>
                    <a:cubicBezTo>
                      <a:pt x="24" y="24"/>
                      <a:pt x="24" y="24"/>
                      <a:pt x="24" y="24"/>
                    </a:cubicBezTo>
                    <a:cubicBezTo>
                      <a:pt x="24" y="24"/>
                      <a:pt x="24" y="24"/>
                      <a:pt x="24" y="24"/>
                    </a:cubicBezTo>
                    <a:cubicBezTo>
                      <a:pt x="24" y="24"/>
                      <a:pt x="24" y="24"/>
                      <a:pt x="24" y="24"/>
                    </a:cubicBezTo>
                    <a:close/>
                    <a:moveTo>
                      <a:pt x="23" y="22"/>
                    </a:moveTo>
                    <a:cubicBezTo>
                      <a:pt x="23" y="22"/>
                      <a:pt x="23" y="23"/>
                      <a:pt x="23" y="23"/>
                    </a:cubicBezTo>
                    <a:cubicBezTo>
                      <a:pt x="23" y="22"/>
                      <a:pt x="23" y="22"/>
                      <a:pt x="23" y="22"/>
                    </a:cubicBezTo>
                    <a:cubicBezTo>
                      <a:pt x="23" y="22"/>
                      <a:pt x="23" y="22"/>
                      <a:pt x="23" y="22"/>
                    </a:cubicBezTo>
                    <a:cubicBezTo>
                      <a:pt x="23" y="22"/>
                      <a:pt x="23" y="22"/>
                      <a:pt x="23" y="22"/>
                    </a:cubicBezTo>
                    <a:close/>
                    <a:moveTo>
                      <a:pt x="24" y="24"/>
                    </a:moveTo>
                    <a:cubicBezTo>
                      <a:pt x="24" y="24"/>
                      <a:pt x="24" y="24"/>
                      <a:pt x="24" y="24"/>
                    </a:cubicBezTo>
                    <a:cubicBezTo>
                      <a:pt x="24" y="24"/>
                      <a:pt x="24" y="24"/>
                      <a:pt x="24" y="24"/>
                    </a:cubicBezTo>
                    <a:cubicBezTo>
                      <a:pt x="24" y="24"/>
                      <a:pt x="24" y="24"/>
                      <a:pt x="24" y="24"/>
                    </a:cubicBezTo>
                    <a:close/>
                    <a:moveTo>
                      <a:pt x="23" y="24"/>
                    </a:move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3" y="24"/>
                    </a:cubicBezTo>
                    <a:cubicBezTo>
                      <a:pt x="24" y="24"/>
                      <a:pt x="24" y="24"/>
                      <a:pt x="24" y="24"/>
                    </a:cubicBezTo>
                    <a:cubicBezTo>
                      <a:pt x="24" y="24"/>
                      <a:pt x="24" y="24"/>
                      <a:pt x="23"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5" y="24"/>
                    </a:cubicBezTo>
                    <a:cubicBezTo>
                      <a:pt x="25" y="24"/>
                      <a:pt x="25" y="24"/>
                      <a:pt x="25" y="24"/>
                    </a:cubicBezTo>
                    <a:cubicBezTo>
                      <a:pt x="24" y="24"/>
                      <a:pt x="24" y="24"/>
                      <a:pt x="24" y="24"/>
                    </a:cubicBezTo>
                    <a:cubicBezTo>
                      <a:pt x="24" y="24"/>
                      <a:pt x="24" y="24"/>
                      <a:pt x="24" y="24"/>
                    </a:cubicBezTo>
                    <a:close/>
                    <a:moveTo>
                      <a:pt x="24" y="24"/>
                    </a:moveTo>
                    <a:cubicBezTo>
                      <a:pt x="25" y="24"/>
                      <a:pt x="25" y="24"/>
                      <a:pt x="26" y="24"/>
                    </a:cubicBezTo>
                    <a:cubicBezTo>
                      <a:pt x="26" y="25"/>
                      <a:pt x="26" y="25"/>
                      <a:pt x="26" y="25"/>
                    </a:cubicBezTo>
                    <a:cubicBezTo>
                      <a:pt x="26" y="24"/>
                      <a:pt x="26" y="24"/>
                      <a:pt x="26" y="24"/>
                    </a:cubicBezTo>
                    <a:cubicBezTo>
                      <a:pt x="26" y="24"/>
                      <a:pt x="25" y="24"/>
                      <a:pt x="25" y="24"/>
                    </a:cubicBezTo>
                    <a:cubicBezTo>
                      <a:pt x="25" y="24"/>
                      <a:pt x="25" y="24"/>
                      <a:pt x="25" y="24"/>
                    </a:cubicBezTo>
                    <a:cubicBezTo>
                      <a:pt x="25" y="24"/>
                      <a:pt x="25" y="24"/>
                      <a:pt x="25" y="24"/>
                    </a:cubicBezTo>
                    <a:cubicBezTo>
                      <a:pt x="25" y="24"/>
                      <a:pt x="26" y="24"/>
                      <a:pt x="26" y="24"/>
                    </a:cubicBezTo>
                    <a:cubicBezTo>
                      <a:pt x="26" y="24"/>
                      <a:pt x="26" y="24"/>
                      <a:pt x="26" y="24"/>
                    </a:cubicBezTo>
                    <a:cubicBezTo>
                      <a:pt x="26" y="25"/>
                      <a:pt x="27" y="25"/>
                      <a:pt x="27" y="25"/>
                    </a:cubicBezTo>
                    <a:cubicBezTo>
                      <a:pt x="26" y="24"/>
                      <a:pt x="25" y="24"/>
                      <a:pt x="24" y="24"/>
                    </a:cubicBezTo>
                    <a:close/>
                    <a:moveTo>
                      <a:pt x="27" y="25"/>
                    </a:moveTo>
                    <a:cubicBezTo>
                      <a:pt x="27" y="25"/>
                      <a:pt x="27" y="25"/>
                      <a:pt x="27" y="25"/>
                    </a:cubicBezTo>
                    <a:cubicBezTo>
                      <a:pt x="27" y="25"/>
                      <a:pt x="27" y="25"/>
                      <a:pt x="27" y="25"/>
                    </a:cubicBezTo>
                    <a:cubicBezTo>
                      <a:pt x="27" y="25"/>
                      <a:pt x="27" y="25"/>
                      <a:pt x="27" y="25"/>
                    </a:cubicBezTo>
                    <a:close/>
                    <a:moveTo>
                      <a:pt x="27" y="24"/>
                    </a:moveTo>
                    <a:cubicBezTo>
                      <a:pt x="27" y="24"/>
                      <a:pt x="27" y="24"/>
                      <a:pt x="27" y="24"/>
                    </a:cubicBezTo>
                    <a:cubicBezTo>
                      <a:pt x="27" y="24"/>
                      <a:pt x="27" y="24"/>
                      <a:pt x="27" y="24"/>
                    </a:cubicBezTo>
                    <a:cubicBezTo>
                      <a:pt x="28" y="24"/>
                      <a:pt x="28" y="24"/>
                      <a:pt x="27" y="24"/>
                    </a:cubicBezTo>
                    <a:close/>
                    <a:moveTo>
                      <a:pt x="29" y="24"/>
                    </a:moveTo>
                    <a:cubicBezTo>
                      <a:pt x="29" y="24"/>
                      <a:pt x="26" y="24"/>
                      <a:pt x="27" y="24"/>
                    </a:cubicBezTo>
                    <a:cubicBezTo>
                      <a:pt x="28" y="24"/>
                      <a:pt x="28" y="24"/>
                      <a:pt x="28" y="24"/>
                    </a:cubicBezTo>
                    <a:cubicBezTo>
                      <a:pt x="27" y="24"/>
                      <a:pt x="27" y="24"/>
                      <a:pt x="27" y="24"/>
                    </a:cubicBezTo>
                    <a:cubicBezTo>
                      <a:pt x="27" y="24"/>
                      <a:pt x="27" y="24"/>
                      <a:pt x="27" y="24"/>
                    </a:cubicBezTo>
                    <a:cubicBezTo>
                      <a:pt x="27" y="24"/>
                      <a:pt x="27" y="24"/>
                      <a:pt x="26" y="24"/>
                    </a:cubicBezTo>
                    <a:lnTo>
                      <a:pt x="29" y="24"/>
                    </a:lnTo>
                    <a:close/>
                    <a:moveTo>
                      <a:pt x="27" y="24"/>
                    </a:moveTo>
                    <a:cubicBezTo>
                      <a:pt x="27" y="24"/>
                      <a:pt x="26" y="24"/>
                      <a:pt x="26" y="24"/>
                    </a:cubicBezTo>
                    <a:cubicBezTo>
                      <a:pt x="26"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lose/>
                    <a:moveTo>
                      <a:pt x="26" y="22"/>
                    </a:moveTo>
                    <a:cubicBezTo>
                      <a:pt x="26" y="22"/>
                      <a:pt x="25" y="22"/>
                      <a:pt x="25" y="22"/>
                    </a:cubicBezTo>
                    <a:cubicBezTo>
                      <a:pt x="25" y="22"/>
                      <a:pt x="25" y="22"/>
                      <a:pt x="25" y="22"/>
                    </a:cubicBezTo>
                    <a:cubicBezTo>
                      <a:pt x="25" y="22"/>
                      <a:pt x="26" y="22"/>
                      <a:pt x="26" y="22"/>
                    </a:cubicBezTo>
                    <a:close/>
                    <a:moveTo>
                      <a:pt x="25" y="22"/>
                    </a:move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3"/>
                    </a:cubicBezTo>
                    <a:cubicBezTo>
                      <a:pt x="25" y="23"/>
                      <a:pt x="25" y="23"/>
                      <a:pt x="25" y="23"/>
                    </a:cubicBezTo>
                    <a:cubicBezTo>
                      <a:pt x="25" y="23"/>
                      <a:pt x="25" y="22"/>
                      <a:pt x="25" y="22"/>
                    </a:cubicBezTo>
                    <a:cubicBezTo>
                      <a:pt x="25" y="22"/>
                      <a:pt x="24" y="22"/>
                      <a:pt x="24" y="22"/>
                    </a:cubicBezTo>
                    <a:cubicBezTo>
                      <a:pt x="24" y="22"/>
                      <a:pt x="24" y="22"/>
                      <a:pt x="24" y="22"/>
                    </a:cubicBezTo>
                    <a:cubicBezTo>
                      <a:pt x="24" y="22"/>
                      <a:pt x="24" y="22"/>
                      <a:pt x="25" y="22"/>
                    </a:cubicBezTo>
                    <a:cubicBezTo>
                      <a:pt x="24" y="22"/>
                      <a:pt x="24" y="21"/>
                      <a:pt x="23" y="21"/>
                    </a:cubicBezTo>
                    <a:cubicBezTo>
                      <a:pt x="23" y="21"/>
                      <a:pt x="23" y="21"/>
                      <a:pt x="23" y="21"/>
                    </a:cubicBezTo>
                    <a:cubicBezTo>
                      <a:pt x="23" y="21"/>
                      <a:pt x="23" y="21"/>
                      <a:pt x="23" y="21"/>
                    </a:cubicBezTo>
                    <a:cubicBezTo>
                      <a:pt x="23" y="21"/>
                      <a:pt x="23" y="21"/>
                      <a:pt x="23" y="21"/>
                    </a:cubicBezTo>
                    <a:cubicBezTo>
                      <a:pt x="23" y="21"/>
                      <a:pt x="22" y="21"/>
                      <a:pt x="22" y="20"/>
                    </a:cubicBezTo>
                    <a:cubicBezTo>
                      <a:pt x="22" y="20"/>
                      <a:pt x="22" y="20"/>
                      <a:pt x="22" y="20"/>
                    </a:cubicBezTo>
                    <a:cubicBezTo>
                      <a:pt x="23" y="21"/>
                      <a:pt x="23" y="21"/>
                      <a:pt x="23" y="21"/>
                    </a:cubicBezTo>
                    <a:cubicBezTo>
                      <a:pt x="23" y="21"/>
                      <a:pt x="23" y="21"/>
                      <a:pt x="24" y="21"/>
                    </a:cubicBezTo>
                    <a:cubicBezTo>
                      <a:pt x="24" y="22"/>
                      <a:pt x="24" y="22"/>
                      <a:pt x="25" y="22"/>
                    </a:cubicBezTo>
                    <a:cubicBezTo>
                      <a:pt x="25" y="22"/>
                      <a:pt x="25" y="22"/>
                      <a:pt x="25" y="22"/>
                    </a:cubicBezTo>
                    <a:close/>
                    <a:moveTo>
                      <a:pt x="23" y="21"/>
                    </a:moveTo>
                    <a:cubicBezTo>
                      <a:pt x="24" y="21"/>
                      <a:pt x="24" y="21"/>
                      <a:pt x="24" y="21"/>
                    </a:cubicBezTo>
                    <a:cubicBezTo>
                      <a:pt x="24" y="21"/>
                      <a:pt x="24" y="21"/>
                      <a:pt x="24" y="21"/>
                    </a:cubicBezTo>
                    <a:cubicBezTo>
                      <a:pt x="23" y="21"/>
                      <a:pt x="23" y="21"/>
                      <a:pt x="23"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5" y="21"/>
                    </a:cubicBezTo>
                    <a:cubicBezTo>
                      <a:pt x="25" y="21"/>
                      <a:pt x="24" y="21"/>
                      <a:pt x="24" y="21"/>
                    </a:cubicBezTo>
                    <a:close/>
                    <a:moveTo>
                      <a:pt x="24" y="21"/>
                    </a:moveTo>
                    <a:cubicBezTo>
                      <a:pt x="25" y="21"/>
                      <a:pt x="25" y="21"/>
                      <a:pt x="25"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3" y="21"/>
                      <a:pt x="23" y="21"/>
                      <a:pt x="23" y="21"/>
                    </a:cubicBezTo>
                    <a:cubicBezTo>
                      <a:pt x="23" y="21"/>
                      <a:pt x="23" y="21"/>
                      <a:pt x="23" y="21"/>
                    </a:cubicBezTo>
                    <a:cubicBezTo>
                      <a:pt x="24" y="21"/>
                      <a:pt x="24" y="21"/>
                      <a:pt x="24" y="21"/>
                    </a:cubicBezTo>
                    <a:cubicBezTo>
                      <a:pt x="24" y="21"/>
                      <a:pt x="24" y="21"/>
                      <a:pt x="24" y="21"/>
                    </a:cubicBezTo>
                    <a:close/>
                    <a:moveTo>
                      <a:pt x="23" y="20"/>
                    </a:move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19"/>
                      <a:pt x="23" y="19"/>
                      <a:pt x="23" y="20"/>
                    </a:cubicBezTo>
                    <a:close/>
                    <a:moveTo>
                      <a:pt x="23" y="20"/>
                    </a:moveTo>
                    <a:cubicBezTo>
                      <a:pt x="23" y="20"/>
                      <a:pt x="23" y="20"/>
                      <a:pt x="23" y="20"/>
                    </a:cubicBezTo>
                    <a:cubicBezTo>
                      <a:pt x="22" y="19"/>
                      <a:pt x="22" y="18"/>
                      <a:pt x="22" y="18"/>
                    </a:cubicBezTo>
                    <a:cubicBezTo>
                      <a:pt x="21" y="17"/>
                      <a:pt x="22" y="18"/>
                      <a:pt x="23" y="20"/>
                    </a:cubicBezTo>
                    <a:close/>
                    <a:moveTo>
                      <a:pt x="22" y="19"/>
                    </a:move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0"/>
                      <a:pt x="22" y="20"/>
                      <a:pt x="22" y="20"/>
                    </a:cubicBezTo>
                    <a:cubicBezTo>
                      <a:pt x="22" y="20"/>
                      <a:pt x="22" y="20"/>
                      <a:pt x="22" y="20"/>
                    </a:cubicBezTo>
                    <a:close/>
                    <a:moveTo>
                      <a:pt x="22" y="19"/>
                    </a:move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1"/>
                      <a:pt x="22" y="21"/>
                      <a:pt x="22" y="21"/>
                    </a:cubicBezTo>
                    <a:cubicBezTo>
                      <a:pt x="22" y="21"/>
                      <a:pt x="22" y="21"/>
                      <a:pt x="22" y="21"/>
                    </a:cubicBezTo>
                    <a:cubicBezTo>
                      <a:pt x="22" y="21"/>
                      <a:pt x="22" y="20"/>
                      <a:pt x="22" y="20"/>
                    </a:cubicBezTo>
                    <a:cubicBezTo>
                      <a:pt x="22" y="20"/>
                      <a:pt x="22" y="20"/>
                      <a:pt x="22" y="20"/>
                    </a:cubicBezTo>
                    <a:close/>
                    <a:moveTo>
                      <a:pt x="21" y="19"/>
                    </a:moveTo>
                    <a:cubicBezTo>
                      <a:pt x="21"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lose/>
                    <a:moveTo>
                      <a:pt x="21" y="19"/>
                    </a:moveTo>
                    <a:cubicBezTo>
                      <a:pt x="22" y="20"/>
                      <a:pt x="22" y="20"/>
                      <a:pt x="22" y="20"/>
                    </a:cubicBezTo>
                    <a:cubicBezTo>
                      <a:pt x="22" y="20"/>
                      <a:pt x="22" y="20"/>
                      <a:pt x="22" y="20"/>
                    </a:cubicBezTo>
                    <a:cubicBezTo>
                      <a:pt x="22" y="20"/>
                      <a:pt x="22" y="20"/>
                      <a:pt x="22" y="20"/>
                    </a:cubicBezTo>
                    <a:cubicBezTo>
                      <a:pt x="22" y="20"/>
                      <a:pt x="22" y="20"/>
                      <a:pt x="22" y="20"/>
                    </a:cubicBezTo>
                    <a:cubicBezTo>
                      <a:pt x="22" y="20"/>
                      <a:pt x="21" y="20"/>
                      <a:pt x="21" y="20"/>
                    </a:cubicBezTo>
                    <a:cubicBezTo>
                      <a:pt x="21" y="20"/>
                      <a:pt x="21" y="20"/>
                      <a:pt x="21" y="20"/>
                    </a:cubicBezTo>
                    <a:cubicBezTo>
                      <a:pt x="21" y="20"/>
                      <a:pt x="21" y="20"/>
                      <a:pt x="21" y="20"/>
                    </a:cubicBezTo>
                    <a:cubicBezTo>
                      <a:pt x="21" y="20"/>
                      <a:pt x="21" y="20"/>
                      <a:pt x="21" y="19"/>
                    </a:cubicBezTo>
                    <a:close/>
                    <a:moveTo>
                      <a:pt x="22" y="21"/>
                    </a:moveTo>
                    <a:cubicBezTo>
                      <a:pt x="22" y="21"/>
                      <a:pt x="22" y="21"/>
                      <a:pt x="22" y="21"/>
                    </a:cubicBezTo>
                    <a:cubicBezTo>
                      <a:pt x="22" y="21"/>
                      <a:pt x="22" y="21"/>
                      <a:pt x="22" y="21"/>
                    </a:cubicBezTo>
                    <a:cubicBezTo>
                      <a:pt x="22" y="21"/>
                      <a:pt x="21" y="21"/>
                      <a:pt x="21" y="21"/>
                    </a:cubicBezTo>
                    <a:cubicBezTo>
                      <a:pt x="21" y="21"/>
                      <a:pt x="21" y="21"/>
                      <a:pt x="22" y="21"/>
                    </a:cubicBezTo>
                    <a:close/>
                    <a:moveTo>
                      <a:pt x="22" y="21"/>
                    </a:moveTo>
                    <a:cubicBezTo>
                      <a:pt x="22" y="22"/>
                      <a:pt x="22" y="22"/>
                      <a:pt x="22" y="22"/>
                    </a:cubicBezTo>
                    <a:cubicBezTo>
                      <a:pt x="22" y="21"/>
                      <a:pt x="22" y="21"/>
                      <a:pt x="22" y="21"/>
                    </a:cubicBezTo>
                    <a:cubicBezTo>
                      <a:pt x="22" y="21"/>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1" y="21"/>
                      <a:pt x="21" y="21"/>
                    </a:cubicBezTo>
                    <a:cubicBezTo>
                      <a:pt x="21" y="21"/>
                      <a:pt x="22" y="21"/>
                      <a:pt x="22" y="21"/>
                    </a:cubicBezTo>
                    <a:close/>
                    <a:moveTo>
                      <a:pt x="20" y="21"/>
                    </a:moveTo>
                    <a:cubicBezTo>
                      <a:pt x="20" y="21"/>
                      <a:pt x="20" y="22"/>
                      <a:pt x="20" y="22"/>
                    </a:cubicBezTo>
                    <a:cubicBezTo>
                      <a:pt x="20" y="21"/>
                      <a:pt x="20" y="21"/>
                      <a:pt x="20" y="21"/>
                    </a:cubicBezTo>
                    <a:cubicBezTo>
                      <a:pt x="20" y="21"/>
                      <a:pt x="20" y="21"/>
                      <a:pt x="20" y="21"/>
                    </a:cubicBezTo>
                    <a:cubicBezTo>
                      <a:pt x="20" y="21"/>
                      <a:pt x="20" y="21"/>
                      <a:pt x="20" y="21"/>
                    </a:cubicBezTo>
                    <a:cubicBezTo>
                      <a:pt x="20" y="21"/>
                      <a:pt x="20" y="21"/>
                      <a:pt x="20" y="20"/>
                    </a:cubicBezTo>
                    <a:cubicBezTo>
                      <a:pt x="19" y="20"/>
                      <a:pt x="19" y="20"/>
                      <a:pt x="19" y="20"/>
                    </a:cubicBezTo>
                    <a:cubicBezTo>
                      <a:pt x="19" y="20"/>
                      <a:pt x="19" y="20"/>
                      <a:pt x="19" y="20"/>
                    </a:cubicBezTo>
                    <a:cubicBezTo>
                      <a:pt x="19" y="20"/>
                      <a:pt x="19" y="20"/>
                      <a:pt x="19" y="20"/>
                    </a:cubicBezTo>
                    <a:cubicBezTo>
                      <a:pt x="19" y="20"/>
                      <a:pt x="19" y="20"/>
                      <a:pt x="19" y="20"/>
                    </a:cubicBezTo>
                    <a:cubicBezTo>
                      <a:pt x="18" y="21"/>
                      <a:pt x="18" y="20"/>
                      <a:pt x="17" y="21"/>
                    </a:cubicBezTo>
                    <a:cubicBezTo>
                      <a:pt x="18" y="20"/>
                      <a:pt x="18" y="20"/>
                      <a:pt x="18" y="20"/>
                    </a:cubicBezTo>
                    <a:cubicBezTo>
                      <a:pt x="18" y="20"/>
                      <a:pt x="18" y="20"/>
                      <a:pt x="18" y="20"/>
                    </a:cubicBezTo>
                    <a:cubicBezTo>
                      <a:pt x="17" y="20"/>
                      <a:pt x="18" y="20"/>
                      <a:pt x="18" y="20"/>
                    </a:cubicBezTo>
                    <a:cubicBezTo>
                      <a:pt x="18" y="20"/>
                      <a:pt x="18" y="20"/>
                      <a:pt x="18" y="20"/>
                    </a:cubicBezTo>
                    <a:cubicBezTo>
                      <a:pt x="18" y="20"/>
                      <a:pt x="18" y="20"/>
                      <a:pt x="18" y="20"/>
                    </a:cubicBezTo>
                    <a:cubicBezTo>
                      <a:pt x="18" y="20"/>
                      <a:pt x="18" y="19"/>
                      <a:pt x="18" y="19"/>
                    </a:cubicBezTo>
                    <a:cubicBezTo>
                      <a:pt x="18" y="19"/>
                      <a:pt x="18" y="19"/>
                      <a:pt x="18" y="19"/>
                    </a:cubicBezTo>
                    <a:cubicBezTo>
                      <a:pt x="18" y="20"/>
                      <a:pt x="18" y="20"/>
                      <a:pt x="18" y="20"/>
                    </a:cubicBezTo>
                    <a:cubicBezTo>
                      <a:pt x="18" y="20"/>
                      <a:pt x="17" y="20"/>
                      <a:pt x="17" y="20"/>
                    </a:cubicBezTo>
                    <a:cubicBezTo>
                      <a:pt x="18" y="19"/>
                      <a:pt x="18" y="19"/>
                      <a:pt x="18" y="19"/>
                    </a:cubicBezTo>
                    <a:cubicBezTo>
                      <a:pt x="18" y="19"/>
                      <a:pt x="17" y="19"/>
                      <a:pt x="17" y="19"/>
                    </a:cubicBezTo>
                    <a:cubicBezTo>
                      <a:pt x="18" y="19"/>
                      <a:pt x="18" y="19"/>
                      <a:pt x="18" y="19"/>
                    </a:cubicBezTo>
                    <a:cubicBezTo>
                      <a:pt x="18" y="19"/>
                      <a:pt x="18" y="19"/>
                      <a:pt x="18" y="19"/>
                    </a:cubicBezTo>
                    <a:cubicBezTo>
                      <a:pt x="19" y="18"/>
                      <a:pt x="19" y="18"/>
                      <a:pt x="19" y="18"/>
                    </a:cubicBezTo>
                    <a:cubicBezTo>
                      <a:pt x="19" y="18"/>
                      <a:pt x="19" y="18"/>
                      <a:pt x="20" y="18"/>
                    </a:cubicBezTo>
                    <a:cubicBezTo>
                      <a:pt x="20" y="18"/>
                      <a:pt x="20" y="18"/>
                      <a:pt x="20" y="18"/>
                    </a:cubicBezTo>
                    <a:cubicBezTo>
                      <a:pt x="19" y="18"/>
                      <a:pt x="19" y="18"/>
                      <a:pt x="19" y="18"/>
                    </a:cubicBezTo>
                    <a:cubicBezTo>
                      <a:pt x="19" y="18"/>
                      <a:pt x="19" y="18"/>
                      <a:pt x="20" y="18"/>
                    </a:cubicBezTo>
                    <a:cubicBezTo>
                      <a:pt x="19" y="19"/>
                      <a:pt x="19" y="20"/>
                      <a:pt x="19" y="20"/>
                    </a:cubicBezTo>
                    <a:cubicBezTo>
                      <a:pt x="19" y="20"/>
                      <a:pt x="19" y="20"/>
                      <a:pt x="19" y="20"/>
                    </a:cubicBezTo>
                    <a:cubicBezTo>
                      <a:pt x="19" y="19"/>
                      <a:pt x="19" y="19"/>
                      <a:pt x="19" y="19"/>
                    </a:cubicBezTo>
                    <a:cubicBezTo>
                      <a:pt x="20" y="18"/>
                      <a:pt x="19" y="21"/>
                      <a:pt x="20" y="19"/>
                    </a:cubicBezTo>
                    <a:cubicBezTo>
                      <a:pt x="20" y="19"/>
                      <a:pt x="20" y="19"/>
                      <a:pt x="20" y="19"/>
                    </a:cubicBezTo>
                    <a:cubicBezTo>
                      <a:pt x="20" y="19"/>
                      <a:pt x="20" y="19"/>
                      <a:pt x="20" y="19"/>
                    </a:cubicBezTo>
                    <a:cubicBezTo>
                      <a:pt x="20" y="20"/>
                      <a:pt x="19" y="20"/>
                      <a:pt x="19" y="20"/>
                    </a:cubicBezTo>
                    <a:cubicBezTo>
                      <a:pt x="19" y="20"/>
                      <a:pt x="19" y="20"/>
                      <a:pt x="20" y="20"/>
                    </a:cubicBezTo>
                    <a:cubicBezTo>
                      <a:pt x="20" y="20"/>
                      <a:pt x="20" y="19"/>
                      <a:pt x="20" y="19"/>
                    </a:cubicBezTo>
                    <a:cubicBezTo>
                      <a:pt x="21" y="19"/>
                      <a:pt x="21" y="19"/>
                      <a:pt x="21" y="19"/>
                    </a:cubicBezTo>
                    <a:cubicBezTo>
                      <a:pt x="21" y="19"/>
                      <a:pt x="21" y="19"/>
                      <a:pt x="21" y="19"/>
                    </a:cubicBezTo>
                    <a:cubicBezTo>
                      <a:pt x="20" y="19"/>
                      <a:pt x="20" y="19"/>
                      <a:pt x="20" y="19"/>
                    </a:cubicBezTo>
                    <a:cubicBezTo>
                      <a:pt x="21" y="19"/>
                      <a:pt x="21" y="19"/>
                      <a:pt x="21" y="19"/>
                    </a:cubicBezTo>
                    <a:cubicBezTo>
                      <a:pt x="21" y="19"/>
                      <a:pt x="20" y="20"/>
                      <a:pt x="20" y="20"/>
                    </a:cubicBezTo>
                    <a:cubicBezTo>
                      <a:pt x="20" y="20"/>
                      <a:pt x="20" y="20"/>
                      <a:pt x="20" y="20"/>
                    </a:cubicBezTo>
                    <a:cubicBezTo>
                      <a:pt x="20" y="20"/>
                      <a:pt x="20" y="20"/>
                      <a:pt x="20" y="20"/>
                    </a:cubicBezTo>
                    <a:cubicBezTo>
                      <a:pt x="20" y="20"/>
                      <a:pt x="20" y="21"/>
                      <a:pt x="20" y="21"/>
                    </a:cubicBezTo>
                    <a:cubicBezTo>
                      <a:pt x="21" y="21"/>
                      <a:pt x="21" y="21"/>
                      <a:pt x="21" y="21"/>
                    </a:cubicBezTo>
                    <a:cubicBezTo>
                      <a:pt x="21" y="21"/>
                      <a:pt x="21" y="21"/>
                      <a:pt x="21" y="21"/>
                    </a:cubicBezTo>
                    <a:cubicBezTo>
                      <a:pt x="21" y="21"/>
                      <a:pt x="21" y="21"/>
                      <a:pt x="20" y="21"/>
                    </a:cubicBezTo>
                    <a:close/>
                    <a:moveTo>
                      <a:pt x="18" y="18"/>
                    </a:moveTo>
                    <a:cubicBezTo>
                      <a:pt x="19" y="18"/>
                      <a:pt x="19" y="18"/>
                      <a:pt x="18" y="18"/>
                    </a:cubicBezTo>
                    <a:cubicBezTo>
                      <a:pt x="19" y="18"/>
                      <a:pt x="19"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lose/>
                    <a:moveTo>
                      <a:pt x="19" y="18"/>
                    </a:moveTo>
                    <a:cubicBezTo>
                      <a:pt x="19" y="18"/>
                      <a:pt x="19" y="18"/>
                      <a:pt x="19" y="18"/>
                    </a:cubicBezTo>
                    <a:cubicBezTo>
                      <a:pt x="19" y="18"/>
                      <a:pt x="19" y="18"/>
                      <a:pt x="19" y="18"/>
                    </a:cubicBezTo>
                    <a:cubicBezTo>
                      <a:pt x="19" y="18"/>
                      <a:pt x="19" y="18"/>
                      <a:pt x="19" y="18"/>
                    </a:cubicBezTo>
                    <a:close/>
                    <a:moveTo>
                      <a:pt x="19" y="18"/>
                    </a:moveTo>
                    <a:cubicBezTo>
                      <a:pt x="19" y="18"/>
                      <a:pt x="19" y="18"/>
                      <a:pt x="19" y="18"/>
                    </a:cubicBezTo>
                    <a:cubicBezTo>
                      <a:pt x="19" y="18"/>
                      <a:pt x="18" y="18"/>
                      <a:pt x="18" y="18"/>
                    </a:cubicBezTo>
                    <a:cubicBezTo>
                      <a:pt x="18" y="18"/>
                      <a:pt x="19" y="18"/>
                      <a:pt x="19" y="18"/>
                    </a:cubicBezTo>
                    <a:close/>
                    <a:moveTo>
                      <a:pt x="19" y="18"/>
                    </a:moveTo>
                    <a:cubicBezTo>
                      <a:pt x="19" y="18"/>
                      <a:pt x="19" y="18"/>
                      <a:pt x="19" y="18"/>
                    </a:cubicBezTo>
                    <a:cubicBezTo>
                      <a:pt x="19" y="18"/>
                      <a:pt x="20" y="18"/>
                      <a:pt x="19" y="18"/>
                    </a:cubicBezTo>
                    <a:cubicBezTo>
                      <a:pt x="19" y="18"/>
                      <a:pt x="19" y="18"/>
                      <a:pt x="19" y="18"/>
                    </a:cubicBezTo>
                    <a:close/>
                    <a:moveTo>
                      <a:pt x="19" y="18"/>
                    </a:moveTo>
                    <a:cubicBezTo>
                      <a:pt x="19" y="18"/>
                      <a:pt x="19" y="18"/>
                      <a:pt x="19" y="18"/>
                    </a:cubicBezTo>
                    <a:cubicBezTo>
                      <a:pt x="19" y="18"/>
                      <a:pt x="19" y="18"/>
                      <a:pt x="19" y="18"/>
                    </a:cubicBezTo>
                    <a:cubicBezTo>
                      <a:pt x="19" y="18"/>
                      <a:pt x="19" y="18"/>
                      <a:pt x="19" y="18"/>
                    </a:cubicBezTo>
                    <a:cubicBezTo>
                      <a:pt x="19" y="18"/>
                      <a:pt x="20" y="18"/>
                      <a:pt x="19" y="18"/>
                    </a:cubicBezTo>
                    <a:close/>
                    <a:moveTo>
                      <a:pt x="20" y="18"/>
                    </a:moveTo>
                    <a:cubicBezTo>
                      <a:pt x="20" y="18"/>
                      <a:pt x="20" y="19"/>
                      <a:pt x="20" y="19"/>
                    </a:cubicBezTo>
                    <a:cubicBezTo>
                      <a:pt x="20" y="19"/>
                      <a:pt x="20" y="19"/>
                      <a:pt x="20" y="19"/>
                    </a:cubicBezTo>
                    <a:cubicBezTo>
                      <a:pt x="20" y="18"/>
                      <a:pt x="20" y="18"/>
                      <a:pt x="20" y="18"/>
                    </a:cubicBezTo>
                    <a:cubicBezTo>
                      <a:pt x="20" y="18"/>
                      <a:pt x="20" y="18"/>
                      <a:pt x="20" y="18"/>
                    </a:cubicBezTo>
                    <a:close/>
                    <a:moveTo>
                      <a:pt x="20" y="18"/>
                    </a:moveTo>
                    <a:cubicBezTo>
                      <a:pt x="20" y="18"/>
                      <a:pt x="20" y="18"/>
                      <a:pt x="20" y="18"/>
                    </a:cubicBezTo>
                    <a:cubicBezTo>
                      <a:pt x="20" y="18"/>
                      <a:pt x="20" y="18"/>
                      <a:pt x="20" y="18"/>
                    </a:cubicBezTo>
                    <a:cubicBezTo>
                      <a:pt x="20" y="18"/>
                      <a:pt x="20" y="18"/>
                      <a:pt x="20" y="18"/>
                    </a:cubicBezTo>
                    <a:close/>
                    <a:moveTo>
                      <a:pt x="21" y="19"/>
                    </a:moveTo>
                    <a:cubicBezTo>
                      <a:pt x="21" y="19"/>
                      <a:pt x="21" y="19"/>
                      <a:pt x="21" y="19"/>
                    </a:cubicBezTo>
                    <a:cubicBezTo>
                      <a:pt x="20" y="19"/>
                      <a:pt x="20" y="19"/>
                      <a:pt x="20" y="19"/>
                    </a:cubicBezTo>
                    <a:cubicBezTo>
                      <a:pt x="20" y="19"/>
                      <a:pt x="20" y="19"/>
                      <a:pt x="20" y="18"/>
                    </a:cubicBezTo>
                    <a:cubicBezTo>
                      <a:pt x="20" y="19"/>
                      <a:pt x="20" y="19"/>
                      <a:pt x="21" y="19"/>
                    </a:cubicBezTo>
                    <a:close/>
                    <a:moveTo>
                      <a:pt x="20" y="18"/>
                    </a:moveTo>
                    <a:cubicBezTo>
                      <a:pt x="20" y="19"/>
                      <a:pt x="20" y="19"/>
                      <a:pt x="21" y="19"/>
                    </a:cubicBezTo>
                    <a:cubicBezTo>
                      <a:pt x="21" y="19"/>
                      <a:pt x="21" y="19"/>
                      <a:pt x="21" y="19"/>
                    </a:cubicBezTo>
                    <a:cubicBezTo>
                      <a:pt x="20" y="19"/>
                      <a:pt x="20" y="18"/>
                      <a:pt x="20" y="18"/>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0" y="18"/>
                    </a:moveTo>
                    <a:cubicBezTo>
                      <a:pt x="20" y="18"/>
                      <a:pt x="20" y="18"/>
                      <a:pt x="20" y="18"/>
                    </a:cubicBezTo>
                    <a:cubicBezTo>
                      <a:pt x="20" y="18"/>
                      <a:pt x="20" y="18"/>
                      <a:pt x="21" y="19"/>
                    </a:cubicBezTo>
                    <a:lnTo>
                      <a:pt x="20" y="18"/>
                    </a:lnTo>
                    <a:close/>
                    <a:moveTo>
                      <a:pt x="19" y="18"/>
                    </a:moveTo>
                    <a:cubicBezTo>
                      <a:pt x="20" y="17"/>
                      <a:pt x="20" y="17"/>
                      <a:pt x="20" y="17"/>
                    </a:cubicBezTo>
                    <a:cubicBezTo>
                      <a:pt x="19" y="18"/>
                      <a:pt x="19" y="18"/>
                      <a:pt x="19" y="18"/>
                    </a:cubicBezTo>
                    <a:cubicBezTo>
                      <a:pt x="19" y="18"/>
                      <a:pt x="19" y="18"/>
                      <a:pt x="19" y="18"/>
                    </a:cubicBezTo>
                    <a:close/>
                    <a:moveTo>
                      <a:pt x="19" y="18"/>
                    </a:moveTo>
                    <a:cubicBezTo>
                      <a:pt x="20" y="18"/>
                      <a:pt x="20" y="18"/>
                      <a:pt x="20" y="18"/>
                    </a:cubicBezTo>
                    <a:cubicBezTo>
                      <a:pt x="20" y="18"/>
                      <a:pt x="19" y="18"/>
                      <a:pt x="19" y="18"/>
                    </a:cubicBezTo>
                    <a:cubicBezTo>
                      <a:pt x="19" y="18"/>
                      <a:pt x="19" y="18"/>
                      <a:pt x="19" y="18"/>
                    </a:cubicBezTo>
                    <a:close/>
                    <a:moveTo>
                      <a:pt x="18" y="18"/>
                    </a:moveTo>
                    <a:cubicBezTo>
                      <a:pt x="19" y="18"/>
                      <a:pt x="19" y="18"/>
                      <a:pt x="19" y="18"/>
                    </a:cubicBezTo>
                    <a:cubicBezTo>
                      <a:pt x="19" y="18"/>
                      <a:pt x="19" y="18"/>
                      <a:pt x="19" y="18"/>
                    </a:cubicBezTo>
                    <a:cubicBezTo>
                      <a:pt x="18" y="18"/>
                      <a:pt x="18" y="18"/>
                      <a:pt x="18" y="18"/>
                    </a:cubicBezTo>
                    <a:close/>
                    <a:moveTo>
                      <a:pt x="18" y="18"/>
                    </a:moveTo>
                    <a:cubicBezTo>
                      <a:pt x="18" y="18"/>
                      <a:pt x="18" y="18"/>
                      <a:pt x="18" y="18"/>
                    </a:cubicBezTo>
                    <a:cubicBezTo>
                      <a:pt x="19" y="18"/>
                      <a:pt x="19" y="18"/>
                      <a:pt x="19" y="18"/>
                    </a:cubicBezTo>
                    <a:cubicBezTo>
                      <a:pt x="19" y="18"/>
                      <a:pt x="19" y="18"/>
                      <a:pt x="19" y="18"/>
                    </a:cubicBezTo>
                    <a:cubicBezTo>
                      <a:pt x="19"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7" y="18"/>
                      <a:pt x="17" y="18"/>
                      <a:pt x="17" y="18"/>
                    </a:cubicBezTo>
                    <a:cubicBezTo>
                      <a:pt x="17" y="18"/>
                      <a:pt x="18" y="18"/>
                      <a:pt x="18" y="18"/>
                    </a:cubicBezTo>
                    <a:cubicBezTo>
                      <a:pt x="18" y="18"/>
                      <a:pt x="18" y="18"/>
                      <a:pt x="18" y="18"/>
                    </a:cubicBezTo>
                    <a:cubicBezTo>
                      <a:pt x="16" y="19"/>
                      <a:pt x="18" y="18"/>
                      <a:pt x="16" y="18"/>
                    </a:cubicBezTo>
                    <a:cubicBezTo>
                      <a:pt x="18" y="18"/>
                      <a:pt x="16" y="18"/>
                      <a:pt x="18" y="18"/>
                    </a:cubicBezTo>
                    <a:cubicBezTo>
                      <a:pt x="18" y="18"/>
                      <a:pt x="18" y="18"/>
                      <a:pt x="18" y="18"/>
                    </a:cubicBezTo>
                    <a:cubicBezTo>
                      <a:pt x="18" y="18"/>
                      <a:pt x="18" y="18"/>
                      <a:pt x="18" y="18"/>
                    </a:cubicBezTo>
                    <a:cubicBezTo>
                      <a:pt x="18" y="18"/>
                      <a:pt x="18" y="18"/>
                      <a:pt x="18" y="18"/>
                    </a:cubicBezTo>
                    <a:cubicBezTo>
                      <a:pt x="16" y="18"/>
                      <a:pt x="17" y="18"/>
                      <a:pt x="18" y="18"/>
                    </a:cubicBezTo>
                    <a:cubicBezTo>
                      <a:pt x="18" y="18"/>
                      <a:pt x="18" y="18"/>
                      <a:pt x="18" y="18"/>
                    </a:cubicBezTo>
                    <a:cubicBezTo>
                      <a:pt x="17" y="18"/>
                      <a:pt x="18" y="18"/>
                      <a:pt x="17" y="18"/>
                    </a:cubicBezTo>
                    <a:cubicBezTo>
                      <a:pt x="17" y="18"/>
                      <a:pt x="17" y="18"/>
                      <a:pt x="17" y="18"/>
                    </a:cubicBezTo>
                    <a:cubicBezTo>
                      <a:pt x="15" y="18"/>
                      <a:pt x="15" y="18"/>
                      <a:pt x="15" y="18"/>
                    </a:cubicBezTo>
                    <a:cubicBezTo>
                      <a:pt x="15" y="18"/>
                      <a:pt x="17" y="18"/>
                      <a:pt x="18" y="18"/>
                    </a:cubicBezTo>
                    <a:cubicBezTo>
                      <a:pt x="17" y="18"/>
                      <a:pt x="17"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7" y="18"/>
                      <a:pt x="17" y="18"/>
                      <a:pt x="17" y="19"/>
                    </a:cubicBezTo>
                    <a:cubicBezTo>
                      <a:pt x="16" y="19"/>
                      <a:pt x="17" y="18"/>
                      <a:pt x="18" y="18"/>
                    </a:cubicBezTo>
                    <a:cubicBezTo>
                      <a:pt x="16" y="19"/>
                      <a:pt x="17" y="18"/>
                      <a:pt x="16" y="19"/>
                    </a:cubicBezTo>
                    <a:cubicBezTo>
                      <a:pt x="16" y="19"/>
                      <a:pt x="17" y="19"/>
                      <a:pt x="17" y="19"/>
                    </a:cubicBezTo>
                    <a:cubicBezTo>
                      <a:pt x="17" y="19"/>
                      <a:pt x="19" y="18"/>
                      <a:pt x="17" y="19"/>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9" y="18"/>
                    </a:cubicBezTo>
                    <a:cubicBezTo>
                      <a:pt x="18" y="18"/>
                      <a:pt x="18" y="19"/>
                      <a:pt x="18"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6" y="19"/>
                      <a:pt x="16" y="19"/>
                    </a:cubicBezTo>
                    <a:cubicBezTo>
                      <a:pt x="16" y="19"/>
                      <a:pt x="16" y="19"/>
                      <a:pt x="16" y="19"/>
                    </a:cubicBezTo>
                    <a:cubicBezTo>
                      <a:pt x="16" y="19"/>
                      <a:pt x="16" y="19"/>
                      <a:pt x="16" y="19"/>
                    </a:cubicBezTo>
                    <a:cubicBezTo>
                      <a:pt x="16" y="19"/>
                      <a:pt x="15" y="18"/>
                      <a:pt x="15" y="18"/>
                    </a:cubicBezTo>
                    <a:cubicBezTo>
                      <a:pt x="16" y="18"/>
                      <a:pt x="16" y="18"/>
                      <a:pt x="16" y="19"/>
                    </a:cubicBezTo>
                    <a:cubicBezTo>
                      <a:pt x="18" y="18"/>
                      <a:pt x="15" y="19"/>
                      <a:pt x="18" y="18"/>
                    </a:cubicBezTo>
                    <a:close/>
                    <a:moveTo>
                      <a:pt x="17" y="24"/>
                    </a:moveTo>
                    <a:cubicBezTo>
                      <a:pt x="17" y="24"/>
                      <a:pt x="17" y="24"/>
                      <a:pt x="17" y="24"/>
                    </a:cubicBezTo>
                    <a:cubicBezTo>
                      <a:pt x="17" y="24"/>
                      <a:pt x="16" y="24"/>
                      <a:pt x="16" y="24"/>
                    </a:cubicBezTo>
                    <a:cubicBezTo>
                      <a:pt x="16" y="24"/>
                      <a:pt x="15" y="24"/>
                      <a:pt x="15" y="23"/>
                    </a:cubicBezTo>
                    <a:cubicBezTo>
                      <a:pt x="16" y="23"/>
                      <a:pt x="16" y="24"/>
                      <a:pt x="17" y="24"/>
                    </a:cubicBezTo>
                    <a:close/>
                    <a:moveTo>
                      <a:pt x="15" y="26"/>
                    </a:moveTo>
                    <a:cubicBezTo>
                      <a:pt x="15" y="26"/>
                      <a:pt x="15" y="26"/>
                      <a:pt x="15" y="26"/>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5" y="26"/>
                      <a:pt x="15" y="26"/>
                      <a:pt x="15" y="27"/>
                    </a:cubicBezTo>
                    <a:cubicBezTo>
                      <a:pt x="15" y="26"/>
                      <a:pt x="15" y="26"/>
                      <a:pt x="15" y="26"/>
                    </a:cubicBezTo>
                    <a:cubicBezTo>
                      <a:pt x="15" y="26"/>
                      <a:pt x="15" y="26"/>
                      <a:pt x="15" y="26"/>
                    </a:cubicBezTo>
                    <a:close/>
                    <a:moveTo>
                      <a:pt x="15" y="26"/>
                    </a:moveTo>
                    <a:cubicBezTo>
                      <a:pt x="14" y="27"/>
                      <a:pt x="15" y="26"/>
                      <a:pt x="14" y="27"/>
                    </a:cubicBezTo>
                    <a:cubicBezTo>
                      <a:pt x="14" y="27"/>
                      <a:pt x="14" y="27"/>
                      <a:pt x="14" y="26"/>
                    </a:cubicBezTo>
                    <a:cubicBezTo>
                      <a:pt x="14" y="26"/>
                      <a:pt x="15" y="26"/>
                      <a:pt x="15" y="26"/>
                    </a:cubicBezTo>
                    <a:close/>
                    <a:moveTo>
                      <a:pt x="15" y="29"/>
                    </a:moveTo>
                    <a:cubicBezTo>
                      <a:pt x="14" y="30"/>
                      <a:pt x="14" y="30"/>
                      <a:pt x="14" y="29"/>
                    </a:cubicBezTo>
                    <a:cubicBezTo>
                      <a:pt x="14" y="29"/>
                      <a:pt x="14" y="29"/>
                      <a:pt x="15" y="29"/>
                    </a:cubicBezTo>
                    <a:close/>
                    <a:moveTo>
                      <a:pt x="13" y="28"/>
                    </a:moveTo>
                    <a:cubicBezTo>
                      <a:pt x="13" y="28"/>
                      <a:pt x="13" y="27"/>
                      <a:pt x="13" y="27"/>
                    </a:cubicBezTo>
                    <a:cubicBezTo>
                      <a:pt x="13" y="27"/>
                      <a:pt x="13" y="28"/>
                      <a:pt x="13" y="28"/>
                    </a:cubicBezTo>
                    <a:cubicBezTo>
                      <a:pt x="13" y="28"/>
                      <a:pt x="13" y="28"/>
                      <a:pt x="13" y="28"/>
                    </a:cubicBezTo>
                    <a:cubicBezTo>
                      <a:pt x="13" y="28"/>
                      <a:pt x="12" y="28"/>
                      <a:pt x="12" y="29"/>
                    </a:cubicBezTo>
                    <a:lnTo>
                      <a:pt x="13" y="28"/>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3" name="Freeform 287"/>
              <p:cNvSpPr/>
              <p:nvPr/>
            </p:nvSpPr>
            <p:spPr bwMode="auto">
              <a:xfrm>
                <a:off x="3608" y="1908"/>
                <a:ext cx="4" cy="6"/>
              </a:xfrm>
              <a:custGeom>
                <a:avLst/>
                <a:gdLst>
                  <a:gd name="T0" fmla="*/ 1 w 2"/>
                  <a:gd name="T1" fmla="*/ 0 h 3"/>
                  <a:gd name="T2" fmla="*/ 0 w 2"/>
                  <a:gd name="T3" fmla="*/ 2 h 3"/>
                  <a:gd name="T4" fmla="*/ 1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0" y="1"/>
                      <a:pt x="0" y="2"/>
                    </a:cubicBezTo>
                    <a:cubicBezTo>
                      <a:pt x="1" y="2"/>
                      <a:pt x="1" y="2"/>
                      <a:pt x="1" y="3"/>
                    </a:cubicBezTo>
                    <a:cubicBezTo>
                      <a:pt x="2"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4" name="Freeform 288"/>
              <p:cNvSpPr/>
              <p:nvPr/>
            </p:nvSpPr>
            <p:spPr bwMode="auto">
              <a:xfrm>
                <a:off x="4113" y="1587"/>
                <a:ext cx="4" cy="5"/>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1" y="2"/>
                      <a:pt x="1" y="2"/>
                      <a:pt x="2" y="2"/>
                    </a:cubicBezTo>
                    <a:cubicBezTo>
                      <a:pt x="0" y="0"/>
                      <a:pt x="1"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5" name="Freeform 289"/>
              <p:cNvSpPr/>
              <p:nvPr/>
            </p:nvSpPr>
            <p:spPr bwMode="auto">
              <a:xfrm>
                <a:off x="3593" y="182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6" name="Freeform 290"/>
              <p:cNvSpPr/>
              <p:nvPr/>
            </p:nvSpPr>
            <p:spPr bwMode="auto">
              <a:xfrm>
                <a:off x="4251" y="1730"/>
                <a:ext cx="4" cy="4"/>
              </a:xfrm>
              <a:custGeom>
                <a:avLst/>
                <a:gdLst>
                  <a:gd name="T0" fmla="*/ 0 w 4"/>
                  <a:gd name="T1" fmla="*/ 2 h 4"/>
                  <a:gd name="T2" fmla="*/ 2 w 4"/>
                  <a:gd name="T3" fmla="*/ 4 h 4"/>
                  <a:gd name="T4" fmla="*/ 4 w 4"/>
                  <a:gd name="T5" fmla="*/ 0 h 4"/>
                  <a:gd name="T6" fmla="*/ 0 w 4"/>
                  <a:gd name="T7" fmla="*/ 2 h 4"/>
                </a:gdLst>
                <a:ahLst/>
                <a:cxnLst>
                  <a:cxn ang="0">
                    <a:pos x="T0" y="T1"/>
                  </a:cxn>
                  <a:cxn ang="0">
                    <a:pos x="T2" y="T3"/>
                  </a:cxn>
                  <a:cxn ang="0">
                    <a:pos x="T4" y="T5"/>
                  </a:cxn>
                  <a:cxn ang="0">
                    <a:pos x="T6" y="T7"/>
                  </a:cxn>
                </a:cxnLst>
                <a:rect l="0" t="0" r="r" b="b"/>
                <a:pathLst>
                  <a:path w="4" h="4">
                    <a:moveTo>
                      <a:pt x="0" y="2"/>
                    </a:moveTo>
                    <a:lnTo>
                      <a:pt x="2" y="4"/>
                    </a:lnTo>
                    <a:lnTo>
                      <a:pt x="4"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7" name="Freeform 291"/>
              <p:cNvSpPr/>
              <p:nvPr/>
            </p:nvSpPr>
            <p:spPr bwMode="auto">
              <a:xfrm>
                <a:off x="3980" y="243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8" name="Freeform 292"/>
              <p:cNvSpPr/>
              <p:nvPr/>
            </p:nvSpPr>
            <p:spPr bwMode="auto">
              <a:xfrm>
                <a:off x="3980" y="2446"/>
                <a:ext cx="4" cy="5"/>
              </a:xfrm>
              <a:custGeom>
                <a:avLst/>
                <a:gdLst>
                  <a:gd name="T0" fmla="*/ 1 w 2"/>
                  <a:gd name="T1" fmla="*/ 1 h 2"/>
                  <a:gd name="T2" fmla="*/ 1 w 2"/>
                  <a:gd name="T3" fmla="*/ 0 h 2"/>
                  <a:gd name="T4" fmla="*/ 1 w 2"/>
                  <a:gd name="T5" fmla="*/ 1 h 2"/>
                </a:gdLst>
                <a:ahLst/>
                <a:cxnLst>
                  <a:cxn ang="0">
                    <a:pos x="T0" y="T1"/>
                  </a:cxn>
                  <a:cxn ang="0">
                    <a:pos x="T2" y="T3"/>
                  </a:cxn>
                  <a:cxn ang="0">
                    <a:pos x="T4" y="T5"/>
                  </a:cxn>
                </a:cxnLst>
                <a:rect l="0" t="0" r="r" b="b"/>
                <a:pathLst>
                  <a:path w="2" h="2">
                    <a:moveTo>
                      <a:pt x="1" y="1"/>
                    </a:moveTo>
                    <a:cubicBezTo>
                      <a:pt x="2" y="2"/>
                      <a:pt x="0" y="0"/>
                      <a:pt x="1" y="0"/>
                    </a:cubicBezTo>
                    <a:cubicBezTo>
                      <a:pt x="0" y="0"/>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9" name="Freeform 293"/>
              <p:cNvSpPr/>
              <p:nvPr/>
            </p:nvSpPr>
            <p:spPr bwMode="auto">
              <a:xfrm>
                <a:off x="4062" y="225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0" name="Freeform 294"/>
              <p:cNvSpPr/>
              <p:nvPr/>
            </p:nvSpPr>
            <p:spPr bwMode="auto">
              <a:xfrm>
                <a:off x="4162" y="2200"/>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1" y="2"/>
                      <a:pt x="1" y="1"/>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1" name="Freeform 295"/>
              <p:cNvSpPr/>
              <p:nvPr/>
            </p:nvSpPr>
            <p:spPr bwMode="auto">
              <a:xfrm>
                <a:off x="4164" y="2139"/>
                <a:ext cx="4" cy="2"/>
              </a:xfrm>
              <a:custGeom>
                <a:avLst/>
                <a:gdLst>
                  <a:gd name="T0" fmla="*/ 4 w 4"/>
                  <a:gd name="T1" fmla="*/ 2 h 2"/>
                  <a:gd name="T2" fmla="*/ 4 w 4"/>
                  <a:gd name="T3" fmla="*/ 0 h 2"/>
                  <a:gd name="T4" fmla="*/ 0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4" y="0"/>
                    </a:lnTo>
                    <a:lnTo>
                      <a:pt x="0" y="2"/>
                    </a:lnTo>
                    <a:lnTo>
                      <a:pt x="4"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2" name="Freeform 296"/>
              <p:cNvSpPr/>
              <p:nvPr/>
            </p:nvSpPr>
            <p:spPr bwMode="auto">
              <a:xfrm>
                <a:off x="3606" y="1819"/>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3" name="Oval 297"/>
              <p:cNvSpPr>
                <a:spLocks noChangeArrowheads="1"/>
              </p:cNvSpPr>
              <p:nvPr/>
            </p:nvSpPr>
            <p:spPr bwMode="auto">
              <a:xfrm>
                <a:off x="3598" y="1817"/>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4" name="Oval 298"/>
              <p:cNvSpPr>
                <a:spLocks noChangeArrowheads="1"/>
              </p:cNvSpPr>
              <p:nvPr/>
            </p:nvSpPr>
            <p:spPr bwMode="auto">
              <a:xfrm>
                <a:off x="3600" y="1817"/>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5" name="Freeform 299"/>
              <p:cNvSpPr/>
              <p:nvPr/>
            </p:nvSpPr>
            <p:spPr bwMode="auto">
              <a:xfrm>
                <a:off x="3598" y="1817"/>
                <a:ext cx="2" cy="0"/>
              </a:xfrm>
              <a:custGeom>
                <a:avLst/>
                <a:gdLst>
                  <a:gd name="T0" fmla="*/ 0 w 1"/>
                  <a:gd name="T1" fmla="*/ 0 w 1"/>
                  <a:gd name="T2" fmla="*/ 0 w 1"/>
                  <a:gd name="T3" fmla="*/ 0 w 1"/>
                  <a:gd name="T4" fmla="*/ 0 w 1"/>
                  <a:gd name="T5" fmla="*/ 1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6" name="Oval 300"/>
              <p:cNvSpPr>
                <a:spLocks noChangeArrowheads="1"/>
              </p:cNvSpPr>
              <p:nvPr/>
            </p:nvSpPr>
            <p:spPr bwMode="auto">
              <a:xfrm>
                <a:off x="3602" y="1819"/>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7" name="Freeform 301"/>
              <p:cNvSpPr/>
              <p:nvPr/>
            </p:nvSpPr>
            <p:spPr bwMode="auto">
              <a:xfrm>
                <a:off x="3602" y="1817"/>
                <a:ext cx="0" cy="2"/>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8" name="Freeform 302"/>
              <p:cNvSpPr/>
              <p:nvPr/>
            </p:nvSpPr>
            <p:spPr bwMode="auto">
              <a:xfrm>
                <a:off x="3602" y="1817"/>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9" name="Oval 303"/>
              <p:cNvSpPr>
                <a:spLocks noChangeArrowheads="1"/>
              </p:cNvSpPr>
              <p:nvPr/>
            </p:nvSpPr>
            <p:spPr bwMode="auto">
              <a:xfrm>
                <a:off x="3593" y="1814"/>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0" name="Freeform 304"/>
              <p:cNvSpPr/>
              <p:nvPr/>
            </p:nvSpPr>
            <p:spPr bwMode="auto">
              <a:xfrm>
                <a:off x="3598" y="1814"/>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1" name="Freeform 305"/>
              <p:cNvSpPr/>
              <p:nvPr/>
            </p:nvSpPr>
            <p:spPr bwMode="auto">
              <a:xfrm>
                <a:off x="3598" y="181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2" name="Oval 306"/>
              <p:cNvSpPr>
                <a:spLocks noChangeArrowheads="1"/>
              </p:cNvSpPr>
              <p:nvPr/>
            </p:nvSpPr>
            <p:spPr bwMode="auto">
              <a:xfrm>
                <a:off x="3612" y="1821"/>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3" name="Freeform 307"/>
              <p:cNvSpPr/>
              <p:nvPr/>
            </p:nvSpPr>
            <p:spPr bwMode="auto">
              <a:xfrm>
                <a:off x="3977" y="2478"/>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4" name="Freeform 308"/>
              <p:cNvSpPr/>
              <p:nvPr/>
            </p:nvSpPr>
            <p:spPr bwMode="auto">
              <a:xfrm>
                <a:off x="3595" y="1812"/>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1" y="0"/>
                      <a:pt x="1"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5" name="Freeform 309"/>
              <p:cNvSpPr/>
              <p:nvPr/>
            </p:nvSpPr>
            <p:spPr bwMode="auto">
              <a:xfrm>
                <a:off x="3598" y="181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6" name="Freeform 310"/>
              <p:cNvSpPr/>
              <p:nvPr/>
            </p:nvSpPr>
            <p:spPr bwMode="auto">
              <a:xfrm>
                <a:off x="3967" y="2491"/>
                <a:ext cx="4" cy="4"/>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7" name="Freeform 311"/>
              <p:cNvSpPr/>
              <p:nvPr/>
            </p:nvSpPr>
            <p:spPr bwMode="auto">
              <a:xfrm>
                <a:off x="3825" y="2268"/>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1"/>
                      <a:pt x="1" y="1"/>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8" name="Freeform 312"/>
              <p:cNvSpPr/>
              <p:nvPr/>
            </p:nvSpPr>
            <p:spPr bwMode="auto">
              <a:xfrm>
                <a:off x="3810" y="2268"/>
                <a:ext cx="8" cy="2"/>
              </a:xfrm>
              <a:custGeom>
                <a:avLst/>
                <a:gdLst>
                  <a:gd name="T0" fmla="*/ 4 w 4"/>
                  <a:gd name="T1" fmla="*/ 0 h 1"/>
                  <a:gd name="T2" fmla="*/ 0 w 4"/>
                  <a:gd name="T3" fmla="*/ 0 h 1"/>
                  <a:gd name="T4" fmla="*/ 4 w 4"/>
                  <a:gd name="T5" fmla="*/ 0 h 1"/>
                </a:gdLst>
                <a:ahLst/>
                <a:cxnLst>
                  <a:cxn ang="0">
                    <a:pos x="T0" y="T1"/>
                  </a:cxn>
                  <a:cxn ang="0">
                    <a:pos x="T2" y="T3"/>
                  </a:cxn>
                  <a:cxn ang="0">
                    <a:pos x="T4" y="T5"/>
                  </a:cxn>
                </a:cxnLst>
                <a:rect l="0" t="0" r="r" b="b"/>
                <a:pathLst>
                  <a:path w="4" h="1">
                    <a:moveTo>
                      <a:pt x="4" y="0"/>
                    </a:moveTo>
                    <a:cubicBezTo>
                      <a:pt x="0" y="0"/>
                      <a:pt x="0" y="0"/>
                      <a:pt x="0" y="0"/>
                    </a:cubicBezTo>
                    <a:cubicBezTo>
                      <a:pt x="2" y="1"/>
                      <a:pt x="2" y="0"/>
                      <a:pt x="4"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9" name="Freeform 313"/>
              <p:cNvSpPr/>
              <p:nvPr/>
            </p:nvSpPr>
            <p:spPr bwMode="auto">
              <a:xfrm>
                <a:off x="3835" y="2275"/>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0" name="Freeform 314"/>
              <p:cNvSpPr/>
              <p:nvPr/>
            </p:nvSpPr>
            <p:spPr bwMode="auto">
              <a:xfrm>
                <a:off x="3833" y="2268"/>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0"/>
                      <a:pt x="0" y="1"/>
                    </a:cubicBezTo>
                    <a:cubicBezTo>
                      <a:pt x="1" y="2"/>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1" name="Freeform 315"/>
              <p:cNvSpPr/>
              <p:nvPr/>
            </p:nvSpPr>
            <p:spPr bwMode="auto">
              <a:xfrm>
                <a:off x="3833" y="2328"/>
                <a:ext cx="9" cy="2"/>
              </a:xfrm>
              <a:custGeom>
                <a:avLst/>
                <a:gdLst>
                  <a:gd name="T0" fmla="*/ 0 w 4"/>
                  <a:gd name="T1" fmla="*/ 1 h 1"/>
                  <a:gd name="T2" fmla="*/ 4 w 4"/>
                  <a:gd name="T3" fmla="*/ 0 h 1"/>
                  <a:gd name="T4" fmla="*/ 4 w 4"/>
                  <a:gd name="T5" fmla="*/ 0 h 1"/>
                  <a:gd name="T6" fmla="*/ 3 w 4"/>
                  <a:gd name="T7" fmla="*/ 0 h 1"/>
                  <a:gd name="T8" fmla="*/ 2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1" y="1"/>
                      <a:pt x="3" y="0"/>
                      <a:pt x="4" y="0"/>
                    </a:cubicBezTo>
                    <a:cubicBezTo>
                      <a:pt x="4" y="0"/>
                      <a:pt x="4" y="0"/>
                      <a:pt x="4" y="0"/>
                    </a:cubicBezTo>
                    <a:cubicBezTo>
                      <a:pt x="4" y="0"/>
                      <a:pt x="3" y="0"/>
                      <a:pt x="3" y="0"/>
                    </a:cubicBezTo>
                    <a:cubicBezTo>
                      <a:pt x="2" y="0"/>
                      <a:pt x="1" y="0"/>
                      <a:pt x="2" y="0"/>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2" name="Freeform 316"/>
              <p:cNvSpPr/>
              <p:nvPr/>
            </p:nvSpPr>
            <p:spPr bwMode="auto">
              <a:xfrm>
                <a:off x="3837" y="2330"/>
                <a:ext cx="5" cy="2"/>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1"/>
                      <a:pt x="2"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3" name="Freeform 317"/>
              <p:cNvSpPr/>
              <p:nvPr/>
            </p:nvSpPr>
            <p:spPr bwMode="auto">
              <a:xfrm>
                <a:off x="3839" y="2328"/>
                <a:ext cx="5" cy="0"/>
              </a:xfrm>
              <a:custGeom>
                <a:avLst/>
                <a:gdLst>
                  <a:gd name="T0" fmla="*/ 1 w 2"/>
                  <a:gd name="T1" fmla="*/ 0 w 2"/>
                  <a:gd name="T2" fmla="*/ 1 w 2"/>
                  <a:gd name="T3" fmla="*/ 1 w 2"/>
                </a:gdLst>
                <a:ahLst/>
                <a:cxnLst>
                  <a:cxn ang="0">
                    <a:pos x="T0" y="0"/>
                  </a:cxn>
                  <a:cxn ang="0">
                    <a:pos x="T1" y="0"/>
                  </a:cxn>
                  <a:cxn ang="0">
                    <a:pos x="T2" y="0"/>
                  </a:cxn>
                  <a:cxn ang="0">
                    <a:pos x="T3" y="0"/>
                  </a:cxn>
                </a:cxnLst>
                <a:rect l="0" t="0" r="r" b="b"/>
                <a:pathLst>
                  <a:path w="2">
                    <a:moveTo>
                      <a:pt x="1" y="0"/>
                    </a:moveTo>
                    <a:cubicBezTo>
                      <a:pt x="1" y="0"/>
                      <a:pt x="0" y="0"/>
                      <a:pt x="0" y="0"/>
                    </a:cubicBezTo>
                    <a:cubicBezTo>
                      <a:pt x="0" y="0"/>
                      <a:pt x="1" y="0"/>
                      <a:pt x="1" y="0"/>
                    </a:cubicBezTo>
                    <a:cubicBezTo>
                      <a:pt x="1"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4" name="Freeform 318"/>
              <p:cNvSpPr/>
              <p:nvPr/>
            </p:nvSpPr>
            <p:spPr bwMode="auto">
              <a:xfrm>
                <a:off x="3827" y="2268"/>
                <a:ext cx="2"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0" y="0"/>
                    </a:cubicBezTo>
                    <a:lnTo>
                      <a:pt x="1"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5" name="Freeform 319"/>
              <p:cNvSpPr/>
              <p:nvPr/>
            </p:nvSpPr>
            <p:spPr bwMode="auto">
              <a:xfrm>
                <a:off x="3729" y="2856"/>
                <a:ext cx="6" cy="4"/>
              </a:xfrm>
              <a:custGeom>
                <a:avLst/>
                <a:gdLst>
                  <a:gd name="T0" fmla="*/ 3 w 3"/>
                  <a:gd name="T1" fmla="*/ 0 h 2"/>
                  <a:gd name="T2" fmla="*/ 0 w 3"/>
                  <a:gd name="T3" fmla="*/ 2 h 2"/>
                  <a:gd name="T4" fmla="*/ 3 w 3"/>
                  <a:gd name="T5" fmla="*/ 0 h 2"/>
                </a:gdLst>
                <a:ahLst/>
                <a:cxnLst>
                  <a:cxn ang="0">
                    <a:pos x="T0" y="T1"/>
                  </a:cxn>
                  <a:cxn ang="0">
                    <a:pos x="T2" y="T3"/>
                  </a:cxn>
                  <a:cxn ang="0">
                    <a:pos x="T4" y="T5"/>
                  </a:cxn>
                </a:cxnLst>
                <a:rect l="0" t="0" r="r" b="b"/>
                <a:pathLst>
                  <a:path w="3" h="2">
                    <a:moveTo>
                      <a:pt x="3" y="0"/>
                    </a:moveTo>
                    <a:cubicBezTo>
                      <a:pt x="0" y="2"/>
                      <a:pt x="0" y="2"/>
                      <a:pt x="0" y="2"/>
                    </a:cubicBezTo>
                    <a:cubicBezTo>
                      <a:pt x="2" y="1"/>
                      <a:pt x="2" y="1"/>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6" name="Freeform 320"/>
              <p:cNvSpPr/>
              <p:nvPr/>
            </p:nvSpPr>
            <p:spPr bwMode="auto">
              <a:xfrm>
                <a:off x="3731" y="2854"/>
                <a:ext cx="2" cy="4"/>
              </a:xfrm>
              <a:custGeom>
                <a:avLst/>
                <a:gdLst>
                  <a:gd name="T0" fmla="*/ 0 w 1"/>
                  <a:gd name="T1" fmla="*/ 0 h 2"/>
                  <a:gd name="T2" fmla="*/ 1 w 1"/>
                  <a:gd name="T3" fmla="*/ 0 h 2"/>
                  <a:gd name="T4" fmla="*/ 0 w 1"/>
                  <a:gd name="T5" fmla="*/ 0 h 2"/>
                </a:gdLst>
                <a:ahLst/>
                <a:cxnLst>
                  <a:cxn ang="0">
                    <a:pos x="T0" y="T1"/>
                  </a:cxn>
                  <a:cxn ang="0">
                    <a:pos x="T2" y="T3"/>
                  </a:cxn>
                  <a:cxn ang="0">
                    <a:pos x="T4" y="T5"/>
                  </a:cxn>
                </a:cxnLst>
                <a:rect l="0" t="0" r="r" b="b"/>
                <a:pathLst>
                  <a:path w="1" h="2">
                    <a:moveTo>
                      <a:pt x="0" y="0"/>
                    </a:moveTo>
                    <a:cubicBezTo>
                      <a:pt x="0" y="2"/>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7" name="Freeform 321"/>
              <p:cNvSpPr/>
              <p:nvPr/>
            </p:nvSpPr>
            <p:spPr bwMode="auto">
              <a:xfrm>
                <a:off x="3897" y="2822"/>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8" name="Freeform 322"/>
              <p:cNvSpPr/>
              <p:nvPr/>
            </p:nvSpPr>
            <p:spPr bwMode="auto">
              <a:xfrm>
                <a:off x="4007" y="2790"/>
                <a:ext cx="2" cy="4"/>
              </a:xfrm>
              <a:custGeom>
                <a:avLst/>
                <a:gdLst>
                  <a:gd name="T0" fmla="*/ 2 w 2"/>
                  <a:gd name="T1" fmla="*/ 4 h 4"/>
                  <a:gd name="T2" fmla="*/ 2 w 2"/>
                  <a:gd name="T3" fmla="*/ 4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2" y="4"/>
                    </a:lnTo>
                    <a:lnTo>
                      <a:pt x="0" y="0"/>
                    </a:lnTo>
                    <a:lnTo>
                      <a:pt x="2"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9" name="Freeform 323"/>
              <p:cNvSpPr/>
              <p:nvPr/>
            </p:nvSpPr>
            <p:spPr bwMode="auto">
              <a:xfrm>
                <a:off x="3971" y="2813"/>
                <a:ext cx="2" cy="4"/>
              </a:xfrm>
              <a:custGeom>
                <a:avLst/>
                <a:gdLst>
                  <a:gd name="T0" fmla="*/ 0 w 1"/>
                  <a:gd name="T1" fmla="*/ 0 h 2"/>
                  <a:gd name="T2" fmla="*/ 1 w 1"/>
                  <a:gd name="T3" fmla="*/ 1 h 2"/>
                  <a:gd name="T4" fmla="*/ 0 w 1"/>
                  <a:gd name="T5" fmla="*/ 0 h 2"/>
                </a:gdLst>
                <a:ahLst/>
                <a:cxnLst>
                  <a:cxn ang="0">
                    <a:pos x="T0" y="T1"/>
                  </a:cxn>
                  <a:cxn ang="0">
                    <a:pos x="T2" y="T3"/>
                  </a:cxn>
                  <a:cxn ang="0">
                    <a:pos x="T4" y="T5"/>
                  </a:cxn>
                </a:cxnLst>
                <a:rect l="0" t="0" r="r" b="b"/>
                <a:pathLst>
                  <a:path w="1" h="2">
                    <a:moveTo>
                      <a:pt x="0" y="0"/>
                    </a:moveTo>
                    <a:cubicBezTo>
                      <a:pt x="1" y="0"/>
                      <a:pt x="0" y="2"/>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0" name="Freeform 324"/>
              <p:cNvSpPr/>
              <p:nvPr/>
            </p:nvSpPr>
            <p:spPr bwMode="auto">
              <a:xfrm>
                <a:off x="3969" y="250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1" name="Freeform 325"/>
              <p:cNvSpPr/>
              <p:nvPr/>
            </p:nvSpPr>
            <p:spPr bwMode="auto">
              <a:xfrm>
                <a:off x="3850" y="28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2" name="Freeform 326"/>
              <p:cNvSpPr/>
              <p:nvPr/>
            </p:nvSpPr>
            <p:spPr bwMode="auto">
              <a:xfrm>
                <a:off x="3668" y="2060"/>
                <a:ext cx="8" cy="17"/>
              </a:xfrm>
              <a:custGeom>
                <a:avLst/>
                <a:gdLst>
                  <a:gd name="T0" fmla="*/ 4 w 4"/>
                  <a:gd name="T1" fmla="*/ 0 h 8"/>
                  <a:gd name="T2" fmla="*/ 0 w 4"/>
                  <a:gd name="T3" fmla="*/ 6 h 8"/>
                  <a:gd name="T4" fmla="*/ 4 w 4"/>
                  <a:gd name="T5" fmla="*/ 0 h 8"/>
                </a:gdLst>
                <a:ahLst/>
                <a:cxnLst>
                  <a:cxn ang="0">
                    <a:pos x="T0" y="T1"/>
                  </a:cxn>
                  <a:cxn ang="0">
                    <a:pos x="T2" y="T3"/>
                  </a:cxn>
                  <a:cxn ang="0">
                    <a:pos x="T4" y="T5"/>
                  </a:cxn>
                </a:cxnLst>
                <a:rect l="0" t="0" r="r" b="b"/>
                <a:pathLst>
                  <a:path w="4" h="8">
                    <a:moveTo>
                      <a:pt x="4" y="0"/>
                    </a:moveTo>
                    <a:cubicBezTo>
                      <a:pt x="2" y="1"/>
                      <a:pt x="1" y="5"/>
                      <a:pt x="0" y="6"/>
                    </a:cubicBezTo>
                    <a:cubicBezTo>
                      <a:pt x="1" y="8"/>
                      <a:pt x="3" y="1"/>
                      <a:pt x="4"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3" name="Freeform 327"/>
              <p:cNvSpPr/>
              <p:nvPr/>
            </p:nvSpPr>
            <p:spPr bwMode="auto">
              <a:xfrm>
                <a:off x="3837" y="232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4" name="Freeform 328"/>
              <p:cNvSpPr/>
              <p:nvPr/>
            </p:nvSpPr>
            <p:spPr bwMode="auto">
              <a:xfrm>
                <a:off x="3965" y="2504"/>
                <a:ext cx="4" cy="2"/>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1" y="0"/>
                      <a:pt x="1" y="0"/>
                      <a:pt x="1"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5" name="Freeform 329"/>
              <p:cNvSpPr/>
              <p:nvPr/>
            </p:nvSpPr>
            <p:spPr bwMode="auto">
              <a:xfrm>
                <a:off x="3973" y="2476"/>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0"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6" name="Freeform 330"/>
              <p:cNvSpPr/>
              <p:nvPr/>
            </p:nvSpPr>
            <p:spPr bwMode="auto">
              <a:xfrm>
                <a:off x="3965" y="2497"/>
                <a:ext cx="10" cy="4"/>
              </a:xfrm>
              <a:custGeom>
                <a:avLst/>
                <a:gdLst>
                  <a:gd name="T0" fmla="*/ 5 w 5"/>
                  <a:gd name="T1" fmla="*/ 1 h 2"/>
                  <a:gd name="T2" fmla="*/ 1 w 5"/>
                  <a:gd name="T3" fmla="*/ 2 h 2"/>
                  <a:gd name="T4" fmla="*/ 0 w 5"/>
                  <a:gd name="T5" fmla="*/ 2 h 2"/>
                  <a:gd name="T6" fmla="*/ 2 w 5"/>
                  <a:gd name="T7" fmla="*/ 2 h 2"/>
                  <a:gd name="T8" fmla="*/ 3 w 5"/>
                  <a:gd name="T9" fmla="*/ 1 h 2"/>
                  <a:gd name="T10" fmla="*/ 5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5" y="1"/>
                    </a:moveTo>
                    <a:cubicBezTo>
                      <a:pt x="4" y="0"/>
                      <a:pt x="2" y="1"/>
                      <a:pt x="1" y="2"/>
                    </a:cubicBezTo>
                    <a:cubicBezTo>
                      <a:pt x="1" y="2"/>
                      <a:pt x="1" y="2"/>
                      <a:pt x="0" y="2"/>
                    </a:cubicBezTo>
                    <a:cubicBezTo>
                      <a:pt x="1" y="2"/>
                      <a:pt x="2" y="2"/>
                      <a:pt x="2" y="2"/>
                    </a:cubicBezTo>
                    <a:cubicBezTo>
                      <a:pt x="2" y="2"/>
                      <a:pt x="4" y="2"/>
                      <a:pt x="3" y="1"/>
                    </a:cubicBezTo>
                    <a:cubicBezTo>
                      <a:pt x="4" y="1"/>
                      <a:pt x="5" y="1"/>
                      <a:pt x="5"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7" name="Freeform 331"/>
              <p:cNvSpPr/>
              <p:nvPr/>
            </p:nvSpPr>
            <p:spPr bwMode="auto">
              <a:xfrm>
                <a:off x="3835" y="2474"/>
                <a:ext cx="4" cy="0"/>
              </a:xfrm>
              <a:custGeom>
                <a:avLst/>
                <a:gdLst>
                  <a:gd name="T0" fmla="*/ 0 w 2"/>
                  <a:gd name="T1" fmla="*/ 1 w 2"/>
                  <a:gd name="T2" fmla="*/ 0 w 2"/>
                </a:gdLst>
                <a:ahLst/>
                <a:cxnLst>
                  <a:cxn ang="0">
                    <a:pos x="T0" y="0"/>
                  </a:cxn>
                  <a:cxn ang="0">
                    <a:pos x="T1" y="0"/>
                  </a:cxn>
                  <a:cxn ang="0">
                    <a:pos x="T2" y="0"/>
                  </a:cxn>
                </a:cxnLst>
                <a:rect l="0" t="0" r="r" b="b"/>
                <a:pathLst>
                  <a:path w="2">
                    <a:moveTo>
                      <a:pt x="0" y="0"/>
                    </a:moveTo>
                    <a:cubicBezTo>
                      <a:pt x="0" y="0"/>
                      <a:pt x="2"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8" name="Freeform 332"/>
              <p:cNvSpPr/>
              <p:nvPr/>
            </p:nvSpPr>
            <p:spPr bwMode="auto">
              <a:xfrm>
                <a:off x="3829" y="2345"/>
                <a:ext cx="4"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2" y="0"/>
                      <a:pt x="1" y="0"/>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9" name="Freeform 333"/>
              <p:cNvSpPr/>
              <p:nvPr/>
            </p:nvSpPr>
            <p:spPr bwMode="auto">
              <a:xfrm>
                <a:off x="3831" y="233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0" name="Freeform 334"/>
              <p:cNvSpPr/>
              <p:nvPr/>
            </p:nvSpPr>
            <p:spPr bwMode="auto">
              <a:xfrm>
                <a:off x="3850" y="2491"/>
                <a:ext cx="4" cy="2"/>
              </a:xfrm>
              <a:custGeom>
                <a:avLst/>
                <a:gdLst>
                  <a:gd name="T0" fmla="*/ 0 w 4"/>
                  <a:gd name="T1" fmla="*/ 2 h 2"/>
                  <a:gd name="T2" fmla="*/ 0 w 4"/>
                  <a:gd name="T3" fmla="*/ 2 h 2"/>
                  <a:gd name="T4" fmla="*/ 4 w 4"/>
                  <a:gd name="T5" fmla="*/ 0 h 2"/>
                  <a:gd name="T6" fmla="*/ 0 w 4"/>
                  <a:gd name="T7" fmla="*/ 2 h 2"/>
                </a:gdLst>
                <a:ahLst/>
                <a:cxnLst>
                  <a:cxn ang="0">
                    <a:pos x="T0" y="T1"/>
                  </a:cxn>
                  <a:cxn ang="0">
                    <a:pos x="T2" y="T3"/>
                  </a:cxn>
                  <a:cxn ang="0">
                    <a:pos x="T4" y="T5"/>
                  </a:cxn>
                  <a:cxn ang="0">
                    <a:pos x="T6" y="T7"/>
                  </a:cxn>
                </a:cxnLst>
                <a:rect l="0" t="0" r="r" b="b"/>
                <a:pathLst>
                  <a:path w="4" h="2">
                    <a:moveTo>
                      <a:pt x="0" y="2"/>
                    </a:moveTo>
                    <a:lnTo>
                      <a:pt x="0" y="2"/>
                    </a:lnTo>
                    <a:lnTo>
                      <a:pt x="4"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1" name="Freeform 335"/>
              <p:cNvSpPr/>
              <p:nvPr/>
            </p:nvSpPr>
            <p:spPr bwMode="auto">
              <a:xfrm>
                <a:off x="3835" y="233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2" name="Rectangle 336"/>
              <p:cNvSpPr>
                <a:spLocks noChangeArrowheads="1"/>
              </p:cNvSpPr>
              <p:nvPr/>
            </p:nvSpPr>
            <p:spPr bwMode="auto">
              <a:xfrm>
                <a:off x="3835" y="2434"/>
                <a:ext cx="2"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3" name="Freeform 337"/>
              <p:cNvSpPr/>
              <p:nvPr/>
            </p:nvSpPr>
            <p:spPr bwMode="auto">
              <a:xfrm>
                <a:off x="3831" y="2349"/>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2" y="0"/>
                      <a:pt x="2"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4" name="Freeform 338"/>
              <p:cNvSpPr/>
              <p:nvPr/>
            </p:nvSpPr>
            <p:spPr bwMode="auto">
              <a:xfrm>
                <a:off x="3602" y="1823"/>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5" name="Freeform 339"/>
              <p:cNvSpPr/>
              <p:nvPr/>
            </p:nvSpPr>
            <p:spPr bwMode="auto">
              <a:xfrm>
                <a:off x="3905" y="227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6" name="Freeform 340"/>
              <p:cNvSpPr/>
              <p:nvPr/>
            </p:nvSpPr>
            <p:spPr bwMode="auto">
              <a:xfrm>
                <a:off x="3778" y="297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7" name="Freeform 341"/>
              <p:cNvSpPr/>
              <p:nvPr/>
            </p:nvSpPr>
            <p:spPr bwMode="auto">
              <a:xfrm>
                <a:off x="3746" y="2826"/>
                <a:ext cx="399" cy="167"/>
              </a:xfrm>
              <a:custGeom>
                <a:avLst/>
                <a:gdLst>
                  <a:gd name="T0" fmla="*/ 154 w 188"/>
                  <a:gd name="T1" fmla="*/ 20 h 79"/>
                  <a:gd name="T2" fmla="*/ 145 w 188"/>
                  <a:gd name="T3" fmla="*/ 25 h 79"/>
                  <a:gd name="T4" fmla="*/ 108 w 188"/>
                  <a:gd name="T5" fmla="*/ 47 h 79"/>
                  <a:gd name="T6" fmla="*/ 94 w 188"/>
                  <a:gd name="T7" fmla="*/ 49 h 79"/>
                  <a:gd name="T8" fmla="*/ 84 w 188"/>
                  <a:gd name="T9" fmla="*/ 48 h 79"/>
                  <a:gd name="T10" fmla="*/ 64 w 188"/>
                  <a:gd name="T11" fmla="*/ 52 h 79"/>
                  <a:gd name="T12" fmla="*/ 52 w 188"/>
                  <a:gd name="T13" fmla="*/ 54 h 79"/>
                  <a:gd name="T14" fmla="*/ 33 w 188"/>
                  <a:gd name="T15" fmla="*/ 56 h 79"/>
                  <a:gd name="T16" fmla="*/ 23 w 188"/>
                  <a:gd name="T17" fmla="*/ 60 h 79"/>
                  <a:gd name="T18" fmla="*/ 12 w 188"/>
                  <a:gd name="T19" fmla="*/ 55 h 79"/>
                  <a:gd name="T20" fmla="*/ 5 w 188"/>
                  <a:gd name="T21" fmla="*/ 55 h 79"/>
                  <a:gd name="T22" fmla="*/ 5 w 188"/>
                  <a:gd name="T23" fmla="*/ 53 h 79"/>
                  <a:gd name="T24" fmla="*/ 4 w 188"/>
                  <a:gd name="T25" fmla="*/ 51 h 79"/>
                  <a:gd name="T26" fmla="*/ 3 w 188"/>
                  <a:gd name="T27" fmla="*/ 53 h 79"/>
                  <a:gd name="T28" fmla="*/ 3 w 188"/>
                  <a:gd name="T29" fmla="*/ 56 h 79"/>
                  <a:gd name="T30" fmla="*/ 0 w 188"/>
                  <a:gd name="T31" fmla="*/ 58 h 79"/>
                  <a:gd name="T32" fmla="*/ 2 w 188"/>
                  <a:gd name="T33" fmla="*/ 61 h 79"/>
                  <a:gd name="T34" fmla="*/ 13 w 188"/>
                  <a:gd name="T35" fmla="*/ 66 h 79"/>
                  <a:gd name="T36" fmla="*/ 15 w 188"/>
                  <a:gd name="T37" fmla="*/ 70 h 79"/>
                  <a:gd name="T38" fmla="*/ 16 w 188"/>
                  <a:gd name="T39" fmla="*/ 72 h 79"/>
                  <a:gd name="T40" fmla="*/ 18 w 188"/>
                  <a:gd name="T41" fmla="*/ 76 h 79"/>
                  <a:gd name="T42" fmla="*/ 21 w 188"/>
                  <a:gd name="T43" fmla="*/ 71 h 79"/>
                  <a:gd name="T44" fmla="*/ 26 w 188"/>
                  <a:gd name="T45" fmla="*/ 67 h 79"/>
                  <a:gd name="T46" fmla="*/ 27 w 188"/>
                  <a:gd name="T47" fmla="*/ 76 h 79"/>
                  <a:gd name="T48" fmla="*/ 30 w 188"/>
                  <a:gd name="T49" fmla="*/ 74 h 79"/>
                  <a:gd name="T50" fmla="*/ 31 w 188"/>
                  <a:gd name="T51" fmla="*/ 78 h 79"/>
                  <a:gd name="T52" fmla="*/ 35 w 188"/>
                  <a:gd name="T53" fmla="*/ 74 h 79"/>
                  <a:gd name="T54" fmla="*/ 38 w 188"/>
                  <a:gd name="T55" fmla="*/ 73 h 79"/>
                  <a:gd name="T56" fmla="*/ 42 w 188"/>
                  <a:gd name="T57" fmla="*/ 64 h 79"/>
                  <a:gd name="T58" fmla="*/ 43 w 188"/>
                  <a:gd name="T59" fmla="*/ 76 h 79"/>
                  <a:gd name="T60" fmla="*/ 51 w 188"/>
                  <a:gd name="T61" fmla="*/ 72 h 79"/>
                  <a:gd name="T62" fmla="*/ 57 w 188"/>
                  <a:gd name="T63" fmla="*/ 72 h 79"/>
                  <a:gd name="T64" fmla="*/ 61 w 188"/>
                  <a:gd name="T65" fmla="*/ 70 h 79"/>
                  <a:gd name="T66" fmla="*/ 70 w 188"/>
                  <a:gd name="T67" fmla="*/ 68 h 79"/>
                  <a:gd name="T68" fmla="*/ 75 w 188"/>
                  <a:gd name="T69" fmla="*/ 71 h 79"/>
                  <a:gd name="T70" fmla="*/ 77 w 188"/>
                  <a:gd name="T71" fmla="*/ 68 h 79"/>
                  <a:gd name="T72" fmla="*/ 80 w 188"/>
                  <a:gd name="T73" fmla="*/ 68 h 79"/>
                  <a:gd name="T74" fmla="*/ 81 w 188"/>
                  <a:gd name="T75" fmla="*/ 66 h 79"/>
                  <a:gd name="T76" fmla="*/ 86 w 188"/>
                  <a:gd name="T77" fmla="*/ 67 h 79"/>
                  <a:gd name="T78" fmla="*/ 92 w 188"/>
                  <a:gd name="T79" fmla="*/ 65 h 79"/>
                  <a:gd name="T80" fmla="*/ 98 w 188"/>
                  <a:gd name="T81" fmla="*/ 64 h 79"/>
                  <a:gd name="T82" fmla="*/ 104 w 188"/>
                  <a:gd name="T83" fmla="*/ 60 h 79"/>
                  <a:gd name="T84" fmla="*/ 107 w 188"/>
                  <a:gd name="T85" fmla="*/ 62 h 79"/>
                  <a:gd name="T86" fmla="*/ 108 w 188"/>
                  <a:gd name="T87" fmla="*/ 62 h 79"/>
                  <a:gd name="T88" fmla="*/ 114 w 188"/>
                  <a:gd name="T89" fmla="*/ 59 h 79"/>
                  <a:gd name="T90" fmla="*/ 119 w 188"/>
                  <a:gd name="T91" fmla="*/ 59 h 79"/>
                  <a:gd name="T92" fmla="*/ 122 w 188"/>
                  <a:gd name="T93" fmla="*/ 52 h 79"/>
                  <a:gd name="T94" fmla="*/ 126 w 188"/>
                  <a:gd name="T95" fmla="*/ 52 h 79"/>
                  <a:gd name="T96" fmla="*/ 132 w 188"/>
                  <a:gd name="T97" fmla="*/ 50 h 79"/>
                  <a:gd name="T98" fmla="*/ 139 w 188"/>
                  <a:gd name="T99" fmla="*/ 45 h 79"/>
                  <a:gd name="T100" fmla="*/ 143 w 188"/>
                  <a:gd name="T101" fmla="*/ 43 h 79"/>
                  <a:gd name="T102" fmla="*/ 156 w 188"/>
                  <a:gd name="T103" fmla="*/ 39 h 79"/>
                  <a:gd name="T104" fmla="*/ 160 w 188"/>
                  <a:gd name="T105" fmla="*/ 37 h 79"/>
                  <a:gd name="T106" fmla="*/ 167 w 188"/>
                  <a:gd name="T107" fmla="*/ 26 h 79"/>
                  <a:gd name="T108" fmla="*/ 172 w 188"/>
                  <a:gd name="T109" fmla="*/ 21 h 79"/>
                  <a:gd name="T110" fmla="*/ 180 w 188"/>
                  <a:gd name="T11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79">
                    <a:moveTo>
                      <a:pt x="180" y="0"/>
                    </a:moveTo>
                    <a:cubicBezTo>
                      <a:pt x="179" y="5"/>
                      <a:pt x="175" y="6"/>
                      <a:pt x="171" y="7"/>
                    </a:cubicBezTo>
                    <a:cubicBezTo>
                      <a:pt x="170" y="8"/>
                      <a:pt x="169" y="10"/>
                      <a:pt x="168" y="10"/>
                    </a:cubicBezTo>
                    <a:cubicBezTo>
                      <a:pt x="164" y="15"/>
                      <a:pt x="157" y="14"/>
                      <a:pt x="154" y="19"/>
                    </a:cubicBezTo>
                    <a:cubicBezTo>
                      <a:pt x="155" y="19"/>
                      <a:pt x="155" y="20"/>
                      <a:pt x="155" y="21"/>
                    </a:cubicBezTo>
                    <a:cubicBezTo>
                      <a:pt x="154" y="20"/>
                      <a:pt x="154" y="20"/>
                      <a:pt x="154" y="20"/>
                    </a:cubicBezTo>
                    <a:cubicBezTo>
                      <a:pt x="155" y="22"/>
                      <a:pt x="155" y="22"/>
                      <a:pt x="155" y="22"/>
                    </a:cubicBezTo>
                    <a:cubicBezTo>
                      <a:pt x="155" y="22"/>
                      <a:pt x="154" y="20"/>
                      <a:pt x="154" y="20"/>
                    </a:cubicBezTo>
                    <a:cubicBezTo>
                      <a:pt x="152" y="21"/>
                      <a:pt x="151" y="23"/>
                      <a:pt x="149" y="23"/>
                    </a:cubicBezTo>
                    <a:cubicBezTo>
                      <a:pt x="149" y="25"/>
                      <a:pt x="148" y="24"/>
                      <a:pt x="149" y="26"/>
                    </a:cubicBezTo>
                    <a:cubicBezTo>
                      <a:pt x="148" y="25"/>
                      <a:pt x="148" y="25"/>
                      <a:pt x="148" y="25"/>
                    </a:cubicBezTo>
                    <a:cubicBezTo>
                      <a:pt x="147" y="27"/>
                      <a:pt x="147" y="27"/>
                      <a:pt x="145" y="25"/>
                    </a:cubicBezTo>
                    <a:cubicBezTo>
                      <a:pt x="139" y="27"/>
                      <a:pt x="134" y="30"/>
                      <a:pt x="128" y="32"/>
                    </a:cubicBezTo>
                    <a:cubicBezTo>
                      <a:pt x="123" y="34"/>
                      <a:pt x="118" y="39"/>
                      <a:pt x="112" y="41"/>
                    </a:cubicBezTo>
                    <a:cubicBezTo>
                      <a:pt x="112" y="45"/>
                      <a:pt x="111" y="43"/>
                      <a:pt x="110" y="47"/>
                    </a:cubicBezTo>
                    <a:cubicBezTo>
                      <a:pt x="110" y="46"/>
                      <a:pt x="110" y="46"/>
                      <a:pt x="110" y="46"/>
                    </a:cubicBezTo>
                    <a:cubicBezTo>
                      <a:pt x="110" y="47"/>
                      <a:pt x="109" y="46"/>
                      <a:pt x="107" y="45"/>
                    </a:cubicBezTo>
                    <a:cubicBezTo>
                      <a:pt x="108" y="46"/>
                      <a:pt x="107" y="45"/>
                      <a:pt x="108" y="47"/>
                    </a:cubicBezTo>
                    <a:cubicBezTo>
                      <a:pt x="108" y="49"/>
                      <a:pt x="106" y="45"/>
                      <a:pt x="106" y="46"/>
                    </a:cubicBezTo>
                    <a:cubicBezTo>
                      <a:pt x="105" y="45"/>
                      <a:pt x="106" y="47"/>
                      <a:pt x="106" y="46"/>
                    </a:cubicBezTo>
                    <a:cubicBezTo>
                      <a:pt x="105" y="49"/>
                      <a:pt x="106" y="45"/>
                      <a:pt x="103" y="44"/>
                    </a:cubicBezTo>
                    <a:cubicBezTo>
                      <a:pt x="101" y="45"/>
                      <a:pt x="98" y="48"/>
                      <a:pt x="95" y="47"/>
                    </a:cubicBezTo>
                    <a:cubicBezTo>
                      <a:pt x="95" y="47"/>
                      <a:pt x="96" y="49"/>
                      <a:pt x="96" y="49"/>
                    </a:cubicBezTo>
                    <a:cubicBezTo>
                      <a:pt x="95" y="46"/>
                      <a:pt x="95" y="50"/>
                      <a:pt x="94" y="49"/>
                    </a:cubicBezTo>
                    <a:cubicBezTo>
                      <a:pt x="94" y="48"/>
                      <a:pt x="94" y="48"/>
                      <a:pt x="94" y="48"/>
                    </a:cubicBezTo>
                    <a:cubicBezTo>
                      <a:pt x="93" y="47"/>
                      <a:pt x="92" y="49"/>
                      <a:pt x="91" y="48"/>
                    </a:cubicBezTo>
                    <a:cubicBezTo>
                      <a:pt x="90" y="49"/>
                      <a:pt x="88" y="47"/>
                      <a:pt x="88" y="49"/>
                    </a:cubicBezTo>
                    <a:cubicBezTo>
                      <a:pt x="88" y="47"/>
                      <a:pt x="87" y="48"/>
                      <a:pt x="87" y="47"/>
                    </a:cubicBezTo>
                    <a:cubicBezTo>
                      <a:pt x="87" y="51"/>
                      <a:pt x="84" y="46"/>
                      <a:pt x="84" y="49"/>
                    </a:cubicBezTo>
                    <a:cubicBezTo>
                      <a:pt x="84" y="48"/>
                      <a:pt x="84" y="48"/>
                      <a:pt x="84" y="48"/>
                    </a:cubicBezTo>
                    <a:cubicBezTo>
                      <a:pt x="81" y="49"/>
                      <a:pt x="77" y="49"/>
                      <a:pt x="74" y="51"/>
                    </a:cubicBezTo>
                    <a:cubicBezTo>
                      <a:pt x="73" y="52"/>
                      <a:pt x="70" y="48"/>
                      <a:pt x="69" y="50"/>
                    </a:cubicBezTo>
                    <a:cubicBezTo>
                      <a:pt x="68" y="52"/>
                      <a:pt x="68" y="52"/>
                      <a:pt x="68" y="52"/>
                    </a:cubicBezTo>
                    <a:cubicBezTo>
                      <a:pt x="68" y="52"/>
                      <a:pt x="68" y="51"/>
                      <a:pt x="68" y="51"/>
                    </a:cubicBezTo>
                    <a:cubicBezTo>
                      <a:pt x="67" y="52"/>
                      <a:pt x="66" y="51"/>
                      <a:pt x="65" y="51"/>
                    </a:cubicBezTo>
                    <a:cubicBezTo>
                      <a:pt x="65" y="51"/>
                      <a:pt x="64" y="52"/>
                      <a:pt x="64" y="52"/>
                    </a:cubicBezTo>
                    <a:cubicBezTo>
                      <a:pt x="63" y="50"/>
                      <a:pt x="61" y="54"/>
                      <a:pt x="60" y="52"/>
                    </a:cubicBezTo>
                    <a:cubicBezTo>
                      <a:pt x="61" y="55"/>
                      <a:pt x="59" y="54"/>
                      <a:pt x="59" y="55"/>
                    </a:cubicBezTo>
                    <a:cubicBezTo>
                      <a:pt x="58" y="55"/>
                      <a:pt x="58" y="54"/>
                      <a:pt x="58" y="53"/>
                    </a:cubicBezTo>
                    <a:cubicBezTo>
                      <a:pt x="57" y="53"/>
                      <a:pt x="57" y="54"/>
                      <a:pt x="56" y="53"/>
                    </a:cubicBezTo>
                    <a:cubicBezTo>
                      <a:pt x="55" y="53"/>
                      <a:pt x="55" y="55"/>
                      <a:pt x="54" y="55"/>
                    </a:cubicBezTo>
                    <a:cubicBezTo>
                      <a:pt x="54" y="52"/>
                      <a:pt x="53" y="54"/>
                      <a:pt x="52" y="54"/>
                    </a:cubicBezTo>
                    <a:cubicBezTo>
                      <a:pt x="52" y="56"/>
                      <a:pt x="52" y="57"/>
                      <a:pt x="51" y="56"/>
                    </a:cubicBezTo>
                    <a:cubicBezTo>
                      <a:pt x="51" y="54"/>
                      <a:pt x="51" y="54"/>
                      <a:pt x="51" y="54"/>
                    </a:cubicBezTo>
                    <a:cubicBezTo>
                      <a:pt x="49" y="56"/>
                      <a:pt x="46" y="53"/>
                      <a:pt x="43" y="56"/>
                    </a:cubicBezTo>
                    <a:cubicBezTo>
                      <a:pt x="43" y="54"/>
                      <a:pt x="43" y="54"/>
                      <a:pt x="43" y="54"/>
                    </a:cubicBezTo>
                    <a:cubicBezTo>
                      <a:pt x="41" y="56"/>
                      <a:pt x="38" y="54"/>
                      <a:pt x="36" y="57"/>
                    </a:cubicBezTo>
                    <a:cubicBezTo>
                      <a:pt x="35" y="56"/>
                      <a:pt x="34" y="56"/>
                      <a:pt x="33" y="56"/>
                    </a:cubicBezTo>
                    <a:cubicBezTo>
                      <a:pt x="32" y="57"/>
                      <a:pt x="32" y="57"/>
                      <a:pt x="31" y="59"/>
                    </a:cubicBezTo>
                    <a:cubicBezTo>
                      <a:pt x="31" y="59"/>
                      <a:pt x="31" y="58"/>
                      <a:pt x="31" y="57"/>
                    </a:cubicBezTo>
                    <a:cubicBezTo>
                      <a:pt x="30" y="57"/>
                      <a:pt x="29" y="54"/>
                      <a:pt x="28" y="57"/>
                    </a:cubicBezTo>
                    <a:cubicBezTo>
                      <a:pt x="28" y="55"/>
                      <a:pt x="28" y="55"/>
                      <a:pt x="28" y="55"/>
                    </a:cubicBezTo>
                    <a:cubicBezTo>
                      <a:pt x="27" y="57"/>
                      <a:pt x="25" y="58"/>
                      <a:pt x="25" y="57"/>
                    </a:cubicBezTo>
                    <a:cubicBezTo>
                      <a:pt x="24" y="58"/>
                      <a:pt x="23" y="58"/>
                      <a:pt x="23" y="60"/>
                    </a:cubicBezTo>
                    <a:cubicBezTo>
                      <a:pt x="23" y="60"/>
                      <a:pt x="23" y="57"/>
                      <a:pt x="23" y="59"/>
                    </a:cubicBezTo>
                    <a:cubicBezTo>
                      <a:pt x="23" y="57"/>
                      <a:pt x="23" y="57"/>
                      <a:pt x="23" y="57"/>
                    </a:cubicBezTo>
                    <a:cubicBezTo>
                      <a:pt x="21" y="56"/>
                      <a:pt x="19" y="56"/>
                      <a:pt x="17" y="57"/>
                    </a:cubicBezTo>
                    <a:cubicBezTo>
                      <a:pt x="17" y="55"/>
                      <a:pt x="15" y="57"/>
                      <a:pt x="14" y="55"/>
                    </a:cubicBezTo>
                    <a:cubicBezTo>
                      <a:pt x="13" y="56"/>
                      <a:pt x="13" y="54"/>
                      <a:pt x="11" y="56"/>
                    </a:cubicBezTo>
                    <a:cubicBezTo>
                      <a:pt x="12" y="55"/>
                      <a:pt x="12" y="55"/>
                      <a:pt x="12" y="55"/>
                    </a:cubicBezTo>
                    <a:cubicBezTo>
                      <a:pt x="11" y="54"/>
                      <a:pt x="10" y="54"/>
                      <a:pt x="9" y="53"/>
                    </a:cubicBezTo>
                    <a:cubicBezTo>
                      <a:pt x="9" y="52"/>
                      <a:pt x="8" y="54"/>
                      <a:pt x="7" y="54"/>
                    </a:cubicBezTo>
                    <a:cubicBezTo>
                      <a:pt x="8" y="53"/>
                      <a:pt x="8" y="53"/>
                      <a:pt x="8" y="53"/>
                    </a:cubicBezTo>
                    <a:cubicBezTo>
                      <a:pt x="8" y="53"/>
                      <a:pt x="7" y="54"/>
                      <a:pt x="6" y="55"/>
                    </a:cubicBezTo>
                    <a:cubicBezTo>
                      <a:pt x="6" y="54"/>
                      <a:pt x="6" y="54"/>
                      <a:pt x="6" y="54"/>
                    </a:cubicBezTo>
                    <a:cubicBezTo>
                      <a:pt x="5" y="55"/>
                      <a:pt x="5" y="55"/>
                      <a:pt x="5" y="55"/>
                    </a:cubicBezTo>
                    <a:cubicBezTo>
                      <a:pt x="5" y="55"/>
                      <a:pt x="5" y="56"/>
                      <a:pt x="5" y="56"/>
                    </a:cubicBezTo>
                    <a:cubicBezTo>
                      <a:pt x="5" y="55"/>
                      <a:pt x="4" y="56"/>
                      <a:pt x="4" y="54"/>
                    </a:cubicBezTo>
                    <a:cubicBezTo>
                      <a:pt x="5" y="54"/>
                      <a:pt x="7" y="53"/>
                      <a:pt x="8" y="52"/>
                    </a:cubicBezTo>
                    <a:cubicBezTo>
                      <a:pt x="8" y="51"/>
                      <a:pt x="5" y="53"/>
                      <a:pt x="6" y="52"/>
                    </a:cubicBezTo>
                    <a:cubicBezTo>
                      <a:pt x="6" y="51"/>
                      <a:pt x="6" y="51"/>
                      <a:pt x="5" y="51"/>
                    </a:cubicBezTo>
                    <a:cubicBezTo>
                      <a:pt x="5" y="52"/>
                      <a:pt x="5" y="52"/>
                      <a:pt x="5" y="53"/>
                    </a:cubicBezTo>
                    <a:cubicBezTo>
                      <a:pt x="5" y="53"/>
                      <a:pt x="5" y="52"/>
                      <a:pt x="5" y="52"/>
                    </a:cubicBezTo>
                    <a:cubicBezTo>
                      <a:pt x="4" y="52"/>
                      <a:pt x="4" y="52"/>
                      <a:pt x="4" y="52"/>
                    </a:cubicBezTo>
                    <a:cubicBezTo>
                      <a:pt x="4" y="52"/>
                      <a:pt x="4" y="52"/>
                      <a:pt x="5" y="52"/>
                    </a:cubicBezTo>
                    <a:cubicBezTo>
                      <a:pt x="5" y="51"/>
                      <a:pt x="5" y="51"/>
                      <a:pt x="5" y="51"/>
                    </a:cubicBezTo>
                    <a:cubicBezTo>
                      <a:pt x="4" y="52"/>
                      <a:pt x="4" y="52"/>
                      <a:pt x="4" y="52"/>
                    </a:cubicBezTo>
                    <a:cubicBezTo>
                      <a:pt x="4" y="51"/>
                      <a:pt x="4" y="51"/>
                      <a:pt x="4" y="51"/>
                    </a:cubicBezTo>
                    <a:cubicBezTo>
                      <a:pt x="3" y="51"/>
                      <a:pt x="3" y="51"/>
                      <a:pt x="2" y="50"/>
                    </a:cubicBezTo>
                    <a:cubicBezTo>
                      <a:pt x="1" y="52"/>
                      <a:pt x="4" y="46"/>
                      <a:pt x="0" y="55"/>
                    </a:cubicBezTo>
                    <a:cubicBezTo>
                      <a:pt x="1" y="55"/>
                      <a:pt x="1" y="55"/>
                      <a:pt x="1" y="55"/>
                    </a:cubicBezTo>
                    <a:cubicBezTo>
                      <a:pt x="2" y="54"/>
                      <a:pt x="2" y="54"/>
                      <a:pt x="2" y="54"/>
                    </a:cubicBezTo>
                    <a:cubicBezTo>
                      <a:pt x="2" y="54"/>
                      <a:pt x="3" y="54"/>
                      <a:pt x="3" y="54"/>
                    </a:cubicBezTo>
                    <a:cubicBezTo>
                      <a:pt x="3" y="54"/>
                      <a:pt x="3" y="53"/>
                      <a:pt x="3" y="53"/>
                    </a:cubicBezTo>
                    <a:cubicBezTo>
                      <a:pt x="3" y="53"/>
                      <a:pt x="3" y="54"/>
                      <a:pt x="3" y="53"/>
                    </a:cubicBezTo>
                    <a:cubicBezTo>
                      <a:pt x="3" y="52"/>
                      <a:pt x="4" y="51"/>
                      <a:pt x="4" y="53"/>
                    </a:cubicBezTo>
                    <a:cubicBezTo>
                      <a:pt x="4" y="54"/>
                      <a:pt x="4" y="54"/>
                      <a:pt x="4" y="55"/>
                    </a:cubicBezTo>
                    <a:cubicBezTo>
                      <a:pt x="4" y="55"/>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5"/>
                      <a:pt x="3" y="55"/>
                    </a:cubicBezTo>
                    <a:cubicBezTo>
                      <a:pt x="2" y="55"/>
                      <a:pt x="2" y="56"/>
                      <a:pt x="1" y="56"/>
                    </a:cubicBezTo>
                    <a:cubicBezTo>
                      <a:pt x="2" y="56"/>
                      <a:pt x="2" y="56"/>
                      <a:pt x="2" y="56"/>
                    </a:cubicBezTo>
                    <a:cubicBezTo>
                      <a:pt x="0" y="58"/>
                      <a:pt x="0" y="58"/>
                      <a:pt x="0" y="58"/>
                    </a:cubicBezTo>
                    <a:cubicBezTo>
                      <a:pt x="2" y="57"/>
                      <a:pt x="2" y="57"/>
                      <a:pt x="3" y="58"/>
                    </a:cubicBezTo>
                    <a:cubicBezTo>
                      <a:pt x="3" y="58"/>
                      <a:pt x="3" y="58"/>
                      <a:pt x="3" y="58"/>
                    </a:cubicBezTo>
                    <a:cubicBezTo>
                      <a:pt x="3" y="58"/>
                      <a:pt x="3" y="58"/>
                      <a:pt x="3" y="58"/>
                    </a:cubicBezTo>
                    <a:cubicBezTo>
                      <a:pt x="3" y="58"/>
                      <a:pt x="3" y="58"/>
                      <a:pt x="3" y="58"/>
                    </a:cubicBezTo>
                    <a:cubicBezTo>
                      <a:pt x="3" y="60"/>
                      <a:pt x="4" y="57"/>
                      <a:pt x="4" y="58"/>
                    </a:cubicBezTo>
                    <a:cubicBezTo>
                      <a:pt x="4" y="58"/>
                      <a:pt x="2" y="60"/>
                      <a:pt x="2" y="61"/>
                    </a:cubicBezTo>
                    <a:cubicBezTo>
                      <a:pt x="3" y="62"/>
                      <a:pt x="6" y="61"/>
                      <a:pt x="6" y="63"/>
                    </a:cubicBezTo>
                    <a:cubicBezTo>
                      <a:pt x="7" y="63"/>
                      <a:pt x="8" y="63"/>
                      <a:pt x="9" y="62"/>
                    </a:cubicBezTo>
                    <a:cubicBezTo>
                      <a:pt x="10" y="62"/>
                      <a:pt x="8" y="65"/>
                      <a:pt x="9" y="64"/>
                    </a:cubicBezTo>
                    <a:cubicBezTo>
                      <a:pt x="9" y="65"/>
                      <a:pt x="9" y="66"/>
                      <a:pt x="8" y="66"/>
                    </a:cubicBezTo>
                    <a:cubicBezTo>
                      <a:pt x="9" y="66"/>
                      <a:pt x="10" y="67"/>
                      <a:pt x="10" y="65"/>
                    </a:cubicBezTo>
                    <a:cubicBezTo>
                      <a:pt x="11" y="66"/>
                      <a:pt x="12" y="67"/>
                      <a:pt x="13" y="66"/>
                    </a:cubicBezTo>
                    <a:cubicBezTo>
                      <a:pt x="13" y="66"/>
                      <a:pt x="12" y="68"/>
                      <a:pt x="12" y="69"/>
                    </a:cubicBezTo>
                    <a:cubicBezTo>
                      <a:pt x="13" y="67"/>
                      <a:pt x="15" y="67"/>
                      <a:pt x="15" y="67"/>
                    </a:cubicBezTo>
                    <a:cubicBezTo>
                      <a:pt x="16" y="66"/>
                      <a:pt x="16" y="66"/>
                      <a:pt x="16" y="64"/>
                    </a:cubicBezTo>
                    <a:cubicBezTo>
                      <a:pt x="16" y="64"/>
                      <a:pt x="17" y="63"/>
                      <a:pt x="17" y="63"/>
                    </a:cubicBezTo>
                    <a:cubicBezTo>
                      <a:pt x="17" y="65"/>
                      <a:pt x="16" y="68"/>
                      <a:pt x="17" y="68"/>
                    </a:cubicBezTo>
                    <a:cubicBezTo>
                      <a:pt x="16" y="71"/>
                      <a:pt x="15" y="67"/>
                      <a:pt x="15" y="70"/>
                    </a:cubicBezTo>
                    <a:cubicBezTo>
                      <a:pt x="14" y="72"/>
                      <a:pt x="12" y="72"/>
                      <a:pt x="12" y="70"/>
                    </a:cubicBezTo>
                    <a:cubicBezTo>
                      <a:pt x="11" y="73"/>
                      <a:pt x="13" y="71"/>
                      <a:pt x="12" y="73"/>
                    </a:cubicBezTo>
                    <a:cubicBezTo>
                      <a:pt x="13" y="73"/>
                      <a:pt x="14" y="72"/>
                      <a:pt x="15" y="72"/>
                    </a:cubicBezTo>
                    <a:cubicBezTo>
                      <a:pt x="15" y="71"/>
                      <a:pt x="15" y="70"/>
                      <a:pt x="16" y="70"/>
                    </a:cubicBezTo>
                    <a:cubicBezTo>
                      <a:pt x="17" y="67"/>
                      <a:pt x="16" y="72"/>
                      <a:pt x="17" y="72"/>
                    </a:cubicBezTo>
                    <a:cubicBezTo>
                      <a:pt x="16" y="72"/>
                      <a:pt x="16" y="72"/>
                      <a:pt x="16" y="72"/>
                    </a:cubicBezTo>
                    <a:cubicBezTo>
                      <a:pt x="16" y="73"/>
                      <a:pt x="17" y="72"/>
                      <a:pt x="18" y="72"/>
                    </a:cubicBezTo>
                    <a:cubicBezTo>
                      <a:pt x="17" y="75"/>
                      <a:pt x="17" y="72"/>
                      <a:pt x="16" y="74"/>
                    </a:cubicBezTo>
                    <a:cubicBezTo>
                      <a:pt x="16" y="76"/>
                      <a:pt x="16" y="76"/>
                      <a:pt x="16" y="76"/>
                    </a:cubicBezTo>
                    <a:cubicBezTo>
                      <a:pt x="17" y="77"/>
                      <a:pt x="17" y="74"/>
                      <a:pt x="18" y="75"/>
                    </a:cubicBezTo>
                    <a:cubicBezTo>
                      <a:pt x="17" y="76"/>
                      <a:pt x="17" y="76"/>
                      <a:pt x="17" y="76"/>
                    </a:cubicBezTo>
                    <a:cubicBezTo>
                      <a:pt x="18" y="76"/>
                      <a:pt x="18" y="76"/>
                      <a:pt x="18" y="76"/>
                    </a:cubicBezTo>
                    <a:cubicBezTo>
                      <a:pt x="18" y="74"/>
                      <a:pt x="19" y="73"/>
                      <a:pt x="18" y="73"/>
                    </a:cubicBezTo>
                    <a:cubicBezTo>
                      <a:pt x="19" y="70"/>
                      <a:pt x="19" y="72"/>
                      <a:pt x="20" y="72"/>
                    </a:cubicBezTo>
                    <a:cubicBezTo>
                      <a:pt x="20" y="70"/>
                      <a:pt x="19" y="72"/>
                      <a:pt x="20" y="70"/>
                    </a:cubicBezTo>
                    <a:cubicBezTo>
                      <a:pt x="20" y="69"/>
                      <a:pt x="20" y="69"/>
                      <a:pt x="21" y="69"/>
                    </a:cubicBezTo>
                    <a:cubicBezTo>
                      <a:pt x="22" y="69"/>
                      <a:pt x="21" y="71"/>
                      <a:pt x="21" y="72"/>
                    </a:cubicBezTo>
                    <a:cubicBezTo>
                      <a:pt x="21" y="72"/>
                      <a:pt x="20" y="72"/>
                      <a:pt x="21" y="71"/>
                    </a:cubicBezTo>
                    <a:cubicBezTo>
                      <a:pt x="19" y="73"/>
                      <a:pt x="20" y="75"/>
                      <a:pt x="19" y="76"/>
                    </a:cubicBezTo>
                    <a:cubicBezTo>
                      <a:pt x="20" y="77"/>
                      <a:pt x="20" y="75"/>
                      <a:pt x="21" y="75"/>
                    </a:cubicBezTo>
                    <a:cubicBezTo>
                      <a:pt x="21" y="74"/>
                      <a:pt x="21" y="73"/>
                      <a:pt x="21" y="72"/>
                    </a:cubicBezTo>
                    <a:cubicBezTo>
                      <a:pt x="23" y="68"/>
                      <a:pt x="21" y="76"/>
                      <a:pt x="23" y="75"/>
                    </a:cubicBezTo>
                    <a:cubicBezTo>
                      <a:pt x="23" y="72"/>
                      <a:pt x="25" y="71"/>
                      <a:pt x="25" y="68"/>
                    </a:cubicBezTo>
                    <a:cubicBezTo>
                      <a:pt x="25" y="67"/>
                      <a:pt x="25" y="66"/>
                      <a:pt x="26" y="67"/>
                    </a:cubicBezTo>
                    <a:cubicBezTo>
                      <a:pt x="25" y="69"/>
                      <a:pt x="26" y="68"/>
                      <a:pt x="25" y="70"/>
                    </a:cubicBezTo>
                    <a:cubicBezTo>
                      <a:pt x="25" y="70"/>
                      <a:pt x="25" y="70"/>
                      <a:pt x="25" y="70"/>
                    </a:cubicBezTo>
                    <a:cubicBezTo>
                      <a:pt x="24" y="73"/>
                      <a:pt x="24" y="73"/>
                      <a:pt x="24" y="73"/>
                    </a:cubicBezTo>
                    <a:cubicBezTo>
                      <a:pt x="25" y="74"/>
                      <a:pt x="25" y="76"/>
                      <a:pt x="26" y="77"/>
                    </a:cubicBezTo>
                    <a:cubicBezTo>
                      <a:pt x="26" y="76"/>
                      <a:pt x="26" y="75"/>
                      <a:pt x="26" y="74"/>
                    </a:cubicBezTo>
                    <a:cubicBezTo>
                      <a:pt x="26" y="75"/>
                      <a:pt x="26" y="76"/>
                      <a:pt x="27" y="76"/>
                    </a:cubicBezTo>
                    <a:cubicBezTo>
                      <a:pt x="26" y="76"/>
                      <a:pt x="27" y="74"/>
                      <a:pt x="27" y="73"/>
                    </a:cubicBezTo>
                    <a:cubicBezTo>
                      <a:pt x="28" y="73"/>
                      <a:pt x="28" y="75"/>
                      <a:pt x="28" y="76"/>
                    </a:cubicBezTo>
                    <a:cubicBezTo>
                      <a:pt x="27" y="77"/>
                      <a:pt x="27" y="77"/>
                      <a:pt x="27" y="77"/>
                    </a:cubicBezTo>
                    <a:cubicBezTo>
                      <a:pt x="28" y="76"/>
                      <a:pt x="28" y="78"/>
                      <a:pt x="28" y="78"/>
                    </a:cubicBezTo>
                    <a:cubicBezTo>
                      <a:pt x="28" y="76"/>
                      <a:pt x="29" y="75"/>
                      <a:pt x="29" y="73"/>
                    </a:cubicBezTo>
                    <a:cubicBezTo>
                      <a:pt x="30" y="73"/>
                      <a:pt x="30" y="74"/>
                      <a:pt x="30" y="74"/>
                    </a:cubicBezTo>
                    <a:cubicBezTo>
                      <a:pt x="29" y="75"/>
                      <a:pt x="29" y="75"/>
                      <a:pt x="29" y="75"/>
                    </a:cubicBezTo>
                    <a:cubicBezTo>
                      <a:pt x="30" y="75"/>
                      <a:pt x="29" y="78"/>
                      <a:pt x="30" y="78"/>
                    </a:cubicBezTo>
                    <a:cubicBezTo>
                      <a:pt x="30" y="76"/>
                      <a:pt x="30" y="76"/>
                      <a:pt x="30" y="76"/>
                    </a:cubicBezTo>
                    <a:cubicBezTo>
                      <a:pt x="30" y="78"/>
                      <a:pt x="30" y="78"/>
                      <a:pt x="30" y="78"/>
                    </a:cubicBezTo>
                    <a:cubicBezTo>
                      <a:pt x="31" y="77"/>
                      <a:pt x="31" y="77"/>
                      <a:pt x="31" y="76"/>
                    </a:cubicBezTo>
                    <a:cubicBezTo>
                      <a:pt x="31" y="78"/>
                      <a:pt x="31" y="78"/>
                      <a:pt x="31" y="78"/>
                    </a:cubicBezTo>
                    <a:cubicBezTo>
                      <a:pt x="32" y="77"/>
                      <a:pt x="32" y="75"/>
                      <a:pt x="33" y="77"/>
                    </a:cubicBezTo>
                    <a:cubicBezTo>
                      <a:pt x="32" y="74"/>
                      <a:pt x="32" y="77"/>
                      <a:pt x="32" y="75"/>
                    </a:cubicBezTo>
                    <a:cubicBezTo>
                      <a:pt x="31" y="73"/>
                      <a:pt x="32" y="74"/>
                      <a:pt x="33" y="73"/>
                    </a:cubicBezTo>
                    <a:cubicBezTo>
                      <a:pt x="32" y="76"/>
                      <a:pt x="33" y="74"/>
                      <a:pt x="34" y="74"/>
                    </a:cubicBezTo>
                    <a:cubicBezTo>
                      <a:pt x="34" y="75"/>
                      <a:pt x="34" y="75"/>
                      <a:pt x="34" y="76"/>
                    </a:cubicBezTo>
                    <a:cubicBezTo>
                      <a:pt x="35" y="74"/>
                      <a:pt x="35" y="74"/>
                      <a:pt x="35" y="74"/>
                    </a:cubicBezTo>
                    <a:cubicBezTo>
                      <a:pt x="35" y="78"/>
                      <a:pt x="36" y="73"/>
                      <a:pt x="36" y="74"/>
                    </a:cubicBezTo>
                    <a:cubicBezTo>
                      <a:pt x="36" y="75"/>
                      <a:pt x="36" y="77"/>
                      <a:pt x="36" y="77"/>
                    </a:cubicBezTo>
                    <a:cubicBezTo>
                      <a:pt x="36" y="75"/>
                      <a:pt x="37" y="74"/>
                      <a:pt x="37" y="72"/>
                    </a:cubicBezTo>
                    <a:cubicBezTo>
                      <a:pt x="38" y="73"/>
                      <a:pt x="36" y="76"/>
                      <a:pt x="37" y="78"/>
                    </a:cubicBezTo>
                    <a:cubicBezTo>
                      <a:pt x="37" y="75"/>
                      <a:pt x="38" y="79"/>
                      <a:pt x="38" y="76"/>
                    </a:cubicBezTo>
                    <a:cubicBezTo>
                      <a:pt x="37" y="75"/>
                      <a:pt x="38" y="75"/>
                      <a:pt x="38" y="73"/>
                    </a:cubicBezTo>
                    <a:cubicBezTo>
                      <a:pt x="39" y="74"/>
                      <a:pt x="38" y="75"/>
                      <a:pt x="39" y="75"/>
                    </a:cubicBezTo>
                    <a:cubicBezTo>
                      <a:pt x="39" y="75"/>
                      <a:pt x="39" y="73"/>
                      <a:pt x="39" y="72"/>
                    </a:cubicBezTo>
                    <a:cubicBezTo>
                      <a:pt x="39" y="73"/>
                      <a:pt x="40" y="70"/>
                      <a:pt x="40" y="72"/>
                    </a:cubicBezTo>
                    <a:cubicBezTo>
                      <a:pt x="41" y="74"/>
                      <a:pt x="39" y="73"/>
                      <a:pt x="40" y="74"/>
                    </a:cubicBezTo>
                    <a:cubicBezTo>
                      <a:pt x="41" y="74"/>
                      <a:pt x="40" y="70"/>
                      <a:pt x="41" y="69"/>
                    </a:cubicBezTo>
                    <a:cubicBezTo>
                      <a:pt x="41" y="68"/>
                      <a:pt x="41" y="65"/>
                      <a:pt x="42" y="64"/>
                    </a:cubicBezTo>
                    <a:cubicBezTo>
                      <a:pt x="43" y="65"/>
                      <a:pt x="41" y="65"/>
                      <a:pt x="42" y="68"/>
                    </a:cubicBezTo>
                    <a:cubicBezTo>
                      <a:pt x="42" y="67"/>
                      <a:pt x="42" y="67"/>
                      <a:pt x="42" y="67"/>
                    </a:cubicBezTo>
                    <a:cubicBezTo>
                      <a:pt x="43" y="70"/>
                      <a:pt x="41" y="72"/>
                      <a:pt x="41" y="74"/>
                    </a:cubicBezTo>
                    <a:cubicBezTo>
                      <a:pt x="42" y="73"/>
                      <a:pt x="42" y="73"/>
                      <a:pt x="42" y="73"/>
                    </a:cubicBezTo>
                    <a:cubicBezTo>
                      <a:pt x="42" y="77"/>
                      <a:pt x="42" y="77"/>
                      <a:pt x="42" y="77"/>
                    </a:cubicBezTo>
                    <a:cubicBezTo>
                      <a:pt x="42" y="75"/>
                      <a:pt x="43" y="76"/>
                      <a:pt x="43" y="76"/>
                    </a:cubicBezTo>
                    <a:cubicBezTo>
                      <a:pt x="43" y="74"/>
                      <a:pt x="43" y="76"/>
                      <a:pt x="43" y="75"/>
                    </a:cubicBezTo>
                    <a:cubicBezTo>
                      <a:pt x="43" y="74"/>
                      <a:pt x="43" y="71"/>
                      <a:pt x="44" y="73"/>
                    </a:cubicBezTo>
                    <a:cubicBezTo>
                      <a:pt x="44" y="74"/>
                      <a:pt x="44" y="75"/>
                      <a:pt x="44" y="76"/>
                    </a:cubicBezTo>
                    <a:cubicBezTo>
                      <a:pt x="45" y="77"/>
                      <a:pt x="44" y="74"/>
                      <a:pt x="45" y="75"/>
                    </a:cubicBezTo>
                    <a:cubicBezTo>
                      <a:pt x="45" y="76"/>
                      <a:pt x="45" y="76"/>
                      <a:pt x="45" y="76"/>
                    </a:cubicBezTo>
                    <a:cubicBezTo>
                      <a:pt x="47" y="76"/>
                      <a:pt x="50" y="76"/>
                      <a:pt x="51" y="72"/>
                    </a:cubicBezTo>
                    <a:cubicBezTo>
                      <a:pt x="52" y="73"/>
                      <a:pt x="52" y="73"/>
                      <a:pt x="53" y="74"/>
                    </a:cubicBezTo>
                    <a:cubicBezTo>
                      <a:pt x="53" y="74"/>
                      <a:pt x="53" y="73"/>
                      <a:pt x="53" y="72"/>
                    </a:cubicBezTo>
                    <a:cubicBezTo>
                      <a:pt x="54" y="74"/>
                      <a:pt x="54" y="74"/>
                      <a:pt x="54" y="74"/>
                    </a:cubicBezTo>
                    <a:cubicBezTo>
                      <a:pt x="55" y="76"/>
                      <a:pt x="55" y="74"/>
                      <a:pt x="56" y="72"/>
                    </a:cubicBezTo>
                    <a:cubicBezTo>
                      <a:pt x="56" y="74"/>
                      <a:pt x="56" y="74"/>
                      <a:pt x="56" y="74"/>
                    </a:cubicBezTo>
                    <a:cubicBezTo>
                      <a:pt x="57" y="75"/>
                      <a:pt x="56" y="73"/>
                      <a:pt x="57" y="72"/>
                    </a:cubicBezTo>
                    <a:cubicBezTo>
                      <a:pt x="57" y="74"/>
                      <a:pt x="57" y="74"/>
                      <a:pt x="57" y="74"/>
                    </a:cubicBezTo>
                    <a:cubicBezTo>
                      <a:pt x="57" y="72"/>
                      <a:pt x="57" y="72"/>
                      <a:pt x="57" y="72"/>
                    </a:cubicBezTo>
                    <a:cubicBezTo>
                      <a:pt x="58" y="72"/>
                      <a:pt x="58" y="72"/>
                      <a:pt x="58" y="74"/>
                    </a:cubicBezTo>
                    <a:cubicBezTo>
                      <a:pt x="59" y="74"/>
                      <a:pt x="59" y="73"/>
                      <a:pt x="58" y="73"/>
                    </a:cubicBezTo>
                    <a:cubicBezTo>
                      <a:pt x="59" y="74"/>
                      <a:pt x="60" y="74"/>
                      <a:pt x="61" y="73"/>
                    </a:cubicBezTo>
                    <a:cubicBezTo>
                      <a:pt x="61" y="72"/>
                      <a:pt x="61" y="72"/>
                      <a:pt x="61" y="70"/>
                    </a:cubicBezTo>
                    <a:cubicBezTo>
                      <a:pt x="61" y="68"/>
                      <a:pt x="61" y="71"/>
                      <a:pt x="61" y="69"/>
                    </a:cubicBezTo>
                    <a:cubicBezTo>
                      <a:pt x="61" y="70"/>
                      <a:pt x="62" y="71"/>
                      <a:pt x="61" y="72"/>
                    </a:cubicBezTo>
                    <a:cubicBezTo>
                      <a:pt x="63" y="75"/>
                      <a:pt x="64" y="72"/>
                      <a:pt x="66" y="72"/>
                    </a:cubicBezTo>
                    <a:cubicBezTo>
                      <a:pt x="66" y="71"/>
                      <a:pt x="66" y="71"/>
                      <a:pt x="66" y="71"/>
                    </a:cubicBezTo>
                    <a:cubicBezTo>
                      <a:pt x="68" y="73"/>
                      <a:pt x="68" y="71"/>
                      <a:pt x="70" y="72"/>
                    </a:cubicBezTo>
                    <a:cubicBezTo>
                      <a:pt x="69" y="71"/>
                      <a:pt x="69" y="68"/>
                      <a:pt x="70" y="68"/>
                    </a:cubicBezTo>
                    <a:cubicBezTo>
                      <a:pt x="70" y="66"/>
                      <a:pt x="70" y="70"/>
                      <a:pt x="71" y="71"/>
                    </a:cubicBezTo>
                    <a:cubicBezTo>
                      <a:pt x="71" y="71"/>
                      <a:pt x="72" y="70"/>
                      <a:pt x="72" y="70"/>
                    </a:cubicBezTo>
                    <a:cubicBezTo>
                      <a:pt x="72" y="71"/>
                      <a:pt x="72" y="71"/>
                      <a:pt x="72" y="71"/>
                    </a:cubicBezTo>
                    <a:cubicBezTo>
                      <a:pt x="72" y="70"/>
                      <a:pt x="73" y="69"/>
                      <a:pt x="73" y="70"/>
                    </a:cubicBezTo>
                    <a:cubicBezTo>
                      <a:pt x="73" y="70"/>
                      <a:pt x="73" y="70"/>
                      <a:pt x="73" y="70"/>
                    </a:cubicBezTo>
                    <a:cubicBezTo>
                      <a:pt x="74" y="70"/>
                      <a:pt x="74" y="71"/>
                      <a:pt x="75" y="71"/>
                    </a:cubicBezTo>
                    <a:cubicBezTo>
                      <a:pt x="75" y="69"/>
                      <a:pt x="76" y="70"/>
                      <a:pt x="76" y="69"/>
                    </a:cubicBezTo>
                    <a:cubicBezTo>
                      <a:pt x="76" y="69"/>
                      <a:pt x="76" y="69"/>
                      <a:pt x="76" y="69"/>
                    </a:cubicBezTo>
                    <a:cubicBezTo>
                      <a:pt x="76" y="68"/>
                      <a:pt x="76" y="68"/>
                      <a:pt x="76" y="68"/>
                    </a:cubicBezTo>
                    <a:cubicBezTo>
                      <a:pt x="76" y="68"/>
                      <a:pt x="76" y="68"/>
                      <a:pt x="76" y="68"/>
                    </a:cubicBezTo>
                    <a:cubicBezTo>
                      <a:pt x="76" y="70"/>
                      <a:pt x="76" y="70"/>
                      <a:pt x="76" y="70"/>
                    </a:cubicBezTo>
                    <a:cubicBezTo>
                      <a:pt x="77" y="71"/>
                      <a:pt x="76" y="69"/>
                      <a:pt x="77" y="68"/>
                    </a:cubicBezTo>
                    <a:cubicBezTo>
                      <a:pt x="77" y="67"/>
                      <a:pt x="77" y="68"/>
                      <a:pt x="77" y="69"/>
                    </a:cubicBezTo>
                    <a:cubicBezTo>
                      <a:pt x="77" y="70"/>
                      <a:pt x="77" y="68"/>
                      <a:pt x="77" y="69"/>
                    </a:cubicBezTo>
                    <a:cubicBezTo>
                      <a:pt x="77" y="70"/>
                      <a:pt x="77" y="69"/>
                      <a:pt x="77" y="70"/>
                    </a:cubicBezTo>
                    <a:cubicBezTo>
                      <a:pt x="78" y="70"/>
                      <a:pt x="77" y="68"/>
                      <a:pt x="78" y="69"/>
                    </a:cubicBezTo>
                    <a:cubicBezTo>
                      <a:pt x="78" y="69"/>
                      <a:pt x="79" y="68"/>
                      <a:pt x="79" y="70"/>
                    </a:cubicBezTo>
                    <a:cubicBezTo>
                      <a:pt x="79" y="69"/>
                      <a:pt x="80" y="69"/>
                      <a:pt x="80" y="68"/>
                    </a:cubicBezTo>
                    <a:cubicBezTo>
                      <a:pt x="79" y="68"/>
                      <a:pt x="79" y="68"/>
                      <a:pt x="79" y="66"/>
                    </a:cubicBezTo>
                    <a:cubicBezTo>
                      <a:pt x="79" y="66"/>
                      <a:pt x="79" y="66"/>
                      <a:pt x="79" y="66"/>
                    </a:cubicBezTo>
                    <a:cubicBezTo>
                      <a:pt x="79" y="67"/>
                      <a:pt x="79" y="67"/>
                      <a:pt x="79" y="67"/>
                    </a:cubicBezTo>
                    <a:cubicBezTo>
                      <a:pt x="79" y="66"/>
                      <a:pt x="80" y="67"/>
                      <a:pt x="80" y="65"/>
                    </a:cubicBezTo>
                    <a:cubicBezTo>
                      <a:pt x="80" y="67"/>
                      <a:pt x="80" y="67"/>
                      <a:pt x="80" y="67"/>
                    </a:cubicBezTo>
                    <a:cubicBezTo>
                      <a:pt x="80" y="66"/>
                      <a:pt x="81" y="66"/>
                      <a:pt x="81" y="66"/>
                    </a:cubicBezTo>
                    <a:cubicBezTo>
                      <a:pt x="82" y="67"/>
                      <a:pt x="82" y="69"/>
                      <a:pt x="82" y="70"/>
                    </a:cubicBezTo>
                    <a:cubicBezTo>
                      <a:pt x="83" y="68"/>
                      <a:pt x="83" y="68"/>
                      <a:pt x="83" y="68"/>
                    </a:cubicBezTo>
                    <a:cubicBezTo>
                      <a:pt x="83" y="68"/>
                      <a:pt x="83" y="68"/>
                      <a:pt x="83" y="69"/>
                    </a:cubicBezTo>
                    <a:cubicBezTo>
                      <a:pt x="85" y="70"/>
                      <a:pt x="84" y="64"/>
                      <a:pt x="85" y="65"/>
                    </a:cubicBezTo>
                    <a:cubicBezTo>
                      <a:pt x="85" y="67"/>
                      <a:pt x="85" y="68"/>
                      <a:pt x="86" y="68"/>
                    </a:cubicBezTo>
                    <a:cubicBezTo>
                      <a:pt x="86" y="68"/>
                      <a:pt x="86" y="67"/>
                      <a:pt x="86" y="67"/>
                    </a:cubicBezTo>
                    <a:cubicBezTo>
                      <a:pt x="86" y="66"/>
                      <a:pt x="86" y="68"/>
                      <a:pt x="85" y="67"/>
                    </a:cubicBezTo>
                    <a:cubicBezTo>
                      <a:pt x="85" y="66"/>
                      <a:pt x="86" y="66"/>
                      <a:pt x="86" y="66"/>
                    </a:cubicBezTo>
                    <a:cubicBezTo>
                      <a:pt x="87" y="70"/>
                      <a:pt x="89" y="66"/>
                      <a:pt x="91" y="68"/>
                    </a:cubicBezTo>
                    <a:cubicBezTo>
                      <a:pt x="90" y="66"/>
                      <a:pt x="91" y="67"/>
                      <a:pt x="91" y="66"/>
                    </a:cubicBezTo>
                    <a:cubicBezTo>
                      <a:pt x="92" y="69"/>
                      <a:pt x="92" y="66"/>
                      <a:pt x="93" y="67"/>
                    </a:cubicBezTo>
                    <a:cubicBezTo>
                      <a:pt x="92" y="65"/>
                      <a:pt x="92" y="65"/>
                      <a:pt x="92" y="65"/>
                    </a:cubicBezTo>
                    <a:cubicBezTo>
                      <a:pt x="93" y="66"/>
                      <a:pt x="92" y="61"/>
                      <a:pt x="94" y="63"/>
                    </a:cubicBezTo>
                    <a:cubicBezTo>
                      <a:pt x="94" y="64"/>
                      <a:pt x="94" y="65"/>
                      <a:pt x="94" y="66"/>
                    </a:cubicBezTo>
                    <a:cubicBezTo>
                      <a:pt x="95" y="68"/>
                      <a:pt x="95" y="63"/>
                      <a:pt x="96" y="66"/>
                    </a:cubicBezTo>
                    <a:cubicBezTo>
                      <a:pt x="96" y="65"/>
                      <a:pt x="95" y="63"/>
                      <a:pt x="96" y="62"/>
                    </a:cubicBezTo>
                    <a:cubicBezTo>
                      <a:pt x="96" y="63"/>
                      <a:pt x="98" y="64"/>
                      <a:pt x="98" y="65"/>
                    </a:cubicBezTo>
                    <a:cubicBezTo>
                      <a:pt x="98" y="64"/>
                      <a:pt x="98" y="64"/>
                      <a:pt x="98" y="64"/>
                    </a:cubicBezTo>
                    <a:cubicBezTo>
                      <a:pt x="99" y="65"/>
                      <a:pt x="98" y="65"/>
                      <a:pt x="98" y="65"/>
                    </a:cubicBezTo>
                    <a:cubicBezTo>
                      <a:pt x="99" y="66"/>
                      <a:pt x="99" y="65"/>
                      <a:pt x="100" y="64"/>
                    </a:cubicBezTo>
                    <a:cubicBezTo>
                      <a:pt x="101" y="65"/>
                      <a:pt x="101" y="64"/>
                      <a:pt x="102" y="65"/>
                    </a:cubicBezTo>
                    <a:cubicBezTo>
                      <a:pt x="102" y="63"/>
                      <a:pt x="104" y="66"/>
                      <a:pt x="103" y="63"/>
                    </a:cubicBezTo>
                    <a:cubicBezTo>
                      <a:pt x="104" y="64"/>
                      <a:pt x="104" y="64"/>
                      <a:pt x="104" y="64"/>
                    </a:cubicBezTo>
                    <a:cubicBezTo>
                      <a:pt x="104" y="63"/>
                      <a:pt x="103" y="61"/>
                      <a:pt x="104" y="60"/>
                    </a:cubicBezTo>
                    <a:cubicBezTo>
                      <a:pt x="104" y="62"/>
                      <a:pt x="104" y="62"/>
                      <a:pt x="104" y="62"/>
                    </a:cubicBezTo>
                    <a:cubicBezTo>
                      <a:pt x="105" y="65"/>
                      <a:pt x="105" y="63"/>
                      <a:pt x="106" y="64"/>
                    </a:cubicBezTo>
                    <a:cubicBezTo>
                      <a:pt x="105" y="62"/>
                      <a:pt x="106" y="64"/>
                      <a:pt x="106" y="62"/>
                    </a:cubicBezTo>
                    <a:cubicBezTo>
                      <a:pt x="106" y="62"/>
                      <a:pt x="106" y="62"/>
                      <a:pt x="106" y="62"/>
                    </a:cubicBezTo>
                    <a:cubicBezTo>
                      <a:pt x="106" y="61"/>
                      <a:pt x="106" y="61"/>
                      <a:pt x="106" y="60"/>
                    </a:cubicBezTo>
                    <a:cubicBezTo>
                      <a:pt x="107" y="60"/>
                      <a:pt x="107" y="62"/>
                      <a:pt x="107" y="62"/>
                    </a:cubicBezTo>
                    <a:cubicBezTo>
                      <a:pt x="108" y="63"/>
                      <a:pt x="108" y="62"/>
                      <a:pt x="108" y="62"/>
                    </a:cubicBezTo>
                    <a:cubicBezTo>
                      <a:pt x="108" y="62"/>
                      <a:pt x="108" y="62"/>
                      <a:pt x="108" y="61"/>
                    </a:cubicBezTo>
                    <a:cubicBezTo>
                      <a:pt x="108" y="62"/>
                      <a:pt x="108" y="62"/>
                      <a:pt x="108" y="62"/>
                    </a:cubicBezTo>
                    <a:cubicBezTo>
                      <a:pt x="108" y="62"/>
                      <a:pt x="108" y="61"/>
                      <a:pt x="109" y="61"/>
                    </a:cubicBezTo>
                    <a:cubicBezTo>
                      <a:pt x="109" y="61"/>
                      <a:pt x="109" y="61"/>
                      <a:pt x="109" y="61"/>
                    </a:cubicBezTo>
                    <a:cubicBezTo>
                      <a:pt x="108" y="62"/>
                      <a:pt x="108" y="62"/>
                      <a:pt x="108" y="62"/>
                    </a:cubicBezTo>
                    <a:cubicBezTo>
                      <a:pt x="108" y="62"/>
                      <a:pt x="109" y="62"/>
                      <a:pt x="109" y="62"/>
                    </a:cubicBezTo>
                    <a:cubicBezTo>
                      <a:pt x="109" y="62"/>
                      <a:pt x="109" y="62"/>
                      <a:pt x="109" y="62"/>
                    </a:cubicBezTo>
                    <a:cubicBezTo>
                      <a:pt x="109" y="62"/>
                      <a:pt x="109" y="62"/>
                      <a:pt x="109" y="62"/>
                    </a:cubicBezTo>
                    <a:cubicBezTo>
                      <a:pt x="110" y="64"/>
                      <a:pt x="110" y="64"/>
                      <a:pt x="110" y="64"/>
                    </a:cubicBezTo>
                    <a:cubicBezTo>
                      <a:pt x="110" y="64"/>
                      <a:pt x="110" y="62"/>
                      <a:pt x="110" y="61"/>
                    </a:cubicBezTo>
                    <a:cubicBezTo>
                      <a:pt x="112" y="62"/>
                      <a:pt x="113" y="60"/>
                      <a:pt x="114" y="59"/>
                    </a:cubicBezTo>
                    <a:cubicBezTo>
                      <a:pt x="113" y="59"/>
                      <a:pt x="114" y="60"/>
                      <a:pt x="114" y="60"/>
                    </a:cubicBezTo>
                    <a:cubicBezTo>
                      <a:pt x="114" y="59"/>
                      <a:pt x="114" y="58"/>
                      <a:pt x="114" y="59"/>
                    </a:cubicBezTo>
                    <a:cubicBezTo>
                      <a:pt x="114" y="58"/>
                      <a:pt x="115" y="60"/>
                      <a:pt x="116" y="60"/>
                    </a:cubicBezTo>
                    <a:cubicBezTo>
                      <a:pt x="116" y="60"/>
                      <a:pt x="115" y="58"/>
                      <a:pt x="115" y="58"/>
                    </a:cubicBezTo>
                    <a:cubicBezTo>
                      <a:pt x="117" y="60"/>
                      <a:pt x="117" y="56"/>
                      <a:pt x="118" y="57"/>
                    </a:cubicBezTo>
                    <a:cubicBezTo>
                      <a:pt x="118" y="58"/>
                      <a:pt x="118" y="58"/>
                      <a:pt x="119" y="59"/>
                    </a:cubicBezTo>
                    <a:cubicBezTo>
                      <a:pt x="119" y="58"/>
                      <a:pt x="120" y="57"/>
                      <a:pt x="120" y="55"/>
                    </a:cubicBezTo>
                    <a:cubicBezTo>
                      <a:pt x="120" y="57"/>
                      <a:pt x="120" y="57"/>
                      <a:pt x="120" y="57"/>
                    </a:cubicBezTo>
                    <a:cubicBezTo>
                      <a:pt x="121" y="57"/>
                      <a:pt x="121" y="56"/>
                      <a:pt x="121" y="55"/>
                    </a:cubicBezTo>
                    <a:cubicBezTo>
                      <a:pt x="120" y="54"/>
                      <a:pt x="121" y="52"/>
                      <a:pt x="121" y="53"/>
                    </a:cubicBezTo>
                    <a:cubicBezTo>
                      <a:pt x="121" y="53"/>
                      <a:pt x="121" y="53"/>
                      <a:pt x="121" y="53"/>
                    </a:cubicBezTo>
                    <a:cubicBezTo>
                      <a:pt x="122" y="52"/>
                      <a:pt x="122" y="52"/>
                      <a:pt x="122" y="52"/>
                    </a:cubicBezTo>
                    <a:cubicBezTo>
                      <a:pt x="123" y="52"/>
                      <a:pt x="122" y="52"/>
                      <a:pt x="122" y="53"/>
                    </a:cubicBezTo>
                    <a:cubicBezTo>
                      <a:pt x="123" y="55"/>
                      <a:pt x="124" y="54"/>
                      <a:pt x="125" y="54"/>
                    </a:cubicBezTo>
                    <a:cubicBezTo>
                      <a:pt x="124" y="53"/>
                      <a:pt x="124" y="53"/>
                      <a:pt x="124" y="53"/>
                    </a:cubicBezTo>
                    <a:cubicBezTo>
                      <a:pt x="125" y="52"/>
                      <a:pt x="125" y="54"/>
                      <a:pt x="125" y="54"/>
                    </a:cubicBezTo>
                    <a:cubicBezTo>
                      <a:pt x="125" y="49"/>
                      <a:pt x="125" y="49"/>
                      <a:pt x="125" y="49"/>
                    </a:cubicBezTo>
                    <a:cubicBezTo>
                      <a:pt x="125" y="49"/>
                      <a:pt x="126" y="51"/>
                      <a:pt x="126" y="52"/>
                    </a:cubicBezTo>
                    <a:cubicBezTo>
                      <a:pt x="127" y="51"/>
                      <a:pt x="126" y="48"/>
                      <a:pt x="126" y="46"/>
                    </a:cubicBezTo>
                    <a:cubicBezTo>
                      <a:pt x="127" y="47"/>
                      <a:pt x="127" y="45"/>
                      <a:pt x="128" y="45"/>
                    </a:cubicBezTo>
                    <a:cubicBezTo>
                      <a:pt x="128" y="46"/>
                      <a:pt x="127" y="45"/>
                      <a:pt x="128" y="46"/>
                    </a:cubicBezTo>
                    <a:cubicBezTo>
                      <a:pt x="129" y="47"/>
                      <a:pt x="129" y="47"/>
                      <a:pt x="129" y="47"/>
                    </a:cubicBezTo>
                    <a:cubicBezTo>
                      <a:pt x="128" y="48"/>
                      <a:pt x="130" y="50"/>
                      <a:pt x="130" y="51"/>
                    </a:cubicBezTo>
                    <a:cubicBezTo>
                      <a:pt x="130" y="50"/>
                      <a:pt x="132" y="50"/>
                      <a:pt x="132" y="50"/>
                    </a:cubicBezTo>
                    <a:cubicBezTo>
                      <a:pt x="131" y="48"/>
                      <a:pt x="133" y="49"/>
                      <a:pt x="132" y="46"/>
                    </a:cubicBezTo>
                    <a:cubicBezTo>
                      <a:pt x="133" y="45"/>
                      <a:pt x="133" y="48"/>
                      <a:pt x="134" y="48"/>
                    </a:cubicBezTo>
                    <a:cubicBezTo>
                      <a:pt x="134" y="47"/>
                      <a:pt x="135" y="47"/>
                      <a:pt x="136" y="47"/>
                    </a:cubicBezTo>
                    <a:cubicBezTo>
                      <a:pt x="136" y="47"/>
                      <a:pt x="136" y="47"/>
                      <a:pt x="136" y="47"/>
                    </a:cubicBezTo>
                    <a:cubicBezTo>
                      <a:pt x="137" y="46"/>
                      <a:pt x="138" y="46"/>
                      <a:pt x="138" y="44"/>
                    </a:cubicBezTo>
                    <a:cubicBezTo>
                      <a:pt x="139" y="45"/>
                      <a:pt x="139" y="45"/>
                      <a:pt x="139" y="45"/>
                    </a:cubicBezTo>
                    <a:cubicBezTo>
                      <a:pt x="140" y="46"/>
                      <a:pt x="137" y="42"/>
                      <a:pt x="139" y="43"/>
                    </a:cubicBezTo>
                    <a:cubicBezTo>
                      <a:pt x="139" y="44"/>
                      <a:pt x="139" y="44"/>
                      <a:pt x="139" y="44"/>
                    </a:cubicBezTo>
                    <a:cubicBezTo>
                      <a:pt x="139" y="43"/>
                      <a:pt x="141" y="45"/>
                      <a:pt x="141" y="43"/>
                    </a:cubicBezTo>
                    <a:cubicBezTo>
                      <a:pt x="141" y="44"/>
                      <a:pt x="141" y="44"/>
                      <a:pt x="141" y="44"/>
                    </a:cubicBezTo>
                    <a:cubicBezTo>
                      <a:pt x="141" y="43"/>
                      <a:pt x="142" y="43"/>
                      <a:pt x="142" y="41"/>
                    </a:cubicBezTo>
                    <a:cubicBezTo>
                      <a:pt x="143" y="43"/>
                      <a:pt x="143" y="43"/>
                      <a:pt x="143" y="43"/>
                    </a:cubicBezTo>
                    <a:cubicBezTo>
                      <a:pt x="144" y="44"/>
                      <a:pt x="142" y="41"/>
                      <a:pt x="143" y="42"/>
                    </a:cubicBezTo>
                    <a:cubicBezTo>
                      <a:pt x="143" y="42"/>
                      <a:pt x="144" y="42"/>
                      <a:pt x="144" y="43"/>
                    </a:cubicBezTo>
                    <a:cubicBezTo>
                      <a:pt x="144" y="41"/>
                      <a:pt x="145" y="41"/>
                      <a:pt x="145" y="40"/>
                    </a:cubicBezTo>
                    <a:cubicBezTo>
                      <a:pt x="146" y="42"/>
                      <a:pt x="146" y="42"/>
                      <a:pt x="146" y="42"/>
                    </a:cubicBezTo>
                    <a:cubicBezTo>
                      <a:pt x="149" y="41"/>
                      <a:pt x="153" y="39"/>
                      <a:pt x="154" y="36"/>
                    </a:cubicBezTo>
                    <a:cubicBezTo>
                      <a:pt x="156" y="38"/>
                      <a:pt x="154" y="37"/>
                      <a:pt x="156" y="39"/>
                    </a:cubicBezTo>
                    <a:cubicBezTo>
                      <a:pt x="154" y="37"/>
                      <a:pt x="156" y="38"/>
                      <a:pt x="156" y="37"/>
                    </a:cubicBezTo>
                    <a:cubicBezTo>
                      <a:pt x="156" y="37"/>
                      <a:pt x="156" y="37"/>
                      <a:pt x="156" y="37"/>
                    </a:cubicBezTo>
                    <a:cubicBezTo>
                      <a:pt x="157" y="36"/>
                      <a:pt x="158" y="38"/>
                      <a:pt x="158" y="37"/>
                    </a:cubicBezTo>
                    <a:cubicBezTo>
                      <a:pt x="157" y="36"/>
                      <a:pt x="157" y="36"/>
                      <a:pt x="157" y="36"/>
                    </a:cubicBezTo>
                    <a:cubicBezTo>
                      <a:pt x="157" y="35"/>
                      <a:pt x="160" y="38"/>
                      <a:pt x="158" y="36"/>
                    </a:cubicBezTo>
                    <a:cubicBezTo>
                      <a:pt x="160" y="37"/>
                      <a:pt x="160" y="37"/>
                      <a:pt x="160" y="37"/>
                    </a:cubicBezTo>
                    <a:cubicBezTo>
                      <a:pt x="159" y="34"/>
                      <a:pt x="161" y="37"/>
                      <a:pt x="160" y="35"/>
                    </a:cubicBezTo>
                    <a:cubicBezTo>
                      <a:pt x="160" y="35"/>
                      <a:pt x="160" y="35"/>
                      <a:pt x="160" y="35"/>
                    </a:cubicBezTo>
                    <a:cubicBezTo>
                      <a:pt x="162" y="36"/>
                      <a:pt x="160" y="32"/>
                      <a:pt x="162" y="34"/>
                    </a:cubicBezTo>
                    <a:cubicBezTo>
                      <a:pt x="162" y="33"/>
                      <a:pt x="162" y="32"/>
                      <a:pt x="161" y="30"/>
                    </a:cubicBezTo>
                    <a:cubicBezTo>
                      <a:pt x="163" y="33"/>
                      <a:pt x="163" y="33"/>
                      <a:pt x="163" y="33"/>
                    </a:cubicBezTo>
                    <a:cubicBezTo>
                      <a:pt x="164" y="30"/>
                      <a:pt x="167" y="29"/>
                      <a:pt x="167" y="26"/>
                    </a:cubicBezTo>
                    <a:cubicBezTo>
                      <a:pt x="168" y="27"/>
                      <a:pt x="168" y="27"/>
                      <a:pt x="168" y="27"/>
                    </a:cubicBezTo>
                    <a:cubicBezTo>
                      <a:pt x="168" y="24"/>
                      <a:pt x="172" y="27"/>
                      <a:pt x="170" y="23"/>
                    </a:cubicBezTo>
                    <a:cubicBezTo>
                      <a:pt x="169" y="21"/>
                      <a:pt x="169" y="21"/>
                      <a:pt x="169" y="21"/>
                    </a:cubicBezTo>
                    <a:cubicBezTo>
                      <a:pt x="171" y="23"/>
                      <a:pt x="171" y="23"/>
                      <a:pt x="171" y="23"/>
                    </a:cubicBezTo>
                    <a:cubicBezTo>
                      <a:pt x="170" y="22"/>
                      <a:pt x="172" y="22"/>
                      <a:pt x="171" y="20"/>
                    </a:cubicBezTo>
                    <a:cubicBezTo>
                      <a:pt x="171" y="21"/>
                      <a:pt x="171" y="21"/>
                      <a:pt x="172" y="21"/>
                    </a:cubicBezTo>
                    <a:cubicBezTo>
                      <a:pt x="172" y="21"/>
                      <a:pt x="171" y="19"/>
                      <a:pt x="172" y="19"/>
                    </a:cubicBezTo>
                    <a:cubicBezTo>
                      <a:pt x="172" y="20"/>
                      <a:pt x="172" y="20"/>
                      <a:pt x="172" y="20"/>
                    </a:cubicBezTo>
                    <a:cubicBezTo>
                      <a:pt x="177" y="20"/>
                      <a:pt x="182" y="19"/>
                      <a:pt x="180" y="14"/>
                    </a:cubicBezTo>
                    <a:cubicBezTo>
                      <a:pt x="180" y="13"/>
                      <a:pt x="182" y="15"/>
                      <a:pt x="182" y="15"/>
                    </a:cubicBezTo>
                    <a:cubicBezTo>
                      <a:pt x="181" y="11"/>
                      <a:pt x="188" y="11"/>
                      <a:pt x="185" y="6"/>
                    </a:cubicBezTo>
                    <a:cubicBezTo>
                      <a:pt x="185" y="4"/>
                      <a:pt x="180" y="0"/>
                      <a:pt x="18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8" name="Freeform 342"/>
              <p:cNvSpPr/>
              <p:nvPr/>
            </p:nvSpPr>
            <p:spPr bwMode="auto">
              <a:xfrm>
                <a:off x="3757" y="2934"/>
                <a:ext cx="2" cy="2"/>
              </a:xfrm>
              <a:custGeom>
                <a:avLst/>
                <a:gdLst>
                  <a:gd name="T0" fmla="*/ 0 w 1"/>
                  <a:gd name="T1" fmla="*/ 0 h 1"/>
                  <a:gd name="T2" fmla="*/ 1 w 1"/>
                  <a:gd name="T3" fmla="*/ 0 h 1"/>
                  <a:gd name="T4" fmla="*/ 0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0" y="0"/>
                      <a:pt x="0" y="0"/>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9" name="Freeform 343"/>
              <p:cNvSpPr/>
              <p:nvPr/>
            </p:nvSpPr>
            <p:spPr bwMode="auto">
              <a:xfrm>
                <a:off x="4226" y="2525"/>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0" name="Freeform 344"/>
              <p:cNvSpPr/>
              <p:nvPr/>
            </p:nvSpPr>
            <p:spPr bwMode="auto">
              <a:xfrm>
                <a:off x="3752" y="2940"/>
                <a:ext cx="3" cy="3"/>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1"/>
                      <a:pt x="0" y="1"/>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1" name="Freeform 345"/>
              <p:cNvSpPr/>
              <p:nvPr/>
            </p:nvSpPr>
            <p:spPr bwMode="auto">
              <a:xfrm>
                <a:off x="3975" y="29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2" name="Freeform 346"/>
              <p:cNvSpPr/>
              <p:nvPr/>
            </p:nvSpPr>
            <p:spPr bwMode="auto">
              <a:xfrm>
                <a:off x="3905" y="22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3" name="Freeform 347"/>
              <p:cNvSpPr/>
              <p:nvPr/>
            </p:nvSpPr>
            <p:spPr bwMode="auto">
              <a:xfrm>
                <a:off x="4289" y="255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0"/>
                      <a:pt x="0" y="1"/>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4" name="Freeform 348"/>
              <p:cNvSpPr/>
              <p:nvPr/>
            </p:nvSpPr>
            <p:spPr bwMode="auto">
              <a:xfrm>
                <a:off x="3899" y="2262"/>
                <a:ext cx="2" cy="2"/>
              </a:xfrm>
              <a:custGeom>
                <a:avLst/>
                <a:gdLst>
                  <a:gd name="T0" fmla="*/ 2 w 2"/>
                  <a:gd name="T1" fmla="*/ 0 h 2"/>
                  <a:gd name="T2" fmla="*/ 0 w 2"/>
                  <a:gd name="T3" fmla="*/ 2 h 2"/>
                  <a:gd name="T4" fmla="*/ 0 w 2"/>
                  <a:gd name="T5" fmla="*/ 0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0" y="0"/>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5" name="Freeform 349"/>
              <p:cNvSpPr/>
              <p:nvPr/>
            </p:nvSpPr>
            <p:spPr bwMode="auto">
              <a:xfrm>
                <a:off x="3939" y="2926"/>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6" name="Freeform 350"/>
              <p:cNvSpPr/>
              <p:nvPr/>
            </p:nvSpPr>
            <p:spPr bwMode="auto">
              <a:xfrm>
                <a:off x="3888" y="2281"/>
                <a:ext cx="2" cy="4"/>
              </a:xfrm>
              <a:custGeom>
                <a:avLst/>
                <a:gdLst>
                  <a:gd name="T0" fmla="*/ 2 w 2"/>
                  <a:gd name="T1" fmla="*/ 0 h 4"/>
                  <a:gd name="T2" fmla="*/ 2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2" y="0"/>
                    </a:lnTo>
                    <a:lnTo>
                      <a:pt x="0" y="4"/>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7" name="Freeform 351"/>
              <p:cNvSpPr/>
              <p:nvPr/>
            </p:nvSpPr>
            <p:spPr bwMode="auto">
              <a:xfrm>
                <a:off x="3842" y="2270"/>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2"/>
                      <a:pt x="0" y="0"/>
                      <a:pt x="1"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8" name="Freeform 352"/>
              <p:cNvSpPr/>
              <p:nvPr/>
            </p:nvSpPr>
            <p:spPr bwMode="auto">
              <a:xfrm>
                <a:off x="3844" y="2268"/>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9" name="Freeform 353"/>
              <p:cNvSpPr/>
              <p:nvPr/>
            </p:nvSpPr>
            <p:spPr bwMode="auto">
              <a:xfrm>
                <a:off x="3899" y="2272"/>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0" name="Freeform 354"/>
              <p:cNvSpPr/>
              <p:nvPr/>
            </p:nvSpPr>
            <p:spPr bwMode="auto">
              <a:xfrm>
                <a:off x="3776" y="298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1" name="Freeform 355"/>
              <p:cNvSpPr/>
              <p:nvPr/>
            </p:nvSpPr>
            <p:spPr bwMode="auto">
              <a:xfrm>
                <a:off x="3795" y="2985"/>
                <a:ext cx="2" cy="6"/>
              </a:xfrm>
              <a:custGeom>
                <a:avLst/>
                <a:gdLst>
                  <a:gd name="T0" fmla="*/ 1 w 1"/>
                  <a:gd name="T1" fmla="*/ 2 h 3"/>
                  <a:gd name="T2" fmla="*/ 0 w 1"/>
                  <a:gd name="T3" fmla="*/ 1 h 3"/>
                  <a:gd name="T4" fmla="*/ 1 w 1"/>
                  <a:gd name="T5" fmla="*/ 2 h 3"/>
                </a:gdLst>
                <a:ahLst/>
                <a:cxnLst>
                  <a:cxn ang="0">
                    <a:pos x="T0" y="T1"/>
                  </a:cxn>
                  <a:cxn ang="0">
                    <a:pos x="T2" y="T3"/>
                  </a:cxn>
                  <a:cxn ang="0">
                    <a:pos x="T4" y="T5"/>
                  </a:cxn>
                </a:cxnLst>
                <a:rect l="0" t="0" r="r" b="b"/>
                <a:pathLst>
                  <a:path w="1" h="3">
                    <a:moveTo>
                      <a:pt x="1" y="2"/>
                    </a:moveTo>
                    <a:cubicBezTo>
                      <a:pt x="1" y="0"/>
                      <a:pt x="0" y="1"/>
                      <a:pt x="0" y="1"/>
                    </a:cubicBezTo>
                    <a:cubicBezTo>
                      <a:pt x="0" y="3"/>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2" name="Freeform 356"/>
              <p:cNvSpPr/>
              <p:nvPr/>
            </p:nvSpPr>
            <p:spPr bwMode="auto">
              <a:xfrm>
                <a:off x="3765" y="2972"/>
                <a:ext cx="7" cy="2"/>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1" y="1"/>
                      <a:pt x="2" y="1"/>
                      <a:pt x="3"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3" name="Freeform 357"/>
              <p:cNvSpPr/>
              <p:nvPr/>
            </p:nvSpPr>
            <p:spPr bwMode="auto">
              <a:xfrm>
                <a:off x="3803" y="2985"/>
                <a:ext cx="3"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4" name="Freeform 358"/>
              <p:cNvSpPr/>
              <p:nvPr/>
            </p:nvSpPr>
            <p:spPr bwMode="auto">
              <a:xfrm>
                <a:off x="3479"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5" name="Freeform 359"/>
              <p:cNvSpPr/>
              <p:nvPr/>
            </p:nvSpPr>
            <p:spPr bwMode="auto">
              <a:xfrm>
                <a:off x="3761" y="2966"/>
                <a:ext cx="2" cy="4"/>
              </a:xfrm>
              <a:custGeom>
                <a:avLst/>
                <a:gdLst>
                  <a:gd name="T0" fmla="*/ 1 w 1"/>
                  <a:gd name="T1" fmla="*/ 0 h 2"/>
                  <a:gd name="T2" fmla="*/ 0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1"/>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6" name="Freeform 360"/>
              <p:cNvSpPr/>
              <p:nvPr/>
            </p:nvSpPr>
            <p:spPr bwMode="auto">
              <a:xfrm>
                <a:off x="3943" y="2966"/>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7" name="Freeform 361"/>
              <p:cNvSpPr/>
              <p:nvPr/>
            </p:nvSpPr>
            <p:spPr bwMode="auto">
              <a:xfrm>
                <a:off x="4003" y="294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8" name="Freeform 362"/>
              <p:cNvSpPr/>
              <p:nvPr/>
            </p:nvSpPr>
            <p:spPr bwMode="auto">
              <a:xfrm>
                <a:off x="4003" y="29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9" name="Freeform 363"/>
              <p:cNvSpPr/>
              <p:nvPr/>
            </p:nvSpPr>
            <p:spPr bwMode="auto">
              <a:xfrm>
                <a:off x="3996" y="2951"/>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0" name="Freeform 364"/>
              <p:cNvSpPr/>
              <p:nvPr/>
            </p:nvSpPr>
            <p:spPr bwMode="auto">
              <a:xfrm>
                <a:off x="3757" y="3023"/>
                <a:ext cx="4" cy="4"/>
              </a:xfrm>
              <a:custGeom>
                <a:avLst/>
                <a:gdLst>
                  <a:gd name="T0" fmla="*/ 1 w 2"/>
                  <a:gd name="T1" fmla="*/ 0 h 2"/>
                  <a:gd name="T2" fmla="*/ 1 w 2"/>
                  <a:gd name="T3" fmla="*/ 2 h 2"/>
                  <a:gd name="T4" fmla="*/ 1 w 2"/>
                  <a:gd name="T5" fmla="*/ 0 h 2"/>
                </a:gdLst>
                <a:ahLst/>
                <a:cxnLst>
                  <a:cxn ang="0">
                    <a:pos x="T0" y="T1"/>
                  </a:cxn>
                  <a:cxn ang="0">
                    <a:pos x="T2" y="T3"/>
                  </a:cxn>
                  <a:cxn ang="0">
                    <a:pos x="T4" y="T5"/>
                  </a:cxn>
                </a:cxnLst>
                <a:rect l="0" t="0" r="r" b="b"/>
                <a:pathLst>
                  <a:path w="2" h="2">
                    <a:moveTo>
                      <a:pt x="1" y="0"/>
                    </a:moveTo>
                    <a:cubicBezTo>
                      <a:pt x="0" y="2"/>
                      <a:pt x="2" y="1"/>
                      <a:pt x="1" y="2"/>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1" name="Freeform 365"/>
              <p:cNvSpPr/>
              <p:nvPr/>
            </p:nvSpPr>
            <p:spPr bwMode="auto">
              <a:xfrm>
                <a:off x="4003" y="2949"/>
                <a:ext cx="0" cy="4"/>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2"/>
                      <a:pt x="0" y="0"/>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2" name="Freeform 366"/>
              <p:cNvSpPr/>
              <p:nvPr/>
            </p:nvSpPr>
            <p:spPr bwMode="auto">
              <a:xfrm>
                <a:off x="3869" y="293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3" name="Freeform 367"/>
              <p:cNvSpPr/>
              <p:nvPr/>
            </p:nvSpPr>
            <p:spPr bwMode="auto">
              <a:xfrm>
                <a:off x="4026" y="2926"/>
                <a:ext cx="2" cy="4"/>
              </a:xfrm>
              <a:custGeom>
                <a:avLst/>
                <a:gdLst>
                  <a:gd name="T0" fmla="*/ 0 w 2"/>
                  <a:gd name="T1" fmla="*/ 0 h 4"/>
                  <a:gd name="T2" fmla="*/ 2 w 2"/>
                  <a:gd name="T3" fmla="*/ 4 h 4"/>
                  <a:gd name="T4" fmla="*/ 2 w 2"/>
                  <a:gd name="T5" fmla="*/ 4 h 4"/>
                  <a:gd name="T6" fmla="*/ 0 w 2"/>
                  <a:gd name="T7" fmla="*/ 0 h 4"/>
                </a:gdLst>
                <a:ahLst/>
                <a:cxnLst>
                  <a:cxn ang="0">
                    <a:pos x="T0" y="T1"/>
                  </a:cxn>
                  <a:cxn ang="0">
                    <a:pos x="T2" y="T3"/>
                  </a:cxn>
                  <a:cxn ang="0">
                    <a:pos x="T4" y="T5"/>
                  </a:cxn>
                  <a:cxn ang="0">
                    <a:pos x="T6" y="T7"/>
                  </a:cxn>
                </a:cxnLst>
                <a:rect l="0" t="0" r="r" b="b"/>
                <a:pathLst>
                  <a:path w="2" h="4">
                    <a:moveTo>
                      <a:pt x="0" y="0"/>
                    </a:moveTo>
                    <a:lnTo>
                      <a:pt x="2" y="4"/>
                    </a:lnTo>
                    <a:lnTo>
                      <a:pt x="2"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4" name="Rectangle 368"/>
              <p:cNvSpPr>
                <a:spLocks noChangeArrowheads="1"/>
              </p:cNvSpPr>
              <p:nvPr/>
            </p:nvSpPr>
            <p:spPr bwMode="auto">
              <a:xfrm>
                <a:off x="4275" y="2542"/>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5" name="Oval 369"/>
              <p:cNvSpPr>
                <a:spLocks noChangeArrowheads="1"/>
              </p:cNvSpPr>
              <p:nvPr/>
            </p:nvSpPr>
            <p:spPr bwMode="auto">
              <a:xfrm>
                <a:off x="3472" y="207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6" name="Freeform 370"/>
              <p:cNvSpPr/>
              <p:nvPr/>
            </p:nvSpPr>
            <p:spPr bwMode="auto">
              <a:xfrm>
                <a:off x="4219" y="2518"/>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7" name="Freeform 371"/>
              <p:cNvSpPr/>
              <p:nvPr/>
            </p:nvSpPr>
            <p:spPr bwMode="auto">
              <a:xfrm>
                <a:off x="4230" y="2525"/>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8" name="Freeform 372"/>
              <p:cNvSpPr/>
              <p:nvPr/>
            </p:nvSpPr>
            <p:spPr bwMode="auto">
              <a:xfrm>
                <a:off x="3472"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9" name="Freeform 373"/>
              <p:cNvSpPr/>
              <p:nvPr/>
            </p:nvSpPr>
            <p:spPr bwMode="auto">
              <a:xfrm>
                <a:off x="4217" y="2482"/>
                <a:ext cx="145" cy="117"/>
              </a:xfrm>
              <a:custGeom>
                <a:avLst/>
                <a:gdLst>
                  <a:gd name="T0" fmla="*/ 63 w 68"/>
                  <a:gd name="T1" fmla="*/ 35 h 55"/>
                  <a:gd name="T2" fmla="*/ 47 w 68"/>
                  <a:gd name="T3" fmla="*/ 21 h 55"/>
                  <a:gd name="T4" fmla="*/ 43 w 68"/>
                  <a:gd name="T5" fmla="*/ 21 h 55"/>
                  <a:gd name="T6" fmla="*/ 40 w 68"/>
                  <a:gd name="T7" fmla="*/ 15 h 55"/>
                  <a:gd name="T8" fmla="*/ 35 w 68"/>
                  <a:gd name="T9" fmla="*/ 11 h 55"/>
                  <a:gd name="T10" fmla="*/ 29 w 68"/>
                  <a:gd name="T11" fmla="*/ 6 h 55"/>
                  <a:gd name="T12" fmla="*/ 24 w 68"/>
                  <a:gd name="T13" fmla="*/ 7 h 55"/>
                  <a:gd name="T14" fmla="*/ 16 w 68"/>
                  <a:gd name="T15" fmla="*/ 6 h 55"/>
                  <a:gd name="T16" fmla="*/ 13 w 68"/>
                  <a:gd name="T17" fmla="*/ 5 h 55"/>
                  <a:gd name="T18" fmla="*/ 10 w 68"/>
                  <a:gd name="T19" fmla="*/ 1 h 55"/>
                  <a:gd name="T20" fmla="*/ 9 w 68"/>
                  <a:gd name="T21" fmla="*/ 1 h 55"/>
                  <a:gd name="T22" fmla="*/ 5 w 68"/>
                  <a:gd name="T23" fmla="*/ 2 h 55"/>
                  <a:gd name="T24" fmla="*/ 2 w 68"/>
                  <a:gd name="T25" fmla="*/ 3 h 55"/>
                  <a:gd name="T26" fmla="*/ 2 w 68"/>
                  <a:gd name="T27" fmla="*/ 6 h 55"/>
                  <a:gd name="T28" fmla="*/ 5 w 68"/>
                  <a:gd name="T29" fmla="*/ 8 h 55"/>
                  <a:gd name="T30" fmla="*/ 4 w 68"/>
                  <a:gd name="T31" fmla="*/ 10 h 55"/>
                  <a:gd name="T32" fmla="*/ 6 w 68"/>
                  <a:gd name="T33" fmla="*/ 13 h 55"/>
                  <a:gd name="T34" fmla="*/ 4 w 68"/>
                  <a:gd name="T35" fmla="*/ 16 h 55"/>
                  <a:gd name="T36" fmla="*/ 2 w 68"/>
                  <a:gd name="T37" fmla="*/ 19 h 55"/>
                  <a:gd name="T38" fmla="*/ 6 w 68"/>
                  <a:gd name="T39" fmla="*/ 16 h 55"/>
                  <a:gd name="T40" fmla="*/ 9 w 68"/>
                  <a:gd name="T41" fmla="*/ 13 h 55"/>
                  <a:gd name="T42" fmla="*/ 7 w 68"/>
                  <a:gd name="T43" fmla="*/ 19 h 55"/>
                  <a:gd name="T44" fmla="*/ 8 w 68"/>
                  <a:gd name="T45" fmla="*/ 18 h 55"/>
                  <a:gd name="T46" fmla="*/ 8 w 68"/>
                  <a:gd name="T47" fmla="*/ 21 h 55"/>
                  <a:gd name="T48" fmla="*/ 9 w 68"/>
                  <a:gd name="T49" fmla="*/ 21 h 55"/>
                  <a:gd name="T50" fmla="*/ 10 w 68"/>
                  <a:gd name="T51" fmla="*/ 22 h 55"/>
                  <a:gd name="T52" fmla="*/ 15 w 68"/>
                  <a:gd name="T53" fmla="*/ 17 h 55"/>
                  <a:gd name="T54" fmla="*/ 11 w 68"/>
                  <a:gd name="T55" fmla="*/ 23 h 55"/>
                  <a:gd name="T56" fmla="*/ 13 w 68"/>
                  <a:gd name="T57" fmla="*/ 23 h 55"/>
                  <a:gd name="T58" fmla="*/ 16 w 68"/>
                  <a:gd name="T59" fmla="*/ 23 h 55"/>
                  <a:gd name="T60" fmla="*/ 18 w 68"/>
                  <a:gd name="T61" fmla="*/ 24 h 55"/>
                  <a:gd name="T62" fmla="*/ 18 w 68"/>
                  <a:gd name="T63" fmla="*/ 24 h 55"/>
                  <a:gd name="T64" fmla="*/ 21 w 68"/>
                  <a:gd name="T65" fmla="*/ 24 h 55"/>
                  <a:gd name="T66" fmla="*/ 23 w 68"/>
                  <a:gd name="T67" fmla="*/ 23 h 55"/>
                  <a:gd name="T68" fmla="*/ 22 w 68"/>
                  <a:gd name="T69" fmla="*/ 26 h 55"/>
                  <a:gd name="T70" fmla="*/ 25 w 68"/>
                  <a:gd name="T71" fmla="*/ 24 h 55"/>
                  <a:gd name="T72" fmla="*/ 24 w 68"/>
                  <a:gd name="T73" fmla="*/ 27 h 55"/>
                  <a:gd name="T74" fmla="*/ 26 w 68"/>
                  <a:gd name="T75" fmla="*/ 29 h 55"/>
                  <a:gd name="T76" fmla="*/ 28 w 68"/>
                  <a:gd name="T77" fmla="*/ 30 h 55"/>
                  <a:gd name="T78" fmla="*/ 29 w 68"/>
                  <a:gd name="T79" fmla="*/ 32 h 55"/>
                  <a:gd name="T80" fmla="*/ 31 w 68"/>
                  <a:gd name="T81" fmla="*/ 31 h 55"/>
                  <a:gd name="T82" fmla="*/ 32 w 68"/>
                  <a:gd name="T83" fmla="*/ 32 h 55"/>
                  <a:gd name="T84" fmla="*/ 31 w 68"/>
                  <a:gd name="T85" fmla="*/ 33 h 55"/>
                  <a:gd name="T86" fmla="*/ 34 w 68"/>
                  <a:gd name="T87" fmla="*/ 34 h 55"/>
                  <a:gd name="T88" fmla="*/ 37 w 68"/>
                  <a:gd name="T89" fmla="*/ 34 h 55"/>
                  <a:gd name="T90" fmla="*/ 39 w 68"/>
                  <a:gd name="T91" fmla="*/ 34 h 55"/>
                  <a:gd name="T92" fmla="*/ 44 w 68"/>
                  <a:gd name="T93" fmla="*/ 32 h 55"/>
                  <a:gd name="T94" fmla="*/ 43 w 68"/>
                  <a:gd name="T95" fmla="*/ 36 h 55"/>
                  <a:gd name="T96" fmla="*/ 46 w 68"/>
                  <a:gd name="T97" fmla="*/ 36 h 55"/>
                  <a:gd name="T98" fmla="*/ 47 w 68"/>
                  <a:gd name="T99" fmla="*/ 38 h 55"/>
                  <a:gd name="T100" fmla="*/ 48 w 68"/>
                  <a:gd name="T101" fmla="*/ 43 h 55"/>
                  <a:gd name="T102" fmla="*/ 50 w 68"/>
                  <a:gd name="T103" fmla="*/ 44 h 55"/>
                  <a:gd name="T104" fmla="*/ 58 w 68"/>
                  <a:gd name="T105" fmla="*/ 45 h 55"/>
                  <a:gd name="T106" fmla="*/ 58 w 68"/>
                  <a:gd name="T107" fmla="*/ 5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55">
                    <a:moveTo>
                      <a:pt x="66" y="42"/>
                    </a:moveTo>
                    <a:cubicBezTo>
                      <a:pt x="65" y="40"/>
                      <a:pt x="67" y="35"/>
                      <a:pt x="64" y="34"/>
                    </a:cubicBezTo>
                    <a:cubicBezTo>
                      <a:pt x="63" y="35"/>
                      <a:pt x="62" y="35"/>
                      <a:pt x="62" y="36"/>
                    </a:cubicBezTo>
                    <a:cubicBezTo>
                      <a:pt x="62" y="35"/>
                      <a:pt x="62" y="35"/>
                      <a:pt x="62" y="35"/>
                    </a:cubicBezTo>
                    <a:cubicBezTo>
                      <a:pt x="61" y="36"/>
                      <a:pt x="61" y="36"/>
                      <a:pt x="61" y="36"/>
                    </a:cubicBezTo>
                    <a:cubicBezTo>
                      <a:pt x="61" y="36"/>
                      <a:pt x="62" y="35"/>
                      <a:pt x="63" y="35"/>
                    </a:cubicBezTo>
                    <a:cubicBezTo>
                      <a:pt x="62" y="34"/>
                      <a:pt x="61" y="34"/>
                      <a:pt x="61" y="33"/>
                    </a:cubicBezTo>
                    <a:cubicBezTo>
                      <a:pt x="59" y="34"/>
                      <a:pt x="60" y="32"/>
                      <a:pt x="58" y="34"/>
                    </a:cubicBezTo>
                    <a:cubicBezTo>
                      <a:pt x="59" y="33"/>
                      <a:pt x="59" y="33"/>
                      <a:pt x="59" y="33"/>
                    </a:cubicBezTo>
                    <a:cubicBezTo>
                      <a:pt x="58" y="33"/>
                      <a:pt x="58" y="33"/>
                      <a:pt x="59" y="31"/>
                    </a:cubicBezTo>
                    <a:cubicBezTo>
                      <a:pt x="59" y="28"/>
                      <a:pt x="56" y="27"/>
                      <a:pt x="55" y="24"/>
                    </a:cubicBezTo>
                    <a:cubicBezTo>
                      <a:pt x="53" y="22"/>
                      <a:pt x="50" y="22"/>
                      <a:pt x="47" y="21"/>
                    </a:cubicBezTo>
                    <a:cubicBezTo>
                      <a:pt x="45" y="23"/>
                      <a:pt x="45" y="22"/>
                      <a:pt x="43" y="23"/>
                    </a:cubicBezTo>
                    <a:cubicBezTo>
                      <a:pt x="44" y="23"/>
                      <a:pt x="44" y="23"/>
                      <a:pt x="44" y="23"/>
                    </a:cubicBezTo>
                    <a:cubicBezTo>
                      <a:pt x="42" y="23"/>
                      <a:pt x="43" y="22"/>
                      <a:pt x="44" y="21"/>
                    </a:cubicBezTo>
                    <a:cubicBezTo>
                      <a:pt x="43" y="22"/>
                      <a:pt x="44" y="21"/>
                      <a:pt x="42" y="22"/>
                    </a:cubicBezTo>
                    <a:cubicBezTo>
                      <a:pt x="41" y="24"/>
                      <a:pt x="44" y="20"/>
                      <a:pt x="43" y="21"/>
                    </a:cubicBezTo>
                    <a:cubicBezTo>
                      <a:pt x="44" y="20"/>
                      <a:pt x="42" y="22"/>
                      <a:pt x="43" y="21"/>
                    </a:cubicBezTo>
                    <a:cubicBezTo>
                      <a:pt x="41" y="22"/>
                      <a:pt x="44" y="20"/>
                      <a:pt x="44" y="18"/>
                    </a:cubicBezTo>
                    <a:cubicBezTo>
                      <a:pt x="43" y="18"/>
                      <a:pt x="41" y="19"/>
                      <a:pt x="41" y="17"/>
                    </a:cubicBezTo>
                    <a:cubicBezTo>
                      <a:pt x="41" y="17"/>
                      <a:pt x="40" y="18"/>
                      <a:pt x="40" y="18"/>
                    </a:cubicBezTo>
                    <a:cubicBezTo>
                      <a:pt x="42" y="16"/>
                      <a:pt x="39" y="19"/>
                      <a:pt x="40" y="17"/>
                    </a:cubicBezTo>
                    <a:cubicBezTo>
                      <a:pt x="40" y="17"/>
                      <a:pt x="40" y="17"/>
                      <a:pt x="40" y="17"/>
                    </a:cubicBezTo>
                    <a:cubicBezTo>
                      <a:pt x="41" y="15"/>
                      <a:pt x="39" y="17"/>
                      <a:pt x="40" y="15"/>
                    </a:cubicBezTo>
                    <a:cubicBezTo>
                      <a:pt x="40" y="15"/>
                      <a:pt x="40" y="15"/>
                      <a:pt x="40" y="15"/>
                    </a:cubicBezTo>
                    <a:cubicBezTo>
                      <a:pt x="38" y="16"/>
                      <a:pt x="40" y="13"/>
                      <a:pt x="39" y="15"/>
                    </a:cubicBezTo>
                    <a:cubicBezTo>
                      <a:pt x="40" y="14"/>
                      <a:pt x="39" y="14"/>
                      <a:pt x="40" y="13"/>
                    </a:cubicBezTo>
                    <a:cubicBezTo>
                      <a:pt x="37" y="16"/>
                      <a:pt x="40" y="12"/>
                      <a:pt x="38" y="13"/>
                    </a:cubicBezTo>
                    <a:cubicBezTo>
                      <a:pt x="38" y="13"/>
                      <a:pt x="38" y="13"/>
                      <a:pt x="38" y="13"/>
                    </a:cubicBezTo>
                    <a:cubicBezTo>
                      <a:pt x="37" y="12"/>
                      <a:pt x="37" y="11"/>
                      <a:pt x="35" y="11"/>
                    </a:cubicBezTo>
                    <a:cubicBezTo>
                      <a:pt x="34" y="11"/>
                      <a:pt x="36" y="8"/>
                      <a:pt x="34" y="9"/>
                    </a:cubicBezTo>
                    <a:cubicBezTo>
                      <a:pt x="33" y="10"/>
                      <a:pt x="33" y="10"/>
                      <a:pt x="33" y="10"/>
                    </a:cubicBezTo>
                    <a:cubicBezTo>
                      <a:pt x="32" y="10"/>
                      <a:pt x="33" y="9"/>
                      <a:pt x="34" y="9"/>
                    </a:cubicBezTo>
                    <a:cubicBezTo>
                      <a:pt x="32" y="10"/>
                      <a:pt x="33" y="8"/>
                      <a:pt x="33" y="7"/>
                    </a:cubicBezTo>
                    <a:cubicBezTo>
                      <a:pt x="32" y="8"/>
                      <a:pt x="32" y="8"/>
                      <a:pt x="32" y="8"/>
                    </a:cubicBezTo>
                    <a:cubicBezTo>
                      <a:pt x="32" y="7"/>
                      <a:pt x="29" y="7"/>
                      <a:pt x="29" y="6"/>
                    </a:cubicBezTo>
                    <a:cubicBezTo>
                      <a:pt x="28" y="9"/>
                      <a:pt x="28" y="7"/>
                      <a:pt x="28" y="8"/>
                    </a:cubicBezTo>
                    <a:cubicBezTo>
                      <a:pt x="28" y="8"/>
                      <a:pt x="28" y="7"/>
                      <a:pt x="28" y="6"/>
                    </a:cubicBezTo>
                    <a:cubicBezTo>
                      <a:pt x="28" y="6"/>
                      <a:pt x="28" y="6"/>
                      <a:pt x="28" y="5"/>
                    </a:cubicBezTo>
                    <a:cubicBezTo>
                      <a:pt x="27" y="6"/>
                      <a:pt x="26" y="7"/>
                      <a:pt x="26" y="7"/>
                    </a:cubicBezTo>
                    <a:cubicBezTo>
                      <a:pt x="27" y="4"/>
                      <a:pt x="26" y="6"/>
                      <a:pt x="26" y="5"/>
                    </a:cubicBezTo>
                    <a:cubicBezTo>
                      <a:pt x="25" y="7"/>
                      <a:pt x="24" y="8"/>
                      <a:pt x="24" y="7"/>
                    </a:cubicBezTo>
                    <a:cubicBezTo>
                      <a:pt x="26" y="5"/>
                      <a:pt x="26" y="5"/>
                      <a:pt x="26" y="5"/>
                    </a:cubicBezTo>
                    <a:cubicBezTo>
                      <a:pt x="24" y="6"/>
                      <a:pt x="24" y="3"/>
                      <a:pt x="22" y="5"/>
                    </a:cubicBezTo>
                    <a:cubicBezTo>
                      <a:pt x="22" y="4"/>
                      <a:pt x="22" y="4"/>
                      <a:pt x="22" y="4"/>
                    </a:cubicBezTo>
                    <a:cubicBezTo>
                      <a:pt x="21" y="5"/>
                      <a:pt x="21" y="3"/>
                      <a:pt x="19" y="5"/>
                    </a:cubicBezTo>
                    <a:cubicBezTo>
                      <a:pt x="19" y="4"/>
                      <a:pt x="19" y="4"/>
                      <a:pt x="19" y="3"/>
                    </a:cubicBezTo>
                    <a:cubicBezTo>
                      <a:pt x="18" y="4"/>
                      <a:pt x="18" y="4"/>
                      <a:pt x="16" y="6"/>
                    </a:cubicBezTo>
                    <a:cubicBezTo>
                      <a:pt x="16" y="6"/>
                      <a:pt x="17" y="5"/>
                      <a:pt x="17" y="4"/>
                    </a:cubicBezTo>
                    <a:cubicBezTo>
                      <a:pt x="17" y="4"/>
                      <a:pt x="18" y="2"/>
                      <a:pt x="16" y="4"/>
                    </a:cubicBezTo>
                    <a:cubicBezTo>
                      <a:pt x="17" y="3"/>
                      <a:pt x="17" y="3"/>
                      <a:pt x="17" y="3"/>
                    </a:cubicBezTo>
                    <a:cubicBezTo>
                      <a:pt x="16" y="4"/>
                      <a:pt x="14" y="5"/>
                      <a:pt x="15" y="3"/>
                    </a:cubicBezTo>
                    <a:cubicBezTo>
                      <a:pt x="14" y="4"/>
                      <a:pt x="14" y="5"/>
                      <a:pt x="13" y="6"/>
                    </a:cubicBezTo>
                    <a:cubicBezTo>
                      <a:pt x="13" y="6"/>
                      <a:pt x="14" y="4"/>
                      <a:pt x="13" y="5"/>
                    </a:cubicBezTo>
                    <a:cubicBezTo>
                      <a:pt x="14" y="4"/>
                      <a:pt x="14" y="4"/>
                      <a:pt x="14" y="4"/>
                    </a:cubicBezTo>
                    <a:cubicBezTo>
                      <a:pt x="14" y="3"/>
                      <a:pt x="13" y="3"/>
                      <a:pt x="12" y="4"/>
                    </a:cubicBezTo>
                    <a:cubicBezTo>
                      <a:pt x="13" y="2"/>
                      <a:pt x="11" y="3"/>
                      <a:pt x="12" y="2"/>
                    </a:cubicBezTo>
                    <a:cubicBezTo>
                      <a:pt x="11" y="3"/>
                      <a:pt x="12" y="1"/>
                      <a:pt x="9" y="3"/>
                    </a:cubicBezTo>
                    <a:cubicBezTo>
                      <a:pt x="10" y="2"/>
                      <a:pt x="10" y="2"/>
                      <a:pt x="10" y="2"/>
                    </a:cubicBezTo>
                    <a:cubicBezTo>
                      <a:pt x="10" y="2"/>
                      <a:pt x="10" y="2"/>
                      <a:pt x="10" y="1"/>
                    </a:cubicBezTo>
                    <a:cubicBezTo>
                      <a:pt x="11" y="1"/>
                      <a:pt x="9" y="2"/>
                      <a:pt x="8" y="2"/>
                    </a:cubicBezTo>
                    <a:cubicBezTo>
                      <a:pt x="9" y="1"/>
                      <a:pt x="9" y="1"/>
                      <a:pt x="9" y="1"/>
                    </a:cubicBezTo>
                    <a:cubicBezTo>
                      <a:pt x="9" y="2"/>
                      <a:pt x="7" y="3"/>
                      <a:pt x="6" y="4"/>
                    </a:cubicBezTo>
                    <a:cubicBezTo>
                      <a:pt x="6" y="3"/>
                      <a:pt x="5" y="4"/>
                      <a:pt x="6" y="3"/>
                    </a:cubicBezTo>
                    <a:cubicBezTo>
                      <a:pt x="7" y="3"/>
                      <a:pt x="8" y="2"/>
                      <a:pt x="10" y="1"/>
                    </a:cubicBezTo>
                    <a:cubicBezTo>
                      <a:pt x="10" y="0"/>
                      <a:pt x="7" y="2"/>
                      <a:pt x="9" y="1"/>
                    </a:cubicBezTo>
                    <a:cubicBezTo>
                      <a:pt x="9" y="0"/>
                      <a:pt x="9" y="1"/>
                      <a:pt x="7" y="2"/>
                    </a:cubicBezTo>
                    <a:cubicBezTo>
                      <a:pt x="9" y="1"/>
                      <a:pt x="9" y="1"/>
                      <a:pt x="9" y="1"/>
                    </a:cubicBezTo>
                    <a:cubicBezTo>
                      <a:pt x="9" y="1"/>
                      <a:pt x="8" y="1"/>
                      <a:pt x="8" y="1"/>
                    </a:cubicBezTo>
                    <a:cubicBezTo>
                      <a:pt x="8" y="1"/>
                      <a:pt x="8" y="1"/>
                      <a:pt x="8" y="1"/>
                    </a:cubicBezTo>
                    <a:cubicBezTo>
                      <a:pt x="6" y="2"/>
                      <a:pt x="6" y="1"/>
                      <a:pt x="4" y="2"/>
                    </a:cubicBezTo>
                    <a:cubicBezTo>
                      <a:pt x="5" y="2"/>
                      <a:pt x="5" y="2"/>
                      <a:pt x="5" y="2"/>
                    </a:cubicBezTo>
                    <a:cubicBezTo>
                      <a:pt x="4" y="3"/>
                      <a:pt x="3" y="3"/>
                      <a:pt x="4" y="2"/>
                    </a:cubicBezTo>
                    <a:cubicBezTo>
                      <a:pt x="6" y="1"/>
                      <a:pt x="7" y="1"/>
                      <a:pt x="7" y="1"/>
                    </a:cubicBezTo>
                    <a:cubicBezTo>
                      <a:pt x="4" y="2"/>
                      <a:pt x="4" y="2"/>
                      <a:pt x="4" y="2"/>
                    </a:cubicBezTo>
                    <a:cubicBezTo>
                      <a:pt x="5" y="1"/>
                      <a:pt x="4" y="2"/>
                      <a:pt x="3" y="3"/>
                    </a:cubicBezTo>
                    <a:cubicBezTo>
                      <a:pt x="4" y="2"/>
                      <a:pt x="4" y="2"/>
                      <a:pt x="4" y="2"/>
                    </a:cubicBezTo>
                    <a:cubicBezTo>
                      <a:pt x="2" y="3"/>
                      <a:pt x="2" y="3"/>
                      <a:pt x="2" y="3"/>
                    </a:cubicBezTo>
                    <a:cubicBezTo>
                      <a:pt x="3" y="3"/>
                      <a:pt x="2" y="4"/>
                      <a:pt x="3" y="4"/>
                    </a:cubicBezTo>
                    <a:cubicBezTo>
                      <a:pt x="4" y="3"/>
                      <a:pt x="4" y="3"/>
                      <a:pt x="4" y="3"/>
                    </a:cubicBezTo>
                    <a:cubicBezTo>
                      <a:pt x="5" y="3"/>
                      <a:pt x="7" y="2"/>
                      <a:pt x="5" y="3"/>
                    </a:cubicBezTo>
                    <a:cubicBezTo>
                      <a:pt x="3" y="5"/>
                      <a:pt x="3" y="5"/>
                      <a:pt x="3" y="5"/>
                    </a:cubicBezTo>
                    <a:cubicBezTo>
                      <a:pt x="3" y="4"/>
                      <a:pt x="4" y="4"/>
                      <a:pt x="4" y="4"/>
                    </a:cubicBezTo>
                    <a:cubicBezTo>
                      <a:pt x="2" y="6"/>
                      <a:pt x="2" y="6"/>
                      <a:pt x="2" y="6"/>
                    </a:cubicBezTo>
                    <a:cubicBezTo>
                      <a:pt x="5" y="4"/>
                      <a:pt x="3" y="6"/>
                      <a:pt x="4" y="5"/>
                    </a:cubicBezTo>
                    <a:cubicBezTo>
                      <a:pt x="3" y="6"/>
                      <a:pt x="3" y="6"/>
                      <a:pt x="3" y="6"/>
                    </a:cubicBezTo>
                    <a:cubicBezTo>
                      <a:pt x="2" y="7"/>
                      <a:pt x="4" y="5"/>
                      <a:pt x="5" y="5"/>
                    </a:cubicBezTo>
                    <a:cubicBezTo>
                      <a:pt x="4" y="5"/>
                      <a:pt x="2" y="7"/>
                      <a:pt x="2" y="8"/>
                    </a:cubicBezTo>
                    <a:cubicBezTo>
                      <a:pt x="2" y="8"/>
                      <a:pt x="4" y="7"/>
                      <a:pt x="3" y="9"/>
                    </a:cubicBezTo>
                    <a:cubicBezTo>
                      <a:pt x="3" y="9"/>
                      <a:pt x="4" y="9"/>
                      <a:pt x="5" y="8"/>
                    </a:cubicBezTo>
                    <a:cubicBezTo>
                      <a:pt x="5" y="8"/>
                      <a:pt x="3" y="10"/>
                      <a:pt x="4" y="9"/>
                    </a:cubicBezTo>
                    <a:cubicBezTo>
                      <a:pt x="3" y="10"/>
                      <a:pt x="2" y="12"/>
                      <a:pt x="1" y="13"/>
                    </a:cubicBezTo>
                    <a:cubicBezTo>
                      <a:pt x="1" y="13"/>
                      <a:pt x="0" y="14"/>
                      <a:pt x="1" y="14"/>
                    </a:cubicBezTo>
                    <a:cubicBezTo>
                      <a:pt x="0" y="14"/>
                      <a:pt x="0" y="15"/>
                      <a:pt x="0" y="15"/>
                    </a:cubicBezTo>
                    <a:cubicBezTo>
                      <a:pt x="1" y="14"/>
                      <a:pt x="2" y="13"/>
                      <a:pt x="2" y="12"/>
                    </a:cubicBezTo>
                    <a:cubicBezTo>
                      <a:pt x="3" y="10"/>
                      <a:pt x="3" y="12"/>
                      <a:pt x="4" y="10"/>
                    </a:cubicBezTo>
                    <a:cubicBezTo>
                      <a:pt x="4" y="11"/>
                      <a:pt x="5" y="11"/>
                      <a:pt x="5" y="11"/>
                    </a:cubicBezTo>
                    <a:cubicBezTo>
                      <a:pt x="5" y="11"/>
                      <a:pt x="4" y="12"/>
                      <a:pt x="3" y="13"/>
                    </a:cubicBezTo>
                    <a:cubicBezTo>
                      <a:pt x="5" y="12"/>
                      <a:pt x="6" y="11"/>
                      <a:pt x="6" y="12"/>
                    </a:cubicBezTo>
                    <a:cubicBezTo>
                      <a:pt x="7" y="11"/>
                      <a:pt x="7" y="11"/>
                      <a:pt x="8" y="9"/>
                    </a:cubicBezTo>
                    <a:cubicBezTo>
                      <a:pt x="8" y="9"/>
                      <a:pt x="8" y="8"/>
                      <a:pt x="8" y="9"/>
                    </a:cubicBezTo>
                    <a:cubicBezTo>
                      <a:pt x="7" y="10"/>
                      <a:pt x="6" y="12"/>
                      <a:pt x="6" y="13"/>
                    </a:cubicBezTo>
                    <a:cubicBezTo>
                      <a:pt x="4" y="15"/>
                      <a:pt x="6" y="12"/>
                      <a:pt x="4" y="14"/>
                    </a:cubicBezTo>
                    <a:cubicBezTo>
                      <a:pt x="2" y="16"/>
                      <a:pt x="2" y="15"/>
                      <a:pt x="3" y="14"/>
                    </a:cubicBezTo>
                    <a:cubicBezTo>
                      <a:pt x="1" y="16"/>
                      <a:pt x="3" y="15"/>
                      <a:pt x="1" y="16"/>
                    </a:cubicBezTo>
                    <a:cubicBezTo>
                      <a:pt x="1" y="17"/>
                      <a:pt x="2" y="16"/>
                      <a:pt x="3" y="16"/>
                    </a:cubicBezTo>
                    <a:cubicBezTo>
                      <a:pt x="4" y="15"/>
                      <a:pt x="4" y="15"/>
                      <a:pt x="4" y="14"/>
                    </a:cubicBezTo>
                    <a:cubicBezTo>
                      <a:pt x="6" y="12"/>
                      <a:pt x="4" y="16"/>
                      <a:pt x="4" y="16"/>
                    </a:cubicBezTo>
                    <a:cubicBezTo>
                      <a:pt x="3" y="16"/>
                      <a:pt x="3" y="16"/>
                      <a:pt x="3" y="16"/>
                    </a:cubicBezTo>
                    <a:cubicBezTo>
                      <a:pt x="3" y="17"/>
                      <a:pt x="4" y="16"/>
                      <a:pt x="4" y="16"/>
                    </a:cubicBezTo>
                    <a:cubicBezTo>
                      <a:pt x="2" y="19"/>
                      <a:pt x="4" y="16"/>
                      <a:pt x="2" y="18"/>
                    </a:cubicBezTo>
                    <a:cubicBezTo>
                      <a:pt x="1" y="20"/>
                      <a:pt x="1" y="20"/>
                      <a:pt x="1" y="20"/>
                    </a:cubicBezTo>
                    <a:cubicBezTo>
                      <a:pt x="1" y="20"/>
                      <a:pt x="3" y="18"/>
                      <a:pt x="3" y="18"/>
                    </a:cubicBezTo>
                    <a:cubicBezTo>
                      <a:pt x="2" y="19"/>
                      <a:pt x="2" y="19"/>
                      <a:pt x="2" y="19"/>
                    </a:cubicBezTo>
                    <a:cubicBezTo>
                      <a:pt x="3" y="19"/>
                      <a:pt x="3" y="19"/>
                      <a:pt x="3" y="19"/>
                    </a:cubicBezTo>
                    <a:cubicBezTo>
                      <a:pt x="3" y="18"/>
                      <a:pt x="4" y="17"/>
                      <a:pt x="4" y="17"/>
                    </a:cubicBezTo>
                    <a:cubicBezTo>
                      <a:pt x="6" y="14"/>
                      <a:pt x="4" y="16"/>
                      <a:pt x="5" y="16"/>
                    </a:cubicBezTo>
                    <a:cubicBezTo>
                      <a:pt x="6" y="15"/>
                      <a:pt x="5" y="16"/>
                      <a:pt x="6" y="15"/>
                    </a:cubicBezTo>
                    <a:cubicBezTo>
                      <a:pt x="7" y="13"/>
                      <a:pt x="7" y="13"/>
                      <a:pt x="7" y="13"/>
                    </a:cubicBezTo>
                    <a:cubicBezTo>
                      <a:pt x="8" y="14"/>
                      <a:pt x="6" y="15"/>
                      <a:pt x="6" y="16"/>
                    </a:cubicBezTo>
                    <a:cubicBezTo>
                      <a:pt x="6" y="16"/>
                      <a:pt x="5" y="16"/>
                      <a:pt x="6" y="15"/>
                    </a:cubicBezTo>
                    <a:cubicBezTo>
                      <a:pt x="5" y="17"/>
                      <a:pt x="4" y="19"/>
                      <a:pt x="3" y="19"/>
                    </a:cubicBezTo>
                    <a:cubicBezTo>
                      <a:pt x="3" y="21"/>
                      <a:pt x="4" y="18"/>
                      <a:pt x="5" y="18"/>
                    </a:cubicBezTo>
                    <a:cubicBezTo>
                      <a:pt x="4" y="19"/>
                      <a:pt x="5" y="17"/>
                      <a:pt x="6" y="16"/>
                    </a:cubicBezTo>
                    <a:cubicBezTo>
                      <a:pt x="9" y="13"/>
                      <a:pt x="4" y="20"/>
                      <a:pt x="5" y="19"/>
                    </a:cubicBezTo>
                    <a:cubicBezTo>
                      <a:pt x="7" y="17"/>
                      <a:pt x="8" y="16"/>
                      <a:pt x="9" y="13"/>
                    </a:cubicBezTo>
                    <a:cubicBezTo>
                      <a:pt x="10" y="13"/>
                      <a:pt x="10" y="12"/>
                      <a:pt x="10" y="12"/>
                    </a:cubicBezTo>
                    <a:cubicBezTo>
                      <a:pt x="9" y="14"/>
                      <a:pt x="9" y="14"/>
                      <a:pt x="8" y="15"/>
                    </a:cubicBezTo>
                    <a:cubicBezTo>
                      <a:pt x="8" y="16"/>
                      <a:pt x="8" y="16"/>
                      <a:pt x="8" y="16"/>
                    </a:cubicBezTo>
                    <a:cubicBezTo>
                      <a:pt x="7" y="17"/>
                      <a:pt x="7" y="17"/>
                      <a:pt x="7" y="17"/>
                    </a:cubicBezTo>
                    <a:cubicBezTo>
                      <a:pt x="6" y="19"/>
                      <a:pt x="6" y="20"/>
                      <a:pt x="5" y="21"/>
                    </a:cubicBezTo>
                    <a:cubicBezTo>
                      <a:pt x="6" y="20"/>
                      <a:pt x="6" y="19"/>
                      <a:pt x="7" y="19"/>
                    </a:cubicBezTo>
                    <a:cubicBezTo>
                      <a:pt x="6" y="20"/>
                      <a:pt x="6" y="21"/>
                      <a:pt x="6" y="21"/>
                    </a:cubicBezTo>
                    <a:cubicBezTo>
                      <a:pt x="6" y="20"/>
                      <a:pt x="7" y="18"/>
                      <a:pt x="8" y="18"/>
                    </a:cubicBezTo>
                    <a:cubicBezTo>
                      <a:pt x="8" y="18"/>
                      <a:pt x="7" y="20"/>
                      <a:pt x="7" y="20"/>
                    </a:cubicBezTo>
                    <a:cubicBezTo>
                      <a:pt x="6" y="22"/>
                      <a:pt x="6" y="22"/>
                      <a:pt x="6" y="22"/>
                    </a:cubicBezTo>
                    <a:cubicBezTo>
                      <a:pt x="7" y="20"/>
                      <a:pt x="5" y="22"/>
                      <a:pt x="6" y="22"/>
                    </a:cubicBezTo>
                    <a:cubicBezTo>
                      <a:pt x="8" y="18"/>
                      <a:pt x="8" y="18"/>
                      <a:pt x="8" y="18"/>
                    </a:cubicBezTo>
                    <a:cubicBezTo>
                      <a:pt x="9" y="18"/>
                      <a:pt x="8" y="19"/>
                      <a:pt x="8" y="19"/>
                    </a:cubicBezTo>
                    <a:cubicBezTo>
                      <a:pt x="7" y="20"/>
                      <a:pt x="7" y="20"/>
                      <a:pt x="7" y="20"/>
                    </a:cubicBezTo>
                    <a:cubicBezTo>
                      <a:pt x="8" y="20"/>
                      <a:pt x="6" y="23"/>
                      <a:pt x="7" y="22"/>
                    </a:cubicBezTo>
                    <a:cubicBezTo>
                      <a:pt x="7" y="21"/>
                      <a:pt x="7" y="21"/>
                      <a:pt x="7" y="21"/>
                    </a:cubicBezTo>
                    <a:cubicBezTo>
                      <a:pt x="7" y="22"/>
                      <a:pt x="7" y="22"/>
                      <a:pt x="7" y="22"/>
                    </a:cubicBezTo>
                    <a:cubicBezTo>
                      <a:pt x="7" y="21"/>
                      <a:pt x="7" y="22"/>
                      <a:pt x="8" y="21"/>
                    </a:cubicBezTo>
                    <a:cubicBezTo>
                      <a:pt x="7" y="22"/>
                      <a:pt x="7" y="22"/>
                      <a:pt x="7" y="22"/>
                    </a:cubicBezTo>
                    <a:cubicBezTo>
                      <a:pt x="8" y="22"/>
                      <a:pt x="9" y="20"/>
                      <a:pt x="8" y="22"/>
                    </a:cubicBezTo>
                    <a:cubicBezTo>
                      <a:pt x="9" y="19"/>
                      <a:pt x="8" y="21"/>
                      <a:pt x="8" y="20"/>
                    </a:cubicBezTo>
                    <a:cubicBezTo>
                      <a:pt x="9" y="19"/>
                      <a:pt x="9" y="19"/>
                      <a:pt x="10" y="19"/>
                    </a:cubicBezTo>
                    <a:cubicBezTo>
                      <a:pt x="8" y="21"/>
                      <a:pt x="10" y="19"/>
                      <a:pt x="10" y="19"/>
                    </a:cubicBezTo>
                    <a:cubicBezTo>
                      <a:pt x="9" y="21"/>
                      <a:pt x="9" y="21"/>
                      <a:pt x="9" y="21"/>
                    </a:cubicBezTo>
                    <a:cubicBezTo>
                      <a:pt x="10" y="19"/>
                      <a:pt x="10" y="19"/>
                      <a:pt x="10" y="19"/>
                    </a:cubicBezTo>
                    <a:cubicBezTo>
                      <a:pt x="8" y="23"/>
                      <a:pt x="11" y="19"/>
                      <a:pt x="10" y="20"/>
                    </a:cubicBezTo>
                    <a:cubicBezTo>
                      <a:pt x="10" y="21"/>
                      <a:pt x="9" y="22"/>
                      <a:pt x="9" y="23"/>
                    </a:cubicBezTo>
                    <a:cubicBezTo>
                      <a:pt x="10" y="20"/>
                      <a:pt x="11" y="20"/>
                      <a:pt x="12" y="18"/>
                    </a:cubicBezTo>
                    <a:cubicBezTo>
                      <a:pt x="11" y="19"/>
                      <a:pt x="10" y="21"/>
                      <a:pt x="9" y="23"/>
                    </a:cubicBezTo>
                    <a:cubicBezTo>
                      <a:pt x="10" y="21"/>
                      <a:pt x="9" y="24"/>
                      <a:pt x="10" y="22"/>
                    </a:cubicBezTo>
                    <a:cubicBezTo>
                      <a:pt x="10" y="21"/>
                      <a:pt x="11" y="21"/>
                      <a:pt x="12" y="20"/>
                    </a:cubicBezTo>
                    <a:cubicBezTo>
                      <a:pt x="12" y="20"/>
                      <a:pt x="11" y="21"/>
                      <a:pt x="11" y="21"/>
                    </a:cubicBezTo>
                    <a:cubicBezTo>
                      <a:pt x="11" y="21"/>
                      <a:pt x="12" y="19"/>
                      <a:pt x="12" y="19"/>
                    </a:cubicBezTo>
                    <a:cubicBezTo>
                      <a:pt x="12" y="19"/>
                      <a:pt x="14" y="17"/>
                      <a:pt x="13" y="19"/>
                    </a:cubicBezTo>
                    <a:cubicBezTo>
                      <a:pt x="12" y="20"/>
                      <a:pt x="12" y="19"/>
                      <a:pt x="12" y="20"/>
                    </a:cubicBezTo>
                    <a:cubicBezTo>
                      <a:pt x="12" y="21"/>
                      <a:pt x="14" y="17"/>
                      <a:pt x="15" y="17"/>
                    </a:cubicBezTo>
                    <a:cubicBezTo>
                      <a:pt x="15" y="16"/>
                      <a:pt x="16" y="13"/>
                      <a:pt x="17" y="12"/>
                    </a:cubicBezTo>
                    <a:cubicBezTo>
                      <a:pt x="17" y="13"/>
                      <a:pt x="16" y="13"/>
                      <a:pt x="16" y="15"/>
                    </a:cubicBezTo>
                    <a:cubicBezTo>
                      <a:pt x="16" y="15"/>
                      <a:pt x="16" y="15"/>
                      <a:pt x="16" y="15"/>
                    </a:cubicBezTo>
                    <a:cubicBezTo>
                      <a:pt x="15" y="18"/>
                      <a:pt x="13" y="19"/>
                      <a:pt x="12" y="21"/>
                    </a:cubicBezTo>
                    <a:cubicBezTo>
                      <a:pt x="13" y="20"/>
                      <a:pt x="13" y="20"/>
                      <a:pt x="13" y="20"/>
                    </a:cubicBezTo>
                    <a:cubicBezTo>
                      <a:pt x="11" y="23"/>
                      <a:pt x="11" y="23"/>
                      <a:pt x="11" y="23"/>
                    </a:cubicBezTo>
                    <a:cubicBezTo>
                      <a:pt x="12" y="21"/>
                      <a:pt x="12" y="23"/>
                      <a:pt x="12" y="22"/>
                    </a:cubicBezTo>
                    <a:cubicBezTo>
                      <a:pt x="13" y="21"/>
                      <a:pt x="12" y="23"/>
                      <a:pt x="12" y="22"/>
                    </a:cubicBezTo>
                    <a:cubicBezTo>
                      <a:pt x="13" y="21"/>
                      <a:pt x="14" y="19"/>
                      <a:pt x="14" y="20"/>
                    </a:cubicBezTo>
                    <a:cubicBezTo>
                      <a:pt x="12" y="23"/>
                      <a:pt x="12" y="23"/>
                      <a:pt x="12" y="23"/>
                    </a:cubicBezTo>
                    <a:cubicBezTo>
                      <a:pt x="12" y="23"/>
                      <a:pt x="13" y="21"/>
                      <a:pt x="13" y="22"/>
                    </a:cubicBezTo>
                    <a:cubicBezTo>
                      <a:pt x="13" y="23"/>
                      <a:pt x="13" y="23"/>
                      <a:pt x="13" y="23"/>
                    </a:cubicBezTo>
                    <a:cubicBezTo>
                      <a:pt x="13" y="23"/>
                      <a:pt x="14" y="24"/>
                      <a:pt x="16" y="20"/>
                    </a:cubicBezTo>
                    <a:cubicBezTo>
                      <a:pt x="16" y="22"/>
                      <a:pt x="16" y="22"/>
                      <a:pt x="15" y="23"/>
                    </a:cubicBezTo>
                    <a:cubicBezTo>
                      <a:pt x="16" y="23"/>
                      <a:pt x="16" y="22"/>
                      <a:pt x="16" y="22"/>
                    </a:cubicBezTo>
                    <a:cubicBezTo>
                      <a:pt x="16" y="23"/>
                      <a:pt x="16" y="23"/>
                      <a:pt x="16" y="23"/>
                    </a:cubicBezTo>
                    <a:cubicBezTo>
                      <a:pt x="15" y="25"/>
                      <a:pt x="16" y="23"/>
                      <a:pt x="17" y="22"/>
                    </a:cubicBezTo>
                    <a:cubicBezTo>
                      <a:pt x="16" y="23"/>
                      <a:pt x="16" y="23"/>
                      <a:pt x="16" y="23"/>
                    </a:cubicBezTo>
                    <a:cubicBezTo>
                      <a:pt x="16" y="25"/>
                      <a:pt x="17" y="23"/>
                      <a:pt x="17" y="22"/>
                    </a:cubicBezTo>
                    <a:cubicBezTo>
                      <a:pt x="17" y="23"/>
                      <a:pt x="17" y="23"/>
                      <a:pt x="17" y="23"/>
                    </a:cubicBezTo>
                    <a:cubicBezTo>
                      <a:pt x="18" y="22"/>
                      <a:pt x="18" y="22"/>
                      <a:pt x="18" y="22"/>
                    </a:cubicBezTo>
                    <a:cubicBezTo>
                      <a:pt x="18" y="22"/>
                      <a:pt x="18" y="22"/>
                      <a:pt x="17" y="24"/>
                    </a:cubicBezTo>
                    <a:cubicBezTo>
                      <a:pt x="18" y="23"/>
                      <a:pt x="18" y="23"/>
                      <a:pt x="18" y="23"/>
                    </a:cubicBezTo>
                    <a:cubicBezTo>
                      <a:pt x="17" y="24"/>
                      <a:pt x="18" y="24"/>
                      <a:pt x="18" y="24"/>
                    </a:cubicBezTo>
                    <a:cubicBezTo>
                      <a:pt x="18" y="24"/>
                      <a:pt x="18" y="23"/>
                      <a:pt x="18" y="24"/>
                    </a:cubicBezTo>
                    <a:cubicBezTo>
                      <a:pt x="18" y="23"/>
                      <a:pt x="19" y="23"/>
                      <a:pt x="20" y="21"/>
                    </a:cubicBezTo>
                    <a:cubicBezTo>
                      <a:pt x="21" y="19"/>
                      <a:pt x="19" y="22"/>
                      <a:pt x="20" y="21"/>
                    </a:cubicBezTo>
                    <a:cubicBezTo>
                      <a:pt x="19" y="23"/>
                      <a:pt x="19" y="23"/>
                      <a:pt x="19" y="23"/>
                    </a:cubicBezTo>
                    <a:cubicBezTo>
                      <a:pt x="19" y="23"/>
                      <a:pt x="19" y="24"/>
                      <a:pt x="18" y="24"/>
                    </a:cubicBezTo>
                    <a:cubicBezTo>
                      <a:pt x="18" y="24"/>
                      <a:pt x="18" y="24"/>
                      <a:pt x="18" y="24"/>
                    </a:cubicBezTo>
                    <a:cubicBezTo>
                      <a:pt x="19" y="23"/>
                      <a:pt x="19" y="23"/>
                      <a:pt x="19" y="23"/>
                    </a:cubicBezTo>
                    <a:cubicBezTo>
                      <a:pt x="18" y="25"/>
                      <a:pt x="20" y="23"/>
                      <a:pt x="20" y="24"/>
                    </a:cubicBezTo>
                    <a:cubicBezTo>
                      <a:pt x="20" y="24"/>
                      <a:pt x="22" y="22"/>
                      <a:pt x="22" y="22"/>
                    </a:cubicBezTo>
                    <a:cubicBezTo>
                      <a:pt x="24" y="20"/>
                      <a:pt x="21" y="24"/>
                      <a:pt x="20" y="25"/>
                    </a:cubicBezTo>
                    <a:cubicBezTo>
                      <a:pt x="21" y="24"/>
                      <a:pt x="21" y="24"/>
                      <a:pt x="21" y="24"/>
                    </a:cubicBezTo>
                    <a:cubicBezTo>
                      <a:pt x="21" y="24"/>
                      <a:pt x="21" y="24"/>
                      <a:pt x="21" y="24"/>
                    </a:cubicBezTo>
                    <a:cubicBezTo>
                      <a:pt x="22" y="24"/>
                      <a:pt x="22" y="23"/>
                      <a:pt x="22" y="24"/>
                    </a:cubicBezTo>
                    <a:cubicBezTo>
                      <a:pt x="22" y="24"/>
                      <a:pt x="22" y="24"/>
                      <a:pt x="22" y="24"/>
                    </a:cubicBezTo>
                    <a:cubicBezTo>
                      <a:pt x="22" y="25"/>
                      <a:pt x="21" y="26"/>
                      <a:pt x="21" y="26"/>
                    </a:cubicBezTo>
                    <a:cubicBezTo>
                      <a:pt x="22" y="24"/>
                      <a:pt x="22" y="25"/>
                      <a:pt x="23" y="24"/>
                    </a:cubicBezTo>
                    <a:cubicBezTo>
                      <a:pt x="22" y="25"/>
                      <a:pt x="22" y="25"/>
                      <a:pt x="22" y="25"/>
                    </a:cubicBezTo>
                    <a:cubicBezTo>
                      <a:pt x="23" y="23"/>
                      <a:pt x="23" y="23"/>
                      <a:pt x="23" y="23"/>
                    </a:cubicBezTo>
                    <a:cubicBezTo>
                      <a:pt x="23" y="24"/>
                      <a:pt x="23" y="24"/>
                      <a:pt x="23" y="24"/>
                    </a:cubicBezTo>
                    <a:cubicBezTo>
                      <a:pt x="22" y="26"/>
                      <a:pt x="22" y="26"/>
                      <a:pt x="22" y="26"/>
                    </a:cubicBezTo>
                    <a:cubicBezTo>
                      <a:pt x="21" y="26"/>
                      <a:pt x="23" y="24"/>
                      <a:pt x="24" y="24"/>
                    </a:cubicBezTo>
                    <a:cubicBezTo>
                      <a:pt x="24" y="23"/>
                      <a:pt x="23" y="24"/>
                      <a:pt x="23" y="25"/>
                    </a:cubicBezTo>
                    <a:cubicBezTo>
                      <a:pt x="22" y="25"/>
                      <a:pt x="23" y="25"/>
                      <a:pt x="23" y="25"/>
                    </a:cubicBezTo>
                    <a:cubicBezTo>
                      <a:pt x="22" y="26"/>
                      <a:pt x="23" y="25"/>
                      <a:pt x="22" y="26"/>
                    </a:cubicBezTo>
                    <a:cubicBezTo>
                      <a:pt x="22" y="26"/>
                      <a:pt x="23" y="25"/>
                      <a:pt x="23" y="25"/>
                    </a:cubicBezTo>
                    <a:cubicBezTo>
                      <a:pt x="23" y="25"/>
                      <a:pt x="24" y="25"/>
                      <a:pt x="23" y="26"/>
                    </a:cubicBezTo>
                    <a:cubicBezTo>
                      <a:pt x="23" y="26"/>
                      <a:pt x="23" y="26"/>
                      <a:pt x="24" y="25"/>
                    </a:cubicBezTo>
                    <a:cubicBezTo>
                      <a:pt x="24" y="25"/>
                      <a:pt x="24" y="24"/>
                      <a:pt x="25" y="24"/>
                    </a:cubicBezTo>
                    <a:cubicBezTo>
                      <a:pt x="25" y="24"/>
                      <a:pt x="25" y="23"/>
                      <a:pt x="25" y="24"/>
                    </a:cubicBezTo>
                    <a:cubicBezTo>
                      <a:pt x="25" y="24"/>
                      <a:pt x="25" y="24"/>
                      <a:pt x="25" y="24"/>
                    </a:cubicBezTo>
                    <a:cubicBezTo>
                      <a:pt x="25" y="24"/>
                      <a:pt x="25" y="24"/>
                      <a:pt x="26" y="23"/>
                    </a:cubicBezTo>
                    <a:cubicBezTo>
                      <a:pt x="24" y="25"/>
                      <a:pt x="24" y="25"/>
                      <a:pt x="24" y="25"/>
                    </a:cubicBezTo>
                    <a:cubicBezTo>
                      <a:pt x="25" y="24"/>
                      <a:pt x="25" y="24"/>
                      <a:pt x="26" y="24"/>
                    </a:cubicBezTo>
                    <a:cubicBezTo>
                      <a:pt x="25" y="25"/>
                      <a:pt x="23" y="27"/>
                      <a:pt x="23" y="27"/>
                    </a:cubicBezTo>
                    <a:cubicBezTo>
                      <a:pt x="25" y="26"/>
                      <a:pt x="25" y="26"/>
                      <a:pt x="25" y="26"/>
                    </a:cubicBezTo>
                    <a:cubicBezTo>
                      <a:pt x="25" y="26"/>
                      <a:pt x="25" y="26"/>
                      <a:pt x="24" y="27"/>
                    </a:cubicBezTo>
                    <a:cubicBezTo>
                      <a:pt x="24" y="28"/>
                      <a:pt x="27" y="24"/>
                      <a:pt x="27" y="25"/>
                    </a:cubicBezTo>
                    <a:cubicBezTo>
                      <a:pt x="25" y="27"/>
                      <a:pt x="25" y="27"/>
                      <a:pt x="25" y="27"/>
                    </a:cubicBezTo>
                    <a:cubicBezTo>
                      <a:pt x="26" y="27"/>
                      <a:pt x="26" y="27"/>
                      <a:pt x="26" y="27"/>
                    </a:cubicBezTo>
                    <a:cubicBezTo>
                      <a:pt x="26" y="26"/>
                      <a:pt x="25" y="28"/>
                      <a:pt x="25" y="27"/>
                    </a:cubicBezTo>
                    <a:cubicBezTo>
                      <a:pt x="26" y="26"/>
                      <a:pt x="26" y="26"/>
                      <a:pt x="26" y="26"/>
                    </a:cubicBezTo>
                    <a:cubicBezTo>
                      <a:pt x="24" y="29"/>
                      <a:pt x="27" y="27"/>
                      <a:pt x="26" y="29"/>
                    </a:cubicBezTo>
                    <a:cubicBezTo>
                      <a:pt x="27" y="27"/>
                      <a:pt x="26" y="29"/>
                      <a:pt x="27" y="28"/>
                    </a:cubicBezTo>
                    <a:cubicBezTo>
                      <a:pt x="25" y="30"/>
                      <a:pt x="27" y="28"/>
                      <a:pt x="26" y="29"/>
                    </a:cubicBezTo>
                    <a:cubicBezTo>
                      <a:pt x="28" y="27"/>
                      <a:pt x="28" y="27"/>
                      <a:pt x="28" y="27"/>
                    </a:cubicBezTo>
                    <a:cubicBezTo>
                      <a:pt x="27" y="29"/>
                      <a:pt x="31" y="25"/>
                      <a:pt x="29" y="27"/>
                    </a:cubicBezTo>
                    <a:cubicBezTo>
                      <a:pt x="27" y="29"/>
                      <a:pt x="27" y="29"/>
                      <a:pt x="27" y="29"/>
                    </a:cubicBezTo>
                    <a:cubicBezTo>
                      <a:pt x="26" y="31"/>
                      <a:pt x="29" y="27"/>
                      <a:pt x="28" y="30"/>
                    </a:cubicBezTo>
                    <a:cubicBezTo>
                      <a:pt x="28" y="29"/>
                      <a:pt x="29" y="28"/>
                      <a:pt x="30" y="27"/>
                    </a:cubicBezTo>
                    <a:cubicBezTo>
                      <a:pt x="30" y="28"/>
                      <a:pt x="29" y="29"/>
                      <a:pt x="29" y="30"/>
                    </a:cubicBezTo>
                    <a:cubicBezTo>
                      <a:pt x="29" y="29"/>
                      <a:pt x="30" y="29"/>
                      <a:pt x="29" y="30"/>
                    </a:cubicBezTo>
                    <a:cubicBezTo>
                      <a:pt x="28" y="30"/>
                      <a:pt x="28" y="30"/>
                      <a:pt x="28" y="30"/>
                    </a:cubicBezTo>
                    <a:cubicBezTo>
                      <a:pt x="28" y="31"/>
                      <a:pt x="29" y="30"/>
                      <a:pt x="30" y="30"/>
                    </a:cubicBezTo>
                    <a:cubicBezTo>
                      <a:pt x="28" y="31"/>
                      <a:pt x="29" y="31"/>
                      <a:pt x="29" y="32"/>
                    </a:cubicBezTo>
                    <a:cubicBezTo>
                      <a:pt x="31" y="30"/>
                      <a:pt x="29" y="33"/>
                      <a:pt x="31" y="31"/>
                    </a:cubicBezTo>
                    <a:cubicBezTo>
                      <a:pt x="30" y="31"/>
                      <a:pt x="30" y="31"/>
                      <a:pt x="30" y="31"/>
                    </a:cubicBezTo>
                    <a:cubicBezTo>
                      <a:pt x="31" y="31"/>
                      <a:pt x="32" y="29"/>
                      <a:pt x="32" y="29"/>
                    </a:cubicBezTo>
                    <a:cubicBezTo>
                      <a:pt x="31" y="31"/>
                      <a:pt x="31" y="31"/>
                      <a:pt x="31" y="31"/>
                    </a:cubicBezTo>
                    <a:cubicBezTo>
                      <a:pt x="29" y="33"/>
                      <a:pt x="31" y="31"/>
                      <a:pt x="30" y="32"/>
                    </a:cubicBezTo>
                    <a:cubicBezTo>
                      <a:pt x="31" y="31"/>
                      <a:pt x="30" y="32"/>
                      <a:pt x="31" y="31"/>
                    </a:cubicBezTo>
                    <a:cubicBezTo>
                      <a:pt x="32" y="31"/>
                      <a:pt x="32" y="31"/>
                      <a:pt x="32" y="31"/>
                    </a:cubicBezTo>
                    <a:cubicBezTo>
                      <a:pt x="33" y="30"/>
                      <a:pt x="33" y="30"/>
                      <a:pt x="33" y="30"/>
                    </a:cubicBezTo>
                    <a:cubicBezTo>
                      <a:pt x="33" y="30"/>
                      <a:pt x="31" y="32"/>
                      <a:pt x="31" y="32"/>
                    </a:cubicBezTo>
                    <a:cubicBezTo>
                      <a:pt x="31" y="33"/>
                      <a:pt x="31"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1" y="33"/>
                    </a:cubicBezTo>
                    <a:cubicBezTo>
                      <a:pt x="30" y="34"/>
                      <a:pt x="30" y="34"/>
                      <a:pt x="30" y="34"/>
                    </a:cubicBezTo>
                    <a:cubicBezTo>
                      <a:pt x="30" y="34"/>
                      <a:pt x="32" y="33"/>
                      <a:pt x="32" y="32"/>
                    </a:cubicBezTo>
                    <a:cubicBezTo>
                      <a:pt x="32" y="34"/>
                      <a:pt x="33" y="33"/>
                      <a:pt x="34" y="33"/>
                    </a:cubicBezTo>
                    <a:cubicBezTo>
                      <a:pt x="34" y="33"/>
                      <a:pt x="33" y="33"/>
                      <a:pt x="33" y="33"/>
                    </a:cubicBezTo>
                    <a:cubicBezTo>
                      <a:pt x="34" y="33"/>
                      <a:pt x="35" y="32"/>
                      <a:pt x="34" y="33"/>
                    </a:cubicBezTo>
                    <a:cubicBezTo>
                      <a:pt x="35" y="32"/>
                      <a:pt x="33" y="34"/>
                      <a:pt x="34" y="34"/>
                    </a:cubicBezTo>
                    <a:cubicBezTo>
                      <a:pt x="33" y="34"/>
                      <a:pt x="35" y="33"/>
                      <a:pt x="34" y="33"/>
                    </a:cubicBezTo>
                    <a:cubicBezTo>
                      <a:pt x="33" y="35"/>
                      <a:pt x="36" y="32"/>
                      <a:pt x="35" y="34"/>
                    </a:cubicBezTo>
                    <a:cubicBezTo>
                      <a:pt x="36" y="33"/>
                      <a:pt x="35" y="34"/>
                      <a:pt x="34" y="35"/>
                    </a:cubicBezTo>
                    <a:cubicBezTo>
                      <a:pt x="35" y="34"/>
                      <a:pt x="36" y="34"/>
                      <a:pt x="37" y="33"/>
                    </a:cubicBezTo>
                    <a:cubicBezTo>
                      <a:pt x="36" y="34"/>
                      <a:pt x="36" y="34"/>
                      <a:pt x="36" y="34"/>
                    </a:cubicBezTo>
                    <a:cubicBezTo>
                      <a:pt x="36" y="34"/>
                      <a:pt x="36" y="34"/>
                      <a:pt x="37" y="34"/>
                    </a:cubicBezTo>
                    <a:cubicBezTo>
                      <a:pt x="38" y="33"/>
                      <a:pt x="39" y="32"/>
                      <a:pt x="39" y="32"/>
                    </a:cubicBezTo>
                    <a:cubicBezTo>
                      <a:pt x="39" y="32"/>
                      <a:pt x="39" y="32"/>
                      <a:pt x="39" y="32"/>
                    </a:cubicBezTo>
                    <a:cubicBezTo>
                      <a:pt x="40" y="32"/>
                      <a:pt x="40" y="32"/>
                      <a:pt x="40" y="32"/>
                    </a:cubicBezTo>
                    <a:cubicBezTo>
                      <a:pt x="39" y="33"/>
                      <a:pt x="39" y="32"/>
                      <a:pt x="39" y="33"/>
                    </a:cubicBezTo>
                    <a:cubicBezTo>
                      <a:pt x="37" y="35"/>
                      <a:pt x="38" y="34"/>
                      <a:pt x="38" y="35"/>
                    </a:cubicBezTo>
                    <a:cubicBezTo>
                      <a:pt x="39" y="34"/>
                      <a:pt x="39" y="34"/>
                      <a:pt x="39" y="34"/>
                    </a:cubicBezTo>
                    <a:cubicBezTo>
                      <a:pt x="40" y="33"/>
                      <a:pt x="38" y="35"/>
                      <a:pt x="38" y="35"/>
                    </a:cubicBezTo>
                    <a:cubicBezTo>
                      <a:pt x="42" y="32"/>
                      <a:pt x="42" y="32"/>
                      <a:pt x="42" y="32"/>
                    </a:cubicBezTo>
                    <a:cubicBezTo>
                      <a:pt x="42" y="32"/>
                      <a:pt x="41" y="33"/>
                      <a:pt x="40" y="34"/>
                    </a:cubicBezTo>
                    <a:cubicBezTo>
                      <a:pt x="40" y="34"/>
                      <a:pt x="42" y="32"/>
                      <a:pt x="44" y="31"/>
                    </a:cubicBezTo>
                    <a:cubicBezTo>
                      <a:pt x="44" y="31"/>
                      <a:pt x="45" y="31"/>
                      <a:pt x="45" y="31"/>
                    </a:cubicBezTo>
                    <a:cubicBezTo>
                      <a:pt x="44" y="32"/>
                      <a:pt x="45" y="31"/>
                      <a:pt x="44" y="32"/>
                    </a:cubicBezTo>
                    <a:cubicBezTo>
                      <a:pt x="43" y="33"/>
                      <a:pt x="43" y="33"/>
                      <a:pt x="43" y="33"/>
                    </a:cubicBezTo>
                    <a:cubicBezTo>
                      <a:pt x="43" y="33"/>
                      <a:pt x="41" y="34"/>
                      <a:pt x="40" y="35"/>
                    </a:cubicBezTo>
                    <a:cubicBezTo>
                      <a:pt x="41" y="35"/>
                      <a:pt x="41" y="36"/>
                      <a:pt x="41" y="36"/>
                    </a:cubicBezTo>
                    <a:cubicBezTo>
                      <a:pt x="43" y="34"/>
                      <a:pt x="42" y="35"/>
                      <a:pt x="44" y="34"/>
                    </a:cubicBezTo>
                    <a:cubicBezTo>
                      <a:pt x="44" y="34"/>
                      <a:pt x="43" y="35"/>
                      <a:pt x="42" y="36"/>
                    </a:cubicBezTo>
                    <a:cubicBezTo>
                      <a:pt x="43" y="35"/>
                      <a:pt x="43" y="36"/>
                      <a:pt x="43" y="36"/>
                    </a:cubicBezTo>
                    <a:cubicBezTo>
                      <a:pt x="43" y="36"/>
                      <a:pt x="43" y="36"/>
                      <a:pt x="43" y="36"/>
                    </a:cubicBezTo>
                    <a:cubicBezTo>
                      <a:pt x="44" y="36"/>
                      <a:pt x="43" y="37"/>
                      <a:pt x="45" y="36"/>
                    </a:cubicBezTo>
                    <a:cubicBezTo>
                      <a:pt x="44" y="37"/>
                      <a:pt x="44" y="37"/>
                      <a:pt x="44" y="37"/>
                    </a:cubicBezTo>
                    <a:cubicBezTo>
                      <a:pt x="44" y="37"/>
                      <a:pt x="47" y="34"/>
                      <a:pt x="46" y="36"/>
                    </a:cubicBezTo>
                    <a:cubicBezTo>
                      <a:pt x="45" y="36"/>
                      <a:pt x="45" y="36"/>
                      <a:pt x="45" y="36"/>
                    </a:cubicBezTo>
                    <a:cubicBezTo>
                      <a:pt x="46" y="36"/>
                      <a:pt x="44" y="38"/>
                      <a:pt x="46" y="36"/>
                    </a:cubicBezTo>
                    <a:cubicBezTo>
                      <a:pt x="45" y="37"/>
                      <a:pt x="45" y="37"/>
                      <a:pt x="45" y="37"/>
                    </a:cubicBezTo>
                    <a:cubicBezTo>
                      <a:pt x="45" y="37"/>
                      <a:pt x="45" y="37"/>
                      <a:pt x="47" y="36"/>
                    </a:cubicBezTo>
                    <a:cubicBezTo>
                      <a:pt x="45" y="38"/>
                      <a:pt x="45" y="38"/>
                      <a:pt x="45" y="38"/>
                    </a:cubicBezTo>
                    <a:cubicBezTo>
                      <a:pt x="45" y="39"/>
                      <a:pt x="47" y="36"/>
                      <a:pt x="47" y="37"/>
                    </a:cubicBezTo>
                    <a:cubicBezTo>
                      <a:pt x="47" y="37"/>
                      <a:pt x="46" y="38"/>
                      <a:pt x="46" y="38"/>
                    </a:cubicBezTo>
                    <a:cubicBezTo>
                      <a:pt x="47" y="37"/>
                      <a:pt x="47" y="38"/>
                      <a:pt x="47" y="38"/>
                    </a:cubicBezTo>
                    <a:cubicBezTo>
                      <a:pt x="46" y="39"/>
                      <a:pt x="46" y="39"/>
                      <a:pt x="46" y="39"/>
                    </a:cubicBezTo>
                    <a:cubicBezTo>
                      <a:pt x="47" y="40"/>
                      <a:pt x="47" y="41"/>
                      <a:pt x="50" y="41"/>
                    </a:cubicBezTo>
                    <a:cubicBezTo>
                      <a:pt x="48" y="42"/>
                      <a:pt x="48" y="41"/>
                      <a:pt x="47" y="43"/>
                    </a:cubicBezTo>
                    <a:cubicBezTo>
                      <a:pt x="49" y="41"/>
                      <a:pt x="48" y="42"/>
                      <a:pt x="49" y="42"/>
                    </a:cubicBezTo>
                    <a:cubicBezTo>
                      <a:pt x="48" y="42"/>
                      <a:pt x="48" y="42"/>
                      <a:pt x="48" y="42"/>
                    </a:cubicBezTo>
                    <a:cubicBezTo>
                      <a:pt x="49" y="42"/>
                      <a:pt x="48" y="43"/>
                      <a:pt x="48" y="43"/>
                    </a:cubicBezTo>
                    <a:cubicBezTo>
                      <a:pt x="49" y="43"/>
                      <a:pt x="49" y="43"/>
                      <a:pt x="49" y="43"/>
                    </a:cubicBezTo>
                    <a:cubicBezTo>
                      <a:pt x="50" y="42"/>
                      <a:pt x="47" y="45"/>
                      <a:pt x="49" y="43"/>
                    </a:cubicBezTo>
                    <a:cubicBezTo>
                      <a:pt x="48" y="44"/>
                      <a:pt x="48" y="44"/>
                      <a:pt x="48" y="44"/>
                    </a:cubicBezTo>
                    <a:cubicBezTo>
                      <a:pt x="50" y="43"/>
                      <a:pt x="47" y="45"/>
                      <a:pt x="49" y="44"/>
                    </a:cubicBezTo>
                    <a:cubicBezTo>
                      <a:pt x="49" y="44"/>
                      <a:pt x="49" y="44"/>
                      <a:pt x="49" y="44"/>
                    </a:cubicBezTo>
                    <a:cubicBezTo>
                      <a:pt x="48" y="45"/>
                      <a:pt x="51" y="43"/>
                      <a:pt x="50" y="44"/>
                    </a:cubicBezTo>
                    <a:cubicBezTo>
                      <a:pt x="50" y="44"/>
                      <a:pt x="51" y="44"/>
                      <a:pt x="53" y="43"/>
                    </a:cubicBezTo>
                    <a:cubicBezTo>
                      <a:pt x="51" y="44"/>
                      <a:pt x="51" y="44"/>
                      <a:pt x="51" y="44"/>
                    </a:cubicBezTo>
                    <a:cubicBezTo>
                      <a:pt x="52" y="44"/>
                      <a:pt x="52" y="46"/>
                      <a:pt x="55" y="45"/>
                    </a:cubicBezTo>
                    <a:cubicBezTo>
                      <a:pt x="54" y="45"/>
                      <a:pt x="54" y="45"/>
                      <a:pt x="54" y="45"/>
                    </a:cubicBezTo>
                    <a:cubicBezTo>
                      <a:pt x="56" y="44"/>
                      <a:pt x="52" y="48"/>
                      <a:pt x="56" y="45"/>
                    </a:cubicBezTo>
                    <a:cubicBezTo>
                      <a:pt x="58" y="45"/>
                      <a:pt x="58" y="45"/>
                      <a:pt x="58" y="45"/>
                    </a:cubicBezTo>
                    <a:cubicBezTo>
                      <a:pt x="56" y="46"/>
                      <a:pt x="56" y="46"/>
                      <a:pt x="56" y="46"/>
                    </a:cubicBezTo>
                    <a:cubicBezTo>
                      <a:pt x="57" y="46"/>
                      <a:pt x="56" y="46"/>
                      <a:pt x="58" y="46"/>
                    </a:cubicBezTo>
                    <a:cubicBezTo>
                      <a:pt x="56" y="46"/>
                      <a:pt x="56" y="46"/>
                      <a:pt x="56" y="46"/>
                    </a:cubicBezTo>
                    <a:cubicBezTo>
                      <a:pt x="56" y="47"/>
                      <a:pt x="59" y="46"/>
                      <a:pt x="58" y="46"/>
                    </a:cubicBezTo>
                    <a:cubicBezTo>
                      <a:pt x="57" y="46"/>
                      <a:pt x="57" y="46"/>
                      <a:pt x="57" y="46"/>
                    </a:cubicBezTo>
                    <a:cubicBezTo>
                      <a:pt x="55" y="49"/>
                      <a:pt x="54" y="52"/>
                      <a:pt x="58" y="51"/>
                    </a:cubicBezTo>
                    <a:cubicBezTo>
                      <a:pt x="59" y="50"/>
                      <a:pt x="56" y="52"/>
                      <a:pt x="56" y="52"/>
                    </a:cubicBezTo>
                    <a:cubicBezTo>
                      <a:pt x="60" y="51"/>
                      <a:pt x="56" y="55"/>
                      <a:pt x="61" y="53"/>
                    </a:cubicBezTo>
                    <a:cubicBezTo>
                      <a:pt x="63" y="53"/>
                      <a:pt x="68" y="50"/>
                      <a:pt x="68" y="50"/>
                    </a:cubicBezTo>
                    <a:cubicBezTo>
                      <a:pt x="65" y="50"/>
                      <a:pt x="66" y="47"/>
                      <a:pt x="68" y="44"/>
                    </a:cubicBezTo>
                    <a:cubicBezTo>
                      <a:pt x="67" y="44"/>
                      <a:pt x="66" y="43"/>
                      <a:pt x="66" y="4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0" name="Freeform 374"/>
              <p:cNvSpPr/>
              <p:nvPr/>
            </p:nvSpPr>
            <p:spPr bwMode="auto">
              <a:xfrm>
                <a:off x="3472" y="2077"/>
                <a:ext cx="0" cy="2"/>
              </a:xfrm>
              <a:custGeom>
                <a:avLst/>
                <a:gdLst>
                  <a:gd name="T0" fmla="*/ 0 h 1"/>
                  <a:gd name="T1" fmla="*/ 1 h 1"/>
                  <a:gd name="T2" fmla="*/ 0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1" name="Freeform 375"/>
              <p:cNvSpPr/>
              <p:nvPr/>
            </p:nvSpPr>
            <p:spPr bwMode="auto">
              <a:xfrm>
                <a:off x="4219" y="2506"/>
                <a:ext cx="2" cy="4"/>
              </a:xfrm>
              <a:custGeom>
                <a:avLst/>
                <a:gdLst>
                  <a:gd name="T0" fmla="*/ 0 w 1"/>
                  <a:gd name="T1" fmla="*/ 1 h 2"/>
                  <a:gd name="T2" fmla="*/ 1 w 1"/>
                  <a:gd name="T3" fmla="*/ 1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1"/>
                    </a:cubicBezTo>
                    <a:cubicBezTo>
                      <a:pt x="1" y="1"/>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2" name="Freeform 376"/>
              <p:cNvSpPr/>
              <p:nvPr/>
            </p:nvSpPr>
            <p:spPr bwMode="auto">
              <a:xfrm>
                <a:off x="4228" y="2482"/>
                <a:ext cx="6" cy="3"/>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3" name="Freeform 377"/>
              <p:cNvSpPr/>
              <p:nvPr/>
            </p:nvSpPr>
            <p:spPr bwMode="auto">
              <a:xfrm>
                <a:off x="3472" y="2073"/>
                <a:ext cx="0" cy="2"/>
              </a:xfrm>
              <a:custGeom>
                <a:avLst/>
                <a:gdLst>
                  <a:gd name="T0" fmla="*/ 0 h 1"/>
                  <a:gd name="T1" fmla="*/ 0 h 1"/>
                  <a:gd name="T2" fmla="*/ 0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0"/>
                      <a:pt x="0" y="1"/>
                    </a:cubicBezTo>
                    <a:cubicBezTo>
                      <a:pt x="0" y="1"/>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4" name="Freeform 378"/>
              <p:cNvSpPr/>
              <p:nvPr/>
            </p:nvSpPr>
            <p:spPr bwMode="auto">
              <a:xfrm>
                <a:off x="3472" y="20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5" name="Freeform 379"/>
              <p:cNvSpPr/>
              <p:nvPr/>
            </p:nvSpPr>
            <p:spPr bwMode="auto">
              <a:xfrm>
                <a:off x="4219" y="2510"/>
                <a:ext cx="5" cy="2"/>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6" name="Freeform 380"/>
              <p:cNvSpPr/>
              <p:nvPr/>
            </p:nvSpPr>
            <p:spPr bwMode="auto">
              <a:xfrm>
                <a:off x="4221" y="2514"/>
                <a:ext cx="3" cy="4"/>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2"/>
                      <a:pt x="1" y="1"/>
                      <a:pt x="1" y="2"/>
                    </a:cubicBezTo>
                    <a:cubicBezTo>
                      <a:pt x="1" y="1"/>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7" name="Oval 381"/>
              <p:cNvSpPr>
                <a:spLocks noChangeArrowheads="1"/>
              </p:cNvSpPr>
              <p:nvPr/>
            </p:nvSpPr>
            <p:spPr bwMode="auto">
              <a:xfrm>
                <a:off x="3905" y="227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8" name="Freeform 382"/>
              <p:cNvSpPr/>
              <p:nvPr/>
            </p:nvSpPr>
            <p:spPr bwMode="auto">
              <a:xfrm>
                <a:off x="4217" y="2510"/>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9" name="Freeform 383"/>
              <p:cNvSpPr/>
              <p:nvPr/>
            </p:nvSpPr>
            <p:spPr bwMode="auto">
              <a:xfrm>
                <a:off x="4296" y="2552"/>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0" name="Freeform 384"/>
              <p:cNvSpPr/>
              <p:nvPr/>
            </p:nvSpPr>
            <p:spPr bwMode="auto">
              <a:xfrm>
                <a:off x="4289" y="25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1" name="Freeform 385"/>
              <p:cNvSpPr/>
              <p:nvPr/>
            </p:nvSpPr>
            <p:spPr bwMode="auto">
              <a:xfrm>
                <a:off x="4296" y="2552"/>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2" name="Freeform 386"/>
              <p:cNvSpPr/>
              <p:nvPr/>
            </p:nvSpPr>
            <p:spPr bwMode="auto">
              <a:xfrm>
                <a:off x="4306" y="2555"/>
                <a:ext cx="2" cy="4"/>
              </a:xfrm>
              <a:custGeom>
                <a:avLst/>
                <a:gdLst>
                  <a:gd name="T0" fmla="*/ 0 w 2"/>
                  <a:gd name="T1" fmla="*/ 4 h 4"/>
                  <a:gd name="T2" fmla="*/ 0 w 2"/>
                  <a:gd name="T3" fmla="*/ 4 h 4"/>
                  <a:gd name="T4" fmla="*/ 2 w 2"/>
                  <a:gd name="T5" fmla="*/ 0 h 4"/>
                  <a:gd name="T6" fmla="*/ 0 w 2"/>
                  <a:gd name="T7" fmla="*/ 4 h 4"/>
                </a:gdLst>
                <a:ahLst/>
                <a:cxnLst>
                  <a:cxn ang="0">
                    <a:pos x="T0" y="T1"/>
                  </a:cxn>
                  <a:cxn ang="0">
                    <a:pos x="T2" y="T3"/>
                  </a:cxn>
                  <a:cxn ang="0">
                    <a:pos x="T4" y="T5"/>
                  </a:cxn>
                  <a:cxn ang="0">
                    <a:pos x="T6" y="T7"/>
                  </a:cxn>
                </a:cxnLst>
                <a:rect l="0" t="0" r="r" b="b"/>
                <a:pathLst>
                  <a:path w="2" h="4">
                    <a:moveTo>
                      <a:pt x="0" y="4"/>
                    </a:moveTo>
                    <a:lnTo>
                      <a:pt x="0" y="4"/>
                    </a:lnTo>
                    <a:lnTo>
                      <a:pt x="2" y="0"/>
                    </a:lnTo>
                    <a:lnTo>
                      <a:pt x="0"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3" name="Freeform 387"/>
              <p:cNvSpPr/>
              <p:nvPr/>
            </p:nvSpPr>
            <p:spPr bwMode="auto">
              <a:xfrm>
                <a:off x="3903" y="2275"/>
                <a:ext cx="2"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4" name="Freeform 388"/>
              <p:cNvSpPr/>
              <p:nvPr/>
            </p:nvSpPr>
            <p:spPr bwMode="auto">
              <a:xfrm>
                <a:off x="3901" y="257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5" name="Freeform 389"/>
              <p:cNvSpPr/>
              <p:nvPr/>
            </p:nvSpPr>
            <p:spPr bwMode="auto">
              <a:xfrm>
                <a:off x="4285" y="25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6" name="Freeform 390"/>
              <p:cNvSpPr/>
              <p:nvPr/>
            </p:nvSpPr>
            <p:spPr bwMode="auto">
              <a:xfrm>
                <a:off x="3472" y="207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7" name="Rectangle 391"/>
              <p:cNvSpPr>
                <a:spLocks noChangeArrowheads="1"/>
              </p:cNvSpPr>
              <p:nvPr/>
            </p:nvSpPr>
            <p:spPr bwMode="auto">
              <a:xfrm>
                <a:off x="3472" y="2079"/>
                <a:ext cx="1"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8" name="Freeform 392"/>
              <p:cNvSpPr/>
              <p:nvPr/>
            </p:nvSpPr>
            <p:spPr bwMode="auto">
              <a:xfrm>
                <a:off x="4277" y="2495"/>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9" name="Freeform 393"/>
              <p:cNvSpPr/>
              <p:nvPr/>
            </p:nvSpPr>
            <p:spPr bwMode="auto">
              <a:xfrm>
                <a:off x="3472"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0" name="Freeform 394"/>
              <p:cNvSpPr/>
              <p:nvPr/>
            </p:nvSpPr>
            <p:spPr bwMode="auto">
              <a:xfrm>
                <a:off x="4255" y="25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1" name="Freeform 395"/>
              <p:cNvSpPr/>
              <p:nvPr/>
            </p:nvSpPr>
            <p:spPr bwMode="auto">
              <a:xfrm>
                <a:off x="3678" y="2461"/>
                <a:ext cx="19" cy="13"/>
              </a:xfrm>
              <a:custGeom>
                <a:avLst/>
                <a:gdLst>
                  <a:gd name="T0" fmla="*/ 0 w 9"/>
                  <a:gd name="T1" fmla="*/ 0 h 6"/>
                  <a:gd name="T2" fmla="*/ 9 w 9"/>
                  <a:gd name="T3" fmla="*/ 6 h 6"/>
                  <a:gd name="T4" fmla="*/ 0 w 9"/>
                  <a:gd name="T5" fmla="*/ 0 h 6"/>
                </a:gdLst>
                <a:ahLst/>
                <a:cxnLst>
                  <a:cxn ang="0">
                    <a:pos x="T0" y="T1"/>
                  </a:cxn>
                  <a:cxn ang="0">
                    <a:pos x="T2" y="T3"/>
                  </a:cxn>
                  <a:cxn ang="0">
                    <a:pos x="T4" y="T5"/>
                  </a:cxn>
                </a:cxnLst>
                <a:rect l="0" t="0" r="r" b="b"/>
                <a:pathLst>
                  <a:path w="9" h="6">
                    <a:moveTo>
                      <a:pt x="0" y="0"/>
                    </a:moveTo>
                    <a:cubicBezTo>
                      <a:pt x="9" y="6"/>
                      <a:pt x="9" y="6"/>
                      <a:pt x="9" y="6"/>
                    </a:cubicBezTo>
                    <a:cubicBezTo>
                      <a:pt x="6" y="3"/>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2" name="Freeform 396"/>
              <p:cNvSpPr/>
              <p:nvPr/>
            </p:nvSpPr>
            <p:spPr bwMode="auto">
              <a:xfrm>
                <a:off x="3496" y="2319"/>
                <a:ext cx="4" cy="6"/>
              </a:xfrm>
              <a:custGeom>
                <a:avLst/>
                <a:gdLst>
                  <a:gd name="T0" fmla="*/ 1 w 2"/>
                  <a:gd name="T1" fmla="*/ 1 h 3"/>
                  <a:gd name="T2" fmla="*/ 2 w 2"/>
                  <a:gd name="T3" fmla="*/ 3 h 3"/>
                  <a:gd name="T4" fmla="*/ 2 w 2"/>
                  <a:gd name="T5" fmla="*/ 1 h 3"/>
                  <a:gd name="T6" fmla="*/ 1 w 2"/>
                  <a:gd name="T7" fmla="*/ 1 h 3"/>
                </a:gdLst>
                <a:ahLst/>
                <a:cxnLst>
                  <a:cxn ang="0">
                    <a:pos x="T0" y="T1"/>
                  </a:cxn>
                  <a:cxn ang="0">
                    <a:pos x="T2" y="T3"/>
                  </a:cxn>
                  <a:cxn ang="0">
                    <a:pos x="T4" y="T5"/>
                  </a:cxn>
                  <a:cxn ang="0">
                    <a:pos x="T6" y="T7"/>
                  </a:cxn>
                </a:cxnLst>
                <a:rect l="0" t="0" r="r" b="b"/>
                <a:pathLst>
                  <a:path w="2" h="3">
                    <a:moveTo>
                      <a:pt x="1" y="1"/>
                    </a:moveTo>
                    <a:cubicBezTo>
                      <a:pt x="2" y="2"/>
                      <a:pt x="2" y="2"/>
                      <a:pt x="2" y="3"/>
                    </a:cubicBezTo>
                    <a:cubicBezTo>
                      <a:pt x="2" y="1"/>
                      <a:pt x="2" y="1"/>
                      <a:pt x="2" y="1"/>
                    </a:cubicBezTo>
                    <a:cubicBezTo>
                      <a:pt x="2" y="0"/>
                      <a:pt x="0"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3" name="Freeform 397"/>
              <p:cNvSpPr/>
              <p:nvPr/>
            </p:nvSpPr>
            <p:spPr bwMode="auto">
              <a:xfrm>
                <a:off x="3483" y="2156"/>
                <a:ext cx="6" cy="4"/>
              </a:xfrm>
              <a:custGeom>
                <a:avLst/>
                <a:gdLst>
                  <a:gd name="T0" fmla="*/ 2 w 3"/>
                  <a:gd name="T1" fmla="*/ 1 h 2"/>
                  <a:gd name="T2" fmla="*/ 1 w 3"/>
                  <a:gd name="T3" fmla="*/ 2 h 2"/>
                  <a:gd name="T4" fmla="*/ 2 w 3"/>
                  <a:gd name="T5" fmla="*/ 1 h 2"/>
                </a:gdLst>
                <a:ahLst/>
                <a:cxnLst>
                  <a:cxn ang="0">
                    <a:pos x="T0" y="T1"/>
                  </a:cxn>
                  <a:cxn ang="0">
                    <a:pos x="T2" y="T3"/>
                  </a:cxn>
                  <a:cxn ang="0">
                    <a:pos x="T4" y="T5"/>
                  </a:cxn>
                </a:cxnLst>
                <a:rect l="0" t="0" r="r" b="b"/>
                <a:pathLst>
                  <a:path w="3" h="2">
                    <a:moveTo>
                      <a:pt x="2" y="1"/>
                    </a:moveTo>
                    <a:cubicBezTo>
                      <a:pt x="0" y="0"/>
                      <a:pt x="3" y="1"/>
                      <a:pt x="1" y="2"/>
                    </a:cubicBezTo>
                    <a:cubicBezTo>
                      <a:pt x="2" y="2"/>
                      <a:pt x="2" y="2"/>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4" name="Freeform 398"/>
              <p:cNvSpPr/>
              <p:nvPr/>
            </p:nvSpPr>
            <p:spPr bwMode="auto">
              <a:xfrm>
                <a:off x="3534" y="2347"/>
                <a:ext cx="13" cy="6"/>
              </a:xfrm>
              <a:custGeom>
                <a:avLst/>
                <a:gdLst>
                  <a:gd name="T0" fmla="*/ 0 w 6"/>
                  <a:gd name="T1" fmla="*/ 0 h 3"/>
                  <a:gd name="T2" fmla="*/ 4 w 6"/>
                  <a:gd name="T3" fmla="*/ 3 h 3"/>
                  <a:gd name="T4" fmla="*/ 0 w 6"/>
                  <a:gd name="T5" fmla="*/ 0 h 3"/>
                </a:gdLst>
                <a:ahLst/>
                <a:cxnLst>
                  <a:cxn ang="0">
                    <a:pos x="T0" y="T1"/>
                  </a:cxn>
                  <a:cxn ang="0">
                    <a:pos x="T2" y="T3"/>
                  </a:cxn>
                  <a:cxn ang="0">
                    <a:pos x="T4" y="T5"/>
                  </a:cxn>
                </a:cxnLst>
                <a:rect l="0" t="0" r="r" b="b"/>
                <a:pathLst>
                  <a:path w="6" h="3">
                    <a:moveTo>
                      <a:pt x="0" y="0"/>
                    </a:moveTo>
                    <a:cubicBezTo>
                      <a:pt x="0" y="2"/>
                      <a:pt x="3" y="3"/>
                      <a:pt x="4" y="3"/>
                    </a:cubicBezTo>
                    <a:cubicBezTo>
                      <a:pt x="6" y="3"/>
                      <a:pt x="1" y="2"/>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5" name="Freeform 399"/>
              <p:cNvSpPr/>
              <p:nvPr/>
            </p:nvSpPr>
            <p:spPr bwMode="auto">
              <a:xfrm>
                <a:off x="3466" y="2090"/>
                <a:ext cx="4" cy="4"/>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6" name="Freeform 400"/>
              <p:cNvSpPr/>
              <p:nvPr/>
            </p:nvSpPr>
            <p:spPr bwMode="auto">
              <a:xfrm>
                <a:off x="3466" y="2103"/>
                <a:ext cx="4" cy="0"/>
              </a:xfrm>
              <a:custGeom>
                <a:avLst/>
                <a:gdLst>
                  <a:gd name="T0" fmla="*/ 0 w 2"/>
                  <a:gd name="T1" fmla="*/ 1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1" y="0"/>
                    </a:cubicBezTo>
                    <a:cubicBezTo>
                      <a:pt x="2"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7" name="Freeform 401"/>
              <p:cNvSpPr/>
              <p:nvPr/>
            </p:nvSpPr>
            <p:spPr bwMode="auto">
              <a:xfrm>
                <a:off x="3477" y="2152"/>
                <a:ext cx="4" cy="8"/>
              </a:xfrm>
              <a:custGeom>
                <a:avLst/>
                <a:gdLst>
                  <a:gd name="T0" fmla="*/ 2 w 2"/>
                  <a:gd name="T1" fmla="*/ 4 h 4"/>
                  <a:gd name="T2" fmla="*/ 1 w 2"/>
                  <a:gd name="T3" fmla="*/ 0 h 4"/>
                  <a:gd name="T4" fmla="*/ 2 w 2"/>
                  <a:gd name="T5" fmla="*/ 4 h 4"/>
                </a:gdLst>
                <a:ahLst/>
                <a:cxnLst>
                  <a:cxn ang="0">
                    <a:pos x="T0" y="T1"/>
                  </a:cxn>
                  <a:cxn ang="0">
                    <a:pos x="T2" y="T3"/>
                  </a:cxn>
                  <a:cxn ang="0">
                    <a:pos x="T4" y="T5"/>
                  </a:cxn>
                </a:cxnLst>
                <a:rect l="0" t="0" r="r" b="b"/>
                <a:pathLst>
                  <a:path w="2" h="4">
                    <a:moveTo>
                      <a:pt x="2" y="4"/>
                    </a:moveTo>
                    <a:cubicBezTo>
                      <a:pt x="2" y="3"/>
                      <a:pt x="1" y="1"/>
                      <a:pt x="1" y="0"/>
                    </a:cubicBezTo>
                    <a:cubicBezTo>
                      <a:pt x="0" y="2"/>
                      <a:pt x="1" y="2"/>
                      <a:pt x="2" y="4"/>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8" name="Freeform 402"/>
              <p:cNvSpPr/>
              <p:nvPr/>
            </p:nvSpPr>
            <p:spPr bwMode="auto">
              <a:xfrm>
                <a:off x="3466" y="2096"/>
                <a:ext cx="8" cy="5"/>
              </a:xfrm>
              <a:custGeom>
                <a:avLst/>
                <a:gdLst>
                  <a:gd name="T0" fmla="*/ 0 w 4"/>
                  <a:gd name="T1" fmla="*/ 2 h 2"/>
                  <a:gd name="T2" fmla="*/ 0 w 4"/>
                  <a:gd name="T3" fmla="*/ 2 h 2"/>
                  <a:gd name="T4" fmla="*/ 2 w 4"/>
                  <a:gd name="T5" fmla="*/ 2 h 2"/>
                  <a:gd name="T6" fmla="*/ 2 w 4"/>
                  <a:gd name="T7" fmla="*/ 1 h 2"/>
                  <a:gd name="T8" fmla="*/ 4 w 4"/>
                  <a:gd name="T9" fmla="*/ 0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0" y="2"/>
                      <a:pt x="0" y="2"/>
                    </a:cubicBezTo>
                    <a:cubicBezTo>
                      <a:pt x="1" y="2"/>
                      <a:pt x="1" y="2"/>
                      <a:pt x="2" y="2"/>
                    </a:cubicBezTo>
                    <a:cubicBezTo>
                      <a:pt x="2" y="2"/>
                      <a:pt x="3" y="1"/>
                      <a:pt x="2" y="1"/>
                    </a:cubicBezTo>
                    <a:cubicBezTo>
                      <a:pt x="3" y="0"/>
                      <a:pt x="4" y="1"/>
                      <a:pt x="4" y="0"/>
                    </a:cubicBezTo>
                    <a:cubicBezTo>
                      <a:pt x="3" y="0"/>
                      <a:pt x="1"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9" name="Freeform 403"/>
              <p:cNvSpPr/>
              <p:nvPr/>
            </p:nvSpPr>
            <p:spPr bwMode="auto">
              <a:xfrm>
                <a:off x="3470" y="210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0" name="Freeform 404"/>
              <p:cNvSpPr/>
              <p:nvPr/>
            </p:nvSpPr>
            <p:spPr bwMode="auto">
              <a:xfrm>
                <a:off x="3718" y="2501"/>
                <a:ext cx="5" cy="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2" y="1"/>
                      <a:pt x="2" y="2"/>
                    </a:cubicBezTo>
                    <a:cubicBezTo>
                      <a:pt x="2" y="1"/>
                      <a:pt x="1" y="1"/>
                      <a:pt x="0" y="0"/>
                    </a:cubicBezTo>
                    <a:cubicBezTo>
                      <a:pt x="0" y="0"/>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1" name="Freeform 405"/>
              <p:cNvSpPr/>
              <p:nvPr/>
            </p:nvSpPr>
            <p:spPr bwMode="auto">
              <a:xfrm>
                <a:off x="3629" y="2417"/>
                <a:ext cx="7" cy="6"/>
              </a:xfrm>
              <a:custGeom>
                <a:avLst/>
                <a:gdLst>
                  <a:gd name="T0" fmla="*/ 2 w 3"/>
                  <a:gd name="T1" fmla="*/ 3 h 3"/>
                  <a:gd name="T2" fmla="*/ 0 w 3"/>
                  <a:gd name="T3" fmla="*/ 0 h 3"/>
                  <a:gd name="T4" fmla="*/ 2 w 3"/>
                  <a:gd name="T5" fmla="*/ 3 h 3"/>
                </a:gdLst>
                <a:ahLst/>
                <a:cxnLst>
                  <a:cxn ang="0">
                    <a:pos x="T0" y="T1"/>
                  </a:cxn>
                  <a:cxn ang="0">
                    <a:pos x="T2" y="T3"/>
                  </a:cxn>
                  <a:cxn ang="0">
                    <a:pos x="T4" y="T5"/>
                  </a:cxn>
                </a:cxnLst>
                <a:rect l="0" t="0" r="r" b="b"/>
                <a:pathLst>
                  <a:path w="3" h="3">
                    <a:moveTo>
                      <a:pt x="2" y="3"/>
                    </a:moveTo>
                    <a:cubicBezTo>
                      <a:pt x="3" y="2"/>
                      <a:pt x="1" y="1"/>
                      <a:pt x="0" y="0"/>
                    </a:cubicBezTo>
                    <a:cubicBezTo>
                      <a:pt x="0" y="1"/>
                      <a:pt x="1" y="2"/>
                      <a:pt x="2"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sp>
          <p:nvSpPr>
            <p:cNvPr id="6" name="Freeform 407"/>
            <p:cNvSpPr/>
            <p:nvPr/>
          </p:nvSpPr>
          <p:spPr bwMode="auto">
            <a:xfrm>
              <a:off x="3716" y="2495"/>
              <a:ext cx="5" cy="4"/>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1"/>
                    <a:pt x="1" y="0"/>
                    <a:pt x="0" y="0"/>
                  </a:cubicBezTo>
                  <a:cubicBezTo>
                    <a:pt x="1" y="1"/>
                    <a:pt x="1"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 name="Freeform 408"/>
            <p:cNvSpPr/>
            <p:nvPr/>
          </p:nvSpPr>
          <p:spPr bwMode="auto">
            <a:xfrm>
              <a:off x="3706" y="2480"/>
              <a:ext cx="10" cy="15"/>
            </a:xfrm>
            <a:custGeom>
              <a:avLst/>
              <a:gdLst>
                <a:gd name="T0" fmla="*/ 5 w 5"/>
                <a:gd name="T1" fmla="*/ 7 h 7"/>
                <a:gd name="T2" fmla="*/ 2 w 5"/>
                <a:gd name="T3" fmla="*/ 3 h 7"/>
                <a:gd name="T4" fmla="*/ 2 w 5"/>
                <a:gd name="T5" fmla="*/ 1 h 7"/>
                <a:gd name="T6" fmla="*/ 3 w 5"/>
                <a:gd name="T7" fmla="*/ 7 h 7"/>
                <a:gd name="T8" fmla="*/ 3 w 5"/>
                <a:gd name="T9" fmla="*/ 7 h 7"/>
                <a:gd name="T10" fmla="*/ 5 w 5"/>
                <a:gd name="T11" fmla="*/ 7 h 7"/>
              </a:gdLst>
              <a:ahLst/>
              <a:cxnLst>
                <a:cxn ang="0">
                  <a:pos x="T0" y="T1"/>
                </a:cxn>
                <a:cxn ang="0">
                  <a:pos x="T2" y="T3"/>
                </a:cxn>
                <a:cxn ang="0">
                  <a:pos x="T4" y="T5"/>
                </a:cxn>
                <a:cxn ang="0">
                  <a:pos x="T6" y="T7"/>
                </a:cxn>
                <a:cxn ang="0">
                  <a:pos x="T8" y="T9"/>
                </a:cxn>
                <a:cxn ang="0">
                  <a:pos x="T10" y="T11"/>
                </a:cxn>
              </a:cxnLst>
              <a:rect l="0" t="0" r="r" b="b"/>
              <a:pathLst>
                <a:path w="5" h="7">
                  <a:moveTo>
                    <a:pt x="5" y="7"/>
                  </a:moveTo>
                  <a:cubicBezTo>
                    <a:pt x="4" y="5"/>
                    <a:pt x="4" y="3"/>
                    <a:pt x="2" y="3"/>
                  </a:cubicBezTo>
                  <a:cubicBezTo>
                    <a:pt x="1" y="1"/>
                    <a:pt x="4" y="3"/>
                    <a:pt x="2" y="1"/>
                  </a:cubicBezTo>
                  <a:cubicBezTo>
                    <a:pt x="0" y="0"/>
                    <a:pt x="1" y="4"/>
                    <a:pt x="3" y="7"/>
                  </a:cubicBezTo>
                  <a:cubicBezTo>
                    <a:pt x="3" y="7"/>
                    <a:pt x="3" y="7"/>
                    <a:pt x="3" y="7"/>
                  </a:cubicBezTo>
                  <a:cubicBezTo>
                    <a:pt x="4" y="7"/>
                    <a:pt x="4" y="7"/>
                    <a:pt x="5"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 name="Freeform 409"/>
            <p:cNvSpPr/>
            <p:nvPr/>
          </p:nvSpPr>
          <p:spPr bwMode="auto">
            <a:xfrm>
              <a:off x="3782" y="3038"/>
              <a:ext cx="2" cy="4"/>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0" y="2"/>
                    <a:pt x="1" y="1"/>
                    <a:pt x="1"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 name="Freeform 410"/>
            <p:cNvSpPr/>
            <p:nvPr/>
          </p:nvSpPr>
          <p:spPr bwMode="auto">
            <a:xfrm>
              <a:off x="3631" y="2249"/>
              <a:ext cx="3" cy="2"/>
            </a:xfrm>
            <a:custGeom>
              <a:avLst/>
              <a:gdLst>
                <a:gd name="T0" fmla="*/ 3 w 3"/>
                <a:gd name="T1" fmla="*/ 0 h 2"/>
                <a:gd name="T2" fmla="*/ 0 w 3"/>
                <a:gd name="T3" fmla="*/ 0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0" y="2"/>
                  </a:lnTo>
                  <a:lnTo>
                    <a:pt x="3"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 name="Freeform 411"/>
            <p:cNvSpPr/>
            <p:nvPr/>
          </p:nvSpPr>
          <p:spPr bwMode="auto">
            <a:xfrm>
              <a:off x="3988" y="3019"/>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 name="Freeform 412"/>
            <p:cNvSpPr/>
            <p:nvPr/>
          </p:nvSpPr>
          <p:spPr bwMode="auto">
            <a:xfrm>
              <a:off x="3856" y="3002"/>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 name="Freeform 413"/>
            <p:cNvSpPr/>
            <p:nvPr/>
          </p:nvSpPr>
          <p:spPr bwMode="auto">
            <a:xfrm>
              <a:off x="3924" y="2998"/>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0"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 name="Freeform 414"/>
            <p:cNvSpPr/>
            <p:nvPr/>
          </p:nvSpPr>
          <p:spPr bwMode="auto">
            <a:xfrm>
              <a:off x="3561" y="1990"/>
              <a:ext cx="3" cy="9"/>
            </a:xfrm>
            <a:custGeom>
              <a:avLst/>
              <a:gdLst>
                <a:gd name="T0" fmla="*/ 1 w 1"/>
                <a:gd name="T1" fmla="*/ 1 h 4"/>
                <a:gd name="T2" fmla="*/ 0 w 1"/>
                <a:gd name="T3" fmla="*/ 0 h 4"/>
                <a:gd name="T4" fmla="*/ 1 w 1"/>
                <a:gd name="T5" fmla="*/ 1 h 4"/>
              </a:gdLst>
              <a:ahLst/>
              <a:cxnLst>
                <a:cxn ang="0">
                  <a:pos x="T0" y="T1"/>
                </a:cxn>
                <a:cxn ang="0">
                  <a:pos x="T2" y="T3"/>
                </a:cxn>
                <a:cxn ang="0">
                  <a:pos x="T4" y="T5"/>
                </a:cxn>
              </a:cxnLst>
              <a:rect l="0" t="0" r="r" b="b"/>
              <a:pathLst>
                <a:path w="1" h="4">
                  <a:moveTo>
                    <a:pt x="1" y="1"/>
                  </a:moveTo>
                  <a:cubicBezTo>
                    <a:pt x="1" y="1"/>
                    <a:pt x="0" y="0"/>
                    <a:pt x="0" y="0"/>
                  </a:cubicBezTo>
                  <a:cubicBezTo>
                    <a:pt x="0" y="3"/>
                    <a:pt x="0" y="4"/>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 name="Freeform 415"/>
            <p:cNvSpPr/>
            <p:nvPr/>
          </p:nvSpPr>
          <p:spPr bwMode="auto">
            <a:xfrm>
              <a:off x="3795" y="3040"/>
              <a:ext cx="2" cy="2"/>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0"/>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 name="Freeform 416"/>
            <p:cNvSpPr/>
            <p:nvPr/>
          </p:nvSpPr>
          <p:spPr bwMode="auto">
            <a:xfrm>
              <a:off x="3958" y="30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 name="Freeform 417"/>
            <p:cNvSpPr/>
            <p:nvPr/>
          </p:nvSpPr>
          <p:spPr bwMode="auto">
            <a:xfrm>
              <a:off x="3982" y="3027"/>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 name="Freeform 418"/>
            <p:cNvSpPr/>
            <p:nvPr/>
          </p:nvSpPr>
          <p:spPr bwMode="auto">
            <a:xfrm>
              <a:off x="3595" y="18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 name="Freeform 419"/>
            <p:cNvSpPr/>
            <p:nvPr/>
          </p:nvSpPr>
          <p:spPr bwMode="auto">
            <a:xfrm>
              <a:off x="3757" y="2981"/>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 name="Freeform 420"/>
            <p:cNvSpPr/>
            <p:nvPr/>
          </p:nvSpPr>
          <p:spPr bwMode="auto">
            <a:xfrm>
              <a:off x="3627" y="1789"/>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 name="Freeform 421"/>
            <p:cNvSpPr/>
            <p:nvPr/>
          </p:nvSpPr>
          <p:spPr bwMode="auto">
            <a:xfrm>
              <a:off x="3578" y="17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 name="Rectangle 422"/>
            <p:cNvSpPr>
              <a:spLocks noChangeArrowheads="1"/>
            </p:cNvSpPr>
            <p:nvPr/>
          </p:nvSpPr>
          <p:spPr bwMode="auto">
            <a:xfrm>
              <a:off x="3593" y="1825"/>
              <a:ext cx="1"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 name="Freeform 423"/>
            <p:cNvSpPr/>
            <p:nvPr/>
          </p:nvSpPr>
          <p:spPr bwMode="auto">
            <a:xfrm>
              <a:off x="3593" y="1825"/>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 name="Freeform 424"/>
            <p:cNvSpPr/>
            <p:nvPr/>
          </p:nvSpPr>
          <p:spPr bwMode="auto">
            <a:xfrm>
              <a:off x="3593" y="1825"/>
              <a:ext cx="0" cy="2"/>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 name="Freeform 425"/>
            <p:cNvSpPr/>
            <p:nvPr/>
          </p:nvSpPr>
          <p:spPr bwMode="auto">
            <a:xfrm>
              <a:off x="3638" y="2417"/>
              <a:ext cx="6" cy="6"/>
            </a:xfrm>
            <a:custGeom>
              <a:avLst/>
              <a:gdLst>
                <a:gd name="T0" fmla="*/ 1 w 3"/>
                <a:gd name="T1" fmla="*/ 2 h 3"/>
                <a:gd name="T2" fmla="*/ 3 w 3"/>
                <a:gd name="T3" fmla="*/ 2 h 3"/>
                <a:gd name="T4" fmla="*/ 1 w 3"/>
                <a:gd name="T5" fmla="*/ 2 h 3"/>
              </a:gdLst>
              <a:ahLst/>
              <a:cxnLst>
                <a:cxn ang="0">
                  <a:pos x="T0" y="T1"/>
                </a:cxn>
                <a:cxn ang="0">
                  <a:pos x="T2" y="T3"/>
                </a:cxn>
                <a:cxn ang="0">
                  <a:pos x="T4" y="T5"/>
                </a:cxn>
              </a:cxnLst>
              <a:rect l="0" t="0" r="r" b="b"/>
              <a:pathLst>
                <a:path w="3" h="3">
                  <a:moveTo>
                    <a:pt x="1" y="2"/>
                  </a:moveTo>
                  <a:cubicBezTo>
                    <a:pt x="2" y="2"/>
                    <a:pt x="3" y="3"/>
                    <a:pt x="3" y="2"/>
                  </a:cubicBezTo>
                  <a:cubicBezTo>
                    <a:pt x="0" y="0"/>
                    <a:pt x="0" y="0"/>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 name="Freeform 426"/>
            <p:cNvSpPr/>
            <p:nvPr/>
          </p:nvSpPr>
          <p:spPr bwMode="auto">
            <a:xfrm>
              <a:off x="3708" y="2743"/>
              <a:ext cx="2" cy="7"/>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1" y="3"/>
                    <a:pt x="1" y="0"/>
                    <a:pt x="0" y="0"/>
                  </a:cubicBezTo>
                  <a:cubicBezTo>
                    <a:pt x="0" y="0"/>
                    <a:pt x="0" y="3"/>
                    <a:pt x="1"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 name="Freeform 427"/>
            <p:cNvSpPr/>
            <p:nvPr/>
          </p:nvSpPr>
          <p:spPr bwMode="auto">
            <a:xfrm>
              <a:off x="3714" y="2737"/>
              <a:ext cx="4" cy="2"/>
            </a:xfrm>
            <a:custGeom>
              <a:avLst/>
              <a:gdLst>
                <a:gd name="T0" fmla="*/ 1 w 2"/>
                <a:gd name="T1" fmla="*/ 1 h 1"/>
                <a:gd name="T2" fmla="*/ 0 w 2"/>
                <a:gd name="T3" fmla="*/ 0 h 1"/>
                <a:gd name="T4" fmla="*/ 1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0" y="0"/>
                    <a:pt x="0" y="0"/>
                  </a:cubicBezTo>
                  <a:cubicBezTo>
                    <a:pt x="0" y="0"/>
                    <a:pt x="1" y="1"/>
                    <a:pt x="1" y="1"/>
                  </a:cubicBezTo>
                  <a:cubicBezTo>
                    <a:pt x="1" y="1"/>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 name="Freeform 428"/>
            <p:cNvSpPr/>
            <p:nvPr/>
          </p:nvSpPr>
          <p:spPr bwMode="auto">
            <a:xfrm>
              <a:off x="3706" y="2737"/>
              <a:ext cx="10" cy="4"/>
            </a:xfrm>
            <a:custGeom>
              <a:avLst/>
              <a:gdLst>
                <a:gd name="T0" fmla="*/ 0 w 5"/>
                <a:gd name="T1" fmla="*/ 1 h 2"/>
                <a:gd name="T2" fmla="*/ 4 w 5"/>
                <a:gd name="T3" fmla="*/ 1 h 2"/>
                <a:gd name="T4" fmla="*/ 5 w 5"/>
                <a:gd name="T5" fmla="*/ 2 h 2"/>
                <a:gd name="T6" fmla="*/ 3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2"/>
                    <a:pt x="3" y="2"/>
                    <a:pt x="4" y="1"/>
                  </a:cubicBezTo>
                  <a:cubicBezTo>
                    <a:pt x="4" y="1"/>
                    <a:pt x="5" y="2"/>
                    <a:pt x="5" y="2"/>
                  </a:cubicBezTo>
                  <a:cubicBezTo>
                    <a:pt x="4" y="1"/>
                    <a:pt x="4" y="1"/>
                    <a:pt x="3" y="1"/>
                  </a:cubicBezTo>
                  <a:cubicBezTo>
                    <a:pt x="3" y="1"/>
                    <a:pt x="1" y="0"/>
                    <a:pt x="2" y="1"/>
                  </a:cubicBezTo>
                  <a:cubicBezTo>
                    <a:pt x="2" y="1"/>
                    <a:pt x="1"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 name="Freeform 429"/>
            <p:cNvSpPr/>
            <p:nvPr/>
          </p:nvSpPr>
          <p:spPr bwMode="auto">
            <a:xfrm>
              <a:off x="3755" y="2718"/>
              <a:ext cx="4" cy="6"/>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cubicBezTo>
                    <a:pt x="0" y="0"/>
                    <a:pt x="0" y="0"/>
                    <a:pt x="0" y="0"/>
                  </a:cubicBezTo>
                  <a:cubicBezTo>
                    <a:pt x="1" y="2"/>
                    <a:pt x="1" y="2"/>
                    <a:pt x="2"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 name="Freeform 430"/>
            <p:cNvSpPr/>
            <p:nvPr/>
          </p:nvSpPr>
          <p:spPr bwMode="auto">
            <a:xfrm>
              <a:off x="3761" y="2733"/>
              <a:ext cx="4" cy="17"/>
            </a:xfrm>
            <a:custGeom>
              <a:avLst/>
              <a:gdLst>
                <a:gd name="T0" fmla="*/ 1 w 2"/>
                <a:gd name="T1" fmla="*/ 7 h 8"/>
                <a:gd name="T2" fmla="*/ 0 w 2"/>
                <a:gd name="T3" fmla="*/ 3 h 8"/>
                <a:gd name="T4" fmla="*/ 1 w 2"/>
                <a:gd name="T5" fmla="*/ 7 h 8"/>
              </a:gdLst>
              <a:ahLst/>
              <a:cxnLst>
                <a:cxn ang="0">
                  <a:pos x="T0" y="T1"/>
                </a:cxn>
                <a:cxn ang="0">
                  <a:pos x="T2" y="T3"/>
                </a:cxn>
                <a:cxn ang="0">
                  <a:pos x="T4" y="T5"/>
                </a:cxn>
              </a:cxnLst>
              <a:rect l="0" t="0" r="r" b="b"/>
              <a:pathLst>
                <a:path w="2" h="8">
                  <a:moveTo>
                    <a:pt x="1" y="7"/>
                  </a:moveTo>
                  <a:cubicBezTo>
                    <a:pt x="2" y="0"/>
                    <a:pt x="1" y="8"/>
                    <a:pt x="0" y="3"/>
                  </a:cubicBezTo>
                  <a:cubicBezTo>
                    <a:pt x="0" y="5"/>
                    <a:pt x="0" y="6"/>
                    <a:pt x="1"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 name="Freeform 431"/>
            <p:cNvSpPr/>
            <p:nvPr/>
          </p:nvSpPr>
          <p:spPr bwMode="auto">
            <a:xfrm>
              <a:off x="3759" y="2720"/>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 name="Freeform 432"/>
            <p:cNvSpPr/>
            <p:nvPr/>
          </p:nvSpPr>
          <p:spPr bwMode="auto">
            <a:xfrm>
              <a:off x="3761" y="2714"/>
              <a:ext cx="6" cy="12"/>
            </a:xfrm>
            <a:custGeom>
              <a:avLst/>
              <a:gdLst>
                <a:gd name="T0" fmla="*/ 0 w 3"/>
                <a:gd name="T1" fmla="*/ 5 h 6"/>
                <a:gd name="T2" fmla="*/ 3 w 3"/>
                <a:gd name="T3" fmla="*/ 3 h 6"/>
                <a:gd name="T4" fmla="*/ 0 w 3"/>
                <a:gd name="T5" fmla="*/ 5 h 6"/>
              </a:gdLst>
              <a:ahLst/>
              <a:cxnLst>
                <a:cxn ang="0">
                  <a:pos x="T0" y="T1"/>
                </a:cxn>
                <a:cxn ang="0">
                  <a:pos x="T2" y="T3"/>
                </a:cxn>
                <a:cxn ang="0">
                  <a:pos x="T4" y="T5"/>
                </a:cxn>
              </a:cxnLst>
              <a:rect l="0" t="0" r="r" b="b"/>
              <a:pathLst>
                <a:path w="3" h="6">
                  <a:moveTo>
                    <a:pt x="0" y="5"/>
                  </a:moveTo>
                  <a:cubicBezTo>
                    <a:pt x="1" y="6"/>
                    <a:pt x="2" y="3"/>
                    <a:pt x="3" y="3"/>
                  </a:cubicBezTo>
                  <a:cubicBezTo>
                    <a:pt x="2" y="0"/>
                    <a:pt x="1" y="4"/>
                    <a:pt x="0" y="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 name="Freeform 433"/>
            <p:cNvSpPr/>
            <p:nvPr/>
          </p:nvSpPr>
          <p:spPr bwMode="auto">
            <a:xfrm>
              <a:off x="3712" y="273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 name="Freeform 434"/>
            <p:cNvSpPr>
              <a:spLocks noEditPoints="1"/>
            </p:cNvSpPr>
            <p:nvPr/>
          </p:nvSpPr>
          <p:spPr bwMode="auto">
            <a:xfrm>
              <a:off x="3742" y="2907"/>
              <a:ext cx="384" cy="146"/>
            </a:xfrm>
            <a:custGeom>
              <a:avLst/>
              <a:gdLst>
                <a:gd name="T0" fmla="*/ 150 w 181"/>
                <a:gd name="T1" fmla="*/ 21 h 69"/>
                <a:gd name="T2" fmla="*/ 144 w 181"/>
                <a:gd name="T3" fmla="*/ 25 h 69"/>
                <a:gd name="T4" fmla="*/ 103 w 181"/>
                <a:gd name="T5" fmla="*/ 42 h 69"/>
                <a:gd name="T6" fmla="*/ 91 w 181"/>
                <a:gd name="T7" fmla="*/ 45 h 69"/>
                <a:gd name="T8" fmla="*/ 79 w 181"/>
                <a:gd name="T9" fmla="*/ 44 h 69"/>
                <a:gd name="T10" fmla="*/ 60 w 181"/>
                <a:gd name="T11" fmla="*/ 44 h 69"/>
                <a:gd name="T12" fmla="*/ 50 w 181"/>
                <a:gd name="T13" fmla="*/ 47 h 69"/>
                <a:gd name="T14" fmla="*/ 32 w 181"/>
                <a:gd name="T15" fmla="*/ 47 h 69"/>
                <a:gd name="T16" fmla="*/ 22 w 181"/>
                <a:gd name="T17" fmla="*/ 44 h 69"/>
                <a:gd name="T18" fmla="*/ 10 w 181"/>
                <a:gd name="T19" fmla="*/ 39 h 69"/>
                <a:gd name="T20" fmla="*/ 10 w 181"/>
                <a:gd name="T21" fmla="*/ 37 h 69"/>
                <a:gd name="T22" fmla="*/ 10 w 181"/>
                <a:gd name="T23" fmla="*/ 35 h 69"/>
                <a:gd name="T24" fmla="*/ 10 w 181"/>
                <a:gd name="T25" fmla="*/ 34 h 69"/>
                <a:gd name="T26" fmla="*/ 10 w 181"/>
                <a:gd name="T27" fmla="*/ 30 h 69"/>
                <a:gd name="T28" fmla="*/ 2 w 181"/>
                <a:gd name="T29" fmla="*/ 32 h 69"/>
                <a:gd name="T30" fmla="*/ 6 w 181"/>
                <a:gd name="T31" fmla="*/ 44 h 69"/>
                <a:gd name="T32" fmla="*/ 10 w 181"/>
                <a:gd name="T33" fmla="*/ 51 h 69"/>
                <a:gd name="T34" fmla="*/ 4 w 181"/>
                <a:gd name="T35" fmla="*/ 55 h 69"/>
                <a:gd name="T36" fmla="*/ 8 w 181"/>
                <a:gd name="T37" fmla="*/ 58 h 69"/>
                <a:gd name="T38" fmla="*/ 13 w 181"/>
                <a:gd name="T39" fmla="*/ 57 h 69"/>
                <a:gd name="T40" fmla="*/ 13 w 181"/>
                <a:gd name="T41" fmla="*/ 60 h 69"/>
                <a:gd name="T42" fmla="*/ 19 w 181"/>
                <a:gd name="T43" fmla="*/ 57 h 69"/>
                <a:gd name="T44" fmla="*/ 20 w 181"/>
                <a:gd name="T45" fmla="*/ 63 h 69"/>
                <a:gd name="T46" fmla="*/ 22 w 181"/>
                <a:gd name="T47" fmla="*/ 66 h 69"/>
                <a:gd name="T48" fmla="*/ 24 w 181"/>
                <a:gd name="T49" fmla="*/ 64 h 69"/>
                <a:gd name="T50" fmla="*/ 28 w 181"/>
                <a:gd name="T51" fmla="*/ 64 h 69"/>
                <a:gd name="T52" fmla="*/ 31 w 181"/>
                <a:gd name="T53" fmla="*/ 66 h 69"/>
                <a:gd name="T54" fmla="*/ 36 w 181"/>
                <a:gd name="T55" fmla="*/ 58 h 69"/>
                <a:gd name="T56" fmla="*/ 36 w 181"/>
                <a:gd name="T57" fmla="*/ 65 h 69"/>
                <a:gd name="T58" fmla="*/ 46 w 181"/>
                <a:gd name="T59" fmla="*/ 67 h 69"/>
                <a:gd name="T60" fmla="*/ 50 w 181"/>
                <a:gd name="T61" fmla="*/ 66 h 69"/>
                <a:gd name="T62" fmla="*/ 55 w 181"/>
                <a:gd name="T63" fmla="*/ 62 h 69"/>
                <a:gd name="T64" fmla="*/ 65 w 181"/>
                <a:gd name="T65" fmla="*/ 66 h 69"/>
                <a:gd name="T66" fmla="*/ 69 w 181"/>
                <a:gd name="T67" fmla="*/ 63 h 69"/>
                <a:gd name="T68" fmla="*/ 71 w 181"/>
                <a:gd name="T69" fmla="*/ 63 h 69"/>
                <a:gd name="T70" fmla="*/ 72 w 181"/>
                <a:gd name="T71" fmla="*/ 61 h 69"/>
                <a:gd name="T72" fmla="*/ 76 w 181"/>
                <a:gd name="T73" fmla="*/ 65 h 69"/>
                <a:gd name="T74" fmla="*/ 79 w 181"/>
                <a:gd name="T75" fmla="*/ 63 h 69"/>
                <a:gd name="T76" fmla="*/ 88 w 181"/>
                <a:gd name="T77" fmla="*/ 60 h 69"/>
                <a:gd name="T78" fmla="*/ 92 w 181"/>
                <a:gd name="T79" fmla="*/ 62 h 69"/>
                <a:gd name="T80" fmla="*/ 98 w 181"/>
                <a:gd name="T81" fmla="*/ 60 h 69"/>
                <a:gd name="T82" fmla="*/ 102 w 181"/>
                <a:gd name="T83" fmla="*/ 59 h 69"/>
                <a:gd name="T84" fmla="*/ 103 w 181"/>
                <a:gd name="T85" fmla="*/ 59 h 69"/>
                <a:gd name="T86" fmla="*/ 108 w 181"/>
                <a:gd name="T87" fmla="*/ 58 h 69"/>
                <a:gd name="T88" fmla="*/ 115 w 181"/>
                <a:gd name="T89" fmla="*/ 53 h 69"/>
                <a:gd name="T90" fmla="*/ 117 w 181"/>
                <a:gd name="T91" fmla="*/ 52 h 69"/>
                <a:gd name="T92" fmla="*/ 122 w 181"/>
                <a:gd name="T93" fmla="*/ 45 h 69"/>
                <a:gd name="T94" fmla="*/ 127 w 181"/>
                <a:gd name="T95" fmla="*/ 45 h 69"/>
                <a:gd name="T96" fmla="*/ 134 w 181"/>
                <a:gd name="T97" fmla="*/ 43 h 69"/>
                <a:gd name="T98" fmla="*/ 139 w 181"/>
                <a:gd name="T99" fmla="*/ 41 h 69"/>
                <a:gd name="T100" fmla="*/ 152 w 181"/>
                <a:gd name="T101" fmla="*/ 37 h 69"/>
                <a:gd name="T102" fmla="*/ 156 w 181"/>
                <a:gd name="T103" fmla="*/ 35 h 69"/>
                <a:gd name="T104" fmla="*/ 163 w 181"/>
                <a:gd name="T105" fmla="*/ 27 h 69"/>
                <a:gd name="T106" fmla="*/ 167 w 181"/>
                <a:gd name="T107" fmla="*/ 19 h 69"/>
                <a:gd name="T108" fmla="*/ 10 w 181"/>
                <a:gd name="T109" fmla="*/ 31 h 69"/>
                <a:gd name="T110" fmla="*/ 10 w 181"/>
                <a:gd name="T111" fmla="*/ 35 h 69"/>
                <a:gd name="T112" fmla="*/ 9 w 181"/>
                <a:gd name="T113" fmla="*/ 34 h 69"/>
                <a:gd name="T114" fmla="*/ 7 w 181"/>
                <a:gd name="T115" fmla="*/ 35 h 69"/>
                <a:gd name="T116" fmla="*/ 8 w 181"/>
                <a:gd name="T117" fmla="*/ 36 h 69"/>
                <a:gd name="T118" fmla="*/ 10 w 181"/>
                <a:gd name="T119"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1" h="69">
                  <a:moveTo>
                    <a:pt x="177" y="5"/>
                  </a:moveTo>
                  <a:cubicBezTo>
                    <a:pt x="177" y="2"/>
                    <a:pt x="172" y="0"/>
                    <a:pt x="172" y="0"/>
                  </a:cubicBezTo>
                  <a:cubicBezTo>
                    <a:pt x="172" y="4"/>
                    <a:pt x="169" y="7"/>
                    <a:pt x="164" y="8"/>
                  </a:cubicBezTo>
                  <a:cubicBezTo>
                    <a:pt x="163" y="9"/>
                    <a:pt x="163" y="11"/>
                    <a:pt x="162" y="11"/>
                  </a:cubicBezTo>
                  <a:cubicBezTo>
                    <a:pt x="159" y="15"/>
                    <a:pt x="152" y="15"/>
                    <a:pt x="149" y="19"/>
                  </a:cubicBezTo>
                  <a:cubicBezTo>
                    <a:pt x="150" y="19"/>
                    <a:pt x="150" y="20"/>
                    <a:pt x="150" y="21"/>
                  </a:cubicBezTo>
                  <a:cubicBezTo>
                    <a:pt x="150" y="20"/>
                    <a:pt x="150" y="20"/>
                    <a:pt x="150" y="20"/>
                  </a:cubicBezTo>
                  <a:cubicBezTo>
                    <a:pt x="150" y="22"/>
                    <a:pt x="150" y="22"/>
                    <a:pt x="150" y="22"/>
                  </a:cubicBezTo>
                  <a:cubicBezTo>
                    <a:pt x="150" y="22"/>
                    <a:pt x="149" y="21"/>
                    <a:pt x="149" y="20"/>
                  </a:cubicBezTo>
                  <a:cubicBezTo>
                    <a:pt x="147" y="21"/>
                    <a:pt x="146" y="23"/>
                    <a:pt x="144" y="24"/>
                  </a:cubicBezTo>
                  <a:cubicBezTo>
                    <a:pt x="145" y="26"/>
                    <a:pt x="143" y="24"/>
                    <a:pt x="144" y="26"/>
                  </a:cubicBezTo>
                  <a:cubicBezTo>
                    <a:pt x="144" y="25"/>
                    <a:pt x="144" y="25"/>
                    <a:pt x="144" y="25"/>
                  </a:cubicBezTo>
                  <a:cubicBezTo>
                    <a:pt x="143" y="27"/>
                    <a:pt x="143" y="27"/>
                    <a:pt x="141" y="25"/>
                  </a:cubicBezTo>
                  <a:cubicBezTo>
                    <a:pt x="135" y="26"/>
                    <a:pt x="130" y="30"/>
                    <a:pt x="125" y="31"/>
                  </a:cubicBezTo>
                  <a:cubicBezTo>
                    <a:pt x="119" y="33"/>
                    <a:pt x="114" y="37"/>
                    <a:pt x="108" y="39"/>
                  </a:cubicBezTo>
                  <a:cubicBezTo>
                    <a:pt x="108" y="42"/>
                    <a:pt x="106" y="41"/>
                    <a:pt x="106" y="44"/>
                  </a:cubicBezTo>
                  <a:cubicBezTo>
                    <a:pt x="106" y="43"/>
                    <a:pt x="106" y="43"/>
                    <a:pt x="106" y="43"/>
                  </a:cubicBezTo>
                  <a:cubicBezTo>
                    <a:pt x="105" y="45"/>
                    <a:pt x="104" y="43"/>
                    <a:pt x="103" y="42"/>
                  </a:cubicBezTo>
                  <a:cubicBezTo>
                    <a:pt x="103" y="44"/>
                    <a:pt x="102" y="43"/>
                    <a:pt x="103" y="45"/>
                  </a:cubicBezTo>
                  <a:cubicBezTo>
                    <a:pt x="103" y="46"/>
                    <a:pt x="102" y="42"/>
                    <a:pt x="101" y="43"/>
                  </a:cubicBezTo>
                  <a:cubicBezTo>
                    <a:pt x="101" y="42"/>
                    <a:pt x="101" y="44"/>
                    <a:pt x="101" y="44"/>
                  </a:cubicBezTo>
                  <a:cubicBezTo>
                    <a:pt x="100" y="46"/>
                    <a:pt x="101" y="42"/>
                    <a:pt x="99" y="41"/>
                  </a:cubicBezTo>
                  <a:cubicBezTo>
                    <a:pt x="96" y="42"/>
                    <a:pt x="94" y="45"/>
                    <a:pt x="91" y="44"/>
                  </a:cubicBezTo>
                  <a:cubicBezTo>
                    <a:pt x="91" y="44"/>
                    <a:pt x="91" y="45"/>
                    <a:pt x="91" y="45"/>
                  </a:cubicBezTo>
                  <a:cubicBezTo>
                    <a:pt x="90" y="42"/>
                    <a:pt x="90" y="46"/>
                    <a:pt x="90" y="45"/>
                  </a:cubicBezTo>
                  <a:cubicBezTo>
                    <a:pt x="90" y="44"/>
                    <a:pt x="90" y="44"/>
                    <a:pt x="90" y="44"/>
                  </a:cubicBezTo>
                  <a:cubicBezTo>
                    <a:pt x="88" y="43"/>
                    <a:pt x="88" y="45"/>
                    <a:pt x="86" y="44"/>
                  </a:cubicBezTo>
                  <a:cubicBezTo>
                    <a:pt x="85" y="45"/>
                    <a:pt x="84" y="42"/>
                    <a:pt x="83" y="44"/>
                  </a:cubicBezTo>
                  <a:cubicBezTo>
                    <a:pt x="83" y="43"/>
                    <a:pt x="83" y="43"/>
                    <a:pt x="82" y="43"/>
                  </a:cubicBezTo>
                  <a:cubicBezTo>
                    <a:pt x="82" y="47"/>
                    <a:pt x="80" y="42"/>
                    <a:pt x="79" y="44"/>
                  </a:cubicBezTo>
                  <a:cubicBezTo>
                    <a:pt x="79" y="44"/>
                    <a:pt x="79" y="44"/>
                    <a:pt x="79" y="44"/>
                  </a:cubicBezTo>
                  <a:cubicBezTo>
                    <a:pt x="76" y="44"/>
                    <a:pt x="73" y="43"/>
                    <a:pt x="70" y="46"/>
                  </a:cubicBezTo>
                  <a:cubicBezTo>
                    <a:pt x="68" y="46"/>
                    <a:pt x="66" y="43"/>
                    <a:pt x="64" y="44"/>
                  </a:cubicBezTo>
                  <a:cubicBezTo>
                    <a:pt x="64" y="46"/>
                    <a:pt x="64" y="46"/>
                    <a:pt x="64" y="46"/>
                  </a:cubicBezTo>
                  <a:cubicBezTo>
                    <a:pt x="63" y="46"/>
                    <a:pt x="64" y="45"/>
                    <a:pt x="64" y="44"/>
                  </a:cubicBezTo>
                  <a:cubicBezTo>
                    <a:pt x="63" y="46"/>
                    <a:pt x="61" y="44"/>
                    <a:pt x="60" y="44"/>
                  </a:cubicBezTo>
                  <a:cubicBezTo>
                    <a:pt x="60" y="45"/>
                    <a:pt x="60" y="45"/>
                    <a:pt x="60" y="46"/>
                  </a:cubicBezTo>
                  <a:cubicBezTo>
                    <a:pt x="59" y="43"/>
                    <a:pt x="57" y="47"/>
                    <a:pt x="55" y="45"/>
                  </a:cubicBezTo>
                  <a:cubicBezTo>
                    <a:pt x="56" y="48"/>
                    <a:pt x="55" y="47"/>
                    <a:pt x="54" y="48"/>
                  </a:cubicBezTo>
                  <a:cubicBezTo>
                    <a:pt x="54" y="47"/>
                    <a:pt x="54" y="46"/>
                    <a:pt x="54" y="46"/>
                  </a:cubicBezTo>
                  <a:cubicBezTo>
                    <a:pt x="53" y="46"/>
                    <a:pt x="52" y="46"/>
                    <a:pt x="51" y="45"/>
                  </a:cubicBezTo>
                  <a:cubicBezTo>
                    <a:pt x="51" y="46"/>
                    <a:pt x="50" y="48"/>
                    <a:pt x="50" y="47"/>
                  </a:cubicBezTo>
                  <a:cubicBezTo>
                    <a:pt x="49" y="45"/>
                    <a:pt x="48" y="47"/>
                    <a:pt x="48" y="46"/>
                  </a:cubicBezTo>
                  <a:cubicBezTo>
                    <a:pt x="48" y="48"/>
                    <a:pt x="47" y="49"/>
                    <a:pt x="46" y="49"/>
                  </a:cubicBezTo>
                  <a:cubicBezTo>
                    <a:pt x="47" y="46"/>
                    <a:pt x="47" y="46"/>
                    <a:pt x="47" y="46"/>
                  </a:cubicBezTo>
                  <a:cubicBezTo>
                    <a:pt x="44" y="47"/>
                    <a:pt x="42" y="44"/>
                    <a:pt x="39" y="47"/>
                  </a:cubicBezTo>
                  <a:cubicBezTo>
                    <a:pt x="39" y="45"/>
                    <a:pt x="39" y="45"/>
                    <a:pt x="39" y="45"/>
                  </a:cubicBezTo>
                  <a:cubicBezTo>
                    <a:pt x="36" y="47"/>
                    <a:pt x="35" y="45"/>
                    <a:pt x="32" y="47"/>
                  </a:cubicBezTo>
                  <a:cubicBezTo>
                    <a:pt x="33" y="46"/>
                    <a:pt x="30" y="45"/>
                    <a:pt x="30" y="45"/>
                  </a:cubicBezTo>
                  <a:cubicBezTo>
                    <a:pt x="29" y="46"/>
                    <a:pt x="28" y="46"/>
                    <a:pt x="27" y="48"/>
                  </a:cubicBezTo>
                  <a:cubicBezTo>
                    <a:pt x="27" y="48"/>
                    <a:pt x="27" y="46"/>
                    <a:pt x="27" y="46"/>
                  </a:cubicBezTo>
                  <a:cubicBezTo>
                    <a:pt x="26" y="45"/>
                    <a:pt x="26" y="43"/>
                    <a:pt x="25" y="45"/>
                  </a:cubicBezTo>
                  <a:cubicBezTo>
                    <a:pt x="25" y="43"/>
                    <a:pt x="25" y="43"/>
                    <a:pt x="25" y="43"/>
                  </a:cubicBezTo>
                  <a:cubicBezTo>
                    <a:pt x="24" y="44"/>
                    <a:pt x="22" y="46"/>
                    <a:pt x="22" y="44"/>
                  </a:cubicBezTo>
                  <a:cubicBezTo>
                    <a:pt x="21" y="45"/>
                    <a:pt x="20" y="45"/>
                    <a:pt x="20" y="46"/>
                  </a:cubicBezTo>
                  <a:cubicBezTo>
                    <a:pt x="19" y="46"/>
                    <a:pt x="20" y="44"/>
                    <a:pt x="19" y="45"/>
                  </a:cubicBezTo>
                  <a:cubicBezTo>
                    <a:pt x="21" y="44"/>
                    <a:pt x="21" y="44"/>
                    <a:pt x="21" y="44"/>
                  </a:cubicBezTo>
                  <a:cubicBezTo>
                    <a:pt x="19" y="42"/>
                    <a:pt x="17" y="42"/>
                    <a:pt x="15" y="42"/>
                  </a:cubicBezTo>
                  <a:cubicBezTo>
                    <a:pt x="16" y="40"/>
                    <a:pt x="13" y="41"/>
                    <a:pt x="13" y="39"/>
                  </a:cubicBezTo>
                  <a:cubicBezTo>
                    <a:pt x="12" y="40"/>
                    <a:pt x="13" y="38"/>
                    <a:pt x="10" y="39"/>
                  </a:cubicBezTo>
                  <a:cubicBezTo>
                    <a:pt x="11" y="39"/>
                    <a:pt x="11" y="39"/>
                    <a:pt x="11" y="39"/>
                  </a:cubicBezTo>
                  <a:cubicBezTo>
                    <a:pt x="11" y="38"/>
                    <a:pt x="11" y="37"/>
                    <a:pt x="12" y="37"/>
                  </a:cubicBezTo>
                  <a:cubicBezTo>
                    <a:pt x="12" y="37"/>
                    <a:pt x="11" y="37"/>
                    <a:pt x="11" y="37"/>
                  </a:cubicBezTo>
                  <a:cubicBezTo>
                    <a:pt x="11" y="36"/>
                    <a:pt x="11" y="36"/>
                    <a:pt x="11" y="36"/>
                  </a:cubicBezTo>
                  <a:cubicBezTo>
                    <a:pt x="11" y="36"/>
                    <a:pt x="11" y="36"/>
                    <a:pt x="11" y="37"/>
                  </a:cubicBezTo>
                  <a:cubicBezTo>
                    <a:pt x="10" y="37"/>
                    <a:pt x="10" y="37"/>
                    <a:pt x="10" y="37"/>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1" y="36"/>
                    <a:pt x="11" y="36"/>
                  </a:cubicBezTo>
                  <a:cubicBezTo>
                    <a:pt x="11" y="36"/>
                    <a:pt x="11" y="36"/>
                    <a:pt x="10" y="35"/>
                  </a:cubicBezTo>
                  <a:cubicBezTo>
                    <a:pt x="10" y="35"/>
                    <a:pt x="10" y="35"/>
                    <a:pt x="10" y="35"/>
                  </a:cubicBezTo>
                  <a:cubicBezTo>
                    <a:pt x="11" y="35"/>
                    <a:pt x="11" y="35"/>
                    <a:pt x="11" y="35"/>
                  </a:cubicBezTo>
                  <a:cubicBezTo>
                    <a:pt x="11" y="35"/>
                    <a:pt x="11" y="35"/>
                    <a:pt x="11" y="34"/>
                  </a:cubicBezTo>
                  <a:cubicBezTo>
                    <a:pt x="11" y="34"/>
                    <a:pt x="11" y="34"/>
                    <a:pt x="11" y="34"/>
                  </a:cubicBezTo>
                  <a:cubicBezTo>
                    <a:pt x="11" y="34"/>
                    <a:pt x="11" y="34"/>
                    <a:pt x="11" y="34"/>
                  </a:cubicBezTo>
                  <a:cubicBezTo>
                    <a:pt x="9" y="35"/>
                    <a:pt x="12" y="34"/>
                    <a:pt x="10" y="34"/>
                  </a:cubicBezTo>
                  <a:cubicBezTo>
                    <a:pt x="10" y="34"/>
                    <a:pt x="10" y="33"/>
                    <a:pt x="11" y="32"/>
                  </a:cubicBezTo>
                  <a:cubicBezTo>
                    <a:pt x="10" y="34"/>
                    <a:pt x="10" y="32"/>
                    <a:pt x="10" y="31"/>
                  </a:cubicBezTo>
                  <a:cubicBezTo>
                    <a:pt x="10" y="31"/>
                    <a:pt x="10" y="31"/>
                    <a:pt x="10" y="31"/>
                  </a:cubicBezTo>
                  <a:cubicBezTo>
                    <a:pt x="10" y="30"/>
                    <a:pt x="10" y="30"/>
                    <a:pt x="10" y="29"/>
                  </a:cubicBezTo>
                  <a:cubicBezTo>
                    <a:pt x="10" y="29"/>
                    <a:pt x="10" y="29"/>
                    <a:pt x="10" y="29"/>
                  </a:cubicBezTo>
                  <a:cubicBezTo>
                    <a:pt x="10" y="29"/>
                    <a:pt x="10" y="30"/>
                    <a:pt x="10" y="30"/>
                  </a:cubicBezTo>
                  <a:cubicBezTo>
                    <a:pt x="10" y="30"/>
                    <a:pt x="9" y="30"/>
                    <a:pt x="5" y="31"/>
                  </a:cubicBezTo>
                  <a:cubicBezTo>
                    <a:pt x="4" y="32"/>
                    <a:pt x="9" y="31"/>
                    <a:pt x="8" y="32"/>
                  </a:cubicBezTo>
                  <a:cubicBezTo>
                    <a:pt x="5" y="32"/>
                    <a:pt x="9" y="34"/>
                    <a:pt x="6" y="34"/>
                  </a:cubicBezTo>
                  <a:cubicBezTo>
                    <a:pt x="4" y="33"/>
                    <a:pt x="4" y="33"/>
                    <a:pt x="4" y="33"/>
                  </a:cubicBezTo>
                  <a:cubicBezTo>
                    <a:pt x="4" y="33"/>
                    <a:pt x="5" y="33"/>
                    <a:pt x="5" y="33"/>
                  </a:cubicBezTo>
                  <a:cubicBezTo>
                    <a:pt x="2" y="32"/>
                    <a:pt x="2" y="32"/>
                    <a:pt x="2" y="32"/>
                  </a:cubicBezTo>
                  <a:cubicBezTo>
                    <a:pt x="5" y="34"/>
                    <a:pt x="3" y="35"/>
                    <a:pt x="3" y="35"/>
                  </a:cubicBezTo>
                  <a:cubicBezTo>
                    <a:pt x="3" y="35"/>
                    <a:pt x="3" y="35"/>
                    <a:pt x="3" y="35"/>
                  </a:cubicBezTo>
                  <a:cubicBezTo>
                    <a:pt x="1" y="36"/>
                    <a:pt x="4" y="35"/>
                    <a:pt x="4" y="36"/>
                  </a:cubicBezTo>
                  <a:cubicBezTo>
                    <a:pt x="4" y="36"/>
                    <a:pt x="1" y="36"/>
                    <a:pt x="0" y="37"/>
                  </a:cubicBezTo>
                  <a:cubicBezTo>
                    <a:pt x="1" y="38"/>
                    <a:pt x="3" y="40"/>
                    <a:pt x="2" y="42"/>
                  </a:cubicBezTo>
                  <a:cubicBezTo>
                    <a:pt x="3" y="43"/>
                    <a:pt x="4" y="44"/>
                    <a:pt x="6" y="44"/>
                  </a:cubicBezTo>
                  <a:cubicBezTo>
                    <a:pt x="6" y="44"/>
                    <a:pt x="3" y="45"/>
                    <a:pt x="5" y="45"/>
                  </a:cubicBezTo>
                  <a:cubicBezTo>
                    <a:pt x="4" y="46"/>
                    <a:pt x="3" y="47"/>
                    <a:pt x="3" y="47"/>
                  </a:cubicBezTo>
                  <a:cubicBezTo>
                    <a:pt x="4" y="47"/>
                    <a:pt x="4" y="49"/>
                    <a:pt x="5" y="46"/>
                  </a:cubicBezTo>
                  <a:cubicBezTo>
                    <a:pt x="6" y="48"/>
                    <a:pt x="7" y="49"/>
                    <a:pt x="8" y="49"/>
                  </a:cubicBezTo>
                  <a:cubicBezTo>
                    <a:pt x="8" y="49"/>
                    <a:pt x="6" y="50"/>
                    <a:pt x="6" y="51"/>
                  </a:cubicBezTo>
                  <a:cubicBezTo>
                    <a:pt x="8" y="50"/>
                    <a:pt x="9" y="50"/>
                    <a:pt x="10" y="51"/>
                  </a:cubicBezTo>
                  <a:cubicBezTo>
                    <a:pt x="11" y="50"/>
                    <a:pt x="10" y="50"/>
                    <a:pt x="11" y="48"/>
                  </a:cubicBezTo>
                  <a:cubicBezTo>
                    <a:pt x="12" y="48"/>
                    <a:pt x="12" y="48"/>
                    <a:pt x="13" y="48"/>
                  </a:cubicBezTo>
                  <a:cubicBezTo>
                    <a:pt x="12" y="49"/>
                    <a:pt x="10" y="52"/>
                    <a:pt x="11" y="52"/>
                  </a:cubicBezTo>
                  <a:cubicBezTo>
                    <a:pt x="9" y="55"/>
                    <a:pt x="10" y="51"/>
                    <a:pt x="8" y="54"/>
                  </a:cubicBezTo>
                  <a:cubicBezTo>
                    <a:pt x="7" y="55"/>
                    <a:pt x="5" y="54"/>
                    <a:pt x="6" y="53"/>
                  </a:cubicBezTo>
                  <a:cubicBezTo>
                    <a:pt x="3" y="54"/>
                    <a:pt x="6" y="54"/>
                    <a:pt x="4" y="55"/>
                  </a:cubicBezTo>
                  <a:cubicBezTo>
                    <a:pt x="5" y="56"/>
                    <a:pt x="6" y="55"/>
                    <a:pt x="8" y="55"/>
                  </a:cubicBezTo>
                  <a:cubicBezTo>
                    <a:pt x="8" y="54"/>
                    <a:pt x="8" y="54"/>
                    <a:pt x="9" y="53"/>
                  </a:cubicBezTo>
                  <a:cubicBezTo>
                    <a:pt x="11" y="52"/>
                    <a:pt x="9" y="56"/>
                    <a:pt x="9" y="56"/>
                  </a:cubicBezTo>
                  <a:cubicBezTo>
                    <a:pt x="9" y="56"/>
                    <a:pt x="9" y="56"/>
                    <a:pt x="9" y="56"/>
                  </a:cubicBezTo>
                  <a:cubicBezTo>
                    <a:pt x="9" y="57"/>
                    <a:pt x="10" y="56"/>
                    <a:pt x="11" y="57"/>
                  </a:cubicBezTo>
                  <a:cubicBezTo>
                    <a:pt x="9" y="60"/>
                    <a:pt x="9" y="56"/>
                    <a:pt x="8" y="58"/>
                  </a:cubicBezTo>
                  <a:cubicBezTo>
                    <a:pt x="7" y="60"/>
                    <a:pt x="7" y="60"/>
                    <a:pt x="7" y="60"/>
                  </a:cubicBezTo>
                  <a:cubicBezTo>
                    <a:pt x="8" y="61"/>
                    <a:pt x="9" y="58"/>
                    <a:pt x="10" y="59"/>
                  </a:cubicBezTo>
                  <a:cubicBezTo>
                    <a:pt x="9" y="60"/>
                    <a:pt x="9" y="60"/>
                    <a:pt x="9" y="60"/>
                  </a:cubicBezTo>
                  <a:cubicBezTo>
                    <a:pt x="10" y="60"/>
                    <a:pt x="10" y="60"/>
                    <a:pt x="10" y="60"/>
                  </a:cubicBezTo>
                  <a:cubicBezTo>
                    <a:pt x="11" y="59"/>
                    <a:pt x="11" y="57"/>
                    <a:pt x="11" y="57"/>
                  </a:cubicBezTo>
                  <a:cubicBezTo>
                    <a:pt x="13" y="55"/>
                    <a:pt x="11" y="57"/>
                    <a:pt x="13" y="57"/>
                  </a:cubicBezTo>
                  <a:cubicBezTo>
                    <a:pt x="14" y="56"/>
                    <a:pt x="12" y="57"/>
                    <a:pt x="13" y="56"/>
                  </a:cubicBezTo>
                  <a:cubicBezTo>
                    <a:pt x="14" y="54"/>
                    <a:pt x="14" y="54"/>
                    <a:pt x="15" y="54"/>
                  </a:cubicBezTo>
                  <a:cubicBezTo>
                    <a:pt x="15" y="55"/>
                    <a:pt x="14" y="56"/>
                    <a:pt x="14" y="57"/>
                  </a:cubicBezTo>
                  <a:cubicBezTo>
                    <a:pt x="14" y="58"/>
                    <a:pt x="13" y="57"/>
                    <a:pt x="14" y="57"/>
                  </a:cubicBezTo>
                  <a:cubicBezTo>
                    <a:pt x="12" y="58"/>
                    <a:pt x="12" y="60"/>
                    <a:pt x="11" y="61"/>
                  </a:cubicBezTo>
                  <a:cubicBezTo>
                    <a:pt x="11" y="62"/>
                    <a:pt x="12" y="60"/>
                    <a:pt x="13" y="60"/>
                  </a:cubicBezTo>
                  <a:cubicBezTo>
                    <a:pt x="13" y="60"/>
                    <a:pt x="14" y="58"/>
                    <a:pt x="14" y="58"/>
                  </a:cubicBezTo>
                  <a:cubicBezTo>
                    <a:pt x="17" y="54"/>
                    <a:pt x="13" y="61"/>
                    <a:pt x="15" y="61"/>
                  </a:cubicBezTo>
                  <a:cubicBezTo>
                    <a:pt x="16" y="58"/>
                    <a:pt x="18" y="58"/>
                    <a:pt x="19" y="54"/>
                  </a:cubicBezTo>
                  <a:cubicBezTo>
                    <a:pt x="19" y="54"/>
                    <a:pt x="20" y="53"/>
                    <a:pt x="20" y="54"/>
                  </a:cubicBezTo>
                  <a:cubicBezTo>
                    <a:pt x="19" y="56"/>
                    <a:pt x="20" y="56"/>
                    <a:pt x="18" y="57"/>
                  </a:cubicBezTo>
                  <a:cubicBezTo>
                    <a:pt x="19" y="57"/>
                    <a:pt x="19" y="57"/>
                    <a:pt x="19" y="57"/>
                  </a:cubicBezTo>
                  <a:cubicBezTo>
                    <a:pt x="17" y="59"/>
                    <a:pt x="17" y="59"/>
                    <a:pt x="17" y="59"/>
                  </a:cubicBezTo>
                  <a:cubicBezTo>
                    <a:pt x="17" y="61"/>
                    <a:pt x="17" y="63"/>
                    <a:pt x="17" y="64"/>
                  </a:cubicBezTo>
                  <a:cubicBezTo>
                    <a:pt x="18" y="63"/>
                    <a:pt x="18" y="62"/>
                    <a:pt x="19" y="62"/>
                  </a:cubicBezTo>
                  <a:cubicBezTo>
                    <a:pt x="18" y="62"/>
                    <a:pt x="18" y="63"/>
                    <a:pt x="19" y="64"/>
                  </a:cubicBezTo>
                  <a:cubicBezTo>
                    <a:pt x="18" y="63"/>
                    <a:pt x="20" y="61"/>
                    <a:pt x="20" y="60"/>
                  </a:cubicBezTo>
                  <a:cubicBezTo>
                    <a:pt x="21" y="61"/>
                    <a:pt x="21" y="63"/>
                    <a:pt x="20" y="63"/>
                  </a:cubicBezTo>
                  <a:cubicBezTo>
                    <a:pt x="19" y="65"/>
                    <a:pt x="19" y="65"/>
                    <a:pt x="19" y="65"/>
                  </a:cubicBezTo>
                  <a:cubicBezTo>
                    <a:pt x="20" y="63"/>
                    <a:pt x="19" y="65"/>
                    <a:pt x="20" y="65"/>
                  </a:cubicBezTo>
                  <a:cubicBezTo>
                    <a:pt x="20" y="64"/>
                    <a:pt x="21" y="62"/>
                    <a:pt x="22" y="61"/>
                  </a:cubicBezTo>
                  <a:cubicBezTo>
                    <a:pt x="22" y="61"/>
                    <a:pt x="22" y="62"/>
                    <a:pt x="23" y="62"/>
                  </a:cubicBezTo>
                  <a:cubicBezTo>
                    <a:pt x="21" y="63"/>
                    <a:pt x="21" y="63"/>
                    <a:pt x="21" y="63"/>
                  </a:cubicBezTo>
                  <a:cubicBezTo>
                    <a:pt x="22" y="63"/>
                    <a:pt x="21" y="66"/>
                    <a:pt x="22" y="66"/>
                  </a:cubicBezTo>
                  <a:cubicBezTo>
                    <a:pt x="23" y="64"/>
                    <a:pt x="23" y="64"/>
                    <a:pt x="23" y="64"/>
                  </a:cubicBezTo>
                  <a:cubicBezTo>
                    <a:pt x="22" y="66"/>
                    <a:pt x="22" y="66"/>
                    <a:pt x="22" y="66"/>
                  </a:cubicBezTo>
                  <a:cubicBezTo>
                    <a:pt x="23" y="65"/>
                    <a:pt x="23" y="65"/>
                    <a:pt x="24" y="65"/>
                  </a:cubicBezTo>
                  <a:cubicBezTo>
                    <a:pt x="23" y="66"/>
                    <a:pt x="23" y="66"/>
                    <a:pt x="23" y="66"/>
                  </a:cubicBezTo>
                  <a:cubicBezTo>
                    <a:pt x="24" y="65"/>
                    <a:pt x="25" y="63"/>
                    <a:pt x="25" y="65"/>
                  </a:cubicBezTo>
                  <a:cubicBezTo>
                    <a:pt x="25" y="63"/>
                    <a:pt x="24" y="65"/>
                    <a:pt x="24" y="64"/>
                  </a:cubicBezTo>
                  <a:cubicBezTo>
                    <a:pt x="24" y="62"/>
                    <a:pt x="25" y="62"/>
                    <a:pt x="25" y="62"/>
                  </a:cubicBezTo>
                  <a:cubicBezTo>
                    <a:pt x="25" y="62"/>
                    <a:pt x="25" y="62"/>
                    <a:pt x="25" y="63"/>
                  </a:cubicBezTo>
                  <a:cubicBezTo>
                    <a:pt x="26" y="62"/>
                    <a:pt x="26" y="62"/>
                    <a:pt x="26" y="62"/>
                  </a:cubicBezTo>
                  <a:cubicBezTo>
                    <a:pt x="26" y="63"/>
                    <a:pt x="26" y="64"/>
                    <a:pt x="26" y="65"/>
                  </a:cubicBezTo>
                  <a:cubicBezTo>
                    <a:pt x="27" y="63"/>
                    <a:pt x="27" y="63"/>
                    <a:pt x="27" y="63"/>
                  </a:cubicBezTo>
                  <a:cubicBezTo>
                    <a:pt x="26" y="66"/>
                    <a:pt x="28" y="62"/>
                    <a:pt x="28" y="64"/>
                  </a:cubicBezTo>
                  <a:cubicBezTo>
                    <a:pt x="28" y="65"/>
                    <a:pt x="27" y="66"/>
                    <a:pt x="27" y="67"/>
                  </a:cubicBezTo>
                  <a:cubicBezTo>
                    <a:pt x="28" y="64"/>
                    <a:pt x="29" y="64"/>
                    <a:pt x="30" y="62"/>
                  </a:cubicBezTo>
                  <a:cubicBezTo>
                    <a:pt x="30" y="63"/>
                    <a:pt x="28" y="65"/>
                    <a:pt x="28" y="67"/>
                  </a:cubicBezTo>
                  <a:cubicBezTo>
                    <a:pt x="29" y="65"/>
                    <a:pt x="29" y="69"/>
                    <a:pt x="30" y="66"/>
                  </a:cubicBezTo>
                  <a:cubicBezTo>
                    <a:pt x="30" y="65"/>
                    <a:pt x="31" y="64"/>
                    <a:pt x="31" y="63"/>
                  </a:cubicBezTo>
                  <a:cubicBezTo>
                    <a:pt x="32" y="64"/>
                    <a:pt x="31" y="64"/>
                    <a:pt x="31" y="66"/>
                  </a:cubicBezTo>
                  <a:cubicBezTo>
                    <a:pt x="32" y="65"/>
                    <a:pt x="32" y="63"/>
                    <a:pt x="32" y="62"/>
                  </a:cubicBezTo>
                  <a:cubicBezTo>
                    <a:pt x="32" y="63"/>
                    <a:pt x="33" y="61"/>
                    <a:pt x="34" y="62"/>
                  </a:cubicBezTo>
                  <a:cubicBezTo>
                    <a:pt x="33" y="64"/>
                    <a:pt x="32" y="63"/>
                    <a:pt x="33" y="64"/>
                  </a:cubicBezTo>
                  <a:cubicBezTo>
                    <a:pt x="34" y="65"/>
                    <a:pt x="34" y="60"/>
                    <a:pt x="35" y="60"/>
                  </a:cubicBezTo>
                  <a:cubicBezTo>
                    <a:pt x="35" y="59"/>
                    <a:pt x="36" y="56"/>
                    <a:pt x="36" y="55"/>
                  </a:cubicBezTo>
                  <a:cubicBezTo>
                    <a:pt x="37" y="56"/>
                    <a:pt x="36" y="56"/>
                    <a:pt x="36" y="58"/>
                  </a:cubicBezTo>
                  <a:cubicBezTo>
                    <a:pt x="36" y="58"/>
                    <a:pt x="36" y="58"/>
                    <a:pt x="36" y="58"/>
                  </a:cubicBezTo>
                  <a:cubicBezTo>
                    <a:pt x="36" y="61"/>
                    <a:pt x="34" y="63"/>
                    <a:pt x="34" y="65"/>
                  </a:cubicBezTo>
                  <a:cubicBezTo>
                    <a:pt x="35" y="64"/>
                    <a:pt x="35" y="64"/>
                    <a:pt x="35" y="64"/>
                  </a:cubicBezTo>
                  <a:cubicBezTo>
                    <a:pt x="35" y="65"/>
                    <a:pt x="34" y="66"/>
                    <a:pt x="34" y="67"/>
                  </a:cubicBezTo>
                  <a:cubicBezTo>
                    <a:pt x="35" y="65"/>
                    <a:pt x="36" y="67"/>
                    <a:pt x="36" y="66"/>
                  </a:cubicBezTo>
                  <a:cubicBezTo>
                    <a:pt x="36" y="65"/>
                    <a:pt x="35" y="67"/>
                    <a:pt x="36" y="65"/>
                  </a:cubicBezTo>
                  <a:cubicBezTo>
                    <a:pt x="36" y="65"/>
                    <a:pt x="37" y="62"/>
                    <a:pt x="37" y="63"/>
                  </a:cubicBezTo>
                  <a:cubicBezTo>
                    <a:pt x="37" y="65"/>
                    <a:pt x="37" y="66"/>
                    <a:pt x="37" y="67"/>
                  </a:cubicBezTo>
                  <a:cubicBezTo>
                    <a:pt x="37" y="68"/>
                    <a:pt x="37" y="65"/>
                    <a:pt x="38" y="66"/>
                  </a:cubicBezTo>
                  <a:cubicBezTo>
                    <a:pt x="38" y="67"/>
                    <a:pt x="38" y="67"/>
                    <a:pt x="38" y="67"/>
                  </a:cubicBezTo>
                  <a:cubicBezTo>
                    <a:pt x="40" y="68"/>
                    <a:pt x="42" y="67"/>
                    <a:pt x="45" y="63"/>
                  </a:cubicBezTo>
                  <a:cubicBezTo>
                    <a:pt x="45" y="65"/>
                    <a:pt x="45" y="65"/>
                    <a:pt x="46" y="67"/>
                  </a:cubicBezTo>
                  <a:cubicBezTo>
                    <a:pt x="46" y="66"/>
                    <a:pt x="46" y="65"/>
                    <a:pt x="47" y="65"/>
                  </a:cubicBezTo>
                  <a:cubicBezTo>
                    <a:pt x="47" y="67"/>
                    <a:pt x="47" y="67"/>
                    <a:pt x="47" y="67"/>
                  </a:cubicBezTo>
                  <a:cubicBezTo>
                    <a:pt x="48" y="68"/>
                    <a:pt x="49" y="66"/>
                    <a:pt x="49" y="65"/>
                  </a:cubicBezTo>
                  <a:cubicBezTo>
                    <a:pt x="49" y="66"/>
                    <a:pt x="49" y="66"/>
                    <a:pt x="49" y="66"/>
                  </a:cubicBezTo>
                  <a:cubicBezTo>
                    <a:pt x="50" y="68"/>
                    <a:pt x="50" y="65"/>
                    <a:pt x="50" y="65"/>
                  </a:cubicBezTo>
                  <a:cubicBezTo>
                    <a:pt x="50" y="66"/>
                    <a:pt x="50" y="66"/>
                    <a:pt x="50" y="66"/>
                  </a:cubicBezTo>
                  <a:cubicBezTo>
                    <a:pt x="51" y="65"/>
                    <a:pt x="51" y="65"/>
                    <a:pt x="51" y="65"/>
                  </a:cubicBezTo>
                  <a:cubicBezTo>
                    <a:pt x="51" y="64"/>
                    <a:pt x="52" y="65"/>
                    <a:pt x="52" y="67"/>
                  </a:cubicBezTo>
                  <a:cubicBezTo>
                    <a:pt x="52" y="66"/>
                    <a:pt x="52" y="66"/>
                    <a:pt x="52" y="65"/>
                  </a:cubicBezTo>
                  <a:cubicBezTo>
                    <a:pt x="52" y="67"/>
                    <a:pt x="54" y="67"/>
                    <a:pt x="55" y="66"/>
                  </a:cubicBezTo>
                  <a:cubicBezTo>
                    <a:pt x="54" y="65"/>
                    <a:pt x="54" y="65"/>
                    <a:pt x="54" y="63"/>
                  </a:cubicBezTo>
                  <a:cubicBezTo>
                    <a:pt x="54" y="61"/>
                    <a:pt x="55" y="64"/>
                    <a:pt x="55" y="62"/>
                  </a:cubicBezTo>
                  <a:cubicBezTo>
                    <a:pt x="55" y="63"/>
                    <a:pt x="55" y="64"/>
                    <a:pt x="55" y="65"/>
                  </a:cubicBezTo>
                  <a:cubicBezTo>
                    <a:pt x="56" y="68"/>
                    <a:pt x="58" y="65"/>
                    <a:pt x="59" y="66"/>
                  </a:cubicBezTo>
                  <a:cubicBezTo>
                    <a:pt x="60" y="65"/>
                    <a:pt x="60" y="65"/>
                    <a:pt x="60" y="65"/>
                  </a:cubicBezTo>
                  <a:cubicBezTo>
                    <a:pt x="61" y="67"/>
                    <a:pt x="62" y="64"/>
                    <a:pt x="63" y="65"/>
                  </a:cubicBezTo>
                  <a:cubicBezTo>
                    <a:pt x="63" y="65"/>
                    <a:pt x="63" y="62"/>
                    <a:pt x="64" y="62"/>
                  </a:cubicBezTo>
                  <a:cubicBezTo>
                    <a:pt x="64" y="60"/>
                    <a:pt x="64" y="64"/>
                    <a:pt x="65" y="66"/>
                  </a:cubicBezTo>
                  <a:cubicBezTo>
                    <a:pt x="65" y="65"/>
                    <a:pt x="65" y="64"/>
                    <a:pt x="66" y="64"/>
                  </a:cubicBezTo>
                  <a:cubicBezTo>
                    <a:pt x="66" y="65"/>
                    <a:pt x="66" y="65"/>
                    <a:pt x="66" y="65"/>
                  </a:cubicBezTo>
                  <a:cubicBezTo>
                    <a:pt x="66" y="64"/>
                    <a:pt x="67" y="63"/>
                    <a:pt x="67" y="64"/>
                  </a:cubicBezTo>
                  <a:cubicBezTo>
                    <a:pt x="67" y="64"/>
                    <a:pt x="67" y="64"/>
                    <a:pt x="67" y="64"/>
                  </a:cubicBezTo>
                  <a:cubicBezTo>
                    <a:pt x="67" y="64"/>
                    <a:pt x="68" y="66"/>
                    <a:pt x="68" y="65"/>
                  </a:cubicBezTo>
                  <a:cubicBezTo>
                    <a:pt x="68" y="64"/>
                    <a:pt x="69" y="65"/>
                    <a:pt x="69" y="63"/>
                  </a:cubicBezTo>
                  <a:cubicBezTo>
                    <a:pt x="69" y="64"/>
                    <a:pt x="69" y="64"/>
                    <a:pt x="69" y="64"/>
                  </a:cubicBezTo>
                  <a:cubicBezTo>
                    <a:pt x="69" y="62"/>
                    <a:pt x="69" y="62"/>
                    <a:pt x="69" y="62"/>
                  </a:cubicBezTo>
                  <a:cubicBezTo>
                    <a:pt x="70" y="63"/>
                    <a:pt x="70" y="63"/>
                    <a:pt x="70" y="63"/>
                  </a:cubicBezTo>
                  <a:cubicBezTo>
                    <a:pt x="70" y="65"/>
                    <a:pt x="70" y="65"/>
                    <a:pt x="70" y="65"/>
                  </a:cubicBezTo>
                  <a:cubicBezTo>
                    <a:pt x="71" y="66"/>
                    <a:pt x="70" y="63"/>
                    <a:pt x="70" y="62"/>
                  </a:cubicBezTo>
                  <a:cubicBezTo>
                    <a:pt x="71" y="61"/>
                    <a:pt x="71" y="63"/>
                    <a:pt x="71" y="63"/>
                  </a:cubicBezTo>
                  <a:cubicBezTo>
                    <a:pt x="71" y="64"/>
                    <a:pt x="71" y="63"/>
                    <a:pt x="71" y="63"/>
                  </a:cubicBezTo>
                  <a:cubicBezTo>
                    <a:pt x="70" y="65"/>
                    <a:pt x="71" y="64"/>
                    <a:pt x="71" y="65"/>
                  </a:cubicBezTo>
                  <a:cubicBezTo>
                    <a:pt x="71" y="65"/>
                    <a:pt x="71" y="63"/>
                    <a:pt x="72" y="63"/>
                  </a:cubicBezTo>
                  <a:cubicBezTo>
                    <a:pt x="72" y="63"/>
                    <a:pt x="73" y="63"/>
                    <a:pt x="73" y="65"/>
                  </a:cubicBezTo>
                  <a:cubicBezTo>
                    <a:pt x="73" y="64"/>
                    <a:pt x="73" y="64"/>
                    <a:pt x="73" y="63"/>
                  </a:cubicBezTo>
                  <a:cubicBezTo>
                    <a:pt x="73" y="63"/>
                    <a:pt x="73" y="62"/>
                    <a:pt x="72" y="61"/>
                  </a:cubicBezTo>
                  <a:cubicBezTo>
                    <a:pt x="73" y="61"/>
                    <a:pt x="73" y="61"/>
                    <a:pt x="73" y="61"/>
                  </a:cubicBezTo>
                  <a:cubicBezTo>
                    <a:pt x="73" y="62"/>
                    <a:pt x="73" y="62"/>
                    <a:pt x="73" y="62"/>
                  </a:cubicBezTo>
                  <a:cubicBezTo>
                    <a:pt x="73" y="61"/>
                    <a:pt x="74" y="62"/>
                    <a:pt x="74" y="60"/>
                  </a:cubicBezTo>
                  <a:cubicBezTo>
                    <a:pt x="74" y="62"/>
                    <a:pt x="74" y="62"/>
                    <a:pt x="74" y="62"/>
                  </a:cubicBezTo>
                  <a:cubicBezTo>
                    <a:pt x="74" y="61"/>
                    <a:pt x="75" y="61"/>
                    <a:pt x="75" y="61"/>
                  </a:cubicBezTo>
                  <a:cubicBezTo>
                    <a:pt x="75" y="62"/>
                    <a:pt x="75" y="64"/>
                    <a:pt x="76" y="65"/>
                  </a:cubicBezTo>
                  <a:cubicBezTo>
                    <a:pt x="77" y="63"/>
                    <a:pt x="77" y="63"/>
                    <a:pt x="77" y="63"/>
                  </a:cubicBezTo>
                  <a:cubicBezTo>
                    <a:pt x="77" y="63"/>
                    <a:pt x="77" y="63"/>
                    <a:pt x="77" y="64"/>
                  </a:cubicBezTo>
                  <a:cubicBezTo>
                    <a:pt x="78" y="65"/>
                    <a:pt x="78" y="59"/>
                    <a:pt x="79" y="61"/>
                  </a:cubicBezTo>
                  <a:cubicBezTo>
                    <a:pt x="79" y="63"/>
                    <a:pt x="79" y="63"/>
                    <a:pt x="80" y="64"/>
                  </a:cubicBezTo>
                  <a:cubicBezTo>
                    <a:pt x="80" y="63"/>
                    <a:pt x="80" y="63"/>
                    <a:pt x="80" y="62"/>
                  </a:cubicBezTo>
                  <a:cubicBezTo>
                    <a:pt x="80" y="61"/>
                    <a:pt x="80" y="64"/>
                    <a:pt x="79" y="63"/>
                  </a:cubicBezTo>
                  <a:cubicBezTo>
                    <a:pt x="79" y="61"/>
                    <a:pt x="80" y="62"/>
                    <a:pt x="80" y="61"/>
                  </a:cubicBezTo>
                  <a:cubicBezTo>
                    <a:pt x="81" y="66"/>
                    <a:pt x="83" y="62"/>
                    <a:pt x="84" y="64"/>
                  </a:cubicBezTo>
                  <a:cubicBezTo>
                    <a:pt x="84" y="61"/>
                    <a:pt x="85" y="63"/>
                    <a:pt x="85" y="62"/>
                  </a:cubicBezTo>
                  <a:cubicBezTo>
                    <a:pt x="85" y="65"/>
                    <a:pt x="86" y="62"/>
                    <a:pt x="86" y="63"/>
                  </a:cubicBezTo>
                  <a:cubicBezTo>
                    <a:pt x="86" y="61"/>
                    <a:pt x="86" y="61"/>
                    <a:pt x="86" y="61"/>
                  </a:cubicBezTo>
                  <a:cubicBezTo>
                    <a:pt x="87" y="62"/>
                    <a:pt x="87" y="57"/>
                    <a:pt x="88" y="60"/>
                  </a:cubicBezTo>
                  <a:cubicBezTo>
                    <a:pt x="88" y="60"/>
                    <a:pt x="88" y="61"/>
                    <a:pt x="88" y="62"/>
                  </a:cubicBezTo>
                  <a:cubicBezTo>
                    <a:pt x="89" y="65"/>
                    <a:pt x="89" y="59"/>
                    <a:pt x="90" y="62"/>
                  </a:cubicBezTo>
                  <a:cubicBezTo>
                    <a:pt x="90" y="61"/>
                    <a:pt x="89" y="60"/>
                    <a:pt x="90" y="59"/>
                  </a:cubicBezTo>
                  <a:cubicBezTo>
                    <a:pt x="91" y="60"/>
                    <a:pt x="92" y="61"/>
                    <a:pt x="92" y="62"/>
                  </a:cubicBezTo>
                  <a:cubicBezTo>
                    <a:pt x="92" y="61"/>
                    <a:pt x="92" y="60"/>
                    <a:pt x="92" y="61"/>
                  </a:cubicBezTo>
                  <a:cubicBezTo>
                    <a:pt x="93" y="62"/>
                    <a:pt x="92" y="62"/>
                    <a:pt x="92" y="62"/>
                  </a:cubicBezTo>
                  <a:cubicBezTo>
                    <a:pt x="93" y="63"/>
                    <a:pt x="93" y="61"/>
                    <a:pt x="94" y="60"/>
                  </a:cubicBezTo>
                  <a:cubicBezTo>
                    <a:pt x="94" y="62"/>
                    <a:pt x="95" y="61"/>
                    <a:pt x="96" y="62"/>
                  </a:cubicBezTo>
                  <a:cubicBezTo>
                    <a:pt x="96" y="60"/>
                    <a:pt x="98" y="63"/>
                    <a:pt x="97" y="60"/>
                  </a:cubicBezTo>
                  <a:cubicBezTo>
                    <a:pt x="98" y="61"/>
                    <a:pt x="98" y="61"/>
                    <a:pt x="98" y="61"/>
                  </a:cubicBezTo>
                  <a:cubicBezTo>
                    <a:pt x="98" y="60"/>
                    <a:pt x="98" y="58"/>
                    <a:pt x="98" y="58"/>
                  </a:cubicBezTo>
                  <a:cubicBezTo>
                    <a:pt x="98" y="60"/>
                    <a:pt x="98" y="60"/>
                    <a:pt x="98" y="60"/>
                  </a:cubicBezTo>
                  <a:cubicBezTo>
                    <a:pt x="99" y="62"/>
                    <a:pt x="99" y="60"/>
                    <a:pt x="100" y="61"/>
                  </a:cubicBezTo>
                  <a:cubicBezTo>
                    <a:pt x="99" y="59"/>
                    <a:pt x="100" y="61"/>
                    <a:pt x="100" y="60"/>
                  </a:cubicBezTo>
                  <a:cubicBezTo>
                    <a:pt x="100" y="59"/>
                    <a:pt x="100" y="59"/>
                    <a:pt x="100" y="59"/>
                  </a:cubicBezTo>
                  <a:cubicBezTo>
                    <a:pt x="101" y="58"/>
                    <a:pt x="100" y="58"/>
                    <a:pt x="101" y="57"/>
                  </a:cubicBezTo>
                  <a:cubicBezTo>
                    <a:pt x="101" y="57"/>
                    <a:pt x="101" y="60"/>
                    <a:pt x="101" y="59"/>
                  </a:cubicBezTo>
                  <a:cubicBezTo>
                    <a:pt x="102" y="60"/>
                    <a:pt x="102" y="60"/>
                    <a:pt x="102" y="59"/>
                  </a:cubicBezTo>
                  <a:cubicBezTo>
                    <a:pt x="102" y="59"/>
                    <a:pt x="102" y="59"/>
                    <a:pt x="102" y="59"/>
                  </a:cubicBezTo>
                  <a:cubicBezTo>
                    <a:pt x="102" y="59"/>
                    <a:pt x="102" y="59"/>
                    <a:pt x="102" y="59"/>
                  </a:cubicBezTo>
                  <a:cubicBezTo>
                    <a:pt x="103" y="59"/>
                    <a:pt x="103" y="59"/>
                    <a:pt x="103" y="59"/>
                  </a:cubicBezTo>
                  <a:cubicBezTo>
                    <a:pt x="103" y="59"/>
                    <a:pt x="103" y="59"/>
                    <a:pt x="103" y="59"/>
                  </a:cubicBezTo>
                  <a:cubicBezTo>
                    <a:pt x="103" y="59"/>
                    <a:pt x="103" y="59"/>
                    <a:pt x="102" y="59"/>
                  </a:cubicBezTo>
                  <a:cubicBezTo>
                    <a:pt x="103" y="59"/>
                    <a:pt x="103" y="59"/>
                    <a:pt x="103" y="59"/>
                  </a:cubicBezTo>
                  <a:cubicBezTo>
                    <a:pt x="103" y="59"/>
                    <a:pt x="103" y="59"/>
                    <a:pt x="103" y="59"/>
                  </a:cubicBezTo>
                  <a:cubicBezTo>
                    <a:pt x="103" y="59"/>
                    <a:pt x="103" y="59"/>
                    <a:pt x="103" y="60"/>
                  </a:cubicBezTo>
                  <a:cubicBezTo>
                    <a:pt x="104" y="61"/>
                    <a:pt x="104" y="61"/>
                    <a:pt x="104" y="61"/>
                  </a:cubicBezTo>
                  <a:cubicBezTo>
                    <a:pt x="104" y="61"/>
                    <a:pt x="104" y="59"/>
                    <a:pt x="104" y="59"/>
                  </a:cubicBezTo>
                  <a:cubicBezTo>
                    <a:pt x="106" y="60"/>
                    <a:pt x="108" y="58"/>
                    <a:pt x="108" y="57"/>
                  </a:cubicBezTo>
                  <a:cubicBezTo>
                    <a:pt x="108" y="57"/>
                    <a:pt x="108" y="58"/>
                    <a:pt x="108" y="58"/>
                  </a:cubicBezTo>
                  <a:cubicBezTo>
                    <a:pt x="108" y="57"/>
                    <a:pt x="108" y="56"/>
                    <a:pt x="109" y="57"/>
                  </a:cubicBezTo>
                  <a:cubicBezTo>
                    <a:pt x="109" y="56"/>
                    <a:pt x="109" y="58"/>
                    <a:pt x="110" y="58"/>
                  </a:cubicBezTo>
                  <a:cubicBezTo>
                    <a:pt x="110" y="58"/>
                    <a:pt x="110" y="56"/>
                    <a:pt x="109" y="56"/>
                  </a:cubicBezTo>
                  <a:cubicBezTo>
                    <a:pt x="111" y="59"/>
                    <a:pt x="111" y="55"/>
                    <a:pt x="113" y="56"/>
                  </a:cubicBezTo>
                  <a:cubicBezTo>
                    <a:pt x="113" y="56"/>
                    <a:pt x="113" y="57"/>
                    <a:pt x="113" y="57"/>
                  </a:cubicBezTo>
                  <a:cubicBezTo>
                    <a:pt x="114" y="56"/>
                    <a:pt x="114" y="55"/>
                    <a:pt x="115" y="53"/>
                  </a:cubicBezTo>
                  <a:cubicBezTo>
                    <a:pt x="115" y="55"/>
                    <a:pt x="115" y="55"/>
                    <a:pt x="115" y="55"/>
                  </a:cubicBezTo>
                  <a:cubicBezTo>
                    <a:pt x="115" y="55"/>
                    <a:pt x="116" y="55"/>
                    <a:pt x="116" y="54"/>
                  </a:cubicBezTo>
                  <a:cubicBezTo>
                    <a:pt x="115" y="52"/>
                    <a:pt x="116" y="51"/>
                    <a:pt x="116" y="51"/>
                  </a:cubicBezTo>
                  <a:cubicBezTo>
                    <a:pt x="116" y="51"/>
                    <a:pt x="116" y="51"/>
                    <a:pt x="116" y="51"/>
                  </a:cubicBezTo>
                  <a:cubicBezTo>
                    <a:pt x="117" y="50"/>
                    <a:pt x="117" y="50"/>
                    <a:pt x="117" y="50"/>
                  </a:cubicBezTo>
                  <a:cubicBezTo>
                    <a:pt x="118" y="51"/>
                    <a:pt x="117" y="51"/>
                    <a:pt x="117" y="52"/>
                  </a:cubicBezTo>
                  <a:cubicBezTo>
                    <a:pt x="118" y="54"/>
                    <a:pt x="119" y="53"/>
                    <a:pt x="119" y="53"/>
                  </a:cubicBezTo>
                  <a:cubicBezTo>
                    <a:pt x="119" y="51"/>
                    <a:pt x="119" y="51"/>
                    <a:pt x="119" y="51"/>
                  </a:cubicBezTo>
                  <a:cubicBezTo>
                    <a:pt x="120" y="51"/>
                    <a:pt x="120" y="53"/>
                    <a:pt x="120" y="53"/>
                  </a:cubicBezTo>
                  <a:cubicBezTo>
                    <a:pt x="120" y="47"/>
                    <a:pt x="120" y="47"/>
                    <a:pt x="120" y="47"/>
                  </a:cubicBezTo>
                  <a:cubicBezTo>
                    <a:pt x="120" y="48"/>
                    <a:pt x="121" y="50"/>
                    <a:pt x="121" y="51"/>
                  </a:cubicBezTo>
                  <a:cubicBezTo>
                    <a:pt x="122" y="50"/>
                    <a:pt x="122" y="47"/>
                    <a:pt x="122" y="45"/>
                  </a:cubicBezTo>
                  <a:cubicBezTo>
                    <a:pt x="122" y="46"/>
                    <a:pt x="123" y="44"/>
                    <a:pt x="123" y="44"/>
                  </a:cubicBezTo>
                  <a:cubicBezTo>
                    <a:pt x="124" y="45"/>
                    <a:pt x="123" y="44"/>
                    <a:pt x="123" y="45"/>
                  </a:cubicBezTo>
                  <a:cubicBezTo>
                    <a:pt x="124" y="47"/>
                    <a:pt x="124" y="47"/>
                    <a:pt x="124" y="47"/>
                  </a:cubicBezTo>
                  <a:cubicBezTo>
                    <a:pt x="123" y="47"/>
                    <a:pt x="125" y="49"/>
                    <a:pt x="125" y="50"/>
                  </a:cubicBezTo>
                  <a:cubicBezTo>
                    <a:pt x="125" y="49"/>
                    <a:pt x="126" y="49"/>
                    <a:pt x="127" y="50"/>
                  </a:cubicBezTo>
                  <a:cubicBezTo>
                    <a:pt x="126" y="47"/>
                    <a:pt x="128" y="48"/>
                    <a:pt x="127" y="45"/>
                  </a:cubicBezTo>
                  <a:cubicBezTo>
                    <a:pt x="128" y="45"/>
                    <a:pt x="128" y="47"/>
                    <a:pt x="129" y="48"/>
                  </a:cubicBezTo>
                  <a:cubicBezTo>
                    <a:pt x="129" y="46"/>
                    <a:pt x="131" y="47"/>
                    <a:pt x="131" y="46"/>
                  </a:cubicBezTo>
                  <a:cubicBezTo>
                    <a:pt x="131" y="47"/>
                    <a:pt x="131" y="47"/>
                    <a:pt x="131" y="47"/>
                  </a:cubicBezTo>
                  <a:cubicBezTo>
                    <a:pt x="132" y="46"/>
                    <a:pt x="134" y="46"/>
                    <a:pt x="133" y="43"/>
                  </a:cubicBezTo>
                  <a:cubicBezTo>
                    <a:pt x="134" y="45"/>
                    <a:pt x="134" y="45"/>
                    <a:pt x="134" y="45"/>
                  </a:cubicBezTo>
                  <a:cubicBezTo>
                    <a:pt x="135" y="45"/>
                    <a:pt x="133" y="42"/>
                    <a:pt x="134" y="43"/>
                  </a:cubicBezTo>
                  <a:cubicBezTo>
                    <a:pt x="135" y="44"/>
                    <a:pt x="135" y="44"/>
                    <a:pt x="135" y="44"/>
                  </a:cubicBezTo>
                  <a:cubicBezTo>
                    <a:pt x="135" y="43"/>
                    <a:pt x="136" y="45"/>
                    <a:pt x="136" y="43"/>
                  </a:cubicBezTo>
                  <a:cubicBezTo>
                    <a:pt x="136" y="44"/>
                    <a:pt x="136" y="44"/>
                    <a:pt x="136" y="44"/>
                  </a:cubicBezTo>
                  <a:cubicBezTo>
                    <a:pt x="137" y="43"/>
                    <a:pt x="138" y="43"/>
                    <a:pt x="137" y="41"/>
                  </a:cubicBezTo>
                  <a:cubicBezTo>
                    <a:pt x="138" y="43"/>
                    <a:pt x="138" y="43"/>
                    <a:pt x="138" y="43"/>
                  </a:cubicBezTo>
                  <a:cubicBezTo>
                    <a:pt x="139" y="44"/>
                    <a:pt x="138" y="41"/>
                    <a:pt x="139" y="41"/>
                  </a:cubicBezTo>
                  <a:cubicBezTo>
                    <a:pt x="139" y="42"/>
                    <a:pt x="140" y="42"/>
                    <a:pt x="139" y="42"/>
                  </a:cubicBezTo>
                  <a:cubicBezTo>
                    <a:pt x="139" y="41"/>
                    <a:pt x="140" y="41"/>
                    <a:pt x="140" y="40"/>
                  </a:cubicBezTo>
                  <a:cubicBezTo>
                    <a:pt x="142" y="42"/>
                    <a:pt x="142" y="42"/>
                    <a:pt x="142" y="42"/>
                  </a:cubicBezTo>
                  <a:cubicBezTo>
                    <a:pt x="145" y="41"/>
                    <a:pt x="148" y="39"/>
                    <a:pt x="150" y="36"/>
                  </a:cubicBezTo>
                  <a:cubicBezTo>
                    <a:pt x="152" y="38"/>
                    <a:pt x="150" y="38"/>
                    <a:pt x="151" y="39"/>
                  </a:cubicBezTo>
                  <a:cubicBezTo>
                    <a:pt x="150" y="37"/>
                    <a:pt x="151" y="38"/>
                    <a:pt x="152" y="37"/>
                  </a:cubicBezTo>
                  <a:cubicBezTo>
                    <a:pt x="152" y="37"/>
                    <a:pt x="152" y="37"/>
                    <a:pt x="152" y="37"/>
                  </a:cubicBezTo>
                  <a:cubicBezTo>
                    <a:pt x="152" y="37"/>
                    <a:pt x="153" y="38"/>
                    <a:pt x="153" y="37"/>
                  </a:cubicBezTo>
                  <a:cubicBezTo>
                    <a:pt x="153" y="37"/>
                    <a:pt x="153" y="37"/>
                    <a:pt x="153" y="37"/>
                  </a:cubicBezTo>
                  <a:cubicBezTo>
                    <a:pt x="153" y="35"/>
                    <a:pt x="155" y="38"/>
                    <a:pt x="154" y="36"/>
                  </a:cubicBezTo>
                  <a:cubicBezTo>
                    <a:pt x="155" y="37"/>
                    <a:pt x="155" y="37"/>
                    <a:pt x="155" y="37"/>
                  </a:cubicBezTo>
                  <a:cubicBezTo>
                    <a:pt x="154" y="35"/>
                    <a:pt x="156" y="37"/>
                    <a:pt x="156" y="35"/>
                  </a:cubicBezTo>
                  <a:cubicBezTo>
                    <a:pt x="156" y="36"/>
                    <a:pt x="156" y="36"/>
                    <a:pt x="156" y="36"/>
                  </a:cubicBezTo>
                  <a:cubicBezTo>
                    <a:pt x="157" y="36"/>
                    <a:pt x="156" y="32"/>
                    <a:pt x="157" y="34"/>
                  </a:cubicBezTo>
                  <a:cubicBezTo>
                    <a:pt x="157" y="33"/>
                    <a:pt x="158" y="32"/>
                    <a:pt x="157" y="31"/>
                  </a:cubicBezTo>
                  <a:cubicBezTo>
                    <a:pt x="158" y="33"/>
                    <a:pt x="158" y="33"/>
                    <a:pt x="158" y="33"/>
                  </a:cubicBezTo>
                  <a:cubicBezTo>
                    <a:pt x="160" y="30"/>
                    <a:pt x="163" y="29"/>
                    <a:pt x="162" y="26"/>
                  </a:cubicBezTo>
                  <a:cubicBezTo>
                    <a:pt x="163" y="27"/>
                    <a:pt x="163" y="27"/>
                    <a:pt x="163" y="27"/>
                  </a:cubicBezTo>
                  <a:cubicBezTo>
                    <a:pt x="163" y="24"/>
                    <a:pt x="167" y="27"/>
                    <a:pt x="165" y="23"/>
                  </a:cubicBezTo>
                  <a:cubicBezTo>
                    <a:pt x="164" y="21"/>
                    <a:pt x="164" y="21"/>
                    <a:pt x="164" y="21"/>
                  </a:cubicBezTo>
                  <a:cubicBezTo>
                    <a:pt x="166" y="23"/>
                    <a:pt x="166" y="23"/>
                    <a:pt x="166" y="23"/>
                  </a:cubicBezTo>
                  <a:cubicBezTo>
                    <a:pt x="165" y="21"/>
                    <a:pt x="167" y="21"/>
                    <a:pt x="166" y="20"/>
                  </a:cubicBezTo>
                  <a:cubicBezTo>
                    <a:pt x="166" y="21"/>
                    <a:pt x="166" y="21"/>
                    <a:pt x="167" y="21"/>
                  </a:cubicBezTo>
                  <a:cubicBezTo>
                    <a:pt x="167" y="21"/>
                    <a:pt x="166" y="19"/>
                    <a:pt x="167" y="19"/>
                  </a:cubicBezTo>
                  <a:cubicBezTo>
                    <a:pt x="167" y="20"/>
                    <a:pt x="167" y="20"/>
                    <a:pt x="167" y="20"/>
                  </a:cubicBezTo>
                  <a:cubicBezTo>
                    <a:pt x="171" y="20"/>
                    <a:pt x="176" y="17"/>
                    <a:pt x="174" y="13"/>
                  </a:cubicBezTo>
                  <a:cubicBezTo>
                    <a:pt x="174" y="12"/>
                    <a:pt x="177" y="14"/>
                    <a:pt x="177" y="14"/>
                  </a:cubicBezTo>
                  <a:cubicBezTo>
                    <a:pt x="175" y="10"/>
                    <a:pt x="181" y="9"/>
                    <a:pt x="177" y="5"/>
                  </a:cubicBezTo>
                  <a:close/>
                  <a:moveTo>
                    <a:pt x="10" y="32"/>
                  </a:moveTo>
                  <a:cubicBezTo>
                    <a:pt x="10" y="32"/>
                    <a:pt x="10" y="32"/>
                    <a:pt x="10" y="31"/>
                  </a:cubicBezTo>
                  <a:cubicBezTo>
                    <a:pt x="10" y="32"/>
                    <a:pt x="10" y="32"/>
                    <a:pt x="10" y="32"/>
                  </a:cubicBezTo>
                  <a:close/>
                  <a:moveTo>
                    <a:pt x="6" y="35"/>
                  </a:moveTo>
                  <a:cubicBezTo>
                    <a:pt x="6" y="35"/>
                    <a:pt x="6" y="35"/>
                    <a:pt x="5" y="35"/>
                  </a:cubicBezTo>
                  <a:cubicBezTo>
                    <a:pt x="6" y="34"/>
                    <a:pt x="6" y="34"/>
                    <a:pt x="6" y="34"/>
                  </a:cubicBezTo>
                  <a:cubicBezTo>
                    <a:pt x="6" y="34"/>
                    <a:pt x="6" y="35"/>
                    <a:pt x="6" y="35"/>
                  </a:cubicBezTo>
                  <a:close/>
                  <a:moveTo>
                    <a:pt x="10" y="35"/>
                  </a:moveTo>
                  <a:cubicBezTo>
                    <a:pt x="10" y="35"/>
                    <a:pt x="10" y="35"/>
                    <a:pt x="10" y="35"/>
                  </a:cubicBezTo>
                  <a:cubicBezTo>
                    <a:pt x="10" y="35"/>
                    <a:pt x="10" y="35"/>
                    <a:pt x="10" y="35"/>
                  </a:cubicBezTo>
                  <a:close/>
                  <a:moveTo>
                    <a:pt x="9" y="32"/>
                  </a:moveTo>
                  <a:cubicBezTo>
                    <a:pt x="9" y="33"/>
                    <a:pt x="8" y="33"/>
                    <a:pt x="8" y="33"/>
                  </a:cubicBezTo>
                  <a:cubicBezTo>
                    <a:pt x="9" y="31"/>
                    <a:pt x="10" y="31"/>
                    <a:pt x="10" y="32"/>
                  </a:cubicBezTo>
                  <a:cubicBezTo>
                    <a:pt x="9" y="33"/>
                    <a:pt x="9" y="34"/>
                    <a:pt x="9" y="34"/>
                  </a:cubicBezTo>
                  <a:cubicBezTo>
                    <a:pt x="8" y="34"/>
                    <a:pt x="8" y="34"/>
                    <a:pt x="8" y="34"/>
                  </a:cubicBezTo>
                  <a:cubicBezTo>
                    <a:pt x="8" y="34"/>
                    <a:pt x="9" y="34"/>
                    <a:pt x="9" y="32"/>
                  </a:cubicBezTo>
                  <a:close/>
                  <a:moveTo>
                    <a:pt x="7" y="35"/>
                  </a:moveTo>
                  <a:cubicBezTo>
                    <a:pt x="7" y="35"/>
                    <a:pt x="7" y="34"/>
                    <a:pt x="7" y="34"/>
                  </a:cubicBezTo>
                  <a:cubicBezTo>
                    <a:pt x="7" y="34"/>
                    <a:pt x="7" y="34"/>
                    <a:pt x="7" y="35"/>
                  </a:cubicBezTo>
                  <a:cubicBezTo>
                    <a:pt x="7" y="35"/>
                    <a:pt x="7" y="35"/>
                    <a:pt x="7" y="35"/>
                  </a:cubicBezTo>
                  <a:close/>
                  <a:moveTo>
                    <a:pt x="7" y="35"/>
                  </a:moveTo>
                  <a:cubicBezTo>
                    <a:pt x="7" y="35"/>
                    <a:pt x="7" y="35"/>
                    <a:pt x="7" y="35"/>
                  </a:cubicBezTo>
                  <a:cubicBezTo>
                    <a:pt x="7" y="35"/>
                    <a:pt x="7" y="35"/>
                    <a:pt x="7" y="35"/>
                  </a:cubicBezTo>
                  <a:cubicBezTo>
                    <a:pt x="7" y="35"/>
                    <a:pt x="7" y="35"/>
                    <a:pt x="7" y="35"/>
                  </a:cubicBezTo>
                  <a:cubicBezTo>
                    <a:pt x="8" y="35"/>
                    <a:pt x="8" y="35"/>
                    <a:pt x="8" y="35"/>
                  </a:cubicBezTo>
                  <a:cubicBezTo>
                    <a:pt x="8" y="35"/>
                    <a:pt x="8" y="35"/>
                    <a:pt x="8" y="36"/>
                  </a:cubicBezTo>
                  <a:cubicBezTo>
                    <a:pt x="8" y="36"/>
                    <a:pt x="9" y="35"/>
                    <a:pt x="9" y="35"/>
                  </a:cubicBezTo>
                  <a:cubicBezTo>
                    <a:pt x="9" y="35"/>
                    <a:pt x="10" y="36"/>
                    <a:pt x="10" y="36"/>
                  </a:cubicBezTo>
                  <a:cubicBezTo>
                    <a:pt x="10" y="36"/>
                    <a:pt x="10" y="36"/>
                    <a:pt x="10" y="36"/>
                  </a:cubicBezTo>
                  <a:cubicBezTo>
                    <a:pt x="9" y="36"/>
                    <a:pt x="8" y="36"/>
                    <a:pt x="7" y="35"/>
                  </a:cubicBezTo>
                  <a:close/>
                  <a:moveTo>
                    <a:pt x="9" y="36"/>
                  </a:moveTo>
                  <a:cubicBezTo>
                    <a:pt x="10" y="36"/>
                    <a:pt x="10" y="36"/>
                    <a:pt x="10" y="36"/>
                  </a:cubicBezTo>
                  <a:cubicBezTo>
                    <a:pt x="10" y="36"/>
                    <a:pt x="10" y="36"/>
                    <a:pt x="10" y="37"/>
                  </a:cubicBezTo>
                  <a:cubicBezTo>
                    <a:pt x="10" y="36"/>
                    <a:pt x="9" y="36"/>
                    <a:pt x="9" y="36"/>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 name="Freeform 435"/>
            <p:cNvSpPr/>
            <p:nvPr/>
          </p:nvSpPr>
          <p:spPr bwMode="auto">
            <a:xfrm>
              <a:off x="3712" y="2809"/>
              <a:ext cx="4" cy="2"/>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1" y="1"/>
                    <a:pt x="2" y="1"/>
                    <a:pt x="2"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 name="Freeform 436"/>
            <p:cNvSpPr>
              <a:spLocks noEditPoints="1"/>
            </p:cNvSpPr>
            <p:nvPr/>
          </p:nvSpPr>
          <p:spPr bwMode="auto">
            <a:xfrm>
              <a:off x="3434" y="1624"/>
              <a:ext cx="862" cy="1213"/>
            </a:xfrm>
            <a:custGeom>
              <a:avLst/>
              <a:gdLst>
                <a:gd name="T0" fmla="*/ 172 w 406"/>
                <a:gd name="T1" fmla="*/ 570 h 572"/>
                <a:gd name="T2" fmla="*/ 205 w 406"/>
                <a:gd name="T3" fmla="*/ 568 h 572"/>
                <a:gd name="T4" fmla="*/ 239 w 406"/>
                <a:gd name="T5" fmla="*/ 564 h 572"/>
                <a:gd name="T6" fmla="*/ 281 w 406"/>
                <a:gd name="T7" fmla="*/ 547 h 572"/>
                <a:gd name="T8" fmla="*/ 300 w 406"/>
                <a:gd name="T9" fmla="*/ 522 h 572"/>
                <a:gd name="T10" fmla="*/ 204 w 406"/>
                <a:gd name="T11" fmla="*/ 395 h 572"/>
                <a:gd name="T12" fmla="*/ 207 w 406"/>
                <a:gd name="T13" fmla="*/ 339 h 572"/>
                <a:gd name="T14" fmla="*/ 214 w 406"/>
                <a:gd name="T15" fmla="*/ 279 h 572"/>
                <a:gd name="T16" fmla="*/ 177 w 406"/>
                <a:gd name="T17" fmla="*/ 304 h 572"/>
                <a:gd name="T18" fmla="*/ 184 w 406"/>
                <a:gd name="T19" fmla="*/ 298 h 572"/>
                <a:gd name="T20" fmla="*/ 197 w 406"/>
                <a:gd name="T21" fmla="*/ 321 h 572"/>
                <a:gd name="T22" fmla="*/ 186 w 406"/>
                <a:gd name="T23" fmla="*/ 337 h 572"/>
                <a:gd name="T24" fmla="*/ 190 w 406"/>
                <a:gd name="T25" fmla="*/ 347 h 572"/>
                <a:gd name="T26" fmla="*/ 189 w 406"/>
                <a:gd name="T27" fmla="*/ 365 h 572"/>
                <a:gd name="T28" fmla="*/ 189 w 406"/>
                <a:gd name="T29" fmla="*/ 382 h 572"/>
                <a:gd name="T30" fmla="*/ 194 w 406"/>
                <a:gd name="T31" fmla="*/ 401 h 572"/>
                <a:gd name="T32" fmla="*/ 198 w 406"/>
                <a:gd name="T33" fmla="*/ 426 h 572"/>
                <a:gd name="T34" fmla="*/ 92 w 406"/>
                <a:gd name="T35" fmla="*/ 277 h 572"/>
                <a:gd name="T36" fmla="*/ 68 w 406"/>
                <a:gd name="T37" fmla="*/ 218 h 572"/>
                <a:gd name="T38" fmla="*/ 189 w 406"/>
                <a:gd name="T39" fmla="*/ 198 h 572"/>
                <a:gd name="T40" fmla="*/ 299 w 406"/>
                <a:gd name="T41" fmla="*/ 279 h 572"/>
                <a:gd name="T42" fmla="*/ 240 w 406"/>
                <a:gd name="T43" fmla="*/ 425 h 572"/>
                <a:gd name="T44" fmla="*/ 250 w 406"/>
                <a:gd name="T45" fmla="*/ 401 h 572"/>
                <a:gd name="T46" fmla="*/ 257 w 406"/>
                <a:gd name="T47" fmla="*/ 380 h 572"/>
                <a:gd name="T48" fmla="*/ 262 w 406"/>
                <a:gd name="T49" fmla="*/ 342 h 572"/>
                <a:gd name="T50" fmla="*/ 279 w 406"/>
                <a:gd name="T51" fmla="*/ 305 h 572"/>
                <a:gd name="T52" fmla="*/ 323 w 406"/>
                <a:gd name="T53" fmla="*/ 287 h 572"/>
                <a:gd name="T54" fmla="*/ 345 w 406"/>
                <a:gd name="T55" fmla="*/ 231 h 572"/>
                <a:gd name="T56" fmla="*/ 313 w 406"/>
                <a:gd name="T57" fmla="*/ 163 h 572"/>
                <a:gd name="T58" fmla="*/ 199 w 406"/>
                <a:gd name="T59" fmla="*/ 120 h 572"/>
                <a:gd name="T60" fmla="*/ 99 w 406"/>
                <a:gd name="T61" fmla="*/ 189 h 572"/>
                <a:gd name="T62" fmla="*/ 67 w 406"/>
                <a:gd name="T63" fmla="*/ 156 h 572"/>
                <a:gd name="T64" fmla="*/ 18 w 406"/>
                <a:gd name="T65" fmla="*/ 247 h 572"/>
                <a:gd name="T66" fmla="*/ 17 w 406"/>
                <a:gd name="T67" fmla="*/ 216 h 572"/>
                <a:gd name="T68" fmla="*/ 18 w 406"/>
                <a:gd name="T69" fmla="*/ 212 h 572"/>
                <a:gd name="T70" fmla="*/ 18 w 406"/>
                <a:gd name="T71" fmla="*/ 213 h 572"/>
                <a:gd name="T72" fmla="*/ 20 w 406"/>
                <a:gd name="T73" fmla="*/ 216 h 572"/>
                <a:gd name="T74" fmla="*/ 36 w 406"/>
                <a:gd name="T75" fmla="*/ 256 h 572"/>
                <a:gd name="T76" fmla="*/ 80 w 406"/>
                <a:gd name="T77" fmla="*/ 293 h 572"/>
                <a:gd name="T78" fmla="*/ 143 w 406"/>
                <a:gd name="T79" fmla="*/ 304 h 572"/>
                <a:gd name="T80" fmla="*/ 162 w 406"/>
                <a:gd name="T81" fmla="*/ 375 h 572"/>
                <a:gd name="T82" fmla="*/ 177 w 406"/>
                <a:gd name="T83" fmla="*/ 504 h 572"/>
                <a:gd name="T84" fmla="*/ 192 w 406"/>
                <a:gd name="T85" fmla="*/ 530 h 572"/>
                <a:gd name="T86" fmla="*/ 191 w 406"/>
                <a:gd name="T87" fmla="*/ 504 h 572"/>
                <a:gd name="T88" fmla="*/ 192 w 406"/>
                <a:gd name="T89" fmla="*/ 486 h 572"/>
                <a:gd name="T90" fmla="*/ 194 w 406"/>
                <a:gd name="T91" fmla="*/ 451 h 572"/>
                <a:gd name="T92" fmla="*/ 220 w 406"/>
                <a:gd name="T93" fmla="*/ 447 h 572"/>
                <a:gd name="T94" fmla="*/ 240 w 406"/>
                <a:gd name="T95" fmla="*/ 469 h 572"/>
                <a:gd name="T96" fmla="*/ 247 w 406"/>
                <a:gd name="T97" fmla="*/ 543 h 572"/>
                <a:gd name="T98" fmla="*/ 146 w 406"/>
                <a:gd name="T99" fmla="*/ 545 h 572"/>
                <a:gd name="T100" fmla="*/ 137 w 406"/>
                <a:gd name="T101" fmla="*/ 524 h 572"/>
                <a:gd name="T102" fmla="*/ 130 w 406"/>
                <a:gd name="T103" fmla="*/ 553 h 572"/>
                <a:gd name="T104" fmla="*/ 193 w 406"/>
                <a:gd name="T105" fmla="*/ 309 h 572"/>
                <a:gd name="T106" fmla="*/ 196 w 406"/>
                <a:gd name="T107" fmla="*/ 303 h 572"/>
                <a:gd name="T108" fmla="*/ 209 w 406"/>
                <a:gd name="T109" fmla="*/ 295 h 572"/>
                <a:gd name="T110" fmla="*/ 218 w 406"/>
                <a:gd name="T111" fmla="*/ 301 h 572"/>
                <a:gd name="T112" fmla="*/ 221 w 406"/>
                <a:gd name="T113" fmla="*/ 307 h 572"/>
                <a:gd name="T114" fmla="*/ 211 w 406"/>
                <a:gd name="T115" fmla="*/ 310 h 572"/>
                <a:gd name="T116" fmla="*/ 222 w 406"/>
                <a:gd name="T117" fmla="*/ 307 h 572"/>
                <a:gd name="T118" fmla="*/ 191 w 406"/>
                <a:gd name="T119" fmla="*/ 185 h 572"/>
                <a:gd name="T120" fmla="*/ 63 w 406"/>
                <a:gd name="T121" fmla="*/ 186 h 572"/>
                <a:gd name="T122" fmla="*/ 22 w 406"/>
                <a:gd name="T123" fmla="*/ 214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6" h="572">
                  <a:moveTo>
                    <a:pt x="135" y="564"/>
                  </a:moveTo>
                  <a:cubicBezTo>
                    <a:pt x="136" y="564"/>
                    <a:pt x="137" y="565"/>
                    <a:pt x="137" y="564"/>
                  </a:cubicBezTo>
                  <a:cubicBezTo>
                    <a:pt x="137" y="565"/>
                    <a:pt x="137" y="565"/>
                    <a:pt x="137" y="565"/>
                  </a:cubicBezTo>
                  <a:cubicBezTo>
                    <a:pt x="138" y="565"/>
                    <a:pt x="140" y="563"/>
                    <a:pt x="139" y="566"/>
                  </a:cubicBezTo>
                  <a:cubicBezTo>
                    <a:pt x="140" y="563"/>
                    <a:pt x="139" y="565"/>
                    <a:pt x="138" y="564"/>
                  </a:cubicBezTo>
                  <a:cubicBezTo>
                    <a:pt x="139" y="562"/>
                    <a:pt x="140" y="563"/>
                    <a:pt x="141" y="562"/>
                  </a:cubicBezTo>
                  <a:cubicBezTo>
                    <a:pt x="139" y="565"/>
                    <a:pt x="142" y="563"/>
                    <a:pt x="142" y="564"/>
                  </a:cubicBezTo>
                  <a:cubicBezTo>
                    <a:pt x="142" y="565"/>
                    <a:pt x="142" y="565"/>
                    <a:pt x="142" y="566"/>
                  </a:cubicBezTo>
                  <a:cubicBezTo>
                    <a:pt x="143" y="564"/>
                    <a:pt x="143" y="564"/>
                    <a:pt x="143" y="564"/>
                  </a:cubicBezTo>
                  <a:cubicBezTo>
                    <a:pt x="142" y="568"/>
                    <a:pt x="145" y="564"/>
                    <a:pt x="145" y="566"/>
                  </a:cubicBezTo>
                  <a:cubicBezTo>
                    <a:pt x="144" y="566"/>
                    <a:pt x="144" y="568"/>
                    <a:pt x="144" y="569"/>
                  </a:cubicBezTo>
                  <a:cubicBezTo>
                    <a:pt x="144" y="566"/>
                    <a:pt x="146" y="566"/>
                    <a:pt x="147" y="564"/>
                  </a:cubicBezTo>
                  <a:cubicBezTo>
                    <a:pt x="148" y="565"/>
                    <a:pt x="145" y="567"/>
                    <a:pt x="145" y="569"/>
                  </a:cubicBezTo>
                  <a:cubicBezTo>
                    <a:pt x="146" y="567"/>
                    <a:pt x="146" y="571"/>
                    <a:pt x="147" y="568"/>
                  </a:cubicBezTo>
                  <a:cubicBezTo>
                    <a:pt x="147" y="567"/>
                    <a:pt x="148" y="567"/>
                    <a:pt x="149" y="566"/>
                  </a:cubicBezTo>
                  <a:cubicBezTo>
                    <a:pt x="150" y="566"/>
                    <a:pt x="148" y="567"/>
                    <a:pt x="148" y="568"/>
                  </a:cubicBezTo>
                  <a:cubicBezTo>
                    <a:pt x="149" y="568"/>
                    <a:pt x="150" y="566"/>
                    <a:pt x="150" y="565"/>
                  </a:cubicBezTo>
                  <a:cubicBezTo>
                    <a:pt x="150" y="566"/>
                    <a:pt x="152" y="564"/>
                    <a:pt x="152" y="565"/>
                  </a:cubicBezTo>
                  <a:cubicBezTo>
                    <a:pt x="152" y="567"/>
                    <a:pt x="150" y="566"/>
                    <a:pt x="150" y="567"/>
                  </a:cubicBezTo>
                  <a:cubicBezTo>
                    <a:pt x="152" y="568"/>
                    <a:pt x="152" y="563"/>
                    <a:pt x="154" y="563"/>
                  </a:cubicBezTo>
                  <a:cubicBezTo>
                    <a:pt x="153" y="562"/>
                    <a:pt x="155" y="559"/>
                    <a:pt x="155" y="558"/>
                  </a:cubicBezTo>
                  <a:cubicBezTo>
                    <a:pt x="157" y="560"/>
                    <a:pt x="155" y="559"/>
                    <a:pt x="155" y="561"/>
                  </a:cubicBezTo>
                  <a:cubicBezTo>
                    <a:pt x="155" y="561"/>
                    <a:pt x="155" y="561"/>
                    <a:pt x="155" y="561"/>
                  </a:cubicBezTo>
                  <a:cubicBezTo>
                    <a:pt x="155" y="564"/>
                    <a:pt x="152" y="566"/>
                    <a:pt x="153" y="568"/>
                  </a:cubicBezTo>
                  <a:cubicBezTo>
                    <a:pt x="154" y="567"/>
                    <a:pt x="154" y="567"/>
                    <a:pt x="154" y="567"/>
                  </a:cubicBezTo>
                  <a:cubicBezTo>
                    <a:pt x="153" y="568"/>
                    <a:pt x="153" y="569"/>
                    <a:pt x="153" y="570"/>
                  </a:cubicBezTo>
                  <a:cubicBezTo>
                    <a:pt x="153" y="568"/>
                    <a:pt x="154" y="570"/>
                    <a:pt x="155" y="570"/>
                  </a:cubicBezTo>
                  <a:cubicBezTo>
                    <a:pt x="155" y="568"/>
                    <a:pt x="154" y="570"/>
                    <a:pt x="154" y="569"/>
                  </a:cubicBezTo>
                  <a:cubicBezTo>
                    <a:pt x="155" y="568"/>
                    <a:pt x="156" y="566"/>
                    <a:pt x="157" y="567"/>
                  </a:cubicBezTo>
                  <a:cubicBezTo>
                    <a:pt x="156" y="568"/>
                    <a:pt x="157" y="569"/>
                    <a:pt x="156" y="570"/>
                  </a:cubicBezTo>
                  <a:cubicBezTo>
                    <a:pt x="157" y="571"/>
                    <a:pt x="157" y="568"/>
                    <a:pt x="157" y="569"/>
                  </a:cubicBezTo>
                  <a:cubicBezTo>
                    <a:pt x="157" y="570"/>
                    <a:pt x="157" y="570"/>
                    <a:pt x="157" y="570"/>
                  </a:cubicBezTo>
                  <a:cubicBezTo>
                    <a:pt x="160" y="571"/>
                    <a:pt x="164" y="571"/>
                    <a:pt x="166" y="567"/>
                  </a:cubicBezTo>
                  <a:cubicBezTo>
                    <a:pt x="166" y="569"/>
                    <a:pt x="167" y="569"/>
                    <a:pt x="169" y="570"/>
                  </a:cubicBezTo>
                  <a:cubicBezTo>
                    <a:pt x="168" y="570"/>
                    <a:pt x="169" y="569"/>
                    <a:pt x="169" y="568"/>
                  </a:cubicBezTo>
                  <a:cubicBezTo>
                    <a:pt x="170" y="570"/>
                    <a:pt x="170" y="570"/>
                    <a:pt x="170" y="570"/>
                  </a:cubicBezTo>
                  <a:cubicBezTo>
                    <a:pt x="170" y="572"/>
                    <a:pt x="172" y="570"/>
                    <a:pt x="172" y="569"/>
                  </a:cubicBezTo>
                  <a:cubicBezTo>
                    <a:pt x="172" y="570"/>
                    <a:pt x="172" y="570"/>
                    <a:pt x="172" y="570"/>
                  </a:cubicBezTo>
                  <a:cubicBezTo>
                    <a:pt x="173" y="571"/>
                    <a:pt x="173" y="569"/>
                    <a:pt x="173" y="568"/>
                  </a:cubicBezTo>
                  <a:cubicBezTo>
                    <a:pt x="174" y="570"/>
                    <a:pt x="174" y="570"/>
                    <a:pt x="174" y="570"/>
                  </a:cubicBezTo>
                  <a:cubicBezTo>
                    <a:pt x="174" y="569"/>
                    <a:pt x="174" y="569"/>
                    <a:pt x="174" y="569"/>
                  </a:cubicBezTo>
                  <a:cubicBezTo>
                    <a:pt x="174" y="568"/>
                    <a:pt x="175" y="568"/>
                    <a:pt x="175" y="570"/>
                  </a:cubicBezTo>
                  <a:cubicBezTo>
                    <a:pt x="175" y="570"/>
                    <a:pt x="176" y="569"/>
                    <a:pt x="175" y="569"/>
                  </a:cubicBezTo>
                  <a:cubicBezTo>
                    <a:pt x="176" y="570"/>
                    <a:pt x="178" y="570"/>
                    <a:pt x="179" y="569"/>
                  </a:cubicBezTo>
                  <a:cubicBezTo>
                    <a:pt x="178" y="569"/>
                    <a:pt x="178" y="568"/>
                    <a:pt x="178" y="567"/>
                  </a:cubicBezTo>
                  <a:cubicBezTo>
                    <a:pt x="178" y="564"/>
                    <a:pt x="179" y="567"/>
                    <a:pt x="179" y="566"/>
                  </a:cubicBezTo>
                  <a:cubicBezTo>
                    <a:pt x="179" y="567"/>
                    <a:pt x="180" y="567"/>
                    <a:pt x="179" y="568"/>
                  </a:cubicBezTo>
                  <a:cubicBezTo>
                    <a:pt x="181" y="571"/>
                    <a:pt x="183" y="569"/>
                    <a:pt x="184" y="569"/>
                  </a:cubicBezTo>
                  <a:cubicBezTo>
                    <a:pt x="185" y="568"/>
                    <a:pt x="185" y="568"/>
                    <a:pt x="185" y="568"/>
                  </a:cubicBezTo>
                  <a:cubicBezTo>
                    <a:pt x="186" y="570"/>
                    <a:pt x="188" y="568"/>
                    <a:pt x="189" y="569"/>
                  </a:cubicBezTo>
                  <a:cubicBezTo>
                    <a:pt x="189" y="568"/>
                    <a:pt x="189" y="565"/>
                    <a:pt x="190" y="565"/>
                  </a:cubicBezTo>
                  <a:cubicBezTo>
                    <a:pt x="190" y="563"/>
                    <a:pt x="190" y="567"/>
                    <a:pt x="191" y="569"/>
                  </a:cubicBezTo>
                  <a:cubicBezTo>
                    <a:pt x="191" y="568"/>
                    <a:pt x="192" y="567"/>
                    <a:pt x="192" y="567"/>
                  </a:cubicBezTo>
                  <a:cubicBezTo>
                    <a:pt x="192" y="568"/>
                    <a:pt x="192" y="568"/>
                    <a:pt x="192" y="568"/>
                  </a:cubicBezTo>
                  <a:cubicBezTo>
                    <a:pt x="192" y="567"/>
                    <a:pt x="193" y="566"/>
                    <a:pt x="194" y="567"/>
                  </a:cubicBezTo>
                  <a:cubicBezTo>
                    <a:pt x="194" y="567"/>
                    <a:pt x="194" y="567"/>
                    <a:pt x="194" y="567"/>
                  </a:cubicBezTo>
                  <a:cubicBezTo>
                    <a:pt x="194" y="567"/>
                    <a:pt x="195" y="569"/>
                    <a:pt x="195" y="568"/>
                  </a:cubicBezTo>
                  <a:cubicBezTo>
                    <a:pt x="195" y="567"/>
                    <a:pt x="196" y="568"/>
                    <a:pt x="196" y="566"/>
                  </a:cubicBezTo>
                  <a:cubicBezTo>
                    <a:pt x="197" y="567"/>
                    <a:pt x="197" y="567"/>
                    <a:pt x="197" y="567"/>
                  </a:cubicBezTo>
                  <a:cubicBezTo>
                    <a:pt x="197" y="565"/>
                    <a:pt x="197" y="565"/>
                    <a:pt x="197" y="565"/>
                  </a:cubicBezTo>
                  <a:cubicBezTo>
                    <a:pt x="197" y="566"/>
                    <a:pt x="197" y="566"/>
                    <a:pt x="197" y="566"/>
                  </a:cubicBezTo>
                  <a:cubicBezTo>
                    <a:pt x="197" y="568"/>
                    <a:pt x="197" y="568"/>
                    <a:pt x="197" y="568"/>
                  </a:cubicBezTo>
                  <a:cubicBezTo>
                    <a:pt x="198" y="569"/>
                    <a:pt x="197" y="566"/>
                    <a:pt x="198" y="565"/>
                  </a:cubicBezTo>
                  <a:cubicBezTo>
                    <a:pt x="198" y="564"/>
                    <a:pt x="198" y="566"/>
                    <a:pt x="199" y="566"/>
                  </a:cubicBezTo>
                  <a:cubicBezTo>
                    <a:pt x="198" y="567"/>
                    <a:pt x="198" y="566"/>
                    <a:pt x="198" y="566"/>
                  </a:cubicBezTo>
                  <a:cubicBezTo>
                    <a:pt x="198" y="568"/>
                    <a:pt x="198" y="567"/>
                    <a:pt x="199" y="568"/>
                  </a:cubicBezTo>
                  <a:cubicBezTo>
                    <a:pt x="199" y="568"/>
                    <a:pt x="199" y="566"/>
                    <a:pt x="199" y="566"/>
                  </a:cubicBezTo>
                  <a:cubicBezTo>
                    <a:pt x="200" y="566"/>
                    <a:pt x="201" y="566"/>
                    <a:pt x="200" y="568"/>
                  </a:cubicBezTo>
                  <a:cubicBezTo>
                    <a:pt x="201" y="567"/>
                    <a:pt x="201" y="567"/>
                    <a:pt x="201" y="566"/>
                  </a:cubicBezTo>
                  <a:cubicBezTo>
                    <a:pt x="201" y="566"/>
                    <a:pt x="200" y="565"/>
                    <a:pt x="200" y="564"/>
                  </a:cubicBezTo>
                  <a:cubicBezTo>
                    <a:pt x="201" y="564"/>
                    <a:pt x="201" y="564"/>
                    <a:pt x="201" y="564"/>
                  </a:cubicBezTo>
                  <a:cubicBezTo>
                    <a:pt x="201" y="565"/>
                    <a:pt x="201" y="565"/>
                    <a:pt x="201" y="565"/>
                  </a:cubicBezTo>
                  <a:cubicBezTo>
                    <a:pt x="201" y="564"/>
                    <a:pt x="202" y="565"/>
                    <a:pt x="202" y="563"/>
                  </a:cubicBezTo>
                  <a:cubicBezTo>
                    <a:pt x="202" y="565"/>
                    <a:pt x="202" y="565"/>
                    <a:pt x="202" y="565"/>
                  </a:cubicBezTo>
                  <a:cubicBezTo>
                    <a:pt x="203" y="564"/>
                    <a:pt x="203" y="564"/>
                    <a:pt x="204" y="564"/>
                  </a:cubicBezTo>
                  <a:cubicBezTo>
                    <a:pt x="204" y="566"/>
                    <a:pt x="204" y="568"/>
                    <a:pt x="205" y="568"/>
                  </a:cubicBezTo>
                  <a:cubicBezTo>
                    <a:pt x="205" y="566"/>
                    <a:pt x="205" y="566"/>
                    <a:pt x="205" y="566"/>
                  </a:cubicBezTo>
                  <a:cubicBezTo>
                    <a:pt x="206" y="566"/>
                    <a:pt x="206" y="566"/>
                    <a:pt x="206" y="567"/>
                  </a:cubicBezTo>
                  <a:cubicBezTo>
                    <a:pt x="207" y="568"/>
                    <a:pt x="207" y="562"/>
                    <a:pt x="209" y="564"/>
                  </a:cubicBezTo>
                  <a:cubicBezTo>
                    <a:pt x="208" y="566"/>
                    <a:pt x="209" y="566"/>
                    <a:pt x="209" y="567"/>
                  </a:cubicBezTo>
                  <a:cubicBezTo>
                    <a:pt x="209" y="566"/>
                    <a:pt x="209" y="566"/>
                    <a:pt x="209" y="566"/>
                  </a:cubicBezTo>
                  <a:cubicBezTo>
                    <a:pt x="209" y="565"/>
                    <a:pt x="209" y="567"/>
                    <a:pt x="209" y="566"/>
                  </a:cubicBezTo>
                  <a:cubicBezTo>
                    <a:pt x="208" y="564"/>
                    <a:pt x="209" y="565"/>
                    <a:pt x="209" y="564"/>
                  </a:cubicBezTo>
                  <a:cubicBezTo>
                    <a:pt x="211" y="569"/>
                    <a:pt x="213" y="565"/>
                    <a:pt x="215" y="567"/>
                  </a:cubicBezTo>
                  <a:cubicBezTo>
                    <a:pt x="215" y="565"/>
                    <a:pt x="216" y="567"/>
                    <a:pt x="216" y="566"/>
                  </a:cubicBezTo>
                  <a:cubicBezTo>
                    <a:pt x="216" y="568"/>
                    <a:pt x="217" y="565"/>
                    <a:pt x="217" y="567"/>
                  </a:cubicBezTo>
                  <a:cubicBezTo>
                    <a:pt x="217" y="564"/>
                    <a:pt x="217" y="564"/>
                    <a:pt x="217" y="564"/>
                  </a:cubicBezTo>
                  <a:cubicBezTo>
                    <a:pt x="218" y="566"/>
                    <a:pt x="218" y="560"/>
                    <a:pt x="219" y="563"/>
                  </a:cubicBezTo>
                  <a:cubicBezTo>
                    <a:pt x="220" y="564"/>
                    <a:pt x="219" y="565"/>
                    <a:pt x="219" y="565"/>
                  </a:cubicBezTo>
                  <a:cubicBezTo>
                    <a:pt x="220" y="568"/>
                    <a:pt x="221" y="563"/>
                    <a:pt x="222" y="566"/>
                  </a:cubicBezTo>
                  <a:cubicBezTo>
                    <a:pt x="222" y="565"/>
                    <a:pt x="221" y="563"/>
                    <a:pt x="222" y="562"/>
                  </a:cubicBezTo>
                  <a:cubicBezTo>
                    <a:pt x="223" y="563"/>
                    <a:pt x="224" y="565"/>
                    <a:pt x="224" y="565"/>
                  </a:cubicBezTo>
                  <a:cubicBezTo>
                    <a:pt x="224" y="565"/>
                    <a:pt x="224" y="564"/>
                    <a:pt x="225" y="565"/>
                  </a:cubicBezTo>
                  <a:cubicBezTo>
                    <a:pt x="225" y="565"/>
                    <a:pt x="225" y="565"/>
                    <a:pt x="225" y="566"/>
                  </a:cubicBezTo>
                  <a:cubicBezTo>
                    <a:pt x="226" y="566"/>
                    <a:pt x="226" y="565"/>
                    <a:pt x="227" y="564"/>
                  </a:cubicBezTo>
                  <a:cubicBezTo>
                    <a:pt x="227" y="566"/>
                    <a:pt x="229" y="565"/>
                    <a:pt x="230" y="566"/>
                  </a:cubicBezTo>
                  <a:cubicBezTo>
                    <a:pt x="230" y="563"/>
                    <a:pt x="231" y="567"/>
                    <a:pt x="231" y="564"/>
                  </a:cubicBezTo>
                  <a:cubicBezTo>
                    <a:pt x="231" y="564"/>
                    <a:pt x="231" y="564"/>
                    <a:pt x="231" y="564"/>
                  </a:cubicBezTo>
                  <a:cubicBezTo>
                    <a:pt x="232" y="564"/>
                    <a:pt x="232" y="562"/>
                    <a:pt x="232" y="561"/>
                  </a:cubicBezTo>
                  <a:cubicBezTo>
                    <a:pt x="232" y="563"/>
                    <a:pt x="232" y="563"/>
                    <a:pt x="232" y="563"/>
                  </a:cubicBezTo>
                  <a:cubicBezTo>
                    <a:pt x="232" y="566"/>
                    <a:pt x="234" y="564"/>
                    <a:pt x="234" y="565"/>
                  </a:cubicBezTo>
                  <a:cubicBezTo>
                    <a:pt x="233" y="563"/>
                    <a:pt x="234" y="565"/>
                    <a:pt x="234" y="563"/>
                  </a:cubicBezTo>
                  <a:cubicBezTo>
                    <a:pt x="235" y="563"/>
                    <a:pt x="235" y="563"/>
                    <a:pt x="235" y="563"/>
                  </a:cubicBezTo>
                  <a:cubicBezTo>
                    <a:pt x="235" y="562"/>
                    <a:pt x="235" y="562"/>
                    <a:pt x="236" y="561"/>
                  </a:cubicBezTo>
                  <a:cubicBezTo>
                    <a:pt x="236" y="561"/>
                    <a:pt x="236" y="564"/>
                    <a:pt x="236" y="563"/>
                  </a:cubicBezTo>
                  <a:cubicBezTo>
                    <a:pt x="237" y="564"/>
                    <a:pt x="237" y="564"/>
                    <a:pt x="237" y="563"/>
                  </a:cubicBezTo>
                  <a:cubicBezTo>
                    <a:pt x="237" y="563"/>
                    <a:pt x="237" y="563"/>
                    <a:pt x="237" y="563"/>
                  </a:cubicBezTo>
                  <a:cubicBezTo>
                    <a:pt x="237" y="563"/>
                    <a:pt x="237" y="563"/>
                    <a:pt x="238" y="563"/>
                  </a:cubicBezTo>
                  <a:cubicBezTo>
                    <a:pt x="238" y="563"/>
                    <a:pt x="238" y="563"/>
                    <a:pt x="238" y="563"/>
                  </a:cubicBezTo>
                  <a:cubicBezTo>
                    <a:pt x="238" y="563"/>
                    <a:pt x="238" y="563"/>
                    <a:pt x="238" y="563"/>
                  </a:cubicBezTo>
                  <a:cubicBezTo>
                    <a:pt x="238" y="563"/>
                    <a:pt x="238" y="563"/>
                    <a:pt x="238" y="563"/>
                  </a:cubicBezTo>
                  <a:cubicBezTo>
                    <a:pt x="238" y="563"/>
                    <a:pt x="238" y="563"/>
                    <a:pt x="238" y="563"/>
                  </a:cubicBezTo>
                  <a:cubicBezTo>
                    <a:pt x="238" y="564"/>
                    <a:pt x="238" y="563"/>
                    <a:pt x="238" y="563"/>
                  </a:cubicBezTo>
                  <a:cubicBezTo>
                    <a:pt x="238" y="563"/>
                    <a:pt x="239" y="563"/>
                    <a:pt x="239" y="564"/>
                  </a:cubicBezTo>
                  <a:cubicBezTo>
                    <a:pt x="239" y="565"/>
                    <a:pt x="239" y="565"/>
                    <a:pt x="239" y="565"/>
                  </a:cubicBezTo>
                  <a:cubicBezTo>
                    <a:pt x="239" y="565"/>
                    <a:pt x="240" y="563"/>
                    <a:pt x="240" y="563"/>
                  </a:cubicBezTo>
                  <a:cubicBezTo>
                    <a:pt x="242" y="564"/>
                    <a:pt x="244" y="562"/>
                    <a:pt x="245" y="561"/>
                  </a:cubicBezTo>
                  <a:cubicBezTo>
                    <a:pt x="244" y="561"/>
                    <a:pt x="244" y="562"/>
                    <a:pt x="244" y="562"/>
                  </a:cubicBezTo>
                  <a:cubicBezTo>
                    <a:pt x="245" y="561"/>
                    <a:pt x="245" y="560"/>
                    <a:pt x="245" y="561"/>
                  </a:cubicBezTo>
                  <a:cubicBezTo>
                    <a:pt x="246" y="560"/>
                    <a:pt x="246" y="562"/>
                    <a:pt x="247" y="562"/>
                  </a:cubicBezTo>
                  <a:cubicBezTo>
                    <a:pt x="247" y="562"/>
                    <a:pt x="247" y="560"/>
                    <a:pt x="247" y="561"/>
                  </a:cubicBezTo>
                  <a:cubicBezTo>
                    <a:pt x="248" y="563"/>
                    <a:pt x="249" y="559"/>
                    <a:pt x="251" y="560"/>
                  </a:cubicBezTo>
                  <a:cubicBezTo>
                    <a:pt x="251" y="560"/>
                    <a:pt x="251" y="561"/>
                    <a:pt x="251" y="561"/>
                  </a:cubicBezTo>
                  <a:cubicBezTo>
                    <a:pt x="252" y="560"/>
                    <a:pt x="253" y="560"/>
                    <a:pt x="253" y="558"/>
                  </a:cubicBezTo>
                  <a:cubicBezTo>
                    <a:pt x="253" y="559"/>
                    <a:pt x="253" y="559"/>
                    <a:pt x="253" y="559"/>
                  </a:cubicBezTo>
                  <a:cubicBezTo>
                    <a:pt x="254" y="559"/>
                    <a:pt x="255" y="559"/>
                    <a:pt x="255" y="557"/>
                  </a:cubicBezTo>
                  <a:cubicBezTo>
                    <a:pt x="254" y="557"/>
                    <a:pt x="255" y="558"/>
                    <a:pt x="255" y="558"/>
                  </a:cubicBezTo>
                  <a:cubicBezTo>
                    <a:pt x="254" y="557"/>
                    <a:pt x="255" y="555"/>
                    <a:pt x="255" y="555"/>
                  </a:cubicBezTo>
                  <a:cubicBezTo>
                    <a:pt x="255" y="556"/>
                    <a:pt x="255" y="556"/>
                    <a:pt x="255" y="556"/>
                  </a:cubicBezTo>
                  <a:cubicBezTo>
                    <a:pt x="256" y="555"/>
                    <a:pt x="256" y="555"/>
                    <a:pt x="257" y="554"/>
                  </a:cubicBezTo>
                  <a:cubicBezTo>
                    <a:pt x="257" y="555"/>
                    <a:pt x="256" y="555"/>
                    <a:pt x="257" y="556"/>
                  </a:cubicBezTo>
                  <a:cubicBezTo>
                    <a:pt x="257" y="558"/>
                    <a:pt x="259" y="557"/>
                    <a:pt x="259" y="557"/>
                  </a:cubicBezTo>
                  <a:cubicBezTo>
                    <a:pt x="259" y="555"/>
                    <a:pt x="259" y="555"/>
                    <a:pt x="259" y="555"/>
                  </a:cubicBezTo>
                  <a:cubicBezTo>
                    <a:pt x="260" y="555"/>
                    <a:pt x="260" y="557"/>
                    <a:pt x="260" y="557"/>
                  </a:cubicBezTo>
                  <a:cubicBezTo>
                    <a:pt x="261" y="551"/>
                    <a:pt x="261" y="551"/>
                    <a:pt x="261" y="551"/>
                  </a:cubicBezTo>
                  <a:cubicBezTo>
                    <a:pt x="260" y="552"/>
                    <a:pt x="262" y="553"/>
                    <a:pt x="261" y="555"/>
                  </a:cubicBezTo>
                  <a:cubicBezTo>
                    <a:pt x="263" y="554"/>
                    <a:pt x="263" y="551"/>
                    <a:pt x="263" y="549"/>
                  </a:cubicBezTo>
                  <a:cubicBezTo>
                    <a:pt x="263" y="550"/>
                    <a:pt x="264" y="548"/>
                    <a:pt x="265" y="548"/>
                  </a:cubicBezTo>
                  <a:cubicBezTo>
                    <a:pt x="265" y="549"/>
                    <a:pt x="264" y="548"/>
                    <a:pt x="264" y="549"/>
                  </a:cubicBezTo>
                  <a:cubicBezTo>
                    <a:pt x="266" y="550"/>
                    <a:pt x="266" y="550"/>
                    <a:pt x="266" y="550"/>
                  </a:cubicBezTo>
                  <a:cubicBezTo>
                    <a:pt x="265" y="551"/>
                    <a:pt x="266" y="553"/>
                    <a:pt x="266" y="554"/>
                  </a:cubicBezTo>
                  <a:cubicBezTo>
                    <a:pt x="266" y="553"/>
                    <a:pt x="268" y="553"/>
                    <a:pt x="269" y="553"/>
                  </a:cubicBezTo>
                  <a:cubicBezTo>
                    <a:pt x="268" y="551"/>
                    <a:pt x="270" y="552"/>
                    <a:pt x="270" y="549"/>
                  </a:cubicBezTo>
                  <a:cubicBezTo>
                    <a:pt x="271" y="549"/>
                    <a:pt x="271" y="551"/>
                    <a:pt x="271" y="552"/>
                  </a:cubicBezTo>
                  <a:cubicBezTo>
                    <a:pt x="272" y="550"/>
                    <a:pt x="274" y="550"/>
                    <a:pt x="275" y="550"/>
                  </a:cubicBezTo>
                  <a:cubicBezTo>
                    <a:pt x="275" y="550"/>
                    <a:pt x="275" y="550"/>
                    <a:pt x="275" y="550"/>
                  </a:cubicBezTo>
                  <a:cubicBezTo>
                    <a:pt x="275" y="549"/>
                    <a:pt x="277" y="549"/>
                    <a:pt x="277" y="547"/>
                  </a:cubicBezTo>
                  <a:cubicBezTo>
                    <a:pt x="278" y="548"/>
                    <a:pt x="278" y="548"/>
                    <a:pt x="278" y="548"/>
                  </a:cubicBezTo>
                  <a:cubicBezTo>
                    <a:pt x="279" y="549"/>
                    <a:pt x="277" y="545"/>
                    <a:pt x="278" y="546"/>
                  </a:cubicBezTo>
                  <a:cubicBezTo>
                    <a:pt x="279" y="547"/>
                    <a:pt x="279" y="547"/>
                    <a:pt x="279" y="547"/>
                  </a:cubicBezTo>
                  <a:cubicBezTo>
                    <a:pt x="279" y="546"/>
                    <a:pt x="281" y="548"/>
                    <a:pt x="281" y="546"/>
                  </a:cubicBezTo>
                  <a:cubicBezTo>
                    <a:pt x="281" y="547"/>
                    <a:pt x="281" y="547"/>
                    <a:pt x="281" y="547"/>
                  </a:cubicBezTo>
                  <a:cubicBezTo>
                    <a:pt x="281" y="546"/>
                    <a:pt x="282" y="546"/>
                    <a:pt x="282" y="544"/>
                  </a:cubicBezTo>
                  <a:cubicBezTo>
                    <a:pt x="283" y="546"/>
                    <a:pt x="283" y="546"/>
                    <a:pt x="283" y="546"/>
                  </a:cubicBezTo>
                  <a:cubicBezTo>
                    <a:pt x="284" y="547"/>
                    <a:pt x="283" y="544"/>
                    <a:pt x="284" y="544"/>
                  </a:cubicBezTo>
                  <a:cubicBezTo>
                    <a:pt x="284" y="544"/>
                    <a:pt x="285" y="545"/>
                    <a:pt x="285" y="545"/>
                  </a:cubicBezTo>
                  <a:cubicBezTo>
                    <a:pt x="285" y="544"/>
                    <a:pt x="286" y="544"/>
                    <a:pt x="286" y="543"/>
                  </a:cubicBezTo>
                  <a:cubicBezTo>
                    <a:pt x="288" y="545"/>
                    <a:pt x="288" y="545"/>
                    <a:pt x="288" y="545"/>
                  </a:cubicBezTo>
                  <a:cubicBezTo>
                    <a:pt x="291" y="543"/>
                    <a:pt x="295" y="541"/>
                    <a:pt x="298" y="537"/>
                  </a:cubicBezTo>
                  <a:cubicBezTo>
                    <a:pt x="300" y="539"/>
                    <a:pt x="298" y="539"/>
                    <a:pt x="299" y="540"/>
                  </a:cubicBezTo>
                  <a:cubicBezTo>
                    <a:pt x="298" y="538"/>
                    <a:pt x="299" y="539"/>
                    <a:pt x="300" y="538"/>
                  </a:cubicBezTo>
                  <a:cubicBezTo>
                    <a:pt x="300" y="538"/>
                    <a:pt x="300" y="538"/>
                    <a:pt x="300" y="538"/>
                  </a:cubicBezTo>
                  <a:cubicBezTo>
                    <a:pt x="300" y="538"/>
                    <a:pt x="301" y="539"/>
                    <a:pt x="302" y="538"/>
                  </a:cubicBezTo>
                  <a:cubicBezTo>
                    <a:pt x="301" y="537"/>
                    <a:pt x="301" y="537"/>
                    <a:pt x="301" y="537"/>
                  </a:cubicBezTo>
                  <a:cubicBezTo>
                    <a:pt x="301" y="536"/>
                    <a:pt x="304" y="539"/>
                    <a:pt x="303" y="536"/>
                  </a:cubicBezTo>
                  <a:cubicBezTo>
                    <a:pt x="304" y="537"/>
                    <a:pt x="304" y="537"/>
                    <a:pt x="304" y="537"/>
                  </a:cubicBezTo>
                  <a:cubicBezTo>
                    <a:pt x="303" y="535"/>
                    <a:pt x="305" y="538"/>
                    <a:pt x="305" y="535"/>
                  </a:cubicBezTo>
                  <a:cubicBezTo>
                    <a:pt x="305" y="536"/>
                    <a:pt x="305" y="536"/>
                    <a:pt x="305" y="536"/>
                  </a:cubicBezTo>
                  <a:cubicBezTo>
                    <a:pt x="306" y="536"/>
                    <a:pt x="305" y="532"/>
                    <a:pt x="306" y="534"/>
                  </a:cubicBezTo>
                  <a:cubicBezTo>
                    <a:pt x="307" y="533"/>
                    <a:pt x="307" y="532"/>
                    <a:pt x="306" y="530"/>
                  </a:cubicBezTo>
                  <a:cubicBezTo>
                    <a:pt x="308" y="533"/>
                    <a:pt x="308" y="533"/>
                    <a:pt x="308" y="533"/>
                  </a:cubicBezTo>
                  <a:cubicBezTo>
                    <a:pt x="310" y="530"/>
                    <a:pt x="313" y="528"/>
                    <a:pt x="314" y="524"/>
                  </a:cubicBezTo>
                  <a:cubicBezTo>
                    <a:pt x="314" y="525"/>
                    <a:pt x="314" y="525"/>
                    <a:pt x="314" y="525"/>
                  </a:cubicBezTo>
                  <a:cubicBezTo>
                    <a:pt x="314" y="522"/>
                    <a:pt x="319" y="525"/>
                    <a:pt x="317" y="521"/>
                  </a:cubicBezTo>
                  <a:cubicBezTo>
                    <a:pt x="316" y="519"/>
                    <a:pt x="316" y="519"/>
                    <a:pt x="316" y="519"/>
                  </a:cubicBezTo>
                  <a:cubicBezTo>
                    <a:pt x="318" y="520"/>
                    <a:pt x="318" y="520"/>
                    <a:pt x="318" y="520"/>
                  </a:cubicBezTo>
                  <a:cubicBezTo>
                    <a:pt x="317" y="519"/>
                    <a:pt x="319" y="519"/>
                    <a:pt x="318" y="518"/>
                  </a:cubicBezTo>
                  <a:cubicBezTo>
                    <a:pt x="318" y="518"/>
                    <a:pt x="318" y="519"/>
                    <a:pt x="319" y="519"/>
                  </a:cubicBezTo>
                  <a:cubicBezTo>
                    <a:pt x="320" y="519"/>
                    <a:pt x="318" y="516"/>
                    <a:pt x="319" y="516"/>
                  </a:cubicBezTo>
                  <a:cubicBezTo>
                    <a:pt x="320" y="517"/>
                    <a:pt x="320" y="517"/>
                    <a:pt x="320" y="517"/>
                  </a:cubicBezTo>
                  <a:cubicBezTo>
                    <a:pt x="324" y="517"/>
                    <a:pt x="329" y="511"/>
                    <a:pt x="325" y="508"/>
                  </a:cubicBezTo>
                  <a:cubicBezTo>
                    <a:pt x="324" y="507"/>
                    <a:pt x="327" y="507"/>
                    <a:pt x="327" y="507"/>
                  </a:cubicBezTo>
                  <a:cubicBezTo>
                    <a:pt x="323" y="505"/>
                    <a:pt x="324" y="499"/>
                    <a:pt x="317" y="501"/>
                  </a:cubicBezTo>
                  <a:cubicBezTo>
                    <a:pt x="315" y="501"/>
                    <a:pt x="312" y="506"/>
                    <a:pt x="312" y="506"/>
                  </a:cubicBezTo>
                  <a:cubicBezTo>
                    <a:pt x="318" y="506"/>
                    <a:pt x="315" y="512"/>
                    <a:pt x="315" y="509"/>
                  </a:cubicBezTo>
                  <a:cubicBezTo>
                    <a:pt x="313" y="508"/>
                    <a:pt x="315" y="509"/>
                    <a:pt x="313" y="509"/>
                  </a:cubicBezTo>
                  <a:cubicBezTo>
                    <a:pt x="312" y="512"/>
                    <a:pt x="303" y="513"/>
                    <a:pt x="299" y="519"/>
                  </a:cubicBezTo>
                  <a:cubicBezTo>
                    <a:pt x="300" y="519"/>
                    <a:pt x="300" y="520"/>
                    <a:pt x="300" y="521"/>
                  </a:cubicBezTo>
                  <a:cubicBezTo>
                    <a:pt x="299" y="520"/>
                    <a:pt x="299" y="520"/>
                    <a:pt x="299" y="520"/>
                  </a:cubicBezTo>
                  <a:cubicBezTo>
                    <a:pt x="300" y="522"/>
                    <a:pt x="300" y="522"/>
                    <a:pt x="300" y="522"/>
                  </a:cubicBezTo>
                  <a:cubicBezTo>
                    <a:pt x="299" y="522"/>
                    <a:pt x="298" y="521"/>
                    <a:pt x="299" y="520"/>
                  </a:cubicBezTo>
                  <a:cubicBezTo>
                    <a:pt x="296" y="522"/>
                    <a:pt x="294" y="524"/>
                    <a:pt x="292" y="525"/>
                  </a:cubicBezTo>
                  <a:cubicBezTo>
                    <a:pt x="293" y="527"/>
                    <a:pt x="291" y="526"/>
                    <a:pt x="292" y="528"/>
                  </a:cubicBezTo>
                  <a:cubicBezTo>
                    <a:pt x="291" y="527"/>
                    <a:pt x="291" y="527"/>
                    <a:pt x="291" y="527"/>
                  </a:cubicBezTo>
                  <a:cubicBezTo>
                    <a:pt x="290" y="529"/>
                    <a:pt x="290" y="529"/>
                    <a:pt x="287" y="527"/>
                  </a:cubicBezTo>
                  <a:cubicBezTo>
                    <a:pt x="280" y="529"/>
                    <a:pt x="275" y="533"/>
                    <a:pt x="268" y="535"/>
                  </a:cubicBezTo>
                  <a:cubicBezTo>
                    <a:pt x="263" y="536"/>
                    <a:pt x="259" y="538"/>
                    <a:pt x="255" y="540"/>
                  </a:cubicBezTo>
                  <a:cubicBezTo>
                    <a:pt x="255" y="537"/>
                    <a:pt x="256" y="534"/>
                    <a:pt x="257" y="531"/>
                  </a:cubicBezTo>
                  <a:cubicBezTo>
                    <a:pt x="257" y="529"/>
                    <a:pt x="255" y="527"/>
                    <a:pt x="256" y="525"/>
                  </a:cubicBezTo>
                  <a:cubicBezTo>
                    <a:pt x="255" y="519"/>
                    <a:pt x="260" y="512"/>
                    <a:pt x="257" y="505"/>
                  </a:cubicBezTo>
                  <a:cubicBezTo>
                    <a:pt x="257" y="505"/>
                    <a:pt x="256" y="505"/>
                    <a:pt x="255" y="504"/>
                  </a:cubicBezTo>
                  <a:cubicBezTo>
                    <a:pt x="256" y="504"/>
                    <a:pt x="256" y="504"/>
                    <a:pt x="256" y="504"/>
                  </a:cubicBezTo>
                  <a:cubicBezTo>
                    <a:pt x="254" y="504"/>
                    <a:pt x="254" y="504"/>
                    <a:pt x="254" y="504"/>
                  </a:cubicBezTo>
                  <a:cubicBezTo>
                    <a:pt x="254" y="503"/>
                    <a:pt x="256" y="504"/>
                    <a:pt x="256" y="504"/>
                  </a:cubicBezTo>
                  <a:cubicBezTo>
                    <a:pt x="256" y="501"/>
                    <a:pt x="256" y="499"/>
                    <a:pt x="256" y="496"/>
                  </a:cubicBezTo>
                  <a:cubicBezTo>
                    <a:pt x="254" y="496"/>
                    <a:pt x="256" y="494"/>
                    <a:pt x="254" y="494"/>
                  </a:cubicBezTo>
                  <a:cubicBezTo>
                    <a:pt x="255" y="494"/>
                    <a:pt x="255" y="494"/>
                    <a:pt x="255" y="494"/>
                  </a:cubicBezTo>
                  <a:cubicBezTo>
                    <a:pt x="254" y="492"/>
                    <a:pt x="254" y="492"/>
                    <a:pt x="257" y="491"/>
                  </a:cubicBezTo>
                  <a:cubicBezTo>
                    <a:pt x="259" y="481"/>
                    <a:pt x="257" y="475"/>
                    <a:pt x="256" y="465"/>
                  </a:cubicBezTo>
                  <a:cubicBezTo>
                    <a:pt x="254" y="457"/>
                    <a:pt x="250" y="447"/>
                    <a:pt x="242" y="440"/>
                  </a:cubicBezTo>
                  <a:cubicBezTo>
                    <a:pt x="242" y="440"/>
                    <a:pt x="242" y="440"/>
                    <a:pt x="242" y="440"/>
                  </a:cubicBezTo>
                  <a:cubicBezTo>
                    <a:pt x="242" y="440"/>
                    <a:pt x="242" y="440"/>
                    <a:pt x="242" y="440"/>
                  </a:cubicBezTo>
                  <a:cubicBezTo>
                    <a:pt x="241" y="439"/>
                    <a:pt x="241" y="439"/>
                    <a:pt x="240" y="438"/>
                  </a:cubicBezTo>
                  <a:cubicBezTo>
                    <a:pt x="237" y="440"/>
                    <a:pt x="236" y="437"/>
                    <a:pt x="233" y="438"/>
                  </a:cubicBezTo>
                  <a:cubicBezTo>
                    <a:pt x="234" y="437"/>
                    <a:pt x="234" y="437"/>
                    <a:pt x="234" y="437"/>
                  </a:cubicBezTo>
                  <a:cubicBezTo>
                    <a:pt x="232" y="438"/>
                    <a:pt x="232" y="436"/>
                    <a:pt x="232" y="434"/>
                  </a:cubicBezTo>
                  <a:cubicBezTo>
                    <a:pt x="231" y="435"/>
                    <a:pt x="231" y="434"/>
                    <a:pt x="230" y="436"/>
                  </a:cubicBezTo>
                  <a:cubicBezTo>
                    <a:pt x="228" y="437"/>
                    <a:pt x="230" y="433"/>
                    <a:pt x="229" y="433"/>
                  </a:cubicBezTo>
                  <a:cubicBezTo>
                    <a:pt x="229" y="432"/>
                    <a:pt x="228" y="434"/>
                    <a:pt x="228" y="433"/>
                  </a:cubicBezTo>
                  <a:cubicBezTo>
                    <a:pt x="225" y="435"/>
                    <a:pt x="229" y="433"/>
                    <a:pt x="227" y="429"/>
                  </a:cubicBezTo>
                  <a:cubicBezTo>
                    <a:pt x="223" y="428"/>
                    <a:pt x="219" y="429"/>
                    <a:pt x="215" y="428"/>
                  </a:cubicBezTo>
                  <a:cubicBezTo>
                    <a:pt x="214" y="427"/>
                    <a:pt x="214" y="425"/>
                    <a:pt x="214" y="424"/>
                  </a:cubicBezTo>
                  <a:cubicBezTo>
                    <a:pt x="212" y="424"/>
                    <a:pt x="214" y="423"/>
                    <a:pt x="212" y="424"/>
                  </a:cubicBezTo>
                  <a:cubicBezTo>
                    <a:pt x="213" y="424"/>
                    <a:pt x="213" y="424"/>
                    <a:pt x="213" y="424"/>
                  </a:cubicBezTo>
                  <a:cubicBezTo>
                    <a:pt x="212" y="423"/>
                    <a:pt x="211" y="423"/>
                    <a:pt x="214" y="421"/>
                  </a:cubicBezTo>
                  <a:cubicBezTo>
                    <a:pt x="216" y="417"/>
                    <a:pt x="214" y="413"/>
                    <a:pt x="214" y="409"/>
                  </a:cubicBezTo>
                  <a:cubicBezTo>
                    <a:pt x="213" y="405"/>
                    <a:pt x="211" y="401"/>
                    <a:pt x="210" y="397"/>
                  </a:cubicBezTo>
                  <a:cubicBezTo>
                    <a:pt x="206" y="397"/>
                    <a:pt x="207" y="396"/>
                    <a:pt x="204" y="395"/>
                  </a:cubicBezTo>
                  <a:cubicBezTo>
                    <a:pt x="206" y="395"/>
                    <a:pt x="206" y="395"/>
                    <a:pt x="206" y="395"/>
                  </a:cubicBezTo>
                  <a:cubicBezTo>
                    <a:pt x="204" y="395"/>
                    <a:pt x="206" y="394"/>
                    <a:pt x="207" y="394"/>
                  </a:cubicBezTo>
                  <a:cubicBezTo>
                    <a:pt x="206" y="394"/>
                    <a:pt x="207" y="393"/>
                    <a:pt x="205" y="394"/>
                  </a:cubicBezTo>
                  <a:cubicBezTo>
                    <a:pt x="203" y="393"/>
                    <a:pt x="207" y="393"/>
                    <a:pt x="206" y="393"/>
                  </a:cubicBezTo>
                  <a:cubicBezTo>
                    <a:pt x="207" y="392"/>
                    <a:pt x="205" y="393"/>
                    <a:pt x="206" y="393"/>
                  </a:cubicBezTo>
                  <a:cubicBezTo>
                    <a:pt x="203" y="392"/>
                    <a:pt x="207" y="393"/>
                    <a:pt x="209" y="391"/>
                  </a:cubicBezTo>
                  <a:cubicBezTo>
                    <a:pt x="208" y="390"/>
                    <a:pt x="206" y="388"/>
                    <a:pt x="207" y="387"/>
                  </a:cubicBezTo>
                  <a:cubicBezTo>
                    <a:pt x="207" y="387"/>
                    <a:pt x="206" y="387"/>
                    <a:pt x="206" y="387"/>
                  </a:cubicBezTo>
                  <a:cubicBezTo>
                    <a:pt x="209" y="386"/>
                    <a:pt x="205" y="386"/>
                    <a:pt x="206" y="386"/>
                  </a:cubicBezTo>
                  <a:cubicBezTo>
                    <a:pt x="207" y="386"/>
                    <a:pt x="207" y="386"/>
                    <a:pt x="207" y="386"/>
                  </a:cubicBezTo>
                  <a:cubicBezTo>
                    <a:pt x="209" y="385"/>
                    <a:pt x="207" y="385"/>
                    <a:pt x="208" y="384"/>
                  </a:cubicBezTo>
                  <a:cubicBezTo>
                    <a:pt x="207" y="383"/>
                    <a:pt x="210" y="382"/>
                    <a:pt x="208" y="382"/>
                  </a:cubicBezTo>
                  <a:cubicBezTo>
                    <a:pt x="209" y="382"/>
                    <a:pt x="209" y="382"/>
                    <a:pt x="210" y="382"/>
                  </a:cubicBezTo>
                  <a:cubicBezTo>
                    <a:pt x="206" y="381"/>
                    <a:pt x="211" y="380"/>
                    <a:pt x="209" y="379"/>
                  </a:cubicBezTo>
                  <a:cubicBezTo>
                    <a:pt x="209" y="380"/>
                    <a:pt x="209" y="380"/>
                    <a:pt x="209" y="380"/>
                  </a:cubicBezTo>
                  <a:cubicBezTo>
                    <a:pt x="209" y="378"/>
                    <a:pt x="210" y="376"/>
                    <a:pt x="208" y="374"/>
                  </a:cubicBezTo>
                  <a:cubicBezTo>
                    <a:pt x="208" y="372"/>
                    <a:pt x="212" y="371"/>
                    <a:pt x="210" y="370"/>
                  </a:cubicBezTo>
                  <a:cubicBezTo>
                    <a:pt x="208" y="370"/>
                    <a:pt x="208" y="370"/>
                    <a:pt x="208" y="370"/>
                  </a:cubicBezTo>
                  <a:cubicBezTo>
                    <a:pt x="209" y="369"/>
                    <a:pt x="210" y="370"/>
                    <a:pt x="210" y="370"/>
                  </a:cubicBezTo>
                  <a:cubicBezTo>
                    <a:pt x="209" y="369"/>
                    <a:pt x="211" y="368"/>
                    <a:pt x="211" y="367"/>
                  </a:cubicBezTo>
                  <a:cubicBezTo>
                    <a:pt x="210" y="367"/>
                    <a:pt x="210" y="367"/>
                    <a:pt x="209" y="367"/>
                  </a:cubicBezTo>
                  <a:cubicBezTo>
                    <a:pt x="212" y="366"/>
                    <a:pt x="208" y="365"/>
                    <a:pt x="210" y="364"/>
                  </a:cubicBezTo>
                  <a:cubicBezTo>
                    <a:pt x="207" y="364"/>
                    <a:pt x="209" y="363"/>
                    <a:pt x="208" y="363"/>
                  </a:cubicBezTo>
                  <a:cubicBezTo>
                    <a:pt x="208" y="363"/>
                    <a:pt x="209" y="363"/>
                    <a:pt x="209" y="363"/>
                  </a:cubicBezTo>
                  <a:cubicBezTo>
                    <a:pt x="209" y="362"/>
                    <a:pt x="209" y="362"/>
                    <a:pt x="210" y="361"/>
                  </a:cubicBezTo>
                  <a:cubicBezTo>
                    <a:pt x="210" y="361"/>
                    <a:pt x="208" y="360"/>
                    <a:pt x="209" y="360"/>
                  </a:cubicBezTo>
                  <a:cubicBezTo>
                    <a:pt x="211" y="360"/>
                    <a:pt x="209" y="359"/>
                    <a:pt x="210" y="359"/>
                  </a:cubicBezTo>
                  <a:cubicBezTo>
                    <a:pt x="208" y="359"/>
                    <a:pt x="206" y="358"/>
                    <a:pt x="207" y="358"/>
                  </a:cubicBezTo>
                  <a:cubicBezTo>
                    <a:pt x="210" y="358"/>
                    <a:pt x="210" y="358"/>
                    <a:pt x="210" y="358"/>
                  </a:cubicBezTo>
                  <a:cubicBezTo>
                    <a:pt x="208" y="357"/>
                    <a:pt x="212" y="355"/>
                    <a:pt x="208" y="353"/>
                  </a:cubicBezTo>
                  <a:cubicBezTo>
                    <a:pt x="210" y="353"/>
                    <a:pt x="210" y="353"/>
                    <a:pt x="210" y="353"/>
                  </a:cubicBezTo>
                  <a:cubicBezTo>
                    <a:pt x="208" y="351"/>
                    <a:pt x="210" y="349"/>
                    <a:pt x="207" y="347"/>
                  </a:cubicBezTo>
                  <a:cubicBezTo>
                    <a:pt x="208" y="347"/>
                    <a:pt x="209" y="346"/>
                    <a:pt x="209" y="346"/>
                  </a:cubicBezTo>
                  <a:cubicBezTo>
                    <a:pt x="207" y="345"/>
                    <a:pt x="207" y="345"/>
                    <a:pt x="205" y="344"/>
                  </a:cubicBezTo>
                  <a:cubicBezTo>
                    <a:pt x="205" y="344"/>
                    <a:pt x="206" y="344"/>
                    <a:pt x="207" y="344"/>
                  </a:cubicBezTo>
                  <a:cubicBezTo>
                    <a:pt x="207" y="343"/>
                    <a:pt x="210" y="342"/>
                    <a:pt x="207" y="342"/>
                  </a:cubicBezTo>
                  <a:cubicBezTo>
                    <a:pt x="209" y="342"/>
                    <a:pt x="209" y="342"/>
                    <a:pt x="209" y="342"/>
                  </a:cubicBezTo>
                  <a:cubicBezTo>
                    <a:pt x="207" y="341"/>
                    <a:pt x="205" y="340"/>
                    <a:pt x="207" y="339"/>
                  </a:cubicBezTo>
                  <a:cubicBezTo>
                    <a:pt x="206" y="339"/>
                    <a:pt x="205" y="339"/>
                    <a:pt x="204" y="339"/>
                  </a:cubicBezTo>
                  <a:cubicBezTo>
                    <a:pt x="203" y="339"/>
                    <a:pt x="206" y="339"/>
                    <a:pt x="205" y="338"/>
                  </a:cubicBezTo>
                  <a:cubicBezTo>
                    <a:pt x="207" y="339"/>
                    <a:pt x="207" y="339"/>
                    <a:pt x="207" y="339"/>
                  </a:cubicBezTo>
                  <a:cubicBezTo>
                    <a:pt x="207" y="337"/>
                    <a:pt x="206" y="336"/>
                    <a:pt x="205" y="334"/>
                  </a:cubicBezTo>
                  <a:cubicBezTo>
                    <a:pt x="207" y="334"/>
                    <a:pt x="204" y="333"/>
                    <a:pt x="206" y="332"/>
                  </a:cubicBezTo>
                  <a:cubicBezTo>
                    <a:pt x="204" y="331"/>
                    <a:pt x="206" y="330"/>
                    <a:pt x="203" y="330"/>
                  </a:cubicBezTo>
                  <a:cubicBezTo>
                    <a:pt x="204" y="330"/>
                    <a:pt x="204" y="330"/>
                    <a:pt x="204" y="330"/>
                  </a:cubicBezTo>
                  <a:cubicBezTo>
                    <a:pt x="205" y="329"/>
                    <a:pt x="205" y="329"/>
                    <a:pt x="205" y="328"/>
                  </a:cubicBezTo>
                  <a:cubicBezTo>
                    <a:pt x="205" y="327"/>
                    <a:pt x="203" y="327"/>
                    <a:pt x="203" y="327"/>
                  </a:cubicBezTo>
                  <a:cubicBezTo>
                    <a:pt x="204" y="327"/>
                    <a:pt x="204" y="327"/>
                    <a:pt x="204" y="327"/>
                  </a:cubicBezTo>
                  <a:cubicBezTo>
                    <a:pt x="203" y="326"/>
                    <a:pt x="201" y="327"/>
                    <a:pt x="200" y="327"/>
                  </a:cubicBezTo>
                  <a:cubicBezTo>
                    <a:pt x="200" y="326"/>
                    <a:pt x="199" y="326"/>
                    <a:pt x="200" y="326"/>
                  </a:cubicBezTo>
                  <a:cubicBezTo>
                    <a:pt x="201" y="326"/>
                    <a:pt x="203" y="326"/>
                    <a:pt x="205" y="326"/>
                  </a:cubicBezTo>
                  <a:cubicBezTo>
                    <a:pt x="205" y="325"/>
                    <a:pt x="202" y="325"/>
                    <a:pt x="203" y="325"/>
                  </a:cubicBezTo>
                  <a:cubicBezTo>
                    <a:pt x="206" y="325"/>
                    <a:pt x="208" y="326"/>
                    <a:pt x="209" y="326"/>
                  </a:cubicBezTo>
                  <a:cubicBezTo>
                    <a:pt x="214" y="327"/>
                    <a:pt x="220" y="328"/>
                    <a:pt x="231" y="322"/>
                  </a:cubicBezTo>
                  <a:cubicBezTo>
                    <a:pt x="231" y="319"/>
                    <a:pt x="234" y="318"/>
                    <a:pt x="233" y="315"/>
                  </a:cubicBezTo>
                  <a:cubicBezTo>
                    <a:pt x="233" y="316"/>
                    <a:pt x="233" y="316"/>
                    <a:pt x="233" y="316"/>
                  </a:cubicBezTo>
                  <a:cubicBezTo>
                    <a:pt x="233" y="314"/>
                    <a:pt x="234" y="314"/>
                    <a:pt x="236" y="313"/>
                  </a:cubicBezTo>
                  <a:cubicBezTo>
                    <a:pt x="235" y="313"/>
                    <a:pt x="236" y="312"/>
                    <a:pt x="234" y="312"/>
                  </a:cubicBezTo>
                  <a:cubicBezTo>
                    <a:pt x="233" y="311"/>
                    <a:pt x="238" y="312"/>
                    <a:pt x="237" y="310"/>
                  </a:cubicBezTo>
                  <a:cubicBezTo>
                    <a:pt x="238" y="311"/>
                    <a:pt x="236" y="310"/>
                    <a:pt x="236" y="310"/>
                  </a:cubicBezTo>
                  <a:cubicBezTo>
                    <a:pt x="235" y="308"/>
                    <a:pt x="238" y="311"/>
                    <a:pt x="240" y="308"/>
                  </a:cubicBezTo>
                  <a:cubicBezTo>
                    <a:pt x="239" y="305"/>
                    <a:pt x="237" y="302"/>
                    <a:pt x="238" y="299"/>
                  </a:cubicBezTo>
                  <a:cubicBezTo>
                    <a:pt x="238" y="299"/>
                    <a:pt x="236" y="300"/>
                    <a:pt x="236" y="299"/>
                  </a:cubicBezTo>
                  <a:cubicBezTo>
                    <a:pt x="239" y="298"/>
                    <a:pt x="235" y="299"/>
                    <a:pt x="236" y="298"/>
                  </a:cubicBezTo>
                  <a:cubicBezTo>
                    <a:pt x="237" y="298"/>
                    <a:pt x="237" y="298"/>
                    <a:pt x="237" y="298"/>
                  </a:cubicBezTo>
                  <a:cubicBezTo>
                    <a:pt x="238" y="296"/>
                    <a:pt x="236" y="296"/>
                    <a:pt x="236" y="294"/>
                  </a:cubicBezTo>
                  <a:cubicBezTo>
                    <a:pt x="235" y="293"/>
                    <a:pt x="236" y="291"/>
                    <a:pt x="234" y="291"/>
                  </a:cubicBezTo>
                  <a:cubicBezTo>
                    <a:pt x="236" y="290"/>
                    <a:pt x="235" y="290"/>
                    <a:pt x="235" y="289"/>
                  </a:cubicBezTo>
                  <a:cubicBezTo>
                    <a:pt x="232" y="291"/>
                    <a:pt x="235" y="286"/>
                    <a:pt x="232" y="287"/>
                  </a:cubicBezTo>
                  <a:cubicBezTo>
                    <a:pt x="233" y="286"/>
                    <a:pt x="233" y="286"/>
                    <a:pt x="233" y="286"/>
                  </a:cubicBezTo>
                  <a:cubicBezTo>
                    <a:pt x="230" y="284"/>
                    <a:pt x="227" y="281"/>
                    <a:pt x="223" y="281"/>
                  </a:cubicBezTo>
                  <a:cubicBezTo>
                    <a:pt x="221" y="281"/>
                    <a:pt x="220" y="277"/>
                    <a:pt x="218" y="278"/>
                  </a:cubicBezTo>
                  <a:cubicBezTo>
                    <a:pt x="217" y="280"/>
                    <a:pt x="217" y="280"/>
                    <a:pt x="217" y="280"/>
                  </a:cubicBezTo>
                  <a:cubicBezTo>
                    <a:pt x="217" y="280"/>
                    <a:pt x="218" y="279"/>
                    <a:pt x="218" y="278"/>
                  </a:cubicBezTo>
                  <a:cubicBezTo>
                    <a:pt x="216" y="280"/>
                    <a:pt x="216" y="277"/>
                    <a:pt x="214" y="277"/>
                  </a:cubicBezTo>
                  <a:cubicBezTo>
                    <a:pt x="214" y="278"/>
                    <a:pt x="214" y="278"/>
                    <a:pt x="214" y="279"/>
                  </a:cubicBezTo>
                  <a:cubicBezTo>
                    <a:pt x="213" y="276"/>
                    <a:pt x="211" y="280"/>
                    <a:pt x="210" y="277"/>
                  </a:cubicBezTo>
                  <a:cubicBezTo>
                    <a:pt x="210" y="281"/>
                    <a:pt x="209" y="279"/>
                    <a:pt x="209" y="280"/>
                  </a:cubicBezTo>
                  <a:cubicBezTo>
                    <a:pt x="208" y="280"/>
                    <a:pt x="208" y="279"/>
                    <a:pt x="208" y="278"/>
                  </a:cubicBezTo>
                  <a:cubicBezTo>
                    <a:pt x="208" y="279"/>
                    <a:pt x="207" y="279"/>
                    <a:pt x="206" y="278"/>
                  </a:cubicBezTo>
                  <a:cubicBezTo>
                    <a:pt x="206" y="278"/>
                    <a:pt x="206" y="280"/>
                    <a:pt x="205" y="280"/>
                  </a:cubicBezTo>
                  <a:cubicBezTo>
                    <a:pt x="205" y="277"/>
                    <a:pt x="204" y="280"/>
                    <a:pt x="203" y="279"/>
                  </a:cubicBezTo>
                  <a:cubicBezTo>
                    <a:pt x="204" y="281"/>
                    <a:pt x="203" y="283"/>
                    <a:pt x="202" y="282"/>
                  </a:cubicBezTo>
                  <a:cubicBezTo>
                    <a:pt x="202" y="279"/>
                    <a:pt x="202" y="279"/>
                    <a:pt x="202" y="279"/>
                  </a:cubicBezTo>
                  <a:cubicBezTo>
                    <a:pt x="201" y="281"/>
                    <a:pt x="198" y="278"/>
                    <a:pt x="197" y="282"/>
                  </a:cubicBezTo>
                  <a:cubicBezTo>
                    <a:pt x="196" y="280"/>
                    <a:pt x="196" y="280"/>
                    <a:pt x="196" y="280"/>
                  </a:cubicBezTo>
                  <a:cubicBezTo>
                    <a:pt x="195" y="283"/>
                    <a:pt x="192" y="281"/>
                    <a:pt x="191" y="285"/>
                  </a:cubicBezTo>
                  <a:cubicBezTo>
                    <a:pt x="191" y="284"/>
                    <a:pt x="190" y="284"/>
                    <a:pt x="189" y="284"/>
                  </a:cubicBezTo>
                  <a:cubicBezTo>
                    <a:pt x="189" y="286"/>
                    <a:pt x="189" y="285"/>
                    <a:pt x="189" y="288"/>
                  </a:cubicBezTo>
                  <a:cubicBezTo>
                    <a:pt x="189" y="288"/>
                    <a:pt x="188" y="287"/>
                    <a:pt x="188" y="286"/>
                  </a:cubicBezTo>
                  <a:cubicBezTo>
                    <a:pt x="187" y="286"/>
                    <a:pt x="185" y="284"/>
                    <a:pt x="186" y="287"/>
                  </a:cubicBezTo>
                  <a:cubicBezTo>
                    <a:pt x="185" y="286"/>
                    <a:pt x="185" y="286"/>
                    <a:pt x="185" y="286"/>
                  </a:cubicBezTo>
                  <a:cubicBezTo>
                    <a:pt x="185" y="287"/>
                    <a:pt x="185" y="289"/>
                    <a:pt x="183" y="288"/>
                  </a:cubicBezTo>
                  <a:cubicBezTo>
                    <a:pt x="184" y="289"/>
                    <a:pt x="183" y="290"/>
                    <a:pt x="184" y="291"/>
                  </a:cubicBezTo>
                  <a:cubicBezTo>
                    <a:pt x="184" y="292"/>
                    <a:pt x="183" y="289"/>
                    <a:pt x="183" y="291"/>
                  </a:cubicBezTo>
                  <a:cubicBezTo>
                    <a:pt x="183" y="289"/>
                    <a:pt x="183" y="289"/>
                    <a:pt x="183" y="289"/>
                  </a:cubicBezTo>
                  <a:cubicBezTo>
                    <a:pt x="181" y="289"/>
                    <a:pt x="180" y="291"/>
                    <a:pt x="179" y="293"/>
                  </a:cubicBezTo>
                  <a:cubicBezTo>
                    <a:pt x="178" y="291"/>
                    <a:pt x="178" y="294"/>
                    <a:pt x="176" y="293"/>
                  </a:cubicBezTo>
                  <a:cubicBezTo>
                    <a:pt x="177" y="295"/>
                    <a:pt x="175" y="294"/>
                    <a:pt x="176" y="297"/>
                  </a:cubicBezTo>
                  <a:cubicBezTo>
                    <a:pt x="175" y="296"/>
                    <a:pt x="175" y="296"/>
                    <a:pt x="175" y="296"/>
                  </a:cubicBezTo>
                  <a:cubicBezTo>
                    <a:pt x="175" y="296"/>
                    <a:pt x="174" y="297"/>
                    <a:pt x="172" y="297"/>
                  </a:cubicBezTo>
                  <a:cubicBezTo>
                    <a:pt x="172" y="298"/>
                    <a:pt x="173" y="299"/>
                    <a:pt x="174" y="300"/>
                  </a:cubicBezTo>
                  <a:cubicBezTo>
                    <a:pt x="172" y="299"/>
                    <a:pt x="172" y="299"/>
                    <a:pt x="172" y="299"/>
                  </a:cubicBezTo>
                  <a:cubicBezTo>
                    <a:pt x="173" y="300"/>
                    <a:pt x="175" y="301"/>
                    <a:pt x="176" y="302"/>
                  </a:cubicBezTo>
                  <a:cubicBezTo>
                    <a:pt x="175" y="302"/>
                    <a:pt x="176" y="302"/>
                    <a:pt x="175" y="302"/>
                  </a:cubicBezTo>
                  <a:cubicBezTo>
                    <a:pt x="175" y="302"/>
                    <a:pt x="173" y="301"/>
                    <a:pt x="172" y="300"/>
                  </a:cubicBezTo>
                  <a:cubicBezTo>
                    <a:pt x="171" y="301"/>
                    <a:pt x="174" y="303"/>
                    <a:pt x="172" y="303"/>
                  </a:cubicBezTo>
                  <a:cubicBezTo>
                    <a:pt x="172" y="304"/>
                    <a:pt x="172" y="305"/>
                    <a:pt x="174" y="305"/>
                  </a:cubicBezTo>
                  <a:cubicBezTo>
                    <a:pt x="173" y="305"/>
                    <a:pt x="173" y="305"/>
                    <a:pt x="172" y="305"/>
                  </a:cubicBezTo>
                  <a:cubicBezTo>
                    <a:pt x="172" y="306"/>
                    <a:pt x="173" y="306"/>
                    <a:pt x="173" y="306"/>
                  </a:cubicBezTo>
                  <a:cubicBezTo>
                    <a:pt x="173" y="306"/>
                    <a:pt x="174" y="306"/>
                    <a:pt x="174" y="306"/>
                  </a:cubicBezTo>
                  <a:cubicBezTo>
                    <a:pt x="175" y="305"/>
                    <a:pt x="175" y="306"/>
                    <a:pt x="176" y="305"/>
                  </a:cubicBezTo>
                  <a:cubicBezTo>
                    <a:pt x="177" y="305"/>
                    <a:pt x="178" y="306"/>
                    <a:pt x="179" y="306"/>
                  </a:cubicBezTo>
                  <a:cubicBezTo>
                    <a:pt x="178" y="306"/>
                    <a:pt x="177" y="305"/>
                    <a:pt x="177" y="304"/>
                  </a:cubicBezTo>
                  <a:cubicBezTo>
                    <a:pt x="178" y="304"/>
                    <a:pt x="177" y="304"/>
                    <a:pt x="176" y="304"/>
                  </a:cubicBezTo>
                  <a:cubicBezTo>
                    <a:pt x="176" y="304"/>
                    <a:pt x="176" y="304"/>
                    <a:pt x="176" y="304"/>
                  </a:cubicBezTo>
                  <a:cubicBezTo>
                    <a:pt x="176" y="304"/>
                    <a:pt x="175" y="304"/>
                    <a:pt x="174" y="303"/>
                  </a:cubicBezTo>
                  <a:cubicBezTo>
                    <a:pt x="175" y="304"/>
                    <a:pt x="175" y="304"/>
                    <a:pt x="175" y="304"/>
                  </a:cubicBezTo>
                  <a:cubicBezTo>
                    <a:pt x="174" y="303"/>
                    <a:pt x="174" y="303"/>
                    <a:pt x="174" y="303"/>
                  </a:cubicBezTo>
                  <a:cubicBezTo>
                    <a:pt x="175" y="303"/>
                    <a:pt x="176" y="303"/>
                    <a:pt x="176" y="303"/>
                  </a:cubicBezTo>
                  <a:cubicBezTo>
                    <a:pt x="176" y="303"/>
                    <a:pt x="175" y="303"/>
                    <a:pt x="177" y="303"/>
                  </a:cubicBezTo>
                  <a:cubicBezTo>
                    <a:pt x="179" y="303"/>
                    <a:pt x="179" y="303"/>
                    <a:pt x="179" y="303"/>
                  </a:cubicBezTo>
                  <a:cubicBezTo>
                    <a:pt x="179" y="303"/>
                    <a:pt x="178" y="303"/>
                    <a:pt x="178"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8" y="302"/>
                    <a:pt x="178" y="302"/>
                    <a:pt x="178" y="302"/>
                  </a:cubicBezTo>
                  <a:cubicBezTo>
                    <a:pt x="178" y="302"/>
                    <a:pt x="179" y="302"/>
                    <a:pt x="179" y="303"/>
                  </a:cubicBezTo>
                  <a:cubicBezTo>
                    <a:pt x="180" y="303"/>
                    <a:pt x="180" y="303"/>
                    <a:pt x="180" y="303"/>
                  </a:cubicBezTo>
                  <a:cubicBezTo>
                    <a:pt x="180" y="303"/>
                    <a:pt x="180" y="303"/>
                    <a:pt x="180" y="303"/>
                  </a:cubicBezTo>
                  <a:cubicBezTo>
                    <a:pt x="180" y="303"/>
                    <a:pt x="180"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80" y="303"/>
                    <a:pt x="181" y="304"/>
                    <a:pt x="181" y="304"/>
                  </a:cubicBezTo>
                  <a:cubicBezTo>
                    <a:pt x="181" y="304"/>
                    <a:pt x="180" y="302"/>
                    <a:pt x="182" y="303"/>
                  </a:cubicBezTo>
                  <a:cubicBezTo>
                    <a:pt x="182" y="303"/>
                    <a:pt x="182" y="302"/>
                    <a:pt x="181" y="301"/>
                  </a:cubicBezTo>
                  <a:cubicBezTo>
                    <a:pt x="181" y="300"/>
                    <a:pt x="183" y="303"/>
                    <a:pt x="182" y="302"/>
                  </a:cubicBezTo>
                  <a:cubicBezTo>
                    <a:pt x="183" y="303"/>
                    <a:pt x="185" y="304"/>
                    <a:pt x="186" y="305"/>
                  </a:cubicBezTo>
                  <a:cubicBezTo>
                    <a:pt x="186" y="305"/>
                    <a:pt x="187" y="306"/>
                    <a:pt x="186" y="306"/>
                  </a:cubicBezTo>
                  <a:cubicBezTo>
                    <a:pt x="187" y="306"/>
                    <a:pt x="187" y="307"/>
                    <a:pt x="187" y="307"/>
                  </a:cubicBezTo>
                  <a:cubicBezTo>
                    <a:pt x="187" y="306"/>
                    <a:pt x="185" y="305"/>
                    <a:pt x="185" y="304"/>
                  </a:cubicBezTo>
                  <a:cubicBezTo>
                    <a:pt x="183" y="303"/>
                    <a:pt x="185" y="304"/>
                    <a:pt x="183" y="302"/>
                  </a:cubicBezTo>
                  <a:cubicBezTo>
                    <a:pt x="184" y="302"/>
                    <a:pt x="184" y="302"/>
                    <a:pt x="184" y="301"/>
                  </a:cubicBezTo>
                  <a:cubicBezTo>
                    <a:pt x="184" y="301"/>
                    <a:pt x="185" y="303"/>
                    <a:pt x="186" y="303"/>
                  </a:cubicBezTo>
                  <a:cubicBezTo>
                    <a:pt x="185" y="302"/>
                    <a:pt x="185" y="301"/>
                    <a:pt x="185" y="301"/>
                  </a:cubicBezTo>
                  <a:cubicBezTo>
                    <a:pt x="185" y="300"/>
                    <a:pt x="184" y="300"/>
                    <a:pt x="184" y="298"/>
                  </a:cubicBezTo>
                  <a:cubicBezTo>
                    <a:pt x="183" y="298"/>
                    <a:pt x="183" y="297"/>
                    <a:pt x="183" y="297"/>
                  </a:cubicBezTo>
                  <a:cubicBezTo>
                    <a:pt x="184" y="299"/>
                    <a:pt x="186" y="301"/>
                    <a:pt x="186" y="301"/>
                  </a:cubicBezTo>
                  <a:cubicBezTo>
                    <a:pt x="188" y="304"/>
                    <a:pt x="185" y="301"/>
                    <a:pt x="187" y="303"/>
                  </a:cubicBezTo>
                  <a:cubicBezTo>
                    <a:pt x="188" y="305"/>
                    <a:pt x="187" y="306"/>
                    <a:pt x="187" y="305"/>
                  </a:cubicBezTo>
                  <a:cubicBezTo>
                    <a:pt x="188" y="307"/>
                    <a:pt x="187" y="305"/>
                    <a:pt x="188" y="307"/>
                  </a:cubicBezTo>
                  <a:cubicBezTo>
                    <a:pt x="188" y="307"/>
                    <a:pt x="188" y="305"/>
                    <a:pt x="188" y="305"/>
                  </a:cubicBezTo>
                  <a:cubicBezTo>
                    <a:pt x="187" y="304"/>
                    <a:pt x="187" y="304"/>
                    <a:pt x="187" y="303"/>
                  </a:cubicBezTo>
                  <a:cubicBezTo>
                    <a:pt x="186" y="300"/>
                    <a:pt x="188" y="304"/>
                    <a:pt x="188" y="304"/>
                  </a:cubicBezTo>
                  <a:cubicBezTo>
                    <a:pt x="189" y="305"/>
                    <a:pt x="189" y="305"/>
                    <a:pt x="189" y="305"/>
                  </a:cubicBezTo>
                  <a:cubicBezTo>
                    <a:pt x="189" y="306"/>
                    <a:pt x="188" y="304"/>
                    <a:pt x="189" y="304"/>
                  </a:cubicBezTo>
                  <a:cubicBezTo>
                    <a:pt x="190" y="307"/>
                    <a:pt x="189" y="305"/>
                    <a:pt x="189" y="306"/>
                  </a:cubicBezTo>
                  <a:cubicBezTo>
                    <a:pt x="190" y="308"/>
                    <a:pt x="190" y="308"/>
                    <a:pt x="190" y="308"/>
                  </a:cubicBezTo>
                  <a:cubicBezTo>
                    <a:pt x="190" y="308"/>
                    <a:pt x="189" y="309"/>
                    <a:pt x="188" y="310"/>
                  </a:cubicBezTo>
                  <a:cubicBezTo>
                    <a:pt x="188" y="309"/>
                    <a:pt x="188" y="309"/>
                    <a:pt x="188" y="309"/>
                  </a:cubicBezTo>
                  <a:cubicBezTo>
                    <a:pt x="187" y="311"/>
                    <a:pt x="186" y="306"/>
                    <a:pt x="186" y="311"/>
                  </a:cubicBezTo>
                  <a:cubicBezTo>
                    <a:pt x="186" y="312"/>
                    <a:pt x="186" y="312"/>
                    <a:pt x="186" y="312"/>
                  </a:cubicBezTo>
                  <a:cubicBezTo>
                    <a:pt x="185" y="310"/>
                    <a:pt x="185" y="310"/>
                    <a:pt x="185" y="310"/>
                  </a:cubicBezTo>
                  <a:cubicBezTo>
                    <a:pt x="185" y="311"/>
                    <a:pt x="184" y="310"/>
                    <a:pt x="184" y="312"/>
                  </a:cubicBezTo>
                  <a:cubicBezTo>
                    <a:pt x="184" y="310"/>
                    <a:pt x="184" y="310"/>
                    <a:pt x="184" y="310"/>
                  </a:cubicBezTo>
                  <a:cubicBezTo>
                    <a:pt x="184" y="310"/>
                    <a:pt x="184" y="313"/>
                    <a:pt x="183" y="312"/>
                  </a:cubicBezTo>
                  <a:cubicBezTo>
                    <a:pt x="183" y="311"/>
                    <a:pt x="183" y="311"/>
                    <a:pt x="183" y="311"/>
                  </a:cubicBezTo>
                  <a:cubicBezTo>
                    <a:pt x="183" y="311"/>
                    <a:pt x="183" y="311"/>
                    <a:pt x="183" y="311"/>
                  </a:cubicBezTo>
                  <a:cubicBezTo>
                    <a:pt x="182" y="311"/>
                    <a:pt x="182" y="312"/>
                    <a:pt x="181" y="312"/>
                  </a:cubicBezTo>
                  <a:cubicBezTo>
                    <a:pt x="182" y="311"/>
                    <a:pt x="182" y="311"/>
                    <a:pt x="183" y="310"/>
                  </a:cubicBezTo>
                  <a:cubicBezTo>
                    <a:pt x="181" y="308"/>
                    <a:pt x="177" y="307"/>
                    <a:pt x="178" y="311"/>
                  </a:cubicBezTo>
                  <a:cubicBezTo>
                    <a:pt x="178" y="312"/>
                    <a:pt x="176" y="309"/>
                    <a:pt x="176" y="309"/>
                  </a:cubicBezTo>
                  <a:cubicBezTo>
                    <a:pt x="177" y="312"/>
                    <a:pt x="172" y="313"/>
                    <a:pt x="178" y="313"/>
                  </a:cubicBezTo>
                  <a:cubicBezTo>
                    <a:pt x="178" y="313"/>
                    <a:pt x="179" y="313"/>
                    <a:pt x="179" y="313"/>
                  </a:cubicBezTo>
                  <a:cubicBezTo>
                    <a:pt x="179" y="314"/>
                    <a:pt x="180" y="316"/>
                    <a:pt x="183" y="321"/>
                  </a:cubicBezTo>
                  <a:cubicBezTo>
                    <a:pt x="183" y="321"/>
                    <a:pt x="183" y="321"/>
                    <a:pt x="183" y="321"/>
                  </a:cubicBezTo>
                  <a:cubicBezTo>
                    <a:pt x="185" y="320"/>
                    <a:pt x="189" y="325"/>
                    <a:pt x="192" y="323"/>
                  </a:cubicBezTo>
                  <a:cubicBezTo>
                    <a:pt x="192" y="322"/>
                    <a:pt x="192" y="321"/>
                    <a:pt x="192" y="321"/>
                  </a:cubicBezTo>
                  <a:cubicBezTo>
                    <a:pt x="192" y="322"/>
                    <a:pt x="192" y="322"/>
                    <a:pt x="192" y="322"/>
                  </a:cubicBezTo>
                  <a:cubicBezTo>
                    <a:pt x="193" y="320"/>
                    <a:pt x="193" y="320"/>
                    <a:pt x="193" y="320"/>
                  </a:cubicBezTo>
                  <a:cubicBezTo>
                    <a:pt x="193" y="320"/>
                    <a:pt x="193" y="322"/>
                    <a:pt x="192" y="322"/>
                  </a:cubicBezTo>
                  <a:cubicBezTo>
                    <a:pt x="194" y="322"/>
                    <a:pt x="195" y="322"/>
                    <a:pt x="196" y="322"/>
                  </a:cubicBezTo>
                  <a:cubicBezTo>
                    <a:pt x="197" y="320"/>
                    <a:pt x="197" y="322"/>
                    <a:pt x="197" y="320"/>
                  </a:cubicBezTo>
                  <a:cubicBezTo>
                    <a:pt x="197" y="321"/>
                    <a:pt x="197" y="321"/>
                    <a:pt x="197" y="321"/>
                  </a:cubicBezTo>
                  <a:cubicBezTo>
                    <a:pt x="198" y="320"/>
                    <a:pt x="198" y="320"/>
                    <a:pt x="199" y="322"/>
                  </a:cubicBezTo>
                  <a:cubicBezTo>
                    <a:pt x="199" y="323"/>
                    <a:pt x="199" y="323"/>
                    <a:pt x="199" y="323"/>
                  </a:cubicBezTo>
                  <a:cubicBezTo>
                    <a:pt x="198" y="323"/>
                    <a:pt x="198" y="323"/>
                    <a:pt x="197" y="323"/>
                  </a:cubicBezTo>
                  <a:cubicBezTo>
                    <a:pt x="198" y="323"/>
                    <a:pt x="198" y="323"/>
                    <a:pt x="198" y="323"/>
                  </a:cubicBezTo>
                  <a:cubicBezTo>
                    <a:pt x="197" y="324"/>
                    <a:pt x="197" y="324"/>
                    <a:pt x="197" y="324"/>
                  </a:cubicBezTo>
                  <a:cubicBezTo>
                    <a:pt x="197" y="324"/>
                    <a:pt x="196" y="325"/>
                    <a:pt x="197" y="325"/>
                  </a:cubicBezTo>
                  <a:cubicBezTo>
                    <a:pt x="199" y="325"/>
                    <a:pt x="199" y="325"/>
                    <a:pt x="199" y="325"/>
                  </a:cubicBezTo>
                  <a:cubicBezTo>
                    <a:pt x="199" y="325"/>
                    <a:pt x="201" y="325"/>
                    <a:pt x="199" y="326"/>
                  </a:cubicBezTo>
                  <a:cubicBezTo>
                    <a:pt x="197" y="326"/>
                    <a:pt x="197" y="326"/>
                    <a:pt x="197" y="326"/>
                  </a:cubicBezTo>
                  <a:cubicBezTo>
                    <a:pt x="197" y="326"/>
                    <a:pt x="198" y="326"/>
                    <a:pt x="198" y="326"/>
                  </a:cubicBezTo>
                  <a:cubicBezTo>
                    <a:pt x="195" y="326"/>
                    <a:pt x="195" y="326"/>
                    <a:pt x="195" y="326"/>
                  </a:cubicBezTo>
                  <a:cubicBezTo>
                    <a:pt x="199" y="326"/>
                    <a:pt x="196" y="327"/>
                    <a:pt x="197" y="327"/>
                  </a:cubicBezTo>
                  <a:cubicBezTo>
                    <a:pt x="196" y="327"/>
                    <a:pt x="196" y="327"/>
                    <a:pt x="196" y="327"/>
                  </a:cubicBezTo>
                  <a:cubicBezTo>
                    <a:pt x="195" y="328"/>
                    <a:pt x="198" y="327"/>
                    <a:pt x="198" y="327"/>
                  </a:cubicBezTo>
                  <a:cubicBezTo>
                    <a:pt x="198" y="328"/>
                    <a:pt x="195" y="328"/>
                    <a:pt x="194" y="328"/>
                  </a:cubicBezTo>
                  <a:cubicBezTo>
                    <a:pt x="194" y="329"/>
                    <a:pt x="196" y="329"/>
                    <a:pt x="194" y="330"/>
                  </a:cubicBezTo>
                  <a:cubicBezTo>
                    <a:pt x="195" y="330"/>
                    <a:pt x="196" y="331"/>
                    <a:pt x="197" y="331"/>
                  </a:cubicBezTo>
                  <a:cubicBezTo>
                    <a:pt x="197" y="332"/>
                    <a:pt x="194" y="331"/>
                    <a:pt x="195" y="332"/>
                  </a:cubicBezTo>
                  <a:cubicBezTo>
                    <a:pt x="195" y="332"/>
                    <a:pt x="194" y="332"/>
                    <a:pt x="193" y="332"/>
                  </a:cubicBezTo>
                  <a:cubicBezTo>
                    <a:pt x="194" y="332"/>
                    <a:pt x="193" y="333"/>
                    <a:pt x="195" y="332"/>
                  </a:cubicBezTo>
                  <a:cubicBezTo>
                    <a:pt x="194" y="333"/>
                    <a:pt x="194" y="334"/>
                    <a:pt x="195" y="334"/>
                  </a:cubicBezTo>
                  <a:cubicBezTo>
                    <a:pt x="195" y="334"/>
                    <a:pt x="193" y="334"/>
                    <a:pt x="192" y="334"/>
                  </a:cubicBezTo>
                  <a:cubicBezTo>
                    <a:pt x="194" y="334"/>
                    <a:pt x="195" y="335"/>
                    <a:pt x="194" y="335"/>
                  </a:cubicBezTo>
                  <a:cubicBezTo>
                    <a:pt x="196" y="335"/>
                    <a:pt x="196" y="335"/>
                    <a:pt x="198" y="335"/>
                  </a:cubicBezTo>
                  <a:cubicBezTo>
                    <a:pt x="198" y="335"/>
                    <a:pt x="199" y="335"/>
                    <a:pt x="199" y="335"/>
                  </a:cubicBezTo>
                  <a:cubicBezTo>
                    <a:pt x="197" y="336"/>
                    <a:pt x="194" y="336"/>
                    <a:pt x="194" y="336"/>
                  </a:cubicBezTo>
                  <a:cubicBezTo>
                    <a:pt x="191" y="336"/>
                    <a:pt x="194" y="335"/>
                    <a:pt x="192" y="336"/>
                  </a:cubicBezTo>
                  <a:cubicBezTo>
                    <a:pt x="189" y="335"/>
                    <a:pt x="189" y="335"/>
                    <a:pt x="191" y="334"/>
                  </a:cubicBezTo>
                  <a:cubicBezTo>
                    <a:pt x="188" y="334"/>
                    <a:pt x="190" y="335"/>
                    <a:pt x="188" y="335"/>
                  </a:cubicBezTo>
                  <a:cubicBezTo>
                    <a:pt x="188" y="335"/>
                    <a:pt x="189" y="335"/>
                    <a:pt x="190" y="336"/>
                  </a:cubicBezTo>
                  <a:cubicBezTo>
                    <a:pt x="191" y="336"/>
                    <a:pt x="191" y="336"/>
                    <a:pt x="192" y="336"/>
                  </a:cubicBezTo>
                  <a:cubicBezTo>
                    <a:pt x="195" y="336"/>
                    <a:pt x="190" y="336"/>
                    <a:pt x="190" y="337"/>
                  </a:cubicBezTo>
                  <a:cubicBezTo>
                    <a:pt x="190" y="336"/>
                    <a:pt x="190" y="336"/>
                    <a:pt x="190" y="336"/>
                  </a:cubicBezTo>
                  <a:cubicBezTo>
                    <a:pt x="189" y="337"/>
                    <a:pt x="191" y="337"/>
                    <a:pt x="190" y="337"/>
                  </a:cubicBezTo>
                  <a:cubicBezTo>
                    <a:pt x="187" y="337"/>
                    <a:pt x="190" y="337"/>
                    <a:pt x="188" y="336"/>
                  </a:cubicBezTo>
                  <a:cubicBezTo>
                    <a:pt x="186" y="337"/>
                    <a:pt x="186" y="337"/>
                    <a:pt x="186" y="337"/>
                  </a:cubicBezTo>
                  <a:cubicBezTo>
                    <a:pt x="185" y="337"/>
                    <a:pt x="188" y="337"/>
                    <a:pt x="188" y="337"/>
                  </a:cubicBezTo>
                  <a:cubicBezTo>
                    <a:pt x="186" y="337"/>
                    <a:pt x="186" y="337"/>
                    <a:pt x="186" y="337"/>
                  </a:cubicBezTo>
                  <a:cubicBezTo>
                    <a:pt x="187" y="338"/>
                    <a:pt x="187" y="338"/>
                    <a:pt x="187" y="338"/>
                  </a:cubicBezTo>
                  <a:cubicBezTo>
                    <a:pt x="188" y="338"/>
                    <a:pt x="190" y="338"/>
                    <a:pt x="190" y="337"/>
                  </a:cubicBezTo>
                  <a:cubicBezTo>
                    <a:pt x="193" y="337"/>
                    <a:pt x="190" y="338"/>
                    <a:pt x="191" y="338"/>
                  </a:cubicBezTo>
                  <a:cubicBezTo>
                    <a:pt x="193" y="338"/>
                    <a:pt x="191" y="338"/>
                    <a:pt x="193" y="338"/>
                  </a:cubicBezTo>
                  <a:cubicBezTo>
                    <a:pt x="194" y="338"/>
                    <a:pt x="194" y="338"/>
                    <a:pt x="195" y="338"/>
                  </a:cubicBezTo>
                  <a:cubicBezTo>
                    <a:pt x="195" y="339"/>
                    <a:pt x="193" y="339"/>
                    <a:pt x="191" y="339"/>
                  </a:cubicBezTo>
                  <a:cubicBezTo>
                    <a:pt x="191" y="339"/>
                    <a:pt x="191" y="338"/>
                    <a:pt x="192" y="338"/>
                  </a:cubicBezTo>
                  <a:cubicBezTo>
                    <a:pt x="190" y="338"/>
                    <a:pt x="188" y="339"/>
                    <a:pt x="187" y="338"/>
                  </a:cubicBezTo>
                  <a:cubicBezTo>
                    <a:pt x="186" y="339"/>
                    <a:pt x="188" y="339"/>
                    <a:pt x="189" y="339"/>
                  </a:cubicBezTo>
                  <a:cubicBezTo>
                    <a:pt x="189" y="339"/>
                    <a:pt x="190" y="339"/>
                    <a:pt x="191" y="339"/>
                  </a:cubicBezTo>
                  <a:cubicBezTo>
                    <a:pt x="196" y="340"/>
                    <a:pt x="187" y="339"/>
                    <a:pt x="188" y="340"/>
                  </a:cubicBezTo>
                  <a:cubicBezTo>
                    <a:pt x="191" y="340"/>
                    <a:pt x="193" y="341"/>
                    <a:pt x="196" y="340"/>
                  </a:cubicBezTo>
                  <a:cubicBezTo>
                    <a:pt x="197" y="341"/>
                    <a:pt x="197" y="341"/>
                    <a:pt x="197" y="341"/>
                  </a:cubicBezTo>
                  <a:cubicBezTo>
                    <a:pt x="195" y="341"/>
                    <a:pt x="195" y="341"/>
                    <a:pt x="193" y="341"/>
                  </a:cubicBezTo>
                  <a:cubicBezTo>
                    <a:pt x="193" y="341"/>
                    <a:pt x="193" y="341"/>
                    <a:pt x="193" y="341"/>
                  </a:cubicBezTo>
                  <a:cubicBezTo>
                    <a:pt x="191" y="341"/>
                    <a:pt x="191" y="341"/>
                    <a:pt x="191" y="341"/>
                  </a:cubicBezTo>
                  <a:cubicBezTo>
                    <a:pt x="189" y="341"/>
                    <a:pt x="188" y="341"/>
                    <a:pt x="187" y="341"/>
                  </a:cubicBezTo>
                  <a:cubicBezTo>
                    <a:pt x="188" y="342"/>
                    <a:pt x="189" y="341"/>
                    <a:pt x="189" y="342"/>
                  </a:cubicBezTo>
                  <a:cubicBezTo>
                    <a:pt x="188" y="342"/>
                    <a:pt x="187" y="342"/>
                    <a:pt x="187" y="342"/>
                  </a:cubicBezTo>
                  <a:cubicBezTo>
                    <a:pt x="188" y="342"/>
                    <a:pt x="190" y="342"/>
                    <a:pt x="191" y="342"/>
                  </a:cubicBezTo>
                  <a:cubicBezTo>
                    <a:pt x="191" y="343"/>
                    <a:pt x="189" y="343"/>
                    <a:pt x="188" y="343"/>
                  </a:cubicBezTo>
                  <a:cubicBezTo>
                    <a:pt x="187" y="342"/>
                    <a:pt x="187" y="342"/>
                    <a:pt x="187" y="342"/>
                  </a:cubicBezTo>
                  <a:cubicBezTo>
                    <a:pt x="188" y="343"/>
                    <a:pt x="186" y="342"/>
                    <a:pt x="186" y="343"/>
                  </a:cubicBezTo>
                  <a:cubicBezTo>
                    <a:pt x="188" y="343"/>
                    <a:pt x="189" y="343"/>
                    <a:pt x="191" y="343"/>
                  </a:cubicBezTo>
                  <a:cubicBezTo>
                    <a:pt x="191" y="343"/>
                    <a:pt x="190" y="344"/>
                    <a:pt x="190" y="344"/>
                  </a:cubicBezTo>
                  <a:cubicBezTo>
                    <a:pt x="189" y="343"/>
                    <a:pt x="189" y="343"/>
                    <a:pt x="189" y="343"/>
                  </a:cubicBezTo>
                  <a:cubicBezTo>
                    <a:pt x="189" y="344"/>
                    <a:pt x="186" y="343"/>
                    <a:pt x="186" y="344"/>
                  </a:cubicBezTo>
                  <a:cubicBezTo>
                    <a:pt x="188" y="344"/>
                    <a:pt x="188" y="344"/>
                    <a:pt x="188" y="344"/>
                  </a:cubicBezTo>
                  <a:cubicBezTo>
                    <a:pt x="186" y="344"/>
                    <a:pt x="186" y="344"/>
                    <a:pt x="186" y="344"/>
                  </a:cubicBezTo>
                  <a:cubicBezTo>
                    <a:pt x="188" y="344"/>
                    <a:pt x="187" y="344"/>
                    <a:pt x="188" y="344"/>
                  </a:cubicBezTo>
                  <a:cubicBezTo>
                    <a:pt x="187" y="344"/>
                    <a:pt x="187" y="344"/>
                    <a:pt x="187" y="344"/>
                  </a:cubicBezTo>
                  <a:cubicBezTo>
                    <a:pt x="187" y="345"/>
                    <a:pt x="190" y="345"/>
                    <a:pt x="188" y="345"/>
                  </a:cubicBezTo>
                  <a:cubicBezTo>
                    <a:pt x="190" y="345"/>
                    <a:pt x="188" y="345"/>
                    <a:pt x="189" y="345"/>
                  </a:cubicBezTo>
                  <a:cubicBezTo>
                    <a:pt x="191" y="344"/>
                    <a:pt x="191" y="345"/>
                    <a:pt x="191" y="345"/>
                  </a:cubicBezTo>
                  <a:cubicBezTo>
                    <a:pt x="188" y="345"/>
                    <a:pt x="191" y="346"/>
                    <a:pt x="191" y="346"/>
                  </a:cubicBezTo>
                  <a:cubicBezTo>
                    <a:pt x="190" y="346"/>
                    <a:pt x="189" y="346"/>
                    <a:pt x="188" y="346"/>
                  </a:cubicBezTo>
                  <a:cubicBezTo>
                    <a:pt x="190" y="346"/>
                    <a:pt x="190" y="346"/>
                    <a:pt x="190" y="346"/>
                  </a:cubicBezTo>
                  <a:cubicBezTo>
                    <a:pt x="187" y="346"/>
                    <a:pt x="191" y="347"/>
                    <a:pt x="190" y="347"/>
                  </a:cubicBezTo>
                  <a:cubicBezTo>
                    <a:pt x="189" y="347"/>
                    <a:pt x="187" y="347"/>
                    <a:pt x="187" y="347"/>
                  </a:cubicBezTo>
                  <a:cubicBezTo>
                    <a:pt x="190" y="347"/>
                    <a:pt x="190" y="347"/>
                    <a:pt x="192" y="347"/>
                  </a:cubicBezTo>
                  <a:cubicBezTo>
                    <a:pt x="191" y="348"/>
                    <a:pt x="189" y="347"/>
                    <a:pt x="187" y="347"/>
                  </a:cubicBezTo>
                  <a:cubicBezTo>
                    <a:pt x="189" y="348"/>
                    <a:pt x="185" y="348"/>
                    <a:pt x="188" y="348"/>
                  </a:cubicBezTo>
                  <a:cubicBezTo>
                    <a:pt x="189" y="348"/>
                    <a:pt x="190" y="348"/>
                    <a:pt x="191" y="348"/>
                  </a:cubicBezTo>
                  <a:cubicBezTo>
                    <a:pt x="191" y="349"/>
                    <a:pt x="190" y="348"/>
                    <a:pt x="189" y="348"/>
                  </a:cubicBezTo>
                  <a:cubicBezTo>
                    <a:pt x="189" y="349"/>
                    <a:pt x="191" y="349"/>
                    <a:pt x="192" y="349"/>
                  </a:cubicBezTo>
                  <a:cubicBezTo>
                    <a:pt x="191" y="349"/>
                    <a:pt x="194" y="349"/>
                    <a:pt x="192" y="350"/>
                  </a:cubicBezTo>
                  <a:cubicBezTo>
                    <a:pt x="191" y="350"/>
                    <a:pt x="191" y="349"/>
                    <a:pt x="190" y="349"/>
                  </a:cubicBezTo>
                  <a:cubicBezTo>
                    <a:pt x="190" y="350"/>
                    <a:pt x="194" y="350"/>
                    <a:pt x="195" y="350"/>
                  </a:cubicBezTo>
                  <a:cubicBezTo>
                    <a:pt x="196" y="350"/>
                    <a:pt x="199" y="351"/>
                    <a:pt x="200" y="351"/>
                  </a:cubicBezTo>
                  <a:cubicBezTo>
                    <a:pt x="199" y="352"/>
                    <a:pt x="199" y="351"/>
                    <a:pt x="197" y="351"/>
                  </a:cubicBezTo>
                  <a:cubicBezTo>
                    <a:pt x="197" y="351"/>
                    <a:pt x="197" y="351"/>
                    <a:pt x="197" y="351"/>
                  </a:cubicBezTo>
                  <a:cubicBezTo>
                    <a:pt x="194" y="351"/>
                    <a:pt x="192" y="350"/>
                    <a:pt x="190" y="350"/>
                  </a:cubicBezTo>
                  <a:cubicBezTo>
                    <a:pt x="191" y="350"/>
                    <a:pt x="191" y="350"/>
                    <a:pt x="191" y="350"/>
                  </a:cubicBezTo>
                  <a:cubicBezTo>
                    <a:pt x="188" y="350"/>
                    <a:pt x="188" y="350"/>
                    <a:pt x="188" y="350"/>
                  </a:cubicBezTo>
                  <a:cubicBezTo>
                    <a:pt x="190" y="350"/>
                    <a:pt x="188" y="351"/>
                    <a:pt x="189" y="351"/>
                  </a:cubicBezTo>
                  <a:cubicBezTo>
                    <a:pt x="190" y="351"/>
                    <a:pt x="188" y="351"/>
                    <a:pt x="189" y="351"/>
                  </a:cubicBezTo>
                  <a:cubicBezTo>
                    <a:pt x="190" y="351"/>
                    <a:pt x="193" y="351"/>
                    <a:pt x="192" y="352"/>
                  </a:cubicBezTo>
                  <a:cubicBezTo>
                    <a:pt x="188" y="351"/>
                    <a:pt x="188" y="351"/>
                    <a:pt x="188" y="351"/>
                  </a:cubicBezTo>
                  <a:cubicBezTo>
                    <a:pt x="188" y="352"/>
                    <a:pt x="190" y="352"/>
                    <a:pt x="189" y="352"/>
                  </a:cubicBezTo>
                  <a:cubicBezTo>
                    <a:pt x="188" y="352"/>
                    <a:pt x="188" y="352"/>
                    <a:pt x="188" y="352"/>
                  </a:cubicBezTo>
                  <a:cubicBezTo>
                    <a:pt x="188" y="353"/>
                    <a:pt x="188" y="354"/>
                    <a:pt x="192" y="356"/>
                  </a:cubicBezTo>
                  <a:cubicBezTo>
                    <a:pt x="190" y="356"/>
                    <a:pt x="190" y="356"/>
                    <a:pt x="189" y="357"/>
                  </a:cubicBezTo>
                  <a:cubicBezTo>
                    <a:pt x="189" y="357"/>
                    <a:pt x="191" y="357"/>
                    <a:pt x="191" y="357"/>
                  </a:cubicBezTo>
                  <a:cubicBezTo>
                    <a:pt x="189" y="357"/>
                    <a:pt x="189" y="357"/>
                    <a:pt x="189" y="357"/>
                  </a:cubicBezTo>
                  <a:cubicBezTo>
                    <a:pt x="188" y="357"/>
                    <a:pt x="189" y="358"/>
                    <a:pt x="191" y="359"/>
                  </a:cubicBezTo>
                  <a:cubicBezTo>
                    <a:pt x="189" y="358"/>
                    <a:pt x="189" y="358"/>
                    <a:pt x="189" y="358"/>
                  </a:cubicBezTo>
                  <a:cubicBezTo>
                    <a:pt x="188" y="359"/>
                    <a:pt x="190" y="359"/>
                    <a:pt x="191" y="359"/>
                  </a:cubicBezTo>
                  <a:cubicBezTo>
                    <a:pt x="189" y="359"/>
                    <a:pt x="189" y="359"/>
                    <a:pt x="189" y="359"/>
                  </a:cubicBezTo>
                  <a:cubicBezTo>
                    <a:pt x="191" y="359"/>
                    <a:pt x="191" y="359"/>
                    <a:pt x="191" y="359"/>
                  </a:cubicBezTo>
                  <a:cubicBezTo>
                    <a:pt x="191" y="360"/>
                    <a:pt x="191" y="360"/>
                    <a:pt x="189" y="360"/>
                  </a:cubicBezTo>
                  <a:cubicBezTo>
                    <a:pt x="190" y="360"/>
                    <a:pt x="190" y="360"/>
                    <a:pt x="190" y="360"/>
                  </a:cubicBezTo>
                  <a:cubicBezTo>
                    <a:pt x="189" y="360"/>
                    <a:pt x="189" y="361"/>
                    <a:pt x="189" y="362"/>
                  </a:cubicBezTo>
                  <a:cubicBezTo>
                    <a:pt x="190" y="362"/>
                    <a:pt x="191" y="362"/>
                    <a:pt x="192" y="362"/>
                  </a:cubicBezTo>
                  <a:cubicBezTo>
                    <a:pt x="194" y="362"/>
                    <a:pt x="192" y="362"/>
                    <a:pt x="193" y="362"/>
                  </a:cubicBezTo>
                  <a:cubicBezTo>
                    <a:pt x="191" y="362"/>
                    <a:pt x="191" y="362"/>
                    <a:pt x="191" y="362"/>
                  </a:cubicBezTo>
                  <a:cubicBezTo>
                    <a:pt x="187" y="362"/>
                    <a:pt x="190" y="364"/>
                    <a:pt x="189" y="365"/>
                  </a:cubicBezTo>
                  <a:cubicBezTo>
                    <a:pt x="190" y="365"/>
                    <a:pt x="190" y="365"/>
                    <a:pt x="190" y="365"/>
                  </a:cubicBezTo>
                  <a:cubicBezTo>
                    <a:pt x="188" y="365"/>
                    <a:pt x="190" y="366"/>
                    <a:pt x="189" y="367"/>
                  </a:cubicBezTo>
                  <a:cubicBezTo>
                    <a:pt x="190" y="367"/>
                    <a:pt x="193" y="367"/>
                    <a:pt x="193" y="368"/>
                  </a:cubicBezTo>
                  <a:cubicBezTo>
                    <a:pt x="195" y="368"/>
                    <a:pt x="190" y="368"/>
                    <a:pt x="189" y="368"/>
                  </a:cubicBezTo>
                  <a:cubicBezTo>
                    <a:pt x="190" y="368"/>
                    <a:pt x="190" y="368"/>
                    <a:pt x="190" y="369"/>
                  </a:cubicBezTo>
                  <a:cubicBezTo>
                    <a:pt x="190" y="369"/>
                    <a:pt x="190" y="369"/>
                    <a:pt x="190" y="369"/>
                  </a:cubicBezTo>
                  <a:cubicBezTo>
                    <a:pt x="191" y="369"/>
                    <a:pt x="191" y="369"/>
                    <a:pt x="190" y="369"/>
                  </a:cubicBezTo>
                  <a:cubicBezTo>
                    <a:pt x="190" y="369"/>
                    <a:pt x="190" y="369"/>
                    <a:pt x="190" y="369"/>
                  </a:cubicBezTo>
                  <a:cubicBezTo>
                    <a:pt x="190" y="370"/>
                    <a:pt x="189" y="370"/>
                    <a:pt x="189" y="370"/>
                  </a:cubicBezTo>
                  <a:cubicBezTo>
                    <a:pt x="191" y="370"/>
                    <a:pt x="190" y="371"/>
                    <a:pt x="191" y="371"/>
                  </a:cubicBezTo>
                  <a:cubicBezTo>
                    <a:pt x="190" y="371"/>
                    <a:pt x="190" y="371"/>
                    <a:pt x="190" y="371"/>
                  </a:cubicBezTo>
                  <a:cubicBezTo>
                    <a:pt x="192" y="371"/>
                    <a:pt x="192" y="371"/>
                    <a:pt x="192" y="371"/>
                  </a:cubicBezTo>
                  <a:cubicBezTo>
                    <a:pt x="191" y="371"/>
                    <a:pt x="191" y="371"/>
                    <a:pt x="191" y="371"/>
                  </a:cubicBezTo>
                  <a:cubicBezTo>
                    <a:pt x="189" y="371"/>
                    <a:pt x="189" y="371"/>
                    <a:pt x="189" y="371"/>
                  </a:cubicBezTo>
                  <a:cubicBezTo>
                    <a:pt x="188" y="371"/>
                    <a:pt x="191" y="371"/>
                    <a:pt x="192" y="372"/>
                  </a:cubicBezTo>
                  <a:cubicBezTo>
                    <a:pt x="193" y="372"/>
                    <a:pt x="191" y="372"/>
                    <a:pt x="191" y="372"/>
                  </a:cubicBezTo>
                  <a:cubicBezTo>
                    <a:pt x="190" y="372"/>
                    <a:pt x="191" y="372"/>
                    <a:pt x="191" y="372"/>
                  </a:cubicBezTo>
                  <a:cubicBezTo>
                    <a:pt x="189" y="371"/>
                    <a:pt x="190" y="372"/>
                    <a:pt x="189" y="372"/>
                  </a:cubicBezTo>
                  <a:cubicBezTo>
                    <a:pt x="189" y="372"/>
                    <a:pt x="191" y="372"/>
                    <a:pt x="191" y="372"/>
                  </a:cubicBezTo>
                  <a:cubicBezTo>
                    <a:pt x="190" y="373"/>
                    <a:pt x="191" y="373"/>
                    <a:pt x="189" y="373"/>
                  </a:cubicBezTo>
                  <a:cubicBezTo>
                    <a:pt x="190" y="373"/>
                    <a:pt x="190" y="373"/>
                    <a:pt x="191" y="374"/>
                  </a:cubicBezTo>
                  <a:cubicBezTo>
                    <a:pt x="191" y="373"/>
                    <a:pt x="191" y="373"/>
                    <a:pt x="193" y="373"/>
                  </a:cubicBezTo>
                  <a:cubicBezTo>
                    <a:pt x="193" y="373"/>
                    <a:pt x="193" y="374"/>
                    <a:pt x="192" y="374"/>
                  </a:cubicBezTo>
                  <a:cubicBezTo>
                    <a:pt x="192" y="374"/>
                    <a:pt x="192" y="374"/>
                    <a:pt x="192" y="374"/>
                  </a:cubicBezTo>
                  <a:cubicBezTo>
                    <a:pt x="192" y="374"/>
                    <a:pt x="192" y="374"/>
                    <a:pt x="193" y="374"/>
                  </a:cubicBezTo>
                  <a:cubicBezTo>
                    <a:pt x="191" y="374"/>
                    <a:pt x="191" y="374"/>
                    <a:pt x="191" y="374"/>
                  </a:cubicBezTo>
                  <a:cubicBezTo>
                    <a:pt x="193" y="374"/>
                    <a:pt x="192" y="375"/>
                    <a:pt x="193" y="375"/>
                  </a:cubicBezTo>
                  <a:cubicBezTo>
                    <a:pt x="191" y="375"/>
                    <a:pt x="189" y="375"/>
                    <a:pt x="189" y="375"/>
                  </a:cubicBezTo>
                  <a:cubicBezTo>
                    <a:pt x="190" y="376"/>
                    <a:pt x="190" y="376"/>
                    <a:pt x="190" y="376"/>
                  </a:cubicBezTo>
                  <a:cubicBezTo>
                    <a:pt x="191" y="376"/>
                    <a:pt x="190" y="376"/>
                    <a:pt x="189" y="376"/>
                  </a:cubicBezTo>
                  <a:cubicBezTo>
                    <a:pt x="188" y="376"/>
                    <a:pt x="194" y="377"/>
                    <a:pt x="192" y="377"/>
                  </a:cubicBezTo>
                  <a:cubicBezTo>
                    <a:pt x="190" y="377"/>
                    <a:pt x="190" y="377"/>
                    <a:pt x="189" y="377"/>
                  </a:cubicBezTo>
                  <a:cubicBezTo>
                    <a:pt x="190" y="378"/>
                    <a:pt x="191" y="378"/>
                    <a:pt x="191" y="378"/>
                  </a:cubicBezTo>
                  <a:cubicBezTo>
                    <a:pt x="192" y="378"/>
                    <a:pt x="189" y="377"/>
                    <a:pt x="191" y="377"/>
                  </a:cubicBezTo>
                  <a:cubicBezTo>
                    <a:pt x="192" y="377"/>
                    <a:pt x="191" y="378"/>
                    <a:pt x="192" y="378"/>
                  </a:cubicBezTo>
                  <a:cubicBezTo>
                    <a:pt x="187" y="378"/>
                    <a:pt x="191" y="380"/>
                    <a:pt x="188" y="380"/>
                  </a:cubicBezTo>
                  <a:cubicBezTo>
                    <a:pt x="191" y="380"/>
                    <a:pt x="189" y="381"/>
                    <a:pt x="190" y="381"/>
                  </a:cubicBezTo>
                  <a:cubicBezTo>
                    <a:pt x="187" y="381"/>
                    <a:pt x="190" y="382"/>
                    <a:pt x="189" y="382"/>
                  </a:cubicBezTo>
                  <a:cubicBezTo>
                    <a:pt x="191" y="382"/>
                    <a:pt x="191" y="382"/>
                    <a:pt x="191" y="382"/>
                  </a:cubicBezTo>
                  <a:cubicBezTo>
                    <a:pt x="190" y="382"/>
                    <a:pt x="195" y="383"/>
                    <a:pt x="192" y="383"/>
                  </a:cubicBezTo>
                  <a:cubicBezTo>
                    <a:pt x="191" y="383"/>
                    <a:pt x="190" y="383"/>
                    <a:pt x="190" y="383"/>
                  </a:cubicBezTo>
                  <a:cubicBezTo>
                    <a:pt x="187" y="383"/>
                    <a:pt x="192" y="384"/>
                    <a:pt x="189" y="384"/>
                  </a:cubicBezTo>
                  <a:cubicBezTo>
                    <a:pt x="190" y="384"/>
                    <a:pt x="192" y="384"/>
                    <a:pt x="193" y="385"/>
                  </a:cubicBezTo>
                  <a:cubicBezTo>
                    <a:pt x="192" y="385"/>
                    <a:pt x="190" y="385"/>
                    <a:pt x="190" y="385"/>
                  </a:cubicBezTo>
                  <a:cubicBezTo>
                    <a:pt x="190" y="386"/>
                    <a:pt x="191" y="386"/>
                    <a:pt x="190" y="386"/>
                  </a:cubicBezTo>
                  <a:cubicBezTo>
                    <a:pt x="189" y="386"/>
                    <a:pt x="189" y="386"/>
                    <a:pt x="189" y="386"/>
                  </a:cubicBezTo>
                  <a:cubicBezTo>
                    <a:pt x="188" y="386"/>
                    <a:pt x="189" y="386"/>
                    <a:pt x="190" y="387"/>
                  </a:cubicBezTo>
                  <a:cubicBezTo>
                    <a:pt x="188" y="387"/>
                    <a:pt x="189" y="388"/>
                    <a:pt x="188" y="388"/>
                  </a:cubicBezTo>
                  <a:cubicBezTo>
                    <a:pt x="191" y="389"/>
                    <a:pt x="187" y="389"/>
                    <a:pt x="190" y="389"/>
                  </a:cubicBezTo>
                  <a:cubicBezTo>
                    <a:pt x="189" y="389"/>
                    <a:pt x="189" y="389"/>
                    <a:pt x="189" y="389"/>
                  </a:cubicBezTo>
                  <a:cubicBezTo>
                    <a:pt x="190" y="389"/>
                    <a:pt x="192" y="390"/>
                    <a:pt x="192" y="390"/>
                  </a:cubicBezTo>
                  <a:cubicBezTo>
                    <a:pt x="190" y="390"/>
                    <a:pt x="190" y="390"/>
                    <a:pt x="190" y="390"/>
                  </a:cubicBezTo>
                  <a:cubicBezTo>
                    <a:pt x="188" y="390"/>
                    <a:pt x="190" y="390"/>
                    <a:pt x="189" y="391"/>
                  </a:cubicBezTo>
                  <a:cubicBezTo>
                    <a:pt x="190" y="390"/>
                    <a:pt x="189" y="391"/>
                    <a:pt x="190" y="391"/>
                  </a:cubicBezTo>
                  <a:cubicBezTo>
                    <a:pt x="191" y="391"/>
                    <a:pt x="191" y="391"/>
                    <a:pt x="191" y="391"/>
                  </a:cubicBezTo>
                  <a:cubicBezTo>
                    <a:pt x="192" y="392"/>
                    <a:pt x="192" y="391"/>
                    <a:pt x="192" y="392"/>
                  </a:cubicBezTo>
                  <a:cubicBezTo>
                    <a:pt x="192" y="392"/>
                    <a:pt x="190" y="392"/>
                    <a:pt x="190" y="392"/>
                  </a:cubicBezTo>
                  <a:cubicBezTo>
                    <a:pt x="189" y="392"/>
                    <a:pt x="190" y="392"/>
                    <a:pt x="190" y="393"/>
                  </a:cubicBezTo>
                  <a:cubicBezTo>
                    <a:pt x="190" y="393"/>
                    <a:pt x="190" y="392"/>
                    <a:pt x="191" y="393"/>
                  </a:cubicBezTo>
                  <a:cubicBezTo>
                    <a:pt x="191" y="393"/>
                    <a:pt x="190" y="393"/>
                    <a:pt x="190" y="393"/>
                  </a:cubicBezTo>
                  <a:cubicBezTo>
                    <a:pt x="190" y="393"/>
                    <a:pt x="191" y="393"/>
                    <a:pt x="191" y="393"/>
                  </a:cubicBezTo>
                  <a:cubicBezTo>
                    <a:pt x="191" y="393"/>
                    <a:pt x="191" y="393"/>
                    <a:pt x="191" y="393"/>
                  </a:cubicBezTo>
                  <a:cubicBezTo>
                    <a:pt x="190" y="393"/>
                    <a:pt x="190" y="393"/>
                    <a:pt x="190" y="393"/>
                  </a:cubicBezTo>
                  <a:cubicBezTo>
                    <a:pt x="190" y="393"/>
                    <a:pt x="190" y="393"/>
                    <a:pt x="190" y="393"/>
                  </a:cubicBezTo>
                  <a:cubicBezTo>
                    <a:pt x="190" y="393"/>
                    <a:pt x="190" y="393"/>
                    <a:pt x="190" y="393"/>
                  </a:cubicBezTo>
                  <a:cubicBezTo>
                    <a:pt x="190" y="393"/>
                    <a:pt x="190" y="393"/>
                    <a:pt x="190" y="393"/>
                  </a:cubicBezTo>
                  <a:cubicBezTo>
                    <a:pt x="188" y="393"/>
                    <a:pt x="188" y="393"/>
                    <a:pt x="188" y="393"/>
                  </a:cubicBezTo>
                  <a:cubicBezTo>
                    <a:pt x="188" y="394"/>
                    <a:pt x="190" y="394"/>
                    <a:pt x="191" y="394"/>
                  </a:cubicBezTo>
                  <a:cubicBezTo>
                    <a:pt x="189" y="395"/>
                    <a:pt x="191" y="396"/>
                    <a:pt x="192" y="396"/>
                  </a:cubicBezTo>
                  <a:cubicBezTo>
                    <a:pt x="192" y="396"/>
                    <a:pt x="190" y="396"/>
                    <a:pt x="191" y="396"/>
                  </a:cubicBezTo>
                  <a:cubicBezTo>
                    <a:pt x="191" y="397"/>
                    <a:pt x="193" y="397"/>
                    <a:pt x="192" y="397"/>
                  </a:cubicBezTo>
                  <a:cubicBezTo>
                    <a:pt x="192" y="397"/>
                    <a:pt x="191" y="397"/>
                    <a:pt x="191" y="398"/>
                  </a:cubicBezTo>
                  <a:cubicBezTo>
                    <a:pt x="190" y="398"/>
                    <a:pt x="192" y="397"/>
                    <a:pt x="192" y="397"/>
                  </a:cubicBezTo>
                  <a:cubicBezTo>
                    <a:pt x="190" y="398"/>
                    <a:pt x="194" y="399"/>
                    <a:pt x="192" y="400"/>
                  </a:cubicBezTo>
                  <a:cubicBezTo>
                    <a:pt x="192" y="399"/>
                    <a:pt x="191" y="399"/>
                    <a:pt x="191" y="399"/>
                  </a:cubicBezTo>
                  <a:cubicBezTo>
                    <a:pt x="191" y="400"/>
                    <a:pt x="192" y="400"/>
                    <a:pt x="194" y="401"/>
                  </a:cubicBezTo>
                  <a:cubicBezTo>
                    <a:pt x="192" y="401"/>
                    <a:pt x="192" y="401"/>
                    <a:pt x="192" y="401"/>
                  </a:cubicBezTo>
                  <a:cubicBezTo>
                    <a:pt x="192" y="401"/>
                    <a:pt x="193" y="401"/>
                    <a:pt x="194" y="401"/>
                  </a:cubicBezTo>
                  <a:cubicBezTo>
                    <a:pt x="195" y="401"/>
                    <a:pt x="196" y="401"/>
                    <a:pt x="196" y="402"/>
                  </a:cubicBezTo>
                  <a:cubicBezTo>
                    <a:pt x="196" y="402"/>
                    <a:pt x="196" y="402"/>
                    <a:pt x="196" y="402"/>
                  </a:cubicBezTo>
                  <a:cubicBezTo>
                    <a:pt x="196" y="402"/>
                    <a:pt x="197" y="402"/>
                    <a:pt x="197" y="402"/>
                  </a:cubicBezTo>
                  <a:cubicBezTo>
                    <a:pt x="196" y="403"/>
                    <a:pt x="196" y="402"/>
                    <a:pt x="195" y="402"/>
                  </a:cubicBezTo>
                  <a:cubicBezTo>
                    <a:pt x="193" y="403"/>
                    <a:pt x="194" y="404"/>
                    <a:pt x="194" y="404"/>
                  </a:cubicBezTo>
                  <a:cubicBezTo>
                    <a:pt x="195" y="404"/>
                    <a:pt x="195" y="404"/>
                    <a:pt x="195" y="404"/>
                  </a:cubicBezTo>
                  <a:cubicBezTo>
                    <a:pt x="196" y="404"/>
                    <a:pt x="194" y="404"/>
                    <a:pt x="194" y="404"/>
                  </a:cubicBezTo>
                  <a:cubicBezTo>
                    <a:pt x="199" y="405"/>
                    <a:pt x="199" y="405"/>
                    <a:pt x="199" y="405"/>
                  </a:cubicBezTo>
                  <a:cubicBezTo>
                    <a:pt x="198" y="404"/>
                    <a:pt x="197" y="405"/>
                    <a:pt x="196" y="405"/>
                  </a:cubicBezTo>
                  <a:cubicBezTo>
                    <a:pt x="196" y="405"/>
                    <a:pt x="199" y="406"/>
                    <a:pt x="201" y="406"/>
                  </a:cubicBezTo>
                  <a:cubicBezTo>
                    <a:pt x="200" y="406"/>
                    <a:pt x="201" y="406"/>
                    <a:pt x="201" y="407"/>
                  </a:cubicBezTo>
                  <a:cubicBezTo>
                    <a:pt x="200" y="407"/>
                    <a:pt x="202" y="407"/>
                    <a:pt x="200" y="407"/>
                  </a:cubicBezTo>
                  <a:cubicBezTo>
                    <a:pt x="199" y="407"/>
                    <a:pt x="199" y="407"/>
                    <a:pt x="199" y="407"/>
                  </a:cubicBezTo>
                  <a:cubicBezTo>
                    <a:pt x="199" y="407"/>
                    <a:pt x="197" y="407"/>
                    <a:pt x="196" y="407"/>
                  </a:cubicBezTo>
                  <a:cubicBezTo>
                    <a:pt x="196" y="407"/>
                    <a:pt x="196" y="408"/>
                    <a:pt x="195" y="409"/>
                  </a:cubicBezTo>
                  <a:cubicBezTo>
                    <a:pt x="198" y="408"/>
                    <a:pt x="197" y="410"/>
                    <a:pt x="199" y="409"/>
                  </a:cubicBezTo>
                  <a:cubicBezTo>
                    <a:pt x="200" y="410"/>
                    <a:pt x="197" y="410"/>
                    <a:pt x="197" y="410"/>
                  </a:cubicBezTo>
                  <a:cubicBezTo>
                    <a:pt x="198" y="411"/>
                    <a:pt x="197" y="411"/>
                    <a:pt x="197" y="412"/>
                  </a:cubicBezTo>
                  <a:cubicBezTo>
                    <a:pt x="197" y="412"/>
                    <a:pt x="197" y="412"/>
                    <a:pt x="197" y="412"/>
                  </a:cubicBezTo>
                  <a:cubicBezTo>
                    <a:pt x="198" y="412"/>
                    <a:pt x="197" y="413"/>
                    <a:pt x="199" y="413"/>
                  </a:cubicBezTo>
                  <a:cubicBezTo>
                    <a:pt x="198" y="413"/>
                    <a:pt x="198" y="413"/>
                    <a:pt x="198" y="413"/>
                  </a:cubicBezTo>
                  <a:cubicBezTo>
                    <a:pt x="197" y="414"/>
                    <a:pt x="201" y="413"/>
                    <a:pt x="200" y="414"/>
                  </a:cubicBezTo>
                  <a:cubicBezTo>
                    <a:pt x="199" y="414"/>
                    <a:pt x="199" y="414"/>
                    <a:pt x="199" y="414"/>
                  </a:cubicBezTo>
                  <a:cubicBezTo>
                    <a:pt x="200" y="414"/>
                    <a:pt x="198" y="415"/>
                    <a:pt x="200" y="415"/>
                  </a:cubicBezTo>
                  <a:cubicBezTo>
                    <a:pt x="199" y="415"/>
                    <a:pt x="199" y="415"/>
                    <a:pt x="198" y="415"/>
                  </a:cubicBezTo>
                  <a:cubicBezTo>
                    <a:pt x="199" y="415"/>
                    <a:pt x="199" y="416"/>
                    <a:pt x="200" y="416"/>
                  </a:cubicBezTo>
                  <a:cubicBezTo>
                    <a:pt x="198" y="416"/>
                    <a:pt x="198" y="416"/>
                    <a:pt x="198" y="416"/>
                  </a:cubicBezTo>
                  <a:cubicBezTo>
                    <a:pt x="197" y="417"/>
                    <a:pt x="201" y="416"/>
                    <a:pt x="200" y="417"/>
                  </a:cubicBezTo>
                  <a:cubicBezTo>
                    <a:pt x="200" y="417"/>
                    <a:pt x="199" y="417"/>
                    <a:pt x="199" y="417"/>
                  </a:cubicBezTo>
                  <a:cubicBezTo>
                    <a:pt x="200" y="417"/>
                    <a:pt x="200" y="418"/>
                    <a:pt x="200" y="418"/>
                  </a:cubicBezTo>
                  <a:cubicBezTo>
                    <a:pt x="198" y="419"/>
                    <a:pt x="198" y="419"/>
                    <a:pt x="198" y="419"/>
                  </a:cubicBezTo>
                  <a:cubicBezTo>
                    <a:pt x="198" y="421"/>
                    <a:pt x="198" y="423"/>
                    <a:pt x="201" y="425"/>
                  </a:cubicBezTo>
                  <a:cubicBezTo>
                    <a:pt x="198" y="425"/>
                    <a:pt x="199" y="424"/>
                    <a:pt x="197" y="425"/>
                  </a:cubicBezTo>
                  <a:cubicBezTo>
                    <a:pt x="200" y="425"/>
                    <a:pt x="198" y="425"/>
                    <a:pt x="199" y="426"/>
                  </a:cubicBezTo>
                  <a:cubicBezTo>
                    <a:pt x="198" y="426"/>
                    <a:pt x="198" y="426"/>
                    <a:pt x="198" y="426"/>
                  </a:cubicBezTo>
                  <a:cubicBezTo>
                    <a:pt x="199" y="426"/>
                    <a:pt x="198" y="426"/>
                    <a:pt x="198" y="426"/>
                  </a:cubicBezTo>
                  <a:cubicBezTo>
                    <a:pt x="199" y="426"/>
                    <a:pt x="199" y="426"/>
                    <a:pt x="199" y="426"/>
                  </a:cubicBezTo>
                  <a:cubicBezTo>
                    <a:pt x="199" y="426"/>
                    <a:pt x="199" y="427"/>
                    <a:pt x="199" y="427"/>
                  </a:cubicBezTo>
                  <a:cubicBezTo>
                    <a:pt x="199" y="427"/>
                    <a:pt x="199" y="427"/>
                    <a:pt x="199" y="427"/>
                  </a:cubicBezTo>
                  <a:cubicBezTo>
                    <a:pt x="199" y="427"/>
                    <a:pt x="199" y="427"/>
                    <a:pt x="199" y="427"/>
                  </a:cubicBezTo>
                  <a:cubicBezTo>
                    <a:pt x="198" y="427"/>
                    <a:pt x="197" y="427"/>
                    <a:pt x="199" y="427"/>
                  </a:cubicBezTo>
                  <a:cubicBezTo>
                    <a:pt x="199" y="427"/>
                    <a:pt x="199" y="427"/>
                    <a:pt x="199" y="427"/>
                  </a:cubicBezTo>
                  <a:cubicBezTo>
                    <a:pt x="197" y="428"/>
                    <a:pt x="197" y="428"/>
                    <a:pt x="197" y="428"/>
                  </a:cubicBezTo>
                  <a:cubicBezTo>
                    <a:pt x="200" y="428"/>
                    <a:pt x="198" y="428"/>
                    <a:pt x="198" y="428"/>
                  </a:cubicBezTo>
                  <a:cubicBezTo>
                    <a:pt x="197" y="429"/>
                    <a:pt x="194" y="427"/>
                    <a:pt x="194" y="429"/>
                  </a:cubicBezTo>
                  <a:cubicBezTo>
                    <a:pt x="194" y="429"/>
                    <a:pt x="194" y="429"/>
                    <a:pt x="194" y="429"/>
                  </a:cubicBezTo>
                  <a:cubicBezTo>
                    <a:pt x="189" y="432"/>
                    <a:pt x="183" y="435"/>
                    <a:pt x="180" y="441"/>
                  </a:cubicBezTo>
                  <a:cubicBezTo>
                    <a:pt x="180" y="442"/>
                    <a:pt x="179" y="443"/>
                    <a:pt x="178" y="444"/>
                  </a:cubicBezTo>
                  <a:cubicBezTo>
                    <a:pt x="178" y="441"/>
                    <a:pt x="178" y="437"/>
                    <a:pt x="180" y="434"/>
                  </a:cubicBezTo>
                  <a:cubicBezTo>
                    <a:pt x="179" y="431"/>
                    <a:pt x="178" y="427"/>
                    <a:pt x="179" y="425"/>
                  </a:cubicBezTo>
                  <a:cubicBezTo>
                    <a:pt x="178" y="412"/>
                    <a:pt x="182" y="402"/>
                    <a:pt x="179" y="389"/>
                  </a:cubicBezTo>
                  <a:cubicBezTo>
                    <a:pt x="179" y="390"/>
                    <a:pt x="178" y="389"/>
                    <a:pt x="177" y="389"/>
                  </a:cubicBezTo>
                  <a:cubicBezTo>
                    <a:pt x="178" y="389"/>
                    <a:pt x="178" y="389"/>
                    <a:pt x="178" y="389"/>
                  </a:cubicBezTo>
                  <a:cubicBezTo>
                    <a:pt x="176" y="388"/>
                    <a:pt x="176" y="388"/>
                    <a:pt x="176" y="388"/>
                  </a:cubicBezTo>
                  <a:cubicBezTo>
                    <a:pt x="176" y="387"/>
                    <a:pt x="178" y="387"/>
                    <a:pt x="178" y="388"/>
                  </a:cubicBezTo>
                  <a:cubicBezTo>
                    <a:pt x="178" y="383"/>
                    <a:pt x="177" y="379"/>
                    <a:pt x="178" y="374"/>
                  </a:cubicBezTo>
                  <a:cubicBezTo>
                    <a:pt x="175" y="374"/>
                    <a:pt x="177" y="371"/>
                    <a:pt x="175" y="371"/>
                  </a:cubicBezTo>
                  <a:cubicBezTo>
                    <a:pt x="176" y="371"/>
                    <a:pt x="176" y="371"/>
                    <a:pt x="176" y="371"/>
                  </a:cubicBezTo>
                  <a:cubicBezTo>
                    <a:pt x="175" y="368"/>
                    <a:pt x="175" y="368"/>
                    <a:pt x="177" y="365"/>
                  </a:cubicBezTo>
                  <a:cubicBezTo>
                    <a:pt x="178" y="353"/>
                    <a:pt x="176" y="340"/>
                    <a:pt x="174" y="326"/>
                  </a:cubicBezTo>
                  <a:cubicBezTo>
                    <a:pt x="170" y="313"/>
                    <a:pt x="162" y="297"/>
                    <a:pt x="148" y="288"/>
                  </a:cubicBezTo>
                  <a:cubicBezTo>
                    <a:pt x="143" y="290"/>
                    <a:pt x="142" y="286"/>
                    <a:pt x="138" y="288"/>
                  </a:cubicBezTo>
                  <a:cubicBezTo>
                    <a:pt x="138" y="287"/>
                    <a:pt x="138" y="287"/>
                    <a:pt x="138" y="287"/>
                  </a:cubicBezTo>
                  <a:cubicBezTo>
                    <a:pt x="136" y="288"/>
                    <a:pt x="136" y="286"/>
                    <a:pt x="133" y="284"/>
                  </a:cubicBezTo>
                  <a:cubicBezTo>
                    <a:pt x="133" y="285"/>
                    <a:pt x="132" y="284"/>
                    <a:pt x="132" y="286"/>
                  </a:cubicBezTo>
                  <a:cubicBezTo>
                    <a:pt x="131" y="287"/>
                    <a:pt x="131" y="282"/>
                    <a:pt x="129" y="283"/>
                  </a:cubicBezTo>
                  <a:cubicBezTo>
                    <a:pt x="129" y="282"/>
                    <a:pt x="129" y="284"/>
                    <a:pt x="129" y="283"/>
                  </a:cubicBezTo>
                  <a:cubicBezTo>
                    <a:pt x="125" y="285"/>
                    <a:pt x="129" y="282"/>
                    <a:pt x="127" y="279"/>
                  </a:cubicBezTo>
                  <a:cubicBezTo>
                    <a:pt x="120" y="278"/>
                    <a:pt x="113" y="280"/>
                    <a:pt x="107" y="278"/>
                  </a:cubicBezTo>
                  <a:cubicBezTo>
                    <a:pt x="108" y="278"/>
                    <a:pt x="108" y="280"/>
                    <a:pt x="107" y="280"/>
                  </a:cubicBezTo>
                  <a:cubicBezTo>
                    <a:pt x="107" y="276"/>
                    <a:pt x="105" y="280"/>
                    <a:pt x="104" y="279"/>
                  </a:cubicBezTo>
                  <a:cubicBezTo>
                    <a:pt x="104" y="278"/>
                    <a:pt x="105" y="278"/>
                    <a:pt x="105" y="278"/>
                  </a:cubicBezTo>
                  <a:cubicBezTo>
                    <a:pt x="103" y="276"/>
                    <a:pt x="101" y="278"/>
                    <a:pt x="98" y="277"/>
                  </a:cubicBezTo>
                  <a:cubicBezTo>
                    <a:pt x="96" y="278"/>
                    <a:pt x="94" y="275"/>
                    <a:pt x="92" y="277"/>
                  </a:cubicBezTo>
                  <a:cubicBezTo>
                    <a:pt x="93" y="275"/>
                    <a:pt x="91" y="276"/>
                    <a:pt x="91" y="275"/>
                  </a:cubicBezTo>
                  <a:cubicBezTo>
                    <a:pt x="89" y="279"/>
                    <a:pt x="88" y="273"/>
                    <a:pt x="85" y="275"/>
                  </a:cubicBezTo>
                  <a:cubicBezTo>
                    <a:pt x="86" y="275"/>
                    <a:pt x="86" y="275"/>
                    <a:pt x="86" y="275"/>
                  </a:cubicBezTo>
                  <a:cubicBezTo>
                    <a:pt x="80" y="274"/>
                    <a:pt x="77" y="272"/>
                    <a:pt x="72" y="271"/>
                  </a:cubicBezTo>
                  <a:cubicBezTo>
                    <a:pt x="69" y="270"/>
                    <a:pt x="69" y="264"/>
                    <a:pt x="66" y="264"/>
                  </a:cubicBezTo>
                  <a:cubicBezTo>
                    <a:pt x="65" y="265"/>
                    <a:pt x="65" y="265"/>
                    <a:pt x="64" y="265"/>
                  </a:cubicBezTo>
                  <a:cubicBezTo>
                    <a:pt x="64" y="264"/>
                    <a:pt x="65" y="264"/>
                    <a:pt x="65" y="264"/>
                  </a:cubicBezTo>
                  <a:cubicBezTo>
                    <a:pt x="63" y="263"/>
                    <a:pt x="63" y="260"/>
                    <a:pt x="62" y="259"/>
                  </a:cubicBezTo>
                  <a:cubicBezTo>
                    <a:pt x="62" y="259"/>
                    <a:pt x="61" y="258"/>
                    <a:pt x="60" y="259"/>
                  </a:cubicBezTo>
                  <a:cubicBezTo>
                    <a:pt x="61" y="256"/>
                    <a:pt x="56" y="255"/>
                    <a:pt x="57" y="252"/>
                  </a:cubicBezTo>
                  <a:cubicBezTo>
                    <a:pt x="54" y="254"/>
                    <a:pt x="54" y="252"/>
                    <a:pt x="53" y="251"/>
                  </a:cubicBezTo>
                  <a:cubicBezTo>
                    <a:pt x="53" y="251"/>
                    <a:pt x="54" y="250"/>
                    <a:pt x="54" y="250"/>
                  </a:cubicBezTo>
                  <a:cubicBezTo>
                    <a:pt x="53" y="249"/>
                    <a:pt x="53" y="248"/>
                    <a:pt x="53" y="245"/>
                  </a:cubicBezTo>
                  <a:cubicBezTo>
                    <a:pt x="52" y="245"/>
                    <a:pt x="50" y="245"/>
                    <a:pt x="50" y="244"/>
                  </a:cubicBezTo>
                  <a:cubicBezTo>
                    <a:pt x="52" y="242"/>
                    <a:pt x="50" y="241"/>
                    <a:pt x="50" y="240"/>
                  </a:cubicBezTo>
                  <a:cubicBezTo>
                    <a:pt x="48" y="241"/>
                    <a:pt x="46" y="240"/>
                    <a:pt x="47" y="239"/>
                  </a:cubicBezTo>
                  <a:cubicBezTo>
                    <a:pt x="49" y="238"/>
                    <a:pt x="49" y="238"/>
                    <a:pt x="49" y="238"/>
                  </a:cubicBezTo>
                  <a:cubicBezTo>
                    <a:pt x="46" y="235"/>
                    <a:pt x="48" y="230"/>
                    <a:pt x="44" y="225"/>
                  </a:cubicBezTo>
                  <a:cubicBezTo>
                    <a:pt x="45" y="224"/>
                    <a:pt x="45" y="224"/>
                    <a:pt x="45" y="224"/>
                  </a:cubicBezTo>
                  <a:cubicBezTo>
                    <a:pt x="42" y="219"/>
                    <a:pt x="42" y="213"/>
                    <a:pt x="37" y="209"/>
                  </a:cubicBezTo>
                  <a:cubicBezTo>
                    <a:pt x="37" y="208"/>
                    <a:pt x="37" y="207"/>
                    <a:pt x="36" y="205"/>
                  </a:cubicBezTo>
                  <a:cubicBezTo>
                    <a:pt x="37" y="205"/>
                    <a:pt x="39" y="204"/>
                    <a:pt x="40" y="203"/>
                  </a:cubicBezTo>
                  <a:cubicBezTo>
                    <a:pt x="36" y="203"/>
                    <a:pt x="36" y="203"/>
                    <a:pt x="36" y="203"/>
                  </a:cubicBezTo>
                  <a:cubicBezTo>
                    <a:pt x="41" y="201"/>
                    <a:pt x="44" y="197"/>
                    <a:pt x="48" y="196"/>
                  </a:cubicBezTo>
                  <a:cubicBezTo>
                    <a:pt x="47" y="198"/>
                    <a:pt x="49" y="198"/>
                    <a:pt x="49" y="199"/>
                  </a:cubicBezTo>
                  <a:cubicBezTo>
                    <a:pt x="50" y="198"/>
                    <a:pt x="50" y="196"/>
                    <a:pt x="52" y="196"/>
                  </a:cubicBezTo>
                  <a:cubicBezTo>
                    <a:pt x="51" y="199"/>
                    <a:pt x="51" y="199"/>
                    <a:pt x="51" y="199"/>
                  </a:cubicBezTo>
                  <a:cubicBezTo>
                    <a:pt x="52" y="197"/>
                    <a:pt x="56" y="193"/>
                    <a:pt x="59" y="190"/>
                  </a:cubicBezTo>
                  <a:cubicBezTo>
                    <a:pt x="59" y="197"/>
                    <a:pt x="61" y="192"/>
                    <a:pt x="62" y="201"/>
                  </a:cubicBezTo>
                  <a:cubicBezTo>
                    <a:pt x="60" y="200"/>
                    <a:pt x="60" y="200"/>
                    <a:pt x="60" y="200"/>
                  </a:cubicBezTo>
                  <a:cubicBezTo>
                    <a:pt x="61" y="202"/>
                    <a:pt x="61" y="203"/>
                    <a:pt x="62" y="206"/>
                  </a:cubicBezTo>
                  <a:cubicBezTo>
                    <a:pt x="64" y="206"/>
                    <a:pt x="65" y="204"/>
                    <a:pt x="64" y="199"/>
                  </a:cubicBezTo>
                  <a:cubicBezTo>
                    <a:pt x="68" y="202"/>
                    <a:pt x="65" y="203"/>
                    <a:pt x="68" y="212"/>
                  </a:cubicBezTo>
                  <a:cubicBezTo>
                    <a:pt x="71" y="214"/>
                    <a:pt x="66" y="208"/>
                    <a:pt x="69" y="207"/>
                  </a:cubicBezTo>
                  <a:cubicBezTo>
                    <a:pt x="70" y="206"/>
                    <a:pt x="71" y="211"/>
                    <a:pt x="75" y="215"/>
                  </a:cubicBezTo>
                  <a:cubicBezTo>
                    <a:pt x="82" y="221"/>
                    <a:pt x="78" y="220"/>
                    <a:pt x="81" y="223"/>
                  </a:cubicBezTo>
                  <a:cubicBezTo>
                    <a:pt x="79" y="223"/>
                    <a:pt x="71" y="217"/>
                    <a:pt x="73" y="217"/>
                  </a:cubicBezTo>
                  <a:cubicBezTo>
                    <a:pt x="65" y="209"/>
                    <a:pt x="73" y="224"/>
                    <a:pt x="68" y="218"/>
                  </a:cubicBezTo>
                  <a:cubicBezTo>
                    <a:pt x="75" y="226"/>
                    <a:pt x="76" y="226"/>
                    <a:pt x="82" y="226"/>
                  </a:cubicBezTo>
                  <a:cubicBezTo>
                    <a:pt x="79" y="225"/>
                    <a:pt x="85" y="224"/>
                    <a:pt x="82" y="223"/>
                  </a:cubicBezTo>
                  <a:cubicBezTo>
                    <a:pt x="98" y="219"/>
                    <a:pt x="96" y="225"/>
                    <a:pt x="106" y="216"/>
                  </a:cubicBezTo>
                  <a:cubicBezTo>
                    <a:pt x="103" y="216"/>
                    <a:pt x="111" y="202"/>
                    <a:pt x="104" y="206"/>
                  </a:cubicBezTo>
                  <a:cubicBezTo>
                    <a:pt x="104" y="204"/>
                    <a:pt x="105" y="201"/>
                    <a:pt x="107" y="200"/>
                  </a:cubicBezTo>
                  <a:cubicBezTo>
                    <a:pt x="107" y="203"/>
                    <a:pt x="110" y="197"/>
                    <a:pt x="110" y="201"/>
                  </a:cubicBezTo>
                  <a:cubicBezTo>
                    <a:pt x="111" y="198"/>
                    <a:pt x="111" y="198"/>
                    <a:pt x="111" y="198"/>
                  </a:cubicBezTo>
                  <a:cubicBezTo>
                    <a:pt x="111" y="204"/>
                    <a:pt x="111" y="204"/>
                    <a:pt x="111" y="204"/>
                  </a:cubicBezTo>
                  <a:cubicBezTo>
                    <a:pt x="114" y="201"/>
                    <a:pt x="118" y="196"/>
                    <a:pt x="120" y="194"/>
                  </a:cubicBezTo>
                  <a:cubicBezTo>
                    <a:pt x="121" y="189"/>
                    <a:pt x="117" y="195"/>
                    <a:pt x="119" y="190"/>
                  </a:cubicBezTo>
                  <a:cubicBezTo>
                    <a:pt x="119" y="192"/>
                    <a:pt x="121" y="189"/>
                    <a:pt x="122" y="186"/>
                  </a:cubicBezTo>
                  <a:cubicBezTo>
                    <a:pt x="120" y="191"/>
                    <a:pt x="119" y="186"/>
                    <a:pt x="120" y="182"/>
                  </a:cubicBezTo>
                  <a:cubicBezTo>
                    <a:pt x="120" y="181"/>
                    <a:pt x="121" y="180"/>
                    <a:pt x="121" y="179"/>
                  </a:cubicBezTo>
                  <a:cubicBezTo>
                    <a:pt x="122" y="180"/>
                    <a:pt x="122" y="180"/>
                    <a:pt x="122" y="181"/>
                  </a:cubicBezTo>
                  <a:cubicBezTo>
                    <a:pt x="122" y="182"/>
                    <a:pt x="122" y="182"/>
                    <a:pt x="122" y="183"/>
                  </a:cubicBezTo>
                  <a:cubicBezTo>
                    <a:pt x="123" y="183"/>
                    <a:pt x="123" y="183"/>
                    <a:pt x="123" y="183"/>
                  </a:cubicBezTo>
                  <a:cubicBezTo>
                    <a:pt x="123" y="183"/>
                    <a:pt x="122" y="183"/>
                    <a:pt x="122" y="183"/>
                  </a:cubicBezTo>
                  <a:cubicBezTo>
                    <a:pt x="122" y="188"/>
                    <a:pt x="125" y="188"/>
                    <a:pt x="126" y="189"/>
                  </a:cubicBezTo>
                  <a:cubicBezTo>
                    <a:pt x="126" y="193"/>
                    <a:pt x="126" y="193"/>
                    <a:pt x="126" y="193"/>
                  </a:cubicBezTo>
                  <a:cubicBezTo>
                    <a:pt x="127" y="193"/>
                    <a:pt x="127" y="193"/>
                    <a:pt x="127" y="193"/>
                  </a:cubicBezTo>
                  <a:cubicBezTo>
                    <a:pt x="130" y="197"/>
                    <a:pt x="134" y="202"/>
                    <a:pt x="132" y="203"/>
                  </a:cubicBezTo>
                  <a:cubicBezTo>
                    <a:pt x="134" y="205"/>
                    <a:pt x="136" y="206"/>
                    <a:pt x="135" y="203"/>
                  </a:cubicBezTo>
                  <a:cubicBezTo>
                    <a:pt x="136" y="205"/>
                    <a:pt x="140" y="212"/>
                    <a:pt x="151" y="211"/>
                  </a:cubicBezTo>
                  <a:cubicBezTo>
                    <a:pt x="161" y="208"/>
                    <a:pt x="165" y="201"/>
                    <a:pt x="167" y="197"/>
                  </a:cubicBezTo>
                  <a:cubicBezTo>
                    <a:pt x="164" y="201"/>
                    <a:pt x="163" y="200"/>
                    <a:pt x="162" y="200"/>
                  </a:cubicBezTo>
                  <a:cubicBezTo>
                    <a:pt x="161" y="197"/>
                    <a:pt x="164" y="198"/>
                    <a:pt x="164" y="194"/>
                  </a:cubicBezTo>
                  <a:cubicBezTo>
                    <a:pt x="165" y="195"/>
                    <a:pt x="167" y="192"/>
                    <a:pt x="166" y="196"/>
                  </a:cubicBezTo>
                  <a:cubicBezTo>
                    <a:pt x="170" y="191"/>
                    <a:pt x="171" y="185"/>
                    <a:pt x="173" y="179"/>
                  </a:cubicBezTo>
                  <a:cubicBezTo>
                    <a:pt x="173" y="180"/>
                    <a:pt x="173" y="180"/>
                    <a:pt x="174" y="181"/>
                  </a:cubicBezTo>
                  <a:cubicBezTo>
                    <a:pt x="174" y="181"/>
                    <a:pt x="174" y="181"/>
                    <a:pt x="174" y="182"/>
                  </a:cubicBezTo>
                  <a:cubicBezTo>
                    <a:pt x="174" y="182"/>
                    <a:pt x="174" y="182"/>
                    <a:pt x="174" y="183"/>
                  </a:cubicBezTo>
                  <a:cubicBezTo>
                    <a:pt x="175" y="184"/>
                    <a:pt x="175" y="185"/>
                    <a:pt x="176" y="186"/>
                  </a:cubicBezTo>
                  <a:cubicBezTo>
                    <a:pt x="175" y="185"/>
                    <a:pt x="175" y="185"/>
                    <a:pt x="175" y="184"/>
                  </a:cubicBezTo>
                  <a:cubicBezTo>
                    <a:pt x="175" y="185"/>
                    <a:pt x="175" y="186"/>
                    <a:pt x="176" y="187"/>
                  </a:cubicBezTo>
                  <a:cubicBezTo>
                    <a:pt x="176" y="187"/>
                    <a:pt x="176" y="187"/>
                    <a:pt x="176" y="187"/>
                  </a:cubicBezTo>
                  <a:cubicBezTo>
                    <a:pt x="177" y="189"/>
                    <a:pt x="177" y="190"/>
                    <a:pt x="178" y="191"/>
                  </a:cubicBezTo>
                  <a:cubicBezTo>
                    <a:pt x="176" y="191"/>
                    <a:pt x="176" y="191"/>
                    <a:pt x="176" y="191"/>
                  </a:cubicBezTo>
                  <a:cubicBezTo>
                    <a:pt x="176" y="194"/>
                    <a:pt x="188" y="201"/>
                    <a:pt x="189" y="198"/>
                  </a:cubicBezTo>
                  <a:cubicBezTo>
                    <a:pt x="205" y="196"/>
                    <a:pt x="210" y="186"/>
                    <a:pt x="213" y="179"/>
                  </a:cubicBezTo>
                  <a:cubicBezTo>
                    <a:pt x="214" y="178"/>
                    <a:pt x="214" y="178"/>
                    <a:pt x="214" y="178"/>
                  </a:cubicBezTo>
                  <a:cubicBezTo>
                    <a:pt x="214" y="178"/>
                    <a:pt x="214" y="178"/>
                    <a:pt x="214" y="178"/>
                  </a:cubicBezTo>
                  <a:cubicBezTo>
                    <a:pt x="214" y="178"/>
                    <a:pt x="214" y="177"/>
                    <a:pt x="214" y="177"/>
                  </a:cubicBezTo>
                  <a:cubicBezTo>
                    <a:pt x="214" y="177"/>
                    <a:pt x="215" y="177"/>
                    <a:pt x="215" y="177"/>
                  </a:cubicBezTo>
                  <a:cubicBezTo>
                    <a:pt x="219" y="183"/>
                    <a:pt x="215" y="181"/>
                    <a:pt x="216" y="184"/>
                  </a:cubicBezTo>
                  <a:cubicBezTo>
                    <a:pt x="224" y="191"/>
                    <a:pt x="234" y="187"/>
                    <a:pt x="239" y="182"/>
                  </a:cubicBezTo>
                  <a:cubicBezTo>
                    <a:pt x="239" y="182"/>
                    <a:pt x="240" y="183"/>
                    <a:pt x="239" y="183"/>
                  </a:cubicBezTo>
                  <a:cubicBezTo>
                    <a:pt x="244" y="179"/>
                    <a:pt x="250" y="173"/>
                    <a:pt x="253" y="167"/>
                  </a:cubicBezTo>
                  <a:cubicBezTo>
                    <a:pt x="255" y="173"/>
                    <a:pt x="258" y="178"/>
                    <a:pt x="262" y="183"/>
                  </a:cubicBezTo>
                  <a:cubicBezTo>
                    <a:pt x="272" y="194"/>
                    <a:pt x="282" y="179"/>
                    <a:pt x="282" y="172"/>
                  </a:cubicBezTo>
                  <a:cubicBezTo>
                    <a:pt x="282" y="171"/>
                    <a:pt x="283" y="172"/>
                    <a:pt x="283" y="173"/>
                  </a:cubicBezTo>
                  <a:cubicBezTo>
                    <a:pt x="283" y="162"/>
                    <a:pt x="288" y="150"/>
                    <a:pt x="283" y="141"/>
                  </a:cubicBezTo>
                  <a:cubicBezTo>
                    <a:pt x="281" y="138"/>
                    <a:pt x="281" y="138"/>
                    <a:pt x="281" y="138"/>
                  </a:cubicBezTo>
                  <a:cubicBezTo>
                    <a:pt x="282" y="136"/>
                    <a:pt x="283" y="136"/>
                    <a:pt x="284" y="134"/>
                  </a:cubicBezTo>
                  <a:cubicBezTo>
                    <a:pt x="283" y="132"/>
                    <a:pt x="283" y="124"/>
                    <a:pt x="282" y="122"/>
                  </a:cubicBezTo>
                  <a:cubicBezTo>
                    <a:pt x="283" y="121"/>
                    <a:pt x="283" y="123"/>
                    <a:pt x="283" y="123"/>
                  </a:cubicBezTo>
                  <a:cubicBezTo>
                    <a:pt x="284" y="122"/>
                    <a:pt x="284" y="121"/>
                    <a:pt x="284" y="120"/>
                  </a:cubicBezTo>
                  <a:cubicBezTo>
                    <a:pt x="285" y="120"/>
                    <a:pt x="286" y="120"/>
                    <a:pt x="287" y="120"/>
                  </a:cubicBezTo>
                  <a:cubicBezTo>
                    <a:pt x="293" y="141"/>
                    <a:pt x="294" y="171"/>
                    <a:pt x="312" y="180"/>
                  </a:cubicBezTo>
                  <a:cubicBezTo>
                    <a:pt x="316" y="182"/>
                    <a:pt x="313" y="183"/>
                    <a:pt x="315" y="184"/>
                  </a:cubicBezTo>
                  <a:cubicBezTo>
                    <a:pt x="325" y="187"/>
                    <a:pt x="336" y="188"/>
                    <a:pt x="347" y="188"/>
                  </a:cubicBezTo>
                  <a:cubicBezTo>
                    <a:pt x="346" y="189"/>
                    <a:pt x="345" y="190"/>
                    <a:pt x="344" y="191"/>
                  </a:cubicBezTo>
                  <a:cubicBezTo>
                    <a:pt x="346" y="193"/>
                    <a:pt x="342" y="195"/>
                    <a:pt x="343" y="196"/>
                  </a:cubicBezTo>
                  <a:cubicBezTo>
                    <a:pt x="343" y="196"/>
                    <a:pt x="343" y="196"/>
                    <a:pt x="343" y="195"/>
                  </a:cubicBezTo>
                  <a:cubicBezTo>
                    <a:pt x="340" y="201"/>
                    <a:pt x="343" y="196"/>
                    <a:pt x="338" y="200"/>
                  </a:cubicBezTo>
                  <a:cubicBezTo>
                    <a:pt x="327" y="213"/>
                    <a:pt x="329" y="230"/>
                    <a:pt x="329" y="240"/>
                  </a:cubicBezTo>
                  <a:cubicBezTo>
                    <a:pt x="330" y="251"/>
                    <a:pt x="331" y="257"/>
                    <a:pt x="326" y="263"/>
                  </a:cubicBezTo>
                  <a:cubicBezTo>
                    <a:pt x="327" y="267"/>
                    <a:pt x="324" y="267"/>
                    <a:pt x="325" y="270"/>
                  </a:cubicBezTo>
                  <a:cubicBezTo>
                    <a:pt x="324" y="269"/>
                    <a:pt x="324" y="269"/>
                    <a:pt x="324" y="269"/>
                  </a:cubicBezTo>
                  <a:cubicBezTo>
                    <a:pt x="324" y="271"/>
                    <a:pt x="323" y="270"/>
                    <a:pt x="321" y="270"/>
                  </a:cubicBezTo>
                  <a:cubicBezTo>
                    <a:pt x="321" y="271"/>
                    <a:pt x="320" y="271"/>
                    <a:pt x="321" y="272"/>
                  </a:cubicBezTo>
                  <a:cubicBezTo>
                    <a:pt x="322" y="274"/>
                    <a:pt x="319" y="270"/>
                    <a:pt x="318" y="271"/>
                  </a:cubicBezTo>
                  <a:cubicBezTo>
                    <a:pt x="318" y="271"/>
                    <a:pt x="319" y="272"/>
                    <a:pt x="318" y="272"/>
                  </a:cubicBezTo>
                  <a:cubicBezTo>
                    <a:pt x="317" y="275"/>
                    <a:pt x="318" y="271"/>
                    <a:pt x="315" y="270"/>
                  </a:cubicBezTo>
                  <a:cubicBezTo>
                    <a:pt x="311" y="273"/>
                    <a:pt x="306" y="276"/>
                    <a:pt x="302" y="277"/>
                  </a:cubicBezTo>
                  <a:cubicBezTo>
                    <a:pt x="302" y="277"/>
                    <a:pt x="303" y="278"/>
                    <a:pt x="302" y="278"/>
                  </a:cubicBezTo>
                  <a:cubicBezTo>
                    <a:pt x="301" y="275"/>
                    <a:pt x="301" y="280"/>
                    <a:pt x="299" y="279"/>
                  </a:cubicBezTo>
                  <a:cubicBezTo>
                    <a:pt x="300" y="277"/>
                    <a:pt x="300" y="277"/>
                    <a:pt x="300" y="277"/>
                  </a:cubicBezTo>
                  <a:cubicBezTo>
                    <a:pt x="297" y="277"/>
                    <a:pt x="296" y="279"/>
                    <a:pt x="293" y="279"/>
                  </a:cubicBezTo>
                  <a:cubicBezTo>
                    <a:pt x="292" y="280"/>
                    <a:pt x="288" y="279"/>
                    <a:pt x="287" y="281"/>
                  </a:cubicBezTo>
                  <a:cubicBezTo>
                    <a:pt x="287" y="280"/>
                    <a:pt x="286" y="280"/>
                    <a:pt x="285" y="280"/>
                  </a:cubicBezTo>
                  <a:cubicBezTo>
                    <a:pt x="285" y="284"/>
                    <a:pt x="281" y="280"/>
                    <a:pt x="280" y="284"/>
                  </a:cubicBezTo>
                  <a:cubicBezTo>
                    <a:pt x="280" y="283"/>
                    <a:pt x="280" y="283"/>
                    <a:pt x="280" y="283"/>
                  </a:cubicBezTo>
                  <a:cubicBezTo>
                    <a:pt x="274" y="287"/>
                    <a:pt x="267" y="290"/>
                    <a:pt x="263" y="297"/>
                  </a:cubicBezTo>
                  <a:cubicBezTo>
                    <a:pt x="260" y="300"/>
                    <a:pt x="256" y="300"/>
                    <a:pt x="254" y="305"/>
                  </a:cubicBezTo>
                  <a:cubicBezTo>
                    <a:pt x="254" y="306"/>
                    <a:pt x="255" y="306"/>
                    <a:pt x="255" y="307"/>
                  </a:cubicBezTo>
                  <a:cubicBezTo>
                    <a:pt x="255" y="308"/>
                    <a:pt x="254" y="306"/>
                    <a:pt x="254" y="306"/>
                  </a:cubicBezTo>
                  <a:cubicBezTo>
                    <a:pt x="254" y="309"/>
                    <a:pt x="251" y="310"/>
                    <a:pt x="250" y="312"/>
                  </a:cubicBezTo>
                  <a:cubicBezTo>
                    <a:pt x="250" y="313"/>
                    <a:pt x="250" y="314"/>
                    <a:pt x="251" y="314"/>
                  </a:cubicBezTo>
                  <a:cubicBezTo>
                    <a:pt x="247" y="315"/>
                    <a:pt x="248" y="320"/>
                    <a:pt x="245" y="322"/>
                  </a:cubicBezTo>
                  <a:cubicBezTo>
                    <a:pt x="248" y="322"/>
                    <a:pt x="246" y="324"/>
                    <a:pt x="247" y="325"/>
                  </a:cubicBezTo>
                  <a:cubicBezTo>
                    <a:pt x="246" y="326"/>
                    <a:pt x="245" y="326"/>
                    <a:pt x="245" y="325"/>
                  </a:cubicBezTo>
                  <a:cubicBezTo>
                    <a:pt x="245" y="327"/>
                    <a:pt x="244" y="328"/>
                    <a:pt x="243" y="330"/>
                  </a:cubicBezTo>
                  <a:cubicBezTo>
                    <a:pt x="243" y="332"/>
                    <a:pt x="244" y="333"/>
                    <a:pt x="243" y="334"/>
                  </a:cubicBezTo>
                  <a:cubicBezTo>
                    <a:pt x="241" y="334"/>
                    <a:pt x="242" y="336"/>
                    <a:pt x="241" y="338"/>
                  </a:cubicBezTo>
                  <a:cubicBezTo>
                    <a:pt x="243" y="338"/>
                    <a:pt x="244" y="340"/>
                    <a:pt x="243" y="341"/>
                  </a:cubicBezTo>
                  <a:cubicBezTo>
                    <a:pt x="240" y="340"/>
                    <a:pt x="240" y="340"/>
                    <a:pt x="240" y="340"/>
                  </a:cubicBezTo>
                  <a:cubicBezTo>
                    <a:pt x="241" y="344"/>
                    <a:pt x="237" y="350"/>
                    <a:pt x="240" y="355"/>
                  </a:cubicBezTo>
                  <a:cubicBezTo>
                    <a:pt x="238" y="355"/>
                    <a:pt x="238" y="355"/>
                    <a:pt x="238" y="355"/>
                  </a:cubicBezTo>
                  <a:cubicBezTo>
                    <a:pt x="239" y="360"/>
                    <a:pt x="236" y="365"/>
                    <a:pt x="239" y="370"/>
                  </a:cubicBezTo>
                  <a:cubicBezTo>
                    <a:pt x="238" y="371"/>
                    <a:pt x="237" y="373"/>
                    <a:pt x="237" y="374"/>
                  </a:cubicBezTo>
                  <a:cubicBezTo>
                    <a:pt x="239" y="376"/>
                    <a:pt x="238" y="376"/>
                    <a:pt x="241" y="378"/>
                  </a:cubicBezTo>
                  <a:cubicBezTo>
                    <a:pt x="241" y="378"/>
                    <a:pt x="239" y="379"/>
                    <a:pt x="239" y="379"/>
                  </a:cubicBezTo>
                  <a:cubicBezTo>
                    <a:pt x="238" y="381"/>
                    <a:pt x="236" y="383"/>
                    <a:pt x="238" y="385"/>
                  </a:cubicBezTo>
                  <a:cubicBezTo>
                    <a:pt x="237" y="385"/>
                    <a:pt x="237" y="385"/>
                    <a:pt x="237" y="385"/>
                  </a:cubicBezTo>
                  <a:cubicBezTo>
                    <a:pt x="238" y="387"/>
                    <a:pt x="240" y="389"/>
                    <a:pt x="238" y="391"/>
                  </a:cubicBezTo>
                  <a:cubicBezTo>
                    <a:pt x="239" y="391"/>
                    <a:pt x="239" y="393"/>
                    <a:pt x="241" y="393"/>
                  </a:cubicBezTo>
                  <a:cubicBezTo>
                    <a:pt x="241" y="393"/>
                    <a:pt x="239" y="393"/>
                    <a:pt x="240" y="394"/>
                  </a:cubicBezTo>
                  <a:cubicBezTo>
                    <a:pt x="238" y="393"/>
                    <a:pt x="238" y="393"/>
                    <a:pt x="238" y="393"/>
                  </a:cubicBezTo>
                  <a:cubicBezTo>
                    <a:pt x="237" y="397"/>
                    <a:pt x="238" y="401"/>
                    <a:pt x="239" y="405"/>
                  </a:cubicBezTo>
                  <a:cubicBezTo>
                    <a:pt x="236" y="406"/>
                    <a:pt x="239" y="409"/>
                    <a:pt x="237" y="411"/>
                  </a:cubicBezTo>
                  <a:cubicBezTo>
                    <a:pt x="239" y="412"/>
                    <a:pt x="237" y="415"/>
                    <a:pt x="240" y="416"/>
                  </a:cubicBezTo>
                  <a:cubicBezTo>
                    <a:pt x="238" y="416"/>
                    <a:pt x="238" y="416"/>
                    <a:pt x="238" y="416"/>
                  </a:cubicBezTo>
                  <a:cubicBezTo>
                    <a:pt x="238" y="418"/>
                    <a:pt x="238" y="420"/>
                    <a:pt x="237" y="423"/>
                  </a:cubicBezTo>
                  <a:cubicBezTo>
                    <a:pt x="237" y="424"/>
                    <a:pt x="239" y="424"/>
                    <a:pt x="240" y="425"/>
                  </a:cubicBezTo>
                  <a:cubicBezTo>
                    <a:pt x="238" y="425"/>
                    <a:pt x="238" y="425"/>
                    <a:pt x="238" y="425"/>
                  </a:cubicBezTo>
                  <a:cubicBezTo>
                    <a:pt x="239" y="426"/>
                    <a:pt x="241" y="427"/>
                    <a:pt x="243" y="427"/>
                  </a:cubicBezTo>
                  <a:cubicBezTo>
                    <a:pt x="242" y="428"/>
                    <a:pt x="243" y="428"/>
                    <a:pt x="242" y="429"/>
                  </a:cubicBezTo>
                  <a:cubicBezTo>
                    <a:pt x="241" y="428"/>
                    <a:pt x="239" y="428"/>
                    <a:pt x="237" y="427"/>
                  </a:cubicBezTo>
                  <a:cubicBezTo>
                    <a:pt x="237" y="428"/>
                    <a:pt x="240" y="430"/>
                    <a:pt x="238" y="431"/>
                  </a:cubicBezTo>
                  <a:cubicBezTo>
                    <a:pt x="238" y="432"/>
                    <a:pt x="239" y="433"/>
                    <a:pt x="241" y="433"/>
                  </a:cubicBezTo>
                  <a:cubicBezTo>
                    <a:pt x="240" y="433"/>
                    <a:pt x="239" y="434"/>
                    <a:pt x="239" y="433"/>
                  </a:cubicBezTo>
                  <a:cubicBezTo>
                    <a:pt x="239" y="434"/>
                    <a:pt x="239" y="435"/>
                    <a:pt x="240" y="435"/>
                  </a:cubicBezTo>
                  <a:cubicBezTo>
                    <a:pt x="240" y="435"/>
                    <a:pt x="240" y="435"/>
                    <a:pt x="240" y="435"/>
                  </a:cubicBezTo>
                  <a:cubicBezTo>
                    <a:pt x="241" y="435"/>
                    <a:pt x="241" y="436"/>
                    <a:pt x="243" y="436"/>
                  </a:cubicBezTo>
                  <a:cubicBezTo>
                    <a:pt x="243" y="435"/>
                    <a:pt x="243" y="435"/>
                    <a:pt x="243" y="435"/>
                  </a:cubicBezTo>
                  <a:cubicBezTo>
                    <a:pt x="244" y="435"/>
                    <a:pt x="245" y="436"/>
                    <a:pt x="243" y="437"/>
                  </a:cubicBezTo>
                  <a:cubicBezTo>
                    <a:pt x="242" y="437"/>
                    <a:pt x="241" y="436"/>
                    <a:pt x="240" y="437"/>
                  </a:cubicBezTo>
                  <a:cubicBezTo>
                    <a:pt x="244" y="439"/>
                    <a:pt x="244" y="439"/>
                    <a:pt x="244" y="439"/>
                  </a:cubicBezTo>
                  <a:cubicBezTo>
                    <a:pt x="243" y="439"/>
                    <a:pt x="244" y="438"/>
                    <a:pt x="245" y="438"/>
                  </a:cubicBezTo>
                  <a:cubicBezTo>
                    <a:pt x="244" y="437"/>
                    <a:pt x="244" y="437"/>
                    <a:pt x="244" y="437"/>
                  </a:cubicBezTo>
                  <a:cubicBezTo>
                    <a:pt x="246" y="437"/>
                    <a:pt x="246" y="437"/>
                    <a:pt x="246" y="437"/>
                  </a:cubicBezTo>
                  <a:cubicBezTo>
                    <a:pt x="245" y="435"/>
                    <a:pt x="246" y="434"/>
                    <a:pt x="245" y="432"/>
                  </a:cubicBezTo>
                  <a:cubicBezTo>
                    <a:pt x="244" y="433"/>
                    <a:pt x="244" y="433"/>
                    <a:pt x="244" y="433"/>
                  </a:cubicBezTo>
                  <a:cubicBezTo>
                    <a:pt x="243" y="432"/>
                    <a:pt x="241" y="431"/>
                    <a:pt x="243" y="430"/>
                  </a:cubicBezTo>
                  <a:cubicBezTo>
                    <a:pt x="244" y="430"/>
                    <a:pt x="244" y="430"/>
                    <a:pt x="245" y="430"/>
                  </a:cubicBezTo>
                  <a:cubicBezTo>
                    <a:pt x="245" y="430"/>
                    <a:pt x="244" y="430"/>
                    <a:pt x="244" y="429"/>
                  </a:cubicBezTo>
                  <a:cubicBezTo>
                    <a:pt x="247" y="430"/>
                    <a:pt x="247" y="430"/>
                    <a:pt x="247" y="430"/>
                  </a:cubicBezTo>
                  <a:cubicBezTo>
                    <a:pt x="243" y="429"/>
                    <a:pt x="246" y="427"/>
                    <a:pt x="245" y="427"/>
                  </a:cubicBezTo>
                  <a:cubicBezTo>
                    <a:pt x="246" y="427"/>
                    <a:pt x="246" y="427"/>
                    <a:pt x="246" y="427"/>
                  </a:cubicBezTo>
                  <a:cubicBezTo>
                    <a:pt x="247" y="425"/>
                    <a:pt x="244" y="427"/>
                    <a:pt x="244" y="426"/>
                  </a:cubicBezTo>
                  <a:cubicBezTo>
                    <a:pt x="245" y="425"/>
                    <a:pt x="247" y="426"/>
                    <a:pt x="248" y="425"/>
                  </a:cubicBezTo>
                  <a:cubicBezTo>
                    <a:pt x="248" y="423"/>
                    <a:pt x="246" y="421"/>
                    <a:pt x="248" y="419"/>
                  </a:cubicBezTo>
                  <a:cubicBezTo>
                    <a:pt x="248" y="418"/>
                    <a:pt x="247" y="416"/>
                    <a:pt x="246" y="415"/>
                  </a:cubicBezTo>
                  <a:cubicBezTo>
                    <a:pt x="246" y="414"/>
                    <a:pt x="248" y="415"/>
                    <a:pt x="247" y="414"/>
                  </a:cubicBezTo>
                  <a:cubicBezTo>
                    <a:pt x="248" y="414"/>
                    <a:pt x="249" y="414"/>
                    <a:pt x="250" y="414"/>
                  </a:cubicBezTo>
                  <a:cubicBezTo>
                    <a:pt x="249" y="414"/>
                    <a:pt x="250" y="412"/>
                    <a:pt x="248" y="413"/>
                  </a:cubicBezTo>
                  <a:cubicBezTo>
                    <a:pt x="249" y="411"/>
                    <a:pt x="249" y="409"/>
                    <a:pt x="249" y="407"/>
                  </a:cubicBezTo>
                  <a:cubicBezTo>
                    <a:pt x="249" y="408"/>
                    <a:pt x="250" y="408"/>
                    <a:pt x="251" y="407"/>
                  </a:cubicBezTo>
                  <a:cubicBezTo>
                    <a:pt x="250" y="406"/>
                    <a:pt x="249" y="405"/>
                    <a:pt x="249" y="403"/>
                  </a:cubicBezTo>
                  <a:cubicBezTo>
                    <a:pt x="248" y="403"/>
                    <a:pt x="248" y="404"/>
                    <a:pt x="246" y="403"/>
                  </a:cubicBezTo>
                  <a:cubicBezTo>
                    <a:pt x="246" y="403"/>
                    <a:pt x="245" y="403"/>
                    <a:pt x="245" y="402"/>
                  </a:cubicBezTo>
                  <a:cubicBezTo>
                    <a:pt x="247" y="402"/>
                    <a:pt x="250" y="403"/>
                    <a:pt x="250" y="401"/>
                  </a:cubicBezTo>
                  <a:cubicBezTo>
                    <a:pt x="253" y="402"/>
                    <a:pt x="249" y="404"/>
                    <a:pt x="252" y="403"/>
                  </a:cubicBezTo>
                  <a:cubicBezTo>
                    <a:pt x="254" y="404"/>
                    <a:pt x="254" y="406"/>
                    <a:pt x="253" y="407"/>
                  </a:cubicBezTo>
                  <a:cubicBezTo>
                    <a:pt x="255" y="408"/>
                    <a:pt x="253" y="406"/>
                    <a:pt x="256" y="406"/>
                  </a:cubicBezTo>
                  <a:cubicBezTo>
                    <a:pt x="256" y="405"/>
                    <a:pt x="254" y="405"/>
                    <a:pt x="254" y="403"/>
                  </a:cubicBezTo>
                  <a:cubicBezTo>
                    <a:pt x="253" y="403"/>
                    <a:pt x="253" y="403"/>
                    <a:pt x="252" y="402"/>
                  </a:cubicBezTo>
                  <a:cubicBezTo>
                    <a:pt x="249" y="401"/>
                    <a:pt x="254" y="401"/>
                    <a:pt x="254" y="400"/>
                  </a:cubicBezTo>
                  <a:cubicBezTo>
                    <a:pt x="254" y="401"/>
                    <a:pt x="254" y="401"/>
                    <a:pt x="254" y="401"/>
                  </a:cubicBezTo>
                  <a:cubicBezTo>
                    <a:pt x="255" y="400"/>
                    <a:pt x="254" y="400"/>
                    <a:pt x="254" y="399"/>
                  </a:cubicBezTo>
                  <a:cubicBezTo>
                    <a:pt x="257" y="398"/>
                    <a:pt x="254" y="400"/>
                    <a:pt x="256" y="401"/>
                  </a:cubicBezTo>
                  <a:cubicBezTo>
                    <a:pt x="258" y="400"/>
                    <a:pt x="258" y="400"/>
                    <a:pt x="258" y="400"/>
                  </a:cubicBezTo>
                  <a:cubicBezTo>
                    <a:pt x="259" y="399"/>
                    <a:pt x="256" y="400"/>
                    <a:pt x="257" y="398"/>
                  </a:cubicBezTo>
                  <a:cubicBezTo>
                    <a:pt x="258" y="398"/>
                    <a:pt x="258" y="398"/>
                    <a:pt x="258" y="398"/>
                  </a:cubicBezTo>
                  <a:cubicBezTo>
                    <a:pt x="257" y="397"/>
                    <a:pt x="257" y="397"/>
                    <a:pt x="257" y="397"/>
                  </a:cubicBezTo>
                  <a:cubicBezTo>
                    <a:pt x="256" y="397"/>
                    <a:pt x="254" y="397"/>
                    <a:pt x="254" y="398"/>
                  </a:cubicBezTo>
                  <a:cubicBezTo>
                    <a:pt x="251" y="397"/>
                    <a:pt x="254" y="397"/>
                    <a:pt x="254" y="396"/>
                  </a:cubicBezTo>
                  <a:cubicBezTo>
                    <a:pt x="252" y="395"/>
                    <a:pt x="254" y="396"/>
                    <a:pt x="252" y="396"/>
                  </a:cubicBezTo>
                  <a:cubicBezTo>
                    <a:pt x="250" y="396"/>
                    <a:pt x="250" y="395"/>
                    <a:pt x="250" y="394"/>
                  </a:cubicBezTo>
                  <a:cubicBezTo>
                    <a:pt x="250" y="393"/>
                    <a:pt x="252" y="394"/>
                    <a:pt x="253" y="393"/>
                  </a:cubicBezTo>
                  <a:cubicBezTo>
                    <a:pt x="254" y="394"/>
                    <a:pt x="254" y="395"/>
                    <a:pt x="253" y="394"/>
                  </a:cubicBezTo>
                  <a:cubicBezTo>
                    <a:pt x="254" y="396"/>
                    <a:pt x="256" y="394"/>
                    <a:pt x="258" y="395"/>
                  </a:cubicBezTo>
                  <a:cubicBezTo>
                    <a:pt x="259" y="394"/>
                    <a:pt x="257" y="394"/>
                    <a:pt x="256" y="393"/>
                  </a:cubicBezTo>
                  <a:cubicBezTo>
                    <a:pt x="256" y="394"/>
                    <a:pt x="254" y="393"/>
                    <a:pt x="254" y="393"/>
                  </a:cubicBezTo>
                  <a:cubicBezTo>
                    <a:pt x="249" y="391"/>
                    <a:pt x="257" y="392"/>
                    <a:pt x="257" y="390"/>
                  </a:cubicBezTo>
                  <a:cubicBezTo>
                    <a:pt x="253" y="390"/>
                    <a:pt x="252" y="387"/>
                    <a:pt x="249" y="389"/>
                  </a:cubicBezTo>
                  <a:cubicBezTo>
                    <a:pt x="248" y="388"/>
                    <a:pt x="248" y="387"/>
                    <a:pt x="248" y="387"/>
                  </a:cubicBezTo>
                  <a:cubicBezTo>
                    <a:pt x="250" y="388"/>
                    <a:pt x="250" y="386"/>
                    <a:pt x="252" y="387"/>
                  </a:cubicBezTo>
                  <a:cubicBezTo>
                    <a:pt x="252" y="386"/>
                    <a:pt x="252" y="386"/>
                    <a:pt x="252" y="386"/>
                  </a:cubicBezTo>
                  <a:cubicBezTo>
                    <a:pt x="254" y="388"/>
                    <a:pt x="254" y="388"/>
                    <a:pt x="254" y="388"/>
                  </a:cubicBezTo>
                  <a:cubicBezTo>
                    <a:pt x="256" y="387"/>
                    <a:pt x="257" y="385"/>
                    <a:pt x="258" y="386"/>
                  </a:cubicBezTo>
                  <a:cubicBezTo>
                    <a:pt x="257" y="385"/>
                    <a:pt x="256" y="386"/>
                    <a:pt x="256" y="385"/>
                  </a:cubicBezTo>
                  <a:cubicBezTo>
                    <a:pt x="257" y="385"/>
                    <a:pt x="258" y="385"/>
                    <a:pt x="258" y="384"/>
                  </a:cubicBezTo>
                  <a:cubicBezTo>
                    <a:pt x="257" y="385"/>
                    <a:pt x="255" y="384"/>
                    <a:pt x="254" y="383"/>
                  </a:cubicBezTo>
                  <a:cubicBezTo>
                    <a:pt x="255" y="382"/>
                    <a:pt x="257" y="382"/>
                    <a:pt x="257" y="382"/>
                  </a:cubicBezTo>
                  <a:cubicBezTo>
                    <a:pt x="259" y="383"/>
                    <a:pt x="259" y="383"/>
                    <a:pt x="259" y="383"/>
                  </a:cubicBezTo>
                  <a:cubicBezTo>
                    <a:pt x="257" y="382"/>
                    <a:pt x="260" y="383"/>
                    <a:pt x="259" y="382"/>
                  </a:cubicBezTo>
                  <a:cubicBezTo>
                    <a:pt x="258" y="381"/>
                    <a:pt x="256" y="381"/>
                    <a:pt x="255" y="380"/>
                  </a:cubicBezTo>
                  <a:cubicBezTo>
                    <a:pt x="254" y="380"/>
                    <a:pt x="256" y="379"/>
                    <a:pt x="256" y="379"/>
                  </a:cubicBezTo>
                  <a:cubicBezTo>
                    <a:pt x="257" y="380"/>
                    <a:pt x="257" y="380"/>
                    <a:pt x="257" y="380"/>
                  </a:cubicBezTo>
                  <a:cubicBezTo>
                    <a:pt x="256" y="379"/>
                    <a:pt x="260" y="380"/>
                    <a:pt x="259" y="379"/>
                  </a:cubicBezTo>
                  <a:cubicBezTo>
                    <a:pt x="258" y="378"/>
                    <a:pt x="258" y="378"/>
                    <a:pt x="258" y="378"/>
                  </a:cubicBezTo>
                  <a:cubicBezTo>
                    <a:pt x="258" y="378"/>
                    <a:pt x="259" y="378"/>
                    <a:pt x="259" y="378"/>
                  </a:cubicBezTo>
                  <a:cubicBezTo>
                    <a:pt x="258" y="378"/>
                    <a:pt x="258" y="377"/>
                    <a:pt x="258" y="377"/>
                  </a:cubicBezTo>
                  <a:cubicBezTo>
                    <a:pt x="259" y="377"/>
                    <a:pt x="259" y="377"/>
                    <a:pt x="259" y="377"/>
                  </a:cubicBezTo>
                  <a:cubicBezTo>
                    <a:pt x="258" y="376"/>
                    <a:pt x="256" y="375"/>
                    <a:pt x="258" y="375"/>
                  </a:cubicBezTo>
                  <a:cubicBezTo>
                    <a:pt x="256" y="375"/>
                    <a:pt x="258" y="376"/>
                    <a:pt x="257" y="376"/>
                  </a:cubicBezTo>
                  <a:cubicBezTo>
                    <a:pt x="255" y="377"/>
                    <a:pt x="255" y="375"/>
                    <a:pt x="255" y="375"/>
                  </a:cubicBezTo>
                  <a:cubicBezTo>
                    <a:pt x="258" y="375"/>
                    <a:pt x="255" y="374"/>
                    <a:pt x="255" y="373"/>
                  </a:cubicBezTo>
                  <a:cubicBezTo>
                    <a:pt x="256" y="373"/>
                    <a:pt x="257" y="372"/>
                    <a:pt x="258" y="372"/>
                  </a:cubicBezTo>
                  <a:cubicBezTo>
                    <a:pt x="256" y="372"/>
                    <a:pt x="256" y="372"/>
                    <a:pt x="256" y="372"/>
                  </a:cubicBezTo>
                  <a:cubicBezTo>
                    <a:pt x="259" y="372"/>
                    <a:pt x="255" y="370"/>
                    <a:pt x="256" y="370"/>
                  </a:cubicBezTo>
                  <a:cubicBezTo>
                    <a:pt x="257" y="370"/>
                    <a:pt x="259" y="370"/>
                    <a:pt x="259" y="370"/>
                  </a:cubicBezTo>
                  <a:cubicBezTo>
                    <a:pt x="257" y="370"/>
                    <a:pt x="256" y="368"/>
                    <a:pt x="254" y="368"/>
                  </a:cubicBezTo>
                  <a:cubicBezTo>
                    <a:pt x="255" y="367"/>
                    <a:pt x="258" y="369"/>
                    <a:pt x="260" y="369"/>
                  </a:cubicBezTo>
                  <a:cubicBezTo>
                    <a:pt x="258" y="368"/>
                    <a:pt x="261" y="367"/>
                    <a:pt x="258" y="366"/>
                  </a:cubicBezTo>
                  <a:cubicBezTo>
                    <a:pt x="257" y="367"/>
                    <a:pt x="257" y="366"/>
                    <a:pt x="256" y="366"/>
                  </a:cubicBezTo>
                  <a:cubicBezTo>
                    <a:pt x="256" y="365"/>
                    <a:pt x="257" y="366"/>
                    <a:pt x="258" y="365"/>
                  </a:cubicBezTo>
                  <a:cubicBezTo>
                    <a:pt x="258" y="365"/>
                    <a:pt x="256" y="364"/>
                    <a:pt x="255" y="365"/>
                  </a:cubicBezTo>
                  <a:cubicBezTo>
                    <a:pt x="255" y="364"/>
                    <a:pt x="253" y="363"/>
                    <a:pt x="255" y="362"/>
                  </a:cubicBezTo>
                  <a:cubicBezTo>
                    <a:pt x="256" y="362"/>
                    <a:pt x="255" y="364"/>
                    <a:pt x="257" y="363"/>
                  </a:cubicBezTo>
                  <a:cubicBezTo>
                    <a:pt x="257" y="362"/>
                    <a:pt x="253" y="362"/>
                    <a:pt x="252" y="360"/>
                  </a:cubicBezTo>
                  <a:cubicBezTo>
                    <a:pt x="251" y="361"/>
                    <a:pt x="248" y="360"/>
                    <a:pt x="248" y="359"/>
                  </a:cubicBezTo>
                  <a:cubicBezTo>
                    <a:pt x="249" y="357"/>
                    <a:pt x="248" y="360"/>
                    <a:pt x="251" y="360"/>
                  </a:cubicBezTo>
                  <a:cubicBezTo>
                    <a:pt x="250" y="359"/>
                    <a:pt x="250" y="359"/>
                    <a:pt x="250" y="359"/>
                  </a:cubicBezTo>
                  <a:cubicBezTo>
                    <a:pt x="254" y="358"/>
                    <a:pt x="255" y="362"/>
                    <a:pt x="257" y="361"/>
                  </a:cubicBezTo>
                  <a:cubicBezTo>
                    <a:pt x="257" y="360"/>
                    <a:pt x="257" y="360"/>
                    <a:pt x="257" y="360"/>
                  </a:cubicBezTo>
                  <a:cubicBezTo>
                    <a:pt x="257" y="360"/>
                    <a:pt x="259" y="361"/>
                    <a:pt x="260" y="361"/>
                  </a:cubicBezTo>
                  <a:cubicBezTo>
                    <a:pt x="258" y="360"/>
                    <a:pt x="259" y="359"/>
                    <a:pt x="259" y="359"/>
                  </a:cubicBezTo>
                  <a:cubicBezTo>
                    <a:pt x="257" y="358"/>
                    <a:pt x="259" y="359"/>
                    <a:pt x="258" y="359"/>
                  </a:cubicBezTo>
                  <a:cubicBezTo>
                    <a:pt x="258" y="358"/>
                    <a:pt x="255" y="357"/>
                    <a:pt x="256" y="356"/>
                  </a:cubicBezTo>
                  <a:cubicBezTo>
                    <a:pt x="257" y="357"/>
                    <a:pt x="259" y="356"/>
                    <a:pt x="259" y="357"/>
                  </a:cubicBezTo>
                  <a:cubicBezTo>
                    <a:pt x="260" y="356"/>
                    <a:pt x="257" y="356"/>
                    <a:pt x="259" y="356"/>
                  </a:cubicBezTo>
                  <a:cubicBezTo>
                    <a:pt x="260" y="356"/>
                    <a:pt x="260" y="356"/>
                    <a:pt x="260" y="356"/>
                  </a:cubicBezTo>
                  <a:cubicBezTo>
                    <a:pt x="260" y="353"/>
                    <a:pt x="261" y="349"/>
                    <a:pt x="257" y="345"/>
                  </a:cubicBezTo>
                  <a:cubicBezTo>
                    <a:pt x="259" y="345"/>
                    <a:pt x="260" y="344"/>
                    <a:pt x="261" y="343"/>
                  </a:cubicBezTo>
                  <a:cubicBezTo>
                    <a:pt x="261" y="343"/>
                    <a:pt x="260" y="343"/>
                    <a:pt x="260" y="342"/>
                  </a:cubicBezTo>
                  <a:cubicBezTo>
                    <a:pt x="262" y="342"/>
                    <a:pt x="262" y="342"/>
                    <a:pt x="262" y="342"/>
                  </a:cubicBezTo>
                  <a:cubicBezTo>
                    <a:pt x="263" y="341"/>
                    <a:pt x="262" y="340"/>
                    <a:pt x="261" y="339"/>
                  </a:cubicBezTo>
                  <a:cubicBezTo>
                    <a:pt x="262" y="339"/>
                    <a:pt x="262" y="339"/>
                    <a:pt x="262" y="339"/>
                  </a:cubicBezTo>
                  <a:cubicBezTo>
                    <a:pt x="264" y="338"/>
                    <a:pt x="261" y="338"/>
                    <a:pt x="261" y="337"/>
                  </a:cubicBezTo>
                  <a:cubicBezTo>
                    <a:pt x="263" y="337"/>
                    <a:pt x="263" y="337"/>
                    <a:pt x="263" y="337"/>
                  </a:cubicBezTo>
                  <a:cubicBezTo>
                    <a:pt x="261" y="337"/>
                    <a:pt x="261" y="337"/>
                    <a:pt x="261" y="337"/>
                  </a:cubicBezTo>
                  <a:cubicBezTo>
                    <a:pt x="261" y="336"/>
                    <a:pt x="262" y="335"/>
                    <a:pt x="264" y="336"/>
                  </a:cubicBezTo>
                  <a:cubicBezTo>
                    <a:pt x="263" y="335"/>
                    <a:pt x="263" y="335"/>
                    <a:pt x="262" y="335"/>
                  </a:cubicBezTo>
                  <a:cubicBezTo>
                    <a:pt x="264" y="335"/>
                    <a:pt x="264" y="332"/>
                    <a:pt x="264" y="331"/>
                  </a:cubicBezTo>
                  <a:cubicBezTo>
                    <a:pt x="263" y="331"/>
                    <a:pt x="263" y="331"/>
                    <a:pt x="261" y="330"/>
                  </a:cubicBezTo>
                  <a:cubicBezTo>
                    <a:pt x="259" y="329"/>
                    <a:pt x="262" y="330"/>
                    <a:pt x="261" y="329"/>
                  </a:cubicBezTo>
                  <a:cubicBezTo>
                    <a:pt x="262" y="329"/>
                    <a:pt x="263" y="329"/>
                    <a:pt x="263" y="330"/>
                  </a:cubicBezTo>
                  <a:cubicBezTo>
                    <a:pt x="266" y="329"/>
                    <a:pt x="266" y="326"/>
                    <a:pt x="268" y="325"/>
                  </a:cubicBezTo>
                  <a:cubicBezTo>
                    <a:pt x="267" y="324"/>
                    <a:pt x="267" y="324"/>
                    <a:pt x="267" y="324"/>
                  </a:cubicBezTo>
                  <a:cubicBezTo>
                    <a:pt x="270" y="323"/>
                    <a:pt x="268" y="321"/>
                    <a:pt x="270" y="320"/>
                  </a:cubicBezTo>
                  <a:cubicBezTo>
                    <a:pt x="269" y="320"/>
                    <a:pt x="267" y="318"/>
                    <a:pt x="268" y="317"/>
                  </a:cubicBezTo>
                  <a:cubicBezTo>
                    <a:pt x="266" y="315"/>
                    <a:pt x="270" y="318"/>
                    <a:pt x="271" y="318"/>
                  </a:cubicBezTo>
                  <a:cubicBezTo>
                    <a:pt x="271" y="317"/>
                    <a:pt x="271" y="316"/>
                    <a:pt x="271" y="316"/>
                  </a:cubicBezTo>
                  <a:cubicBezTo>
                    <a:pt x="272" y="316"/>
                    <a:pt x="272" y="316"/>
                    <a:pt x="272" y="316"/>
                  </a:cubicBezTo>
                  <a:cubicBezTo>
                    <a:pt x="271" y="315"/>
                    <a:pt x="271" y="314"/>
                    <a:pt x="272" y="314"/>
                  </a:cubicBezTo>
                  <a:cubicBezTo>
                    <a:pt x="272" y="314"/>
                    <a:pt x="272" y="314"/>
                    <a:pt x="272" y="314"/>
                  </a:cubicBezTo>
                  <a:cubicBezTo>
                    <a:pt x="273" y="314"/>
                    <a:pt x="274" y="314"/>
                    <a:pt x="274" y="313"/>
                  </a:cubicBezTo>
                  <a:cubicBezTo>
                    <a:pt x="274" y="311"/>
                    <a:pt x="275" y="312"/>
                    <a:pt x="274" y="310"/>
                  </a:cubicBezTo>
                  <a:cubicBezTo>
                    <a:pt x="275" y="311"/>
                    <a:pt x="275" y="311"/>
                    <a:pt x="275" y="311"/>
                  </a:cubicBezTo>
                  <a:cubicBezTo>
                    <a:pt x="273" y="310"/>
                    <a:pt x="273" y="310"/>
                    <a:pt x="273" y="310"/>
                  </a:cubicBezTo>
                  <a:cubicBezTo>
                    <a:pt x="275" y="309"/>
                    <a:pt x="275" y="309"/>
                    <a:pt x="275" y="309"/>
                  </a:cubicBezTo>
                  <a:cubicBezTo>
                    <a:pt x="276" y="311"/>
                    <a:pt x="276" y="311"/>
                    <a:pt x="276" y="311"/>
                  </a:cubicBezTo>
                  <a:cubicBezTo>
                    <a:pt x="277" y="311"/>
                    <a:pt x="275" y="310"/>
                    <a:pt x="275" y="309"/>
                  </a:cubicBezTo>
                  <a:cubicBezTo>
                    <a:pt x="274" y="308"/>
                    <a:pt x="275" y="309"/>
                    <a:pt x="276" y="309"/>
                  </a:cubicBezTo>
                  <a:cubicBezTo>
                    <a:pt x="277" y="310"/>
                    <a:pt x="276" y="309"/>
                    <a:pt x="276" y="309"/>
                  </a:cubicBezTo>
                  <a:cubicBezTo>
                    <a:pt x="276" y="310"/>
                    <a:pt x="276" y="309"/>
                    <a:pt x="277" y="310"/>
                  </a:cubicBezTo>
                  <a:cubicBezTo>
                    <a:pt x="277" y="310"/>
                    <a:pt x="276" y="308"/>
                    <a:pt x="276" y="308"/>
                  </a:cubicBezTo>
                  <a:cubicBezTo>
                    <a:pt x="277" y="308"/>
                    <a:pt x="277" y="307"/>
                    <a:pt x="278" y="308"/>
                  </a:cubicBezTo>
                  <a:cubicBezTo>
                    <a:pt x="278" y="307"/>
                    <a:pt x="279" y="307"/>
                    <a:pt x="278" y="306"/>
                  </a:cubicBezTo>
                  <a:cubicBezTo>
                    <a:pt x="278" y="306"/>
                    <a:pt x="277" y="307"/>
                    <a:pt x="276" y="306"/>
                  </a:cubicBezTo>
                  <a:cubicBezTo>
                    <a:pt x="276" y="305"/>
                    <a:pt x="277" y="305"/>
                    <a:pt x="277" y="305"/>
                  </a:cubicBezTo>
                  <a:cubicBezTo>
                    <a:pt x="277" y="306"/>
                    <a:pt x="277" y="306"/>
                    <a:pt x="277" y="306"/>
                  </a:cubicBezTo>
                  <a:cubicBezTo>
                    <a:pt x="277" y="305"/>
                    <a:pt x="278" y="305"/>
                    <a:pt x="277" y="304"/>
                  </a:cubicBezTo>
                  <a:cubicBezTo>
                    <a:pt x="279" y="305"/>
                    <a:pt x="279" y="305"/>
                    <a:pt x="279" y="305"/>
                  </a:cubicBezTo>
                  <a:cubicBezTo>
                    <a:pt x="278" y="304"/>
                    <a:pt x="279" y="303"/>
                    <a:pt x="279" y="303"/>
                  </a:cubicBezTo>
                  <a:cubicBezTo>
                    <a:pt x="280" y="304"/>
                    <a:pt x="281" y="306"/>
                    <a:pt x="282" y="306"/>
                  </a:cubicBezTo>
                  <a:cubicBezTo>
                    <a:pt x="282" y="304"/>
                    <a:pt x="282" y="304"/>
                    <a:pt x="282" y="304"/>
                  </a:cubicBezTo>
                  <a:cubicBezTo>
                    <a:pt x="282" y="303"/>
                    <a:pt x="283" y="304"/>
                    <a:pt x="283" y="304"/>
                  </a:cubicBezTo>
                  <a:cubicBezTo>
                    <a:pt x="285" y="304"/>
                    <a:pt x="282" y="299"/>
                    <a:pt x="284" y="300"/>
                  </a:cubicBezTo>
                  <a:cubicBezTo>
                    <a:pt x="285" y="302"/>
                    <a:pt x="285" y="302"/>
                    <a:pt x="286" y="302"/>
                  </a:cubicBezTo>
                  <a:cubicBezTo>
                    <a:pt x="286" y="301"/>
                    <a:pt x="286" y="301"/>
                    <a:pt x="286" y="301"/>
                  </a:cubicBezTo>
                  <a:cubicBezTo>
                    <a:pt x="285" y="300"/>
                    <a:pt x="286" y="302"/>
                    <a:pt x="285" y="301"/>
                  </a:cubicBezTo>
                  <a:cubicBezTo>
                    <a:pt x="285" y="300"/>
                    <a:pt x="285" y="300"/>
                    <a:pt x="285" y="300"/>
                  </a:cubicBezTo>
                  <a:cubicBezTo>
                    <a:pt x="288" y="303"/>
                    <a:pt x="290" y="299"/>
                    <a:pt x="293" y="300"/>
                  </a:cubicBezTo>
                  <a:cubicBezTo>
                    <a:pt x="292" y="298"/>
                    <a:pt x="294" y="299"/>
                    <a:pt x="294" y="298"/>
                  </a:cubicBezTo>
                  <a:cubicBezTo>
                    <a:pt x="294" y="300"/>
                    <a:pt x="295" y="297"/>
                    <a:pt x="296" y="298"/>
                  </a:cubicBezTo>
                  <a:cubicBezTo>
                    <a:pt x="295" y="296"/>
                    <a:pt x="295" y="296"/>
                    <a:pt x="295" y="296"/>
                  </a:cubicBezTo>
                  <a:cubicBezTo>
                    <a:pt x="296" y="297"/>
                    <a:pt x="295" y="291"/>
                    <a:pt x="297" y="294"/>
                  </a:cubicBezTo>
                  <a:cubicBezTo>
                    <a:pt x="298" y="295"/>
                    <a:pt x="298" y="296"/>
                    <a:pt x="297" y="296"/>
                  </a:cubicBezTo>
                  <a:cubicBezTo>
                    <a:pt x="299" y="299"/>
                    <a:pt x="300" y="293"/>
                    <a:pt x="301" y="296"/>
                  </a:cubicBezTo>
                  <a:cubicBezTo>
                    <a:pt x="301" y="295"/>
                    <a:pt x="300" y="294"/>
                    <a:pt x="301" y="292"/>
                  </a:cubicBezTo>
                  <a:cubicBezTo>
                    <a:pt x="302" y="293"/>
                    <a:pt x="304" y="294"/>
                    <a:pt x="304" y="294"/>
                  </a:cubicBezTo>
                  <a:cubicBezTo>
                    <a:pt x="304" y="294"/>
                    <a:pt x="304" y="293"/>
                    <a:pt x="305" y="294"/>
                  </a:cubicBezTo>
                  <a:cubicBezTo>
                    <a:pt x="305" y="294"/>
                    <a:pt x="305" y="294"/>
                    <a:pt x="305" y="295"/>
                  </a:cubicBezTo>
                  <a:cubicBezTo>
                    <a:pt x="306" y="295"/>
                    <a:pt x="307" y="294"/>
                    <a:pt x="308" y="293"/>
                  </a:cubicBezTo>
                  <a:cubicBezTo>
                    <a:pt x="309" y="294"/>
                    <a:pt x="310" y="293"/>
                    <a:pt x="312" y="293"/>
                  </a:cubicBezTo>
                  <a:cubicBezTo>
                    <a:pt x="312" y="291"/>
                    <a:pt x="315" y="293"/>
                    <a:pt x="314" y="290"/>
                  </a:cubicBezTo>
                  <a:cubicBezTo>
                    <a:pt x="314" y="291"/>
                    <a:pt x="314" y="291"/>
                    <a:pt x="314" y="291"/>
                  </a:cubicBezTo>
                  <a:cubicBezTo>
                    <a:pt x="314" y="290"/>
                    <a:pt x="314" y="288"/>
                    <a:pt x="315" y="288"/>
                  </a:cubicBezTo>
                  <a:cubicBezTo>
                    <a:pt x="315" y="290"/>
                    <a:pt x="315" y="290"/>
                    <a:pt x="315" y="290"/>
                  </a:cubicBezTo>
                  <a:cubicBezTo>
                    <a:pt x="316" y="292"/>
                    <a:pt x="317" y="290"/>
                    <a:pt x="318" y="291"/>
                  </a:cubicBezTo>
                  <a:cubicBezTo>
                    <a:pt x="316" y="289"/>
                    <a:pt x="318" y="291"/>
                    <a:pt x="318" y="289"/>
                  </a:cubicBezTo>
                  <a:cubicBezTo>
                    <a:pt x="318" y="288"/>
                    <a:pt x="318" y="288"/>
                    <a:pt x="318" y="288"/>
                  </a:cubicBezTo>
                  <a:cubicBezTo>
                    <a:pt x="319" y="287"/>
                    <a:pt x="318" y="287"/>
                    <a:pt x="319" y="286"/>
                  </a:cubicBezTo>
                  <a:cubicBezTo>
                    <a:pt x="320" y="286"/>
                    <a:pt x="321" y="288"/>
                    <a:pt x="320" y="288"/>
                  </a:cubicBezTo>
                  <a:cubicBezTo>
                    <a:pt x="321" y="289"/>
                    <a:pt x="322" y="288"/>
                    <a:pt x="322" y="287"/>
                  </a:cubicBezTo>
                  <a:cubicBezTo>
                    <a:pt x="322" y="287"/>
                    <a:pt x="322" y="287"/>
                    <a:pt x="322" y="287"/>
                  </a:cubicBezTo>
                  <a:cubicBezTo>
                    <a:pt x="322" y="287"/>
                    <a:pt x="322" y="287"/>
                    <a:pt x="322" y="287"/>
                  </a:cubicBezTo>
                  <a:cubicBezTo>
                    <a:pt x="323" y="287"/>
                    <a:pt x="323" y="287"/>
                    <a:pt x="323" y="287"/>
                  </a:cubicBezTo>
                  <a:cubicBezTo>
                    <a:pt x="323" y="287"/>
                    <a:pt x="323" y="287"/>
                    <a:pt x="323" y="287"/>
                  </a:cubicBezTo>
                  <a:cubicBezTo>
                    <a:pt x="323" y="287"/>
                    <a:pt x="323" y="287"/>
                    <a:pt x="322" y="287"/>
                  </a:cubicBezTo>
                  <a:cubicBezTo>
                    <a:pt x="323" y="287"/>
                    <a:pt x="323" y="287"/>
                    <a:pt x="323" y="287"/>
                  </a:cubicBezTo>
                  <a:cubicBezTo>
                    <a:pt x="323" y="287"/>
                    <a:pt x="323" y="287"/>
                    <a:pt x="323" y="287"/>
                  </a:cubicBezTo>
                  <a:cubicBezTo>
                    <a:pt x="324" y="287"/>
                    <a:pt x="324" y="287"/>
                    <a:pt x="324" y="287"/>
                  </a:cubicBezTo>
                  <a:cubicBezTo>
                    <a:pt x="325" y="289"/>
                    <a:pt x="325" y="289"/>
                    <a:pt x="325" y="289"/>
                  </a:cubicBezTo>
                  <a:cubicBezTo>
                    <a:pt x="325" y="289"/>
                    <a:pt x="326" y="286"/>
                    <a:pt x="326" y="286"/>
                  </a:cubicBezTo>
                  <a:cubicBezTo>
                    <a:pt x="328" y="286"/>
                    <a:pt x="331" y="283"/>
                    <a:pt x="332" y="281"/>
                  </a:cubicBezTo>
                  <a:cubicBezTo>
                    <a:pt x="332" y="282"/>
                    <a:pt x="332" y="282"/>
                    <a:pt x="332" y="282"/>
                  </a:cubicBezTo>
                  <a:cubicBezTo>
                    <a:pt x="332" y="281"/>
                    <a:pt x="332" y="279"/>
                    <a:pt x="333" y="280"/>
                  </a:cubicBezTo>
                  <a:cubicBezTo>
                    <a:pt x="333" y="279"/>
                    <a:pt x="334" y="280"/>
                    <a:pt x="335" y="280"/>
                  </a:cubicBezTo>
                  <a:cubicBezTo>
                    <a:pt x="335" y="280"/>
                    <a:pt x="334" y="279"/>
                    <a:pt x="334" y="279"/>
                  </a:cubicBezTo>
                  <a:cubicBezTo>
                    <a:pt x="337" y="279"/>
                    <a:pt x="337" y="275"/>
                    <a:pt x="339" y="274"/>
                  </a:cubicBezTo>
                  <a:cubicBezTo>
                    <a:pt x="339" y="274"/>
                    <a:pt x="340" y="275"/>
                    <a:pt x="340" y="276"/>
                  </a:cubicBezTo>
                  <a:cubicBezTo>
                    <a:pt x="341" y="274"/>
                    <a:pt x="341" y="272"/>
                    <a:pt x="341" y="270"/>
                  </a:cubicBezTo>
                  <a:cubicBezTo>
                    <a:pt x="341" y="270"/>
                    <a:pt x="342" y="270"/>
                    <a:pt x="342" y="271"/>
                  </a:cubicBezTo>
                  <a:cubicBezTo>
                    <a:pt x="342" y="270"/>
                    <a:pt x="343" y="269"/>
                    <a:pt x="342" y="267"/>
                  </a:cubicBezTo>
                  <a:cubicBezTo>
                    <a:pt x="341" y="268"/>
                    <a:pt x="343" y="268"/>
                    <a:pt x="342" y="268"/>
                  </a:cubicBezTo>
                  <a:cubicBezTo>
                    <a:pt x="341" y="268"/>
                    <a:pt x="340" y="266"/>
                    <a:pt x="341" y="266"/>
                  </a:cubicBezTo>
                  <a:cubicBezTo>
                    <a:pt x="341" y="266"/>
                    <a:pt x="341" y="266"/>
                    <a:pt x="341" y="266"/>
                  </a:cubicBezTo>
                  <a:cubicBezTo>
                    <a:pt x="342" y="265"/>
                    <a:pt x="341" y="265"/>
                    <a:pt x="342" y="263"/>
                  </a:cubicBezTo>
                  <a:cubicBezTo>
                    <a:pt x="343" y="263"/>
                    <a:pt x="342" y="264"/>
                    <a:pt x="343" y="264"/>
                  </a:cubicBezTo>
                  <a:cubicBezTo>
                    <a:pt x="345" y="265"/>
                    <a:pt x="345" y="262"/>
                    <a:pt x="346" y="262"/>
                  </a:cubicBezTo>
                  <a:cubicBezTo>
                    <a:pt x="344" y="261"/>
                    <a:pt x="344" y="261"/>
                    <a:pt x="344" y="261"/>
                  </a:cubicBezTo>
                  <a:cubicBezTo>
                    <a:pt x="344" y="260"/>
                    <a:pt x="346" y="261"/>
                    <a:pt x="346" y="260"/>
                  </a:cubicBezTo>
                  <a:cubicBezTo>
                    <a:pt x="342" y="256"/>
                    <a:pt x="342" y="256"/>
                    <a:pt x="342" y="256"/>
                  </a:cubicBezTo>
                  <a:cubicBezTo>
                    <a:pt x="342" y="257"/>
                    <a:pt x="344" y="256"/>
                    <a:pt x="345" y="257"/>
                  </a:cubicBezTo>
                  <a:cubicBezTo>
                    <a:pt x="346" y="255"/>
                    <a:pt x="342" y="254"/>
                    <a:pt x="341" y="253"/>
                  </a:cubicBezTo>
                  <a:cubicBezTo>
                    <a:pt x="342" y="252"/>
                    <a:pt x="341" y="250"/>
                    <a:pt x="341" y="250"/>
                  </a:cubicBezTo>
                  <a:cubicBezTo>
                    <a:pt x="342" y="250"/>
                    <a:pt x="341" y="250"/>
                    <a:pt x="342" y="250"/>
                  </a:cubicBezTo>
                  <a:cubicBezTo>
                    <a:pt x="343" y="250"/>
                    <a:pt x="343" y="250"/>
                    <a:pt x="343" y="250"/>
                  </a:cubicBezTo>
                  <a:cubicBezTo>
                    <a:pt x="343" y="251"/>
                    <a:pt x="346" y="250"/>
                    <a:pt x="347" y="251"/>
                  </a:cubicBezTo>
                  <a:cubicBezTo>
                    <a:pt x="346" y="249"/>
                    <a:pt x="347" y="247"/>
                    <a:pt x="347" y="246"/>
                  </a:cubicBezTo>
                  <a:cubicBezTo>
                    <a:pt x="345" y="247"/>
                    <a:pt x="346" y="244"/>
                    <a:pt x="343" y="244"/>
                  </a:cubicBezTo>
                  <a:cubicBezTo>
                    <a:pt x="343" y="242"/>
                    <a:pt x="346" y="243"/>
                    <a:pt x="346" y="242"/>
                  </a:cubicBezTo>
                  <a:cubicBezTo>
                    <a:pt x="345" y="240"/>
                    <a:pt x="346" y="239"/>
                    <a:pt x="345" y="237"/>
                  </a:cubicBezTo>
                  <a:cubicBezTo>
                    <a:pt x="346" y="237"/>
                    <a:pt x="346" y="237"/>
                    <a:pt x="346" y="237"/>
                  </a:cubicBezTo>
                  <a:cubicBezTo>
                    <a:pt x="345" y="236"/>
                    <a:pt x="346" y="233"/>
                    <a:pt x="344" y="232"/>
                  </a:cubicBezTo>
                  <a:cubicBezTo>
                    <a:pt x="345" y="232"/>
                    <a:pt x="345" y="232"/>
                    <a:pt x="345" y="232"/>
                  </a:cubicBezTo>
                  <a:cubicBezTo>
                    <a:pt x="346" y="231"/>
                    <a:pt x="342" y="232"/>
                    <a:pt x="343" y="230"/>
                  </a:cubicBezTo>
                  <a:cubicBezTo>
                    <a:pt x="345" y="231"/>
                    <a:pt x="345" y="231"/>
                    <a:pt x="345" y="231"/>
                  </a:cubicBezTo>
                  <a:cubicBezTo>
                    <a:pt x="343" y="230"/>
                    <a:pt x="346" y="229"/>
                    <a:pt x="344" y="227"/>
                  </a:cubicBezTo>
                  <a:cubicBezTo>
                    <a:pt x="344" y="227"/>
                    <a:pt x="345" y="227"/>
                    <a:pt x="345" y="228"/>
                  </a:cubicBezTo>
                  <a:cubicBezTo>
                    <a:pt x="344" y="226"/>
                    <a:pt x="345" y="225"/>
                    <a:pt x="343" y="224"/>
                  </a:cubicBezTo>
                  <a:cubicBezTo>
                    <a:pt x="344" y="224"/>
                    <a:pt x="345" y="224"/>
                    <a:pt x="345" y="225"/>
                  </a:cubicBezTo>
                  <a:cubicBezTo>
                    <a:pt x="346" y="224"/>
                    <a:pt x="343" y="223"/>
                    <a:pt x="344" y="222"/>
                  </a:cubicBezTo>
                  <a:cubicBezTo>
                    <a:pt x="344" y="222"/>
                    <a:pt x="345" y="222"/>
                    <a:pt x="346" y="222"/>
                  </a:cubicBezTo>
                  <a:cubicBezTo>
                    <a:pt x="344" y="221"/>
                    <a:pt x="345" y="219"/>
                    <a:pt x="344" y="219"/>
                  </a:cubicBezTo>
                  <a:cubicBezTo>
                    <a:pt x="345" y="219"/>
                    <a:pt x="346" y="218"/>
                    <a:pt x="347" y="218"/>
                  </a:cubicBezTo>
                  <a:cubicBezTo>
                    <a:pt x="348" y="213"/>
                    <a:pt x="351" y="208"/>
                    <a:pt x="353" y="202"/>
                  </a:cubicBezTo>
                  <a:cubicBezTo>
                    <a:pt x="355" y="203"/>
                    <a:pt x="353" y="204"/>
                    <a:pt x="355" y="204"/>
                  </a:cubicBezTo>
                  <a:cubicBezTo>
                    <a:pt x="353" y="203"/>
                    <a:pt x="355" y="203"/>
                    <a:pt x="355" y="202"/>
                  </a:cubicBezTo>
                  <a:cubicBezTo>
                    <a:pt x="356" y="202"/>
                    <a:pt x="356" y="202"/>
                    <a:pt x="356" y="202"/>
                  </a:cubicBezTo>
                  <a:cubicBezTo>
                    <a:pt x="356" y="201"/>
                    <a:pt x="357" y="202"/>
                    <a:pt x="357" y="201"/>
                  </a:cubicBezTo>
                  <a:cubicBezTo>
                    <a:pt x="357" y="200"/>
                    <a:pt x="357" y="200"/>
                    <a:pt x="357" y="200"/>
                  </a:cubicBezTo>
                  <a:cubicBezTo>
                    <a:pt x="356" y="199"/>
                    <a:pt x="360" y="201"/>
                    <a:pt x="358" y="199"/>
                  </a:cubicBezTo>
                  <a:cubicBezTo>
                    <a:pt x="360" y="200"/>
                    <a:pt x="360" y="200"/>
                    <a:pt x="360" y="200"/>
                  </a:cubicBezTo>
                  <a:cubicBezTo>
                    <a:pt x="359" y="197"/>
                    <a:pt x="361" y="199"/>
                    <a:pt x="361" y="197"/>
                  </a:cubicBezTo>
                  <a:cubicBezTo>
                    <a:pt x="361" y="197"/>
                    <a:pt x="361" y="197"/>
                    <a:pt x="361" y="197"/>
                  </a:cubicBezTo>
                  <a:cubicBezTo>
                    <a:pt x="363" y="198"/>
                    <a:pt x="362" y="194"/>
                    <a:pt x="363" y="195"/>
                  </a:cubicBezTo>
                  <a:cubicBezTo>
                    <a:pt x="364" y="194"/>
                    <a:pt x="365" y="193"/>
                    <a:pt x="364" y="191"/>
                  </a:cubicBezTo>
                  <a:cubicBezTo>
                    <a:pt x="365" y="193"/>
                    <a:pt x="365" y="193"/>
                    <a:pt x="365" y="193"/>
                  </a:cubicBezTo>
                  <a:cubicBezTo>
                    <a:pt x="366" y="192"/>
                    <a:pt x="368" y="191"/>
                    <a:pt x="369" y="190"/>
                  </a:cubicBezTo>
                  <a:cubicBezTo>
                    <a:pt x="374" y="190"/>
                    <a:pt x="379" y="190"/>
                    <a:pt x="383" y="191"/>
                  </a:cubicBezTo>
                  <a:cubicBezTo>
                    <a:pt x="386" y="192"/>
                    <a:pt x="388" y="193"/>
                    <a:pt x="390" y="194"/>
                  </a:cubicBezTo>
                  <a:cubicBezTo>
                    <a:pt x="389" y="196"/>
                    <a:pt x="388" y="198"/>
                    <a:pt x="388" y="200"/>
                  </a:cubicBezTo>
                  <a:cubicBezTo>
                    <a:pt x="387" y="201"/>
                    <a:pt x="386" y="199"/>
                    <a:pt x="386" y="199"/>
                  </a:cubicBezTo>
                  <a:cubicBezTo>
                    <a:pt x="384" y="205"/>
                    <a:pt x="377" y="203"/>
                    <a:pt x="373" y="209"/>
                  </a:cubicBezTo>
                  <a:cubicBezTo>
                    <a:pt x="369" y="210"/>
                    <a:pt x="365" y="215"/>
                    <a:pt x="365" y="215"/>
                  </a:cubicBezTo>
                  <a:cubicBezTo>
                    <a:pt x="382" y="216"/>
                    <a:pt x="389" y="211"/>
                    <a:pt x="399" y="205"/>
                  </a:cubicBezTo>
                  <a:cubicBezTo>
                    <a:pt x="401" y="203"/>
                    <a:pt x="402" y="201"/>
                    <a:pt x="403" y="198"/>
                  </a:cubicBezTo>
                  <a:cubicBezTo>
                    <a:pt x="405" y="199"/>
                    <a:pt x="406" y="199"/>
                    <a:pt x="406" y="198"/>
                  </a:cubicBezTo>
                  <a:cubicBezTo>
                    <a:pt x="405" y="197"/>
                    <a:pt x="404" y="197"/>
                    <a:pt x="404" y="196"/>
                  </a:cubicBezTo>
                  <a:cubicBezTo>
                    <a:pt x="404" y="194"/>
                    <a:pt x="405" y="191"/>
                    <a:pt x="406" y="188"/>
                  </a:cubicBezTo>
                  <a:cubicBezTo>
                    <a:pt x="398" y="164"/>
                    <a:pt x="382" y="170"/>
                    <a:pt x="375" y="170"/>
                  </a:cubicBezTo>
                  <a:cubicBezTo>
                    <a:pt x="367" y="172"/>
                    <a:pt x="361" y="175"/>
                    <a:pt x="356" y="179"/>
                  </a:cubicBezTo>
                  <a:cubicBezTo>
                    <a:pt x="356" y="179"/>
                    <a:pt x="356" y="179"/>
                    <a:pt x="357" y="180"/>
                  </a:cubicBezTo>
                  <a:cubicBezTo>
                    <a:pt x="354" y="179"/>
                    <a:pt x="351" y="179"/>
                    <a:pt x="349" y="179"/>
                  </a:cubicBezTo>
                  <a:cubicBezTo>
                    <a:pt x="332" y="177"/>
                    <a:pt x="315" y="175"/>
                    <a:pt x="313" y="163"/>
                  </a:cubicBezTo>
                  <a:cubicBezTo>
                    <a:pt x="308" y="154"/>
                    <a:pt x="303" y="139"/>
                    <a:pt x="301" y="128"/>
                  </a:cubicBezTo>
                  <a:cubicBezTo>
                    <a:pt x="300" y="124"/>
                    <a:pt x="300" y="121"/>
                    <a:pt x="299" y="117"/>
                  </a:cubicBezTo>
                  <a:cubicBezTo>
                    <a:pt x="323" y="112"/>
                    <a:pt x="296" y="118"/>
                    <a:pt x="307" y="115"/>
                  </a:cubicBezTo>
                  <a:cubicBezTo>
                    <a:pt x="307" y="115"/>
                    <a:pt x="307" y="115"/>
                    <a:pt x="307" y="115"/>
                  </a:cubicBezTo>
                  <a:cubicBezTo>
                    <a:pt x="307" y="114"/>
                    <a:pt x="307" y="114"/>
                    <a:pt x="307" y="114"/>
                  </a:cubicBezTo>
                  <a:cubicBezTo>
                    <a:pt x="306" y="113"/>
                    <a:pt x="306" y="113"/>
                    <a:pt x="306" y="113"/>
                  </a:cubicBezTo>
                  <a:cubicBezTo>
                    <a:pt x="306" y="110"/>
                    <a:pt x="306" y="110"/>
                    <a:pt x="306" y="110"/>
                  </a:cubicBezTo>
                  <a:cubicBezTo>
                    <a:pt x="303" y="103"/>
                    <a:pt x="304" y="96"/>
                    <a:pt x="292" y="85"/>
                  </a:cubicBezTo>
                  <a:cubicBezTo>
                    <a:pt x="277" y="75"/>
                    <a:pt x="266" y="83"/>
                    <a:pt x="261" y="92"/>
                  </a:cubicBezTo>
                  <a:cubicBezTo>
                    <a:pt x="260" y="93"/>
                    <a:pt x="259" y="94"/>
                    <a:pt x="258" y="95"/>
                  </a:cubicBezTo>
                  <a:cubicBezTo>
                    <a:pt x="257" y="95"/>
                    <a:pt x="257" y="95"/>
                    <a:pt x="257" y="95"/>
                  </a:cubicBezTo>
                  <a:cubicBezTo>
                    <a:pt x="255" y="97"/>
                    <a:pt x="253" y="98"/>
                    <a:pt x="251" y="102"/>
                  </a:cubicBezTo>
                  <a:cubicBezTo>
                    <a:pt x="251" y="102"/>
                    <a:pt x="251" y="102"/>
                    <a:pt x="251" y="102"/>
                  </a:cubicBezTo>
                  <a:cubicBezTo>
                    <a:pt x="251" y="106"/>
                    <a:pt x="245" y="110"/>
                    <a:pt x="247" y="113"/>
                  </a:cubicBezTo>
                  <a:cubicBezTo>
                    <a:pt x="245" y="115"/>
                    <a:pt x="245" y="115"/>
                    <a:pt x="245" y="115"/>
                  </a:cubicBezTo>
                  <a:cubicBezTo>
                    <a:pt x="246" y="120"/>
                    <a:pt x="243" y="122"/>
                    <a:pt x="245" y="127"/>
                  </a:cubicBezTo>
                  <a:cubicBezTo>
                    <a:pt x="244" y="126"/>
                    <a:pt x="244" y="126"/>
                    <a:pt x="244" y="126"/>
                  </a:cubicBezTo>
                  <a:cubicBezTo>
                    <a:pt x="243" y="133"/>
                    <a:pt x="248" y="140"/>
                    <a:pt x="246" y="142"/>
                  </a:cubicBezTo>
                  <a:cubicBezTo>
                    <a:pt x="246" y="144"/>
                    <a:pt x="246" y="145"/>
                    <a:pt x="247" y="147"/>
                  </a:cubicBezTo>
                  <a:cubicBezTo>
                    <a:pt x="241" y="158"/>
                    <a:pt x="234" y="167"/>
                    <a:pt x="228" y="171"/>
                  </a:cubicBezTo>
                  <a:cubicBezTo>
                    <a:pt x="228" y="169"/>
                    <a:pt x="226" y="166"/>
                    <a:pt x="223" y="162"/>
                  </a:cubicBezTo>
                  <a:cubicBezTo>
                    <a:pt x="223" y="162"/>
                    <a:pt x="223" y="162"/>
                    <a:pt x="224" y="162"/>
                  </a:cubicBezTo>
                  <a:cubicBezTo>
                    <a:pt x="224" y="162"/>
                    <a:pt x="223" y="161"/>
                    <a:pt x="223" y="161"/>
                  </a:cubicBezTo>
                  <a:cubicBezTo>
                    <a:pt x="223" y="161"/>
                    <a:pt x="223" y="161"/>
                    <a:pt x="223" y="160"/>
                  </a:cubicBezTo>
                  <a:cubicBezTo>
                    <a:pt x="228" y="153"/>
                    <a:pt x="228" y="143"/>
                    <a:pt x="231" y="134"/>
                  </a:cubicBezTo>
                  <a:cubicBezTo>
                    <a:pt x="231" y="134"/>
                    <a:pt x="232" y="136"/>
                    <a:pt x="232" y="137"/>
                  </a:cubicBezTo>
                  <a:cubicBezTo>
                    <a:pt x="233" y="129"/>
                    <a:pt x="233" y="121"/>
                    <a:pt x="230" y="115"/>
                  </a:cubicBezTo>
                  <a:cubicBezTo>
                    <a:pt x="231" y="115"/>
                    <a:pt x="231" y="115"/>
                    <a:pt x="232" y="117"/>
                  </a:cubicBezTo>
                  <a:cubicBezTo>
                    <a:pt x="231" y="111"/>
                    <a:pt x="229" y="105"/>
                    <a:pt x="227" y="103"/>
                  </a:cubicBezTo>
                  <a:cubicBezTo>
                    <a:pt x="227" y="107"/>
                    <a:pt x="228" y="103"/>
                    <a:pt x="228" y="106"/>
                  </a:cubicBezTo>
                  <a:cubicBezTo>
                    <a:pt x="228" y="110"/>
                    <a:pt x="225" y="104"/>
                    <a:pt x="223" y="100"/>
                  </a:cubicBezTo>
                  <a:cubicBezTo>
                    <a:pt x="223" y="100"/>
                    <a:pt x="223" y="100"/>
                    <a:pt x="223" y="100"/>
                  </a:cubicBezTo>
                  <a:cubicBezTo>
                    <a:pt x="220" y="96"/>
                    <a:pt x="218" y="95"/>
                    <a:pt x="213" y="96"/>
                  </a:cubicBezTo>
                  <a:cubicBezTo>
                    <a:pt x="209" y="95"/>
                    <a:pt x="216" y="95"/>
                    <a:pt x="214" y="94"/>
                  </a:cubicBezTo>
                  <a:cubicBezTo>
                    <a:pt x="211" y="90"/>
                    <a:pt x="201" y="99"/>
                    <a:pt x="201" y="100"/>
                  </a:cubicBezTo>
                  <a:cubicBezTo>
                    <a:pt x="200" y="102"/>
                    <a:pt x="199" y="104"/>
                    <a:pt x="200" y="104"/>
                  </a:cubicBezTo>
                  <a:cubicBezTo>
                    <a:pt x="198" y="108"/>
                    <a:pt x="198" y="105"/>
                    <a:pt x="197" y="108"/>
                  </a:cubicBezTo>
                  <a:cubicBezTo>
                    <a:pt x="196" y="112"/>
                    <a:pt x="197" y="116"/>
                    <a:pt x="199" y="120"/>
                  </a:cubicBezTo>
                  <a:cubicBezTo>
                    <a:pt x="198" y="119"/>
                    <a:pt x="196" y="123"/>
                    <a:pt x="195" y="120"/>
                  </a:cubicBezTo>
                  <a:cubicBezTo>
                    <a:pt x="196" y="129"/>
                    <a:pt x="200" y="133"/>
                    <a:pt x="202" y="137"/>
                  </a:cubicBezTo>
                  <a:cubicBezTo>
                    <a:pt x="202" y="140"/>
                    <a:pt x="205" y="147"/>
                    <a:pt x="207" y="149"/>
                  </a:cubicBezTo>
                  <a:cubicBezTo>
                    <a:pt x="206" y="151"/>
                    <a:pt x="206" y="147"/>
                    <a:pt x="205" y="147"/>
                  </a:cubicBezTo>
                  <a:cubicBezTo>
                    <a:pt x="205" y="151"/>
                    <a:pt x="205" y="151"/>
                    <a:pt x="205" y="151"/>
                  </a:cubicBezTo>
                  <a:cubicBezTo>
                    <a:pt x="202" y="146"/>
                    <a:pt x="203" y="153"/>
                    <a:pt x="201" y="150"/>
                  </a:cubicBezTo>
                  <a:cubicBezTo>
                    <a:pt x="202" y="153"/>
                    <a:pt x="204" y="158"/>
                    <a:pt x="206" y="163"/>
                  </a:cubicBezTo>
                  <a:cubicBezTo>
                    <a:pt x="203" y="170"/>
                    <a:pt x="201" y="172"/>
                    <a:pt x="194" y="178"/>
                  </a:cubicBezTo>
                  <a:cubicBezTo>
                    <a:pt x="195" y="178"/>
                    <a:pt x="192" y="180"/>
                    <a:pt x="194" y="181"/>
                  </a:cubicBezTo>
                  <a:cubicBezTo>
                    <a:pt x="194" y="183"/>
                    <a:pt x="192" y="183"/>
                    <a:pt x="191" y="183"/>
                  </a:cubicBezTo>
                  <a:cubicBezTo>
                    <a:pt x="192" y="182"/>
                    <a:pt x="193" y="182"/>
                    <a:pt x="192" y="176"/>
                  </a:cubicBezTo>
                  <a:cubicBezTo>
                    <a:pt x="186" y="156"/>
                    <a:pt x="180" y="130"/>
                    <a:pt x="179" y="108"/>
                  </a:cubicBezTo>
                  <a:cubicBezTo>
                    <a:pt x="179" y="110"/>
                    <a:pt x="178" y="110"/>
                    <a:pt x="178" y="108"/>
                  </a:cubicBezTo>
                  <a:cubicBezTo>
                    <a:pt x="181" y="106"/>
                    <a:pt x="176" y="101"/>
                    <a:pt x="177" y="97"/>
                  </a:cubicBezTo>
                  <a:cubicBezTo>
                    <a:pt x="178" y="97"/>
                    <a:pt x="178" y="99"/>
                    <a:pt x="178" y="100"/>
                  </a:cubicBezTo>
                  <a:cubicBezTo>
                    <a:pt x="179" y="89"/>
                    <a:pt x="176" y="81"/>
                    <a:pt x="177" y="71"/>
                  </a:cubicBezTo>
                  <a:cubicBezTo>
                    <a:pt x="175" y="62"/>
                    <a:pt x="178" y="51"/>
                    <a:pt x="176" y="45"/>
                  </a:cubicBezTo>
                  <a:cubicBezTo>
                    <a:pt x="177" y="46"/>
                    <a:pt x="176" y="41"/>
                    <a:pt x="177" y="39"/>
                  </a:cubicBezTo>
                  <a:cubicBezTo>
                    <a:pt x="176" y="36"/>
                    <a:pt x="176" y="34"/>
                    <a:pt x="176" y="31"/>
                  </a:cubicBezTo>
                  <a:cubicBezTo>
                    <a:pt x="176" y="30"/>
                    <a:pt x="176" y="29"/>
                    <a:pt x="176" y="28"/>
                  </a:cubicBezTo>
                  <a:cubicBezTo>
                    <a:pt x="176" y="27"/>
                    <a:pt x="176" y="27"/>
                    <a:pt x="176" y="27"/>
                  </a:cubicBezTo>
                  <a:cubicBezTo>
                    <a:pt x="176" y="23"/>
                    <a:pt x="177" y="18"/>
                    <a:pt x="176" y="14"/>
                  </a:cubicBezTo>
                  <a:cubicBezTo>
                    <a:pt x="176" y="13"/>
                    <a:pt x="175" y="2"/>
                    <a:pt x="174" y="1"/>
                  </a:cubicBezTo>
                  <a:cubicBezTo>
                    <a:pt x="173" y="0"/>
                    <a:pt x="172" y="6"/>
                    <a:pt x="170" y="6"/>
                  </a:cubicBezTo>
                  <a:cubicBezTo>
                    <a:pt x="162" y="5"/>
                    <a:pt x="168" y="10"/>
                    <a:pt x="161" y="11"/>
                  </a:cubicBezTo>
                  <a:cubicBezTo>
                    <a:pt x="157" y="12"/>
                    <a:pt x="156" y="13"/>
                    <a:pt x="154" y="16"/>
                  </a:cubicBezTo>
                  <a:cubicBezTo>
                    <a:pt x="155" y="20"/>
                    <a:pt x="155" y="24"/>
                    <a:pt x="155" y="28"/>
                  </a:cubicBezTo>
                  <a:cubicBezTo>
                    <a:pt x="156" y="67"/>
                    <a:pt x="156" y="67"/>
                    <a:pt x="156" y="67"/>
                  </a:cubicBezTo>
                  <a:cubicBezTo>
                    <a:pt x="156" y="75"/>
                    <a:pt x="154" y="84"/>
                    <a:pt x="153" y="92"/>
                  </a:cubicBezTo>
                  <a:cubicBezTo>
                    <a:pt x="148" y="91"/>
                    <a:pt x="142" y="91"/>
                    <a:pt x="139" y="94"/>
                  </a:cubicBezTo>
                  <a:cubicBezTo>
                    <a:pt x="137" y="95"/>
                    <a:pt x="135" y="96"/>
                    <a:pt x="134" y="98"/>
                  </a:cubicBezTo>
                  <a:cubicBezTo>
                    <a:pt x="125" y="103"/>
                    <a:pt x="119" y="113"/>
                    <a:pt x="119" y="118"/>
                  </a:cubicBezTo>
                  <a:cubicBezTo>
                    <a:pt x="118" y="121"/>
                    <a:pt x="118" y="124"/>
                    <a:pt x="118" y="127"/>
                  </a:cubicBezTo>
                  <a:cubicBezTo>
                    <a:pt x="115" y="132"/>
                    <a:pt x="113" y="140"/>
                    <a:pt x="112" y="144"/>
                  </a:cubicBezTo>
                  <a:cubicBezTo>
                    <a:pt x="111" y="152"/>
                    <a:pt x="111" y="155"/>
                    <a:pt x="111" y="160"/>
                  </a:cubicBezTo>
                  <a:cubicBezTo>
                    <a:pt x="111" y="163"/>
                    <a:pt x="109" y="164"/>
                    <a:pt x="108" y="165"/>
                  </a:cubicBezTo>
                  <a:cubicBezTo>
                    <a:pt x="105" y="174"/>
                    <a:pt x="100" y="181"/>
                    <a:pt x="100" y="189"/>
                  </a:cubicBezTo>
                  <a:cubicBezTo>
                    <a:pt x="99" y="189"/>
                    <a:pt x="99" y="189"/>
                    <a:pt x="99" y="189"/>
                  </a:cubicBezTo>
                  <a:cubicBezTo>
                    <a:pt x="98" y="195"/>
                    <a:pt x="93" y="208"/>
                    <a:pt x="88" y="208"/>
                  </a:cubicBezTo>
                  <a:cubicBezTo>
                    <a:pt x="88" y="210"/>
                    <a:pt x="83" y="208"/>
                    <a:pt x="85" y="211"/>
                  </a:cubicBezTo>
                  <a:cubicBezTo>
                    <a:pt x="82" y="210"/>
                    <a:pt x="85" y="209"/>
                    <a:pt x="82" y="208"/>
                  </a:cubicBezTo>
                  <a:cubicBezTo>
                    <a:pt x="83" y="209"/>
                    <a:pt x="84" y="208"/>
                    <a:pt x="85" y="208"/>
                  </a:cubicBezTo>
                  <a:cubicBezTo>
                    <a:pt x="78" y="200"/>
                    <a:pt x="79" y="178"/>
                    <a:pt x="79" y="161"/>
                  </a:cubicBezTo>
                  <a:cubicBezTo>
                    <a:pt x="81" y="156"/>
                    <a:pt x="80" y="144"/>
                    <a:pt x="81" y="133"/>
                  </a:cubicBezTo>
                  <a:cubicBezTo>
                    <a:pt x="81" y="131"/>
                    <a:pt x="81" y="131"/>
                    <a:pt x="81" y="131"/>
                  </a:cubicBezTo>
                  <a:cubicBezTo>
                    <a:pt x="82" y="131"/>
                    <a:pt x="82" y="131"/>
                    <a:pt x="83" y="131"/>
                  </a:cubicBezTo>
                  <a:cubicBezTo>
                    <a:pt x="83" y="131"/>
                    <a:pt x="83" y="130"/>
                    <a:pt x="83" y="130"/>
                  </a:cubicBezTo>
                  <a:cubicBezTo>
                    <a:pt x="83" y="129"/>
                    <a:pt x="83" y="129"/>
                    <a:pt x="83" y="129"/>
                  </a:cubicBezTo>
                  <a:cubicBezTo>
                    <a:pt x="83" y="128"/>
                    <a:pt x="83" y="128"/>
                    <a:pt x="83" y="128"/>
                  </a:cubicBezTo>
                  <a:cubicBezTo>
                    <a:pt x="82" y="128"/>
                    <a:pt x="82" y="128"/>
                    <a:pt x="81" y="128"/>
                  </a:cubicBezTo>
                  <a:cubicBezTo>
                    <a:pt x="81" y="127"/>
                    <a:pt x="81" y="127"/>
                    <a:pt x="81" y="127"/>
                  </a:cubicBezTo>
                  <a:cubicBezTo>
                    <a:pt x="82" y="128"/>
                    <a:pt x="82" y="128"/>
                    <a:pt x="83" y="128"/>
                  </a:cubicBezTo>
                  <a:cubicBezTo>
                    <a:pt x="83" y="128"/>
                    <a:pt x="83" y="128"/>
                    <a:pt x="83" y="128"/>
                  </a:cubicBezTo>
                  <a:cubicBezTo>
                    <a:pt x="83" y="127"/>
                    <a:pt x="83" y="127"/>
                    <a:pt x="83" y="127"/>
                  </a:cubicBezTo>
                  <a:cubicBezTo>
                    <a:pt x="83" y="127"/>
                    <a:pt x="83" y="127"/>
                    <a:pt x="83" y="127"/>
                  </a:cubicBezTo>
                  <a:cubicBezTo>
                    <a:pt x="83" y="127"/>
                    <a:pt x="83" y="127"/>
                    <a:pt x="83" y="127"/>
                  </a:cubicBezTo>
                  <a:cubicBezTo>
                    <a:pt x="83" y="127"/>
                    <a:pt x="83" y="127"/>
                    <a:pt x="83" y="127"/>
                  </a:cubicBezTo>
                  <a:cubicBezTo>
                    <a:pt x="83" y="127"/>
                    <a:pt x="82" y="127"/>
                    <a:pt x="81" y="127"/>
                  </a:cubicBezTo>
                  <a:cubicBezTo>
                    <a:pt x="81" y="126"/>
                    <a:pt x="81" y="126"/>
                    <a:pt x="81" y="126"/>
                  </a:cubicBezTo>
                  <a:cubicBezTo>
                    <a:pt x="62" y="125"/>
                    <a:pt x="75" y="126"/>
                    <a:pt x="71" y="127"/>
                  </a:cubicBezTo>
                  <a:cubicBezTo>
                    <a:pt x="71" y="127"/>
                    <a:pt x="71" y="127"/>
                    <a:pt x="71" y="127"/>
                  </a:cubicBezTo>
                  <a:cubicBezTo>
                    <a:pt x="66" y="126"/>
                    <a:pt x="63" y="126"/>
                    <a:pt x="69" y="126"/>
                  </a:cubicBezTo>
                  <a:cubicBezTo>
                    <a:pt x="69" y="127"/>
                    <a:pt x="69" y="127"/>
                    <a:pt x="69" y="127"/>
                  </a:cubicBezTo>
                  <a:cubicBezTo>
                    <a:pt x="69" y="127"/>
                    <a:pt x="69" y="127"/>
                    <a:pt x="69" y="127"/>
                  </a:cubicBezTo>
                  <a:cubicBezTo>
                    <a:pt x="70" y="127"/>
                    <a:pt x="70" y="127"/>
                    <a:pt x="71" y="127"/>
                  </a:cubicBezTo>
                  <a:cubicBezTo>
                    <a:pt x="71" y="127"/>
                    <a:pt x="71" y="127"/>
                    <a:pt x="71" y="127"/>
                  </a:cubicBezTo>
                  <a:cubicBezTo>
                    <a:pt x="70" y="127"/>
                    <a:pt x="70" y="127"/>
                    <a:pt x="69" y="127"/>
                  </a:cubicBezTo>
                  <a:cubicBezTo>
                    <a:pt x="69" y="129"/>
                    <a:pt x="69" y="131"/>
                    <a:pt x="71" y="129"/>
                  </a:cubicBezTo>
                  <a:cubicBezTo>
                    <a:pt x="71" y="129"/>
                    <a:pt x="71" y="129"/>
                    <a:pt x="71" y="130"/>
                  </a:cubicBezTo>
                  <a:cubicBezTo>
                    <a:pt x="71" y="130"/>
                    <a:pt x="71" y="130"/>
                    <a:pt x="71" y="130"/>
                  </a:cubicBezTo>
                  <a:cubicBezTo>
                    <a:pt x="70" y="132"/>
                    <a:pt x="70" y="134"/>
                    <a:pt x="70" y="136"/>
                  </a:cubicBezTo>
                  <a:cubicBezTo>
                    <a:pt x="70" y="138"/>
                    <a:pt x="70" y="139"/>
                    <a:pt x="70" y="140"/>
                  </a:cubicBezTo>
                  <a:cubicBezTo>
                    <a:pt x="70" y="140"/>
                    <a:pt x="70" y="140"/>
                    <a:pt x="70" y="140"/>
                  </a:cubicBezTo>
                  <a:cubicBezTo>
                    <a:pt x="69" y="144"/>
                    <a:pt x="69" y="147"/>
                    <a:pt x="68" y="151"/>
                  </a:cubicBezTo>
                  <a:cubicBezTo>
                    <a:pt x="68" y="151"/>
                    <a:pt x="67" y="151"/>
                    <a:pt x="67" y="152"/>
                  </a:cubicBezTo>
                  <a:cubicBezTo>
                    <a:pt x="67" y="153"/>
                    <a:pt x="67" y="155"/>
                    <a:pt x="67" y="156"/>
                  </a:cubicBezTo>
                  <a:cubicBezTo>
                    <a:pt x="67" y="160"/>
                    <a:pt x="66" y="164"/>
                    <a:pt x="64" y="168"/>
                  </a:cubicBezTo>
                  <a:cubicBezTo>
                    <a:pt x="64" y="168"/>
                    <a:pt x="64" y="169"/>
                    <a:pt x="64" y="169"/>
                  </a:cubicBezTo>
                  <a:cubicBezTo>
                    <a:pt x="63" y="164"/>
                    <a:pt x="64" y="157"/>
                    <a:pt x="65" y="155"/>
                  </a:cubicBezTo>
                  <a:cubicBezTo>
                    <a:pt x="63" y="149"/>
                    <a:pt x="64" y="160"/>
                    <a:pt x="62" y="159"/>
                  </a:cubicBezTo>
                  <a:cubicBezTo>
                    <a:pt x="62" y="163"/>
                    <a:pt x="62" y="166"/>
                    <a:pt x="63" y="171"/>
                  </a:cubicBezTo>
                  <a:cubicBezTo>
                    <a:pt x="62" y="174"/>
                    <a:pt x="63" y="175"/>
                    <a:pt x="61" y="179"/>
                  </a:cubicBezTo>
                  <a:cubicBezTo>
                    <a:pt x="60" y="178"/>
                    <a:pt x="60" y="178"/>
                    <a:pt x="60" y="178"/>
                  </a:cubicBezTo>
                  <a:cubicBezTo>
                    <a:pt x="58" y="183"/>
                    <a:pt x="58" y="185"/>
                    <a:pt x="58" y="188"/>
                  </a:cubicBezTo>
                  <a:cubicBezTo>
                    <a:pt x="54" y="190"/>
                    <a:pt x="55" y="191"/>
                    <a:pt x="51" y="193"/>
                  </a:cubicBezTo>
                  <a:cubicBezTo>
                    <a:pt x="54" y="190"/>
                    <a:pt x="55" y="186"/>
                    <a:pt x="55" y="183"/>
                  </a:cubicBezTo>
                  <a:cubicBezTo>
                    <a:pt x="51" y="187"/>
                    <a:pt x="48" y="194"/>
                    <a:pt x="43" y="194"/>
                  </a:cubicBezTo>
                  <a:cubicBezTo>
                    <a:pt x="38" y="196"/>
                    <a:pt x="35" y="199"/>
                    <a:pt x="35" y="201"/>
                  </a:cubicBezTo>
                  <a:cubicBezTo>
                    <a:pt x="36" y="200"/>
                    <a:pt x="31" y="201"/>
                    <a:pt x="34" y="199"/>
                  </a:cubicBezTo>
                  <a:cubicBezTo>
                    <a:pt x="32" y="200"/>
                    <a:pt x="30" y="201"/>
                    <a:pt x="29" y="201"/>
                  </a:cubicBezTo>
                  <a:cubicBezTo>
                    <a:pt x="29" y="201"/>
                    <a:pt x="29" y="201"/>
                    <a:pt x="29" y="201"/>
                  </a:cubicBezTo>
                  <a:cubicBezTo>
                    <a:pt x="28" y="201"/>
                    <a:pt x="28" y="200"/>
                    <a:pt x="28" y="199"/>
                  </a:cubicBezTo>
                  <a:cubicBezTo>
                    <a:pt x="26" y="197"/>
                    <a:pt x="23" y="193"/>
                    <a:pt x="19" y="196"/>
                  </a:cubicBezTo>
                  <a:cubicBezTo>
                    <a:pt x="19" y="194"/>
                    <a:pt x="19" y="194"/>
                    <a:pt x="19" y="194"/>
                  </a:cubicBezTo>
                  <a:cubicBezTo>
                    <a:pt x="16" y="196"/>
                    <a:pt x="12" y="198"/>
                    <a:pt x="9" y="198"/>
                  </a:cubicBezTo>
                  <a:cubicBezTo>
                    <a:pt x="9" y="200"/>
                    <a:pt x="8" y="202"/>
                    <a:pt x="10" y="203"/>
                  </a:cubicBezTo>
                  <a:cubicBezTo>
                    <a:pt x="9" y="204"/>
                    <a:pt x="7" y="201"/>
                    <a:pt x="8" y="203"/>
                  </a:cubicBezTo>
                  <a:cubicBezTo>
                    <a:pt x="7" y="201"/>
                    <a:pt x="7" y="201"/>
                    <a:pt x="7" y="201"/>
                  </a:cubicBezTo>
                  <a:cubicBezTo>
                    <a:pt x="1" y="206"/>
                    <a:pt x="3" y="212"/>
                    <a:pt x="3" y="217"/>
                  </a:cubicBezTo>
                  <a:cubicBezTo>
                    <a:pt x="0" y="218"/>
                    <a:pt x="3" y="221"/>
                    <a:pt x="2" y="224"/>
                  </a:cubicBezTo>
                  <a:cubicBezTo>
                    <a:pt x="3" y="226"/>
                    <a:pt x="2" y="229"/>
                    <a:pt x="5" y="229"/>
                  </a:cubicBezTo>
                  <a:cubicBezTo>
                    <a:pt x="4" y="230"/>
                    <a:pt x="4" y="230"/>
                    <a:pt x="4" y="230"/>
                  </a:cubicBezTo>
                  <a:cubicBezTo>
                    <a:pt x="4" y="232"/>
                    <a:pt x="4" y="235"/>
                    <a:pt x="5" y="237"/>
                  </a:cubicBezTo>
                  <a:cubicBezTo>
                    <a:pt x="5" y="239"/>
                    <a:pt x="7" y="238"/>
                    <a:pt x="8" y="239"/>
                  </a:cubicBezTo>
                  <a:cubicBezTo>
                    <a:pt x="7" y="240"/>
                    <a:pt x="7" y="240"/>
                    <a:pt x="7" y="240"/>
                  </a:cubicBezTo>
                  <a:cubicBezTo>
                    <a:pt x="8" y="241"/>
                    <a:pt x="10" y="240"/>
                    <a:pt x="12" y="240"/>
                  </a:cubicBezTo>
                  <a:cubicBezTo>
                    <a:pt x="12" y="241"/>
                    <a:pt x="12" y="241"/>
                    <a:pt x="12" y="242"/>
                  </a:cubicBezTo>
                  <a:cubicBezTo>
                    <a:pt x="11" y="242"/>
                    <a:pt x="9" y="242"/>
                    <a:pt x="7" y="242"/>
                  </a:cubicBezTo>
                  <a:cubicBezTo>
                    <a:pt x="8" y="244"/>
                    <a:pt x="11" y="244"/>
                    <a:pt x="10" y="246"/>
                  </a:cubicBezTo>
                  <a:cubicBezTo>
                    <a:pt x="11" y="247"/>
                    <a:pt x="12" y="248"/>
                    <a:pt x="14" y="247"/>
                  </a:cubicBezTo>
                  <a:cubicBezTo>
                    <a:pt x="13" y="247"/>
                    <a:pt x="14" y="248"/>
                    <a:pt x="13" y="248"/>
                  </a:cubicBezTo>
                  <a:cubicBezTo>
                    <a:pt x="13" y="249"/>
                    <a:pt x="14" y="249"/>
                    <a:pt x="15" y="249"/>
                  </a:cubicBezTo>
                  <a:cubicBezTo>
                    <a:pt x="15" y="249"/>
                    <a:pt x="15" y="249"/>
                    <a:pt x="15" y="249"/>
                  </a:cubicBezTo>
                  <a:cubicBezTo>
                    <a:pt x="16" y="248"/>
                    <a:pt x="17" y="249"/>
                    <a:pt x="18" y="247"/>
                  </a:cubicBezTo>
                  <a:cubicBezTo>
                    <a:pt x="17" y="247"/>
                    <a:pt x="17" y="247"/>
                    <a:pt x="17" y="246"/>
                  </a:cubicBezTo>
                  <a:cubicBezTo>
                    <a:pt x="18" y="246"/>
                    <a:pt x="19" y="246"/>
                    <a:pt x="19" y="248"/>
                  </a:cubicBezTo>
                  <a:cubicBezTo>
                    <a:pt x="18" y="249"/>
                    <a:pt x="16" y="249"/>
                    <a:pt x="17" y="250"/>
                  </a:cubicBezTo>
                  <a:cubicBezTo>
                    <a:pt x="18" y="250"/>
                    <a:pt x="20" y="249"/>
                    <a:pt x="21" y="248"/>
                  </a:cubicBezTo>
                  <a:cubicBezTo>
                    <a:pt x="20" y="249"/>
                    <a:pt x="19" y="248"/>
                    <a:pt x="20" y="246"/>
                  </a:cubicBezTo>
                  <a:cubicBezTo>
                    <a:pt x="19" y="247"/>
                    <a:pt x="19" y="247"/>
                    <a:pt x="19" y="247"/>
                  </a:cubicBezTo>
                  <a:cubicBezTo>
                    <a:pt x="20" y="246"/>
                    <a:pt x="20" y="246"/>
                    <a:pt x="20" y="246"/>
                  </a:cubicBezTo>
                  <a:cubicBezTo>
                    <a:pt x="18" y="245"/>
                    <a:pt x="19" y="243"/>
                    <a:pt x="17" y="243"/>
                  </a:cubicBezTo>
                  <a:cubicBezTo>
                    <a:pt x="16" y="245"/>
                    <a:pt x="16" y="245"/>
                    <a:pt x="16" y="245"/>
                  </a:cubicBezTo>
                  <a:cubicBezTo>
                    <a:pt x="15" y="244"/>
                    <a:pt x="13" y="244"/>
                    <a:pt x="13" y="243"/>
                  </a:cubicBezTo>
                  <a:cubicBezTo>
                    <a:pt x="14" y="243"/>
                    <a:pt x="15" y="242"/>
                    <a:pt x="15" y="241"/>
                  </a:cubicBezTo>
                  <a:cubicBezTo>
                    <a:pt x="15" y="241"/>
                    <a:pt x="14" y="241"/>
                    <a:pt x="15" y="241"/>
                  </a:cubicBezTo>
                  <a:cubicBezTo>
                    <a:pt x="17" y="240"/>
                    <a:pt x="17" y="240"/>
                    <a:pt x="17" y="240"/>
                  </a:cubicBezTo>
                  <a:cubicBezTo>
                    <a:pt x="14" y="242"/>
                    <a:pt x="15" y="238"/>
                    <a:pt x="14" y="238"/>
                  </a:cubicBezTo>
                  <a:cubicBezTo>
                    <a:pt x="15" y="238"/>
                    <a:pt x="15" y="238"/>
                    <a:pt x="15" y="238"/>
                  </a:cubicBezTo>
                  <a:cubicBezTo>
                    <a:pt x="15" y="236"/>
                    <a:pt x="13" y="239"/>
                    <a:pt x="13" y="238"/>
                  </a:cubicBezTo>
                  <a:cubicBezTo>
                    <a:pt x="13" y="237"/>
                    <a:pt x="15" y="237"/>
                    <a:pt x="16" y="235"/>
                  </a:cubicBezTo>
                  <a:cubicBezTo>
                    <a:pt x="15" y="234"/>
                    <a:pt x="12" y="233"/>
                    <a:pt x="14" y="230"/>
                  </a:cubicBezTo>
                  <a:cubicBezTo>
                    <a:pt x="13" y="229"/>
                    <a:pt x="12" y="228"/>
                    <a:pt x="11" y="227"/>
                  </a:cubicBezTo>
                  <a:cubicBezTo>
                    <a:pt x="10" y="226"/>
                    <a:pt x="13" y="227"/>
                    <a:pt x="12" y="226"/>
                  </a:cubicBezTo>
                  <a:cubicBezTo>
                    <a:pt x="13" y="226"/>
                    <a:pt x="14" y="225"/>
                    <a:pt x="15" y="225"/>
                  </a:cubicBezTo>
                  <a:cubicBezTo>
                    <a:pt x="14" y="225"/>
                    <a:pt x="15" y="223"/>
                    <a:pt x="12" y="224"/>
                  </a:cubicBezTo>
                  <a:cubicBezTo>
                    <a:pt x="13" y="222"/>
                    <a:pt x="13" y="221"/>
                    <a:pt x="13" y="219"/>
                  </a:cubicBezTo>
                  <a:cubicBezTo>
                    <a:pt x="13" y="219"/>
                    <a:pt x="14" y="219"/>
                    <a:pt x="15" y="219"/>
                  </a:cubicBezTo>
                  <a:cubicBezTo>
                    <a:pt x="14" y="218"/>
                    <a:pt x="12" y="217"/>
                    <a:pt x="13" y="216"/>
                  </a:cubicBezTo>
                  <a:cubicBezTo>
                    <a:pt x="12" y="215"/>
                    <a:pt x="12" y="216"/>
                    <a:pt x="10" y="215"/>
                  </a:cubicBezTo>
                  <a:cubicBezTo>
                    <a:pt x="10" y="215"/>
                    <a:pt x="9" y="215"/>
                    <a:pt x="9" y="214"/>
                  </a:cubicBezTo>
                  <a:cubicBezTo>
                    <a:pt x="11" y="214"/>
                    <a:pt x="14" y="215"/>
                    <a:pt x="14" y="214"/>
                  </a:cubicBezTo>
                  <a:cubicBezTo>
                    <a:pt x="17" y="215"/>
                    <a:pt x="13" y="216"/>
                    <a:pt x="16" y="216"/>
                  </a:cubicBezTo>
                  <a:cubicBezTo>
                    <a:pt x="18" y="216"/>
                    <a:pt x="18" y="218"/>
                    <a:pt x="17" y="219"/>
                  </a:cubicBezTo>
                  <a:cubicBezTo>
                    <a:pt x="19" y="220"/>
                    <a:pt x="17" y="218"/>
                    <a:pt x="19" y="218"/>
                  </a:cubicBezTo>
                  <a:cubicBezTo>
                    <a:pt x="19" y="217"/>
                    <a:pt x="18" y="217"/>
                    <a:pt x="18" y="216"/>
                  </a:cubicBezTo>
                  <a:cubicBezTo>
                    <a:pt x="18" y="216"/>
                    <a:pt x="17" y="216"/>
                    <a:pt x="17" y="216"/>
                  </a:cubicBezTo>
                  <a:cubicBezTo>
                    <a:pt x="17" y="215"/>
                    <a:pt x="18" y="215"/>
                    <a:pt x="18" y="215"/>
                  </a:cubicBezTo>
                  <a:cubicBezTo>
                    <a:pt x="18" y="215"/>
                    <a:pt x="18" y="215"/>
                    <a:pt x="18" y="215"/>
                  </a:cubicBezTo>
                  <a:cubicBezTo>
                    <a:pt x="17" y="216"/>
                    <a:pt x="17" y="216"/>
                    <a:pt x="17" y="216"/>
                  </a:cubicBezTo>
                  <a:cubicBezTo>
                    <a:pt x="17" y="216"/>
                    <a:pt x="17" y="216"/>
                    <a:pt x="17" y="216"/>
                  </a:cubicBezTo>
                  <a:cubicBezTo>
                    <a:pt x="17" y="216"/>
                    <a:pt x="17" y="216"/>
                    <a:pt x="17" y="216"/>
                  </a:cubicBezTo>
                  <a:cubicBezTo>
                    <a:pt x="17" y="215"/>
                    <a:pt x="17" y="215"/>
                    <a:pt x="17" y="215"/>
                  </a:cubicBezTo>
                  <a:cubicBezTo>
                    <a:pt x="17" y="215"/>
                    <a:pt x="17" y="216"/>
                    <a:pt x="17" y="216"/>
                  </a:cubicBezTo>
                  <a:cubicBezTo>
                    <a:pt x="17" y="216"/>
                    <a:pt x="17" y="216"/>
                    <a:pt x="17" y="216"/>
                  </a:cubicBezTo>
                  <a:cubicBezTo>
                    <a:pt x="17" y="215"/>
                    <a:pt x="17" y="215"/>
                    <a:pt x="17" y="215"/>
                  </a:cubicBezTo>
                  <a:cubicBezTo>
                    <a:pt x="17" y="215"/>
                    <a:pt x="17" y="215"/>
                    <a:pt x="17" y="215"/>
                  </a:cubicBezTo>
                  <a:cubicBezTo>
                    <a:pt x="18" y="214"/>
                    <a:pt x="18" y="214"/>
                    <a:pt x="18" y="214"/>
                  </a:cubicBezTo>
                  <a:cubicBezTo>
                    <a:pt x="18" y="214"/>
                    <a:pt x="18" y="214"/>
                    <a:pt x="18" y="214"/>
                  </a:cubicBezTo>
                  <a:cubicBezTo>
                    <a:pt x="17" y="215"/>
                    <a:pt x="17" y="215"/>
                    <a:pt x="17" y="216"/>
                  </a:cubicBezTo>
                  <a:cubicBezTo>
                    <a:pt x="17" y="216"/>
                    <a:pt x="17" y="216"/>
                    <a:pt x="17" y="216"/>
                  </a:cubicBezTo>
                  <a:cubicBezTo>
                    <a:pt x="16" y="216"/>
                    <a:pt x="16" y="215"/>
                    <a:pt x="16" y="215"/>
                  </a:cubicBezTo>
                  <a:cubicBezTo>
                    <a:pt x="14" y="214"/>
                    <a:pt x="17" y="214"/>
                    <a:pt x="18" y="214"/>
                  </a:cubicBezTo>
                  <a:cubicBezTo>
                    <a:pt x="18" y="214"/>
                    <a:pt x="18" y="214"/>
                    <a:pt x="18" y="214"/>
                  </a:cubicBezTo>
                  <a:cubicBezTo>
                    <a:pt x="18" y="214"/>
                    <a:pt x="18" y="214"/>
                    <a:pt x="18" y="214"/>
                  </a:cubicBezTo>
                  <a:cubicBezTo>
                    <a:pt x="18" y="214"/>
                    <a:pt x="18" y="214"/>
                    <a:pt x="18" y="214"/>
                  </a:cubicBezTo>
                  <a:cubicBezTo>
                    <a:pt x="17" y="214"/>
                    <a:pt x="17" y="215"/>
                    <a:pt x="17" y="215"/>
                  </a:cubicBezTo>
                  <a:cubicBezTo>
                    <a:pt x="17" y="215"/>
                    <a:pt x="17" y="215"/>
                    <a:pt x="17" y="215"/>
                  </a:cubicBezTo>
                  <a:cubicBezTo>
                    <a:pt x="17" y="216"/>
                    <a:pt x="17" y="216"/>
                    <a:pt x="17" y="216"/>
                  </a:cubicBezTo>
                  <a:cubicBezTo>
                    <a:pt x="18" y="215"/>
                    <a:pt x="18" y="215"/>
                    <a:pt x="18" y="215"/>
                  </a:cubicBezTo>
                  <a:cubicBezTo>
                    <a:pt x="18" y="215"/>
                    <a:pt x="18" y="214"/>
                    <a:pt x="18" y="214"/>
                  </a:cubicBezTo>
                  <a:cubicBezTo>
                    <a:pt x="18" y="214"/>
                    <a:pt x="18" y="214"/>
                    <a:pt x="18" y="214"/>
                  </a:cubicBezTo>
                  <a:cubicBezTo>
                    <a:pt x="18" y="215"/>
                    <a:pt x="17" y="215"/>
                    <a:pt x="17" y="215"/>
                  </a:cubicBezTo>
                  <a:cubicBezTo>
                    <a:pt x="17" y="215"/>
                    <a:pt x="17" y="215"/>
                    <a:pt x="18" y="215"/>
                  </a:cubicBezTo>
                  <a:cubicBezTo>
                    <a:pt x="17" y="215"/>
                    <a:pt x="17" y="215"/>
                    <a:pt x="17" y="215"/>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9" y="212"/>
                  </a:cubicBezTo>
                  <a:cubicBezTo>
                    <a:pt x="19" y="212"/>
                    <a:pt x="19" y="212"/>
                    <a:pt x="19" y="212"/>
                  </a:cubicBezTo>
                  <a:cubicBezTo>
                    <a:pt x="19" y="212"/>
                    <a:pt x="19" y="212"/>
                    <a:pt x="19" y="212"/>
                  </a:cubicBezTo>
                  <a:cubicBezTo>
                    <a:pt x="19" y="212"/>
                    <a:pt x="19" y="212"/>
                    <a:pt x="19" y="212"/>
                  </a:cubicBezTo>
                  <a:cubicBezTo>
                    <a:pt x="20" y="212"/>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8" y="213"/>
                  </a:cubicBezTo>
                  <a:cubicBezTo>
                    <a:pt x="19" y="213"/>
                    <a:pt x="19" y="213"/>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9" y="213"/>
                    <a:pt x="19" y="213"/>
                  </a:cubicBezTo>
                  <a:cubicBezTo>
                    <a:pt x="18" y="213"/>
                    <a:pt x="18" y="213"/>
                    <a:pt x="18" y="213"/>
                  </a:cubicBezTo>
                  <a:cubicBezTo>
                    <a:pt x="18" y="213"/>
                    <a:pt x="18" y="214"/>
                    <a:pt x="18" y="214"/>
                  </a:cubicBezTo>
                  <a:cubicBezTo>
                    <a:pt x="18" y="214"/>
                    <a:pt x="18" y="214"/>
                    <a:pt x="18" y="213"/>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6"/>
                    <a:pt x="18" y="216"/>
                    <a:pt x="18" y="216"/>
                  </a:cubicBezTo>
                  <a:cubicBezTo>
                    <a:pt x="18" y="216"/>
                    <a:pt x="18" y="216"/>
                    <a:pt x="18" y="216"/>
                  </a:cubicBezTo>
                  <a:cubicBezTo>
                    <a:pt x="19" y="216"/>
                    <a:pt x="18" y="215"/>
                    <a:pt x="19" y="215"/>
                  </a:cubicBezTo>
                  <a:cubicBezTo>
                    <a:pt x="19" y="215"/>
                    <a:pt x="19" y="215"/>
                    <a:pt x="19" y="215"/>
                  </a:cubicBezTo>
                  <a:cubicBezTo>
                    <a:pt x="19" y="215"/>
                    <a:pt x="19" y="215"/>
                    <a:pt x="19" y="215"/>
                  </a:cubicBezTo>
                  <a:cubicBezTo>
                    <a:pt x="19" y="215"/>
                    <a:pt x="19" y="216"/>
                    <a:pt x="19" y="216"/>
                  </a:cubicBezTo>
                  <a:cubicBezTo>
                    <a:pt x="19" y="216"/>
                    <a:pt x="19" y="216"/>
                    <a:pt x="19" y="215"/>
                  </a:cubicBezTo>
                  <a:cubicBezTo>
                    <a:pt x="19" y="216"/>
                    <a:pt x="19" y="216"/>
                    <a:pt x="19" y="216"/>
                  </a:cubicBezTo>
                  <a:cubicBezTo>
                    <a:pt x="19" y="215"/>
                    <a:pt x="20" y="217"/>
                    <a:pt x="20" y="215"/>
                  </a:cubicBezTo>
                  <a:cubicBezTo>
                    <a:pt x="19" y="215"/>
                    <a:pt x="19" y="215"/>
                    <a:pt x="19" y="215"/>
                  </a:cubicBezTo>
                  <a:cubicBezTo>
                    <a:pt x="20" y="215"/>
                    <a:pt x="18" y="215"/>
                    <a:pt x="19" y="214"/>
                  </a:cubicBezTo>
                  <a:cubicBezTo>
                    <a:pt x="19" y="214"/>
                    <a:pt x="19" y="214"/>
                    <a:pt x="19" y="214"/>
                  </a:cubicBezTo>
                  <a:cubicBezTo>
                    <a:pt x="19" y="214"/>
                    <a:pt x="19" y="214"/>
                    <a:pt x="19" y="213"/>
                  </a:cubicBezTo>
                  <a:cubicBezTo>
                    <a:pt x="19" y="213"/>
                    <a:pt x="19" y="214"/>
                    <a:pt x="19" y="214"/>
                  </a:cubicBezTo>
                  <a:cubicBezTo>
                    <a:pt x="19" y="214"/>
                    <a:pt x="19" y="214"/>
                    <a:pt x="19" y="214"/>
                  </a:cubicBezTo>
                  <a:cubicBezTo>
                    <a:pt x="19" y="214"/>
                    <a:pt x="20" y="214"/>
                    <a:pt x="20" y="214"/>
                  </a:cubicBezTo>
                  <a:cubicBezTo>
                    <a:pt x="20" y="214"/>
                    <a:pt x="19" y="214"/>
                    <a:pt x="20" y="215"/>
                  </a:cubicBezTo>
                  <a:cubicBezTo>
                    <a:pt x="22" y="215"/>
                    <a:pt x="22" y="215"/>
                    <a:pt x="22" y="215"/>
                  </a:cubicBezTo>
                  <a:cubicBezTo>
                    <a:pt x="21" y="216"/>
                    <a:pt x="21" y="216"/>
                    <a:pt x="21" y="216"/>
                  </a:cubicBezTo>
                  <a:cubicBezTo>
                    <a:pt x="20" y="216"/>
                    <a:pt x="20" y="216"/>
                    <a:pt x="20" y="216"/>
                  </a:cubicBezTo>
                  <a:cubicBezTo>
                    <a:pt x="21" y="216"/>
                    <a:pt x="21" y="216"/>
                    <a:pt x="21" y="216"/>
                  </a:cubicBezTo>
                  <a:cubicBezTo>
                    <a:pt x="20" y="217"/>
                    <a:pt x="20" y="217"/>
                    <a:pt x="20" y="217"/>
                  </a:cubicBezTo>
                  <a:cubicBezTo>
                    <a:pt x="21" y="216"/>
                    <a:pt x="21" y="216"/>
                    <a:pt x="21" y="216"/>
                  </a:cubicBezTo>
                  <a:cubicBezTo>
                    <a:pt x="21" y="217"/>
                    <a:pt x="21" y="217"/>
                    <a:pt x="21" y="217"/>
                  </a:cubicBezTo>
                  <a:cubicBezTo>
                    <a:pt x="20" y="218"/>
                    <a:pt x="23" y="217"/>
                    <a:pt x="22" y="218"/>
                  </a:cubicBezTo>
                  <a:cubicBezTo>
                    <a:pt x="21" y="218"/>
                    <a:pt x="20" y="219"/>
                    <a:pt x="20" y="219"/>
                  </a:cubicBezTo>
                  <a:cubicBezTo>
                    <a:pt x="22" y="218"/>
                    <a:pt x="23" y="219"/>
                    <a:pt x="25" y="218"/>
                  </a:cubicBezTo>
                  <a:cubicBezTo>
                    <a:pt x="24" y="219"/>
                    <a:pt x="21" y="219"/>
                    <a:pt x="20" y="220"/>
                  </a:cubicBezTo>
                  <a:cubicBezTo>
                    <a:pt x="22" y="220"/>
                    <a:pt x="19" y="222"/>
                    <a:pt x="22" y="221"/>
                  </a:cubicBezTo>
                  <a:cubicBezTo>
                    <a:pt x="22" y="220"/>
                    <a:pt x="23" y="221"/>
                    <a:pt x="25" y="220"/>
                  </a:cubicBezTo>
                  <a:cubicBezTo>
                    <a:pt x="25" y="222"/>
                    <a:pt x="23" y="221"/>
                    <a:pt x="23" y="222"/>
                  </a:cubicBezTo>
                  <a:cubicBezTo>
                    <a:pt x="23" y="222"/>
                    <a:pt x="25" y="222"/>
                    <a:pt x="26" y="221"/>
                  </a:cubicBezTo>
                  <a:cubicBezTo>
                    <a:pt x="26" y="222"/>
                    <a:pt x="28" y="222"/>
                    <a:pt x="27" y="223"/>
                  </a:cubicBezTo>
                  <a:cubicBezTo>
                    <a:pt x="25" y="224"/>
                    <a:pt x="26" y="222"/>
                    <a:pt x="25" y="223"/>
                  </a:cubicBezTo>
                  <a:cubicBezTo>
                    <a:pt x="25" y="224"/>
                    <a:pt x="29" y="222"/>
                    <a:pt x="30" y="224"/>
                  </a:cubicBezTo>
                  <a:cubicBezTo>
                    <a:pt x="31" y="223"/>
                    <a:pt x="34" y="223"/>
                    <a:pt x="35" y="224"/>
                  </a:cubicBezTo>
                  <a:cubicBezTo>
                    <a:pt x="35" y="226"/>
                    <a:pt x="34" y="223"/>
                    <a:pt x="32" y="224"/>
                  </a:cubicBezTo>
                  <a:cubicBezTo>
                    <a:pt x="32" y="225"/>
                    <a:pt x="32" y="225"/>
                    <a:pt x="32" y="225"/>
                  </a:cubicBezTo>
                  <a:cubicBezTo>
                    <a:pt x="30" y="227"/>
                    <a:pt x="27" y="224"/>
                    <a:pt x="25" y="225"/>
                  </a:cubicBezTo>
                  <a:cubicBezTo>
                    <a:pt x="26" y="226"/>
                    <a:pt x="26" y="226"/>
                    <a:pt x="26" y="226"/>
                  </a:cubicBezTo>
                  <a:cubicBezTo>
                    <a:pt x="25" y="226"/>
                    <a:pt x="24" y="226"/>
                    <a:pt x="23" y="227"/>
                  </a:cubicBezTo>
                  <a:cubicBezTo>
                    <a:pt x="25" y="226"/>
                    <a:pt x="24" y="228"/>
                    <a:pt x="25" y="228"/>
                  </a:cubicBezTo>
                  <a:cubicBezTo>
                    <a:pt x="26" y="228"/>
                    <a:pt x="24" y="228"/>
                    <a:pt x="25" y="228"/>
                  </a:cubicBezTo>
                  <a:cubicBezTo>
                    <a:pt x="26" y="228"/>
                    <a:pt x="29" y="228"/>
                    <a:pt x="28" y="230"/>
                  </a:cubicBezTo>
                  <a:cubicBezTo>
                    <a:pt x="27" y="229"/>
                    <a:pt x="26" y="230"/>
                    <a:pt x="25" y="230"/>
                  </a:cubicBezTo>
                  <a:cubicBezTo>
                    <a:pt x="24" y="231"/>
                    <a:pt x="27" y="230"/>
                    <a:pt x="26" y="231"/>
                  </a:cubicBezTo>
                  <a:cubicBezTo>
                    <a:pt x="25" y="231"/>
                    <a:pt x="25" y="231"/>
                    <a:pt x="25" y="231"/>
                  </a:cubicBezTo>
                  <a:cubicBezTo>
                    <a:pt x="25" y="233"/>
                    <a:pt x="26" y="241"/>
                    <a:pt x="32" y="242"/>
                  </a:cubicBezTo>
                  <a:cubicBezTo>
                    <a:pt x="31" y="243"/>
                    <a:pt x="31" y="245"/>
                    <a:pt x="30" y="247"/>
                  </a:cubicBezTo>
                  <a:cubicBezTo>
                    <a:pt x="31" y="246"/>
                    <a:pt x="32" y="246"/>
                    <a:pt x="33" y="247"/>
                  </a:cubicBezTo>
                  <a:cubicBezTo>
                    <a:pt x="31" y="248"/>
                    <a:pt x="31" y="248"/>
                    <a:pt x="31" y="248"/>
                  </a:cubicBezTo>
                  <a:cubicBezTo>
                    <a:pt x="30" y="250"/>
                    <a:pt x="33" y="251"/>
                    <a:pt x="34" y="251"/>
                  </a:cubicBezTo>
                  <a:cubicBezTo>
                    <a:pt x="33" y="252"/>
                    <a:pt x="33" y="252"/>
                    <a:pt x="33" y="252"/>
                  </a:cubicBezTo>
                  <a:cubicBezTo>
                    <a:pt x="32" y="254"/>
                    <a:pt x="34" y="253"/>
                    <a:pt x="35" y="253"/>
                  </a:cubicBezTo>
                  <a:cubicBezTo>
                    <a:pt x="34" y="254"/>
                    <a:pt x="34" y="254"/>
                    <a:pt x="34" y="254"/>
                  </a:cubicBezTo>
                  <a:cubicBezTo>
                    <a:pt x="35" y="254"/>
                    <a:pt x="35" y="254"/>
                    <a:pt x="35" y="254"/>
                  </a:cubicBezTo>
                  <a:cubicBezTo>
                    <a:pt x="36" y="255"/>
                    <a:pt x="36" y="256"/>
                    <a:pt x="34" y="257"/>
                  </a:cubicBezTo>
                  <a:cubicBezTo>
                    <a:pt x="35" y="257"/>
                    <a:pt x="35" y="257"/>
                    <a:pt x="36" y="256"/>
                  </a:cubicBezTo>
                  <a:cubicBezTo>
                    <a:pt x="35" y="258"/>
                    <a:pt x="36" y="261"/>
                    <a:pt x="38" y="262"/>
                  </a:cubicBezTo>
                  <a:cubicBezTo>
                    <a:pt x="38" y="261"/>
                    <a:pt x="39" y="261"/>
                    <a:pt x="40" y="260"/>
                  </a:cubicBezTo>
                  <a:cubicBezTo>
                    <a:pt x="42" y="259"/>
                    <a:pt x="40" y="260"/>
                    <a:pt x="41" y="260"/>
                  </a:cubicBezTo>
                  <a:cubicBezTo>
                    <a:pt x="41" y="261"/>
                    <a:pt x="40" y="262"/>
                    <a:pt x="39" y="262"/>
                  </a:cubicBezTo>
                  <a:cubicBezTo>
                    <a:pt x="38" y="265"/>
                    <a:pt x="42" y="267"/>
                    <a:pt x="44" y="270"/>
                  </a:cubicBezTo>
                  <a:cubicBezTo>
                    <a:pt x="44" y="270"/>
                    <a:pt x="44" y="270"/>
                    <a:pt x="45" y="270"/>
                  </a:cubicBezTo>
                  <a:cubicBezTo>
                    <a:pt x="44" y="273"/>
                    <a:pt x="48" y="273"/>
                    <a:pt x="48" y="276"/>
                  </a:cubicBezTo>
                  <a:cubicBezTo>
                    <a:pt x="49" y="275"/>
                    <a:pt x="51" y="273"/>
                    <a:pt x="52" y="274"/>
                  </a:cubicBezTo>
                  <a:cubicBezTo>
                    <a:pt x="54" y="274"/>
                    <a:pt x="50" y="276"/>
                    <a:pt x="50" y="279"/>
                  </a:cubicBezTo>
                  <a:cubicBezTo>
                    <a:pt x="51" y="278"/>
                    <a:pt x="52" y="279"/>
                    <a:pt x="53" y="279"/>
                  </a:cubicBezTo>
                  <a:cubicBezTo>
                    <a:pt x="52" y="280"/>
                    <a:pt x="52" y="280"/>
                    <a:pt x="52" y="280"/>
                  </a:cubicBezTo>
                  <a:cubicBezTo>
                    <a:pt x="54" y="279"/>
                    <a:pt x="55" y="280"/>
                    <a:pt x="55" y="281"/>
                  </a:cubicBezTo>
                  <a:cubicBezTo>
                    <a:pt x="55" y="281"/>
                    <a:pt x="55" y="281"/>
                    <a:pt x="55" y="281"/>
                  </a:cubicBezTo>
                  <a:cubicBezTo>
                    <a:pt x="55" y="282"/>
                    <a:pt x="55" y="283"/>
                    <a:pt x="56" y="284"/>
                  </a:cubicBezTo>
                  <a:cubicBezTo>
                    <a:pt x="57" y="282"/>
                    <a:pt x="58" y="284"/>
                    <a:pt x="59" y="283"/>
                  </a:cubicBezTo>
                  <a:cubicBezTo>
                    <a:pt x="59" y="284"/>
                    <a:pt x="59" y="284"/>
                    <a:pt x="59" y="284"/>
                  </a:cubicBezTo>
                  <a:cubicBezTo>
                    <a:pt x="60" y="283"/>
                    <a:pt x="60" y="283"/>
                    <a:pt x="60" y="283"/>
                  </a:cubicBezTo>
                  <a:cubicBezTo>
                    <a:pt x="61" y="285"/>
                    <a:pt x="61" y="285"/>
                    <a:pt x="61" y="285"/>
                  </a:cubicBezTo>
                  <a:cubicBezTo>
                    <a:pt x="59" y="285"/>
                    <a:pt x="59" y="285"/>
                    <a:pt x="59" y="285"/>
                  </a:cubicBezTo>
                  <a:cubicBezTo>
                    <a:pt x="60" y="287"/>
                    <a:pt x="60" y="285"/>
                    <a:pt x="62" y="284"/>
                  </a:cubicBezTo>
                  <a:cubicBezTo>
                    <a:pt x="63" y="284"/>
                    <a:pt x="62" y="285"/>
                    <a:pt x="62" y="286"/>
                  </a:cubicBezTo>
                  <a:cubicBezTo>
                    <a:pt x="62" y="287"/>
                    <a:pt x="62" y="285"/>
                    <a:pt x="61" y="285"/>
                  </a:cubicBezTo>
                  <a:cubicBezTo>
                    <a:pt x="60" y="286"/>
                    <a:pt x="62" y="286"/>
                    <a:pt x="61" y="287"/>
                  </a:cubicBezTo>
                  <a:cubicBezTo>
                    <a:pt x="62" y="287"/>
                    <a:pt x="63" y="286"/>
                    <a:pt x="63" y="286"/>
                  </a:cubicBezTo>
                  <a:cubicBezTo>
                    <a:pt x="64" y="287"/>
                    <a:pt x="65" y="287"/>
                    <a:pt x="65" y="289"/>
                  </a:cubicBezTo>
                  <a:cubicBezTo>
                    <a:pt x="65" y="288"/>
                    <a:pt x="66" y="289"/>
                    <a:pt x="67" y="288"/>
                  </a:cubicBezTo>
                  <a:cubicBezTo>
                    <a:pt x="66" y="288"/>
                    <a:pt x="66" y="287"/>
                    <a:pt x="66" y="286"/>
                  </a:cubicBezTo>
                  <a:cubicBezTo>
                    <a:pt x="67" y="286"/>
                    <a:pt x="68" y="286"/>
                    <a:pt x="68" y="287"/>
                  </a:cubicBezTo>
                  <a:cubicBezTo>
                    <a:pt x="67" y="287"/>
                    <a:pt x="67" y="287"/>
                    <a:pt x="67" y="287"/>
                  </a:cubicBezTo>
                  <a:cubicBezTo>
                    <a:pt x="68" y="287"/>
                    <a:pt x="69" y="288"/>
                    <a:pt x="69" y="286"/>
                  </a:cubicBezTo>
                  <a:cubicBezTo>
                    <a:pt x="69" y="289"/>
                    <a:pt x="69" y="289"/>
                    <a:pt x="69" y="289"/>
                  </a:cubicBezTo>
                  <a:cubicBezTo>
                    <a:pt x="70" y="288"/>
                    <a:pt x="71" y="288"/>
                    <a:pt x="72" y="288"/>
                  </a:cubicBezTo>
                  <a:cubicBezTo>
                    <a:pt x="71" y="290"/>
                    <a:pt x="69" y="291"/>
                    <a:pt x="71" y="292"/>
                  </a:cubicBezTo>
                  <a:cubicBezTo>
                    <a:pt x="73" y="291"/>
                    <a:pt x="73" y="291"/>
                    <a:pt x="73" y="291"/>
                  </a:cubicBezTo>
                  <a:cubicBezTo>
                    <a:pt x="74" y="291"/>
                    <a:pt x="74" y="292"/>
                    <a:pt x="74" y="293"/>
                  </a:cubicBezTo>
                  <a:cubicBezTo>
                    <a:pt x="76" y="294"/>
                    <a:pt x="77" y="289"/>
                    <a:pt x="79" y="291"/>
                  </a:cubicBezTo>
                  <a:cubicBezTo>
                    <a:pt x="78" y="293"/>
                    <a:pt x="78" y="293"/>
                    <a:pt x="79" y="294"/>
                  </a:cubicBezTo>
                  <a:cubicBezTo>
                    <a:pt x="79" y="293"/>
                    <a:pt x="79" y="293"/>
                    <a:pt x="80" y="293"/>
                  </a:cubicBezTo>
                  <a:cubicBezTo>
                    <a:pt x="80" y="292"/>
                    <a:pt x="79" y="294"/>
                    <a:pt x="79" y="293"/>
                  </a:cubicBezTo>
                  <a:cubicBezTo>
                    <a:pt x="79" y="291"/>
                    <a:pt x="80" y="292"/>
                    <a:pt x="80" y="292"/>
                  </a:cubicBezTo>
                  <a:cubicBezTo>
                    <a:pt x="81" y="296"/>
                    <a:pt x="86" y="294"/>
                    <a:pt x="88" y="296"/>
                  </a:cubicBezTo>
                  <a:cubicBezTo>
                    <a:pt x="88" y="294"/>
                    <a:pt x="90" y="295"/>
                    <a:pt x="90" y="295"/>
                  </a:cubicBezTo>
                  <a:cubicBezTo>
                    <a:pt x="90" y="297"/>
                    <a:pt x="92" y="294"/>
                    <a:pt x="93" y="296"/>
                  </a:cubicBezTo>
                  <a:cubicBezTo>
                    <a:pt x="92" y="293"/>
                    <a:pt x="92" y="293"/>
                    <a:pt x="92" y="293"/>
                  </a:cubicBezTo>
                  <a:cubicBezTo>
                    <a:pt x="94" y="295"/>
                    <a:pt x="95" y="290"/>
                    <a:pt x="96" y="293"/>
                  </a:cubicBezTo>
                  <a:cubicBezTo>
                    <a:pt x="97" y="293"/>
                    <a:pt x="96" y="294"/>
                    <a:pt x="95" y="295"/>
                  </a:cubicBezTo>
                  <a:cubicBezTo>
                    <a:pt x="96" y="298"/>
                    <a:pt x="99" y="293"/>
                    <a:pt x="100" y="296"/>
                  </a:cubicBezTo>
                  <a:cubicBezTo>
                    <a:pt x="100" y="295"/>
                    <a:pt x="99" y="293"/>
                    <a:pt x="101" y="292"/>
                  </a:cubicBezTo>
                  <a:cubicBezTo>
                    <a:pt x="101" y="294"/>
                    <a:pt x="103" y="295"/>
                    <a:pt x="103" y="295"/>
                  </a:cubicBezTo>
                  <a:cubicBezTo>
                    <a:pt x="104" y="295"/>
                    <a:pt x="104" y="294"/>
                    <a:pt x="105" y="295"/>
                  </a:cubicBezTo>
                  <a:cubicBezTo>
                    <a:pt x="104" y="296"/>
                    <a:pt x="104" y="296"/>
                    <a:pt x="104" y="296"/>
                  </a:cubicBezTo>
                  <a:cubicBezTo>
                    <a:pt x="105" y="297"/>
                    <a:pt x="106" y="296"/>
                    <a:pt x="107" y="295"/>
                  </a:cubicBezTo>
                  <a:cubicBezTo>
                    <a:pt x="108" y="297"/>
                    <a:pt x="110" y="296"/>
                    <a:pt x="111" y="297"/>
                  </a:cubicBezTo>
                  <a:cubicBezTo>
                    <a:pt x="112" y="295"/>
                    <a:pt x="113" y="299"/>
                    <a:pt x="113" y="295"/>
                  </a:cubicBezTo>
                  <a:cubicBezTo>
                    <a:pt x="114" y="296"/>
                    <a:pt x="114" y="296"/>
                    <a:pt x="114" y="296"/>
                  </a:cubicBezTo>
                  <a:cubicBezTo>
                    <a:pt x="114" y="296"/>
                    <a:pt x="115" y="294"/>
                    <a:pt x="115" y="294"/>
                  </a:cubicBezTo>
                  <a:cubicBezTo>
                    <a:pt x="115" y="296"/>
                    <a:pt x="115" y="296"/>
                    <a:pt x="115" y="296"/>
                  </a:cubicBezTo>
                  <a:cubicBezTo>
                    <a:pt x="114" y="298"/>
                    <a:pt x="117" y="296"/>
                    <a:pt x="117" y="298"/>
                  </a:cubicBezTo>
                  <a:cubicBezTo>
                    <a:pt x="116" y="296"/>
                    <a:pt x="117" y="298"/>
                    <a:pt x="118" y="296"/>
                  </a:cubicBezTo>
                  <a:cubicBezTo>
                    <a:pt x="118" y="296"/>
                    <a:pt x="118" y="296"/>
                    <a:pt x="118" y="296"/>
                  </a:cubicBezTo>
                  <a:cubicBezTo>
                    <a:pt x="120" y="296"/>
                    <a:pt x="119" y="295"/>
                    <a:pt x="120" y="295"/>
                  </a:cubicBezTo>
                  <a:cubicBezTo>
                    <a:pt x="121" y="295"/>
                    <a:pt x="120" y="297"/>
                    <a:pt x="120" y="297"/>
                  </a:cubicBezTo>
                  <a:cubicBezTo>
                    <a:pt x="120" y="298"/>
                    <a:pt x="121" y="298"/>
                    <a:pt x="122" y="297"/>
                  </a:cubicBezTo>
                  <a:cubicBezTo>
                    <a:pt x="122" y="298"/>
                    <a:pt x="122" y="298"/>
                    <a:pt x="123" y="298"/>
                  </a:cubicBezTo>
                  <a:cubicBezTo>
                    <a:pt x="123" y="298"/>
                    <a:pt x="123" y="298"/>
                    <a:pt x="123" y="298"/>
                  </a:cubicBezTo>
                  <a:cubicBezTo>
                    <a:pt x="123" y="298"/>
                    <a:pt x="124" y="298"/>
                    <a:pt x="124" y="299"/>
                  </a:cubicBezTo>
                  <a:cubicBezTo>
                    <a:pt x="123" y="300"/>
                    <a:pt x="123" y="300"/>
                    <a:pt x="123" y="300"/>
                  </a:cubicBezTo>
                  <a:cubicBezTo>
                    <a:pt x="124" y="300"/>
                    <a:pt x="125" y="299"/>
                    <a:pt x="125" y="298"/>
                  </a:cubicBezTo>
                  <a:cubicBezTo>
                    <a:pt x="127" y="300"/>
                    <a:pt x="131" y="300"/>
                    <a:pt x="132" y="300"/>
                  </a:cubicBezTo>
                  <a:cubicBezTo>
                    <a:pt x="131" y="299"/>
                    <a:pt x="131" y="301"/>
                    <a:pt x="131" y="300"/>
                  </a:cubicBezTo>
                  <a:cubicBezTo>
                    <a:pt x="132" y="300"/>
                    <a:pt x="133" y="299"/>
                    <a:pt x="133" y="300"/>
                  </a:cubicBezTo>
                  <a:cubicBezTo>
                    <a:pt x="134" y="300"/>
                    <a:pt x="133" y="301"/>
                    <a:pt x="134" y="302"/>
                  </a:cubicBezTo>
                  <a:cubicBezTo>
                    <a:pt x="133" y="302"/>
                    <a:pt x="135" y="300"/>
                    <a:pt x="134" y="300"/>
                  </a:cubicBezTo>
                  <a:cubicBezTo>
                    <a:pt x="134" y="303"/>
                    <a:pt x="138" y="301"/>
                    <a:pt x="139" y="304"/>
                  </a:cubicBezTo>
                  <a:cubicBezTo>
                    <a:pt x="139" y="303"/>
                    <a:pt x="138" y="304"/>
                    <a:pt x="137" y="305"/>
                  </a:cubicBezTo>
                  <a:cubicBezTo>
                    <a:pt x="139" y="305"/>
                    <a:pt x="141" y="305"/>
                    <a:pt x="143" y="304"/>
                  </a:cubicBezTo>
                  <a:cubicBezTo>
                    <a:pt x="142" y="305"/>
                    <a:pt x="142" y="305"/>
                    <a:pt x="141" y="305"/>
                  </a:cubicBezTo>
                  <a:cubicBezTo>
                    <a:pt x="142" y="306"/>
                    <a:pt x="143" y="307"/>
                    <a:pt x="144" y="306"/>
                  </a:cubicBezTo>
                  <a:cubicBezTo>
                    <a:pt x="145" y="305"/>
                    <a:pt x="144" y="307"/>
                    <a:pt x="144" y="306"/>
                  </a:cubicBezTo>
                  <a:cubicBezTo>
                    <a:pt x="144" y="305"/>
                    <a:pt x="146" y="305"/>
                    <a:pt x="146" y="306"/>
                  </a:cubicBezTo>
                  <a:cubicBezTo>
                    <a:pt x="146" y="306"/>
                    <a:pt x="146" y="306"/>
                    <a:pt x="146" y="306"/>
                  </a:cubicBezTo>
                  <a:cubicBezTo>
                    <a:pt x="147" y="307"/>
                    <a:pt x="147" y="306"/>
                    <a:pt x="148" y="307"/>
                  </a:cubicBezTo>
                  <a:cubicBezTo>
                    <a:pt x="148" y="308"/>
                    <a:pt x="147" y="307"/>
                    <a:pt x="147" y="308"/>
                  </a:cubicBezTo>
                  <a:cubicBezTo>
                    <a:pt x="145" y="310"/>
                    <a:pt x="147" y="311"/>
                    <a:pt x="147" y="311"/>
                  </a:cubicBezTo>
                  <a:cubicBezTo>
                    <a:pt x="149" y="311"/>
                    <a:pt x="149" y="311"/>
                    <a:pt x="149" y="311"/>
                  </a:cubicBezTo>
                  <a:cubicBezTo>
                    <a:pt x="150" y="311"/>
                    <a:pt x="148" y="312"/>
                    <a:pt x="148" y="312"/>
                  </a:cubicBezTo>
                  <a:cubicBezTo>
                    <a:pt x="154" y="312"/>
                    <a:pt x="154" y="312"/>
                    <a:pt x="154" y="312"/>
                  </a:cubicBezTo>
                  <a:cubicBezTo>
                    <a:pt x="153" y="312"/>
                    <a:pt x="152" y="314"/>
                    <a:pt x="151" y="314"/>
                  </a:cubicBezTo>
                  <a:cubicBezTo>
                    <a:pt x="152" y="315"/>
                    <a:pt x="155" y="315"/>
                    <a:pt x="157" y="315"/>
                  </a:cubicBezTo>
                  <a:cubicBezTo>
                    <a:pt x="157" y="316"/>
                    <a:pt x="158" y="317"/>
                    <a:pt x="159" y="318"/>
                  </a:cubicBezTo>
                  <a:cubicBezTo>
                    <a:pt x="158" y="319"/>
                    <a:pt x="159" y="317"/>
                    <a:pt x="158" y="318"/>
                  </a:cubicBezTo>
                  <a:cubicBezTo>
                    <a:pt x="157" y="319"/>
                    <a:pt x="157" y="319"/>
                    <a:pt x="157" y="319"/>
                  </a:cubicBezTo>
                  <a:cubicBezTo>
                    <a:pt x="156" y="318"/>
                    <a:pt x="154" y="320"/>
                    <a:pt x="153" y="320"/>
                  </a:cubicBezTo>
                  <a:cubicBezTo>
                    <a:pt x="155" y="320"/>
                    <a:pt x="154" y="323"/>
                    <a:pt x="154" y="325"/>
                  </a:cubicBezTo>
                  <a:cubicBezTo>
                    <a:pt x="157" y="323"/>
                    <a:pt x="156" y="326"/>
                    <a:pt x="159" y="325"/>
                  </a:cubicBezTo>
                  <a:cubicBezTo>
                    <a:pt x="160" y="327"/>
                    <a:pt x="157" y="327"/>
                    <a:pt x="156" y="328"/>
                  </a:cubicBezTo>
                  <a:cubicBezTo>
                    <a:pt x="158" y="329"/>
                    <a:pt x="158" y="331"/>
                    <a:pt x="158" y="333"/>
                  </a:cubicBezTo>
                  <a:cubicBezTo>
                    <a:pt x="158" y="333"/>
                    <a:pt x="158" y="333"/>
                    <a:pt x="158" y="333"/>
                  </a:cubicBezTo>
                  <a:cubicBezTo>
                    <a:pt x="159" y="334"/>
                    <a:pt x="158" y="337"/>
                    <a:pt x="161" y="338"/>
                  </a:cubicBezTo>
                  <a:cubicBezTo>
                    <a:pt x="160" y="338"/>
                    <a:pt x="160" y="338"/>
                    <a:pt x="159" y="338"/>
                  </a:cubicBezTo>
                  <a:cubicBezTo>
                    <a:pt x="159" y="340"/>
                    <a:pt x="163" y="338"/>
                    <a:pt x="162" y="340"/>
                  </a:cubicBezTo>
                  <a:cubicBezTo>
                    <a:pt x="160" y="339"/>
                    <a:pt x="160" y="339"/>
                    <a:pt x="160" y="339"/>
                  </a:cubicBezTo>
                  <a:cubicBezTo>
                    <a:pt x="162" y="340"/>
                    <a:pt x="160" y="342"/>
                    <a:pt x="162" y="343"/>
                  </a:cubicBezTo>
                  <a:cubicBezTo>
                    <a:pt x="161" y="343"/>
                    <a:pt x="161" y="343"/>
                    <a:pt x="160" y="343"/>
                  </a:cubicBezTo>
                  <a:cubicBezTo>
                    <a:pt x="161" y="344"/>
                    <a:pt x="161" y="345"/>
                    <a:pt x="163" y="346"/>
                  </a:cubicBezTo>
                  <a:cubicBezTo>
                    <a:pt x="162" y="347"/>
                    <a:pt x="161" y="346"/>
                    <a:pt x="160" y="346"/>
                  </a:cubicBezTo>
                  <a:cubicBezTo>
                    <a:pt x="160" y="347"/>
                    <a:pt x="163" y="347"/>
                    <a:pt x="162" y="348"/>
                  </a:cubicBezTo>
                  <a:cubicBezTo>
                    <a:pt x="162" y="349"/>
                    <a:pt x="161" y="349"/>
                    <a:pt x="161" y="349"/>
                  </a:cubicBezTo>
                  <a:cubicBezTo>
                    <a:pt x="162" y="350"/>
                    <a:pt x="162" y="351"/>
                    <a:pt x="163" y="352"/>
                  </a:cubicBezTo>
                  <a:cubicBezTo>
                    <a:pt x="162" y="352"/>
                    <a:pt x="162" y="353"/>
                    <a:pt x="161" y="353"/>
                  </a:cubicBezTo>
                  <a:cubicBezTo>
                    <a:pt x="161" y="360"/>
                    <a:pt x="162" y="366"/>
                    <a:pt x="164" y="372"/>
                  </a:cubicBezTo>
                  <a:cubicBezTo>
                    <a:pt x="161" y="374"/>
                    <a:pt x="162" y="371"/>
                    <a:pt x="161" y="372"/>
                  </a:cubicBezTo>
                  <a:cubicBezTo>
                    <a:pt x="163" y="372"/>
                    <a:pt x="161" y="373"/>
                    <a:pt x="162" y="375"/>
                  </a:cubicBezTo>
                  <a:cubicBezTo>
                    <a:pt x="162" y="375"/>
                    <a:pt x="162" y="375"/>
                    <a:pt x="162" y="375"/>
                  </a:cubicBezTo>
                  <a:cubicBezTo>
                    <a:pt x="162" y="376"/>
                    <a:pt x="161" y="376"/>
                    <a:pt x="162" y="377"/>
                  </a:cubicBezTo>
                  <a:cubicBezTo>
                    <a:pt x="162" y="377"/>
                    <a:pt x="162" y="377"/>
                    <a:pt x="162" y="377"/>
                  </a:cubicBezTo>
                  <a:cubicBezTo>
                    <a:pt x="164" y="378"/>
                    <a:pt x="159" y="379"/>
                    <a:pt x="162" y="379"/>
                  </a:cubicBezTo>
                  <a:cubicBezTo>
                    <a:pt x="161" y="380"/>
                    <a:pt x="161" y="380"/>
                    <a:pt x="161" y="380"/>
                  </a:cubicBezTo>
                  <a:cubicBezTo>
                    <a:pt x="163" y="381"/>
                    <a:pt x="160" y="382"/>
                    <a:pt x="162" y="383"/>
                  </a:cubicBezTo>
                  <a:cubicBezTo>
                    <a:pt x="162" y="383"/>
                    <a:pt x="162" y="383"/>
                    <a:pt x="162" y="383"/>
                  </a:cubicBezTo>
                  <a:cubicBezTo>
                    <a:pt x="161" y="384"/>
                    <a:pt x="165" y="386"/>
                    <a:pt x="163" y="386"/>
                  </a:cubicBezTo>
                  <a:cubicBezTo>
                    <a:pt x="163" y="388"/>
                    <a:pt x="164" y="389"/>
                    <a:pt x="166" y="389"/>
                  </a:cubicBezTo>
                  <a:cubicBezTo>
                    <a:pt x="165" y="390"/>
                    <a:pt x="164" y="389"/>
                    <a:pt x="163" y="389"/>
                  </a:cubicBezTo>
                  <a:cubicBezTo>
                    <a:pt x="164" y="394"/>
                    <a:pt x="164" y="400"/>
                    <a:pt x="167" y="404"/>
                  </a:cubicBezTo>
                  <a:cubicBezTo>
                    <a:pt x="166" y="404"/>
                    <a:pt x="166" y="404"/>
                    <a:pt x="165" y="404"/>
                  </a:cubicBezTo>
                  <a:cubicBezTo>
                    <a:pt x="168" y="406"/>
                    <a:pt x="163" y="409"/>
                    <a:pt x="168" y="411"/>
                  </a:cubicBezTo>
                  <a:cubicBezTo>
                    <a:pt x="170" y="412"/>
                    <a:pt x="170" y="412"/>
                    <a:pt x="170" y="412"/>
                  </a:cubicBezTo>
                  <a:cubicBezTo>
                    <a:pt x="169" y="412"/>
                    <a:pt x="168" y="412"/>
                    <a:pt x="167" y="413"/>
                  </a:cubicBezTo>
                  <a:cubicBezTo>
                    <a:pt x="168" y="413"/>
                    <a:pt x="167" y="415"/>
                    <a:pt x="169" y="416"/>
                  </a:cubicBezTo>
                  <a:cubicBezTo>
                    <a:pt x="168" y="416"/>
                    <a:pt x="168" y="416"/>
                    <a:pt x="168" y="416"/>
                  </a:cubicBezTo>
                  <a:cubicBezTo>
                    <a:pt x="167" y="417"/>
                    <a:pt x="170" y="418"/>
                    <a:pt x="169" y="419"/>
                  </a:cubicBezTo>
                  <a:cubicBezTo>
                    <a:pt x="169" y="419"/>
                    <a:pt x="169" y="419"/>
                    <a:pt x="169" y="419"/>
                  </a:cubicBezTo>
                  <a:cubicBezTo>
                    <a:pt x="166" y="425"/>
                    <a:pt x="163" y="434"/>
                    <a:pt x="168" y="438"/>
                  </a:cubicBezTo>
                  <a:cubicBezTo>
                    <a:pt x="169" y="440"/>
                    <a:pt x="166" y="439"/>
                    <a:pt x="166" y="440"/>
                  </a:cubicBezTo>
                  <a:cubicBezTo>
                    <a:pt x="170" y="444"/>
                    <a:pt x="167" y="452"/>
                    <a:pt x="173" y="453"/>
                  </a:cubicBezTo>
                  <a:cubicBezTo>
                    <a:pt x="173" y="454"/>
                    <a:pt x="173" y="454"/>
                    <a:pt x="173" y="455"/>
                  </a:cubicBezTo>
                  <a:cubicBezTo>
                    <a:pt x="173" y="455"/>
                    <a:pt x="173" y="456"/>
                    <a:pt x="174" y="456"/>
                  </a:cubicBezTo>
                  <a:cubicBezTo>
                    <a:pt x="171" y="457"/>
                    <a:pt x="174" y="460"/>
                    <a:pt x="172" y="462"/>
                  </a:cubicBezTo>
                  <a:cubicBezTo>
                    <a:pt x="175" y="462"/>
                    <a:pt x="174" y="463"/>
                    <a:pt x="174" y="464"/>
                  </a:cubicBezTo>
                  <a:cubicBezTo>
                    <a:pt x="174" y="464"/>
                    <a:pt x="173" y="464"/>
                    <a:pt x="173" y="464"/>
                  </a:cubicBezTo>
                  <a:cubicBezTo>
                    <a:pt x="173" y="466"/>
                    <a:pt x="173" y="466"/>
                    <a:pt x="172" y="468"/>
                  </a:cubicBezTo>
                  <a:cubicBezTo>
                    <a:pt x="172" y="469"/>
                    <a:pt x="174" y="469"/>
                    <a:pt x="173" y="470"/>
                  </a:cubicBezTo>
                  <a:cubicBezTo>
                    <a:pt x="171" y="471"/>
                    <a:pt x="173" y="472"/>
                    <a:pt x="172" y="473"/>
                  </a:cubicBezTo>
                  <a:cubicBezTo>
                    <a:pt x="174" y="473"/>
                    <a:pt x="175" y="474"/>
                    <a:pt x="175" y="475"/>
                  </a:cubicBezTo>
                  <a:cubicBezTo>
                    <a:pt x="172" y="475"/>
                    <a:pt x="172" y="475"/>
                    <a:pt x="172" y="475"/>
                  </a:cubicBezTo>
                  <a:cubicBezTo>
                    <a:pt x="174" y="477"/>
                    <a:pt x="170" y="481"/>
                    <a:pt x="174" y="485"/>
                  </a:cubicBezTo>
                  <a:cubicBezTo>
                    <a:pt x="172" y="485"/>
                    <a:pt x="172" y="485"/>
                    <a:pt x="172" y="485"/>
                  </a:cubicBezTo>
                  <a:cubicBezTo>
                    <a:pt x="174" y="488"/>
                    <a:pt x="173" y="491"/>
                    <a:pt x="176" y="494"/>
                  </a:cubicBezTo>
                  <a:cubicBezTo>
                    <a:pt x="175" y="495"/>
                    <a:pt x="175" y="496"/>
                    <a:pt x="175" y="497"/>
                  </a:cubicBezTo>
                  <a:cubicBezTo>
                    <a:pt x="176" y="498"/>
                    <a:pt x="176" y="499"/>
                    <a:pt x="178" y="499"/>
                  </a:cubicBezTo>
                  <a:cubicBezTo>
                    <a:pt x="178" y="500"/>
                    <a:pt x="177" y="500"/>
                    <a:pt x="177" y="500"/>
                  </a:cubicBezTo>
                  <a:cubicBezTo>
                    <a:pt x="176" y="501"/>
                    <a:pt x="174" y="504"/>
                    <a:pt x="177" y="504"/>
                  </a:cubicBezTo>
                  <a:cubicBezTo>
                    <a:pt x="175" y="505"/>
                    <a:pt x="175" y="505"/>
                    <a:pt x="175" y="505"/>
                  </a:cubicBezTo>
                  <a:cubicBezTo>
                    <a:pt x="177" y="506"/>
                    <a:pt x="179" y="507"/>
                    <a:pt x="177" y="508"/>
                  </a:cubicBezTo>
                  <a:cubicBezTo>
                    <a:pt x="178" y="509"/>
                    <a:pt x="179" y="510"/>
                    <a:pt x="181" y="509"/>
                  </a:cubicBezTo>
                  <a:cubicBezTo>
                    <a:pt x="181" y="510"/>
                    <a:pt x="178" y="510"/>
                    <a:pt x="180" y="510"/>
                  </a:cubicBezTo>
                  <a:cubicBezTo>
                    <a:pt x="178" y="510"/>
                    <a:pt x="178" y="510"/>
                    <a:pt x="178" y="510"/>
                  </a:cubicBezTo>
                  <a:cubicBezTo>
                    <a:pt x="177" y="513"/>
                    <a:pt x="179" y="515"/>
                    <a:pt x="180" y="518"/>
                  </a:cubicBezTo>
                  <a:cubicBezTo>
                    <a:pt x="178" y="519"/>
                    <a:pt x="181" y="520"/>
                    <a:pt x="179" y="522"/>
                  </a:cubicBezTo>
                  <a:cubicBezTo>
                    <a:pt x="181" y="523"/>
                    <a:pt x="179" y="525"/>
                    <a:pt x="182" y="525"/>
                  </a:cubicBezTo>
                  <a:cubicBezTo>
                    <a:pt x="181" y="525"/>
                    <a:pt x="181" y="525"/>
                    <a:pt x="181" y="525"/>
                  </a:cubicBezTo>
                  <a:cubicBezTo>
                    <a:pt x="181" y="526"/>
                    <a:pt x="181" y="528"/>
                    <a:pt x="180" y="530"/>
                  </a:cubicBezTo>
                  <a:cubicBezTo>
                    <a:pt x="180" y="531"/>
                    <a:pt x="182" y="530"/>
                    <a:pt x="183" y="531"/>
                  </a:cubicBezTo>
                  <a:cubicBezTo>
                    <a:pt x="182" y="531"/>
                    <a:pt x="182" y="531"/>
                    <a:pt x="182" y="531"/>
                  </a:cubicBezTo>
                  <a:cubicBezTo>
                    <a:pt x="183" y="532"/>
                    <a:pt x="185" y="532"/>
                    <a:pt x="186" y="532"/>
                  </a:cubicBezTo>
                  <a:cubicBezTo>
                    <a:pt x="185" y="533"/>
                    <a:pt x="186" y="533"/>
                    <a:pt x="185" y="533"/>
                  </a:cubicBezTo>
                  <a:cubicBezTo>
                    <a:pt x="185" y="533"/>
                    <a:pt x="183" y="533"/>
                    <a:pt x="181" y="532"/>
                  </a:cubicBezTo>
                  <a:cubicBezTo>
                    <a:pt x="181" y="534"/>
                    <a:pt x="184" y="534"/>
                    <a:pt x="182" y="535"/>
                  </a:cubicBezTo>
                  <a:cubicBezTo>
                    <a:pt x="182" y="536"/>
                    <a:pt x="182" y="536"/>
                    <a:pt x="184" y="536"/>
                  </a:cubicBezTo>
                  <a:cubicBezTo>
                    <a:pt x="184" y="536"/>
                    <a:pt x="183" y="537"/>
                    <a:pt x="182" y="537"/>
                  </a:cubicBezTo>
                  <a:cubicBezTo>
                    <a:pt x="183" y="537"/>
                    <a:pt x="183" y="538"/>
                    <a:pt x="184" y="538"/>
                  </a:cubicBezTo>
                  <a:cubicBezTo>
                    <a:pt x="184" y="538"/>
                    <a:pt x="184" y="537"/>
                    <a:pt x="184" y="537"/>
                  </a:cubicBezTo>
                  <a:cubicBezTo>
                    <a:pt x="185" y="537"/>
                    <a:pt x="185" y="538"/>
                    <a:pt x="187" y="538"/>
                  </a:cubicBezTo>
                  <a:cubicBezTo>
                    <a:pt x="187" y="537"/>
                    <a:pt x="186" y="537"/>
                    <a:pt x="186" y="537"/>
                  </a:cubicBezTo>
                  <a:cubicBezTo>
                    <a:pt x="188" y="537"/>
                    <a:pt x="188" y="538"/>
                    <a:pt x="187" y="538"/>
                  </a:cubicBezTo>
                  <a:cubicBezTo>
                    <a:pt x="186" y="539"/>
                    <a:pt x="185" y="538"/>
                    <a:pt x="184" y="539"/>
                  </a:cubicBezTo>
                  <a:cubicBezTo>
                    <a:pt x="188" y="540"/>
                    <a:pt x="188" y="540"/>
                    <a:pt x="188" y="540"/>
                  </a:cubicBezTo>
                  <a:cubicBezTo>
                    <a:pt x="186" y="540"/>
                    <a:pt x="187" y="539"/>
                    <a:pt x="189" y="539"/>
                  </a:cubicBezTo>
                  <a:cubicBezTo>
                    <a:pt x="188" y="538"/>
                    <a:pt x="188" y="538"/>
                    <a:pt x="188" y="538"/>
                  </a:cubicBezTo>
                  <a:cubicBezTo>
                    <a:pt x="189" y="538"/>
                    <a:pt x="189" y="538"/>
                    <a:pt x="189" y="538"/>
                  </a:cubicBezTo>
                  <a:cubicBezTo>
                    <a:pt x="189" y="537"/>
                    <a:pt x="190" y="536"/>
                    <a:pt x="189" y="535"/>
                  </a:cubicBezTo>
                  <a:cubicBezTo>
                    <a:pt x="187" y="536"/>
                    <a:pt x="187" y="536"/>
                    <a:pt x="187" y="536"/>
                  </a:cubicBezTo>
                  <a:cubicBezTo>
                    <a:pt x="187" y="535"/>
                    <a:pt x="185" y="535"/>
                    <a:pt x="187" y="534"/>
                  </a:cubicBezTo>
                  <a:cubicBezTo>
                    <a:pt x="187" y="534"/>
                    <a:pt x="188" y="534"/>
                    <a:pt x="189" y="534"/>
                  </a:cubicBezTo>
                  <a:cubicBezTo>
                    <a:pt x="189" y="534"/>
                    <a:pt x="188" y="533"/>
                    <a:pt x="188" y="533"/>
                  </a:cubicBezTo>
                  <a:cubicBezTo>
                    <a:pt x="191" y="533"/>
                    <a:pt x="191" y="533"/>
                    <a:pt x="191" y="533"/>
                  </a:cubicBezTo>
                  <a:cubicBezTo>
                    <a:pt x="187" y="533"/>
                    <a:pt x="189" y="532"/>
                    <a:pt x="189" y="531"/>
                  </a:cubicBezTo>
                  <a:cubicBezTo>
                    <a:pt x="189" y="531"/>
                    <a:pt x="189" y="531"/>
                    <a:pt x="189" y="531"/>
                  </a:cubicBezTo>
                  <a:cubicBezTo>
                    <a:pt x="190" y="530"/>
                    <a:pt x="188" y="532"/>
                    <a:pt x="188" y="531"/>
                  </a:cubicBezTo>
                  <a:cubicBezTo>
                    <a:pt x="188" y="530"/>
                    <a:pt x="191" y="530"/>
                    <a:pt x="192" y="530"/>
                  </a:cubicBezTo>
                  <a:cubicBezTo>
                    <a:pt x="191" y="529"/>
                    <a:pt x="189" y="527"/>
                    <a:pt x="191" y="526"/>
                  </a:cubicBezTo>
                  <a:cubicBezTo>
                    <a:pt x="190" y="525"/>
                    <a:pt x="189" y="524"/>
                    <a:pt x="188" y="524"/>
                  </a:cubicBezTo>
                  <a:cubicBezTo>
                    <a:pt x="188" y="523"/>
                    <a:pt x="191" y="523"/>
                    <a:pt x="190" y="523"/>
                  </a:cubicBezTo>
                  <a:cubicBezTo>
                    <a:pt x="190" y="523"/>
                    <a:pt x="191" y="522"/>
                    <a:pt x="192" y="522"/>
                  </a:cubicBezTo>
                  <a:cubicBezTo>
                    <a:pt x="191" y="522"/>
                    <a:pt x="192" y="521"/>
                    <a:pt x="190" y="522"/>
                  </a:cubicBezTo>
                  <a:cubicBezTo>
                    <a:pt x="190" y="520"/>
                    <a:pt x="191" y="519"/>
                    <a:pt x="190" y="518"/>
                  </a:cubicBezTo>
                  <a:cubicBezTo>
                    <a:pt x="190" y="518"/>
                    <a:pt x="192" y="518"/>
                    <a:pt x="193" y="518"/>
                  </a:cubicBezTo>
                  <a:cubicBezTo>
                    <a:pt x="191" y="517"/>
                    <a:pt x="190" y="516"/>
                    <a:pt x="190" y="515"/>
                  </a:cubicBezTo>
                  <a:cubicBezTo>
                    <a:pt x="189" y="515"/>
                    <a:pt x="189" y="516"/>
                    <a:pt x="187" y="516"/>
                  </a:cubicBezTo>
                  <a:cubicBezTo>
                    <a:pt x="187" y="516"/>
                    <a:pt x="186" y="516"/>
                    <a:pt x="186" y="515"/>
                  </a:cubicBezTo>
                  <a:cubicBezTo>
                    <a:pt x="188" y="515"/>
                    <a:pt x="191" y="515"/>
                    <a:pt x="191" y="514"/>
                  </a:cubicBezTo>
                  <a:cubicBezTo>
                    <a:pt x="193" y="514"/>
                    <a:pt x="190" y="515"/>
                    <a:pt x="193" y="515"/>
                  </a:cubicBezTo>
                  <a:cubicBezTo>
                    <a:pt x="195" y="515"/>
                    <a:pt x="196" y="517"/>
                    <a:pt x="194" y="517"/>
                  </a:cubicBezTo>
                  <a:cubicBezTo>
                    <a:pt x="197" y="518"/>
                    <a:pt x="195" y="516"/>
                    <a:pt x="197" y="516"/>
                  </a:cubicBezTo>
                  <a:cubicBezTo>
                    <a:pt x="197" y="516"/>
                    <a:pt x="195" y="515"/>
                    <a:pt x="195" y="514"/>
                  </a:cubicBezTo>
                  <a:cubicBezTo>
                    <a:pt x="194" y="514"/>
                    <a:pt x="194" y="515"/>
                    <a:pt x="193" y="514"/>
                  </a:cubicBezTo>
                  <a:cubicBezTo>
                    <a:pt x="190" y="514"/>
                    <a:pt x="194" y="513"/>
                    <a:pt x="194" y="513"/>
                  </a:cubicBezTo>
                  <a:cubicBezTo>
                    <a:pt x="195" y="513"/>
                    <a:pt x="195" y="513"/>
                    <a:pt x="195" y="513"/>
                  </a:cubicBezTo>
                  <a:cubicBezTo>
                    <a:pt x="196" y="512"/>
                    <a:pt x="194" y="512"/>
                    <a:pt x="194" y="511"/>
                  </a:cubicBezTo>
                  <a:cubicBezTo>
                    <a:pt x="197" y="511"/>
                    <a:pt x="195" y="513"/>
                    <a:pt x="197" y="513"/>
                  </a:cubicBezTo>
                  <a:cubicBezTo>
                    <a:pt x="199" y="512"/>
                    <a:pt x="199" y="512"/>
                    <a:pt x="199" y="512"/>
                  </a:cubicBezTo>
                  <a:cubicBezTo>
                    <a:pt x="199" y="511"/>
                    <a:pt x="196" y="512"/>
                    <a:pt x="197" y="511"/>
                  </a:cubicBezTo>
                  <a:cubicBezTo>
                    <a:pt x="198" y="511"/>
                    <a:pt x="198" y="511"/>
                    <a:pt x="198" y="511"/>
                  </a:cubicBezTo>
                  <a:cubicBezTo>
                    <a:pt x="197" y="510"/>
                    <a:pt x="197" y="510"/>
                    <a:pt x="197" y="510"/>
                  </a:cubicBezTo>
                  <a:cubicBezTo>
                    <a:pt x="196" y="510"/>
                    <a:pt x="194" y="510"/>
                    <a:pt x="195" y="511"/>
                  </a:cubicBezTo>
                  <a:cubicBezTo>
                    <a:pt x="191" y="511"/>
                    <a:pt x="194" y="511"/>
                    <a:pt x="193" y="510"/>
                  </a:cubicBezTo>
                  <a:cubicBezTo>
                    <a:pt x="192" y="509"/>
                    <a:pt x="194" y="510"/>
                    <a:pt x="192" y="510"/>
                  </a:cubicBezTo>
                  <a:cubicBezTo>
                    <a:pt x="190" y="510"/>
                    <a:pt x="190" y="510"/>
                    <a:pt x="190" y="509"/>
                  </a:cubicBezTo>
                  <a:cubicBezTo>
                    <a:pt x="190" y="508"/>
                    <a:pt x="192" y="509"/>
                    <a:pt x="193" y="508"/>
                  </a:cubicBezTo>
                  <a:cubicBezTo>
                    <a:pt x="193" y="508"/>
                    <a:pt x="193" y="509"/>
                    <a:pt x="192" y="509"/>
                  </a:cubicBezTo>
                  <a:cubicBezTo>
                    <a:pt x="194" y="510"/>
                    <a:pt x="196" y="508"/>
                    <a:pt x="197" y="509"/>
                  </a:cubicBezTo>
                  <a:cubicBezTo>
                    <a:pt x="198" y="508"/>
                    <a:pt x="196" y="508"/>
                    <a:pt x="196" y="508"/>
                  </a:cubicBezTo>
                  <a:cubicBezTo>
                    <a:pt x="195" y="508"/>
                    <a:pt x="194" y="508"/>
                    <a:pt x="193" y="508"/>
                  </a:cubicBezTo>
                  <a:cubicBezTo>
                    <a:pt x="188" y="507"/>
                    <a:pt x="197" y="507"/>
                    <a:pt x="196" y="506"/>
                  </a:cubicBezTo>
                  <a:cubicBezTo>
                    <a:pt x="193" y="506"/>
                    <a:pt x="191" y="504"/>
                    <a:pt x="188" y="506"/>
                  </a:cubicBezTo>
                  <a:cubicBezTo>
                    <a:pt x="187" y="505"/>
                    <a:pt x="187" y="505"/>
                    <a:pt x="187" y="505"/>
                  </a:cubicBezTo>
                  <a:cubicBezTo>
                    <a:pt x="189" y="505"/>
                    <a:pt x="189" y="504"/>
                    <a:pt x="191" y="504"/>
                  </a:cubicBezTo>
                  <a:cubicBezTo>
                    <a:pt x="191" y="504"/>
                    <a:pt x="191" y="504"/>
                    <a:pt x="191" y="504"/>
                  </a:cubicBezTo>
                  <a:cubicBezTo>
                    <a:pt x="193" y="504"/>
                    <a:pt x="193" y="504"/>
                    <a:pt x="193" y="504"/>
                  </a:cubicBezTo>
                  <a:cubicBezTo>
                    <a:pt x="195" y="504"/>
                    <a:pt x="196" y="503"/>
                    <a:pt x="197" y="503"/>
                  </a:cubicBezTo>
                  <a:cubicBezTo>
                    <a:pt x="196" y="502"/>
                    <a:pt x="195" y="503"/>
                    <a:pt x="194" y="502"/>
                  </a:cubicBezTo>
                  <a:cubicBezTo>
                    <a:pt x="195" y="502"/>
                    <a:pt x="195" y="502"/>
                    <a:pt x="196" y="502"/>
                  </a:cubicBezTo>
                  <a:cubicBezTo>
                    <a:pt x="195" y="502"/>
                    <a:pt x="193" y="503"/>
                    <a:pt x="193" y="502"/>
                  </a:cubicBezTo>
                  <a:cubicBezTo>
                    <a:pt x="193" y="501"/>
                    <a:pt x="195" y="500"/>
                    <a:pt x="195" y="501"/>
                  </a:cubicBezTo>
                  <a:cubicBezTo>
                    <a:pt x="197" y="501"/>
                    <a:pt x="197" y="501"/>
                    <a:pt x="197" y="501"/>
                  </a:cubicBezTo>
                  <a:cubicBezTo>
                    <a:pt x="195" y="501"/>
                    <a:pt x="198" y="501"/>
                    <a:pt x="197" y="500"/>
                  </a:cubicBezTo>
                  <a:cubicBezTo>
                    <a:pt x="196" y="500"/>
                    <a:pt x="194" y="500"/>
                    <a:pt x="193" y="500"/>
                  </a:cubicBezTo>
                  <a:cubicBezTo>
                    <a:pt x="192" y="499"/>
                    <a:pt x="194" y="499"/>
                    <a:pt x="193" y="499"/>
                  </a:cubicBezTo>
                  <a:cubicBezTo>
                    <a:pt x="195" y="500"/>
                    <a:pt x="195" y="500"/>
                    <a:pt x="195" y="500"/>
                  </a:cubicBezTo>
                  <a:cubicBezTo>
                    <a:pt x="194" y="499"/>
                    <a:pt x="198" y="499"/>
                    <a:pt x="197" y="498"/>
                  </a:cubicBezTo>
                  <a:cubicBezTo>
                    <a:pt x="195" y="498"/>
                    <a:pt x="195" y="498"/>
                    <a:pt x="195" y="498"/>
                  </a:cubicBezTo>
                  <a:cubicBezTo>
                    <a:pt x="196" y="498"/>
                    <a:pt x="196" y="498"/>
                    <a:pt x="197" y="498"/>
                  </a:cubicBezTo>
                  <a:cubicBezTo>
                    <a:pt x="196" y="498"/>
                    <a:pt x="196" y="497"/>
                    <a:pt x="196" y="497"/>
                  </a:cubicBezTo>
                  <a:cubicBezTo>
                    <a:pt x="197" y="497"/>
                    <a:pt x="197" y="497"/>
                    <a:pt x="197" y="497"/>
                  </a:cubicBezTo>
                  <a:cubicBezTo>
                    <a:pt x="196" y="497"/>
                    <a:pt x="193" y="496"/>
                    <a:pt x="196" y="496"/>
                  </a:cubicBezTo>
                  <a:cubicBezTo>
                    <a:pt x="193" y="496"/>
                    <a:pt x="196" y="496"/>
                    <a:pt x="194" y="497"/>
                  </a:cubicBezTo>
                  <a:cubicBezTo>
                    <a:pt x="192" y="497"/>
                    <a:pt x="193" y="496"/>
                    <a:pt x="192" y="496"/>
                  </a:cubicBezTo>
                  <a:cubicBezTo>
                    <a:pt x="195" y="496"/>
                    <a:pt x="192" y="495"/>
                    <a:pt x="192" y="495"/>
                  </a:cubicBezTo>
                  <a:cubicBezTo>
                    <a:pt x="193" y="494"/>
                    <a:pt x="194" y="494"/>
                    <a:pt x="194" y="494"/>
                  </a:cubicBezTo>
                  <a:cubicBezTo>
                    <a:pt x="193" y="494"/>
                    <a:pt x="193" y="494"/>
                    <a:pt x="193" y="494"/>
                  </a:cubicBezTo>
                  <a:cubicBezTo>
                    <a:pt x="196" y="493"/>
                    <a:pt x="192" y="493"/>
                    <a:pt x="193" y="492"/>
                  </a:cubicBezTo>
                  <a:cubicBezTo>
                    <a:pt x="194" y="492"/>
                    <a:pt x="195" y="492"/>
                    <a:pt x="196" y="492"/>
                  </a:cubicBezTo>
                  <a:cubicBezTo>
                    <a:pt x="193" y="493"/>
                    <a:pt x="193" y="491"/>
                    <a:pt x="191" y="491"/>
                  </a:cubicBezTo>
                  <a:cubicBezTo>
                    <a:pt x="192" y="490"/>
                    <a:pt x="194" y="492"/>
                    <a:pt x="196" y="491"/>
                  </a:cubicBezTo>
                  <a:cubicBezTo>
                    <a:pt x="194" y="491"/>
                    <a:pt x="197" y="490"/>
                    <a:pt x="195" y="490"/>
                  </a:cubicBezTo>
                  <a:cubicBezTo>
                    <a:pt x="194" y="491"/>
                    <a:pt x="193" y="490"/>
                    <a:pt x="192" y="490"/>
                  </a:cubicBezTo>
                  <a:cubicBezTo>
                    <a:pt x="192" y="489"/>
                    <a:pt x="193" y="490"/>
                    <a:pt x="194" y="489"/>
                  </a:cubicBezTo>
                  <a:cubicBezTo>
                    <a:pt x="193" y="489"/>
                    <a:pt x="191" y="488"/>
                    <a:pt x="191" y="489"/>
                  </a:cubicBezTo>
                  <a:cubicBezTo>
                    <a:pt x="191" y="488"/>
                    <a:pt x="189" y="488"/>
                    <a:pt x="190" y="487"/>
                  </a:cubicBezTo>
                  <a:cubicBezTo>
                    <a:pt x="192" y="487"/>
                    <a:pt x="191" y="488"/>
                    <a:pt x="192" y="488"/>
                  </a:cubicBezTo>
                  <a:cubicBezTo>
                    <a:pt x="192" y="487"/>
                    <a:pt x="188" y="488"/>
                    <a:pt x="187" y="487"/>
                  </a:cubicBezTo>
                  <a:cubicBezTo>
                    <a:pt x="187" y="487"/>
                    <a:pt x="184" y="487"/>
                    <a:pt x="183" y="486"/>
                  </a:cubicBezTo>
                  <a:cubicBezTo>
                    <a:pt x="183" y="485"/>
                    <a:pt x="184" y="487"/>
                    <a:pt x="186" y="486"/>
                  </a:cubicBezTo>
                  <a:cubicBezTo>
                    <a:pt x="185" y="486"/>
                    <a:pt x="185" y="486"/>
                    <a:pt x="185" y="486"/>
                  </a:cubicBezTo>
                  <a:cubicBezTo>
                    <a:pt x="188" y="485"/>
                    <a:pt x="190" y="487"/>
                    <a:pt x="193" y="486"/>
                  </a:cubicBezTo>
                  <a:cubicBezTo>
                    <a:pt x="192" y="486"/>
                    <a:pt x="192" y="486"/>
                    <a:pt x="192" y="486"/>
                  </a:cubicBezTo>
                  <a:cubicBezTo>
                    <a:pt x="195" y="486"/>
                    <a:pt x="195" y="486"/>
                    <a:pt x="195" y="486"/>
                  </a:cubicBezTo>
                  <a:cubicBezTo>
                    <a:pt x="193" y="486"/>
                    <a:pt x="194" y="485"/>
                    <a:pt x="194" y="484"/>
                  </a:cubicBezTo>
                  <a:cubicBezTo>
                    <a:pt x="192" y="484"/>
                    <a:pt x="194" y="485"/>
                    <a:pt x="193" y="485"/>
                  </a:cubicBezTo>
                  <a:cubicBezTo>
                    <a:pt x="192" y="484"/>
                    <a:pt x="190" y="484"/>
                    <a:pt x="191" y="483"/>
                  </a:cubicBezTo>
                  <a:cubicBezTo>
                    <a:pt x="192" y="484"/>
                    <a:pt x="193" y="483"/>
                    <a:pt x="194" y="483"/>
                  </a:cubicBezTo>
                  <a:cubicBezTo>
                    <a:pt x="195" y="483"/>
                    <a:pt x="192" y="483"/>
                    <a:pt x="193" y="482"/>
                  </a:cubicBezTo>
                  <a:cubicBezTo>
                    <a:pt x="194" y="483"/>
                    <a:pt x="194" y="483"/>
                    <a:pt x="194" y="483"/>
                  </a:cubicBezTo>
                  <a:cubicBezTo>
                    <a:pt x="194" y="480"/>
                    <a:pt x="194" y="478"/>
                    <a:pt x="190" y="476"/>
                  </a:cubicBezTo>
                  <a:cubicBezTo>
                    <a:pt x="191" y="475"/>
                    <a:pt x="191" y="475"/>
                    <a:pt x="193" y="474"/>
                  </a:cubicBezTo>
                  <a:cubicBezTo>
                    <a:pt x="192" y="474"/>
                    <a:pt x="191" y="474"/>
                    <a:pt x="191" y="473"/>
                  </a:cubicBezTo>
                  <a:cubicBezTo>
                    <a:pt x="193" y="473"/>
                    <a:pt x="193" y="473"/>
                    <a:pt x="193" y="473"/>
                  </a:cubicBezTo>
                  <a:cubicBezTo>
                    <a:pt x="194" y="472"/>
                    <a:pt x="192" y="472"/>
                    <a:pt x="191" y="471"/>
                  </a:cubicBezTo>
                  <a:cubicBezTo>
                    <a:pt x="193" y="471"/>
                    <a:pt x="193" y="471"/>
                    <a:pt x="193" y="471"/>
                  </a:cubicBezTo>
                  <a:cubicBezTo>
                    <a:pt x="194" y="471"/>
                    <a:pt x="192" y="470"/>
                    <a:pt x="191" y="470"/>
                  </a:cubicBezTo>
                  <a:cubicBezTo>
                    <a:pt x="193" y="470"/>
                    <a:pt x="193" y="470"/>
                    <a:pt x="193" y="470"/>
                  </a:cubicBezTo>
                  <a:cubicBezTo>
                    <a:pt x="191" y="470"/>
                    <a:pt x="191" y="470"/>
                    <a:pt x="191" y="470"/>
                  </a:cubicBezTo>
                  <a:cubicBezTo>
                    <a:pt x="191" y="469"/>
                    <a:pt x="191" y="468"/>
                    <a:pt x="193" y="469"/>
                  </a:cubicBezTo>
                  <a:cubicBezTo>
                    <a:pt x="193" y="469"/>
                    <a:pt x="192" y="468"/>
                    <a:pt x="192" y="468"/>
                  </a:cubicBezTo>
                  <a:cubicBezTo>
                    <a:pt x="193" y="468"/>
                    <a:pt x="193" y="467"/>
                    <a:pt x="193" y="466"/>
                  </a:cubicBezTo>
                  <a:cubicBezTo>
                    <a:pt x="192" y="466"/>
                    <a:pt x="191" y="466"/>
                    <a:pt x="190" y="466"/>
                  </a:cubicBezTo>
                  <a:cubicBezTo>
                    <a:pt x="188" y="465"/>
                    <a:pt x="190" y="466"/>
                    <a:pt x="189" y="465"/>
                  </a:cubicBezTo>
                  <a:cubicBezTo>
                    <a:pt x="190" y="465"/>
                    <a:pt x="191" y="465"/>
                    <a:pt x="192" y="465"/>
                  </a:cubicBezTo>
                  <a:cubicBezTo>
                    <a:pt x="195" y="465"/>
                    <a:pt x="192" y="462"/>
                    <a:pt x="193" y="461"/>
                  </a:cubicBezTo>
                  <a:cubicBezTo>
                    <a:pt x="192" y="460"/>
                    <a:pt x="192" y="460"/>
                    <a:pt x="192" y="460"/>
                  </a:cubicBezTo>
                  <a:cubicBezTo>
                    <a:pt x="195" y="460"/>
                    <a:pt x="193" y="459"/>
                    <a:pt x="194" y="458"/>
                  </a:cubicBezTo>
                  <a:cubicBezTo>
                    <a:pt x="193" y="458"/>
                    <a:pt x="191" y="457"/>
                    <a:pt x="191" y="456"/>
                  </a:cubicBezTo>
                  <a:cubicBezTo>
                    <a:pt x="189" y="455"/>
                    <a:pt x="193" y="457"/>
                    <a:pt x="195" y="457"/>
                  </a:cubicBezTo>
                  <a:cubicBezTo>
                    <a:pt x="194" y="456"/>
                    <a:pt x="194" y="456"/>
                    <a:pt x="194" y="456"/>
                  </a:cubicBezTo>
                  <a:cubicBezTo>
                    <a:pt x="194" y="456"/>
                    <a:pt x="194" y="456"/>
                    <a:pt x="194" y="456"/>
                  </a:cubicBezTo>
                  <a:cubicBezTo>
                    <a:pt x="194" y="455"/>
                    <a:pt x="193" y="454"/>
                    <a:pt x="194" y="454"/>
                  </a:cubicBezTo>
                  <a:cubicBezTo>
                    <a:pt x="194" y="454"/>
                    <a:pt x="194" y="454"/>
                    <a:pt x="194" y="454"/>
                  </a:cubicBezTo>
                  <a:cubicBezTo>
                    <a:pt x="195" y="454"/>
                    <a:pt x="196" y="455"/>
                    <a:pt x="196" y="454"/>
                  </a:cubicBezTo>
                  <a:cubicBezTo>
                    <a:pt x="194" y="453"/>
                    <a:pt x="196" y="453"/>
                    <a:pt x="194" y="452"/>
                  </a:cubicBezTo>
                  <a:cubicBezTo>
                    <a:pt x="195" y="452"/>
                    <a:pt x="195" y="452"/>
                    <a:pt x="195" y="452"/>
                  </a:cubicBezTo>
                  <a:cubicBezTo>
                    <a:pt x="194" y="451"/>
                    <a:pt x="194" y="451"/>
                    <a:pt x="194" y="451"/>
                  </a:cubicBezTo>
                  <a:cubicBezTo>
                    <a:pt x="195" y="451"/>
                    <a:pt x="195" y="451"/>
                    <a:pt x="195" y="451"/>
                  </a:cubicBezTo>
                  <a:cubicBezTo>
                    <a:pt x="196" y="453"/>
                    <a:pt x="196" y="453"/>
                    <a:pt x="196" y="453"/>
                  </a:cubicBezTo>
                  <a:cubicBezTo>
                    <a:pt x="197" y="452"/>
                    <a:pt x="195" y="452"/>
                    <a:pt x="194" y="451"/>
                  </a:cubicBezTo>
                  <a:cubicBezTo>
                    <a:pt x="193" y="450"/>
                    <a:pt x="195" y="450"/>
                    <a:pt x="195" y="451"/>
                  </a:cubicBezTo>
                  <a:cubicBezTo>
                    <a:pt x="196" y="451"/>
                    <a:pt x="195" y="451"/>
                    <a:pt x="195" y="451"/>
                  </a:cubicBezTo>
                  <a:cubicBezTo>
                    <a:pt x="196" y="452"/>
                    <a:pt x="196" y="451"/>
                    <a:pt x="196" y="452"/>
                  </a:cubicBezTo>
                  <a:cubicBezTo>
                    <a:pt x="196" y="451"/>
                    <a:pt x="195" y="450"/>
                    <a:pt x="195" y="450"/>
                  </a:cubicBezTo>
                  <a:cubicBezTo>
                    <a:pt x="195" y="451"/>
                    <a:pt x="196" y="450"/>
                    <a:pt x="197" y="451"/>
                  </a:cubicBezTo>
                  <a:cubicBezTo>
                    <a:pt x="196" y="450"/>
                    <a:pt x="197" y="450"/>
                    <a:pt x="196" y="450"/>
                  </a:cubicBezTo>
                  <a:cubicBezTo>
                    <a:pt x="196" y="450"/>
                    <a:pt x="195" y="449"/>
                    <a:pt x="194" y="449"/>
                  </a:cubicBezTo>
                  <a:cubicBezTo>
                    <a:pt x="194" y="448"/>
                    <a:pt x="194" y="448"/>
                    <a:pt x="195" y="448"/>
                  </a:cubicBezTo>
                  <a:cubicBezTo>
                    <a:pt x="195" y="449"/>
                    <a:pt x="195" y="449"/>
                    <a:pt x="195" y="449"/>
                  </a:cubicBezTo>
                  <a:cubicBezTo>
                    <a:pt x="195" y="448"/>
                    <a:pt x="196" y="448"/>
                    <a:pt x="194" y="447"/>
                  </a:cubicBezTo>
                  <a:cubicBezTo>
                    <a:pt x="196" y="449"/>
                    <a:pt x="196" y="449"/>
                    <a:pt x="196" y="449"/>
                  </a:cubicBezTo>
                  <a:cubicBezTo>
                    <a:pt x="196" y="448"/>
                    <a:pt x="196" y="448"/>
                    <a:pt x="196" y="447"/>
                  </a:cubicBezTo>
                  <a:cubicBezTo>
                    <a:pt x="197" y="448"/>
                    <a:pt x="198" y="450"/>
                    <a:pt x="199" y="450"/>
                  </a:cubicBezTo>
                  <a:cubicBezTo>
                    <a:pt x="198" y="448"/>
                    <a:pt x="198" y="448"/>
                    <a:pt x="198" y="448"/>
                  </a:cubicBezTo>
                  <a:cubicBezTo>
                    <a:pt x="199" y="448"/>
                    <a:pt x="199" y="448"/>
                    <a:pt x="199" y="449"/>
                  </a:cubicBezTo>
                  <a:cubicBezTo>
                    <a:pt x="200" y="449"/>
                    <a:pt x="198" y="444"/>
                    <a:pt x="199" y="445"/>
                  </a:cubicBezTo>
                  <a:cubicBezTo>
                    <a:pt x="200" y="447"/>
                    <a:pt x="200" y="447"/>
                    <a:pt x="201" y="447"/>
                  </a:cubicBezTo>
                  <a:cubicBezTo>
                    <a:pt x="200" y="446"/>
                    <a:pt x="200" y="446"/>
                    <a:pt x="200" y="446"/>
                  </a:cubicBezTo>
                  <a:cubicBezTo>
                    <a:pt x="200" y="446"/>
                    <a:pt x="201" y="448"/>
                    <a:pt x="200" y="447"/>
                  </a:cubicBezTo>
                  <a:cubicBezTo>
                    <a:pt x="199" y="446"/>
                    <a:pt x="200" y="446"/>
                    <a:pt x="200" y="445"/>
                  </a:cubicBezTo>
                  <a:cubicBezTo>
                    <a:pt x="200" y="446"/>
                    <a:pt x="201" y="447"/>
                    <a:pt x="202" y="447"/>
                  </a:cubicBezTo>
                  <a:cubicBezTo>
                    <a:pt x="202" y="447"/>
                    <a:pt x="202" y="447"/>
                    <a:pt x="202" y="447"/>
                  </a:cubicBezTo>
                  <a:cubicBezTo>
                    <a:pt x="205" y="449"/>
                    <a:pt x="200" y="450"/>
                    <a:pt x="204" y="454"/>
                  </a:cubicBezTo>
                  <a:cubicBezTo>
                    <a:pt x="205" y="456"/>
                    <a:pt x="206" y="463"/>
                    <a:pt x="206" y="463"/>
                  </a:cubicBezTo>
                  <a:cubicBezTo>
                    <a:pt x="214" y="451"/>
                    <a:pt x="212" y="449"/>
                    <a:pt x="214" y="446"/>
                  </a:cubicBezTo>
                  <a:cubicBezTo>
                    <a:pt x="214" y="447"/>
                    <a:pt x="214" y="447"/>
                    <a:pt x="214" y="447"/>
                  </a:cubicBezTo>
                  <a:cubicBezTo>
                    <a:pt x="214" y="446"/>
                    <a:pt x="214" y="446"/>
                    <a:pt x="214" y="446"/>
                  </a:cubicBezTo>
                  <a:cubicBezTo>
                    <a:pt x="214" y="446"/>
                    <a:pt x="215" y="446"/>
                    <a:pt x="215" y="446"/>
                  </a:cubicBezTo>
                  <a:cubicBezTo>
                    <a:pt x="215" y="446"/>
                    <a:pt x="215" y="447"/>
                    <a:pt x="216" y="445"/>
                  </a:cubicBezTo>
                  <a:cubicBezTo>
                    <a:pt x="216" y="445"/>
                    <a:pt x="216" y="445"/>
                    <a:pt x="216" y="445"/>
                  </a:cubicBezTo>
                  <a:cubicBezTo>
                    <a:pt x="216" y="445"/>
                    <a:pt x="217" y="443"/>
                    <a:pt x="217" y="443"/>
                  </a:cubicBezTo>
                  <a:cubicBezTo>
                    <a:pt x="216" y="445"/>
                    <a:pt x="216" y="445"/>
                    <a:pt x="216" y="445"/>
                  </a:cubicBezTo>
                  <a:cubicBezTo>
                    <a:pt x="216" y="447"/>
                    <a:pt x="217" y="446"/>
                    <a:pt x="217" y="447"/>
                  </a:cubicBezTo>
                  <a:cubicBezTo>
                    <a:pt x="217" y="445"/>
                    <a:pt x="217" y="447"/>
                    <a:pt x="218" y="445"/>
                  </a:cubicBezTo>
                  <a:cubicBezTo>
                    <a:pt x="218" y="445"/>
                    <a:pt x="218" y="445"/>
                    <a:pt x="218" y="445"/>
                  </a:cubicBezTo>
                  <a:cubicBezTo>
                    <a:pt x="219" y="445"/>
                    <a:pt x="219" y="444"/>
                    <a:pt x="220" y="444"/>
                  </a:cubicBezTo>
                  <a:cubicBezTo>
                    <a:pt x="220" y="444"/>
                    <a:pt x="219" y="446"/>
                    <a:pt x="219" y="446"/>
                  </a:cubicBezTo>
                  <a:cubicBezTo>
                    <a:pt x="219" y="447"/>
                    <a:pt x="219" y="447"/>
                    <a:pt x="220" y="447"/>
                  </a:cubicBezTo>
                  <a:cubicBezTo>
                    <a:pt x="220" y="447"/>
                    <a:pt x="220" y="446"/>
                    <a:pt x="220" y="446"/>
                  </a:cubicBezTo>
                  <a:cubicBezTo>
                    <a:pt x="220" y="446"/>
                    <a:pt x="220" y="446"/>
                    <a:pt x="220" y="447"/>
                  </a:cubicBezTo>
                  <a:cubicBezTo>
                    <a:pt x="220" y="446"/>
                    <a:pt x="220" y="446"/>
                    <a:pt x="220" y="446"/>
                  </a:cubicBezTo>
                  <a:cubicBezTo>
                    <a:pt x="220" y="446"/>
                    <a:pt x="220" y="446"/>
                    <a:pt x="220" y="447"/>
                  </a:cubicBezTo>
                  <a:cubicBezTo>
                    <a:pt x="220" y="447"/>
                    <a:pt x="220" y="447"/>
                    <a:pt x="220" y="447"/>
                  </a:cubicBezTo>
                  <a:cubicBezTo>
                    <a:pt x="220" y="447"/>
                    <a:pt x="220" y="447"/>
                    <a:pt x="220" y="447"/>
                  </a:cubicBezTo>
                  <a:cubicBezTo>
                    <a:pt x="220" y="447"/>
                    <a:pt x="220" y="447"/>
                    <a:pt x="220" y="447"/>
                  </a:cubicBezTo>
                  <a:cubicBezTo>
                    <a:pt x="220" y="447"/>
                    <a:pt x="220" y="447"/>
                    <a:pt x="220" y="448"/>
                  </a:cubicBezTo>
                  <a:cubicBezTo>
                    <a:pt x="220" y="449"/>
                    <a:pt x="220" y="449"/>
                    <a:pt x="220" y="449"/>
                  </a:cubicBezTo>
                  <a:cubicBezTo>
                    <a:pt x="220" y="449"/>
                    <a:pt x="221" y="448"/>
                    <a:pt x="221" y="447"/>
                  </a:cubicBezTo>
                  <a:cubicBezTo>
                    <a:pt x="222" y="449"/>
                    <a:pt x="224" y="448"/>
                    <a:pt x="225" y="448"/>
                  </a:cubicBezTo>
                  <a:cubicBezTo>
                    <a:pt x="225" y="448"/>
                    <a:pt x="224" y="449"/>
                    <a:pt x="225" y="449"/>
                  </a:cubicBezTo>
                  <a:cubicBezTo>
                    <a:pt x="225" y="449"/>
                    <a:pt x="226" y="448"/>
                    <a:pt x="226" y="449"/>
                  </a:cubicBezTo>
                  <a:cubicBezTo>
                    <a:pt x="226" y="448"/>
                    <a:pt x="225" y="450"/>
                    <a:pt x="225" y="450"/>
                  </a:cubicBezTo>
                  <a:cubicBezTo>
                    <a:pt x="225" y="451"/>
                    <a:pt x="226" y="449"/>
                    <a:pt x="226" y="449"/>
                  </a:cubicBezTo>
                  <a:cubicBezTo>
                    <a:pt x="225" y="452"/>
                    <a:pt x="229" y="450"/>
                    <a:pt x="229" y="452"/>
                  </a:cubicBezTo>
                  <a:cubicBezTo>
                    <a:pt x="229" y="451"/>
                    <a:pt x="228" y="452"/>
                    <a:pt x="227" y="452"/>
                  </a:cubicBezTo>
                  <a:cubicBezTo>
                    <a:pt x="228" y="452"/>
                    <a:pt x="229" y="452"/>
                    <a:pt x="232" y="452"/>
                  </a:cubicBezTo>
                  <a:cubicBezTo>
                    <a:pt x="230" y="453"/>
                    <a:pt x="230" y="453"/>
                    <a:pt x="230" y="453"/>
                  </a:cubicBezTo>
                  <a:cubicBezTo>
                    <a:pt x="230" y="453"/>
                    <a:pt x="231" y="453"/>
                    <a:pt x="232" y="453"/>
                  </a:cubicBezTo>
                  <a:cubicBezTo>
                    <a:pt x="233" y="452"/>
                    <a:pt x="234" y="452"/>
                    <a:pt x="234" y="452"/>
                  </a:cubicBezTo>
                  <a:cubicBezTo>
                    <a:pt x="234" y="452"/>
                    <a:pt x="234" y="452"/>
                    <a:pt x="234" y="452"/>
                  </a:cubicBezTo>
                  <a:cubicBezTo>
                    <a:pt x="235" y="453"/>
                    <a:pt x="235" y="452"/>
                    <a:pt x="236" y="453"/>
                  </a:cubicBezTo>
                  <a:cubicBezTo>
                    <a:pt x="235" y="454"/>
                    <a:pt x="235" y="453"/>
                    <a:pt x="234" y="454"/>
                  </a:cubicBezTo>
                  <a:cubicBezTo>
                    <a:pt x="232" y="455"/>
                    <a:pt x="233" y="456"/>
                    <a:pt x="233" y="456"/>
                  </a:cubicBezTo>
                  <a:cubicBezTo>
                    <a:pt x="235" y="456"/>
                    <a:pt x="235" y="456"/>
                    <a:pt x="235" y="456"/>
                  </a:cubicBezTo>
                  <a:cubicBezTo>
                    <a:pt x="236" y="456"/>
                    <a:pt x="234" y="457"/>
                    <a:pt x="234" y="457"/>
                  </a:cubicBezTo>
                  <a:cubicBezTo>
                    <a:pt x="239" y="456"/>
                    <a:pt x="239" y="456"/>
                    <a:pt x="239" y="456"/>
                  </a:cubicBezTo>
                  <a:cubicBezTo>
                    <a:pt x="238" y="456"/>
                    <a:pt x="237" y="458"/>
                    <a:pt x="236" y="457"/>
                  </a:cubicBezTo>
                  <a:cubicBezTo>
                    <a:pt x="237" y="458"/>
                    <a:pt x="240" y="458"/>
                    <a:pt x="241" y="458"/>
                  </a:cubicBezTo>
                  <a:cubicBezTo>
                    <a:pt x="241" y="459"/>
                    <a:pt x="243" y="459"/>
                    <a:pt x="243" y="460"/>
                  </a:cubicBezTo>
                  <a:cubicBezTo>
                    <a:pt x="242" y="460"/>
                    <a:pt x="243" y="459"/>
                    <a:pt x="242" y="460"/>
                  </a:cubicBezTo>
                  <a:cubicBezTo>
                    <a:pt x="240" y="461"/>
                    <a:pt x="240" y="461"/>
                    <a:pt x="240" y="461"/>
                  </a:cubicBezTo>
                  <a:cubicBezTo>
                    <a:pt x="240" y="460"/>
                    <a:pt x="238" y="461"/>
                    <a:pt x="237" y="461"/>
                  </a:cubicBezTo>
                  <a:cubicBezTo>
                    <a:pt x="238" y="462"/>
                    <a:pt x="238" y="463"/>
                    <a:pt x="237" y="464"/>
                  </a:cubicBezTo>
                  <a:cubicBezTo>
                    <a:pt x="240" y="463"/>
                    <a:pt x="239" y="465"/>
                    <a:pt x="242" y="465"/>
                  </a:cubicBezTo>
                  <a:cubicBezTo>
                    <a:pt x="242" y="466"/>
                    <a:pt x="240" y="466"/>
                    <a:pt x="239" y="466"/>
                  </a:cubicBezTo>
                  <a:cubicBezTo>
                    <a:pt x="240" y="467"/>
                    <a:pt x="240" y="468"/>
                    <a:pt x="240" y="469"/>
                  </a:cubicBezTo>
                  <a:cubicBezTo>
                    <a:pt x="240" y="469"/>
                    <a:pt x="240" y="469"/>
                    <a:pt x="240" y="469"/>
                  </a:cubicBezTo>
                  <a:cubicBezTo>
                    <a:pt x="240" y="470"/>
                    <a:pt x="240" y="472"/>
                    <a:pt x="242" y="472"/>
                  </a:cubicBezTo>
                  <a:cubicBezTo>
                    <a:pt x="241" y="472"/>
                    <a:pt x="241" y="472"/>
                    <a:pt x="241" y="472"/>
                  </a:cubicBezTo>
                  <a:cubicBezTo>
                    <a:pt x="240" y="473"/>
                    <a:pt x="244" y="472"/>
                    <a:pt x="243" y="474"/>
                  </a:cubicBezTo>
                  <a:cubicBezTo>
                    <a:pt x="242" y="473"/>
                    <a:pt x="242" y="473"/>
                    <a:pt x="242" y="473"/>
                  </a:cubicBezTo>
                  <a:cubicBezTo>
                    <a:pt x="243" y="474"/>
                    <a:pt x="241" y="475"/>
                    <a:pt x="243" y="476"/>
                  </a:cubicBezTo>
                  <a:cubicBezTo>
                    <a:pt x="242" y="476"/>
                    <a:pt x="242" y="476"/>
                    <a:pt x="241" y="475"/>
                  </a:cubicBezTo>
                  <a:cubicBezTo>
                    <a:pt x="242" y="476"/>
                    <a:pt x="242" y="477"/>
                    <a:pt x="243" y="478"/>
                  </a:cubicBezTo>
                  <a:cubicBezTo>
                    <a:pt x="241" y="478"/>
                    <a:pt x="241" y="478"/>
                    <a:pt x="241" y="478"/>
                  </a:cubicBezTo>
                  <a:cubicBezTo>
                    <a:pt x="240" y="478"/>
                    <a:pt x="244" y="478"/>
                    <a:pt x="243" y="479"/>
                  </a:cubicBezTo>
                  <a:cubicBezTo>
                    <a:pt x="243" y="479"/>
                    <a:pt x="242" y="480"/>
                    <a:pt x="242" y="480"/>
                  </a:cubicBezTo>
                  <a:cubicBezTo>
                    <a:pt x="243" y="480"/>
                    <a:pt x="243" y="481"/>
                    <a:pt x="243" y="481"/>
                  </a:cubicBezTo>
                  <a:cubicBezTo>
                    <a:pt x="241" y="482"/>
                    <a:pt x="241" y="482"/>
                    <a:pt x="241" y="482"/>
                  </a:cubicBezTo>
                  <a:cubicBezTo>
                    <a:pt x="241" y="486"/>
                    <a:pt x="241" y="490"/>
                    <a:pt x="243" y="494"/>
                  </a:cubicBezTo>
                  <a:cubicBezTo>
                    <a:pt x="240" y="494"/>
                    <a:pt x="241" y="493"/>
                    <a:pt x="240" y="493"/>
                  </a:cubicBezTo>
                  <a:cubicBezTo>
                    <a:pt x="242" y="493"/>
                    <a:pt x="240" y="494"/>
                    <a:pt x="241" y="495"/>
                  </a:cubicBezTo>
                  <a:cubicBezTo>
                    <a:pt x="241" y="495"/>
                    <a:pt x="241" y="495"/>
                    <a:pt x="241" y="495"/>
                  </a:cubicBezTo>
                  <a:cubicBezTo>
                    <a:pt x="241" y="496"/>
                    <a:pt x="240" y="496"/>
                    <a:pt x="240" y="497"/>
                  </a:cubicBezTo>
                  <a:cubicBezTo>
                    <a:pt x="241" y="497"/>
                    <a:pt x="241" y="497"/>
                    <a:pt x="241" y="497"/>
                  </a:cubicBezTo>
                  <a:cubicBezTo>
                    <a:pt x="242" y="497"/>
                    <a:pt x="238" y="498"/>
                    <a:pt x="241" y="498"/>
                  </a:cubicBezTo>
                  <a:cubicBezTo>
                    <a:pt x="239" y="499"/>
                    <a:pt x="239" y="499"/>
                    <a:pt x="239" y="499"/>
                  </a:cubicBezTo>
                  <a:cubicBezTo>
                    <a:pt x="242" y="499"/>
                    <a:pt x="238" y="499"/>
                    <a:pt x="240" y="500"/>
                  </a:cubicBezTo>
                  <a:cubicBezTo>
                    <a:pt x="240" y="500"/>
                    <a:pt x="240" y="500"/>
                    <a:pt x="240" y="500"/>
                  </a:cubicBezTo>
                  <a:cubicBezTo>
                    <a:pt x="239" y="501"/>
                    <a:pt x="243" y="502"/>
                    <a:pt x="241" y="502"/>
                  </a:cubicBezTo>
                  <a:cubicBezTo>
                    <a:pt x="241" y="503"/>
                    <a:pt x="242" y="504"/>
                    <a:pt x="244" y="504"/>
                  </a:cubicBezTo>
                  <a:cubicBezTo>
                    <a:pt x="241" y="504"/>
                    <a:pt x="241" y="504"/>
                    <a:pt x="241" y="504"/>
                  </a:cubicBezTo>
                  <a:cubicBezTo>
                    <a:pt x="242" y="507"/>
                    <a:pt x="241" y="511"/>
                    <a:pt x="244" y="513"/>
                  </a:cubicBezTo>
                  <a:cubicBezTo>
                    <a:pt x="243" y="513"/>
                    <a:pt x="243" y="513"/>
                    <a:pt x="243" y="513"/>
                  </a:cubicBezTo>
                  <a:cubicBezTo>
                    <a:pt x="245" y="515"/>
                    <a:pt x="241" y="517"/>
                    <a:pt x="245" y="518"/>
                  </a:cubicBezTo>
                  <a:cubicBezTo>
                    <a:pt x="247" y="518"/>
                    <a:pt x="247" y="518"/>
                    <a:pt x="247" y="518"/>
                  </a:cubicBezTo>
                  <a:cubicBezTo>
                    <a:pt x="244" y="519"/>
                    <a:pt x="244" y="519"/>
                    <a:pt x="244" y="519"/>
                  </a:cubicBezTo>
                  <a:cubicBezTo>
                    <a:pt x="246" y="519"/>
                    <a:pt x="245" y="520"/>
                    <a:pt x="247" y="521"/>
                  </a:cubicBezTo>
                  <a:cubicBezTo>
                    <a:pt x="245" y="521"/>
                    <a:pt x="245" y="521"/>
                    <a:pt x="245" y="521"/>
                  </a:cubicBezTo>
                  <a:cubicBezTo>
                    <a:pt x="245" y="521"/>
                    <a:pt x="247" y="522"/>
                    <a:pt x="247" y="523"/>
                  </a:cubicBezTo>
                  <a:cubicBezTo>
                    <a:pt x="246" y="523"/>
                    <a:pt x="246" y="523"/>
                    <a:pt x="246" y="523"/>
                  </a:cubicBezTo>
                  <a:cubicBezTo>
                    <a:pt x="243" y="527"/>
                    <a:pt x="241" y="532"/>
                    <a:pt x="246" y="534"/>
                  </a:cubicBezTo>
                  <a:cubicBezTo>
                    <a:pt x="247" y="535"/>
                    <a:pt x="243" y="535"/>
                    <a:pt x="244" y="536"/>
                  </a:cubicBezTo>
                  <a:cubicBezTo>
                    <a:pt x="247" y="538"/>
                    <a:pt x="245" y="541"/>
                    <a:pt x="247" y="543"/>
                  </a:cubicBezTo>
                  <a:cubicBezTo>
                    <a:pt x="246" y="546"/>
                    <a:pt x="244" y="545"/>
                    <a:pt x="243" y="548"/>
                  </a:cubicBezTo>
                  <a:cubicBezTo>
                    <a:pt x="243" y="547"/>
                    <a:pt x="243" y="547"/>
                    <a:pt x="243" y="547"/>
                  </a:cubicBezTo>
                  <a:cubicBezTo>
                    <a:pt x="242" y="549"/>
                    <a:pt x="241" y="547"/>
                    <a:pt x="240" y="546"/>
                  </a:cubicBezTo>
                  <a:cubicBezTo>
                    <a:pt x="240" y="547"/>
                    <a:pt x="239" y="547"/>
                    <a:pt x="240" y="549"/>
                  </a:cubicBezTo>
                  <a:cubicBezTo>
                    <a:pt x="239" y="550"/>
                    <a:pt x="238" y="546"/>
                    <a:pt x="238" y="547"/>
                  </a:cubicBezTo>
                  <a:cubicBezTo>
                    <a:pt x="238" y="546"/>
                    <a:pt x="238" y="548"/>
                    <a:pt x="238" y="548"/>
                  </a:cubicBezTo>
                  <a:cubicBezTo>
                    <a:pt x="236" y="550"/>
                    <a:pt x="238" y="546"/>
                    <a:pt x="235" y="545"/>
                  </a:cubicBezTo>
                  <a:cubicBezTo>
                    <a:pt x="232" y="546"/>
                    <a:pt x="228" y="548"/>
                    <a:pt x="225" y="547"/>
                  </a:cubicBezTo>
                  <a:cubicBezTo>
                    <a:pt x="225" y="547"/>
                    <a:pt x="225" y="549"/>
                    <a:pt x="225" y="549"/>
                  </a:cubicBezTo>
                  <a:cubicBezTo>
                    <a:pt x="224" y="546"/>
                    <a:pt x="224" y="550"/>
                    <a:pt x="223" y="549"/>
                  </a:cubicBezTo>
                  <a:cubicBezTo>
                    <a:pt x="223" y="548"/>
                    <a:pt x="223" y="548"/>
                    <a:pt x="223" y="547"/>
                  </a:cubicBezTo>
                  <a:cubicBezTo>
                    <a:pt x="222" y="546"/>
                    <a:pt x="220" y="548"/>
                    <a:pt x="219" y="547"/>
                  </a:cubicBezTo>
                  <a:cubicBezTo>
                    <a:pt x="218" y="549"/>
                    <a:pt x="216" y="546"/>
                    <a:pt x="215" y="548"/>
                  </a:cubicBezTo>
                  <a:cubicBezTo>
                    <a:pt x="215" y="546"/>
                    <a:pt x="214" y="547"/>
                    <a:pt x="214" y="546"/>
                  </a:cubicBezTo>
                  <a:cubicBezTo>
                    <a:pt x="213" y="550"/>
                    <a:pt x="211" y="545"/>
                    <a:pt x="210" y="547"/>
                  </a:cubicBezTo>
                  <a:cubicBezTo>
                    <a:pt x="210" y="547"/>
                    <a:pt x="210" y="547"/>
                    <a:pt x="210" y="547"/>
                  </a:cubicBezTo>
                  <a:cubicBezTo>
                    <a:pt x="206" y="547"/>
                    <a:pt x="202" y="547"/>
                    <a:pt x="198" y="549"/>
                  </a:cubicBezTo>
                  <a:cubicBezTo>
                    <a:pt x="195" y="549"/>
                    <a:pt x="193" y="546"/>
                    <a:pt x="190" y="547"/>
                  </a:cubicBezTo>
                  <a:cubicBezTo>
                    <a:pt x="190" y="548"/>
                    <a:pt x="190" y="549"/>
                    <a:pt x="190" y="549"/>
                  </a:cubicBezTo>
                  <a:cubicBezTo>
                    <a:pt x="189" y="549"/>
                    <a:pt x="190" y="548"/>
                    <a:pt x="190" y="547"/>
                  </a:cubicBezTo>
                  <a:cubicBezTo>
                    <a:pt x="188" y="549"/>
                    <a:pt x="187" y="547"/>
                    <a:pt x="185" y="547"/>
                  </a:cubicBezTo>
                  <a:cubicBezTo>
                    <a:pt x="185" y="548"/>
                    <a:pt x="184" y="548"/>
                    <a:pt x="185" y="549"/>
                  </a:cubicBezTo>
                  <a:cubicBezTo>
                    <a:pt x="183" y="546"/>
                    <a:pt x="181" y="550"/>
                    <a:pt x="179" y="548"/>
                  </a:cubicBezTo>
                  <a:cubicBezTo>
                    <a:pt x="179" y="552"/>
                    <a:pt x="178" y="550"/>
                    <a:pt x="177" y="551"/>
                  </a:cubicBezTo>
                  <a:cubicBezTo>
                    <a:pt x="177" y="551"/>
                    <a:pt x="177" y="550"/>
                    <a:pt x="177" y="549"/>
                  </a:cubicBezTo>
                  <a:cubicBezTo>
                    <a:pt x="175" y="550"/>
                    <a:pt x="175" y="550"/>
                    <a:pt x="173" y="549"/>
                  </a:cubicBezTo>
                  <a:cubicBezTo>
                    <a:pt x="172" y="549"/>
                    <a:pt x="172" y="551"/>
                    <a:pt x="171" y="551"/>
                  </a:cubicBezTo>
                  <a:cubicBezTo>
                    <a:pt x="171" y="548"/>
                    <a:pt x="170" y="550"/>
                    <a:pt x="169" y="550"/>
                  </a:cubicBezTo>
                  <a:cubicBezTo>
                    <a:pt x="169" y="552"/>
                    <a:pt x="168" y="553"/>
                    <a:pt x="167" y="552"/>
                  </a:cubicBezTo>
                  <a:cubicBezTo>
                    <a:pt x="168" y="549"/>
                    <a:pt x="168" y="549"/>
                    <a:pt x="168" y="549"/>
                  </a:cubicBezTo>
                  <a:cubicBezTo>
                    <a:pt x="165" y="551"/>
                    <a:pt x="162" y="548"/>
                    <a:pt x="159" y="551"/>
                  </a:cubicBezTo>
                  <a:cubicBezTo>
                    <a:pt x="159" y="549"/>
                    <a:pt x="159" y="549"/>
                    <a:pt x="159" y="549"/>
                  </a:cubicBezTo>
                  <a:cubicBezTo>
                    <a:pt x="156" y="550"/>
                    <a:pt x="154" y="548"/>
                    <a:pt x="151" y="549"/>
                  </a:cubicBezTo>
                  <a:cubicBezTo>
                    <a:pt x="150" y="548"/>
                    <a:pt x="150" y="547"/>
                    <a:pt x="149" y="547"/>
                  </a:cubicBezTo>
                  <a:cubicBezTo>
                    <a:pt x="148" y="548"/>
                    <a:pt x="148" y="548"/>
                    <a:pt x="146" y="549"/>
                  </a:cubicBezTo>
                  <a:cubicBezTo>
                    <a:pt x="146" y="549"/>
                    <a:pt x="146" y="548"/>
                    <a:pt x="147" y="547"/>
                  </a:cubicBezTo>
                  <a:cubicBezTo>
                    <a:pt x="146" y="546"/>
                    <a:pt x="147" y="544"/>
                    <a:pt x="145" y="545"/>
                  </a:cubicBezTo>
                  <a:cubicBezTo>
                    <a:pt x="146" y="545"/>
                    <a:pt x="146" y="545"/>
                    <a:pt x="146" y="545"/>
                  </a:cubicBezTo>
                  <a:cubicBezTo>
                    <a:pt x="145" y="545"/>
                    <a:pt x="143" y="545"/>
                    <a:pt x="144" y="544"/>
                  </a:cubicBezTo>
                  <a:cubicBezTo>
                    <a:pt x="143" y="544"/>
                    <a:pt x="142" y="543"/>
                    <a:pt x="140" y="544"/>
                  </a:cubicBezTo>
                  <a:cubicBezTo>
                    <a:pt x="140" y="543"/>
                    <a:pt x="143" y="543"/>
                    <a:pt x="141" y="543"/>
                  </a:cubicBezTo>
                  <a:cubicBezTo>
                    <a:pt x="143" y="543"/>
                    <a:pt x="143" y="543"/>
                    <a:pt x="143" y="543"/>
                  </a:cubicBezTo>
                  <a:cubicBezTo>
                    <a:pt x="143" y="541"/>
                    <a:pt x="142" y="539"/>
                    <a:pt x="142" y="537"/>
                  </a:cubicBezTo>
                  <a:cubicBezTo>
                    <a:pt x="145" y="537"/>
                    <a:pt x="142" y="534"/>
                    <a:pt x="144" y="534"/>
                  </a:cubicBezTo>
                  <a:cubicBezTo>
                    <a:pt x="143" y="533"/>
                    <a:pt x="146" y="532"/>
                    <a:pt x="143" y="530"/>
                  </a:cubicBezTo>
                  <a:cubicBezTo>
                    <a:pt x="144" y="531"/>
                    <a:pt x="144" y="531"/>
                    <a:pt x="144" y="531"/>
                  </a:cubicBezTo>
                  <a:cubicBezTo>
                    <a:pt x="145" y="530"/>
                    <a:pt x="146" y="528"/>
                    <a:pt x="147" y="527"/>
                  </a:cubicBezTo>
                  <a:cubicBezTo>
                    <a:pt x="148" y="527"/>
                    <a:pt x="146" y="526"/>
                    <a:pt x="146" y="525"/>
                  </a:cubicBezTo>
                  <a:cubicBezTo>
                    <a:pt x="147" y="525"/>
                    <a:pt x="147" y="525"/>
                    <a:pt x="147" y="525"/>
                  </a:cubicBezTo>
                  <a:cubicBezTo>
                    <a:pt x="147" y="524"/>
                    <a:pt x="145" y="523"/>
                    <a:pt x="145" y="522"/>
                  </a:cubicBezTo>
                  <a:cubicBezTo>
                    <a:pt x="146" y="522"/>
                    <a:pt x="145" y="521"/>
                    <a:pt x="146" y="521"/>
                  </a:cubicBezTo>
                  <a:cubicBezTo>
                    <a:pt x="146" y="522"/>
                    <a:pt x="147" y="523"/>
                    <a:pt x="149" y="525"/>
                  </a:cubicBezTo>
                  <a:cubicBezTo>
                    <a:pt x="150" y="525"/>
                    <a:pt x="147" y="522"/>
                    <a:pt x="149" y="523"/>
                  </a:cubicBezTo>
                  <a:cubicBezTo>
                    <a:pt x="150" y="522"/>
                    <a:pt x="150" y="521"/>
                    <a:pt x="149" y="520"/>
                  </a:cubicBezTo>
                  <a:cubicBezTo>
                    <a:pt x="149" y="521"/>
                    <a:pt x="150" y="520"/>
                    <a:pt x="150" y="521"/>
                  </a:cubicBezTo>
                  <a:cubicBezTo>
                    <a:pt x="151" y="521"/>
                    <a:pt x="151" y="520"/>
                    <a:pt x="151" y="520"/>
                  </a:cubicBezTo>
                  <a:cubicBezTo>
                    <a:pt x="150" y="520"/>
                    <a:pt x="150" y="520"/>
                    <a:pt x="150" y="520"/>
                  </a:cubicBezTo>
                  <a:cubicBezTo>
                    <a:pt x="149" y="519"/>
                    <a:pt x="150" y="518"/>
                    <a:pt x="148" y="517"/>
                  </a:cubicBezTo>
                  <a:cubicBezTo>
                    <a:pt x="148" y="517"/>
                    <a:pt x="149" y="518"/>
                    <a:pt x="148" y="518"/>
                  </a:cubicBezTo>
                  <a:cubicBezTo>
                    <a:pt x="147" y="517"/>
                    <a:pt x="148" y="516"/>
                    <a:pt x="149" y="516"/>
                  </a:cubicBezTo>
                  <a:cubicBezTo>
                    <a:pt x="150" y="517"/>
                    <a:pt x="150" y="519"/>
                    <a:pt x="151" y="519"/>
                  </a:cubicBezTo>
                  <a:cubicBezTo>
                    <a:pt x="150" y="515"/>
                    <a:pt x="150" y="515"/>
                    <a:pt x="150" y="515"/>
                  </a:cubicBezTo>
                  <a:cubicBezTo>
                    <a:pt x="150" y="516"/>
                    <a:pt x="149" y="516"/>
                    <a:pt x="148" y="515"/>
                  </a:cubicBezTo>
                  <a:cubicBezTo>
                    <a:pt x="148" y="516"/>
                    <a:pt x="148" y="516"/>
                    <a:pt x="148" y="516"/>
                  </a:cubicBezTo>
                  <a:cubicBezTo>
                    <a:pt x="147" y="515"/>
                    <a:pt x="147" y="515"/>
                    <a:pt x="147" y="515"/>
                  </a:cubicBezTo>
                  <a:cubicBezTo>
                    <a:pt x="147" y="516"/>
                    <a:pt x="145" y="516"/>
                    <a:pt x="145" y="517"/>
                  </a:cubicBezTo>
                  <a:cubicBezTo>
                    <a:pt x="147" y="518"/>
                    <a:pt x="147" y="518"/>
                    <a:pt x="147" y="518"/>
                  </a:cubicBezTo>
                  <a:cubicBezTo>
                    <a:pt x="146" y="519"/>
                    <a:pt x="147" y="521"/>
                    <a:pt x="146" y="520"/>
                  </a:cubicBezTo>
                  <a:cubicBezTo>
                    <a:pt x="145" y="519"/>
                    <a:pt x="145" y="519"/>
                    <a:pt x="144" y="519"/>
                  </a:cubicBezTo>
                  <a:cubicBezTo>
                    <a:pt x="144" y="519"/>
                    <a:pt x="144" y="519"/>
                    <a:pt x="144" y="519"/>
                  </a:cubicBezTo>
                  <a:cubicBezTo>
                    <a:pt x="142" y="518"/>
                    <a:pt x="142" y="518"/>
                    <a:pt x="142" y="518"/>
                  </a:cubicBezTo>
                  <a:cubicBezTo>
                    <a:pt x="145" y="520"/>
                    <a:pt x="142" y="520"/>
                    <a:pt x="142" y="521"/>
                  </a:cubicBezTo>
                  <a:cubicBezTo>
                    <a:pt x="142" y="520"/>
                    <a:pt x="142" y="520"/>
                    <a:pt x="142" y="520"/>
                  </a:cubicBezTo>
                  <a:cubicBezTo>
                    <a:pt x="140" y="521"/>
                    <a:pt x="143" y="521"/>
                    <a:pt x="143" y="522"/>
                  </a:cubicBezTo>
                  <a:cubicBezTo>
                    <a:pt x="142" y="522"/>
                    <a:pt x="140" y="520"/>
                    <a:pt x="139" y="520"/>
                  </a:cubicBezTo>
                  <a:cubicBezTo>
                    <a:pt x="138" y="521"/>
                    <a:pt x="139" y="524"/>
                    <a:pt x="137" y="524"/>
                  </a:cubicBezTo>
                  <a:cubicBezTo>
                    <a:pt x="136" y="525"/>
                    <a:pt x="137" y="526"/>
                    <a:pt x="137" y="528"/>
                  </a:cubicBezTo>
                  <a:cubicBezTo>
                    <a:pt x="137" y="529"/>
                    <a:pt x="135" y="527"/>
                    <a:pt x="136" y="528"/>
                  </a:cubicBezTo>
                  <a:cubicBezTo>
                    <a:pt x="135" y="527"/>
                    <a:pt x="134" y="527"/>
                    <a:pt x="133" y="527"/>
                  </a:cubicBezTo>
                  <a:cubicBezTo>
                    <a:pt x="134" y="527"/>
                    <a:pt x="132" y="528"/>
                    <a:pt x="135" y="529"/>
                  </a:cubicBezTo>
                  <a:cubicBezTo>
                    <a:pt x="133" y="529"/>
                    <a:pt x="132" y="532"/>
                    <a:pt x="133" y="533"/>
                  </a:cubicBezTo>
                  <a:cubicBezTo>
                    <a:pt x="133" y="533"/>
                    <a:pt x="131" y="532"/>
                    <a:pt x="130" y="532"/>
                  </a:cubicBezTo>
                  <a:cubicBezTo>
                    <a:pt x="131" y="534"/>
                    <a:pt x="132" y="535"/>
                    <a:pt x="131" y="536"/>
                  </a:cubicBezTo>
                  <a:cubicBezTo>
                    <a:pt x="133" y="537"/>
                    <a:pt x="133" y="536"/>
                    <a:pt x="135" y="537"/>
                  </a:cubicBezTo>
                  <a:cubicBezTo>
                    <a:pt x="135" y="537"/>
                    <a:pt x="136" y="537"/>
                    <a:pt x="136" y="537"/>
                  </a:cubicBezTo>
                  <a:cubicBezTo>
                    <a:pt x="134" y="537"/>
                    <a:pt x="131" y="537"/>
                    <a:pt x="131" y="538"/>
                  </a:cubicBezTo>
                  <a:cubicBezTo>
                    <a:pt x="128" y="538"/>
                    <a:pt x="132" y="536"/>
                    <a:pt x="129" y="536"/>
                  </a:cubicBezTo>
                  <a:cubicBezTo>
                    <a:pt x="126" y="535"/>
                    <a:pt x="127" y="533"/>
                    <a:pt x="128" y="533"/>
                  </a:cubicBezTo>
                  <a:cubicBezTo>
                    <a:pt x="126" y="531"/>
                    <a:pt x="128" y="533"/>
                    <a:pt x="126" y="533"/>
                  </a:cubicBezTo>
                  <a:cubicBezTo>
                    <a:pt x="126" y="534"/>
                    <a:pt x="127" y="535"/>
                    <a:pt x="127" y="536"/>
                  </a:cubicBezTo>
                  <a:cubicBezTo>
                    <a:pt x="128" y="537"/>
                    <a:pt x="128" y="536"/>
                    <a:pt x="129" y="537"/>
                  </a:cubicBezTo>
                  <a:cubicBezTo>
                    <a:pt x="131" y="539"/>
                    <a:pt x="127" y="539"/>
                    <a:pt x="127" y="539"/>
                  </a:cubicBezTo>
                  <a:cubicBezTo>
                    <a:pt x="126" y="538"/>
                    <a:pt x="126" y="538"/>
                    <a:pt x="126" y="538"/>
                  </a:cubicBezTo>
                  <a:cubicBezTo>
                    <a:pt x="125" y="539"/>
                    <a:pt x="127" y="540"/>
                    <a:pt x="127" y="541"/>
                  </a:cubicBezTo>
                  <a:cubicBezTo>
                    <a:pt x="124" y="541"/>
                    <a:pt x="126" y="539"/>
                    <a:pt x="124" y="538"/>
                  </a:cubicBezTo>
                  <a:cubicBezTo>
                    <a:pt x="122" y="539"/>
                    <a:pt x="122" y="539"/>
                    <a:pt x="122" y="539"/>
                  </a:cubicBezTo>
                  <a:cubicBezTo>
                    <a:pt x="122" y="542"/>
                    <a:pt x="125" y="540"/>
                    <a:pt x="124" y="542"/>
                  </a:cubicBezTo>
                  <a:cubicBezTo>
                    <a:pt x="123" y="542"/>
                    <a:pt x="123" y="542"/>
                    <a:pt x="123" y="542"/>
                  </a:cubicBezTo>
                  <a:cubicBezTo>
                    <a:pt x="124" y="543"/>
                    <a:pt x="124" y="543"/>
                    <a:pt x="124" y="543"/>
                  </a:cubicBezTo>
                  <a:cubicBezTo>
                    <a:pt x="125" y="543"/>
                    <a:pt x="127" y="543"/>
                    <a:pt x="126" y="542"/>
                  </a:cubicBezTo>
                  <a:cubicBezTo>
                    <a:pt x="130" y="542"/>
                    <a:pt x="127" y="543"/>
                    <a:pt x="128" y="544"/>
                  </a:cubicBezTo>
                  <a:cubicBezTo>
                    <a:pt x="130" y="545"/>
                    <a:pt x="127" y="544"/>
                    <a:pt x="129" y="543"/>
                  </a:cubicBezTo>
                  <a:cubicBezTo>
                    <a:pt x="131" y="543"/>
                    <a:pt x="131" y="544"/>
                    <a:pt x="131" y="545"/>
                  </a:cubicBezTo>
                  <a:cubicBezTo>
                    <a:pt x="132" y="546"/>
                    <a:pt x="130" y="546"/>
                    <a:pt x="129" y="547"/>
                  </a:cubicBezTo>
                  <a:cubicBezTo>
                    <a:pt x="128" y="546"/>
                    <a:pt x="128" y="545"/>
                    <a:pt x="129" y="545"/>
                  </a:cubicBezTo>
                  <a:cubicBezTo>
                    <a:pt x="127" y="544"/>
                    <a:pt x="125" y="547"/>
                    <a:pt x="124" y="546"/>
                  </a:cubicBezTo>
                  <a:cubicBezTo>
                    <a:pt x="123" y="548"/>
                    <a:pt x="125" y="547"/>
                    <a:pt x="126" y="548"/>
                  </a:cubicBezTo>
                  <a:cubicBezTo>
                    <a:pt x="126" y="547"/>
                    <a:pt x="128" y="547"/>
                    <a:pt x="128" y="547"/>
                  </a:cubicBezTo>
                  <a:cubicBezTo>
                    <a:pt x="133" y="548"/>
                    <a:pt x="125" y="549"/>
                    <a:pt x="127" y="551"/>
                  </a:cubicBezTo>
                  <a:cubicBezTo>
                    <a:pt x="130" y="550"/>
                    <a:pt x="132" y="552"/>
                    <a:pt x="134" y="549"/>
                  </a:cubicBezTo>
                  <a:cubicBezTo>
                    <a:pt x="135" y="549"/>
                    <a:pt x="136" y="550"/>
                    <a:pt x="136" y="550"/>
                  </a:cubicBezTo>
                  <a:cubicBezTo>
                    <a:pt x="134" y="551"/>
                    <a:pt x="135" y="552"/>
                    <a:pt x="133" y="552"/>
                  </a:cubicBezTo>
                  <a:cubicBezTo>
                    <a:pt x="133" y="553"/>
                    <a:pt x="133" y="553"/>
                    <a:pt x="133" y="553"/>
                  </a:cubicBezTo>
                  <a:cubicBezTo>
                    <a:pt x="130" y="553"/>
                    <a:pt x="130" y="553"/>
                    <a:pt x="130" y="553"/>
                  </a:cubicBezTo>
                  <a:cubicBezTo>
                    <a:pt x="130" y="554"/>
                    <a:pt x="129" y="557"/>
                    <a:pt x="129" y="558"/>
                  </a:cubicBezTo>
                  <a:cubicBezTo>
                    <a:pt x="130" y="558"/>
                    <a:pt x="130" y="556"/>
                    <a:pt x="131" y="557"/>
                  </a:cubicBezTo>
                  <a:cubicBezTo>
                    <a:pt x="130" y="557"/>
                    <a:pt x="130" y="559"/>
                    <a:pt x="131" y="559"/>
                  </a:cubicBezTo>
                  <a:cubicBezTo>
                    <a:pt x="130" y="558"/>
                    <a:pt x="133" y="557"/>
                    <a:pt x="134" y="557"/>
                  </a:cubicBezTo>
                  <a:cubicBezTo>
                    <a:pt x="134" y="558"/>
                    <a:pt x="134" y="560"/>
                    <a:pt x="133" y="560"/>
                  </a:cubicBezTo>
                  <a:cubicBezTo>
                    <a:pt x="131" y="561"/>
                    <a:pt x="131" y="561"/>
                    <a:pt x="131" y="561"/>
                  </a:cubicBezTo>
                  <a:cubicBezTo>
                    <a:pt x="133" y="560"/>
                    <a:pt x="131" y="562"/>
                    <a:pt x="132" y="562"/>
                  </a:cubicBezTo>
                  <a:cubicBezTo>
                    <a:pt x="133" y="561"/>
                    <a:pt x="135" y="560"/>
                    <a:pt x="136" y="559"/>
                  </a:cubicBezTo>
                  <a:cubicBezTo>
                    <a:pt x="137" y="559"/>
                    <a:pt x="136" y="561"/>
                    <a:pt x="137" y="561"/>
                  </a:cubicBezTo>
                  <a:cubicBezTo>
                    <a:pt x="135" y="561"/>
                    <a:pt x="135" y="561"/>
                    <a:pt x="135" y="561"/>
                  </a:cubicBezTo>
                  <a:cubicBezTo>
                    <a:pt x="136" y="562"/>
                    <a:pt x="133" y="564"/>
                    <a:pt x="135" y="564"/>
                  </a:cubicBezTo>
                  <a:cubicBezTo>
                    <a:pt x="136" y="563"/>
                    <a:pt x="136" y="563"/>
                    <a:pt x="136" y="563"/>
                  </a:cubicBezTo>
                  <a:cubicBezTo>
                    <a:pt x="136" y="564"/>
                    <a:pt x="136" y="564"/>
                    <a:pt x="135" y="564"/>
                  </a:cubicBezTo>
                  <a:close/>
                  <a:moveTo>
                    <a:pt x="181" y="303"/>
                  </a:moveTo>
                  <a:cubicBezTo>
                    <a:pt x="181" y="303"/>
                    <a:pt x="181" y="303"/>
                    <a:pt x="181" y="303"/>
                  </a:cubicBezTo>
                  <a:cubicBezTo>
                    <a:pt x="181" y="303"/>
                    <a:pt x="181" y="303"/>
                    <a:pt x="181" y="303"/>
                  </a:cubicBezTo>
                  <a:cubicBezTo>
                    <a:pt x="181" y="303"/>
                    <a:pt x="181" y="303"/>
                    <a:pt x="181" y="303"/>
                  </a:cubicBezTo>
                  <a:close/>
                  <a:moveTo>
                    <a:pt x="191" y="308"/>
                  </a:moveTo>
                  <a:cubicBezTo>
                    <a:pt x="190" y="307"/>
                    <a:pt x="190" y="306"/>
                    <a:pt x="190" y="306"/>
                  </a:cubicBezTo>
                  <a:cubicBezTo>
                    <a:pt x="191" y="308"/>
                    <a:pt x="191" y="308"/>
                    <a:pt x="191" y="308"/>
                  </a:cubicBezTo>
                  <a:cubicBezTo>
                    <a:pt x="191" y="308"/>
                    <a:pt x="191" y="308"/>
                    <a:pt x="191" y="308"/>
                  </a:cubicBezTo>
                  <a:close/>
                  <a:moveTo>
                    <a:pt x="199" y="323"/>
                  </a:moveTo>
                  <a:cubicBezTo>
                    <a:pt x="199" y="323"/>
                    <a:pt x="199" y="323"/>
                    <a:pt x="199" y="324"/>
                  </a:cubicBezTo>
                  <a:cubicBezTo>
                    <a:pt x="199" y="324"/>
                    <a:pt x="199" y="324"/>
                    <a:pt x="199" y="324"/>
                  </a:cubicBezTo>
                  <a:cubicBezTo>
                    <a:pt x="199" y="324"/>
                    <a:pt x="199" y="324"/>
                    <a:pt x="199" y="324"/>
                  </a:cubicBezTo>
                  <a:cubicBezTo>
                    <a:pt x="199" y="324"/>
                    <a:pt x="200" y="324"/>
                    <a:pt x="200" y="324"/>
                  </a:cubicBezTo>
                  <a:cubicBezTo>
                    <a:pt x="200" y="324"/>
                    <a:pt x="200" y="324"/>
                    <a:pt x="200" y="324"/>
                  </a:cubicBezTo>
                  <a:cubicBezTo>
                    <a:pt x="198" y="324"/>
                    <a:pt x="198" y="324"/>
                    <a:pt x="199" y="323"/>
                  </a:cubicBezTo>
                  <a:close/>
                  <a:moveTo>
                    <a:pt x="198" y="307"/>
                  </a:moveTo>
                  <a:cubicBezTo>
                    <a:pt x="198" y="307"/>
                    <a:pt x="198" y="307"/>
                    <a:pt x="198" y="307"/>
                  </a:cubicBezTo>
                  <a:cubicBezTo>
                    <a:pt x="198" y="307"/>
                    <a:pt x="198" y="306"/>
                    <a:pt x="198" y="306"/>
                  </a:cubicBezTo>
                  <a:cubicBezTo>
                    <a:pt x="198" y="307"/>
                    <a:pt x="198" y="307"/>
                    <a:pt x="198" y="307"/>
                  </a:cubicBezTo>
                  <a:cubicBezTo>
                    <a:pt x="197" y="308"/>
                    <a:pt x="197" y="304"/>
                    <a:pt x="197" y="307"/>
                  </a:cubicBezTo>
                  <a:cubicBezTo>
                    <a:pt x="197" y="305"/>
                    <a:pt x="197" y="305"/>
                    <a:pt x="197" y="305"/>
                  </a:cubicBezTo>
                  <a:cubicBezTo>
                    <a:pt x="196" y="308"/>
                    <a:pt x="196" y="304"/>
                    <a:pt x="196" y="306"/>
                  </a:cubicBezTo>
                  <a:cubicBezTo>
                    <a:pt x="196" y="306"/>
                    <a:pt x="196" y="306"/>
                    <a:pt x="196" y="306"/>
                  </a:cubicBezTo>
                  <a:cubicBezTo>
                    <a:pt x="195" y="305"/>
                    <a:pt x="194" y="309"/>
                    <a:pt x="194" y="307"/>
                  </a:cubicBezTo>
                  <a:cubicBezTo>
                    <a:pt x="194" y="307"/>
                    <a:pt x="193" y="307"/>
                    <a:pt x="193" y="309"/>
                  </a:cubicBezTo>
                  <a:cubicBezTo>
                    <a:pt x="193" y="307"/>
                    <a:pt x="193" y="307"/>
                    <a:pt x="193" y="307"/>
                  </a:cubicBezTo>
                  <a:cubicBezTo>
                    <a:pt x="192" y="307"/>
                    <a:pt x="192" y="307"/>
                    <a:pt x="191" y="308"/>
                  </a:cubicBezTo>
                  <a:cubicBezTo>
                    <a:pt x="191" y="307"/>
                    <a:pt x="191" y="307"/>
                    <a:pt x="191" y="307"/>
                  </a:cubicBezTo>
                  <a:cubicBezTo>
                    <a:pt x="190" y="306"/>
                    <a:pt x="189" y="304"/>
                    <a:pt x="189" y="304"/>
                  </a:cubicBezTo>
                  <a:cubicBezTo>
                    <a:pt x="188" y="302"/>
                    <a:pt x="189" y="304"/>
                    <a:pt x="189" y="303"/>
                  </a:cubicBezTo>
                  <a:cubicBezTo>
                    <a:pt x="189" y="302"/>
                    <a:pt x="189" y="303"/>
                    <a:pt x="188" y="302"/>
                  </a:cubicBezTo>
                  <a:cubicBezTo>
                    <a:pt x="188" y="300"/>
                    <a:pt x="188" y="300"/>
                    <a:pt x="188" y="300"/>
                  </a:cubicBezTo>
                  <a:cubicBezTo>
                    <a:pt x="188" y="300"/>
                    <a:pt x="189" y="302"/>
                    <a:pt x="190" y="303"/>
                  </a:cubicBezTo>
                  <a:cubicBezTo>
                    <a:pt x="190" y="303"/>
                    <a:pt x="190" y="303"/>
                    <a:pt x="189" y="302"/>
                  </a:cubicBezTo>
                  <a:cubicBezTo>
                    <a:pt x="190" y="304"/>
                    <a:pt x="191" y="305"/>
                    <a:pt x="191" y="307"/>
                  </a:cubicBezTo>
                  <a:cubicBezTo>
                    <a:pt x="192" y="308"/>
                    <a:pt x="190" y="305"/>
                    <a:pt x="191" y="305"/>
                  </a:cubicBezTo>
                  <a:cubicBezTo>
                    <a:pt x="191" y="306"/>
                    <a:pt x="190" y="304"/>
                    <a:pt x="190" y="303"/>
                  </a:cubicBezTo>
                  <a:cubicBezTo>
                    <a:pt x="188" y="298"/>
                    <a:pt x="192" y="306"/>
                    <a:pt x="192" y="305"/>
                  </a:cubicBezTo>
                  <a:cubicBezTo>
                    <a:pt x="190" y="302"/>
                    <a:pt x="191" y="301"/>
                    <a:pt x="189" y="298"/>
                  </a:cubicBezTo>
                  <a:cubicBezTo>
                    <a:pt x="189" y="297"/>
                    <a:pt x="189" y="296"/>
                    <a:pt x="189" y="297"/>
                  </a:cubicBezTo>
                  <a:cubicBezTo>
                    <a:pt x="190" y="299"/>
                    <a:pt x="190" y="298"/>
                    <a:pt x="190" y="300"/>
                  </a:cubicBezTo>
                  <a:cubicBezTo>
                    <a:pt x="191" y="300"/>
                    <a:pt x="191" y="300"/>
                    <a:pt x="191" y="300"/>
                  </a:cubicBezTo>
                  <a:cubicBezTo>
                    <a:pt x="191" y="302"/>
                    <a:pt x="191" y="302"/>
                    <a:pt x="191" y="302"/>
                  </a:cubicBezTo>
                  <a:cubicBezTo>
                    <a:pt x="193" y="306"/>
                    <a:pt x="193" y="306"/>
                    <a:pt x="193" y="306"/>
                  </a:cubicBezTo>
                  <a:cubicBezTo>
                    <a:pt x="193" y="305"/>
                    <a:pt x="192" y="304"/>
                    <a:pt x="193" y="303"/>
                  </a:cubicBezTo>
                  <a:cubicBezTo>
                    <a:pt x="193" y="304"/>
                    <a:pt x="193" y="305"/>
                    <a:pt x="193" y="305"/>
                  </a:cubicBezTo>
                  <a:cubicBezTo>
                    <a:pt x="193" y="304"/>
                    <a:pt x="192" y="302"/>
                    <a:pt x="192" y="302"/>
                  </a:cubicBezTo>
                  <a:cubicBezTo>
                    <a:pt x="193" y="301"/>
                    <a:pt x="194" y="303"/>
                    <a:pt x="194" y="304"/>
                  </a:cubicBezTo>
                  <a:cubicBezTo>
                    <a:pt x="194" y="306"/>
                    <a:pt x="194" y="306"/>
                    <a:pt x="194" y="306"/>
                  </a:cubicBezTo>
                  <a:cubicBezTo>
                    <a:pt x="194" y="304"/>
                    <a:pt x="194" y="306"/>
                    <a:pt x="194" y="306"/>
                  </a:cubicBezTo>
                  <a:cubicBezTo>
                    <a:pt x="194" y="304"/>
                    <a:pt x="194" y="303"/>
                    <a:pt x="193" y="301"/>
                  </a:cubicBezTo>
                  <a:cubicBezTo>
                    <a:pt x="193" y="301"/>
                    <a:pt x="194" y="302"/>
                    <a:pt x="194" y="302"/>
                  </a:cubicBezTo>
                  <a:cubicBezTo>
                    <a:pt x="194" y="303"/>
                    <a:pt x="194" y="303"/>
                    <a:pt x="194" y="303"/>
                  </a:cubicBezTo>
                  <a:cubicBezTo>
                    <a:pt x="194" y="303"/>
                    <a:pt x="195" y="306"/>
                    <a:pt x="195" y="305"/>
                  </a:cubicBezTo>
                  <a:cubicBezTo>
                    <a:pt x="195" y="304"/>
                    <a:pt x="195" y="304"/>
                    <a:pt x="195" y="304"/>
                  </a:cubicBezTo>
                  <a:cubicBezTo>
                    <a:pt x="195" y="304"/>
                    <a:pt x="195" y="305"/>
                    <a:pt x="195" y="305"/>
                  </a:cubicBezTo>
                  <a:cubicBezTo>
                    <a:pt x="195" y="304"/>
                    <a:pt x="195" y="304"/>
                    <a:pt x="195" y="304"/>
                  </a:cubicBezTo>
                  <a:cubicBezTo>
                    <a:pt x="196" y="305"/>
                    <a:pt x="196" y="305"/>
                    <a:pt x="196" y="305"/>
                  </a:cubicBezTo>
                  <a:cubicBezTo>
                    <a:pt x="196" y="304"/>
                    <a:pt x="195" y="302"/>
                    <a:pt x="196" y="304"/>
                  </a:cubicBezTo>
                  <a:cubicBezTo>
                    <a:pt x="195" y="301"/>
                    <a:pt x="196" y="304"/>
                    <a:pt x="195" y="303"/>
                  </a:cubicBezTo>
                  <a:cubicBezTo>
                    <a:pt x="194" y="301"/>
                    <a:pt x="195" y="301"/>
                    <a:pt x="195" y="301"/>
                  </a:cubicBezTo>
                  <a:cubicBezTo>
                    <a:pt x="196" y="303"/>
                    <a:pt x="195" y="301"/>
                    <a:pt x="196" y="301"/>
                  </a:cubicBezTo>
                  <a:cubicBezTo>
                    <a:pt x="196" y="302"/>
                    <a:pt x="196" y="302"/>
                    <a:pt x="196" y="303"/>
                  </a:cubicBezTo>
                  <a:cubicBezTo>
                    <a:pt x="196" y="301"/>
                    <a:pt x="196" y="301"/>
                    <a:pt x="196" y="301"/>
                  </a:cubicBezTo>
                  <a:cubicBezTo>
                    <a:pt x="197" y="304"/>
                    <a:pt x="196" y="300"/>
                    <a:pt x="197" y="301"/>
                  </a:cubicBezTo>
                  <a:cubicBezTo>
                    <a:pt x="197" y="302"/>
                    <a:pt x="197" y="303"/>
                    <a:pt x="198" y="304"/>
                  </a:cubicBezTo>
                  <a:cubicBezTo>
                    <a:pt x="197" y="301"/>
                    <a:pt x="197" y="301"/>
                    <a:pt x="196" y="299"/>
                  </a:cubicBezTo>
                  <a:cubicBezTo>
                    <a:pt x="197" y="300"/>
                    <a:pt x="197" y="302"/>
                    <a:pt x="198" y="304"/>
                  </a:cubicBezTo>
                  <a:cubicBezTo>
                    <a:pt x="198" y="302"/>
                    <a:pt x="199" y="305"/>
                    <a:pt x="198" y="302"/>
                  </a:cubicBezTo>
                  <a:cubicBezTo>
                    <a:pt x="198" y="302"/>
                    <a:pt x="198" y="301"/>
                    <a:pt x="197" y="300"/>
                  </a:cubicBezTo>
                  <a:cubicBezTo>
                    <a:pt x="198" y="300"/>
                    <a:pt x="198" y="301"/>
                    <a:pt x="198" y="302"/>
                  </a:cubicBezTo>
                  <a:cubicBezTo>
                    <a:pt x="198" y="301"/>
                    <a:pt x="198" y="299"/>
                    <a:pt x="198" y="299"/>
                  </a:cubicBezTo>
                  <a:cubicBezTo>
                    <a:pt x="198" y="299"/>
                    <a:pt x="198" y="296"/>
                    <a:pt x="198" y="298"/>
                  </a:cubicBezTo>
                  <a:cubicBezTo>
                    <a:pt x="199" y="300"/>
                    <a:pt x="198" y="299"/>
                    <a:pt x="198" y="300"/>
                  </a:cubicBezTo>
                  <a:cubicBezTo>
                    <a:pt x="199" y="300"/>
                    <a:pt x="198" y="296"/>
                    <a:pt x="198" y="295"/>
                  </a:cubicBezTo>
                  <a:cubicBezTo>
                    <a:pt x="198" y="294"/>
                    <a:pt x="197" y="291"/>
                    <a:pt x="197" y="290"/>
                  </a:cubicBezTo>
                  <a:cubicBezTo>
                    <a:pt x="198" y="291"/>
                    <a:pt x="197" y="291"/>
                    <a:pt x="198" y="293"/>
                  </a:cubicBezTo>
                  <a:cubicBezTo>
                    <a:pt x="198" y="293"/>
                    <a:pt x="198" y="293"/>
                    <a:pt x="198" y="293"/>
                  </a:cubicBezTo>
                  <a:cubicBezTo>
                    <a:pt x="199" y="296"/>
                    <a:pt x="198" y="298"/>
                    <a:pt x="199" y="300"/>
                  </a:cubicBezTo>
                  <a:cubicBezTo>
                    <a:pt x="199" y="299"/>
                    <a:pt x="199" y="299"/>
                    <a:pt x="199" y="299"/>
                  </a:cubicBezTo>
                  <a:cubicBezTo>
                    <a:pt x="200" y="302"/>
                    <a:pt x="200" y="302"/>
                    <a:pt x="200" y="302"/>
                  </a:cubicBezTo>
                  <a:cubicBezTo>
                    <a:pt x="200" y="300"/>
                    <a:pt x="200" y="301"/>
                    <a:pt x="200" y="301"/>
                  </a:cubicBezTo>
                  <a:cubicBezTo>
                    <a:pt x="200" y="299"/>
                    <a:pt x="200" y="302"/>
                    <a:pt x="200" y="300"/>
                  </a:cubicBezTo>
                  <a:cubicBezTo>
                    <a:pt x="200" y="300"/>
                    <a:pt x="200" y="297"/>
                    <a:pt x="200" y="298"/>
                  </a:cubicBezTo>
                  <a:cubicBezTo>
                    <a:pt x="201" y="301"/>
                    <a:pt x="201" y="301"/>
                    <a:pt x="201" y="301"/>
                  </a:cubicBezTo>
                  <a:cubicBezTo>
                    <a:pt x="201" y="302"/>
                    <a:pt x="201" y="299"/>
                    <a:pt x="201" y="300"/>
                  </a:cubicBezTo>
                  <a:cubicBezTo>
                    <a:pt x="201" y="301"/>
                    <a:pt x="201" y="301"/>
                    <a:pt x="201" y="301"/>
                  </a:cubicBezTo>
                  <a:cubicBezTo>
                    <a:pt x="202" y="301"/>
                    <a:pt x="203" y="301"/>
                    <a:pt x="204" y="297"/>
                  </a:cubicBezTo>
                  <a:cubicBezTo>
                    <a:pt x="204" y="298"/>
                    <a:pt x="204" y="299"/>
                    <a:pt x="205" y="300"/>
                  </a:cubicBezTo>
                  <a:cubicBezTo>
                    <a:pt x="205" y="299"/>
                    <a:pt x="205" y="298"/>
                    <a:pt x="205" y="298"/>
                  </a:cubicBezTo>
                  <a:cubicBezTo>
                    <a:pt x="205" y="300"/>
                    <a:pt x="205" y="300"/>
                    <a:pt x="205" y="300"/>
                  </a:cubicBezTo>
                  <a:cubicBezTo>
                    <a:pt x="206" y="301"/>
                    <a:pt x="206" y="299"/>
                    <a:pt x="206" y="298"/>
                  </a:cubicBezTo>
                  <a:cubicBezTo>
                    <a:pt x="206" y="299"/>
                    <a:pt x="206" y="299"/>
                    <a:pt x="206" y="299"/>
                  </a:cubicBezTo>
                  <a:cubicBezTo>
                    <a:pt x="207" y="300"/>
                    <a:pt x="207" y="298"/>
                    <a:pt x="207" y="298"/>
                  </a:cubicBezTo>
                  <a:cubicBezTo>
                    <a:pt x="207" y="299"/>
                    <a:pt x="207" y="299"/>
                    <a:pt x="207" y="299"/>
                  </a:cubicBezTo>
                  <a:cubicBezTo>
                    <a:pt x="207" y="298"/>
                    <a:pt x="207" y="298"/>
                    <a:pt x="207" y="298"/>
                  </a:cubicBezTo>
                  <a:cubicBezTo>
                    <a:pt x="207" y="297"/>
                    <a:pt x="207" y="297"/>
                    <a:pt x="207" y="299"/>
                  </a:cubicBezTo>
                  <a:cubicBezTo>
                    <a:pt x="208" y="298"/>
                    <a:pt x="208" y="298"/>
                    <a:pt x="208" y="298"/>
                  </a:cubicBezTo>
                  <a:cubicBezTo>
                    <a:pt x="208" y="299"/>
                    <a:pt x="208" y="299"/>
                    <a:pt x="209" y="298"/>
                  </a:cubicBezTo>
                  <a:cubicBezTo>
                    <a:pt x="209" y="298"/>
                    <a:pt x="209" y="297"/>
                    <a:pt x="209" y="296"/>
                  </a:cubicBezTo>
                  <a:cubicBezTo>
                    <a:pt x="209" y="293"/>
                    <a:pt x="209" y="296"/>
                    <a:pt x="209" y="295"/>
                  </a:cubicBezTo>
                  <a:cubicBezTo>
                    <a:pt x="209" y="297"/>
                    <a:pt x="209" y="297"/>
                    <a:pt x="209" y="297"/>
                  </a:cubicBezTo>
                  <a:cubicBezTo>
                    <a:pt x="209" y="300"/>
                    <a:pt x="210" y="298"/>
                    <a:pt x="211" y="299"/>
                  </a:cubicBezTo>
                  <a:cubicBezTo>
                    <a:pt x="211" y="297"/>
                    <a:pt x="211" y="297"/>
                    <a:pt x="211" y="297"/>
                  </a:cubicBezTo>
                  <a:cubicBezTo>
                    <a:pt x="211" y="300"/>
                    <a:pt x="212" y="297"/>
                    <a:pt x="212" y="299"/>
                  </a:cubicBezTo>
                  <a:cubicBezTo>
                    <a:pt x="213" y="298"/>
                    <a:pt x="213" y="295"/>
                    <a:pt x="214" y="295"/>
                  </a:cubicBezTo>
                  <a:cubicBezTo>
                    <a:pt x="214" y="293"/>
                    <a:pt x="213" y="298"/>
                    <a:pt x="213" y="299"/>
                  </a:cubicBezTo>
                  <a:cubicBezTo>
                    <a:pt x="213" y="298"/>
                    <a:pt x="214" y="298"/>
                    <a:pt x="214" y="298"/>
                  </a:cubicBezTo>
                  <a:cubicBezTo>
                    <a:pt x="214" y="298"/>
                    <a:pt x="214" y="298"/>
                    <a:pt x="214" y="298"/>
                  </a:cubicBezTo>
                  <a:cubicBezTo>
                    <a:pt x="214" y="297"/>
                    <a:pt x="215" y="296"/>
                    <a:pt x="215" y="297"/>
                  </a:cubicBezTo>
                  <a:cubicBezTo>
                    <a:pt x="214" y="298"/>
                    <a:pt x="214" y="298"/>
                    <a:pt x="214" y="298"/>
                  </a:cubicBezTo>
                  <a:cubicBezTo>
                    <a:pt x="215" y="298"/>
                    <a:pt x="214" y="299"/>
                    <a:pt x="215" y="299"/>
                  </a:cubicBezTo>
                  <a:cubicBezTo>
                    <a:pt x="215" y="297"/>
                    <a:pt x="215" y="298"/>
                    <a:pt x="216" y="297"/>
                  </a:cubicBezTo>
                  <a:cubicBezTo>
                    <a:pt x="215" y="298"/>
                    <a:pt x="215" y="298"/>
                    <a:pt x="215" y="298"/>
                  </a:cubicBezTo>
                  <a:cubicBezTo>
                    <a:pt x="216" y="296"/>
                    <a:pt x="216" y="296"/>
                    <a:pt x="216" y="296"/>
                  </a:cubicBezTo>
                  <a:cubicBezTo>
                    <a:pt x="216" y="297"/>
                    <a:pt x="216" y="297"/>
                    <a:pt x="216" y="297"/>
                  </a:cubicBezTo>
                  <a:cubicBezTo>
                    <a:pt x="215" y="299"/>
                    <a:pt x="215" y="299"/>
                    <a:pt x="215" y="299"/>
                  </a:cubicBezTo>
                  <a:cubicBezTo>
                    <a:pt x="215" y="300"/>
                    <a:pt x="216" y="297"/>
                    <a:pt x="216" y="297"/>
                  </a:cubicBezTo>
                  <a:cubicBezTo>
                    <a:pt x="217" y="296"/>
                    <a:pt x="216" y="297"/>
                    <a:pt x="216" y="298"/>
                  </a:cubicBezTo>
                  <a:cubicBezTo>
                    <a:pt x="216" y="298"/>
                    <a:pt x="216" y="297"/>
                    <a:pt x="216" y="298"/>
                  </a:cubicBezTo>
                  <a:cubicBezTo>
                    <a:pt x="215" y="299"/>
                    <a:pt x="216" y="298"/>
                    <a:pt x="215" y="299"/>
                  </a:cubicBezTo>
                  <a:cubicBezTo>
                    <a:pt x="215" y="299"/>
                    <a:pt x="216" y="297"/>
                    <a:pt x="216" y="298"/>
                  </a:cubicBezTo>
                  <a:cubicBezTo>
                    <a:pt x="216" y="298"/>
                    <a:pt x="217" y="298"/>
                    <a:pt x="216" y="299"/>
                  </a:cubicBezTo>
                  <a:cubicBezTo>
                    <a:pt x="216" y="298"/>
                    <a:pt x="216" y="299"/>
                    <a:pt x="217" y="298"/>
                  </a:cubicBezTo>
                  <a:cubicBezTo>
                    <a:pt x="217" y="298"/>
                    <a:pt x="217" y="297"/>
                    <a:pt x="217" y="296"/>
                  </a:cubicBezTo>
                  <a:cubicBezTo>
                    <a:pt x="218" y="296"/>
                    <a:pt x="218" y="296"/>
                    <a:pt x="218" y="296"/>
                  </a:cubicBezTo>
                  <a:cubicBezTo>
                    <a:pt x="217" y="297"/>
                    <a:pt x="217" y="297"/>
                    <a:pt x="217" y="297"/>
                  </a:cubicBezTo>
                  <a:cubicBezTo>
                    <a:pt x="218" y="296"/>
                    <a:pt x="218" y="297"/>
                    <a:pt x="218" y="296"/>
                  </a:cubicBezTo>
                  <a:cubicBezTo>
                    <a:pt x="217" y="298"/>
                    <a:pt x="217" y="298"/>
                    <a:pt x="217" y="298"/>
                  </a:cubicBezTo>
                  <a:cubicBezTo>
                    <a:pt x="218" y="297"/>
                    <a:pt x="218" y="297"/>
                    <a:pt x="219" y="297"/>
                  </a:cubicBezTo>
                  <a:cubicBezTo>
                    <a:pt x="218" y="298"/>
                    <a:pt x="216" y="300"/>
                    <a:pt x="216" y="300"/>
                  </a:cubicBezTo>
                  <a:cubicBezTo>
                    <a:pt x="218" y="299"/>
                    <a:pt x="218" y="299"/>
                    <a:pt x="218" y="299"/>
                  </a:cubicBezTo>
                  <a:cubicBezTo>
                    <a:pt x="218" y="299"/>
                    <a:pt x="218" y="299"/>
                    <a:pt x="217" y="300"/>
                  </a:cubicBezTo>
                  <a:cubicBezTo>
                    <a:pt x="217" y="301"/>
                    <a:pt x="220" y="296"/>
                    <a:pt x="220" y="298"/>
                  </a:cubicBezTo>
                  <a:cubicBezTo>
                    <a:pt x="218" y="299"/>
                    <a:pt x="218" y="299"/>
                    <a:pt x="218" y="300"/>
                  </a:cubicBezTo>
                  <a:cubicBezTo>
                    <a:pt x="219" y="299"/>
                    <a:pt x="219" y="299"/>
                    <a:pt x="219" y="299"/>
                  </a:cubicBezTo>
                  <a:cubicBezTo>
                    <a:pt x="219" y="298"/>
                    <a:pt x="218" y="300"/>
                    <a:pt x="219" y="299"/>
                  </a:cubicBezTo>
                  <a:cubicBezTo>
                    <a:pt x="219" y="298"/>
                    <a:pt x="219" y="298"/>
                    <a:pt x="220" y="298"/>
                  </a:cubicBezTo>
                  <a:cubicBezTo>
                    <a:pt x="217" y="301"/>
                    <a:pt x="219" y="300"/>
                    <a:pt x="218" y="301"/>
                  </a:cubicBezTo>
                  <a:cubicBezTo>
                    <a:pt x="220" y="300"/>
                    <a:pt x="219" y="301"/>
                    <a:pt x="219" y="301"/>
                  </a:cubicBezTo>
                  <a:cubicBezTo>
                    <a:pt x="217" y="302"/>
                    <a:pt x="220" y="301"/>
                    <a:pt x="218" y="302"/>
                  </a:cubicBezTo>
                  <a:cubicBezTo>
                    <a:pt x="221" y="300"/>
                    <a:pt x="221" y="300"/>
                    <a:pt x="221" y="300"/>
                  </a:cubicBezTo>
                  <a:cubicBezTo>
                    <a:pt x="219" y="301"/>
                    <a:pt x="224" y="299"/>
                    <a:pt x="222" y="300"/>
                  </a:cubicBezTo>
                  <a:cubicBezTo>
                    <a:pt x="221" y="301"/>
                    <a:pt x="220" y="301"/>
                    <a:pt x="220" y="301"/>
                  </a:cubicBezTo>
                  <a:cubicBezTo>
                    <a:pt x="217" y="303"/>
                    <a:pt x="222" y="301"/>
                    <a:pt x="219" y="302"/>
                  </a:cubicBezTo>
                  <a:cubicBezTo>
                    <a:pt x="223" y="301"/>
                    <a:pt x="223" y="301"/>
                    <a:pt x="223" y="301"/>
                  </a:cubicBezTo>
                  <a:cubicBezTo>
                    <a:pt x="222" y="302"/>
                    <a:pt x="221" y="302"/>
                    <a:pt x="220" y="303"/>
                  </a:cubicBezTo>
                  <a:cubicBezTo>
                    <a:pt x="221" y="302"/>
                    <a:pt x="221" y="302"/>
                    <a:pt x="221" y="303"/>
                  </a:cubicBezTo>
                  <a:cubicBezTo>
                    <a:pt x="220" y="303"/>
                    <a:pt x="220" y="303"/>
                    <a:pt x="220" y="303"/>
                  </a:cubicBezTo>
                  <a:cubicBezTo>
                    <a:pt x="219" y="303"/>
                    <a:pt x="220" y="303"/>
                    <a:pt x="221" y="303"/>
                  </a:cubicBezTo>
                  <a:cubicBezTo>
                    <a:pt x="219" y="303"/>
                    <a:pt x="221" y="304"/>
                    <a:pt x="219" y="304"/>
                  </a:cubicBezTo>
                  <a:cubicBezTo>
                    <a:pt x="222" y="304"/>
                    <a:pt x="218" y="304"/>
                    <a:pt x="222" y="304"/>
                  </a:cubicBezTo>
                  <a:cubicBezTo>
                    <a:pt x="221" y="304"/>
                    <a:pt x="221" y="304"/>
                    <a:pt x="221" y="304"/>
                  </a:cubicBezTo>
                  <a:cubicBezTo>
                    <a:pt x="222" y="304"/>
                    <a:pt x="223" y="304"/>
                    <a:pt x="224" y="305"/>
                  </a:cubicBezTo>
                  <a:cubicBezTo>
                    <a:pt x="222" y="305"/>
                    <a:pt x="222" y="305"/>
                    <a:pt x="222" y="305"/>
                  </a:cubicBezTo>
                  <a:cubicBezTo>
                    <a:pt x="221" y="305"/>
                    <a:pt x="221" y="305"/>
                    <a:pt x="221" y="305"/>
                  </a:cubicBezTo>
                  <a:cubicBezTo>
                    <a:pt x="221" y="305"/>
                    <a:pt x="221" y="304"/>
                    <a:pt x="221" y="304"/>
                  </a:cubicBezTo>
                  <a:cubicBezTo>
                    <a:pt x="221" y="304"/>
                    <a:pt x="221" y="305"/>
                    <a:pt x="221" y="305"/>
                  </a:cubicBezTo>
                  <a:cubicBezTo>
                    <a:pt x="219" y="305"/>
                    <a:pt x="221" y="305"/>
                    <a:pt x="220" y="305"/>
                  </a:cubicBezTo>
                  <a:cubicBezTo>
                    <a:pt x="222" y="305"/>
                    <a:pt x="220" y="305"/>
                    <a:pt x="221" y="305"/>
                  </a:cubicBezTo>
                  <a:cubicBezTo>
                    <a:pt x="221" y="305"/>
                    <a:pt x="221" y="305"/>
                    <a:pt x="221" y="305"/>
                  </a:cubicBezTo>
                  <a:cubicBezTo>
                    <a:pt x="221" y="306"/>
                    <a:pt x="222" y="306"/>
                    <a:pt x="222" y="306"/>
                  </a:cubicBezTo>
                  <a:cubicBezTo>
                    <a:pt x="222" y="306"/>
                    <a:pt x="221" y="305"/>
                    <a:pt x="221" y="305"/>
                  </a:cubicBezTo>
                  <a:cubicBezTo>
                    <a:pt x="222" y="305"/>
                    <a:pt x="222" y="305"/>
                    <a:pt x="222" y="305"/>
                  </a:cubicBezTo>
                  <a:cubicBezTo>
                    <a:pt x="223" y="306"/>
                    <a:pt x="223" y="306"/>
                    <a:pt x="223" y="306"/>
                  </a:cubicBezTo>
                  <a:cubicBezTo>
                    <a:pt x="223" y="306"/>
                    <a:pt x="222" y="306"/>
                    <a:pt x="222" y="306"/>
                  </a:cubicBezTo>
                  <a:cubicBezTo>
                    <a:pt x="222" y="306"/>
                    <a:pt x="221" y="306"/>
                    <a:pt x="222" y="306"/>
                  </a:cubicBezTo>
                  <a:cubicBezTo>
                    <a:pt x="221" y="306"/>
                    <a:pt x="221" y="306"/>
                    <a:pt x="221" y="306"/>
                  </a:cubicBezTo>
                  <a:cubicBezTo>
                    <a:pt x="220"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7"/>
                    <a:pt x="221" y="307"/>
                    <a:pt x="222" y="307"/>
                  </a:cubicBezTo>
                  <a:cubicBezTo>
                    <a:pt x="222" y="307"/>
                    <a:pt x="221" y="307"/>
                    <a:pt x="221" y="307"/>
                  </a:cubicBezTo>
                  <a:cubicBezTo>
                    <a:pt x="221" y="307"/>
                    <a:pt x="221" y="307"/>
                    <a:pt x="221"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8"/>
                    <a:pt x="222" y="308"/>
                    <a:pt x="222" y="309"/>
                  </a:cubicBezTo>
                  <a:cubicBezTo>
                    <a:pt x="222" y="307"/>
                    <a:pt x="222" y="307"/>
                    <a:pt x="222" y="307"/>
                  </a:cubicBezTo>
                  <a:cubicBezTo>
                    <a:pt x="222" y="308"/>
                    <a:pt x="222" y="308"/>
                    <a:pt x="222" y="309"/>
                  </a:cubicBezTo>
                  <a:cubicBezTo>
                    <a:pt x="222" y="310"/>
                    <a:pt x="222" y="309"/>
                    <a:pt x="222" y="309"/>
                  </a:cubicBezTo>
                  <a:cubicBezTo>
                    <a:pt x="222" y="310"/>
                    <a:pt x="222" y="312"/>
                    <a:pt x="222" y="311"/>
                  </a:cubicBezTo>
                  <a:cubicBezTo>
                    <a:pt x="222" y="311"/>
                    <a:pt x="222" y="311"/>
                    <a:pt x="222" y="311"/>
                  </a:cubicBezTo>
                  <a:cubicBezTo>
                    <a:pt x="222" y="311"/>
                    <a:pt x="222" y="312"/>
                    <a:pt x="221" y="312"/>
                  </a:cubicBezTo>
                  <a:cubicBezTo>
                    <a:pt x="221" y="311"/>
                    <a:pt x="221" y="311"/>
                    <a:pt x="221" y="310"/>
                  </a:cubicBezTo>
                  <a:cubicBezTo>
                    <a:pt x="221" y="308"/>
                    <a:pt x="221" y="309"/>
                    <a:pt x="220" y="309"/>
                  </a:cubicBezTo>
                  <a:cubicBezTo>
                    <a:pt x="220" y="310"/>
                    <a:pt x="220" y="310"/>
                    <a:pt x="220" y="310"/>
                  </a:cubicBezTo>
                  <a:cubicBezTo>
                    <a:pt x="220" y="311"/>
                    <a:pt x="220" y="309"/>
                    <a:pt x="220" y="309"/>
                  </a:cubicBezTo>
                  <a:cubicBezTo>
                    <a:pt x="219" y="314"/>
                    <a:pt x="219" y="314"/>
                    <a:pt x="219" y="314"/>
                  </a:cubicBezTo>
                  <a:cubicBezTo>
                    <a:pt x="219" y="313"/>
                    <a:pt x="219" y="311"/>
                    <a:pt x="219" y="310"/>
                  </a:cubicBezTo>
                  <a:cubicBezTo>
                    <a:pt x="219" y="311"/>
                    <a:pt x="218" y="314"/>
                    <a:pt x="217" y="315"/>
                  </a:cubicBezTo>
                  <a:cubicBezTo>
                    <a:pt x="217" y="315"/>
                    <a:pt x="216" y="316"/>
                    <a:pt x="216" y="316"/>
                  </a:cubicBezTo>
                  <a:cubicBezTo>
                    <a:pt x="216" y="314"/>
                    <a:pt x="216" y="316"/>
                    <a:pt x="216" y="315"/>
                  </a:cubicBezTo>
                  <a:cubicBezTo>
                    <a:pt x="216" y="313"/>
                    <a:pt x="216" y="313"/>
                    <a:pt x="216" y="313"/>
                  </a:cubicBezTo>
                  <a:cubicBezTo>
                    <a:pt x="217" y="313"/>
                    <a:pt x="217" y="311"/>
                    <a:pt x="217" y="310"/>
                  </a:cubicBezTo>
                  <a:cubicBezTo>
                    <a:pt x="217" y="311"/>
                    <a:pt x="216" y="309"/>
                    <a:pt x="216" y="309"/>
                  </a:cubicBezTo>
                  <a:cubicBezTo>
                    <a:pt x="215" y="312"/>
                    <a:pt x="215" y="310"/>
                    <a:pt x="214" y="313"/>
                  </a:cubicBezTo>
                  <a:cubicBezTo>
                    <a:pt x="214" y="313"/>
                    <a:pt x="214" y="311"/>
                    <a:pt x="214" y="310"/>
                  </a:cubicBezTo>
                  <a:cubicBezTo>
                    <a:pt x="213" y="311"/>
                    <a:pt x="213" y="310"/>
                    <a:pt x="212" y="310"/>
                  </a:cubicBezTo>
                  <a:cubicBezTo>
                    <a:pt x="213" y="310"/>
                    <a:pt x="213" y="310"/>
                    <a:pt x="213" y="310"/>
                  </a:cubicBezTo>
                  <a:cubicBezTo>
                    <a:pt x="212" y="310"/>
                    <a:pt x="211" y="309"/>
                    <a:pt x="210" y="312"/>
                  </a:cubicBezTo>
                  <a:cubicBezTo>
                    <a:pt x="211" y="310"/>
                    <a:pt x="211" y="310"/>
                    <a:pt x="211" y="310"/>
                  </a:cubicBezTo>
                  <a:cubicBezTo>
                    <a:pt x="210" y="309"/>
                    <a:pt x="210" y="313"/>
                    <a:pt x="209" y="312"/>
                  </a:cubicBezTo>
                  <a:cubicBezTo>
                    <a:pt x="210" y="310"/>
                    <a:pt x="210" y="310"/>
                    <a:pt x="210" y="310"/>
                  </a:cubicBezTo>
                  <a:cubicBezTo>
                    <a:pt x="209" y="312"/>
                    <a:pt x="209" y="309"/>
                    <a:pt x="208" y="311"/>
                  </a:cubicBezTo>
                  <a:cubicBezTo>
                    <a:pt x="209" y="310"/>
                    <a:pt x="209" y="310"/>
                    <a:pt x="209" y="310"/>
                  </a:cubicBezTo>
                  <a:cubicBezTo>
                    <a:pt x="208" y="310"/>
                    <a:pt x="208" y="310"/>
                    <a:pt x="207" y="311"/>
                  </a:cubicBezTo>
                  <a:cubicBezTo>
                    <a:pt x="208" y="309"/>
                    <a:pt x="208" y="309"/>
                    <a:pt x="208" y="309"/>
                  </a:cubicBezTo>
                  <a:cubicBezTo>
                    <a:pt x="208" y="308"/>
                    <a:pt x="207" y="311"/>
                    <a:pt x="207" y="311"/>
                  </a:cubicBezTo>
                  <a:cubicBezTo>
                    <a:pt x="207" y="310"/>
                    <a:pt x="207" y="309"/>
                    <a:pt x="207" y="309"/>
                  </a:cubicBezTo>
                  <a:cubicBezTo>
                    <a:pt x="206" y="310"/>
                    <a:pt x="206" y="310"/>
                    <a:pt x="205" y="311"/>
                  </a:cubicBezTo>
                  <a:cubicBezTo>
                    <a:pt x="206" y="309"/>
                    <a:pt x="206" y="309"/>
                    <a:pt x="206" y="309"/>
                  </a:cubicBezTo>
                  <a:cubicBezTo>
                    <a:pt x="203" y="308"/>
                    <a:pt x="201" y="307"/>
                    <a:pt x="199" y="309"/>
                  </a:cubicBezTo>
                  <a:cubicBezTo>
                    <a:pt x="199" y="306"/>
                    <a:pt x="199" y="308"/>
                    <a:pt x="199" y="306"/>
                  </a:cubicBezTo>
                  <a:cubicBezTo>
                    <a:pt x="199" y="308"/>
                    <a:pt x="199" y="306"/>
                    <a:pt x="198" y="307"/>
                  </a:cubicBezTo>
                  <a:close/>
                  <a:moveTo>
                    <a:pt x="221" y="306"/>
                  </a:moveTo>
                  <a:cubicBezTo>
                    <a:pt x="221" y="306"/>
                    <a:pt x="222" y="306"/>
                    <a:pt x="222" y="306"/>
                  </a:cubicBezTo>
                  <a:cubicBezTo>
                    <a:pt x="222" y="306"/>
                    <a:pt x="222" y="306"/>
                    <a:pt x="222" y="306"/>
                  </a:cubicBezTo>
                  <a:cubicBezTo>
                    <a:pt x="222" y="306"/>
                    <a:pt x="222" y="306"/>
                    <a:pt x="222" y="306"/>
                  </a:cubicBezTo>
                  <a:cubicBezTo>
                    <a:pt x="222" y="306"/>
                    <a:pt x="222" y="306"/>
                    <a:pt x="222" y="306"/>
                  </a:cubicBezTo>
                  <a:cubicBezTo>
                    <a:pt x="222" y="306"/>
                    <a:pt x="222" y="307"/>
                    <a:pt x="222" y="307"/>
                  </a:cubicBezTo>
                  <a:cubicBezTo>
                    <a:pt x="222" y="307"/>
                    <a:pt x="222" y="307"/>
                    <a:pt x="222" y="307"/>
                  </a:cubicBezTo>
                  <a:cubicBezTo>
                    <a:pt x="222" y="307"/>
                    <a:pt x="222" y="306"/>
                    <a:pt x="222" y="306"/>
                  </a:cubicBezTo>
                  <a:cubicBezTo>
                    <a:pt x="222" y="306"/>
                    <a:pt x="221" y="306"/>
                    <a:pt x="221" y="306"/>
                  </a:cubicBezTo>
                  <a:close/>
                  <a:moveTo>
                    <a:pt x="222" y="306"/>
                  </a:moveTo>
                  <a:cubicBezTo>
                    <a:pt x="222" y="306"/>
                    <a:pt x="222" y="306"/>
                    <a:pt x="222" y="306"/>
                  </a:cubicBezTo>
                  <a:cubicBezTo>
                    <a:pt x="221" y="306"/>
                    <a:pt x="221" y="306"/>
                    <a:pt x="221" y="306"/>
                  </a:cubicBezTo>
                  <a:cubicBezTo>
                    <a:pt x="222" y="306"/>
                    <a:pt x="222" y="306"/>
                    <a:pt x="222" y="306"/>
                  </a:cubicBezTo>
                  <a:close/>
                  <a:moveTo>
                    <a:pt x="222" y="307"/>
                  </a:moveTo>
                  <a:cubicBezTo>
                    <a:pt x="222" y="307"/>
                    <a:pt x="222" y="307"/>
                    <a:pt x="222" y="307"/>
                  </a:cubicBez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6"/>
                    <a:pt x="222" y="307"/>
                    <a:pt x="222" y="307"/>
                  </a:cubicBezTo>
                  <a:close/>
                  <a:moveTo>
                    <a:pt x="382" y="181"/>
                  </a:moveTo>
                  <a:cubicBezTo>
                    <a:pt x="383" y="179"/>
                    <a:pt x="383" y="179"/>
                    <a:pt x="383" y="179"/>
                  </a:cubicBezTo>
                  <a:cubicBezTo>
                    <a:pt x="384" y="180"/>
                    <a:pt x="384" y="181"/>
                    <a:pt x="384" y="182"/>
                  </a:cubicBezTo>
                  <a:cubicBezTo>
                    <a:pt x="385" y="180"/>
                    <a:pt x="387" y="181"/>
                    <a:pt x="387" y="180"/>
                  </a:cubicBezTo>
                  <a:cubicBezTo>
                    <a:pt x="388" y="180"/>
                    <a:pt x="387" y="181"/>
                    <a:pt x="387" y="181"/>
                  </a:cubicBezTo>
                  <a:cubicBezTo>
                    <a:pt x="388" y="181"/>
                    <a:pt x="391" y="180"/>
                    <a:pt x="392" y="181"/>
                  </a:cubicBezTo>
                  <a:cubicBezTo>
                    <a:pt x="391" y="182"/>
                    <a:pt x="391" y="182"/>
                    <a:pt x="391" y="182"/>
                  </a:cubicBezTo>
                  <a:cubicBezTo>
                    <a:pt x="393" y="184"/>
                    <a:pt x="393" y="186"/>
                    <a:pt x="393" y="188"/>
                  </a:cubicBezTo>
                  <a:cubicBezTo>
                    <a:pt x="389" y="186"/>
                    <a:pt x="384" y="185"/>
                    <a:pt x="380" y="183"/>
                  </a:cubicBezTo>
                  <a:cubicBezTo>
                    <a:pt x="381" y="183"/>
                    <a:pt x="382" y="183"/>
                    <a:pt x="382" y="181"/>
                  </a:cubicBezTo>
                  <a:close/>
                  <a:moveTo>
                    <a:pt x="262" y="151"/>
                  </a:moveTo>
                  <a:cubicBezTo>
                    <a:pt x="262" y="150"/>
                    <a:pt x="262" y="150"/>
                    <a:pt x="262" y="150"/>
                  </a:cubicBezTo>
                  <a:cubicBezTo>
                    <a:pt x="262" y="150"/>
                    <a:pt x="262" y="150"/>
                    <a:pt x="262" y="150"/>
                  </a:cubicBezTo>
                  <a:cubicBezTo>
                    <a:pt x="263" y="148"/>
                    <a:pt x="264" y="146"/>
                    <a:pt x="264" y="144"/>
                  </a:cubicBezTo>
                  <a:cubicBezTo>
                    <a:pt x="265" y="144"/>
                    <a:pt x="265" y="145"/>
                    <a:pt x="265" y="146"/>
                  </a:cubicBezTo>
                  <a:cubicBezTo>
                    <a:pt x="267" y="141"/>
                    <a:pt x="267" y="135"/>
                    <a:pt x="267" y="130"/>
                  </a:cubicBezTo>
                  <a:cubicBezTo>
                    <a:pt x="268" y="130"/>
                    <a:pt x="268" y="131"/>
                    <a:pt x="269" y="133"/>
                  </a:cubicBezTo>
                  <a:cubicBezTo>
                    <a:pt x="271" y="128"/>
                    <a:pt x="267" y="127"/>
                    <a:pt x="269" y="122"/>
                  </a:cubicBezTo>
                  <a:cubicBezTo>
                    <a:pt x="270" y="121"/>
                    <a:pt x="271" y="118"/>
                    <a:pt x="271" y="119"/>
                  </a:cubicBezTo>
                  <a:cubicBezTo>
                    <a:pt x="271" y="117"/>
                    <a:pt x="272" y="109"/>
                    <a:pt x="271" y="107"/>
                  </a:cubicBezTo>
                  <a:cubicBezTo>
                    <a:pt x="272" y="106"/>
                    <a:pt x="272" y="105"/>
                    <a:pt x="273" y="103"/>
                  </a:cubicBezTo>
                  <a:cubicBezTo>
                    <a:pt x="274" y="104"/>
                    <a:pt x="274" y="105"/>
                    <a:pt x="275" y="107"/>
                  </a:cubicBezTo>
                  <a:cubicBezTo>
                    <a:pt x="274" y="107"/>
                    <a:pt x="273" y="107"/>
                    <a:pt x="272" y="107"/>
                  </a:cubicBezTo>
                  <a:cubicBezTo>
                    <a:pt x="272" y="107"/>
                    <a:pt x="272" y="107"/>
                    <a:pt x="272" y="107"/>
                  </a:cubicBezTo>
                  <a:cubicBezTo>
                    <a:pt x="272" y="107"/>
                    <a:pt x="272" y="107"/>
                    <a:pt x="272" y="107"/>
                  </a:cubicBezTo>
                  <a:cubicBezTo>
                    <a:pt x="272" y="108"/>
                    <a:pt x="272" y="108"/>
                    <a:pt x="272" y="108"/>
                  </a:cubicBezTo>
                  <a:cubicBezTo>
                    <a:pt x="272" y="111"/>
                    <a:pt x="272" y="111"/>
                    <a:pt x="272" y="111"/>
                  </a:cubicBezTo>
                  <a:cubicBezTo>
                    <a:pt x="272" y="120"/>
                    <a:pt x="272" y="120"/>
                    <a:pt x="272" y="120"/>
                  </a:cubicBezTo>
                  <a:cubicBezTo>
                    <a:pt x="272" y="133"/>
                    <a:pt x="272" y="145"/>
                    <a:pt x="271" y="156"/>
                  </a:cubicBezTo>
                  <a:cubicBezTo>
                    <a:pt x="271" y="160"/>
                    <a:pt x="271" y="162"/>
                    <a:pt x="270" y="164"/>
                  </a:cubicBezTo>
                  <a:cubicBezTo>
                    <a:pt x="268" y="161"/>
                    <a:pt x="265" y="157"/>
                    <a:pt x="265" y="152"/>
                  </a:cubicBezTo>
                  <a:cubicBezTo>
                    <a:pt x="265" y="155"/>
                    <a:pt x="263" y="153"/>
                    <a:pt x="262" y="151"/>
                  </a:cubicBezTo>
                  <a:cubicBezTo>
                    <a:pt x="262" y="151"/>
                    <a:pt x="262" y="151"/>
                    <a:pt x="262" y="151"/>
                  </a:cubicBezTo>
                  <a:close/>
                  <a:moveTo>
                    <a:pt x="212" y="121"/>
                  </a:moveTo>
                  <a:cubicBezTo>
                    <a:pt x="212" y="118"/>
                    <a:pt x="212" y="116"/>
                    <a:pt x="213" y="114"/>
                  </a:cubicBezTo>
                  <a:cubicBezTo>
                    <a:pt x="215" y="119"/>
                    <a:pt x="215" y="127"/>
                    <a:pt x="213" y="134"/>
                  </a:cubicBezTo>
                  <a:cubicBezTo>
                    <a:pt x="212" y="129"/>
                    <a:pt x="211" y="125"/>
                    <a:pt x="212" y="121"/>
                  </a:cubicBezTo>
                  <a:close/>
                  <a:moveTo>
                    <a:pt x="191" y="185"/>
                  </a:moveTo>
                  <a:cubicBezTo>
                    <a:pt x="191" y="185"/>
                    <a:pt x="191" y="184"/>
                    <a:pt x="191" y="185"/>
                  </a:cubicBezTo>
                  <a:cubicBezTo>
                    <a:pt x="190" y="185"/>
                    <a:pt x="190" y="184"/>
                    <a:pt x="190" y="184"/>
                  </a:cubicBezTo>
                  <a:cubicBezTo>
                    <a:pt x="190" y="184"/>
                    <a:pt x="191" y="184"/>
                    <a:pt x="191" y="185"/>
                  </a:cubicBezTo>
                  <a:close/>
                  <a:moveTo>
                    <a:pt x="148" y="192"/>
                  </a:moveTo>
                  <a:cubicBezTo>
                    <a:pt x="148" y="191"/>
                    <a:pt x="148" y="192"/>
                    <a:pt x="148" y="192"/>
                  </a:cubicBezTo>
                  <a:cubicBezTo>
                    <a:pt x="148" y="192"/>
                    <a:pt x="148" y="192"/>
                    <a:pt x="148" y="191"/>
                  </a:cubicBezTo>
                  <a:cubicBezTo>
                    <a:pt x="148" y="191"/>
                    <a:pt x="148" y="192"/>
                    <a:pt x="148" y="192"/>
                  </a:cubicBezTo>
                  <a:close/>
                  <a:moveTo>
                    <a:pt x="134" y="148"/>
                  </a:moveTo>
                  <a:cubicBezTo>
                    <a:pt x="136" y="149"/>
                    <a:pt x="136" y="149"/>
                    <a:pt x="136" y="149"/>
                  </a:cubicBezTo>
                  <a:cubicBezTo>
                    <a:pt x="135" y="142"/>
                    <a:pt x="136" y="133"/>
                    <a:pt x="139" y="125"/>
                  </a:cubicBezTo>
                  <a:cubicBezTo>
                    <a:pt x="140" y="124"/>
                    <a:pt x="140" y="124"/>
                    <a:pt x="140" y="124"/>
                  </a:cubicBezTo>
                  <a:cubicBezTo>
                    <a:pt x="140" y="124"/>
                    <a:pt x="140" y="124"/>
                    <a:pt x="139" y="124"/>
                  </a:cubicBezTo>
                  <a:cubicBezTo>
                    <a:pt x="140" y="123"/>
                    <a:pt x="140" y="123"/>
                    <a:pt x="140" y="122"/>
                  </a:cubicBezTo>
                  <a:cubicBezTo>
                    <a:pt x="140" y="121"/>
                    <a:pt x="141" y="120"/>
                    <a:pt x="141" y="120"/>
                  </a:cubicBezTo>
                  <a:cubicBezTo>
                    <a:pt x="142" y="120"/>
                    <a:pt x="142" y="121"/>
                    <a:pt x="142" y="120"/>
                  </a:cubicBezTo>
                  <a:cubicBezTo>
                    <a:pt x="142" y="119"/>
                    <a:pt x="144" y="118"/>
                    <a:pt x="145" y="117"/>
                  </a:cubicBezTo>
                  <a:cubicBezTo>
                    <a:pt x="146" y="117"/>
                    <a:pt x="147" y="118"/>
                    <a:pt x="149" y="118"/>
                  </a:cubicBezTo>
                  <a:cubicBezTo>
                    <a:pt x="142" y="122"/>
                    <a:pt x="144" y="121"/>
                    <a:pt x="149" y="118"/>
                  </a:cubicBezTo>
                  <a:cubicBezTo>
                    <a:pt x="149" y="118"/>
                    <a:pt x="150" y="119"/>
                    <a:pt x="151" y="119"/>
                  </a:cubicBezTo>
                  <a:cubicBezTo>
                    <a:pt x="151" y="121"/>
                    <a:pt x="151" y="121"/>
                    <a:pt x="151" y="121"/>
                  </a:cubicBezTo>
                  <a:cubicBezTo>
                    <a:pt x="152" y="121"/>
                    <a:pt x="154" y="120"/>
                    <a:pt x="155" y="120"/>
                  </a:cubicBezTo>
                  <a:cubicBezTo>
                    <a:pt x="155" y="123"/>
                    <a:pt x="154" y="119"/>
                    <a:pt x="153" y="121"/>
                  </a:cubicBezTo>
                  <a:cubicBezTo>
                    <a:pt x="155" y="129"/>
                    <a:pt x="153" y="139"/>
                    <a:pt x="153" y="149"/>
                  </a:cubicBezTo>
                  <a:cubicBezTo>
                    <a:pt x="154" y="151"/>
                    <a:pt x="154" y="153"/>
                    <a:pt x="155" y="153"/>
                  </a:cubicBezTo>
                  <a:cubicBezTo>
                    <a:pt x="152" y="164"/>
                    <a:pt x="154" y="178"/>
                    <a:pt x="149" y="185"/>
                  </a:cubicBezTo>
                  <a:cubicBezTo>
                    <a:pt x="153" y="184"/>
                    <a:pt x="150" y="189"/>
                    <a:pt x="149" y="191"/>
                  </a:cubicBezTo>
                  <a:cubicBezTo>
                    <a:pt x="148" y="189"/>
                    <a:pt x="146" y="186"/>
                    <a:pt x="144" y="183"/>
                  </a:cubicBezTo>
                  <a:cubicBezTo>
                    <a:pt x="143" y="180"/>
                    <a:pt x="140" y="179"/>
                    <a:pt x="140" y="174"/>
                  </a:cubicBezTo>
                  <a:cubicBezTo>
                    <a:pt x="141" y="170"/>
                    <a:pt x="137" y="163"/>
                    <a:pt x="137" y="158"/>
                  </a:cubicBezTo>
                  <a:cubicBezTo>
                    <a:pt x="136" y="160"/>
                    <a:pt x="133" y="153"/>
                    <a:pt x="134" y="148"/>
                  </a:cubicBezTo>
                  <a:close/>
                  <a:moveTo>
                    <a:pt x="65" y="183"/>
                  </a:moveTo>
                  <a:cubicBezTo>
                    <a:pt x="65" y="185"/>
                    <a:pt x="63" y="186"/>
                    <a:pt x="63" y="187"/>
                  </a:cubicBezTo>
                  <a:cubicBezTo>
                    <a:pt x="63" y="187"/>
                    <a:pt x="63" y="187"/>
                    <a:pt x="63" y="187"/>
                  </a:cubicBezTo>
                  <a:cubicBezTo>
                    <a:pt x="64" y="186"/>
                    <a:pt x="64" y="186"/>
                    <a:pt x="63" y="186"/>
                  </a:cubicBezTo>
                  <a:cubicBezTo>
                    <a:pt x="63" y="184"/>
                    <a:pt x="63" y="184"/>
                    <a:pt x="63" y="184"/>
                  </a:cubicBezTo>
                  <a:cubicBezTo>
                    <a:pt x="64" y="183"/>
                    <a:pt x="65" y="183"/>
                    <a:pt x="65" y="183"/>
                  </a:cubicBezTo>
                  <a:close/>
                  <a:moveTo>
                    <a:pt x="63" y="185"/>
                  </a:moveTo>
                  <a:cubicBezTo>
                    <a:pt x="63" y="185"/>
                    <a:pt x="63" y="186"/>
                    <a:pt x="63" y="186"/>
                  </a:cubicBezTo>
                  <a:cubicBezTo>
                    <a:pt x="62" y="186"/>
                    <a:pt x="62" y="186"/>
                    <a:pt x="63" y="185"/>
                  </a:cubicBezTo>
                  <a:close/>
                  <a:moveTo>
                    <a:pt x="62" y="188"/>
                  </a:moveTo>
                  <a:cubicBezTo>
                    <a:pt x="62" y="188"/>
                    <a:pt x="62" y="188"/>
                    <a:pt x="63" y="187"/>
                  </a:cubicBezTo>
                  <a:cubicBezTo>
                    <a:pt x="63" y="190"/>
                    <a:pt x="64" y="192"/>
                    <a:pt x="64" y="196"/>
                  </a:cubicBezTo>
                  <a:cubicBezTo>
                    <a:pt x="62" y="197"/>
                    <a:pt x="62" y="192"/>
                    <a:pt x="62" y="188"/>
                  </a:cubicBezTo>
                  <a:close/>
                  <a:moveTo>
                    <a:pt x="16" y="210"/>
                  </a:moveTo>
                  <a:cubicBezTo>
                    <a:pt x="16" y="210"/>
                    <a:pt x="16" y="210"/>
                    <a:pt x="16" y="210"/>
                  </a:cubicBezTo>
                  <a:cubicBezTo>
                    <a:pt x="16" y="210"/>
                    <a:pt x="16" y="210"/>
                    <a:pt x="16" y="210"/>
                  </a:cubicBezTo>
                  <a:cubicBezTo>
                    <a:pt x="16" y="210"/>
                    <a:pt x="16" y="210"/>
                    <a:pt x="16" y="210"/>
                  </a:cubicBezTo>
                  <a:close/>
                  <a:moveTo>
                    <a:pt x="17" y="208"/>
                  </a:moveTo>
                  <a:cubicBezTo>
                    <a:pt x="17" y="208"/>
                    <a:pt x="17" y="208"/>
                    <a:pt x="17" y="207"/>
                  </a:cubicBezTo>
                  <a:cubicBezTo>
                    <a:pt x="17" y="207"/>
                    <a:pt x="17" y="206"/>
                    <a:pt x="18" y="206"/>
                  </a:cubicBezTo>
                  <a:cubicBezTo>
                    <a:pt x="18" y="207"/>
                    <a:pt x="18" y="207"/>
                    <a:pt x="18" y="208"/>
                  </a:cubicBezTo>
                  <a:cubicBezTo>
                    <a:pt x="18" y="208"/>
                    <a:pt x="18" y="208"/>
                    <a:pt x="17" y="208"/>
                  </a:cubicBezTo>
                  <a:close/>
                  <a:moveTo>
                    <a:pt x="18" y="212"/>
                  </a:moveTo>
                  <a:cubicBezTo>
                    <a:pt x="18" y="212"/>
                    <a:pt x="18" y="212"/>
                    <a:pt x="18" y="212"/>
                  </a:cubicBezTo>
                  <a:cubicBezTo>
                    <a:pt x="18" y="212"/>
                    <a:pt x="18" y="212"/>
                    <a:pt x="18" y="212"/>
                  </a:cubicBezTo>
                  <a:close/>
                  <a:moveTo>
                    <a:pt x="19" y="213"/>
                  </a:moveTo>
                  <a:cubicBezTo>
                    <a:pt x="19" y="213"/>
                    <a:pt x="19" y="213"/>
                    <a:pt x="19" y="213"/>
                  </a:cubicBezTo>
                  <a:cubicBezTo>
                    <a:pt x="19" y="213"/>
                    <a:pt x="19" y="213"/>
                    <a:pt x="19" y="213"/>
                  </a:cubicBezTo>
                  <a:cubicBezTo>
                    <a:pt x="19" y="213"/>
                    <a:pt x="19" y="213"/>
                    <a:pt x="19" y="213"/>
                  </a:cubicBezTo>
                  <a:close/>
                  <a:moveTo>
                    <a:pt x="20" y="214"/>
                  </a:moveTo>
                  <a:cubicBezTo>
                    <a:pt x="20" y="214"/>
                    <a:pt x="20" y="214"/>
                    <a:pt x="20" y="214"/>
                  </a:cubicBezTo>
                  <a:cubicBezTo>
                    <a:pt x="20" y="214"/>
                    <a:pt x="20" y="214"/>
                    <a:pt x="20" y="214"/>
                  </a:cubicBezTo>
                  <a:cubicBezTo>
                    <a:pt x="20" y="214"/>
                    <a:pt x="20" y="214"/>
                    <a:pt x="21" y="214"/>
                  </a:cubicBezTo>
                  <a:cubicBezTo>
                    <a:pt x="21" y="214"/>
                    <a:pt x="20" y="214"/>
                    <a:pt x="20" y="214"/>
                  </a:cubicBezTo>
                  <a:close/>
                  <a:moveTo>
                    <a:pt x="21" y="217"/>
                  </a:moveTo>
                  <a:cubicBezTo>
                    <a:pt x="21" y="216"/>
                    <a:pt x="21" y="216"/>
                    <a:pt x="21" y="216"/>
                  </a:cubicBezTo>
                  <a:cubicBezTo>
                    <a:pt x="22" y="216"/>
                    <a:pt x="22" y="216"/>
                    <a:pt x="22" y="216"/>
                  </a:cubicBezTo>
                  <a:cubicBezTo>
                    <a:pt x="22" y="216"/>
                    <a:pt x="21" y="216"/>
                    <a:pt x="21" y="217"/>
                  </a:cubicBezTo>
                  <a:close/>
                  <a:moveTo>
                    <a:pt x="21" y="214"/>
                  </a:moveTo>
                  <a:cubicBezTo>
                    <a:pt x="21" y="214"/>
                    <a:pt x="21" y="214"/>
                    <a:pt x="21" y="214"/>
                  </a:cubicBezTo>
                  <a:cubicBezTo>
                    <a:pt x="21" y="214"/>
                    <a:pt x="21" y="214"/>
                    <a:pt x="21" y="214"/>
                  </a:cubicBezTo>
                  <a:cubicBezTo>
                    <a:pt x="21" y="214"/>
                    <a:pt x="21" y="214"/>
                    <a:pt x="21" y="214"/>
                  </a:cubicBezTo>
                  <a:cubicBezTo>
                    <a:pt x="21" y="214"/>
                    <a:pt x="20" y="214"/>
                    <a:pt x="20" y="214"/>
                  </a:cubicBezTo>
                  <a:cubicBezTo>
                    <a:pt x="21" y="214"/>
                    <a:pt x="21" y="214"/>
                    <a:pt x="21" y="214"/>
                  </a:cubicBezTo>
                  <a:cubicBezTo>
                    <a:pt x="21" y="214"/>
                    <a:pt x="21" y="214"/>
                    <a:pt x="21" y="214"/>
                  </a:cubicBezTo>
                  <a:cubicBezTo>
                    <a:pt x="22" y="214"/>
                    <a:pt x="22" y="214"/>
                    <a:pt x="22" y="214"/>
                  </a:cubicBezTo>
                  <a:lnTo>
                    <a:pt x="21" y="214"/>
                  </a:lnTo>
                  <a:close/>
                  <a:moveTo>
                    <a:pt x="122" y="297"/>
                  </a:moveTo>
                  <a:cubicBezTo>
                    <a:pt x="122" y="297"/>
                    <a:pt x="122" y="297"/>
                    <a:pt x="122" y="297"/>
                  </a:cubicBezTo>
                  <a:cubicBezTo>
                    <a:pt x="122" y="297"/>
                    <a:pt x="122" y="297"/>
                    <a:pt x="122" y="297"/>
                  </a:cubicBezTo>
                  <a:close/>
                  <a:moveTo>
                    <a:pt x="123" y="297"/>
                  </a:moveTo>
                  <a:cubicBezTo>
                    <a:pt x="122" y="298"/>
                    <a:pt x="122" y="297"/>
                    <a:pt x="122" y="297"/>
                  </a:cubicBezTo>
                  <a:cubicBezTo>
                    <a:pt x="122" y="297"/>
                    <a:pt x="122" y="297"/>
                    <a:pt x="123" y="297"/>
                  </a:cubicBezTo>
                  <a:cubicBezTo>
                    <a:pt x="123" y="297"/>
                    <a:pt x="123" y="297"/>
                    <a:pt x="123" y="297"/>
                  </a:cubicBezTo>
                  <a:close/>
                  <a:moveTo>
                    <a:pt x="213" y="429"/>
                  </a:moveTo>
                  <a:cubicBezTo>
                    <a:pt x="213" y="429"/>
                    <a:pt x="213" y="429"/>
                    <a:pt x="213" y="429"/>
                  </a:cubicBezTo>
                  <a:cubicBezTo>
                    <a:pt x="213" y="429"/>
                    <a:pt x="213" y="429"/>
                    <a:pt x="213" y="429"/>
                  </a:cubicBezTo>
                  <a:cubicBezTo>
                    <a:pt x="213" y="429"/>
                    <a:pt x="213" y="429"/>
                    <a:pt x="213" y="429"/>
                  </a:cubicBezTo>
                  <a:cubicBezTo>
                    <a:pt x="213" y="429"/>
                    <a:pt x="213" y="429"/>
                    <a:pt x="213" y="429"/>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 name="Freeform 437"/>
            <p:cNvSpPr/>
            <p:nvPr/>
          </p:nvSpPr>
          <p:spPr bwMode="auto">
            <a:xfrm>
              <a:off x="3695" y="2760"/>
              <a:ext cx="4" cy="2"/>
            </a:xfrm>
            <a:custGeom>
              <a:avLst/>
              <a:gdLst>
                <a:gd name="T0" fmla="*/ 1 w 2"/>
                <a:gd name="T1" fmla="*/ 0 h 1"/>
                <a:gd name="T2" fmla="*/ 2 w 2"/>
                <a:gd name="T3" fmla="*/ 0 h 1"/>
                <a:gd name="T4" fmla="*/ 1 w 2"/>
                <a:gd name="T5" fmla="*/ 0 h 1"/>
              </a:gdLst>
              <a:ahLst/>
              <a:cxnLst>
                <a:cxn ang="0">
                  <a:pos x="T0" y="T1"/>
                </a:cxn>
                <a:cxn ang="0">
                  <a:pos x="T2" y="T3"/>
                </a:cxn>
                <a:cxn ang="0">
                  <a:pos x="T4" y="T5"/>
                </a:cxn>
              </a:cxnLst>
              <a:rect l="0" t="0" r="r" b="b"/>
              <a:pathLst>
                <a:path w="2" h="1">
                  <a:moveTo>
                    <a:pt x="1" y="0"/>
                  </a:moveTo>
                  <a:cubicBezTo>
                    <a:pt x="0" y="0"/>
                    <a:pt x="1" y="1"/>
                    <a:pt x="2"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 name="Freeform 438"/>
            <p:cNvSpPr/>
            <p:nvPr/>
          </p:nvSpPr>
          <p:spPr bwMode="auto">
            <a:xfrm>
              <a:off x="3699" y="2760"/>
              <a:ext cx="5" cy="4"/>
            </a:xfrm>
            <a:custGeom>
              <a:avLst/>
              <a:gdLst>
                <a:gd name="T0" fmla="*/ 1 w 2"/>
                <a:gd name="T1" fmla="*/ 2 h 2"/>
                <a:gd name="T2" fmla="*/ 2 w 2"/>
                <a:gd name="T3" fmla="*/ 1 h 2"/>
                <a:gd name="T4" fmla="*/ 1 w 2"/>
                <a:gd name="T5" fmla="*/ 2 h 2"/>
              </a:gdLst>
              <a:ahLst/>
              <a:cxnLst>
                <a:cxn ang="0">
                  <a:pos x="T0" y="T1"/>
                </a:cxn>
                <a:cxn ang="0">
                  <a:pos x="T2" y="T3"/>
                </a:cxn>
                <a:cxn ang="0">
                  <a:pos x="T4" y="T5"/>
                </a:cxn>
              </a:cxnLst>
              <a:rect l="0" t="0" r="r" b="b"/>
              <a:pathLst>
                <a:path w="2" h="2">
                  <a:moveTo>
                    <a:pt x="1" y="2"/>
                  </a:moveTo>
                  <a:cubicBezTo>
                    <a:pt x="1" y="2"/>
                    <a:pt x="2" y="1"/>
                    <a:pt x="2" y="1"/>
                  </a:cubicBezTo>
                  <a:cubicBezTo>
                    <a:pt x="0" y="0"/>
                    <a:pt x="2"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 name="Freeform 439"/>
            <p:cNvSpPr/>
            <p:nvPr/>
          </p:nvSpPr>
          <p:spPr bwMode="auto">
            <a:xfrm>
              <a:off x="3916" y="2586"/>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0" y="0"/>
                    <a:pt x="2" y="0"/>
                    <a:pt x="1" y="0"/>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 name="Freeform 440"/>
            <p:cNvSpPr/>
            <p:nvPr/>
          </p:nvSpPr>
          <p:spPr bwMode="auto">
            <a:xfrm>
              <a:off x="3941" y="2610"/>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 name="Freeform 441"/>
            <p:cNvSpPr/>
            <p:nvPr/>
          </p:nvSpPr>
          <p:spPr bwMode="auto">
            <a:xfrm>
              <a:off x="3729" y="2272"/>
              <a:ext cx="2" cy="5"/>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0" y="1"/>
                    <a:pt x="1" y="0"/>
                    <a:pt x="1" y="1"/>
                  </a:cubicBezTo>
                  <a:cubicBezTo>
                    <a:pt x="1" y="1"/>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 name="Freeform 442"/>
            <p:cNvSpPr/>
            <p:nvPr/>
          </p:nvSpPr>
          <p:spPr bwMode="auto">
            <a:xfrm>
              <a:off x="3852" y="271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 name="Freeform 443"/>
            <p:cNvSpPr/>
            <p:nvPr/>
          </p:nvSpPr>
          <p:spPr bwMode="auto">
            <a:xfrm>
              <a:off x="3850" y="2692"/>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1"/>
                    <a:pt x="1"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 name="Freeform 444"/>
            <p:cNvSpPr/>
            <p:nvPr/>
          </p:nvSpPr>
          <p:spPr bwMode="auto">
            <a:xfrm>
              <a:off x="3848" y="2686"/>
              <a:ext cx="2"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1"/>
                    <a:pt x="0" y="1"/>
                    <a:pt x="0" y="1"/>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 name="Freeform 445"/>
            <p:cNvSpPr/>
            <p:nvPr/>
          </p:nvSpPr>
          <p:spPr bwMode="auto">
            <a:xfrm>
              <a:off x="3846" y="2711"/>
              <a:ext cx="4" cy="3"/>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1"/>
                    <a:pt x="1" y="0"/>
                    <a:pt x="2" y="0"/>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 name="Freeform 446"/>
            <p:cNvSpPr/>
            <p:nvPr/>
          </p:nvSpPr>
          <p:spPr bwMode="auto">
            <a:xfrm>
              <a:off x="3822" y="2773"/>
              <a:ext cx="5"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6" name="Freeform 447"/>
            <p:cNvSpPr/>
            <p:nvPr/>
          </p:nvSpPr>
          <p:spPr bwMode="auto">
            <a:xfrm>
              <a:off x="3765" y="2315"/>
              <a:ext cx="4" cy="0"/>
            </a:xfrm>
            <a:custGeom>
              <a:avLst/>
              <a:gdLst>
                <a:gd name="T0" fmla="*/ 0 w 4"/>
                <a:gd name="T1" fmla="*/ 0 w 4"/>
                <a:gd name="T2" fmla="*/ 4 w 4"/>
                <a:gd name="T3" fmla="*/ 0 w 4"/>
              </a:gdLst>
              <a:ahLst/>
              <a:cxnLst>
                <a:cxn ang="0">
                  <a:pos x="T0" y="0"/>
                </a:cxn>
                <a:cxn ang="0">
                  <a:pos x="T1" y="0"/>
                </a:cxn>
                <a:cxn ang="0">
                  <a:pos x="T2" y="0"/>
                </a:cxn>
                <a:cxn ang="0">
                  <a:pos x="T3" y="0"/>
                </a:cxn>
              </a:cxnLst>
              <a:rect l="0" t="0" r="r" b="b"/>
              <a:pathLst>
                <a:path w="4">
                  <a:moveTo>
                    <a:pt x="0" y="0"/>
                  </a:moveTo>
                  <a:lnTo>
                    <a:pt x="0" y="0"/>
                  </a:lnTo>
                  <a:lnTo>
                    <a:pt x="4"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7" name="Freeform 448"/>
            <p:cNvSpPr/>
            <p:nvPr/>
          </p:nvSpPr>
          <p:spPr bwMode="auto">
            <a:xfrm>
              <a:off x="3842" y="2733"/>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8" name="Freeform 449"/>
            <p:cNvSpPr/>
            <p:nvPr/>
          </p:nvSpPr>
          <p:spPr bwMode="auto">
            <a:xfrm>
              <a:off x="3822" y="2769"/>
              <a:ext cx="7" cy="2"/>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9" name="Freeform 450"/>
            <p:cNvSpPr/>
            <p:nvPr/>
          </p:nvSpPr>
          <p:spPr bwMode="auto">
            <a:xfrm>
              <a:off x="3846" y="273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0" name="Freeform 451"/>
            <p:cNvSpPr/>
            <p:nvPr/>
          </p:nvSpPr>
          <p:spPr bwMode="auto">
            <a:xfrm>
              <a:off x="3844" y="2724"/>
              <a:ext cx="4" cy="2"/>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2" y="1"/>
                    <a:pt x="2" y="1"/>
                    <a:pt x="2" y="1"/>
                  </a:cubicBezTo>
                  <a:cubicBezTo>
                    <a:pt x="2"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1" name="Freeform 452"/>
            <p:cNvSpPr/>
            <p:nvPr/>
          </p:nvSpPr>
          <p:spPr bwMode="auto">
            <a:xfrm>
              <a:off x="3844" y="2728"/>
              <a:ext cx="8" cy="3"/>
            </a:xfrm>
            <a:custGeom>
              <a:avLst/>
              <a:gdLst>
                <a:gd name="T0" fmla="*/ 0 w 4"/>
                <a:gd name="T1" fmla="*/ 1 h 1"/>
                <a:gd name="T2" fmla="*/ 1 w 4"/>
                <a:gd name="T3" fmla="*/ 1 h 1"/>
                <a:gd name="T4" fmla="*/ 2 w 4"/>
                <a:gd name="T5" fmla="*/ 0 h 1"/>
                <a:gd name="T6" fmla="*/ 4 w 4"/>
                <a:gd name="T7" fmla="*/ 0 h 1"/>
                <a:gd name="T8" fmla="*/ 0 w 4"/>
                <a:gd name="T9" fmla="*/ 1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1" y="1"/>
                    <a:pt x="1" y="1"/>
                  </a:cubicBezTo>
                  <a:cubicBezTo>
                    <a:pt x="2" y="1"/>
                    <a:pt x="3" y="0"/>
                    <a:pt x="2" y="0"/>
                  </a:cubicBezTo>
                  <a:cubicBezTo>
                    <a:pt x="3" y="0"/>
                    <a:pt x="4" y="0"/>
                    <a:pt x="4" y="0"/>
                  </a:cubicBezTo>
                  <a:cubicBezTo>
                    <a:pt x="3" y="0"/>
                    <a:pt x="1" y="0"/>
                    <a:pt x="0" y="1"/>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sp>
        <p:nvSpPr>
          <p:cNvPr id="452" name="任意多边形 451"/>
          <p:cNvSpPr/>
          <p:nvPr/>
        </p:nvSpPr>
        <p:spPr>
          <a:xfrm flipV="1">
            <a:off x="4677629" y="2495529"/>
            <a:ext cx="1224917" cy="74030"/>
          </a:xfrm>
          <a:custGeom>
            <a:avLst/>
            <a:gdLst>
              <a:gd name="connsiteX0" fmla="*/ 0 w 12338831"/>
              <a:gd name="connsiteY0" fmla="*/ 85134 h 212859"/>
              <a:gd name="connsiteX1" fmla="*/ 2796363 w 12338831"/>
              <a:gd name="connsiteY1" fmla="*/ 138297 h 212859"/>
              <a:gd name="connsiteX2" fmla="*/ 5252483 w 12338831"/>
              <a:gd name="connsiteY2" fmla="*/ 21339 h 212859"/>
              <a:gd name="connsiteX3" fmla="*/ 6730409 w 12338831"/>
              <a:gd name="connsiteY3" fmla="*/ 31971 h 212859"/>
              <a:gd name="connsiteX4" fmla="*/ 9707525 w 12338831"/>
              <a:gd name="connsiteY4" fmla="*/ 212725 h 212859"/>
              <a:gd name="connsiteX5" fmla="*/ 12269972 w 12338831"/>
              <a:gd name="connsiteY5" fmla="*/ 74 h 212859"/>
              <a:gd name="connsiteX6" fmla="*/ 11557590 w 12338831"/>
              <a:gd name="connsiteY6" fmla="*/ 191460 h 212859"/>
              <a:gd name="connsiteX0-1" fmla="*/ 0 w 12555671"/>
              <a:gd name="connsiteY0-2" fmla="*/ 85072 h 223296"/>
              <a:gd name="connsiteX1-3" fmla="*/ 2796363 w 12555671"/>
              <a:gd name="connsiteY1-4" fmla="*/ 138235 h 223296"/>
              <a:gd name="connsiteX2-5" fmla="*/ 5252483 w 12555671"/>
              <a:gd name="connsiteY2-6" fmla="*/ 21277 h 223296"/>
              <a:gd name="connsiteX3-7" fmla="*/ 6730409 w 12555671"/>
              <a:gd name="connsiteY3-8" fmla="*/ 31909 h 223296"/>
              <a:gd name="connsiteX4-9" fmla="*/ 9707525 w 12555671"/>
              <a:gd name="connsiteY4-10" fmla="*/ 212663 h 223296"/>
              <a:gd name="connsiteX5-11" fmla="*/ 12269972 w 12555671"/>
              <a:gd name="connsiteY5-12" fmla="*/ 12 h 223296"/>
              <a:gd name="connsiteX6-13" fmla="*/ 12355032 w 12555671"/>
              <a:gd name="connsiteY6-14" fmla="*/ 223296 h 223296"/>
              <a:gd name="connsiteX0-15" fmla="*/ 0 w 12555671"/>
              <a:gd name="connsiteY0-16" fmla="*/ 85072 h 223296"/>
              <a:gd name="connsiteX1-17" fmla="*/ 2796363 w 12555671"/>
              <a:gd name="connsiteY1-18" fmla="*/ 138235 h 223296"/>
              <a:gd name="connsiteX2-19" fmla="*/ 5252483 w 12555671"/>
              <a:gd name="connsiteY2-20" fmla="*/ 21277 h 223296"/>
              <a:gd name="connsiteX3-21" fmla="*/ 6730409 w 12555671"/>
              <a:gd name="connsiteY3-22" fmla="*/ 31909 h 223296"/>
              <a:gd name="connsiteX4-23" fmla="*/ 9707525 w 12555671"/>
              <a:gd name="connsiteY4-24" fmla="*/ 212663 h 223296"/>
              <a:gd name="connsiteX5-25" fmla="*/ 12269972 w 12555671"/>
              <a:gd name="connsiteY5-26" fmla="*/ 12 h 223296"/>
              <a:gd name="connsiteX6-27" fmla="*/ 12355032 w 12555671"/>
              <a:gd name="connsiteY6-28" fmla="*/ 223296 h 223296"/>
              <a:gd name="connsiteX0-29" fmla="*/ 0 w 12269972"/>
              <a:gd name="connsiteY0-30" fmla="*/ 85072 h 212797"/>
              <a:gd name="connsiteX1-31" fmla="*/ 2796363 w 12269972"/>
              <a:gd name="connsiteY1-32" fmla="*/ 138235 h 212797"/>
              <a:gd name="connsiteX2-33" fmla="*/ 5252483 w 12269972"/>
              <a:gd name="connsiteY2-34" fmla="*/ 21277 h 212797"/>
              <a:gd name="connsiteX3-35" fmla="*/ 6730409 w 12269972"/>
              <a:gd name="connsiteY3-36" fmla="*/ 31909 h 212797"/>
              <a:gd name="connsiteX4-37" fmla="*/ 9707525 w 12269972"/>
              <a:gd name="connsiteY4-38" fmla="*/ 212663 h 212797"/>
              <a:gd name="connsiteX5-39" fmla="*/ 12269972 w 12269972"/>
              <a:gd name="connsiteY5-40" fmla="*/ 12 h 212797"/>
              <a:gd name="connsiteX0-41" fmla="*/ 0 w 12269972"/>
              <a:gd name="connsiteY0-42" fmla="*/ 85060 h 212785"/>
              <a:gd name="connsiteX1-43" fmla="*/ 2796363 w 12269972"/>
              <a:gd name="connsiteY1-44" fmla="*/ 138223 h 212785"/>
              <a:gd name="connsiteX2-45" fmla="*/ 5252483 w 12269972"/>
              <a:gd name="connsiteY2-46" fmla="*/ 21265 h 212785"/>
              <a:gd name="connsiteX3-47" fmla="*/ 6730409 w 12269972"/>
              <a:gd name="connsiteY3-48" fmla="*/ 31897 h 212785"/>
              <a:gd name="connsiteX4-49" fmla="*/ 9707525 w 12269972"/>
              <a:gd name="connsiteY4-50" fmla="*/ 212651 h 212785"/>
              <a:gd name="connsiteX5-51" fmla="*/ 12269972 w 12269972"/>
              <a:gd name="connsiteY5-52" fmla="*/ 0 h 212785"/>
              <a:gd name="connsiteX0-53" fmla="*/ 0 w 12269972"/>
              <a:gd name="connsiteY0-54" fmla="*/ 85060 h 212785"/>
              <a:gd name="connsiteX1-55" fmla="*/ 2796363 w 12269972"/>
              <a:gd name="connsiteY1-56" fmla="*/ 138223 h 212785"/>
              <a:gd name="connsiteX2-57" fmla="*/ 6730409 w 12269972"/>
              <a:gd name="connsiteY2-58" fmla="*/ 31897 h 212785"/>
              <a:gd name="connsiteX3-59" fmla="*/ 9707525 w 12269972"/>
              <a:gd name="connsiteY3-60" fmla="*/ 212651 h 212785"/>
              <a:gd name="connsiteX4-61" fmla="*/ 12269972 w 12269972"/>
              <a:gd name="connsiteY4-62" fmla="*/ 0 h 212785"/>
              <a:gd name="connsiteX0-63" fmla="*/ 0 w 12269972"/>
              <a:gd name="connsiteY0-64" fmla="*/ 85060 h 212785"/>
              <a:gd name="connsiteX1-65" fmla="*/ 2796363 w 12269972"/>
              <a:gd name="connsiteY1-66" fmla="*/ 138223 h 212785"/>
              <a:gd name="connsiteX2-67" fmla="*/ 6730408 w 12269972"/>
              <a:gd name="connsiteY2-68" fmla="*/ 31897 h 212785"/>
              <a:gd name="connsiteX3-69" fmla="*/ 9707525 w 12269972"/>
              <a:gd name="connsiteY3-70" fmla="*/ 212651 h 212785"/>
              <a:gd name="connsiteX4-71" fmla="*/ 12269972 w 12269972"/>
              <a:gd name="connsiteY4-72" fmla="*/ 0 h 212785"/>
              <a:gd name="connsiteX0-73" fmla="*/ 0 w 12269972"/>
              <a:gd name="connsiteY0-74" fmla="*/ 85060 h 212651"/>
              <a:gd name="connsiteX1-75" fmla="*/ 2796363 w 12269972"/>
              <a:gd name="connsiteY1-76" fmla="*/ 138223 h 212651"/>
              <a:gd name="connsiteX2-77" fmla="*/ 9707525 w 12269972"/>
              <a:gd name="connsiteY2-78" fmla="*/ 212651 h 212651"/>
              <a:gd name="connsiteX3-79" fmla="*/ 12269972 w 12269972"/>
              <a:gd name="connsiteY3-80" fmla="*/ 0 h 212651"/>
              <a:gd name="connsiteX0-81" fmla="*/ 0 w 12269972"/>
              <a:gd name="connsiteY0-82" fmla="*/ 85060 h 138223"/>
              <a:gd name="connsiteX1-83" fmla="*/ 2796363 w 12269972"/>
              <a:gd name="connsiteY1-84" fmla="*/ 138223 h 138223"/>
              <a:gd name="connsiteX2-85" fmla="*/ 7433632 w 12269972"/>
              <a:gd name="connsiteY2-86" fmla="*/ 100095 h 138223"/>
              <a:gd name="connsiteX3-87" fmla="*/ 12269972 w 12269972"/>
              <a:gd name="connsiteY3-88" fmla="*/ 0 h 138223"/>
              <a:gd name="connsiteX0-89" fmla="*/ 0 w 10182972"/>
              <a:gd name="connsiteY0-90" fmla="*/ 12702 h 65865"/>
              <a:gd name="connsiteX1-91" fmla="*/ 2796363 w 10182972"/>
              <a:gd name="connsiteY1-92" fmla="*/ 65865 h 65865"/>
              <a:gd name="connsiteX2-93" fmla="*/ 7433632 w 10182972"/>
              <a:gd name="connsiteY2-94" fmla="*/ 27737 h 65865"/>
              <a:gd name="connsiteX3-95" fmla="*/ 10182972 w 10182972"/>
              <a:gd name="connsiteY3-96" fmla="*/ 0 h 65865"/>
              <a:gd name="connsiteX0-97" fmla="*/ 0 w 10182972"/>
              <a:gd name="connsiteY0-98" fmla="*/ 12702 h 65865"/>
              <a:gd name="connsiteX1-99" fmla="*/ 2796363 w 10182972"/>
              <a:gd name="connsiteY1-100" fmla="*/ 65865 h 65865"/>
              <a:gd name="connsiteX2-101" fmla="*/ 7433632 w 10182972"/>
              <a:gd name="connsiteY2-102" fmla="*/ 27737 h 65865"/>
              <a:gd name="connsiteX3-103" fmla="*/ 10182972 w 10182972"/>
              <a:gd name="connsiteY3-104" fmla="*/ 0 h 65865"/>
              <a:gd name="connsiteX0-105" fmla="*/ 0 w 10182972"/>
              <a:gd name="connsiteY0-106" fmla="*/ 12702 h 75976"/>
              <a:gd name="connsiteX1-107" fmla="*/ 2796363 w 10182972"/>
              <a:gd name="connsiteY1-108" fmla="*/ 65865 h 75976"/>
              <a:gd name="connsiteX2-109" fmla="*/ 6499155 w 10182972"/>
              <a:gd name="connsiteY2-110" fmla="*/ 75976 h 75976"/>
              <a:gd name="connsiteX3-111" fmla="*/ 10182972 w 10182972"/>
              <a:gd name="connsiteY3-112" fmla="*/ 0 h 75976"/>
              <a:gd name="connsiteX0-113" fmla="*/ 0 w 10182972"/>
              <a:gd name="connsiteY0-114" fmla="*/ 12702 h 75976"/>
              <a:gd name="connsiteX1-115" fmla="*/ 3699691 w 10182972"/>
              <a:gd name="connsiteY1-116" fmla="*/ 17626 h 75976"/>
              <a:gd name="connsiteX2-117" fmla="*/ 6499155 w 10182972"/>
              <a:gd name="connsiteY2-118" fmla="*/ 75976 h 75976"/>
              <a:gd name="connsiteX3-119" fmla="*/ 10182972 w 10182972"/>
              <a:gd name="connsiteY3-120" fmla="*/ 0 h 75976"/>
              <a:gd name="connsiteX0-121" fmla="*/ 0 w 10182972"/>
              <a:gd name="connsiteY0-122" fmla="*/ 12702 h 59897"/>
              <a:gd name="connsiteX1-123" fmla="*/ 3699691 w 10182972"/>
              <a:gd name="connsiteY1-124" fmla="*/ 17626 h 59897"/>
              <a:gd name="connsiteX2-125" fmla="*/ 6218813 w 10182972"/>
              <a:gd name="connsiteY2-126" fmla="*/ 59897 h 59897"/>
              <a:gd name="connsiteX3-127" fmla="*/ 10182972 w 10182972"/>
              <a:gd name="connsiteY3-128" fmla="*/ 0 h 59897"/>
              <a:gd name="connsiteX0-129" fmla="*/ 0 w 9248495"/>
              <a:gd name="connsiteY0-130" fmla="*/ 12702 h 59897"/>
              <a:gd name="connsiteX1-131" fmla="*/ 3699691 w 9248495"/>
              <a:gd name="connsiteY1-132" fmla="*/ 17626 h 59897"/>
              <a:gd name="connsiteX2-133" fmla="*/ 6218813 w 9248495"/>
              <a:gd name="connsiteY2-134" fmla="*/ 59897 h 59897"/>
              <a:gd name="connsiteX3-135" fmla="*/ 9248495 w 9248495"/>
              <a:gd name="connsiteY3-136" fmla="*/ 0 h 59897"/>
              <a:gd name="connsiteX0-137" fmla="*/ 0 w 9248495"/>
              <a:gd name="connsiteY0-138" fmla="*/ 12702 h 27738"/>
              <a:gd name="connsiteX1-139" fmla="*/ 3699691 w 9248495"/>
              <a:gd name="connsiteY1-140" fmla="*/ 17626 h 27738"/>
              <a:gd name="connsiteX2-141" fmla="*/ 6218813 w 9248495"/>
              <a:gd name="connsiteY2-142" fmla="*/ 27738 h 27738"/>
              <a:gd name="connsiteX3-143" fmla="*/ 9248495 w 9248495"/>
              <a:gd name="connsiteY3-144" fmla="*/ 0 h 27738"/>
            </a:gdLst>
            <a:ahLst/>
            <a:cxnLst>
              <a:cxn ang="0">
                <a:pos x="connsiteX0-1" y="connsiteY0-2"/>
              </a:cxn>
              <a:cxn ang="0">
                <a:pos x="connsiteX1-3" y="connsiteY1-4"/>
              </a:cxn>
              <a:cxn ang="0">
                <a:pos x="connsiteX2-5" y="connsiteY2-6"/>
              </a:cxn>
              <a:cxn ang="0">
                <a:pos x="connsiteX3-7" y="connsiteY3-8"/>
              </a:cxn>
            </a:cxnLst>
            <a:rect l="l" t="t" r="r" b="b"/>
            <a:pathLst>
              <a:path w="9248495" h="27738">
                <a:moveTo>
                  <a:pt x="0" y="12702"/>
                </a:moveTo>
                <a:cubicBezTo>
                  <a:pt x="960474" y="44599"/>
                  <a:pt x="2663222" y="15120"/>
                  <a:pt x="3699691" y="17626"/>
                </a:cubicBezTo>
                <a:lnTo>
                  <a:pt x="6218813" y="27738"/>
                </a:lnTo>
                <a:lnTo>
                  <a:pt x="9248495" y="0"/>
                </a:lnTo>
              </a:path>
            </a:pathLst>
          </a:custGeom>
          <a:solidFill>
            <a:schemeClr val="bg1"/>
          </a:solidFill>
          <a:ln w="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200"/>
            <a:endParaRPr lang="zh-CN" altLang="en-US" sz="1865">
              <a:solidFill>
                <a:schemeClr val="tx1"/>
              </a:solidFill>
              <a:latin typeface="Senty小丸子" panose="03000600000000000000" pitchFamily="66" charset="-122"/>
              <a:ea typeface="Senty小丸子" panose="03000600000000000000" pitchFamily="66" charset="-122"/>
              <a:cs typeface="+mn-ea"/>
              <a:sym typeface="+mn-lt"/>
            </a:endParaRPr>
          </a:p>
        </p:txBody>
      </p:sp>
      <p:sp>
        <p:nvSpPr>
          <p:cNvPr id="453" name="任意多边形 452"/>
          <p:cNvSpPr/>
          <p:nvPr/>
        </p:nvSpPr>
        <p:spPr>
          <a:xfrm flipV="1">
            <a:off x="4677629" y="3390577"/>
            <a:ext cx="1224917" cy="74030"/>
          </a:xfrm>
          <a:custGeom>
            <a:avLst/>
            <a:gdLst>
              <a:gd name="connsiteX0" fmla="*/ 0 w 12338831"/>
              <a:gd name="connsiteY0" fmla="*/ 85134 h 212859"/>
              <a:gd name="connsiteX1" fmla="*/ 2796363 w 12338831"/>
              <a:gd name="connsiteY1" fmla="*/ 138297 h 212859"/>
              <a:gd name="connsiteX2" fmla="*/ 5252483 w 12338831"/>
              <a:gd name="connsiteY2" fmla="*/ 21339 h 212859"/>
              <a:gd name="connsiteX3" fmla="*/ 6730409 w 12338831"/>
              <a:gd name="connsiteY3" fmla="*/ 31971 h 212859"/>
              <a:gd name="connsiteX4" fmla="*/ 9707525 w 12338831"/>
              <a:gd name="connsiteY4" fmla="*/ 212725 h 212859"/>
              <a:gd name="connsiteX5" fmla="*/ 12269972 w 12338831"/>
              <a:gd name="connsiteY5" fmla="*/ 74 h 212859"/>
              <a:gd name="connsiteX6" fmla="*/ 11557590 w 12338831"/>
              <a:gd name="connsiteY6" fmla="*/ 191460 h 212859"/>
              <a:gd name="connsiteX0-1" fmla="*/ 0 w 12555671"/>
              <a:gd name="connsiteY0-2" fmla="*/ 85072 h 223296"/>
              <a:gd name="connsiteX1-3" fmla="*/ 2796363 w 12555671"/>
              <a:gd name="connsiteY1-4" fmla="*/ 138235 h 223296"/>
              <a:gd name="connsiteX2-5" fmla="*/ 5252483 w 12555671"/>
              <a:gd name="connsiteY2-6" fmla="*/ 21277 h 223296"/>
              <a:gd name="connsiteX3-7" fmla="*/ 6730409 w 12555671"/>
              <a:gd name="connsiteY3-8" fmla="*/ 31909 h 223296"/>
              <a:gd name="connsiteX4-9" fmla="*/ 9707525 w 12555671"/>
              <a:gd name="connsiteY4-10" fmla="*/ 212663 h 223296"/>
              <a:gd name="connsiteX5-11" fmla="*/ 12269972 w 12555671"/>
              <a:gd name="connsiteY5-12" fmla="*/ 12 h 223296"/>
              <a:gd name="connsiteX6-13" fmla="*/ 12355032 w 12555671"/>
              <a:gd name="connsiteY6-14" fmla="*/ 223296 h 223296"/>
              <a:gd name="connsiteX0-15" fmla="*/ 0 w 12555671"/>
              <a:gd name="connsiteY0-16" fmla="*/ 85072 h 223296"/>
              <a:gd name="connsiteX1-17" fmla="*/ 2796363 w 12555671"/>
              <a:gd name="connsiteY1-18" fmla="*/ 138235 h 223296"/>
              <a:gd name="connsiteX2-19" fmla="*/ 5252483 w 12555671"/>
              <a:gd name="connsiteY2-20" fmla="*/ 21277 h 223296"/>
              <a:gd name="connsiteX3-21" fmla="*/ 6730409 w 12555671"/>
              <a:gd name="connsiteY3-22" fmla="*/ 31909 h 223296"/>
              <a:gd name="connsiteX4-23" fmla="*/ 9707525 w 12555671"/>
              <a:gd name="connsiteY4-24" fmla="*/ 212663 h 223296"/>
              <a:gd name="connsiteX5-25" fmla="*/ 12269972 w 12555671"/>
              <a:gd name="connsiteY5-26" fmla="*/ 12 h 223296"/>
              <a:gd name="connsiteX6-27" fmla="*/ 12355032 w 12555671"/>
              <a:gd name="connsiteY6-28" fmla="*/ 223296 h 223296"/>
              <a:gd name="connsiteX0-29" fmla="*/ 0 w 12269972"/>
              <a:gd name="connsiteY0-30" fmla="*/ 85072 h 212797"/>
              <a:gd name="connsiteX1-31" fmla="*/ 2796363 w 12269972"/>
              <a:gd name="connsiteY1-32" fmla="*/ 138235 h 212797"/>
              <a:gd name="connsiteX2-33" fmla="*/ 5252483 w 12269972"/>
              <a:gd name="connsiteY2-34" fmla="*/ 21277 h 212797"/>
              <a:gd name="connsiteX3-35" fmla="*/ 6730409 w 12269972"/>
              <a:gd name="connsiteY3-36" fmla="*/ 31909 h 212797"/>
              <a:gd name="connsiteX4-37" fmla="*/ 9707525 w 12269972"/>
              <a:gd name="connsiteY4-38" fmla="*/ 212663 h 212797"/>
              <a:gd name="connsiteX5-39" fmla="*/ 12269972 w 12269972"/>
              <a:gd name="connsiteY5-40" fmla="*/ 12 h 212797"/>
              <a:gd name="connsiteX0-41" fmla="*/ 0 w 12269972"/>
              <a:gd name="connsiteY0-42" fmla="*/ 85060 h 212785"/>
              <a:gd name="connsiteX1-43" fmla="*/ 2796363 w 12269972"/>
              <a:gd name="connsiteY1-44" fmla="*/ 138223 h 212785"/>
              <a:gd name="connsiteX2-45" fmla="*/ 5252483 w 12269972"/>
              <a:gd name="connsiteY2-46" fmla="*/ 21265 h 212785"/>
              <a:gd name="connsiteX3-47" fmla="*/ 6730409 w 12269972"/>
              <a:gd name="connsiteY3-48" fmla="*/ 31897 h 212785"/>
              <a:gd name="connsiteX4-49" fmla="*/ 9707525 w 12269972"/>
              <a:gd name="connsiteY4-50" fmla="*/ 212651 h 212785"/>
              <a:gd name="connsiteX5-51" fmla="*/ 12269972 w 12269972"/>
              <a:gd name="connsiteY5-52" fmla="*/ 0 h 212785"/>
              <a:gd name="connsiteX0-53" fmla="*/ 0 w 12269972"/>
              <a:gd name="connsiteY0-54" fmla="*/ 85060 h 212785"/>
              <a:gd name="connsiteX1-55" fmla="*/ 2796363 w 12269972"/>
              <a:gd name="connsiteY1-56" fmla="*/ 138223 h 212785"/>
              <a:gd name="connsiteX2-57" fmla="*/ 6730409 w 12269972"/>
              <a:gd name="connsiteY2-58" fmla="*/ 31897 h 212785"/>
              <a:gd name="connsiteX3-59" fmla="*/ 9707525 w 12269972"/>
              <a:gd name="connsiteY3-60" fmla="*/ 212651 h 212785"/>
              <a:gd name="connsiteX4-61" fmla="*/ 12269972 w 12269972"/>
              <a:gd name="connsiteY4-62" fmla="*/ 0 h 212785"/>
              <a:gd name="connsiteX0-63" fmla="*/ 0 w 12269972"/>
              <a:gd name="connsiteY0-64" fmla="*/ 85060 h 212785"/>
              <a:gd name="connsiteX1-65" fmla="*/ 2796363 w 12269972"/>
              <a:gd name="connsiteY1-66" fmla="*/ 138223 h 212785"/>
              <a:gd name="connsiteX2-67" fmla="*/ 6730408 w 12269972"/>
              <a:gd name="connsiteY2-68" fmla="*/ 31897 h 212785"/>
              <a:gd name="connsiteX3-69" fmla="*/ 9707525 w 12269972"/>
              <a:gd name="connsiteY3-70" fmla="*/ 212651 h 212785"/>
              <a:gd name="connsiteX4-71" fmla="*/ 12269972 w 12269972"/>
              <a:gd name="connsiteY4-72" fmla="*/ 0 h 212785"/>
              <a:gd name="connsiteX0-73" fmla="*/ 0 w 12269972"/>
              <a:gd name="connsiteY0-74" fmla="*/ 85060 h 212651"/>
              <a:gd name="connsiteX1-75" fmla="*/ 2796363 w 12269972"/>
              <a:gd name="connsiteY1-76" fmla="*/ 138223 h 212651"/>
              <a:gd name="connsiteX2-77" fmla="*/ 9707525 w 12269972"/>
              <a:gd name="connsiteY2-78" fmla="*/ 212651 h 212651"/>
              <a:gd name="connsiteX3-79" fmla="*/ 12269972 w 12269972"/>
              <a:gd name="connsiteY3-80" fmla="*/ 0 h 212651"/>
              <a:gd name="connsiteX0-81" fmla="*/ 0 w 12269972"/>
              <a:gd name="connsiteY0-82" fmla="*/ 85060 h 138223"/>
              <a:gd name="connsiteX1-83" fmla="*/ 2796363 w 12269972"/>
              <a:gd name="connsiteY1-84" fmla="*/ 138223 h 138223"/>
              <a:gd name="connsiteX2-85" fmla="*/ 7433632 w 12269972"/>
              <a:gd name="connsiteY2-86" fmla="*/ 100095 h 138223"/>
              <a:gd name="connsiteX3-87" fmla="*/ 12269972 w 12269972"/>
              <a:gd name="connsiteY3-88" fmla="*/ 0 h 138223"/>
              <a:gd name="connsiteX0-89" fmla="*/ 0 w 10182972"/>
              <a:gd name="connsiteY0-90" fmla="*/ 12702 h 65865"/>
              <a:gd name="connsiteX1-91" fmla="*/ 2796363 w 10182972"/>
              <a:gd name="connsiteY1-92" fmla="*/ 65865 h 65865"/>
              <a:gd name="connsiteX2-93" fmla="*/ 7433632 w 10182972"/>
              <a:gd name="connsiteY2-94" fmla="*/ 27737 h 65865"/>
              <a:gd name="connsiteX3-95" fmla="*/ 10182972 w 10182972"/>
              <a:gd name="connsiteY3-96" fmla="*/ 0 h 65865"/>
              <a:gd name="connsiteX0-97" fmla="*/ 0 w 10182972"/>
              <a:gd name="connsiteY0-98" fmla="*/ 12702 h 65865"/>
              <a:gd name="connsiteX1-99" fmla="*/ 2796363 w 10182972"/>
              <a:gd name="connsiteY1-100" fmla="*/ 65865 h 65865"/>
              <a:gd name="connsiteX2-101" fmla="*/ 7433632 w 10182972"/>
              <a:gd name="connsiteY2-102" fmla="*/ 27737 h 65865"/>
              <a:gd name="connsiteX3-103" fmla="*/ 10182972 w 10182972"/>
              <a:gd name="connsiteY3-104" fmla="*/ 0 h 65865"/>
              <a:gd name="connsiteX0-105" fmla="*/ 0 w 10182972"/>
              <a:gd name="connsiteY0-106" fmla="*/ 12702 h 75976"/>
              <a:gd name="connsiteX1-107" fmla="*/ 2796363 w 10182972"/>
              <a:gd name="connsiteY1-108" fmla="*/ 65865 h 75976"/>
              <a:gd name="connsiteX2-109" fmla="*/ 6499155 w 10182972"/>
              <a:gd name="connsiteY2-110" fmla="*/ 75976 h 75976"/>
              <a:gd name="connsiteX3-111" fmla="*/ 10182972 w 10182972"/>
              <a:gd name="connsiteY3-112" fmla="*/ 0 h 75976"/>
              <a:gd name="connsiteX0-113" fmla="*/ 0 w 10182972"/>
              <a:gd name="connsiteY0-114" fmla="*/ 12702 h 75976"/>
              <a:gd name="connsiteX1-115" fmla="*/ 3699691 w 10182972"/>
              <a:gd name="connsiteY1-116" fmla="*/ 17626 h 75976"/>
              <a:gd name="connsiteX2-117" fmla="*/ 6499155 w 10182972"/>
              <a:gd name="connsiteY2-118" fmla="*/ 75976 h 75976"/>
              <a:gd name="connsiteX3-119" fmla="*/ 10182972 w 10182972"/>
              <a:gd name="connsiteY3-120" fmla="*/ 0 h 75976"/>
              <a:gd name="connsiteX0-121" fmla="*/ 0 w 10182972"/>
              <a:gd name="connsiteY0-122" fmla="*/ 12702 h 59897"/>
              <a:gd name="connsiteX1-123" fmla="*/ 3699691 w 10182972"/>
              <a:gd name="connsiteY1-124" fmla="*/ 17626 h 59897"/>
              <a:gd name="connsiteX2-125" fmla="*/ 6218813 w 10182972"/>
              <a:gd name="connsiteY2-126" fmla="*/ 59897 h 59897"/>
              <a:gd name="connsiteX3-127" fmla="*/ 10182972 w 10182972"/>
              <a:gd name="connsiteY3-128" fmla="*/ 0 h 59897"/>
              <a:gd name="connsiteX0-129" fmla="*/ 0 w 9248495"/>
              <a:gd name="connsiteY0-130" fmla="*/ 12702 h 59897"/>
              <a:gd name="connsiteX1-131" fmla="*/ 3699691 w 9248495"/>
              <a:gd name="connsiteY1-132" fmla="*/ 17626 h 59897"/>
              <a:gd name="connsiteX2-133" fmla="*/ 6218813 w 9248495"/>
              <a:gd name="connsiteY2-134" fmla="*/ 59897 h 59897"/>
              <a:gd name="connsiteX3-135" fmla="*/ 9248495 w 9248495"/>
              <a:gd name="connsiteY3-136" fmla="*/ 0 h 59897"/>
              <a:gd name="connsiteX0-137" fmla="*/ 0 w 9248495"/>
              <a:gd name="connsiteY0-138" fmla="*/ 12702 h 27738"/>
              <a:gd name="connsiteX1-139" fmla="*/ 3699691 w 9248495"/>
              <a:gd name="connsiteY1-140" fmla="*/ 17626 h 27738"/>
              <a:gd name="connsiteX2-141" fmla="*/ 6218813 w 9248495"/>
              <a:gd name="connsiteY2-142" fmla="*/ 27738 h 27738"/>
              <a:gd name="connsiteX3-143" fmla="*/ 9248495 w 9248495"/>
              <a:gd name="connsiteY3-144" fmla="*/ 0 h 27738"/>
            </a:gdLst>
            <a:ahLst/>
            <a:cxnLst>
              <a:cxn ang="0">
                <a:pos x="connsiteX0-1" y="connsiteY0-2"/>
              </a:cxn>
              <a:cxn ang="0">
                <a:pos x="connsiteX1-3" y="connsiteY1-4"/>
              </a:cxn>
              <a:cxn ang="0">
                <a:pos x="connsiteX2-5" y="connsiteY2-6"/>
              </a:cxn>
              <a:cxn ang="0">
                <a:pos x="connsiteX3-7" y="connsiteY3-8"/>
              </a:cxn>
            </a:cxnLst>
            <a:rect l="l" t="t" r="r" b="b"/>
            <a:pathLst>
              <a:path w="9248495" h="27738">
                <a:moveTo>
                  <a:pt x="0" y="12702"/>
                </a:moveTo>
                <a:cubicBezTo>
                  <a:pt x="960474" y="44599"/>
                  <a:pt x="2663222" y="15120"/>
                  <a:pt x="3699691" y="17626"/>
                </a:cubicBezTo>
                <a:lnTo>
                  <a:pt x="6218813" y="27738"/>
                </a:lnTo>
                <a:lnTo>
                  <a:pt x="9248495" y="0"/>
                </a:lnTo>
              </a:path>
            </a:pathLst>
          </a:custGeom>
          <a:solidFill>
            <a:schemeClr val="bg1"/>
          </a:solidFill>
          <a:ln w="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200"/>
            <a:endParaRPr lang="zh-CN" altLang="en-US" sz="1865">
              <a:solidFill>
                <a:schemeClr val="tx1"/>
              </a:solidFill>
              <a:latin typeface="Senty小丸子" panose="03000600000000000000" pitchFamily="66" charset="-122"/>
              <a:ea typeface="Senty小丸子" panose="03000600000000000000" pitchFamily="66" charset="-122"/>
              <a:cs typeface="+mn-ea"/>
              <a:sym typeface="+mn-lt"/>
            </a:endParaRPr>
          </a:p>
        </p:txBody>
      </p:sp>
      <p:sp>
        <p:nvSpPr>
          <p:cNvPr id="454" name="任意多边形 453"/>
          <p:cNvSpPr/>
          <p:nvPr/>
        </p:nvSpPr>
        <p:spPr>
          <a:xfrm flipV="1">
            <a:off x="4677629" y="4234433"/>
            <a:ext cx="1224917" cy="74030"/>
          </a:xfrm>
          <a:custGeom>
            <a:avLst/>
            <a:gdLst>
              <a:gd name="connsiteX0" fmla="*/ 0 w 12338831"/>
              <a:gd name="connsiteY0" fmla="*/ 85134 h 212859"/>
              <a:gd name="connsiteX1" fmla="*/ 2796363 w 12338831"/>
              <a:gd name="connsiteY1" fmla="*/ 138297 h 212859"/>
              <a:gd name="connsiteX2" fmla="*/ 5252483 w 12338831"/>
              <a:gd name="connsiteY2" fmla="*/ 21339 h 212859"/>
              <a:gd name="connsiteX3" fmla="*/ 6730409 w 12338831"/>
              <a:gd name="connsiteY3" fmla="*/ 31971 h 212859"/>
              <a:gd name="connsiteX4" fmla="*/ 9707525 w 12338831"/>
              <a:gd name="connsiteY4" fmla="*/ 212725 h 212859"/>
              <a:gd name="connsiteX5" fmla="*/ 12269972 w 12338831"/>
              <a:gd name="connsiteY5" fmla="*/ 74 h 212859"/>
              <a:gd name="connsiteX6" fmla="*/ 11557590 w 12338831"/>
              <a:gd name="connsiteY6" fmla="*/ 191460 h 212859"/>
              <a:gd name="connsiteX0-1" fmla="*/ 0 w 12555671"/>
              <a:gd name="connsiteY0-2" fmla="*/ 85072 h 223296"/>
              <a:gd name="connsiteX1-3" fmla="*/ 2796363 w 12555671"/>
              <a:gd name="connsiteY1-4" fmla="*/ 138235 h 223296"/>
              <a:gd name="connsiteX2-5" fmla="*/ 5252483 w 12555671"/>
              <a:gd name="connsiteY2-6" fmla="*/ 21277 h 223296"/>
              <a:gd name="connsiteX3-7" fmla="*/ 6730409 w 12555671"/>
              <a:gd name="connsiteY3-8" fmla="*/ 31909 h 223296"/>
              <a:gd name="connsiteX4-9" fmla="*/ 9707525 w 12555671"/>
              <a:gd name="connsiteY4-10" fmla="*/ 212663 h 223296"/>
              <a:gd name="connsiteX5-11" fmla="*/ 12269972 w 12555671"/>
              <a:gd name="connsiteY5-12" fmla="*/ 12 h 223296"/>
              <a:gd name="connsiteX6-13" fmla="*/ 12355032 w 12555671"/>
              <a:gd name="connsiteY6-14" fmla="*/ 223296 h 223296"/>
              <a:gd name="connsiteX0-15" fmla="*/ 0 w 12555671"/>
              <a:gd name="connsiteY0-16" fmla="*/ 85072 h 223296"/>
              <a:gd name="connsiteX1-17" fmla="*/ 2796363 w 12555671"/>
              <a:gd name="connsiteY1-18" fmla="*/ 138235 h 223296"/>
              <a:gd name="connsiteX2-19" fmla="*/ 5252483 w 12555671"/>
              <a:gd name="connsiteY2-20" fmla="*/ 21277 h 223296"/>
              <a:gd name="connsiteX3-21" fmla="*/ 6730409 w 12555671"/>
              <a:gd name="connsiteY3-22" fmla="*/ 31909 h 223296"/>
              <a:gd name="connsiteX4-23" fmla="*/ 9707525 w 12555671"/>
              <a:gd name="connsiteY4-24" fmla="*/ 212663 h 223296"/>
              <a:gd name="connsiteX5-25" fmla="*/ 12269972 w 12555671"/>
              <a:gd name="connsiteY5-26" fmla="*/ 12 h 223296"/>
              <a:gd name="connsiteX6-27" fmla="*/ 12355032 w 12555671"/>
              <a:gd name="connsiteY6-28" fmla="*/ 223296 h 223296"/>
              <a:gd name="connsiteX0-29" fmla="*/ 0 w 12269972"/>
              <a:gd name="connsiteY0-30" fmla="*/ 85072 h 212797"/>
              <a:gd name="connsiteX1-31" fmla="*/ 2796363 w 12269972"/>
              <a:gd name="connsiteY1-32" fmla="*/ 138235 h 212797"/>
              <a:gd name="connsiteX2-33" fmla="*/ 5252483 w 12269972"/>
              <a:gd name="connsiteY2-34" fmla="*/ 21277 h 212797"/>
              <a:gd name="connsiteX3-35" fmla="*/ 6730409 w 12269972"/>
              <a:gd name="connsiteY3-36" fmla="*/ 31909 h 212797"/>
              <a:gd name="connsiteX4-37" fmla="*/ 9707525 w 12269972"/>
              <a:gd name="connsiteY4-38" fmla="*/ 212663 h 212797"/>
              <a:gd name="connsiteX5-39" fmla="*/ 12269972 w 12269972"/>
              <a:gd name="connsiteY5-40" fmla="*/ 12 h 212797"/>
              <a:gd name="connsiteX0-41" fmla="*/ 0 w 12269972"/>
              <a:gd name="connsiteY0-42" fmla="*/ 85060 h 212785"/>
              <a:gd name="connsiteX1-43" fmla="*/ 2796363 w 12269972"/>
              <a:gd name="connsiteY1-44" fmla="*/ 138223 h 212785"/>
              <a:gd name="connsiteX2-45" fmla="*/ 5252483 w 12269972"/>
              <a:gd name="connsiteY2-46" fmla="*/ 21265 h 212785"/>
              <a:gd name="connsiteX3-47" fmla="*/ 6730409 w 12269972"/>
              <a:gd name="connsiteY3-48" fmla="*/ 31897 h 212785"/>
              <a:gd name="connsiteX4-49" fmla="*/ 9707525 w 12269972"/>
              <a:gd name="connsiteY4-50" fmla="*/ 212651 h 212785"/>
              <a:gd name="connsiteX5-51" fmla="*/ 12269972 w 12269972"/>
              <a:gd name="connsiteY5-52" fmla="*/ 0 h 212785"/>
              <a:gd name="connsiteX0-53" fmla="*/ 0 w 12269972"/>
              <a:gd name="connsiteY0-54" fmla="*/ 85060 h 212785"/>
              <a:gd name="connsiteX1-55" fmla="*/ 2796363 w 12269972"/>
              <a:gd name="connsiteY1-56" fmla="*/ 138223 h 212785"/>
              <a:gd name="connsiteX2-57" fmla="*/ 6730409 w 12269972"/>
              <a:gd name="connsiteY2-58" fmla="*/ 31897 h 212785"/>
              <a:gd name="connsiteX3-59" fmla="*/ 9707525 w 12269972"/>
              <a:gd name="connsiteY3-60" fmla="*/ 212651 h 212785"/>
              <a:gd name="connsiteX4-61" fmla="*/ 12269972 w 12269972"/>
              <a:gd name="connsiteY4-62" fmla="*/ 0 h 212785"/>
              <a:gd name="connsiteX0-63" fmla="*/ 0 w 12269972"/>
              <a:gd name="connsiteY0-64" fmla="*/ 85060 h 212785"/>
              <a:gd name="connsiteX1-65" fmla="*/ 2796363 w 12269972"/>
              <a:gd name="connsiteY1-66" fmla="*/ 138223 h 212785"/>
              <a:gd name="connsiteX2-67" fmla="*/ 6730408 w 12269972"/>
              <a:gd name="connsiteY2-68" fmla="*/ 31897 h 212785"/>
              <a:gd name="connsiteX3-69" fmla="*/ 9707525 w 12269972"/>
              <a:gd name="connsiteY3-70" fmla="*/ 212651 h 212785"/>
              <a:gd name="connsiteX4-71" fmla="*/ 12269972 w 12269972"/>
              <a:gd name="connsiteY4-72" fmla="*/ 0 h 212785"/>
              <a:gd name="connsiteX0-73" fmla="*/ 0 w 12269972"/>
              <a:gd name="connsiteY0-74" fmla="*/ 85060 h 212651"/>
              <a:gd name="connsiteX1-75" fmla="*/ 2796363 w 12269972"/>
              <a:gd name="connsiteY1-76" fmla="*/ 138223 h 212651"/>
              <a:gd name="connsiteX2-77" fmla="*/ 9707525 w 12269972"/>
              <a:gd name="connsiteY2-78" fmla="*/ 212651 h 212651"/>
              <a:gd name="connsiteX3-79" fmla="*/ 12269972 w 12269972"/>
              <a:gd name="connsiteY3-80" fmla="*/ 0 h 212651"/>
              <a:gd name="connsiteX0-81" fmla="*/ 0 w 12269972"/>
              <a:gd name="connsiteY0-82" fmla="*/ 85060 h 138223"/>
              <a:gd name="connsiteX1-83" fmla="*/ 2796363 w 12269972"/>
              <a:gd name="connsiteY1-84" fmla="*/ 138223 h 138223"/>
              <a:gd name="connsiteX2-85" fmla="*/ 7433632 w 12269972"/>
              <a:gd name="connsiteY2-86" fmla="*/ 100095 h 138223"/>
              <a:gd name="connsiteX3-87" fmla="*/ 12269972 w 12269972"/>
              <a:gd name="connsiteY3-88" fmla="*/ 0 h 138223"/>
              <a:gd name="connsiteX0-89" fmla="*/ 0 w 10182972"/>
              <a:gd name="connsiteY0-90" fmla="*/ 12702 h 65865"/>
              <a:gd name="connsiteX1-91" fmla="*/ 2796363 w 10182972"/>
              <a:gd name="connsiteY1-92" fmla="*/ 65865 h 65865"/>
              <a:gd name="connsiteX2-93" fmla="*/ 7433632 w 10182972"/>
              <a:gd name="connsiteY2-94" fmla="*/ 27737 h 65865"/>
              <a:gd name="connsiteX3-95" fmla="*/ 10182972 w 10182972"/>
              <a:gd name="connsiteY3-96" fmla="*/ 0 h 65865"/>
              <a:gd name="connsiteX0-97" fmla="*/ 0 w 10182972"/>
              <a:gd name="connsiteY0-98" fmla="*/ 12702 h 65865"/>
              <a:gd name="connsiteX1-99" fmla="*/ 2796363 w 10182972"/>
              <a:gd name="connsiteY1-100" fmla="*/ 65865 h 65865"/>
              <a:gd name="connsiteX2-101" fmla="*/ 7433632 w 10182972"/>
              <a:gd name="connsiteY2-102" fmla="*/ 27737 h 65865"/>
              <a:gd name="connsiteX3-103" fmla="*/ 10182972 w 10182972"/>
              <a:gd name="connsiteY3-104" fmla="*/ 0 h 65865"/>
              <a:gd name="connsiteX0-105" fmla="*/ 0 w 10182972"/>
              <a:gd name="connsiteY0-106" fmla="*/ 12702 h 75976"/>
              <a:gd name="connsiteX1-107" fmla="*/ 2796363 w 10182972"/>
              <a:gd name="connsiteY1-108" fmla="*/ 65865 h 75976"/>
              <a:gd name="connsiteX2-109" fmla="*/ 6499155 w 10182972"/>
              <a:gd name="connsiteY2-110" fmla="*/ 75976 h 75976"/>
              <a:gd name="connsiteX3-111" fmla="*/ 10182972 w 10182972"/>
              <a:gd name="connsiteY3-112" fmla="*/ 0 h 75976"/>
              <a:gd name="connsiteX0-113" fmla="*/ 0 w 10182972"/>
              <a:gd name="connsiteY0-114" fmla="*/ 12702 h 75976"/>
              <a:gd name="connsiteX1-115" fmla="*/ 3699691 w 10182972"/>
              <a:gd name="connsiteY1-116" fmla="*/ 17626 h 75976"/>
              <a:gd name="connsiteX2-117" fmla="*/ 6499155 w 10182972"/>
              <a:gd name="connsiteY2-118" fmla="*/ 75976 h 75976"/>
              <a:gd name="connsiteX3-119" fmla="*/ 10182972 w 10182972"/>
              <a:gd name="connsiteY3-120" fmla="*/ 0 h 75976"/>
              <a:gd name="connsiteX0-121" fmla="*/ 0 w 10182972"/>
              <a:gd name="connsiteY0-122" fmla="*/ 12702 h 59897"/>
              <a:gd name="connsiteX1-123" fmla="*/ 3699691 w 10182972"/>
              <a:gd name="connsiteY1-124" fmla="*/ 17626 h 59897"/>
              <a:gd name="connsiteX2-125" fmla="*/ 6218813 w 10182972"/>
              <a:gd name="connsiteY2-126" fmla="*/ 59897 h 59897"/>
              <a:gd name="connsiteX3-127" fmla="*/ 10182972 w 10182972"/>
              <a:gd name="connsiteY3-128" fmla="*/ 0 h 59897"/>
              <a:gd name="connsiteX0-129" fmla="*/ 0 w 9248495"/>
              <a:gd name="connsiteY0-130" fmla="*/ 12702 h 59897"/>
              <a:gd name="connsiteX1-131" fmla="*/ 3699691 w 9248495"/>
              <a:gd name="connsiteY1-132" fmla="*/ 17626 h 59897"/>
              <a:gd name="connsiteX2-133" fmla="*/ 6218813 w 9248495"/>
              <a:gd name="connsiteY2-134" fmla="*/ 59897 h 59897"/>
              <a:gd name="connsiteX3-135" fmla="*/ 9248495 w 9248495"/>
              <a:gd name="connsiteY3-136" fmla="*/ 0 h 59897"/>
              <a:gd name="connsiteX0-137" fmla="*/ 0 w 9248495"/>
              <a:gd name="connsiteY0-138" fmla="*/ 12702 h 27738"/>
              <a:gd name="connsiteX1-139" fmla="*/ 3699691 w 9248495"/>
              <a:gd name="connsiteY1-140" fmla="*/ 17626 h 27738"/>
              <a:gd name="connsiteX2-141" fmla="*/ 6218813 w 9248495"/>
              <a:gd name="connsiteY2-142" fmla="*/ 27738 h 27738"/>
              <a:gd name="connsiteX3-143" fmla="*/ 9248495 w 9248495"/>
              <a:gd name="connsiteY3-144" fmla="*/ 0 h 27738"/>
            </a:gdLst>
            <a:ahLst/>
            <a:cxnLst>
              <a:cxn ang="0">
                <a:pos x="connsiteX0-1" y="connsiteY0-2"/>
              </a:cxn>
              <a:cxn ang="0">
                <a:pos x="connsiteX1-3" y="connsiteY1-4"/>
              </a:cxn>
              <a:cxn ang="0">
                <a:pos x="connsiteX2-5" y="connsiteY2-6"/>
              </a:cxn>
              <a:cxn ang="0">
                <a:pos x="connsiteX3-7" y="connsiteY3-8"/>
              </a:cxn>
            </a:cxnLst>
            <a:rect l="l" t="t" r="r" b="b"/>
            <a:pathLst>
              <a:path w="9248495" h="27738">
                <a:moveTo>
                  <a:pt x="0" y="12702"/>
                </a:moveTo>
                <a:cubicBezTo>
                  <a:pt x="960474" y="44599"/>
                  <a:pt x="2663222" y="15120"/>
                  <a:pt x="3699691" y="17626"/>
                </a:cubicBezTo>
                <a:lnTo>
                  <a:pt x="6218813" y="27738"/>
                </a:lnTo>
                <a:lnTo>
                  <a:pt x="9248495" y="0"/>
                </a:lnTo>
              </a:path>
            </a:pathLst>
          </a:custGeom>
          <a:solidFill>
            <a:schemeClr val="bg1"/>
          </a:solidFill>
          <a:ln w="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200"/>
            <a:endParaRPr lang="zh-CN" altLang="en-US" sz="1865">
              <a:solidFill>
                <a:schemeClr val="tx1"/>
              </a:solidFill>
              <a:latin typeface="Senty小丸子" panose="03000600000000000000" pitchFamily="66" charset="-122"/>
              <a:ea typeface="Senty小丸子" panose="03000600000000000000" pitchFamily="66" charset="-122"/>
              <a:cs typeface="+mn-ea"/>
              <a:sym typeface="+mn-lt"/>
            </a:endParaRPr>
          </a:p>
        </p:txBody>
      </p:sp>
      <p:sp>
        <p:nvSpPr>
          <p:cNvPr id="455" name="任意多边形 454"/>
          <p:cNvSpPr/>
          <p:nvPr/>
        </p:nvSpPr>
        <p:spPr>
          <a:xfrm flipV="1">
            <a:off x="4677629" y="5112253"/>
            <a:ext cx="1224917" cy="74030"/>
          </a:xfrm>
          <a:custGeom>
            <a:avLst/>
            <a:gdLst>
              <a:gd name="connsiteX0" fmla="*/ 0 w 12338831"/>
              <a:gd name="connsiteY0" fmla="*/ 85134 h 212859"/>
              <a:gd name="connsiteX1" fmla="*/ 2796363 w 12338831"/>
              <a:gd name="connsiteY1" fmla="*/ 138297 h 212859"/>
              <a:gd name="connsiteX2" fmla="*/ 5252483 w 12338831"/>
              <a:gd name="connsiteY2" fmla="*/ 21339 h 212859"/>
              <a:gd name="connsiteX3" fmla="*/ 6730409 w 12338831"/>
              <a:gd name="connsiteY3" fmla="*/ 31971 h 212859"/>
              <a:gd name="connsiteX4" fmla="*/ 9707525 w 12338831"/>
              <a:gd name="connsiteY4" fmla="*/ 212725 h 212859"/>
              <a:gd name="connsiteX5" fmla="*/ 12269972 w 12338831"/>
              <a:gd name="connsiteY5" fmla="*/ 74 h 212859"/>
              <a:gd name="connsiteX6" fmla="*/ 11557590 w 12338831"/>
              <a:gd name="connsiteY6" fmla="*/ 191460 h 212859"/>
              <a:gd name="connsiteX0-1" fmla="*/ 0 w 12555671"/>
              <a:gd name="connsiteY0-2" fmla="*/ 85072 h 223296"/>
              <a:gd name="connsiteX1-3" fmla="*/ 2796363 w 12555671"/>
              <a:gd name="connsiteY1-4" fmla="*/ 138235 h 223296"/>
              <a:gd name="connsiteX2-5" fmla="*/ 5252483 w 12555671"/>
              <a:gd name="connsiteY2-6" fmla="*/ 21277 h 223296"/>
              <a:gd name="connsiteX3-7" fmla="*/ 6730409 w 12555671"/>
              <a:gd name="connsiteY3-8" fmla="*/ 31909 h 223296"/>
              <a:gd name="connsiteX4-9" fmla="*/ 9707525 w 12555671"/>
              <a:gd name="connsiteY4-10" fmla="*/ 212663 h 223296"/>
              <a:gd name="connsiteX5-11" fmla="*/ 12269972 w 12555671"/>
              <a:gd name="connsiteY5-12" fmla="*/ 12 h 223296"/>
              <a:gd name="connsiteX6-13" fmla="*/ 12355032 w 12555671"/>
              <a:gd name="connsiteY6-14" fmla="*/ 223296 h 223296"/>
              <a:gd name="connsiteX0-15" fmla="*/ 0 w 12555671"/>
              <a:gd name="connsiteY0-16" fmla="*/ 85072 h 223296"/>
              <a:gd name="connsiteX1-17" fmla="*/ 2796363 w 12555671"/>
              <a:gd name="connsiteY1-18" fmla="*/ 138235 h 223296"/>
              <a:gd name="connsiteX2-19" fmla="*/ 5252483 w 12555671"/>
              <a:gd name="connsiteY2-20" fmla="*/ 21277 h 223296"/>
              <a:gd name="connsiteX3-21" fmla="*/ 6730409 w 12555671"/>
              <a:gd name="connsiteY3-22" fmla="*/ 31909 h 223296"/>
              <a:gd name="connsiteX4-23" fmla="*/ 9707525 w 12555671"/>
              <a:gd name="connsiteY4-24" fmla="*/ 212663 h 223296"/>
              <a:gd name="connsiteX5-25" fmla="*/ 12269972 w 12555671"/>
              <a:gd name="connsiteY5-26" fmla="*/ 12 h 223296"/>
              <a:gd name="connsiteX6-27" fmla="*/ 12355032 w 12555671"/>
              <a:gd name="connsiteY6-28" fmla="*/ 223296 h 223296"/>
              <a:gd name="connsiteX0-29" fmla="*/ 0 w 12269972"/>
              <a:gd name="connsiteY0-30" fmla="*/ 85072 h 212797"/>
              <a:gd name="connsiteX1-31" fmla="*/ 2796363 w 12269972"/>
              <a:gd name="connsiteY1-32" fmla="*/ 138235 h 212797"/>
              <a:gd name="connsiteX2-33" fmla="*/ 5252483 w 12269972"/>
              <a:gd name="connsiteY2-34" fmla="*/ 21277 h 212797"/>
              <a:gd name="connsiteX3-35" fmla="*/ 6730409 w 12269972"/>
              <a:gd name="connsiteY3-36" fmla="*/ 31909 h 212797"/>
              <a:gd name="connsiteX4-37" fmla="*/ 9707525 w 12269972"/>
              <a:gd name="connsiteY4-38" fmla="*/ 212663 h 212797"/>
              <a:gd name="connsiteX5-39" fmla="*/ 12269972 w 12269972"/>
              <a:gd name="connsiteY5-40" fmla="*/ 12 h 212797"/>
              <a:gd name="connsiteX0-41" fmla="*/ 0 w 12269972"/>
              <a:gd name="connsiteY0-42" fmla="*/ 85060 h 212785"/>
              <a:gd name="connsiteX1-43" fmla="*/ 2796363 w 12269972"/>
              <a:gd name="connsiteY1-44" fmla="*/ 138223 h 212785"/>
              <a:gd name="connsiteX2-45" fmla="*/ 5252483 w 12269972"/>
              <a:gd name="connsiteY2-46" fmla="*/ 21265 h 212785"/>
              <a:gd name="connsiteX3-47" fmla="*/ 6730409 w 12269972"/>
              <a:gd name="connsiteY3-48" fmla="*/ 31897 h 212785"/>
              <a:gd name="connsiteX4-49" fmla="*/ 9707525 w 12269972"/>
              <a:gd name="connsiteY4-50" fmla="*/ 212651 h 212785"/>
              <a:gd name="connsiteX5-51" fmla="*/ 12269972 w 12269972"/>
              <a:gd name="connsiteY5-52" fmla="*/ 0 h 212785"/>
              <a:gd name="connsiteX0-53" fmla="*/ 0 w 12269972"/>
              <a:gd name="connsiteY0-54" fmla="*/ 85060 h 212785"/>
              <a:gd name="connsiteX1-55" fmla="*/ 2796363 w 12269972"/>
              <a:gd name="connsiteY1-56" fmla="*/ 138223 h 212785"/>
              <a:gd name="connsiteX2-57" fmla="*/ 6730409 w 12269972"/>
              <a:gd name="connsiteY2-58" fmla="*/ 31897 h 212785"/>
              <a:gd name="connsiteX3-59" fmla="*/ 9707525 w 12269972"/>
              <a:gd name="connsiteY3-60" fmla="*/ 212651 h 212785"/>
              <a:gd name="connsiteX4-61" fmla="*/ 12269972 w 12269972"/>
              <a:gd name="connsiteY4-62" fmla="*/ 0 h 212785"/>
              <a:gd name="connsiteX0-63" fmla="*/ 0 w 12269972"/>
              <a:gd name="connsiteY0-64" fmla="*/ 85060 h 212785"/>
              <a:gd name="connsiteX1-65" fmla="*/ 2796363 w 12269972"/>
              <a:gd name="connsiteY1-66" fmla="*/ 138223 h 212785"/>
              <a:gd name="connsiteX2-67" fmla="*/ 6730408 w 12269972"/>
              <a:gd name="connsiteY2-68" fmla="*/ 31897 h 212785"/>
              <a:gd name="connsiteX3-69" fmla="*/ 9707525 w 12269972"/>
              <a:gd name="connsiteY3-70" fmla="*/ 212651 h 212785"/>
              <a:gd name="connsiteX4-71" fmla="*/ 12269972 w 12269972"/>
              <a:gd name="connsiteY4-72" fmla="*/ 0 h 212785"/>
              <a:gd name="connsiteX0-73" fmla="*/ 0 w 12269972"/>
              <a:gd name="connsiteY0-74" fmla="*/ 85060 h 212651"/>
              <a:gd name="connsiteX1-75" fmla="*/ 2796363 w 12269972"/>
              <a:gd name="connsiteY1-76" fmla="*/ 138223 h 212651"/>
              <a:gd name="connsiteX2-77" fmla="*/ 9707525 w 12269972"/>
              <a:gd name="connsiteY2-78" fmla="*/ 212651 h 212651"/>
              <a:gd name="connsiteX3-79" fmla="*/ 12269972 w 12269972"/>
              <a:gd name="connsiteY3-80" fmla="*/ 0 h 212651"/>
              <a:gd name="connsiteX0-81" fmla="*/ 0 w 12269972"/>
              <a:gd name="connsiteY0-82" fmla="*/ 85060 h 138223"/>
              <a:gd name="connsiteX1-83" fmla="*/ 2796363 w 12269972"/>
              <a:gd name="connsiteY1-84" fmla="*/ 138223 h 138223"/>
              <a:gd name="connsiteX2-85" fmla="*/ 7433632 w 12269972"/>
              <a:gd name="connsiteY2-86" fmla="*/ 100095 h 138223"/>
              <a:gd name="connsiteX3-87" fmla="*/ 12269972 w 12269972"/>
              <a:gd name="connsiteY3-88" fmla="*/ 0 h 138223"/>
              <a:gd name="connsiteX0-89" fmla="*/ 0 w 10182972"/>
              <a:gd name="connsiteY0-90" fmla="*/ 12702 h 65865"/>
              <a:gd name="connsiteX1-91" fmla="*/ 2796363 w 10182972"/>
              <a:gd name="connsiteY1-92" fmla="*/ 65865 h 65865"/>
              <a:gd name="connsiteX2-93" fmla="*/ 7433632 w 10182972"/>
              <a:gd name="connsiteY2-94" fmla="*/ 27737 h 65865"/>
              <a:gd name="connsiteX3-95" fmla="*/ 10182972 w 10182972"/>
              <a:gd name="connsiteY3-96" fmla="*/ 0 h 65865"/>
              <a:gd name="connsiteX0-97" fmla="*/ 0 w 10182972"/>
              <a:gd name="connsiteY0-98" fmla="*/ 12702 h 65865"/>
              <a:gd name="connsiteX1-99" fmla="*/ 2796363 w 10182972"/>
              <a:gd name="connsiteY1-100" fmla="*/ 65865 h 65865"/>
              <a:gd name="connsiteX2-101" fmla="*/ 7433632 w 10182972"/>
              <a:gd name="connsiteY2-102" fmla="*/ 27737 h 65865"/>
              <a:gd name="connsiteX3-103" fmla="*/ 10182972 w 10182972"/>
              <a:gd name="connsiteY3-104" fmla="*/ 0 h 65865"/>
              <a:gd name="connsiteX0-105" fmla="*/ 0 w 10182972"/>
              <a:gd name="connsiteY0-106" fmla="*/ 12702 h 75976"/>
              <a:gd name="connsiteX1-107" fmla="*/ 2796363 w 10182972"/>
              <a:gd name="connsiteY1-108" fmla="*/ 65865 h 75976"/>
              <a:gd name="connsiteX2-109" fmla="*/ 6499155 w 10182972"/>
              <a:gd name="connsiteY2-110" fmla="*/ 75976 h 75976"/>
              <a:gd name="connsiteX3-111" fmla="*/ 10182972 w 10182972"/>
              <a:gd name="connsiteY3-112" fmla="*/ 0 h 75976"/>
              <a:gd name="connsiteX0-113" fmla="*/ 0 w 10182972"/>
              <a:gd name="connsiteY0-114" fmla="*/ 12702 h 75976"/>
              <a:gd name="connsiteX1-115" fmla="*/ 3699691 w 10182972"/>
              <a:gd name="connsiteY1-116" fmla="*/ 17626 h 75976"/>
              <a:gd name="connsiteX2-117" fmla="*/ 6499155 w 10182972"/>
              <a:gd name="connsiteY2-118" fmla="*/ 75976 h 75976"/>
              <a:gd name="connsiteX3-119" fmla="*/ 10182972 w 10182972"/>
              <a:gd name="connsiteY3-120" fmla="*/ 0 h 75976"/>
              <a:gd name="connsiteX0-121" fmla="*/ 0 w 10182972"/>
              <a:gd name="connsiteY0-122" fmla="*/ 12702 h 59897"/>
              <a:gd name="connsiteX1-123" fmla="*/ 3699691 w 10182972"/>
              <a:gd name="connsiteY1-124" fmla="*/ 17626 h 59897"/>
              <a:gd name="connsiteX2-125" fmla="*/ 6218813 w 10182972"/>
              <a:gd name="connsiteY2-126" fmla="*/ 59897 h 59897"/>
              <a:gd name="connsiteX3-127" fmla="*/ 10182972 w 10182972"/>
              <a:gd name="connsiteY3-128" fmla="*/ 0 h 59897"/>
              <a:gd name="connsiteX0-129" fmla="*/ 0 w 9248495"/>
              <a:gd name="connsiteY0-130" fmla="*/ 12702 h 59897"/>
              <a:gd name="connsiteX1-131" fmla="*/ 3699691 w 9248495"/>
              <a:gd name="connsiteY1-132" fmla="*/ 17626 h 59897"/>
              <a:gd name="connsiteX2-133" fmla="*/ 6218813 w 9248495"/>
              <a:gd name="connsiteY2-134" fmla="*/ 59897 h 59897"/>
              <a:gd name="connsiteX3-135" fmla="*/ 9248495 w 9248495"/>
              <a:gd name="connsiteY3-136" fmla="*/ 0 h 59897"/>
              <a:gd name="connsiteX0-137" fmla="*/ 0 w 9248495"/>
              <a:gd name="connsiteY0-138" fmla="*/ 12702 h 27738"/>
              <a:gd name="connsiteX1-139" fmla="*/ 3699691 w 9248495"/>
              <a:gd name="connsiteY1-140" fmla="*/ 17626 h 27738"/>
              <a:gd name="connsiteX2-141" fmla="*/ 6218813 w 9248495"/>
              <a:gd name="connsiteY2-142" fmla="*/ 27738 h 27738"/>
              <a:gd name="connsiteX3-143" fmla="*/ 9248495 w 9248495"/>
              <a:gd name="connsiteY3-144" fmla="*/ 0 h 27738"/>
            </a:gdLst>
            <a:ahLst/>
            <a:cxnLst>
              <a:cxn ang="0">
                <a:pos x="connsiteX0-1" y="connsiteY0-2"/>
              </a:cxn>
              <a:cxn ang="0">
                <a:pos x="connsiteX1-3" y="connsiteY1-4"/>
              </a:cxn>
              <a:cxn ang="0">
                <a:pos x="connsiteX2-5" y="connsiteY2-6"/>
              </a:cxn>
              <a:cxn ang="0">
                <a:pos x="connsiteX3-7" y="connsiteY3-8"/>
              </a:cxn>
            </a:cxnLst>
            <a:rect l="l" t="t" r="r" b="b"/>
            <a:pathLst>
              <a:path w="9248495" h="27738">
                <a:moveTo>
                  <a:pt x="0" y="12702"/>
                </a:moveTo>
                <a:cubicBezTo>
                  <a:pt x="960474" y="44599"/>
                  <a:pt x="2663222" y="15120"/>
                  <a:pt x="3699691" y="17626"/>
                </a:cubicBezTo>
                <a:lnTo>
                  <a:pt x="6218813" y="27738"/>
                </a:lnTo>
                <a:lnTo>
                  <a:pt x="9248495" y="0"/>
                </a:lnTo>
              </a:path>
            </a:pathLst>
          </a:custGeom>
          <a:solidFill>
            <a:schemeClr val="bg1"/>
          </a:solidFill>
          <a:ln w="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200"/>
            <a:endParaRPr lang="zh-CN" altLang="en-US" sz="1865">
              <a:solidFill>
                <a:schemeClr val="tx1"/>
              </a:solidFill>
              <a:latin typeface="Senty小丸子" panose="03000600000000000000" pitchFamily="66" charset="-122"/>
              <a:ea typeface="Senty小丸子" panose="03000600000000000000" pitchFamily="66" charset="-122"/>
              <a:cs typeface="+mn-ea"/>
              <a:sym typeface="+mn-lt"/>
            </a:endParaRPr>
          </a:p>
        </p:txBody>
      </p:sp>
      <p:sp>
        <p:nvSpPr>
          <p:cNvPr id="456" name="文本框 455"/>
          <p:cNvSpPr txBox="1"/>
          <p:nvPr/>
        </p:nvSpPr>
        <p:spPr>
          <a:xfrm>
            <a:off x="4350850" y="2103021"/>
            <a:ext cx="1691677" cy="466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lvl="0" algn="ctr">
              <a:lnSpc>
                <a:spcPct val="114000"/>
              </a:lnSpc>
              <a:defRPr sz="2000">
                <a:solidFill>
                  <a:srgbClr val="000000"/>
                </a:solidFill>
                <a:latin typeface="方正静蕾简体"/>
                <a:ea typeface="方正静蕾简体"/>
                <a:cs typeface="+mn-ea"/>
              </a:defRPr>
            </a:lvl1pPr>
          </a:lstStyle>
          <a:p>
            <a:pPr algn="r" defTabSz="1219200"/>
            <a:r>
              <a:rPr lang="zh-CN" altLang="en-US" sz="2135" b="1" dirty="0">
                <a:solidFill>
                  <a:schemeClr val="tx1"/>
                </a:solidFill>
                <a:latin typeface="Senty小丸子" panose="03000600000000000000" pitchFamily="66" charset="-122"/>
                <a:ea typeface="Senty小丸子" panose="03000600000000000000" pitchFamily="66" charset="-122"/>
                <a:sym typeface="+mn-lt"/>
              </a:rPr>
              <a:t>标题文字</a:t>
            </a:r>
            <a:endParaRPr lang="zh-CN" altLang="en-US" sz="2135" b="1" dirty="0">
              <a:solidFill>
                <a:schemeClr val="tx1"/>
              </a:solidFill>
              <a:latin typeface="Senty小丸子" panose="03000600000000000000" pitchFamily="66" charset="-122"/>
              <a:ea typeface="Senty小丸子" panose="03000600000000000000" pitchFamily="66" charset="-122"/>
              <a:sym typeface="+mn-lt"/>
            </a:endParaRPr>
          </a:p>
        </p:txBody>
      </p:sp>
      <p:sp>
        <p:nvSpPr>
          <p:cNvPr id="457" name="文本框 93"/>
          <p:cNvSpPr txBox="1">
            <a:spLocks noChangeArrowheads="1"/>
          </p:cNvSpPr>
          <p:nvPr/>
        </p:nvSpPr>
        <p:spPr bwMode="auto">
          <a:xfrm>
            <a:off x="6047639" y="2070337"/>
            <a:ext cx="4816263" cy="607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defTabSz="1219200">
              <a:lnSpc>
                <a:spcPct val="114000"/>
              </a:lnSpc>
            </a:pPr>
            <a:r>
              <a:rPr lang="zh-CN" altLang="en-US" sz="1465" dirty="0">
                <a:latin typeface="Senty小丸子" panose="03000600000000000000" pitchFamily="66" charset="-122"/>
                <a:ea typeface="Senty小丸子" panose="03000600000000000000" pitchFamily="66" charset="-122"/>
                <a:cs typeface="+mn-ea"/>
                <a:sym typeface="+mn-lt"/>
              </a:rPr>
              <a:t>此处添加详细文本描述，建议与标题相关并符合整体语言风格，语言描述尽量简洁生动。</a:t>
            </a:r>
            <a:endParaRPr lang="en-US" altLang="zh-CN" sz="1465" dirty="0">
              <a:latin typeface="Senty小丸子" panose="03000600000000000000" pitchFamily="66" charset="-122"/>
              <a:ea typeface="Senty小丸子" panose="03000600000000000000" pitchFamily="66" charset="-122"/>
              <a:cs typeface="+mn-ea"/>
              <a:sym typeface="+mn-lt"/>
            </a:endParaRPr>
          </a:p>
        </p:txBody>
      </p:sp>
      <p:sp>
        <p:nvSpPr>
          <p:cNvPr id="458" name="文本框 457"/>
          <p:cNvSpPr txBox="1"/>
          <p:nvPr/>
        </p:nvSpPr>
        <p:spPr>
          <a:xfrm>
            <a:off x="4350850" y="3001411"/>
            <a:ext cx="1691677" cy="466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lvl="0" algn="ctr">
              <a:lnSpc>
                <a:spcPct val="114000"/>
              </a:lnSpc>
              <a:defRPr sz="2000">
                <a:solidFill>
                  <a:srgbClr val="000000"/>
                </a:solidFill>
                <a:latin typeface="方正静蕾简体"/>
                <a:ea typeface="方正静蕾简体"/>
                <a:cs typeface="+mn-ea"/>
              </a:defRPr>
            </a:lvl1pPr>
          </a:lstStyle>
          <a:p>
            <a:pPr algn="r" defTabSz="1219200"/>
            <a:r>
              <a:rPr lang="zh-CN" altLang="en-US" sz="2135" b="1" dirty="0">
                <a:solidFill>
                  <a:schemeClr val="tx1"/>
                </a:solidFill>
                <a:latin typeface="Senty小丸子" panose="03000600000000000000" pitchFamily="66" charset="-122"/>
                <a:ea typeface="Senty小丸子" panose="03000600000000000000" pitchFamily="66" charset="-122"/>
                <a:sym typeface="+mn-lt"/>
              </a:rPr>
              <a:t>标题文字</a:t>
            </a:r>
            <a:endParaRPr lang="zh-CN" altLang="en-US" sz="2135" b="1" dirty="0">
              <a:solidFill>
                <a:schemeClr val="tx1"/>
              </a:solidFill>
              <a:latin typeface="Senty小丸子" panose="03000600000000000000" pitchFamily="66" charset="-122"/>
              <a:ea typeface="Senty小丸子" panose="03000600000000000000" pitchFamily="66" charset="-122"/>
              <a:sym typeface="+mn-lt"/>
            </a:endParaRPr>
          </a:p>
        </p:txBody>
      </p:sp>
      <p:sp>
        <p:nvSpPr>
          <p:cNvPr id="459" name="文本框 93"/>
          <p:cNvSpPr txBox="1">
            <a:spLocks noChangeArrowheads="1"/>
          </p:cNvSpPr>
          <p:nvPr/>
        </p:nvSpPr>
        <p:spPr bwMode="auto">
          <a:xfrm>
            <a:off x="6047639" y="2968727"/>
            <a:ext cx="4855939" cy="607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defTabSz="1219200">
              <a:lnSpc>
                <a:spcPct val="114000"/>
              </a:lnSpc>
            </a:pPr>
            <a:r>
              <a:rPr lang="zh-CN" altLang="en-US" sz="1465" dirty="0">
                <a:latin typeface="Senty小丸子" panose="03000600000000000000" pitchFamily="66" charset="-122"/>
                <a:ea typeface="Senty小丸子" panose="03000600000000000000" pitchFamily="66" charset="-122"/>
                <a:cs typeface="+mn-ea"/>
                <a:sym typeface="+mn-lt"/>
              </a:rPr>
              <a:t>此处添加详细文本描述，建议与标题相关并符合整体语言风格，语言描述尽量简洁生动。</a:t>
            </a:r>
            <a:endParaRPr lang="en-US" altLang="zh-CN" sz="1465" dirty="0">
              <a:latin typeface="Senty小丸子" panose="03000600000000000000" pitchFamily="66" charset="-122"/>
              <a:ea typeface="Senty小丸子" panose="03000600000000000000" pitchFamily="66" charset="-122"/>
              <a:cs typeface="+mn-ea"/>
              <a:sym typeface="+mn-lt"/>
            </a:endParaRPr>
          </a:p>
        </p:txBody>
      </p:sp>
      <p:sp>
        <p:nvSpPr>
          <p:cNvPr id="460" name="文本框 459"/>
          <p:cNvSpPr txBox="1"/>
          <p:nvPr/>
        </p:nvSpPr>
        <p:spPr>
          <a:xfrm>
            <a:off x="4350850" y="3888713"/>
            <a:ext cx="1691677" cy="466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lvl="0" algn="ctr">
              <a:lnSpc>
                <a:spcPct val="114000"/>
              </a:lnSpc>
              <a:defRPr sz="2000">
                <a:solidFill>
                  <a:srgbClr val="000000"/>
                </a:solidFill>
                <a:latin typeface="方正静蕾简体"/>
                <a:ea typeface="方正静蕾简体"/>
                <a:cs typeface="+mn-ea"/>
              </a:defRPr>
            </a:lvl1pPr>
          </a:lstStyle>
          <a:p>
            <a:pPr algn="r" defTabSz="1219200"/>
            <a:r>
              <a:rPr lang="zh-CN" altLang="en-US" sz="2135" b="1" dirty="0">
                <a:solidFill>
                  <a:schemeClr val="tx1"/>
                </a:solidFill>
                <a:latin typeface="Senty小丸子" panose="03000600000000000000" pitchFamily="66" charset="-122"/>
                <a:ea typeface="Senty小丸子" panose="03000600000000000000" pitchFamily="66" charset="-122"/>
                <a:sym typeface="+mn-lt"/>
              </a:rPr>
              <a:t>标题文字</a:t>
            </a:r>
            <a:endParaRPr lang="zh-CN" altLang="en-US" sz="2135" b="1" dirty="0">
              <a:solidFill>
                <a:schemeClr val="tx1"/>
              </a:solidFill>
              <a:latin typeface="Senty小丸子" panose="03000600000000000000" pitchFamily="66" charset="-122"/>
              <a:ea typeface="Senty小丸子" panose="03000600000000000000" pitchFamily="66" charset="-122"/>
              <a:sym typeface="+mn-lt"/>
            </a:endParaRPr>
          </a:p>
        </p:txBody>
      </p:sp>
      <p:sp>
        <p:nvSpPr>
          <p:cNvPr id="461" name="文本框 93"/>
          <p:cNvSpPr txBox="1">
            <a:spLocks noChangeArrowheads="1"/>
          </p:cNvSpPr>
          <p:nvPr/>
        </p:nvSpPr>
        <p:spPr bwMode="auto">
          <a:xfrm>
            <a:off x="6047639" y="3856029"/>
            <a:ext cx="4855939" cy="607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defTabSz="1219200">
              <a:lnSpc>
                <a:spcPct val="114000"/>
              </a:lnSpc>
            </a:pPr>
            <a:r>
              <a:rPr lang="zh-CN" altLang="en-US" sz="1465" dirty="0">
                <a:latin typeface="Senty小丸子" panose="03000600000000000000" pitchFamily="66" charset="-122"/>
                <a:ea typeface="Senty小丸子" panose="03000600000000000000" pitchFamily="66" charset="-122"/>
                <a:cs typeface="+mn-ea"/>
                <a:sym typeface="+mn-lt"/>
              </a:rPr>
              <a:t>此处添加详细文本描述，建议与标题相关并符合整体语言风格，语言描述尽量简洁生动。</a:t>
            </a:r>
            <a:endParaRPr lang="en-US" altLang="zh-CN" sz="1465" dirty="0">
              <a:latin typeface="Senty小丸子" panose="03000600000000000000" pitchFamily="66" charset="-122"/>
              <a:ea typeface="Senty小丸子" panose="03000600000000000000" pitchFamily="66" charset="-122"/>
              <a:cs typeface="+mn-ea"/>
              <a:sym typeface="+mn-lt"/>
            </a:endParaRPr>
          </a:p>
        </p:txBody>
      </p:sp>
      <p:sp>
        <p:nvSpPr>
          <p:cNvPr id="462" name="文本框 461"/>
          <p:cNvSpPr txBox="1"/>
          <p:nvPr/>
        </p:nvSpPr>
        <p:spPr>
          <a:xfrm>
            <a:off x="4350850" y="4729603"/>
            <a:ext cx="1691677" cy="466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lvl="0" algn="ctr">
              <a:lnSpc>
                <a:spcPct val="114000"/>
              </a:lnSpc>
              <a:defRPr sz="2000">
                <a:solidFill>
                  <a:srgbClr val="000000"/>
                </a:solidFill>
                <a:latin typeface="方正静蕾简体"/>
                <a:ea typeface="方正静蕾简体"/>
                <a:cs typeface="+mn-ea"/>
              </a:defRPr>
            </a:lvl1pPr>
          </a:lstStyle>
          <a:p>
            <a:pPr algn="r" defTabSz="1219200"/>
            <a:r>
              <a:rPr lang="zh-CN" altLang="en-US" sz="2135" b="1" dirty="0">
                <a:solidFill>
                  <a:schemeClr val="tx1"/>
                </a:solidFill>
                <a:latin typeface="Senty小丸子" panose="03000600000000000000" pitchFamily="66" charset="-122"/>
                <a:ea typeface="Senty小丸子" panose="03000600000000000000" pitchFamily="66" charset="-122"/>
                <a:sym typeface="+mn-lt"/>
              </a:rPr>
              <a:t>标题文字</a:t>
            </a:r>
            <a:endParaRPr lang="zh-CN" altLang="en-US" sz="2135" b="1" dirty="0">
              <a:solidFill>
                <a:schemeClr val="tx1"/>
              </a:solidFill>
              <a:latin typeface="Senty小丸子" panose="03000600000000000000" pitchFamily="66" charset="-122"/>
              <a:ea typeface="Senty小丸子" panose="03000600000000000000" pitchFamily="66" charset="-122"/>
              <a:sym typeface="+mn-lt"/>
            </a:endParaRPr>
          </a:p>
        </p:txBody>
      </p:sp>
      <p:sp>
        <p:nvSpPr>
          <p:cNvPr id="463" name="文本框 93"/>
          <p:cNvSpPr txBox="1">
            <a:spLocks noChangeArrowheads="1"/>
          </p:cNvSpPr>
          <p:nvPr/>
        </p:nvSpPr>
        <p:spPr bwMode="auto">
          <a:xfrm>
            <a:off x="6047639" y="4696919"/>
            <a:ext cx="4855939" cy="607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defTabSz="1219200">
              <a:lnSpc>
                <a:spcPct val="114000"/>
              </a:lnSpc>
            </a:pPr>
            <a:r>
              <a:rPr lang="zh-CN" altLang="en-US" sz="1465" dirty="0">
                <a:latin typeface="Senty小丸子" panose="03000600000000000000" pitchFamily="66" charset="-122"/>
                <a:ea typeface="Senty小丸子" panose="03000600000000000000" pitchFamily="66" charset="-122"/>
                <a:cs typeface="+mn-ea"/>
                <a:sym typeface="+mn-lt"/>
              </a:rPr>
              <a:t>此处添加详细文本描述，建议与标题相关并符合整体语言风格，语言描述尽量简洁生动。</a:t>
            </a:r>
            <a:endParaRPr lang="en-US" altLang="zh-CN" sz="1465" dirty="0">
              <a:latin typeface="Senty小丸子" panose="03000600000000000000" pitchFamily="66" charset="-122"/>
              <a:ea typeface="Senty小丸子" panose="03000600000000000000" pitchFamily="66" charset="-122"/>
              <a:cs typeface="+mn-ea"/>
              <a:sym typeface="+mn-lt"/>
            </a:endParaRPr>
          </a:p>
        </p:txBody>
      </p:sp>
      <p:pic>
        <p:nvPicPr>
          <p:cNvPr id="464" name="图片 463"/>
          <p:cNvPicPr>
            <a:picLocks noChangeAspect="1"/>
          </p:cNvPicPr>
          <p:nvPr/>
        </p:nvPicPr>
        <p:blipFill rotWithShape="1">
          <a:blip r:embed="rId1">
            <a:biLevel thresh="50000"/>
            <a:extLst>
              <a:ext uri="{28A0092B-C50C-407E-A947-70E740481C1C}">
                <a14:useLocalDpi xmlns:a14="http://schemas.microsoft.com/office/drawing/2010/main" val="0"/>
              </a:ext>
            </a:extLst>
          </a:blip>
          <a:srcRect l="10833" t="74307" r="69167" b="5448"/>
          <a:stretch>
            <a:fillRect/>
          </a:stretch>
        </p:blipFill>
        <p:spPr>
          <a:xfrm>
            <a:off x="489897" y="1799773"/>
            <a:ext cx="4291596" cy="3908418"/>
          </a:xfrm>
          <a:prstGeom prst="rect">
            <a:avLst/>
          </a:prstGeom>
          <a:ln>
            <a:noFill/>
          </a:ln>
        </p:spPr>
      </p:pic>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mc:AlternateContent xmlns:mc="http://schemas.openxmlformats.org/markup-compatibility/2006">
    <mc:Choice xmlns:p14="http://schemas.microsoft.com/office/powerpoint/2010/main"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 presetClass="entr" presetSubtype="4" accel="56000" fill="hold" nodeType="afterEffect" p14:presetBounceEnd="56000">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14:bounceEnd="56000">
                                          <p:cBhvr additive="base">
                                            <p:cTn id="11" dur="1000" fill="hold"/>
                                            <p:tgtEl>
                                              <p:spTgt spid="3"/>
                                            </p:tgtEl>
                                            <p:attrNameLst>
                                              <p:attrName>ppt_x</p:attrName>
                                            </p:attrNameLst>
                                          </p:cBhvr>
                                          <p:tavLst>
                                            <p:tav tm="0">
                                              <p:val>
                                                <p:strVal val="#ppt_x"/>
                                              </p:val>
                                            </p:tav>
                                            <p:tav tm="100000">
                                              <p:val>
                                                <p:strVal val="#ppt_x"/>
                                              </p:val>
                                            </p:tav>
                                          </p:tavLst>
                                        </p:anim>
                                        <p:anim calcmode="lin" valueType="num" p14:bounceEnd="56000">
                                          <p:cBhvr additive="base">
                                            <p:cTn id="12" dur="1000" fill="hold"/>
                                            <p:tgtEl>
                                              <p:spTgt spid="3"/>
                                            </p:tgtEl>
                                            <p:attrNameLst>
                                              <p:attrName>ppt_y</p:attrName>
                                            </p:attrNameLst>
                                          </p:cBhvr>
                                          <p:tavLst>
                                            <p:tav tm="0">
                                              <p:val>
                                                <p:strVal val="1+#ppt_h/2"/>
                                              </p:val>
                                            </p:tav>
                                            <p:tav tm="100000">
                                              <p:val>
                                                <p:strVal val="#ppt_y"/>
                                              </p:val>
                                            </p:tav>
                                          </p:tavLst>
                                        </p:anim>
                                      </p:childTnLst>
                                    </p:cTn>
                                  </p:par>
                                </p:childTnLst>
                              </p:cTn>
                            </p:par>
                            <p:par>
                              <p:cTn id="13" fill="hold">
                                <p:stCondLst>
                                  <p:cond delay="1500"/>
                                </p:stCondLst>
                                <p:childTnLst>
                                  <p:par>
                                    <p:cTn id="14" presetID="2" presetClass="entr" presetSubtype="8" fill="hold" grpId="0" nodeType="afterEffect">
                                      <p:stCondLst>
                                        <p:cond delay="0"/>
                                      </p:stCondLst>
                                      <p:childTnLst>
                                        <p:set>
                                          <p:cBhvr>
                                            <p:cTn id="15" dur="1" fill="hold">
                                              <p:stCondLst>
                                                <p:cond delay="0"/>
                                              </p:stCondLst>
                                            </p:cTn>
                                            <p:tgtEl>
                                              <p:spTgt spid="452"/>
                                            </p:tgtEl>
                                            <p:attrNameLst>
                                              <p:attrName>style.visibility</p:attrName>
                                            </p:attrNameLst>
                                          </p:cBhvr>
                                          <p:to>
                                            <p:strVal val="visible"/>
                                          </p:to>
                                        </p:set>
                                        <p:anim calcmode="lin" valueType="num">
                                          <p:cBhvr additive="base">
                                            <p:cTn id="16" dur="500" fill="hold"/>
                                            <p:tgtEl>
                                              <p:spTgt spid="452"/>
                                            </p:tgtEl>
                                            <p:attrNameLst>
                                              <p:attrName>ppt_x</p:attrName>
                                            </p:attrNameLst>
                                          </p:cBhvr>
                                          <p:tavLst>
                                            <p:tav tm="0">
                                              <p:val>
                                                <p:strVal val="0-#ppt_w/2"/>
                                              </p:val>
                                            </p:tav>
                                            <p:tav tm="100000">
                                              <p:val>
                                                <p:strVal val="#ppt_x"/>
                                              </p:val>
                                            </p:tav>
                                          </p:tavLst>
                                        </p:anim>
                                        <p:anim calcmode="lin" valueType="num">
                                          <p:cBhvr additive="base">
                                            <p:cTn id="17" dur="500" fill="hold"/>
                                            <p:tgtEl>
                                              <p:spTgt spid="452"/>
                                            </p:tgtEl>
                                            <p:attrNameLst>
                                              <p:attrName>ppt_y</p:attrName>
                                            </p:attrNameLst>
                                          </p:cBhvr>
                                          <p:tavLst>
                                            <p:tav tm="0">
                                              <p:val>
                                                <p:strVal val="#ppt_y"/>
                                              </p:val>
                                            </p:tav>
                                            <p:tav tm="100000">
                                              <p:val>
                                                <p:strVal val="#ppt_y"/>
                                              </p:val>
                                            </p:tav>
                                          </p:tavLst>
                                        </p:anim>
                                      </p:childTnLst>
                                    </p:cTn>
                                  </p:par>
                                  <p:par>
                                    <p:cTn id="18" presetID="2" presetClass="entr" presetSubtype="8" fill="hold" grpId="0" nodeType="withEffect">
                                      <p:stCondLst>
                                        <p:cond delay="0"/>
                                      </p:stCondLst>
                                      <p:childTnLst>
                                        <p:set>
                                          <p:cBhvr>
                                            <p:cTn id="19" dur="1" fill="hold">
                                              <p:stCondLst>
                                                <p:cond delay="0"/>
                                              </p:stCondLst>
                                            </p:cTn>
                                            <p:tgtEl>
                                              <p:spTgt spid="453"/>
                                            </p:tgtEl>
                                            <p:attrNameLst>
                                              <p:attrName>style.visibility</p:attrName>
                                            </p:attrNameLst>
                                          </p:cBhvr>
                                          <p:to>
                                            <p:strVal val="visible"/>
                                          </p:to>
                                        </p:set>
                                        <p:anim calcmode="lin" valueType="num">
                                          <p:cBhvr additive="base">
                                            <p:cTn id="20" dur="500" fill="hold"/>
                                            <p:tgtEl>
                                              <p:spTgt spid="453"/>
                                            </p:tgtEl>
                                            <p:attrNameLst>
                                              <p:attrName>ppt_x</p:attrName>
                                            </p:attrNameLst>
                                          </p:cBhvr>
                                          <p:tavLst>
                                            <p:tav tm="0">
                                              <p:val>
                                                <p:strVal val="0-#ppt_w/2"/>
                                              </p:val>
                                            </p:tav>
                                            <p:tav tm="100000">
                                              <p:val>
                                                <p:strVal val="#ppt_x"/>
                                              </p:val>
                                            </p:tav>
                                          </p:tavLst>
                                        </p:anim>
                                        <p:anim calcmode="lin" valueType="num">
                                          <p:cBhvr additive="base">
                                            <p:cTn id="21" dur="500" fill="hold"/>
                                            <p:tgtEl>
                                              <p:spTgt spid="453"/>
                                            </p:tgtEl>
                                            <p:attrNameLst>
                                              <p:attrName>ppt_y</p:attrName>
                                            </p:attrNameLst>
                                          </p:cBhvr>
                                          <p:tavLst>
                                            <p:tav tm="0">
                                              <p:val>
                                                <p:strVal val="#ppt_y"/>
                                              </p:val>
                                            </p:tav>
                                            <p:tav tm="100000">
                                              <p:val>
                                                <p:strVal val="#ppt_y"/>
                                              </p:val>
                                            </p:tav>
                                          </p:tavLst>
                                        </p:anim>
                                      </p:childTnLst>
                                    </p:cTn>
                                  </p:par>
                                  <p:par>
                                    <p:cTn id="22" presetID="2" presetClass="entr" presetSubtype="8" fill="hold" grpId="0" nodeType="withEffect">
                                      <p:stCondLst>
                                        <p:cond delay="0"/>
                                      </p:stCondLst>
                                      <p:childTnLst>
                                        <p:set>
                                          <p:cBhvr>
                                            <p:cTn id="23" dur="1" fill="hold">
                                              <p:stCondLst>
                                                <p:cond delay="0"/>
                                              </p:stCondLst>
                                            </p:cTn>
                                            <p:tgtEl>
                                              <p:spTgt spid="454"/>
                                            </p:tgtEl>
                                            <p:attrNameLst>
                                              <p:attrName>style.visibility</p:attrName>
                                            </p:attrNameLst>
                                          </p:cBhvr>
                                          <p:to>
                                            <p:strVal val="visible"/>
                                          </p:to>
                                        </p:set>
                                        <p:anim calcmode="lin" valueType="num">
                                          <p:cBhvr additive="base">
                                            <p:cTn id="24" dur="500" fill="hold"/>
                                            <p:tgtEl>
                                              <p:spTgt spid="454"/>
                                            </p:tgtEl>
                                            <p:attrNameLst>
                                              <p:attrName>ppt_x</p:attrName>
                                            </p:attrNameLst>
                                          </p:cBhvr>
                                          <p:tavLst>
                                            <p:tav tm="0">
                                              <p:val>
                                                <p:strVal val="0-#ppt_w/2"/>
                                              </p:val>
                                            </p:tav>
                                            <p:tav tm="100000">
                                              <p:val>
                                                <p:strVal val="#ppt_x"/>
                                              </p:val>
                                            </p:tav>
                                          </p:tavLst>
                                        </p:anim>
                                        <p:anim calcmode="lin" valueType="num">
                                          <p:cBhvr additive="base">
                                            <p:cTn id="25" dur="500" fill="hold"/>
                                            <p:tgtEl>
                                              <p:spTgt spid="454"/>
                                            </p:tgtEl>
                                            <p:attrNameLst>
                                              <p:attrName>ppt_y</p:attrName>
                                            </p:attrNameLst>
                                          </p:cBhvr>
                                          <p:tavLst>
                                            <p:tav tm="0">
                                              <p:val>
                                                <p:strVal val="#ppt_y"/>
                                              </p:val>
                                            </p:tav>
                                            <p:tav tm="100000">
                                              <p:val>
                                                <p:strVal val="#ppt_y"/>
                                              </p:val>
                                            </p:tav>
                                          </p:tavLst>
                                        </p:anim>
                                      </p:childTnLst>
                                    </p:cTn>
                                  </p:par>
                                  <p:par>
                                    <p:cTn id="26" presetID="2" presetClass="entr" presetSubtype="8" fill="hold" grpId="0" nodeType="withEffect">
                                      <p:stCondLst>
                                        <p:cond delay="0"/>
                                      </p:stCondLst>
                                      <p:childTnLst>
                                        <p:set>
                                          <p:cBhvr>
                                            <p:cTn id="27" dur="1" fill="hold">
                                              <p:stCondLst>
                                                <p:cond delay="0"/>
                                              </p:stCondLst>
                                            </p:cTn>
                                            <p:tgtEl>
                                              <p:spTgt spid="455"/>
                                            </p:tgtEl>
                                            <p:attrNameLst>
                                              <p:attrName>style.visibility</p:attrName>
                                            </p:attrNameLst>
                                          </p:cBhvr>
                                          <p:to>
                                            <p:strVal val="visible"/>
                                          </p:to>
                                        </p:set>
                                        <p:anim calcmode="lin" valueType="num">
                                          <p:cBhvr additive="base">
                                            <p:cTn id="28" dur="500" fill="hold"/>
                                            <p:tgtEl>
                                              <p:spTgt spid="455"/>
                                            </p:tgtEl>
                                            <p:attrNameLst>
                                              <p:attrName>ppt_x</p:attrName>
                                            </p:attrNameLst>
                                          </p:cBhvr>
                                          <p:tavLst>
                                            <p:tav tm="0">
                                              <p:val>
                                                <p:strVal val="0-#ppt_w/2"/>
                                              </p:val>
                                            </p:tav>
                                            <p:tav tm="100000">
                                              <p:val>
                                                <p:strVal val="#ppt_x"/>
                                              </p:val>
                                            </p:tav>
                                          </p:tavLst>
                                        </p:anim>
                                        <p:anim calcmode="lin" valueType="num">
                                          <p:cBhvr additive="base">
                                            <p:cTn id="29" dur="500" fill="hold"/>
                                            <p:tgtEl>
                                              <p:spTgt spid="455"/>
                                            </p:tgtEl>
                                            <p:attrNameLst>
                                              <p:attrName>ppt_y</p:attrName>
                                            </p:attrNameLst>
                                          </p:cBhvr>
                                          <p:tavLst>
                                            <p:tav tm="0">
                                              <p:val>
                                                <p:strVal val="#ppt_y"/>
                                              </p:val>
                                            </p:tav>
                                            <p:tav tm="100000">
                                              <p:val>
                                                <p:strVal val="#ppt_y"/>
                                              </p:val>
                                            </p:tav>
                                          </p:tavLst>
                                        </p:anim>
                                      </p:childTnLst>
                                    </p:cTn>
                                  </p:par>
                                  <p:par>
                                    <p:cTn id="30" presetID="2" presetClass="entr" presetSubtype="8" fill="hold" grpId="0" nodeType="withEffect">
                                      <p:stCondLst>
                                        <p:cond delay="0"/>
                                      </p:stCondLst>
                                      <p:childTnLst>
                                        <p:set>
                                          <p:cBhvr>
                                            <p:cTn id="31" dur="1" fill="hold">
                                              <p:stCondLst>
                                                <p:cond delay="0"/>
                                              </p:stCondLst>
                                            </p:cTn>
                                            <p:tgtEl>
                                              <p:spTgt spid="456"/>
                                            </p:tgtEl>
                                            <p:attrNameLst>
                                              <p:attrName>style.visibility</p:attrName>
                                            </p:attrNameLst>
                                          </p:cBhvr>
                                          <p:to>
                                            <p:strVal val="visible"/>
                                          </p:to>
                                        </p:set>
                                        <p:anim calcmode="lin" valueType="num">
                                          <p:cBhvr additive="base">
                                            <p:cTn id="32" dur="500" fill="hold"/>
                                            <p:tgtEl>
                                              <p:spTgt spid="456"/>
                                            </p:tgtEl>
                                            <p:attrNameLst>
                                              <p:attrName>ppt_x</p:attrName>
                                            </p:attrNameLst>
                                          </p:cBhvr>
                                          <p:tavLst>
                                            <p:tav tm="0">
                                              <p:val>
                                                <p:strVal val="0-#ppt_w/2"/>
                                              </p:val>
                                            </p:tav>
                                            <p:tav tm="100000">
                                              <p:val>
                                                <p:strVal val="#ppt_x"/>
                                              </p:val>
                                            </p:tav>
                                          </p:tavLst>
                                        </p:anim>
                                        <p:anim calcmode="lin" valueType="num">
                                          <p:cBhvr additive="base">
                                            <p:cTn id="33" dur="500" fill="hold"/>
                                            <p:tgtEl>
                                              <p:spTgt spid="456"/>
                                            </p:tgtEl>
                                            <p:attrNameLst>
                                              <p:attrName>ppt_y</p:attrName>
                                            </p:attrNameLst>
                                          </p:cBhvr>
                                          <p:tavLst>
                                            <p:tav tm="0">
                                              <p:val>
                                                <p:strVal val="#ppt_y"/>
                                              </p:val>
                                            </p:tav>
                                            <p:tav tm="100000">
                                              <p:val>
                                                <p:strVal val="#ppt_y"/>
                                              </p:val>
                                            </p:tav>
                                          </p:tavLst>
                                        </p:anim>
                                      </p:childTnLst>
                                    </p:cTn>
                                  </p:par>
                                  <p:par>
                                    <p:cTn id="34" presetID="2" presetClass="entr" presetSubtype="8" fill="hold" grpId="0" nodeType="withEffect">
                                      <p:stCondLst>
                                        <p:cond delay="0"/>
                                      </p:stCondLst>
                                      <p:childTnLst>
                                        <p:set>
                                          <p:cBhvr>
                                            <p:cTn id="35" dur="1" fill="hold">
                                              <p:stCondLst>
                                                <p:cond delay="0"/>
                                              </p:stCondLst>
                                            </p:cTn>
                                            <p:tgtEl>
                                              <p:spTgt spid="457"/>
                                            </p:tgtEl>
                                            <p:attrNameLst>
                                              <p:attrName>style.visibility</p:attrName>
                                            </p:attrNameLst>
                                          </p:cBhvr>
                                          <p:to>
                                            <p:strVal val="visible"/>
                                          </p:to>
                                        </p:set>
                                        <p:anim calcmode="lin" valueType="num">
                                          <p:cBhvr additive="base">
                                            <p:cTn id="36" dur="500" fill="hold"/>
                                            <p:tgtEl>
                                              <p:spTgt spid="457"/>
                                            </p:tgtEl>
                                            <p:attrNameLst>
                                              <p:attrName>ppt_x</p:attrName>
                                            </p:attrNameLst>
                                          </p:cBhvr>
                                          <p:tavLst>
                                            <p:tav tm="0">
                                              <p:val>
                                                <p:strVal val="0-#ppt_w/2"/>
                                              </p:val>
                                            </p:tav>
                                            <p:tav tm="100000">
                                              <p:val>
                                                <p:strVal val="#ppt_x"/>
                                              </p:val>
                                            </p:tav>
                                          </p:tavLst>
                                        </p:anim>
                                        <p:anim calcmode="lin" valueType="num">
                                          <p:cBhvr additive="base">
                                            <p:cTn id="37" dur="500" fill="hold"/>
                                            <p:tgtEl>
                                              <p:spTgt spid="457"/>
                                            </p:tgtEl>
                                            <p:attrNameLst>
                                              <p:attrName>ppt_y</p:attrName>
                                            </p:attrNameLst>
                                          </p:cBhvr>
                                          <p:tavLst>
                                            <p:tav tm="0">
                                              <p:val>
                                                <p:strVal val="#ppt_y"/>
                                              </p:val>
                                            </p:tav>
                                            <p:tav tm="100000">
                                              <p:val>
                                                <p:strVal val="#ppt_y"/>
                                              </p:val>
                                            </p:tav>
                                          </p:tavLst>
                                        </p:anim>
                                      </p:childTnLst>
                                    </p:cTn>
                                  </p:par>
                                  <p:par>
                                    <p:cTn id="38" presetID="2" presetClass="entr" presetSubtype="8" fill="hold" grpId="0" nodeType="withEffect">
                                      <p:stCondLst>
                                        <p:cond delay="0"/>
                                      </p:stCondLst>
                                      <p:childTnLst>
                                        <p:set>
                                          <p:cBhvr>
                                            <p:cTn id="39" dur="1" fill="hold">
                                              <p:stCondLst>
                                                <p:cond delay="0"/>
                                              </p:stCondLst>
                                            </p:cTn>
                                            <p:tgtEl>
                                              <p:spTgt spid="458"/>
                                            </p:tgtEl>
                                            <p:attrNameLst>
                                              <p:attrName>style.visibility</p:attrName>
                                            </p:attrNameLst>
                                          </p:cBhvr>
                                          <p:to>
                                            <p:strVal val="visible"/>
                                          </p:to>
                                        </p:set>
                                        <p:anim calcmode="lin" valueType="num">
                                          <p:cBhvr additive="base">
                                            <p:cTn id="40" dur="500" fill="hold"/>
                                            <p:tgtEl>
                                              <p:spTgt spid="458"/>
                                            </p:tgtEl>
                                            <p:attrNameLst>
                                              <p:attrName>ppt_x</p:attrName>
                                            </p:attrNameLst>
                                          </p:cBhvr>
                                          <p:tavLst>
                                            <p:tav tm="0">
                                              <p:val>
                                                <p:strVal val="0-#ppt_w/2"/>
                                              </p:val>
                                            </p:tav>
                                            <p:tav tm="100000">
                                              <p:val>
                                                <p:strVal val="#ppt_x"/>
                                              </p:val>
                                            </p:tav>
                                          </p:tavLst>
                                        </p:anim>
                                        <p:anim calcmode="lin" valueType="num">
                                          <p:cBhvr additive="base">
                                            <p:cTn id="41" dur="500" fill="hold"/>
                                            <p:tgtEl>
                                              <p:spTgt spid="458"/>
                                            </p:tgtEl>
                                            <p:attrNameLst>
                                              <p:attrName>ppt_y</p:attrName>
                                            </p:attrNameLst>
                                          </p:cBhvr>
                                          <p:tavLst>
                                            <p:tav tm="0">
                                              <p:val>
                                                <p:strVal val="#ppt_y"/>
                                              </p:val>
                                            </p:tav>
                                            <p:tav tm="100000">
                                              <p:val>
                                                <p:strVal val="#ppt_y"/>
                                              </p:val>
                                            </p:tav>
                                          </p:tavLst>
                                        </p:anim>
                                      </p:childTnLst>
                                    </p:cTn>
                                  </p:par>
                                  <p:par>
                                    <p:cTn id="42" presetID="2" presetClass="entr" presetSubtype="8" fill="hold" grpId="0" nodeType="withEffect">
                                      <p:stCondLst>
                                        <p:cond delay="0"/>
                                      </p:stCondLst>
                                      <p:childTnLst>
                                        <p:set>
                                          <p:cBhvr>
                                            <p:cTn id="43" dur="1" fill="hold">
                                              <p:stCondLst>
                                                <p:cond delay="0"/>
                                              </p:stCondLst>
                                            </p:cTn>
                                            <p:tgtEl>
                                              <p:spTgt spid="459"/>
                                            </p:tgtEl>
                                            <p:attrNameLst>
                                              <p:attrName>style.visibility</p:attrName>
                                            </p:attrNameLst>
                                          </p:cBhvr>
                                          <p:to>
                                            <p:strVal val="visible"/>
                                          </p:to>
                                        </p:set>
                                        <p:anim calcmode="lin" valueType="num">
                                          <p:cBhvr additive="base">
                                            <p:cTn id="44" dur="500" fill="hold"/>
                                            <p:tgtEl>
                                              <p:spTgt spid="459"/>
                                            </p:tgtEl>
                                            <p:attrNameLst>
                                              <p:attrName>ppt_x</p:attrName>
                                            </p:attrNameLst>
                                          </p:cBhvr>
                                          <p:tavLst>
                                            <p:tav tm="0">
                                              <p:val>
                                                <p:strVal val="0-#ppt_w/2"/>
                                              </p:val>
                                            </p:tav>
                                            <p:tav tm="100000">
                                              <p:val>
                                                <p:strVal val="#ppt_x"/>
                                              </p:val>
                                            </p:tav>
                                          </p:tavLst>
                                        </p:anim>
                                        <p:anim calcmode="lin" valueType="num">
                                          <p:cBhvr additive="base">
                                            <p:cTn id="45" dur="500" fill="hold"/>
                                            <p:tgtEl>
                                              <p:spTgt spid="459"/>
                                            </p:tgtEl>
                                            <p:attrNameLst>
                                              <p:attrName>ppt_y</p:attrName>
                                            </p:attrNameLst>
                                          </p:cBhvr>
                                          <p:tavLst>
                                            <p:tav tm="0">
                                              <p:val>
                                                <p:strVal val="#ppt_y"/>
                                              </p:val>
                                            </p:tav>
                                            <p:tav tm="100000">
                                              <p:val>
                                                <p:strVal val="#ppt_y"/>
                                              </p:val>
                                            </p:tav>
                                          </p:tavLst>
                                        </p:anim>
                                      </p:childTnLst>
                                    </p:cTn>
                                  </p:par>
                                  <p:par>
                                    <p:cTn id="46" presetID="2" presetClass="entr" presetSubtype="8" fill="hold" grpId="0" nodeType="withEffect">
                                      <p:stCondLst>
                                        <p:cond delay="0"/>
                                      </p:stCondLst>
                                      <p:childTnLst>
                                        <p:set>
                                          <p:cBhvr>
                                            <p:cTn id="47" dur="1" fill="hold">
                                              <p:stCondLst>
                                                <p:cond delay="0"/>
                                              </p:stCondLst>
                                            </p:cTn>
                                            <p:tgtEl>
                                              <p:spTgt spid="460"/>
                                            </p:tgtEl>
                                            <p:attrNameLst>
                                              <p:attrName>style.visibility</p:attrName>
                                            </p:attrNameLst>
                                          </p:cBhvr>
                                          <p:to>
                                            <p:strVal val="visible"/>
                                          </p:to>
                                        </p:set>
                                        <p:anim calcmode="lin" valueType="num">
                                          <p:cBhvr additive="base">
                                            <p:cTn id="48" dur="500" fill="hold"/>
                                            <p:tgtEl>
                                              <p:spTgt spid="460"/>
                                            </p:tgtEl>
                                            <p:attrNameLst>
                                              <p:attrName>ppt_x</p:attrName>
                                            </p:attrNameLst>
                                          </p:cBhvr>
                                          <p:tavLst>
                                            <p:tav tm="0">
                                              <p:val>
                                                <p:strVal val="0-#ppt_w/2"/>
                                              </p:val>
                                            </p:tav>
                                            <p:tav tm="100000">
                                              <p:val>
                                                <p:strVal val="#ppt_x"/>
                                              </p:val>
                                            </p:tav>
                                          </p:tavLst>
                                        </p:anim>
                                        <p:anim calcmode="lin" valueType="num">
                                          <p:cBhvr additive="base">
                                            <p:cTn id="49" dur="500" fill="hold"/>
                                            <p:tgtEl>
                                              <p:spTgt spid="460"/>
                                            </p:tgtEl>
                                            <p:attrNameLst>
                                              <p:attrName>ppt_y</p:attrName>
                                            </p:attrNameLst>
                                          </p:cBhvr>
                                          <p:tavLst>
                                            <p:tav tm="0">
                                              <p:val>
                                                <p:strVal val="#ppt_y"/>
                                              </p:val>
                                            </p:tav>
                                            <p:tav tm="100000">
                                              <p:val>
                                                <p:strVal val="#ppt_y"/>
                                              </p:val>
                                            </p:tav>
                                          </p:tavLst>
                                        </p:anim>
                                      </p:childTnLst>
                                    </p:cTn>
                                  </p:par>
                                  <p:par>
                                    <p:cTn id="50" presetID="2" presetClass="entr" presetSubtype="8" fill="hold" grpId="0" nodeType="withEffect">
                                      <p:stCondLst>
                                        <p:cond delay="0"/>
                                      </p:stCondLst>
                                      <p:childTnLst>
                                        <p:set>
                                          <p:cBhvr>
                                            <p:cTn id="51" dur="1" fill="hold">
                                              <p:stCondLst>
                                                <p:cond delay="0"/>
                                              </p:stCondLst>
                                            </p:cTn>
                                            <p:tgtEl>
                                              <p:spTgt spid="461"/>
                                            </p:tgtEl>
                                            <p:attrNameLst>
                                              <p:attrName>style.visibility</p:attrName>
                                            </p:attrNameLst>
                                          </p:cBhvr>
                                          <p:to>
                                            <p:strVal val="visible"/>
                                          </p:to>
                                        </p:set>
                                        <p:anim calcmode="lin" valueType="num">
                                          <p:cBhvr additive="base">
                                            <p:cTn id="52" dur="500" fill="hold"/>
                                            <p:tgtEl>
                                              <p:spTgt spid="461"/>
                                            </p:tgtEl>
                                            <p:attrNameLst>
                                              <p:attrName>ppt_x</p:attrName>
                                            </p:attrNameLst>
                                          </p:cBhvr>
                                          <p:tavLst>
                                            <p:tav tm="0">
                                              <p:val>
                                                <p:strVal val="0-#ppt_w/2"/>
                                              </p:val>
                                            </p:tav>
                                            <p:tav tm="100000">
                                              <p:val>
                                                <p:strVal val="#ppt_x"/>
                                              </p:val>
                                            </p:tav>
                                          </p:tavLst>
                                        </p:anim>
                                        <p:anim calcmode="lin" valueType="num">
                                          <p:cBhvr additive="base">
                                            <p:cTn id="53" dur="500" fill="hold"/>
                                            <p:tgtEl>
                                              <p:spTgt spid="461"/>
                                            </p:tgtEl>
                                            <p:attrNameLst>
                                              <p:attrName>ppt_y</p:attrName>
                                            </p:attrNameLst>
                                          </p:cBhvr>
                                          <p:tavLst>
                                            <p:tav tm="0">
                                              <p:val>
                                                <p:strVal val="#ppt_y"/>
                                              </p:val>
                                            </p:tav>
                                            <p:tav tm="100000">
                                              <p:val>
                                                <p:strVal val="#ppt_y"/>
                                              </p:val>
                                            </p:tav>
                                          </p:tavLst>
                                        </p:anim>
                                      </p:childTnLst>
                                    </p:cTn>
                                  </p:par>
                                  <p:par>
                                    <p:cTn id="54" presetID="2" presetClass="entr" presetSubtype="8" fill="hold" grpId="0" nodeType="withEffect">
                                      <p:stCondLst>
                                        <p:cond delay="0"/>
                                      </p:stCondLst>
                                      <p:childTnLst>
                                        <p:set>
                                          <p:cBhvr>
                                            <p:cTn id="55" dur="1" fill="hold">
                                              <p:stCondLst>
                                                <p:cond delay="0"/>
                                              </p:stCondLst>
                                            </p:cTn>
                                            <p:tgtEl>
                                              <p:spTgt spid="462"/>
                                            </p:tgtEl>
                                            <p:attrNameLst>
                                              <p:attrName>style.visibility</p:attrName>
                                            </p:attrNameLst>
                                          </p:cBhvr>
                                          <p:to>
                                            <p:strVal val="visible"/>
                                          </p:to>
                                        </p:set>
                                        <p:anim calcmode="lin" valueType="num">
                                          <p:cBhvr additive="base">
                                            <p:cTn id="56" dur="500" fill="hold"/>
                                            <p:tgtEl>
                                              <p:spTgt spid="462"/>
                                            </p:tgtEl>
                                            <p:attrNameLst>
                                              <p:attrName>ppt_x</p:attrName>
                                            </p:attrNameLst>
                                          </p:cBhvr>
                                          <p:tavLst>
                                            <p:tav tm="0">
                                              <p:val>
                                                <p:strVal val="0-#ppt_w/2"/>
                                              </p:val>
                                            </p:tav>
                                            <p:tav tm="100000">
                                              <p:val>
                                                <p:strVal val="#ppt_x"/>
                                              </p:val>
                                            </p:tav>
                                          </p:tavLst>
                                        </p:anim>
                                        <p:anim calcmode="lin" valueType="num">
                                          <p:cBhvr additive="base">
                                            <p:cTn id="57" dur="500" fill="hold"/>
                                            <p:tgtEl>
                                              <p:spTgt spid="462"/>
                                            </p:tgtEl>
                                            <p:attrNameLst>
                                              <p:attrName>ppt_y</p:attrName>
                                            </p:attrNameLst>
                                          </p:cBhvr>
                                          <p:tavLst>
                                            <p:tav tm="0">
                                              <p:val>
                                                <p:strVal val="#ppt_y"/>
                                              </p:val>
                                            </p:tav>
                                            <p:tav tm="100000">
                                              <p:val>
                                                <p:strVal val="#ppt_y"/>
                                              </p:val>
                                            </p:tav>
                                          </p:tavLst>
                                        </p:anim>
                                      </p:childTnLst>
                                    </p:cTn>
                                  </p:par>
                                  <p:par>
                                    <p:cTn id="58" presetID="2" presetClass="entr" presetSubtype="8" fill="hold" grpId="0" nodeType="withEffect">
                                      <p:stCondLst>
                                        <p:cond delay="0"/>
                                      </p:stCondLst>
                                      <p:childTnLst>
                                        <p:set>
                                          <p:cBhvr>
                                            <p:cTn id="59" dur="1" fill="hold">
                                              <p:stCondLst>
                                                <p:cond delay="0"/>
                                              </p:stCondLst>
                                            </p:cTn>
                                            <p:tgtEl>
                                              <p:spTgt spid="463"/>
                                            </p:tgtEl>
                                            <p:attrNameLst>
                                              <p:attrName>style.visibility</p:attrName>
                                            </p:attrNameLst>
                                          </p:cBhvr>
                                          <p:to>
                                            <p:strVal val="visible"/>
                                          </p:to>
                                        </p:set>
                                        <p:anim calcmode="lin" valueType="num">
                                          <p:cBhvr additive="base">
                                            <p:cTn id="60" dur="500" fill="hold"/>
                                            <p:tgtEl>
                                              <p:spTgt spid="463"/>
                                            </p:tgtEl>
                                            <p:attrNameLst>
                                              <p:attrName>ppt_x</p:attrName>
                                            </p:attrNameLst>
                                          </p:cBhvr>
                                          <p:tavLst>
                                            <p:tav tm="0">
                                              <p:val>
                                                <p:strVal val="0-#ppt_w/2"/>
                                              </p:val>
                                            </p:tav>
                                            <p:tav tm="100000">
                                              <p:val>
                                                <p:strVal val="#ppt_x"/>
                                              </p:val>
                                            </p:tav>
                                          </p:tavLst>
                                        </p:anim>
                                        <p:anim calcmode="lin" valueType="num">
                                          <p:cBhvr additive="base">
                                            <p:cTn id="61" dur="500" fill="hold"/>
                                            <p:tgtEl>
                                              <p:spTgt spid="463"/>
                                            </p:tgtEl>
                                            <p:attrNameLst>
                                              <p:attrName>ppt_y</p:attrName>
                                            </p:attrNameLst>
                                          </p:cBhvr>
                                          <p:tavLst>
                                            <p:tav tm="0">
                                              <p:val>
                                                <p:strVal val="#ppt_y"/>
                                              </p:val>
                                            </p:tav>
                                            <p:tav tm="100000">
                                              <p:val>
                                                <p:strVal val="#ppt_y"/>
                                              </p:val>
                                            </p:tav>
                                          </p:tavLst>
                                        </p:anim>
                                      </p:childTnLst>
                                    </p:cTn>
                                  </p:par>
                                </p:childTnLst>
                              </p:cTn>
                            </p:par>
                            <p:par>
                              <p:cTn id="62" fill="hold">
                                <p:stCondLst>
                                  <p:cond delay="2000"/>
                                </p:stCondLst>
                                <p:childTnLst>
                                  <p:par>
                                    <p:cTn id="63" presetID="2" presetClass="entr" presetSubtype="1" accel="18000" fill="hold" nodeType="afterEffect" p14:presetBounceEnd="59000">
                                      <p:stCondLst>
                                        <p:cond delay="0"/>
                                      </p:stCondLst>
                                      <p:childTnLst>
                                        <p:set>
                                          <p:cBhvr>
                                            <p:cTn id="64" dur="1" fill="hold">
                                              <p:stCondLst>
                                                <p:cond delay="0"/>
                                              </p:stCondLst>
                                            </p:cTn>
                                            <p:tgtEl>
                                              <p:spTgt spid="464"/>
                                            </p:tgtEl>
                                            <p:attrNameLst>
                                              <p:attrName>style.visibility</p:attrName>
                                            </p:attrNameLst>
                                          </p:cBhvr>
                                          <p:to>
                                            <p:strVal val="visible"/>
                                          </p:to>
                                        </p:set>
                                        <p:anim calcmode="lin" valueType="num" p14:bounceEnd="59000">
                                          <p:cBhvr additive="base">
                                            <p:cTn id="65" dur="1500" fill="hold"/>
                                            <p:tgtEl>
                                              <p:spTgt spid="464"/>
                                            </p:tgtEl>
                                            <p:attrNameLst>
                                              <p:attrName>ppt_x</p:attrName>
                                            </p:attrNameLst>
                                          </p:cBhvr>
                                          <p:tavLst>
                                            <p:tav tm="0">
                                              <p:val>
                                                <p:strVal val="#ppt_x"/>
                                              </p:val>
                                            </p:tav>
                                            <p:tav tm="100000">
                                              <p:val>
                                                <p:strVal val="#ppt_x"/>
                                              </p:val>
                                            </p:tav>
                                          </p:tavLst>
                                        </p:anim>
                                        <p:anim calcmode="lin" valueType="num" p14:bounceEnd="59000">
                                          <p:cBhvr additive="base">
                                            <p:cTn id="66" dur="1500" fill="hold"/>
                                            <p:tgtEl>
                                              <p:spTgt spid="46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52" grpId="0" animBg="1"/>
          <p:bldP spid="453" grpId="0" animBg="1"/>
          <p:bldP spid="454" grpId="0" animBg="1"/>
          <p:bldP spid="455" grpId="0" animBg="1"/>
          <p:bldP spid="456" grpId="0"/>
          <p:bldP spid="457" grpId="0"/>
          <p:bldP spid="458" grpId="0"/>
          <p:bldP spid="459" grpId="0"/>
          <p:bldP spid="460" grpId="0"/>
          <p:bldP spid="461" grpId="0"/>
          <p:bldP spid="462" grpId="0"/>
          <p:bldP spid="463" grpId="0"/>
        </p:bldLst>
      </p:timing>
    </mc:Choice>
    <mc:Fallback>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 presetClass="entr" presetSubtype="4" accel="5600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000" fill="hold"/>
                                            <p:tgtEl>
                                              <p:spTgt spid="3"/>
                                            </p:tgtEl>
                                            <p:attrNameLst>
                                              <p:attrName>ppt_x</p:attrName>
                                            </p:attrNameLst>
                                          </p:cBhvr>
                                          <p:tavLst>
                                            <p:tav tm="0">
                                              <p:val>
                                                <p:strVal val="#ppt_x"/>
                                              </p:val>
                                            </p:tav>
                                            <p:tav tm="100000">
                                              <p:val>
                                                <p:strVal val="#ppt_x"/>
                                              </p:val>
                                            </p:tav>
                                          </p:tavLst>
                                        </p:anim>
                                        <p:anim calcmode="lin" valueType="num">
                                          <p:cBhvr additive="base">
                                            <p:cTn id="12" dur="1000" fill="hold"/>
                                            <p:tgtEl>
                                              <p:spTgt spid="3"/>
                                            </p:tgtEl>
                                            <p:attrNameLst>
                                              <p:attrName>ppt_y</p:attrName>
                                            </p:attrNameLst>
                                          </p:cBhvr>
                                          <p:tavLst>
                                            <p:tav tm="0">
                                              <p:val>
                                                <p:strVal val="1+#ppt_h/2"/>
                                              </p:val>
                                            </p:tav>
                                            <p:tav tm="100000">
                                              <p:val>
                                                <p:strVal val="#ppt_y"/>
                                              </p:val>
                                            </p:tav>
                                          </p:tavLst>
                                        </p:anim>
                                      </p:childTnLst>
                                    </p:cTn>
                                  </p:par>
                                </p:childTnLst>
                              </p:cTn>
                            </p:par>
                            <p:par>
                              <p:cTn id="13" fill="hold">
                                <p:stCondLst>
                                  <p:cond delay="1500"/>
                                </p:stCondLst>
                                <p:childTnLst>
                                  <p:par>
                                    <p:cTn id="14" presetID="2" presetClass="entr" presetSubtype="8" fill="hold" grpId="0" nodeType="afterEffect">
                                      <p:stCondLst>
                                        <p:cond delay="0"/>
                                      </p:stCondLst>
                                      <p:childTnLst>
                                        <p:set>
                                          <p:cBhvr>
                                            <p:cTn id="15" dur="1" fill="hold">
                                              <p:stCondLst>
                                                <p:cond delay="0"/>
                                              </p:stCondLst>
                                            </p:cTn>
                                            <p:tgtEl>
                                              <p:spTgt spid="452"/>
                                            </p:tgtEl>
                                            <p:attrNameLst>
                                              <p:attrName>style.visibility</p:attrName>
                                            </p:attrNameLst>
                                          </p:cBhvr>
                                          <p:to>
                                            <p:strVal val="visible"/>
                                          </p:to>
                                        </p:set>
                                        <p:anim calcmode="lin" valueType="num">
                                          <p:cBhvr additive="base">
                                            <p:cTn id="16" dur="500" fill="hold"/>
                                            <p:tgtEl>
                                              <p:spTgt spid="452"/>
                                            </p:tgtEl>
                                            <p:attrNameLst>
                                              <p:attrName>ppt_x</p:attrName>
                                            </p:attrNameLst>
                                          </p:cBhvr>
                                          <p:tavLst>
                                            <p:tav tm="0">
                                              <p:val>
                                                <p:strVal val="0-#ppt_w/2"/>
                                              </p:val>
                                            </p:tav>
                                            <p:tav tm="100000">
                                              <p:val>
                                                <p:strVal val="#ppt_x"/>
                                              </p:val>
                                            </p:tav>
                                          </p:tavLst>
                                        </p:anim>
                                        <p:anim calcmode="lin" valueType="num">
                                          <p:cBhvr additive="base">
                                            <p:cTn id="17" dur="500" fill="hold"/>
                                            <p:tgtEl>
                                              <p:spTgt spid="452"/>
                                            </p:tgtEl>
                                            <p:attrNameLst>
                                              <p:attrName>ppt_y</p:attrName>
                                            </p:attrNameLst>
                                          </p:cBhvr>
                                          <p:tavLst>
                                            <p:tav tm="0">
                                              <p:val>
                                                <p:strVal val="#ppt_y"/>
                                              </p:val>
                                            </p:tav>
                                            <p:tav tm="100000">
                                              <p:val>
                                                <p:strVal val="#ppt_y"/>
                                              </p:val>
                                            </p:tav>
                                          </p:tavLst>
                                        </p:anim>
                                      </p:childTnLst>
                                    </p:cTn>
                                  </p:par>
                                  <p:par>
                                    <p:cTn id="18" presetID="2" presetClass="entr" presetSubtype="8" fill="hold" grpId="0" nodeType="withEffect">
                                      <p:stCondLst>
                                        <p:cond delay="0"/>
                                      </p:stCondLst>
                                      <p:childTnLst>
                                        <p:set>
                                          <p:cBhvr>
                                            <p:cTn id="19" dur="1" fill="hold">
                                              <p:stCondLst>
                                                <p:cond delay="0"/>
                                              </p:stCondLst>
                                            </p:cTn>
                                            <p:tgtEl>
                                              <p:spTgt spid="453"/>
                                            </p:tgtEl>
                                            <p:attrNameLst>
                                              <p:attrName>style.visibility</p:attrName>
                                            </p:attrNameLst>
                                          </p:cBhvr>
                                          <p:to>
                                            <p:strVal val="visible"/>
                                          </p:to>
                                        </p:set>
                                        <p:anim calcmode="lin" valueType="num">
                                          <p:cBhvr additive="base">
                                            <p:cTn id="20" dur="500" fill="hold"/>
                                            <p:tgtEl>
                                              <p:spTgt spid="453"/>
                                            </p:tgtEl>
                                            <p:attrNameLst>
                                              <p:attrName>ppt_x</p:attrName>
                                            </p:attrNameLst>
                                          </p:cBhvr>
                                          <p:tavLst>
                                            <p:tav tm="0">
                                              <p:val>
                                                <p:strVal val="0-#ppt_w/2"/>
                                              </p:val>
                                            </p:tav>
                                            <p:tav tm="100000">
                                              <p:val>
                                                <p:strVal val="#ppt_x"/>
                                              </p:val>
                                            </p:tav>
                                          </p:tavLst>
                                        </p:anim>
                                        <p:anim calcmode="lin" valueType="num">
                                          <p:cBhvr additive="base">
                                            <p:cTn id="21" dur="500" fill="hold"/>
                                            <p:tgtEl>
                                              <p:spTgt spid="453"/>
                                            </p:tgtEl>
                                            <p:attrNameLst>
                                              <p:attrName>ppt_y</p:attrName>
                                            </p:attrNameLst>
                                          </p:cBhvr>
                                          <p:tavLst>
                                            <p:tav tm="0">
                                              <p:val>
                                                <p:strVal val="#ppt_y"/>
                                              </p:val>
                                            </p:tav>
                                            <p:tav tm="100000">
                                              <p:val>
                                                <p:strVal val="#ppt_y"/>
                                              </p:val>
                                            </p:tav>
                                          </p:tavLst>
                                        </p:anim>
                                      </p:childTnLst>
                                    </p:cTn>
                                  </p:par>
                                  <p:par>
                                    <p:cTn id="22" presetID="2" presetClass="entr" presetSubtype="8" fill="hold" grpId="0" nodeType="withEffect">
                                      <p:stCondLst>
                                        <p:cond delay="0"/>
                                      </p:stCondLst>
                                      <p:childTnLst>
                                        <p:set>
                                          <p:cBhvr>
                                            <p:cTn id="23" dur="1" fill="hold">
                                              <p:stCondLst>
                                                <p:cond delay="0"/>
                                              </p:stCondLst>
                                            </p:cTn>
                                            <p:tgtEl>
                                              <p:spTgt spid="454"/>
                                            </p:tgtEl>
                                            <p:attrNameLst>
                                              <p:attrName>style.visibility</p:attrName>
                                            </p:attrNameLst>
                                          </p:cBhvr>
                                          <p:to>
                                            <p:strVal val="visible"/>
                                          </p:to>
                                        </p:set>
                                        <p:anim calcmode="lin" valueType="num">
                                          <p:cBhvr additive="base">
                                            <p:cTn id="24" dur="500" fill="hold"/>
                                            <p:tgtEl>
                                              <p:spTgt spid="454"/>
                                            </p:tgtEl>
                                            <p:attrNameLst>
                                              <p:attrName>ppt_x</p:attrName>
                                            </p:attrNameLst>
                                          </p:cBhvr>
                                          <p:tavLst>
                                            <p:tav tm="0">
                                              <p:val>
                                                <p:strVal val="0-#ppt_w/2"/>
                                              </p:val>
                                            </p:tav>
                                            <p:tav tm="100000">
                                              <p:val>
                                                <p:strVal val="#ppt_x"/>
                                              </p:val>
                                            </p:tav>
                                          </p:tavLst>
                                        </p:anim>
                                        <p:anim calcmode="lin" valueType="num">
                                          <p:cBhvr additive="base">
                                            <p:cTn id="25" dur="500" fill="hold"/>
                                            <p:tgtEl>
                                              <p:spTgt spid="454"/>
                                            </p:tgtEl>
                                            <p:attrNameLst>
                                              <p:attrName>ppt_y</p:attrName>
                                            </p:attrNameLst>
                                          </p:cBhvr>
                                          <p:tavLst>
                                            <p:tav tm="0">
                                              <p:val>
                                                <p:strVal val="#ppt_y"/>
                                              </p:val>
                                            </p:tav>
                                            <p:tav tm="100000">
                                              <p:val>
                                                <p:strVal val="#ppt_y"/>
                                              </p:val>
                                            </p:tav>
                                          </p:tavLst>
                                        </p:anim>
                                      </p:childTnLst>
                                    </p:cTn>
                                  </p:par>
                                  <p:par>
                                    <p:cTn id="26" presetID="2" presetClass="entr" presetSubtype="8" fill="hold" grpId="0" nodeType="withEffect">
                                      <p:stCondLst>
                                        <p:cond delay="0"/>
                                      </p:stCondLst>
                                      <p:childTnLst>
                                        <p:set>
                                          <p:cBhvr>
                                            <p:cTn id="27" dur="1" fill="hold">
                                              <p:stCondLst>
                                                <p:cond delay="0"/>
                                              </p:stCondLst>
                                            </p:cTn>
                                            <p:tgtEl>
                                              <p:spTgt spid="455"/>
                                            </p:tgtEl>
                                            <p:attrNameLst>
                                              <p:attrName>style.visibility</p:attrName>
                                            </p:attrNameLst>
                                          </p:cBhvr>
                                          <p:to>
                                            <p:strVal val="visible"/>
                                          </p:to>
                                        </p:set>
                                        <p:anim calcmode="lin" valueType="num">
                                          <p:cBhvr additive="base">
                                            <p:cTn id="28" dur="500" fill="hold"/>
                                            <p:tgtEl>
                                              <p:spTgt spid="455"/>
                                            </p:tgtEl>
                                            <p:attrNameLst>
                                              <p:attrName>ppt_x</p:attrName>
                                            </p:attrNameLst>
                                          </p:cBhvr>
                                          <p:tavLst>
                                            <p:tav tm="0">
                                              <p:val>
                                                <p:strVal val="0-#ppt_w/2"/>
                                              </p:val>
                                            </p:tav>
                                            <p:tav tm="100000">
                                              <p:val>
                                                <p:strVal val="#ppt_x"/>
                                              </p:val>
                                            </p:tav>
                                          </p:tavLst>
                                        </p:anim>
                                        <p:anim calcmode="lin" valueType="num">
                                          <p:cBhvr additive="base">
                                            <p:cTn id="29" dur="500" fill="hold"/>
                                            <p:tgtEl>
                                              <p:spTgt spid="455"/>
                                            </p:tgtEl>
                                            <p:attrNameLst>
                                              <p:attrName>ppt_y</p:attrName>
                                            </p:attrNameLst>
                                          </p:cBhvr>
                                          <p:tavLst>
                                            <p:tav tm="0">
                                              <p:val>
                                                <p:strVal val="#ppt_y"/>
                                              </p:val>
                                            </p:tav>
                                            <p:tav tm="100000">
                                              <p:val>
                                                <p:strVal val="#ppt_y"/>
                                              </p:val>
                                            </p:tav>
                                          </p:tavLst>
                                        </p:anim>
                                      </p:childTnLst>
                                    </p:cTn>
                                  </p:par>
                                  <p:par>
                                    <p:cTn id="30" presetID="2" presetClass="entr" presetSubtype="8" fill="hold" grpId="0" nodeType="withEffect">
                                      <p:stCondLst>
                                        <p:cond delay="0"/>
                                      </p:stCondLst>
                                      <p:childTnLst>
                                        <p:set>
                                          <p:cBhvr>
                                            <p:cTn id="31" dur="1" fill="hold">
                                              <p:stCondLst>
                                                <p:cond delay="0"/>
                                              </p:stCondLst>
                                            </p:cTn>
                                            <p:tgtEl>
                                              <p:spTgt spid="456"/>
                                            </p:tgtEl>
                                            <p:attrNameLst>
                                              <p:attrName>style.visibility</p:attrName>
                                            </p:attrNameLst>
                                          </p:cBhvr>
                                          <p:to>
                                            <p:strVal val="visible"/>
                                          </p:to>
                                        </p:set>
                                        <p:anim calcmode="lin" valueType="num">
                                          <p:cBhvr additive="base">
                                            <p:cTn id="32" dur="500" fill="hold"/>
                                            <p:tgtEl>
                                              <p:spTgt spid="456"/>
                                            </p:tgtEl>
                                            <p:attrNameLst>
                                              <p:attrName>ppt_x</p:attrName>
                                            </p:attrNameLst>
                                          </p:cBhvr>
                                          <p:tavLst>
                                            <p:tav tm="0">
                                              <p:val>
                                                <p:strVal val="0-#ppt_w/2"/>
                                              </p:val>
                                            </p:tav>
                                            <p:tav tm="100000">
                                              <p:val>
                                                <p:strVal val="#ppt_x"/>
                                              </p:val>
                                            </p:tav>
                                          </p:tavLst>
                                        </p:anim>
                                        <p:anim calcmode="lin" valueType="num">
                                          <p:cBhvr additive="base">
                                            <p:cTn id="33" dur="500" fill="hold"/>
                                            <p:tgtEl>
                                              <p:spTgt spid="456"/>
                                            </p:tgtEl>
                                            <p:attrNameLst>
                                              <p:attrName>ppt_y</p:attrName>
                                            </p:attrNameLst>
                                          </p:cBhvr>
                                          <p:tavLst>
                                            <p:tav tm="0">
                                              <p:val>
                                                <p:strVal val="#ppt_y"/>
                                              </p:val>
                                            </p:tav>
                                            <p:tav tm="100000">
                                              <p:val>
                                                <p:strVal val="#ppt_y"/>
                                              </p:val>
                                            </p:tav>
                                          </p:tavLst>
                                        </p:anim>
                                      </p:childTnLst>
                                    </p:cTn>
                                  </p:par>
                                  <p:par>
                                    <p:cTn id="34" presetID="2" presetClass="entr" presetSubtype="8" fill="hold" grpId="0" nodeType="withEffect">
                                      <p:stCondLst>
                                        <p:cond delay="0"/>
                                      </p:stCondLst>
                                      <p:childTnLst>
                                        <p:set>
                                          <p:cBhvr>
                                            <p:cTn id="35" dur="1" fill="hold">
                                              <p:stCondLst>
                                                <p:cond delay="0"/>
                                              </p:stCondLst>
                                            </p:cTn>
                                            <p:tgtEl>
                                              <p:spTgt spid="457"/>
                                            </p:tgtEl>
                                            <p:attrNameLst>
                                              <p:attrName>style.visibility</p:attrName>
                                            </p:attrNameLst>
                                          </p:cBhvr>
                                          <p:to>
                                            <p:strVal val="visible"/>
                                          </p:to>
                                        </p:set>
                                        <p:anim calcmode="lin" valueType="num">
                                          <p:cBhvr additive="base">
                                            <p:cTn id="36" dur="500" fill="hold"/>
                                            <p:tgtEl>
                                              <p:spTgt spid="457"/>
                                            </p:tgtEl>
                                            <p:attrNameLst>
                                              <p:attrName>ppt_x</p:attrName>
                                            </p:attrNameLst>
                                          </p:cBhvr>
                                          <p:tavLst>
                                            <p:tav tm="0">
                                              <p:val>
                                                <p:strVal val="0-#ppt_w/2"/>
                                              </p:val>
                                            </p:tav>
                                            <p:tav tm="100000">
                                              <p:val>
                                                <p:strVal val="#ppt_x"/>
                                              </p:val>
                                            </p:tav>
                                          </p:tavLst>
                                        </p:anim>
                                        <p:anim calcmode="lin" valueType="num">
                                          <p:cBhvr additive="base">
                                            <p:cTn id="37" dur="500" fill="hold"/>
                                            <p:tgtEl>
                                              <p:spTgt spid="457"/>
                                            </p:tgtEl>
                                            <p:attrNameLst>
                                              <p:attrName>ppt_y</p:attrName>
                                            </p:attrNameLst>
                                          </p:cBhvr>
                                          <p:tavLst>
                                            <p:tav tm="0">
                                              <p:val>
                                                <p:strVal val="#ppt_y"/>
                                              </p:val>
                                            </p:tav>
                                            <p:tav tm="100000">
                                              <p:val>
                                                <p:strVal val="#ppt_y"/>
                                              </p:val>
                                            </p:tav>
                                          </p:tavLst>
                                        </p:anim>
                                      </p:childTnLst>
                                    </p:cTn>
                                  </p:par>
                                  <p:par>
                                    <p:cTn id="38" presetID="2" presetClass="entr" presetSubtype="8" fill="hold" grpId="0" nodeType="withEffect">
                                      <p:stCondLst>
                                        <p:cond delay="0"/>
                                      </p:stCondLst>
                                      <p:childTnLst>
                                        <p:set>
                                          <p:cBhvr>
                                            <p:cTn id="39" dur="1" fill="hold">
                                              <p:stCondLst>
                                                <p:cond delay="0"/>
                                              </p:stCondLst>
                                            </p:cTn>
                                            <p:tgtEl>
                                              <p:spTgt spid="458"/>
                                            </p:tgtEl>
                                            <p:attrNameLst>
                                              <p:attrName>style.visibility</p:attrName>
                                            </p:attrNameLst>
                                          </p:cBhvr>
                                          <p:to>
                                            <p:strVal val="visible"/>
                                          </p:to>
                                        </p:set>
                                        <p:anim calcmode="lin" valueType="num">
                                          <p:cBhvr additive="base">
                                            <p:cTn id="40" dur="500" fill="hold"/>
                                            <p:tgtEl>
                                              <p:spTgt spid="458"/>
                                            </p:tgtEl>
                                            <p:attrNameLst>
                                              <p:attrName>ppt_x</p:attrName>
                                            </p:attrNameLst>
                                          </p:cBhvr>
                                          <p:tavLst>
                                            <p:tav tm="0">
                                              <p:val>
                                                <p:strVal val="0-#ppt_w/2"/>
                                              </p:val>
                                            </p:tav>
                                            <p:tav tm="100000">
                                              <p:val>
                                                <p:strVal val="#ppt_x"/>
                                              </p:val>
                                            </p:tav>
                                          </p:tavLst>
                                        </p:anim>
                                        <p:anim calcmode="lin" valueType="num">
                                          <p:cBhvr additive="base">
                                            <p:cTn id="41" dur="500" fill="hold"/>
                                            <p:tgtEl>
                                              <p:spTgt spid="458"/>
                                            </p:tgtEl>
                                            <p:attrNameLst>
                                              <p:attrName>ppt_y</p:attrName>
                                            </p:attrNameLst>
                                          </p:cBhvr>
                                          <p:tavLst>
                                            <p:tav tm="0">
                                              <p:val>
                                                <p:strVal val="#ppt_y"/>
                                              </p:val>
                                            </p:tav>
                                            <p:tav tm="100000">
                                              <p:val>
                                                <p:strVal val="#ppt_y"/>
                                              </p:val>
                                            </p:tav>
                                          </p:tavLst>
                                        </p:anim>
                                      </p:childTnLst>
                                    </p:cTn>
                                  </p:par>
                                  <p:par>
                                    <p:cTn id="42" presetID="2" presetClass="entr" presetSubtype="8" fill="hold" grpId="0" nodeType="withEffect">
                                      <p:stCondLst>
                                        <p:cond delay="0"/>
                                      </p:stCondLst>
                                      <p:childTnLst>
                                        <p:set>
                                          <p:cBhvr>
                                            <p:cTn id="43" dur="1" fill="hold">
                                              <p:stCondLst>
                                                <p:cond delay="0"/>
                                              </p:stCondLst>
                                            </p:cTn>
                                            <p:tgtEl>
                                              <p:spTgt spid="459"/>
                                            </p:tgtEl>
                                            <p:attrNameLst>
                                              <p:attrName>style.visibility</p:attrName>
                                            </p:attrNameLst>
                                          </p:cBhvr>
                                          <p:to>
                                            <p:strVal val="visible"/>
                                          </p:to>
                                        </p:set>
                                        <p:anim calcmode="lin" valueType="num">
                                          <p:cBhvr additive="base">
                                            <p:cTn id="44" dur="500" fill="hold"/>
                                            <p:tgtEl>
                                              <p:spTgt spid="459"/>
                                            </p:tgtEl>
                                            <p:attrNameLst>
                                              <p:attrName>ppt_x</p:attrName>
                                            </p:attrNameLst>
                                          </p:cBhvr>
                                          <p:tavLst>
                                            <p:tav tm="0">
                                              <p:val>
                                                <p:strVal val="0-#ppt_w/2"/>
                                              </p:val>
                                            </p:tav>
                                            <p:tav tm="100000">
                                              <p:val>
                                                <p:strVal val="#ppt_x"/>
                                              </p:val>
                                            </p:tav>
                                          </p:tavLst>
                                        </p:anim>
                                        <p:anim calcmode="lin" valueType="num">
                                          <p:cBhvr additive="base">
                                            <p:cTn id="45" dur="500" fill="hold"/>
                                            <p:tgtEl>
                                              <p:spTgt spid="459"/>
                                            </p:tgtEl>
                                            <p:attrNameLst>
                                              <p:attrName>ppt_y</p:attrName>
                                            </p:attrNameLst>
                                          </p:cBhvr>
                                          <p:tavLst>
                                            <p:tav tm="0">
                                              <p:val>
                                                <p:strVal val="#ppt_y"/>
                                              </p:val>
                                            </p:tav>
                                            <p:tav tm="100000">
                                              <p:val>
                                                <p:strVal val="#ppt_y"/>
                                              </p:val>
                                            </p:tav>
                                          </p:tavLst>
                                        </p:anim>
                                      </p:childTnLst>
                                    </p:cTn>
                                  </p:par>
                                  <p:par>
                                    <p:cTn id="46" presetID="2" presetClass="entr" presetSubtype="8" fill="hold" grpId="0" nodeType="withEffect">
                                      <p:stCondLst>
                                        <p:cond delay="0"/>
                                      </p:stCondLst>
                                      <p:childTnLst>
                                        <p:set>
                                          <p:cBhvr>
                                            <p:cTn id="47" dur="1" fill="hold">
                                              <p:stCondLst>
                                                <p:cond delay="0"/>
                                              </p:stCondLst>
                                            </p:cTn>
                                            <p:tgtEl>
                                              <p:spTgt spid="460"/>
                                            </p:tgtEl>
                                            <p:attrNameLst>
                                              <p:attrName>style.visibility</p:attrName>
                                            </p:attrNameLst>
                                          </p:cBhvr>
                                          <p:to>
                                            <p:strVal val="visible"/>
                                          </p:to>
                                        </p:set>
                                        <p:anim calcmode="lin" valueType="num">
                                          <p:cBhvr additive="base">
                                            <p:cTn id="48" dur="500" fill="hold"/>
                                            <p:tgtEl>
                                              <p:spTgt spid="460"/>
                                            </p:tgtEl>
                                            <p:attrNameLst>
                                              <p:attrName>ppt_x</p:attrName>
                                            </p:attrNameLst>
                                          </p:cBhvr>
                                          <p:tavLst>
                                            <p:tav tm="0">
                                              <p:val>
                                                <p:strVal val="0-#ppt_w/2"/>
                                              </p:val>
                                            </p:tav>
                                            <p:tav tm="100000">
                                              <p:val>
                                                <p:strVal val="#ppt_x"/>
                                              </p:val>
                                            </p:tav>
                                          </p:tavLst>
                                        </p:anim>
                                        <p:anim calcmode="lin" valueType="num">
                                          <p:cBhvr additive="base">
                                            <p:cTn id="49" dur="500" fill="hold"/>
                                            <p:tgtEl>
                                              <p:spTgt spid="460"/>
                                            </p:tgtEl>
                                            <p:attrNameLst>
                                              <p:attrName>ppt_y</p:attrName>
                                            </p:attrNameLst>
                                          </p:cBhvr>
                                          <p:tavLst>
                                            <p:tav tm="0">
                                              <p:val>
                                                <p:strVal val="#ppt_y"/>
                                              </p:val>
                                            </p:tav>
                                            <p:tav tm="100000">
                                              <p:val>
                                                <p:strVal val="#ppt_y"/>
                                              </p:val>
                                            </p:tav>
                                          </p:tavLst>
                                        </p:anim>
                                      </p:childTnLst>
                                    </p:cTn>
                                  </p:par>
                                  <p:par>
                                    <p:cTn id="50" presetID="2" presetClass="entr" presetSubtype="8" fill="hold" grpId="0" nodeType="withEffect">
                                      <p:stCondLst>
                                        <p:cond delay="0"/>
                                      </p:stCondLst>
                                      <p:childTnLst>
                                        <p:set>
                                          <p:cBhvr>
                                            <p:cTn id="51" dur="1" fill="hold">
                                              <p:stCondLst>
                                                <p:cond delay="0"/>
                                              </p:stCondLst>
                                            </p:cTn>
                                            <p:tgtEl>
                                              <p:spTgt spid="461"/>
                                            </p:tgtEl>
                                            <p:attrNameLst>
                                              <p:attrName>style.visibility</p:attrName>
                                            </p:attrNameLst>
                                          </p:cBhvr>
                                          <p:to>
                                            <p:strVal val="visible"/>
                                          </p:to>
                                        </p:set>
                                        <p:anim calcmode="lin" valueType="num">
                                          <p:cBhvr additive="base">
                                            <p:cTn id="52" dur="500" fill="hold"/>
                                            <p:tgtEl>
                                              <p:spTgt spid="461"/>
                                            </p:tgtEl>
                                            <p:attrNameLst>
                                              <p:attrName>ppt_x</p:attrName>
                                            </p:attrNameLst>
                                          </p:cBhvr>
                                          <p:tavLst>
                                            <p:tav tm="0">
                                              <p:val>
                                                <p:strVal val="0-#ppt_w/2"/>
                                              </p:val>
                                            </p:tav>
                                            <p:tav tm="100000">
                                              <p:val>
                                                <p:strVal val="#ppt_x"/>
                                              </p:val>
                                            </p:tav>
                                          </p:tavLst>
                                        </p:anim>
                                        <p:anim calcmode="lin" valueType="num">
                                          <p:cBhvr additive="base">
                                            <p:cTn id="53" dur="500" fill="hold"/>
                                            <p:tgtEl>
                                              <p:spTgt spid="461"/>
                                            </p:tgtEl>
                                            <p:attrNameLst>
                                              <p:attrName>ppt_y</p:attrName>
                                            </p:attrNameLst>
                                          </p:cBhvr>
                                          <p:tavLst>
                                            <p:tav tm="0">
                                              <p:val>
                                                <p:strVal val="#ppt_y"/>
                                              </p:val>
                                            </p:tav>
                                            <p:tav tm="100000">
                                              <p:val>
                                                <p:strVal val="#ppt_y"/>
                                              </p:val>
                                            </p:tav>
                                          </p:tavLst>
                                        </p:anim>
                                      </p:childTnLst>
                                    </p:cTn>
                                  </p:par>
                                  <p:par>
                                    <p:cTn id="54" presetID="2" presetClass="entr" presetSubtype="8" fill="hold" grpId="0" nodeType="withEffect">
                                      <p:stCondLst>
                                        <p:cond delay="0"/>
                                      </p:stCondLst>
                                      <p:childTnLst>
                                        <p:set>
                                          <p:cBhvr>
                                            <p:cTn id="55" dur="1" fill="hold">
                                              <p:stCondLst>
                                                <p:cond delay="0"/>
                                              </p:stCondLst>
                                            </p:cTn>
                                            <p:tgtEl>
                                              <p:spTgt spid="462"/>
                                            </p:tgtEl>
                                            <p:attrNameLst>
                                              <p:attrName>style.visibility</p:attrName>
                                            </p:attrNameLst>
                                          </p:cBhvr>
                                          <p:to>
                                            <p:strVal val="visible"/>
                                          </p:to>
                                        </p:set>
                                        <p:anim calcmode="lin" valueType="num">
                                          <p:cBhvr additive="base">
                                            <p:cTn id="56" dur="500" fill="hold"/>
                                            <p:tgtEl>
                                              <p:spTgt spid="462"/>
                                            </p:tgtEl>
                                            <p:attrNameLst>
                                              <p:attrName>ppt_x</p:attrName>
                                            </p:attrNameLst>
                                          </p:cBhvr>
                                          <p:tavLst>
                                            <p:tav tm="0">
                                              <p:val>
                                                <p:strVal val="0-#ppt_w/2"/>
                                              </p:val>
                                            </p:tav>
                                            <p:tav tm="100000">
                                              <p:val>
                                                <p:strVal val="#ppt_x"/>
                                              </p:val>
                                            </p:tav>
                                          </p:tavLst>
                                        </p:anim>
                                        <p:anim calcmode="lin" valueType="num">
                                          <p:cBhvr additive="base">
                                            <p:cTn id="57" dur="500" fill="hold"/>
                                            <p:tgtEl>
                                              <p:spTgt spid="462"/>
                                            </p:tgtEl>
                                            <p:attrNameLst>
                                              <p:attrName>ppt_y</p:attrName>
                                            </p:attrNameLst>
                                          </p:cBhvr>
                                          <p:tavLst>
                                            <p:tav tm="0">
                                              <p:val>
                                                <p:strVal val="#ppt_y"/>
                                              </p:val>
                                            </p:tav>
                                            <p:tav tm="100000">
                                              <p:val>
                                                <p:strVal val="#ppt_y"/>
                                              </p:val>
                                            </p:tav>
                                          </p:tavLst>
                                        </p:anim>
                                      </p:childTnLst>
                                    </p:cTn>
                                  </p:par>
                                  <p:par>
                                    <p:cTn id="58" presetID="2" presetClass="entr" presetSubtype="8" fill="hold" grpId="0" nodeType="withEffect">
                                      <p:stCondLst>
                                        <p:cond delay="0"/>
                                      </p:stCondLst>
                                      <p:childTnLst>
                                        <p:set>
                                          <p:cBhvr>
                                            <p:cTn id="59" dur="1" fill="hold">
                                              <p:stCondLst>
                                                <p:cond delay="0"/>
                                              </p:stCondLst>
                                            </p:cTn>
                                            <p:tgtEl>
                                              <p:spTgt spid="463"/>
                                            </p:tgtEl>
                                            <p:attrNameLst>
                                              <p:attrName>style.visibility</p:attrName>
                                            </p:attrNameLst>
                                          </p:cBhvr>
                                          <p:to>
                                            <p:strVal val="visible"/>
                                          </p:to>
                                        </p:set>
                                        <p:anim calcmode="lin" valueType="num">
                                          <p:cBhvr additive="base">
                                            <p:cTn id="60" dur="500" fill="hold"/>
                                            <p:tgtEl>
                                              <p:spTgt spid="463"/>
                                            </p:tgtEl>
                                            <p:attrNameLst>
                                              <p:attrName>ppt_x</p:attrName>
                                            </p:attrNameLst>
                                          </p:cBhvr>
                                          <p:tavLst>
                                            <p:tav tm="0">
                                              <p:val>
                                                <p:strVal val="0-#ppt_w/2"/>
                                              </p:val>
                                            </p:tav>
                                            <p:tav tm="100000">
                                              <p:val>
                                                <p:strVal val="#ppt_x"/>
                                              </p:val>
                                            </p:tav>
                                          </p:tavLst>
                                        </p:anim>
                                        <p:anim calcmode="lin" valueType="num">
                                          <p:cBhvr additive="base">
                                            <p:cTn id="61" dur="500" fill="hold"/>
                                            <p:tgtEl>
                                              <p:spTgt spid="463"/>
                                            </p:tgtEl>
                                            <p:attrNameLst>
                                              <p:attrName>ppt_y</p:attrName>
                                            </p:attrNameLst>
                                          </p:cBhvr>
                                          <p:tavLst>
                                            <p:tav tm="0">
                                              <p:val>
                                                <p:strVal val="#ppt_y"/>
                                              </p:val>
                                            </p:tav>
                                            <p:tav tm="100000">
                                              <p:val>
                                                <p:strVal val="#ppt_y"/>
                                              </p:val>
                                            </p:tav>
                                          </p:tavLst>
                                        </p:anim>
                                      </p:childTnLst>
                                    </p:cTn>
                                  </p:par>
                                </p:childTnLst>
                              </p:cTn>
                            </p:par>
                            <p:par>
                              <p:cTn id="62" fill="hold">
                                <p:stCondLst>
                                  <p:cond delay="2000"/>
                                </p:stCondLst>
                                <p:childTnLst>
                                  <p:par>
                                    <p:cTn id="63" presetID="2" presetClass="entr" presetSubtype="1" accel="18000" fill="hold" nodeType="afterEffect">
                                      <p:stCondLst>
                                        <p:cond delay="0"/>
                                      </p:stCondLst>
                                      <p:childTnLst>
                                        <p:set>
                                          <p:cBhvr>
                                            <p:cTn id="64" dur="1" fill="hold">
                                              <p:stCondLst>
                                                <p:cond delay="0"/>
                                              </p:stCondLst>
                                            </p:cTn>
                                            <p:tgtEl>
                                              <p:spTgt spid="464"/>
                                            </p:tgtEl>
                                            <p:attrNameLst>
                                              <p:attrName>style.visibility</p:attrName>
                                            </p:attrNameLst>
                                          </p:cBhvr>
                                          <p:to>
                                            <p:strVal val="visible"/>
                                          </p:to>
                                        </p:set>
                                        <p:anim calcmode="lin" valueType="num">
                                          <p:cBhvr additive="base">
                                            <p:cTn id="65" dur="1500" fill="hold"/>
                                            <p:tgtEl>
                                              <p:spTgt spid="464"/>
                                            </p:tgtEl>
                                            <p:attrNameLst>
                                              <p:attrName>ppt_x</p:attrName>
                                            </p:attrNameLst>
                                          </p:cBhvr>
                                          <p:tavLst>
                                            <p:tav tm="0">
                                              <p:val>
                                                <p:strVal val="#ppt_x"/>
                                              </p:val>
                                            </p:tav>
                                            <p:tav tm="100000">
                                              <p:val>
                                                <p:strVal val="#ppt_x"/>
                                              </p:val>
                                            </p:tav>
                                          </p:tavLst>
                                        </p:anim>
                                        <p:anim calcmode="lin" valueType="num">
                                          <p:cBhvr additive="base">
                                            <p:cTn id="66" dur="1500" fill="hold"/>
                                            <p:tgtEl>
                                              <p:spTgt spid="46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52" grpId="0" animBg="1"/>
          <p:bldP spid="453" grpId="0" animBg="1"/>
          <p:bldP spid="454" grpId="0" animBg="1"/>
          <p:bldP spid="455" grpId="0" animBg="1"/>
          <p:bldP spid="456" grpId="0"/>
          <p:bldP spid="457" grpId="0"/>
          <p:bldP spid="458" grpId="0"/>
          <p:bldP spid="459" grpId="0"/>
          <p:bldP spid="460" grpId="0"/>
          <p:bldP spid="461" grpId="0"/>
          <p:bldP spid="462" grpId="0"/>
          <p:bldP spid="463" grpId="0"/>
        </p:bldLst>
      </p:timing>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7019648" y="2099255"/>
            <a:ext cx="3838208" cy="2759151"/>
            <a:chOff x="1352943" y="1828799"/>
            <a:chExt cx="3838208" cy="2759151"/>
          </a:xfrm>
        </p:grpSpPr>
        <p:grpSp>
          <p:nvGrpSpPr>
            <p:cNvPr id="3" name="组合 2"/>
            <p:cNvGrpSpPr/>
            <p:nvPr/>
          </p:nvGrpSpPr>
          <p:grpSpPr>
            <a:xfrm>
              <a:off x="3361196" y="1828799"/>
              <a:ext cx="1829955" cy="2759151"/>
              <a:chOff x="6985001" y="7477126"/>
              <a:chExt cx="306388" cy="461963"/>
            </a:xfrm>
            <a:solidFill>
              <a:schemeClr val="tx1"/>
            </a:solidFill>
          </p:grpSpPr>
          <p:sp>
            <p:nvSpPr>
              <p:cNvPr id="39" name="Freeform 1344"/>
              <p:cNvSpPr>
                <a:spLocks noEditPoints="1"/>
              </p:cNvSpPr>
              <p:nvPr/>
            </p:nvSpPr>
            <p:spPr bwMode="auto">
              <a:xfrm>
                <a:off x="7011989" y="7486651"/>
                <a:ext cx="230188" cy="225425"/>
              </a:xfrm>
              <a:custGeom>
                <a:avLst/>
                <a:gdLst>
                  <a:gd name="T0" fmla="*/ 42 w 132"/>
                  <a:gd name="T1" fmla="*/ 14 h 129"/>
                  <a:gd name="T2" fmla="*/ 118 w 132"/>
                  <a:gd name="T3" fmla="*/ 39 h 129"/>
                  <a:gd name="T4" fmla="*/ 118 w 132"/>
                  <a:gd name="T5" fmla="*/ 39 h 129"/>
                  <a:gd name="T6" fmla="*/ 91 w 132"/>
                  <a:gd name="T7" fmla="*/ 115 h 129"/>
                  <a:gd name="T8" fmla="*/ 91 w 132"/>
                  <a:gd name="T9" fmla="*/ 115 h 129"/>
                  <a:gd name="T10" fmla="*/ 14 w 132"/>
                  <a:gd name="T11" fmla="*/ 90 h 129"/>
                  <a:gd name="T12" fmla="*/ 14 w 132"/>
                  <a:gd name="T13" fmla="*/ 90 h 129"/>
                  <a:gd name="T14" fmla="*/ 42 w 132"/>
                  <a:gd name="T15" fmla="*/ 14 h 129"/>
                  <a:gd name="T16" fmla="*/ 43 w 132"/>
                  <a:gd name="T17" fmla="*/ 16 h 129"/>
                  <a:gd name="T18" fmla="*/ 17 w 132"/>
                  <a:gd name="T19" fmla="*/ 89 h 129"/>
                  <a:gd name="T20" fmla="*/ 17 w 132"/>
                  <a:gd name="T21" fmla="*/ 89 h 129"/>
                  <a:gd name="T22" fmla="*/ 90 w 132"/>
                  <a:gd name="T23" fmla="*/ 112 h 129"/>
                  <a:gd name="T24" fmla="*/ 90 w 132"/>
                  <a:gd name="T25" fmla="*/ 112 h 129"/>
                  <a:gd name="T26" fmla="*/ 116 w 132"/>
                  <a:gd name="T27" fmla="*/ 40 h 129"/>
                  <a:gd name="T28" fmla="*/ 116 w 132"/>
                  <a:gd name="T29" fmla="*/ 40 h 129"/>
                  <a:gd name="T30" fmla="*/ 43 w 132"/>
                  <a:gd name="T31" fmla="*/ 1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29">
                    <a:moveTo>
                      <a:pt x="42" y="14"/>
                    </a:moveTo>
                    <a:cubicBezTo>
                      <a:pt x="70" y="0"/>
                      <a:pt x="105" y="11"/>
                      <a:pt x="118" y="39"/>
                    </a:cubicBezTo>
                    <a:cubicBezTo>
                      <a:pt x="118" y="39"/>
                      <a:pt x="118" y="39"/>
                      <a:pt x="118" y="39"/>
                    </a:cubicBezTo>
                    <a:cubicBezTo>
                      <a:pt x="132" y="67"/>
                      <a:pt x="120" y="101"/>
                      <a:pt x="91" y="115"/>
                    </a:cubicBezTo>
                    <a:cubicBezTo>
                      <a:pt x="91" y="115"/>
                      <a:pt x="91" y="115"/>
                      <a:pt x="91" y="115"/>
                    </a:cubicBezTo>
                    <a:cubicBezTo>
                      <a:pt x="62" y="129"/>
                      <a:pt x="28" y="118"/>
                      <a:pt x="14" y="90"/>
                    </a:cubicBezTo>
                    <a:cubicBezTo>
                      <a:pt x="14" y="90"/>
                      <a:pt x="14" y="90"/>
                      <a:pt x="14" y="90"/>
                    </a:cubicBezTo>
                    <a:cubicBezTo>
                      <a:pt x="0" y="62"/>
                      <a:pt x="13" y="28"/>
                      <a:pt x="42" y="14"/>
                    </a:cubicBezTo>
                    <a:close/>
                    <a:moveTo>
                      <a:pt x="43" y="16"/>
                    </a:moveTo>
                    <a:cubicBezTo>
                      <a:pt x="16" y="30"/>
                      <a:pt x="4" y="62"/>
                      <a:pt x="17" y="89"/>
                    </a:cubicBezTo>
                    <a:cubicBezTo>
                      <a:pt x="17" y="89"/>
                      <a:pt x="17" y="89"/>
                      <a:pt x="17" y="89"/>
                    </a:cubicBezTo>
                    <a:cubicBezTo>
                      <a:pt x="30" y="115"/>
                      <a:pt x="62" y="126"/>
                      <a:pt x="90" y="112"/>
                    </a:cubicBezTo>
                    <a:cubicBezTo>
                      <a:pt x="90" y="112"/>
                      <a:pt x="90" y="112"/>
                      <a:pt x="90" y="112"/>
                    </a:cubicBezTo>
                    <a:cubicBezTo>
                      <a:pt x="117" y="99"/>
                      <a:pt x="129" y="67"/>
                      <a:pt x="116" y="40"/>
                    </a:cubicBezTo>
                    <a:cubicBezTo>
                      <a:pt x="116" y="40"/>
                      <a:pt x="116" y="40"/>
                      <a:pt x="116" y="40"/>
                    </a:cubicBezTo>
                    <a:cubicBezTo>
                      <a:pt x="103" y="14"/>
                      <a:pt x="70" y="3"/>
                      <a:pt x="43"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0" name="Freeform 1345"/>
              <p:cNvSpPr>
                <a:spLocks noEditPoints="1"/>
              </p:cNvSpPr>
              <p:nvPr/>
            </p:nvSpPr>
            <p:spPr bwMode="auto">
              <a:xfrm>
                <a:off x="7023101" y="7497763"/>
                <a:ext cx="207963" cy="203200"/>
              </a:xfrm>
              <a:custGeom>
                <a:avLst/>
                <a:gdLst>
                  <a:gd name="T0" fmla="*/ 5 w 119"/>
                  <a:gd name="T1" fmla="*/ 85 h 117"/>
                  <a:gd name="T2" fmla="*/ 0 w 119"/>
                  <a:gd name="T3" fmla="*/ 60 h 117"/>
                  <a:gd name="T4" fmla="*/ 0 w 119"/>
                  <a:gd name="T5" fmla="*/ 60 h 117"/>
                  <a:gd name="T6" fmla="*/ 34 w 119"/>
                  <a:gd name="T7" fmla="*/ 6 h 117"/>
                  <a:gd name="T8" fmla="*/ 34 w 119"/>
                  <a:gd name="T9" fmla="*/ 6 h 117"/>
                  <a:gd name="T10" fmla="*/ 35 w 119"/>
                  <a:gd name="T11" fmla="*/ 8 h 117"/>
                  <a:gd name="T12" fmla="*/ 34 w 119"/>
                  <a:gd name="T13" fmla="*/ 6 h 117"/>
                  <a:gd name="T14" fmla="*/ 61 w 119"/>
                  <a:gd name="T15" fmla="*/ 0 h 117"/>
                  <a:gd name="T16" fmla="*/ 61 w 119"/>
                  <a:gd name="T17" fmla="*/ 0 h 117"/>
                  <a:gd name="T18" fmla="*/ 113 w 119"/>
                  <a:gd name="T19" fmla="*/ 32 h 117"/>
                  <a:gd name="T20" fmla="*/ 113 w 119"/>
                  <a:gd name="T21" fmla="*/ 32 h 117"/>
                  <a:gd name="T22" fmla="*/ 119 w 119"/>
                  <a:gd name="T23" fmla="*/ 57 h 117"/>
                  <a:gd name="T24" fmla="*/ 119 w 119"/>
                  <a:gd name="T25" fmla="*/ 57 h 117"/>
                  <a:gd name="T26" fmla="*/ 85 w 119"/>
                  <a:gd name="T27" fmla="*/ 111 h 117"/>
                  <a:gd name="T28" fmla="*/ 85 w 119"/>
                  <a:gd name="T29" fmla="*/ 111 h 117"/>
                  <a:gd name="T30" fmla="*/ 58 w 119"/>
                  <a:gd name="T31" fmla="*/ 117 h 117"/>
                  <a:gd name="T32" fmla="*/ 58 w 119"/>
                  <a:gd name="T33" fmla="*/ 117 h 117"/>
                  <a:gd name="T34" fmla="*/ 5 w 119"/>
                  <a:gd name="T35" fmla="*/ 85 h 117"/>
                  <a:gd name="T36" fmla="*/ 7 w 119"/>
                  <a:gd name="T37" fmla="*/ 60 h 117"/>
                  <a:gd name="T38" fmla="*/ 12 w 119"/>
                  <a:gd name="T39" fmla="*/ 82 h 117"/>
                  <a:gd name="T40" fmla="*/ 12 w 119"/>
                  <a:gd name="T41" fmla="*/ 82 h 117"/>
                  <a:gd name="T42" fmla="*/ 58 w 119"/>
                  <a:gd name="T43" fmla="*/ 110 h 117"/>
                  <a:gd name="T44" fmla="*/ 58 w 119"/>
                  <a:gd name="T45" fmla="*/ 110 h 117"/>
                  <a:gd name="T46" fmla="*/ 82 w 119"/>
                  <a:gd name="T47" fmla="*/ 104 h 117"/>
                  <a:gd name="T48" fmla="*/ 82 w 119"/>
                  <a:gd name="T49" fmla="*/ 104 h 117"/>
                  <a:gd name="T50" fmla="*/ 112 w 119"/>
                  <a:gd name="T51" fmla="*/ 57 h 117"/>
                  <a:gd name="T52" fmla="*/ 112 w 119"/>
                  <a:gd name="T53" fmla="*/ 57 h 117"/>
                  <a:gd name="T54" fmla="*/ 107 w 119"/>
                  <a:gd name="T55" fmla="*/ 35 h 117"/>
                  <a:gd name="T56" fmla="*/ 107 w 119"/>
                  <a:gd name="T57" fmla="*/ 35 h 117"/>
                  <a:gd name="T58" fmla="*/ 60 w 119"/>
                  <a:gd name="T59" fmla="*/ 7 h 117"/>
                  <a:gd name="T60" fmla="*/ 60 w 119"/>
                  <a:gd name="T61" fmla="*/ 7 h 117"/>
                  <a:gd name="T62" fmla="*/ 37 w 119"/>
                  <a:gd name="T63" fmla="*/ 12 h 117"/>
                  <a:gd name="T64" fmla="*/ 37 w 119"/>
                  <a:gd name="T65" fmla="*/ 12 h 117"/>
                  <a:gd name="T66" fmla="*/ 7 w 119"/>
                  <a:gd name="T67" fmla="*/ 6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9" h="117">
                    <a:moveTo>
                      <a:pt x="5" y="85"/>
                    </a:moveTo>
                    <a:cubicBezTo>
                      <a:pt x="1" y="77"/>
                      <a:pt x="0" y="68"/>
                      <a:pt x="0" y="60"/>
                    </a:cubicBezTo>
                    <a:cubicBezTo>
                      <a:pt x="0" y="60"/>
                      <a:pt x="0" y="60"/>
                      <a:pt x="0" y="60"/>
                    </a:cubicBezTo>
                    <a:cubicBezTo>
                      <a:pt x="0" y="38"/>
                      <a:pt x="12" y="16"/>
                      <a:pt x="34" y="6"/>
                    </a:cubicBezTo>
                    <a:cubicBezTo>
                      <a:pt x="34" y="6"/>
                      <a:pt x="34" y="6"/>
                      <a:pt x="34" y="6"/>
                    </a:cubicBezTo>
                    <a:cubicBezTo>
                      <a:pt x="35" y="8"/>
                      <a:pt x="35" y="8"/>
                      <a:pt x="35" y="8"/>
                    </a:cubicBezTo>
                    <a:cubicBezTo>
                      <a:pt x="34" y="6"/>
                      <a:pt x="34" y="6"/>
                      <a:pt x="34" y="6"/>
                    </a:cubicBezTo>
                    <a:cubicBezTo>
                      <a:pt x="42" y="2"/>
                      <a:pt x="51" y="0"/>
                      <a:pt x="61" y="0"/>
                    </a:cubicBezTo>
                    <a:cubicBezTo>
                      <a:pt x="61" y="0"/>
                      <a:pt x="61" y="0"/>
                      <a:pt x="61" y="0"/>
                    </a:cubicBezTo>
                    <a:cubicBezTo>
                      <a:pt x="82" y="0"/>
                      <a:pt x="103" y="11"/>
                      <a:pt x="113" y="32"/>
                    </a:cubicBezTo>
                    <a:cubicBezTo>
                      <a:pt x="113" y="32"/>
                      <a:pt x="113" y="32"/>
                      <a:pt x="113" y="32"/>
                    </a:cubicBezTo>
                    <a:cubicBezTo>
                      <a:pt x="117" y="40"/>
                      <a:pt x="119" y="49"/>
                      <a:pt x="119" y="57"/>
                    </a:cubicBezTo>
                    <a:cubicBezTo>
                      <a:pt x="119" y="57"/>
                      <a:pt x="119" y="57"/>
                      <a:pt x="119" y="57"/>
                    </a:cubicBezTo>
                    <a:cubicBezTo>
                      <a:pt x="119" y="79"/>
                      <a:pt x="106" y="100"/>
                      <a:pt x="85" y="111"/>
                    </a:cubicBezTo>
                    <a:cubicBezTo>
                      <a:pt x="85" y="111"/>
                      <a:pt x="85" y="111"/>
                      <a:pt x="85" y="111"/>
                    </a:cubicBezTo>
                    <a:cubicBezTo>
                      <a:pt x="76" y="115"/>
                      <a:pt x="67" y="117"/>
                      <a:pt x="58" y="117"/>
                    </a:cubicBezTo>
                    <a:cubicBezTo>
                      <a:pt x="58" y="117"/>
                      <a:pt x="58" y="117"/>
                      <a:pt x="58" y="117"/>
                    </a:cubicBezTo>
                    <a:cubicBezTo>
                      <a:pt x="36" y="117"/>
                      <a:pt x="15" y="105"/>
                      <a:pt x="5" y="85"/>
                    </a:cubicBezTo>
                    <a:close/>
                    <a:moveTo>
                      <a:pt x="7" y="60"/>
                    </a:moveTo>
                    <a:cubicBezTo>
                      <a:pt x="7" y="67"/>
                      <a:pt x="8" y="75"/>
                      <a:pt x="12" y="82"/>
                    </a:cubicBezTo>
                    <a:cubicBezTo>
                      <a:pt x="12" y="82"/>
                      <a:pt x="12" y="82"/>
                      <a:pt x="12" y="82"/>
                    </a:cubicBezTo>
                    <a:cubicBezTo>
                      <a:pt x="20" y="100"/>
                      <a:pt x="39" y="110"/>
                      <a:pt x="58" y="110"/>
                    </a:cubicBezTo>
                    <a:cubicBezTo>
                      <a:pt x="58" y="110"/>
                      <a:pt x="58" y="110"/>
                      <a:pt x="58" y="110"/>
                    </a:cubicBezTo>
                    <a:cubicBezTo>
                      <a:pt x="66" y="110"/>
                      <a:pt x="74" y="108"/>
                      <a:pt x="82" y="104"/>
                    </a:cubicBezTo>
                    <a:cubicBezTo>
                      <a:pt x="82" y="104"/>
                      <a:pt x="82" y="104"/>
                      <a:pt x="82" y="104"/>
                    </a:cubicBezTo>
                    <a:cubicBezTo>
                      <a:pt x="101" y="95"/>
                      <a:pt x="112" y="76"/>
                      <a:pt x="112" y="57"/>
                    </a:cubicBezTo>
                    <a:cubicBezTo>
                      <a:pt x="112" y="57"/>
                      <a:pt x="112" y="57"/>
                      <a:pt x="112" y="57"/>
                    </a:cubicBezTo>
                    <a:cubicBezTo>
                      <a:pt x="112" y="50"/>
                      <a:pt x="110" y="42"/>
                      <a:pt x="107" y="35"/>
                    </a:cubicBezTo>
                    <a:cubicBezTo>
                      <a:pt x="107" y="35"/>
                      <a:pt x="107" y="35"/>
                      <a:pt x="107" y="35"/>
                    </a:cubicBezTo>
                    <a:cubicBezTo>
                      <a:pt x="98" y="17"/>
                      <a:pt x="80" y="7"/>
                      <a:pt x="60" y="7"/>
                    </a:cubicBezTo>
                    <a:cubicBezTo>
                      <a:pt x="60" y="7"/>
                      <a:pt x="60" y="7"/>
                      <a:pt x="60" y="7"/>
                    </a:cubicBezTo>
                    <a:cubicBezTo>
                      <a:pt x="53" y="7"/>
                      <a:pt x="44" y="8"/>
                      <a:pt x="37" y="12"/>
                    </a:cubicBezTo>
                    <a:cubicBezTo>
                      <a:pt x="37" y="12"/>
                      <a:pt x="37" y="12"/>
                      <a:pt x="37" y="12"/>
                    </a:cubicBezTo>
                    <a:cubicBezTo>
                      <a:pt x="18" y="22"/>
                      <a:pt x="7" y="40"/>
                      <a:pt x="7"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1" name="Freeform 1346"/>
              <p:cNvSpPr/>
              <p:nvPr/>
            </p:nvSpPr>
            <p:spPr bwMode="auto">
              <a:xfrm>
                <a:off x="7119939" y="7485063"/>
                <a:ext cx="23813" cy="47625"/>
              </a:xfrm>
              <a:custGeom>
                <a:avLst/>
                <a:gdLst>
                  <a:gd name="T0" fmla="*/ 2 w 15"/>
                  <a:gd name="T1" fmla="*/ 0 h 30"/>
                  <a:gd name="T2" fmla="*/ 15 w 15"/>
                  <a:gd name="T3" fmla="*/ 19 h 30"/>
                  <a:gd name="T4" fmla="*/ 15 w 15"/>
                  <a:gd name="T5" fmla="*/ 19 h 30"/>
                  <a:gd name="T6" fmla="*/ 13 w 15"/>
                  <a:gd name="T7" fmla="*/ 21 h 30"/>
                  <a:gd name="T8" fmla="*/ 5 w 15"/>
                  <a:gd name="T9" fmla="*/ 10 h 30"/>
                  <a:gd name="T10" fmla="*/ 3 w 15"/>
                  <a:gd name="T11" fmla="*/ 30 h 30"/>
                  <a:gd name="T12" fmla="*/ 0 w 15"/>
                  <a:gd name="T13" fmla="*/ 30 h 30"/>
                  <a:gd name="T14" fmla="*/ 2 w 15"/>
                  <a:gd name="T15" fmla="*/ 0 h 30"/>
                  <a:gd name="T16" fmla="*/ 2 w 15"/>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30">
                    <a:moveTo>
                      <a:pt x="2" y="0"/>
                    </a:moveTo>
                    <a:lnTo>
                      <a:pt x="15" y="19"/>
                    </a:lnTo>
                    <a:lnTo>
                      <a:pt x="15" y="19"/>
                    </a:lnTo>
                    <a:lnTo>
                      <a:pt x="13" y="21"/>
                    </a:lnTo>
                    <a:lnTo>
                      <a:pt x="5" y="10"/>
                    </a:lnTo>
                    <a:lnTo>
                      <a:pt x="3" y="30"/>
                    </a:lnTo>
                    <a:lnTo>
                      <a:pt x="0" y="30"/>
                    </a:lnTo>
                    <a:lnTo>
                      <a:pt x="2" y="0"/>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2" name="Freeform 1347"/>
              <p:cNvSpPr/>
              <p:nvPr/>
            </p:nvSpPr>
            <p:spPr bwMode="auto">
              <a:xfrm>
                <a:off x="7116764" y="7477126"/>
                <a:ext cx="30163" cy="60325"/>
              </a:xfrm>
              <a:custGeom>
                <a:avLst/>
                <a:gdLst>
                  <a:gd name="T0" fmla="*/ 0 w 19"/>
                  <a:gd name="T1" fmla="*/ 37 h 38"/>
                  <a:gd name="T2" fmla="*/ 2 w 19"/>
                  <a:gd name="T3" fmla="*/ 5 h 38"/>
                  <a:gd name="T4" fmla="*/ 3 w 19"/>
                  <a:gd name="T5" fmla="*/ 0 h 38"/>
                  <a:gd name="T6" fmla="*/ 19 w 19"/>
                  <a:gd name="T7" fmla="*/ 23 h 38"/>
                  <a:gd name="T8" fmla="*/ 19 w 19"/>
                  <a:gd name="T9" fmla="*/ 24 h 38"/>
                  <a:gd name="T10" fmla="*/ 19 w 19"/>
                  <a:gd name="T11" fmla="*/ 25 h 38"/>
                  <a:gd name="T12" fmla="*/ 14 w 19"/>
                  <a:gd name="T13" fmla="*/ 28 h 38"/>
                  <a:gd name="T14" fmla="*/ 8 w 19"/>
                  <a:gd name="T15" fmla="*/ 22 h 38"/>
                  <a:gd name="T16" fmla="*/ 7 w 19"/>
                  <a:gd name="T17" fmla="*/ 38 h 38"/>
                  <a:gd name="T18" fmla="*/ 0 w 19"/>
                  <a:gd name="T19" fmla="*/ 37 h 38"/>
                  <a:gd name="T20" fmla="*/ 0 w 19"/>
                  <a:gd name="T21" fmla="*/ 3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38">
                    <a:moveTo>
                      <a:pt x="0" y="37"/>
                    </a:moveTo>
                    <a:lnTo>
                      <a:pt x="2" y="5"/>
                    </a:lnTo>
                    <a:lnTo>
                      <a:pt x="3" y="0"/>
                    </a:lnTo>
                    <a:lnTo>
                      <a:pt x="19" y="23"/>
                    </a:lnTo>
                    <a:lnTo>
                      <a:pt x="19" y="24"/>
                    </a:lnTo>
                    <a:lnTo>
                      <a:pt x="19" y="25"/>
                    </a:lnTo>
                    <a:lnTo>
                      <a:pt x="14" y="28"/>
                    </a:lnTo>
                    <a:lnTo>
                      <a:pt x="8" y="22"/>
                    </a:lnTo>
                    <a:lnTo>
                      <a:pt x="7" y="38"/>
                    </a:lnTo>
                    <a:lnTo>
                      <a:pt x="0" y="37"/>
                    </a:lnTo>
                    <a:lnTo>
                      <a:pt x="0" y="3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3" name="Freeform 1348"/>
              <p:cNvSpPr/>
              <p:nvPr/>
            </p:nvSpPr>
            <p:spPr bwMode="auto">
              <a:xfrm>
                <a:off x="7091364" y="7491413"/>
                <a:ext cx="34925" cy="44450"/>
              </a:xfrm>
              <a:custGeom>
                <a:avLst/>
                <a:gdLst>
                  <a:gd name="T0" fmla="*/ 19 w 22"/>
                  <a:gd name="T1" fmla="*/ 0 h 28"/>
                  <a:gd name="T2" fmla="*/ 22 w 22"/>
                  <a:gd name="T3" fmla="*/ 28 h 28"/>
                  <a:gd name="T4" fmla="*/ 22 w 22"/>
                  <a:gd name="T5" fmla="*/ 28 h 28"/>
                  <a:gd name="T6" fmla="*/ 19 w 22"/>
                  <a:gd name="T7" fmla="*/ 28 h 28"/>
                  <a:gd name="T8" fmla="*/ 17 w 22"/>
                  <a:gd name="T9" fmla="*/ 9 h 28"/>
                  <a:gd name="T10" fmla="*/ 2 w 22"/>
                  <a:gd name="T11" fmla="*/ 27 h 28"/>
                  <a:gd name="T12" fmla="*/ 0 w 22"/>
                  <a:gd name="T13" fmla="*/ 25 h 28"/>
                  <a:gd name="T14" fmla="*/ 19 w 22"/>
                  <a:gd name="T15" fmla="*/ 0 h 28"/>
                  <a:gd name="T16" fmla="*/ 19 w 22"/>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8">
                    <a:moveTo>
                      <a:pt x="19" y="0"/>
                    </a:moveTo>
                    <a:lnTo>
                      <a:pt x="22" y="28"/>
                    </a:lnTo>
                    <a:lnTo>
                      <a:pt x="22" y="28"/>
                    </a:lnTo>
                    <a:lnTo>
                      <a:pt x="19" y="28"/>
                    </a:lnTo>
                    <a:lnTo>
                      <a:pt x="17" y="9"/>
                    </a:lnTo>
                    <a:lnTo>
                      <a:pt x="2" y="27"/>
                    </a:lnTo>
                    <a:lnTo>
                      <a:pt x="0" y="25"/>
                    </a:lnTo>
                    <a:lnTo>
                      <a:pt x="19" y="0"/>
                    </a:lnTo>
                    <a:lnTo>
                      <a:pt x="19"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4" name="Freeform 1349"/>
              <p:cNvSpPr/>
              <p:nvPr/>
            </p:nvSpPr>
            <p:spPr bwMode="auto">
              <a:xfrm>
                <a:off x="7086601" y="7483476"/>
                <a:ext cx="42863" cy="57150"/>
              </a:xfrm>
              <a:custGeom>
                <a:avLst/>
                <a:gdLst>
                  <a:gd name="T0" fmla="*/ 19 w 27"/>
                  <a:gd name="T1" fmla="*/ 20 h 36"/>
                  <a:gd name="T2" fmla="*/ 7 w 27"/>
                  <a:gd name="T3" fmla="*/ 34 h 36"/>
                  <a:gd name="T4" fmla="*/ 0 w 27"/>
                  <a:gd name="T5" fmla="*/ 30 h 36"/>
                  <a:gd name="T6" fmla="*/ 21 w 27"/>
                  <a:gd name="T7" fmla="*/ 4 h 36"/>
                  <a:gd name="T8" fmla="*/ 24 w 27"/>
                  <a:gd name="T9" fmla="*/ 0 h 36"/>
                  <a:gd name="T10" fmla="*/ 27 w 27"/>
                  <a:gd name="T11" fmla="*/ 34 h 36"/>
                  <a:gd name="T12" fmla="*/ 27 w 27"/>
                  <a:gd name="T13" fmla="*/ 35 h 36"/>
                  <a:gd name="T14" fmla="*/ 26 w 27"/>
                  <a:gd name="T15" fmla="*/ 35 h 36"/>
                  <a:gd name="T16" fmla="*/ 20 w 27"/>
                  <a:gd name="T17" fmla="*/ 36 h 36"/>
                  <a:gd name="T18" fmla="*/ 19 w 27"/>
                  <a:gd name="T19" fmla="*/ 20 h 36"/>
                  <a:gd name="T20" fmla="*/ 19 w 27"/>
                  <a:gd name="T21" fmla="*/ 2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36">
                    <a:moveTo>
                      <a:pt x="19" y="20"/>
                    </a:moveTo>
                    <a:lnTo>
                      <a:pt x="7" y="34"/>
                    </a:lnTo>
                    <a:lnTo>
                      <a:pt x="0" y="30"/>
                    </a:lnTo>
                    <a:lnTo>
                      <a:pt x="21" y="4"/>
                    </a:lnTo>
                    <a:lnTo>
                      <a:pt x="24" y="0"/>
                    </a:lnTo>
                    <a:lnTo>
                      <a:pt x="27" y="34"/>
                    </a:lnTo>
                    <a:lnTo>
                      <a:pt x="27" y="35"/>
                    </a:lnTo>
                    <a:lnTo>
                      <a:pt x="26" y="35"/>
                    </a:lnTo>
                    <a:lnTo>
                      <a:pt x="20" y="36"/>
                    </a:lnTo>
                    <a:lnTo>
                      <a:pt x="19" y="20"/>
                    </a:lnTo>
                    <a:lnTo>
                      <a:pt x="19" y="2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5" name="Freeform 1350"/>
              <p:cNvSpPr/>
              <p:nvPr/>
            </p:nvSpPr>
            <p:spPr bwMode="auto">
              <a:xfrm>
                <a:off x="7105651" y="7497763"/>
                <a:ext cx="17463" cy="33338"/>
              </a:xfrm>
              <a:custGeom>
                <a:avLst/>
                <a:gdLst>
                  <a:gd name="T0" fmla="*/ 8 w 11"/>
                  <a:gd name="T1" fmla="*/ 0 h 21"/>
                  <a:gd name="T2" fmla="*/ 11 w 11"/>
                  <a:gd name="T3" fmla="*/ 2 h 21"/>
                  <a:gd name="T4" fmla="*/ 3 w 11"/>
                  <a:gd name="T5" fmla="*/ 21 h 21"/>
                  <a:gd name="T6" fmla="*/ 0 w 11"/>
                  <a:gd name="T7" fmla="*/ 19 h 21"/>
                  <a:gd name="T8" fmla="*/ 8 w 11"/>
                  <a:gd name="T9" fmla="*/ 0 h 21"/>
                  <a:gd name="T10" fmla="*/ 8 w 11"/>
                  <a:gd name="T11" fmla="*/ 0 h 21"/>
                </a:gdLst>
                <a:ahLst/>
                <a:cxnLst>
                  <a:cxn ang="0">
                    <a:pos x="T0" y="T1"/>
                  </a:cxn>
                  <a:cxn ang="0">
                    <a:pos x="T2" y="T3"/>
                  </a:cxn>
                  <a:cxn ang="0">
                    <a:pos x="T4" y="T5"/>
                  </a:cxn>
                  <a:cxn ang="0">
                    <a:pos x="T6" y="T7"/>
                  </a:cxn>
                  <a:cxn ang="0">
                    <a:pos x="T8" y="T9"/>
                  </a:cxn>
                  <a:cxn ang="0">
                    <a:pos x="T10" y="T11"/>
                  </a:cxn>
                </a:cxnLst>
                <a:rect l="0" t="0" r="r" b="b"/>
                <a:pathLst>
                  <a:path w="11" h="21">
                    <a:moveTo>
                      <a:pt x="8" y="0"/>
                    </a:moveTo>
                    <a:lnTo>
                      <a:pt x="11" y="2"/>
                    </a:lnTo>
                    <a:lnTo>
                      <a:pt x="3" y="21"/>
                    </a:lnTo>
                    <a:lnTo>
                      <a:pt x="0" y="19"/>
                    </a:lnTo>
                    <a:lnTo>
                      <a:pt x="8" y="0"/>
                    </a:lnTo>
                    <a:lnTo>
                      <a:pt x="8"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6" name="Freeform 1351"/>
              <p:cNvSpPr/>
              <p:nvPr/>
            </p:nvSpPr>
            <p:spPr bwMode="auto">
              <a:xfrm>
                <a:off x="7102476" y="7494588"/>
                <a:ext cx="23813" cy="39688"/>
              </a:xfrm>
              <a:custGeom>
                <a:avLst/>
                <a:gdLst>
                  <a:gd name="T0" fmla="*/ 0 w 15"/>
                  <a:gd name="T1" fmla="*/ 23 h 25"/>
                  <a:gd name="T2" fmla="*/ 8 w 15"/>
                  <a:gd name="T3" fmla="*/ 2 h 25"/>
                  <a:gd name="T4" fmla="*/ 9 w 15"/>
                  <a:gd name="T5" fmla="*/ 0 h 25"/>
                  <a:gd name="T6" fmla="*/ 15 w 15"/>
                  <a:gd name="T7" fmla="*/ 2 h 25"/>
                  <a:gd name="T8" fmla="*/ 8 w 15"/>
                  <a:gd name="T9" fmla="*/ 25 h 25"/>
                  <a:gd name="T10" fmla="*/ 0 w 15"/>
                  <a:gd name="T11" fmla="*/ 23 h 25"/>
                  <a:gd name="T12" fmla="*/ 0 w 15"/>
                  <a:gd name="T13" fmla="*/ 23 h 25"/>
                </a:gdLst>
                <a:ahLst/>
                <a:cxnLst>
                  <a:cxn ang="0">
                    <a:pos x="T0" y="T1"/>
                  </a:cxn>
                  <a:cxn ang="0">
                    <a:pos x="T2" y="T3"/>
                  </a:cxn>
                  <a:cxn ang="0">
                    <a:pos x="T4" y="T5"/>
                  </a:cxn>
                  <a:cxn ang="0">
                    <a:pos x="T6" y="T7"/>
                  </a:cxn>
                  <a:cxn ang="0">
                    <a:pos x="T8" y="T9"/>
                  </a:cxn>
                  <a:cxn ang="0">
                    <a:pos x="T10" y="T11"/>
                  </a:cxn>
                  <a:cxn ang="0">
                    <a:pos x="T12" y="T13"/>
                  </a:cxn>
                </a:cxnLst>
                <a:rect l="0" t="0" r="r" b="b"/>
                <a:pathLst>
                  <a:path w="15" h="25">
                    <a:moveTo>
                      <a:pt x="0" y="23"/>
                    </a:moveTo>
                    <a:lnTo>
                      <a:pt x="8" y="2"/>
                    </a:lnTo>
                    <a:lnTo>
                      <a:pt x="9" y="0"/>
                    </a:lnTo>
                    <a:lnTo>
                      <a:pt x="15" y="2"/>
                    </a:lnTo>
                    <a:lnTo>
                      <a:pt x="8" y="25"/>
                    </a:lnTo>
                    <a:lnTo>
                      <a:pt x="0" y="23"/>
                    </a:lnTo>
                    <a:lnTo>
                      <a:pt x="0" y="2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7" name="Freeform 1352"/>
              <p:cNvSpPr/>
              <p:nvPr/>
            </p:nvSpPr>
            <p:spPr bwMode="auto">
              <a:xfrm>
                <a:off x="7078664" y="7573963"/>
                <a:ext cx="9525" cy="7938"/>
              </a:xfrm>
              <a:custGeom>
                <a:avLst/>
                <a:gdLst>
                  <a:gd name="T0" fmla="*/ 0 w 6"/>
                  <a:gd name="T1" fmla="*/ 2 h 5"/>
                  <a:gd name="T2" fmla="*/ 5 w 6"/>
                  <a:gd name="T3" fmla="*/ 0 h 5"/>
                  <a:gd name="T4" fmla="*/ 6 w 6"/>
                  <a:gd name="T5" fmla="*/ 3 h 5"/>
                  <a:gd name="T6" fmla="*/ 1 w 6"/>
                  <a:gd name="T7" fmla="*/ 5 h 5"/>
                  <a:gd name="T8" fmla="*/ 0 w 6"/>
                  <a:gd name="T9" fmla="*/ 2 h 5"/>
                  <a:gd name="T10" fmla="*/ 0 w 6"/>
                  <a:gd name="T11" fmla="*/ 2 h 5"/>
                </a:gdLst>
                <a:ahLst/>
                <a:cxnLst>
                  <a:cxn ang="0">
                    <a:pos x="T0" y="T1"/>
                  </a:cxn>
                  <a:cxn ang="0">
                    <a:pos x="T2" y="T3"/>
                  </a:cxn>
                  <a:cxn ang="0">
                    <a:pos x="T4" y="T5"/>
                  </a:cxn>
                  <a:cxn ang="0">
                    <a:pos x="T6" y="T7"/>
                  </a:cxn>
                  <a:cxn ang="0">
                    <a:pos x="T8" y="T9"/>
                  </a:cxn>
                  <a:cxn ang="0">
                    <a:pos x="T10" y="T11"/>
                  </a:cxn>
                </a:cxnLst>
                <a:rect l="0" t="0" r="r" b="b"/>
                <a:pathLst>
                  <a:path w="6" h="5">
                    <a:moveTo>
                      <a:pt x="0" y="2"/>
                    </a:moveTo>
                    <a:lnTo>
                      <a:pt x="5" y="0"/>
                    </a:lnTo>
                    <a:lnTo>
                      <a:pt x="6" y="3"/>
                    </a:lnTo>
                    <a:lnTo>
                      <a:pt x="1" y="5"/>
                    </a:lnTo>
                    <a:lnTo>
                      <a:pt x="0" y="2"/>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8" name="Freeform 1353"/>
              <p:cNvSpPr/>
              <p:nvPr/>
            </p:nvSpPr>
            <p:spPr bwMode="auto">
              <a:xfrm>
                <a:off x="7072314" y="7569201"/>
                <a:ext cx="20638" cy="19050"/>
              </a:xfrm>
              <a:custGeom>
                <a:avLst/>
                <a:gdLst>
                  <a:gd name="T0" fmla="*/ 2 w 13"/>
                  <a:gd name="T1" fmla="*/ 10 h 12"/>
                  <a:gd name="T2" fmla="*/ 1 w 13"/>
                  <a:gd name="T3" fmla="*/ 6 h 12"/>
                  <a:gd name="T4" fmla="*/ 4 w 13"/>
                  <a:gd name="T5" fmla="*/ 5 h 12"/>
                  <a:gd name="T6" fmla="*/ 4 w 13"/>
                  <a:gd name="T7" fmla="*/ 7 h 12"/>
                  <a:gd name="T8" fmla="*/ 4 w 13"/>
                  <a:gd name="T9" fmla="*/ 5 h 12"/>
                  <a:gd name="T10" fmla="*/ 1 w 13"/>
                  <a:gd name="T11" fmla="*/ 6 h 12"/>
                  <a:gd name="T12" fmla="*/ 0 w 13"/>
                  <a:gd name="T13" fmla="*/ 4 h 12"/>
                  <a:gd name="T14" fmla="*/ 9 w 13"/>
                  <a:gd name="T15" fmla="*/ 0 h 12"/>
                  <a:gd name="T16" fmla="*/ 13 w 13"/>
                  <a:gd name="T17" fmla="*/ 7 h 12"/>
                  <a:gd name="T18" fmla="*/ 4 w 13"/>
                  <a:gd name="T19" fmla="*/ 12 h 12"/>
                  <a:gd name="T20" fmla="*/ 2 w 13"/>
                  <a:gd name="T21" fmla="*/ 10 h 12"/>
                  <a:gd name="T22" fmla="*/ 2 w 13"/>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2">
                    <a:moveTo>
                      <a:pt x="2" y="10"/>
                    </a:moveTo>
                    <a:lnTo>
                      <a:pt x="1" y="6"/>
                    </a:lnTo>
                    <a:lnTo>
                      <a:pt x="4" y="5"/>
                    </a:lnTo>
                    <a:lnTo>
                      <a:pt x="4" y="7"/>
                    </a:lnTo>
                    <a:lnTo>
                      <a:pt x="4" y="5"/>
                    </a:lnTo>
                    <a:lnTo>
                      <a:pt x="1" y="6"/>
                    </a:lnTo>
                    <a:lnTo>
                      <a:pt x="0" y="4"/>
                    </a:lnTo>
                    <a:lnTo>
                      <a:pt x="9" y="0"/>
                    </a:lnTo>
                    <a:lnTo>
                      <a:pt x="13" y="7"/>
                    </a:lnTo>
                    <a:lnTo>
                      <a:pt x="4" y="12"/>
                    </a:lnTo>
                    <a:lnTo>
                      <a:pt x="2" y="10"/>
                    </a:lnTo>
                    <a:lnTo>
                      <a:pt x="2" y="1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49" name="Freeform 1354"/>
              <p:cNvSpPr/>
              <p:nvPr/>
            </p:nvSpPr>
            <p:spPr bwMode="auto">
              <a:xfrm>
                <a:off x="7159626" y="7567613"/>
                <a:ext cx="9525" cy="7938"/>
              </a:xfrm>
              <a:custGeom>
                <a:avLst/>
                <a:gdLst>
                  <a:gd name="T0" fmla="*/ 0 w 6"/>
                  <a:gd name="T1" fmla="*/ 2 h 5"/>
                  <a:gd name="T2" fmla="*/ 4 w 6"/>
                  <a:gd name="T3" fmla="*/ 0 h 5"/>
                  <a:gd name="T4" fmla="*/ 6 w 6"/>
                  <a:gd name="T5" fmla="*/ 3 h 5"/>
                  <a:gd name="T6" fmla="*/ 1 w 6"/>
                  <a:gd name="T7" fmla="*/ 5 h 5"/>
                  <a:gd name="T8" fmla="*/ 0 w 6"/>
                  <a:gd name="T9" fmla="*/ 2 h 5"/>
                  <a:gd name="T10" fmla="*/ 0 w 6"/>
                  <a:gd name="T11" fmla="*/ 2 h 5"/>
                </a:gdLst>
                <a:ahLst/>
                <a:cxnLst>
                  <a:cxn ang="0">
                    <a:pos x="T0" y="T1"/>
                  </a:cxn>
                  <a:cxn ang="0">
                    <a:pos x="T2" y="T3"/>
                  </a:cxn>
                  <a:cxn ang="0">
                    <a:pos x="T4" y="T5"/>
                  </a:cxn>
                  <a:cxn ang="0">
                    <a:pos x="T6" y="T7"/>
                  </a:cxn>
                  <a:cxn ang="0">
                    <a:pos x="T8" y="T9"/>
                  </a:cxn>
                  <a:cxn ang="0">
                    <a:pos x="T10" y="T11"/>
                  </a:cxn>
                </a:cxnLst>
                <a:rect l="0" t="0" r="r" b="b"/>
                <a:pathLst>
                  <a:path w="6" h="5">
                    <a:moveTo>
                      <a:pt x="0" y="2"/>
                    </a:moveTo>
                    <a:lnTo>
                      <a:pt x="4" y="0"/>
                    </a:lnTo>
                    <a:lnTo>
                      <a:pt x="6" y="3"/>
                    </a:lnTo>
                    <a:lnTo>
                      <a:pt x="1" y="5"/>
                    </a:lnTo>
                    <a:lnTo>
                      <a:pt x="0" y="2"/>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0" name="Freeform 1355"/>
              <p:cNvSpPr/>
              <p:nvPr/>
            </p:nvSpPr>
            <p:spPr bwMode="auto">
              <a:xfrm>
                <a:off x="7154864" y="7561263"/>
                <a:ext cx="19050" cy="17463"/>
              </a:xfrm>
              <a:custGeom>
                <a:avLst/>
                <a:gdLst>
                  <a:gd name="T0" fmla="*/ 3 w 12"/>
                  <a:gd name="T1" fmla="*/ 10 h 11"/>
                  <a:gd name="T2" fmla="*/ 1 w 12"/>
                  <a:gd name="T3" fmla="*/ 7 h 11"/>
                  <a:gd name="T4" fmla="*/ 3 w 12"/>
                  <a:gd name="T5" fmla="*/ 6 h 11"/>
                  <a:gd name="T6" fmla="*/ 4 w 12"/>
                  <a:gd name="T7" fmla="*/ 8 h 11"/>
                  <a:gd name="T8" fmla="*/ 3 w 12"/>
                  <a:gd name="T9" fmla="*/ 6 h 11"/>
                  <a:gd name="T10" fmla="*/ 1 w 12"/>
                  <a:gd name="T11" fmla="*/ 7 h 11"/>
                  <a:gd name="T12" fmla="*/ 0 w 12"/>
                  <a:gd name="T13" fmla="*/ 5 h 11"/>
                  <a:gd name="T14" fmla="*/ 9 w 12"/>
                  <a:gd name="T15" fmla="*/ 0 h 11"/>
                  <a:gd name="T16" fmla="*/ 12 w 12"/>
                  <a:gd name="T17" fmla="*/ 8 h 11"/>
                  <a:gd name="T18" fmla="*/ 3 w 12"/>
                  <a:gd name="T19" fmla="*/ 11 h 11"/>
                  <a:gd name="T20" fmla="*/ 3 w 12"/>
                  <a:gd name="T21" fmla="*/ 10 h 11"/>
                  <a:gd name="T22" fmla="*/ 3 w 12"/>
                  <a:gd name="T23"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1">
                    <a:moveTo>
                      <a:pt x="3" y="10"/>
                    </a:moveTo>
                    <a:lnTo>
                      <a:pt x="1" y="7"/>
                    </a:lnTo>
                    <a:lnTo>
                      <a:pt x="3" y="6"/>
                    </a:lnTo>
                    <a:lnTo>
                      <a:pt x="4" y="8"/>
                    </a:lnTo>
                    <a:lnTo>
                      <a:pt x="3" y="6"/>
                    </a:lnTo>
                    <a:lnTo>
                      <a:pt x="1" y="7"/>
                    </a:lnTo>
                    <a:lnTo>
                      <a:pt x="0" y="5"/>
                    </a:lnTo>
                    <a:lnTo>
                      <a:pt x="9" y="0"/>
                    </a:lnTo>
                    <a:lnTo>
                      <a:pt x="12" y="8"/>
                    </a:lnTo>
                    <a:lnTo>
                      <a:pt x="3" y="11"/>
                    </a:lnTo>
                    <a:lnTo>
                      <a:pt x="3" y="10"/>
                    </a:lnTo>
                    <a:lnTo>
                      <a:pt x="3" y="1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1" name="Freeform 1356"/>
              <p:cNvSpPr/>
              <p:nvPr/>
            </p:nvSpPr>
            <p:spPr bwMode="auto">
              <a:xfrm>
                <a:off x="7072314" y="7613651"/>
                <a:ext cx="96838" cy="44450"/>
              </a:xfrm>
              <a:custGeom>
                <a:avLst/>
                <a:gdLst>
                  <a:gd name="T0" fmla="*/ 3 w 55"/>
                  <a:gd name="T1" fmla="*/ 9 h 25"/>
                  <a:gd name="T2" fmla="*/ 0 w 55"/>
                  <a:gd name="T3" fmla="*/ 1 h 25"/>
                  <a:gd name="T4" fmla="*/ 0 w 55"/>
                  <a:gd name="T5" fmla="*/ 1 h 25"/>
                  <a:gd name="T6" fmla="*/ 3 w 55"/>
                  <a:gd name="T7" fmla="*/ 0 h 25"/>
                  <a:gd name="T8" fmla="*/ 6 w 55"/>
                  <a:gd name="T9" fmla="*/ 8 h 25"/>
                  <a:gd name="T10" fmla="*/ 6 w 55"/>
                  <a:gd name="T11" fmla="*/ 8 h 25"/>
                  <a:gd name="T12" fmla="*/ 23 w 55"/>
                  <a:gd name="T13" fmla="*/ 21 h 25"/>
                  <a:gd name="T14" fmla="*/ 23 w 55"/>
                  <a:gd name="T15" fmla="*/ 21 h 25"/>
                  <a:gd name="T16" fmla="*/ 36 w 55"/>
                  <a:gd name="T17" fmla="*/ 17 h 25"/>
                  <a:gd name="T18" fmla="*/ 36 w 55"/>
                  <a:gd name="T19" fmla="*/ 17 h 25"/>
                  <a:gd name="T20" fmla="*/ 47 w 55"/>
                  <a:gd name="T21" fmla="*/ 9 h 25"/>
                  <a:gd name="T22" fmla="*/ 47 w 55"/>
                  <a:gd name="T23" fmla="*/ 9 h 25"/>
                  <a:gd name="T24" fmla="*/ 52 w 55"/>
                  <a:gd name="T25" fmla="*/ 3 h 25"/>
                  <a:gd name="T26" fmla="*/ 52 w 55"/>
                  <a:gd name="T27" fmla="*/ 3 h 25"/>
                  <a:gd name="T28" fmla="*/ 52 w 55"/>
                  <a:gd name="T29" fmla="*/ 3 h 25"/>
                  <a:gd name="T30" fmla="*/ 52 w 55"/>
                  <a:gd name="T31" fmla="*/ 3 h 25"/>
                  <a:gd name="T32" fmla="*/ 52 w 55"/>
                  <a:gd name="T33" fmla="*/ 3 h 25"/>
                  <a:gd name="T34" fmla="*/ 52 w 55"/>
                  <a:gd name="T35" fmla="*/ 3 h 25"/>
                  <a:gd name="T36" fmla="*/ 52 w 55"/>
                  <a:gd name="T37" fmla="*/ 3 h 25"/>
                  <a:gd name="T38" fmla="*/ 54 w 55"/>
                  <a:gd name="T39" fmla="*/ 2 h 25"/>
                  <a:gd name="T40" fmla="*/ 54 w 55"/>
                  <a:gd name="T41" fmla="*/ 6 h 25"/>
                  <a:gd name="T42" fmla="*/ 54 w 55"/>
                  <a:gd name="T43" fmla="*/ 6 h 25"/>
                  <a:gd name="T44" fmla="*/ 50 w 55"/>
                  <a:gd name="T45" fmla="*/ 11 h 25"/>
                  <a:gd name="T46" fmla="*/ 50 w 55"/>
                  <a:gd name="T47" fmla="*/ 11 h 25"/>
                  <a:gd name="T48" fmla="*/ 37 w 55"/>
                  <a:gd name="T49" fmla="*/ 20 h 25"/>
                  <a:gd name="T50" fmla="*/ 37 w 55"/>
                  <a:gd name="T51" fmla="*/ 20 h 25"/>
                  <a:gd name="T52" fmla="*/ 24 w 55"/>
                  <a:gd name="T53" fmla="*/ 24 h 25"/>
                  <a:gd name="T54" fmla="*/ 24 w 55"/>
                  <a:gd name="T55" fmla="*/ 24 h 25"/>
                  <a:gd name="T56" fmla="*/ 3 w 55"/>
                  <a:gd name="T57" fmla="*/ 9 h 25"/>
                  <a:gd name="T58" fmla="*/ 3 w 55"/>
                  <a:gd name="T59" fmla="*/ 9 h 25"/>
                  <a:gd name="T60" fmla="*/ 3 w 55"/>
                  <a:gd name="T6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25">
                    <a:moveTo>
                      <a:pt x="3" y="9"/>
                    </a:moveTo>
                    <a:cubicBezTo>
                      <a:pt x="1" y="5"/>
                      <a:pt x="0" y="1"/>
                      <a:pt x="0" y="1"/>
                    </a:cubicBezTo>
                    <a:cubicBezTo>
                      <a:pt x="0" y="1"/>
                      <a:pt x="0" y="1"/>
                      <a:pt x="0" y="1"/>
                    </a:cubicBezTo>
                    <a:cubicBezTo>
                      <a:pt x="3" y="0"/>
                      <a:pt x="3" y="0"/>
                      <a:pt x="3" y="0"/>
                    </a:cubicBezTo>
                    <a:cubicBezTo>
                      <a:pt x="3" y="0"/>
                      <a:pt x="4" y="4"/>
                      <a:pt x="6" y="8"/>
                    </a:cubicBezTo>
                    <a:cubicBezTo>
                      <a:pt x="6" y="8"/>
                      <a:pt x="6" y="8"/>
                      <a:pt x="6" y="8"/>
                    </a:cubicBezTo>
                    <a:cubicBezTo>
                      <a:pt x="9" y="14"/>
                      <a:pt x="15" y="22"/>
                      <a:pt x="23" y="21"/>
                    </a:cubicBezTo>
                    <a:cubicBezTo>
                      <a:pt x="23" y="21"/>
                      <a:pt x="23" y="21"/>
                      <a:pt x="23" y="21"/>
                    </a:cubicBezTo>
                    <a:cubicBezTo>
                      <a:pt x="28" y="20"/>
                      <a:pt x="32" y="19"/>
                      <a:pt x="36" y="17"/>
                    </a:cubicBezTo>
                    <a:cubicBezTo>
                      <a:pt x="36" y="17"/>
                      <a:pt x="36" y="17"/>
                      <a:pt x="36" y="17"/>
                    </a:cubicBezTo>
                    <a:cubicBezTo>
                      <a:pt x="40" y="15"/>
                      <a:pt x="45" y="12"/>
                      <a:pt x="47" y="9"/>
                    </a:cubicBezTo>
                    <a:cubicBezTo>
                      <a:pt x="47" y="9"/>
                      <a:pt x="47" y="9"/>
                      <a:pt x="47" y="9"/>
                    </a:cubicBezTo>
                    <a:cubicBezTo>
                      <a:pt x="50" y="6"/>
                      <a:pt x="52" y="4"/>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4" y="2"/>
                      <a:pt x="54" y="2"/>
                      <a:pt x="54" y="2"/>
                    </a:cubicBezTo>
                    <a:cubicBezTo>
                      <a:pt x="55" y="4"/>
                      <a:pt x="54" y="5"/>
                      <a:pt x="54" y="6"/>
                    </a:cubicBezTo>
                    <a:cubicBezTo>
                      <a:pt x="54" y="6"/>
                      <a:pt x="54" y="6"/>
                      <a:pt x="54" y="6"/>
                    </a:cubicBezTo>
                    <a:cubicBezTo>
                      <a:pt x="53" y="8"/>
                      <a:pt x="52" y="9"/>
                      <a:pt x="50" y="11"/>
                    </a:cubicBezTo>
                    <a:cubicBezTo>
                      <a:pt x="50" y="11"/>
                      <a:pt x="50" y="11"/>
                      <a:pt x="50" y="11"/>
                    </a:cubicBezTo>
                    <a:cubicBezTo>
                      <a:pt x="47" y="14"/>
                      <a:pt x="42" y="17"/>
                      <a:pt x="37" y="20"/>
                    </a:cubicBezTo>
                    <a:cubicBezTo>
                      <a:pt x="37" y="20"/>
                      <a:pt x="37" y="20"/>
                      <a:pt x="37" y="20"/>
                    </a:cubicBezTo>
                    <a:cubicBezTo>
                      <a:pt x="33" y="22"/>
                      <a:pt x="28" y="23"/>
                      <a:pt x="24" y="24"/>
                    </a:cubicBezTo>
                    <a:cubicBezTo>
                      <a:pt x="24" y="24"/>
                      <a:pt x="24" y="24"/>
                      <a:pt x="24" y="24"/>
                    </a:cubicBezTo>
                    <a:cubicBezTo>
                      <a:pt x="13" y="25"/>
                      <a:pt x="7" y="16"/>
                      <a:pt x="3" y="9"/>
                    </a:cubicBezTo>
                    <a:cubicBezTo>
                      <a:pt x="3" y="9"/>
                      <a:pt x="3" y="9"/>
                      <a:pt x="3" y="9"/>
                    </a:cubicBezTo>
                    <a:cubicBezTo>
                      <a:pt x="3" y="9"/>
                      <a:pt x="3" y="9"/>
                      <a:pt x="3"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2" name="Freeform 1357"/>
              <p:cNvSpPr>
                <a:spLocks noEditPoints="1"/>
              </p:cNvSpPr>
              <p:nvPr/>
            </p:nvSpPr>
            <p:spPr bwMode="auto">
              <a:xfrm>
                <a:off x="7069139" y="7610476"/>
                <a:ext cx="103188" cy="49213"/>
              </a:xfrm>
              <a:custGeom>
                <a:avLst/>
                <a:gdLst>
                  <a:gd name="T0" fmla="*/ 24 w 59"/>
                  <a:gd name="T1" fmla="*/ 28 h 28"/>
                  <a:gd name="T2" fmla="*/ 3 w 59"/>
                  <a:gd name="T3" fmla="*/ 12 h 28"/>
                  <a:gd name="T4" fmla="*/ 3 w 59"/>
                  <a:gd name="T5" fmla="*/ 12 h 28"/>
                  <a:gd name="T6" fmla="*/ 3 w 59"/>
                  <a:gd name="T7" fmla="*/ 12 h 28"/>
                  <a:gd name="T8" fmla="*/ 3 w 59"/>
                  <a:gd name="T9" fmla="*/ 12 h 28"/>
                  <a:gd name="T10" fmla="*/ 0 w 59"/>
                  <a:gd name="T11" fmla="*/ 3 h 28"/>
                  <a:gd name="T12" fmla="*/ 0 w 59"/>
                  <a:gd name="T13" fmla="*/ 3 h 28"/>
                  <a:gd name="T14" fmla="*/ 0 w 59"/>
                  <a:gd name="T15" fmla="*/ 1 h 28"/>
                  <a:gd name="T16" fmla="*/ 2 w 59"/>
                  <a:gd name="T17" fmla="*/ 1 h 28"/>
                  <a:gd name="T18" fmla="*/ 5 w 59"/>
                  <a:gd name="T19" fmla="*/ 0 h 28"/>
                  <a:gd name="T20" fmla="*/ 5 w 59"/>
                  <a:gd name="T21" fmla="*/ 0 h 28"/>
                  <a:gd name="T22" fmla="*/ 7 w 59"/>
                  <a:gd name="T23" fmla="*/ 1 h 28"/>
                  <a:gd name="T24" fmla="*/ 7 w 59"/>
                  <a:gd name="T25" fmla="*/ 1 h 28"/>
                  <a:gd name="T26" fmla="*/ 7 w 59"/>
                  <a:gd name="T27" fmla="*/ 1 h 28"/>
                  <a:gd name="T28" fmla="*/ 7 w 59"/>
                  <a:gd name="T29" fmla="*/ 1 h 28"/>
                  <a:gd name="T30" fmla="*/ 7 w 59"/>
                  <a:gd name="T31" fmla="*/ 1 h 28"/>
                  <a:gd name="T32" fmla="*/ 7 w 59"/>
                  <a:gd name="T33" fmla="*/ 1 h 28"/>
                  <a:gd name="T34" fmla="*/ 7 w 59"/>
                  <a:gd name="T35" fmla="*/ 2 h 28"/>
                  <a:gd name="T36" fmla="*/ 7 w 59"/>
                  <a:gd name="T37" fmla="*/ 2 h 28"/>
                  <a:gd name="T38" fmla="*/ 7 w 59"/>
                  <a:gd name="T39" fmla="*/ 2 h 28"/>
                  <a:gd name="T40" fmla="*/ 7 w 59"/>
                  <a:gd name="T41" fmla="*/ 2 h 28"/>
                  <a:gd name="T42" fmla="*/ 7 w 59"/>
                  <a:gd name="T43" fmla="*/ 2 h 28"/>
                  <a:gd name="T44" fmla="*/ 7 w 59"/>
                  <a:gd name="T45" fmla="*/ 2 h 28"/>
                  <a:gd name="T46" fmla="*/ 8 w 59"/>
                  <a:gd name="T47" fmla="*/ 4 h 28"/>
                  <a:gd name="T48" fmla="*/ 8 w 59"/>
                  <a:gd name="T49" fmla="*/ 4 h 28"/>
                  <a:gd name="T50" fmla="*/ 10 w 59"/>
                  <a:gd name="T51" fmla="*/ 9 h 28"/>
                  <a:gd name="T52" fmla="*/ 10 w 59"/>
                  <a:gd name="T53" fmla="*/ 9 h 28"/>
                  <a:gd name="T54" fmla="*/ 24 w 59"/>
                  <a:gd name="T55" fmla="*/ 21 h 28"/>
                  <a:gd name="T56" fmla="*/ 24 w 59"/>
                  <a:gd name="T57" fmla="*/ 21 h 28"/>
                  <a:gd name="T58" fmla="*/ 25 w 59"/>
                  <a:gd name="T59" fmla="*/ 21 h 28"/>
                  <a:gd name="T60" fmla="*/ 25 w 59"/>
                  <a:gd name="T61" fmla="*/ 21 h 28"/>
                  <a:gd name="T62" fmla="*/ 37 w 59"/>
                  <a:gd name="T63" fmla="*/ 17 h 28"/>
                  <a:gd name="T64" fmla="*/ 37 w 59"/>
                  <a:gd name="T65" fmla="*/ 17 h 28"/>
                  <a:gd name="T66" fmla="*/ 48 w 59"/>
                  <a:gd name="T67" fmla="*/ 9 h 28"/>
                  <a:gd name="T68" fmla="*/ 48 w 59"/>
                  <a:gd name="T69" fmla="*/ 9 h 28"/>
                  <a:gd name="T70" fmla="*/ 51 w 59"/>
                  <a:gd name="T71" fmla="*/ 5 h 28"/>
                  <a:gd name="T72" fmla="*/ 51 w 59"/>
                  <a:gd name="T73" fmla="*/ 5 h 28"/>
                  <a:gd name="T74" fmla="*/ 51 w 59"/>
                  <a:gd name="T75" fmla="*/ 3 h 28"/>
                  <a:gd name="T76" fmla="*/ 53 w 59"/>
                  <a:gd name="T77" fmla="*/ 3 h 28"/>
                  <a:gd name="T78" fmla="*/ 57 w 59"/>
                  <a:gd name="T79" fmla="*/ 1 h 28"/>
                  <a:gd name="T80" fmla="*/ 58 w 59"/>
                  <a:gd name="T81" fmla="*/ 3 h 28"/>
                  <a:gd name="T82" fmla="*/ 59 w 59"/>
                  <a:gd name="T83" fmla="*/ 5 h 28"/>
                  <a:gd name="T84" fmla="*/ 59 w 59"/>
                  <a:gd name="T85" fmla="*/ 5 h 28"/>
                  <a:gd name="T86" fmla="*/ 57 w 59"/>
                  <a:gd name="T87" fmla="*/ 9 h 28"/>
                  <a:gd name="T88" fmla="*/ 57 w 59"/>
                  <a:gd name="T89" fmla="*/ 9 h 28"/>
                  <a:gd name="T90" fmla="*/ 53 w 59"/>
                  <a:gd name="T91" fmla="*/ 14 h 28"/>
                  <a:gd name="T92" fmla="*/ 53 w 59"/>
                  <a:gd name="T93" fmla="*/ 14 h 28"/>
                  <a:gd name="T94" fmla="*/ 40 w 59"/>
                  <a:gd name="T95" fmla="*/ 23 h 28"/>
                  <a:gd name="T96" fmla="*/ 40 w 59"/>
                  <a:gd name="T97" fmla="*/ 23 h 28"/>
                  <a:gd name="T98" fmla="*/ 26 w 59"/>
                  <a:gd name="T99" fmla="*/ 28 h 28"/>
                  <a:gd name="T100" fmla="*/ 26 w 59"/>
                  <a:gd name="T101" fmla="*/ 28 h 28"/>
                  <a:gd name="T102" fmla="*/ 24 w 59"/>
                  <a:gd name="T103" fmla="*/ 28 h 28"/>
                  <a:gd name="T104" fmla="*/ 24 w 59"/>
                  <a:gd name="T105" fmla="*/ 28 h 28"/>
                  <a:gd name="T106" fmla="*/ 24 w 59"/>
                  <a:gd name="T107" fmla="*/ 28 h 28"/>
                  <a:gd name="T108" fmla="*/ 5 w 59"/>
                  <a:gd name="T109" fmla="*/ 11 h 28"/>
                  <a:gd name="T110" fmla="*/ 6 w 59"/>
                  <a:gd name="T111" fmla="*/ 11 h 28"/>
                  <a:gd name="T112" fmla="*/ 6 w 59"/>
                  <a:gd name="T113" fmla="*/ 11 h 28"/>
                  <a:gd name="T114" fmla="*/ 6 w 59"/>
                  <a:gd name="T115" fmla="*/ 11 h 28"/>
                  <a:gd name="T116" fmla="*/ 5 w 59"/>
                  <a:gd name="T117" fmla="*/ 1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9" h="28">
                    <a:moveTo>
                      <a:pt x="24" y="28"/>
                    </a:moveTo>
                    <a:cubicBezTo>
                      <a:pt x="13" y="28"/>
                      <a:pt x="7" y="19"/>
                      <a:pt x="3" y="12"/>
                    </a:cubicBezTo>
                    <a:cubicBezTo>
                      <a:pt x="3" y="12"/>
                      <a:pt x="3" y="12"/>
                      <a:pt x="3" y="12"/>
                    </a:cubicBezTo>
                    <a:cubicBezTo>
                      <a:pt x="3" y="12"/>
                      <a:pt x="3" y="12"/>
                      <a:pt x="3" y="12"/>
                    </a:cubicBezTo>
                    <a:cubicBezTo>
                      <a:pt x="3" y="12"/>
                      <a:pt x="3" y="12"/>
                      <a:pt x="3" y="12"/>
                    </a:cubicBezTo>
                    <a:cubicBezTo>
                      <a:pt x="1" y="7"/>
                      <a:pt x="0" y="3"/>
                      <a:pt x="0" y="3"/>
                    </a:cubicBezTo>
                    <a:cubicBezTo>
                      <a:pt x="0" y="3"/>
                      <a:pt x="0" y="3"/>
                      <a:pt x="0" y="3"/>
                    </a:cubicBezTo>
                    <a:cubicBezTo>
                      <a:pt x="0" y="1"/>
                      <a:pt x="0" y="1"/>
                      <a:pt x="0" y="1"/>
                    </a:cubicBezTo>
                    <a:cubicBezTo>
                      <a:pt x="2" y="1"/>
                      <a:pt x="2" y="1"/>
                      <a:pt x="2" y="1"/>
                    </a:cubicBezTo>
                    <a:cubicBezTo>
                      <a:pt x="5" y="0"/>
                      <a:pt x="5" y="0"/>
                      <a:pt x="5" y="0"/>
                    </a:cubicBezTo>
                    <a:cubicBezTo>
                      <a:pt x="5" y="0"/>
                      <a:pt x="5" y="0"/>
                      <a:pt x="5"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3"/>
                      <a:pt x="8" y="4"/>
                    </a:cubicBezTo>
                    <a:cubicBezTo>
                      <a:pt x="8" y="4"/>
                      <a:pt x="8" y="4"/>
                      <a:pt x="8" y="4"/>
                    </a:cubicBezTo>
                    <a:cubicBezTo>
                      <a:pt x="8" y="5"/>
                      <a:pt x="9" y="7"/>
                      <a:pt x="10" y="9"/>
                    </a:cubicBezTo>
                    <a:cubicBezTo>
                      <a:pt x="10" y="9"/>
                      <a:pt x="10" y="9"/>
                      <a:pt x="10" y="9"/>
                    </a:cubicBezTo>
                    <a:cubicBezTo>
                      <a:pt x="13" y="15"/>
                      <a:pt x="17" y="21"/>
                      <a:pt x="24" y="21"/>
                    </a:cubicBezTo>
                    <a:cubicBezTo>
                      <a:pt x="24" y="21"/>
                      <a:pt x="24" y="21"/>
                      <a:pt x="24" y="21"/>
                    </a:cubicBezTo>
                    <a:cubicBezTo>
                      <a:pt x="24" y="21"/>
                      <a:pt x="25" y="21"/>
                      <a:pt x="25" y="21"/>
                    </a:cubicBezTo>
                    <a:cubicBezTo>
                      <a:pt x="25" y="21"/>
                      <a:pt x="25" y="21"/>
                      <a:pt x="25" y="21"/>
                    </a:cubicBezTo>
                    <a:cubicBezTo>
                      <a:pt x="29" y="20"/>
                      <a:pt x="33" y="19"/>
                      <a:pt x="37" y="17"/>
                    </a:cubicBezTo>
                    <a:cubicBezTo>
                      <a:pt x="37" y="17"/>
                      <a:pt x="37" y="17"/>
                      <a:pt x="37" y="17"/>
                    </a:cubicBezTo>
                    <a:cubicBezTo>
                      <a:pt x="41" y="15"/>
                      <a:pt x="45" y="12"/>
                      <a:pt x="48" y="9"/>
                    </a:cubicBezTo>
                    <a:cubicBezTo>
                      <a:pt x="48" y="9"/>
                      <a:pt x="48" y="9"/>
                      <a:pt x="48" y="9"/>
                    </a:cubicBezTo>
                    <a:cubicBezTo>
                      <a:pt x="50" y="8"/>
                      <a:pt x="51" y="6"/>
                      <a:pt x="51" y="5"/>
                    </a:cubicBezTo>
                    <a:cubicBezTo>
                      <a:pt x="51" y="5"/>
                      <a:pt x="51" y="5"/>
                      <a:pt x="51" y="5"/>
                    </a:cubicBezTo>
                    <a:cubicBezTo>
                      <a:pt x="51" y="3"/>
                      <a:pt x="51" y="3"/>
                      <a:pt x="51" y="3"/>
                    </a:cubicBezTo>
                    <a:cubicBezTo>
                      <a:pt x="53" y="3"/>
                      <a:pt x="53" y="3"/>
                      <a:pt x="53" y="3"/>
                    </a:cubicBezTo>
                    <a:cubicBezTo>
                      <a:pt x="57" y="1"/>
                      <a:pt x="57" y="1"/>
                      <a:pt x="57" y="1"/>
                    </a:cubicBezTo>
                    <a:cubicBezTo>
                      <a:pt x="58" y="3"/>
                      <a:pt x="58" y="3"/>
                      <a:pt x="58" y="3"/>
                    </a:cubicBezTo>
                    <a:cubicBezTo>
                      <a:pt x="58" y="4"/>
                      <a:pt x="59" y="5"/>
                      <a:pt x="59" y="5"/>
                    </a:cubicBezTo>
                    <a:cubicBezTo>
                      <a:pt x="59" y="5"/>
                      <a:pt x="59" y="5"/>
                      <a:pt x="59" y="5"/>
                    </a:cubicBezTo>
                    <a:cubicBezTo>
                      <a:pt x="59" y="7"/>
                      <a:pt x="58" y="8"/>
                      <a:pt x="57" y="9"/>
                    </a:cubicBezTo>
                    <a:cubicBezTo>
                      <a:pt x="57" y="9"/>
                      <a:pt x="57" y="9"/>
                      <a:pt x="57" y="9"/>
                    </a:cubicBezTo>
                    <a:cubicBezTo>
                      <a:pt x="56" y="11"/>
                      <a:pt x="55" y="12"/>
                      <a:pt x="53" y="14"/>
                    </a:cubicBezTo>
                    <a:cubicBezTo>
                      <a:pt x="53" y="14"/>
                      <a:pt x="53" y="14"/>
                      <a:pt x="53" y="14"/>
                    </a:cubicBezTo>
                    <a:cubicBezTo>
                      <a:pt x="50" y="17"/>
                      <a:pt x="46" y="21"/>
                      <a:pt x="40" y="23"/>
                    </a:cubicBezTo>
                    <a:cubicBezTo>
                      <a:pt x="40" y="23"/>
                      <a:pt x="40" y="23"/>
                      <a:pt x="40" y="23"/>
                    </a:cubicBezTo>
                    <a:cubicBezTo>
                      <a:pt x="36" y="25"/>
                      <a:pt x="31" y="27"/>
                      <a:pt x="26" y="28"/>
                    </a:cubicBezTo>
                    <a:cubicBezTo>
                      <a:pt x="26" y="28"/>
                      <a:pt x="26" y="28"/>
                      <a:pt x="26" y="28"/>
                    </a:cubicBezTo>
                    <a:cubicBezTo>
                      <a:pt x="25" y="28"/>
                      <a:pt x="25" y="28"/>
                      <a:pt x="24" y="28"/>
                    </a:cubicBezTo>
                    <a:cubicBezTo>
                      <a:pt x="24" y="28"/>
                      <a:pt x="24" y="28"/>
                      <a:pt x="24" y="28"/>
                    </a:cubicBezTo>
                    <a:cubicBezTo>
                      <a:pt x="24" y="28"/>
                      <a:pt x="24" y="28"/>
                      <a:pt x="24" y="28"/>
                    </a:cubicBezTo>
                    <a:close/>
                    <a:moveTo>
                      <a:pt x="5" y="11"/>
                    </a:moveTo>
                    <a:cubicBezTo>
                      <a:pt x="6" y="11"/>
                      <a:pt x="6" y="11"/>
                      <a:pt x="6" y="11"/>
                    </a:cubicBezTo>
                    <a:cubicBezTo>
                      <a:pt x="6" y="11"/>
                      <a:pt x="6" y="11"/>
                      <a:pt x="6" y="11"/>
                    </a:cubicBezTo>
                    <a:cubicBezTo>
                      <a:pt x="6" y="11"/>
                      <a:pt x="6" y="11"/>
                      <a:pt x="6" y="11"/>
                    </a:cubicBezTo>
                    <a:cubicBezTo>
                      <a:pt x="5" y="11"/>
                      <a:pt x="5" y="11"/>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3" name="Freeform 1358"/>
              <p:cNvSpPr/>
              <p:nvPr/>
            </p:nvSpPr>
            <p:spPr bwMode="auto">
              <a:xfrm>
                <a:off x="7161214" y="7610476"/>
                <a:ext cx="14288" cy="11113"/>
              </a:xfrm>
              <a:custGeom>
                <a:avLst/>
                <a:gdLst>
                  <a:gd name="T0" fmla="*/ 1 w 9"/>
                  <a:gd name="T1" fmla="*/ 0 h 7"/>
                  <a:gd name="T2" fmla="*/ 9 w 9"/>
                  <a:gd name="T3" fmla="*/ 3 h 7"/>
                  <a:gd name="T4" fmla="*/ 8 w 9"/>
                  <a:gd name="T5" fmla="*/ 7 h 7"/>
                  <a:gd name="T6" fmla="*/ 0 w 9"/>
                  <a:gd name="T7" fmla="*/ 3 h 7"/>
                  <a:gd name="T8" fmla="*/ 1 w 9"/>
                  <a:gd name="T9" fmla="*/ 0 h 7"/>
                  <a:gd name="T10" fmla="*/ 1 w 9"/>
                  <a:gd name="T11" fmla="*/ 0 h 7"/>
                </a:gdLst>
                <a:ahLst/>
                <a:cxnLst>
                  <a:cxn ang="0">
                    <a:pos x="T0" y="T1"/>
                  </a:cxn>
                  <a:cxn ang="0">
                    <a:pos x="T2" y="T3"/>
                  </a:cxn>
                  <a:cxn ang="0">
                    <a:pos x="T4" y="T5"/>
                  </a:cxn>
                  <a:cxn ang="0">
                    <a:pos x="T6" y="T7"/>
                  </a:cxn>
                  <a:cxn ang="0">
                    <a:pos x="T8" y="T9"/>
                  </a:cxn>
                  <a:cxn ang="0">
                    <a:pos x="T10" y="T11"/>
                  </a:cxn>
                </a:cxnLst>
                <a:rect l="0" t="0" r="r" b="b"/>
                <a:pathLst>
                  <a:path w="9" h="7">
                    <a:moveTo>
                      <a:pt x="1" y="0"/>
                    </a:moveTo>
                    <a:lnTo>
                      <a:pt x="9" y="3"/>
                    </a:lnTo>
                    <a:lnTo>
                      <a:pt x="8" y="7"/>
                    </a:lnTo>
                    <a:lnTo>
                      <a:pt x="0" y="3"/>
                    </a:lnTo>
                    <a:lnTo>
                      <a:pt x="1"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4" name="Freeform 1359"/>
              <p:cNvSpPr/>
              <p:nvPr/>
            </p:nvSpPr>
            <p:spPr bwMode="auto">
              <a:xfrm>
                <a:off x="7156451" y="7605713"/>
                <a:ext cx="23813" cy="20638"/>
              </a:xfrm>
              <a:custGeom>
                <a:avLst/>
                <a:gdLst>
                  <a:gd name="T0" fmla="*/ 0 w 15"/>
                  <a:gd name="T1" fmla="*/ 7 h 13"/>
                  <a:gd name="T2" fmla="*/ 1 w 15"/>
                  <a:gd name="T3" fmla="*/ 5 h 13"/>
                  <a:gd name="T4" fmla="*/ 2 w 15"/>
                  <a:gd name="T5" fmla="*/ 2 h 13"/>
                  <a:gd name="T6" fmla="*/ 3 w 15"/>
                  <a:gd name="T7" fmla="*/ 0 h 13"/>
                  <a:gd name="T8" fmla="*/ 15 w 15"/>
                  <a:gd name="T9" fmla="*/ 5 h 13"/>
                  <a:gd name="T10" fmla="*/ 12 w 15"/>
                  <a:gd name="T11" fmla="*/ 13 h 13"/>
                  <a:gd name="T12" fmla="*/ 0 w 15"/>
                  <a:gd name="T13" fmla="*/ 7 h 13"/>
                  <a:gd name="T14" fmla="*/ 0 w 15"/>
                  <a:gd name="T15" fmla="*/ 7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0" y="7"/>
                    </a:moveTo>
                    <a:lnTo>
                      <a:pt x="1" y="5"/>
                    </a:lnTo>
                    <a:lnTo>
                      <a:pt x="2" y="2"/>
                    </a:lnTo>
                    <a:lnTo>
                      <a:pt x="3" y="0"/>
                    </a:lnTo>
                    <a:lnTo>
                      <a:pt x="15" y="5"/>
                    </a:lnTo>
                    <a:lnTo>
                      <a:pt x="12" y="13"/>
                    </a:lnTo>
                    <a:lnTo>
                      <a:pt x="0" y="7"/>
                    </a:lnTo>
                    <a:lnTo>
                      <a:pt x="0" y="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5" name="Freeform 1360"/>
              <p:cNvSpPr/>
              <p:nvPr/>
            </p:nvSpPr>
            <p:spPr bwMode="auto">
              <a:xfrm>
                <a:off x="7069139" y="7612063"/>
                <a:ext cx="12700" cy="12700"/>
              </a:xfrm>
              <a:custGeom>
                <a:avLst/>
                <a:gdLst>
                  <a:gd name="T0" fmla="*/ 4 w 8"/>
                  <a:gd name="T1" fmla="*/ 0 h 8"/>
                  <a:gd name="T2" fmla="*/ 8 w 8"/>
                  <a:gd name="T3" fmla="*/ 1 h 8"/>
                  <a:gd name="T4" fmla="*/ 3 w 8"/>
                  <a:gd name="T5" fmla="*/ 8 h 8"/>
                  <a:gd name="T6" fmla="*/ 0 w 8"/>
                  <a:gd name="T7" fmla="*/ 6 h 8"/>
                  <a:gd name="T8" fmla="*/ 4 w 8"/>
                  <a:gd name="T9" fmla="*/ 0 h 8"/>
                  <a:gd name="T10" fmla="*/ 4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4" y="0"/>
                    </a:moveTo>
                    <a:lnTo>
                      <a:pt x="8" y="1"/>
                    </a:lnTo>
                    <a:lnTo>
                      <a:pt x="3" y="8"/>
                    </a:lnTo>
                    <a:lnTo>
                      <a:pt x="0" y="6"/>
                    </a:lnTo>
                    <a:lnTo>
                      <a:pt x="4" y="0"/>
                    </a:lnTo>
                    <a:lnTo>
                      <a:pt x="4"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6" name="Freeform 1361"/>
              <p:cNvSpPr/>
              <p:nvPr/>
            </p:nvSpPr>
            <p:spPr bwMode="auto">
              <a:xfrm>
                <a:off x="7064376" y="7607301"/>
                <a:ext cx="20638" cy="22225"/>
              </a:xfrm>
              <a:custGeom>
                <a:avLst/>
                <a:gdLst>
                  <a:gd name="T0" fmla="*/ 0 w 13"/>
                  <a:gd name="T1" fmla="*/ 10 h 14"/>
                  <a:gd name="T2" fmla="*/ 6 w 13"/>
                  <a:gd name="T3" fmla="*/ 1 h 14"/>
                  <a:gd name="T4" fmla="*/ 7 w 13"/>
                  <a:gd name="T5" fmla="*/ 0 h 14"/>
                  <a:gd name="T6" fmla="*/ 13 w 13"/>
                  <a:gd name="T7" fmla="*/ 4 h 14"/>
                  <a:gd name="T8" fmla="*/ 6 w 13"/>
                  <a:gd name="T9" fmla="*/ 14 h 14"/>
                  <a:gd name="T10" fmla="*/ 0 w 13"/>
                  <a:gd name="T11" fmla="*/ 10 h 14"/>
                  <a:gd name="T12" fmla="*/ 0 w 13"/>
                  <a:gd name="T13" fmla="*/ 10 h 14"/>
                </a:gdLst>
                <a:ahLst/>
                <a:cxnLst>
                  <a:cxn ang="0">
                    <a:pos x="T0" y="T1"/>
                  </a:cxn>
                  <a:cxn ang="0">
                    <a:pos x="T2" y="T3"/>
                  </a:cxn>
                  <a:cxn ang="0">
                    <a:pos x="T4" y="T5"/>
                  </a:cxn>
                  <a:cxn ang="0">
                    <a:pos x="T6" y="T7"/>
                  </a:cxn>
                  <a:cxn ang="0">
                    <a:pos x="T8" y="T9"/>
                  </a:cxn>
                  <a:cxn ang="0">
                    <a:pos x="T10" y="T11"/>
                  </a:cxn>
                  <a:cxn ang="0">
                    <a:pos x="T12" y="T13"/>
                  </a:cxn>
                </a:cxnLst>
                <a:rect l="0" t="0" r="r" b="b"/>
                <a:pathLst>
                  <a:path w="13" h="14">
                    <a:moveTo>
                      <a:pt x="0" y="10"/>
                    </a:moveTo>
                    <a:lnTo>
                      <a:pt x="6" y="1"/>
                    </a:lnTo>
                    <a:lnTo>
                      <a:pt x="7" y="0"/>
                    </a:lnTo>
                    <a:lnTo>
                      <a:pt x="13" y="4"/>
                    </a:lnTo>
                    <a:lnTo>
                      <a:pt x="6" y="14"/>
                    </a:lnTo>
                    <a:lnTo>
                      <a:pt x="0" y="10"/>
                    </a:lnTo>
                    <a:lnTo>
                      <a:pt x="0" y="1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7" name="Freeform 1362"/>
              <p:cNvSpPr/>
              <p:nvPr/>
            </p:nvSpPr>
            <p:spPr bwMode="auto">
              <a:xfrm>
                <a:off x="7007226" y="7656513"/>
                <a:ext cx="87313" cy="68263"/>
              </a:xfrm>
              <a:custGeom>
                <a:avLst/>
                <a:gdLst>
                  <a:gd name="T0" fmla="*/ 0 w 51"/>
                  <a:gd name="T1" fmla="*/ 1 h 40"/>
                  <a:gd name="T2" fmla="*/ 3 w 51"/>
                  <a:gd name="T3" fmla="*/ 0 h 40"/>
                  <a:gd name="T4" fmla="*/ 9 w 51"/>
                  <a:gd name="T5" fmla="*/ 12 h 40"/>
                  <a:gd name="T6" fmla="*/ 9 w 51"/>
                  <a:gd name="T7" fmla="*/ 12 h 40"/>
                  <a:gd name="T8" fmla="*/ 23 w 51"/>
                  <a:gd name="T9" fmla="*/ 33 h 40"/>
                  <a:gd name="T10" fmla="*/ 23 w 51"/>
                  <a:gd name="T11" fmla="*/ 33 h 40"/>
                  <a:gd name="T12" fmla="*/ 40 w 51"/>
                  <a:gd name="T13" fmla="*/ 36 h 40"/>
                  <a:gd name="T14" fmla="*/ 40 w 51"/>
                  <a:gd name="T15" fmla="*/ 36 h 40"/>
                  <a:gd name="T16" fmla="*/ 51 w 51"/>
                  <a:gd name="T17" fmla="*/ 36 h 40"/>
                  <a:gd name="T18" fmla="*/ 51 w 51"/>
                  <a:gd name="T19" fmla="*/ 36 h 40"/>
                  <a:gd name="T20" fmla="*/ 51 w 51"/>
                  <a:gd name="T21" fmla="*/ 39 h 40"/>
                  <a:gd name="T22" fmla="*/ 22 w 51"/>
                  <a:gd name="T23" fmla="*/ 35 h 40"/>
                  <a:gd name="T24" fmla="*/ 22 w 51"/>
                  <a:gd name="T25" fmla="*/ 35 h 40"/>
                  <a:gd name="T26" fmla="*/ 6 w 51"/>
                  <a:gd name="T27" fmla="*/ 13 h 40"/>
                  <a:gd name="T28" fmla="*/ 6 w 51"/>
                  <a:gd name="T29" fmla="*/ 13 h 40"/>
                  <a:gd name="T30" fmla="*/ 0 w 51"/>
                  <a:gd name="T31"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 h="40">
                    <a:moveTo>
                      <a:pt x="0" y="1"/>
                    </a:moveTo>
                    <a:cubicBezTo>
                      <a:pt x="3" y="0"/>
                      <a:pt x="3" y="0"/>
                      <a:pt x="3" y="0"/>
                    </a:cubicBezTo>
                    <a:cubicBezTo>
                      <a:pt x="3" y="0"/>
                      <a:pt x="5" y="5"/>
                      <a:pt x="9" y="12"/>
                    </a:cubicBezTo>
                    <a:cubicBezTo>
                      <a:pt x="9" y="12"/>
                      <a:pt x="9" y="12"/>
                      <a:pt x="9" y="12"/>
                    </a:cubicBezTo>
                    <a:cubicBezTo>
                      <a:pt x="13" y="21"/>
                      <a:pt x="19" y="31"/>
                      <a:pt x="23" y="33"/>
                    </a:cubicBezTo>
                    <a:cubicBezTo>
                      <a:pt x="23" y="33"/>
                      <a:pt x="23" y="33"/>
                      <a:pt x="23" y="33"/>
                    </a:cubicBezTo>
                    <a:cubicBezTo>
                      <a:pt x="27" y="34"/>
                      <a:pt x="34" y="35"/>
                      <a:pt x="40" y="36"/>
                    </a:cubicBezTo>
                    <a:cubicBezTo>
                      <a:pt x="40" y="36"/>
                      <a:pt x="40" y="36"/>
                      <a:pt x="40" y="36"/>
                    </a:cubicBezTo>
                    <a:cubicBezTo>
                      <a:pt x="46" y="36"/>
                      <a:pt x="51" y="36"/>
                      <a:pt x="51" y="36"/>
                    </a:cubicBezTo>
                    <a:cubicBezTo>
                      <a:pt x="51" y="36"/>
                      <a:pt x="51" y="36"/>
                      <a:pt x="51" y="36"/>
                    </a:cubicBezTo>
                    <a:cubicBezTo>
                      <a:pt x="51" y="39"/>
                      <a:pt x="51" y="39"/>
                      <a:pt x="51" y="39"/>
                    </a:cubicBezTo>
                    <a:cubicBezTo>
                      <a:pt x="51" y="39"/>
                      <a:pt x="32" y="40"/>
                      <a:pt x="22" y="35"/>
                    </a:cubicBezTo>
                    <a:cubicBezTo>
                      <a:pt x="22" y="35"/>
                      <a:pt x="22" y="35"/>
                      <a:pt x="22" y="35"/>
                    </a:cubicBezTo>
                    <a:cubicBezTo>
                      <a:pt x="16" y="33"/>
                      <a:pt x="10" y="22"/>
                      <a:pt x="6" y="13"/>
                    </a:cubicBezTo>
                    <a:cubicBezTo>
                      <a:pt x="6" y="13"/>
                      <a:pt x="6" y="13"/>
                      <a:pt x="6" y="13"/>
                    </a:cubicBezTo>
                    <a:cubicBezTo>
                      <a:pt x="2" y="7"/>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8" name="Freeform 1363"/>
              <p:cNvSpPr>
                <a:spLocks noEditPoints="1"/>
              </p:cNvSpPr>
              <p:nvPr/>
            </p:nvSpPr>
            <p:spPr bwMode="auto">
              <a:xfrm>
                <a:off x="7000876" y="7650163"/>
                <a:ext cx="98425" cy="82550"/>
              </a:xfrm>
              <a:custGeom>
                <a:avLst/>
                <a:gdLst>
                  <a:gd name="T0" fmla="*/ 53 w 56"/>
                  <a:gd name="T1" fmla="*/ 44 h 47"/>
                  <a:gd name="T2" fmla="*/ 52 w 56"/>
                  <a:gd name="T3" fmla="*/ 44 h 47"/>
                  <a:gd name="T4" fmla="*/ 52 w 56"/>
                  <a:gd name="T5" fmla="*/ 44 h 47"/>
                  <a:gd name="T6" fmla="*/ 24 w 56"/>
                  <a:gd name="T7" fmla="*/ 40 h 47"/>
                  <a:gd name="T8" fmla="*/ 24 w 56"/>
                  <a:gd name="T9" fmla="*/ 40 h 47"/>
                  <a:gd name="T10" fmla="*/ 7 w 56"/>
                  <a:gd name="T11" fmla="*/ 17 h 47"/>
                  <a:gd name="T12" fmla="*/ 7 w 56"/>
                  <a:gd name="T13" fmla="*/ 17 h 47"/>
                  <a:gd name="T14" fmla="*/ 1 w 56"/>
                  <a:gd name="T15" fmla="*/ 5 h 47"/>
                  <a:gd name="T16" fmla="*/ 1 w 56"/>
                  <a:gd name="T17" fmla="*/ 5 h 47"/>
                  <a:gd name="T18" fmla="*/ 0 w 56"/>
                  <a:gd name="T19" fmla="*/ 3 h 47"/>
                  <a:gd name="T20" fmla="*/ 7 w 56"/>
                  <a:gd name="T21" fmla="*/ 0 h 47"/>
                  <a:gd name="T22" fmla="*/ 8 w 56"/>
                  <a:gd name="T23" fmla="*/ 2 h 47"/>
                  <a:gd name="T24" fmla="*/ 13 w 56"/>
                  <a:gd name="T25" fmla="*/ 14 h 47"/>
                  <a:gd name="T26" fmla="*/ 13 w 56"/>
                  <a:gd name="T27" fmla="*/ 14 h 47"/>
                  <a:gd name="T28" fmla="*/ 27 w 56"/>
                  <a:gd name="T29" fmla="*/ 34 h 47"/>
                  <a:gd name="T30" fmla="*/ 27 w 56"/>
                  <a:gd name="T31" fmla="*/ 34 h 47"/>
                  <a:gd name="T32" fmla="*/ 43 w 56"/>
                  <a:gd name="T33" fmla="*/ 37 h 47"/>
                  <a:gd name="T34" fmla="*/ 43 w 56"/>
                  <a:gd name="T35" fmla="*/ 37 h 47"/>
                  <a:gd name="T36" fmla="*/ 52 w 56"/>
                  <a:gd name="T37" fmla="*/ 37 h 47"/>
                  <a:gd name="T38" fmla="*/ 52 w 56"/>
                  <a:gd name="T39" fmla="*/ 37 h 47"/>
                  <a:gd name="T40" fmla="*/ 54 w 56"/>
                  <a:gd name="T41" fmla="*/ 37 h 47"/>
                  <a:gd name="T42" fmla="*/ 54 w 56"/>
                  <a:gd name="T43" fmla="*/ 37 h 47"/>
                  <a:gd name="T44" fmla="*/ 56 w 56"/>
                  <a:gd name="T45" fmla="*/ 37 h 47"/>
                  <a:gd name="T46" fmla="*/ 56 w 56"/>
                  <a:gd name="T47" fmla="*/ 47 h 47"/>
                  <a:gd name="T48" fmla="*/ 53 w 56"/>
                  <a:gd name="T49" fmla="*/ 44 h 47"/>
                  <a:gd name="T50" fmla="*/ 4 w 56"/>
                  <a:gd name="T51" fmla="*/ 6 h 47"/>
                  <a:gd name="T52" fmla="*/ 3 w 56"/>
                  <a:gd name="T53" fmla="*/ 4 h 47"/>
                  <a:gd name="T54" fmla="*/ 3 w 56"/>
                  <a:gd name="T55" fmla="*/ 4 h 47"/>
                  <a:gd name="T56" fmla="*/ 3 w 56"/>
                  <a:gd name="T57" fmla="*/ 4 h 47"/>
                  <a:gd name="T58" fmla="*/ 4 w 56"/>
                  <a:gd name="T59" fmla="*/ 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6" h="47">
                    <a:moveTo>
                      <a:pt x="53" y="44"/>
                    </a:moveTo>
                    <a:cubicBezTo>
                      <a:pt x="53" y="44"/>
                      <a:pt x="52" y="44"/>
                      <a:pt x="52" y="44"/>
                    </a:cubicBezTo>
                    <a:cubicBezTo>
                      <a:pt x="52" y="44"/>
                      <a:pt x="52" y="44"/>
                      <a:pt x="52" y="44"/>
                    </a:cubicBezTo>
                    <a:cubicBezTo>
                      <a:pt x="46" y="44"/>
                      <a:pt x="33" y="44"/>
                      <a:pt x="24" y="40"/>
                    </a:cubicBezTo>
                    <a:cubicBezTo>
                      <a:pt x="24" y="40"/>
                      <a:pt x="24" y="40"/>
                      <a:pt x="24" y="40"/>
                    </a:cubicBezTo>
                    <a:cubicBezTo>
                      <a:pt x="17" y="37"/>
                      <a:pt x="11" y="26"/>
                      <a:pt x="7" y="17"/>
                    </a:cubicBezTo>
                    <a:cubicBezTo>
                      <a:pt x="7" y="17"/>
                      <a:pt x="7" y="17"/>
                      <a:pt x="7" y="17"/>
                    </a:cubicBezTo>
                    <a:cubicBezTo>
                      <a:pt x="4" y="11"/>
                      <a:pt x="2" y="5"/>
                      <a:pt x="1" y="5"/>
                    </a:cubicBezTo>
                    <a:cubicBezTo>
                      <a:pt x="1" y="5"/>
                      <a:pt x="1" y="5"/>
                      <a:pt x="1" y="5"/>
                    </a:cubicBezTo>
                    <a:cubicBezTo>
                      <a:pt x="0" y="3"/>
                      <a:pt x="0" y="3"/>
                      <a:pt x="0" y="3"/>
                    </a:cubicBezTo>
                    <a:cubicBezTo>
                      <a:pt x="7" y="0"/>
                      <a:pt x="7" y="0"/>
                      <a:pt x="7" y="0"/>
                    </a:cubicBezTo>
                    <a:cubicBezTo>
                      <a:pt x="8" y="2"/>
                      <a:pt x="8" y="2"/>
                      <a:pt x="8" y="2"/>
                    </a:cubicBezTo>
                    <a:cubicBezTo>
                      <a:pt x="8" y="2"/>
                      <a:pt x="10" y="8"/>
                      <a:pt x="13" y="14"/>
                    </a:cubicBezTo>
                    <a:cubicBezTo>
                      <a:pt x="13" y="14"/>
                      <a:pt x="13" y="14"/>
                      <a:pt x="13" y="14"/>
                    </a:cubicBezTo>
                    <a:cubicBezTo>
                      <a:pt x="17" y="23"/>
                      <a:pt x="24" y="33"/>
                      <a:pt x="27" y="34"/>
                    </a:cubicBezTo>
                    <a:cubicBezTo>
                      <a:pt x="27" y="34"/>
                      <a:pt x="27" y="34"/>
                      <a:pt x="27" y="34"/>
                    </a:cubicBezTo>
                    <a:cubicBezTo>
                      <a:pt x="31" y="35"/>
                      <a:pt x="38" y="36"/>
                      <a:pt x="43" y="37"/>
                    </a:cubicBezTo>
                    <a:cubicBezTo>
                      <a:pt x="43" y="37"/>
                      <a:pt x="43" y="37"/>
                      <a:pt x="43" y="37"/>
                    </a:cubicBezTo>
                    <a:cubicBezTo>
                      <a:pt x="47" y="37"/>
                      <a:pt x="50" y="37"/>
                      <a:pt x="52" y="37"/>
                    </a:cubicBezTo>
                    <a:cubicBezTo>
                      <a:pt x="52" y="37"/>
                      <a:pt x="52" y="37"/>
                      <a:pt x="52" y="37"/>
                    </a:cubicBezTo>
                    <a:cubicBezTo>
                      <a:pt x="53" y="37"/>
                      <a:pt x="54" y="37"/>
                      <a:pt x="54" y="37"/>
                    </a:cubicBezTo>
                    <a:cubicBezTo>
                      <a:pt x="54" y="37"/>
                      <a:pt x="54" y="37"/>
                      <a:pt x="54" y="37"/>
                    </a:cubicBezTo>
                    <a:cubicBezTo>
                      <a:pt x="56" y="37"/>
                      <a:pt x="56" y="37"/>
                      <a:pt x="56" y="37"/>
                    </a:cubicBezTo>
                    <a:cubicBezTo>
                      <a:pt x="56" y="47"/>
                      <a:pt x="56" y="47"/>
                      <a:pt x="56" y="47"/>
                    </a:cubicBezTo>
                    <a:cubicBezTo>
                      <a:pt x="53" y="44"/>
                      <a:pt x="53" y="44"/>
                      <a:pt x="53" y="44"/>
                    </a:cubicBezTo>
                    <a:close/>
                    <a:moveTo>
                      <a:pt x="4" y="6"/>
                    </a:moveTo>
                    <a:cubicBezTo>
                      <a:pt x="3" y="4"/>
                      <a:pt x="3" y="4"/>
                      <a:pt x="3" y="4"/>
                    </a:cubicBezTo>
                    <a:cubicBezTo>
                      <a:pt x="3" y="4"/>
                      <a:pt x="3" y="4"/>
                      <a:pt x="3" y="4"/>
                    </a:cubicBezTo>
                    <a:cubicBezTo>
                      <a:pt x="3" y="4"/>
                      <a:pt x="3" y="4"/>
                      <a:pt x="3" y="4"/>
                    </a:cubicBezTo>
                    <a:cubicBezTo>
                      <a:pt x="4" y="6"/>
                      <a:pt x="4" y="6"/>
                      <a:pt x="4"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59" name="Freeform 1364"/>
              <p:cNvSpPr>
                <a:spLocks noEditPoints="1"/>
              </p:cNvSpPr>
              <p:nvPr/>
            </p:nvSpPr>
            <p:spPr bwMode="auto">
              <a:xfrm>
                <a:off x="7165976" y="7651751"/>
                <a:ext cx="100013" cy="65088"/>
              </a:xfrm>
              <a:custGeom>
                <a:avLst/>
                <a:gdLst>
                  <a:gd name="T0" fmla="*/ 0 w 57"/>
                  <a:gd name="T1" fmla="*/ 34 h 37"/>
                  <a:gd name="T2" fmla="*/ 36 w 57"/>
                  <a:gd name="T3" fmla="*/ 24 h 37"/>
                  <a:gd name="T4" fmla="*/ 36 w 57"/>
                  <a:gd name="T5" fmla="*/ 24 h 37"/>
                  <a:gd name="T6" fmla="*/ 37 w 57"/>
                  <a:gd name="T7" fmla="*/ 24 h 37"/>
                  <a:gd name="T8" fmla="*/ 37 w 57"/>
                  <a:gd name="T9" fmla="*/ 24 h 37"/>
                  <a:gd name="T10" fmla="*/ 50 w 57"/>
                  <a:gd name="T11" fmla="*/ 9 h 37"/>
                  <a:gd name="T12" fmla="*/ 50 w 57"/>
                  <a:gd name="T13" fmla="*/ 9 h 37"/>
                  <a:gd name="T14" fmla="*/ 54 w 57"/>
                  <a:gd name="T15" fmla="*/ 0 h 37"/>
                  <a:gd name="T16" fmla="*/ 54 w 57"/>
                  <a:gd name="T17" fmla="*/ 0 h 37"/>
                  <a:gd name="T18" fmla="*/ 57 w 57"/>
                  <a:gd name="T19" fmla="*/ 0 h 37"/>
                  <a:gd name="T20" fmla="*/ 38 w 57"/>
                  <a:gd name="T21" fmla="*/ 26 h 37"/>
                  <a:gd name="T22" fmla="*/ 38 w 57"/>
                  <a:gd name="T23" fmla="*/ 26 h 37"/>
                  <a:gd name="T24" fmla="*/ 37 w 57"/>
                  <a:gd name="T25" fmla="*/ 27 h 37"/>
                  <a:gd name="T26" fmla="*/ 37 w 57"/>
                  <a:gd name="T27" fmla="*/ 27 h 37"/>
                  <a:gd name="T28" fmla="*/ 0 w 57"/>
                  <a:gd name="T29" fmla="*/ 37 h 37"/>
                  <a:gd name="T30" fmla="*/ 0 w 57"/>
                  <a:gd name="T31" fmla="*/ 37 h 37"/>
                  <a:gd name="T32" fmla="*/ 0 w 57"/>
                  <a:gd name="T33" fmla="*/ 34 h 37"/>
                  <a:gd name="T34" fmla="*/ 54 w 57"/>
                  <a:gd name="T35" fmla="*/ 0 h 37"/>
                  <a:gd name="T36" fmla="*/ 54 w 57"/>
                  <a:gd name="T37" fmla="*/ 0 h 37"/>
                  <a:gd name="T38" fmla="*/ 54 w 57"/>
                  <a:gd name="T39" fmla="*/ 0 h 37"/>
                  <a:gd name="T40" fmla="*/ 54 w 57"/>
                  <a:gd name="T41" fmla="*/ 0 h 37"/>
                  <a:gd name="T42" fmla="*/ 54 w 57"/>
                  <a:gd name="T4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37">
                    <a:moveTo>
                      <a:pt x="0" y="34"/>
                    </a:moveTo>
                    <a:cubicBezTo>
                      <a:pt x="0" y="34"/>
                      <a:pt x="21" y="31"/>
                      <a:pt x="36" y="24"/>
                    </a:cubicBezTo>
                    <a:cubicBezTo>
                      <a:pt x="36" y="24"/>
                      <a:pt x="36" y="24"/>
                      <a:pt x="36" y="24"/>
                    </a:cubicBezTo>
                    <a:cubicBezTo>
                      <a:pt x="36" y="24"/>
                      <a:pt x="36" y="24"/>
                      <a:pt x="37" y="24"/>
                    </a:cubicBezTo>
                    <a:cubicBezTo>
                      <a:pt x="37" y="24"/>
                      <a:pt x="37" y="24"/>
                      <a:pt x="37" y="24"/>
                    </a:cubicBezTo>
                    <a:cubicBezTo>
                      <a:pt x="43" y="20"/>
                      <a:pt x="48" y="14"/>
                      <a:pt x="50" y="9"/>
                    </a:cubicBezTo>
                    <a:cubicBezTo>
                      <a:pt x="50" y="9"/>
                      <a:pt x="50" y="9"/>
                      <a:pt x="50" y="9"/>
                    </a:cubicBezTo>
                    <a:cubicBezTo>
                      <a:pt x="53" y="4"/>
                      <a:pt x="54" y="0"/>
                      <a:pt x="54" y="0"/>
                    </a:cubicBezTo>
                    <a:cubicBezTo>
                      <a:pt x="54" y="0"/>
                      <a:pt x="54" y="0"/>
                      <a:pt x="54" y="0"/>
                    </a:cubicBezTo>
                    <a:cubicBezTo>
                      <a:pt x="57" y="0"/>
                      <a:pt x="57" y="0"/>
                      <a:pt x="57" y="0"/>
                    </a:cubicBezTo>
                    <a:cubicBezTo>
                      <a:pt x="56" y="0"/>
                      <a:pt x="53" y="19"/>
                      <a:pt x="38" y="26"/>
                    </a:cubicBezTo>
                    <a:cubicBezTo>
                      <a:pt x="38" y="26"/>
                      <a:pt x="38" y="26"/>
                      <a:pt x="38" y="26"/>
                    </a:cubicBezTo>
                    <a:cubicBezTo>
                      <a:pt x="38" y="27"/>
                      <a:pt x="37" y="27"/>
                      <a:pt x="37" y="27"/>
                    </a:cubicBezTo>
                    <a:cubicBezTo>
                      <a:pt x="37" y="27"/>
                      <a:pt x="37" y="27"/>
                      <a:pt x="37" y="27"/>
                    </a:cubicBezTo>
                    <a:cubicBezTo>
                      <a:pt x="22" y="34"/>
                      <a:pt x="0" y="37"/>
                      <a:pt x="0" y="37"/>
                    </a:cubicBezTo>
                    <a:cubicBezTo>
                      <a:pt x="0" y="37"/>
                      <a:pt x="0" y="37"/>
                      <a:pt x="0" y="37"/>
                    </a:cubicBezTo>
                    <a:cubicBezTo>
                      <a:pt x="0" y="34"/>
                      <a:pt x="0" y="34"/>
                      <a:pt x="0" y="34"/>
                    </a:cubicBezTo>
                    <a:close/>
                    <a:moveTo>
                      <a:pt x="54" y="0"/>
                    </a:moveTo>
                    <a:cubicBezTo>
                      <a:pt x="54" y="0"/>
                      <a:pt x="54" y="0"/>
                      <a:pt x="54" y="0"/>
                    </a:cubicBezTo>
                    <a:cubicBezTo>
                      <a:pt x="54" y="0"/>
                      <a:pt x="54" y="0"/>
                      <a:pt x="54" y="0"/>
                    </a:cubicBezTo>
                    <a:cubicBezTo>
                      <a:pt x="54" y="0"/>
                      <a:pt x="54" y="0"/>
                      <a:pt x="54" y="0"/>
                    </a:cubicBezTo>
                    <a:cubicBezTo>
                      <a:pt x="54" y="0"/>
                      <a:pt x="54" y="0"/>
                      <a:pt x="5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0" name="Freeform 1365"/>
              <p:cNvSpPr/>
              <p:nvPr/>
            </p:nvSpPr>
            <p:spPr bwMode="auto">
              <a:xfrm>
                <a:off x="7162801" y="7646988"/>
                <a:ext cx="107950" cy="73025"/>
              </a:xfrm>
              <a:custGeom>
                <a:avLst/>
                <a:gdLst>
                  <a:gd name="T0" fmla="*/ 0 w 62"/>
                  <a:gd name="T1" fmla="*/ 40 h 42"/>
                  <a:gd name="T2" fmla="*/ 0 w 62"/>
                  <a:gd name="T3" fmla="*/ 37 h 42"/>
                  <a:gd name="T4" fmla="*/ 2 w 62"/>
                  <a:gd name="T5" fmla="*/ 37 h 42"/>
                  <a:gd name="T6" fmla="*/ 0 w 62"/>
                  <a:gd name="T7" fmla="*/ 37 h 42"/>
                  <a:gd name="T8" fmla="*/ 0 w 62"/>
                  <a:gd name="T9" fmla="*/ 36 h 42"/>
                  <a:gd name="T10" fmla="*/ 0 w 62"/>
                  <a:gd name="T11" fmla="*/ 35 h 42"/>
                  <a:gd name="T12" fmla="*/ 1 w 62"/>
                  <a:gd name="T13" fmla="*/ 35 h 42"/>
                  <a:gd name="T14" fmla="*/ 1 w 62"/>
                  <a:gd name="T15" fmla="*/ 35 h 42"/>
                  <a:gd name="T16" fmla="*/ 1 w 62"/>
                  <a:gd name="T17" fmla="*/ 35 h 42"/>
                  <a:gd name="T18" fmla="*/ 1 w 62"/>
                  <a:gd name="T19" fmla="*/ 35 h 42"/>
                  <a:gd name="T20" fmla="*/ 1 w 62"/>
                  <a:gd name="T21" fmla="*/ 35 h 42"/>
                  <a:gd name="T22" fmla="*/ 1 w 62"/>
                  <a:gd name="T23" fmla="*/ 35 h 42"/>
                  <a:gd name="T24" fmla="*/ 1 w 62"/>
                  <a:gd name="T25" fmla="*/ 35 h 42"/>
                  <a:gd name="T26" fmla="*/ 1 w 62"/>
                  <a:gd name="T27" fmla="*/ 35 h 42"/>
                  <a:gd name="T28" fmla="*/ 2 w 62"/>
                  <a:gd name="T29" fmla="*/ 35 h 42"/>
                  <a:gd name="T30" fmla="*/ 2 w 62"/>
                  <a:gd name="T31" fmla="*/ 35 h 42"/>
                  <a:gd name="T32" fmla="*/ 2 w 62"/>
                  <a:gd name="T33" fmla="*/ 34 h 42"/>
                  <a:gd name="T34" fmla="*/ 2 w 62"/>
                  <a:gd name="T35" fmla="*/ 34 h 42"/>
                  <a:gd name="T36" fmla="*/ 5 w 62"/>
                  <a:gd name="T37" fmla="*/ 34 h 42"/>
                  <a:gd name="T38" fmla="*/ 5 w 62"/>
                  <a:gd name="T39" fmla="*/ 34 h 42"/>
                  <a:gd name="T40" fmla="*/ 14 w 62"/>
                  <a:gd name="T41" fmla="*/ 32 h 42"/>
                  <a:gd name="T42" fmla="*/ 14 w 62"/>
                  <a:gd name="T43" fmla="*/ 32 h 42"/>
                  <a:gd name="T44" fmla="*/ 37 w 62"/>
                  <a:gd name="T45" fmla="*/ 25 h 42"/>
                  <a:gd name="T46" fmla="*/ 37 w 62"/>
                  <a:gd name="T47" fmla="*/ 25 h 42"/>
                  <a:gd name="T48" fmla="*/ 38 w 62"/>
                  <a:gd name="T49" fmla="*/ 25 h 42"/>
                  <a:gd name="T50" fmla="*/ 38 w 62"/>
                  <a:gd name="T51" fmla="*/ 25 h 42"/>
                  <a:gd name="T52" fmla="*/ 50 w 62"/>
                  <a:gd name="T53" fmla="*/ 11 h 42"/>
                  <a:gd name="T54" fmla="*/ 50 w 62"/>
                  <a:gd name="T55" fmla="*/ 11 h 42"/>
                  <a:gd name="T56" fmla="*/ 54 w 62"/>
                  <a:gd name="T57" fmla="*/ 2 h 42"/>
                  <a:gd name="T58" fmla="*/ 54 w 62"/>
                  <a:gd name="T59" fmla="*/ 2 h 42"/>
                  <a:gd name="T60" fmla="*/ 54 w 62"/>
                  <a:gd name="T61" fmla="*/ 0 h 42"/>
                  <a:gd name="T62" fmla="*/ 62 w 62"/>
                  <a:gd name="T63" fmla="*/ 2 h 42"/>
                  <a:gd name="T64" fmla="*/ 60 w 62"/>
                  <a:gd name="T65" fmla="*/ 4 h 42"/>
                  <a:gd name="T66" fmla="*/ 60 w 62"/>
                  <a:gd name="T67" fmla="*/ 5 h 42"/>
                  <a:gd name="T68" fmla="*/ 60 w 62"/>
                  <a:gd name="T69" fmla="*/ 5 h 42"/>
                  <a:gd name="T70" fmla="*/ 60 w 62"/>
                  <a:gd name="T71" fmla="*/ 7 h 42"/>
                  <a:gd name="T72" fmla="*/ 60 w 62"/>
                  <a:gd name="T73" fmla="*/ 7 h 42"/>
                  <a:gd name="T74" fmla="*/ 57 w 62"/>
                  <a:gd name="T75" fmla="*/ 14 h 42"/>
                  <a:gd name="T76" fmla="*/ 57 w 62"/>
                  <a:gd name="T77" fmla="*/ 14 h 42"/>
                  <a:gd name="T78" fmla="*/ 41 w 62"/>
                  <a:gd name="T79" fmla="*/ 31 h 42"/>
                  <a:gd name="T80" fmla="*/ 41 w 62"/>
                  <a:gd name="T81" fmla="*/ 31 h 42"/>
                  <a:gd name="T82" fmla="*/ 40 w 62"/>
                  <a:gd name="T83" fmla="*/ 32 h 42"/>
                  <a:gd name="T84" fmla="*/ 40 w 62"/>
                  <a:gd name="T85" fmla="*/ 32 h 42"/>
                  <a:gd name="T86" fmla="*/ 3 w 62"/>
                  <a:gd name="T87" fmla="*/ 42 h 42"/>
                  <a:gd name="T88" fmla="*/ 3 w 62"/>
                  <a:gd name="T89" fmla="*/ 42 h 42"/>
                  <a:gd name="T90" fmla="*/ 0 w 62"/>
                  <a:gd name="T91" fmla="*/ 42 h 42"/>
                  <a:gd name="T92" fmla="*/ 0 w 62"/>
                  <a:gd name="T93"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2" h="42">
                    <a:moveTo>
                      <a:pt x="0" y="40"/>
                    </a:moveTo>
                    <a:cubicBezTo>
                      <a:pt x="0" y="37"/>
                      <a:pt x="0" y="37"/>
                      <a:pt x="0" y="37"/>
                    </a:cubicBezTo>
                    <a:cubicBezTo>
                      <a:pt x="2" y="37"/>
                      <a:pt x="2" y="37"/>
                      <a:pt x="2" y="37"/>
                    </a:cubicBezTo>
                    <a:cubicBezTo>
                      <a:pt x="0" y="37"/>
                      <a:pt x="0" y="37"/>
                      <a:pt x="0" y="37"/>
                    </a:cubicBezTo>
                    <a:cubicBezTo>
                      <a:pt x="0" y="36"/>
                      <a:pt x="0" y="36"/>
                      <a:pt x="0" y="36"/>
                    </a:cubicBezTo>
                    <a:cubicBezTo>
                      <a:pt x="0" y="35"/>
                      <a:pt x="0" y="35"/>
                      <a:pt x="0"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2" y="35"/>
                      <a:pt x="2" y="35"/>
                      <a:pt x="2" y="35"/>
                    </a:cubicBezTo>
                    <a:cubicBezTo>
                      <a:pt x="2" y="35"/>
                      <a:pt x="2" y="35"/>
                      <a:pt x="2" y="35"/>
                    </a:cubicBezTo>
                    <a:cubicBezTo>
                      <a:pt x="2" y="35"/>
                      <a:pt x="2" y="35"/>
                      <a:pt x="2" y="34"/>
                    </a:cubicBezTo>
                    <a:cubicBezTo>
                      <a:pt x="2" y="34"/>
                      <a:pt x="2" y="34"/>
                      <a:pt x="2" y="34"/>
                    </a:cubicBezTo>
                    <a:cubicBezTo>
                      <a:pt x="3" y="34"/>
                      <a:pt x="4" y="34"/>
                      <a:pt x="5" y="34"/>
                    </a:cubicBezTo>
                    <a:cubicBezTo>
                      <a:pt x="5" y="34"/>
                      <a:pt x="5" y="34"/>
                      <a:pt x="5" y="34"/>
                    </a:cubicBezTo>
                    <a:cubicBezTo>
                      <a:pt x="7" y="34"/>
                      <a:pt x="10" y="33"/>
                      <a:pt x="14" y="32"/>
                    </a:cubicBezTo>
                    <a:cubicBezTo>
                      <a:pt x="14" y="32"/>
                      <a:pt x="14" y="32"/>
                      <a:pt x="14" y="32"/>
                    </a:cubicBezTo>
                    <a:cubicBezTo>
                      <a:pt x="21" y="31"/>
                      <a:pt x="30" y="28"/>
                      <a:pt x="37" y="25"/>
                    </a:cubicBezTo>
                    <a:cubicBezTo>
                      <a:pt x="37" y="25"/>
                      <a:pt x="37" y="25"/>
                      <a:pt x="37" y="25"/>
                    </a:cubicBezTo>
                    <a:cubicBezTo>
                      <a:pt x="37" y="25"/>
                      <a:pt x="37" y="25"/>
                      <a:pt x="38" y="25"/>
                    </a:cubicBezTo>
                    <a:cubicBezTo>
                      <a:pt x="38" y="25"/>
                      <a:pt x="38" y="25"/>
                      <a:pt x="38" y="25"/>
                    </a:cubicBezTo>
                    <a:cubicBezTo>
                      <a:pt x="44" y="22"/>
                      <a:pt x="48" y="16"/>
                      <a:pt x="50" y="11"/>
                    </a:cubicBezTo>
                    <a:cubicBezTo>
                      <a:pt x="50" y="11"/>
                      <a:pt x="50" y="11"/>
                      <a:pt x="50" y="11"/>
                    </a:cubicBezTo>
                    <a:cubicBezTo>
                      <a:pt x="53" y="6"/>
                      <a:pt x="54" y="2"/>
                      <a:pt x="54" y="2"/>
                    </a:cubicBezTo>
                    <a:cubicBezTo>
                      <a:pt x="54" y="2"/>
                      <a:pt x="54" y="2"/>
                      <a:pt x="54" y="2"/>
                    </a:cubicBezTo>
                    <a:cubicBezTo>
                      <a:pt x="54" y="0"/>
                      <a:pt x="54" y="0"/>
                      <a:pt x="54" y="0"/>
                    </a:cubicBezTo>
                    <a:cubicBezTo>
                      <a:pt x="62" y="2"/>
                      <a:pt x="62" y="2"/>
                      <a:pt x="62" y="2"/>
                    </a:cubicBezTo>
                    <a:cubicBezTo>
                      <a:pt x="60" y="4"/>
                      <a:pt x="60" y="4"/>
                      <a:pt x="60" y="4"/>
                    </a:cubicBezTo>
                    <a:cubicBezTo>
                      <a:pt x="60" y="4"/>
                      <a:pt x="60" y="4"/>
                      <a:pt x="60" y="5"/>
                    </a:cubicBezTo>
                    <a:cubicBezTo>
                      <a:pt x="60" y="5"/>
                      <a:pt x="60" y="5"/>
                      <a:pt x="60" y="5"/>
                    </a:cubicBezTo>
                    <a:cubicBezTo>
                      <a:pt x="60" y="5"/>
                      <a:pt x="60" y="6"/>
                      <a:pt x="60" y="7"/>
                    </a:cubicBezTo>
                    <a:cubicBezTo>
                      <a:pt x="60" y="7"/>
                      <a:pt x="60" y="7"/>
                      <a:pt x="60" y="7"/>
                    </a:cubicBezTo>
                    <a:cubicBezTo>
                      <a:pt x="59" y="9"/>
                      <a:pt x="58" y="12"/>
                      <a:pt x="57" y="14"/>
                    </a:cubicBezTo>
                    <a:cubicBezTo>
                      <a:pt x="57" y="14"/>
                      <a:pt x="57" y="14"/>
                      <a:pt x="57" y="14"/>
                    </a:cubicBezTo>
                    <a:cubicBezTo>
                      <a:pt x="54" y="20"/>
                      <a:pt x="49" y="27"/>
                      <a:pt x="41" y="31"/>
                    </a:cubicBezTo>
                    <a:cubicBezTo>
                      <a:pt x="41" y="31"/>
                      <a:pt x="41" y="31"/>
                      <a:pt x="41" y="31"/>
                    </a:cubicBezTo>
                    <a:cubicBezTo>
                      <a:pt x="40" y="31"/>
                      <a:pt x="40" y="31"/>
                      <a:pt x="40" y="32"/>
                    </a:cubicBezTo>
                    <a:cubicBezTo>
                      <a:pt x="40" y="32"/>
                      <a:pt x="40" y="32"/>
                      <a:pt x="40" y="32"/>
                    </a:cubicBezTo>
                    <a:cubicBezTo>
                      <a:pt x="25" y="38"/>
                      <a:pt x="5" y="41"/>
                      <a:pt x="3" y="42"/>
                    </a:cubicBezTo>
                    <a:cubicBezTo>
                      <a:pt x="3" y="42"/>
                      <a:pt x="3" y="42"/>
                      <a:pt x="3" y="42"/>
                    </a:cubicBezTo>
                    <a:cubicBezTo>
                      <a:pt x="0" y="42"/>
                      <a:pt x="0" y="42"/>
                      <a:pt x="0" y="42"/>
                    </a:cubicBezTo>
                    <a:cubicBezTo>
                      <a:pt x="0" y="40"/>
                      <a:pt x="0" y="40"/>
                      <a:pt x="0"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1" name="Freeform 1366"/>
              <p:cNvSpPr/>
              <p:nvPr/>
            </p:nvSpPr>
            <p:spPr bwMode="auto">
              <a:xfrm>
                <a:off x="7065964" y="7685088"/>
                <a:ext cx="128588" cy="176213"/>
              </a:xfrm>
              <a:custGeom>
                <a:avLst/>
                <a:gdLst>
                  <a:gd name="T0" fmla="*/ 7 w 74"/>
                  <a:gd name="T1" fmla="*/ 69 h 101"/>
                  <a:gd name="T2" fmla="*/ 31 w 74"/>
                  <a:gd name="T3" fmla="*/ 6 h 101"/>
                  <a:gd name="T4" fmla="*/ 31 w 74"/>
                  <a:gd name="T5" fmla="*/ 6 h 101"/>
                  <a:gd name="T6" fmla="*/ 66 w 74"/>
                  <a:gd name="T7" fmla="*/ 24 h 101"/>
                  <a:gd name="T8" fmla="*/ 66 w 74"/>
                  <a:gd name="T9" fmla="*/ 24 h 101"/>
                  <a:gd name="T10" fmla="*/ 70 w 74"/>
                  <a:gd name="T11" fmla="*/ 38 h 101"/>
                  <a:gd name="T12" fmla="*/ 70 w 74"/>
                  <a:gd name="T13" fmla="*/ 38 h 101"/>
                  <a:gd name="T14" fmla="*/ 44 w 74"/>
                  <a:gd name="T15" fmla="*/ 95 h 101"/>
                  <a:gd name="T16" fmla="*/ 44 w 74"/>
                  <a:gd name="T17" fmla="*/ 95 h 101"/>
                  <a:gd name="T18" fmla="*/ 43 w 74"/>
                  <a:gd name="T19" fmla="*/ 94 h 101"/>
                  <a:gd name="T20" fmla="*/ 41 w 74"/>
                  <a:gd name="T21" fmla="*/ 93 h 101"/>
                  <a:gd name="T22" fmla="*/ 67 w 74"/>
                  <a:gd name="T23" fmla="*/ 39 h 101"/>
                  <a:gd name="T24" fmla="*/ 67 w 74"/>
                  <a:gd name="T25" fmla="*/ 39 h 101"/>
                  <a:gd name="T26" fmla="*/ 63 w 74"/>
                  <a:gd name="T27" fmla="*/ 25 h 101"/>
                  <a:gd name="T28" fmla="*/ 63 w 74"/>
                  <a:gd name="T29" fmla="*/ 25 h 101"/>
                  <a:gd name="T30" fmla="*/ 32 w 74"/>
                  <a:gd name="T31" fmla="*/ 9 h 101"/>
                  <a:gd name="T32" fmla="*/ 32 w 74"/>
                  <a:gd name="T33" fmla="*/ 9 h 101"/>
                  <a:gd name="T34" fmla="*/ 10 w 74"/>
                  <a:gd name="T35" fmla="*/ 68 h 101"/>
                  <a:gd name="T36" fmla="*/ 10 w 74"/>
                  <a:gd name="T37" fmla="*/ 68 h 101"/>
                  <a:gd name="T38" fmla="*/ 14 w 74"/>
                  <a:gd name="T39" fmla="*/ 79 h 101"/>
                  <a:gd name="T40" fmla="*/ 14 w 74"/>
                  <a:gd name="T41" fmla="*/ 79 h 101"/>
                  <a:gd name="T42" fmla="*/ 25 w 74"/>
                  <a:gd name="T43" fmla="*/ 94 h 101"/>
                  <a:gd name="T44" fmla="*/ 25 w 74"/>
                  <a:gd name="T45" fmla="*/ 94 h 101"/>
                  <a:gd name="T46" fmla="*/ 38 w 74"/>
                  <a:gd name="T47" fmla="*/ 95 h 101"/>
                  <a:gd name="T48" fmla="*/ 38 w 74"/>
                  <a:gd name="T49" fmla="*/ 95 h 101"/>
                  <a:gd name="T50" fmla="*/ 41 w 74"/>
                  <a:gd name="T51" fmla="*/ 93 h 101"/>
                  <a:gd name="T52" fmla="*/ 41 w 74"/>
                  <a:gd name="T53" fmla="*/ 93 h 101"/>
                  <a:gd name="T54" fmla="*/ 43 w 74"/>
                  <a:gd name="T55" fmla="*/ 94 h 101"/>
                  <a:gd name="T56" fmla="*/ 44 w 74"/>
                  <a:gd name="T57" fmla="*/ 95 h 101"/>
                  <a:gd name="T58" fmla="*/ 39 w 74"/>
                  <a:gd name="T59" fmla="*/ 98 h 101"/>
                  <a:gd name="T60" fmla="*/ 39 w 74"/>
                  <a:gd name="T61" fmla="*/ 98 h 101"/>
                  <a:gd name="T62" fmla="*/ 24 w 74"/>
                  <a:gd name="T63" fmla="*/ 96 h 101"/>
                  <a:gd name="T64" fmla="*/ 24 w 74"/>
                  <a:gd name="T65" fmla="*/ 96 h 101"/>
                  <a:gd name="T66" fmla="*/ 12 w 74"/>
                  <a:gd name="T67" fmla="*/ 80 h 101"/>
                  <a:gd name="T68" fmla="*/ 12 w 74"/>
                  <a:gd name="T69" fmla="*/ 80 h 101"/>
                  <a:gd name="T70" fmla="*/ 7 w 74"/>
                  <a:gd name="T71" fmla="*/ 6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 h="101">
                    <a:moveTo>
                      <a:pt x="7" y="69"/>
                    </a:moveTo>
                    <a:cubicBezTo>
                      <a:pt x="0" y="47"/>
                      <a:pt x="13" y="15"/>
                      <a:pt x="31" y="6"/>
                    </a:cubicBezTo>
                    <a:cubicBezTo>
                      <a:pt x="31" y="6"/>
                      <a:pt x="31" y="6"/>
                      <a:pt x="31" y="6"/>
                    </a:cubicBezTo>
                    <a:cubicBezTo>
                      <a:pt x="45" y="0"/>
                      <a:pt x="59" y="9"/>
                      <a:pt x="66" y="24"/>
                    </a:cubicBezTo>
                    <a:cubicBezTo>
                      <a:pt x="66" y="24"/>
                      <a:pt x="66" y="24"/>
                      <a:pt x="66" y="24"/>
                    </a:cubicBezTo>
                    <a:cubicBezTo>
                      <a:pt x="68" y="28"/>
                      <a:pt x="70" y="33"/>
                      <a:pt x="70" y="38"/>
                    </a:cubicBezTo>
                    <a:cubicBezTo>
                      <a:pt x="70" y="38"/>
                      <a:pt x="70" y="38"/>
                      <a:pt x="70" y="38"/>
                    </a:cubicBezTo>
                    <a:cubicBezTo>
                      <a:pt x="74" y="61"/>
                      <a:pt x="63" y="78"/>
                      <a:pt x="44" y="95"/>
                    </a:cubicBezTo>
                    <a:cubicBezTo>
                      <a:pt x="44" y="95"/>
                      <a:pt x="44" y="95"/>
                      <a:pt x="44" y="95"/>
                    </a:cubicBezTo>
                    <a:cubicBezTo>
                      <a:pt x="43" y="94"/>
                      <a:pt x="43" y="94"/>
                      <a:pt x="43" y="94"/>
                    </a:cubicBezTo>
                    <a:cubicBezTo>
                      <a:pt x="41" y="93"/>
                      <a:pt x="41" y="93"/>
                      <a:pt x="41" y="93"/>
                    </a:cubicBezTo>
                    <a:cubicBezTo>
                      <a:pt x="61" y="75"/>
                      <a:pt x="71" y="60"/>
                      <a:pt x="67" y="39"/>
                    </a:cubicBezTo>
                    <a:cubicBezTo>
                      <a:pt x="67" y="39"/>
                      <a:pt x="67" y="39"/>
                      <a:pt x="67" y="39"/>
                    </a:cubicBezTo>
                    <a:cubicBezTo>
                      <a:pt x="67" y="34"/>
                      <a:pt x="65" y="29"/>
                      <a:pt x="63" y="25"/>
                    </a:cubicBezTo>
                    <a:cubicBezTo>
                      <a:pt x="63" y="25"/>
                      <a:pt x="63" y="25"/>
                      <a:pt x="63" y="25"/>
                    </a:cubicBezTo>
                    <a:cubicBezTo>
                      <a:pt x="56" y="11"/>
                      <a:pt x="44" y="3"/>
                      <a:pt x="32" y="9"/>
                    </a:cubicBezTo>
                    <a:cubicBezTo>
                      <a:pt x="32" y="9"/>
                      <a:pt x="32" y="9"/>
                      <a:pt x="32" y="9"/>
                    </a:cubicBezTo>
                    <a:cubicBezTo>
                      <a:pt x="16" y="16"/>
                      <a:pt x="3" y="48"/>
                      <a:pt x="10" y="68"/>
                    </a:cubicBezTo>
                    <a:cubicBezTo>
                      <a:pt x="10" y="68"/>
                      <a:pt x="10" y="68"/>
                      <a:pt x="10" y="68"/>
                    </a:cubicBezTo>
                    <a:cubicBezTo>
                      <a:pt x="11" y="72"/>
                      <a:pt x="13" y="75"/>
                      <a:pt x="14" y="79"/>
                    </a:cubicBezTo>
                    <a:cubicBezTo>
                      <a:pt x="14" y="79"/>
                      <a:pt x="14" y="79"/>
                      <a:pt x="14" y="79"/>
                    </a:cubicBezTo>
                    <a:cubicBezTo>
                      <a:pt x="18" y="85"/>
                      <a:pt x="21" y="91"/>
                      <a:pt x="25" y="94"/>
                    </a:cubicBezTo>
                    <a:cubicBezTo>
                      <a:pt x="25" y="94"/>
                      <a:pt x="25" y="94"/>
                      <a:pt x="25" y="94"/>
                    </a:cubicBezTo>
                    <a:cubicBezTo>
                      <a:pt x="29" y="97"/>
                      <a:pt x="33" y="97"/>
                      <a:pt x="38" y="95"/>
                    </a:cubicBezTo>
                    <a:cubicBezTo>
                      <a:pt x="38" y="95"/>
                      <a:pt x="38" y="95"/>
                      <a:pt x="38" y="95"/>
                    </a:cubicBezTo>
                    <a:cubicBezTo>
                      <a:pt x="39" y="95"/>
                      <a:pt x="40" y="94"/>
                      <a:pt x="41" y="93"/>
                    </a:cubicBezTo>
                    <a:cubicBezTo>
                      <a:pt x="41" y="93"/>
                      <a:pt x="41" y="93"/>
                      <a:pt x="41" y="93"/>
                    </a:cubicBezTo>
                    <a:cubicBezTo>
                      <a:pt x="43" y="94"/>
                      <a:pt x="43" y="94"/>
                      <a:pt x="43" y="94"/>
                    </a:cubicBezTo>
                    <a:cubicBezTo>
                      <a:pt x="44" y="95"/>
                      <a:pt x="44" y="95"/>
                      <a:pt x="44" y="95"/>
                    </a:cubicBezTo>
                    <a:cubicBezTo>
                      <a:pt x="42" y="96"/>
                      <a:pt x="41" y="97"/>
                      <a:pt x="39" y="98"/>
                    </a:cubicBezTo>
                    <a:cubicBezTo>
                      <a:pt x="39" y="98"/>
                      <a:pt x="39" y="98"/>
                      <a:pt x="39" y="98"/>
                    </a:cubicBezTo>
                    <a:cubicBezTo>
                      <a:pt x="34" y="101"/>
                      <a:pt x="28" y="100"/>
                      <a:pt x="24" y="96"/>
                    </a:cubicBezTo>
                    <a:cubicBezTo>
                      <a:pt x="24" y="96"/>
                      <a:pt x="24" y="96"/>
                      <a:pt x="24" y="96"/>
                    </a:cubicBezTo>
                    <a:cubicBezTo>
                      <a:pt x="19" y="93"/>
                      <a:pt x="15" y="87"/>
                      <a:pt x="12" y="80"/>
                    </a:cubicBezTo>
                    <a:cubicBezTo>
                      <a:pt x="12" y="80"/>
                      <a:pt x="12" y="80"/>
                      <a:pt x="12" y="80"/>
                    </a:cubicBezTo>
                    <a:cubicBezTo>
                      <a:pt x="10" y="77"/>
                      <a:pt x="8" y="73"/>
                      <a:pt x="7"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2" name="Freeform 1367"/>
              <p:cNvSpPr>
                <a:spLocks noEditPoints="1"/>
              </p:cNvSpPr>
              <p:nvPr/>
            </p:nvSpPr>
            <p:spPr bwMode="auto">
              <a:xfrm>
                <a:off x="7070726" y="7688263"/>
                <a:ext cx="122238" cy="174625"/>
              </a:xfrm>
              <a:custGeom>
                <a:avLst/>
                <a:gdLst>
                  <a:gd name="T0" fmla="*/ 30 w 70"/>
                  <a:gd name="T1" fmla="*/ 100 h 100"/>
                  <a:gd name="T2" fmla="*/ 19 w 70"/>
                  <a:gd name="T3" fmla="*/ 96 h 100"/>
                  <a:gd name="T4" fmla="*/ 19 w 70"/>
                  <a:gd name="T5" fmla="*/ 96 h 100"/>
                  <a:gd name="T6" fmla="*/ 7 w 70"/>
                  <a:gd name="T7" fmla="*/ 79 h 100"/>
                  <a:gd name="T8" fmla="*/ 7 w 70"/>
                  <a:gd name="T9" fmla="*/ 79 h 100"/>
                  <a:gd name="T10" fmla="*/ 2 w 70"/>
                  <a:gd name="T11" fmla="*/ 67 h 100"/>
                  <a:gd name="T12" fmla="*/ 2 w 70"/>
                  <a:gd name="T13" fmla="*/ 67 h 100"/>
                  <a:gd name="T14" fmla="*/ 4 w 70"/>
                  <a:gd name="T15" fmla="*/ 67 h 100"/>
                  <a:gd name="T16" fmla="*/ 2 w 70"/>
                  <a:gd name="T17" fmla="*/ 67 h 100"/>
                  <a:gd name="T18" fmla="*/ 0 w 70"/>
                  <a:gd name="T19" fmla="*/ 53 h 100"/>
                  <a:gd name="T20" fmla="*/ 0 w 70"/>
                  <a:gd name="T21" fmla="*/ 53 h 100"/>
                  <a:gd name="T22" fmla="*/ 27 w 70"/>
                  <a:gd name="T23" fmla="*/ 2 h 100"/>
                  <a:gd name="T24" fmla="*/ 27 w 70"/>
                  <a:gd name="T25" fmla="*/ 2 h 100"/>
                  <a:gd name="T26" fmla="*/ 37 w 70"/>
                  <a:gd name="T27" fmla="*/ 0 h 100"/>
                  <a:gd name="T28" fmla="*/ 37 w 70"/>
                  <a:gd name="T29" fmla="*/ 0 h 100"/>
                  <a:gd name="T30" fmla="*/ 65 w 70"/>
                  <a:gd name="T31" fmla="*/ 21 h 100"/>
                  <a:gd name="T32" fmla="*/ 65 w 70"/>
                  <a:gd name="T33" fmla="*/ 21 h 100"/>
                  <a:gd name="T34" fmla="*/ 69 w 70"/>
                  <a:gd name="T35" fmla="*/ 36 h 100"/>
                  <a:gd name="T36" fmla="*/ 69 w 70"/>
                  <a:gd name="T37" fmla="*/ 36 h 100"/>
                  <a:gd name="T38" fmla="*/ 70 w 70"/>
                  <a:gd name="T39" fmla="*/ 44 h 100"/>
                  <a:gd name="T40" fmla="*/ 70 w 70"/>
                  <a:gd name="T41" fmla="*/ 44 h 100"/>
                  <a:gd name="T42" fmla="*/ 43 w 70"/>
                  <a:gd name="T43" fmla="*/ 93 h 100"/>
                  <a:gd name="T44" fmla="*/ 43 w 70"/>
                  <a:gd name="T45" fmla="*/ 93 h 100"/>
                  <a:gd name="T46" fmla="*/ 43 w 70"/>
                  <a:gd name="T47" fmla="*/ 93 h 100"/>
                  <a:gd name="T48" fmla="*/ 42 w 70"/>
                  <a:gd name="T49" fmla="*/ 94 h 100"/>
                  <a:gd name="T50" fmla="*/ 41 w 70"/>
                  <a:gd name="T51" fmla="*/ 95 h 100"/>
                  <a:gd name="T52" fmla="*/ 41 w 70"/>
                  <a:gd name="T53" fmla="*/ 95 h 100"/>
                  <a:gd name="T54" fmla="*/ 40 w 70"/>
                  <a:gd name="T55" fmla="*/ 96 h 100"/>
                  <a:gd name="T56" fmla="*/ 40 w 70"/>
                  <a:gd name="T57" fmla="*/ 96 h 100"/>
                  <a:gd name="T58" fmla="*/ 37 w 70"/>
                  <a:gd name="T59" fmla="*/ 98 h 100"/>
                  <a:gd name="T60" fmla="*/ 37 w 70"/>
                  <a:gd name="T61" fmla="*/ 98 h 100"/>
                  <a:gd name="T62" fmla="*/ 30 w 70"/>
                  <a:gd name="T63" fmla="*/ 100 h 100"/>
                  <a:gd name="T64" fmla="*/ 30 w 70"/>
                  <a:gd name="T65" fmla="*/ 100 h 100"/>
                  <a:gd name="T66" fmla="*/ 30 w 70"/>
                  <a:gd name="T67" fmla="*/ 100 h 100"/>
                  <a:gd name="T68" fmla="*/ 37 w 70"/>
                  <a:gd name="T69" fmla="*/ 7 h 100"/>
                  <a:gd name="T70" fmla="*/ 30 w 70"/>
                  <a:gd name="T71" fmla="*/ 9 h 100"/>
                  <a:gd name="T72" fmla="*/ 30 w 70"/>
                  <a:gd name="T73" fmla="*/ 9 h 100"/>
                  <a:gd name="T74" fmla="*/ 7 w 70"/>
                  <a:gd name="T75" fmla="*/ 54 h 100"/>
                  <a:gd name="T76" fmla="*/ 7 w 70"/>
                  <a:gd name="T77" fmla="*/ 54 h 100"/>
                  <a:gd name="T78" fmla="*/ 9 w 70"/>
                  <a:gd name="T79" fmla="*/ 65 h 100"/>
                  <a:gd name="T80" fmla="*/ 9 w 70"/>
                  <a:gd name="T81" fmla="*/ 65 h 100"/>
                  <a:gd name="T82" fmla="*/ 13 w 70"/>
                  <a:gd name="T83" fmla="*/ 76 h 100"/>
                  <a:gd name="T84" fmla="*/ 13 w 70"/>
                  <a:gd name="T85" fmla="*/ 76 h 100"/>
                  <a:gd name="T86" fmla="*/ 24 w 70"/>
                  <a:gd name="T87" fmla="*/ 90 h 100"/>
                  <a:gd name="T88" fmla="*/ 24 w 70"/>
                  <a:gd name="T89" fmla="*/ 90 h 100"/>
                  <a:gd name="T90" fmla="*/ 30 w 70"/>
                  <a:gd name="T91" fmla="*/ 92 h 100"/>
                  <a:gd name="T92" fmla="*/ 30 w 70"/>
                  <a:gd name="T93" fmla="*/ 92 h 100"/>
                  <a:gd name="T94" fmla="*/ 34 w 70"/>
                  <a:gd name="T95" fmla="*/ 92 h 100"/>
                  <a:gd name="T96" fmla="*/ 34 w 70"/>
                  <a:gd name="T97" fmla="*/ 92 h 100"/>
                  <a:gd name="T98" fmla="*/ 37 w 70"/>
                  <a:gd name="T99" fmla="*/ 89 h 100"/>
                  <a:gd name="T100" fmla="*/ 37 w 70"/>
                  <a:gd name="T101" fmla="*/ 89 h 100"/>
                  <a:gd name="T102" fmla="*/ 63 w 70"/>
                  <a:gd name="T103" fmla="*/ 44 h 100"/>
                  <a:gd name="T104" fmla="*/ 63 w 70"/>
                  <a:gd name="T105" fmla="*/ 44 h 100"/>
                  <a:gd name="T106" fmla="*/ 62 w 70"/>
                  <a:gd name="T107" fmla="*/ 37 h 100"/>
                  <a:gd name="T108" fmla="*/ 62 w 70"/>
                  <a:gd name="T109" fmla="*/ 37 h 100"/>
                  <a:gd name="T110" fmla="*/ 58 w 70"/>
                  <a:gd name="T111" fmla="*/ 24 h 100"/>
                  <a:gd name="T112" fmla="*/ 58 w 70"/>
                  <a:gd name="T113" fmla="*/ 24 h 100"/>
                  <a:gd name="T114" fmla="*/ 37 w 70"/>
                  <a:gd name="T115" fmla="*/ 7 h 100"/>
                  <a:gd name="T116" fmla="*/ 37 w 70"/>
                  <a:gd name="T117" fmla="*/ 7 h 100"/>
                  <a:gd name="T118" fmla="*/ 37 w 70"/>
                  <a:gd name="T119"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0" h="100">
                    <a:moveTo>
                      <a:pt x="30" y="100"/>
                    </a:moveTo>
                    <a:cubicBezTo>
                      <a:pt x="26" y="100"/>
                      <a:pt x="22" y="98"/>
                      <a:pt x="19" y="96"/>
                    </a:cubicBezTo>
                    <a:cubicBezTo>
                      <a:pt x="19" y="96"/>
                      <a:pt x="19" y="96"/>
                      <a:pt x="19" y="96"/>
                    </a:cubicBezTo>
                    <a:cubicBezTo>
                      <a:pt x="14" y="92"/>
                      <a:pt x="10" y="86"/>
                      <a:pt x="7" y="79"/>
                    </a:cubicBezTo>
                    <a:cubicBezTo>
                      <a:pt x="7" y="79"/>
                      <a:pt x="7" y="79"/>
                      <a:pt x="7" y="79"/>
                    </a:cubicBezTo>
                    <a:cubicBezTo>
                      <a:pt x="5" y="75"/>
                      <a:pt x="4" y="71"/>
                      <a:pt x="2" y="67"/>
                    </a:cubicBezTo>
                    <a:cubicBezTo>
                      <a:pt x="2" y="67"/>
                      <a:pt x="2" y="67"/>
                      <a:pt x="2" y="67"/>
                    </a:cubicBezTo>
                    <a:cubicBezTo>
                      <a:pt x="4" y="67"/>
                      <a:pt x="4" y="67"/>
                      <a:pt x="4" y="67"/>
                    </a:cubicBezTo>
                    <a:cubicBezTo>
                      <a:pt x="2" y="67"/>
                      <a:pt x="2" y="67"/>
                      <a:pt x="2" y="67"/>
                    </a:cubicBezTo>
                    <a:cubicBezTo>
                      <a:pt x="1" y="63"/>
                      <a:pt x="0" y="58"/>
                      <a:pt x="0" y="53"/>
                    </a:cubicBezTo>
                    <a:cubicBezTo>
                      <a:pt x="0" y="53"/>
                      <a:pt x="0" y="53"/>
                      <a:pt x="0" y="53"/>
                    </a:cubicBezTo>
                    <a:cubicBezTo>
                      <a:pt x="0" y="33"/>
                      <a:pt x="12" y="10"/>
                      <a:pt x="27" y="2"/>
                    </a:cubicBezTo>
                    <a:cubicBezTo>
                      <a:pt x="27" y="2"/>
                      <a:pt x="27" y="2"/>
                      <a:pt x="27" y="2"/>
                    </a:cubicBezTo>
                    <a:cubicBezTo>
                      <a:pt x="30" y="1"/>
                      <a:pt x="34" y="0"/>
                      <a:pt x="37" y="0"/>
                    </a:cubicBezTo>
                    <a:cubicBezTo>
                      <a:pt x="37" y="0"/>
                      <a:pt x="37" y="0"/>
                      <a:pt x="37" y="0"/>
                    </a:cubicBezTo>
                    <a:cubicBezTo>
                      <a:pt x="49" y="0"/>
                      <a:pt x="59" y="9"/>
                      <a:pt x="65" y="21"/>
                    </a:cubicBezTo>
                    <a:cubicBezTo>
                      <a:pt x="65" y="21"/>
                      <a:pt x="65" y="21"/>
                      <a:pt x="65" y="21"/>
                    </a:cubicBezTo>
                    <a:cubicBezTo>
                      <a:pt x="67" y="26"/>
                      <a:pt x="69" y="31"/>
                      <a:pt x="69" y="36"/>
                    </a:cubicBezTo>
                    <a:cubicBezTo>
                      <a:pt x="69" y="36"/>
                      <a:pt x="69" y="36"/>
                      <a:pt x="69" y="36"/>
                    </a:cubicBezTo>
                    <a:cubicBezTo>
                      <a:pt x="70" y="39"/>
                      <a:pt x="70" y="42"/>
                      <a:pt x="70" y="44"/>
                    </a:cubicBezTo>
                    <a:cubicBezTo>
                      <a:pt x="70" y="44"/>
                      <a:pt x="70" y="44"/>
                      <a:pt x="70" y="44"/>
                    </a:cubicBezTo>
                    <a:cubicBezTo>
                      <a:pt x="70" y="63"/>
                      <a:pt x="60" y="78"/>
                      <a:pt x="43" y="93"/>
                    </a:cubicBezTo>
                    <a:cubicBezTo>
                      <a:pt x="43" y="93"/>
                      <a:pt x="43" y="93"/>
                      <a:pt x="43" y="93"/>
                    </a:cubicBezTo>
                    <a:cubicBezTo>
                      <a:pt x="43" y="93"/>
                      <a:pt x="43" y="93"/>
                      <a:pt x="43" y="93"/>
                    </a:cubicBezTo>
                    <a:cubicBezTo>
                      <a:pt x="42" y="94"/>
                      <a:pt x="42" y="94"/>
                      <a:pt x="42" y="94"/>
                    </a:cubicBezTo>
                    <a:cubicBezTo>
                      <a:pt x="42" y="95"/>
                      <a:pt x="42" y="95"/>
                      <a:pt x="41" y="95"/>
                    </a:cubicBezTo>
                    <a:cubicBezTo>
                      <a:pt x="41" y="95"/>
                      <a:pt x="41" y="95"/>
                      <a:pt x="41" y="95"/>
                    </a:cubicBezTo>
                    <a:cubicBezTo>
                      <a:pt x="40" y="96"/>
                      <a:pt x="40" y="96"/>
                      <a:pt x="40" y="96"/>
                    </a:cubicBezTo>
                    <a:cubicBezTo>
                      <a:pt x="40" y="96"/>
                      <a:pt x="40" y="96"/>
                      <a:pt x="40" y="96"/>
                    </a:cubicBezTo>
                    <a:cubicBezTo>
                      <a:pt x="39" y="97"/>
                      <a:pt x="38" y="97"/>
                      <a:pt x="37" y="98"/>
                    </a:cubicBezTo>
                    <a:cubicBezTo>
                      <a:pt x="37" y="98"/>
                      <a:pt x="37" y="98"/>
                      <a:pt x="37" y="98"/>
                    </a:cubicBezTo>
                    <a:cubicBezTo>
                      <a:pt x="35" y="99"/>
                      <a:pt x="32" y="100"/>
                      <a:pt x="30" y="100"/>
                    </a:cubicBezTo>
                    <a:cubicBezTo>
                      <a:pt x="30" y="100"/>
                      <a:pt x="30" y="100"/>
                      <a:pt x="30" y="100"/>
                    </a:cubicBezTo>
                    <a:cubicBezTo>
                      <a:pt x="30" y="100"/>
                      <a:pt x="30" y="100"/>
                      <a:pt x="30" y="100"/>
                    </a:cubicBezTo>
                    <a:close/>
                    <a:moveTo>
                      <a:pt x="37" y="7"/>
                    </a:moveTo>
                    <a:cubicBezTo>
                      <a:pt x="35" y="7"/>
                      <a:pt x="32" y="8"/>
                      <a:pt x="30" y="9"/>
                    </a:cubicBezTo>
                    <a:cubicBezTo>
                      <a:pt x="30" y="9"/>
                      <a:pt x="30" y="9"/>
                      <a:pt x="30" y="9"/>
                    </a:cubicBezTo>
                    <a:cubicBezTo>
                      <a:pt x="18" y="14"/>
                      <a:pt x="7" y="36"/>
                      <a:pt x="7" y="54"/>
                    </a:cubicBezTo>
                    <a:cubicBezTo>
                      <a:pt x="7" y="54"/>
                      <a:pt x="7" y="54"/>
                      <a:pt x="7" y="54"/>
                    </a:cubicBezTo>
                    <a:cubicBezTo>
                      <a:pt x="7" y="58"/>
                      <a:pt x="8" y="62"/>
                      <a:pt x="9" y="65"/>
                    </a:cubicBezTo>
                    <a:cubicBezTo>
                      <a:pt x="9" y="65"/>
                      <a:pt x="9" y="65"/>
                      <a:pt x="9" y="65"/>
                    </a:cubicBezTo>
                    <a:cubicBezTo>
                      <a:pt x="10" y="69"/>
                      <a:pt x="12" y="73"/>
                      <a:pt x="13" y="76"/>
                    </a:cubicBezTo>
                    <a:cubicBezTo>
                      <a:pt x="13" y="76"/>
                      <a:pt x="13" y="76"/>
                      <a:pt x="13" y="76"/>
                    </a:cubicBezTo>
                    <a:cubicBezTo>
                      <a:pt x="16" y="82"/>
                      <a:pt x="20" y="87"/>
                      <a:pt x="24" y="90"/>
                    </a:cubicBezTo>
                    <a:cubicBezTo>
                      <a:pt x="24" y="90"/>
                      <a:pt x="24" y="90"/>
                      <a:pt x="24" y="90"/>
                    </a:cubicBezTo>
                    <a:cubicBezTo>
                      <a:pt x="26" y="92"/>
                      <a:pt x="28" y="92"/>
                      <a:pt x="30" y="92"/>
                    </a:cubicBezTo>
                    <a:cubicBezTo>
                      <a:pt x="30" y="92"/>
                      <a:pt x="30" y="92"/>
                      <a:pt x="30" y="92"/>
                    </a:cubicBezTo>
                    <a:cubicBezTo>
                      <a:pt x="31" y="92"/>
                      <a:pt x="32" y="92"/>
                      <a:pt x="34" y="92"/>
                    </a:cubicBezTo>
                    <a:cubicBezTo>
                      <a:pt x="34" y="92"/>
                      <a:pt x="34" y="92"/>
                      <a:pt x="34" y="92"/>
                    </a:cubicBezTo>
                    <a:cubicBezTo>
                      <a:pt x="35" y="91"/>
                      <a:pt x="36" y="90"/>
                      <a:pt x="37" y="89"/>
                    </a:cubicBezTo>
                    <a:cubicBezTo>
                      <a:pt x="37" y="89"/>
                      <a:pt x="37" y="89"/>
                      <a:pt x="37" y="89"/>
                    </a:cubicBezTo>
                    <a:cubicBezTo>
                      <a:pt x="54" y="74"/>
                      <a:pt x="63" y="61"/>
                      <a:pt x="63" y="44"/>
                    </a:cubicBezTo>
                    <a:cubicBezTo>
                      <a:pt x="63" y="44"/>
                      <a:pt x="63" y="44"/>
                      <a:pt x="63" y="44"/>
                    </a:cubicBezTo>
                    <a:cubicBezTo>
                      <a:pt x="63" y="42"/>
                      <a:pt x="63" y="40"/>
                      <a:pt x="62" y="37"/>
                    </a:cubicBezTo>
                    <a:cubicBezTo>
                      <a:pt x="62" y="37"/>
                      <a:pt x="62" y="37"/>
                      <a:pt x="62" y="37"/>
                    </a:cubicBezTo>
                    <a:cubicBezTo>
                      <a:pt x="62" y="33"/>
                      <a:pt x="60" y="28"/>
                      <a:pt x="58" y="24"/>
                    </a:cubicBezTo>
                    <a:cubicBezTo>
                      <a:pt x="58" y="24"/>
                      <a:pt x="58" y="24"/>
                      <a:pt x="58" y="24"/>
                    </a:cubicBezTo>
                    <a:cubicBezTo>
                      <a:pt x="53" y="14"/>
                      <a:pt x="45" y="7"/>
                      <a:pt x="37" y="7"/>
                    </a:cubicBezTo>
                    <a:cubicBezTo>
                      <a:pt x="37" y="7"/>
                      <a:pt x="37" y="7"/>
                      <a:pt x="37" y="7"/>
                    </a:cubicBezTo>
                    <a:cubicBezTo>
                      <a:pt x="37" y="7"/>
                      <a:pt x="37" y="7"/>
                      <a:pt x="37"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3" name="Freeform 1368"/>
              <p:cNvSpPr>
                <a:spLocks noEditPoints="1"/>
              </p:cNvSpPr>
              <p:nvPr/>
            </p:nvSpPr>
            <p:spPr bwMode="auto">
              <a:xfrm>
                <a:off x="7104064" y="7858126"/>
                <a:ext cx="28575" cy="77788"/>
              </a:xfrm>
              <a:custGeom>
                <a:avLst/>
                <a:gdLst>
                  <a:gd name="T0" fmla="*/ 0 w 18"/>
                  <a:gd name="T1" fmla="*/ 46 h 49"/>
                  <a:gd name="T2" fmla="*/ 14 w 18"/>
                  <a:gd name="T3" fmla="*/ 43 h 49"/>
                  <a:gd name="T4" fmla="*/ 10 w 18"/>
                  <a:gd name="T5" fmla="*/ 0 h 49"/>
                  <a:gd name="T6" fmla="*/ 14 w 18"/>
                  <a:gd name="T7" fmla="*/ 0 h 49"/>
                  <a:gd name="T8" fmla="*/ 18 w 18"/>
                  <a:gd name="T9" fmla="*/ 46 h 49"/>
                  <a:gd name="T10" fmla="*/ 1 w 18"/>
                  <a:gd name="T11" fmla="*/ 49 h 49"/>
                  <a:gd name="T12" fmla="*/ 0 w 18"/>
                  <a:gd name="T13" fmla="*/ 46 h 49"/>
                  <a:gd name="T14" fmla="*/ 0 w 18"/>
                  <a:gd name="T15" fmla="*/ 46 h 49"/>
                  <a:gd name="T16" fmla="*/ 10 w 18"/>
                  <a:gd name="T17" fmla="*/ 0 h 49"/>
                  <a:gd name="T18" fmla="*/ 10 w 18"/>
                  <a:gd name="T19" fmla="*/ 0 h 49"/>
                  <a:gd name="T20" fmla="*/ 10 w 18"/>
                  <a:gd name="T21" fmla="*/ 0 h 49"/>
                  <a:gd name="T22" fmla="*/ 10 w 18"/>
                  <a:gd name="T23" fmla="*/ 0 h 49"/>
                  <a:gd name="T24" fmla="*/ 10 w 18"/>
                  <a:gd name="T25"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49">
                    <a:moveTo>
                      <a:pt x="0" y="46"/>
                    </a:moveTo>
                    <a:lnTo>
                      <a:pt x="14" y="43"/>
                    </a:lnTo>
                    <a:lnTo>
                      <a:pt x="10" y="0"/>
                    </a:lnTo>
                    <a:lnTo>
                      <a:pt x="14" y="0"/>
                    </a:lnTo>
                    <a:lnTo>
                      <a:pt x="18" y="46"/>
                    </a:lnTo>
                    <a:lnTo>
                      <a:pt x="1" y="49"/>
                    </a:lnTo>
                    <a:lnTo>
                      <a:pt x="0" y="46"/>
                    </a:lnTo>
                    <a:lnTo>
                      <a:pt x="0" y="46"/>
                    </a:lnTo>
                    <a:close/>
                    <a:moveTo>
                      <a:pt x="10" y="0"/>
                    </a:moveTo>
                    <a:lnTo>
                      <a:pt x="10" y="0"/>
                    </a:lnTo>
                    <a:lnTo>
                      <a:pt x="10" y="0"/>
                    </a:lnTo>
                    <a:lnTo>
                      <a:pt x="10" y="0"/>
                    </a:lnTo>
                    <a:lnTo>
                      <a:pt x="1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4" name="Freeform 1369"/>
              <p:cNvSpPr>
                <a:spLocks noEditPoints="1"/>
              </p:cNvSpPr>
              <p:nvPr/>
            </p:nvSpPr>
            <p:spPr bwMode="auto">
              <a:xfrm>
                <a:off x="7100889" y="7854951"/>
                <a:ext cx="34925" cy="84138"/>
              </a:xfrm>
              <a:custGeom>
                <a:avLst/>
                <a:gdLst>
                  <a:gd name="T0" fmla="*/ 1 w 22"/>
                  <a:gd name="T1" fmla="*/ 51 h 53"/>
                  <a:gd name="T2" fmla="*/ 0 w 22"/>
                  <a:gd name="T3" fmla="*/ 48 h 53"/>
                  <a:gd name="T4" fmla="*/ 2 w 22"/>
                  <a:gd name="T5" fmla="*/ 48 h 53"/>
                  <a:gd name="T6" fmla="*/ 2 w 22"/>
                  <a:gd name="T7" fmla="*/ 50 h 53"/>
                  <a:gd name="T8" fmla="*/ 2 w 22"/>
                  <a:gd name="T9" fmla="*/ 48 h 53"/>
                  <a:gd name="T10" fmla="*/ 0 w 22"/>
                  <a:gd name="T11" fmla="*/ 48 h 53"/>
                  <a:gd name="T12" fmla="*/ 0 w 22"/>
                  <a:gd name="T13" fmla="*/ 47 h 53"/>
                  <a:gd name="T14" fmla="*/ 14 w 22"/>
                  <a:gd name="T15" fmla="*/ 44 h 53"/>
                  <a:gd name="T16" fmla="*/ 10 w 22"/>
                  <a:gd name="T17" fmla="*/ 1 h 53"/>
                  <a:gd name="T18" fmla="*/ 17 w 22"/>
                  <a:gd name="T19" fmla="*/ 0 h 53"/>
                  <a:gd name="T20" fmla="*/ 22 w 22"/>
                  <a:gd name="T21" fmla="*/ 49 h 53"/>
                  <a:gd name="T22" fmla="*/ 1 w 22"/>
                  <a:gd name="T23" fmla="*/ 53 h 53"/>
                  <a:gd name="T24" fmla="*/ 1 w 22"/>
                  <a:gd name="T25" fmla="*/ 51 h 53"/>
                  <a:gd name="T26" fmla="*/ 1 w 22"/>
                  <a:gd name="T27" fmla="*/ 51 h 53"/>
                  <a:gd name="T28" fmla="*/ 12 w 22"/>
                  <a:gd name="T29" fmla="*/ 2 h 53"/>
                  <a:gd name="T30" fmla="*/ 12 w 22"/>
                  <a:gd name="T31" fmla="*/ 0 h 53"/>
                  <a:gd name="T32" fmla="*/ 12 w 22"/>
                  <a:gd name="T33" fmla="*/ 2 h 53"/>
                  <a:gd name="T34" fmla="*/ 12 w 22"/>
                  <a:gd name="T35" fmla="*/ 2 h 53"/>
                  <a:gd name="T36" fmla="*/ 12 w 22"/>
                  <a:gd name="T37" fmla="*/ 2 h 53"/>
                  <a:gd name="T38" fmla="*/ 12 w 22"/>
                  <a:gd name="T39" fmla="*/ 0 h 53"/>
                  <a:gd name="T40" fmla="*/ 12 w 22"/>
                  <a:gd name="T41" fmla="*/ 2 h 53"/>
                  <a:gd name="T42" fmla="*/ 12 w 22"/>
                  <a:gd name="T43" fmla="*/ 0 h 53"/>
                  <a:gd name="T44" fmla="*/ 12 w 22"/>
                  <a:gd name="T45" fmla="*/ 2 h 53"/>
                  <a:gd name="T46" fmla="*/ 12 w 22"/>
                  <a:gd name="T47" fmla="*/ 2 h 53"/>
                  <a:gd name="T48" fmla="*/ 12 w 22"/>
                  <a:gd name="T49" fmla="*/ 2 h 53"/>
                  <a:gd name="T50" fmla="*/ 12 w 22"/>
                  <a:gd name="T51" fmla="*/ 0 h 53"/>
                  <a:gd name="T52" fmla="*/ 12 w 22"/>
                  <a:gd name="T53" fmla="*/ 2 h 53"/>
                  <a:gd name="T54" fmla="*/ 12 w 22"/>
                  <a:gd name="T55"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53">
                    <a:moveTo>
                      <a:pt x="1" y="51"/>
                    </a:moveTo>
                    <a:lnTo>
                      <a:pt x="0" y="48"/>
                    </a:lnTo>
                    <a:lnTo>
                      <a:pt x="2" y="48"/>
                    </a:lnTo>
                    <a:lnTo>
                      <a:pt x="2" y="50"/>
                    </a:lnTo>
                    <a:lnTo>
                      <a:pt x="2" y="48"/>
                    </a:lnTo>
                    <a:lnTo>
                      <a:pt x="0" y="48"/>
                    </a:lnTo>
                    <a:lnTo>
                      <a:pt x="0" y="47"/>
                    </a:lnTo>
                    <a:lnTo>
                      <a:pt x="14" y="44"/>
                    </a:lnTo>
                    <a:lnTo>
                      <a:pt x="10" y="1"/>
                    </a:lnTo>
                    <a:lnTo>
                      <a:pt x="17" y="0"/>
                    </a:lnTo>
                    <a:lnTo>
                      <a:pt x="22" y="49"/>
                    </a:lnTo>
                    <a:lnTo>
                      <a:pt x="1" y="53"/>
                    </a:lnTo>
                    <a:lnTo>
                      <a:pt x="1" y="51"/>
                    </a:lnTo>
                    <a:lnTo>
                      <a:pt x="1" y="51"/>
                    </a:lnTo>
                    <a:close/>
                    <a:moveTo>
                      <a:pt x="12" y="2"/>
                    </a:moveTo>
                    <a:lnTo>
                      <a:pt x="12" y="0"/>
                    </a:lnTo>
                    <a:lnTo>
                      <a:pt x="12" y="2"/>
                    </a:lnTo>
                    <a:lnTo>
                      <a:pt x="12" y="2"/>
                    </a:lnTo>
                    <a:close/>
                    <a:moveTo>
                      <a:pt x="12" y="2"/>
                    </a:moveTo>
                    <a:lnTo>
                      <a:pt x="12" y="0"/>
                    </a:lnTo>
                    <a:lnTo>
                      <a:pt x="12" y="2"/>
                    </a:lnTo>
                    <a:lnTo>
                      <a:pt x="12" y="0"/>
                    </a:lnTo>
                    <a:lnTo>
                      <a:pt x="12" y="2"/>
                    </a:lnTo>
                    <a:lnTo>
                      <a:pt x="12" y="2"/>
                    </a:lnTo>
                    <a:close/>
                    <a:moveTo>
                      <a:pt x="12" y="2"/>
                    </a:moveTo>
                    <a:lnTo>
                      <a:pt x="12" y="0"/>
                    </a:lnTo>
                    <a:lnTo>
                      <a:pt x="12" y="2"/>
                    </a:lnTo>
                    <a:lnTo>
                      <a:pt x="1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5" name="Freeform 1370"/>
              <p:cNvSpPr/>
              <p:nvPr/>
            </p:nvSpPr>
            <p:spPr bwMode="auto">
              <a:xfrm>
                <a:off x="7137401" y="7848601"/>
                <a:ext cx="22225" cy="77788"/>
              </a:xfrm>
              <a:custGeom>
                <a:avLst/>
                <a:gdLst>
                  <a:gd name="T0" fmla="*/ 0 w 14"/>
                  <a:gd name="T1" fmla="*/ 0 h 49"/>
                  <a:gd name="T2" fmla="*/ 0 w 14"/>
                  <a:gd name="T3" fmla="*/ 0 h 49"/>
                  <a:gd name="T4" fmla="*/ 3 w 14"/>
                  <a:gd name="T5" fmla="*/ 0 h 49"/>
                  <a:gd name="T6" fmla="*/ 9 w 14"/>
                  <a:gd name="T7" fmla="*/ 43 h 49"/>
                  <a:gd name="T8" fmla="*/ 14 w 14"/>
                  <a:gd name="T9" fmla="*/ 45 h 49"/>
                  <a:gd name="T10" fmla="*/ 13 w 14"/>
                  <a:gd name="T11" fmla="*/ 49 h 49"/>
                  <a:gd name="T12" fmla="*/ 5 w 14"/>
                  <a:gd name="T13" fmla="*/ 46 h 49"/>
                  <a:gd name="T14" fmla="*/ 0 w 14"/>
                  <a:gd name="T15" fmla="*/ 0 h 49"/>
                  <a:gd name="T16" fmla="*/ 0 w 14"/>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9">
                    <a:moveTo>
                      <a:pt x="0" y="0"/>
                    </a:moveTo>
                    <a:lnTo>
                      <a:pt x="0" y="0"/>
                    </a:lnTo>
                    <a:lnTo>
                      <a:pt x="3" y="0"/>
                    </a:lnTo>
                    <a:lnTo>
                      <a:pt x="9" y="43"/>
                    </a:lnTo>
                    <a:lnTo>
                      <a:pt x="14" y="45"/>
                    </a:lnTo>
                    <a:lnTo>
                      <a:pt x="13" y="49"/>
                    </a:lnTo>
                    <a:lnTo>
                      <a:pt x="5" y="46"/>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6" name="Freeform 1371"/>
              <p:cNvSpPr/>
              <p:nvPr/>
            </p:nvSpPr>
            <p:spPr bwMode="auto">
              <a:xfrm>
                <a:off x="7134226" y="7843838"/>
                <a:ext cx="30163" cy="85725"/>
              </a:xfrm>
              <a:custGeom>
                <a:avLst/>
                <a:gdLst>
                  <a:gd name="T0" fmla="*/ 5 w 19"/>
                  <a:gd name="T1" fmla="*/ 51 h 54"/>
                  <a:gd name="T2" fmla="*/ 0 w 19"/>
                  <a:gd name="T3" fmla="*/ 3 h 54"/>
                  <a:gd name="T4" fmla="*/ 2 w 19"/>
                  <a:gd name="T5" fmla="*/ 3 h 54"/>
                  <a:gd name="T6" fmla="*/ 0 w 19"/>
                  <a:gd name="T7" fmla="*/ 3 h 54"/>
                  <a:gd name="T8" fmla="*/ 2 w 19"/>
                  <a:gd name="T9" fmla="*/ 3 h 54"/>
                  <a:gd name="T10" fmla="*/ 2 w 19"/>
                  <a:gd name="T11" fmla="*/ 1 h 54"/>
                  <a:gd name="T12" fmla="*/ 7 w 19"/>
                  <a:gd name="T13" fmla="*/ 0 h 54"/>
                  <a:gd name="T14" fmla="*/ 12 w 19"/>
                  <a:gd name="T15" fmla="*/ 45 h 54"/>
                  <a:gd name="T16" fmla="*/ 19 w 19"/>
                  <a:gd name="T17" fmla="*/ 46 h 54"/>
                  <a:gd name="T18" fmla="*/ 17 w 19"/>
                  <a:gd name="T19" fmla="*/ 54 h 54"/>
                  <a:gd name="T20" fmla="*/ 5 w 19"/>
                  <a:gd name="T21" fmla="*/ 51 h 54"/>
                  <a:gd name="T22" fmla="*/ 5 w 19"/>
                  <a:gd name="T23" fmla="*/ 5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54">
                    <a:moveTo>
                      <a:pt x="5" y="51"/>
                    </a:moveTo>
                    <a:lnTo>
                      <a:pt x="0" y="3"/>
                    </a:lnTo>
                    <a:lnTo>
                      <a:pt x="2" y="3"/>
                    </a:lnTo>
                    <a:lnTo>
                      <a:pt x="0" y="3"/>
                    </a:lnTo>
                    <a:lnTo>
                      <a:pt x="2" y="3"/>
                    </a:lnTo>
                    <a:lnTo>
                      <a:pt x="2" y="1"/>
                    </a:lnTo>
                    <a:lnTo>
                      <a:pt x="7" y="0"/>
                    </a:lnTo>
                    <a:lnTo>
                      <a:pt x="12" y="45"/>
                    </a:lnTo>
                    <a:lnTo>
                      <a:pt x="19" y="46"/>
                    </a:lnTo>
                    <a:lnTo>
                      <a:pt x="17" y="54"/>
                    </a:lnTo>
                    <a:lnTo>
                      <a:pt x="5" y="51"/>
                    </a:lnTo>
                    <a:lnTo>
                      <a:pt x="5" y="5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7" name="Freeform 1372"/>
              <p:cNvSpPr/>
              <p:nvPr/>
            </p:nvSpPr>
            <p:spPr bwMode="auto">
              <a:xfrm>
                <a:off x="7008814" y="7643813"/>
                <a:ext cx="12700" cy="17463"/>
              </a:xfrm>
              <a:custGeom>
                <a:avLst/>
                <a:gdLst>
                  <a:gd name="T0" fmla="*/ 5 w 8"/>
                  <a:gd name="T1" fmla="*/ 0 h 11"/>
                  <a:gd name="T2" fmla="*/ 8 w 8"/>
                  <a:gd name="T3" fmla="*/ 2 h 11"/>
                  <a:gd name="T4" fmla="*/ 3 w 8"/>
                  <a:gd name="T5" fmla="*/ 11 h 11"/>
                  <a:gd name="T6" fmla="*/ 0 w 8"/>
                  <a:gd name="T7" fmla="*/ 10 h 11"/>
                  <a:gd name="T8" fmla="*/ 5 w 8"/>
                  <a:gd name="T9" fmla="*/ 0 h 11"/>
                  <a:gd name="T10" fmla="*/ 5 w 8"/>
                  <a:gd name="T11" fmla="*/ 0 h 11"/>
                </a:gdLst>
                <a:ahLst/>
                <a:cxnLst>
                  <a:cxn ang="0">
                    <a:pos x="T0" y="T1"/>
                  </a:cxn>
                  <a:cxn ang="0">
                    <a:pos x="T2" y="T3"/>
                  </a:cxn>
                  <a:cxn ang="0">
                    <a:pos x="T4" y="T5"/>
                  </a:cxn>
                  <a:cxn ang="0">
                    <a:pos x="T6" y="T7"/>
                  </a:cxn>
                  <a:cxn ang="0">
                    <a:pos x="T8" y="T9"/>
                  </a:cxn>
                  <a:cxn ang="0">
                    <a:pos x="T10" y="T11"/>
                  </a:cxn>
                </a:cxnLst>
                <a:rect l="0" t="0" r="r" b="b"/>
                <a:pathLst>
                  <a:path w="8" h="11">
                    <a:moveTo>
                      <a:pt x="5" y="0"/>
                    </a:moveTo>
                    <a:lnTo>
                      <a:pt x="8" y="2"/>
                    </a:lnTo>
                    <a:lnTo>
                      <a:pt x="3" y="11"/>
                    </a:lnTo>
                    <a:lnTo>
                      <a:pt x="0" y="10"/>
                    </a:lnTo>
                    <a:lnTo>
                      <a:pt x="5" y="0"/>
                    </a:lnTo>
                    <a:lnTo>
                      <a:pt x="5"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8" name="Freeform 1373"/>
              <p:cNvSpPr/>
              <p:nvPr/>
            </p:nvSpPr>
            <p:spPr bwMode="auto">
              <a:xfrm>
                <a:off x="7002464" y="7640638"/>
                <a:ext cx="23813" cy="25400"/>
              </a:xfrm>
              <a:custGeom>
                <a:avLst/>
                <a:gdLst>
                  <a:gd name="T0" fmla="*/ 0 w 15"/>
                  <a:gd name="T1" fmla="*/ 12 h 16"/>
                  <a:gd name="T2" fmla="*/ 7 w 15"/>
                  <a:gd name="T3" fmla="*/ 1 h 16"/>
                  <a:gd name="T4" fmla="*/ 8 w 15"/>
                  <a:gd name="T5" fmla="*/ 0 h 16"/>
                  <a:gd name="T6" fmla="*/ 15 w 15"/>
                  <a:gd name="T7" fmla="*/ 3 h 16"/>
                  <a:gd name="T8" fmla="*/ 8 w 15"/>
                  <a:gd name="T9" fmla="*/ 16 h 16"/>
                  <a:gd name="T10" fmla="*/ 0 w 15"/>
                  <a:gd name="T11" fmla="*/ 12 h 16"/>
                  <a:gd name="T12" fmla="*/ 0 w 15"/>
                  <a:gd name="T13" fmla="*/ 12 h 16"/>
                </a:gdLst>
                <a:ahLst/>
                <a:cxnLst>
                  <a:cxn ang="0">
                    <a:pos x="T0" y="T1"/>
                  </a:cxn>
                  <a:cxn ang="0">
                    <a:pos x="T2" y="T3"/>
                  </a:cxn>
                  <a:cxn ang="0">
                    <a:pos x="T4" y="T5"/>
                  </a:cxn>
                  <a:cxn ang="0">
                    <a:pos x="T6" y="T7"/>
                  </a:cxn>
                  <a:cxn ang="0">
                    <a:pos x="T8" y="T9"/>
                  </a:cxn>
                  <a:cxn ang="0">
                    <a:pos x="T10" y="T11"/>
                  </a:cxn>
                  <a:cxn ang="0">
                    <a:pos x="T12" y="T13"/>
                  </a:cxn>
                </a:cxnLst>
                <a:rect l="0" t="0" r="r" b="b"/>
                <a:pathLst>
                  <a:path w="15" h="16">
                    <a:moveTo>
                      <a:pt x="0" y="12"/>
                    </a:moveTo>
                    <a:lnTo>
                      <a:pt x="7" y="1"/>
                    </a:lnTo>
                    <a:lnTo>
                      <a:pt x="8" y="0"/>
                    </a:lnTo>
                    <a:lnTo>
                      <a:pt x="15" y="3"/>
                    </a:lnTo>
                    <a:lnTo>
                      <a:pt x="8" y="16"/>
                    </a:lnTo>
                    <a:lnTo>
                      <a:pt x="0" y="12"/>
                    </a:lnTo>
                    <a:lnTo>
                      <a:pt x="0" y="1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9" name="Freeform 1374"/>
              <p:cNvSpPr/>
              <p:nvPr/>
            </p:nvSpPr>
            <p:spPr bwMode="auto">
              <a:xfrm>
                <a:off x="6991351" y="7640638"/>
                <a:ext cx="25400" cy="30163"/>
              </a:xfrm>
              <a:custGeom>
                <a:avLst/>
                <a:gdLst>
                  <a:gd name="T0" fmla="*/ 2 w 16"/>
                  <a:gd name="T1" fmla="*/ 4 h 19"/>
                  <a:gd name="T2" fmla="*/ 12 w 16"/>
                  <a:gd name="T3" fmla="*/ 11 h 19"/>
                  <a:gd name="T4" fmla="*/ 10 w 16"/>
                  <a:gd name="T5" fmla="*/ 1 h 19"/>
                  <a:gd name="T6" fmla="*/ 13 w 16"/>
                  <a:gd name="T7" fmla="*/ 0 h 19"/>
                  <a:gd name="T8" fmla="*/ 16 w 16"/>
                  <a:gd name="T9" fmla="*/ 19 h 19"/>
                  <a:gd name="T10" fmla="*/ 0 w 16"/>
                  <a:gd name="T11" fmla="*/ 6 h 19"/>
                  <a:gd name="T12" fmla="*/ 2 w 16"/>
                  <a:gd name="T13" fmla="*/ 4 h 19"/>
                  <a:gd name="T14" fmla="*/ 2 w 16"/>
                  <a:gd name="T15" fmla="*/ 4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9">
                    <a:moveTo>
                      <a:pt x="2" y="4"/>
                    </a:moveTo>
                    <a:lnTo>
                      <a:pt x="12" y="11"/>
                    </a:lnTo>
                    <a:lnTo>
                      <a:pt x="10" y="1"/>
                    </a:lnTo>
                    <a:lnTo>
                      <a:pt x="13" y="0"/>
                    </a:lnTo>
                    <a:lnTo>
                      <a:pt x="16" y="19"/>
                    </a:lnTo>
                    <a:lnTo>
                      <a:pt x="0" y="6"/>
                    </a:lnTo>
                    <a:lnTo>
                      <a:pt x="2" y="4"/>
                    </a:lnTo>
                    <a:lnTo>
                      <a:pt x="2" y="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0" name="Freeform 1375"/>
              <p:cNvSpPr/>
              <p:nvPr/>
            </p:nvSpPr>
            <p:spPr bwMode="auto">
              <a:xfrm>
                <a:off x="6985001" y="7635876"/>
                <a:ext cx="36513" cy="42863"/>
              </a:xfrm>
              <a:custGeom>
                <a:avLst/>
                <a:gdLst>
                  <a:gd name="T0" fmla="*/ 0 w 23"/>
                  <a:gd name="T1" fmla="*/ 9 h 27"/>
                  <a:gd name="T2" fmla="*/ 3 w 23"/>
                  <a:gd name="T3" fmla="*/ 8 h 27"/>
                  <a:gd name="T4" fmla="*/ 5 w 23"/>
                  <a:gd name="T5" fmla="*/ 5 h 27"/>
                  <a:gd name="T6" fmla="*/ 6 w 23"/>
                  <a:gd name="T7" fmla="*/ 4 h 27"/>
                  <a:gd name="T8" fmla="*/ 12 w 23"/>
                  <a:gd name="T9" fmla="*/ 9 h 27"/>
                  <a:gd name="T10" fmla="*/ 11 w 23"/>
                  <a:gd name="T11" fmla="*/ 2 h 27"/>
                  <a:gd name="T12" fmla="*/ 19 w 23"/>
                  <a:gd name="T13" fmla="*/ 0 h 27"/>
                  <a:gd name="T14" fmla="*/ 23 w 23"/>
                  <a:gd name="T15" fmla="*/ 27 h 27"/>
                  <a:gd name="T16" fmla="*/ 0 w 23"/>
                  <a:gd name="T17" fmla="*/ 9 h 27"/>
                  <a:gd name="T18" fmla="*/ 0 w 23"/>
                  <a:gd name="T19"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27">
                    <a:moveTo>
                      <a:pt x="0" y="9"/>
                    </a:moveTo>
                    <a:lnTo>
                      <a:pt x="3" y="8"/>
                    </a:lnTo>
                    <a:lnTo>
                      <a:pt x="5" y="5"/>
                    </a:lnTo>
                    <a:lnTo>
                      <a:pt x="6" y="4"/>
                    </a:lnTo>
                    <a:lnTo>
                      <a:pt x="12" y="9"/>
                    </a:lnTo>
                    <a:lnTo>
                      <a:pt x="11" y="2"/>
                    </a:lnTo>
                    <a:lnTo>
                      <a:pt x="19" y="0"/>
                    </a:lnTo>
                    <a:lnTo>
                      <a:pt x="23" y="27"/>
                    </a:lnTo>
                    <a:lnTo>
                      <a:pt x="0" y="9"/>
                    </a:lnTo>
                    <a:lnTo>
                      <a:pt x="0" y="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1" name="Freeform 1410"/>
              <p:cNvSpPr/>
              <p:nvPr/>
            </p:nvSpPr>
            <p:spPr bwMode="auto">
              <a:xfrm>
                <a:off x="7261226" y="7643813"/>
                <a:ext cx="26988" cy="14288"/>
              </a:xfrm>
              <a:custGeom>
                <a:avLst/>
                <a:gdLst>
                  <a:gd name="T0" fmla="*/ 0 w 17"/>
                  <a:gd name="T1" fmla="*/ 6 h 9"/>
                  <a:gd name="T2" fmla="*/ 16 w 17"/>
                  <a:gd name="T3" fmla="*/ 0 h 9"/>
                  <a:gd name="T4" fmla="*/ 17 w 17"/>
                  <a:gd name="T5" fmla="*/ 3 h 9"/>
                  <a:gd name="T6" fmla="*/ 1 w 17"/>
                  <a:gd name="T7" fmla="*/ 9 h 9"/>
                  <a:gd name="T8" fmla="*/ 0 w 17"/>
                  <a:gd name="T9" fmla="*/ 6 h 9"/>
                  <a:gd name="T10" fmla="*/ 0 w 17"/>
                  <a:gd name="T11" fmla="*/ 6 h 9"/>
                </a:gdLst>
                <a:ahLst/>
                <a:cxnLst>
                  <a:cxn ang="0">
                    <a:pos x="T0" y="T1"/>
                  </a:cxn>
                  <a:cxn ang="0">
                    <a:pos x="T2" y="T3"/>
                  </a:cxn>
                  <a:cxn ang="0">
                    <a:pos x="T4" y="T5"/>
                  </a:cxn>
                  <a:cxn ang="0">
                    <a:pos x="T6" y="T7"/>
                  </a:cxn>
                  <a:cxn ang="0">
                    <a:pos x="T8" y="T9"/>
                  </a:cxn>
                  <a:cxn ang="0">
                    <a:pos x="T10" y="T11"/>
                  </a:cxn>
                </a:cxnLst>
                <a:rect l="0" t="0" r="r" b="b"/>
                <a:pathLst>
                  <a:path w="17" h="9">
                    <a:moveTo>
                      <a:pt x="0" y="6"/>
                    </a:moveTo>
                    <a:lnTo>
                      <a:pt x="16" y="0"/>
                    </a:lnTo>
                    <a:lnTo>
                      <a:pt x="17" y="3"/>
                    </a:lnTo>
                    <a:lnTo>
                      <a:pt x="1" y="9"/>
                    </a:lnTo>
                    <a:lnTo>
                      <a:pt x="0" y="6"/>
                    </a:lnTo>
                    <a:lnTo>
                      <a:pt x="0" y="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2" name="Freeform 1412"/>
              <p:cNvSpPr/>
              <p:nvPr/>
            </p:nvSpPr>
            <p:spPr bwMode="auto">
              <a:xfrm>
                <a:off x="7254876" y="7639051"/>
                <a:ext cx="36513" cy="23813"/>
              </a:xfrm>
              <a:custGeom>
                <a:avLst/>
                <a:gdLst>
                  <a:gd name="T0" fmla="*/ 3 w 23"/>
                  <a:gd name="T1" fmla="*/ 13 h 15"/>
                  <a:gd name="T2" fmla="*/ 2 w 23"/>
                  <a:gd name="T3" fmla="*/ 9 h 15"/>
                  <a:gd name="T4" fmla="*/ 4 w 23"/>
                  <a:gd name="T5" fmla="*/ 9 h 15"/>
                  <a:gd name="T6" fmla="*/ 5 w 23"/>
                  <a:gd name="T7" fmla="*/ 11 h 15"/>
                  <a:gd name="T8" fmla="*/ 4 w 23"/>
                  <a:gd name="T9" fmla="*/ 9 h 15"/>
                  <a:gd name="T10" fmla="*/ 2 w 23"/>
                  <a:gd name="T11" fmla="*/ 9 h 15"/>
                  <a:gd name="T12" fmla="*/ 0 w 23"/>
                  <a:gd name="T13" fmla="*/ 7 h 15"/>
                  <a:gd name="T14" fmla="*/ 21 w 23"/>
                  <a:gd name="T15" fmla="*/ 0 h 15"/>
                  <a:gd name="T16" fmla="*/ 23 w 23"/>
                  <a:gd name="T17" fmla="*/ 7 h 15"/>
                  <a:gd name="T18" fmla="*/ 4 w 23"/>
                  <a:gd name="T19" fmla="*/ 15 h 15"/>
                  <a:gd name="T20" fmla="*/ 3 w 23"/>
                  <a:gd name="T21" fmla="*/ 13 h 15"/>
                  <a:gd name="T22" fmla="*/ 3 w 23"/>
                  <a:gd name="T23"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5">
                    <a:moveTo>
                      <a:pt x="3" y="13"/>
                    </a:moveTo>
                    <a:lnTo>
                      <a:pt x="2" y="9"/>
                    </a:lnTo>
                    <a:lnTo>
                      <a:pt x="4" y="9"/>
                    </a:lnTo>
                    <a:lnTo>
                      <a:pt x="5" y="11"/>
                    </a:lnTo>
                    <a:lnTo>
                      <a:pt x="4" y="9"/>
                    </a:lnTo>
                    <a:lnTo>
                      <a:pt x="2" y="9"/>
                    </a:lnTo>
                    <a:lnTo>
                      <a:pt x="0" y="7"/>
                    </a:lnTo>
                    <a:lnTo>
                      <a:pt x="21" y="0"/>
                    </a:lnTo>
                    <a:lnTo>
                      <a:pt x="23" y="7"/>
                    </a:lnTo>
                    <a:lnTo>
                      <a:pt x="4" y="15"/>
                    </a:lnTo>
                    <a:lnTo>
                      <a:pt x="3" y="13"/>
                    </a:lnTo>
                    <a:lnTo>
                      <a:pt x="3" y="1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3" name="Freeform 1413"/>
              <p:cNvSpPr>
                <a:spLocks noEditPoints="1"/>
              </p:cNvSpPr>
              <p:nvPr/>
            </p:nvSpPr>
            <p:spPr bwMode="auto">
              <a:xfrm>
                <a:off x="7259639" y="7629526"/>
                <a:ext cx="22225" cy="34925"/>
              </a:xfrm>
              <a:custGeom>
                <a:avLst/>
                <a:gdLst>
                  <a:gd name="T0" fmla="*/ 0 w 14"/>
                  <a:gd name="T1" fmla="*/ 0 h 22"/>
                  <a:gd name="T2" fmla="*/ 3 w 14"/>
                  <a:gd name="T3" fmla="*/ 0 h 22"/>
                  <a:gd name="T4" fmla="*/ 4 w 14"/>
                  <a:gd name="T5" fmla="*/ 12 h 22"/>
                  <a:gd name="T6" fmla="*/ 12 w 14"/>
                  <a:gd name="T7" fmla="*/ 0 h 22"/>
                  <a:gd name="T8" fmla="*/ 14 w 14"/>
                  <a:gd name="T9" fmla="*/ 1 h 22"/>
                  <a:gd name="T10" fmla="*/ 2 w 14"/>
                  <a:gd name="T11" fmla="*/ 22 h 22"/>
                  <a:gd name="T12" fmla="*/ 0 w 14"/>
                  <a:gd name="T13" fmla="*/ 0 h 22"/>
                  <a:gd name="T14" fmla="*/ 0 w 14"/>
                  <a:gd name="T15" fmla="*/ 0 h 22"/>
                  <a:gd name="T16" fmla="*/ 12 w 14"/>
                  <a:gd name="T17" fmla="*/ 0 h 22"/>
                  <a:gd name="T18" fmla="*/ 12 w 14"/>
                  <a:gd name="T19" fmla="*/ 0 h 22"/>
                  <a:gd name="T20" fmla="*/ 12 w 14"/>
                  <a:gd name="T21" fmla="*/ 0 h 22"/>
                  <a:gd name="T22" fmla="*/ 12 w 14"/>
                  <a:gd name="T23" fmla="*/ 0 h 22"/>
                  <a:gd name="T24" fmla="*/ 12 w 14"/>
                  <a:gd name="T2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22">
                    <a:moveTo>
                      <a:pt x="0" y="0"/>
                    </a:moveTo>
                    <a:lnTo>
                      <a:pt x="3" y="0"/>
                    </a:lnTo>
                    <a:lnTo>
                      <a:pt x="4" y="12"/>
                    </a:lnTo>
                    <a:lnTo>
                      <a:pt x="12" y="0"/>
                    </a:lnTo>
                    <a:lnTo>
                      <a:pt x="14" y="1"/>
                    </a:lnTo>
                    <a:lnTo>
                      <a:pt x="2" y="22"/>
                    </a:lnTo>
                    <a:lnTo>
                      <a:pt x="0" y="0"/>
                    </a:lnTo>
                    <a:lnTo>
                      <a:pt x="0" y="0"/>
                    </a:lnTo>
                    <a:close/>
                    <a:moveTo>
                      <a:pt x="12" y="0"/>
                    </a:moveTo>
                    <a:lnTo>
                      <a:pt x="12" y="0"/>
                    </a:lnTo>
                    <a:lnTo>
                      <a:pt x="12" y="0"/>
                    </a:lnTo>
                    <a:lnTo>
                      <a:pt x="12" y="0"/>
                    </a:lnTo>
                    <a:lnTo>
                      <a:pt x="1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4" name="Freeform 1414"/>
              <p:cNvSpPr/>
              <p:nvPr/>
            </p:nvSpPr>
            <p:spPr bwMode="auto">
              <a:xfrm>
                <a:off x="7254876" y="7624764"/>
                <a:ext cx="31750" cy="52388"/>
              </a:xfrm>
              <a:custGeom>
                <a:avLst/>
                <a:gdLst>
                  <a:gd name="T0" fmla="*/ 0 w 20"/>
                  <a:gd name="T1" fmla="*/ 3 h 33"/>
                  <a:gd name="T2" fmla="*/ 3 w 20"/>
                  <a:gd name="T3" fmla="*/ 3 h 33"/>
                  <a:gd name="T4" fmla="*/ 3 w 20"/>
                  <a:gd name="T5" fmla="*/ 5 h 33"/>
                  <a:gd name="T6" fmla="*/ 3 w 20"/>
                  <a:gd name="T7" fmla="*/ 3 h 33"/>
                  <a:gd name="T8" fmla="*/ 0 w 20"/>
                  <a:gd name="T9" fmla="*/ 3 h 33"/>
                  <a:gd name="T10" fmla="*/ 0 w 20"/>
                  <a:gd name="T11" fmla="*/ 2 h 33"/>
                  <a:gd name="T12" fmla="*/ 8 w 20"/>
                  <a:gd name="T13" fmla="*/ 1 h 33"/>
                  <a:gd name="T14" fmla="*/ 9 w 20"/>
                  <a:gd name="T15" fmla="*/ 9 h 33"/>
                  <a:gd name="T16" fmla="*/ 11 w 20"/>
                  <a:gd name="T17" fmla="*/ 3 h 33"/>
                  <a:gd name="T18" fmla="*/ 9 w 20"/>
                  <a:gd name="T19" fmla="*/ 1 h 33"/>
                  <a:gd name="T20" fmla="*/ 12 w 20"/>
                  <a:gd name="T21" fmla="*/ 1 h 33"/>
                  <a:gd name="T22" fmla="*/ 14 w 20"/>
                  <a:gd name="T23" fmla="*/ 0 h 33"/>
                  <a:gd name="T24" fmla="*/ 15 w 20"/>
                  <a:gd name="T25" fmla="*/ 1 h 33"/>
                  <a:gd name="T26" fmla="*/ 17 w 20"/>
                  <a:gd name="T27" fmla="*/ 1 h 33"/>
                  <a:gd name="T28" fmla="*/ 17 w 20"/>
                  <a:gd name="T29" fmla="*/ 2 h 33"/>
                  <a:gd name="T30" fmla="*/ 20 w 20"/>
                  <a:gd name="T31" fmla="*/ 4 h 33"/>
                  <a:gd name="T32" fmla="*/ 4 w 20"/>
                  <a:gd name="T33" fmla="*/ 33 h 33"/>
                  <a:gd name="T34" fmla="*/ 0 w 20"/>
                  <a:gd name="T35" fmla="*/ 3 h 33"/>
                  <a:gd name="T36" fmla="*/ 0 w 20"/>
                  <a:gd name="T37"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33">
                    <a:moveTo>
                      <a:pt x="0" y="3"/>
                    </a:moveTo>
                    <a:lnTo>
                      <a:pt x="3" y="3"/>
                    </a:lnTo>
                    <a:lnTo>
                      <a:pt x="3" y="5"/>
                    </a:lnTo>
                    <a:lnTo>
                      <a:pt x="3" y="3"/>
                    </a:lnTo>
                    <a:lnTo>
                      <a:pt x="0" y="3"/>
                    </a:lnTo>
                    <a:lnTo>
                      <a:pt x="0" y="2"/>
                    </a:lnTo>
                    <a:lnTo>
                      <a:pt x="8" y="1"/>
                    </a:lnTo>
                    <a:lnTo>
                      <a:pt x="9" y="9"/>
                    </a:lnTo>
                    <a:lnTo>
                      <a:pt x="11" y="3"/>
                    </a:lnTo>
                    <a:lnTo>
                      <a:pt x="9" y="1"/>
                    </a:lnTo>
                    <a:lnTo>
                      <a:pt x="12" y="1"/>
                    </a:lnTo>
                    <a:lnTo>
                      <a:pt x="14" y="0"/>
                    </a:lnTo>
                    <a:lnTo>
                      <a:pt x="15" y="1"/>
                    </a:lnTo>
                    <a:lnTo>
                      <a:pt x="17" y="1"/>
                    </a:lnTo>
                    <a:lnTo>
                      <a:pt x="17" y="2"/>
                    </a:lnTo>
                    <a:lnTo>
                      <a:pt x="20" y="4"/>
                    </a:lnTo>
                    <a:lnTo>
                      <a:pt x="4" y="33"/>
                    </a:lnTo>
                    <a:lnTo>
                      <a:pt x="0" y="3"/>
                    </a:ln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grpSp>
        <p:grpSp>
          <p:nvGrpSpPr>
            <p:cNvPr id="4" name="组合 3"/>
            <p:cNvGrpSpPr/>
            <p:nvPr/>
          </p:nvGrpSpPr>
          <p:grpSpPr>
            <a:xfrm>
              <a:off x="1352943" y="1828799"/>
              <a:ext cx="1894475" cy="2677671"/>
              <a:chOff x="7443789" y="7534276"/>
              <a:chExt cx="284162" cy="401638"/>
            </a:xfrm>
            <a:solidFill>
              <a:schemeClr val="tx1"/>
            </a:solidFill>
          </p:grpSpPr>
          <p:sp>
            <p:nvSpPr>
              <p:cNvPr id="5" name="Freeform 1310"/>
              <p:cNvSpPr/>
              <p:nvPr/>
            </p:nvSpPr>
            <p:spPr bwMode="auto">
              <a:xfrm>
                <a:off x="7556501" y="7875588"/>
                <a:ext cx="28575" cy="52388"/>
              </a:xfrm>
              <a:custGeom>
                <a:avLst/>
                <a:gdLst>
                  <a:gd name="T0" fmla="*/ 3 w 18"/>
                  <a:gd name="T1" fmla="*/ 0 h 33"/>
                  <a:gd name="T2" fmla="*/ 7 w 18"/>
                  <a:gd name="T3" fmla="*/ 29 h 33"/>
                  <a:gd name="T4" fmla="*/ 18 w 18"/>
                  <a:gd name="T5" fmla="*/ 29 h 33"/>
                  <a:gd name="T6" fmla="*/ 18 w 18"/>
                  <a:gd name="T7" fmla="*/ 33 h 33"/>
                  <a:gd name="T8" fmla="*/ 3 w 18"/>
                  <a:gd name="T9" fmla="*/ 33 h 33"/>
                  <a:gd name="T10" fmla="*/ 0 w 18"/>
                  <a:gd name="T11" fmla="*/ 1 h 33"/>
                  <a:gd name="T12" fmla="*/ 3 w 18"/>
                  <a:gd name="T13" fmla="*/ 0 h 33"/>
                  <a:gd name="T14" fmla="*/ 3 w 18"/>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33">
                    <a:moveTo>
                      <a:pt x="3" y="0"/>
                    </a:moveTo>
                    <a:lnTo>
                      <a:pt x="7" y="29"/>
                    </a:lnTo>
                    <a:lnTo>
                      <a:pt x="18" y="29"/>
                    </a:lnTo>
                    <a:lnTo>
                      <a:pt x="18" y="33"/>
                    </a:lnTo>
                    <a:lnTo>
                      <a:pt x="3" y="33"/>
                    </a:lnTo>
                    <a:lnTo>
                      <a:pt x="0" y="1"/>
                    </a:lnTo>
                    <a:lnTo>
                      <a:pt x="3" y="0"/>
                    </a:lnTo>
                    <a:lnTo>
                      <a:pt x="3"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6" name="Freeform 1311"/>
              <p:cNvSpPr/>
              <p:nvPr/>
            </p:nvSpPr>
            <p:spPr bwMode="auto">
              <a:xfrm>
                <a:off x="7553326" y="7872413"/>
                <a:ext cx="34925" cy="58738"/>
              </a:xfrm>
              <a:custGeom>
                <a:avLst/>
                <a:gdLst>
                  <a:gd name="T0" fmla="*/ 3 w 22"/>
                  <a:gd name="T1" fmla="*/ 37 h 37"/>
                  <a:gd name="T2" fmla="*/ 0 w 22"/>
                  <a:gd name="T3" fmla="*/ 1 h 37"/>
                  <a:gd name="T4" fmla="*/ 2 w 22"/>
                  <a:gd name="T5" fmla="*/ 1 h 37"/>
                  <a:gd name="T6" fmla="*/ 4 w 22"/>
                  <a:gd name="T7" fmla="*/ 0 h 37"/>
                  <a:gd name="T8" fmla="*/ 7 w 22"/>
                  <a:gd name="T9" fmla="*/ 0 h 37"/>
                  <a:gd name="T10" fmla="*/ 10 w 22"/>
                  <a:gd name="T11" fmla="*/ 29 h 37"/>
                  <a:gd name="T12" fmla="*/ 22 w 22"/>
                  <a:gd name="T13" fmla="*/ 29 h 37"/>
                  <a:gd name="T14" fmla="*/ 22 w 22"/>
                  <a:gd name="T15" fmla="*/ 31 h 37"/>
                  <a:gd name="T16" fmla="*/ 22 w 22"/>
                  <a:gd name="T17" fmla="*/ 37 h 37"/>
                  <a:gd name="T18" fmla="*/ 3 w 22"/>
                  <a:gd name="T19" fmla="*/ 37 h 37"/>
                  <a:gd name="T20" fmla="*/ 3 w 22"/>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37">
                    <a:moveTo>
                      <a:pt x="3" y="37"/>
                    </a:moveTo>
                    <a:lnTo>
                      <a:pt x="0" y="1"/>
                    </a:lnTo>
                    <a:lnTo>
                      <a:pt x="2" y="1"/>
                    </a:lnTo>
                    <a:lnTo>
                      <a:pt x="4" y="0"/>
                    </a:lnTo>
                    <a:lnTo>
                      <a:pt x="7" y="0"/>
                    </a:lnTo>
                    <a:lnTo>
                      <a:pt x="10" y="29"/>
                    </a:lnTo>
                    <a:lnTo>
                      <a:pt x="22" y="29"/>
                    </a:lnTo>
                    <a:lnTo>
                      <a:pt x="22" y="31"/>
                    </a:lnTo>
                    <a:lnTo>
                      <a:pt x="22" y="37"/>
                    </a:lnTo>
                    <a:lnTo>
                      <a:pt x="3" y="37"/>
                    </a:lnTo>
                    <a:lnTo>
                      <a:pt x="3" y="3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7" name="Freeform 1312"/>
              <p:cNvSpPr/>
              <p:nvPr/>
            </p:nvSpPr>
            <p:spPr bwMode="auto">
              <a:xfrm>
                <a:off x="7524751" y="7881938"/>
                <a:ext cx="22225" cy="50800"/>
              </a:xfrm>
              <a:custGeom>
                <a:avLst/>
                <a:gdLst>
                  <a:gd name="T0" fmla="*/ 8 w 14"/>
                  <a:gd name="T1" fmla="*/ 0 h 32"/>
                  <a:gd name="T2" fmla="*/ 14 w 14"/>
                  <a:gd name="T3" fmla="*/ 32 h 32"/>
                  <a:gd name="T4" fmla="*/ 0 w 14"/>
                  <a:gd name="T5" fmla="*/ 31 h 32"/>
                  <a:gd name="T6" fmla="*/ 0 w 14"/>
                  <a:gd name="T7" fmla="*/ 28 h 32"/>
                  <a:gd name="T8" fmla="*/ 10 w 14"/>
                  <a:gd name="T9" fmla="*/ 29 h 32"/>
                  <a:gd name="T10" fmla="*/ 5 w 14"/>
                  <a:gd name="T11" fmla="*/ 0 h 32"/>
                  <a:gd name="T12" fmla="*/ 8 w 14"/>
                  <a:gd name="T13" fmla="*/ 0 h 32"/>
                  <a:gd name="T14" fmla="*/ 8 w 14"/>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2">
                    <a:moveTo>
                      <a:pt x="8" y="0"/>
                    </a:moveTo>
                    <a:lnTo>
                      <a:pt x="14" y="32"/>
                    </a:lnTo>
                    <a:lnTo>
                      <a:pt x="0" y="31"/>
                    </a:lnTo>
                    <a:lnTo>
                      <a:pt x="0" y="28"/>
                    </a:lnTo>
                    <a:lnTo>
                      <a:pt x="10" y="29"/>
                    </a:lnTo>
                    <a:lnTo>
                      <a:pt x="5" y="0"/>
                    </a:lnTo>
                    <a:lnTo>
                      <a:pt x="8" y="0"/>
                    </a:lnTo>
                    <a:lnTo>
                      <a:pt x="8"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8" name="Freeform 1313"/>
              <p:cNvSpPr/>
              <p:nvPr/>
            </p:nvSpPr>
            <p:spPr bwMode="auto">
              <a:xfrm>
                <a:off x="7521576" y="7877176"/>
                <a:ext cx="28575" cy="58738"/>
              </a:xfrm>
              <a:custGeom>
                <a:avLst/>
                <a:gdLst>
                  <a:gd name="T0" fmla="*/ 0 w 18"/>
                  <a:gd name="T1" fmla="*/ 36 h 37"/>
                  <a:gd name="T2" fmla="*/ 0 w 18"/>
                  <a:gd name="T3" fmla="*/ 34 h 37"/>
                  <a:gd name="T4" fmla="*/ 0 w 18"/>
                  <a:gd name="T5" fmla="*/ 28 h 37"/>
                  <a:gd name="T6" fmla="*/ 9 w 18"/>
                  <a:gd name="T7" fmla="*/ 30 h 37"/>
                  <a:gd name="T8" fmla="*/ 5 w 18"/>
                  <a:gd name="T9" fmla="*/ 1 h 37"/>
                  <a:gd name="T10" fmla="*/ 7 w 18"/>
                  <a:gd name="T11" fmla="*/ 1 h 37"/>
                  <a:gd name="T12" fmla="*/ 10 w 18"/>
                  <a:gd name="T13" fmla="*/ 1 h 37"/>
                  <a:gd name="T14" fmla="*/ 12 w 18"/>
                  <a:gd name="T15" fmla="*/ 0 h 37"/>
                  <a:gd name="T16" fmla="*/ 18 w 18"/>
                  <a:gd name="T17" fmla="*/ 37 h 37"/>
                  <a:gd name="T18" fmla="*/ 0 w 18"/>
                  <a:gd name="T19" fmla="*/ 36 h 37"/>
                  <a:gd name="T20" fmla="*/ 0 w 18"/>
                  <a:gd name="T21"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37">
                    <a:moveTo>
                      <a:pt x="0" y="36"/>
                    </a:moveTo>
                    <a:lnTo>
                      <a:pt x="0" y="34"/>
                    </a:lnTo>
                    <a:lnTo>
                      <a:pt x="0" y="28"/>
                    </a:lnTo>
                    <a:lnTo>
                      <a:pt x="9" y="30"/>
                    </a:lnTo>
                    <a:lnTo>
                      <a:pt x="5" y="1"/>
                    </a:lnTo>
                    <a:lnTo>
                      <a:pt x="7" y="1"/>
                    </a:lnTo>
                    <a:lnTo>
                      <a:pt x="10" y="1"/>
                    </a:lnTo>
                    <a:lnTo>
                      <a:pt x="12" y="0"/>
                    </a:lnTo>
                    <a:lnTo>
                      <a:pt x="18" y="37"/>
                    </a:lnTo>
                    <a:lnTo>
                      <a:pt x="0" y="36"/>
                    </a:lnTo>
                    <a:lnTo>
                      <a:pt x="0" y="3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9" name="Freeform 1314"/>
              <p:cNvSpPr>
                <a:spLocks noEditPoints="1"/>
              </p:cNvSpPr>
              <p:nvPr/>
            </p:nvSpPr>
            <p:spPr bwMode="auto">
              <a:xfrm>
                <a:off x="7497764" y="7729538"/>
                <a:ext cx="104775" cy="155575"/>
              </a:xfrm>
              <a:custGeom>
                <a:avLst/>
                <a:gdLst>
                  <a:gd name="T0" fmla="*/ 13 w 60"/>
                  <a:gd name="T1" fmla="*/ 12 h 90"/>
                  <a:gd name="T2" fmla="*/ 36 w 60"/>
                  <a:gd name="T3" fmla="*/ 2 h 90"/>
                  <a:gd name="T4" fmla="*/ 36 w 60"/>
                  <a:gd name="T5" fmla="*/ 2 h 90"/>
                  <a:gd name="T6" fmla="*/ 52 w 60"/>
                  <a:gd name="T7" fmla="*/ 20 h 90"/>
                  <a:gd name="T8" fmla="*/ 52 w 60"/>
                  <a:gd name="T9" fmla="*/ 20 h 90"/>
                  <a:gd name="T10" fmla="*/ 58 w 60"/>
                  <a:gd name="T11" fmla="*/ 53 h 90"/>
                  <a:gd name="T12" fmla="*/ 58 w 60"/>
                  <a:gd name="T13" fmla="*/ 53 h 90"/>
                  <a:gd name="T14" fmla="*/ 42 w 60"/>
                  <a:gd name="T15" fmla="*/ 80 h 90"/>
                  <a:gd name="T16" fmla="*/ 42 w 60"/>
                  <a:gd name="T17" fmla="*/ 80 h 90"/>
                  <a:gd name="T18" fmla="*/ 22 w 60"/>
                  <a:gd name="T19" fmla="*/ 89 h 90"/>
                  <a:gd name="T20" fmla="*/ 22 w 60"/>
                  <a:gd name="T21" fmla="*/ 89 h 90"/>
                  <a:gd name="T22" fmla="*/ 6 w 60"/>
                  <a:gd name="T23" fmla="*/ 72 h 90"/>
                  <a:gd name="T24" fmla="*/ 6 w 60"/>
                  <a:gd name="T25" fmla="*/ 72 h 90"/>
                  <a:gd name="T26" fmla="*/ 2 w 60"/>
                  <a:gd name="T27" fmla="*/ 40 h 90"/>
                  <a:gd name="T28" fmla="*/ 2 w 60"/>
                  <a:gd name="T29" fmla="*/ 40 h 90"/>
                  <a:gd name="T30" fmla="*/ 13 w 60"/>
                  <a:gd name="T31" fmla="*/ 12 h 90"/>
                  <a:gd name="T32" fmla="*/ 50 w 60"/>
                  <a:gd name="T33" fmla="*/ 21 h 90"/>
                  <a:gd name="T34" fmla="*/ 35 w 60"/>
                  <a:gd name="T35" fmla="*/ 5 h 90"/>
                  <a:gd name="T36" fmla="*/ 35 w 60"/>
                  <a:gd name="T37" fmla="*/ 5 h 90"/>
                  <a:gd name="T38" fmla="*/ 15 w 60"/>
                  <a:gd name="T39" fmla="*/ 13 h 90"/>
                  <a:gd name="T40" fmla="*/ 15 w 60"/>
                  <a:gd name="T41" fmla="*/ 13 h 90"/>
                  <a:gd name="T42" fmla="*/ 5 w 60"/>
                  <a:gd name="T43" fmla="*/ 41 h 90"/>
                  <a:gd name="T44" fmla="*/ 5 w 60"/>
                  <a:gd name="T45" fmla="*/ 41 h 90"/>
                  <a:gd name="T46" fmla="*/ 9 w 60"/>
                  <a:gd name="T47" fmla="*/ 71 h 90"/>
                  <a:gd name="T48" fmla="*/ 9 w 60"/>
                  <a:gd name="T49" fmla="*/ 71 h 90"/>
                  <a:gd name="T50" fmla="*/ 22 w 60"/>
                  <a:gd name="T51" fmla="*/ 86 h 90"/>
                  <a:gd name="T52" fmla="*/ 22 w 60"/>
                  <a:gd name="T53" fmla="*/ 86 h 90"/>
                  <a:gd name="T54" fmla="*/ 40 w 60"/>
                  <a:gd name="T55" fmla="*/ 78 h 90"/>
                  <a:gd name="T56" fmla="*/ 40 w 60"/>
                  <a:gd name="T57" fmla="*/ 78 h 90"/>
                  <a:gd name="T58" fmla="*/ 55 w 60"/>
                  <a:gd name="T59" fmla="*/ 52 h 90"/>
                  <a:gd name="T60" fmla="*/ 55 w 60"/>
                  <a:gd name="T61" fmla="*/ 52 h 90"/>
                  <a:gd name="T62" fmla="*/ 55 w 60"/>
                  <a:gd name="T63" fmla="*/ 52 h 90"/>
                  <a:gd name="T64" fmla="*/ 55 w 60"/>
                  <a:gd name="T65" fmla="*/ 52 h 90"/>
                  <a:gd name="T66" fmla="*/ 50 w 60"/>
                  <a:gd name="T67" fmla="*/ 2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0" h="90">
                    <a:moveTo>
                      <a:pt x="13" y="12"/>
                    </a:moveTo>
                    <a:cubicBezTo>
                      <a:pt x="19" y="4"/>
                      <a:pt x="26" y="0"/>
                      <a:pt x="36" y="2"/>
                    </a:cubicBezTo>
                    <a:cubicBezTo>
                      <a:pt x="36" y="2"/>
                      <a:pt x="36" y="2"/>
                      <a:pt x="36" y="2"/>
                    </a:cubicBezTo>
                    <a:cubicBezTo>
                      <a:pt x="41" y="3"/>
                      <a:pt x="48" y="11"/>
                      <a:pt x="52" y="20"/>
                    </a:cubicBezTo>
                    <a:cubicBezTo>
                      <a:pt x="52" y="20"/>
                      <a:pt x="52" y="20"/>
                      <a:pt x="52" y="20"/>
                    </a:cubicBezTo>
                    <a:cubicBezTo>
                      <a:pt x="57" y="29"/>
                      <a:pt x="60" y="41"/>
                      <a:pt x="58" y="53"/>
                    </a:cubicBezTo>
                    <a:cubicBezTo>
                      <a:pt x="58" y="53"/>
                      <a:pt x="58" y="53"/>
                      <a:pt x="58" y="53"/>
                    </a:cubicBezTo>
                    <a:cubicBezTo>
                      <a:pt x="55" y="64"/>
                      <a:pt x="49" y="73"/>
                      <a:pt x="42" y="80"/>
                    </a:cubicBezTo>
                    <a:cubicBezTo>
                      <a:pt x="42" y="80"/>
                      <a:pt x="42" y="80"/>
                      <a:pt x="42" y="80"/>
                    </a:cubicBezTo>
                    <a:cubicBezTo>
                      <a:pt x="35" y="86"/>
                      <a:pt x="27" y="90"/>
                      <a:pt x="22" y="89"/>
                    </a:cubicBezTo>
                    <a:cubicBezTo>
                      <a:pt x="22" y="89"/>
                      <a:pt x="22" y="89"/>
                      <a:pt x="22" y="89"/>
                    </a:cubicBezTo>
                    <a:cubicBezTo>
                      <a:pt x="16" y="88"/>
                      <a:pt x="10" y="81"/>
                      <a:pt x="6" y="72"/>
                    </a:cubicBezTo>
                    <a:cubicBezTo>
                      <a:pt x="6" y="72"/>
                      <a:pt x="6" y="72"/>
                      <a:pt x="6" y="72"/>
                    </a:cubicBezTo>
                    <a:cubicBezTo>
                      <a:pt x="2" y="63"/>
                      <a:pt x="0" y="51"/>
                      <a:pt x="2" y="40"/>
                    </a:cubicBezTo>
                    <a:cubicBezTo>
                      <a:pt x="2" y="40"/>
                      <a:pt x="2" y="40"/>
                      <a:pt x="2" y="40"/>
                    </a:cubicBezTo>
                    <a:cubicBezTo>
                      <a:pt x="4" y="29"/>
                      <a:pt x="8" y="19"/>
                      <a:pt x="13" y="12"/>
                    </a:cubicBezTo>
                    <a:close/>
                    <a:moveTo>
                      <a:pt x="50" y="21"/>
                    </a:moveTo>
                    <a:cubicBezTo>
                      <a:pt x="46" y="12"/>
                      <a:pt x="39" y="5"/>
                      <a:pt x="35" y="5"/>
                    </a:cubicBezTo>
                    <a:cubicBezTo>
                      <a:pt x="35" y="5"/>
                      <a:pt x="35" y="5"/>
                      <a:pt x="35" y="5"/>
                    </a:cubicBezTo>
                    <a:cubicBezTo>
                      <a:pt x="27" y="3"/>
                      <a:pt x="21" y="6"/>
                      <a:pt x="15" y="13"/>
                    </a:cubicBezTo>
                    <a:cubicBezTo>
                      <a:pt x="15" y="13"/>
                      <a:pt x="15" y="13"/>
                      <a:pt x="15" y="13"/>
                    </a:cubicBezTo>
                    <a:cubicBezTo>
                      <a:pt x="10" y="20"/>
                      <a:pt x="7" y="30"/>
                      <a:pt x="5" y="41"/>
                    </a:cubicBezTo>
                    <a:cubicBezTo>
                      <a:pt x="5" y="41"/>
                      <a:pt x="5" y="41"/>
                      <a:pt x="5" y="41"/>
                    </a:cubicBezTo>
                    <a:cubicBezTo>
                      <a:pt x="2" y="51"/>
                      <a:pt x="5" y="62"/>
                      <a:pt x="9" y="71"/>
                    </a:cubicBezTo>
                    <a:cubicBezTo>
                      <a:pt x="9" y="71"/>
                      <a:pt x="9" y="71"/>
                      <a:pt x="9" y="71"/>
                    </a:cubicBezTo>
                    <a:cubicBezTo>
                      <a:pt x="12" y="80"/>
                      <a:pt x="18" y="86"/>
                      <a:pt x="22" y="86"/>
                    </a:cubicBezTo>
                    <a:cubicBezTo>
                      <a:pt x="22" y="86"/>
                      <a:pt x="22" y="86"/>
                      <a:pt x="22" y="86"/>
                    </a:cubicBezTo>
                    <a:cubicBezTo>
                      <a:pt x="26" y="87"/>
                      <a:pt x="33" y="84"/>
                      <a:pt x="40" y="78"/>
                    </a:cubicBezTo>
                    <a:cubicBezTo>
                      <a:pt x="40" y="78"/>
                      <a:pt x="40" y="78"/>
                      <a:pt x="40" y="78"/>
                    </a:cubicBezTo>
                    <a:cubicBezTo>
                      <a:pt x="47" y="72"/>
                      <a:pt x="53" y="63"/>
                      <a:pt x="55" y="52"/>
                    </a:cubicBezTo>
                    <a:cubicBezTo>
                      <a:pt x="55" y="52"/>
                      <a:pt x="55" y="52"/>
                      <a:pt x="55" y="52"/>
                    </a:cubicBezTo>
                    <a:cubicBezTo>
                      <a:pt x="55" y="52"/>
                      <a:pt x="55" y="52"/>
                      <a:pt x="55" y="52"/>
                    </a:cubicBezTo>
                    <a:cubicBezTo>
                      <a:pt x="55" y="52"/>
                      <a:pt x="55" y="52"/>
                      <a:pt x="55" y="52"/>
                    </a:cubicBezTo>
                    <a:cubicBezTo>
                      <a:pt x="57" y="42"/>
                      <a:pt x="55" y="30"/>
                      <a:pt x="50"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0" name="Freeform 1315"/>
              <p:cNvSpPr>
                <a:spLocks noEditPoints="1"/>
              </p:cNvSpPr>
              <p:nvPr/>
            </p:nvSpPr>
            <p:spPr bwMode="auto">
              <a:xfrm>
                <a:off x="7496176" y="7727951"/>
                <a:ext cx="107950" cy="158750"/>
              </a:xfrm>
              <a:custGeom>
                <a:avLst/>
                <a:gdLst>
                  <a:gd name="T0" fmla="*/ 22 w 62"/>
                  <a:gd name="T1" fmla="*/ 92 h 92"/>
                  <a:gd name="T2" fmla="*/ 5 w 62"/>
                  <a:gd name="T3" fmla="*/ 74 h 92"/>
                  <a:gd name="T4" fmla="*/ 5 w 62"/>
                  <a:gd name="T5" fmla="*/ 74 h 92"/>
                  <a:gd name="T6" fmla="*/ 0 w 62"/>
                  <a:gd name="T7" fmla="*/ 51 h 92"/>
                  <a:gd name="T8" fmla="*/ 0 w 62"/>
                  <a:gd name="T9" fmla="*/ 51 h 92"/>
                  <a:gd name="T10" fmla="*/ 1 w 62"/>
                  <a:gd name="T11" fmla="*/ 41 h 92"/>
                  <a:gd name="T12" fmla="*/ 1 w 62"/>
                  <a:gd name="T13" fmla="*/ 41 h 92"/>
                  <a:gd name="T14" fmla="*/ 13 w 62"/>
                  <a:gd name="T15" fmla="*/ 11 h 92"/>
                  <a:gd name="T16" fmla="*/ 13 w 62"/>
                  <a:gd name="T17" fmla="*/ 11 h 92"/>
                  <a:gd name="T18" fmla="*/ 13 w 62"/>
                  <a:gd name="T19" fmla="*/ 11 h 92"/>
                  <a:gd name="T20" fmla="*/ 32 w 62"/>
                  <a:gd name="T21" fmla="*/ 0 h 92"/>
                  <a:gd name="T22" fmla="*/ 32 w 62"/>
                  <a:gd name="T23" fmla="*/ 0 h 92"/>
                  <a:gd name="T24" fmla="*/ 37 w 62"/>
                  <a:gd name="T25" fmla="*/ 1 h 92"/>
                  <a:gd name="T26" fmla="*/ 37 w 62"/>
                  <a:gd name="T27" fmla="*/ 1 h 92"/>
                  <a:gd name="T28" fmla="*/ 55 w 62"/>
                  <a:gd name="T29" fmla="*/ 20 h 92"/>
                  <a:gd name="T30" fmla="*/ 55 w 62"/>
                  <a:gd name="T31" fmla="*/ 20 h 92"/>
                  <a:gd name="T32" fmla="*/ 62 w 62"/>
                  <a:gd name="T33" fmla="*/ 45 h 92"/>
                  <a:gd name="T34" fmla="*/ 62 w 62"/>
                  <a:gd name="T35" fmla="*/ 45 h 92"/>
                  <a:gd name="T36" fmla="*/ 61 w 62"/>
                  <a:gd name="T37" fmla="*/ 54 h 92"/>
                  <a:gd name="T38" fmla="*/ 61 w 62"/>
                  <a:gd name="T39" fmla="*/ 54 h 92"/>
                  <a:gd name="T40" fmla="*/ 44 w 62"/>
                  <a:gd name="T41" fmla="*/ 82 h 92"/>
                  <a:gd name="T42" fmla="*/ 44 w 62"/>
                  <a:gd name="T43" fmla="*/ 82 h 92"/>
                  <a:gd name="T44" fmla="*/ 25 w 62"/>
                  <a:gd name="T45" fmla="*/ 92 h 92"/>
                  <a:gd name="T46" fmla="*/ 25 w 62"/>
                  <a:gd name="T47" fmla="*/ 92 h 92"/>
                  <a:gd name="T48" fmla="*/ 22 w 62"/>
                  <a:gd name="T49" fmla="*/ 92 h 92"/>
                  <a:gd name="T50" fmla="*/ 18 w 62"/>
                  <a:gd name="T51" fmla="*/ 15 h 92"/>
                  <a:gd name="T52" fmla="*/ 8 w 62"/>
                  <a:gd name="T53" fmla="*/ 42 h 92"/>
                  <a:gd name="T54" fmla="*/ 8 w 62"/>
                  <a:gd name="T55" fmla="*/ 42 h 92"/>
                  <a:gd name="T56" fmla="*/ 7 w 62"/>
                  <a:gd name="T57" fmla="*/ 51 h 92"/>
                  <a:gd name="T58" fmla="*/ 7 w 62"/>
                  <a:gd name="T59" fmla="*/ 51 h 92"/>
                  <a:gd name="T60" fmla="*/ 11 w 62"/>
                  <a:gd name="T61" fmla="*/ 71 h 92"/>
                  <a:gd name="T62" fmla="*/ 11 w 62"/>
                  <a:gd name="T63" fmla="*/ 71 h 92"/>
                  <a:gd name="T64" fmla="*/ 24 w 62"/>
                  <a:gd name="T65" fmla="*/ 85 h 92"/>
                  <a:gd name="T66" fmla="*/ 24 w 62"/>
                  <a:gd name="T67" fmla="*/ 85 h 92"/>
                  <a:gd name="T68" fmla="*/ 25 w 62"/>
                  <a:gd name="T69" fmla="*/ 86 h 92"/>
                  <a:gd name="T70" fmla="*/ 25 w 62"/>
                  <a:gd name="T71" fmla="*/ 86 h 92"/>
                  <a:gd name="T72" fmla="*/ 39 w 62"/>
                  <a:gd name="T73" fmla="*/ 77 h 92"/>
                  <a:gd name="T74" fmla="*/ 39 w 62"/>
                  <a:gd name="T75" fmla="*/ 77 h 92"/>
                  <a:gd name="T76" fmla="*/ 54 w 62"/>
                  <a:gd name="T77" fmla="*/ 52 h 92"/>
                  <a:gd name="T78" fmla="*/ 54 w 62"/>
                  <a:gd name="T79" fmla="*/ 52 h 92"/>
                  <a:gd name="T80" fmla="*/ 54 w 62"/>
                  <a:gd name="T81" fmla="*/ 53 h 92"/>
                  <a:gd name="T82" fmla="*/ 55 w 62"/>
                  <a:gd name="T83" fmla="*/ 45 h 92"/>
                  <a:gd name="T84" fmla="*/ 55 w 62"/>
                  <a:gd name="T85" fmla="*/ 45 h 92"/>
                  <a:gd name="T86" fmla="*/ 49 w 62"/>
                  <a:gd name="T87" fmla="*/ 23 h 92"/>
                  <a:gd name="T88" fmla="*/ 49 w 62"/>
                  <a:gd name="T89" fmla="*/ 23 h 92"/>
                  <a:gd name="T90" fmla="*/ 51 w 62"/>
                  <a:gd name="T91" fmla="*/ 22 h 92"/>
                  <a:gd name="T92" fmla="*/ 49 w 62"/>
                  <a:gd name="T93" fmla="*/ 23 h 92"/>
                  <a:gd name="T94" fmla="*/ 36 w 62"/>
                  <a:gd name="T95" fmla="*/ 8 h 92"/>
                  <a:gd name="T96" fmla="*/ 36 w 62"/>
                  <a:gd name="T97" fmla="*/ 8 h 92"/>
                  <a:gd name="T98" fmla="*/ 32 w 62"/>
                  <a:gd name="T99" fmla="*/ 7 h 92"/>
                  <a:gd name="T100" fmla="*/ 32 w 62"/>
                  <a:gd name="T101" fmla="*/ 7 h 92"/>
                  <a:gd name="T102" fmla="*/ 18 w 62"/>
                  <a:gd name="T103" fmla="*/ 15 h 92"/>
                  <a:gd name="T104" fmla="*/ 15 w 62"/>
                  <a:gd name="T105" fmla="*/ 13 h 92"/>
                  <a:gd name="T106" fmla="*/ 15 w 62"/>
                  <a:gd name="T107" fmla="*/ 13 h 92"/>
                  <a:gd name="T108" fmla="*/ 15 w 62"/>
                  <a:gd name="T109" fmla="*/ 13 h 92"/>
                  <a:gd name="T110" fmla="*/ 14 w 62"/>
                  <a:gd name="T111" fmla="*/ 13 h 92"/>
                  <a:gd name="T112" fmla="*/ 15 w 62"/>
                  <a:gd name="T113" fmla="*/ 1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2" h="92">
                    <a:moveTo>
                      <a:pt x="22" y="92"/>
                    </a:moveTo>
                    <a:cubicBezTo>
                      <a:pt x="15" y="90"/>
                      <a:pt x="10" y="83"/>
                      <a:pt x="5" y="74"/>
                    </a:cubicBezTo>
                    <a:cubicBezTo>
                      <a:pt x="5" y="74"/>
                      <a:pt x="5" y="74"/>
                      <a:pt x="5" y="74"/>
                    </a:cubicBezTo>
                    <a:cubicBezTo>
                      <a:pt x="2" y="67"/>
                      <a:pt x="0" y="59"/>
                      <a:pt x="0" y="51"/>
                    </a:cubicBezTo>
                    <a:cubicBezTo>
                      <a:pt x="0" y="51"/>
                      <a:pt x="0" y="51"/>
                      <a:pt x="0" y="51"/>
                    </a:cubicBezTo>
                    <a:cubicBezTo>
                      <a:pt x="0" y="47"/>
                      <a:pt x="0" y="44"/>
                      <a:pt x="1" y="41"/>
                    </a:cubicBezTo>
                    <a:cubicBezTo>
                      <a:pt x="1" y="41"/>
                      <a:pt x="1" y="41"/>
                      <a:pt x="1" y="41"/>
                    </a:cubicBezTo>
                    <a:cubicBezTo>
                      <a:pt x="3" y="30"/>
                      <a:pt x="7" y="19"/>
                      <a:pt x="13" y="11"/>
                    </a:cubicBezTo>
                    <a:cubicBezTo>
                      <a:pt x="13" y="11"/>
                      <a:pt x="13" y="11"/>
                      <a:pt x="13" y="11"/>
                    </a:cubicBezTo>
                    <a:cubicBezTo>
                      <a:pt x="13" y="11"/>
                      <a:pt x="13" y="11"/>
                      <a:pt x="13" y="11"/>
                    </a:cubicBezTo>
                    <a:cubicBezTo>
                      <a:pt x="17" y="5"/>
                      <a:pt x="24" y="0"/>
                      <a:pt x="32" y="0"/>
                    </a:cubicBezTo>
                    <a:cubicBezTo>
                      <a:pt x="32" y="0"/>
                      <a:pt x="32" y="0"/>
                      <a:pt x="32" y="0"/>
                    </a:cubicBezTo>
                    <a:cubicBezTo>
                      <a:pt x="34" y="0"/>
                      <a:pt x="36" y="1"/>
                      <a:pt x="37" y="1"/>
                    </a:cubicBezTo>
                    <a:cubicBezTo>
                      <a:pt x="37" y="1"/>
                      <a:pt x="37" y="1"/>
                      <a:pt x="37" y="1"/>
                    </a:cubicBezTo>
                    <a:cubicBezTo>
                      <a:pt x="44" y="3"/>
                      <a:pt x="50" y="10"/>
                      <a:pt x="55" y="20"/>
                    </a:cubicBezTo>
                    <a:cubicBezTo>
                      <a:pt x="55" y="20"/>
                      <a:pt x="55" y="20"/>
                      <a:pt x="55" y="20"/>
                    </a:cubicBezTo>
                    <a:cubicBezTo>
                      <a:pt x="59" y="27"/>
                      <a:pt x="62" y="36"/>
                      <a:pt x="62" y="45"/>
                    </a:cubicBezTo>
                    <a:cubicBezTo>
                      <a:pt x="62" y="45"/>
                      <a:pt x="62" y="45"/>
                      <a:pt x="62" y="45"/>
                    </a:cubicBezTo>
                    <a:cubicBezTo>
                      <a:pt x="62" y="48"/>
                      <a:pt x="61" y="51"/>
                      <a:pt x="61" y="54"/>
                    </a:cubicBezTo>
                    <a:cubicBezTo>
                      <a:pt x="61" y="54"/>
                      <a:pt x="61" y="54"/>
                      <a:pt x="61" y="54"/>
                    </a:cubicBezTo>
                    <a:cubicBezTo>
                      <a:pt x="58" y="66"/>
                      <a:pt x="51" y="76"/>
                      <a:pt x="44" y="82"/>
                    </a:cubicBezTo>
                    <a:cubicBezTo>
                      <a:pt x="44" y="82"/>
                      <a:pt x="44" y="82"/>
                      <a:pt x="44" y="82"/>
                    </a:cubicBezTo>
                    <a:cubicBezTo>
                      <a:pt x="38" y="88"/>
                      <a:pt x="31" y="92"/>
                      <a:pt x="25" y="92"/>
                    </a:cubicBezTo>
                    <a:cubicBezTo>
                      <a:pt x="25" y="92"/>
                      <a:pt x="25" y="92"/>
                      <a:pt x="25" y="92"/>
                    </a:cubicBezTo>
                    <a:cubicBezTo>
                      <a:pt x="24" y="92"/>
                      <a:pt x="23" y="92"/>
                      <a:pt x="22" y="92"/>
                    </a:cubicBezTo>
                    <a:close/>
                    <a:moveTo>
                      <a:pt x="18" y="15"/>
                    </a:moveTo>
                    <a:cubicBezTo>
                      <a:pt x="13" y="22"/>
                      <a:pt x="10" y="32"/>
                      <a:pt x="8" y="42"/>
                    </a:cubicBezTo>
                    <a:cubicBezTo>
                      <a:pt x="8" y="42"/>
                      <a:pt x="8" y="42"/>
                      <a:pt x="8" y="42"/>
                    </a:cubicBezTo>
                    <a:cubicBezTo>
                      <a:pt x="7" y="45"/>
                      <a:pt x="7" y="48"/>
                      <a:pt x="7" y="51"/>
                    </a:cubicBezTo>
                    <a:cubicBezTo>
                      <a:pt x="7" y="51"/>
                      <a:pt x="7" y="51"/>
                      <a:pt x="7" y="51"/>
                    </a:cubicBezTo>
                    <a:cubicBezTo>
                      <a:pt x="7" y="58"/>
                      <a:pt x="9" y="65"/>
                      <a:pt x="11" y="71"/>
                    </a:cubicBezTo>
                    <a:cubicBezTo>
                      <a:pt x="11" y="71"/>
                      <a:pt x="11" y="71"/>
                      <a:pt x="11" y="71"/>
                    </a:cubicBezTo>
                    <a:cubicBezTo>
                      <a:pt x="15" y="79"/>
                      <a:pt x="21" y="85"/>
                      <a:pt x="24" y="85"/>
                    </a:cubicBezTo>
                    <a:cubicBezTo>
                      <a:pt x="24" y="85"/>
                      <a:pt x="24" y="85"/>
                      <a:pt x="24" y="85"/>
                    </a:cubicBezTo>
                    <a:cubicBezTo>
                      <a:pt x="24" y="86"/>
                      <a:pt x="24" y="86"/>
                      <a:pt x="25" y="86"/>
                    </a:cubicBezTo>
                    <a:cubicBezTo>
                      <a:pt x="25" y="86"/>
                      <a:pt x="25" y="86"/>
                      <a:pt x="25" y="86"/>
                    </a:cubicBezTo>
                    <a:cubicBezTo>
                      <a:pt x="28" y="86"/>
                      <a:pt x="34" y="83"/>
                      <a:pt x="39" y="77"/>
                    </a:cubicBezTo>
                    <a:cubicBezTo>
                      <a:pt x="39" y="77"/>
                      <a:pt x="39" y="77"/>
                      <a:pt x="39" y="77"/>
                    </a:cubicBezTo>
                    <a:cubicBezTo>
                      <a:pt x="46" y="71"/>
                      <a:pt x="52" y="63"/>
                      <a:pt x="54" y="52"/>
                    </a:cubicBezTo>
                    <a:cubicBezTo>
                      <a:pt x="54" y="52"/>
                      <a:pt x="54" y="52"/>
                      <a:pt x="54" y="52"/>
                    </a:cubicBezTo>
                    <a:cubicBezTo>
                      <a:pt x="54" y="53"/>
                      <a:pt x="54" y="53"/>
                      <a:pt x="54" y="53"/>
                    </a:cubicBezTo>
                    <a:cubicBezTo>
                      <a:pt x="55" y="50"/>
                      <a:pt x="55" y="48"/>
                      <a:pt x="55" y="45"/>
                    </a:cubicBezTo>
                    <a:cubicBezTo>
                      <a:pt x="55" y="45"/>
                      <a:pt x="55" y="45"/>
                      <a:pt x="55" y="45"/>
                    </a:cubicBezTo>
                    <a:cubicBezTo>
                      <a:pt x="55" y="38"/>
                      <a:pt x="53" y="30"/>
                      <a:pt x="49" y="23"/>
                    </a:cubicBezTo>
                    <a:cubicBezTo>
                      <a:pt x="49" y="23"/>
                      <a:pt x="49" y="23"/>
                      <a:pt x="49" y="23"/>
                    </a:cubicBezTo>
                    <a:cubicBezTo>
                      <a:pt x="51" y="22"/>
                      <a:pt x="51" y="22"/>
                      <a:pt x="51" y="22"/>
                    </a:cubicBezTo>
                    <a:cubicBezTo>
                      <a:pt x="49" y="23"/>
                      <a:pt x="49" y="23"/>
                      <a:pt x="49" y="23"/>
                    </a:cubicBezTo>
                    <a:cubicBezTo>
                      <a:pt x="45" y="14"/>
                      <a:pt x="38" y="8"/>
                      <a:pt x="36" y="8"/>
                    </a:cubicBezTo>
                    <a:cubicBezTo>
                      <a:pt x="36" y="8"/>
                      <a:pt x="36" y="8"/>
                      <a:pt x="36" y="8"/>
                    </a:cubicBezTo>
                    <a:cubicBezTo>
                      <a:pt x="34" y="7"/>
                      <a:pt x="33" y="7"/>
                      <a:pt x="32" y="7"/>
                    </a:cubicBezTo>
                    <a:cubicBezTo>
                      <a:pt x="32" y="7"/>
                      <a:pt x="32" y="7"/>
                      <a:pt x="32" y="7"/>
                    </a:cubicBezTo>
                    <a:cubicBezTo>
                      <a:pt x="26" y="7"/>
                      <a:pt x="22" y="10"/>
                      <a:pt x="18" y="15"/>
                    </a:cubicBezTo>
                    <a:close/>
                    <a:moveTo>
                      <a:pt x="15" y="13"/>
                    </a:moveTo>
                    <a:cubicBezTo>
                      <a:pt x="15" y="13"/>
                      <a:pt x="15" y="13"/>
                      <a:pt x="15" y="13"/>
                    </a:cubicBezTo>
                    <a:cubicBezTo>
                      <a:pt x="15" y="13"/>
                      <a:pt x="15" y="13"/>
                      <a:pt x="15" y="13"/>
                    </a:cubicBezTo>
                    <a:cubicBezTo>
                      <a:pt x="14" y="13"/>
                      <a:pt x="14" y="13"/>
                      <a:pt x="14" y="13"/>
                    </a:cubicBezTo>
                    <a:cubicBezTo>
                      <a:pt x="15" y="13"/>
                      <a:pt x="15" y="13"/>
                      <a:pt x="1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1" name="Freeform 1316"/>
              <p:cNvSpPr/>
              <p:nvPr/>
            </p:nvSpPr>
            <p:spPr bwMode="auto">
              <a:xfrm>
                <a:off x="7502526" y="7791451"/>
                <a:ext cx="92075" cy="11113"/>
              </a:xfrm>
              <a:custGeom>
                <a:avLst/>
                <a:gdLst>
                  <a:gd name="T0" fmla="*/ 58 w 58"/>
                  <a:gd name="T1" fmla="*/ 0 h 7"/>
                  <a:gd name="T2" fmla="*/ 58 w 58"/>
                  <a:gd name="T3" fmla="*/ 3 h 7"/>
                  <a:gd name="T4" fmla="*/ 0 w 58"/>
                  <a:gd name="T5" fmla="*/ 7 h 7"/>
                  <a:gd name="T6" fmla="*/ 0 w 58"/>
                  <a:gd name="T7" fmla="*/ 3 h 7"/>
                  <a:gd name="T8" fmla="*/ 58 w 58"/>
                  <a:gd name="T9" fmla="*/ 0 h 7"/>
                  <a:gd name="T10" fmla="*/ 58 w 58"/>
                  <a:gd name="T11" fmla="*/ 0 h 7"/>
                </a:gdLst>
                <a:ahLst/>
                <a:cxnLst>
                  <a:cxn ang="0">
                    <a:pos x="T0" y="T1"/>
                  </a:cxn>
                  <a:cxn ang="0">
                    <a:pos x="T2" y="T3"/>
                  </a:cxn>
                  <a:cxn ang="0">
                    <a:pos x="T4" y="T5"/>
                  </a:cxn>
                  <a:cxn ang="0">
                    <a:pos x="T6" y="T7"/>
                  </a:cxn>
                  <a:cxn ang="0">
                    <a:pos x="T8" y="T9"/>
                  </a:cxn>
                  <a:cxn ang="0">
                    <a:pos x="T10" y="T11"/>
                  </a:cxn>
                </a:cxnLst>
                <a:rect l="0" t="0" r="r" b="b"/>
                <a:pathLst>
                  <a:path w="58" h="7">
                    <a:moveTo>
                      <a:pt x="58" y="0"/>
                    </a:moveTo>
                    <a:lnTo>
                      <a:pt x="58" y="3"/>
                    </a:lnTo>
                    <a:lnTo>
                      <a:pt x="0" y="7"/>
                    </a:lnTo>
                    <a:lnTo>
                      <a:pt x="0" y="3"/>
                    </a:lnTo>
                    <a:lnTo>
                      <a:pt x="58" y="0"/>
                    </a:lnTo>
                    <a:lnTo>
                      <a:pt x="58"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2" name="Freeform 1317"/>
              <p:cNvSpPr/>
              <p:nvPr/>
            </p:nvSpPr>
            <p:spPr bwMode="auto">
              <a:xfrm>
                <a:off x="7499351" y="7788276"/>
                <a:ext cx="100013" cy="17463"/>
              </a:xfrm>
              <a:custGeom>
                <a:avLst/>
                <a:gdLst>
                  <a:gd name="T0" fmla="*/ 0 w 63"/>
                  <a:gd name="T1" fmla="*/ 9 h 11"/>
                  <a:gd name="T2" fmla="*/ 0 w 63"/>
                  <a:gd name="T3" fmla="*/ 3 h 11"/>
                  <a:gd name="T4" fmla="*/ 60 w 63"/>
                  <a:gd name="T5" fmla="*/ 0 h 11"/>
                  <a:gd name="T6" fmla="*/ 63 w 63"/>
                  <a:gd name="T7" fmla="*/ 0 h 11"/>
                  <a:gd name="T8" fmla="*/ 63 w 63"/>
                  <a:gd name="T9" fmla="*/ 2 h 11"/>
                  <a:gd name="T10" fmla="*/ 63 w 63"/>
                  <a:gd name="T11" fmla="*/ 8 h 11"/>
                  <a:gd name="T12" fmla="*/ 1 w 63"/>
                  <a:gd name="T13" fmla="*/ 11 h 11"/>
                  <a:gd name="T14" fmla="*/ 0 w 63"/>
                  <a:gd name="T15" fmla="*/ 9 h 11"/>
                  <a:gd name="T16" fmla="*/ 0 w 63"/>
                  <a:gd name="T1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11">
                    <a:moveTo>
                      <a:pt x="0" y="9"/>
                    </a:moveTo>
                    <a:lnTo>
                      <a:pt x="0" y="3"/>
                    </a:lnTo>
                    <a:lnTo>
                      <a:pt x="60" y="0"/>
                    </a:lnTo>
                    <a:lnTo>
                      <a:pt x="63" y="0"/>
                    </a:lnTo>
                    <a:lnTo>
                      <a:pt x="63" y="2"/>
                    </a:lnTo>
                    <a:lnTo>
                      <a:pt x="63" y="8"/>
                    </a:lnTo>
                    <a:lnTo>
                      <a:pt x="1" y="11"/>
                    </a:lnTo>
                    <a:lnTo>
                      <a:pt x="0" y="9"/>
                    </a:lnTo>
                    <a:lnTo>
                      <a:pt x="0" y="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3" name="Freeform 1318"/>
              <p:cNvSpPr>
                <a:spLocks noEditPoints="1"/>
              </p:cNvSpPr>
              <p:nvPr/>
            </p:nvSpPr>
            <p:spPr bwMode="auto">
              <a:xfrm>
                <a:off x="7573964" y="7661276"/>
                <a:ext cx="128588" cy="90488"/>
              </a:xfrm>
              <a:custGeom>
                <a:avLst/>
                <a:gdLst>
                  <a:gd name="T0" fmla="*/ 1 w 74"/>
                  <a:gd name="T1" fmla="*/ 48 h 52"/>
                  <a:gd name="T2" fmla="*/ 42 w 74"/>
                  <a:gd name="T3" fmla="*/ 31 h 52"/>
                  <a:gd name="T4" fmla="*/ 42 w 74"/>
                  <a:gd name="T5" fmla="*/ 31 h 52"/>
                  <a:gd name="T6" fmla="*/ 70 w 74"/>
                  <a:gd name="T7" fmla="*/ 11 h 52"/>
                  <a:gd name="T8" fmla="*/ 70 w 74"/>
                  <a:gd name="T9" fmla="*/ 11 h 52"/>
                  <a:gd name="T10" fmla="*/ 71 w 74"/>
                  <a:gd name="T11" fmla="*/ 0 h 52"/>
                  <a:gd name="T12" fmla="*/ 74 w 74"/>
                  <a:gd name="T13" fmla="*/ 0 h 52"/>
                  <a:gd name="T14" fmla="*/ 73 w 74"/>
                  <a:gd name="T15" fmla="*/ 12 h 52"/>
                  <a:gd name="T16" fmla="*/ 73 w 74"/>
                  <a:gd name="T17" fmla="*/ 12 h 52"/>
                  <a:gd name="T18" fmla="*/ 44 w 74"/>
                  <a:gd name="T19" fmla="*/ 33 h 52"/>
                  <a:gd name="T20" fmla="*/ 44 w 74"/>
                  <a:gd name="T21" fmla="*/ 33 h 52"/>
                  <a:gd name="T22" fmla="*/ 0 w 74"/>
                  <a:gd name="T23" fmla="*/ 50 h 52"/>
                  <a:gd name="T24" fmla="*/ 0 w 74"/>
                  <a:gd name="T25" fmla="*/ 50 h 52"/>
                  <a:gd name="T26" fmla="*/ 0 w 74"/>
                  <a:gd name="T27" fmla="*/ 50 h 52"/>
                  <a:gd name="T28" fmla="*/ 1 w 74"/>
                  <a:gd name="T29" fmla="*/ 48 h 52"/>
                  <a:gd name="T30" fmla="*/ 1 w 74"/>
                  <a:gd name="T31" fmla="*/ 48 h 52"/>
                  <a:gd name="T32" fmla="*/ 71 w 74"/>
                  <a:gd name="T33" fmla="*/ 0 h 52"/>
                  <a:gd name="T34" fmla="*/ 71 w 74"/>
                  <a:gd name="T35" fmla="*/ 0 h 52"/>
                  <a:gd name="T36" fmla="*/ 71 w 74"/>
                  <a:gd name="T37" fmla="*/ 0 h 52"/>
                  <a:gd name="T38" fmla="*/ 71 w 74"/>
                  <a:gd name="T3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4" h="52">
                    <a:moveTo>
                      <a:pt x="1" y="48"/>
                    </a:moveTo>
                    <a:cubicBezTo>
                      <a:pt x="9" y="50"/>
                      <a:pt x="27" y="40"/>
                      <a:pt x="42" y="31"/>
                    </a:cubicBezTo>
                    <a:cubicBezTo>
                      <a:pt x="42" y="31"/>
                      <a:pt x="42" y="31"/>
                      <a:pt x="42" y="31"/>
                    </a:cubicBezTo>
                    <a:cubicBezTo>
                      <a:pt x="56" y="22"/>
                      <a:pt x="68" y="13"/>
                      <a:pt x="70" y="11"/>
                    </a:cubicBezTo>
                    <a:cubicBezTo>
                      <a:pt x="70" y="11"/>
                      <a:pt x="70" y="11"/>
                      <a:pt x="70" y="11"/>
                    </a:cubicBezTo>
                    <a:cubicBezTo>
                      <a:pt x="71" y="0"/>
                      <a:pt x="71" y="0"/>
                      <a:pt x="71" y="0"/>
                    </a:cubicBezTo>
                    <a:cubicBezTo>
                      <a:pt x="74" y="0"/>
                      <a:pt x="74" y="0"/>
                      <a:pt x="74" y="0"/>
                    </a:cubicBezTo>
                    <a:cubicBezTo>
                      <a:pt x="73" y="12"/>
                      <a:pt x="73" y="12"/>
                      <a:pt x="73" y="12"/>
                    </a:cubicBezTo>
                    <a:cubicBezTo>
                      <a:pt x="73" y="12"/>
                      <a:pt x="73" y="12"/>
                      <a:pt x="73" y="12"/>
                    </a:cubicBezTo>
                    <a:cubicBezTo>
                      <a:pt x="73" y="12"/>
                      <a:pt x="59" y="23"/>
                      <a:pt x="44" y="33"/>
                    </a:cubicBezTo>
                    <a:cubicBezTo>
                      <a:pt x="44" y="33"/>
                      <a:pt x="44" y="33"/>
                      <a:pt x="44" y="33"/>
                    </a:cubicBezTo>
                    <a:cubicBezTo>
                      <a:pt x="28" y="43"/>
                      <a:pt x="10" y="52"/>
                      <a:pt x="0" y="50"/>
                    </a:cubicBezTo>
                    <a:cubicBezTo>
                      <a:pt x="0" y="50"/>
                      <a:pt x="0" y="50"/>
                      <a:pt x="0" y="50"/>
                    </a:cubicBezTo>
                    <a:cubicBezTo>
                      <a:pt x="0" y="50"/>
                      <a:pt x="0" y="50"/>
                      <a:pt x="0" y="50"/>
                    </a:cubicBezTo>
                    <a:cubicBezTo>
                      <a:pt x="1" y="48"/>
                      <a:pt x="1" y="48"/>
                      <a:pt x="1" y="48"/>
                    </a:cubicBezTo>
                    <a:cubicBezTo>
                      <a:pt x="1" y="48"/>
                      <a:pt x="1" y="48"/>
                      <a:pt x="1" y="48"/>
                    </a:cubicBezTo>
                    <a:close/>
                    <a:moveTo>
                      <a:pt x="71" y="0"/>
                    </a:moveTo>
                    <a:cubicBezTo>
                      <a:pt x="71" y="0"/>
                      <a:pt x="71" y="0"/>
                      <a:pt x="71" y="0"/>
                    </a:cubicBezTo>
                    <a:cubicBezTo>
                      <a:pt x="71" y="0"/>
                      <a:pt x="71" y="0"/>
                      <a:pt x="71" y="0"/>
                    </a:cubicBezTo>
                    <a:cubicBezTo>
                      <a:pt x="71" y="0"/>
                      <a:pt x="71" y="0"/>
                      <a:pt x="7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4" name="Freeform 1319"/>
              <p:cNvSpPr>
                <a:spLocks noEditPoints="1"/>
              </p:cNvSpPr>
              <p:nvPr/>
            </p:nvSpPr>
            <p:spPr bwMode="auto">
              <a:xfrm>
                <a:off x="7570789" y="7656513"/>
                <a:ext cx="136525" cy="96838"/>
              </a:xfrm>
              <a:custGeom>
                <a:avLst/>
                <a:gdLst>
                  <a:gd name="T0" fmla="*/ 2 w 78"/>
                  <a:gd name="T1" fmla="*/ 55 h 56"/>
                  <a:gd name="T2" fmla="*/ 0 w 78"/>
                  <a:gd name="T3" fmla="*/ 55 h 56"/>
                  <a:gd name="T4" fmla="*/ 1 w 78"/>
                  <a:gd name="T5" fmla="*/ 48 h 56"/>
                  <a:gd name="T6" fmla="*/ 3 w 78"/>
                  <a:gd name="T7" fmla="*/ 49 h 56"/>
                  <a:gd name="T8" fmla="*/ 3 w 78"/>
                  <a:gd name="T9" fmla="*/ 49 h 56"/>
                  <a:gd name="T10" fmla="*/ 3 w 78"/>
                  <a:gd name="T11" fmla="*/ 49 h 56"/>
                  <a:gd name="T12" fmla="*/ 3 w 78"/>
                  <a:gd name="T13" fmla="*/ 49 h 56"/>
                  <a:gd name="T14" fmla="*/ 3 w 78"/>
                  <a:gd name="T15" fmla="*/ 49 h 56"/>
                  <a:gd name="T16" fmla="*/ 3 w 78"/>
                  <a:gd name="T17" fmla="*/ 49 h 56"/>
                  <a:gd name="T18" fmla="*/ 3 w 78"/>
                  <a:gd name="T19" fmla="*/ 49 h 56"/>
                  <a:gd name="T20" fmla="*/ 3 w 78"/>
                  <a:gd name="T21" fmla="*/ 49 h 56"/>
                  <a:gd name="T22" fmla="*/ 3 w 78"/>
                  <a:gd name="T23" fmla="*/ 49 h 56"/>
                  <a:gd name="T24" fmla="*/ 3 w 78"/>
                  <a:gd name="T25" fmla="*/ 49 h 56"/>
                  <a:gd name="T26" fmla="*/ 3 w 78"/>
                  <a:gd name="T27" fmla="*/ 49 h 56"/>
                  <a:gd name="T28" fmla="*/ 5 w 78"/>
                  <a:gd name="T29" fmla="*/ 49 h 56"/>
                  <a:gd name="T30" fmla="*/ 5 w 78"/>
                  <a:gd name="T31" fmla="*/ 49 h 56"/>
                  <a:gd name="T32" fmla="*/ 43 w 78"/>
                  <a:gd name="T33" fmla="*/ 32 h 56"/>
                  <a:gd name="T34" fmla="*/ 43 w 78"/>
                  <a:gd name="T35" fmla="*/ 32 h 56"/>
                  <a:gd name="T36" fmla="*/ 70 w 78"/>
                  <a:gd name="T37" fmla="*/ 13 h 56"/>
                  <a:gd name="T38" fmla="*/ 70 w 78"/>
                  <a:gd name="T39" fmla="*/ 13 h 56"/>
                  <a:gd name="T40" fmla="*/ 71 w 78"/>
                  <a:gd name="T41" fmla="*/ 4 h 56"/>
                  <a:gd name="T42" fmla="*/ 68 w 78"/>
                  <a:gd name="T43" fmla="*/ 3 h 56"/>
                  <a:gd name="T44" fmla="*/ 71 w 78"/>
                  <a:gd name="T45" fmla="*/ 2 h 56"/>
                  <a:gd name="T46" fmla="*/ 71 w 78"/>
                  <a:gd name="T47" fmla="*/ 1 h 56"/>
                  <a:gd name="T48" fmla="*/ 73 w 78"/>
                  <a:gd name="T49" fmla="*/ 1 h 56"/>
                  <a:gd name="T50" fmla="*/ 75 w 78"/>
                  <a:gd name="T51" fmla="*/ 0 h 56"/>
                  <a:gd name="T52" fmla="*/ 75 w 78"/>
                  <a:gd name="T53" fmla="*/ 1 h 56"/>
                  <a:gd name="T54" fmla="*/ 78 w 78"/>
                  <a:gd name="T55" fmla="*/ 1 h 56"/>
                  <a:gd name="T56" fmla="*/ 77 w 78"/>
                  <a:gd name="T57" fmla="*/ 16 h 56"/>
                  <a:gd name="T58" fmla="*/ 76 w 78"/>
                  <a:gd name="T59" fmla="*/ 17 h 56"/>
                  <a:gd name="T60" fmla="*/ 76 w 78"/>
                  <a:gd name="T61" fmla="*/ 17 h 56"/>
                  <a:gd name="T62" fmla="*/ 47 w 78"/>
                  <a:gd name="T63" fmla="*/ 38 h 56"/>
                  <a:gd name="T64" fmla="*/ 47 w 78"/>
                  <a:gd name="T65" fmla="*/ 38 h 56"/>
                  <a:gd name="T66" fmla="*/ 5 w 78"/>
                  <a:gd name="T67" fmla="*/ 56 h 56"/>
                  <a:gd name="T68" fmla="*/ 5 w 78"/>
                  <a:gd name="T69" fmla="*/ 56 h 56"/>
                  <a:gd name="T70" fmla="*/ 2 w 78"/>
                  <a:gd name="T71" fmla="*/ 55 h 56"/>
                  <a:gd name="T72" fmla="*/ 3 w 78"/>
                  <a:gd name="T73" fmla="*/ 53 h 56"/>
                  <a:gd name="T74" fmla="*/ 3 w 78"/>
                  <a:gd name="T75" fmla="*/ 53 h 56"/>
                  <a:gd name="T76" fmla="*/ 3 w 78"/>
                  <a:gd name="T77" fmla="*/ 53 h 56"/>
                  <a:gd name="T78" fmla="*/ 2 w 78"/>
                  <a:gd name="T79" fmla="*/ 53 h 56"/>
                  <a:gd name="T80" fmla="*/ 2 w 78"/>
                  <a:gd name="T81" fmla="*/ 53 h 56"/>
                  <a:gd name="T82" fmla="*/ 2 w 78"/>
                  <a:gd name="T83" fmla="*/ 53 h 56"/>
                  <a:gd name="T84" fmla="*/ 2 w 78"/>
                  <a:gd name="T85" fmla="*/ 53 h 56"/>
                  <a:gd name="T86" fmla="*/ 2 w 78"/>
                  <a:gd name="T87" fmla="*/ 53 h 56"/>
                  <a:gd name="T88" fmla="*/ 2 w 78"/>
                  <a:gd name="T89" fmla="*/ 53 h 56"/>
                  <a:gd name="T90" fmla="*/ 3 w 78"/>
                  <a:gd name="T91" fmla="*/ 53 h 56"/>
                  <a:gd name="T92" fmla="*/ 3 w 78"/>
                  <a:gd name="T93" fmla="*/ 49 h 56"/>
                  <a:gd name="T94" fmla="*/ 3 w 78"/>
                  <a:gd name="T95" fmla="*/ 49 h 56"/>
                  <a:gd name="T96" fmla="*/ 3 w 78"/>
                  <a:gd name="T97" fmla="*/ 49 h 56"/>
                  <a:gd name="T98" fmla="*/ 3 w 78"/>
                  <a:gd name="T99"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8" h="56">
                    <a:moveTo>
                      <a:pt x="2" y="55"/>
                    </a:moveTo>
                    <a:cubicBezTo>
                      <a:pt x="0" y="55"/>
                      <a:pt x="0" y="55"/>
                      <a:pt x="0" y="55"/>
                    </a:cubicBezTo>
                    <a:cubicBezTo>
                      <a:pt x="1" y="48"/>
                      <a:pt x="1" y="48"/>
                      <a:pt x="1" y="48"/>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4" y="49"/>
                      <a:pt x="5" y="49"/>
                      <a:pt x="5" y="49"/>
                    </a:cubicBezTo>
                    <a:cubicBezTo>
                      <a:pt x="5" y="49"/>
                      <a:pt x="5" y="49"/>
                      <a:pt x="5" y="49"/>
                    </a:cubicBezTo>
                    <a:cubicBezTo>
                      <a:pt x="13" y="49"/>
                      <a:pt x="29" y="41"/>
                      <a:pt x="43" y="32"/>
                    </a:cubicBezTo>
                    <a:cubicBezTo>
                      <a:pt x="43" y="32"/>
                      <a:pt x="43" y="32"/>
                      <a:pt x="43" y="32"/>
                    </a:cubicBezTo>
                    <a:cubicBezTo>
                      <a:pt x="56" y="24"/>
                      <a:pt x="67" y="15"/>
                      <a:pt x="70" y="13"/>
                    </a:cubicBezTo>
                    <a:cubicBezTo>
                      <a:pt x="70" y="13"/>
                      <a:pt x="70" y="13"/>
                      <a:pt x="70" y="13"/>
                    </a:cubicBezTo>
                    <a:cubicBezTo>
                      <a:pt x="71" y="4"/>
                      <a:pt x="71" y="4"/>
                      <a:pt x="71" y="4"/>
                    </a:cubicBezTo>
                    <a:cubicBezTo>
                      <a:pt x="68" y="3"/>
                      <a:pt x="68" y="3"/>
                      <a:pt x="68" y="3"/>
                    </a:cubicBezTo>
                    <a:cubicBezTo>
                      <a:pt x="71" y="2"/>
                      <a:pt x="71" y="2"/>
                      <a:pt x="71" y="2"/>
                    </a:cubicBezTo>
                    <a:cubicBezTo>
                      <a:pt x="71" y="1"/>
                      <a:pt x="71" y="1"/>
                      <a:pt x="71" y="1"/>
                    </a:cubicBezTo>
                    <a:cubicBezTo>
                      <a:pt x="73" y="1"/>
                      <a:pt x="73" y="1"/>
                      <a:pt x="73" y="1"/>
                    </a:cubicBezTo>
                    <a:cubicBezTo>
                      <a:pt x="75" y="0"/>
                      <a:pt x="75" y="0"/>
                      <a:pt x="75" y="0"/>
                    </a:cubicBezTo>
                    <a:cubicBezTo>
                      <a:pt x="75" y="1"/>
                      <a:pt x="75" y="1"/>
                      <a:pt x="75" y="1"/>
                    </a:cubicBezTo>
                    <a:cubicBezTo>
                      <a:pt x="78" y="1"/>
                      <a:pt x="78" y="1"/>
                      <a:pt x="78" y="1"/>
                    </a:cubicBezTo>
                    <a:cubicBezTo>
                      <a:pt x="77" y="16"/>
                      <a:pt x="77" y="16"/>
                      <a:pt x="77" y="16"/>
                    </a:cubicBezTo>
                    <a:cubicBezTo>
                      <a:pt x="76" y="17"/>
                      <a:pt x="76" y="17"/>
                      <a:pt x="76" y="17"/>
                    </a:cubicBezTo>
                    <a:cubicBezTo>
                      <a:pt x="76" y="17"/>
                      <a:pt x="76" y="17"/>
                      <a:pt x="76" y="17"/>
                    </a:cubicBezTo>
                    <a:cubicBezTo>
                      <a:pt x="76" y="17"/>
                      <a:pt x="62" y="28"/>
                      <a:pt x="47" y="38"/>
                    </a:cubicBezTo>
                    <a:cubicBezTo>
                      <a:pt x="47" y="38"/>
                      <a:pt x="47" y="38"/>
                      <a:pt x="47" y="38"/>
                    </a:cubicBezTo>
                    <a:cubicBezTo>
                      <a:pt x="32" y="47"/>
                      <a:pt x="16" y="56"/>
                      <a:pt x="5" y="56"/>
                    </a:cubicBezTo>
                    <a:cubicBezTo>
                      <a:pt x="5" y="56"/>
                      <a:pt x="5" y="56"/>
                      <a:pt x="5" y="56"/>
                    </a:cubicBezTo>
                    <a:cubicBezTo>
                      <a:pt x="4" y="56"/>
                      <a:pt x="3" y="56"/>
                      <a:pt x="2" y="55"/>
                    </a:cubicBezTo>
                    <a:close/>
                    <a:moveTo>
                      <a:pt x="3" y="53"/>
                    </a:moveTo>
                    <a:cubicBezTo>
                      <a:pt x="3" y="53"/>
                      <a:pt x="3" y="53"/>
                      <a:pt x="3" y="53"/>
                    </a:cubicBezTo>
                    <a:cubicBezTo>
                      <a:pt x="3" y="53"/>
                      <a:pt x="3" y="53"/>
                      <a:pt x="3" y="53"/>
                    </a:cubicBezTo>
                    <a:cubicBezTo>
                      <a:pt x="2" y="53"/>
                      <a:pt x="2" y="53"/>
                      <a:pt x="2" y="53"/>
                    </a:cubicBezTo>
                    <a:cubicBezTo>
                      <a:pt x="2" y="53"/>
                      <a:pt x="2" y="53"/>
                      <a:pt x="2" y="53"/>
                    </a:cubicBezTo>
                    <a:cubicBezTo>
                      <a:pt x="2" y="53"/>
                      <a:pt x="2" y="53"/>
                      <a:pt x="2" y="53"/>
                    </a:cubicBezTo>
                    <a:cubicBezTo>
                      <a:pt x="2" y="53"/>
                      <a:pt x="2" y="53"/>
                      <a:pt x="2" y="53"/>
                    </a:cubicBezTo>
                    <a:cubicBezTo>
                      <a:pt x="2" y="53"/>
                      <a:pt x="2" y="53"/>
                      <a:pt x="2" y="53"/>
                    </a:cubicBezTo>
                    <a:cubicBezTo>
                      <a:pt x="2" y="53"/>
                      <a:pt x="2" y="53"/>
                      <a:pt x="2" y="53"/>
                    </a:cubicBezTo>
                    <a:cubicBezTo>
                      <a:pt x="2" y="53"/>
                      <a:pt x="2" y="53"/>
                      <a:pt x="3" y="53"/>
                    </a:cubicBezTo>
                    <a:close/>
                    <a:moveTo>
                      <a:pt x="3" y="49"/>
                    </a:moveTo>
                    <a:cubicBezTo>
                      <a:pt x="3" y="49"/>
                      <a:pt x="3" y="49"/>
                      <a:pt x="3" y="49"/>
                    </a:cubicBezTo>
                    <a:cubicBezTo>
                      <a:pt x="3" y="49"/>
                      <a:pt x="3" y="49"/>
                      <a:pt x="3" y="49"/>
                    </a:cubicBezTo>
                    <a:cubicBezTo>
                      <a:pt x="3" y="49"/>
                      <a:pt x="3" y="49"/>
                      <a:pt x="3" y="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5" name="Freeform 1320"/>
              <p:cNvSpPr/>
              <p:nvPr/>
            </p:nvSpPr>
            <p:spPr bwMode="auto">
              <a:xfrm>
                <a:off x="7696201" y="7675563"/>
                <a:ext cx="25400" cy="9525"/>
              </a:xfrm>
              <a:custGeom>
                <a:avLst/>
                <a:gdLst>
                  <a:gd name="T0" fmla="*/ 16 w 16"/>
                  <a:gd name="T1" fmla="*/ 0 h 6"/>
                  <a:gd name="T2" fmla="*/ 16 w 16"/>
                  <a:gd name="T3" fmla="*/ 3 h 6"/>
                  <a:gd name="T4" fmla="*/ 1 w 16"/>
                  <a:gd name="T5" fmla="*/ 6 h 6"/>
                  <a:gd name="T6" fmla="*/ 0 w 16"/>
                  <a:gd name="T7" fmla="*/ 3 h 6"/>
                  <a:gd name="T8" fmla="*/ 16 w 16"/>
                  <a:gd name="T9" fmla="*/ 0 h 6"/>
                  <a:gd name="T10" fmla="*/ 16 w 16"/>
                  <a:gd name="T11" fmla="*/ 0 h 6"/>
                </a:gdLst>
                <a:ahLst/>
                <a:cxnLst>
                  <a:cxn ang="0">
                    <a:pos x="T0" y="T1"/>
                  </a:cxn>
                  <a:cxn ang="0">
                    <a:pos x="T2" y="T3"/>
                  </a:cxn>
                  <a:cxn ang="0">
                    <a:pos x="T4" y="T5"/>
                  </a:cxn>
                  <a:cxn ang="0">
                    <a:pos x="T6" y="T7"/>
                  </a:cxn>
                  <a:cxn ang="0">
                    <a:pos x="T8" y="T9"/>
                  </a:cxn>
                  <a:cxn ang="0">
                    <a:pos x="T10" y="T11"/>
                  </a:cxn>
                </a:cxnLst>
                <a:rect l="0" t="0" r="r" b="b"/>
                <a:pathLst>
                  <a:path w="16" h="6">
                    <a:moveTo>
                      <a:pt x="16" y="0"/>
                    </a:moveTo>
                    <a:lnTo>
                      <a:pt x="16" y="3"/>
                    </a:lnTo>
                    <a:lnTo>
                      <a:pt x="1" y="6"/>
                    </a:lnTo>
                    <a:lnTo>
                      <a:pt x="0" y="3"/>
                    </a:lnTo>
                    <a:lnTo>
                      <a:pt x="16" y="0"/>
                    </a:lnTo>
                    <a:lnTo>
                      <a:pt x="16"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6" name="Freeform 1321"/>
              <p:cNvSpPr/>
              <p:nvPr/>
            </p:nvSpPr>
            <p:spPr bwMode="auto">
              <a:xfrm>
                <a:off x="7693026" y="7670801"/>
                <a:ext cx="34925" cy="17463"/>
              </a:xfrm>
              <a:custGeom>
                <a:avLst/>
                <a:gdLst>
                  <a:gd name="T0" fmla="*/ 0 w 22"/>
                  <a:gd name="T1" fmla="*/ 5 h 11"/>
                  <a:gd name="T2" fmla="*/ 18 w 22"/>
                  <a:gd name="T3" fmla="*/ 0 h 11"/>
                  <a:gd name="T4" fmla="*/ 21 w 22"/>
                  <a:gd name="T5" fmla="*/ 0 h 11"/>
                  <a:gd name="T6" fmla="*/ 22 w 22"/>
                  <a:gd name="T7" fmla="*/ 8 h 11"/>
                  <a:gd name="T8" fmla="*/ 1 w 22"/>
                  <a:gd name="T9" fmla="*/ 11 h 11"/>
                  <a:gd name="T10" fmla="*/ 0 w 22"/>
                  <a:gd name="T11" fmla="*/ 5 h 11"/>
                  <a:gd name="T12" fmla="*/ 0 w 22"/>
                  <a:gd name="T13" fmla="*/ 5 h 11"/>
                </a:gdLst>
                <a:ahLst/>
                <a:cxnLst>
                  <a:cxn ang="0">
                    <a:pos x="T0" y="T1"/>
                  </a:cxn>
                  <a:cxn ang="0">
                    <a:pos x="T2" y="T3"/>
                  </a:cxn>
                  <a:cxn ang="0">
                    <a:pos x="T4" y="T5"/>
                  </a:cxn>
                  <a:cxn ang="0">
                    <a:pos x="T6" y="T7"/>
                  </a:cxn>
                  <a:cxn ang="0">
                    <a:pos x="T8" y="T9"/>
                  </a:cxn>
                  <a:cxn ang="0">
                    <a:pos x="T10" y="T11"/>
                  </a:cxn>
                  <a:cxn ang="0">
                    <a:pos x="T12" y="T13"/>
                  </a:cxn>
                </a:cxnLst>
                <a:rect l="0" t="0" r="r" b="b"/>
                <a:pathLst>
                  <a:path w="22" h="11">
                    <a:moveTo>
                      <a:pt x="0" y="5"/>
                    </a:moveTo>
                    <a:lnTo>
                      <a:pt x="18" y="0"/>
                    </a:lnTo>
                    <a:lnTo>
                      <a:pt x="21" y="0"/>
                    </a:lnTo>
                    <a:lnTo>
                      <a:pt x="22" y="8"/>
                    </a:lnTo>
                    <a:lnTo>
                      <a:pt x="1" y="11"/>
                    </a:lnTo>
                    <a:lnTo>
                      <a:pt x="0" y="5"/>
                    </a:lnTo>
                    <a:lnTo>
                      <a:pt x="0"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7" name="Freeform 1322"/>
              <p:cNvSpPr/>
              <p:nvPr/>
            </p:nvSpPr>
            <p:spPr bwMode="auto">
              <a:xfrm>
                <a:off x="7697789" y="7662863"/>
                <a:ext cx="17463" cy="19050"/>
              </a:xfrm>
              <a:custGeom>
                <a:avLst/>
                <a:gdLst>
                  <a:gd name="T0" fmla="*/ 9 w 11"/>
                  <a:gd name="T1" fmla="*/ 0 h 12"/>
                  <a:gd name="T2" fmla="*/ 11 w 11"/>
                  <a:gd name="T3" fmla="*/ 2 h 12"/>
                  <a:gd name="T4" fmla="*/ 2 w 11"/>
                  <a:gd name="T5" fmla="*/ 12 h 12"/>
                  <a:gd name="T6" fmla="*/ 0 w 11"/>
                  <a:gd name="T7" fmla="*/ 10 h 12"/>
                  <a:gd name="T8" fmla="*/ 9 w 11"/>
                  <a:gd name="T9" fmla="*/ 0 h 12"/>
                  <a:gd name="T10" fmla="*/ 9 w 11"/>
                  <a:gd name="T11" fmla="*/ 0 h 12"/>
                </a:gdLst>
                <a:ahLst/>
                <a:cxnLst>
                  <a:cxn ang="0">
                    <a:pos x="T0" y="T1"/>
                  </a:cxn>
                  <a:cxn ang="0">
                    <a:pos x="T2" y="T3"/>
                  </a:cxn>
                  <a:cxn ang="0">
                    <a:pos x="T4" y="T5"/>
                  </a:cxn>
                  <a:cxn ang="0">
                    <a:pos x="T6" y="T7"/>
                  </a:cxn>
                  <a:cxn ang="0">
                    <a:pos x="T8" y="T9"/>
                  </a:cxn>
                  <a:cxn ang="0">
                    <a:pos x="T10" y="T11"/>
                  </a:cxn>
                </a:cxnLst>
                <a:rect l="0" t="0" r="r" b="b"/>
                <a:pathLst>
                  <a:path w="11" h="12">
                    <a:moveTo>
                      <a:pt x="9" y="0"/>
                    </a:moveTo>
                    <a:lnTo>
                      <a:pt x="11" y="2"/>
                    </a:lnTo>
                    <a:lnTo>
                      <a:pt x="2" y="12"/>
                    </a:lnTo>
                    <a:lnTo>
                      <a:pt x="0" y="10"/>
                    </a:lnTo>
                    <a:lnTo>
                      <a:pt x="9" y="0"/>
                    </a:lnTo>
                    <a:lnTo>
                      <a:pt x="9"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8" name="Freeform 1323"/>
              <p:cNvSpPr/>
              <p:nvPr/>
            </p:nvSpPr>
            <p:spPr bwMode="auto">
              <a:xfrm>
                <a:off x="7693026" y="7658101"/>
                <a:ext cx="26988" cy="28575"/>
              </a:xfrm>
              <a:custGeom>
                <a:avLst/>
                <a:gdLst>
                  <a:gd name="T0" fmla="*/ 0 w 17"/>
                  <a:gd name="T1" fmla="*/ 14 h 18"/>
                  <a:gd name="T2" fmla="*/ 10 w 17"/>
                  <a:gd name="T3" fmla="*/ 2 h 18"/>
                  <a:gd name="T4" fmla="*/ 11 w 17"/>
                  <a:gd name="T5" fmla="*/ 0 h 18"/>
                  <a:gd name="T6" fmla="*/ 17 w 17"/>
                  <a:gd name="T7" fmla="*/ 5 h 18"/>
                  <a:gd name="T8" fmla="*/ 5 w 17"/>
                  <a:gd name="T9" fmla="*/ 18 h 18"/>
                  <a:gd name="T10" fmla="*/ 0 w 17"/>
                  <a:gd name="T11" fmla="*/ 14 h 18"/>
                  <a:gd name="T12" fmla="*/ 0 w 17"/>
                  <a:gd name="T13" fmla="*/ 14 h 18"/>
                </a:gdLst>
                <a:ahLst/>
                <a:cxnLst>
                  <a:cxn ang="0">
                    <a:pos x="T0" y="T1"/>
                  </a:cxn>
                  <a:cxn ang="0">
                    <a:pos x="T2" y="T3"/>
                  </a:cxn>
                  <a:cxn ang="0">
                    <a:pos x="T4" y="T5"/>
                  </a:cxn>
                  <a:cxn ang="0">
                    <a:pos x="T6" y="T7"/>
                  </a:cxn>
                  <a:cxn ang="0">
                    <a:pos x="T8" y="T9"/>
                  </a:cxn>
                  <a:cxn ang="0">
                    <a:pos x="T10" y="T11"/>
                  </a:cxn>
                  <a:cxn ang="0">
                    <a:pos x="T12" y="T13"/>
                  </a:cxn>
                </a:cxnLst>
                <a:rect l="0" t="0" r="r" b="b"/>
                <a:pathLst>
                  <a:path w="17" h="18">
                    <a:moveTo>
                      <a:pt x="0" y="14"/>
                    </a:moveTo>
                    <a:lnTo>
                      <a:pt x="10" y="2"/>
                    </a:lnTo>
                    <a:lnTo>
                      <a:pt x="11" y="0"/>
                    </a:lnTo>
                    <a:lnTo>
                      <a:pt x="17" y="5"/>
                    </a:lnTo>
                    <a:lnTo>
                      <a:pt x="5" y="18"/>
                    </a:lnTo>
                    <a:lnTo>
                      <a:pt x="0" y="14"/>
                    </a:lnTo>
                    <a:lnTo>
                      <a:pt x="0" y="1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19" name="Freeform 1324"/>
              <p:cNvSpPr/>
              <p:nvPr/>
            </p:nvSpPr>
            <p:spPr bwMode="auto">
              <a:xfrm>
                <a:off x="7459664" y="7753351"/>
                <a:ext cx="60325" cy="88900"/>
              </a:xfrm>
              <a:custGeom>
                <a:avLst/>
                <a:gdLst>
                  <a:gd name="T0" fmla="*/ 0 w 35"/>
                  <a:gd name="T1" fmla="*/ 39 h 51"/>
                  <a:gd name="T2" fmla="*/ 33 w 35"/>
                  <a:gd name="T3" fmla="*/ 0 h 51"/>
                  <a:gd name="T4" fmla="*/ 33 w 35"/>
                  <a:gd name="T5" fmla="*/ 0 h 51"/>
                  <a:gd name="T6" fmla="*/ 35 w 35"/>
                  <a:gd name="T7" fmla="*/ 3 h 51"/>
                  <a:gd name="T8" fmla="*/ 20 w 35"/>
                  <a:gd name="T9" fmla="*/ 16 h 51"/>
                  <a:gd name="T10" fmla="*/ 20 w 35"/>
                  <a:gd name="T11" fmla="*/ 16 h 51"/>
                  <a:gd name="T12" fmla="*/ 3 w 35"/>
                  <a:gd name="T13" fmla="*/ 39 h 51"/>
                  <a:gd name="T14" fmla="*/ 3 w 35"/>
                  <a:gd name="T15" fmla="*/ 39 h 51"/>
                  <a:gd name="T16" fmla="*/ 6 w 35"/>
                  <a:gd name="T17" fmla="*/ 51 h 51"/>
                  <a:gd name="T18" fmla="*/ 6 w 35"/>
                  <a:gd name="T19" fmla="*/ 51 h 51"/>
                  <a:gd name="T20" fmla="*/ 4 w 35"/>
                  <a:gd name="T21" fmla="*/ 51 h 51"/>
                  <a:gd name="T22" fmla="*/ 0 w 35"/>
                  <a:gd name="T23" fmla="*/ 39 h 51"/>
                  <a:gd name="T24" fmla="*/ 0 w 35"/>
                  <a:gd name="T25" fmla="*/ 39 h 51"/>
                  <a:gd name="T26" fmla="*/ 0 w 35"/>
                  <a:gd name="T27" fmla="*/ 39 h 51"/>
                  <a:gd name="T28" fmla="*/ 0 w 35"/>
                  <a:gd name="T29" fmla="*/ 3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51">
                    <a:moveTo>
                      <a:pt x="0" y="39"/>
                    </a:moveTo>
                    <a:cubicBezTo>
                      <a:pt x="4" y="25"/>
                      <a:pt x="33" y="1"/>
                      <a:pt x="33" y="0"/>
                    </a:cubicBezTo>
                    <a:cubicBezTo>
                      <a:pt x="33" y="0"/>
                      <a:pt x="33" y="0"/>
                      <a:pt x="33" y="0"/>
                    </a:cubicBezTo>
                    <a:cubicBezTo>
                      <a:pt x="35" y="3"/>
                      <a:pt x="35" y="3"/>
                      <a:pt x="35" y="3"/>
                    </a:cubicBezTo>
                    <a:cubicBezTo>
                      <a:pt x="35" y="3"/>
                      <a:pt x="28" y="9"/>
                      <a:pt x="20" y="16"/>
                    </a:cubicBezTo>
                    <a:cubicBezTo>
                      <a:pt x="20" y="16"/>
                      <a:pt x="20" y="16"/>
                      <a:pt x="20" y="16"/>
                    </a:cubicBezTo>
                    <a:cubicBezTo>
                      <a:pt x="12" y="24"/>
                      <a:pt x="4" y="33"/>
                      <a:pt x="3" y="39"/>
                    </a:cubicBezTo>
                    <a:cubicBezTo>
                      <a:pt x="3" y="39"/>
                      <a:pt x="3" y="39"/>
                      <a:pt x="3" y="39"/>
                    </a:cubicBezTo>
                    <a:cubicBezTo>
                      <a:pt x="4" y="41"/>
                      <a:pt x="6" y="48"/>
                      <a:pt x="6" y="51"/>
                    </a:cubicBezTo>
                    <a:cubicBezTo>
                      <a:pt x="6" y="51"/>
                      <a:pt x="6" y="51"/>
                      <a:pt x="6" y="51"/>
                    </a:cubicBezTo>
                    <a:cubicBezTo>
                      <a:pt x="4" y="51"/>
                      <a:pt x="4" y="51"/>
                      <a:pt x="4" y="51"/>
                    </a:cubicBezTo>
                    <a:cubicBezTo>
                      <a:pt x="3" y="49"/>
                      <a:pt x="0" y="39"/>
                      <a:pt x="0" y="39"/>
                    </a:cubicBezTo>
                    <a:cubicBezTo>
                      <a:pt x="0" y="39"/>
                      <a:pt x="0" y="39"/>
                      <a:pt x="0" y="39"/>
                    </a:cubicBezTo>
                    <a:cubicBezTo>
                      <a:pt x="0" y="39"/>
                      <a:pt x="0" y="39"/>
                      <a:pt x="0" y="39"/>
                    </a:cubicBezTo>
                    <a:cubicBezTo>
                      <a:pt x="0" y="39"/>
                      <a:pt x="0" y="39"/>
                      <a:pt x="0" y="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0" name="Freeform 1325"/>
              <p:cNvSpPr/>
              <p:nvPr/>
            </p:nvSpPr>
            <p:spPr bwMode="auto">
              <a:xfrm>
                <a:off x="7456489" y="7747001"/>
                <a:ext cx="68263" cy="98425"/>
              </a:xfrm>
              <a:custGeom>
                <a:avLst/>
                <a:gdLst>
                  <a:gd name="T0" fmla="*/ 4 w 40"/>
                  <a:gd name="T1" fmla="*/ 55 h 57"/>
                  <a:gd name="T2" fmla="*/ 1 w 40"/>
                  <a:gd name="T3" fmla="*/ 45 h 57"/>
                  <a:gd name="T4" fmla="*/ 1 w 40"/>
                  <a:gd name="T5" fmla="*/ 45 h 57"/>
                  <a:gd name="T6" fmla="*/ 1 w 40"/>
                  <a:gd name="T7" fmla="*/ 45 h 57"/>
                  <a:gd name="T8" fmla="*/ 0 w 40"/>
                  <a:gd name="T9" fmla="*/ 44 h 57"/>
                  <a:gd name="T10" fmla="*/ 0 w 40"/>
                  <a:gd name="T11" fmla="*/ 44 h 57"/>
                  <a:gd name="T12" fmla="*/ 0 w 40"/>
                  <a:gd name="T13" fmla="*/ 44 h 57"/>
                  <a:gd name="T14" fmla="*/ 0 w 40"/>
                  <a:gd name="T15" fmla="*/ 44 h 57"/>
                  <a:gd name="T16" fmla="*/ 0 w 40"/>
                  <a:gd name="T17" fmla="*/ 44 h 57"/>
                  <a:gd name="T18" fmla="*/ 0 w 40"/>
                  <a:gd name="T19" fmla="*/ 43 h 57"/>
                  <a:gd name="T20" fmla="*/ 0 w 40"/>
                  <a:gd name="T21" fmla="*/ 42 h 57"/>
                  <a:gd name="T22" fmla="*/ 0 w 40"/>
                  <a:gd name="T23" fmla="*/ 42 h 57"/>
                  <a:gd name="T24" fmla="*/ 2 w 40"/>
                  <a:gd name="T25" fmla="*/ 43 h 57"/>
                  <a:gd name="T26" fmla="*/ 0 w 40"/>
                  <a:gd name="T27" fmla="*/ 42 h 57"/>
                  <a:gd name="T28" fmla="*/ 34 w 40"/>
                  <a:gd name="T29" fmla="*/ 3 h 57"/>
                  <a:gd name="T30" fmla="*/ 34 w 40"/>
                  <a:gd name="T31" fmla="*/ 3 h 57"/>
                  <a:gd name="T32" fmla="*/ 35 w 40"/>
                  <a:gd name="T33" fmla="*/ 0 h 57"/>
                  <a:gd name="T34" fmla="*/ 40 w 40"/>
                  <a:gd name="T35" fmla="*/ 7 h 57"/>
                  <a:gd name="T36" fmla="*/ 39 w 40"/>
                  <a:gd name="T37" fmla="*/ 8 h 57"/>
                  <a:gd name="T38" fmla="*/ 23 w 40"/>
                  <a:gd name="T39" fmla="*/ 22 h 57"/>
                  <a:gd name="T40" fmla="*/ 23 w 40"/>
                  <a:gd name="T41" fmla="*/ 22 h 57"/>
                  <a:gd name="T42" fmla="*/ 7 w 40"/>
                  <a:gd name="T43" fmla="*/ 43 h 57"/>
                  <a:gd name="T44" fmla="*/ 7 w 40"/>
                  <a:gd name="T45" fmla="*/ 43 h 57"/>
                  <a:gd name="T46" fmla="*/ 10 w 40"/>
                  <a:gd name="T47" fmla="*/ 54 h 57"/>
                  <a:gd name="T48" fmla="*/ 10 w 40"/>
                  <a:gd name="T49" fmla="*/ 54 h 57"/>
                  <a:gd name="T50" fmla="*/ 11 w 40"/>
                  <a:gd name="T51" fmla="*/ 56 h 57"/>
                  <a:gd name="T52" fmla="*/ 9 w 40"/>
                  <a:gd name="T53" fmla="*/ 57 h 57"/>
                  <a:gd name="T54" fmla="*/ 4 w 40"/>
                  <a:gd name="T55" fmla="*/ 57 h 57"/>
                  <a:gd name="T56" fmla="*/ 4 w 40"/>
                  <a:gd name="T57"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 h="57">
                    <a:moveTo>
                      <a:pt x="4" y="55"/>
                    </a:moveTo>
                    <a:cubicBezTo>
                      <a:pt x="4" y="54"/>
                      <a:pt x="2" y="47"/>
                      <a:pt x="1" y="45"/>
                    </a:cubicBezTo>
                    <a:cubicBezTo>
                      <a:pt x="1" y="45"/>
                      <a:pt x="1" y="45"/>
                      <a:pt x="1" y="45"/>
                    </a:cubicBezTo>
                    <a:cubicBezTo>
                      <a:pt x="1" y="45"/>
                      <a:pt x="1" y="45"/>
                      <a:pt x="1" y="45"/>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3"/>
                      <a:pt x="0" y="43"/>
                      <a:pt x="0" y="43"/>
                    </a:cubicBezTo>
                    <a:cubicBezTo>
                      <a:pt x="0" y="42"/>
                      <a:pt x="0" y="42"/>
                      <a:pt x="0" y="42"/>
                    </a:cubicBezTo>
                    <a:cubicBezTo>
                      <a:pt x="0" y="42"/>
                      <a:pt x="0" y="42"/>
                      <a:pt x="0" y="42"/>
                    </a:cubicBezTo>
                    <a:cubicBezTo>
                      <a:pt x="2" y="43"/>
                      <a:pt x="2" y="43"/>
                      <a:pt x="2" y="43"/>
                    </a:cubicBezTo>
                    <a:cubicBezTo>
                      <a:pt x="0" y="42"/>
                      <a:pt x="0" y="42"/>
                      <a:pt x="0" y="42"/>
                    </a:cubicBezTo>
                    <a:cubicBezTo>
                      <a:pt x="4" y="28"/>
                      <a:pt x="30" y="6"/>
                      <a:pt x="34" y="3"/>
                    </a:cubicBezTo>
                    <a:cubicBezTo>
                      <a:pt x="34" y="3"/>
                      <a:pt x="34" y="3"/>
                      <a:pt x="34" y="3"/>
                    </a:cubicBezTo>
                    <a:cubicBezTo>
                      <a:pt x="35" y="0"/>
                      <a:pt x="35" y="0"/>
                      <a:pt x="35" y="0"/>
                    </a:cubicBezTo>
                    <a:cubicBezTo>
                      <a:pt x="40" y="7"/>
                      <a:pt x="40" y="7"/>
                      <a:pt x="40" y="7"/>
                    </a:cubicBezTo>
                    <a:cubicBezTo>
                      <a:pt x="39" y="8"/>
                      <a:pt x="39" y="8"/>
                      <a:pt x="39" y="8"/>
                    </a:cubicBezTo>
                    <a:cubicBezTo>
                      <a:pt x="38" y="8"/>
                      <a:pt x="31" y="14"/>
                      <a:pt x="23" y="22"/>
                    </a:cubicBezTo>
                    <a:cubicBezTo>
                      <a:pt x="23" y="22"/>
                      <a:pt x="23" y="22"/>
                      <a:pt x="23" y="22"/>
                    </a:cubicBezTo>
                    <a:cubicBezTo>
                      <a:pt x="16" y="29"/>
                      <a:pt x="9" y="38"/>
                      <a:pt x="7" y="43"/>
                    </a:cubicBezTo>
                    <a:cubicBezTo>
                      <a:pt x="7" y="43"/>
                      <a:pt x="7" y="43"/>
                      <a:pt x="7" y="43"/>
                    </a:cubicBezTo>
                    <a:cubicBezTo>
                      <a:pt x="8" y="45"/>
                      <a:pt x="10" y="51"/>
                      <a:pt x="10" y="54"/>
                    </a:cubicBezTo>
                    <a:cubicBezTo>
                      <a:pt x="10" y="54"/>
                      <a:pt x="10" y="54"/>
                      <a:pt x="10" y="54"/>
                    </a:cubicBezTo>
                    <a:cubicBezTo>
                      <a:pt x="11" y="56"/>
                      <a:pt x="11" y="56"/>
                      <a:pt x="11" y="56"/>
                    </a:cubicBezTo>
                    <a:cubicBezTo>
                      <a:pt x="9" y="57"/>
                      <a:pt x="9" y="57"/>
                      <a:pt x="9" y="57"/>
                    </a:cubicBezTo>
                    <a:cubicBezTo>
                      <a:pt x="4" y="57"/>
                      <a:pt x="4" y="57"/>
                      <a:pt x="4" y="57"/>
                    </a:cubicBezTo>
                    <a:cubicBezTo>
                      <a:pt x="4" y="55"/>
                      <a:pt x="4" y="55"/>
                      <a:pt x="4" y="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1" name="Freeform 1326"/>
              <p:cNvSpPr/>
              <p:nvPr/>
            </p:nvSpPr>
            <p:spPr bwMode="auto">
              <a:xfrm>
                <a:off x="7448551" y="7813676"/>
                <a:ext cx="17463" cy="26988"/>
              </a:xfrm>
              <a:custGeom>
                <a:avLst/>
                <a:gdLst>
                  <a:gd name="T0" fmla="*/ 11 w 11"/>
                  <a:gd name="T1" fmla="*/ 0 h 17"/>
                  <a:gd name="T2" fmla="*/ 8 w 11"/>
                  <a:gd name="T3" fmla="*/ 17 h 17"/>
                  <a:gd name="T4" fmla="*/ 5 w 11"/>
                  <a:gd name="T5" fmla="*/ 16 h 17"/>
                  <a:gd name="T6" fmla="*/ 6 w 11"/>
                  <a:gd name="T7" fmla="*/ 8 h 17"/>
                  <a:gd name="T8" fmla="*/ 2 w 11"/>
                  <a:gd name="T9" fmla="*/ 11 h 17"/>
                  <a:gd name="T10" fmla="*/ 0 w 11"/>
                  <a:gd name="T11" fmla="*/ 9 h 17"/>
                  <a:gd name="T12" fmla="*/ 11 w 11"/>
                  <a:gd name="T13" fmla="*/ 0 h 17"/>
                  <a:gd name="T14" fmla="*/ 11 w 11"/>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7">
                    <a:moveTo>
                      <a:pt x="11" y="0"/>
                    </a:moveTo>
                    <a:lnTo>
                      <a:pt x="8" y="17"/>
                    </a:lnTo>
                    <a:lnTo>
                      <a:pt x="5" y="16"/>
                    </a:lnTo>
                    <a:lnTo>
                      <a:pt x="6" y="8"/>
                    </a:lnTo>
                    <a:lnTo>
                      <a:pt x="2" y="11"/>
                    </a:lnTo>
                    <a:lnTo>
                      <a:pt x="0" y="9"/>
                    </a:lnTo>
                    <a:lnTo>
                      <a:pt x="11" y="0"/>
                    </a:lnTo>
                    <a:lnTo>
                      <a:pt x="1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2" name="Freeform 1327"/>
              <p:cNvSpPr/>
              <p:nvPr/>
            </p:nvSpPr>
            <p:spPr bwMode="auto">
              <a:xfrm>
                <a:off x="7443789" y="7805738"/>
                <a:ext cx="26988" cy="38100"/>
              </a:xfrm>
              <a:custGeom>
                <a:avLst/>
                <a:gdLst>
                  <a:gd name="T0" fmla="*/ 4 w 17"/>
                  <a:gd name="T1" fmla="*/ 23 h 24"/>
                  <a:gd name="T2" fmla="*/ 5 w 17"/>
                  <a:gd name="T3" fmla="*/ 21 h 24"/>
                  <a:gd name="T4" fmla="*/ 5 w 17"/>
                  <a:gd name="T5" fmla="*/ 19 h 24"/>
                  <a:gd name="T6" fmla="*/ 4 w 17"/>
                  <a:gd name="T7" fmla="*/ 20 h 24"/>
                  <a:gd name="T8" fmla="*/ 0 w 17"/>
                  <a:gd name="T9" fmla="*/ 14 h 24"/>
                  <a:gd name="T10" fmla="*/ 12 w 17"/>
                  <a:gd name="T11" fmla="*/ 4 h 24"/>
                  <a:gd name="T12" fmla="*/ 17 w 17"/>
                  <a:gd name="T13" fmla="*/ 0 h 24"/>
                  <a:gd name="T14" fmla="*/ 12 w 17"/>
                  <a:gd name="T15" fmla="*/ 24 h 24"/>
                  <a:gd name="T16" fmla="*/ 4 w 17"/>
                  <a:gd name="T17" fmla="*/ 23 h 24"/>
                  <a:gd name="T18" fmla="*/ 4 w 17"/>
                  <a:gd name="T19"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24">
                    <a:moveTo>
                      <a:pt x="4" y="23"/>
                    </a:moveTo>
                    <a:lnTo>
                      <a:pt x="5" y="21"/>
                    </a:lnTo>
                    <a:lnTo>
                      <a:pt x="5" y="19"/>
                    </a:lnTo>
                    <a:lnTo>
                      <a:pt x="4" y="20"/>
                    </a:lnTo>
                    <a:lnTo>
                      <a:pt x="0" y="14"/>
                    </a:lnTo>
                    <a:lnTo>
                      <a:pt x="12" y="4"/>
                    </a:lnTo>
                    <a:lnTo>
                      <a:pt x="17" y="0"/>
                    </a:lnTo>
                    <a:lnTo>
                      <a:pt x="12" y="24"/>
                    </a:lnTo>
                    <a:lnTo>
                      <a:pt x="4" y="23"/>
                    </a:lnTo>
                    <a:lnTo>
                      <a:pt x="4" y="2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3" name="Freeform 1328"/>
              <p:cNvSpPr>
                <a:spLocks noEditPoints="1"/>
              </p:cNvSpPr>
              <p:nvPr/>
            </p:nvSpPr>
            <p:spPr bwMode="auto">
              <a:xfrm>
                <a:off x="7448551" y="7534276"/>
                <a:ext cx="209550" cy="207963"/>
              </a:xfrm>
              <a:custGeom>
                <a:avLst/>
                <a:gdLst>
                  <a:gd name="T0" fmla="*/ 72 w 120"/>
                  <a:gd name="T1" fmla="*/ 6 h 120"/>
                  <a:gd name="T2" fmla="*/ 113 w 120"/>
                  <a:gd name="T3" fmla="*/ 72 h 120"/>
                  <a:gd name="T4" fmla="*/ 113 w 120"/>
                  <a:gd name="T5" fmla="*/ 72 h 120"/>
                  <a:gd name="T6" fmla="*/ 48 w 120"/>
                  <a:gd name="T7" fmla="*/ 113 h 120"/>
                  <a:gd name="T8" fmla="*/ 48 w 120"/>
                  <a:gd name="T9" fmla="*/ 113 h 120"/>
                  <a:gd name="T10" fmla="*/ 6 w 120"/>
                  <a:gd name="T11" fmla="*/ 48 h 120"/>
                  <a:gd name="T12" fmla="*/ 6 w 120"/>
                  <a:gd name="T13" fmla="*/ 48 h 120"/>
                  <a:gd name="T14" fmla="*/ 72 w 120"/>
                  <a:gd name="T15" fmla="*/ 6 h 120"/>
                  <a:gd name="T16" fmla="*/ 71 w 120"/>
                  <a:gd name="T17" fmla="*/ 9 h 120"/>
                  <a:gd name="T18" fmla="*/ 9 w 120"/>
                  <a:gd name="T19" fmla="*/ 48 h 120"/>
                  <a:gd name="T20" fmla="*/ 9 w 120"/>
                  <a:gd name="T21" fmla="*/ 48 h 120"/>
                  <a:gd name="T22" fmla="*/ 49 w 120"/>
                  <a:gd name="T23" fmla="*/ 111 h 120"/>
                  <a:gd name="T24" fmla="*/ 49 w 120"/>
                  <a:gd name="T25" fmla="*/ 111 h 120"/>
                  <a:gd name="T26" fmla="*/ 111 w 120"/>
                  <a:gd name="T27" fmla="*/ 71 h 120"/>
                  <a:gd name="T28" fmla="*/ 111 w 120"/>
                  <a:gd name="T29" fmla="*/ 71 h 120"/>
                  <a:gd name="T30" fmla="*/ 71 w 120"/>
                  <a:gd name="T31" fmla="*/ 9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20">
                    <a:moveTo>
                      <a:pt x="72" y="6"/>
                    </a:moveTo>
                    <a:cubicBezTo>
                      <a:pt x="101" y="13"/>
                      <a:pt x="120" y="42"/>
                      <a:pt x="113" y="72"/>
                    </a:cubicBezTo>
                    <a:cubicBezTo>
                      <a:pt x="113" y="72"/>
                      <a:pt x="113" y="72"/>
                      <a:pt x="113" y="72"/>
                    </a:cubicBezTo>
                    <a:cubicBezTo>
                      <a:pt x="107" y="101"/>
                      <a:pt x="77" y="120"/>
                      <a:pt x="48" y="113"/>
                    </a:cubicBezTo>
                    <a:cubicBezTo>
                      <a:pt x="48" y="113"/>
                      <a:pt x="48" y="113"/>
                      <a:pt x="48" y="113"/>
                    </a:cubicBezTo>
                    <a:cubicBezTo>
                      <a:pt x="18" y="107"/>
                      <a:pt x="0" y="77"/>
                      <a:pt x="6" y="48"/>
                    </a:cubicBezTo>
                    <a:cubicBezTo>
                      <a:pt x="6" y="48"/>
                      <a:pt x="6" y="48"/>
                      <a:pt x="6" y="48"/>
                    </a:cubicBezTo>
                    <a:cubicBezTo>
                      <a:pt x="13" y="18"/>
                      <a:pt x="42" y="0"/>
                      <a:pt x="72" y="6"/>
                    </a:cubicBezTo>
                    <a:close/>
                    <a:moveTo>
                      <a:pt x="71" y="9"/>
                    </a:moveTo>
                    <a:cubicBezTo>
                      <a:pt x="43" y="3"/>
                      <a:pt x="15" y="20"/>
                      <a:pt x="9" y="48"/>
                    </a:cubicBezTo>
                    <a:cubicBezTo>
                      <a:pt x="9" y="48"/>
                      <a:pt x="9" y="48"/>
                      <a:pt x="9" y="48"/>
                    </a:cubicBezTo>
                    <a:cubicBezTo>
                      <a:pt x="3" y="77"/>
                      <a:pt x="20" y="104"/>
                      <a:pt x="49" y="111"/>
                    </a:cubicBezTo>
                    <a:cubicBezTo>
                      <a:pt x="49" y="111"/>
                      <a:pt x="49" y="111"/>
                      <a:pt x="49" y="111"/>
                    </a:cubicBezTo>
                    <a:cubicBezTo>
                      <a:pt x="77" y="117"/>
                      <a:pt x="104" y="99"/>
                      <a:pt x="111" y="71"/>
                    </a:cubicBezTo>
                    <a:cubicBezTo>
                      <a:pt x="111" y="71"/>
                      <a:pt x="111" y="71"/>
                      <a:pt x="111" y="71"/>
                    </a:cubicBezTo>
                    <a:cubicBezTo>
                      <a:pt x="117" y="43"/>
                      <a:pt x="99" y="15"/>
                      <a:pt x="7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4" name="Freeform 1329"/>
              <p:cNvSpPr>
                <a:spLocks noEditPoints="1"/>
              </p:cNvSpPr>
              <p:nvPr/>
            </p:nvSpPr>
            <p:spPr bwMode="auto">
              <a:xfrm>
                <a:off x="7453314" y="7539038"/>
                <a:ext cx="200025" cy="198438"/>
              </a:xfrm>
              <a:custGeom>
                <a:avLst/>
                <a:gdLst>
                  <a:gd name="T0" fmla="*/ 44 w 114"/>
                  <a:gd name="T1" fmla="*/ 112 h 114"/>
                  <a:gd name="T2" fmla="*/ 0 w 114"/>
                  <a:gd name="T3" fmla="*/ 57 h 114"/>
                  <a:gd name="T4" fmla="*/ 0 w 114"/>
                  <a:gd name="T5" fmla="*/ 57 h 114"/>
                  <a:gd name="T6" fmla="*/ 1 w 114"/>
                  <a:gd name="T7" fmla="*/ 44 h 114"/>
                  <a:gd name="T8" fmla="*/ 1 w 114"/>
                  <a:gd name="T9" fmla="*/ 44 h 114"/>
                  <a:gd name="T10" fmla="*/ 57 w 114"/>
                  <a:gd name="T11" fmla="*/ 0 h 114"/>
                  <a:gd name="T12" fmla="*/ 57 w 114"/>
                  <a:gd name="T13" fmla="*/ 0 h 114"/>
                  <a:gd name="T14" fmla="*/ 69 w 114"/>
                  <a:gd name="T15" fmla="*/ 1 h 114"/>
                  <a:gd name="T16" fmla="*/ 69 w 114"/>
                  <a:gd name="T17" fmla="*/ 1 h 114"/>
                  <a:gd name="T18" fmla="*/ 69 w 114"/>
                  <a:gd name="T19" fmla="*/ 3 h 114"/>
                  <a:gd name="T20" fmla="*/ 69 w 114"/>
                  <a:gd name="T21" fmla="*/ 4 h 114"/>
                  <a:gd name="T22" fmla="*/ 69 w 114"/>
                  <a:gd name="T23" fmla="*/ 3 h 114"/>
                  <a:gd name="T24" fmla="*/ 69 w 114"/>
                  <a:gd name="T25" fmla="*/ 1 h 114"/>
                  <a:gd name="T26" fmla="*/ 114 w 114"/>
                  <a:gd name="T27" fmla="*/ 57 h 114"/>
                  <a:gd name="T28" fmla="*/ 114 w 114"/>
                  <a:gd name="T29" fmla="*/ 57 h 114"/>
                  <a:gd name="T30" fmla="*/ 112 w 114"/>
                  <a:gd name="T31" fmla="*/ 69 h 114"/>
                  <a:gd name="T32" fmla="*/ 112 w 114"/>
                  <a:gd name="T33" fmla="*/ 69 h 114"/>
                  <a:gd name="T34" fmla="*/ 57 w 114"/>
                  <a:gd name="T35" fmla="*/ 114 h 114"/>
                  <a:gd name="T36" fmla="*/ 57 w 114"/>
                  <a:gd name="T37" fmla="*/ 114 h 114"/>
                  <a:gd name="T38" fmla="*/ 44 w 114"/>
                  <a:gd name="T39" fmla="*/ 112 h 114"/>
                  <a:gd name="T40" fmla="*/ 8 w 114"/>
                  <a:gd name="T41" fmla="*/ 46 h 114"/>
                  <a:gd name="T42" fmla="*/ 7 w 114"/>
                  <a:gd name="T43" fmla="*/ 57 h 114"/>
                  <a:gd name="T44" fmla="*/ 7 w 114"/>
                  <a:gd name="T45" fmla="*/ 57 h 114"/>
                  <a:gd name="T46" fmla="*/ 46 w 114"/>
                  <a:gd name="T47" fmla="*/ 106 h 114"/>
                  <a:gd name="T48" fmla="*/ 46 w 114"/>
                  <a:gd name="T49" fmla="*/ 106 h 114"/>
                  <a:gd name="T50" fmla="*/ 57 w 114"/>
                  <a:gd name="T51" fmla="*/ 107 h 114"/>
                  <a:gd name="T52" fmla="*/ 57 w 114"/>
                  <a:gd name="T53" fmla="*/ 107 h 114"/>
                  <a:gd name="T54" fmla="*/ 106 w 114"/>
                  <a:gd name="T55" fmla="*/ 68 h 114"/>
                  <a:gd name="T56" fmla="*/ 106 w 114"/>
                  <a:gd name="T57" fmla="*/ 68 h 114"/>
                  <a:gd name="T58" fmla="*/ 107 w 114"/>
                  <a:gd name="T59" fmla="*/ 57 h 114"/>
                  <a:gd name="T60" fmla="*/ 107 w 114"/>
                  <a:gd name="T61" fmla="*/ 57 h 114"/>
                  <a:gd name="T62" fmla="*/ 68 w 114"/>
                  <a:gd name="T63" fmla="*/ 8 h 114"/>
                  <a:gd name="T64" fmla="*/ 68 w 114"/>
                  <a:gd name="T65" fmla="*/ 8 h 114"/>
                  <a:gd name="T66" fmla="*/ 68 w 114"/>
                  <a:gd name="T67" fmla="*/ 8 h 114"/>
                  <a:gd name="T68" fmla="*/ 57 w 114"/>
                  <a:gd name="T69" fmla="*/ 7 h 114"/>
                  <a:gd name="T70" fmla="*/ 57 w 114"/>
                  <a:gd name="T71" fmla="*/ 7 h 114"/>
                  <a:gd name="T72" fmla="*/ 8 w 114"/>
                  <a:gd name="T73" fmla="*/ 46 h 114"/>
                  <a:gd name="T74" fmla="*/ 68 w 114"/>
                  <a:gd name="T75" fmla="*/ 6 h 114"/>
                  <a:gd name="T76" fmla="*/ 68 w 114"/>
                  <a:gd name="T77" fmla="*/ 5 h 114"/>
                  <a:gd name="T78" fmla="*/ 68 w 114"/>
                  <a:gd name="T79" fmla="*/ 5 h 114"/>
                  <a:gd name="T80" fmla="*/ 68 w 114"/>
                  <a:gd name="T81" fmla="*/ 5 h 114"/>
                  <a:gd name="T82" fmla="*/ 68 w 114"/>
                  <a:gd name="T83" fmla="*/ 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4" h="114">
                    <a:moveTo>
                      <a:pt x="44" y="112"/>
                    </a:moveTo>
                    <a:cubicBezTo>
                      <a:pt x="18" y="106"/>
                      <a:pt x="0" y="83"/>
                      <a:pt x="0" y="57"/>
                    </a:cubicBezTo>
                    <a:cubicBezTo>
                      <a:pt x="0" y="57"/>
                      <a:pt x="0" y="57"/>
                      <a:pt x="0" y="57"/>
                    </a:cubicBezTo>
                    <a:cubicBezTo>
                      <a:pt x="0" y="53"/>
                      <a:pt x="0" y="49"/>
                      <a:pt x="1" y="44"/>
                    </a:cubicBezTo>
                    <a:cubicBezTo>
                      <a:pt x="1" y="44"/>
                      <a:pt x="1" y="44"/>
                      <a:pt x="1" y="44"/>
                    </a:cubicBezTo>
                    <a:cubicBezTo>
                      <a:pt x="7" y="18"/>
                      <a:pt x="31" y="0"/>
                      <a:pt x="57" y="0"/>
                    </a:cubicBezTo>
                    <a:cubicBezTo>
                      <a:pt x="57" y="0"/>
                      <a:pt x="57" y="0"/>
                      <a:pt x="57" y="0"/>
                    </a:cubicBezTo>
                    <a:cubicBezTo>
                      <a:pt x="61" y="0"/>
                      <a:pt x="65" y="0"/>
                      <a:pt x="69" y="1"/>
                    </a:cubicBezTo>
                    <a:cubicBezTo>
                      <a:pt x="69" y="1"/>
                      <a:pt x="69" y="1"/>
                      <a:pt x="69" y="1"/>
                    </a:cubicBezTo>
                    <a:cubicBezTo>
                      <a:pt x="69" y="3"/>
                      <a:pt x="69" y="3"/>
                      <a:pt x="69" y="3"/>
                    </a:cubicBezTo>
                    <a:cubicBezTo>
                      <a:pt x="69" y="4"/>
                      <a:pt x="69" y="4"/>
                      <a:pt x="69" y="4"/>
                    </a:cubicBezTo>
                    <a:cubicBezTo>
                      <a:pt x="69" y="3"/>
                      <a:pt x="69" y="3"/>
                      <a:pt x="69" y="3"/>
                    </a:cubicBezTo>
                    <a:cubicBezTo>
                      <a:pt x="69" y="1"/>
                      <a:pt x="69" y="1"/>
                      <a:pt x="69" y="1"/>
                    </a:cubicBezTo>
                    <a:cubicBezTo>
                      <a:pt x="96" y="7"/>
                      <a:pt x="114" y="31"/>
                      <a:pt x="114" y="57"/>
                    </a:cubicBezTo>
                    <a:cubicBezTo>
                      <a:pt x="114" y="57"/>
                      <a:pt x="114" y="57"/>
                      <a:pt x="114" y="57"/>
                    </a:cubicBezTo>
                    <a:cubicBezTo>
                      <a:pt x="114" y="61"/>
                      <a:pt x="113" y="65"/>
                      <a:pt x="112" y="69"/>
                    </a:cubicBezTo>
                    <a:cubicBezTo>
                      <a:pt x="112" y="69"/>
                      <a:pt x="112" y="69"/>
                      <a:pt x="112" y="69"/>
                    </a:cubicBezTo>
                    <a:cubicBezTo>
                      <a:pt x="106" y="96"/>
                      <a:pt x="83" y="114"/>
                      <a:pt x="57" y="114"/>
                    </a:cubicBezTo>
                    <a:cubicBezTo>
                      <a:pt x="57" y="114"/>
                      <a:pt x="57" y="114"/>
                      <a:pt x="57" y="114"/>
                    </a:cubicBezTo>
                    <a:cubicBezTo>
                      <a:pt x="53" y="114"/>
                      <a:pt x="49" y="113"/>
                      <a:pt x="44" y="112"/>
                    </a:cubicBezTo>
                    <a:close/>
                    <a:moveTo>
                      <a:pt x="8" y="46"/>
                    </a:moveTo>
                    <a:cubicBezTo>
                      <a:pt x="7" y="49"/>
                      <a:pt x="7" y="53"/>
                      <a:pt x="7" y="57"/>
                    </a:cubicBezTo>
                    <a:cubicBezTo>
                      <a:pt x="7" y="57"/>
                      <a:pt x="7" y="57"/>
                      <a:pt x="7" y="57"/>
                    </a:cubicBezTo>
                    <a:cubicBezTo>
                      <a:pt x="7" y="80"/>
                      <a:pt x="23" y="100"/>
                      <a:pt x="46" y="106"/>
                    </a:cubicBezTo>
                    <a:cubicBezTo>
                      <a:pt x="46" y="106"/>
                      <a:pt x="46" y="106"/>
                      <a:pt x="46" y="106"/>
                    </a:cubicBezTo>
                    <a:cubicBezTo>
                      <a:pt x="50" y="106"/>
                      <a:pt x="53" y="107"/>
                      <a:pt x="57" y="107"/>
                    </a:cubicBezTo>
                    <a:cubicBezTo>
                      <a:pt x="57" y="107"/>
                      <a:pt x="57" y="107"/>
                      <a:pt x="57" y="107"/>
                    </a:cubicBezTo>
                    <a:cubicBezTo>
                      <a:pt x="80" y="107"/>
                      <a:pt x="101" y="91"/>
                      <a:pt x="106" y="68"/>
                    </a:cubicBezTo>
                    <a:cubicBezTo>
                      <a:pt x="106" y="68"/>
                      <a:pt x="106" y="68"/>
                      <a:pt x="106" y="68"/>
                    </a:cubicBezTo>
                    <a:cubicBezTo>
                      <a:pt x="107" y="64"/>
                      <a:pt x="107" y="60"/>
                      <a:pt x="107" y="57"/>
                    </a:cubicBezTo>
                    <a:cubicBezTo>
                      <a:pt x="107" y="57"/>
                      <a:pt x="107" y="57"/>
                      <a:pt x="107" y="57"/>
                    </a:cubicBezTo>
                    <a:cubicBezTo>
                      <a:pt x="107" y="34"/>
                      <a:pt x="91" y="13"/>
                      <a:pt x="68" y="8"/>
                    </a:cubicBezTo>
                    <a:cubicBezTo>
                      <a:pt x="68" y="8"/>
                      <a:pt x="68" y="8"/>
                      <a:pt x="68" y="8"/>
                    </a:cubicBezTo>
                    <a:cubicBezTo>
                      <a:pt x="68" y="8"/>
                      <a:pt x="68" y="8"/>
                      <a:pt x="68" y="8"/>
                    </a:cubicBezTo>
                    <a:cubicBezTo>
                      <a:pt x="64" y="7"/>
                      <a:pt x="60" y="7"/>
                      <a:pt x="57" y="7"/>
                    </a:cubicBezTo>
                    <a:cubicBezTo>
                      <a:pt x="57" y="7"/>
                      <a:pt x="57" y="7"/>
                      <a:pt x="57" y="7"/>
                    </a:cubicBezTo>
                    <a:cubicBezTo>
                      <a:pt x="34" y="7"/>
                      <a:pt x="13" y="22"/>
                      <a:pt x="8" y="46"/>
                    </a:cubicBezTo>
                    <a:close/>
                    <a:moveTo>
                      <a:pt x="68" y="6"/>
                    </a:moveTo>
                    <a:cubicBezTo>
                      <a:pt x="68" y="5"/>
                      <a:pt x="68" y="5"/>
                      <a:pt x="68" y="5"/>
                    </a:cubicBezTo>
                    <a:cubicBezTo>
                      <a:pt x="68" y="5"/>
                      <a:pt x="68" y="5"/>
                      <a:pt x="68" y="5"/>
                    </a:cubicBezTo>
                    <a:cubicBezTo>
                      <a:pt x="68" y="5"/>
                      <a:pt x="68" y="5"/>
                      <a:pt x="68" y="5"/>
                    </a:cubicBezTo>
                    <a:cubicBezTo>
                      <a:pt x="68" y="6"/>
                      <a:pt x="68" y="6"/>
                      <a:pt x="6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5" name="Freeform 1330"/>
              <p:cNvSpPr/>
              <p:nvPr/>
            </p:nvSpPr>
            <p:spPr bwMode="auto">
              <a:xfrm>
                <a:off x="7461251" y="7540626"/>
                <a:ext cx="158750" cy="90488"/>
              </a:xfrm>
              <a:custGeom>
                <a:avLst/>
                <a:gdLst>
                  <a:gd name="T0" fmla="*/ 1 w 91"/>
                  <a:gd name="T1" fmla="*/ 52 h 52"/>
                  <a:gd name="T2" fmla="*/ 14 w 91"/>
                  <a:gd name="T3" fmla="*/ 34 h 52"/>
                  <a:gd name="T4" fmla="*/ 19 w 91"/>
                  <a:gd name="T5" fmla="*/ 15 h 52"/>
                  <a:gd name="T6" fmla="*/ 56 w 91"/>
                  <a:gd name="T7" fmla="*/ 23 h 52"/>
                  <a:gd name="T8" fmla="*/ 91 w 91"/>
                  <a:gd name="T9" fmla="*/ 19 h 52"/>
                  <a:gd name="T10" fmla="*/ 54 w 91"/>
                  <a:gd name="T11" fmla="*/ 2 h 52"/>
                  <a:gd name="T12" fmla="*/ 21 w 91"/>
                  <a:gd name="T13" fmla="*/ 13 h 52"/>
                  <a:gd name="T14" fmla="*/ 2 w 91"/>
                  <a:gd name="T15" fmla="*/ 39 h 52"/>
                  <a:gd name="T16" fmla="*/ 1 w 91"/>
                  <a:gd name="T17"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52">
                    <a:moveTo>
                      <a:pt x="1" y="52"/>
                    </a:moveTo>
                    <a:cubicBezTo>
                      <a:pt x="1" y="52"/>
                      <a:pt x="10" y="44"/>
                      <a:pt x="14" y="34"/>
                    </a:cubicBezTo>
                    <a:cubicBezTo>
                      <a:pt x="18" y="24"/>
                      <a:pt x="19" y="15"/>
                      <a:pt x="19" y="15"/>
                    </a:cubicBezTo>
                    <a:cubicBezTo>
                      <a:pt x="19" y="15"/>
                      <a:pt x="46" y="21"/>
                      <a:pt x="56" y="23"/>
                    </a:cubicBezTo>
                    <a:cubicBezTo>
                      <a:pt x="65" y="25"/>
                      <a:pt x="91" y="19"/>
                      <a:pt x="91" y="19"/>
                    </a:cubicBezTo>
                    <a:cubicBezTo>
                      <a:pt x="91" y="19"/>
                      <a:pt x="69" y="0"/>
                      <a:pt x="54" y="2"/>
                    </a:cubicBezTo>
                    <a:cubicBezTo>
                      <a:pt x="38" y="4"/>
                      <a:pt x="21" y="13"/>
                      <a:pt x="21" y="13"/>
                    </a:cubicBezTo>
                    <a:cubicBezTo>
                      <a:pt x="21" y="13"/>
                      <a:pt x="4" y="30"/>
                      <a:pt x="2" y="39"/>
                    </a:cubicBezTo>
                    <a:cubicBezTo>
                      <a:pt x="0" y="49"/>
                      <a:pt x="1" y="52"/>
                      <a:pt x="1" y="52"/>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6" name="Freeform 1331"/>
              <p:cNvSpPr>
                <a:spLocks noEditPoints="1"/>
              </p:cNvSpPr>
              <p:nvPr/>
            </p:nvSpPr>
            <p:spPr bwMode="auto">
              <a:xfrm>
                <a:off x="7459664" y="7540626"/>
                <a:ext cx="168275" cy="92075"/>
              </a:xfrm>
              <a:custGeom>
                <a:avLst/>
                <a:gdLst>
                  <a:gd name="T0" fmla="*/ 2 w 97"/>
                  <a:gd name="T1" fmla="*/ 52 h 53"/>
                  <a:gd name="T2" fmla="*/ 1 w 97"/>
                  <a:gd name="T3" fmla="*/ 53 h 53"/>
                  <a:gd name="T4" fmla="*/ 0 w 97"/>
                  <a:gd name="T5" fmla="*/ 48 h 53"/>
                  <a:gd name="T6" fmla="*/ 0 w 97"/>
                  <a:gd name="T7" fmla="*/ 48 h 53"/>
                  <a:gd name="T8" fmla="*/ 1 w 97"/>
                  <a:gd name="T9" fmla="*/ 39 h 53"/>
                  <a:gd name="T10" fmla="*/ 1 w 97"/>
                  <a:gd name="T11" fmla="*/ 39 h 53"/>
                  <a:gd name="T12" fmla="*/ 18 w 97"/>
                  <a:gd name="T13" fmla="*/ 14 h 53"/>
                  <a:gd name="T14" fmla="*/ 18 w 97"/>
                  <a:gd name="T15" fmla="*/ 14 h 53"/>
                  <a:gd name="T16" fmla="*/ 18 w 97"/>
                  <a:gd name="T17" fmla="*/ 12 h 53"/>
                  <a:gd name="T18" fmla="*/ 19 w 97"/>
                  <a:gd name="T19" fmla="*/ 13 h 53"/>
                  <a:gd name="T20" fmla="*/ 20 w 97"/>
                  <a:gd name="T21" fmla="*/ 12 h 53"/>
                  <a:gd name="T22" fmla="*/ 20 w 97"/>
                  <a:gd name="T23" fmla="*/ 12 h 53"/>
                  <a:gd name="T24" fmla="*/ 21 w 97"/>
                  <a:gd name="T25" fmla="*/ 11 h 53"/>
                  <a:gd name="T26" fmla="*/ 21 w 97"/>
                  <a:gd name="T27" fmla="*/ 11 h 53"/>
                  <a:gd name="T28" fmla="*/ 54 w 97"/>
                  <a:gd name="T29" fmla="*/ 0 h 53"/>
                  <a:gd name="T30" fmla="*/ 54 w 97"/>
                  <a:gd name="T31" fmla="*/ 0 h 53"/>
                  <a:gd name="T32" fmla="*/ 57 w 97"/>
                  <a:gd name="T33" fmla="*/ 0 h 53"/>
                  <a:gd name="T34" fmla="*/ 57 w 97"/>
                  <a:gd name="T35" fmla="*/ 0 h 53"/>
                  <a:gd name="T36" fmla="*/ 94 w 97"/>
                  <a:gd name="T37" fmla="*/ 17 h 53"/>
                  <a:gd name="T38" fmla="*/ 94 w 97"/>
                  <a:gd name="T39" fmla="*/ 17 h 53"/>
                  <a:gd name="T40" fmla="*/ 97 w 97"/>
                  <a:gd name="T41" fmla="*/ 20 h 53"/>
                  <a:gd name="T42" fmla="*/ 93 w 97"/>
                  <a:gd name="T43" fmla="*/ 21 h 53"/>
                  <a:gd name="T44" fmla="*/ 62 w 97"/>
                  <a:gd name="T45" fmla="*/ 25 h 53"/>
                  <a:gd name="T46" fmla="*/ 62 w 97"/>
                  <a:gd name="T47" fmla="*/ 25 h 53"/>
                  <a:gd name="T48" fmla="*/ 56 w 97"/>
                  <a:gd name="T49" fmla="*/ 25 h 53"/>
                  <a:gd name="T50" fmla="*/ 56 w 97"/>
                  <a:gd name="T51" fmla="*/ 25 h 53"/>
                  <a:gd name="T52" fmla="*/ 21 w 97"/>
                  <a:gd name="T53" fmla="*/ 17 h 53"/>
                  <a:gd name="T54" fmla="*/ 21 w 97"/>
                  <a:gd name="T55" fmla="*/ 17 h 53"/>
                  <a:gd name="T56" fmla="*/ 17 w 97"/>
                  <a:gd name="T57" fmla="*/ 35 h 53"/>
                  <a:gd name="T58" fmla="*/ 17 w 97"/>
                  <a:gd name="T59" fmla="*/ 35 h 53"/>
                  <a:gd name="T60" fmla="*/ 4 w 97"/>
                  <a:gd name="T61" fmla="*/ 53 h 53"/>
                  <a:gd name="T62" fmla="*/ 4 w 97"/>
                  <a:gd name="T63" fmla="*/ 53 h 53"/>
                  <a:gd name="T64" fmla="*/ 4 w 97"/>
                  <a:gd name="T65" fmla="*/ 53 h 53"/>
                  <a:gd name="T66" fmla="*/ 2 w 97"/>
                  <a:gd name="T67" fmla="*/ 52 h 53"/>
                  <a:gd name="T68" fmla="*/ 15 w 97"/>
                  <a:gd name="T69" fmla="*/ 24 h 53"/>
                  <a:gd name="T70" fmla="*/ 5 w 97"/>
                  <a:gd name="T71" fmla="*/ 40 h 53"/>
                  <a:gd name="T72" fmla="*/ 5 w 97"/>
                  <a:gd name="T73" fmla="*/ 40 h 53"/>
                  <a:gd name="T74" fmla="*/ 4 w 97"/>
                  <a:gd name="T75" fmla="*/ 47 h 53"/>
                  <a:gd name="T76" fmla="*/ 4 w 97"/>
                  <a:gd name="T77" fmla="*/ 47 h 53"/>
                  <a:gd name="T78" fmla="*/ 6 w 97"/>
                  <a:gd name="T79" fmla="*/ 45 h 53"/>
                  <a:gd name="T80" fmla="*/ 6 w 97"/>
                  <a:gd name="T81" fmla="*/ 45 h 53"/>
                  <a:gd name="T82" fmla="*/ 13 w 97"/>
                  <a:gd name="T83" fmla="*/ 33 h 53"/>
                  <a:gd name="T84" fmla="*/ 13 w 97"/>
                  <a:gd name="T85" fmla="*/ 33 h 53"/>
                  <a:gd name="T86" fmla="*/ 17 w 97"/>
                  <a:gd name="T87" fmla="*/ 21 h 53"/>
                  <a:gd name="T88" fmla="*/ 17 w 97"/>
                  <a:gd name="T89" fmla="*/ 21 h 53"/>
                  <a:gd name="T90" fmla="*/ 15 w 97"/>
                  <a:gd name="T91" fmla="*/ 24 h 53"/>
                  <a:gd name="T92" fmla="*/ 57 w 97"/>
                  <a:gd name="T93" fmla="*/ 21 h 53"/>
                  <a:gd name="T94" fmla="*/ 62 w 97"/>
                  <a:gd name="T95" fmla="*/ 21 h 53"/>
                  <a:gd name="T96" fmla="*/ 62 w 97"/>
                  <a:gd name="T97" fmla="*/ 21 h 53"/>
                  <a:gd name="T98" fmla="*/ 88 w 97"/>
                  <a:gd name="T99" fmla="*/ 18 h 53"/>
                  <a:gd name="T100" fmla="*/ 88 w 97"/>
                  <a:gd name="T101" fmla="*/ 18 h 53"/>
                  <a:gd name="T102" fmla="*/ 79 w 97"/>
                  <a:gd name="T103" fmla="*/ 12 h 53"/>
                  <a:gd name="T104" fmla="*/ 79 w 97"/>
                  <a:gd name="T105" fmla="*/ 12 h 53"/>
                  <a:gd name="T106" fmla="*/ 57 w 97"/>
                  <a:gd name="T107" fmla="*/ 4 h 53"/>
                  <a:gd name="T108" fmla="*/ 57 w 97"/>
                  <a:gd name="T109" fmla="*/ 4 h 53"/>
                  <a:gd name="T110" fmla="*/ 55 w 97"/>
                  <a:gd name="T111" fmla="*/ 4 h 53"/>
                  <a:gd name="T112" fmla="*/ 55 w 97"/>
                  <a:gd name="T113" fmla="*/ 4 h 53"/>
                  <a:gd name="T114" fmla="*/ 25 w 97"/>
                  <a:gd name="T115" fmla="*/ 14 h 53"/>
                  <a:gd name="T116" fmla="*/ 25 w 97"/>
                  <a:gd name="T117" fmla="*/ 14 h 53"/>
                  <a:gd name="T118" fmla="*/ 57 w 97"/>
                  <a:gd name="T119" fmla="*/ 2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7" h="53">
                    <a:moveTo>
                      <a:pt x="2" y="52"/>
                    </a:moveTo>
                    <a:cubicBezTo>
                      <a:pt x="1" y="53"/>
                      <a:pt x="1" y="53"/>
                      <a:pt x="1" y="53"/>
                    </a:cubicBezTo>
                    <a:cubicBezTo>
                      <a:pt x="0" y="52"/>
                      <a:pt x="0" y="51"/>
                      <a:pt x="0" y="48"/>
                    </a:cubicBezTo>
                    <a:cubicBezTo>
                      <a:pt x="0" y="48"/>
                      <a:pt x="0" y="48"/>
                      <a:pt x="0" y="48"/>
                    </a:cubicBezTo>
                    <a:cubicBezTo>
                      <a:pt x="0" y="46"/>
                      <a:pt x="0" y="43"/>
                      <a:pt x="1" y="39"/>
                    </a:cubicBezTo>
                    <a:cubicBezTo>
                      <a:pt x="1" y="39"/>
                      <a:pt x="1" y="39"/>
                      <a:pt x="1" y="39"/>
                    </a:cubicBezTo>
                    <a:cubicBezTo>
                      <a:pt x="3" y="31"/>
                      <a:pt x="13" y="20"/>
                      <a:pt x="18" y="14"/>
                    </a:cubicBezTo>
                    <a:cubicBezTo>
                      <a:pt x="18" y="14"/>
                      <a:pt x="18" y="14"/>
                      <a:pt x="18" y="14"/>
                    </a:cubicBezTo>
                    <a:cubicBezTo>
                      <a:pt x="18" y="12"/>
                      <a:pt x="18" y="12"/>
                      <a:pt x="18" y="12"/>
                    </a:cubicBezTo>
                    <a:cubicBezTo>
                      <a:pt x="19" y="13"/>
                      <a:pt x="19" y="13"/>
                      <a:pt x="19" y="13"/>
                    </a:cubicBezTo>
                    <a:cubicBezTo>
                      <a:pt x="20" y="12"/>
                      <a:pt x="20" y="12"/>
                      <a:pt x="20" y="12"/>
                    </a:cubicBezTo>
                    <a:cubicBezTo>
                      <a:pt x="20" y="12"/>
                      <a:pt x="20" y="12"/>
                      <a:pt x="20" y="12"/>
                    </a:cubicBezTo>
                    <a:cubicBezTo>
                      <a:pt x="21" y="11"/>
                      <a:pt x="21" y="11"/>
                      <a:pt x="21" y="11"/>
                    </a:cubicBezTo>
                    <a:cubicBezTo>
                      <a:pt x="21" y="11"/>
                      <a:pt x="21" y="11"/>
                      <a:pt x="21" y="11"/>
                    </a:cubicBezTo>
                    <a:cubicBezTo>
                      <a:pt x="21" y="11"/>
                      <a:pt x="38" y="2"/>
                      <a:pt x="54" y="0"/>
                    </a:cubicBezTo>
                    <a:cubicBezTo>
                      <a:pt x="54" y="0"/>
                      <a:pt x="54" y="0"/>
                      <a:pt x="54" y="0"/>
                    </a:cubicBezTo>
                    <a:cubicBezTo>
                      <a:pt x="55" y="0"/>
                      <a:pt x="56" y="0"/>
                      <a:pt x="57" y="0"/>
                    </a:cubicBezTo>
                    <a:cubicBezTo>
                      <a:pt x="57" y="0"/>
                      <a:pt x="57" y="0"/>
                      <a:pt x="57" y="0"/>
                    </a:cubicBezTo>
                    <a:cubicBezTo>
                      <a:pt x="74" y="0"/>
                      <a:pt x="93" y="17"/>
                      <a:pt x="94" y="17"/>
                    </a:cubicBezTo>
                    <a:cubicBezTo>
                      <a:pt x="94" y="17"/>
                      <a:pt x="94" y="17"/>
                      <a:pt x="94" y="17"/>
                    </a:cubicBezTo>
                    <a:cubicBezTo>
                      <a:pt x="97" y="20"/>
                      <a:pt x="97" y="20"/>
                      <a:pt x="97" y="20"/>
                    </a:cubicBezTo>
                    <a:cubicBezTo>
                      <a:pt x="93" y="21"/>
                      <a:pt x="93" y="21"/>
                      <a:pt x="93" y="21"/>
                    </a:cubicBezTo>
                    <a:cubicBezTo>
                      <a:pt x="93" y="21"/>
                      <a:pt x="74" y="25"/>
                      <a:pt x="62" y="25"/>
                    </a:cubicBezTo>
                    <a:cubicBezTo>
                      <a:pt x="62" y="25"/>
                      <a:pt x="62" y="25"/>
                      <a:pt x="62" y="25"/>
                    </a:cubicBezTo>
                    <a:cubicBezTo>
                      <a:pt x="60" y="25"/>
                      <a:pt x="58" y="25"/>
                      <a:pt x="56" y="25"/>
                    </a:cubicBezTo>
                    <a:cubicBezTo>
                      <a:pt x="56" y="25"/>
                      <a:pt x="56" y="25"/>
                      <a:pt x="56" y="25"/>
                    </a:cubicBezTo>
                    <a:cubicBezTo>
                      <a:pt x="49" y="23"/>
                      <a:pt x="28" y="18"/>
                      <a:pt x="21" y="17"/>
                    </a:cubicBezTo>
                    <a:cubicBezTo>
                      <a:pt x="21" y="17"/>
                      <a:pt x="21" y="17"/>
                      <a:pt x="21" y="17"/>
                    </a:cubicBezTo>
                    <a:cubicBezTo>
                      <a:pt x="21" y="21"/>
                      <a:pt x="20" y="28"/>
                      <a:pt x="17" y="35"/>
                    </a:cubicBezTo>
                    <a:cubicBezTo>
                      <a:pt x="17" y="35"/>
                      <a:pt x="17" y="35"/>
                      <a:pt x="17" y="35"/>
                    </a:cubicBezTo>
                    <a:cubicBezTo>
                      <a:pt x="13" y="45"/>
                      <a:pt x="4" y="53"/>
                      <a:pt x="4" y="53"/>
                    </a:cubicBezTo>
                    <a:cubicBezTo>
                      <a:pt x="4" y="53"/>
                      <a:pt x="4" y="53"/>
                      <a:pt x="4" y="53"/>
                    </a:cubicBezTo>
                    <a:cubicBezTo>
                      <a:pt x="4" y="53"/>
                      <a:pt x="4" y="53"/>
                      <a:pt x="4" y="53"/>
                    </a:cubicBezTo>
                    <a:cubicBezTo>
                      <a:pt x="2" y="52"/>
                      <a:pt x="2" y="52"/>
                      <a:pt x="2" y="52"/>
                    </a:cubicBezTo>
                    <a:close/>
                    <a:moveTo>
                      <a:pt x="15" y="24"/>
                    </a:moveTo>
                    <a:cubicBezTo>
                      <a:pt x="10" y="29"/>
                      <a:pt x="6" y="36"/>
                      <a:pt x="5" y="40"/>
                    </a:cubicBezTo>
                    <a:cubicBezTo>
                      <a:pt x="5" y="40"/>
                      <a:pt x="5" y="40"/>
                      <a:pt x="5" y="40"/>
                    </a:cubicBezTo>
                    <a:cubicBezTo>
                      <a:pt x="4" y="43"/>
                      <a:pt x="4" y="46"/>
                      <a:pt x="4" y="47"/>
                    </a:cubicBezTo>
                    <a:cubicBezTo>
                      <a:pt x="4" y="47"/>
                      <a:pt x="4" y="47"/>
                      <a:pt x="4" y="47"/>
                    </a:cubicBezTo>
                    <a:cubicBezTo>
                      <a:pt x="4" y="47"/>
                      <a:pt x="5" y="46"/>
                      <a:pt x="6" y="45"/>
                    </a:cubicBezTo>
                    <a:cubicBezTo>
                      <a:pt x="6" y="45"/>
                      <a:pt x="6" y="45"/>
                      <a:pt x="6" y="45"/>
                    </a:cubicBezTo>
                    <a:cubicBezTo>
                      <a:pt x="8" y="42"/>
                      <a:pt x="12" y="38"/>
                      <a:pt x="13" y="33"/>
                    </a:cubicBezTo>
                    <a:cubicBezTo>
                      <a:pt x="13" y="33"/>
                      <a:pt x="13" y="33"/>
                      <a:pt x="13" y="33"/>
                    </a:cubicBezTo>
                    <a:cubicBezTo>
                      <a:pt x="15" y="29"/>
                      <a:pt x="16" y="25"/>
                      <a:pt x="17" y="21"/>
                    </a:cubicBezTo>
                    <a:cubicBezTo>
                      <a:pt x="17" y="21"/>
                      <a:pt x="17" y="21"/>
                      <a:pt x="17" y="21"/>
                    </a:cubicBezTo>
                    <a:cubicBezTo>
                      <a:pt x="16" y="22"/>
                      <a:pt x="15" y="23"/>
                      <a:pt x="15" y="24"/>
                    </a:cubicBezTo>
                    <a:close/>
                    <a:moveTo>
                      <a:pt x="57" y="21"/>
                    </a:moveTo>
                    <a:cubicBezTo>
                      <a:pt x="58" y="21"/>
                      <a:pt x="60" y="21"/>
                      <a:pt x="62" y="21"/>
                    </a:cubicBezTo>
                    <a:cubicBezTo>
                      <a:pt x="62" y="21"/>
                      <a:pt x="62" y="21"/>
                      <a:pt x="62" y="21"/>
                    </a:cubicBezTo>
                    <a:cubicBezTo>
                      <a:pt x="70" y="21"/>
                      <a:pt x="81" y="19"/>
                      <a:pt x="88" y="18"/>
                    </a:cubicBezTo>
                    <a:cubicBezTo>
                      <a:pt x="88" y="18"/>
                      <a:pt x="88" y="18"/>
                      <a:pt x="88" y="18"/>
                    </a:cubicBezTo>
                    <a:cubicBezTo>
                      <a:pt x="86" y="16"/>
                      <a:pt x="83" y="14"/>
                      <a:pt x="79" y="12"/>
                    </a:cubicBezTo>
                    <a:cubicBezTo>
                      <a:pt x="79" y="12"/>
                      <a:pt x="79" y="12"/>
                      <a:pt x="79" y="12"/>
                    </a:cubicBezTo>
                    <a:cubicBezTo>
                      <a:pt x="73" y="8"/>
                      <a:pt x="64" y="4"/>
                      <a:pt x="57" y="4"/>
                    </a:cubicBezTo>
                    <a:cubicBezTo>
                      <a:pt x="57" y="4"/>
                      <a:pt x="57" y="4"/>
                      <a:pt x="57" y="4"/>
                    </a:cubicBezTo>
                    <a:cubicBezTo>
                      <a:pt x="56" y="4"/>
                      <a:pt x="56" y="4"/>
                      <a:pt x="55" y="4"/>
                    </a:cubicBezTo>
                    <a:cubicBezTo>
                      <a:pt x="55" y="4"/>
                      <a:pt x="55" y="4"/>
                      <a:pt x="55" y="4"/>
                    </a:cubicBezTo>
                    <a:cubicBezTo>
                      <a:pt x="43" y="6"/>
                      <a:pt x="30" y="11"/>
                      <a:pt x="25" y="14"/>
                    </a:cubicBezTo>
                    <a:cubicBezTo>
                      <a:pt x="25" y="14"/>
                      <a:pt x="25" y="14"/>
                      <a:pt x="25" y="14"/>
                    </a:cubicBezTo>
                    <a:cubicBezTo>
                      <a:pt x="33" y="15"/>
                      <a:pt x="50" y="19"/>
                      <a:pt x="57"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7" name="Freeform 1332"/>
              <p:cNvSpPr>
                <a:spLocks noEditPoints="1"/>
              </p:cNvSpPr>
              <p:nvPr/>
            </p:nvSpPr>
            <p:spPr bwMode="auto">
              <a:xfrm>
                <a:off x="7458076" y="7542213"/>
                <a:ext cx="166688" cy="92075"/>
              </a:xfrm>
              <a:custGeom>
                <a:avLst/>
                <a:gdLst>
                  <a:gd name="T0" fmla="*/ 19 w 96"/>
                  <a:gd name="T1" fmla="*/ 14 h 53"/>
                  <a:gd name="T2" fmla="*/ 19 w 96"/>
                  <a:gd name="T3" fmla="*/ 14 h 53"/>
                  <a:gd name="T4" fmla="*/ 19 w 96"/>
                  <a:gd name="T5" fmla="*/ 14 h 53"/>
                  <a:gd name="T6" fmla="*/ 19 w 96"/>
                  <a:gd name="T7" fmla="*/ 12 h 53"/>
                  <a:gd name="T8" fmla="*/ 21 w 96"/>
                  <a:gd name="T9" fmla="*/ 12 h 53"/>
                  <a:gd name="T10" fmla="*/ 22 w 96"/>
                  <a:gd name="T11" fmla="*/ 11 h 53"/>
                  <a:gd name="T12" fmla="*/ 22 w 96"/>
                  <a:gd name="T13" fmla="*/ 11 h 53"/>
                  <a:gd name="T14" fmla="*/ 22 w 96"/>
                  <a:gd name="T15" fmla="*/ 11 h 53"/>
                  <a:gd name="T16" fmla="*/ 22 w 96"/>
                  <a:gd name="T17" fmla="*/ 11 h 53"/>
                  <a:gd name="T18" fmla="*/ 55 w 96"/>
                  <a:gd name="T19" fmla="*/ 0 h 53"/>
                  <a:gd name="T20" fmla="*/ 55 w 96"/>
                  <a:gd name="T21" fmla="*/ 0 h 53"/>
                  <a:gd name="T22" fmla="*/ 64 w 96"/>
                  <a:gd name="T23" fmla="*/ 0 h 53"/>
                  <a:gd name="T24" fmla="*/ 64 w 96"/>
                  <a:gd name="T25" fmla="*/ 0 h 53"/>
                  <a:gd name="T26" fmla="*/ 94 w 96"/>
                  <a:gd name="T27" fmla="*/ 17 h 53"/>
                  <a:gd name="T28" fmla="*/ 94 w 96"/>
                  <a:gd name="T29" fmla="*/ 17 h 53"/>
                  <a:gd name="T30" fmla="*/ 96 w 96"/>
                  <a:gd name="T31" fmla="*/ 18 h 53"/>
                  <a:gd name="T32" fmla="*/ 94 w 96"/>
                  <a:gd name="T33" fmla="*/ 19 h 53"/>
                  <a:gd name="T34" fmla="*/ 58 w 96"/>
                  <a:gd name="T35" fmla="*/ 23 h 53"/>
                  <a:gd name="T36" fmla="*/ 58 w 96"/>
                  <a:gd name="T37" fmla="*/ 23 h 53"/>
                  <a:gd name="T38" fmla="*/ 22 w 96"/>
                  <a:gd name="T39" fmla="*/ 15 h 53"/>
                  <a:gd name="T40" fmla="*/ 22 w 96"/>
                  <a:gd name="T41" fmla="*/ 15 h 53"/>
                  <a:gd name="T42" fmla="*/ 21 w 96"/>
                  <a:gd name="T43" fmla="*/ 24 h 53"/>
                  <a:gd name="T44" fmla="*/ 21 w 96"/>
                  <a:gd name="T45" fmla="*/ 24 h 53"/>
                  <a:gd name="T46" fmla="*/ 18 w 96"/>
                  <a:gd name="T47" fmla="*/ 33 h 53"/>
                  <a:gd name="T48" fmla="*/ 18 w 96"/>
                  <a:gd name="T49" fmla="*/ 33 h 53"/>
                  <a:gd name="T50" fmla="*/ 4 w 96"/>
                  <a:gd name="T51" fmla="*/ 52 h 53"/>
                  <a:gd name="T52" fmla="*/ 4 w 96"/>
                  <a:gd name="T53" fmla="*/ 52 h 53"/>
                  <a:gd name="T54" fmla="*/ 3 w 96"/>
                  <a:gd name="T55" fmla="*/ 51 h 53"/>
                  <a:gd name="T56" fmla="*/ 4 w 96"/>
                  <a:gd name="T57" fmla="*/ 52 h 53"/>
                  <a:gd name="T58" fmla="*/ 3 w 96"/>
                  <a:gd name="T59" fmla="*/ 53 h 53"/>
                  <a:gd name="T60" fmla="*/ 2 w 96"/>
                  <a:gd name="T61" fmla="*/ 51 h 53"/>
                  <a:gd name="T62" fmla="*/ 3 w 96"/>
                  <a:gd name="T63" fmla="*/ 38 h 53"/>
                  <a:gd name="T64" fmla="*/ 3 w 96"/>
                  <a:gd name="T65" fmla="*/ 38 h 53"/>
                  <a:gd name="T66" fmla="*/ 3 w 96"/>
                  <a:gd name="T67" fmla="*/ 38 h 53"/>
                  <a:gd name="T68" fmla="*/ 3 w 96"/>
                  <a:gd name="T69" fmla="*/ 38 h 53"/>
                  <a:gd name="T70" fmla="*/ 19 w 96"/>
                  <a:gd name="T71" fmla="*/ 14 h 53"/>
                  <a:gd name="T72" fmla="*/ 15 w 96"/>
                  <a:gd name="T73" fmla="*/ 22 h 53"/>
                  <a:gd name="T74" fmla="*/ 5 w 96"/>
                  <a:gd name="T75" fmla="*/ 38 h 53"/>
                  <a:gd name="T76" fmla="*/ 5 w 96"/>
                  <a:gd name="T77" fmla="*/ 38 h 53"/>
                  <a:gd name="T78" fmla="*/ 5 w 96"/>
                  <a:gd name="T79" fmla="*/ 39 h 53"/>
                  <a:gd name="T80" fmla="*/ 5 w 96"/>
                  <a:gd name="T81" fmla="*/ 39 h 53"/>
                  <a:gd name="T82" fmla="*/ 4 w 96"/>
                  <a:gd name="T83" fmla="*/ 48 h 53"/>
                  <a:gd name="T84" fmla="*/ 4 w 96"/>
                  <a:gd name="T85" fmla="*/ 48 h 53"/>
                  <a:gd name="T86" fmla="*/ 15 w 96"/>
                  <a:gd name="T87" fmla="*/ 32 h 53"/>
                  <a:gd name="T88" fmla="*/ 15 w 96"/>
                  <a:gd name="T89" fmla="*/ 32 h 53"/>
                  <a:gd name="T90" fmla="*/ 18 w 96"/>
                  <a:gd name="T91" fmla="*/ 23 h 53"/>
                  <a:gd name="T92" fmla="*/ 18 w 96"/>
                  <a:gd name="T93" fmla="*/ 23 h 53"/>
                  <a:gd name="T94" fmla="*/ 19 w 96"/>
                  <a:gd name="T95" fmla="*/ 18 h 53"/>
                  <a:gd name="T96" fmla="*/ 19 w 96"/>
                  <a:gd name="T97" fmla="*/ 18 h 53"/>
                  <a:gd name="T98" fmla="*/ 15 w 96"/>
                  <a:gd name="T99" fmla="*/ 22 h 53"/>
                  <a:gd name="T100" fmla="*/ 64 w 96"/>
                  <a:gd name="T101" fmla="*/ 3 h 53"/>
                  <a:gd name="T102" fmla="*/ 56 w 96"/>
                  <a:gd name="T103" fmla="*/ 3 h 53"/>
                  <a:gd name="T104" fmla="*/ 56 w 96"/>
                  <a:gd name="T105" fmla="*/ 3 h 53"/>
                  <a:gd name="T106" fmla="*/ 24 w 96"/>
                  <a:gd name="T107" fmla="*/ 13 h 53"/>
                  <a:gd name="T108" fmla="*/ 24 w 96"/>
                  <a:gd name="T109" fmla="*/ 13 h 53"/>
                  <a:gd name="T110" fmla="*/ 58 w 96"/>
                  <a:gd name="T111" fmla="*/ 20 h 53"/>
                  <a:gd name="T112" fmla="*/ 58 w 96"/>
                  <a:gd name="T113" fmla="*/ 20 h 53"/>
                  <a:gd name="T114" fmla="*/ 79 w 96"/>
                  <a:gd name="T115" fmla="*/ 19 h 53"/>
                  <a:gd name="T116" fmla="*/ 79 w 96"/>
                  <a:gd name="T117" fmla="*/ 19 h 53"/>
                  <a:gd name="T118" fmla="*/ 90 w 96"/>
                  <a:gd name="T119" fmla="*/ 17 h 53"/>
                  <a:gd name="T120" fmla="*/ 90 w 96"/>
                  <a:gd name="T121" fmla="*/ 17 h 53"/>
                  <a:gd name="T122" fmla="*/ 64 w 96"/>
                  <a:gd name="T123" fmla="*/ 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 h="53">
                    <a:moveTo>
                      <a:pt x="19" y="14"/>
                    </a:moveTo>
                    <a:cubicBezTo>
                      <a:pt x="19" y="14"/>
                      <a:pt x="19" y="14"/>
                      <a:pt x="19" y="14"/>
                    </a:cubicBezTo>
                    <a:cubicBezTo>
                      <a:pt x="19" y="14"/>
                      <a:pt x="19" y="14"/>
                      <a:pt x="19" y="14"/>
                    </a:cubicBezTo>
                    <a:cubicBezTo>
                      <a:pt x="19" y="12"/>
                      <a:pt x="19" y="12"/>
                      <a:pt x="19" y="12"/>
                    </a:cubicBezTo>
                    <a:cubicBezTo>
                      <a:pt x="21" y="12"/>
                      <a:pt x="21" y="12"/>
                      <a:pt x="21" y="12"/>
                    </a:cubicBezTo>
                    <a:cubicBezTo>
                      <a:pt x="21" y="11"/>
                      <a:pt x="22" y="11"/>
                      <a:pt x="22" y="11"/>
                    </a:cubicBezTo>
                    <a:cubicBezTo>
                      <a:pt x="22" y="11"/>
                      <a:pt x="22" y="11"/>
                      <a:pt x="22" y="11"/>
                    </a:cubicBezTo>
                    <a:cubicBezTo>
                      <a:pt x="22" y="11"/>
                      <a:pt x="22" y="11"/>
                      <a:pt x="22" y="11"/>
                    </a:cubicBezTo>
                    <a:cubicBezTo>
                      <a:pt x="22" y="11"/>
                      <a:pt x="22" y="11"/>
                      <a:pt x="22" y="11"/>
                    </a:cubicBezTo>
                    <a:cubicBezTo>
                      <a:pt x="22" y="11"/>
                      <a:pt x="40" y="2"/>
                      <a:pt x="55" y="0"/>
                    </a:cubicBezTo>
                    <a:cubicBezTo>
                      <a:pt x="55" y="0"/>
                      <a:pt x="55" y="0"/>
                      <a:pt x="55" y="0"/>
                    </a:cubicBezTo>
                    <a:cubicBezTo>
                      <a:pt x="58" y="0"/>
                      <a:pt x="61" y="0"/>
                      <a:pt x="64" y="0"/>
                    </a:cubicBezTo>
                    <a:cubicBezTo>
                      <a:pt x="64" y="0"/>
                      <a:pt x="64" y="0"/>
                      <a:pt x="64" y="0"/>
                    </a:cubicBezTo>
                    <a:cubicBezTo>
                      <a:pt x="79" y="4"/>
                      <a:pt x="94" y="16"/>
                      <a:pt x="94" y="17"/>
                    </a:cubicBezTo>
                    <a:cubicBezTo>
                      <a:pt x="94" y="17"/>
                      <a:pt x="94" y="17"/>
                      <a:pt x="94" y="17"/>
                    </a:cubicBezTo>
                    <a:cubicBezTo>
                      <a:pt x="96" y="18"/>
                      <a:pt x="96" y="18"/>
                      <a:pt x="96" y="18"/>
                    </a:cubicBezTo>
                    <a:cubicBezTo>
                      <a:pt x="94" y="19"/>
                      <a:pt x="94" y="19"/>
                      <a:pt x="94" y="19"/>
                    </a:cubicBezTo>
                    <a:cubicBezTo>
                      <a:pt x="93" y="19"/>
                      <a:pt x="68" y="25"/>
                      <a:pt x="58" y="23"/>
                    </a:cubicBezTo>
                    <a:cubicBezTo>
                      <a:pt x="58" y="23"/>
                      <a:pt x="58" y="23"/>
                      <a:pt x="58" y="23"/>
                    </a:cubicBezTo>
                    <a:cubicBezTo>
                      <a:pt x="49" y="21"/>
                      <a:pt x="28" y="17"/>
                      <a:pt x="22" y="15"/>
                    </a:cubicBezTo>
                    <a:cubicBezTo>
                      <a:pt x="22" y="15"/>
                      <a:pt x="22" y="15"/>
                      <a:pt x="22" y="15"/>
                    </a:cubicBezTo>
                    <a:cubicBezTo>
                      <a:pt x="22" y="17"/>
                      <a:pt x="21" y="20"/>
                      <a:pt x="21" y="24"/>
                    </a:cubicBezTo>
                    <a:cubicBezTo>
                      <a:pt x="21" y="24"/>
                      <a:pt x="21" y="24"/>
                      <a:pt x="21" y="24"/>
                    </a:cubicBezTo>
                    <a:cubicBezTo>
                      <a:pt x="20" y="27"/>
                      <a:pt x="19" y="30"/>
                      <a:pt x="18" y="33"/>
                    </a:cubicBezTo>
                    <a:cubicBezTo>
                      <a:pt x="18" y="33"/>
                      <a:pt x="18" y="33"/>
                      <a:pt x="18" y="33"/>
                    </a:cubicBezTo>
                    <a:cubicBezTo>
                      <a:pt x="13" y="44"/>
                      <a:pt x="4" y="52"/>
                      <a:pt x="4" y="52"/>
                    </a:cubicBezTo>
                    <a:cubicBezTo>
                      <a:pt x="4" y="52"/>
                      <a:pt x="4" y="52"/>
                      <a:pt x="4" y="52"/>
                    </a:cubicBezTo>
                    <a:cubicBezTo>
                      <a:pt x="3" y="51"/>
                      <a:pt x="3" y="51"/>
                      <a:pt x="3" y="51"/>
                    </a:cubicBezTo>
                    <a:cubicBezTo>
                      <a:pt x="4" y="52"/>
                      <a:pt x="4" y="52"/>
                      <a:pt x="4" y="52"/>
                    </a:cubicBezTo>
                    <a:cubicBezTo>
                      <a:pt x="3" y="53"/>
                      <a:pt x="3" y="53"/>
                      <a:pt x="3" y="53"/>
                    </a:cubicBezTo>
                    <a:cubicBezTo>
                      <a:pt x="2" y="51"/>
                      <a:pt x="2" y="51"/>
                      <a:pt x="2" y="51"/>
                    </a:cubicBezTo>
                    <a:cubicBezTo>
                      <a:pt x="2" y="51"/>
                      <a:pt x="0" y="48"/>
                      <a:pt x="3" y="38"/>
                    </a:cubicBezTo>
                    <a:cubicBezTo>
                      <a:pt x="3" y="38"/>
                      <a:pt x="3" y="38"/>
                      <a:pt x="3" y="38"/>
                    </a:cubicBezTo>
                    <a:cubicBezTo>
                      <a:pt x="3" y="38"/>
                      <a:pt x="3" y="38"/>
                      <a:pt x="3" y="38"/>
                    </a:cubicBezTo>
                    <a:cubicBezTo>
                      <a:pt x="3" y="38"/>
                      <a:pt x="3" y="38"/>
                      <a:pt x="3" y="38"/>
                    </a:cubicBezTo>
                    <a:cubicBezTo>
                      <a:pt x="4" y="30"/>
                      <a:pt x="14" y="19"/>
                      <a:pt x="19" y="14"/>
                    </a:cubicBezTo>
                    <a:close/>
                    <a:moveTo>
                      <a:pt x="15" y="22"/>
                    </a:moveTo>
                    <a:cubicBezTo>
                      <a:pt x="11" y="28"/>
                      <a:pt x="6" y="34"/>
                      <a:pt x="5" y="38"/>
                    </a:cubicBezTo>
                    <a:cubicBezTo>
                      <a:pt x="5" y="38"/>
                      <a:pt x="5" y="38"/>
                      <a:pt x="5" y="38"/>
                    </a:cubicBezTo>
                    <a:cubicBezTo>
                      <a:pt x="5" y="39"/>
                      <a:pt x="5" y="39"/>
                      <a:pt x="5" y="39"/>
                    </a:cubicBezTo>
                    <a:cubicBezTo>
                      <a:pt x="5" y="39"/>
                      <a:pt x="5" y="39"/>
                      <a:pt x="5" y="39"/>
                    </a:cubicBezTo>
                    <a:cubicBezTo>
                      <a:pt x="4" y="43"/>
                      <a:pt x="4" y="46"/>
                      <a:pt x="4" y="48"/>
                    </a:cubicBezTo>
                    <a:cubicBezTo>
                      <a:pt x="4" y="48"/>
                      <a:pt x="4" y="48"/>
                      <a:pt x="4" y="48"/>
                    </a:cubicBezTo>
                    <a:cubicBezTo>
                      <a:pt x="7" y="45"/>
                      <a:pt x="12" y="39"/>
                      <a:pt x="15" y="32"/>
                    </a:cubicBezTo>
                    <a:cubicBezTo>
                      <a:pt x="15" y="32"/>
                      <a:pt x="15" y="32"/>
                      <a:pt x="15" y="32"/>
                    </a:cubicBezTo>
                    <a:cubicBezTo>
                      <a:pt x="16" y="29"/>
                      <a:pt x="17" y="26"/>
                      <a:pt x="18" y="23"/>
                    </a:cubicBezTo>
                    <a:cubicBezTo>
                      <a:pt x="18" y="23"/>
                      <a:pt x="18" y="23"/>
                      <a:pt x="18" y="23"/>
                    </a:cubicBezTo>
                    <a:cubicBezTo>
                      <a:pt x="18" y="21"/>
                      <a:pt x="19" y="20"/>
                      <a:pt x="19" y="18"/>
                    </a:cubicBezTo>
                    <a:cubicBezTo>
                      <a:pt x="19" y="18"/>
                      <a:pt x="19" y="18"/>
                      <a:pt x="19" y="18"/>
                    </a:cubicBezTo>
                    <a:cubicBezTo>
                      <a:pt x="18" y="19"/>
                      <a:pt x="16" y="21"/>
                      <a:pt x="15" y="22"/>
                    </a:cubicBezTo>
                    <a:close/>
                    <a:moveTo>
                      <a:pt x="64" y="3"/>
                    </a:moveTo>
                    <a:cubicBezTo>
                      <a:pt x="61" y="2"/>
                      <a:pt x="58" y="2"/>
                      <a:pt x="56" y="3"/>
                    </a:cubicBezTo>
                    <a:cubicBezTo>
                      <a:pt x="56" y="3"/>
                      <a:pt x="56" y="3"/>
                      <a:pt x="56" y="3"/>
                    </a:cubicBezTo>
                    <a:cubicBezTo>
                      <a:pt x="42" y="4"/>
                      <a:pt x="27" y="12"/>
                      <a:pt x="24" y="13"/>
                    </a:cubicBezTo>
                    <a:cubicBezTo>
                      <a:pt x="24" y="13"/>
                      <a:pt x="24" y="13"/>
                      <a:pt x="24" y="13"/>
                    </a:cubicBezTo>
                    <a:cubicBezTo>
                      <a:pt x="31" y="14"/>
                      <a:pt x="50" y="19"/>
                      <a:pt x="58" y="20"/>
                    </a:cubicBezTo>
                    <a:cubicBezTo>
                      <a:pt x="58" y="20"/>
                      <a:pt x="58" y="20"/>
                      <a:pt x="58" y="20"/>
                    </a:cubicBezTo>
                    <a:cubicBezTo>
                      <a:pt x="62" y="21"/>
                      <a:pt x="71" y="20"/>
                      <a:pt x="79" y="19"/>
                    </a:cubicBezTo>
                    <a:cubicBezTo>
                      <a:pt x="79" y="19"/>
                      <a:pt x="79" y="19"/>
                      <a:pt x="79" y="19"/>
                    </a:cubicBezTo>
                    <a:cubicBezTo>
                      <a:pt x="83" y="18"/>
                      <a:pt x="88" y="17"/>
                      <a:pt x="90" y="17"/>
                    </a:cubicBezTo>
                    <a:cubicBezTo>
                      <a:pt x="90" y="17"/>
                      <a:pt x="90" y="17"/>
                      <a:pt x="90" y="17"/>
                    </a:cubicBezTo>
                    <a:cubicBezTo>
                      <a:pt x="85" y="13"/>
                      <a:pt x="74" y="5"/>
                      <a:pt x="6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8" name="Freeform 1333"/>
              <p:cNvSpPr>
                <a:spLocks noEditPoints="1"/>
              </p:cNvSpPr>
              <p:nvPr/>
            </p:nvSpPr>
            <p:spPr bwMode="auto">
              <a:xfrm>
                <a:off x="7456489" y="7539038"/>
                <a:ext cx="176213" cy="101600"/>
              </a:xfrm>
              <a:custGeom>
                <a:avLst/>
                <a:gdLst>
                  <a:gd name="T0" fmla="*/ 1 w 102"/>
                  <a:gd name="T1" fmla="*/ 54 h 58"/>
                  <a:gd name="T2" fmla="*/ 0 w 102"/>
                  <a:gd name="T3" fmla="*/ 49 h 58"/>
                  <a:gd name="T4" fmla="*/ 2 w 102"/>
                  <a:gd name="T5" fmla="*/ 40 h 58"/>
                  <a:gd name="T6" fmla="*/ 2 w 102"/>
                  <a:gd name="T7" fmla="*/ 39 h 58"/>
                  <a:gd name="T8" fmla="*/ 18 w 102"/>
                  <a:gd name="T9" fmla="*/ 15 h 58"/>
                  <a:gd name="T10" fmla="*/ 21 w 102"/>
                  <a:gd name="T11" fmla="*/ 12 h 58"/>
                  <a:gd name="T12" fmla="*/ 21 w 102"/>
                  <a:gd name="T13" fmla="*/ 12 h 58"/>
                  <a:gd name="T14" fmla="*/ 21 w 102"/>
                  <a:gd name="T15" fmla="*/ 12 h 58"/>
                  <a:gd name="T16" fmla="*/ 22 w 102"/>
                  <a:gd name="T17" fmla="*/ 11 h 58"/>
                  <a:gd name="T18" fmla="*/ 22 w 102"/>
                  <a:gd name="T19" fmla="*/ 11 h 58"/>
                  <a:gd name="T20" fmla="*/ 23 w 102"/>
                  <a:gd name="T21" fmla="*/ 10 h 58"/>
                  <a:gd name="T22" fmla="*/ 25 w 102"/>
                  <a:gd name="T23" fmla="*/ 9 h 58"/>
                  <a:gd name="T24" fmla="*/ 33 w 102"/>
                  <a:gd name="T25" fmla="*/ 6 h 58"/>
                  <a:gd name="T26" fmla="*/ 56 w 102"/>
                  <a:gd name="T27" fmla="*/ 0 h 58"/>
                  <a:gd name="T28" fmla="*/ 59 w 102"/>
                  <a:gd name="T29" fmla="*/ 0 h 58"/>
                  <a:gd name="T30" fmla="*/ 66 w 102"/>
                  <a:gd name="T31" fmla="*/ 0 h 58"/>
                  <a:gd name="T32" fmla="*/ 96 w 102"/>
                  <a:gd name="T33" fmla="*/ 17 h 58"/>
                  <a:gd name="T34" fmla="*/ 96 w 102"/>
                  <a:gd name="T35" fmla="*/ 17 h 58"/>
                  <a:gd name="T36" fmla="*/ 98 w 102"/>
                  <a:gd name="T37" fmla="*/ 22 h 58"/>
                  <a:gd name="T38" fmla="*/ 94 w 102"/>
                  <a:gd name="T39" fmla="*/ 23 h 58"/>
                  <a:gd name="T40" fmla="*/ 92 w 102"/>
                  <a:gd name="T41" fmla="*/ 24 h 58"/>
                  <a:gd name="T42" fmla="*/ 84 w 102"/>
                  <a:gd name="T43" fmla="*/ 25 h 58"/>
                  <a:gd name="T44" fmla="*/ 64 w 102"/>
                  <a:gd name="T45" fmla="*/ 27 h 58"/>
                  <a:gd name="T46" fmla="*/ 58 w 102"/>
                  <a:gd name="T47" fmla="*/ 27 h 58"/>
                  <a:gd name="T48" fmla="*/ 25 w 102"/>
                  <a:gd name="T49" fmla="*/ 20 h 58"/>
                  <a:gd name="T50" fmla="*/ 24 w 102"/>
                  <a:gd name="T51" fmla="*/ 26 h 58"/>
                  <a:gd name="T52" fmla="*/ 20 w 102"/>
                  <a:gd name="T53" fmla="*/ 36 h 58"/>
                  <a:gd name="T54" fmla="*/ 8 w 102"/>
                  <a:gd name="T55" fmla="*/ 54 h 58"/>
                  <a:gd name="T56" fmla="*/ 7 w 102"/>
                  <a:gd name="T57" fmla="*/ 55 h 58"/>
                  <a:gd name="T58" fmla="*/ 7 w 102"/>
                  <a:gd name="T59" fmla="*/ 55 h 58"/>
                  <a:gd name="T60" fmla="*/ 5 w 102"/>
                  <a:gd name="T61" fmla="*/ 57 h 58"/>
                  <a:gd name="T62" fmla="*/ 2 w 102"/>
                  <a:gd name="T63" fmla="*/ 56 h 58"/>
                  <a:gd name="T64" fmla="*/ 8 w 102"/>
                  <a:gd name="T65" fmla="*/ 41 h 58"/>
                  <a:gd name="T66" fmla="*/ 8 w 102"/>
                  <a:gd name="T67" fmla="*/ 44 h 58"/>
                  <a:gd name="T68" fmla="*/ 14 w 102"/>
                  <a:gd name="T69" fmla="*/ 34 h 58"/>
                  <a:gd name="T70" fmla="*/ 16 w 102"/>
                  <a:gd name="T71" fmla="*/ 27 h 58"/>
                  <a:gd name="T72" fmla="*/ 8 w 102"/>
                  <a:gd name="T73" fmla="*/ 41 h 58"/>
                  <a:gd name="T74" fmla="*/ 64 w 102"/>
                  <a:gd name="T75" fmla="*/ 21 h 58"/>
                  <a:gd name="T76" fmla="*/ 80 w 102"/>
                  <a:gd name="T77" fmla="*/ 19 h 58"/>
                  <a:gd name="T78" fmla="*/ 86 w 102"/>
                  <a:gd name="T79" fmla="*/ 18 h 58"/>
                  <a:gd name="T80" fmla="*/ 64 w 102"/>
                  <a:gd name="T81" fmla="*/ 7 h 58"/>
                  <a:gd name="T82" fmla="*/ 65 w 102"/>
                  <a:gd name="T83" fmla="*/ 5 h 58"/>
                  <a:gd name="T84" fmla="*/ 59 w 102"/>
                  <a:gd name="T85" fmla="*/ 6 h 58"/>
                  <a:gd name="T86" fmla="*/ 57 w 102"/>
                  <a:gd name="T87" fmla="*/ 7 h 58"/>
                  <a:gd name="T88" fmla="*/ 31 w 102"/>
                  <a:gd name="T89" fmla="*/ 14 h 58"/>
                  <a:gd name="T90" fmla="*/ 60 w 102"/>
                  <a:gd name="T91" fmla="*/ 20 h 58"/>
                  <a:gd name="T92" fmla="*/ 18 w 102"/>
                  <a:gd name="T93" fmla="*/ 15 h 58"/>
                  <a:gd name="T94" fmla="*/ 18 w 102"/>
                  <a:gd name="T95" fmla="*/ 1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2" h="58">
                    <a:moveTo>
                      <a:pt x="2" y="56"/>
                    </a:moveTo>
                    <a:cubicBezTo>
                      <a:pt x="1" y="54"/>
                      <a:pt x="1" y="54"/>
                      <a:pt x="1" y="54"/>
                    </a:cubicBezTo>
                    <a:cubicBezTo>
                      <a:pt x="1" y="54"/>
                      <a:pt x="0" y="52"/>
                      <a:pt x="0" y="49"/>
                    </a:cubicBezTo>
                    <a:cubicBezTo>
                      <a:pt x="0" y="49"/>
                      <a:pt x="0" y="49"/>
                      <a:pt x="0" y="49"/>
                    </a:cubicBezTo>
                    <a:cubicBezTo>
                      <a:pt x="0" y="47"/>
                      <a:pt x="1" y="44"/>
                      <a:pt x="2" y="40"/>
                    </a:cubicBezTo>
                    <a:cubicBezTo>
                      <a:pt x="2" y="40"/>
                      <a:pt x="2" y="40"/>
                      <a:pt x="2" y="40"/>
                    </a:cubicBezTo>
                    <a:cubicBezTo>
                      <a:pt x="2" y="40"/>
                      <a:pt x="2" y="40"/>
                      <a:pt x="2" y="39"/>
                    </a:cubicBezTo>
                    <a:cubicBezTo>
                      <a:pt x="2" y="39"/>
                      <a:pt x="2" y="39"/>
                      <a:pt x="2" y="39"/>
                    </a:cubicBezTo>
                    <a:cubicBezTo>
                      <a:pt x="4" y="31"/>
                      <a:pt x="13" y="20"/>
                      <a:pt x="18" y="15"/>
                    </a:cubicBezTo>
                    <a:cubicBezTo>
                      <a:pt x="18" y="15"/>
                      <a:pt x="18" y="15"/>
                      <a:pt x="18" y="15"/>
                    </a:cubicBezTo>
                    <a:cubicBezTo>
                      <a:pt x="18" y="11"/>
                      <a:pt x="18" y="11"/>
                      <a:pt x="18" y="11"/>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2" y="11"/>
                      <a:pt x="22" y="11"/>
                      <a:pt x="22" y="11"/>
                    </a:cubicBezTo>
                    <a:cubicBezTo>
                      <a:pt x="22" y="11"/>
                      <a:pt x="22" y="11"/>
                      <a:pt x="22" y="11"/>
                    </a:cubicBezTo>
                    <a:cubicBezTo>
                      <a:pt x="22" y="11"/>
                      <a:pt x="22" y="11"/>
                      <a:pt x="22" y="11"/>
                    </a:cubicBezTo>
                    <a:cubicBezTo>
                      <a:pt x="23" y="11"/>
                      <a:pt x="23" y="11"/>
                      <a:pt x="23" y="11"/>
                    </a:cubicBezTo>
                    <a:cubicBezTo>
                      <a:pt x="23" y="11"/>
                      <a:pt x="23" y="11"/>
                      <a:pt x="23" y="10"/>
                    </a:cubicBezTo>
                    <a:cubicBezTo>
                      <a:pt x="23" y="10"/>
                      <a:pt x="23" y="10"/>
                      <a:pt x="23" y="10"/>
                    </a:cubicBezTo>
                    <a:cubicBezTo>
                      <a:pt x="24" y="10"/>
                      <a:pt x="24" y="10"/>
                      <a:pt x="25" y="9"/>
                    </a:cubicBezTo>
                    <a:cubicBezTo>
                      <a:pt x="25" y="9"/>
                      <a:pt x="25" y="9"/>
                      <a:pt x="25" y="9"/>
                    </a:cubicBezTo>
                    <a:cubicBezTo>
                      <a:pt x="27" y="9"/>
                      <a:pt x="30" y="7"/>
                      <a:pt x="33" y="6"/>
                    </a:cubicBezTo>
                    <a:cubicBezTo>
                      <a:pt x="33" y="6"/>
                      <a:pt x="33" y="6"/>
                      <a:pt x="33" y="6"/>
                    </a:cubicBezTo>
                    <a:cubicBezTo>
                      <a:pt x="40" y="4"/>
                      <a:pt x="48" y="1"/>
                      <a:pt x="56" y="0"/>
                    </a:cubicBezTo>
                    <a:cubicBezTo>
                      <a:pt x="56" y="0"/>
                      <a:pt x="56" y="0"/>
                      <a:pt x="56" y="0"/>
                    </a:cubicBezTo>
                    <a:cubicBezTo>
                      <a:pt x="57" y="0"/>
                      <a:pt x="58" y="0"/>
                      <a:pt x="59" y="0"/>
                    </a:cubicBezTo>
                    <a:cubicBezTo>
                      <a:pt x="59" y="0"/>
                      <a:pt x="59" y="0"/>
                      <a:pt x="59" y="0"/>
                    </a:cubicBezTo>
                    <a:cubicBezTo>
                      <a:pt x="61" y="0"/>
                      <a:pt x="64" y="0"/>
                      <a:pt x="66" y="0"/>
                    </a:cubicBezTo>
                    <a:cubicBezTo>
                      <a:pt x="66" y="0"/>
                      <a:pt x="66" y="0"/>
                      <a:pt x="66" y="0"/>
                    </a:cubicBezTo>
                    <a:cubicBezTo>
                      <a:pt x="80" y="4"/>
                      <a:pt x="95" y="15"/>
                      <a:pt x="96" y="17"/>
                    </a:cubicBezTo>
                    <a:cubicBezTo>
                      <a:pt x="96" y="17"/>
                      <a:pt x="96" y="17"/>
                      <a:pt x="96" y="17"/>
                    </a:cubicBezTo>
                    <a:cubicBezTo>
                      <a:pt x="96" y="17"/>
                      <a:pt x="96" y="17"/>
                      <a:pt x="96" y="17"/>
                    </a:cubicBezTo>
                    <a:cubicBezTo>
                      <a:pt x="102" y="21"/>
                      <a:pt x="102" y="21"/>
                      <a:pt x="102" y="21"/>
                    </a:cubicBezTo>
                    <a:cubicBezTo>
                      <a:pt x="98" y="22"/>
                      <a:pt x="98" y="22"/>
                      <a:pt x="98" y="22"/>
                    </a:cubicBezTo>
                    <a:cubicBezTo>
                      <a:pt x="94" y="23"/>
                      <a:pt x="94" y="23"/>
                      <a:pt x="94" y="23"/>
                    </a:cubicBezTo>
                    <a:cubicBezTo>
                      <a:pt x="94" y="23"/>
                      <a:pt x="94" y="23"/>
                      <a:pt x="94" y="23"/>
                    </a:cubicBezTo>
                    <a:cubicBezTo>
                      <a:pt x="93" y="23"/>
                      <a:pt x="93" y="23"/>
                      <a:pt x="92" y="24"/>
                    </a:cubicBezTo>
                    <a:cubicBezTo>
                      <a:pt x="92" y="24"/>
                      <a:pt x="92" y="24"/>
                      <a:pt x="92" y="24"/>
                    </a:cubicBezTo>
                    <a:cubicBezTo>
                      <a:pt x="90" y="24"/>
                      <a:pt x="87" y="25"/>
                      <a:pt x="84" y="25"/>
                    </a:cubicBezTo>
                    <a:cubicBezTo>
                      <a:pt x="84" y="25"/>
                      <a:pt x="84" y="25"/>
                      <a:pt x="84" y="25"/>
                    </a:cubicBezTo>
                    <a:cubicBezTo>
                      <a:pt x="78" y="26"/>
                      <a:pt x="70" y="27"/>
                      <a:pt x="64" y="27"/>
                    </a:cubicBezTo>
                    <a:cubicBezTo>
                      <a:pt x="64" y="27"/>
                      <a:pt x="64" y="27"/>
                      <a:pt x="64" y="27"/>
                    </a:cubicBezTo>
                    <a:cubicBezTo>
                      <a:pt x="62" y="27"/>
                      <a:pt x="60" y="27"/>
                      <a:pt x="58" y="27"/>
                    </a:cubicBezTo>
                    <a:cubicBezTo>
                      <a:pt x="58" y="27"/>
                      <a:pt x="58" y="27"/>
                      <a:pt x="58" y="27"/>
                    </a:cubicBezTo>
                    <a:cubicBezTo>
                      <a:pt x="51" y="25"/>
                      <a:pt x="33" y="21"/>
                      <a:pt x="25" y="20"/>
                    </a:cubicBezTo>
                    <a:cubicBezTo>
                      <a:pt x="25" y="20"/>
                      <a:pt x="25" y="20"/>
                      <a:pt x="25" y="20"/>
                    </a:cubicBezTo>
                    <a:cubicBezTo>
                      <a:pt x="24" y="21"/>
                      <a:pt x="24" y="24"/>
                      <a:pt x="24" y="26"/>
                    </a:cubicBezTo>
                    <a:cubicBezTo>
                      <a:pt x="24" y="26"/>
                      <a:pt x="24" y="26"/>
                      <a:pt x="24" y="26"/>
                    </a:cubicBezTo>
                    <a:cubicBezTo>
                      <a:pt x="23" y="29"/>
                      <a:pt x="22" y="33"/>
                      <a:pt x="20" y="36"/>
                    </a:cubicBezTo>
                    <a:cubicBezTo>
                      <a:pt x="20" y="36"/>
                      <a:pt x="20" y="36"/>
                      <a:pt x="20" y="36"/>
                    </a:cubicBezTo>
                    <a:cubicBezTo>
                      <a:pt x="17" y="44"/>
                      <a:pt x="11" y="51"/>
                      <a:pt x="8" y="54"/>
                    </a:cubicBezTo>
                    <a:cubicBezTo>
                      <a:pt x="8" y="54"/>
                      <a:pt x="8" y="54"/>
                      <a:pt x="8" y="54"/>
                    </a:cubicBezTo>
                    <a:cubicBezTo>
                      <a:pt x="8" y="54"/>
                      <a:pt x="8" y="54"/>
                      <a:pt x="8" y="54"/>
                    </a:cubicBezTo>
                    <a:cubicBezTo>
                      <a:pt x="7" y="55"/>
                      <a:pt x="7" y="55"/>
                      <a:pt x="7" y="55"/>
                    </a:cubicBezTo>
                    <a:cubicBezTo>
                      <a:pt x="7" y="55"/>
                      <a:pt x="7" y="55"/>
                      <a:pt x="7" y="55"/>
                    </a:cubicBezTo>
                    <a:cubicBezTo>
                      <a:pt x="7" y="55"/>
                      <a:pt x="7" y="55"/>
                      <a:pt x="7" y="55"/>
                    </a:cubicBezTo>
                    <a:cubicBezTo>
                      <a:pt x="5" y="57"/>
                      <a:pt x="5" y="57"/>
                      <a:pt x="5" y="57"/>
                    </a:cubicBezTo>
                    <a:cubicBezTo>
                      <a:pt x="5" y="57"/>
                      <a:pt x="5" y="57"/>
                      <a:pt x="5" y="57"/>
                    </a:cubicBezTo>
                    <a:cubicBezTo>
                      <a:pt x="3" y="58"/>
                      <a:pt x="3" y="58"/>
                      <a:pt x="3" y="58"/>
                    </a:cubicBezTo>
                    <a:cubicBezTo>
                      <a:pt x="2" y="56"/>
                      <a:pt x="2" y="56"/>
                      <a:pt x="2" y="56"/>
                    </a:cubicBezTo>
                    <a:close/>
                    <a:moveTo>
                      <a:pt x="8" y="41"/>
                    </a:moveTo>
                    <a:cubicBezTo>
                      <a:pt x="8" y="41"/>
                      <a:pt x="8" y="41"/>
                      <a:pt x="8" y="41"/>
                    </a:cubicBezTo>
                    <a:cubicBezTo>
                      <a:pt x="8" y="41"/>
                      <a:pt x="8" y="41"/>
                      <a:pt x="8" y="41"/>
                    </a:cubicBezTo>
                    <a:cubicBezTo>
                      <a:pt x="8" y="42"/>
                      <a:pt x="8" y="43"/>
                      <a:pt x="8" y="44"/>
                    </a:cubicBezTo>
                    <a:cubicBezTo>
                      <a:pt x="8" y="44"/>
                      <a:pt x="8" y="44"/>
                      <a:pt x="8" y="44"/>
                    </a:cubicBezTo>
                    <a:cubicBezTo>
                      <a:pt x="10" y="41"/>
                      <a:pt x="13" y="38"/>
                      <a:pt x="14" y="34"/>
                    </a:cubicBezTo>
                    <a:cubicBezTo>
                      <a:pt x="14" y="34"/>
                      <a:pt x="14" y="34"/>
                      <a:pt x="14" y="34"/>
                    </a:cubicBezTo>
                    <a:cubicBezTo>
                      <a:pt x="15" y="32"/>
                      <a:pt x="16" y="29"/>
                      <a:pt x="16" y="27"/>
                    </a:cubicBezTo>
                    <a:cubicBezTo>
                      <a:pt x="16" y="27"/>
                      <a:pt x="16" y="27"/>
                      <a:pt x="16" y="27"/>
                    </a:cubicBezTo>
                    <a:cubicBezTo>
                      <a:pt x="12" y="32"/>
                      <a:pt x="9" y="38"/>
                      <a:pt x="8" y="41"/>
                    </a:cubicBezTo>
                    <a:close/>
                    <a:moveTo>
                      <a:pt x="60" y="20"/>
                    </a:moveTo>
                    <a:cubicBezTo>
                      <a:pt x="61" y="21"/>
                      <a:pt x="62" y="21"/>
                      <a:pt x="64" y="21"/>
                    </a:cubicBezTo>
                    <a:cubicBezTo>
                      <a:pt x="64" y="21"/>
                      <a:pt x="64" y="21"/>
                      <a:pt x="64" y="21"/>
                    </a:cubicBezTo>
                    <a:cubicBezTo>
                      <a:pt x="68" y="21"/>
                      <a:pt x="74" y="20"/>
                      <a:pt x="80" y="19"/>
                    </a:cubicBezTo>
                    <a:cubicBezTo>
                      <a:pt x="80" y="19"/>
                      <a:pt x="80" y="19"/>
                      <a:pt x="80" y="19"/>
                    </a:cubicBezTo>
                    <a:cubicBezTo>
                      <a:pt x="82" y="19"/>
                      <a:pt x="84" y="18"/>
                      <a:pt x="86" y="18"/>
                    </a:cubicBezTo>
                    <a:cubicBezTo>
                      <a:pt x="86" y="18"/>
                      <a:pt x="86" y="18"/>
                      <a:pt x="86" y="18"/>
                    </a:cubicBezTo>
                    <a:cubicBezTo>
                      <a:pt x="81" y="14"/>
                      <a:pt x="72" y="9"/>
                      <a:pt x="64" y="7"/>
                    </a:cubicBezTo>
                    <a:cubicBezTo>
                      <a:pt x="64" y="7"/>
                      <a:pt x="64" y="7"/>
                      <a:pt x="64" y="7"/>
                    </a:cubicBezTo>
                    <a:cubicBezTo>
                      <a:pt x="65" y="5"/>
                      <a:pt x="65" y="5"/>
                      <a:pt x="65" y="5"/>
                    </a:cubicBezTo>
                    <a:cubicBezTo>
                      <a:pt x="64" y="7"/>
                      <a:pt x="64" y="7"/>
                      <a:pt x="64" y="7"/>
                    </a:cubicBezTo>
                    <a:cubicBezTo>
                      <a:pt x="62" y="7"/>
                      <a:pt x="61" y="6"/>
                      <a:pt x="59" y="6"/>
                    </a:cubicBezTo>
                    <a:cubicBezTo>
                      <a:pt x="59" y="6"/>
                      <a:pt x="59" y="6"/>
                      <a:pt x="59" y="6"/>
                    </a:cubicBezTo>
                    <a:cubicBezTo>
                      <a:pt x="58" y="6"/>
                      <a:pt x="58" y="6"/>
                      <a:pt x="57" y="7"/>
                    </a:cubicBezTo>
                    <a:cubicBezTo>
                      <a:pt x="57" y="7"/>
                      <a:pt x="57" y="7"/>
                      <a:pt x="57" y="7"/>
                    </a:cubicBezTo>
                    <a:cubicBezTo>
                      <a:pt x="48" y="8"/>
                      <a:pt x="38" y="12"/>
                      <a:pt x="31" y="14"/>
                    </a:cubicBezTo>
                    <a:cubicBezTo>
                      <a:pt x="31" y="14"/>
                      <a:pt x="31" y="14"/>
                      <a:pt x="31" y="14"/>
                    </a:cubicBezTo>
                    <a:cubicBezTo>
                      <a:pt x="40" y="16"/>
                      <a:pt x="54" y="19"/>
                      <a:pt x="60" y="20"/>
                    </a:cubicBezTo>
                    <a:close/>
                    <a:moveTo>
                      <a:pt x="18" y="16"/>
                    </a:moveTo>
                    <a:cubicBezTo>
                      <a:pt x="18" y="15"/>
                      <a:pt x="18" y="15"/>
                      <a:pt x="18" y="15"/>
                    </a:cubicBezTo>
                    <a:cubicBezTo>
                      <a:pt x="18" y="15"/>
                      <a:pt x="18" y="15"/>
                      <a:pt x="18" y="15"/>
                    </a:cubicBezTo>
                    <a:cubicBezTo>
                      <a:pt x="18" y="16"/>
                      <a:pt x="18" y="16"/>
                      <a:pt x="18"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29" name="Freeform 1334"/>
              <p:cNvSpPr/>
              <p:nvPr/>
            </p:nvSpPr>
            <p:spPr bwMode="auto">
              <a:xfrm>
                <a:off x="7577139" y="7599363"/>
                <a:ext cx="7938" cy="6350"/>
              </a:xfrm>
              <a:custGeom>
                <a:avLst/>
                <a:gdLst>
                  <a:gd name="T0" fmla="*/ 1 w 5"/>
                  <a:gd name="T1" fmla="*/ 0 h 4"/>
                  <a:gd name="T2" fmla="*/ 5 w 5"/>
                  <a:gd name="T3" fmla="*/ 2 h 4"/>
                  <a:gd name="T4" fmla="*/ 4 w 5"/>
                  <a:gd name="T5" fmla="*/ 4 h 4"/>
                  <a:gd name="T6" fmla="*/ 0 w 5"/>
                  <a:gd name="T7" fmla="*/ 4 h 4"/>
                  <a:gd name="T8" fmla="*/ 1 w 5"/>
                  <a:gd name="T9" fmla="*/ 0 h 4"/>
                  <a:gd name="T10" fmla="*/ 1 w 5"/>
                  <a:gd name="T11" fmla="*/ 0 h 4"/>
                </a:gdLst>
                <a:ahLst/>
                <a:cxnLst>
                  <a:cxn ang="0">
                    <a:pos x="T0" y="T1"/>
                  </a:cxn>
                  <a:cxn ang="0">
                    <a:pos x="T2" y="T3"/>
                  </a:cxn>
                  <a:cxn ang="0">
                    <a:pos x="T4" y="T5"/>
                  </a:cxn>
                  <a:cxn ang="0">
                    <a:pos x="T6" y="T7"/>
                  </a:cxn>
                  <a:cxn ang="0">
                    <a:pos x="T8" y="T9"/>
                  </a:cxn>
                  <a:cxn ang="0">
                    <a:pos x="T10" y="T11"/>
                  </a:cxn>
                </a:cxnLst>
                <a:rect l="0" t="0" r="r" b="b"/>
                <a:pathLst>
                  <a:path w="5" h="4">
                    <a:moveTo>
                      <a:pt x="1" y="0"/>
                    </a:moveTo>
                    <a:lnTo>
                      <a:pt x="5" y="2"/>
                    </a:lnTo>
                    <a:lnTo>
                      <a:pt x="4" y="4"/>
                    </a:lnTo>
                    <a:lnTo>
                      <a:pt x="0" y="4"/>
                    </a:lnTo>
                    <a:lnTo>
                      <a:pt x="1"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0" name="Freeform 1335"/>
              <p:cNvSpPr/>
              <p:nvPr/>
            </p:nvSpPr>
            <p:spPr bwMode="auto">
              <a:xfrm>
                <a:off x="7573964" y="7594601"/>
                <a:ext cx="14288" cy="15875"/>
              </a:xfrm>
              <a:custGeom>
                <a:avLst/>
                <a:gdLst>
                  <a:gd name="T0" fmla="*/ 0 w 9"/>
                  <a:gd name="T1" fmla="*/ 8 h 10"/>
                  <a:gd name="T2" fmla="*/ 0 w 9"/>
                  <a:gd name="T3" fmla="*/ 6 h 10"/>
                  <a:gd name="T4" fmla="*/ 1 w 9"/>
                  <a:gd name="T5" fmla="*/ 2 h 10"/>
                  <a:gd name="T6" fmla="*/ 1 w 9"/>
                  <a:gd name="T7" fmla="*/ 0 h 10"/>
                  <a:gd name="T8" fmla="*/ 9 w 9"/>
                  <a:gd name="T9" fmla="*/ 2 h 10"/>
                  <a:gd name="T10" fmla="*/ 8 w 9"/>
                  <a:gd name="T11" fmla="*/ 10 h 10"/>
                  <a:gd name="T12" fmla="*/ 0 w 9"/>
                  <a:gd name="T13" fmla="*/ 8 h 10"/>
                  <a:gd name="T14" fmla="*/ 0 w 9"/>
                  <a:gd name="T15" fmla="*/ 8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0">
                    <a:moveTo>
                      <a:pt x="0" y="8"/>
                    </a:moveTo>
                    <a:lnTo>
                      <a:pt x="0" y="6"/>
                    </a:lnTo>
                    <a:lnTo>
                      <a:pt x="1" y="2"/>
                    </a:lnTo>
                    <a:lnTo>
                      <a:pt x="1" y="0"/>
                    </a:lnTo>
                    <a:lnTo>
                      <a:pt x="9" y="2"/>
                    </a:lnTo>
                    <a:lnTo>
                      <a:pt x="8" y="10"/>
                    </a:lnTo>
                    <a:lnTo>
                      <a:pt x="0" y="8"/>
                    </a:lnTo>
                    <a:lnTo>
                      <a:pt x="0" y="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1" name="Freeform 1336"/>
              <p:cNvSpPr/>
              <p:nvPr/>
            </p:nvSpPr>
            <p:spPr bwMode="auto">
              <a:xfrm>
                <a:off x="7502526" y="7608888"/>
                <a:ext cx="7938" cy="4763"/>
              </a:xfrm>
              <a:custGeom>
                <a:avLst/>
                <a:gdLst>
                  <a:gd name="T0" fmla="*/ 1 w 5"/>
                  <a:gd name="T1" fmla="*/ 0 h 3"/>
                  <a:gd name="T2" fmla="*/ 5 w 5"/>
                  <a:gd name="T3" fmla="*/ 0 h 3"/>
                  <a:gd name="T4" fmla="*/ 3 w 5"/>
                  <a:gd name="T5" fmla="*/ 3 h 3"/>
                  <a:gd name="T6" fmla="*/ 0 w 5"/>
                  <a:gd name="T7" fmla="*/ 2 h 3"/>
                  <a:gd name="T8" fmla="*/ 1 w 5"/>
                  <a:gd name="T9" fmla="*/ 0 h 3"/>
                  <a:gd name="T10" fmla="*/ 1 w 5"/>
                  <a:gd name="T11" fmla="*/ 0 h 3"/>
                </a:gdLst>
                <a:ahLst/>
                <a:cxnLst>
                  <a:cxn ang="0">
                    <a:pos x="T0" y="T1"/>
                  </a:cxn>
                  <a:cxn ang="0">
                    <a:pos x="T2" y="T3"/>
                  </a:cxn>
                  <a:cxn ang="0">
                    <a:pos x="T4" y="T5"/>
                  </a:cxn>
                  <a:cxn ang="0">
                    <a:pos x="T6" y="T7"/>
                  </a:cxn>
                  <a:cxn ang="0">
                    <a:pos x="T8" y="T9"/>
                  </a:cxn>
                  <a:cxn ang="0">
                    <a:pos x="T10" y="T11"/>
                  </a:cxn>
                </a:cxnLst>
                <a:rect l="0" t="0" r="r" b="b"/>
                <a:pathLst>
                  <a:path w="5" h="3">
                    <a:moveTo>
                      <a:pt x="1" y="0"/>
                    </a:moveTo>
                    <a:lnTo>
                      <a:pt x="5" y="0"/>
                    </a:lnTo>
                    <a:lnTo>
                      <a:pt x="3" y="3"/>
                    </a:lnTo>
                    <a:lnTo>
                      <a:pt x="0" y="2"/>
                    </a:lnTo>
                    <a:lnTo>
                      <a:pt x="1"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2" name="Freeform 1337"/>
              <p:cNvSpPr/>
              <p:nvPr/>
            </p:nvSpPr>
            <p:spPr bwMode="auto">
              <a:xfrm>
                <a:off x="7499351" y="7604126"/>
                <a:ext cx="14288" cy="12700"/>
              </a:xfrm>
              <a:custGeom>
                <a:avLst/>
                <a:gdLst>
                  <a:gd name="T0" fmla="*/ 0 w 9"/>
                  <a:gd name="T1" fmla="*/ 7 h 8"/>
                  <a:gd name="T2" fmla="*/ 0 w 9"/>
                  <a:gd name="T3" fmla="*/ 5 h 8"/>
                  <a:gd name="T4" fmla="*/ 1 w 9"/>
                  <a:gd name="T5" fmla="*/ 2 h 8"/>
                  <a:gd name="T6" fmla="*/ 1 w 9"/>
                  <a:gd name="T7" fmla="*/ 0 h 8"/>
                  <a:gd name="T8" fmla="*/ 9 w 9"/>
                  <a:gd name="T9" fmla="*/ 2 h 8"/>
                  <a:gd name="T10" fmla="*/ 8 w 9"/>
                  <a:gd name="T11" fmla="*/ 8 h 8"/>
                  <a:gd name="T12" fmla="*/ 0 w 9"/>
                  <a:gd name="T13" fmla="*/ 7 h 8"/>
                  <a:gd name="T14" fmla="*/ 0 w 9"/>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8">
                    <a:moveTo>
                      <a:pt x="0" y="7"/>
                    </a:moveTo>
                    <a:lnTo>
                      <a:pt x="0" y="5"/>
                    </a:lnTo>
                    <a:lnTo>
                      <a:pt x="1" y="2"/>
                    </a:lnTo>
                    <a:lnTo>
                      <a:pt x="1" y="0"/>
                    </a:lnTo>
                    <a:lnTo>
                      <a:pt x="9" y="2"/>
                    </a:lnTo>
                    <a:lnTo>
                      <a:pt x="8" y="8"/>
                    </a:lnTo>
                    <a:lnTo>
                      <a:pt x="0" y="7"/>
                    </a:lnTo>
                    <a:lnTo>
                      <a:pt x="0" y="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3" name="Freeform 1338"/>
              <p:cNvSpPr>
                <a:spLocks noEditPoints="1"/>
              </p:cNvSpPr>
              <p:nvPr/>
            </p:nvSpPr>
            <p:spPr bwMode="auto">
              <a:xfrm>
                <a:off x="7486651" y="7639051"/>
                <a:ext cx="114300" cy="47625"/>
              </a:xfrm>
              <a:custGeom>
                <a:avLst/>
                <a:gdLst>
                  <a:gd name="T0" fmla="*/ 2 w 65"/>
                  <a:gd name="T1" fmla="*/ 8 h 28"/>
                  <a:gd name="T2" fmla="*/ 32 w 65"/>
                  <a:gd name="T3" fmla="*/ 24 h 28"/>
                  <a:gd name="T4" fmla="*/ 32 w 65"/>
                  <a:gd name="T5" fmla="*/ 24 h 28"/>
                  <a:gd name="T6" fmla="*/ 32 w 65"/>
                  <a:gd name="T7" fmla="*/ 24 h 28"/>
                  <a:gd name="T8" fmla="*/ 32 w 65"/>
                  <a:gd name="T9" fmla="*/ 24 h 28"/>
                  <a:gd name="T10" fmla="*/ 52 w 65"/>
                  <a:gd name="T11" fmla="*/ 13 h 28"/>
                  <a:gd name="T12" fmla="*/ 52 w 65"/>
                  <a:gd name="T13" fmla="*/ 13 h 28"/>
                  <a:gd name="T14" fmla="*/ 63 w 65"/>
                  <a:gd name="T15" fmla="*/ 0 h 28"/>
                  <a:gd name="T16" fmla="*/ 63 w 65"/>
                  <a:gd name="T17" fmla="*/ 0 h 28"/>
                  <a:gd name="T18" fmla="*/ 65 w 65"/>
                  <a:gd name="T19" fmla="*/ 1 h 28"/>
                  <a:gd name="T20" fmla="*/ 54 w 65"/>
                  <a:gd name="T21" fmla="*/ 15 h 28"/>
                  <a:gd name="T22" fmla="*/ 54 w 65"/>
                  <a:gd name="T23" fmla="*/ 15 h 28"/>
                  <a:gd name="T24" fmla="*/ 32 w 65"/>
                  <a:gd name="T25" fmla="*/ 27 h 28"/>
                  <a:gd name="T26" fmla="*/ 32 w 65"/>
                  <a:gd name="T27" fmla="*/ 27 h 28"/>
                  <a:gd name="T28" fmla="*/ 31 w 65"/>
                  <a:gd name="T29" fmla="*/ 27 h 28"/>
                  <a:gd name="T30" fmla="*/ 31 w 65"/>
                  <a:gd name="T31" fmla="*/ 27 h 28"/>
                  <a:gd name="T32" fmla="*/ 0 w 65"/>
                  <a:gd name="T33" fmla="*/ 10 h 28"/>
                  <a:gd name="T34" fmla="*/ 0 w 65"/>
                  <a:gd name="T35" fmla="*/ 10 h 28"/>
                  <a:gd name="T36" fmla="*/ 2 w 65"/>
                  <a:gd name="T37" fmla="*/ 8 h 28"/>
                  <a:gd name="T38" fmla="*/ 63 w 65"/>
                  <a:gd name="T39" fmla="*/ 0 h 28"/>
                  <a:gd name="T40" fmla="*/ 63 w 65"/>
                  <a:gd name="T41" fmla="*/ 0 h 28"/>
                  <a:gd name="T42" fmla="*/ 63 w 65"/>
                  <a:gd name="T43" fmla="*/ 0 h 28"/>
                  <a:gd name="T44" fmla="*/ 63 w 65"/>
                  <a:gd name="T45" fmla="*/ 0 h 28"/>
                  <a:gd name="T46" fmla="*/ 63 w 65"/>
                  <a:gd name="T4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5" h="28">
                    <a:moveTo>
                      <a:pt x="2" y="8"/>
                    </a:moveTo>
                    <a:cubicBezTo>
                      <a:pt x="2" y="8"/>
                      <a:pt x="19" y="21"/>
                      <a:pt x="32" y="24"/>
                    </a:cubicBezTo>
                    <a:cubicBezTo>
                      <a:pt x="32" y="24"/>
                      <a:pt x="32" y="24"/>
                      <a:pt x="32" y="24"/>
                    </a:cubicBezTo>
                    <a:cubicBezTo>
                      <a:pt x="32" y="24"/>
                      <a:pt x="32" y="24"/>
                      <a:pt x="32" y="24"/>
                    </a:cubicBezTo>
                    <a:cubicBezTo>
                      <a:pt x="32" y="24"/>
                      <a:pt x="32" y="24"/>
                      <a:pt x="32" y="24"/>
                    </a:cubicBezTo>
                    <a:cubicBezTo>
                      <a:pt x="38" y="25"/>
                      <a:pt x="46" y="20"/>
                      <a:pt x="52" y="13"/>
                    </a:cubicBezTo>
                    <a:cubicBezTo>
                      <a:pt x="52" y="13"/>
                      <a:pt x="52" y="13"/>
                      <a:pt x="52" y="13"/>
                    </a:cubicBezTo>
                    <a:cubicBezTo>
                      <a:pt x="58" y="6"/>
                      <a:pt x="63" y="0"/>
                      <a:pt x="63" y="0"/>
                    </a:cubicBezTo>
                    <a:cubicBezTo>
                      <a:pt x="63" y="0"/>
                      <a:pt x="63" y="0"/>
                      <a:pt x="63" y="0"/>
                    </a:cubicBezTo>
                    <a:cubicBezTo>
                      <a:pt x="65" y="1"/>
                      <a:pt x="65" y="1"/>
                      <a:pt x="65" y="1"/>
                    </a:cubicBezTo>
                    <a:cubicBezTo>
                      <a:pt x="65" y="1"/>
                      <a:pt x="60" y="8"/>
                      <a:pt x="54" y="15"/>
                    </a:cubicBezTo>
                    <a:cubicBezTo>
                      <a:pt x="54" y="15"/>
                      <a:pt x="54" y="15"/>
                      <a:pt x="54" y="15"/>
                    </a:cubicBezTo>
                    <a:cubicBezTo>
                      <a:pt x="47" y="22"/>
                      <a:pt x="39" y="28"/>
                      <a:pt x="32" y="27"/>
                    </a:cubicBezTo>
                    <a:cubicBezTo>
                      <a:pt x="32" y="27"/>
                      <a:pt x="32" y="27"/>
                      <a:pt x="32" y="27"/>
                    </a:cubicBezTo>
                    <a:cubicBezTo>
                      <a:pt x="32" y="27"/>
                      <a:pt x="31" y="27"/>
                      <a:pt x="31" y="27"/>
                    </a:cubicBezTo>
                    <a:cubicBezTo>
                      <a:pt x="31" y="27"/>
                      <a:pt x="31" y="27"/>
                      <a:pt x="31" y="27"/>
                    </a:cubicBezTo>
                    <a:cubicBezTo>
                      <a:pt x="18" y="24"/>
                      <a:pt x="1" y="10"/>
                      <a:pt x="0" y="10"/>
                    </a:cubicBezTo>
                    <a:cubicBezTo>
                      <a:pt x="0" y="10"/>
                      <a:pt x="0" y="10"/>
                      <a:pt x="0" y="10"/>
                    </a:cubicBezTo>
                    <a:cubicBezTo>
                      <a:pt x="2" y="8"/>
                      <a:pt x="2" y="8"/>
                      <a:pt x="2" y="8"/>
                    </a:cubicBezTo>
                    <a:close/>
                    <a:moveTo>
                      <a:pt x="63" y="0"/>
                    </a:moveTo>
                    <a:cubicBezTo>
                      <a:pt x="63" y="0"/>
                      <a:pt x="63" y="0"/>
                      <a:pt x="63" y="0"/>
                    </a:cubicBezTo>
                    <a:cubicBezTo>
                      <a:pt x="63" y="0"/>
                      <a:pt x="63" y="0"/>
                      <a:pt x="63" y="0"/>
                    </a:cubicBezTo>
                    <a:cubicBezTo>
                      <a:pt x="63" y="0"/>
                      <a:pt x="63" y="0"/>
                      <a:pt x="63" y="0"/>
                    </a:cubicBezTo>
                    <a:cubicBezTo>
                      <a:pt x="63" y="0"/>
                      <a:pt x="63" y="0"/>
                      <a:pt x="6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4" name="Freeform 1339"/>
              <p:cNvSpPr>
                <a:spLocks noEditPoints="1"/>
              </p:cNvSpPr>
              <p:nvPr/>
            </p:nvSpPr>
            <p:spPr bwMode="auto">
              <a:xfrm>
                <a:off x="7481889" y="7632701"/>
                <a:ext cx="123825" cy="55563"/>
              </a:xfrm>
              <a:custGeom>
                <a:avLst/>
                <a:gdLst>
                  <a:gd name="T0" fmla="*/ 34 w 71"/>
                  <a:gd name="T1" fmla="*/ 32 h 32"/>
                  <a:gd name="T2" fmla="*/ 34 w 71"/>
                  <a:gd name="T3" fmla="*/ 32 h 32"/>
                  <a:gd name="T4" fmla="*/ 34 w 71"/>
                  <a:gd name="T5" fmla="*/ 32 h 32"/>
                  <a:gd name="T6" fmla="*/ 3 w 71"/>
                  <a:gd name="T7" fmla="*/ 15 h 32"/>
                  <a:gd name="T8" fmla="*/ 3 w 71"/>
                  <a:gd name="T9" fmla="*/ 15 h 32"/>
                  <a:gd name="T10" fmla="*/ 0 w 71"/>
                  <a:gd name="T11" fmla="*/ 14 h 32"/>
                  <a:gd name="T12" fmla="*/ 2 w 71"/>
                  <a:gd name="T13" fmla="*/ 12 h 32"/>
                  <a:gd name="T14" fmla="*/ 4 w 71"/>
                  <a:gd name="T15" fmla="*/ 10 h 32"/>
                  <a:gd name="T16" fmla="*/ 4 w 71"/>
                  <a:gd name="T17" fmla="*/ 9 h 32"/>
                  <a:gd name="T18" fmla="*/ 4 w 71"/>
                  <a:gd name="T19" fmla="*/ 9 h 32"/>
                  <a:gd name="T20" fmla="*/ 5 w 71"/>
                  <a:gd name="T21" fmla="*/ 9 h 32"/>
                  <a:gd name="T22" fmla="*/ 5 w 71"/>
                  <a:gd name="T23" fmla="*/ 9 h 32"/>
                  <a:gd name="T24" fmla="*/ 6 w 71"/>
                  <a:gd name="T25" fmla="*/ 9 h 32"/>
                  <a:gd name="T26" fmla="*/ 6 w 71"/>
                  <a:gd name="T27" fmla="*/ 9 h 32"/>
                  <a:gd name="T28" fmla="*/ 6 w 71"/>
                  <a:gd name="T29" fmla="*/ 9 h 32"/>
                  <a:gd name="T30" fmla="*/ 6 w 71"/>
                  <a:gd name="T31" fmla="*/ 9 h 32"/>
                  <a:gd name="T32" fmla="*/ 6 w 71"/>
                  <a:gd name="T33" fmla="*/ 9 h 32"/>
                  <a:gd name="T34" fmla="*/ 6 w 71"/>
                  <a:gd name="T35" fmla="*/ 9 h 32"/>
                  <a:gd name="T36" fmla="*/ 6 w 71"/>
                  <a:gd name="T37" fmla="*/ 9 h 32"/>
                  <a:gd name="T38" fmla="*/ 6 w 71"/>
                  <a:gd name="T39" fmla="*/ 9 h 32"/>
                  <a:gd name="T40" fmla="*/ 6 w 71"/>
                  <a:gd name="T41" fmla="*/ 9 h 32"/>
                  <a:gd name="T42" fmla="*/ 6 w 71"/>
                  <a:gd name="T43" fmla="*/ 9 h 32"/>
                  <a:gd name="T44" fmla="*/ 7 w 71"/>
                  <a:gd name="T45" fmla="*/ 9 h 32"/>
                  <a:gd name="T46" fmla="*/ 7 w 71"/>
                  <a:gd name="T47" fmla="*/ 9 h 32"/>
                  <a:gd name="T48" fmla="*/ 7 w 71"/>
                  <a:gd name="T49" fmla="*/ 10 h 32"/>
                  <a:gd name="T50" fmla="*/ 7 w 71"/>
                  <a:gd name="T51" fmla="*/ 10 h 32"/>
                  <a:gd name="T52" fmla="*/ 9 w 71"/>
                  <a:gd name="T53" fmla="*/ 11 h 32"/>
                  <a:gd name="T54" fmla="*/ 9 w 71"/>
                  <a:gd name="T55" fmla="*/ 11 h 32"/>
                  <a:gd name="T56" fmla="*/ 16 w 71"/>
                  <a:gd name="T57" fmla="*/ 16 h 32"/>
                  <a:gd name="T58" fmla="*/ 16 w 71"/>
                  <a:gd name="T59" fmla="*/ 16 h 32"/>
                  <a:gd name="T60" fmla="*/ 35 w 71"/>
                  <a:gd name="T61" fmla="*/ 25 h 32"/>
                  <a:gd name="T62" fmla="*/ 35 w 71"/>
                  <a:gd name="T63" fmla="*/ 25 h 32"/>
                  <a:gd name="T64" fmla="*/ 36 w 71"/>
                  <a:gd name="T65" fmla="*/ 25 h 32"/>
                  <a:gd name="T66" fmla="*/ 36 w 71"/>
                  <a:gd name="T67" fmla="*/ 25 h 32"/>
                  <a:gd name="T68" fmla="*/ 37 w 71"/>
                  <a:gd name="T69" fmla="*/ 25 h 32"/>
                  <a:gd name="T70" fmla="*/ 37 w 71"/>
                  <a:gd name="T71" fmla="*/ 25 h 32"/>
                  <a:gd name="T72" fmla="*/ 54 w 71"/>
                  <a:gd name="T73" fmla="*/ 15 h 32"/>
                  <a:gd name="T74" fmla="*/ 54 w 71"/>
                  <a:gd name="T75" fmla="*/ 15 h 32"/>
                  <a:gd name="T76" fmla="*/ 63 w 71"/>
                  <a:gd name="T77" fmla="*/ 3 h 32"/>
                  <a:gd name="T78" fmla="*/ 63 w 71"/>
                  <a:gd name="T79" fmla="*/ 3 h 32"/>
                  <a:gd name="T80" fmla="*/ 61 w 71"/>
                  <a:gd name="T81" fmla="*/ 1 h 32"/>
                  <a:gd name="T82" fmla="*/ 65 w 71"/>
                  <a:gd name="T83" fmla="*/ 1 h 32"/>
                  <a:gd name="T84" fmla="*/ 66 w 71"/>
                  <a:gd name="T85" fmla="*/ 0 h 32"/>
                  <a:gd name="T86" fmla="*/ 67 w 71"/>
                  <a:gd name="T87" fmla="*/ 1 h 32"/>
                  <a:gd name="T88" fmla="*/ 71 w 71"/>
                  <a:gd name="T89" fmla="*/ 1 h 32"/>
                  <a:gd name="T90" fmla="*/ 69 w 71"/>
                  <a:gd name="T91" fmla="*/ 2 h 32"/>
                  <a:gd name="T92" fmla="*/ 71 w 71"/>
                  <a:gd name="T93" fmla="*/ 4 h 32"/>
                  <a:gd name="T94" fmla="*/ 70 w 71"/>
                  <a:gd name="T95" fmla="*/ 6 h 32"/>
                  <a:gd name="T96" fmla="*/ 70 w 71"/>
                  <a:gd name="T97" fmla="*/ 6 h 32"/>
                  <a:gd name="T98" fmla="*/ 69 w 71"/>
                  <a:gd name="T99" fmla="*/ 7 h 32"/>
                  <a:gd name="T100" fmla="*/ 69 w 71"/>
                  <a:gd name="T101" fmla="*/ 7 h 32"/>
                  <a:gd name="T102" fmla="*/ 67 w 71"/>
                  <a:gd name="T103" fmla="*/ 10 h 32"/>
                  <a:gd name="T104" fmla="*/ 67 w 71"/>
                  <a:gd name="T105" fmla="*/ 10 h 32"/>
                  <a:gd name="T106" fmla="*/ 58 w 71"/>
                  <a:gd name="T107" fmla="*/ 19 h 32"/>
                  <a:gd name="T108" fmla="*/ 58 w 71"/>
                  <a:gd name="T109" fmla="*/ 19 h 32"/>
                  <a:gd name="T110" fmla="*/ 37 w 71"/>
                  <a:gd name="T111" fmla="*/ 32 h 32"/>
                  <a:gd name="T112" fmla="*/ 37 w 71"/>
                  <a:gd name="T113" fmla="*/ 32 h 32"/>
                  <a:gd name="T114" fmla="*/ 34 w 71"/>
                  <a:gd name="T115" fmla="*/ 32 h 32"/>
                  <a:gd name="T116" fmla="*/ 4 w 71"/>
                  <a:gd name="T117" fmla="*/ 12 h 32"/>
                  <a:gd name="T118" fmla="*/ 3 w 71"/>
                  <a:gd name="T119" fmla="*/ 11 h 32"/>
                  <a:gd name="T120" fmla="*/ 3 w 71"/>
                  <a:gd name="T121" fmla="*/ 11 h 32"/>
                  <a:gd name="T122" fmla="*/ 4 w 71"/>
                  <a:gd name="T123"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 h="32">
                    <a:moveTo>
                      <a:pt x="34" y="32"/>
                    </a:moveTo>
                    <a:cubicBezTo>
                      <a:pt x="34" y="32"/>
                      <a:pt x="34" y="32"/>
                      <a:pt x="34" y="32"/>
                    </a:cubicBezTo>
                    <a:cubicBezTo>
                      <a:pt x="34" y="32"/>
                      <a:pt x="34" y="32"/>
                      <a:pt x="34" y="32"/>
                    </a:cubicBezTo>
                    <a:cubicBezTo>
                      <a:pt x="20" y="29"/>
                      <a:pt x="4" y="16"/>
                      <a:pt x="3" y="15"/>
                    </a:cubicBezTo>
                    <a:cubicBezTo>
                      <a:pt x="3" y="15"/>
                      <a:pt x="3" y="15"/>
                      <a:pt x="3" y="15"/>
                    </a:cubicBezTo>
                    <a:cubicBezTo>
                      <a:pt x="0" y="14"/>
                      <a:pt x="0" y="14"/>
                      <a:pt x="0" y="14"/>
                    </a:cubicBezTo>
                    <a:cubicBezTo>
                      <a:pt x="2" y="12"/>
                      <a:pt x="2" y="12"/>
                      <a:pt x="2" y="12"/>
                    </a:cubicBezTo>
                    <a:cubicBezTo>
                      <a:pt x="4" y="10"/>
                      <a:pt x="4" y="10"/>
                      <a:pt x="4" y="10"/>
                    </a:cubicBezTo>
                    <a:cubicBezTo>
                      <a:pt x="4" y="10"/>
                      <a:pt x="4" y="9"/>
                      <a:pt x="4" y="9"/>
                    </a:cubicBezTo>
                    <a:cubicBezTo>
                      <a:pt x="4" y="9"/>
                      <a:pt x="4" y="9"/>
                      <a:pt x="4" y="9"/>
                    </a:cubicBezTo>
                    <a:cubicBezTo>
                      <a:pt x="4" y="9"/>
                      <a:pt x="5" y="9"/>
                      <a:pt x="5" y="9"/>
                    </a:cubicBezTo>
                    <a:cubicBezTo>
                      <a:pt x="5" y="9"/>
                      <a:pt x="5" y="9"/>
                      <a:pt x="5" y="9"/>
                    </a:cubicBezTo>
                    <a:cubicBezTo>
                      <a:pt x="5"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7" y="9"/>
                      <a:pt x="7" y="9"/>
                    </a:cubicBezTo>
                    <a:cubicBezTo>
                      <a:pt x="7" y="9"/>
                      <a:pt x="7" y="9"/>
                      <a:pt x="7" y="9"/>
                    </a:cubicBezTo>
                    <a:cubicBezTo>
                      <a:pt x="7" y="9"/>
                      <a:pt x="7" y="10"/>
                      <a:pt x="7" y="10"/>
                    </a:cubicBezTo>
                    <a:cubicBezTo>
                      <a:pt x="7" y="10"/>
                      <a:pt x="7" y="10"/>
                      <a:pt x="7" y="10"/>
                    </a:cubicBezTo>
                    <a:cubicBezTo>
                      <a:pt x="8" y="10"/>
                      <a:pt x="8" y="11"/>
                      <a:pt x="9" y="11"/>
                    </a:cubicBezTo>
                    <a:cubicBezTo>
                      <a:pt x="9" y="11"/>
                      <a:pt x="9" y="11"/>
                      <a:pt x="9" y="11"/>
                    </a:cubicBezTo>
                    <a:cubicBezTo>
                      <a:pt x="11" y="13"/>
                      <a:pt x="14" y="14"/>
                      <a:pt x="16" y="16"/>
                    </a:cubicBezTo>
                    <a:cubicBezTo>
                      <a:pt x="16" y="16"/>
                      <a:pt x="16" y="16"/>
                      <a:pt x="16" y="16"/>
                    </a:cubicBezTo>
                    <a:cubicBezTo>
                      <a:pt x="22" y="20"/>
                      <a:pt x="30" y="24"/>
                      <a:pt x="35" y="25"/>
                    </a:cubicBezTo>
                    <a:cubicBezTo>
                      <a:pt x="35" y="25"/>
                      <a:pt x="35" y="25"/>
                      <a:pt x="35" y="25"/>
                    </a:cubicBezTo>
                    <a:cubicBezTo>
                      <a:pt x="35" y="25"/>
                      <a:pt x="36" y="25"/>
                      <a:pt x="36" y="25"/>
                    </a:cubicBezTo>
                    <a:cubicBezTo>
                      <a:pt x="36" y="25"/>
                      <a:pt x="36" y="25"/>
                      <a:pt x="36" y="25"/>
                    </a:cubicBezTo>
                    <a:cubicBezTo>
                      <a:pt x="36" y="25"/>
                      <a:pt x="36" y="25"/>
                      <a:pt x="37" y="25"/>
                    </a:cubicBezTo>
                    <a:cubicBezTo>
                      <a:pt x="37" y="25"/>
                      <a:pt x="37" y="25"/>
                      <a:pt x="37" y="25"/>
                    </a:cubicBezTo>
                    <a:cubicBezTo>
                      <a:pt x="41" y="26"/>
                      <a:pt x="48" y="20"/>
                      <a:pt x="54" y="15"/>
                    </a:cubicBezTo>
                    <a:cubicBezTo>
                      <a:pt x="54" y="15"/>
                      <a:pt x="54" y="15"/>
                      <a:pt x="54" y="15"/>
                    </a:cubicBezTo>
                    <a:cubicBezTo>
                      <a:pt x="58" y="10"/>
                      <a:pt x="62" y="5"/>
                      <a:pt x="63" y="3"/>
                    </a:cubicBezTo>
                    <a:cubicBezTo>
                      <a:pt x="63" y="3"/>
                      <a:pt x="63" y="3"/>
                      <a:pt x="63" y="3"/>
                    </a:cubicBezTo>
                    <a:cubicBezTo>
                      <a:pt x="61" y="1"/>
                      <a:pt x="61" y="1"/>
                      <a:pt x="61" y="1"/>
                    </a:cubicBezTo>
                    <a:cubicBezTo>
                      <a:pt x="65" y="1"/>
                      <a:pt x="65" y="1"/>
                      <a:pt x="65" y="1"/>
                    </a:cubicBezTo>
                    <a:cubicBezTo>
                      <a:pt x="66" y="0"/>
                      <a:pt x="66" y="0"/>
                      <a:pt x="66" y="0"/>
                    </a:cubicBezTo>
                    <a:cubicBezTo>
                      <a:pt x="67" y="1"/>
                      <a:pt x="67" y="1"/>
                      <a:pt x="67" y="1"/>
                    </a:cubicBezTo>
                    <a:cubicBezTo>
                      <a:pt x="71" y="1"/>
                      <a:pt x="71" y="1"/>
                      <a:pt x="71" y="1"/>
                    </a:cubicBezTo>
                    <a:cubicBezTo>
                      <a:pt x="69" y="2"/>
                      <a:pt x="69" y="2"/>
                      <a:pt x="69" y="2"/>
                    </a:cubicBezTo>
                    <a:cubicBezTo>
                      <a:pt x="71" y="4"/>
                      <a:pt x="71" y="4"/>
                      <a:pt x="71" y="4"/>
                    </a:cubicBezTo>
                    <a:cubicBezTo>
                      <a:pt x="70" y="6"/>
                      <a:pt x="70" y="6"/>
                      <a:pt x="70" y="6"/>
                    </a:cubicBezTo>
                    <a:cubicBezTo>
                      <a:pt x="70" y="6"/>
                      <a:pt x="70" y="6"/>
                      <a:pt x="70" y="6"/>
                    </a:cubicBezTo>
                    <a:cubicBezTo>
                      <a:pt x="70" y="6"/>
                      <a:pt x="69" y="6"/>
                      <a:pt x="69" y="7"/>
                    </a:cubicBezTo>
                    <a:cubicBezTo>
                      <a:pt x="69" y="7"/>
                      <a:pt x="69" y="7"/>
                      <a:pt x="69" y="7"/>
                    </a:cubicBezTo>
                    <a:cubicBezTo>
                      <a:pt x="69" y="7"/>
                      <a:pt x="68" y="8"/>
                      <a:pt x="67" y="10"/>
                    </a:cubicBezTo>
                    <a:cubicBezTo>
                      <a:pt x="67" y="10"/>
                      <a:pt x="67" y="10"/>
                      <a:pt x="67" y="10"/>
                    </a:cubicBezTo>
                    <a:cubicBezTo>
                      <a:pt x="65" y="12"/>
                      <a:pt x="62" y="16"/>
                      <a:pt x="58" y="19"/>
                    </a:cubicBezTo>
                    <a:cubicBezTo>
                      <a:pt x="58" y="19"/>
                      <a:pt x="58" y="19"/>
                      <a:pt x="58" y="19"/>
                    </a:cubicBezTo>
                    <a:cubicBezTo>
                      <a:pt x="52" y="25"/>
                      <a:pt x="45" y="32"/>
                      <a:pt x="37" y="32"/>
                    </a:cubicBezTo>
                    <a:cubicBezTo>
                      <a:pt x="37" y="32"/>
                      <a:pt x="37" y="32"/>
                      <a:pt x="37" y="32"/>
                    </a:cubicBezTo>
                    <a:cubicBezTo>
                      <a:pt x="36" y="32"/>
                      <a:pt x="35" y="32"/>
                      <a:pt x="34" y="32"/>
                    </a:cubicBezTo>
                    <a:close/>
                    <a:moveTo>
                      <a:pt x="4" y="12"/>
                    </a:moveTo>
                    <a:cubicBezTo>
                      <a:pt x="3" y="12"/>
                      <a:pt x="3" y="12"/>
                      <a:pt x="3" y="11"/>
                    </a:cubicBezTo>
                    <a:cubicBezTo>
                      <a:pt x="3" y="11"/>
                      <a:pt x="3" y="11"/>
                      <a:pt x="3" y="11"/>
                    </a:cubicBezTo>
                    <a:cubicBezTo>
                      <a:pt x="3" y="12"/>
                      <a:pt x="3" y="12"/>
                      <a:pt x="4"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5" name="Freeform 1340"/>
              <p:cNvSpPr/>
              <p:nvPr/>
            </p:nvSpPr>
            <p:spPr bwMode="auto">
              <a:xfrm>
                <a:off x="7486651" y="7650163"/>
                <a:ext cx="9525" cy="9525"/>
              </a:xfrm>
              <a:custGeom>
                <a:avLst/>
                <a:gdLst>
                  <a:gd name="T0" fmla="*/ 5 w 6"/>
                  <a:gd name="T1" fmla="*/ 0 h 6"/>
                  <a:gd name="T2" fmla="*/ 6 w 6"/>
                  <a:gd name="T3" fmla="*/ 2 h 6"/>
                  <a:gd name="T4" fmla="*/ 3 w 6"/>
                  <a:gd name="T5" fmla="*/ 6 h 6"/>
                  <a:gd name="T6" fmla="*/ 0 w 6"/>
                  <a:gd name="T7" fmla="*/ 4 h 6"/>
                  <a:gd name="T8" fmla="*/ 5 w 6"/>
                  <a:gd name="T9" fmla="*/ 0 h 6"/>
                  <a:gd name="T10" fmla="*/ 5 w 6"/>
                  <a:gd name="T11" fmla="*/ 0 h 6"/>
                </a:gdLst>
                <a:ahLst/>
                <a:cxnLst>
                  <a:cxn ang="0">
                    <a:pos x="T0" y="T1"/>
                  </a:cxn>
                  <a:cxn ang="0">
                    <a:pos x="T2" y="T3"/>
                  </a:cxn>
                  <a:cxn ang="0">
                    <a:pos x="T4" y="T5"/>
                  </a:cxn>
                  <a:cxn ang="0">
                    <a:pos x="T6" y="T7"/>
                  </a:cxn>
                  <a:cxn ang="0">
                    <a:pos x="T8" y="T9"/>
                  </a:cxn>
                  <a:cxn ang="0">
                    <a:pos x="T10" y="T11"/>
                  </a:cxn>
                </a:cxnLst>
                <a:rect l="0" t="0" r="r" b="b"/>
                <a:pathLst>
                  <a:path w="6" h="6">
                    <a:moveTo>
                      <a:pt x="5" y="0"/>
                    </a:moveTo>
                    <a:lnTo>
                      <a:pt x="6" y="2"/>
                    </a:lnTo>
                    <a:lnTo>
                      <a:pt x="3" y="6"/>
                    </a:lnTo>
                    <a:lnTo>
                      <a:pt x="0" y="4"/>
                    </a:lnTo>
                    <a:lnTo>
                      <a:pt x="5" y="0"/>
                    </a:lnTo>
                    <a:lnTo>
                      <a:pt x="5"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6" name="Freeform 1341"/>
              <p:cNvSpPr/>
              <p:nvPr/>
            </p:nvSpPr>
            <p:spPr bwMode="auto">
              <a:xfrm>
                <a:off x="7481889" y="7645401"/>
                <a:ext cx="19050" cy="17463"/>
              </a:xfrm>
              <a:custGeom>
                <a:avLst/>
                <a:gdLst>
                  <a:gd name="T0" fmla="*/ 0 w 12"/>
                  <a:gd name="T1" fmla="*/ 5 h 11"/>
                  <a:gd name="T2" fmla="*/ 6 w 12"/>
                  <a:gd name="T3" fmla="*/ 1 h 11"/>
                  <a:gd name="T4" fmla="*/ 8 w 12"/>
                  <a:gd name="T5" fmla="*/ 0 h 11"/>
                  <a:gd name="T6" fmla="*/ 12 w 12"/>
                  <a:gd name="T7" fmla="*/ 5 h 11"/>
                  <a:gd name="T8" fmla="*/ 6 w 12"/>
                  <a:gd name="T9" fmla="*/ 11 h 11"/>
                  <a:gd name="T10" fmla="*/ 0 w 12"/>
                  <a:gd name="T11" fmla="*/ 5 h 11"/>
                  <a:gd name="T12" fmla="*/ 0 w 12"/>
                  <a:gd name="T13" fmla="*/ 5 h 11"/>
                </a:gdLst>
                <a:ahLst/>
                <a:cxnLst>
                  <a:cxn ang="0">
                    <a:pos x="T0" y="T1"/>
                  </a:cxn>
                  <a:cxn ang="0">
                    <a:pos x="T2" y="T3"/>
                  </a:cxn>
                  <a:cxn ang="0">
                    <a:pos x="T4" y="T5"/>
                  </a:cxn>
                  <a:cxn ang="0">
                    <a:pos x="T6" y="T7"/>
                  </a:cxn>
                  <a:cxn ang="0">
                    <a:pos x="T8" y="T9"/>
                  </a:cxn>
                  <a:cxn ang="0">
                    <a:pos x="T10" y="T11"/>
                  </a:cxn>
                  <a:cxn ang="0">
                    <a:pos x="T12" y="T13"/>
                  </a:cxn>
                </a:cxnLst>
                <a:rect l="0" t="0" r="r" b="b"/>
                <a:pathLst>
                  <a:path w="12" h="11">
                    <a:moveTo>
                      <a:pt x="0" y="5"/>
                    </a:moveTo>
                    <a:lnTo>
                      <a:pt x="6" y="1"/>
                    </a:lnTo>
                    <a:lnTo>
                      <a:pt x="8" y="0"/>
                    </a:lnTo>
                    <a:lnTo>
                      <a:pt x="12" y="5"/>
                    </a:lnTo>
                    <a:lnTo>
                      <a:pt x="6" y="11"/>
                    </a:lnTo>
                    <a:lnTo>
                      <a:pt x="0" y="5"/>
                    </a:lnTo>
                    <a:lnTo>
                      <a:pt x="0"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7" name="Freeform 1342"/>
              <p:cNvSpPr/>
              <p:nvPr/>
            </p:nvSpPr>
            <p:spPr bwMode="auto">
              <a:xfrm>
                <a:off x="7593014" y="7634288"/>
                <a:ext cx="12700" cy="7938"/>
              </a:xfrm>
              <a:custGeom>
                <a:avLst/>
                <a:gdLst>
                  <a:gd name="T0" fmla="*/ 0 w 8"/>
                  <a:gd name="T1" fmla="*/ 0 h 5"/>
                  <a:gd name="T2" fmla="*/ 8 w 8"/>
                  <a:gd name="T3" fmla="*/ 3 h 5"/>
                  <a:gd name="T4" fmla="*/ 7 w 8"/>
                  <a:gd name="T5" fmla="*/ 5 h 5"/>
                  <a:gd name="T6" fmla="*/ 0 w 8"/>
                  <a:gd name="T7" fmla="*/ 4 h 5"/>
                  <a:gd name="T8" fmla="*/ 0 w 8"/>
                  <a:gd name="T9" fmla="*/ 0 h 5"/>
                  <a:gd name="T10" fmla="*/ 0 w 8"/>
                  <a:gd name="T11" fmla="*/ 0 h 5"/>
                </a:gdLst>
                <a:ahLst/>
                <a:cxnLst>
                  <a:cxn ang="0">
                    <a:pos x="T0" y="T1"/>
                  </a:cxn>
                  <a:cxn ang="0">
                    <a:pos x="T2" y="T3"/>
                  </a:cxn>
                  <a:cxn ang="0">
                    <a:pos x="T4" y="T5"/>
                  </a:cxn>
                  <a:cxn ang="0">
                    <a:pos x="T6" y="T7"/>
                  </a:cxn>
                  <a:cxn ang="0">
                    <a:pos x="T8" y="T9"/>
                  </a:cxn>
                  <a:cxn ang="0">
                    <a:pos x="T10" y="T11"/>
                  </a:cxn>
                </a:cxnLst>
                <a:rect l="0" t="0" r="r" b="b"/>
                <a:pathLst>
                  <a:path w="8" h="5">
                    <a:moveTo>
                      <a:pt x="0" y="0"/>
                    </a:moveTo>
                    <a:lnTo>
                      <a:pt x="8" y="3"/>
                    </a:lnTo>
                    <a:lnTo>
                      <a:pt x="7" y="5"/>
                    </a:lnTo>
                    <a:lnTo>
                      <a:pt x="0" y="4"/>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sp>
            <p:nvSpPr>
              <p:cNvPr id="38" name="Freeform 1343"/>
              <p:cNvSpPr/>
              <p:nvPr/>
            </p:nvSpPr>
            <p:spPr bwMode="auto">
              <a:xfrm>
                <a:off x="7588251" y="7631113"/>
                <a:ext cx="20638" cy="15875"/>
              </a:xfrm>
              <a:custGeom>
                <a:avLst/>
                <a:gdLst>
                  <a:gd name="T0" fmla="*/ 0 w 13"/>
                  <a:gd name="T1" fmla="*/ 7 h 10"/>
                  <a:gd name="T2" fmla="*/ 1 w 13"/>
                  <a:gd name="T3" fmla="*/ 6 h 10"/>
                  <a:gd name="T4" fmla="*/ 1 w 13"/>
                  <a:gd name="T5" fmla="*/ 2 h 10"/>
                  <a:gd name="T6" fmla="*/ 2 w 13"/>
                  <a:gd name="T7" fmla="*/ 0 h 10"/>
                  <a:gd name="T8" fmla="*/ 13 w 13"/>
                  <a:gd name="T9" fmla="*/ 2 h 10"/>
                  <a:gd name="T10" fmla="*/ 12 w 13"/>
                  <a:gd name="T11" fmla="*/ 10 h 10"/>
                  <a:gd name="T12" fmla="*/ 0 w 13"/>
                  <a:gd name="T13" fmla="*/ 7 h 10"/>
                  <a:gd name="T14" fmla="*/ 0 w 13"/>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0">
                    <a:moveTo>
                      <a:pt x="0" y="7"/>
                    </a:moveTo>
                    <a:lnTo>
                      <a:pt x="1" y="6"/>
                    </a:lnTo>
                    <a:lnTo>
                      <a:pt x="1" y="2"/>
                    </a:lnTo>
                    <a:lnTo>
                      <a:pt x="2" y="0"/>
                    </a:lnTo>
                    <a:lnTo>
                      <a:pt x="13" y="2"/>
                    </a:lnTo>
                    <a:lnTo>
                      <a:pt x="12" y="10"/>
                    </a:lnTo>
                    <a:lnTo>
                      <a:pt x="0" y="7"/>
                    </a:lnTo>
                    <a:lnTo>
                      <a:pt x="0" y="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solidFill>
                    <a:prstClr val="black"/>
                  </a:solidFill>
                  <a:latin typeface="方正舒体" panose="02010601030101010101" pitchFamily="2" charset="-122"/>
                  <a:ea typeface="华文隶书" panose="02010800040101010101" pitchFamily="2" charset="-122"/>
                </a:endParaRPr>
              </a:p>
            </p:txBody>
          </p:sp>
        </p:grpSp>
      </p:grpSp>
      <p:sp>
        <p:nvSpPr>
          <p:cNvPr id="75" name="文本框 74"/>
          <p:cNvSpPr txBox="1"/>
          <p:nvPr/>
        </p:nvSpPr>
        <p:spPr>
          <a:xfrm>
            <a:off x="1623537" y="2141590"/>
            <a:ext cx="4642545" cy="2400657"/>
          </a:xfrm>
          <a:prstGeom prst="rect">
            <a:avLst/>
          </a:prstGeom>
          <a:noFill/>
        </p:spPr>
        <p:txBody>
          <a:bodyPr wrap="square" rtlCol="0">
            <a:spAutoFit/>
          </a:bodyPr>
          <a:lstStyle/>
          <a:p>
            <a:pPr algn="ctr">
              <a:lnSpc>
                <a:spcPct val="125000"/>
              </a:lnSpc>
            </a:pPr>
            <a:r>
              <a:rPr lang="en-US" altLang="zh-CN" sz="6000" b="1" dirty="0">
                <a:latin typeface="Senty小丸子" panose="03000600000000000000" pitchFamily="66" charset="-122"/>
                <a:ea typeface="Senty小丸子" panose="03000600000000000000" pitchFamily="66" charset="-122"/>
              </a:rPr>
              <a:t>PART </a:t>
            </a:r>
            <a:r>
              <a:rPr lang="en-US" altLang="zh-CN" sz="6000" b="1" dirty="0" smtClean="0">
                <a:latin typeface="Senty小丸子" panose="03000600000000000000" pitchFamily="66" charset="-122"/>
                <a:ea typeface="Senty小丸子" panose="03000600000000000000" pitchFamily="66" charset="-122"/>
              </a:rPr>
              <a:t>04</a:t>
            </a:r>
            <a:endParaRPr lang="en-US" altLang="zh-CN" sz="6000" b="1" dirty="0">
              <a:latin typeface="Senty小丸子" panose="03000600000000000000" pitchFamily="66" charset="-122"/>
              <a:ea typeface="Senty小丸子" panose="03000600000000000000" pitchFamily="66" charset="-122"/>
            </a:endParaRPr>
          </a:p>
          <a:p>
            <a:pPr algn="ctr">
              <a:lnSpc>
                <a:spcPct val="125000"/>
              </a:lnSpc>
            </a:pPr>
            <a:r>
              <a:rPr lang="zh-CN" altLang="en-US" sz="6000" b="1" dirty="0" smtClean="0">
                <a:latin typeface="Senty小丸子" panose="03000600000000000000" pitchFamily="66" charset="-122"/>
                <a:ea typeface="Senty小丸子" panose="03000600000000000000" pitchFamily="66" charset="-122"/>
              </a:rPr>
              <a:t>教学反思</a:t>
            </a:r>
            <a:endParaRPr lang="zh-CN" altLang="en-US" sz="6000" b="1" dirty="0">
              <a:latin typeface="Senty小丸子" panose="03000600000000000000" pitchFamily="66" charset="-122"/>
              <a:ea typeface="Senty小丸子" panose="03000600000000000000" pitchFamily="66"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5"/>
                                        </p:tgtEl>
                                        <p:attrNameLst>
                                          <p:attrName>style.visibility</p:attrName>
                                        </p:attrNameLst>
                                      </p:cBhvr>
                                      <p:to>
                                        <p:strVal val="visible"/>
                                      </p:to>
                                    </p:set>
                                    <p:animEffect transition="in" filter="wipe(left)">
                                      <p:cBhvr>
                                        <p:cTn id="7" dur="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718097" y="215973"/>
            <a:ext cx="2794359" cy="584775"/>
          </a:xfrm>
          <a:prstGeom prst="rect">
            <a:avLst/>
          </a:prstGeom>
          <a:noFill/>
        </p:spPr>
        <p:txBody>
          <a:bodyPr wrap="square" rtlCol="0">
            <a:spAutoFit/>
          </a:bodyPr>
          <a:lstStyle/>
          <a:p>
            <a:r>
              <a:rPr lang="en-US" altLang="zh-CN" sz="3200" dirty="0" smtClean="0">
                <a:latin typeface="Senty小丸子" panose="03000600000000000000" pitchFamily="66" charset="-122"/>
                <a:ea typeface="Senty小丸子" panose="03000600000000000000" pitchFamily="66" charset="-122"/>
              </a:rPr>
              <a:t>04 </a:t>
            </a:r>
            <a:r>
              <a:rPr lang="zh-CN" altLang="en-US" sz="3200" dirty="0" smtClean="0">
                <a:latin typeface="Senty小丸子" panose="03000600000000000000" pitchFamily="66" charset="-122"/>
                <a:ea typeface="Senty小丸子" panose="03000600000000000000" pitchFamily="66" charset="-122"/>
              </a:rPr>
              <a:t>教学反思</a:t>
            </a:r>
            <a:endParaRPr lang="zh-CN" altLang="en-US" sz="3200" dirty="0">
              <a:latin typeface="Senty小丸子" panose="03000600000000000000" pitchFamily="66" charset="-122"/>
              <a:ea typeface="Senty小丸子" panose="03000600000000000000" pitchFamily="66" charset="-122"/>
            </a:endParaRPr>
          </a:p>
        </p:txBody>
      </p:sp>
      <p:grpSp>
        <p:nvGrpSpPr>
          <p:cNvPr id="3" name="Group 4"/>
          <p:cNvGrpSpPr>
            <a:grpSpLocks noChangeAspect="1"/>
          </p:cNvGrpSpPr>
          <p:nvPr/>
        </p:nvGrpSpPr>
        <p:grpSpPr bwMode="auto">
          <a:xfrm>
            <a:off x="145143" y="171426"/>
            <a:ext cx="439541" cy="518530"/>
            <a:chOff x="3082" y="1214"/>
            <a:chExt cx="1623" cy="1896"/>
          </a:xfrm>
          <a:solidFill>
            <a:schemeClr val="tx1"/>
          </a:solidFill>
        </p:grpSpPr>
        <p:grpSp>
          <p:nvGrpSpPr>
            <p:cNvPr id="4" name="Group 205"/>
            <p:cNvGrpSpPr/>
            <p:nvPr/>
          </p:nvGrpSpPr>
          <p:grpSpPr bwMode="auto">
            <a:xfrm>
              <a:off x="3082" y="1214"/>
              <a:ext cx="1623" cy="1603"/>
              <a:chOff x="3082" y="1214"/>
              <a:chExt cx="1623" cy="1603"/>
            </a:xfrm>
            <a:grpFill/>
          </p:grpSpPr>
          <p:sp>
            <p:nvSpPr>
              <p:cNvPr id="252" name="Freeform 5"/>
              <p:cNvSpPr/>
              <p:nvPr/>
            </p:nvSpPr>
            <p:spPr bwMode="auto">
              <a:xfrm>
                <a:off x="3608" y="2103"/>
                <a:ext cx="13" cy="0"/>
              </a:xfrm>
              <a:custGeom>
                <a:avLst/>
                <a:gdLst>
                  <a:gd name="T0" fmla="*/ 0 w 6"/>
                  <a:gd name="T1" fmla="*/ 6 w 6"/>
                  <a:gd name="T2" fmla="*/ 0 w 6"/>
                </a:gdLst>
                <a:ahLst/>
                <a:cxnLst>
                  <a:cxn ang="0">
                    <a:pos x="T0" y="0"/>
                  </a:cxn>
                  <a:cxn ang="0">
                    <a:pos x="T1" y="0"/>
                  </a:cxn>
                  <a:cxn ang="0">
                    <a:pos x="T2" y="0"/>
                  </a:cxn>
                </a:cxnLst>
                <a:rect l="0" t="0" r="r" b="b"/>
                <a:pathLst>
                  <a:path w="6">
                    <a:moveTo>
                      <a:pt x="0" y="0"/>
                    </a:moveTo>
                    <a:cubicBezTo>
                      <a:pt x="1" y="0"/>
                      <a:pt x="3" y="0"/>
                      <a:pt x="6" y="0"/>
                    </a:cubicBezTo>
                    <a:cubicBezTo>
                      <a:pt x="3" y="0"/>
                      <a:pt x="2"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3" name="Freeform 6"/>
              <p:cNvSpPr/>
              <p:nvPr/>
            </p:nvSpPr>
            <p:spPr bwMode="auto">
              <a:xfrm>
                <a:off x="3576" y="1893"/>
                <a:ext cx="5"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0" y="0"/>
                      <a:pt x="0" y="0"/>
                    </a:cubicBezTo>
                    <a:cubicBezTo>
                      <a:pt x="0" y="0"/>
                      <a:pt x="0" y="0"/>
                      <a:pt x="0" y="0"/>
                    </a:cubicBezTo>
                    <a:cubicBezTo>
                      <a:pt x="0" y="0"/>
                      <a:pt x="0" y="0"/>
                      <a:pt x="0" y="0"/>
                    </a:cubicBezTo>
                    <a:cubicBezTo>
                      <a:pt x="1" y="0"/>
                      <a:pt x="1" y="0"/>
                      <a:pt x="2" y="0"/>
                    </a:cubicBezTo>
                    <a:cubicBezTo>
                      <a:pt x="2" y="0"/>
                      <a:pt x="2" y="0"/>
                      <a:pt x="2"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4" name="Freeform 7"/>
              <p:cNvSpPr/>
              <p:nvPr/>
            </p:nvSpPr>
            <p:spPr bwMode="auto">
              <a:xfrm>
                <a:off x="3615" y="1903"/>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0"/>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5" name="Freeform 8"/>
              <p:cNvSpPr/>
              <p:nvPr/>
            </p:nvSpPr>
            <p:spPr bwMode="auto">
              <a:xfrm>
                <a:off x="3566" y="1893"/>
                <a:ext cx="6" cy="0"/>
              </a:xfrm>
              <a:custGeom>
                <a:avLst/>
                <a:gdLst>
                  <a:gd name="T0" fmla="*/ 3 w 3"/>
                  <a:gd name="T1" fmla="*/ 3 w 3"/>
                </a:gdLst>
                <a:ahLst/>
                <a:cxnLst>
                  <a:cxn ang="0">
                    <a:pos x="T0" y="0"/>
                  </a:cxn>
                  <a:cxn ang="0">
                    <a:pos x="T1" y="0"/>
                  </a:cxn>
                </a:cxnLst>
                <a:rect l="0" t="0" r="r" b="b"/>
                <a:pathLst>
                  <a:path w="3">
                    <a:moveTo>
                      <a:pt x="3" y="0"/>
                    </a:moveTo>
                    <a:cubicBezTo>
                      <a:pt x="0" y="0"/>
                      <a:pt x="1"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6" name="Freeform 9"/>
              <p:cNvSpPr/>
              <p:nvPr/>
            </p:nvSpPr>
            <p:spPr bwMode="auto">
              <a:xfrm>
                <a:off x="3820" y="2304"/>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7" name="Freeform 10"/>
              <p:cNvSpPr/>
              <p:nvPr/>
            </p:nvSpPr>
            <p:spPr bwMode="auto">
              <a:xfrm>
                <a:off x="3642" y="2209"/>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8" name="Freeform 11"/>
              <p:cNvSpPr/>
              <p:nvPr/>
            </p:nvSpPr>
            <p:spPr bwMode="auto">
              <a:xfrm>
                <a:off x="3549" y="2154"/>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0"/>
                      <a:pt x="1" y="1"/>
                      <a:pt x="1"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9" name="Freeform 12"/>
              <p:cNvSpPr/>
              <p:nvPr/>
            </p:nvSpPr>
            <p:spPr bwMode="auto">
              <a:xfrm>
                <a:off x="3610" y="1895"/>
                <a:ext cx="9" cy="8"/>
              </a:xfrm>
              <a:custGeom>
                <a:avLst/>
                <a:gdLst>
                  <a:gd name="T0" fmla="*/ 1 w 4"/>
                  <a:gd name="T1" fmla="*/ 1 h 4"/>
                  <a:gd name="T2" fmla="*/ 1 w 4"/>
                  <a:gd name="T3" fmla="*/ 2 h 4"/>
                  <a:gd name="T4" fmla="*/ 0 w 4"/>
                  <a:gd name="T5" fmla="*/ 2 h 4"/>
                  <a:gd name="T6" fmla="*/ 2 w 4"/>
                  <a:gd name="T7" fmla="*/ 4 h 4"/>
                  <a:gd name="T8" fmla="*/ 2 w 4"/>
                  <a:gd name="T9" fmla="*/ 2 h 4"/>
                  <a:gd name="T10" fmla="*/ 3 w 4"/>
                  <a:gd name="T11" fmla="*/ 1 h 4"/>
                  <a:gd name="T12" fmla="*/ 4 w 4"/>
                  <a:gd name="T13" fmla="*/ 0 h 4"/>
                  <a:gd name="T14" fmla="*/ 4 w 4"/>
                  <a:gd name="T15" fmla="*/ 0 h 4"/>
                  <a:gd name="T16" fmla="*/ 4 w 4"/>
                  <a:gd name="T17" fmla="*/ 0 h 4"/>
                  <a:gd name="T18" fmla="*/ 2 w 4"/>
                  <a:gd name="T19" fmla="*/ 0 h 4"/>
                  <a:gd name="T20" fmla="*/ 2 w 4"/>
                  <a:gd name="T21" fmla="*/ 0 h 4"/>
                  <a:gd name="T22" fmla="*/ 1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1" y="1"/>
                    </a:moveTo>
                    <a:cubicBezTo>
                      <a:pt x="1" y="2"/>
                      <a:pt x="1" y="2"/>
                      <a:pt x="1" y="2"/>
                    </a:cubicBezTo>
                    <a:cubicBezTo>
                      <a:pt x="1" y="2"/>
                      <a:pt x="0" y="2"/>
                      <a:pt x="0" y="2"/>
                    </a:cubicBezTo>
                    <a:cubicBezTo>
                      <a:pt x="1" y="2"/>
                      <a:pt x="2" y="3"/>
                      <a:pt x="2" y="4"/>
                    </a:cubicBezTo>
                    <a:cubicBezTo>
                      <a:pt x="2" y="3"/>
                      <a:pt x="2" y="3"/>
                      <a:pt x="2" y="2"/>
                    </a:cubicBezTo>
                    <a:cubicBezTo>
                      <a:pt x="3" y="1"/>
                      <a:pt x="3" y="1"/>
                      <a:pt x="3" y="1"/>
                    </a:cubicBezTo>
                    <a:cubicBezTo>
                      <a:pt x="4" y="0"/>
                      <a:pt x="4" y="0"/>
                      <a:pt x="4" y="0"/>
                    </a:cubicBezTo>
                    <a:cubicBezTo>
                      <a:pt x="4" y="0"/>
                      <a:pt x="4" y="0"/>
                      <a:pt x="4" y="0"/>
                    </a:cubicBezTo>
                    <a:cubicBezTo>
                      <a:pt x="4" y="0"/>
                      <a:pt x="4" y="0"/>
                      <a:pt x="4" y="0"/>
                    </a:cubicBezTo>
                    <a:cubicBezTo>
                      <a:pt x="3" y="0"/>
                      <a:pt x="2" y="0"/>
                      <a:pt x="2" y="0"/>
                    </a:cubicBezTo>
                    <a:cubicBezTo>
                      <a:pt x="2" y="0"/>
                      <a:pt x="2" y="0"/>
                      <a:pt x="2" y="0"/>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0" name="Freeform 13"/>
              <p:cNvSpPr/>
              <p:nvPr/>
            </p:nvSpPr>
            <p:spPr bwMode="auto">
              <a:xfrm>
                <a:off x="3926" y="1914"/>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1" name="Freeform 14"/>
              <p:cNvSpPr/>
              <p:nvPr/>
            </p:nvSpPr>
            <p:spPr bwMode="auto">
              <a:xfrm>
                <a:off x="3810" y="1774"/>
                <a:ext cx="2" cy="4"/>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0" y="2"/>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2" name="Freeform 15"/>
              <p:cNvSpPr/>
              <p:nvPr/>
            </p:nvSpPr>
            <p:spPr bwMode="auto">
              <a:xfrm>
                <a:off x="3846" y="2474"/>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3" name="Freeform 16"/>
              <p:cNvSpPr/>
              <p:nvPr/>
            </p:nvSpPr>
            <p:spPr bwMode="auto">
              <a:xfrm>
                <a:off x="3943" y="2546"/>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4" name="Freeform 17"/>
              <p:cNvSpPr/>
              <p:nvPr/>
            </p:nvSpPr>
            <p:spPr bwMode="auto">
              <a:xfrm>
                <a:off x="3846" y="2474"/>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5" name="Freeform 18"/>
              <p:cNvSpPr/>
              <p:nvPr/>
            </p:nvSpPr>
            <p:spPr bwMode="auto">
              <a:xfrm>
                <a:off x="4156" y="22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6" name="Freeform 19"/>
              <p:cNvSpPr/>
              <p:nvPr/>
            </p:nvSpPr>
            <p:spPr bwMode="auto">
              <a:xfrm>
                <a:off x="4056" y="2213"/>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7" name="Freeform 20"/>
              <p:cNvSpPr/>
              <p:nvPr/>
            </p:nvSpPr>
            <p:spPr bwMode="auto">
              <a:xfrm>
                <a:off x="3837" y="2470"/>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8" name="Freeform 21"/>
              <p:cNvSpPr/>
              <p:nvPr/>
            </p:nvSpPr>
            <p:spPr bwMode="auto">
              <a:xfrm>
                <a:off x="3954" y="2311"/>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9" name="Freeform 22"/>
              <p:cNvSpPr/>
              <p:nvPr/>
            </p:nvSpPr>
            <p:spPr bwMode="auto">
              <a:xfrm>
                <a:off x="3576" y="18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0" name="Freeform 23"/>
              <p:cNvSpPr/>
              <p:nvPr/>
            </p:nvSpPr>
            <p:spPr bwMode="auto">
              <a:xfrm>
                <a:off x="3281" y="254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1" name="Freeform 24"/>
              <p:cNvSpPr/>
              <p:nvPr/>
            </p:nvSpPr>
            <p:spPr bwMode="auto">
              <a:xfrm>
                <a:off x="3364" y="2470"/>
                <a:ext cx="2" cy="4"/>
              </a:xfrm>
              <a:custGeom>
                <a:avLst/>
                <a:gdLst>
                  <a:gd name="T0" fmla="*/ 1 w 1"/>
                  <a:gd name="T1" fmla="*/ 2 h 2"/>
                  <a:gd name="T2" fmla="*/ 1 w 1"/>
                  <a:gd name="T3" fmla="*/ 1 h 2"/>
                  <a:gd name="T4" fmla="*/ 1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0" y="0"/>
                      <a:pt x="1" y="1"/>
                      <a:pt x="1" y="1"/>
                    </a:cubicBezTo>
                    <a:cubicBezTo>
                      <a:pt x="1" y="1"/>
                      <a:pt x="1"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2" name="Freeform 25"/>
              <p:cNvSpPr/>
              <p:nvPr/>
            </p:nvSpPr>
            <p:spPr bwMode="auto">
              <a:xfrm>
                <a:off x="3360" y="2470"/>
                <a:ext cx="2"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3" name="Freeform 26"/>
              <p:cNvSpPr/>
              <p:nvPr/>
            </p:nvSpPr>
            <p:spPr bwMode="auto">
              <a:xfrm>
                <a:off x="3353" y="2470"/>
                <a:ext cx="3" cy="4"/>
              </a:xfrm>
              <a:custGeom>
                <a:avLst/>
                <a:gdLst>
                  <a:gd name="T0" fmla="*/ 1 w 1"/>
                  <a:gd name="T1" fmla="*/ 2 h 2"/>
                  <a:gd name="T2" fmla="*/ 0 w 1"/>
                  <a:gd name="T3" fmla="*/ 1 h 2"/>
                  <a:gd name="T4" fmla="*/ 1 w 1"/>
                  <a:gd name="T5" fmla="*/ 2 h 2"/>
                </a:gdLst>
                <a:ahLst/>
                <a:cxnLst>
                  <a:cxn ang="0">
                    <a:pos x="T0" y="T1"/>
                  </a:cxn>
                  <a:cxn ang="0">
                    <a:pos x="T2" y="T3"/>
                  </a:cxn>
                  <a:cxn ang="0">
                    <a:pos x="T4" y="T5"/>
                  </a:cxn>
                </a:cxnLst>
                <a:rect l="0" t="0" r="r" b="b"/>
                <a:pathLst>
                  <a:path w="1" h="2">
                    <a:moveTo>
                      <a:pt x="1" y="2"/>
                    </a:moveTo>
                    <a:cubicBezTo>
                      <a:pt x="0" y="0"/>
                      <a:pt x="1" y="1"/>
                      <a:pt x="0" y="1"/>
                    </a:cubicBezTo>
                    <a:cubicBezTo>
                      <a:pt x="1" y="1"/>
                      <a:pt x="1"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4" name="Freeform 27"/>
              <p:cNvSpPr/>
              <p:nvPr/>
            </p:nvSpPr>
            <p:spPr bwMode="auto">
              <a:xfrm>
                <a:off x="3392" y="2482"/>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1"/>
                      <a:pt x="1" y="1"/>
                    </a:cubicBezTo>
                    <a:cubicBezTo>
                      <a:pt x="0" y="0"/>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5" name="Freeform 28"/>
              <p:cNvSpPr/>
              <p:nvPr/>
            </p:nvSpPr>
            <p:spPr bwMode="auto">
              <a:xfrm>
                <a:off x="3390" y="2480"/>
                <a:ext cx="2" cy="7"/>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0"/>
                      <a:pt x="0" y="0"/>
                      <a:pt x="0" y="0"/>
                    </a:cubicBezTo>
                    <a:cubicBezTo>
                      <a:pt x="0" y="2"/>
                      <a:pt x="1" y="2"/>
                      <a:pt x="1"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6" name="Freeform 29"/>
              <p:cNvSpPr/>
              <p:nvPr/>
            </p:nvSpPr>
            <p:spPr bwMode="auto">
              <a:xfrm>
                <a:off x="3341" y="2474"/>
                <a:ext cx="2" cy="4"/>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1"/>
                      <a:pt x="1" y="1"/>
                      <a:pt x="1" y="2"/>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7" name="Freeform 30"/>
              <p:cNvSpPr/>
              <p:nvPr/>
            </p:nvSpPr>
            <p:spPr bwMode="auto">
              <a:xfrm>
                <a:off x="3822" y="2279"/>
                <a:ext cx="5" cy="4"/>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0" y="1"/>
                      <a:pt x="0" y="1"/>
                    </a:cubicBezTo>
                    <a:cubicBezTo>
                      <a:pt x="0" y="2"/>
                      <a:pt x="0" y="2"/>
                      <a:pt x="0" y="2"/>
                    </a:cubicBezTo>
                    <a:cubicBezTo>
                      <a:pt x="1" y="1"/>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8" name="Freeform 31"/>
              <p:cNvSpPr/>
              <p:nvPr/>
            </p:nvSpPr>
            <p:spPr bwMode="auto">
              <a:xfrm>
                <a:off x="3292" y="2529"/>
                <a:ext cx="2" cy="2"/>
              </a:xfrm>
              <a:custGeom>
                <a:avLst/>
                <a:gdLst>
                  <a:gd name="T0" fmla="*/ 2 w 2"/>
                  <a:gd name="T1" fmla="*/ 2 h 2"/>
                  <a:gd name="T2" fmla="*/ 0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0" y="0"/>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9" name="Freeform 32"/>
              <p:cNvSpPr/>
              <p:nvPr/>
            </p:nvSpPr>
            <p:spPr bwMode="auto">
              <a:xfrm>
                <a:off x="3699" y="2796"/>
                <a:ext cx="7" cy="5"/>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3" y="1"/>
                      <a:pt x="2" y="0"/>
                      <a:pt x="2" y="0"/>
                    </a:cubicBezTo>
                    <a:cubicBezTo>
                      <a:pt x="0" y="0"/>
                      <a:pt x="3"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0" name="Freeform 33"/>
              <p:cNvSpPr/>
              <p:nvPr/>
            </p:nvSpPr>
            <p:spPr bwMode="auto">
              <a:xfrm>
                <a:off x="4616" y="1870"/>
                <a:ext cx="2"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1" name="Freeform 34"/>
              <p:cNvSpPr/>
              <p:nvPr/>
            </p:nvSpPr>
            <p:spPr bwMode="auto">
              <a:xfrm>
                <a:off x="3262" y="2567"/>
                <a:ext cx="4" cy="4"/>
              </a:xfrm>
              <a:custGeom>
                <a:avLst/>
                <a:gdLst>
                  <a:gd name="T0" fmla="*/ 0 w 4"/>
                  <a:gd name="T1" fmla="*/ 2 h 4"/>
                  <a:gd name="T2" fmla="*/ 4 w 4"/>
                  <a:gd name="T3" fmla="*/ 4 h 4"/>
                  <a:gd name="T4" fmla="*/ 0 w 4"/>
                  <a:gd name="T5" fmla="*/ 0 h 4"/>
                  <a:gd name="T6" fmla="*/ 0 w 4"/>
                  <a:gd name="T7" fmla="*/ 2 h 4"/>
                </a:gdLst>
                <a:ahLst/>
                <a:cxnLst>
                  <a:cxn ang="0">
                    <a:pos x="T0" y="T1"/>
                  </a:cxn>
                  <a:cxn ang="0">
                    <a:pos x="T2" y="T3"/>
                  </a:cxn>
                  <a:cxn ang="0">
                    <a:pos x="T4" y="T5"/>
                  </a:cxn>
                  <a:cxn ang="0">
                    <a:pos x="T6" y="T7"/>
                  </a:cxn>
                </a:cxnLst>
                <a:rect l="0" t="0" r="r" b="b"/>
                <a:pathLst>
                  <a:path w="4" h="4">
                    <a:moveTo>
                      <a:pt x="0" y="2"/>
                    </a:moveTo>
                    <a:lnTo>
                      <a:pt x="4" y="4"/>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2" name="Freeform 35"/>
              <p:cNvSpPr/>
              <p:nvPr/>
            </p:nvSpPr>
            <p:spPr bwMode="auto">
              <a:xfrm>
                <a:off x="3570" y="1893"/>
                <a:ext cx="6" cy="6"/>
              </a:xfrm>
              <a:custGeom>
                <a:avLst/>
                <a:gdLst>
                  <a:gd name="T0" fmla="*/ 1 w 3"/>
                  <a:gd name="T1" fmla="*/ 0 h 3"/>
                  <a:gd name="T2" fmla="*/ 1 w 3"/>
                  <a:gd name="T3" fmla="*/ 0 h 3"/>
                  <a:gd name="T4" fmla="*/ 1 w 3"/>
                  <a:gd name="T5" fmla="*/ 0 h 3"/>
                  <a:gd name="T6" fmla="*/ 1 w 3"/>
                  <a:gd name="T7" fmla="*/ 0 h 3"/>
                  <a:gd name="T8" fmla="*/ 1 w 3"/>
                  <a:gd name="T9" fmla="*/ 0 h 3"/>
                  <a:gd name="T10" fmla="*/ 2 w 3"/>
                  <a:gd name="T11" fmla="*/ 1 h 3"/>
                  <a:gd name="T12" fmla="*/ 0 w 3"/>
                  <a:gd name="T13" fmla="*/ 2 h 3"/>
                  <a:gd name="T14" fmla="*/ 2 w 3"/>
                  <a:gd name="T15" fmla="*/ 2 h 3"/>
                  <a:gd name="T16" fmla="*/ 3 w 3"/>
                  <a:gd name="T17" fmla="*/ 0 h 3"/>
                  <a:gd name="T18" fmla="*/ 1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1" y="0"/>
                    </a:moveTo>
                    <a:cubicBezTo>
                      <a:pt x="1" y="0"/>
                      <a:pt x="1" y="0"/>
                      <a:pt x="1" y="0"/>
                    </a:cubicBezTo>
                    <a:cubicBezTo>
                      <a:pt x="1" y="0"/>
                      <a:pt x="1" y="0"/>
                      <a:pt x="1" y="0"/>
                    </a:cubicBezTo>
                    <a:cubicBezTo>
                      <a:pt x="1" y="0"/>
                      <a:pt x="1" y="0"/>
                      <a:pt x="1" y="0"/>
                    </a:cubicBezTo>
                    <a:cubicBezTo>
                      <a:pt x="1" y="0"/>
                      <a:pt x="1" y="0"/>
                      <a:pt x="1" y="0"/>
                    </a:cubicBezTo>
                    <a:cubicBezTo>
                      <a:pt x="2" y="1"/>
                      <a:pt x="2" y="1"/>
                      <a:pt x="2" y="1"/>
                    </a:cubicBezTo>
                    <a:cubicBezTo>
                      <a:pt x="1" y="2"/>
                      <a:pt x="0" y="0"/>
                      <a:pt x="0" y="2"/>
                    </a:cubicBezTo>
                    <a:cubicBezTo>
                      <a:pt x="0" y="3"/>
                      <a:pt x="1" y="3"/>
                      <a:pt x="2" y="2"/>
                    </a:cubicBezTo>
                    <a:cubicBezTo>
                      <a:pt x="3" y="0"/>
                      <a:pt x="3" y="0"/>
                      <a:pt x="3" y="0"/>
                    </a:cubicBezTo>
                    <a:cubicBezTo>
                      <a:pt x="3"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3" name="Freeform 36"/>
              <p:cNvSpPr/>
              <p:nvPr/>
            </p:nvSpPr>
            <p:spPr bwMode="auto">
              <a:xfrm>
                <a:off x="3207" y="2465"/>
                <a:ext cx="183" cy="174"/>
              </a:xfrm>
              <a:custGeom>
                <a:avLst/>
                <a:gdLst>
                  <a:gd name="T0" fmla="*/ 83 w 86"/>
                  <a:gd name="T1" fmla="*/ 5 h 82"/>
                  <a:gd name="T2" fmla="*/ 80 w 86"/>
                  <a:gd name="T3" fmla="*/ 4 h 82"/>
                  <a:gd name="T4" fmla="*/ 77 w 86"/>
                  <a:gd name="T5" fmla="*/ 8 h 82"/>
                  <a:gd name="T6" fmla="*/ 76 w 86"/>
                  <a:gd name="T7" fmla="*/ 6 h 82"/>
                  <a:gd name="T8" fmla="*/ 72 w 86"/>
                  <a:gd name="T9" fmla="*/ 7 h 82"/>
                  <a:gd name="T10" fmla="*/ 70 w 86"/>
                  <a:gd name="T11" fmla="*/ 4 h 82"/>
                  <a:gd name="T12" fmla="*/ 67 w 86"/>
                  <a:gd name="T13" fmla="*/ 1 h 82"/>
                  <a:gd name="T14" fmla="*/ 68 w 86"/>
                  <a:gd name="T15" fmla="*/ 6 h 82"/>
                  <a:gd name="T16" fmla="*/ 70 w 86"/>
                  <a:gd name="T17" fmla="*/ 10 h 82"/>
                  <a:gd name="T18" fmla="*/ 65 w 86"/>
                  <a:gd name="T19" fmla="*/ 6 h 82"/>
                  <a:gd name="T20" fmla="*/ 65 w 86"/>
                  <a:gd name="T21" fmla="*/ 8 h 82"/>
                  <a:gd name="T22" fmla="*/ 62 w 86"/>
                  <a:gd name="T23" fmla="*/ 6 h 82"/>
                  <a:gd name="T24" fmla="*/ 61 w 86"/>
                  <a:gd name="T25" fmla="*/ 8 h 82"/>
                  <a:gd name="T26" fmla="*/ 59 w 86"/>
                  <a:gd name="T27" fmla="*/ 9 h 82"/>
                  <a:gd name="T28" fmla="*/ 62 w 86"/>
                  <a:gd name="T29" fmla="*/ 15 h 82"/>
                  <a:gd name="T30" fmla="*/ 58 w 86"/>
                  <a:gd name="T31" fmla="*/ 10 h 82"/>
                  <a:gd name="T32" fmla="*/ 57 w 86"/>
                  <a:gd name="T33" fmla="*/ 12 h 82"/>
                  <a:gd name="T34" fmla="*/ 53 w 86"/>
                  <a:gd name="T35" fmla="*/ 17 h 82"/>
                  <a:gd name="T36" fmla="*/ 51 w 86"/>
                  <a:gd name="T37" fmla="*/ 19 h 82"/>
                  <a:gd name="T38" fmla="*/ 48 w 86"/>
                  <a:gd name="T39" fmla="*/ 22 h 82"/>
                  <a:gd name="T40" fmla="*/ 48 w 86"/>
                  <a:gd name="T41" fmla="*/ 24 h 82"/>
                  <a:gd name="T42" fmla="*/ 46 w 86"/>
                  <a:gd name="T43" fmla="*/ 24 h 82"/>
                  <a:gd name="T44" fmla="*/ 45 w 86"/>
                  <a:gd name="T45" fmla="*/ 25 h 82"/>
                  <a:gd name="T46" fmla="*/ 46 w 86"/>
                  <a:gd name="T47" fmla="*/ 27 h 82"/>
                  <a:gd name="T48" fmla="*/ 43 w 86"/>
                  <a:gd name="T49" fmla="*/ 28 h 82"/>
                  <a:gd name="T50" fmla="*/ 40 w 86"/>
                  <a:gd name="T51" fmla="*/ 30 h 82"/>
                  <a:gd name="T52" fmla="*/ 38 w 86"/>
                  <a:gd name="T53" fmla="*/ 32 h 82"/>
                  <a:gd name="T54" fmla="*/ 36 w 86"/>
                  <a:gd name="T55" fmla="*/ 34 h 82"/>
                  <a:gd name="T56" fmla="*/ 36 w 86"/>
                  <a:gd name="T57" fmla="*/ 37 h 82"/>
                  <a:gd name="T58" fmla="*/ 34 w 86"/>
                  <a:gd name="T59" fmla="*/ 36 h 82"/>
                  <a:gd name="T60" fmla="*/ 34 w 86"/>
                  <a:gd name="T61" fmla="*/ 37 h 82"/>
                  <a:gd name="T62" fmla="*/ 31 w 86"/>
                  <a:gd name="T63" fmla="*/ 41 h 82"/>
                  <a:gd name="T64" fmla="*/ 32 w 86"/>
                  <a:gd name="T65" fmla="*/ 45 h 82"/>
                  <a:gd name="T66" fmla="*/ 31 w 86"/>
                  <a:gd name="T67" fmla="*/ 48 h 82"/>
                  <a:gd name="T68" fmla="*/ 28 w 86"/>
                  <a:gd name="T69" fmla="*/ 47 h 82"/>
                  <a:gd name="T70" fmla="*/ 25 w 86"/>
                  <a:gd name="T71" fmla="*/ 53 h 82"/>
                  <a:gd name="T72" fmla="*/ 24 w 86"/>
                  <a:gd name="T73" fmla="*/ 55 h 82"/>
                  <a:gd name="T74" fmla="*/ 18 w 86"/>
                  <a:gd name="T75" fmla="*/ 59 h 82"/>
                  <a:gd name="T76" fmla="*/ 15 w 86"/>
                  <a:gd name="T77" fmla="*/ 59 h 82"/>
                  <a:gd name="T78" fmla="*/ 14 w 86"/>
                  <a:gd name="T79" fmla="*/ 60 h 82"/>
                  <a:gd name="T80" fmla="*/ 11 w 86"/>
                  <a:gd name="T81" fmla="*/ 69 h 82"/>
                  <a:gd name="T82" fmla="*/ 2 w 86"/>
                  <a:gd name="T83" fmla="*/ 75 h 82"/>
                  <a:gd name="T84" fmla="*/ 23 w 86"/>
                  <a:gd name="T85" fmla="*/ 72 h 82"/>
                  <a:gd name="T86" fmla="*/ 28 w 86"/>
                  <a:gd name="T87" fmla="*/ 68 h 82"/>
                  <a:gd name="T88" fmla="*/ 42 w 86"/>
                  <a:gd name="T89" fmla="*/ 48 h 82"/>
                  <a:gd name="T90" fmla="*/ 49 w 86"/>
                  <a:gd name="T91" fmla="*/ 45 h 82"/>
                  <a:gd name="T92" fmla="*/ 55 w 86"/>
                  <a:gd name="T93" fmla="*/ 43 h 82"/>
                  <a:gd name="T94" fmla="*/ 63 w 86"/>
                  <a:gd name="T95" fmla="*/ 35 h 82"/>
                  <a:gd name="T96" fmla="*/ 68 w 86"/>
                  <a:gd name="T97" fmla="*/ 31 h 82"/>
                  <a:gd name="T98" fmla="*/ 74 w 86"/>
                  <a:gd name="T99" fmla="*/ 23 h 82"/>
                  <a:gd name="T100" fmla="*/ 75 w 86"/>
                  <a:gd name="T101" fmla="*/ 16 h 82"/>
                  <a:gd name="T102" fmla="*/ 82 w 86"/>
                  <a:gd name="T103" fmla="*/ 14 h 82"/>
                  <a:gd name="T104" fmla="*/ 84 w 86"/>
                  <a:gd name="T105" fmla="*/ 13 h 82"/>
                  <a:gd name="T106" fmla="*/ 84 w 86"/>
                  <a:gd name="T107" fmla="*/ 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82">
                    <a:moveTo>
                      <a:pt x="84" y="7"/>
                    </a:moveTo>
                    <a:cubicBezTo>
                      <a:pt x="85" y="8"/>
                      <a:pt x="85" y="9"/>
                      <a:pt x="86" y="10"/>
                    </a:cubicBezTo>
                    <a:cubicBezTo>
                      <a:pt x="85" y="6"/>
                      <a:pt x="85" y="6"/>
                      <a:pt x="85" y="6"/>
                    </a:cubicBezTo>
                    <a:cubicBezTo>
                      <a:pt x="85" y="7"/>
                      <a:pt x="85" y="6"/>
                      <a:pt x="84" y="5"/>
                    </a:cubicBezTo>
                    <a:cubicBezTo>
                      <a:pt x="84" y="6"/>
                      <a:pt x="84" y="6"/>
                      <a:pt x="84" y="6"/>
                    </a:cubicBezTo>
                    <a:cubicBezTo>
                      <a:pt x="83" y="5"/>
                      <a:pt x="83" y="5"/>
                      <a:pt x="83" y="5"/>
                    </a:cubicBezTo>
                    <a:cubicBezTo>
                      <a:pt x="83" y="5"/>
                      <a:pt x="82" y="4"/>
                      <a:pt x="82" y="6"/>
                    </a:cubicBezTo>
                    <a:cubicBezTo>
                      <a:pt x="83" y="7"/>
                      <a:pt x="83" y="7"/>
                      <a:pt x="83" y="7"/>
                    </a:cubicBezTo>
                    <a:cubicBezTo>
                      <a:pt x="83" y="7"/>
                      <a:pt x="84" y="9"/>
                      <a:pt x="83" y="8"/>
                    </a:cubicBezTo>
                    <a:cubicBezTo>
                      <a:pt x="82" y="6"/>
                      <a:pt x="82" y="6"/>
                      <a:pt x="82" y="6"/>
                    </a:cubicBezTo>
                    <a:cubicBezTo>
                      <a:pt x="82" y="6"/>
                      <a:pt x="82" y="6"/>
                      <a:pt x="82" y="6"/>
                    </a:cubicBezTo>
                    <a:cubicBezTo>
                      <a:pt x="80" y="4"/>
                      <a:pt x="80" y="4"/>
                      <a:pt x="80" y="4"/>
                    </a:cubicBezTo>
                    <a:cubicBezTo>
                      <a:pt x="82" y="7"/>
                      <a:pt x="80" y="5"/>
                      <a:pt x="81" y="6"/>
                    </a:cubicBezTo>
                    <a:cubicBezTo>
                      <a:pt x="80" y="6"/>
                      <a:pt x="80" y="6"/>
                      <a:pt x="80" y="6"/>
                    </a:cubicBezTo>
                    <a:cubicBezTo>
                      <a:pt x="79" y="5"/>
                      <a:pt x="81" y="7"/>
                      <a:pt x="81" y="7"/>
                    </a:cubicBezTo>
                    <a:cubicBezTo>
                      <a:pt x="80" y="7"/>
                      <a:pt x="79" y="5"/>
                      <a:pt x="79" y="4"/>
                    </a:cubicBezTo>
                    <a:cubicBezTo>
                      <a:pt x="78" y="4"/>
                      <a:pt x="79" y="6"/>
                      <a:pt x="77" y="5"/>
                    </a:cubicBezTo>
                    <a:cubicBezTo>
                      <a:pt x="77" y="5"/>
                      <a:pt x="77" y="6"/>
                      <a:pt x="77" y="8"/>
                    </a:cubicBezTo>
                    <a:cubicBezTo>
                      <a:pt x="77" y="8"/>
                      <a:pt x="76" y="5"/>
                      <a:pt x="76" y="6"/>
                    </a:cubicBezTo>
                    <a:cubicBezTo>
                      <a:pt x="75" y="5"/>
                      <a:pt x="74" y="3"/>
                      <a:pt x="74" y="2"/>
                    </a:cubicBezTo>
                    <a:cubicBezTo>
                      <a:pt x="74" y="2"/>
                      <a:pt x="73" y="1"/>
                      <a:pt x="73" y="2"/>
                    </a:cubicBezTo>
                    <a:cubicBezTo>
                      <a:pt x="73" y="1"/>
                      <a:pt x="72" y="0"/>
                      <a:pt x="72" y="0"/>
                    </a:cubicBezTo>
                    <a:cubicBezTo>
                      <a:pt x="73" y="1"/>
                      <a:pt x="74" y="3"/>
                      <a:pt x="74" y="3"/>
                    </a:cubicBezTo>
                    <a:cubicBezTo>
                      <a:pt x="76" y="5"/>
                      <a:pt x="74" y="4"/>
                      <a:pt x="76" y="6"/>
                    </a:cubicBezTo>
                    <a:cubicBezTo>
                      <a:pt x="75" y="6"/>
                      <a:pt x="74" y="6"/>
                      <a:pt x="74" y="7"/>
                    </a:cubicBezTo>
                    <a:cubicBezTo>
                      <a:pt x="74" y="7"/>
                      <a:pt x="73" y="5"/>
                      <a:pt x="73" y="4"/>
                    </a:cubicBezTo>
                    <a:cubicBezTo>
                      <a:pt x="73" y="6"/>
                      <a:pt x="73" y="7"/>
                      <a:pt x="73" y="7"/>
                    </a:cubicBezTo>
                    <a:cubicBezTo>
                      <a:pt x="74" y="8"/>
                      <a:pt x="74" y="8"/>
                      <a:pt x="75" y="10"/>
                    </a:cubicBezTo>
                    <a:cubicBezTo>
                      <a:pt x="75" y="10"/>
                      <a:pt x="75" y="11"/>
                      <a:pt x="75" y="11"/>
                    </a:cubicBezTo>
                    <a:cubicBezTo>
                      <a:pt x="74" y="9"/>
                      <a:pt x="72" y="7"/>
                      <a:pt x="72" y="7"/>
                    </a:cubicBezTo>
                    <a:cubicBezTo>
                      <a:pt x="71" y="5"/>
                      <a:pt x="73" y="7"/>
                      <a:pt x="71" y="5"/>
                    </a:cubicBezTo>
                    <a:cubicBezTo>
                      <a:pt x="70" y="3"/>
                      <a:pt x="71" y="2"/>
                      <a:pt x="72" y="3"/>
                    </a:cubicBezTo>
                    <a:cubicBezTo>
                      <a:pt x="71" y="1"/>
                      <a:pt x="71" y="3"/>
                      <a:pt x="70" y="1"/>
                    </a:cubicBezTo>
                    <a:cubicBezTo>
                      <a:pt x="70" y="1"/>
                      <a:pt x="70" y="3"/>
                      <a:pt x="70" y="3"/>
                    </a:cubicBezTo>
                    <a:cubicBezTo>
                      <a:pt x="71" y="4"/>
                      <a:pt x="71" y="4"/>
                      <a:pt x="71" y="5"/>
                    </a:cubicBezTo>
                    <a:cubicBezTo>
                      <a:pt x="72" y="8"/>
                      <a:pt x="70" y="4"/>
                      <a:pt x="70" y="4"/>
                    </a:cubicBezTo>
                    <a:cubicBezTo>
                      <a:pt x="69" y="3"/>
                      <a:pt x="69" y="3"/>
                      <a:pt x="69" y="3"/>
                    </a:cubicBezTo>
                    <a:cubicBezTo>
                      <a:pt x="69" y="3"/>
                      <a:pt x="69" y="4"/>
                      <a:pt x="69" y="4"/>
                    </a:cubicBezTo>
                    <a:cubicBezTo>
                      <a:pt x="67" y="2"/>
                      <a:pt x="69" y="4"/>
                      <a:pt x="68" y="2"/>
                    </a:cubicBezTo>
                    <a:cubicBezTo>
                      <a:pt x="67" y="0"/>
                      <a:pt x="67" y="0"/>
                      <a:pt x="67" y="0"/>
                    </a:cubicBezTo>
                    <a:cubicBezTo>
                      <a:pt x="66" y="0"/>
                      <a:pt x="68" y="2"/>
                      <a:pt x="67" y="2"/>
                    </a:cubicBezTo>
                    <a:cubicBezTo>
                      <a:pt x="67" y="1"/>
                      <a:pt x="67" y="1"/>
                      <a:pt x="67" y="1"/>
                    </a:cubicBezTo>
                    <a:cubicBezTo>
                      <a:pt x="67" y="2"/>
                      <a:pt x="67" y="2"/>
                      <a:pt x="67" y="2"/>
                    </a:cubicBezTo>
                    <a:cubicBezTo>
                      <a:pt x="68" y="3"/>
                      <a:pt x="69" y="4"/>
                      <a:pt x="69" y="4"/>
                    </a:cubicBezTo>
                    <a:cubicBezTo>
                      <a:pt x="70" y="7"/>
                      <a:pt x="69" y="4"/>
                      <a:pt x="69" y="5"/>
                    </a:cubicBezTo>
                    <a:cubicBezTo>
                      <a:pt x="69" y="7"/>
                      <a:pt x="69" y="5"/>
                      <a:pt x="70" y="6"/>
                    </a:cubicBezTo>
                    <a:cubicBezTo>
                      <a:pt x="71" y="8"/>
                      <a:pt x="70" y="8"/>
                      <a:pt x="70" y="8"/>
                    </a:cubicBezTo>
                    <a:cubicBezTo>
                      <a:pt x="70" y="9"/>
                      <a:pt x="69" y="7"/>
                      <a:pt x="68" y="6"/>
                    </a:cubicBezTo>
                    <a:cubicBezTo>
                      <a:pt x="68" y="6"/>
                      <a:pt x="68" y="5"/>
                      <a:pt x="69" y="6"/>
                    </a:cubicBezTo>
                    <a:cubicBezTo>
                      <a:pt x="68" y="4"/>
                      <a:pt x="67" y="3"/>
                      <a:pt x="66" y="2"/>
                    </a:cubicBezTo>
                    <a:cubicBezTo>
                      <a:pt x="65" y="1"/>
                      <a:pt x="67" y="4"/>
                      <a:pt x="67" y="4"/>
                    </a:cubicBezTo>
                    <a:cubicBezTo>
                      <a:pt x="67" y="3"/>
                      <a:pt x="68" y="5"/>
                      <a:pt x="68" y="6"/>
                    </a:cubicBezTo>
                    <a:cubicBezTo>
                      <a:pt x="70" y="10"/>
                      <a:pt x="66" y="3"/>
                      <a:pt x="66" y="4"/>
                    </a:cubicBezTo>
                    <a:cubicBezTo>
                      <a:pt x="68" y="6"/>
                      <a:pt x="67" y="8"/>
                      <a:pt x="70" y="10"/>
                    </a:cubicBezTo>
                    <a:cubicBezTo>
                      <a:pt x="70" y="11"/>
                      <a:pt x="70" y="12"/>
                      <a:pt x="70" y="12"/>
                    </a:cubicBezTo>
                    <a:cubicBezTo>
                      <a:pt x="69" y="10"/>
                      <a:pt x="69" y="10"/>
                      <a:pt x="68" y="8"/>
                    </a:cubicBezTo>
                    <a:cubicBezTo>
                      <a:pt x="68" y="9"/>
                      <a:pt x="68" y="9"/>
                      <a:pt x="68" y="9"/>
                    </a:cubicBezTo>
                    <a:cubicBezTo>
                      <a:pt x="66" y="6"/>
                      <a:pt x="66" y="6"/>
                      <a:pt x="66" y="6"/>
                    </a:cubicBezTo>
                    <a:cubicBezTo>
                      <a:pt x="64" y="3"/>
                      <a:pt x="64" y="3"/>
                      <a:pt x="64" y="3"/>
                    </a:cubicBezTo>
                    <a:cubicBezTo>
                      <a:pt x="64" y="4"/>
                      <a:pt x="65" y="5"/>
                      <a:pt x="65" y="6"/>
                    </a:cubicBezTo>
                    <a:cubicBezTo>
                      <a:pt x="64" y="5"/>
                      <a:pt x="64" y="4"/>
                      <a:pt x="64" y="4"/>
                    </a:cubicBezTo>
                    <a:cubicBezTo>
                      <a:pt x="64" y="5"/>
                      <a:pt x="65" y="7"/>
                      <a:pt x="65" y="7"/>
                    </a:cubicBezTo>
                    <a:cubicBezTo>
                      <a:pt x="65" y="7"/>
                      <a:pt x="64" y="6"/>
                      <a:pt x="63" y="5"/>
                    </a:cubicBezTo>
                    <a:cubicBezTo>
                      <a:pt x="63" y="4"/>
                      <a:pt x="63" y="4"/>
                      <a:pt x="63" y="4"/>
                    </a:cubicBezTo>
                    <a:cubicBezTo>
                      <a:pt x="63" y="5"/>
                      <a:pt x="62" y="3"/>
                      <a:pt x="62" y="4"/>
                    </a:cubicBezTo>
                    <a:cubicBezTo>
                      <a:pt x="63" y="5"/>
                      <a:pt x="64" y="6"/>
                      <a:pt x="65" y="8"/>
                    </a:cubicBezTo>
                    <a:cubicBezTo>
                      <a:pt x="65" y="8"/>
                      <a:pt x="64" y="7"/>
                      <a:pt x="64" y="7"/>
                    </a:cubicBezTo>
                    <a:cubicBezTo>
                      <a:pt x="63" y="6"/>
                      <a:pt x="63" y="6"/>
                      <a:pt x="63" y="6"/>
                    </a:cubicBezTo>
                    <a:cubicBezTo>
                      <a:pt x="63" y="7"/>
                      <a:pt x="62" y="4"/>
                      <a:pt x="62" y="5"/>
                    </a:cubicBezTo>
                    <a:cubicBezTo>
                      <a:pt x="62" y="6"/>
                      <a:pt x="62" y="6"/>
                      <a:pt x="62" y="6"/>
                    </a:cubicBezTo>
                    <a:cubicBezTo>
                      <a:pt x="62" y="6"/>
                      <a:pt x="62" y="5"/>
                      <a:pt x="61" y="5"/>
                    </a:cubicBezTo>
                    <a:cubicBezTo>
                      <a:pt x="62" y="6"/>
                      <a:pt x="62" y="6"/>
                      <a:pt x="62" y="6"/>
                    </a:cubicBezTo>
                    <a:cubicBezTo>
                      <a:pt x="61" y="5"/>
                      <a:pt x="61" y="5"/>
                      <a:pt x="61" y="5"/>
                    </a:cubicBezTo>
                    <a:cubicBezTo>
                      <a:pt x="62" y="6"/>
                      <a:pt x="63" y="8"/>
                      <a:pt x="61" y="6"/>
                    </a:cubicBezTo>
                    <a:cubicBezTo>
                      <a:pt x="63" y="8"/>
                      <a:pt x="61" y="6"/>
                      <a:pt x="62" y="7"/>
                    </a:cubicBezTo>
                    <a:cubicBezTo>
                      <a:pt x="64" y="9"/>
                      <a:pt x="63" y="9"/>
                      <a:pt x="63" y="9"/>
                    </a:cubicBezTo>
                    <a:cubicBezTo>
                      <a:pt x="62" y="7"/>
                      <a:pt x="63" y="9"/>
                      <a:pt x="63" y="9"/>
                    </a:cubicBezTo>
                    <a:cubicBezTo>
                      <a:pt x="61" y="8"/>
                      <a:pt x="61" y="8"/>
                      <a:pt x="61" y="8"/>
                    </a:cubicBezTo>
                    <a:cubicBezTo>
                      <a:pt x="62" y="9"/>
                      <a:pt x="62" y="9"/>
                      <a:pt x="62" y="9"/>
                    </a:cubicBezTo>
                    <a:cubicBezTo>
                      <a:pt x="60" y="6"/>
                      <a:pt x="62" y="10"/>
                      <a:pt x="61" y="10"/>
                    </a:cubicBezTo>
                    <a:cubicBezTo>
                      <a:pt x="61" y="9"/>
                      <a:pt x="60" y="7"/>
                      <a:pt x="60" y="7"/>
                    </a:cubicBezTo>
                    <a:cubicBezTo>
                      <a:pt x="61" y="9"/>
                      <a:pt x="61" y="10"/>
                      <a:pt x="62" y="11"/>
                    </a:cubicBezTo>
                    <a:cubicBezTo>
                      <a:pt x="61" y="11"/>
                      <a:pt x="60" y="9"/>
                      <a:pt x="59" y="7"/>
                    </a:cubicBezTo>
                    <a:cubicBezTo>
                      <a:pt x="60" y="9"/>
                      <a:pt x="58" y="7"/>
                      <a:pt x="59" y="9"/>
                    </a:cubicBezTo>
                    <a:cubicBezTo>
                      <a:pt x="60" y="9"/>
                      <a:pt x="60" y="10"/>
                      <a:pt x="61" y="11"/>
                    </a:cubicBezTo>
                    <a:cubicBezTo>
                      <a:pt x="61" y="11"/>
                      <a:pt x="60" y="10"/>
                      <a:pt x="60" y="10"/>
                    </a:cubicBezTo>
                    <a:cubicBezTo>
                      <a:pt x="60" y="10"/>
                      <a:pt x="61" y="12"/>
                      <a:pt x="61" y="12"/>
                    </a:cubicBezTo>
                    <a:cubicBezTo>
                      <a:pt x="61" y="12"/>
                      <a:pt x="62" y="14"/>
                      <a:pt x="61" y="13"/>
                    </a:cubicBezTo>
                    <a:cubicBezTo>
                      <a:pt x="60" y="12"/>
                      <a:pt x="61" y="12"/>
                      <a:pt x="60" y="11"/>
                    </a:cubicBezTo>
                    <a:cubicBezTo>
                      <a:pt x="60" y="11"/>
                      <a:pt x="62" y="15"/>
                      <a:pt x="62" y="15"/>
                    </a:cubicBezTo>
                    <a:cubicBezTo>
                      <a:pt x="63" y="16"/>
                      <a:pt x="65" y="18"/>
                      <a:pt x="65" y="19"/>
                    </a:cubicBezTo>
                    <a:cubicBezTo>
                      <a:pt x="64" y="19"/>
                      <a:pt x="65" y="18"/>
                      <a:pt x="63" y="17"/>
                    </a:cubicBezTo>
                    <a:cubicBezTo>
                      <a:pt x="63" y="17"/>
                      <a:pt x="63" y="17"/>
                      <a:pt x="63" y="17"/>
                    </a:cubicBezTo>
                    <a:cubicBezTo>
                      <a:pt x="61" y="15"/>
                      <a:pt x="61" y="13"/>
                      <a:pt x="59" y="11"/>
                    </a:cubicBezTo>
                    <a:cubicBezTo>
                      <a:pt x="60" y="12"/>
                      <a:pt x="60" y="12"/>
                      <a:pt x="60" y="12"/>
                    </a:cubicBezTo>
                    <a:cubicBezTo>
                      <a:pt x="59" y="12"/>
                      <a:pt x="58" y="10"/>
                      <a:pt x="58" y="10"/>
                    </a:cubicBezTo>
                    <a:cubicBezTo>
                      <a:pt x="59" y="12"/>
                      <a:pt x="57" y="11"/>
                      <a:pt x="58" y="11"/>
                    </a:cubicBezTo>
                    <a:cubicBezTo>
                      <a:pt x="59" y="12"/>
                      <a:pt x="58" y="11"/>
                      <a:pt x="58" y="12"/>
                    </a:cubicBezTo>
                    <a:cubicBezTo>
                      <a:pt x="58" y="12"/>
                      <a:pt x="60" y="14"/>
                      <a:pt x="59" y="14"/>
                    </a:cubicBezTo>
                    <a:cubicBezTo>
                      <a:pt x="57" y="11"/>
                      <a:pt x="57" y="11"/>
                      <a:pt x="57" y="11"/>
                    </a:cubicBezTo>
                    <a:cubicBezTo>
                      <a:pt x="56" y="11"/>
                      <a:pt x="58" y="13"/>
                      <a:pt x="57" y="12"/>
                    </a:cubicBezTo>
                    <a:cubicBezTo>
                      <a:pt x="57" y="12"/>
                      <a:pt x="57" y="12"/>
                      <a:pt x="57" y="12"/>
                    </a:cubicBezTo>
                    <a:cubicBezTo>
                      <a:pt x="56" y="12"/>
                      <a:pt x="55" y="13"/>
                      <a:pt x="57" y="17"/>
                    </a:cubicBezTo>
                    <a:cubicBezTo>
                      <a:pt x="56" y="16"/>
                      <a:pt x="55" y="16"/>
                      <a:pt x="54" y="15"/>
                    </a:cubicBezTo>
                    <a:cubicBezTo>
                      <a:pt x="55" y="16"/>
                      <a:pt x="55" y="17"/>
                      <a:pt x="55" y="17"/>
                    </a:cubicBezTo>
                    <a:cubicBezTo>
                      <a:pt x="54" y="16"/>
                      <a:pt x="54" y="16"/>
                      <a:pt x="54" y="16"/>
                    </a:cubicBezTo>
                    <a:cubicBezTo>
                      <a:pt x="53" y="15"/>
                      <a:pt x="54" y="17"/>
                      <a:pt x="54" y="18"/>
                    </a:cubicBezTo>
                    <a:cubicBezTo>
                      <a:pt x="53" y="17"/>
                      <a:pt x="53" y="17"/>
                      <a:pt x="53" y="17"/>
                    </a:cubicBezTo>
                    <a:cubicBezTo>
                      <a:pt x="52" y="16"/>
                      <a:pt x="54" y="18"/>
                      <a:pt x="54" y="18"/>
                    </a:cubicBezTo>
                    <a:cubicBezTo>
                      <a:pt x="53" y="17"/>
                      <a:pt x="53" y="17"/>
                      <a:pt x="53" y="17"/>
                    </a:cubicBezTo>
                    <a:cubicBezTo>
                      <a:pt x="54" y="18"/>
                      <a:pt x="54" y="18"/>
                      <a:pt x="54" y="18"/>
                    </a:cubicBezTo>
                    <a:cubicBezTo>
                      <a:pt x="54" y="19"/>
                      <a:pt x="53" y="19"/>
                      <a:pt x="52" y="17"/>
                    </a:cubicBezTo>
                    <a:cubicBezTo>
                      <a:pt x="53" y="18"/>
                      <a:pt x="53" y="18"/>
                      <a:pt x="53" y="18"/>
                    </a:cubicBezTo>
                    <a:cubicBezTo>
                      <a:pt x="52" y="18"/>
                      <a:pt x="51" y="18"/>
                      <a:pt x="51" y="19"/>
                    </a:cubicBezTo>
                    <a:cubicBezTo>
                      <a:pt x="52" y="19"/>
                      <a:pt x="52" y="20"/>
                      <a:pt x="53" y="21"/>
                    </a:cubicBezTo>
                    <a:cubicBezTo>
                      <a:pt x="55" y="22"/>
                      <a:pt x="53" y="20"/>
                      <a:pt x="54" y="22"/>
                    </a:cubicBezTo>
                    <a:cubicBezTo>
                      <a:pt x="53" y="21"/>
                      <a:pt x="52" y="20"/>
                      <a:pt x="52" y="20"/>
                    </a:cubicBezTo>
                    <a:cubicBezTo>
                      <a:pt x="49" y="18"/>
                      <a:pt x="50" y="21"/>
                      <a:pt x="50" y="20"/>
                    </a:cubicBezTo>
                    <a:cubicBezTo>
                      <a:pt x="50" y="21"/>
                      <a:pt x="50" y="21"/>
                      <a:pt x="50" y="21"/>
                    </a:cubicBezTo>
                    <a:cubicBezTo>
                      <a:pt x="48" y="20"/>
                      <a:pt x="50" y="22"/>
                      <a:pt x="48" y="22"/>
                    </a:cubicBezTo>
                    <a:cubicBezTo>
                      <a:pt x="49" y="22"/>
                      <a:pt x="51" y="25"/>
                      <a:pt x="51" y="25"/>
                    </a:cubicBezTo>
                    <a:cubicBezTo>
                      <a:pt x="52" y="26"/>
                      <a:pt x="49" y="23"/>
                      <a:pt x="48" y="22"/>
                    </a:cubicBezTo>
                    <a:cubicBezTo>
                      <a:pt x="48" y="23"/>
                      <a:pt x="48" y="23"/>
                      <a:pt x="48" y="23"/>
                    </a:cubicBezTo>
                    <a:cubicBezTo>
                      <a:pt x="48" y="23"/>
                      <a:pt x="48" y="23"/>
                      <a:pt x="48" y="23"/>
                    </a:cubicBezTo>
                    <a:cubicBezTo>
                      <a:pt x="48" y="24"/>
                      <a:pt x="49" y="25"/>
                      <a:pt x="48" y="24"/>
                    </a:cubicBezTo>
                    <a:cubicBezTo>
                      <a:pt x="48" y="24"/>
                      <a:pt x="48" y="24"/>
                      <a:pt x="48" y="24"/>
                    </a:cubicBezTo>
                    <a:cubicBezTo>
                      <a:pt x="48" y="24"/>
                      <a:pt x="47" y="23"/>
                      <a:pt x="47" y="23"/>
                    </a:cubicBezTo>
                    <a:cubicBezTo>
                      <a:pt x="48" y="25"/>
                      <a:pt x="47" y="24"/>
                      <a:pt x="48" y="25"/>
                    </a:cubicBezTo>
                    <a:cubicBezTo>
                      <a:pt x="47" y="25"/>
                      <a:pt x="47" y="25"/>
                      <a:pt x="47" y="25"/>
                    </a:cubicBezTo>
                    <a:cubicBezTo>
                      <a:pt x="48" y="26"/>
                      <a:pt x="48" y="26"/>
                      <a:pt x="48" y="26"/>
                    </a:cubicBezTo>
                    <a:cubicBezTo>
                      <a:pt x="47" y="26"/>
                      <a:pt x="47" y="26"/>
                      <a:pt x="47" y="26"/>
                    </a:cubicBezTo>
                    <a:cubicBezTo>
                      <a:pt x="46" y="24"/>
                      <a:pt x="46" y="24"/>
                      <a:pt x="46" y="24"/>
                    </a:cubicBezTo>
                    <a:cubicBezTo>
                      <a:pt x="45" y="24"/>
                      <a:pt x="47" y="25"/>
                      <a:pt x="47" y="26"/>
                    </a:cubicBezTo>
                    <a:cubicBezTo>
                      <a:pt x="48" y="27"/>
                      <a:pt x="47" y="26"/>
                      <a:pt x="46" y="26"/>
                    </a:cubicBezTo>
                    <a:cubicBezTo>
                      <a:pt x="46" y="25"/>
                      <a:pt x="47" y="26"/>
                      <a:pt x="47" y="25"/>
                    </a:cubicBezTo>
                    <a:cubicBezTo>
                      <a:pt x="46" y="24"/>
                      <a:pt x="46" y="25"/>
                      <a:pt x="46" y="25"/>
                    </a:cubicBezTo>
                    <a:cubicBezTo>
                      <a:pt x="46" y="25"/>
                      <a:pt x="47" y="26"/>
                      <a:pt x="46" y="26"/>
                    </a:cubicBezTo>
                    <a:cubicBezTo>
                      <a:pt x="46" y="26"/>
                      <a:pt x="46" y="26"/>
                      <a:pt x="45" y="25"/>
                    </a:cubicBezTo>
                    <a:cubicBezTo>
                      <a:pt x="46" y="26"/>
                      <a:pt x="45" y="26"/>
                      <a:pt x="46" y="27"/>
                    </a:cubicBezTo>
                    <a:cubicBezTo>
                      <a:pt x="46" y="27"/>
                      <a:pt x="47" y="27"/>
                      <a:pt x="47" y="28"/>
                    </a:cubicBezTo>
                    <a:cubicBezTo>
                      <a:pt x="47" y="28"/>
                      <a:pt x="47" y="28"/>
                      <a:pt x="47" y="28"/>
                    </a:cubicBezTo>
                    <a:cubicBezTo>
                      <a:pt x="47" y="27"/>
                      <a:pt x="47" y="27"/>
                      <a:pt x="47" y="27"/>
                    </a:cubicBezTo>
                    <a:cubicBezTo>
                      <a:pt x="47" y="28"/>
                      <a:pt x="46" y="28"/>
                      <a:pt x="47" y="29"/>
                    </a:cubicBezTo>
                    <a:cubicBezTo>
                      <a:pt x="46" y="27"/>
                      <a:pt x="46" y="27"/>
                      <a:pt x="46" y="27"/>
                    </a:cubicBezTo>
                    <a:cubicBezTo>
                      <a:pt x="47" y="28"/>
                      <a:pt x="46" y="28"/>
                      <a:pt x="46" y="29"/>
                    </a:cubicBezTo>
                    <a:cubicBezTo>
                      <a:pt x="45" y="27"/>
                      <a:pt x="44" y="26"/>
                      <a:pt x="44" y="26"/>
                    </a:cubicBezTo>
                    <a:cubicBezTo>
                      <a:pt x="44" y="27"/>
                      <a:pt x="44" y="27"/>
                      <a:pt x="44" y="27"/>
                    </a:cubicBezTo>
                    <a:cubicBezTo>
                      <a:pt x="44" y="28"/>
                      <a:pt x="44" y="27"/>
                      <a:pt x="43" y="27"/>
                    </a:cubicBezTo>
                    <a:cubicBezTo>
                      <a:pt x="42" y="26"/>
                      <a:pt x="46" y="31"/>
                      <a:pt x="45" y="30"/>
                    </a:cubicBezTo>
                    <a:cubicBezTo>
                      <a:pt x="44" y="28"/>
                      <a:pt x="43" y="28"/>
                      <a:pt x="43" y="28"/>
                    </a:cubicBezTo>
                    <a:cubicBezTo>
                      <a:pt x="43" y="29"/>
                      <a:pt x="43" y="29"/>
                      <a:pt x="43" y="29"/>
                    </a:cubicBezTo>
                    <a:cubicBezTo>
                      <a:pt x="44" y="29"/>
                      <a:pt x="42" y="28"/>
                      <a:pt x="44" y="28"/>
                    </a:cubicBezTo>
                    <a:cubicBezTo>
                      <a:pt x="44" y="29"/>
                      <a:pt x="44" y="29"/>
                      <a:pt x="44" y="30"/>
                    </a:cubicBezTo>
                    <a:cubicBezTo>
                      <a:pt x="41" y="27"/>
                      <a:pt x="42" y="30"/>
                      <a:pt x="40" y="29"/>
                    </a:cubicBezTo>
                    <a:cubicBezTo>
                      <a:pt x="42" y="30"/>
                      <a:pt x="41" y="29"/>
                      <a:pt x="41" y="30"/>
                    </a:cubicBezTo>
                    <a:cubicBezTo>
                      <a:pt x="39" y="28"/>
                      <a:pt x="41" y="31"/>
                      <a:pt x="40" y="30"/>
                    </a:cubicBezTo>
                    <a:cubicBezTo>
                      <a:pt x="42" y="32"/>
                      <a:pt x="42" y="32"/>
                      <a:pt x="42" y="32"/>
                    </a:cubicBezTo>
                    <a:cubicBezTo>
                      <a:pt x="40" y="31"/>
                      <a:pt x="44" y="35"/>
                      <a:pt x="41" y="33"/>
                    </a:cubicBezTo>
                    <a:cubicBezTo>
                      <a:pt x="40" y="31"/>
                      <a:pt x="40" y="31"/>
                      <a:pt x="40" y="31"/>
                    </a:cubicBezTo>
                    <a:cubicBezTo>
                      <a:pt x="38" y="29"/>
                      <a:pt x="41" y="33"/>
                      <a:pt x="39" y="31"/>
                    </a:cubicBezTo>
                    <a:cubicBezTo>
                      <a:pt x="39" y="32"/>
                      <a:pt x="40" y="33"/>
                      <a:pt x="41" y="34"/>
                    </a:cubicBezTo>
                    <a:cubicBezTo>
                      <a:pt x="40" y="33"/>
                      <a:pt x="39" y="33"/>
                      <a:pt x="38" y="32"/>
                    </a:cubicBezTo>
                    <a:cubicBezTo>
                      <a:pt x="39" y="33"/>
                      <a:pt x="39" y="33"/>
                      <a:pt x="38" y="33"/>
                    </a:cubicBezTo>
                    <a:cubicBezTo>
                      <a:pt x="38" y="32"/>
                      <a:pt x="38" y="32"/>
                      <a:pt x="38" y="32"/>
                    </a:cubicBezTo>
                    <a:cubicBezTo>
                      <a:pt x="37" y="32"/>
                      <a:pt x="38" y="33"/>
                      <a:pt x="38" y="33"/>
                    </a:cubicBezTo>
                    <a:cubicBezTo>
                      <a:pt x="37" y="32"/>
                      <a:pt x="37" y="33"/>
                      <a:pt x="36" y="33"/>
                    </a:cubicBezTo>
                    <a:cubicBezTo>
                      <a:pt x="37" y="35"/>
                      <a:pt x="35" y="32"/>
                      <a:pt x="37" y="35"/>
                    </a:cubicBezTo>
                    <a:cubicBezTo>
                      <a:pt x="36" y="34"/>
                      <a:pt x="36" y="34"/>
                      <a:pt x="36" y="34"/>
                    </a:cubicBezTo>
                    <a:cubicBezTo>
                      <a:pt x="37" y="35"/>
                      <a:pt x="38" y="36"/>
                      <a:pt x="38" y="37"/>
                    </a:cubicBezTo>
                    <a:cubicBezTo>
                      <a:pt x="36" y="35"/>
                      <a:pt x="36" y="35"/>
                      <a:pt x="36" y="35"/>
                    </a:cubicBezTo>
                    <a:cubicBezTo>
                      <a:pt x="35" y="33"/>
                      <a:pt x="36" y="35"/>
                      <a:pt x="35" y="34"/>
                    </a:cubicBezTo>
                    <a:cubicBezTo>
                      <a:pt x="36" y="35"/>
                      <a:pt x="35" y="34"/>
                      <a:pt x="36" y="35"/>
                    </a:cubicBezTo>
                    <a:cubicBezTo>
                      <a:pt x="36" y="36"/>
                      <a:pt x="36" y="36"/>
                      <a:pt x="36" y="36"/>
                    </a:cubicBezTo>
                    <a:cubicBezTo>
                      <a:pt x="36" y="37"/>
                      <a:pt x="36" y="37"/>
                      <a:pt x="36" y="37"/>
                    </a:cubicBezTo>
                    <a:cubicBezTo>
                      <a:pt x="36" y="38"/>
                      <a:pt x="35" y="36"/>
                      <a:pt x="35" y="36"/>
                    </a:cubicBezTo>
                    <a:cubicBezTo>
                      <a:pt x="34" y="35"/>
                      <a:pt x="34" y="36"/>
                      <a:pt x="35" y="36"/>
                    </a:cubicBezTo>
                    <a:cubicBezTo>
                      <a:pt x="35" y="36"/>
                      <a:pt x="35" y="36"/>
                      <a:pt x="35" y="37"/>
                    </a:cubicBezTo>
                    <a:cubicBezTo>
                      <a:pt x="35" y="36"/>
                      <a:pt x="35" y="36"/>
                      <a:pt x="35" y="36"/>
                    </a:cubicBezTo>
                    <a:cubicBezTo>
                      <a:pt x="35" y="36"/>
                      <a:pt x="35" y="36"/>
                      <a:pt x="35" y="37"/>
                    </a:cubicBezTo>
                    <a:cubicBezTo>
                      <a:pt x="35" y="36"/>
                      <a:pt x="35" y="36"/>
                      <a:pt x="34" y="36"/>
                    </a:cubicBezTo>
                    <a:cubicBezTo>
                      <a:pt x="34" y="36"/>
                      <a:pt x="34" y="36"/>
                      <a:pt x="35" y="36"/>
                    </a:cubicBezTo>
                    <a:cubicBezTo>
                      <a:pt x="34" y="36"/>
                      <a:pt x="34" y="36"/>
                      <a:pt x="34" y="36"/>
                    </a:cubicBezTo>
                    <a:cubicBezTo>
                      <a:pt x="34" y="36"/>
                      <a:pt x="34" y="36"/>
                      <a:pt x="34" y="36"/>
                    </a:cubicBezTo>
                    <a:cubicBezTo>
                      <a:pt x="34" y="36"/>
                      <a:pt x="34" y="36"/>
                      <a:pt x="34" y="36"/>
                    </a:cubicBezTo>
                    <a:cubicBezTo>
                      <a:pt x="33" y="35"/>
                      <a:pt x="33" y="35"/>
                      <a:pt x="33" y="35"/>
                    </a:cubicBezTo>
                    <a:cubicBezTo>
                      <a:pt x="33" y="35"/>
                      <a:pt x="33" y="36"/>
                      <a:pt x="34" y="37"/>
                    </a:cubicBezTo>
                    <a:cubicBezTo>
                      <a:pt x="32" y="36"/>
                      <a:pt x="33" y="38"/>
                      <a:pt x="33" y="39"/>
                    </a:cubicBezTo>
                    <a:cubicBezTo>
                      <a:pt x="33" y="39"/>
                      <a:pt x="32" y="38"/>
                      <a:pt x="33" y="38"/>
                    </a:cubicBezTo>
                    <a:cubicBezTo>
                      <a:pt x="33" y="39"/>
                      <a:pt x="33" y="40"/>
                      <a:pt x="33" y="39"/>
                    </a:cubicBezTo>
                    <a:cubicBezTo>
                      <a:pt x="33" y="40"/>
                      <a:pt x="32" y="38"/>
                      <a:pt x="32" y="38"/>
                    </a:cubicBezTo>
                    <a:cubicBezTo>
                      <a:pt x="31" y="38"/>
                      <a:pt x="33" y="40"/>
                      <a:pt x="32" y="40"/>
                    </a:cubicBezTo>
                    <a:cubicBezTo>
                      <a:pt x="30" y="38"/>
                      <a:pt x="33" y="42"/>
                      <a:pt x="31" y="41"/>
                    </a:cubicBezTo>
                    <a:cubicBezTo>
                      <a:pt x="31" y="41"/>
                      <a:pt x="31" y="40"/>
                      <a:pt x="30" y="39"/>
                    </a:cubicBezTo>
                    <a:cubicBezTo>
                      <a:pt x="30" y="40"/>
                      <a:pt x="30" y="41"/>
                      <a:pt x="31" y="43"/>
                    </a:cubicBezTo>
                    <a:cubicBezTo>
                      <a:pt x="30" y="41"/>
                      <a:pt x="30" y="41"/>
                      <a:pt x="30" y="41"/>
                    </a:cubicBezTo>
                    <a:cubicBezTo>
                      <a:pt x="30" y="41"/>
                      <a:pt x="30" y="42"/>
                      <a:pt x="31" y="43"/>
                    </a:cubicBezTo>
                    <a:cubicBezTo>
                      <a:pt x="32" y="44"/>
                      <a:pt x="32" y="45"/>
                      <a:pt x="32" y="45"/>
                    </a:cubicBezTo>
                    <a:cubicBezTo>
                      <a:pt x="32" y="45"/>
                      <a:pt x="32" y="45"/>
                      <a:pt x="32" y="45"/>
                    </a:cubicBezTo>
                    <a:cubicBezTo>
                      <a:pt x="32" y="46"/>
                      <a:pt x="32" y="46"/>
                      <a:pt x="32" y="46"/>
                    </a:cubicBezTo>
                    <a:cubicBezTo>
                      <a:pt x="31" y="45"/>
                      <a:pt x="31" y="45"/>
                      <a:pt x="31" y="45"/>
                    </a:cubicBezTo>
                    <a:cubicBezTo>
                      <a:pt x="29" y="43"/>
                      <a:pt x="29" y="44"/>
                      <a:pt x="29" y="44"/>
                    </a:cubicBezTo>
                    <a:cubicBezTo>
                      <a:pt x="30" y="45"/>
                      <a:pt x="30" y="45"/>
                      <a:pt x="30" y="45"/>
                    </a:cubicBezTo>
                    <a:cubicBezTo>
                      <a:pt x="30" y="46"/>
                      <a:pt x="29" y="44"/>
                      <a:pt x="29" y="44"/>
                    </a:cubicBezTo>
                    <a:cubicBezTo>
                      <a:pt x="31" y="48"/>
                      <a:pt x="31" y="48"/>
                      <a:pt x="31" y="48"/>
                    </a:cubicBezTo>
                    <a:cubicBezTo>
                      <a:pt x="31" y="48"/>
                      <a:pt x="30" y="47"/>
                      <a:pt x="29" y="46"/>
                    </a:cubicBezTo>
                    <a:cubicBezTo>
                      <a:pt x="29" y="46"/>
                      <a:pt x="31" y="49"/>
                      <a:pt x="31" y="50"/>
                    </a:cubicBezTo>
                    <a:cubicBezTo>
                      <a:pt x="31" y="50"/>
                      <a:pt x="31" y="51"/>
                      <a:pt x="31" y="51"/>
                    </a:cubicBezTo>
                    <a:cubicBezTo>
                      <a:pt x="30" y="50"/>
                      <a:pt x="31" y="51"/>
                      <a:pt x="31" y="51"/>
                    </a:cubicBezTo>
                    <a:cubicBezTo>
                      <a:pt x="30" y="50"/>
                      <a:pt x="30" y="50"/>
                      <a:pt x="30" y="50"/>
                    </a:cubicBezTo>
                    <a:cubicBezTo>
                      <a:pt x="30" y="49"/>
                      <a:pt x="28" y="48"/>
                      <a:pt x="28" y="47"/>
                    </a:cubicBezTo>
                    <a:cubicBezTo>
                      <a:pt x="28" y="48"/>
                      <a:pt x="27" y="47"/>
                      <a:pt x="26" y="47"/>
                    </a:cubicBezTo>
                    <a:cubicBezTo>
                      <a:pt x="28" y="49"/>
                      <a:pt x="27" y="49"/>
                      <a:pt x="28" y="51"/>
                    </a:cubicBezTo>
                    <a:cubicBezTo>
                      <a:pt x="28" y="51"/>
                      <a:pt x="27" y="49"/>
                      <a:pt x="26" y="49"/>
                    </a:cubicBezTo>
                    <a:cubicBezTo>
                      <a:pt x="27" y="50"/>
                      <a:pt x="26" y="50"/>
                      <a:pt x="25" y="50"/>
                    </a:cubicBezTo>
                    <a:cubicBezTo>
                      <a:pt x="25" y="50"/>
                      <a:pt x="25" y="50"/>
                      <a:pt x="25" y="50"/>
                    </a:cubicBezTo>
                    <a:cubicBezTo>
                      <a:pt x="25" y="51"/>
                      <a:pt x="24" y="51"/>
                      <a:pt x="25" y="53"/>
                    </a:cubicBezTo>
                    <a:cubicBezTo>
                      <a:pt x="25" y="52"/>
                      <a:pt x="25" y="52"/>
                      <a:pt x="25" y="52"/>
                    </a:cubicBezTo>
                    <a:cubicBezTo>
                      <a:pt x="24" y="51"/>
                      <a:pt x="27" y="54"/>
                      <a:pt x="25" y="53"/>
                    </a:cubicBezTo>
                    <a:cubicBezTo>
                      <a:pt x="25" y="52"/>
                      <a:pt x="25" y="52"/>
                      <a:pt x="25" y="52"/>
                    </a:cubicBezTo>
                    <a:cubicBezTo>
                      <a:pt x="25" y="53"/>
                      <a:pt x="23" y="52"/>
                      <a:pt x="24" y="54"/>
                    </a:cubicBezTo>
                    <a:cubicBezTo>
                      <a:pt x="24" y="53"/>
                      <a:pt x="24" y="53"/>
                      <a:pt x="24" y="53"/>
                    </a:cubicBezTo>
                    <a:cubicBezTo>
                      <a:pt x="24" y="53"/>
                      <a:pt x="23" y="53"/>
                      <a:pt x="24" y="55"/>
                    </a:cubicBezTo>
                    <a:cubicBezTo>
                      <a:pt x="23" y="53"/>
                      <a:pt x="23" y="53"/>
                      <a:pt x="23" y="53"/>
                    </a:cubicBezTo>
                    <a:cubicBezTo>
                      <a:pt x="22" y="52"/>
                      <a:pt x="24" y="55"/>
                      <a:pt x="23" y="55"/>
                    </a:cubicBezTo>
                    <a:cubicBezTo>
                      <a:pt x="23" y="55"/>
                      <a:pt x="22" y="54"/>
                      <a:pt x="22" y="54"/>
                    </a:cubicBezTo>
                    <a:cubicBezTo>
                      <a:pt x="23" y="55"/>
                      <a:pt x="22" y="55"/>
                      <a:pt x="23" y="55"/>
                    </a:cubicBezTo>
                    <a:cubicBezTo>
                      <a:pt x="21" y="54"/>
                      <a:pt x="21" y="54"/>
                      <a:pt x="21" y="54"/>
                    </a:cubicBezTo>
                    <a:cubicBezTo>
                      <a:pt x="20" y="55"/>
                      <a:pt x="18" y="56"/>
                      <a:pt x="18" y="59"/>
                    </a:cubicBezTo>
                    <a:cubicBezTo>
                      <a:pt x="16" y="57"/>
                      <a:pt x="17" y="57"/>
                      <a:pt x="16" y="56"/>
                    </a:cubicBezTo>
                    <a:cubicBezTo>
                      <a:pt x="18" y="58"/>
                      <a:pt x="16" y="57"/>
                      <a:pt x="16" y="58"/>
                    </a:cubicBezTo>
                    <a:cubicBezTo>
                      <a:pt x="16" y="57"/>
                      <a:pt x="16" y="57"/>
                      <a:pt x="16" y="57"/>
                    </a:cubicBezTo>
                    <a:cubicBezTo>
                      <a:pt x="16" y="58"/>
                      <a:pt x="15" y="57"/>
                      <a:pt x="16" y="58"/>
                    </a:cubicBezTo>
                    <a:cubicBezTo>
                      <a:pt x="16" y="58"/>
                      <a:pt x="16" y="58"/>
                      <a:pt x="16" y="58"/>
                    </a:cubicBezTo>
                    <a:cubicBezTo>
                      <a:pt x="17" y="59"/>
                      <a:pt x="14" y="56"/>
                      <a:pt x="15" y="59"/>
                    </a:cubicBezTo>
                    <a:cubicBezTo>
                      <a:pt x="14" y="57"/>
                      <a:pt x="14" y="57"/>
                      <a:pt x="14" y="57"/>
                    </a:cubicBezTo>
                    <a:cubicBezTo>
                      <a:pt x="16" y="60"/>
                      <a:pt x="13" y="57"/>
                      <a:pt x="15" y="59"/>
                    </a:cubicBezTo>
                    <a:cubicBezTo>
                      <a:pt x="14" y="59"/>
                      <a:pt x="14" y="59"/>
                      <a:pt x="14" y="59"/>
                    </a:cubicBezTo>
                    <a:cubicBezTo>
                      <a:pt x="13" y="58"/>
                      <a:pt x="15" y="61"/>
                      <a:pt x="14" y="60"/>
                    </a:cubicBezTo>
                    <a:cubicBezTo>
                      <a:pt x="14" y="60"/>
                      <a:pt x="14" y="61"/>
                      <a:pt x="15" y="63"/>
                    </a:cubicBezTo>
                    <a:cubicBezTo>
                      <a:pt x="14" y="60"/>
                      <a:pt x="14" y="60"/>
                      <a:pt x="14" y="60"/>
                    </a:cubicBezTo>
                    <a:cubicBezTo>
                      <a:pt x="13" y="62"/>
                      <a:pt x="12" y="63"/>
                      <a:pt x="13" y="65"/>
                    </a:cubicBezTo>
                    <a:cubicBezTo>
                      <a:pt x="12" y="65"/>
                      <a:pt x="12" y="65"/>
                      <a:pt x="12" y="65"/>
                    </a:cubicBezTo>
                    <a:cubicBezTo>
                      <a:pt x="13" y="67"/>
                      <a:pt x="9" y="64"/>
                      <a:pt x="12" y="67"/>
                    </a:cubicBezTo>
                    <a:cubicBezTo>
                      <a:pt x="13" y="69"/>
                      <a:pt x="13" y="69"/>
                      <a:pt x="13" y="69"/>
                    </a:cubicBezTo>
                    <a:cubicBezTo>
                      <a:pt x="11" y="67"/>
                      <a:pt x="11" y="67"/>
                      <a:pt x="11" y="67"/>
                    </a:cubicBezTo>
                    <a:cubicBezTo>
                      <a:pt x="11" y="68"/>
                      <a:pt x="10" y="68"/>
                      <a:pt x="11" y="69"/>
                    </a:cubicBezTo>
                    <a:cubicBezTo>
                      <a:pt x="10" y="68"/>
                      <a:pt x="10" y="68"/>
                      <a:pt x="10" y="68"/>
                    </a:cubicBezTo>
                    <a:cubicBezTo>
                      <a:pt x="10" y="68"/>
                      <a:pt x="11" y="70"/>
                      <a:pt x="11" y="70"/>
                    </a:cubicBezTo>
                    <a:cubicBezTo>
                      <a:pt x="10" y="69"/>
                      <a:pt x="10" y="69"/>
                      <a:pt x="10" y="69"/>
                    </a:cubicBezTo>
                    <a:cubicBezTo>
                      <a:pt x="7" y="68"/>
                      <a:pt x="4" y="67"/>
                      <a:pt x="5" y="71"/>
                    </a:cubicBezTo>
                    <a:cubicBezTo>
                      <a:pt x="5" y="72"/>
                      <a:pt x="3" y="70"/>
                      <a:pt x="3" y="70"/>
                    </a:cubicBezTo>
                    <a:cubicBezTo>
                      <a:pt x="5" y="73"/>
                      <a:pt x="0" y="70"/>
                      <a:pt x="2" y="75"/>
                    </a:cubicBezTo>
                    <a:cubicBezTo>
                      <a:pt x="2" y="77"/>
                      <a:pt x="6" y="82"/>
                      <a:pt x="6" y="82"/>
                    </a:cubicBezTo>
                    <a:cubicBezTo>
                      <a:pt x="7" y="78"/>
                      <a:pt x="10" y="79"/>
                      <a:pt x="14" y="80"/>
                    </a:cubicBezTo>
                    <a:cubicBezTo>
                      <a:pt x="14" y="79"/>
                      <a:pt x="14" y="77"/>
                      <a:pt x="15" y="78"/>
                    </a:cubicBezTo>
                    <a:cubicBezTo>
                      <a:pt x="18" y="75"/>
                      <a:pt x="23" y="77"/>
                      <a:pt x="24" y="73"/>
                    </a:cubicBezTo>
                    <a:cubicBezTo>
                      <a:pt x="23" y="73"/>
                      <a:pt x="23" y="72"/>
                      <a:pt x="23" y="71"/>
                    </a:cubicBezTo>
                    <a:cubicBezTo>
                      <a:pt x="23" y="72"/>
                      <a:pt x="23" y="72"/>
                      <a:pt x="23" y="72"/>
                    </a:cubicBezTo>
                    <a:cubicBezTo>
                      <a:pt x="22" y="71"/>
                      <a:pt x="22" y="71"/>
                      <a:pt x="22" y="71"/>
                    </a:cubicBezTo>
                    <a:cubicBezTo>
                      <a:pt x="23" y="70"/>
                      <a:pt x="24" y="72"/>
                      <a:pt x="24" y="72"/>
                    </a:cubicBezTo>
                    <a:cubicBezTo>
                      <a:pt x="25" y="71"/>
                      <a:pt x="25" y="70"/>
                      <a:pt x="26" y="70"/>
                    </a:cubicBezTo>
                    <a:cubicBezTo>
                      <a:pt x="25" y="68"/>
                      <a:pt x="27" y="69"/>
                      <a:pt x="25" y="67"/>
                    </a:cubicBezTo>
                    <a:cubicBezTo>
                      <a:pt x="26" y="68"/>
                      <a:pt x="26" y="68"/>
                      <a:pt x="26" y="68"/>
                    </a:cubicBezTo>
                    <a:cubicBezTo>
                      <a:pt x="26" y="67"/>
                      <a:pt x="26" y="67"/>
                      <a:pt x="28" y="68"/>
                    </a:cubicBezTo>
                    <a:cubicBezTo>
                      <a:pt x="32" y="68"/>
                      <a:pt x="33" y="64"/>
                      <a:pt x="36" y="63"/>
                    </a:cubicBezTo>
                    <a:cubicBezTo>
                      <a:pt x="39" y="60"/>
                      <a:pt x="40" y="57"/>
                      <a:pt x="43" y="54"/>
                    </a:cubicBezTo>
                    <a:cubicBezTo>
                      <a:pt x="41" y="51"/>
                      <a:pt x="42" y="52"/>
                      <a:pt x="41" y="49"/>
                    </a:cubicBezTo>
                    <a:cubicBezTo>
                      <a:pt x="42" y="50"/>
                      <a:pt x="42" y="50"/>
                      <a:pt x="42" y="50"/>
                    </a:cubicBezTo>
                    <a:cubicBezTo>
                      <a:pt x="41" y="48"/>
                      <a:pt x="42" y="49"/>
                      <a:pt x="44" y="50"/>
                    </a:cubicBezTo>
                    <a:cubicBezTo>
                      <a:pt x="43" y="49"/>
                      <a:pt x="44" y="50"/>
                      <a:pt x="42" y="48"/>
                    </a:cubicBezTo>
                    <a:cubicBezTo>
                      <a:pt x="41" y="47"/>
                      <a:pt x="44" y="50"/>
                      <a:pt x="44" y="49"/>
                    </a:cubicBezTo>
                    <a:cubicBezTo>
                      <a:pt x="45" y="50"/>
                      <a:pt x="43" y="48"/>
                      <a:pt x="44" y="49"/>
                    </a:cubicBezTo>
                    <a:cubicBezTo>
                      <a:pt x="43" y="46"/>
                      <a:pt x="44" y="50"/>
                      <a:pt x="47" y="50"/>
                    </a:cubicBezTo>
                    <a:cubicBezTo>
                      <a:pt x="47" y="49"/>
                      <a:pt x="47" y="46"/>
                      <a:pt x="49" y="46"/>
                    </a:cubicBezTo>
                    <a:cubicBezTo>
                      <a:pt x="49" y="46"/>
                      <a:pt x="48" y="45"/>
                      <a:pt x="48" y="45"/>
                    </a:cubicBezTo>
                    <a:cubicBezTo>
                      <a:pt x="50" y="47"/>
                      <a:pt x="48" y="44"/>
                      <a:pt x="49" y="45"/>
                    </a:cubicBezTo>
                    <a:cubicBezTo>
                      <a:pt x="50" y="46"/>
                      <a:pt x="50" y="46"/>
                      <a:pt x="50" y="46"/>
                    </a:cubicBezTo>
                    <a:cubicBezTo>
                      <a:pt x="51" y="46"/>
                      <a:pt x="50" y="45"/>
                      <a:pt x="52" y="45"/>
                    </a:cubicBezTo>
                    <a:cubicBezTo>
                      <a:pt x="51" y="44"/>
                      <a:pt x="54" y="45"/>
                      <a:pt x="53" y="44"/>
                    </a:cubicBezTo>
                    <a:cubicBezTo>
                      <a:pt x="54" y="45"/>
                      <a:pt x="54" y="44"/>
                      <a:pt x="54" y="45"/>
                    </a:cubicBezTo>
                    <a:cubicBezTo>
                      <a:pt x="52" y="42"/>
                      <a:pt x="56" y="45"/>
                      <a:pt x="55" y="43"/>
                    </a:cubicBezTo>
                    <a:cubicBezTo>
                      <a:pt x="55" y="43"/>
                      <a:pt x="55" y="43"/>
                      <a:pt x="55" y="43"/>
                    </a:cubicBezTo>
                    <a:cubicBezTo>
                      <a:pt x="56" y="42"/>
                      <a:pt x="58" y="42"/>
                      <a:pt x="58" y="39"/>
                    </a:cubicBezTo>
                    <a:cubicBezTo>
                      <a:pt x="59" y="38"/>
                      <a:pt x="62" y="40"/>
                      <a:pt x="62" y="38"/>
                    </a:cubicBezTo>
                    <a:cubicBezTo>
                      <a:pt x="61" y="37"/>
                      <a:pt x="61" y="37"/>
                      <a:pt x="61" y="37"/>
                    </a:cubicBezTo>
                    <a:cubicBezTo>
                      <a:pt x="61" y="36"/>
                      <a:pt x="62" y="37"/>
                      <a:pt x="62" y="38"/>
                    </a:cubicBezTo>
                    <a:cubicBezTo>
                      <a:pt x="61" y="36"/>
                      <a:pt x="63" y="37"/>
                      <a:pt x="64" y="37"/>
                    </a:cubicBezTo>
                    <a:cubicBezTo>
                      <a:pt x="63" y="36"/>
                      <a:pt x="63" y="36"/>
                      <a:pt x="63" y="35"/>
                    </a:cubicBezTo>
                    <a:cubicBezTo>
                      <a:pt x="66" y="36"/>
                      <a:pt x="63" y="33"/>
                      <a:pt x="66" y="34"/>
                    </a:cubicBezTo>
                    <a:cubicBezTo>
                      <a:pt x="63" y="32"/>
                      <a:pt x="65" y="33"/>
                      <a:pt x="64" y="32"/>
                    </a:cubicBezTo>
                    <a:cubicBezTo>
                      <a:pt x="64" y="32"/>
                      <a:pt x="65" y="33"/>
                      <a:pt x="65" y="33"/>
                    </a:cubicBezTo>
                    <a:cubicBezTo>
                      <a:pt x="66" y="33"/>
                      <a:pt x="66" y="32"/>
                      <a:pt x="67" y="33"/>
                    </a:cubicBezTo>
                    <a:cubicBezTo>
                      <a:pt x="67" y="32"/>
                      <a:pt x="66" y="31"/>
                      <a:pt x="66" y="31"/>
                    </a:cubicBezTo>
                    <a:cubicBezTo>
                      <a:pt x="68" y="33"/>
                      <a:pt x="67" y="31"/>
                      <a:pt x="68" y="31"/>
                    </a:cubicBezTo>
                    <a:cubicBezTo>
                      <a:pt x="66" y="29"/>
                      <a:pt x="66" y="28"/>
                      <a:pt x="66" y="28"/>
                    </a:cubicBezTo>
                    <a:cubicBezTo>
                      <a:pt x="68" y="31"/>
                      <a:pt x="68" y="31"/>
                      <a:pt x="68" y="31"/>
                    </a:cubicBezTo>
                    <a:cubicBezTo>
                      <a:pt x="68" y="29"/>
                      <a:pt x="71" y="30"/>
                      <a:pt x="70" y="27"/>
                    </a:cubicBezTo>
                    <a:cubicBezTo>
                      <a:pt x="71" y="28"/>
                      <a:pt x="71" y="28"/>
                      <a:pt x="71" y="28"/>
                    </a:cubicBezTo>
                    <a:cubicBezTo>
                      <a:pt x="71" y="25"/>
                      <a:pt x="73" y="26"/>
                      <a:pt x="72" y="23"/>
                    </a:cubicBezTo>
                    <a:cubicBezTo>
                      <a:pt x="73" y="23"/>
                      <a:pt x="73" y="24"/>
                      <a:pt x="74" y="23"/>
                    </a:cubicBezTo>
                    <a:cubicBezTo>
                      <a:pt x="73" y="22"/>
                      <a:pt x="73" y="22"/>
                      <a:pt x="72" y="20"/>
                    </a:cubicBezTo>
                    <a:cubicBezTo>
                      <a:pt x="72" y="20"/>
                      <a:pt x="73" y="21"/>
                      <a:pt x="74" y="21"/>
                    </a:cubicBezTo>
                    <a:cubicBezTo>
                      <a:pt x="74" y="21"/>
                      <a:pt x="76" y="23"/>
                      <a:pt x="75" y="20"/>
                    </a:cubicBezTo>
                    <a:cubicBezTo>
                      <a:pt x="76" y="21"/>
                      <a:pt x="76" y="21"/>
                      <a:pt x="76" y="21"/>
                    </a:cubicBezTo>
                    <a:cubicBezTo>
                      <a:pt x="76" y="20"/>
                      <a:pt x="75" y="18"/>
                      <a:pt x="76" y="19"/>
                    </a:cubicBezTo>
                    <a:cubicBezTo>
                      <a:pt x="76" y="18"/>
                      <a:pt x="76" y="17"/>
                      <a:pt x="75" y="16"/>
                    </a:cubicBezTo>
                    <a:cubicBezTo>
                      <a:pt x="75" y="16"/>
                      <a:pt x="76" y="18"/>
                      <a:pt x="76" y="17"/>
                    </a:cubicBezTo>
                    <a:cubicBezTo>
                      <a:pt x="77" y="19"/>
                      <a:pt x="77" y="19"/>
                      <a:pt x="77" y="19"/>
                    </a:cubicBezTo>
                    <a:cubicBezTo>
                      <a:pt x="78" y="18"/>
                      <a:pt x="78" y="17"/>
                      <a:pt x="79" y="15"/>
                    </a:cubicBezTo>
                    <a:cubicBezTo>
                      <a:pt x="80" y="17"/>
                      <a:pt x="80" y="15"/>
                      <a:pt x="81" y="15"/>
                    </a:cubicBezTo>
                    <a:cubicBezTo>
                      <a:pt x="81" y="14"/>
                      <a:pt x="82" y="15"/>
                      <a:pt x="81" y="13"/>
                    </a:cubicBezTo>
                    <a:cubicBezTo>
                      <a:pt x="82" y="14"/>
                      <a:pt x="82" y="14"/>
                      <a:pt x="82" y="14"/>
                    </a:cubicBezTo>
                    <a:cubicBezTo>
                      <a:pt x="82" y="14"/>
                      <a:pt x="83" y="13"/>
                      <a:pt x="84" y="14"/>
                    </a:cubicBezTo>
                    <a:cubicBezTo>
                      <a:pt x="84" y="14"/>
                      <a:pt x="83" y="12"/>
                      <a:pt x="83" y="11"/>
                    </a:cubicBezTo>
                    <a:cubicBezTo>
                      <a:pt x="84" y="12"/>
                      <a:pt x="84" y="12"/>
                      <a:pt x="84" y="12"/>
                    </a:cubicBezTo>
                    <a:cubicBezTo>
                      <a:pt x="84" y="11"/>
                      <a:pt x="83" y="10"/>
                      <a:pt x="82" y="8"/>
                    </a:cubicBezTo>
                    <a:cubicBezTo>
                      <a:pt x="83" y="9"/>
                      <a:pt x="82" y="8"/>
                      <a:pt x="83" y="9"/>
                    </a:cubicBezTo>
                    <a:cubicBezTo>
                      <a:pt x="83" y="10"/>
                      <a:pt x="84" y="11"/>
                      <a:pt x="84" y="13"/>
                    </a:cubicBezTo>
                    <a:cubicBezTo>
                      <a:pt x="85" y="13"/>
                      <a:pt x="84" y="10"/>
                      <a:pt x="85" y="11"/>
                    </a:cubicBezTo>
                    <a:cubicBezTo>
                      <a:pt x="86" y="12"/>
                      <a:pt x="86" y="11"/>
                      <a:pt x="85" y="9"/>
                    </a:cubicBezTo>
                    <a:cubicBezTo>
                      <a:pt x="85" y="10"/>
                      <a:pt x="85" y="10"/>
                      <a:pt x="86" y="11"/>
                    </a:cubicBezTo>
                    <a:cubicBezTo>
                      <a:pt x="86" y="11"/>
                      <a:pt x="86" y="11"/>
                      <a:pt x="86" y="10"/>
                    </a:cubicBezTo>
                    <a:cubicBezTo>
                      <a:pt x="86" y="10"/>
                      <a:pt x="85" y="10"/>
                      <a:pt x="85" y="10"/>
                    </a:cubicBezTo>
                    <a:cubicBezTo>
                      <a:pt x="85" y="9"/>
                      <a:pt x="85" y="8"/>
                      <a:pt x="84" y="7"/>
                    </a:cubicBezTo>
                    <a:cubicBezTo>
                      <a:pt x="84" y="7"/>
                      <a:pt x="84" y="7"/>
                      <a:pt x="84" y="7"/>
                    </a:cubicBezTo>
                    <a:cubicBezTo>
                      <a:pt x="83" y="6"/>
                      <a:pt x="84" y="5"/>
                      <a:pt x="84"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4" name="Freeform 37"/>
              <p:cNvSpPr/>
              <p:nvPr/>
            </p:nvSpPr>
            <p:spPr bwMode="auto">
              <a:xfrm>
                <a:off x="3725" y="2268"/>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5" name="Freeform 38"/>
              <p:cNvSpPr/>
              <p:nvPr/>
            </p:nvSpPr>
            <p:spPr bwMode="auto">
              <a:xfrm>
                <a:off x="3474"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6" name="Freeform 39"/>
              <p:cNvSpPr/>
              <p:nvPr/>
            </p:nvSpPr>
            <p:spPr bwMode="auto">
              <a:xfrm>
                <a:off x="3799" y="2608"/>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7" name="Freeform 40"/>
              <p:cNvSpPr/>
              <p:nvPr/>
            </p:nvSpPr>
            <p:spPr bwMode="auto">
              <a:xfrm>
                <a:off x="3470" y="2079"/>
                <a:ext cx="2" cy="3"/>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8" name="Freeform 41"/>
              <p:cNvSpPr/>
              <p:nvPr/>
            </p:nvSpPr>
            <p:spPr bwMode="auto">
              <a:xfrm>
                <a:off x="3825" y="27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9" name="Freeform 42"/>
              <p:cNvSpPr/>
              <p:nvPr/>
            </p:nvSpPr>
            <p:spPr bwMode="auto">
              <a:xfrm>
                <a:off x="3466" y="215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0" name="Freeform 43"/>
              <p:cNvSpPr/>
              <p:nvPr/>
            </p:nvSpPr>
            <p:spPr bwMode="auto">
              <a:xfrm>
                <a:off x="3916" y="258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1" name="Freeform 44"/>
              <p:cNvSpPr/>
              <p:nvPr/>
            </p:nvSpPr>
            <p:spPr bwMode="auto">
              <a:xfrm>
                <a:off x="3899" y="27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2" name="Freeform 45"/>
              <p:cNvSpPr/>
              <p:nvPr/>
            </p:nvSpPr>
            <p:spPr bwMode="auto">
              <a:xfrm>
                <a:off x="3926" y="2582"/>
                <a:ext cx="3" cy="2"/>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3" name="Freeform 46"/>
              <p:cNvSpPr/>
              <p:nvPr/>
            </p:nvSpPr>
            <p:spPr bwMode="auto">
              <a:xfrm>
                <a:off x="3850" y="2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4" name="Freeform 47"/>
              <p:cNvSpPr/>
              <p:nvPr/>
            </p:nvSpPr>
            <p:spPr bwMode="auto">
              <a:xfrm>
                <a:off x="3926" y="25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5" name="Freeform 48"/>
              <p:cNvSpPr/>
              <p:nvPr/>
            </p:nvSpPr>
            <p:spPr bwMode="auto">
              <a:xfrm>
                <a:off x="3810" y="27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6" name="Freeform 49"/>
              <p:cNvSpPr/>
              <p:nvPr/>
            </p:nvSpPr>
            <p:spPr bwMode="auto">
              <a:xfrm>
                <a:off x="3827" y="2270"/>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7" name="Freeform 50"/>
              <p:cNvSpPr/>
              <p:nvPr/>
            </p:nvSpPr>
            <p:spPr bwMode="auto">
              <a:xfrm>
                <a:off x="3470" y="2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8" name="Freeform 51"/>
              <p:cNvSpPr/>
              <p:nvPr/>
            </p:nvSpPr>
            <p:spPr bwMode="auto">
              <a:xfrm>
                <a:off x="4497" y="2332"/>
                <a:ext cx="2" cy="4"/>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1"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9" name="Freeform 52"/>
              <p:cNvSpPr/>
              <p:nvPr/>
            </p:nvSpPr>
            <p:spPr bwMode="auto">
              <a:xfrm>
                <a:off x="4468" y="2319"/>
                <a:ext cx="2" cy="2"/>
              </a:xfrm>
              <a:custGeom>
                <a:avLst/>
                <a:gdLst>
                  <a:gd name="T0" fmla="*/ 2 w 2"/>
                  <a:gd name="T1" fmla="*/ 2 h 2"/>
                  <a:gd name="T2" fmla="*/ 2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2"/>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0" name="Freeform 53"/>
              <p:cNvSpPr/>
              <p:nvPr/>
            </p:nvSpPr>
            <p:spPr bwMode="auto">
              <a:xfrm>
                <a:off x="4451" y="227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1" name="Freeform 54"/>
              <p:cNvSpPr/>
              <p:nvPr/>
            </p:nvSpPr>
            <p:spPr bwMode="auto">
              <a:xfrm>
                <a:off x="4385" y="228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2" name="Freeform 55"/>
              <p:cNvSpPr/>
              <p:nvPr/>
            </p:nvSpPr>
            <p:spPr bwMode="auto">
              <a:xfrm>
                <a:off x="4381" y="2277"/>
                <a:ext cx="4" cy="2"/>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0" y="1"/>
                      <a:pt x="1" y="1"/>
                      <a:pt x="1" y="1"/>
                    </a:cubicBezTo>
                    <a:cubicBezTo>
                      <a:pt x="1" y="0"/>
                      <a:pt x="2" y="0"/>
                      <a:pt x="1" y="0"/>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3" name="Freeform 56"/>
              <p:cNvSpPr/>
              <p:nvPr/>
            </p:nvSpPr>
            <p:spPr bwMode="auto">
              <a:xfrm>
                <a:off x="4383" y="2281"/>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4" name="Freeform 57"/>
              <p:cNvSpPr/>
              <p:nvPr/>
            </p:nvSpPr>
            <p:spPr bwMode="auto">
              <a:xfrm>
                <a:off x="4504" y="23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5" name="Freeform 58"/>
              <p:cNvSpPr/>
              <p:nvPr/>
            </p:nvSpPr>
            <p:spPr bwMode="auto">
              <a:xfrm>
                <a:off x="3602" y="1893"/>
                <a:ext cx="27" cy="2"/>
              </a:xfrm>
              <a:custGeom>
                <a:avLst/>
                <a:gdLst>
                  <a:gd name="T0" fmla="*/ 4 w 13"/>
                  <a:gd name="T1" fmla="*/ 1 h 1"/>
                  <a:gd name="T2" fmla="*/ 6 w 13"/>
                  <a:gd name="T3" fmla="*/ 1 h 1"/>
                  <a:gd name="T4" fmla="*/ 6 w 13"/>
                  <a:gd name="T5" fmla="*/ 1 h 1"/>
                  <a:gd name="T6" fmla="*/ 6 w 13"/>
                  <a:gd name="T7" fmla="*/ 1 h 1"/>
                  <a:gd name="T8" fmla="*/ 6 w 13"/>
                  <a:gd name="T9" fmla="*/ 1 h 1"/>
                  <a:gd name="T10" fmla="*/ 6 w 13"/>
                  <a:gd name="T11" fmla="*/ 1 h 1"/>
                  <a:gd name="T12" fmla="*/ 6 w 13"/>
                  <a:gd name="T13" fmla="*/ 1 h 1"/>
                  <a:gd name="T14" fmla="*/ 6 w 13"/>
                  <a:gd name="T15" fmla="*/ 1 h 1"/>
                  <a:gd name="T16" fmla="*/ 4 w 13"/>
                  <a:gd name="T17" fmla="*/ 1 h 1"/>
                  <a:gd name="T18" fmla="*/ 4 w 1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
                    <a:moveTo>
                      <a:pt x="4" y="1"/>
                    </a:moveTo>
                    <a:cubicBezTo>
                      <a:pt x="4" y="1"/>
                      <a:pt x="5"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0" y="0"/>
                      <a:pt x="13" y="1"/>
                      <a:pt x="4" y="1"/>
                    </a:cubicBezTo>
                    <a:cubicBezTo>
                      <a:pt x="4" y="1"/>
                      <a:pt x="4" y="1"/>
                      <a:pt x="4"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6" name="Freeform 59"/>
              <p:cNvSpPr/>
              <p:nvPr/>
            </p:nvSpPr>
            <p:spPr bwMode="auto">
              <a:xfrm>
                <a:off x="4495" y="233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7" name="Freeform 60"/>
              <p:cNvSpPr/>
              <p:nvPr/>
            </p:nvSpPr>
            <p:spPr bwMode="auto">
              <a:xfrm>
                <a:off x="4381" y="2277"/>
                <a:ext cx="4" cy="8"/>
              </a:xfrm>
              <a:custGeom>
                <a:avLst/>
                <a:gdLst>
                  <a:gd name="T0" fmla="*/ 2 w 2"/>
                  <a:gd name="T1" fmla="*/ 1 h 4"/>
                  <a:gd name="T2" fmla="*/ 2 w 2"/>
                  <a:gd name="T3" fmla="*/ 0 h 4"/>
                  <a:gd name="T4" fmla="*/ 1 w 2"/>
                  <a:gd name="T5" fmla="*/ 2 h 4"/>
                  <a:gd name="T6" fmla="*/ 1 w 2"/>
                  <a:gd name="T7" fmla="*/ 2 h 4"/>
                  <a:gd name="T8" fmla="*/ 0 w 2"/>
                  <a:gd name="T9" fmla="*/ 4 h 4"/>
                  <a:gd name="T10" fmla="*/ 2 w 2"/>
                  <a:gd name="T11" fmla="*/ 1 h 4"/>
                </a:gdLst>
                <a:ahLst/>
                <a:cxnLst>
                  <a:cxn ang="0">
                    <a:pos x="T0" y="T1"/>
                  </a:cxn>
                  <a:cxn ang="0">
                    <a:pos x="T2" y="T3"/>
                  </a:cxn>
                  <a:cxn ang="0">
                    <a:pos x="T4" y="T5"/>
                  </a:cxn>
                  <a:cxn ang="0">
                    <a:pos x="T6" y="T7"/>
                  </a:cxn>
                  <a:cxn ang="0">
                    <a:pos x="T8" y="T9"/>
                  </a:cxn>
                  <a:cxn ang="0">
                    <a:pos x="T10" y="T11"/>
                  </a:cxn>
                </a:cxnLst>
                <a:rect l="0" t="0" r="r" b="b"/>
                <a:pathLst>
                  <a:path w="2" h="4">
                    <a:moveTo>
                      <a:pt x="2" y="1"/>
                    </a:moveTo>
                    <a:cubicBezTo>
                      <a:pt x="2" y="1"/>
                      <a:pt x="2" y="0"/>
                      <a:pt x="2" y="0"/>
                    </a:cubicBezTo>
                    <a:cubicBezTo>
                      <a:pt x="1" y="1"/>
                      <a:pt x="1" y="1"/>
                      <a:pt x="1" y="2"/>
                    </a:cubicBezTo>
                    <a:cubicBezTo>
                      <a:pt x="1" y="2"/>
                      <a:pt x="0" y="3"/>
                      <a:pt x="1" y="2"/>
                    </a:cubicBezTo>
                    <a:cubicBezTo>
                      <a:pt x="0" y="3"/>
                      <a:pt x="0" y="4"/>
                      <a:pt x="0" y="4"/>
                    </a:cubicBezTo>
                    <a:cubicBezTo>
                      <a:pt x="1" y="3"/>
                      <a:pt x="1" y="1"/>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8" name="Freeform 61"/>
              <p:cNvSpPr/>
              <p:nvPr/>
            </p:nvSpPr>
            <p:spPr bwMode="auto">
              <a:xfrm>
                <a:off x="4519" y="2328"/>
                <a:ext cx="2" cy="2"/>
              </a:xfrm>
              <a:custGeom>
                <a:avLst/>
                <a:gdLst>
                  <a:gd name="T0" fmla="*/ 0 w 2"/>
                  <a:gd name="T1" fmla="*/ 2 h 2"/>
                  <a:gd name="T2" fmla="*/ 0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0" y="2"/>
                    </a:lnTo>
                    <a:lnTo>
                      <a:pt x="2"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9" name="Freeform 62"/>
              <p:cNvSpPr/>
              <p:nvPr/>
            </p:nvSpPr>
            <p:spPr bwMode="auto">
              <a:xfrm>
                <a:off x="4504" y="2325"/>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0" name="Freeform 63"/>
              <p:cNvSpPr/>
              <p:nvPr/>
            </p:nvSpPr>
            <p:spPr bwMode="auto">
              <a:xfrm>
                <a:off x="4391" y="2294"/>
                <a:ext cx="4" cy="4"/>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0" y="2"/>
                      <a:pt x="1" y="1"/>
                      <a:pt x="1" y="1"/>
                    </a:cubicBezTo>
                    <a:cubicBezTo>
                      <a:pt x="2" y="0"/>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1" name="Freeform 64"/>
              <p:cNvSpPr/>
              <p:nvPr/>
            </p:nvSpPr>
            <p:spPr bwMode="auto">
              <a:xfrm>
                <a:off x="4381" y="2281"/>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2" name="Freeform 65"/>
              <p:cNvSpPr/>
              <p:nvPr/>
            </p:nvSpPr>
            <p:spPr bwMode="auto">
              <a:xfrm>
                <a:off x="3332" y="1903"/>
                <a:ext cx="2" cy="7"/>
              </a:xfrm>
              <a:custGeom>
                <a:avLst/>
                <a:gdLst>
                  <a:gd name="T0" fmla="*/ 0 w 1"/>
                  <a:gd name="T1" fmla="*/ 3 h 3"/>
                  <a:gd name="T2" fmla="*/ 1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1" y="3"/>
                    </a:cubicBezTo>
                    <a:cubicBezTo>
                      <a:pt x="1" y="2"/>
                      <a:pt x="1" y="1"/>
                      <a:pt x="1" y="0"/>
                    </a:cubicBezTo>
                    <a:lnTo>
                      <a:pt x="0" y="3"/>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3" name="Freeform 66"/>
              <p:cNvSpPr/>
              <p:nvPr/>
            </p:nvSpPr>
            <p:spPr bwMode="auto">
              <a:xfrm>
                <a:off x="3566" y="2372"/>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4" name="Freeform 67"/>
              <p:cNvSpPr/>
              <p:nvPr/>
            </p:nvSpPr>
            <p:spPr bwMode="auto">
              <a:xfrm>
                <a:off x="3474" y="2073"/>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5" name="Freeform 68"/>
              <p:cNvSpPr/>
              <p:nvPr/>
            </p:nvSpPr>
            <p:spPr bwMode="auto">
              <a:xfrm>
                <a:off x="4060" y="1568"/>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6" name="Freeform 69"/>
              <p:cNvSpPr/>
              <p:nvPr/>
            </p:nvSpPr>
            <p:spPr bwMode="auto">
              <a:xfrm>
                <a:off x="3472" y="2073"/>
                <a:ext cx="2"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0" y="0"/>
                      <a:pt x="0" y="0"/>
                      <a:pt x="0" y="0"/>
                    </a:cubicBezTo>
                    <a:cubicBezTo>
                      <a:pt x="0" y="0"/>
                      <a:pt x="0" y="0"/>
                      <a:pt x="1"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7" name="Freeform 70"/>
              <p:cNvSpPr/>
              <p:nvPr/>
            </p:nvSpPr>
            <p:spPr bwMode="auto">
              <a:xfrm>
                <a:off x="3474" y="2073"/>
                <a:ext cx="0" cy="2"/>
              </a:xfrm>
              <a:custGeom>
                <a:avLst/>
                <a:gdLst>
                  <a:gd name="T0" fmla="*/ 0 h 1"/>
                  <a:gd name="T1" fmla="*/ 1 h 1"/>
                  <a:gd name="T2" fmla="*/ 1 h 1"/>
                  <a:gd name="T3" fmla="*/ 1 h 1"/>
                  <a:gd name="T4" fmla="*/ 1 h 1"/>
                  <a:gd name="T5" fmla="*/ 1 h 1"/>
                  <a:gd name="T6" fmla="*/ 0 h 1"/>
                  <a:gd name="T7" fmla="*/ 0 h 1"/>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
                    <a:moveTo>
                      <a:pt x="0" y="0"/>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8" name="Freeform 71"/>
              <p:cNvSpPr/>
              <p:nvPr/>
            </p:nvSpPr>
            <p:spPr bwMode="auto">
              <a:xfrm>
                <a:off x="3702" y="1530"/>
                <a:ext cx="4" cy="2"/>
              </a:xfrm>
              <a:custGeom>
                <a:avLst/>
                <a:gdLst>
                  <a:gd name="T0" fmla="*/ 0 w 2"/>
                  <a:gd name="T1" fmla="*/ 1 h 1"/>
                  <a:gd name="T2" fmla="*/ 0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0" y="1"/>
                      <a:pt x="1" y="0"/>
                      <a:pt x="2"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9" name="Freeform 72"/>
              <p:cNvSpPr/>
              <p:nvPr/>
            </p:nvSpPr>
            <p:spPr bwMode="auto">
              <a:xfrm>
                <a:off x="3421" y="2084"/>
                <a:ext cx="17" cy="15"/>
              </a:xfrm>
              <a:custGeom>
                <a:avLst/>
                <a:gdLst>
                  <a:gd name="T0" fmla="*/ 2 w 8"/>
                  <a:gd name="T1" fmla="*/ 5 h 7"/>
                  <a:gd name="T2" fmla="*/ 4 w 8"/>
                  <a:gd name="T3" fmla="*/ 2 h 7"/>
                  <a:gd name="T4" fmla="*/ 2 w 8"/>
                  <a:gd name="T5" fmla="*/ 5 h 7"/>
                </a:gdLst>
                <a:ahLst/>
                <a:cxnLst>
                  <a:cxn ang="0">
                    <a:pos x="T0" y="T1"/>
                  </a:cxn>
                  <a:cxn ang="0">
                    <a:pos x="T2" y="T3"/>
                  </a:cxn>
                  <a:cxn ang="0">
                    <a:pos x="T4" y="T5"/>
                  </a:cxn>
                </a:cxnLst>
                <a:rect l="0" t="0" r="r" b="b"/>
                <a:pathLst>
                  <a:path w="8" h="7">
                    <a:moveTo>
                      <a:pt x="2" y="5"/>
                    </a:moveTo>
                    <a:cubicBezTo>
                      <a:pt x="8" y="0"/>
                      <a:pt x="0" y="7"/>
                      <a:pt x="4" y="2"/>
                    </a:cubicBezTo>
                    <a:cubicBezTo>
                      <a:pt x="2" y="3"/>
                      <a:pt x="2" y="4"/>
                      <a:pt x="2" y="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0" name="Freeform 73"/>
              <p:cNvSpPr/>
              <p:nvPr/>
            </p:nvSpPr>
            <p:spPr bwMode="auto">
              <a:xfrm>
                <a:off x="4381" y="2247"/>
                <a:ext cx="2" cy="4"/>
              </a:xfrm>
              <a:custGeom>
                <a:avLst/>
                <a:gdLst>
                  <a:gd name="T0" fmla="*/ 0 w 1"/>
                  <a:gd name="T1" fmla="*/ 1 h 2"/>
                  <a:gd name="T2" fmla="*/ 1 w 1"/>
                  <a:gd name="T3" fmla="*/ 0 h 2"/>
                  <a:gd name="T4" fmla="*/ 0 w 1"/>
                  <a:gd name="T5" fmla="*/ 1 h 2"/>
                </a:gdLst>
                <a:ahLst/>
                <a:cxnLst>
                  <a:cxn ang="0">
                    <a:pos x="T0" y="T1"/>
                  </a:cxn>
                  <a:cxn ang="0">
                    <a:pos x="T2" y="T3"/>
                  </a:cxn>
                  <a:cxn ang="0">
                    <a:pos x="T4" y="T5"/>
                  </a:cxn>
                </a:cxnLst>
                <a:rect l="0" t="0" r="r" b="b"/>
                <a:pathLst>
                  <a:path w="1" h="2">
                    <a:moveTo>
                      <a:pt x="0" y="1"/>
                    </a:moveTo>
                    <a:cubicBezTo>
                      <a:pt x="0" y="2"/>
                      <a:pt x="0" y="0"/>
                      <a:pt x="1" y="0"/>
                    </a:cubicBezTo>
                    <a:cubicBezTo>
                      <a:pt x="1" y="0"/>
                      <a:pt x="1"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1" name="Freeform 74"/>
              <p:cNvSpPr/>
              <p:nvPr/>
            </p:nvSpPr>
            <p:spPr bwMode="auto">
              <a:xfrm>
                <a:off x="4381" y="2247"/>
                <a:ext cx="2" cy="6"/>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2" name="Freeform 75"/>
              <p:cNvSpPr/>
              <p:nvPr/>
            </p:nvSpPr>
            <p:spPr bwMode="auto">
              <a:xfrm>
                <a:off x="3914" y="15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3" name="Freeform 76"/>
              <p:cNvSpPr/>
              <p:nvPr/>
            </p:nvSpPr>
            <p:spPr bwMode="auto">
              <a:xfrm>
                <a:off x="3317" y="1492"/>
                <a:ext cx="1064" cy="1219"/>
              </a:xfrm>
              <a:custGeom>
                <a:avLst/>
                <a:gdLst>
                  <a:gd name="T0" fmla="*/ 307 w 501"/>
                  <a:gd name="T1" fmla="*/ 7 h 575"/>
                  <a:gd name="T2" fmla="*/ 204 w 501"/>
                  <a:gd name="T3" fmla="*/ 13 h 575"/>
                  <a:gd name="T4" fmla="*/ 130 w 501"/>
                  <a:gd name="T5" fmla="*/ 42 h 575"/>
                  <a:gd name="T6" fmla="*/ 23 w 501"/>
                  <a:gd name="T7" fmla="*/ 152 h 575"/>
                  <a:gd name="T8" fmla="*/ 0 w 501"/>
                  <a:gd name="T9" fmla="*/ 247 h 575"/>
                  <a:gd name="T10" fmla="*/ 50 w 501"/>
                  <a:gd name="T11" fmla="*/ 385 h 575"/>
                  <a:gd name="T12" fmla="*/ 111 w 501"/>
                  <a:gd name="T13" fmla="*/ 430 h 575"/>
                  <a:gd name="T14" fmla="*/ 184 w 501"/>
                  <a:gd name="T15" fmla="*/ 490 h 575"/>
                  <a:gd name="T16" fmla="*/ 202 w 501"/>
                  <a:gd name="T17" fmla="*/ 528 h 575"/>
                  <a:gd name="T18" fmla="*/ 213 w 501"/>
                  <a:gd name="T19" fmla="*/ 562 h 575"/>
                  <a:gd name="T20" fmla="*/ 214 w 501"/>
                  <a:gd name="T21" fmla="*/ 567 h 575"/>
                  <a:gd name="T22" fmla="*/ 211 w 501"/>
                  <a:gd name="T23" fmla="*/ 536 h 575"/>
                  <a:gd name="T24" fmla="*/ 199 w 501"/>
                  <a:gd name="T25" fmla="*/ 494 h 575"/>
                  <a:gd name="T26" fmla="*/ 165 w 501"/>
                  <a:gd name="T27" fmla="*/ 454 h 575"/>
                  <a:gd name="T28" fmla="*/ 164 w 501"/>
                  <a:gd name="T29" fmla="*/ 451 h 575"/>
                  <a:gd name="T30" fmla="*/ 135 w 501"/>
                  <a:gd name="T31" fmla="*/ 430 h 575"/>
                  <a:gd name="T32" fmla="*/ 134 w 501"/>
                  <a:gd name="T33" fmla="*/ 428 h 575"/>
                  <a:gd name="T34" fmla="*/ 125 w 501"/>
                  <a:gd name="T35" fmla="*/ 419 h 575"/>
                  <a:gd name="T36" fmla="*/ 97 w 501"/>
                  <a:gd name="T37" fmla="*/ 407 h 575"/>
                  <a:gd name="T38" fmla="*/ 85 w 501"/>
                  <a:gd name="T39" fmla="*/ 394 h 575"/>
                  <a:gd name="T40" fmla="*/ 77 w 501"/>
                  <a:gd name="T41" fmla="*/ 384 h 575"/>
                  <a:gd name="T42" fmla="*/ 63 w 501"/>
                  <a:gd name="T43" fmla="*/ 368 h 575"/>
                  <a:gd name="T44" fmla="*/ 49 w 501"/>
                  <a:gd name="T45" fmla="*/ 353 h 575"/>
                  <a:gd name="T46" fmla="*/ 40 w 501"/>
                  <a:gd name="T47" fmla="*/ 338 h 575"/>
                  <a:gd name="T48" fmla="*/ 25 w 501"/>
                  <a:gd name="T49" fmla="*/ 323 h 575"/>
                  <a:gd name="T50" fmla="*/ 29 w 501"/>
                  <a:gd name="T51" fmla="*/ 315 h 575"/>
                  <a:gd name="T52" fmla="*/ 21 w 501"/>
                  <a:gd name="T53" fmla="*/ 247 h 575"/>
                  <a:gd name="T54" fmla="*/ 23 w 501"/>
                  <a:gd name="T55" fmla="*/ 221 h 575"/>
                  <a:gd name="T56" fmla="*/ 26 w 501"/>
                  <a:gd name="T57" fmla="*/ 191 h 575"/>
                  <a:gd name="T58" fmla="*/ 56 w 501"/>
                  <a:gd name="T59" fmla="*/ 133 h 575"/>
                  <a:gd name="T60" fmla="*/ 74 w 501"/>
                  <a:gd name="T61" fmla="*/ 107 h 575"/>
                  <a:gd name="T62" fmla="*/ 84 w 501"/>
                  <a:gd name="T63" fmla="*/ 99 h 575"/>
                  <a:gd name="T64" fmla="*/ 90 w 501"/>
                  <a:gd name="T65" fmla="*/ 91 h 575"/>
                  <a:gd name="T66" fmla="*/ 110 w 501"/>
                  <a:gd name="T67" fmla="*/ 80 h 575"/>
                  <a:gd name="T68" fmla="*/ 129 w 501"/>
                  <a:gd name="T69" fmla="*/ 65 h 575"/>
                  <a:gd name="T70" fmla="*/ 182 w 501"/>
                  <a:gd name="T71" fmla="*/ 36 h 575"/>
                  <a:gd name="T72" fmla="*/ 211 w 501"/>
                  <a:gd name="T73" fmla="*/ 29 h 575"/>
                  <a:gd name="T74" fmla="*/ 253 w 501"/>
                  <a:gd name="T75" fmla="*/ 19 h 575"/>
                  <a:gd name="T76" fmla="*/ 281 w 501"/>
                  <a:gd name="T77" fmla="*/ 19 h 575"/>
                  <a:gd name="T78" fmla="*/ 284 w 501"/>
                  <a:gd name="T79" fmla="*/ 19 h 575"/>
                  <a:gd name="T80" fmla="*/ 320 w 501"/>
                  <a:gd name="T81" fmla="*/ 24 h 575"/>
                  <a:gd name="T82" fmla="*/ 369 w 501"/>
                  <a:gd name="T83" fmla="*/ 42 h 575"/>
                  <a:gd name="T84" fmla="*/ 388 w 501"/>
                  <a:gd name="T85" fmla="*/ 53 h 575"/>
                  <a:gd name="T86" fmla="*/ 407 w 501"/>
                  <a:gd name="T87" fmla="*/ 71 h 575"/>
                  <a:gd name="T88" fmla="*/ 435 w 501"/>
                  <a:gd name="T89" fmla="*/ 107 h 575"/>
                  <a:gd name="T90" fmla="*/ 462 w 501"/>
                  <a:gd name="T91" fmla="*/ 154 h 575"/>
                  <a:gd name="T92" fmla="*/ 471 w 501"/>
                  <a:gd name="T93" fmla="*/ 184 h 575"/>
                  <a:gd name="T94" fmla="*/ 464 w 501"/>
                  <a:gd name="T95" fmla="*/ 279 h 575"/>
                  <a:gd name="T96" fmla="*/ 451 w 501"/>
                  <a:gd name="T97" fmla="*/ 307 h 575"/>
                  <a:gd name="T98" fmla="*/ 395 w 501"/>
                  <a:gd name="T99" fmla="*/ 377 h 575"/>
                  <a:gd name="T100" fmla="*/ 368 w 501"/>
                  <a:gd name="T101" fmla="*/ 412 h 575"/>
                  <a:gd name="T102" fmla="*/ 363 w 501"/>
                  <a:gd name="T103" fmla="*/ 573 h 575"/>
                  <a:gd name="T104" fmla="*/ 446 w 501"/>
                  <a:gd name="T105" fmla="*/ 342 h 575"/>
                  <a:gd name="T106" fmla="*/ 463 w 501"/>
                  <a:gd name="T107" fmla="*/ 118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1" h="575">
                    <a:moveTo>
                      <a:pt x="463" y="118"/>
                    </a:moveTo>
                    <a:cubicBezTo>
                      <a:pt x="439" y="74"/>
                      <a:pt x="402" y="38"/>
                      <a:pt x="355" y="17"/>
                    </a:cubicBezTo>
                    <a:cubicBezTo>
                      <a:pt x="347" y="17"/>
                      <a:pt x="337" y="12"/>
                      <a:pt x="328" y="12"/>
                    </a:cubicBezTo>
                    <a:cubicBezTo>
                      <a:pt x="328" y="11"/>
                      <a:pt x="328" y="11"/>
                      <a:pt x="328" y="11"/>
                    </a:cubicBezTo>
                    <a:cubicBezTo>
                      <a:pt x="320" y="11"/>
                      <a:pt x="319" y="8"/>
                      <a:pt x="310" y="5"/>
                    </a:cubicBezTo>
                    <a:cubicBezTo>
                      <a:pt x="309" y="7"/>
                      <a:pt x="306" y="5"/>
                      <a:pt x="307" y="7"/>
                    </a:cubicBezTo>
                    <a:cubicBezTo>
                      <a:pt x="303" y="8"/>
                      <a:pt x="301" y="3"/>
                      <a:pt x="296" y="4"/>
                    </a:cubicBezTo>
                    <a:cubicBezTo>
                      <a:pt x="296" y="3"/>
                      <a:pt x="296" y="5"/>
                      <a:pt x="295" y="4"/>
                    </a:cubicBezTo>
                    <a:cubicBezTo>
                      <a:pt x="282" y="5"/>
                      <a:pt x="298" y="3"/>
                      <a:pt x="282" y="0"/>
                    </a:cubicBezTo>
                    <a:cubicBezTo>
                      <a:pt x="259" y="0"/>
                      <a:pt x="236" y="5"/>
                      <a:pt x="215" y="9"/>
                    </a:cubicBezTo>
                    <a:cubicBezTo>
                      <a:pt x="216" y="9"/>
                      <a:pt x="217" y="10"/>
                      <a:pt x="215" y="11"/>
                    </a:cubicBezTo>
                    <a:cubicBezTo>
                      <a:pt x="212" y="8"/>
                      <a:pt x="208" y="13"/>
                      <a:pt x="204" y="13"/>
                    </a:cubicBezTo>
                    <a:cubicBezTo>
                      <a:pt x="204" y="12"/>
                      <a:pt x="206" y="12"/>
                      <a:pt x="207" y="11"/>
                    </a:cubicBezTo>
                    <a:cubicBezTo>
                      <a:pt x="197" y="13"/>
                      <a:pt x="190" y="17"/>
                      <a:pt x="181" y="19"/>
                    </a:cubicBezTo>
                    <a:cubicBezTo>
                      <a:pt x="173" y="24"/>
                      <a:pt x="163" y="25"/>
                      <a:pt x="158" y="29"/>
                    </a:cubicBezTo>
                    <a:cubicBezTo>
                      <a:pt x="159" y="27"/>
                      <a:pt x="154" y="30"/>
                      <a:pt x="152" y="30"/>
                    </a:cubicBezTo>
                    <a:cubicBezTo>
                      <a:pt x="148" y="37"/>
                      <a:pt x="136" y="37"/>
                      <a:pt x="131" y="43"/>
                    </a:cubicBezTo>
                    <a:cubicBezTo>
                      <a:pt x="130" y="42"/>
                      <a:pt x="130" y="42"/>
                      <a:pt x="130" y="42"/>
                    </a:cubicBezTo>
                    <a:cubicBezTo>
                      <a:pt x="110" y="54"/>
                      <a:pt x="88" y="68"/>
                      <a:pt x="70" y="87"/>
                    </a:cubicBezTo>
                    <a:cubicBezTo>
                      <a:pt x="59" y="96"/>
                      <a:pt x="48" y="108"/>
                      <a:pt x="39" y="121"/>
                    </a:cubicBezTo>
                    <a:cubicBezTo>
                      <a:pt x="38" y="123"/>
                      <a:pt x="40" y="122"/>
                      <a:pt x="39" y="124"/>
                    </a:cubicBezTo>
                    <a:cubicBezTo>
                      <a:pt x="37" y="127"/>
                      <a:pt x="38" y="123"/>
                      <a:pt x="37" y="124"/>
                    </a:cubicBezTo>
                    <a:cubicBezTo>
                      <a:pt x="34" y="132"/>
                      <a:pt x="28" y="140"/>
                      <a:pt x="23" y="148"/>
                    </a:cubicBezTo>
                    <a:cubicBezTo>
                      <a:pt x="23" y="150"/>
                      <a:pt x="22" y="152"/>
                      <a:pt x="23" y="152"/>
                    </a:cubicBezTo>
                    <a:cubicBezTo>
                      <a:pt x="17" y="161"/>
                      <a:pt x="14" y="176"/>
                      <a:pt x="9" y="185"/>
                    </a:cubicBezTo>
                    <a:cubicBezTo>
                      <a:pt x="14" y="183"/>
                      <a:pt x="10" y="192"/>
                      <a:pt x="10" y="196"/>
                    </a:cubicBezTo>
                    <a:cubicBezTo>
                      <a:pt x="9" y="198"/>
                      <a:pt x="8" y="198"/>
                      <a:pt x="8" y="197"/>
                    </a:cubicBezTo>
                    <a:cubicBezTo>
                      <a:pt x="6" y="205"/>
                      <a:pt x="5" y="209"/>
                      <a:pt x="3" y="219"/>
                    </a:cubicBezTo>
                    <a:cubicBezTo>
                      <a:pt x="2" y="223"/>
                      <a:pt x="4" y="225"/>
                      <a:pt x="3" y="230"/>
                    </a:cubicBezTo>
                    <a:cubicBezTo>
                      <a:pt x="0" y="233"/>
                      <a:pt x="1" y="241"/>
                      <a:pt x="0" y="247"/>
                    </a:cubicBezTo>
                    <a:cubicBezTo>
                      <a:pt x="2" y="245"/>
                      <a:pt x="4" y="252"/>
                      <a:pt x="3" y="257"/>
                    </a:cubicBezTo>
                    <a:cubicBezTo>
                      <a:pt x="0" y="256"/>
                      <a:pt x="0" y="256"/>
                      <a:pt x="0" y="256"/>
                    </a:cubicBezTo>
                    <a:cubicBezTo>
                      <a:pt x="1" y="272"/>
                      <a:pt x="0" y="297"/>
                      <a:pt x="9" y="316"/>
                    </a:cubicBezTo>
                    <a:cubicBezTo>
                      <a:pt x="8" y="318"/>
                      <a:pt x="8" y="318"/>
                      <a:pt x="8" y="318"/>
                    </a:cubicBezTo>
                    <a:cubicBezTo>
                      <a:pt x="17" y="337"/>
                      <a:pt x="25" y="356"/>
                      <a:pt x="39" y="370"/>
                    </a:cubicBezTo>
                    <a:cubicBezTo>
                      <a:pt x="42" y="375"/>
                      <a:pt x="47" y="381"/>
                      <a:pt x="50" y="385"/>
                    </a:cubicBezTo>
                    <a:cubicBezTo>
                      <a:pt x="56" y="390"/>
                      <a:pt x="58" y="391"/>
                      <a:pt x="63" y="393"/>
                    </a:cubicBezTo>
                    <a:cubicBezTo>
                      <a:pt x="65" y="395"/>
                      <a:pt x="65" y="397"/>
                      <a:pt x="65" y="398"/>
                    </a:cubicBezTo>
                    <a:cubicBezTo>
                      <a:pt x="71" y="405"/>
                      <a:pt x="76" y="411"/>
                      <a:pt x="83" y="414"/>
                    </a:cubicBezTo>
                    <a:cubicBezTo>
                      <a:pt x="83" y="415"/>
                      <a:pt x="83" y="415"/>
                      <a:pt x="83" y="415"/>
                    </a:cubicBezTo>
                    <a:cubicBezTo>
                      <a:pt x="89" y="419"/>
                      <a:pt x="98" y="423"/>
                      <a:pt x="104" y="429"/>
                    </a:cubicBezTo>
                    <a:cubicBezTo>
                      <a:pt x="106" y="429"/>
                      <a:pt x="113" y="433"/>
                      <a:pt x="111" y="430"/>
                    </a:cubicBezTo>
                    <a:cubicBezTo>
                      <a:pt x="114" y="431"/>
                      <a:pt x="111" y="433"/>
                      <a:pt x="115" y="433"/>
                    </a:cubicBezTo>
                    <a:cubicBezTo>
                      <a:pt x="111" y="433"/>
                      <a:pt x="111" y="433"/>
                      <a:pt x="111" y="433"/>
                    </a:cubicBezTo>
                    <a:cubicBezTo>
                      <a:pt x="125" y="443"/>
                      <a:pt x="138" y="450"/>
                      <a:pt x="152" y="459"/>
                    </a:cubicBezTo>
                    <a:cubicBezTo>
                      <a:pt x="154" y="464"/>
                      <a:pt x="165" y="469"/>
                      <a:pt x="170" y="476"/>
                    </a:cubicBezTo>
                    <a:cubicBezTo>
                      <a:pt x="175" y="479"/>
                      <a:pt x="180" y="487"/>
                      <a:pt x="185" y="489"/>
                    </a:cubicBezTo>
                    <a:cubicBezTo>
                      <a:pt x="184" y="490"/>
                      <a:pt x="184" y="490"/>
                      <a:pt x="184" y="490"/>
                    </a:cubicBezTo>
                    <a:cubicBezTo>
                      <a:pt x="188" y="495"/>
                      <a:pt x="194" y="503"/>
                      <a:pt x="196" y="512"/>
                    </a:cubicBezTo>
                    <a:cubicBezTo>
                      <a:pt x="198" y="518"/>
                      <a:pt x="200" y="517"/>
                      <a:pt x="202" y="521"/>
                    </a:cubicBezTo>
                    <a:cubicBezTo>
                      <a:pt x="201" y="521"/>
                      <a:pt x="201" y="521"/>
                      <a:pt x="201" y="521"/>
                    </a:cubicBezTo>
                    <a:cubicBezTo>
                      <a:pt x="203" y="525"/>
                      <a:pt x="206" y="526"/>
                      <a:pt x="207" y="528"/>
                    </a:cubicBezTo>
                    <a:cubicBezTo>
                      <a:pt x="207" y="532"/>
                      <a:pt x="208" y="532"/>
                      <a:pt x="208" y="536"/>
                    </a:cubicBezTo>
                    <a:cubicBezTo>
                      <a:pt x="207" y="532"/>
                      <a:pt x="205" y="530"/>
                      <a:pt x="202" y="528"/>
                    </a:cubicBezTo>
                    <a:cubicBezTo>
                      <a:pt x="203" y="534"/>
                      <a:pt x="207" y="539"/>
                      <a:pt x="206" y="543"/>
                    </a:cubicBezTo>
                    <a:cubicBezTo>
                      <a:pt x="207" y="547"/>
                      <a:pt x="207" y="551"/>
                      <a:pt x="209" y="551"/>
                    </a:cubicBezTo>
                    <a:cubicBezTo>
                      <a:pt x="209" y="552"/>
                      <a:pt x="208" y="555"/>
                      <a:pt x="207" y="552"/>
                    </a:cubicBezTo>
                    <a:cubicBezTo>
                      <a:pt x="208" y="556"/>
                      <a:pt x="208" y="558"/>
                      <a:pt x="209" y="560"/>
                    </a:cubicBezTo>
                    <a:cubicBezTo>
                      <a:pt x="209" y="560"/>
                      <a:pt x="209" y="559"/>
                      <a:pt x="209" y="558"/>
                    </a:cubicBezTo>
                    <a:cubicBezTo>
                      <a:pt x="211" y="560"/>
                      <a:pt x="211" y="563"/>
                      <a:pt x="213" y="562"/>
                    </a:cubicBezTo>
                    <a:cubicBezTo>
                      <a:pt x="212" y="561"/>
                      <a:pt x="212" y="560"/>
                      <a:pt x="212" y="558"/>
                    </a:cubicBezTo>
                    <a:cubicBezTo>
                      <a:pt x="213" y="559"/>
                      <a:pt x="214" y="565"/>
                      <a:pt x="213" y="567"/>
                    </a:cubicBezTo>
                    <a:cubicBezTo>
                      <a:pt x="212" y="569"/>
                      <a:pt x="210" y="563"/>
                      <a:pt x="210" y="566"/>
                    </a:cubicBezTo>
                    <a:cubicBezTo>
                      <a:pt x="213" y="575"/>
                      <a:pt x="213" y="575"/>
                      <a:pt x="213" y="575"/>
                    </a:cubicBezTo>
                    <a:cubicBezTo>
                      <a:pt x="213" y="573"/>
                      <a:pt x="214" y="570"/>
                      <a:pt x="215" y="571"/>
                    </a:cubicBezTo>
                    <a:cubicBezTo>
                      <a:pt x="214" y="567"/>
                      <a:pt x="214" y="567"/>
                      <a:pt x="214" y="567"/>
                    </a:cubicBezTo>
                    <a:cubicBezTo>
                      <a:pt x="215" y="567"/>
                      <a:pt x="215" y="567"/>
                      <a:pt x="215" y="567"/>
                    </a:cubicBezTo>
                    <a:cubicBezTo>
                      <a:pt x="214" y="560"/>
                      <a:pt x="215" y="555"/>
                      <a:pt x="214" y="548"/>
                    </a:cubicBezTo>
                    <a:cubicBezTo>
                      <a:pt x="212" y="551"/>
                      <a:pt x="212" y="551"/>
                      <a:pt x="212" y="551"/>
                    </a:cubicBezTo>
                    <a:cubicBezTo>
                      <a:pt x="212" y="547"/>
                      <a:pt x="209" y="543"/>
                      <a:pt x="210" y="539"/>
                    </a:cubicBezTo>
                    <a:cubicBezTo>
                      <a:pt x="211" y="541"/>
                      <a:pt x="211" y="539"/>
                      <a:pt x="212" y="539"/>
                    </a:cubicBezTo>
                    <a:cubicBezTo>
                      <a:pt x="212" y="538"/>
                      <a:pt x="211" y="537"/>
                      <a:pt x="211" y="536"/>
                    </a:cubicBezTo>
                    <a:cubicBezTo>
                      <a:pt x="214" y="538"/>
                      <a:pt x="214" y="538"/>
                      <a:pt x="214" y="538"/>
                    </a:cubicBezTo>
                    <a:cubicBezTo>
                      <a:pt x="210" y="536"/>
                      <a:pt x="210" y="526"/>
                      <a:pt x="210" y="525"/>
                    </a:cubicBezTo>
                    <a:cubicBezTo>
                      <a:pt x="210" y="525"/>
                      <a:pt x="210" y="525"/>
                      <a:pt x="210" y="525"/>
                    </a:cubicBezTo>
                    <a:cubicBezTo>
                      <a:pt x="209" y="519"/>
                      <a:pt x="209" y="527"/>
                      <a:pt x="208" y="523"/>
                    </a:cubicBezTo>
                    <a:cubicBezTo>
                      <a:pt x="207" y="519"/>
                      <a:pt x="210" y="520"/>
                      <a:pt x="210" y="517"/>
                    </a:cubicBezTo>
                    <a:cubicBezTo>
                      <a:pt x="207" y="511"/>
                      <a:pt x="202" y="501"/>
                      <a:pt x="199" y="494"/>
                    </a:cubicBezTo>
                    <a:cubicBezTo>
                      <a:pt x="196" y="489"/>
                      <a:pt x="191" y="484"/>
                      <a:pt x="186" y="481"/>
                    </a:cubicBezTo>
                    <a:cubicBezTo>
                      <a:pt x="183" y="477"/>
                      <a:pt x="189" y="480"/>
                      <a:pt x="184" y="476"/>
                    </a:cubicBezTo>
                    <a:cubicBezTo>
                      <a:pt x="186" y="476"/>
                      <a:pt x="186" y="475"/>
                      <a:pt x="186" y="474"/>
                    </a:cubicBezTo>
                    <a:cubicBezTo>
                      <a:pt x="185" y="474"/>
                      <a:pt x="179" y="467"/>
                      <a:pt x="181" y="471"/>
                    </a:cubicBezTo>
                    <a:cubicBezTo>
                      <a:pt x="176" y="466"/>
                      <a:pt x="169" y="460"/>
                      <a:pt x="163" y="455"/>
                    </a:cubicBezTo>
                    <a:cubicBezTo>
                      <a:pt x="165" y="457"/>
                      <a:pt x="167" y="456"/>
                      <a:pt x="165" y="454"/>
                    </a:cubicBezTo>
                    <a:cubicBezTo>
                      <a:pt x="162" y="453"/>
                      <a:pt x="156" y="450"/>
                      <a:pt x="151" y="445"/>
                    </a:cubicBezTo>
                    <a:cubicBezTo>
                      <a:pt x="150" y="447"/>
                      <a:pt x="152" y="448"/>
                      <a:pt x="150" y="449"/>
                    </a:cubicBezTo>
                    <a:cubicBezTo>
                      <a:pt x="149" y="449"/>
                      <a:pt x="147" y="449"/>
                      <a:pt x="146" y="447"/>
                    </a:cubicBezTo>
                    <a:cubicBezTo>
                      <a:pt x="147" y="445"/>
                      <a:pt x="148" y="443"/>
                      <a:pt x="144" y="440"/>
                    </a:cubicBezTo>
                    <a:cubicBezTo>
                      <a:pt x="146" y="438"/>
                      <a:pt x="152" y="446"/>
                      <a:pt x="151" y="442"/>
                    </a:cubicBezTo>
                    <a:cubicBezTo>
                      <a:pt x="154" y="442"/>
                      <a:pt x="163" y="448"/>
                      <a:pt x="164" y="451"/>
                    </a:cubicBezTo>
                    <a:cubicBezTo>
                      <a:pt x="170" y="452"/>
                      <a:pt x="161" y="448"/>
                      <a:pt x="163" y="447"/>
                    </a:cubicBezTo>
                    <a:cubicBezTo>
                      <a:pt x="159" y="444"/>
                      <a:pt x="157" y="444"/>
                      <a:pt x="151" y="440"/>
                    </a:cubicBezTo>
                    <a:cubicBezTo>
                      <a:pt x="150" y="440"/>
                      <a:pt x="152" y="442"/>
                      <a:pt x="148" y="441"/>
                    </a:cubicBezTo>
                    <a:cubicBezTo>
                      <a:pt x="142" y="439"/>
                      <a:pt x="143" y="435"/>
                      <a:pt x="141" y="434"/>
                    </a:cubicBezTo>
                    <a:cubicBezTo>
                      <a:pt x="144" y="435"/>
                      <a:pt x="144" y="435"/>
                      <a:pt x="144" y="435"/>
                    </a:cubicBezTo>
                    <a:cubicBezTo>
                      <a:pt x="141" y="432"/>
                      <a:pt x="139" y="432"/>
                      <a:pt x="135" y="430"/>
                    </a:cubicBezTo>
                    <a:cubicBezTo>
                      <a:pt x="136" y="426"/>
                      <a:pt x="142" y="434"/>
                      <a:pt x="144" y="433"/>
                    </a:cubicBezTo>
                    <a:cubicBezTo>
                      <a:pt x="143" y="429"/>
                      <a:pt x="143" y="429"/>
                      <a:pt x="143" y="429"/>
                    </a:cubicBezTo>
                    <a:cubicBezTo>
                      <a:pt x="137" y="425"/>
                      <a:pt x="140" y="430"/>
                      <a:pt x="134" y="425"/>
                    </a:cubicBezTo>
                    <a:cubicBezTo>
                      <a:pt x="135" y="425"/>
                      <a:pt x="135" y="425"/>
                      <a:pt x="135" y="425"/>
                    </a:cubicBezTo>
                    <a:cubicBezTo>
                      <a:pt x="131" y="423"/>
                      <a:pt x="131" y="423"/>
                      <a:pt x="131" y="423"/>
                    </a:cubicBezTo>
                    <a:cubicBezTo>
                      <a:pt x="131" y="424"/>
                      <a:pt x="130" y="426"/>
                      <a:pt x="134" y="428"/>
                    </a:cubicBezTo>
                    <a:cubicBezTo>
                      <a:pt x="130" y="429"/>
                      <a:pt x="131" y="427"/>
                      <a:pt x="125" y="424"/>
                    </a:cubicBezTo>
                    <a:cubicBezTo>
                      <a:pt x="122" y="424"/>
                      <a:pt x="127" y="425"/>
                      <a:pt x="126" y="427"/>
                    </a:cubicBezTo>
                    <a:cubicBezTo>
                      <a:pt x="126" y="428"/>
                      <a:pt x="123" y="426"/>
                      <a:pt x="120" y="425"/>
                    </a:cubicBezTo>
                    <a:cubicBezTo>
                      <a:pt x="116" y="422"/>
                      <a:pt x="119" y="421"/>
                      <a:pt x="118" y="419"/>
                    </a:cubicBezTo>
                    <a:cubicBezTo>
                      <a:pt x="119" y="420"/>
                      <a:pt x="122" y="422"/>
                      <a:pt x="121" y="422"/>
                    </a:cubicBezTo>
                    <a:cubicBezTo>
                      <a:pt x="127" y="424"/>
                      <a:pt x="121" y="418"/>
                      <a:pt x="125" y="419"/>
                    </a:cubicBezTo>
                    <a:cubicBezTo>
                      <a:pt x="122" y="415"/>
                      <a:pt x="121" y="417"/>
                      <a:pt x="118" y="416"/>
                    </a:cubicBezTo>
                    <a:cubicBezTo>
                      <a:pt x="119" y="417"/>
                      <a:pt x="117" y="418"/>
                      <a:pt x="117" y="419"/>
                    </a:cubicBezTo>
                    <a:cubicBezTo>
                      <a:pt x="108" y="418"/>
                      <a:pt x="115" y="413"/>
                      <a:pt x="108" y="409"/>
                    </a:cubicBezTo>
                    <a:cubicBezTo>
                      <a:pt x="108" y="413"/>
                      <a:pt x="98" y="407"/>
                      <a:pt x="100" y="413"/>
                    </a:cubicBezTo>
                    <a:cubicBezTo>
                      <a:pt x="98" y="412"/>
                      <a:pt x="96" y="411"/>
                      <a:pt x="95" y="410"/>
                    </a:cubicBezTo>
                    <a:cubicBezTo>
                      <a:pt x="98" y="409"/>
                      <a:pt x="93" y="407"/>
                      <a:pt x="97" y="407"/>
                    </a:cubicBezTo>
                    <a:cubicBezTo>
                      <a:pt x="95" y="405"/>
                      <a:pt x="95" y="405"/>
                      <a:pt x="95" y="405"/>
                    </a:cubicBezTo>
                    <a:cubicBezTo>
                      <a:pt x="100" y="406"/>
                      <a:pt x="100" y="406"/>
                      <a:pt x="100" y="406"/>
                    </a:cubicBezTo>
                    <a:cubicBezTo>
                      <a:pt x="98" y="403"/>
                      <a:pt x="95" y="399"/>
                      <a:pt x="94" y="397"/>
                    </a:cubicBezTo>
                    <a:cubicBezTo>
                      <a:pt x="91" y="395"/>
                      <a:pt x="94" y="399"/>
                      <a:pt x="90" y="397"/>
                    </a:cubicBezTo>
                    <a:cubicBezTo>
                      <a:pt x="92" y="397"/>
                      <a:pt x="91" y="394"/>
                      <a:pt x="89" y="393"/>
                    </a:cubicBezTo>
                    <a:cubicBezTo>
                      <a:pt x="92" y="396"/>
                      <a:pt x="87" y="395"/>
                      <a:pt x="85" y="394"/>
                    </a:cubicBezTo>
                    <a:cubicBezTo>
                      <a:pt x="82" y="392"/>
                      <a:pt x="81" y="388"/>
                      <a:pt x="81" y="388"/>
                    </a:cubicBezTo>
                    <a:cubicBezTo>
                      <a:pt x="86" y="389"/>
                      <a:pt x="86" y="389"/>
                      <a:pt x="86" y="389"/>
                    </a:cubicBezTo>
                    <a:cubicBezTo>
                      <a:pt x="82" y="388"/>
                      <a:pt x="85" y="388"/>
                      <a:pt x="82" y="386"/>
                    </a:cubicBezTo>
                    <a:cubicBezTo>
                      <a:pt x="81" y="386"/>
                      <a:pt x="78" y="386"/>
                      <a:pt x="77" y="387"/>
                    </a:cubicBezTo>
                    <a:cubicBezTo>
                      <a:pt x="75" y="385"/>
                      <a:pt x="74" y="383"/>
                      <a:pt x="73" y="383"/>
                    </a:cubicBezTo>
                    <a:cubicBezTo>
                      <a:pt x="77" y="384"/>
                      <a:pt x="77" y="384"/>
                      <a:pt x="77" y="384"/>
                    </a:cubicBezTo>
                    <a:cubicBezTo>
                      <a:pt x="73" y="381"/>
                      <a:pt x="79" y="381"/>
                      <a:pt x="74" y="378"/>
                    </a:cubicBezTo>
                    <a:cubicBezTo>
                      <a:pt x="72" y="378"/>
                      <a:pt x="72" y="378"/>
                      <a:pt x="72" y="378"/>
                    </a:cubicBezTo>
                    <a:cubicBezTo>
                      <a:pt x="72" y="377"/>
                      <a:pt x="72" y="376"/>
                      <a:pt x="73" y="377"/>
                    </a:cubicBezTo>
                    <a:cubicBezTo>
                      <a:pt x="71" y="377"/>
                      <a:pt x="69" y="375"/>
                      <a:pt x="68" y="374"/>
                    </a:cubicBezTo>
                    <a:cubicBezTo>
                      <a:pt x="69" y="373"/>
                      <a:pt x="69" y="373"/>
                      <a:pt x="69" y="373"/>
                    </a:cubicBezTo>
                    <a:cubicBezTo>
                      <a:pt x="67" y="372"/>
                      <a:pt x="63" y="371"/>
                      <a:pt x="63" y="368"/>
                    </a:cubicBezTo>
                    <a:cubicBezTo>
                      <a:pt x="62" y="371"/>
                      <a:pt x="65" y="370"/>
                      <a:pt x="66" y="373"/>
                    </a:cubicBezTo>
                    <a:cubicBezTo>
                      <a:pt x="66" y="377"/>
                      <a:pt x="62" y="372"/>
                      <a:pt x="62" y="371"/>
                    </a:cubicBezTo>
                    <a:cubicBezTo>
                      <a:pt x="64" y="370"/>
                      <a:pt x="58" y="367"/>
                      <a:pt x="56" y="364"/>
                    </a:cubicBezTo>
                    <a:cubicBezTo>
                      <a:pt x="56" y="363"/>
                      <a:pt x="55" y="361"/>
                      <a:pt x="55" y="360"/>
                    </a:cubicBezTo>
                    <a:cubicBezTo>
                      <a:pt x="53" y="360"/>
                      <a:pt x="53" y="360"/>
                      <a:pt x="53" y="360"/>
                    </a:cubicBezTo>
                    <a:cubicBezTo>
                      <a:pt x="56" y="357"/>
                      <a:pt x="49" y="356"/>
                      <a:pt x="49" y="353"/>
                    </a:cubicBezTo>
                    <a:cubicBezTo>
                      <a:pt x="50" y="354"/>
                      <a:pt x="51" y="353"/>
                      <a:pt x="51" y="351"/>
                    </a:cubicBezTo>
                    <a:cubicBezTo>
                      <a:pt x="50" y="355"/>
                      <a:pt x="45" y="349"/>
                      <a:pt x="44" y="350"/>
                    </a:cubicBezTo>
                    <a:cubicBezTo>
                      <a:pt x="42" y="345"/>
                      <a:pt x="48" y="349"/>
                      <a:pt x="48" y="347"/>
                    </a:cubicBezTo>
                    <a:cubicBezTo>
                      <a:pt x="45" y="346"/>
                      <a:pt x="46" y="341"/>
                      <a:pt x="43" y="341"/>
                    </a:cubicBezTo>
                    <a:cubicBezTo>
                      <a:pt x="44" y="345"/>
                      <a:pt x="41" y="341"/>
                      <a:pt x="40" y="341"/>
                    </a:cubicBezTo>
                    <a:cubicBezTo>
                      <a:pt x="38" y="337"/>
                      <a:pt x="41" y="341"/>
                      <a:pt x="40" y="338"/>
                    </a:cubicBezTo>
                    <a:cubicBezTo>
                      <a:pt x="39" y="336"/>
                      <a:pt x="36" y="335"/>
                      <a:pt x="37" y="338"/>
                    </a:cubicBezTo>
                    <a:cubicBezTo>
                      <a:pt x="36" y="335"/>
                      <a:pt x="32" y="333"/>
                      <a:pt x="32" y="330"/>
                    </a:cubicBezTo>
                    <a:cubicBezTo>
                      <a:pt x="33" y="328"/>
                      <a:pt x="36" y="335"/>
                      <a:pt x="36" y="333"/>
                    </a:cubicBezTo>
                    <a:cubicBezTo>
                      <a:pt x="32" y="326"/>
                      <a:pt x="30" y="331"/>
                      <a:pt x="27" y="325"/>
                    </a:cubicBezTo>
                    <a:cubicBezTo>
                      <a:pt x="27" y="328"/>
                      <a:pt x="24" y="327"/>
                      <a:pt x="22" y="324"/>
                    </a:cubicBezTo>
                    <a:cubicBezTo>
                      <a:pt x="19" y="317"/>
                      <a:pt x="24" y="327"/>
                      <a:pt x="25" y="323"/>
                    </a:cubicBezTo>
                    <a:cubicBezTo>
                      <a:pt x="23" y="321"/>
                      <a:pt x="23" y="321"/>
                      <a:pt x="23" y="321"/>
                    </a:cubicBezTo>
                    <a:cubicBezTo>
                      <a:pt x="25" y="316"/>
                      <a:pt x="31" y="327"/>
                      <a:pt x="32" y="322"/>
                    </a:cubicBezTo>
                    <a:cubicBezTo>
                      <a:pt x="30" y="320"/>
                      <a:pt x="30" y="320"/>
                      <a:pt x="30" y="320"/>
                    </a:cubicBezTo>
                    <a:cubicBezTo>
                      <a:pt x="31" y="320"/>
                      <a:pt x="32" y="321"/>
                      <a:pt x="33" y="319"/>
                    </a:cubicBezTo>
                    <a:cubicBezTo>
                      <a:pt x="30" y="319"/>
                      <a:pt x="30" y="313"/>
                      <a:pt x="29" y="312"/>
                    </a:cubicBezTo>
                    <a:cubicBezTo>
                      <a:pt x="27" y="312"/>
                      <a:pt x="30" y="315"/>
                      <a:pt x="29" y="315"/>
                    </a:cubicBezTo>
                    <a:cubicBezTo>
                      <a:pt x="27" y="312"/>
                      <a:pt x="24" y="311"/>
                      <a:pt x="24" y="306"/>
                    </a:cubicBezTo>
                    <a:cubicBezTo>
                      <a:pt x="26" y="308"/>
                      <a:pt x="26" y="304"/>
                      <a:pt x="27" y="305"/>
                    </a:cubicBezTo>
                    <a:cubicBezTo>
                      <a:pt x="27" y="303"/>
                      <a:pt x="25" y="305"/>
                      <a:pt x="25" y="301"/>
                    </a:cubicBezTo>
                    <a:cubicBezTo>
                      <a:pt x="26" y="301"/>
                      <a:pt x="26" y="301"/>
                      <a:pt x="26" y="301"/>
                    </a:cubicBezTo>
                    <a:cubicBezTo>
                      <a:pt x="23" y="289"/>
                      <a:pt x="22" y="272"/>
                      <a:pt x="18" y="260"/>
                    </a:cubicBezTo>
                    <a:cubicBezTo>
                      <a:pt x="20" y="258"/>
                      <a:pt x="20" y="254"/>
                      <a:pt x="21" y="247"/>
                    </a:cubicBezTo>
                    <a:cubicBezTo>
                      <a:pt x="21" y="250"/>
                      <a:pt x="19" y="247"/>
                      <a:pt x="19" y="246"/>
                    </a:cubicBezTo>
                    <a:cubicBezTo>
                      <a:pt x="21" y="242"/>
                      <a:pt x="21" y="242"/>
                      <a:pt x="21" y="242"/>
                    </a:cubicBezTo>
                    <a:cubicBezTo>
                      <a:pt x="23" y="239"/>
                      <a:pt x="22" y="233"/>
                      <a:pt x="21" y="230"/>
                    </a:cubicBezTo>
                    <a:cubicBezTo>
                      <a:pt x="22" y="229"/>
                      <a:pt x="22" y="229"/>
                      <a:pt x="23" y="229"/>
                    </a:cubicBezTo>
                    <a:cubicBezTo>
                      <a:pt x="24" y="225"/>
                      <a:pt x="22" y="225"/>
                      <a:pt x="22" y="224"/>
                    </a:cubicBezTo>
                    <a:cubicBezTo>
                      <a:pt x="23" y="221"/>
                      <a:pt x="23" y="221"/>
                      <a:pt x="23" y="221"/>
                    </a:cubicBezTo>
                    <a:cubicBezTo>
                      <a:pt x="22" y="221"/>
                      <a:pt x="22" y="221"/>
                      <a:pt x="22" y="221"/>
                    </a:cubicBezTo>
                    <a:cubicBezTo>
                      <a:pt x="22" y="217"/>
                      <a:pt x="23" y="213"/>
                      <a:pt x="25" y="213"/>
                    </a:cubicBezTo>
                    <a:cubicBezTo>
                      <a:pt x="25" y="212"/>
                      <a:pt x="25" y="211"/>
                      <a:pt x="24" y="212"/>
                    </a:cubicBezTo>
                    <a:cubicBezTo>
                      <a:pt x="26" y="209"/>
                      <a:pt x="28" y="200"/>
                      <a:pt x="29" y="193"/>
                    </a:cubicBezTo>
                    <a:cubicBezTo>
                      <a:pt x="28" y="196"/>
                      <a:pt x="27" y="196"/>
                      <a:pt x="26" y="196"/>
                    </a:cubicBezTo>
                    <a:cubicBezTo>
                      <a:pt x="24" y="194"/>
                      <a:pt x="27" y="194"/>
                      <a:pt x="26" y="191"/>
                    </a:cubicBezTo>
                    <a:cubicBezTo>
                      <a:pt x="27" y="192"/>
                      <a:pt x="28" y="189"/>
                      <a:pt x="28" y="192"/>
                    </a:cubicBezTo>
                    <a:cubicBezTo>
                      <a:pt x="33" y="185"/>
                      <a:pt x="36" y="173"/>
                      <a:pt x="40" y="164"/>
                    </a:cubicBezTo>
                    <a:cubicBezTo>
                      <a:pt x="40" y="162"/>
                      <a:pt x="40" y="162"/>
                      <a:pt x="39" y="161"/>
                    </a:cubicBezTo>
                    <a:cubicBezTo>
                      <a:pt x="45" y="156"/>
                      <a:pt x="47" y="148"/>
                      <a:pt x="51" y="142"/>
                    </a:cubicBezTo>
                    <a:cubicBezTo>
                      <a:pt x="49" y="143"/>
                      <a:pt x="48" y="139"/>
                      <a:pt x="50" y="136"/>
                    </a:cubicBezTo>
                    <a:cubicBezTo>
                      <a:pt x="51" y="131"/>
                      <a:pt x="53" y="136"/>
                      <a:pt x="56" y="133"/>
                    </a:cubicBezTo>
                    <a:cubicBezTo>
                      <a:pt x="57" y="131"/>
                      <a:pt x="59" y="128"/>
                      <a:pt x="60" y="127"/>
                    </a:cubicBezTo>
                    <a:cubicBezTo>
                      <a:pt x="60" y="127"/>
                      <a:pt x="60" y="127"/>
                      <a:pt x="60" y="127"/>
                    </a:cubicBezTo>
                    <a:cubicBezTo>
                      <a:pt x="61" y="125"/>
                      <a:pt x="63" y="121"/>
                      <a:pt x="65" y="120"/>
                    </a:cubicBezTo>
                    <a:cubicBezTo>
                      <a:pt x="65" y="120"/>
                      <a:pt x="65" y="120"/>
                      <a:pt x="65" y="120"/>
                    </a:cubicBezTo>
                    <a:cubicBezTo>
                      <a:pt x="67" y="118"/>
                      <a:pt x="69" y="117"/>
                      <a:pt x="71" y="115"/>
                    </a:cubicBezTo>
                    <a:cubicBezTo>
                      <a:pt x="70" y="113"/>
                      <a:pt x="75" y="109"/>
                      <a:pt x="74" y="107"/>
                    </a:cubicBezTo>
                    <a:cubicBezTo>
                      <a:pt x="75" y="107"/>
                      <a:pt x="74" y="107"/>
                      <a:pt x="75" y="107"/>
                    </a:cubicBezTo>
                    <a:cubicBezTo>
                      <a:pt x="74" y="106"/>
                      <a:pt x="74" y="106"/>
                      <a:pt x="74" y="106"/>
                    </a:cubicBezTo>
                    <a:cubicBezTo>
                      <a:pt x="78" y="103"/>
                      <a:pt x="78" y="103"/>
                      <a:pt x="78" y="103"/>
                    </a:cubicBezTo>
                    <a:cubicBezTo>
                      <a:pt x="78" y="104"/>
                      <a:pt x="78" y="105"/>
                      <a:pt x="78" y="106"/>
                    </a:cubicBezTo>
                    <a:cubicBezTo>
                      <a:pt x="82" y="103"/>
                      <a:pt x="78" y="104"/>
                      <a:pt x="79" y="101"/>
                    </a:cubicBezTo>
                    <a:cubicBezTo>
                      <a:pt x="81" y="98"/>
                      <a:pt x="82" y="99"/>
                      <a:pt x="84" y="99"/>
                    </a:cubicBezTo>
                    <a:cubicBezTo>
                      <a:pt x="84" y="100"/>
                      <a:pt x="82" y="100"/>
                      <a:pt x="81" y="101"/>
                    </a:cubicBezTo>
                    <a:cubicBezTo>
                      <a:pt x="81" y="103"/>
                      <a:pt x="83" y="100"/>
                      <a:pt x="84" y="101"/>
                    </a:cubicBezTo>
                    <a:cubicBezTo>
                      <a:pt x="85" y="100"/>
                      <a:pt x="84" y="98"/>
                      <a:pt x="86" y="97"/>
                    </a:cubicBezTo>
                    <a:cubicBezTo>
                      <a:pt x="88" y="96"/>
                      <a:pt x="92" y="92"/>
                      <a:pt x="92" y="93"/>
                    </a:cubicBezTo>
                    <a:cubicBezTo>
                      <a:pt x="93" y="91"/>
                      <a:pt x="95" y="90"/>
                      <a:pt x="96" y="88"/>
                    </a:cubicBezTo>
                    <a:cubicBezTo>
                      <a:pt x="94" y="89"/>
                      <a:pt x="91" y="91"/>
                      <a:pt x="90" y="91"/>
                    </a:cubicBezTo>
                    <a:cubicBezTo>
                      <a:pt x="91" y="90"/>
                      <a:pt x="94" y="87"/>
                      <a:pt x="94" y="87"/>
                    </a:cubicBezTo>
                    <a:cubicBezTo>
                      <a:pt x="94" y="88"/>
                      <a:pt x="94" y="88"/>
                      <a:pt x="94" y="88"/>
                    </a:cubicBezTo>
                    <a:cubicBezTo>
                      <a:pt x="94" y="87"/>
                      <a:pt x="99" y="84"/>
                      <a:pt x="96" y="85"/>
                    </a:cubicBezTo>
                    <a:cubicBezTo>
                      <a:pt x="100" y="84"/>
                      <a:pt x="100" y="84"/>
                      <a:pt x="100" y="84"/>
                    </a:cubicBezTo>
                    <a:cubicBezTo>
                      <a:pt x="100" y="82"/>
                      <a:pt x="103" y="80"/>
                      <a:pt x="105" y="78"/>
                    </a:cubicBezTo>
                    <a:cubicBezTo>
                      <a:pt x="106" y="80"/>
                      <a:pt x="106" y="82"/>
                      <a:pt x="110" y="80"/>
                    </a:cubicBezTo>
                    <a:cubicBezTo>
                      <a:pt x="113" y="76"/>
                      <a:pt x="113" y="76"/>
                      <a:pt x="113" y="76"/>
                    </a:cubicBezTo>
                    <a:cubicBezTo>
                      <a:pt x="115" y="74"/>
                      <a:pt x="116" y="74"/>
                      <a:pt x="116" y="75"/>
                    </a:cubicBezTo>
                    <a:cubicBezTo>
                      <a:pt x="124" y="71"/>
                      <a:pt x="121" y="66"/>
                      <a:pt x="128" y="64"/>
                    </a:cubicBezTo>
                    <a:cubicBezTo>
                      <a:pt x="126" y="67"/>
                      <a:pt x="129" y="66"/>
                      <a:pt x="132" y="65"/>
                    </a:cubicBezTo>
                    <a:cubicBezTo>
                      <a:pt x="131" y="65"/>
                      <a:pt x="131" y="64"/>
                      <a:pt x="132" y="63"/>
                    </a:cubicBezTo>
                    <a:cubicBezTo>
                      <a:pt x="131" y="63"/>
                      <a:pt x="132" y="65"/>
                      <a:pt x="129" y="65"/>
                    </a:cubicBezTo>
                    <a:cubicBezTo>
                      <a:pt x="128" y="65"/>
                      <a:pt x="131" y="63"/>
                      <a:pt x="132" y="62"/>
                    </a:cubicBezTo>
                    <a:cubicBezTo>
                      <a:pt x="139" y="63"/>
                      <a:pt x="150" y="53"/>
                      <a:pt x="160" y="50"/>
                    </a:cubicBezTo>
                    <a:cubicBezTo>
                      <a:pt x="158" y="48"/>
                      <a:pt x="163" y="48"/>
                      <a:pt x="164" y="46"/>
                    </a:cubicBezTo>
                    <a:cubicBezTo>
                      <a:pt x="165" y="49"/>
                      <a:pt x="169" y="43"/>
                      <a:pt x="172" y="44"/>
                    </a:cubicBezTo>
                    <a:cubicBezTo>
                      <a:pt x="170" y="42"/>
                      <a:pt x="170" y="42"/>
                      <a:pt x="170" y="42"/>
                    </a:cubicBezTo>
                    <a:cubicBezTo>
                      <a:pt x="176" y="41"/>
                      <a:pt x="177" y="34"/>
                      <a:pt x="182" y="36"/>
                    </a:cubicBezTo>
                    <a:cubicBezTo>
                      <a:pt x="185" y="35"/>
                      <a:pt x="182" y="38"/>
                      <a:pt x="181" y="39"/>
                    </a:cubicBezTo>
                    <a:cubicBezTo>
                      <a:pt x="186" y="40"/>
                      <a:pt x="191" y="32"/>
                      <a:pt x="196" y="34"/>
                    </a:cubicBezTo>
                    <a:cubicBezTo>
                      <a:pt x="196" y="33"/>
                      <a:pt x="194" y="32"/>
                      <a:pt x="197" y="30"/>
                    </a:cubicBezTo>
                    <a:cubicBezTo>
                      <a:pt x="201" y="30"/>
                      <a:pt x="207" y="29"/>
                      <a:pt x="207" y="29"/>
                    </a:cubicBezTo>
                    <a:cubicBezTo>
                      <a:pt x="209" y="28"/>
                      <a:pt x="210" y="27"/>
                      <a:pt x="213" y="27"/>
                    </a:cubicBezTo>
                    <a:cubicBezTo>
                      <a:pt x="213" y="28"/>
                      <a:pt x="212" y="28"/>
                      <a:pt x="211" y="29"/>
                    </a:cubicBezTo>
                    <a:cubicBezTo>
                      <a:pt x="215" y="28"/>
                      <a:pt x="219" y="26"/>
                      <a:pt x="222" y="24"/>
                    </a:cubicBezTo>
                    <a:cubicBezTo>
                      <a:pt x="225" y="26"/>
                      <a:pt x="233" y="23"/>
                      <a:pt x="238" y="23"/>
                    </a:cubicBezTo>
                    <a:cubicBezTo>
                      <a:pt x="241" y="20"/>
                      <a:pt x="247" y="23"/>
                      <a:pt x="247" y="20"/>
                    </a:cubicBezTo>
                    <a:cubicBezTo>
                      <a:pt x="247" y="20"/>
                      <a:pt x="247" y="20"/>
                      <a:pt x="248" y="21"/>
                    </a:cubicBezTo>
                    <a:cubicBezTo>
                      <a:pt x="249" y="19"/>
                      <a:pt x="251" y="17"/>
                      <a:pt x="253" y="17"/>
                    </a:cubicBezTo>
                    <a:cubicBezTo>
                      <a:pt x="253" y="19"/>
                      <a:pt x="253" y="19"/>
                      <a:pt x="253" y="19"/>
                    </a:cubicBezTo>
                    <a:cubicBezTo>
                      <a:pt x="252" y="22"/>
                      <a:pt x="260" y="19"/>
                      <a:pt x="261" y="20"/>
                    </a:cubicBezTo>
                    <a:cubicBezTo>
                      <a:pt x="258" y="19"/>
                      <a:pt x="263" y="20"/>
                      <a:pt x="263" y="18"/>
                    </a:cubicBezTo>
                    <a:cubicBezTo>
                      <a:pt x="266" y="18"/>
                      <a:pt x="266" y="18"/>
                      <a:pt x="266" y="18"/>
                    </a:cubicBezTo>
                    <a:cubicBezTo>
                      <a:pt x="271" y="17"/>
                      <a:pt x="267" y="17"/>
                      <a:pt x="273" y="16"/>
                    </a:cubicBezTo>
                    <a:cubicBezTo>
                      <a:pt x="276" y="16"/>
                      <a:pt x="274" y="19"/>
                      <a:pt x="273" y="19"/>
                    </a:cubicBezTo>
                    <a:cubicBezTo>
                      <a:pt x="275" y="20"/>
                      <a:pt x="278" y="19"/>
                      <a:pt x="281" y="19"/>
                    </a:cubicBezTo>
                    <a:cubicBezTo>
                      <a:pt x="280" y="18"/>
                      <a:pt x="280" y="18"/>
                      <a:pt x="281" y="18"/>
                    </a:cubicBezTo>
                    <a:cubicBezTo>
                      <a:pt x="281" y="18"/>
                      <a:pt x="281" y="18"/>
                      <a:pt x="281" y="19"/>
                    </a:cubicBezTo>
                    <a:cubicBezTo>
                      <a:pt x="282" y="18"/>
                      <a:pt x="283" y="18"/>
                      <a:pt x="285" y="18"/>
                    </a:cubicBezTo>
                    <a:cubicBezTo>
                      <a:pt x="285" y="19"/>
                      <a:pt x="285" y="19"/>
                      <a:pt x="285" y="19"/>
                    </a:cubicBezTo>
                    <a:cubicBezTo>
                      <a:pt x="283" y="19"/>
                      <a:pt x="282" y="19"/>
                      <a:pt x="281" y="19"/>
                    </a:cubicBezTo>
                    <a:cubicBezTo>
                      <a:pt x="282" y="19"/>
                      <a:pt x="283" y="19"/>
                      <a:pt x="284" y="19"/>
                    </a:cubicBezTo>
                    <a:cubicBezTo>
                      <a:pt x="285" y="19"/>
                      <a:pt x="285" y="19"/>
                      <a:pt x="285" y="19"/>
                    </a:cubicBezTo>
                    <a:cubicBezTo>
                      <a:pt x="286" y="19"/>
                      <a:pt x="287" y="19"/>
                      <a:pt x="288" y="20"/>
                    </a:cubicBezTo>
                    <a:cubicBezTo>
                      <a:pt x="287" y="21"/>
                      <a:pt x="287" y="21"/>
                      <a:pt x="287" y="21"/>
                    </a:cubicBezTo>
                    <a:cubicBezTo>
                      <a:pt x="289" y="22"/>
                      <a:pt x="294" y="20"/>
                      <a:pt x="294" y="20"/>
                    </a:cubicBezTo>
                    <a:cubicBezTo>
                      <a:pt x="303" y="22"/>
                      <a:pt x="318" y="23"/>
                      <a:pt x="322" y="24"/>
                    </a:cubicBezTo>
                    <a:cubicBezTo>
                      <a:pt x="319" y="23"/>
                      <a:pt x="318" y="24"/>
                      <a:pt x="320" y="24"/>
                    </a:cubicBezTo>
                    <a:cubicBezTo>
                      <a:pt x="323" y="25"/>
                      <a:pt x="326" y="24"/>
                      <a:pt x="326" y="25"/>
                    </a:cubicBezTo>
                    <a:cubicBezTo>
                      <a:pt x="329" y="25"/>
                      <a:pt x="328" y="27"/>
                      <a:pt x="332" y="28"/>
                    </a:cubicBezTo>
                    <a:cubicBezTo>
                      <a:pt x="332" y="29"/>
                      <a:pt x="333" y="27"/>
                      <a:pt x="332" y="27"/>
                    </a:cubicBezTo>
                    <a:cubicBezTo>
                      <a:pt x="337" y="31"/>
                      <a:pt x="347" y="31"/>
                      <a:pt x="354" y="36"/>
                    </a:cubicBezTo>
                    <a:cubicBezTo>
                      <a:pt x="353" y="36"/>
                      <a:pt x="352" y="36"/>
                      <a:pt x="351" y="37"/>
                    </a:cubicBezTo>
                    <a:cubicBezTo>
                      <a:pt x="357" y="38"/>
                      <a:pt x="363" y="41"/>
                      <a:pt x="369" y="42"/>
                    </a:cubicBezTo>
                    <a:cubicBezTo>
                      <a:pt x="368" y="42"/>
                      <a:pt x="368" y="43"/>
                      <a:pt x="366" y="43"/>
                    </a:cubicBezTo>
                    <a:cubicBezTo>
                      <a:pt x="369" y="44"/>
                      <a:pt x="372" y="46"/>
                      <a:pt x="375" y="47"/>
                    </a:cubicBezTo>
                    <a:cubicBezTo>
                      <a:pt x="375" y="47"/>
                      <a:pt x="375" y="47"/>
                      <a:pt x="375" y="47"/>
                    </a:cubicBezTo>
                    <a:cubicBezTo>
                      <a:pt x="373" y="44"/>
                      <a:pt x="378" y="46"/>
                      <a:pt x="381" y="48"/>
                    </a:cubicBezTo>
                    <a:cubicBezTo>
                      <a:pt x="380" y="48"/>
                      <a:pt x="380" y="48"/>
                      <a:pt x="380" y="48"/>
                    </a:cubicBezTo>
                    <a:cubicBezTo>
                      <a:pt x="384" y="51"/>
                      <a:pt x="385" y="50"/>
                      <a:pt x="388" y="53"/>
                    </a:cubicBezTo>
                    <a:cubicBezTo>
                      <a:pt x="390" y="55"/>
                      <a:pt x="386" y="52"/>
                      <a:pt x="386" y="53"/>
                    </a:cubicBezTo>
                    <a:cubicBezTo>
                      <a:pt x="386" y="56"/>
                      <a:pt x="393" y="61"/>
                      <a:pt x="394" y="62"/>
                    </a:cubicBezTo>
                    <a:cubicBezTo>
                      <a:pt x="395" y="62"/>
                      <a:pt x="396" y="63"/>
                      <a:pt x="397" y="62"/>
                    </a:cubicBezTo>
                    <a:cubicBezTo>
                      <a:pt x="400" y="64"/>
                      <a:pt x="397" y="64"/>
                      <a:pt x="399" y="66"/>
                    </a:cubicBezTo>
                    <a:cubicBezTo>
                      <a:pt x="409" y="69"/>
                      <a:pt x="409" y="69"/>
                      <a:pt x="409" y="69"/>
                    </a:cubicBezTo>
                    <a:cubicBezTo>
                      <a:pt x="408" y="69"/>
                      <a:pt x="410" y="73"/>
                      <a:pt x="407" y="71"/>
                    </a:cubicBezTo>
                    <a:cubicBezTo>
                      <a:pt x="412" y="76"/>
                      <a:pt x="417" y="77"/>
                      <a:pt x="422" y="80"/>
                    </a:cubicBezTo>
                    <a:cubicBezTo>
                      <a:pt x="423" y="82"/>
                      <a:pt x="428" y="87"/>
                      <a:pt x="430" y="89"/>
                    </a:cubicBezTo>
                    <a:cubicBezTo>
                      <a:pt x="429" y="90"/>
                      <a:pt x="428" y="87"/>
                      <a:pt x="427" y="87"/>
                    </a:cubicBezTo>
                    <a:cubicBezTo>
                      <a:pt x="428" y="91"/>
                      <a:pt x="428" y="91"/>
                      <a:pt x="428" y="91"/>
                    </a:cubicBezTo>
                    <a:cubicBezTo>
                      <a:pt x="425" y="87"/>
                      <a:pt x="427" y="93"/>
                      <a:pt x="424" y="91"/>
                    </a:cubicBezTo>
                    <a:cubicBezTo>
                      <a:pt x="428" y="94"/>
                      <a:pt x="432" y="102"/>
                      <a:pt x="435" y="107"/>
                    </a:cubicBezTo>
                    <a:cubicBezTo>
                      <a:pt x="435" y="102"/>
                      <a:pt x="440" y="113"/>
                      <a:pt x="443" y="111"/>
                    </a:cubicBezTo>
                    <a:cubicBezTo>
                      <a:pt x="447" y="117"/>
                      <a:pt x="443" y="115"/>
                      <a:pt x="443" y="118"/>
                    </a:cubicBezTo>
                    <a:cubicBezTo>
                      <a:pt x="448" y="124"/>
                      <a:pt x="451" y="130"/>
                      <a:pt x="453" y="136"/>
                    </a:cubicBezTo>
                    <a:cubicBezTo>
                      <a:pt x="453" y="136"/>
                      <a:pt x="453" y="136"/>
                      <a:pt x="453" y="136"/>
                    </a:cubicBezTo>
                    <a:cubicBezTo>
                      <a:pt x="456" y="141"/>
                      <a:pt x="459" y="150"/>
                      <a:pt x="464" y="155"/>
                    </a:cubicBezTo>
                    <a:cubicBezTo>
                      <a:pt x="463" y="154"/>
                      <a:pt x="463" y="155"/>
                      <a:pt x="462" y="154"/>
                    </a:cubicBezTo>
                    <a:cubicBezTo>
                      <a:pt x="463" y="160"/>
                      <a:pt x="465" y="154"/>
                      <a:pt x="466" y="161"/>
                    </a:cubicBezTo>
                    <a:cubicBezTo>
                      <a:pt x="465" y="160"/>
                      <a:pt x="465" y="160"/>
                      <a:pt x="465" y="160"/>
                    </a:cubicBezTo>
                    <a:cubicBezTo>
                      <a:pt x="467" y="164"/>
                      <a:pt x="467" y="169"/>
                      <a:pt x="470" y="173"/>
                    </a:cubicBezTo>
                    <a:cubicBezTo>
                      <a:pt x="469" y="174"/>
                      <a:pt x="469" y="173"/>
                      <a:pt x="468" y="172"/>
                    </a:cubicBezTo>
                    <a:cubicBezTo>
                      <a:pt x="470" y="177"/>
                      <a:pt x="471" y="182"/>
                      <a:pt x="474" y="186"/>
                    </a:cubicBezTo>
                    <a:cubicBezTo>
                      <a:pt x="473" y="186"/>
                      <a:pt x="472" y="186"/>
                      <a:pt x="471" y="184"/>
                    </a:cubicBezTo>
                    <a:cubicBezTo>
                      <a:pt x="471" y="189"/>
                      <a:pt x="474" y="189"/>
                      <a:pt x="474" y="193"/>
                    </a:cubicBezTo>
                    <a:cubicBezTo>
                      <a:pt x="475" y="194"/>
                      <a:pt x="474" y="197"/>
                      <a:pt x="474" y="196"/>
                    </a:cubicBezTo>
                    <a:cubicBezTo>
                      <a:pt x="475" y="198"/>
                      <a:pt x="476" y="205"/>
                      <a:pt x="477" y="207"/>
                    </a:cubicBezTo>
                    <a:cubicBezTo>
                      <a:pt x="476" y="208"/>
                      <a:pt x="476" y="209"/>
                      <a:pt x="475" y="212"/>
                    </a:cubicBezTo>
                    <a:cubicBezTo>
                      <a:pt x="478" y="236"/>
                      <a:pt x="473" y="260"/>
                      <a:pt x="467" y="283"/>
                    </a:cubicBezTo>
                    <a:cubicBezTo>
                      <a:pt x="463" y="286"/>
                      <a:pt x="467" y="277"/>
                      <a:pt x="464" y="279"/>
                    </a:cubicBezTo>
                    <a:cubicBezTo>
                      <a:pt x="467" y="280"/>
                      <a:pt x="464" y="283"/>
                      <a:pt x="461" y="290"/>
                    </a:cubicBezTo>
                    <a:cubicBezTo>
                      <a:pt x="461" y="290"/>
                      <a:pt x="461" y="290"/>
                      <a:pt x="461" y="290"/>
                    </a:cubicBezTo>
                    <a:cubicBezTo>
                      <a:pt x="460" y="293"/>
                      <a:pt x="458" y="294"/>
                      <a:pt x="457" y="297"/>
                    </a:cubicBezTo>
                    <a:cubicBezTo>
                      <a:pt x="458" y="297"/>
                      <a:pt x="458" y="297"/>
                      <a:pt x="458" y="297"/>
                    </a:cubicBezTo>
                    <a:cubicBezTo>
                      <a:pt x="458" y="301"/>
                      <a:pt x="452" y="303"/>
                      <a:pt x="453" y="306"/>
                    </a:cubicBezTo>
                    <a:cubicBezTo>
                      <a:pt x="451" y="307"/>
                      <a:pt x="451" y="307"/>
                      <a:pt x="451" y="307"/>
                    </a:cubicBezTo>
                    <a:cubicBezTo>
                      <a:pt x="451" y="312"/>
                      <a:pt x="447" y="312"/>
                      <a:pt x="447" y="316"/>
                    </a:cubicBezTo>
                    <a:cubicBezTo>
                      <a:pt x="447" y="316"/>
                      <a:pt x="447" y="316"/>
                      <a:pt x="447" y="316"/>
                    </a:cubicBezTo>
                    <a:cubicBezTo>
                      <a:pt x="443" y="320"/>
                      <a:pt x="442" y="327"/>
                      <a:pt x="439" y="328"/>
                    </a:cubicBezTo>
                    <a:cubicBezTo>
                      <a:pt x="437" y="332"/>
                      <a:pt x="434" y="337"/>
                      <a:pt x="435" y="339"/>
                    </a:cubicBezTo>
                    <a:cubicBezTo>
                      <a:pt x="433" y="339"/>
                      <a:pt x="433" y="338"/>
                      <a:pt x="433" y="337"/>
                    </a:cubicBezTo>
                    <a:cubicBezTo>
                      <a:pt x="422" y="352"/>
                      <a:pt x="406" y="365"/>
                      <a:pt x="395" y="377"/>
                    </a:cubicBezTo>
                    <a:cubicBezTo>
                      <a:pt x="394" y="378"/>
                      <a:pt x="395" y="377"/>
                      <a:pt x="395" y="376"/>
                    </a:cubicBezTo>
                    <a:cubicBezTo>
                      <a:pt x="389" y="385"/>
                      <a:pt x="378" y="390"/>
                      <a:pt x="378" y="398"/>
                    </a:cubicBezTo>
                    <a:cubicBezTo>
                      <a:pt x="377" y="402"/>
                      <a:pt x="377" y="402"/>
                      <a:pt x="377" y="402"/>
                    </a:cubicBezTo>
                    <a:cubicBezTo>
                      <a:pt x="375" y="403"/>
                      <a:pt x="375" y="402"/>
                      <a:pt x="373" y="403"/>
                    </a:cubicBezTo>
                    <a:cubicBezTo>
                      <a:pt x="373" y="406"/>
                      <a:pt x="368" y="411"/>
                      <a:pt x="369" y="413"/>
                    </a:cubicBezTo>
                    <a:cubicBezTo>
                      <a:pt x="368" y="414"/>
                      <a:pt x="369" y="412"/>
                      <a:pt x="368" y="412"/>
                    </a:cubicBezTo>
                    <a:cubicBezTo>
                      <a:pt x="365" y="416"/>
                      <a:pt x="365" y="422"/>
                      <a:pt x="363" y="426"/>
                    </a:cubicBezTo>
                    <a:cubicBezTo>
                      <a:pt x="363" y="424"/>
                      <a:pt x="363" y="424"/>
                      <a:pt x="363" y="424"/>
                    </a:cubicBezTo>
                    <a:cubicBezTo>
                      <a:pt x="349" y="443"/>
                      <a:pt x="340" y="473"/>
                      <a:pt x="342" y="493"/>
                    </a:cubicBezTo>
                    <a:cubicBezTo>
                      <a:pt x="343" y="498"/>
                      <a:pt x="340" y="495"/>
                      <a:pt x="340" y="497"/>
                    </a:cubicBezTo>
                    <a:cubicBezTo>
                      <a:pt x="342" y="517"/>
                      <a:pt x="338" y="542"/>
                      <a:pt x="349" y="558"/>
                    </a:cubicBezTo>
                    <a:cubicBezTo>
                      <a:pt x="355" y="570"/>
                      <a:pt x="363" y="573"/>
                      <a:pt x="363" y="573"/>
                    </a:cubicBezTo>
                    <a:cubicBezTo>
                      <a:pt x="346" y="542"/>
                      <a:pt x="349" y="513"/>
                      <a:pt x="356" y="481"/>
                    </a:cubicBezTo>
                    <a:cubicBezTo>
                      <a:pt x="356" y="470"/>
                      <a:pt x="359" y="457"/>
                      <a:pt x="363" y="448"/>
                    </a:cubicBezTo>
                    <a:cubicBezTo>
                      <a:pt x="376" y="404"/>
                      <a:pt x="410" y="388"/>
                      <a:pt x="444" y="349"/>
                    </a:cubicBezTo>
                    <a:cubicBezTo>
                      <a:pt x="442" y="350"/>
                      <a:pt x="443" y="348"/>
                      <a:pt x="444" y="346"/>
                    </a:cubicBezTo>
                    <a:cubicBezTo>
                      <a:pt x="445" y="345"/>
                      <a:pt x="445" y="345"/>
                      <a:pt x="445" y="345"/>
                    </a:cubicBezTo>
                    <a:cubicBezTo>
                      <a:pt x="446" y="342"/>
                      <a:pt x="446" y="342"/>
                      <a:pt x="446" y="342"/>
                    </a:cubicBezTo>
                    <a:cubicBezTo>
                      <a:pt x="448" y="339"/>
                      <a:pt x="449" y="341"/>
                      <a:pt x="447" y="344"/>
                    </a:cubicBezTo>
                    <a:cubicBezTo>
                      <a:pt x="459" y="329"/>
                      <a:pt x="467" y="314"/>
                      <a:pt x="475" y="297"/>
                    </a:cubicBezTo>
                    <a:cubicBezTo>
                      <a:pt x="474" y="295"/>
                      <a:pt x="479" y="288"/>
                      <a:pt x="477" y="286"/>
                    </a:cubicBezTo>
                    <a:cubicBezTo>
                      <a:pt x="478" y="286"/>
                      <a:pt x="478" y="286"/>
                      <a:pt x="478" y="287"/>
                    </a:cubicBezTo>
                    <a:cubicBezTo>
                      <a:pt x="481" y="274"/>
                      <a:pt x="482" y="274"/>
                      <a:pt x="487" y="263"/>
                    </a:cubicBezTo>
                    <a:cubicBezTo>
                      <a:pt x="501" y="211"/>
                      <a:pt x="485" y="161"/>
                      <a:pt x="463" y="118"/>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4" name="Rectangle 77"/>
              <p:cNvSpPr>
                <a:spLocks noChangeArrowheads="1"/>
              </p:cNvSpPr>
              <p:nvPr/>
            </p:nvSpPr>
            <p:spPr bwMode="auto">
              <a:xfrm>
                <a:off x="4586" y="1893"/>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5" name="Freeform 78"/>
              <p:cNvSpPr/>
              <p:nvPr/>
            </p:nvSpPr>
            <p:spPr bwMode="auto">
              <a:xfrm>
                <a:off x="3937" y="2817"/>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6" name="Freeform 79"/>
              <p:cNvSpPr/>
              <p:nvPr/>
            </p:nvSpPr>
            <p:spPr bwMode="auto">
              <a:xfrm>
                <a:off x="4629" y="1859"/>
                <a:ext cx="2" cy="2"/>
              </a:xfrm>
              <a:custGeom>
                <a:avLst/>
                <a:gdLst>
                  <a:gd name="T0" fmla="*/ 2 w 2"/>
                  <a:gd name="T1" fmla="*/ 2 h 2"/>
                  <a:gd name="T2" fmla="*/ 2 w 2"/>
                  <a:gd name="T3" fmla="*/ 2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2"/>
                    </a:lnTo>
                    <a:lnTo>
                      <a:pt x="0" y="0"/>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7" name="Freeform 80"/>
              <p:cNvSpPr/>
              <p:nvPr/>
            </p:nvSpPr>
            <p:spPr bwMode="auto">
              <a:xfrm>
                <a:off x="3967" y="28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8" name="Freeform 81"/>
              <p:cNvSpPr/>
              <p:nvPr/>
            </p:nvSpPr>
            <p:spPr bwMode="auto">
              <a:xfrm>
                <a:off x="4618" y="1878"/>
                <a:ext cx="2" cy="4"/>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0"/>
                      <a:pt x="1" y="2"/>
                      <a:pt x="1" y="2"/>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9" name="Freeform 82"/>
              <p:cNvSpPr/>
              <p:nvPr/>
            </p:nvSpPr>
            <p:spPr bwMode="auto">
              <a:xfrm>
                <a:off x="3814" y="226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0" name="Freeform 83"/>
              <p:cNvSpPr/>
              <p:nvPr/>
            </p:nvSpPr>
            <p:spPr bwMode="auto">
              <a:xfrm>
                <a:off x="3876" y="243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1" name="Freeform 84"/>
              <p:cNvSpPr/>
              <p:nvPr/>
            </p:nvSpPr>
            <p:spPr bwMode="auto">
              <a:xfrm>
                <a:off x="4618" y="187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2" name="Freeform 85"/>
              <p:cNvSpPr/>
              <p:nvPr/>
            </p:nvSpPr>
            <p:spPr bwMode="auto">
              <a:xfrm>
                <a:off x="3801" y="227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3" name="Freeform 86"/>
              <p:cNvSpPr/>
              <p:nvPr/>
            </p:nvSpPr>
            <p:spPr bwMode="auto">
              <a:xfrm>
                <a:off x="3808" y="2266"/>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0"/>
                      <a:pt x="1" y="1"/>
                      <a:pt x="1"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4" name="Freeform 87"/>
              <p:cNvSpPr/>
              <p:nvPr/>
            </p:nvSpPr>
            <p:spPr bwMode="auto">
              <a:xfrm>
                <a:off x="3878" y="2393"/>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5" name="Freeform 88"/>
              <p:cNvSpPr/>
              <p:nvPr/>
            </p:nvSpPr>
            <p:spPr bwMode="auto">
              <a:xfrm>
                <a:off x="3810" y="2266"/>
                <a:ext cx="6" cy="0"/>
              </a:xfrm>
              <a:custGeom>
                <a:avLst/>
                <a:gdLst>
                  <a:gd name="T0" fmla="*/ 1 w 3"/>
                  <a:gd name="T1" fmla="*/ 0 w 3"/>
                  <a:gd name="T2" fmla="*/ 1 w 3"/>
                </a:gdLst>
                <a:ahLst/>
                <a:cxnLst>
                  <a:cxn ang="0">
                    <a:pos x="T0" y="0"/>
                  </a:cxn>
                  <a:cxn ang="0">
                    <a:pos x="T1" y="0"/>
                  </a:cxn>
                  <a:cxn ang="0">
                    <a:pos x="T2" y="0"/>
                  </a:cxn>
                </a:cxnLst>
                <a:rect l="0" t="0" r="r" b="b"/>
                <a:pathLst>
                  <a:path w="3">
                    <a:moveTo>
                      <a:pt x="1" y="0"/>
                    </a:moveTo>
                    <a:cubicBezTo>
                      <a:pt x="0" y="0"/>
                      <a:pt x="0" y="0"/>
                      <a:pt x="0" y="0"/>
                    </a:cubicBezTo>
                    <a:cubicBezTo>
                      <a:pt x="3"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6" name="Freeform 89"/>
              <p:cNvSpPr/>
              <p:nvPr/>
            </p:nvSpPr>
            <p:spPr bwMode="auto">
              <a:xfrm>
                <a:off x="3935" y="224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7" name="Freeform 90"/>
              <p:cNvSpPr/>
              <p:nvPr/>
            </p:nvSpPr>
            <p:spPr bwMode="auto">
              <a:xfrm>
                <a:off x="3876" y="2213"/>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8" name="Oval 91"/>
              <p:cNvSpPr>
                <a:spLocks noChangeArrowheads="1"/>
              </p:cNvSpPr>
              <p:nvPr/>
            </p:nvSpPr>
            <p:spPr bwMode="auto">
              <a:xfrm>
                <a:off x="3814" y="2266"/>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9" name="Freeform 92"/>
              <p:cNvSpPr/>
              <p:nvPr/>
            </p:nvSpPr>
            <p:spPr bwMode="auto">
              <a:xfrm>
                <a:off x="3801" y="2007"/>
                <a:ext cx="5" cy="7"/>
              </a:xfrm>
              <a:custGeom>
                <a:avLst/>
                <a:gdLst>
                  <a:gd name="T0" fmla="*/ 1 w 2"/>
                  <a:gd name="T1" fmla="*/ 0 h 3"/>
                  <a:gd name="T2" fmla="*/ 2 w 2"/>
                  <a:gd name="T3" fmla="*/ 3 h 3"/>
                  <a:gd name="T4" fmla="*/ 1 w 2"/>
                  <a:gd name="T5" fmla="*/ 2 h 3"/>
                  <a:gd name="T6" fmla="*/ 1 w 2"/>
                  <a:gd name="T7" fmla="*/ 0 h 3"/>
                </a:gdLst>
                <a:ahLst/>
                <a:cxnLst>
                  <a:cxn ang="0">
                    <a:pos x="T0" y="T1"/>
                  </a:cxn>
                  <a:cxn ang="0">
                    <a:pos x="T2" y="T3"/>
                  </a:cxn>
                  <a:cxn ang="0">
                    <a:pos x="T4" y="T5"/>
                  </a:cxn>
                  <a:cxn ang="0">
                    <a:pos x="T6" y="T7"/>
                  </a:cxn>
                </a:cxnLst>
                <a:rect l="0" t="0" r="r" b="b"/>
                <a:pathLst>
                  <a:path w="2" h="3">
                    <a:moveTo>
                      <a:pt x="1" y="0"/>
                    </a:moveTo>
                    <a:cubicBezTo>
                      <a:pt x="0" y="0"/>
                      <a:pt x="0" y="1"/>
                      <a:pt x="2" y="3"/>
                    </a:cubicBezTo>
                    <a:cubicBezTo>
                      <a:pt x="1" y="2"/>
                      <a:pt x="1" y="2"/>
                      <a:pt x="1" y="2"/>
                    </a:cubicBezTo>
                    <a:cubicBezTo>
                      <a:pt x="1" y="1"/>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0" name="Freeform 93"/>
              <p:cNvSpPr/>
              <p:nvPr/>
            </p:nvSpPr>
            <p:spPr bwMode="auto">
              <a:xfrm>
                <a:off x="3837" y="24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1" name="Freeform 94"/>
              <p:cNvSpPr/>
              <p:nvPr/>
            </p:nvSpPr>
            <p:spPr bwMode="auto">
              <a:xfrm>
                <a:off x="4398" y="2296"/>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2" name="Freeform 95"/>
              <p:cNvSpPr/>
              <p:nvPr/>
            </p:nvSpPr>
            <p:spPr bwMode="auto">
              <a:xfrm>
                <a:off x="4376" y="2249"/>
                <a:ext cx="227" cy="119"/>
              </a:xfrm>
              <a:custGeom>
                <a:avLst/>
                <a:gdLst>
                  <a:gd name="T0" fmla="*/ 90 w 107"/>
                  <a:gd name="T1" fmla="*/ 34 h 56"/>
                  <a:gd name="T2" fmla="*/ 75 w 107"/>
                  <a:gd name="T3" fmla="*/ 23 h 56"/>
                  <a:gd name="T4" fmla="*/ 59 w 107"/>
                  <a:gd name="T5" fmla="*/ 22 h 56"/>
                  <a:gd name="T6" fmla="*/ 54 w 107"/>
                  <a:gd name="T7" fmla="*/ 18 h 56"/>
                  <a:gd name="T8" fmla="*/ 44 w 107"/>
                  <a:gd name="T9" fmla="*/ 13 h 56"/>
                  <a:gd name="T10" fmla="*/ 37 w 107"/>
                  <a:gd name="T11" fmla="*/ 9 h 56"/>
                  <a:gd name="T12" fmla="*/ 30 w 107"/>
                  <a:gd name="T13" fmla="*/ 11 h 56"/>
                  <a:gd name="T14" fmla="*/ 20 w 107"/>
                  <a:gd name="T15" fmla="*/ 8 h 56"/>
                  <a:gd name="T16" fmla="*/ 15 w 107"/>
                  <a:gd name="T17" fmla="*/ 6 h 56"/>
                  <a:gd name="T18" fmla="*/ 9 w 107"/>
                  <a:gd name="T19" fmla="*/ 1 h 56"/>
                  <a:gd name="T20" fmla="*/ 6 w 107"/>
                  <a:gd name="T21" fmla="*/ 1 h 56"/>
                  <a:gd name="T22" fmla="*/ 3 w 107"/>
                  <a:gd name="T23" fmla="*/ 3 h 56"/>
                  <a:gd name="T24" fmla="*/ 0 w 107"/>
                  <a:gd name="T25" fmla="*/ 5 h 56"/>
                  <a:gd name="T26" fmla="*/ 1 w 107"/>
                  <a:gd name="T27" fmla="*/ 8 h 56"/>
                  <a:gd name="T28" fmla="*/ 6 w 107"/>
                  <a:gd name="T29" fmla="*/ 9 h 56"/>
                  <a:gd name="T30" fmla="*/ 8 w 107"/>
                  <a:gd name="T31" fmla="*/ 14 h 56"/>
                  <a:gd name="T32" fmla="*/ 3 w 107"/>
                  <a:gd name="T33" fmla="*/ 19 h 56"/>
                  <a:gd name="T34" fmla="*/ 5 w 107"/>
                  <a:gd name="T35" fmla="*/ 20 h 56"/>
                  <a:gd name="T36" fmla="*/ 8 w 107"/>
                  <a:gd name="T37" fmla="*/ 18 h 56"/>
                  <a:gd name="T38" fmla="*/ 8 w 107"/>
                  <a:gd name="T39" fmla="*/ 20 h 56"/>
                  <a:gd name="T40" fmla="*/ 12 w 107"/>
                  <a:gd name="T41" fmla="*/ 17 h 56"/>
                  <a:gd name="T42" fmla="*/ 11 w 107"/>
                  <a:gd name="T43" fmla="*/ 22 h 56"/>
                  <a:gd name="T44" fmla="*/ 11 w 107"/>
                  <a:gd name="T45" fmla="*/ 25 h 56"/>
                  <a:gd name="T46" fmla="*/ 13 w 107"/>
                  <a:gd name="T47" fmla="*/ 23 h 56"/>
                  <a:gd name="T48" fmla="*/ 14 w 107"/>
                  <a:gd name="T49" fmla="*/ 25 h 56"/>
                  <a:gd name="T50" fmla="*/ 17 w 107"/>
                  <a:gd name="T51" fmla="*/ 22 h 56"/>
                  <a:gd name="T52" fmla="*/ 21 w 107"/>
                  <a:gd name="T53" fmla="*/ 18 h 56"/>
                  <a:gd name="T54" fmla="*/ 20 w 107"/>
                  <a:gd name="T55" fmla="*/ 23 h 56"/>
                  <a:gd name="T56" fmla="*/ 24 w 107"/>
                  <a:gd name="T57" fmla="*/ 26 h 56"/>
                  <a:gd name="T58" fmla="*/ 26 w 107"/>
                  <a:gd name="T59" fmla="*/ 27 h 56"/>
                  <a:gd name="T60" fmla="*/ 28 w 107"/>
                  <a:gd name="T61" fmla="*/ 27 h 56"/>
                  <a:gd name="T62" fmla="*/ 33 w 107"/>
                  <a:gd name="T63" fmla="*/ 29 h 56"/>
                  <a:gd name="T64" fmla="*/ 35 w 107"/>
                  <a:gd name="T65" fmla="*/ 30 h 56"/>
                  <a:gd name="T66" fmla="*/ 36 w 107"/>
                  <a:gd name="T67" fmla="*/ 30 h 56"/>
                  <a:gd name="T68" fmla="*/ 38 w 107"/>
                  <a:gd name="T69" fmla="*/ 28 h 56"/>
                  <a:gd name="T70" fmla="*/ 39 w 107"/>
                  <a:gd name="T71" fmla="*/ 31 h 56"/>
                  <a:gd name="T72" fmla="*/ 41 w 107"/>
                  <a:gd name="T73" fmla="*/ 30 h 56"/>
                  <a:gd name="T74" fmla="*/ 44 w 107"/>
                  <a:gd name="T75" fmla="*/ 33 h 56"/>
                  <a:gd name="T76" fmla="*/ 48 w 107"/>
                  <a:gd name="T77" fmla="*/ 34 h 56"/>
                  <a:gd name="T78" fmla="*/ 50 w 107"/>
                  <a:gd name="T79" fmla="*/ 37 h 56"/>
                  <a:gd name="T80" fmla="*/ 52 w 107"/>
                  <a:gd name="T81" fmla="*/ 36 h 56"/>
                  <a:gd name="T82" fmla="*/ 52 w 107"/>
                  <a:gd name="T83" fmla="*/ 37 h 56"/>
                  <a:gd name="T84" fmla="*/ 55 w 107"/>
                  <a:gd name="T85" fmla="*/ 37 h 56"/>
                  <a:gd name="T86" fmla="*/ 58 w 107"/>
                  <a:gd name="T87" fmla="*/ 38 h 56"/>
                  <a:gd name="T88" fmla="*/ 61 w 107"/>
                  <a:gd name="T89" fmla="*/ 38 h 56"/>
                  <a:gd name="T90" fmla="*/ 67 w 107"/>
                  <a:gd name="T91" fmla="*/ 33 h 56"/>
                  <a:gd name="T92" fmla="*/ 67 w 107"/>
                  <a:gd name="T93" fmla="*/ 38 h 56"/>
                  <a:gd name="T94" fmla="*/ 71 w 107"/>
                  <a:gd name="T95" fmla="*/ 39 h 56"/>
                  <a:gd name="T96" fmla="*/ 73 w 107"/>
                  <a:gd name="T97" fmla="*/ 40 h 56"/>
                  <a:gd name="T98" fmla="*/ 79 w 107"/>
                  <a:gd name="T99" fmla="*/ 44 h 56"/>
                  <a:gd name="T100" fmla="*/ 81 w 107"/>
                  <a:gd name="T101" fmla="*/ 46 h 56"/>
                  <a:gd name="T102" fmla="*/ 90 w 107"/>
                  <a:gd name="T103" fmla="*/ 46 h 56"/>
                  <a:gd name="T104" fmla="*/ 93 w 107"/>
                  <a:gd name="T105" fmla="*/ 4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56">
                    <a:moveTo>
                      <a:pt x="102" y="41"/>
                    </a:moveTo>
                    <a:cubicBezTo>
                      <a:pt x="101" y="41"/>
                      <a:pt x="100" y="41"/>
                      <a:pt x="100" y="40"/>
                    </a:cubicBezTo>
                    <a:cubicBezTo>
                      <a:pt x="96" y="38"/>
                      <a:pt x="96" y="32"/>
                      <a:pt x="92" y="32"/>
                    </a:cubicBezTo>
                    <a:cubicBezTo>
                      <a:pt x="91" y="33"/>
                      <a:pt x="91" y="34"/>
                      <a:pt x="90" y="34"/>
                    </a:cubicBezTo>
                    <a:cubicBezTo>
                      <a:pt x="91" y="33"/>
                      <a:pt x="91" y="33"/>
                      <a:pt x="91" y="33"/>
                    </a:cubicBezTo>
                    <a:cubicBezTo>
                      <a:pt x="90" y="34"/>
                      <a:pt x="90" y="34"/>
                      <a:pt x="90" y="34"/>
                    </a:cubicBezTo>
                    <a:cubicBezTo>
                      <a:pt x="89" y="34"/>
                      <a:pt x="90" y="33"/>
                      <a:pt x="91" y="33"/>
                    </a:cubicBezTo>
                    <a:cubicBezTo>
                      <a:pt x="89" y="32"/>
                      <a:pt x="88" y="32"/>
                      <a:pt x="87" y="31"/>
                    </a:cubicBezTo>
                    <a:cubicBezTo>
                      <a:pt x="86" y="32"/>
                      <a:pt x="86" y="30"/>
                      <a:pt x="85" y="32"/>
                    </a:cubicBezTo>
                    <a:cubicBezTo>
                      <a:pt x="86" y="31"/>
                      <a:pt x="86" y="31"/>
                      <a:pt x="86" y="31"/>
                    </a:cubicBezTo>
                    <a:cubicBezTo>
                      <a:pt x="84" y="32"/>
                      <a:pt x="84" y="32"/>
                      <a:pt x="85" y="29"/>
                    </a:cubicBezTo>
                    <a:cubicBezTo>
                      <a:pt x="82" y="25"/>
                      <a:pt x="78" y="26"/>
                      <a:pt x="75" y="23"/>
                    </a:cubicBezTo>
                    <a:cubicBezTo>
                      <a:pt x="72" y="22"/>
                      <a:pt x="68" y="22"/>
                      <a:pt x="64" y="21"/>
                    </a:cubicBezTo>
                    <a:cubicBezTo>
                      <a:pt x="62" y="24"/>
                      <a:pt x="62" y="23"/>
                      <a:pt x="60" y="25"/>
                    </a:cubicBezTo>
                    <a:cubicBezTo>
                      <a:pt x="61" y="24"/>
                      <a:pt x="61" y="24"/>
                      <a:pt x="61" y="24"/>
                    </a:cubicBezTo>
                    <a:cubicBezTo>
                      <a:pt x="60" y="25"/>
                      <a:pt x="60" y="24"/>
                      <a:pt x="60" y="22"/>
                    </a:cubicBezTo>
                    <a:cubicBezTo>
                      <a:pt x="60" y="23"/>
                      <a:pt x="60" y="22"/>
                      <a:pt x="59" y="24"/>
                    </a:cubicBezTo>
                    <a:cubicBezTo>
                      <a:pt x="58" y="26"/>
                      <a:pt x="60" y="21"/>
                      <a:pt x="59" y="22"/>
                    </a:cubicBezTo>
                    <a:cubicBezTo>
                      <a:pt x="60" y="21"/>
                      <a:pt x="59" y="23"/>
                      <a:pt x="59" y="22"/>
                    </a:cubicBezTo>
                    <a:cubicBezTo>
                      <a:pt x="57" y="24"/>
                      <a:pt x="60" y="22"/>
                      <a:pt x="59" y="19"/>
                    </a:cubicBezTo>
                    <a:cubicBezTo>
                      <a:pt x="57" y="19"/>
                      <a:pt x="55" y="20"/>
                      <a:pt x="54" y="19"/>
                    </a:cubicBezTo>
                    <a:cubicBezTo>
                      <a:pt x="54" y="19"/>
                      <a:pt x="54" y="20"/>
                      <a:pt x="54" y="20"/>
                    </a:cubicBezTo>
                    <a:cubicBezTo>
                      <a:pt x="55" y="17"/>
                      <a:pt x="53" y="21"/>
                      <a:pt x="53" y="19"/>
                    </a:cubicBezTo>
                    <a:cubicBezTo>
                      <a:pt x="53" y="19"/>
                      <a:pt x="53" y="19"/>
                      <a:pt x="54" y="18"/>
                    </a:cubicBezTo>
                    <a:cubicBezTo>
                      <a:pt x="54" y="17"/>
                      <a:pt x="52" y="18"/>
                      <a:pt x="52" y="17"/>
                    </a:cubicBezTo>
                    <a:cubicBezTo>
                      <a:pt x="51" y="18"/>
                      <a:pt x="52" y="15"/>
                      <a:pt x="51" y="16"/>
                    </a:cubicBezTo>
                    <a:cubicBezTo>
                      <a:pt x="51" y="15"/>
                      <a:pt x="51" y="15"/>
                      <a:pt x="51" y="15"/>
                    </a:cubicBezTo>
                    <a:cubicBezTo>
                      <a:pt x="49" y="18"/>
                      <a:pt x="50" y="13"/>
                      <a:pt x="49" y="15"/>
                    </a:cubicBezTo>
                    <a:cubicBezTo>
                      <a:pt x="49" y="14"/>
                      <a:pt x="49" y="14"/>
                      <a:pt x="49" y="14"/>
                    </a:cubicBezTo>
                    <a:cubicBezTo>
                      <a:pt x="47" y="14"/>
                      <a:pt x="46" y="12"/>
                      <a:pt x="44" y="13"/>
                    </a:cubicBezTo>
                    <a:cubicBezTo>
                      <a:pt x="43" y="13"/>
                      <a:pt x="43" y="10"/>
                      <a:pt x="41" y="11"/>
                    </a:cubicBezTo>
                    <a:cubicBezTo>
                      <a:pt x="40" y="12"/>
                      <a:pt x="40" y="12"/>
                      <a:pt x="40" y="12"/>
                    </a:cubicBezTo>
                    <a:cubicBezTo>
                      <a:pt x="40" y="12"/>
                      <a:pt x="41" y="11"/>
                      <a:pt x="41" y="11"/>
                    </a:cubicBezTo>
                    <a:cubicBezTo>
                      <a:pt x="40" y="12"/>
                      <a:pt x="40" y="10"/>
                      <a:pt x="39" y="10"/>
                    </a:cubicBezTo>
                    <a:cubicBezTo>
                      <a:pt x="39" y="10"/>
                      <a:pt x="39" y="10"/>
                      <a:pt x="39" y="11"/>
                    </a:cubicBezTo>
                    <a:cubicBezTo>
                      <a:pt x="39" y="9"/>
                      <a:pt x="37" y="11"/>
                      <a:pt x="37" y="9"/>
                    </a:cubicBezTo>
                    <a:cubicBezTo>
                      <a:pt x="35" y="12"/>
                      <a:pt x="35" y="11"/>
                      <a:pt x="35" y="11"/>
                    </a:cubicBezTo>
                    <a:cubicBezTo>
                      <a:pt x="35" y="11"/>
                      <a:pt x="35" y="10"/>
                      <a:pt x="35" y="10"/>
                    </a:cubicBezTo>
                    <a:cubicBezTo>
                      <a:pt x="35" y="10"/>
                      <a:pt x="34" y="10"/>
                      <a:pt x="34" y="9"/>
                    </a:cubicBezTo>
                    <a:cubicBezTo>
                      <a:pt x="34" y="9"/>
                      <a:pt x="33" y="11"/>
                      <a:pt x="33" y="10"/>
                    </a:cubicBezTo>
                    <a:cubicBezTo>
                      <a:pt x="34" y="8"/>
                      <a:pt x="32" y="10"/>
                      <a:pt x="32" y="9"/>
                    </a:cubicBezTo>
                    <a:cubicBezTo>
                      <a:pt x="31" y="10"/>
                      <a:pt x="30" y="12"/>
                      <a:pt x="30" y="11"/>
                    </a:cubicBezTo>
                    <a:cubicBezTo>
                      <a:pt x="32" y="8"/>
                      <a:pt x="32" y="8"/>
                      <a:pt x="32" y="8"/>
                    </a:cubicBezTo>
                    <a:cubicBezTo>
                      <a:pt x="30" y="9"/>
                      <a:pt x="30" y="6"/>
                      <a:pt x="27" y="8"/>
                    </a:cubicBezTo>
                    <a:cubicBezTo>
                      <a:pt x="28" y="7"/>
                      <a:pt x="28" y="7"/>
                      <a:pt x="28" y="7"/>
                    </a:cubicBezTo>
                    <a:cubicBezTo>
                      <a:pt x="26" y="8"/>
                      <a:pt x="25" y="5"/>
                      <a:pt x="23" y="7"/>
                    </a:cubicBezTo>
                    <a:cubicBezTo>
                      <a:pt x="23" y="6"/>
                      <a:pt x="23" y="6"/>
                      <a:pt x="22" y="5"/>
                    </a:cubicBezTo>
                    <a:cubicBezTo>
                      <a:pt x="21" y="7"/>
                      <a:pt x="21" y="6"/>
                      <a:pt x="20" y="8"/>
                    </a:cubicBezTo>
                    <a:cubicBezTo>
                      <a:pt x="19" y="8"/>
                      <a:pt x="20" y="7"/>
                      <a:pt x="20" y="6"/>
                    </a:cubicBezTo>
                    <a:cubicBezTo>
                      <a:pt x="20" y="6"/>
                      <a:pt x="21" y="3"/>
                      <a:pt x="19" y="5"/>
                    </a:cubicBezTo>
                    <a:cubicBezTo>
                      <a:pt x="20" y="4"/>
                      <a:pt x="20" y="4"/>
                      <a:pt x="20" y="4"/>
                    </a:cubicBezTo>
                    <a:cubicBezTo>
                      <a:pt x="18" y="5"/>
                      <a:pt x="17" y="6"/>
                      <a:pt x="17" y="5"/>
                    </a:cubicBezTo>
                    <a:cubicBezTo>
                      <a:pt x="16" y="6"/>
                      <a:pt x="16" y="6"/>
                      <a:pt x="15" y="7"/>
                    </a:cubicBezTo>
                    <a:cubicBezTo>
                      <a:pt x="15" y="7"/>
                      <a:pt x="16" y="5"/>
                      <a:pt x="15" y="6"/>
                    </a:cubicBezTo>
                    <a:cubicBezTo>
                      <a:pt x="16" y="5"/>
                      <a:pt x="16" y="5"/>
                      <a:pt x="16" y="5"/>
                    </a:cubicBezTo>
                    <a:cubicBezTo>
                      <a:pt x="16" y="4"/>
                      <a:pt x="14" y="4"/>
                      <a:pt x="13" y="4"/>
                    </a:cubicBezTo>
                    <a:cubicBezTo>
                      <a:pt x="14" y="2"/>
                      <a:pt x="11" y="4"/>
                      <a:pt x="12" y="2"/>
                    </a:cubicBezTo>
                    <a:cubicBezTo>
                      <a:pt x="11" y="3"/>
                      <a:pt x="11" y="1"/>
                      <a:pt x="9" y="4"/>
                    </a:cubicBezTo>
                    <a:cubicBezTo>
                      <a:pt x="10" y="3"/>
                      <a:pt x="10" y="3"/>
                      <a:pt x="10" y="3"/>
                    </a:cubicBezTo>
                    <a:cubicBezTo>
                      <a:pt x="9" y="2"/>
                      <a:pt x="9" y="2"/>
                      <a:pt x="9" y="1"/>
                    </a:cubicBezTo>
                    <a:cubicBezTo>
                      <a:pt x="8" y="0"/>
                      <a:pt x="7" y="2"/>
                      <a:pt x="7" y="3"/>
                    </a:cubicBezTo>
                    <a:cubicBezTo>
                      <a:pt x="7" y="1"/>
                      <a:pt x="7" y="1"/>
                      <a:pt x="7" y="1"/>
                    </a:cubicBezTo>
                    <a:cubicBezTo>
                      <a:pt x="7" y="2"/>
                      <a:pt x="5" y="4"/>
                      <a:pt x="4" y="5"/>
                    </a:cubicBezTo>
                    <a:cubicBezTo>
                      <a:pt x="5" y="4"/>
                      <a:pt x="4" y="5"/>
                      <a:pt x="4" y="4"/>
                    </a:cubicBezTo>
                    <a:cubicBezTo>
                      <a:pt x="5" y="3"/>
                      <a:pt x="6" y="2"/>
                      <a:pt x="7" y="1"/>
                    </a:cubicBezTo>
                    <a:cubicBezTo>
                      <a:pt x="7" y="0"/>
                      <a:pt x="5" y="3"/>
                      <a:pt x="6" y="1"/>
                    </a:cubicBezTo>
                    <a:cubicBezTo>
                      <a:pt x="6" y="0"/>
                      <a:pt x="5" y="0"/>
                      <a:pt x="4" y="2"/>
                    </a:cubicBezTo>
                    <a:cubicBezTo>
                      <a:pt x="5" y="1"/>
                      <a:pt x="5" y="1"/>
                      <a:pt x="5" y="0"/>
                    </a:cubicBezTo>
                    <a:cubicBezTo>
                      <a:pt x="5" y="0"/>
                      <a:pt x="5" y="0"/>
                      <a:pt x="4" y="1"/>
                    </a:cubicBezTo>
                    <a:cubicBezTo>
                      <a:pt x="4" y="1"/>
                      <a:pt x="4" y="1"/>
                      <a:pt x="4" y="1"/>
                    </a:cubicBezTo>
                    <a:cubicBezTo>
                      <a:pt x="3" y="2"/>
                      <a:pt x="3" y="2"/>
                      <a:pt x="2" y="4"/>
                    </a:cubicBezTo>
                    <a:cubicBezTo>
                      <a:pt x="2" y="3"/>
                      <a:pt x="3" y="3"/>
                      <a:pt x="3" y="3"/>
                    </a:cubicBezTo>
                    <a:cubicBezTo>
                      <a:pt x="2" y="4"/>
                      <a:pt x="1" y="5"/>
                      <a:pt x="2" y="3"/>
                    </a:cubicBezTo>
                    <a:cubicBezTo>
                      <a:pt x="2" y="2"/>
                      <a:pt x="3" y="2"/>
                      <a:pt x="4" y="1"/>
                    </a:cubicBezTo>
                    <a:cubicBezTo>
                      <a:pt x="1" y="3"/>
                      <a:pt x="1" y="3"/>
                      <a:pt x="1" y="3"/>
                    </a:cubicBezTo>
                    <a:cubicBezTo>
                      <a:pt x="2" y="2"/>
                      <a:pt x="1" y="3"/>
                      <a:pt x="0" y="5"/>
                    </a:cubicBezTo>
                    <a:cubicBezTo>
                      <a:pt x="1" y="4"/>
                      <a:pt x="1" y="4"/>
                      <a:pt x="1" y="4"/>
                    </a:cubicBezTo>
                    <a:cubicBezTo>
                      <a:pt x="0" y="5"/>
                      <a:pt x="0" y="5"/>
                      <a:pt x="0" y="5"/>
                    </a:cubicBezTo>
                    <a:cubicBezTo>
                      <a:pt x="1" y="5"/>
                      <a:pt x="0" y="6"/>
                      <a:pt x="2" y="6"/>
                    </a:cubicBezTo>
                    <a:cubicBezTo>
                      <a:pt x="2" y="4"/>
                      <a:pt x="2" y="4"/>
                      <a:pt x="2" y="4"/>
                    </a:cubicBezTo>
                    <a:cubicBezTo>
                      <a:pt x="3" y="4"/>
                      <a:pt x="4" y="3"/>
                      <a:pt x="3" y="4"/>
                    </a:cubicBezTo>
                    <a:cubicBezTo>
                      <a:pt x="2" y="6"/>
                      <a:pt x="2" y="6"/>
                      <a:pt x="2" y="6"/>
                    </a:cubicBezTo>
                    <a:cubicBezTo>
                      <a:pt x="2" y="6"/>
                      <a:pt x="3" y="6"/>
                      <a:pt x="3" y="6"/>
                    </a:cubicBezTo>
                    <a:cubicBezTo>
                      <a:pt x="1" y="8"/>
                      <a:pt x="1" y="8"/>
                      <a:pt x="1" y="8"/>
                    </a:cubicBezTo>
                    <a:cubicBezTo>
                      <a:pt x="3" y="5"/>
                      <a:pt x="3" y="7"/>
                      <a:pt x="3" y="7"/>
                    </a:cubicBezTo>
                    <a:cubicBezTo>
                      <a:pt x="3" y="7"/>
                      <a:pt x="3" y="7"/>
                      <a:pt x="3" y="7"/>
                    </a:cubicBezTo>
                    <a:cubicBezTo>
                      <a:pt x="2" y="9"/>
                      <a:pt x="3" y="6"/>
                      <a:pt x="4" y="6"/>
                    </a:cubicBezTo>
                    <a:cubicBezTo>
                      <a:pt x="4" y="7"/>
                      <a:pt x="2" y="9"/>
                      <a:pt x="2" y="10"/>
                    </a:cubicBezTo>
                    <a:cubicBezTo>
                      <a:pt x="2" y="10"/>
                      <a:pt x="4" y="9"/>
                      <a:pt x="3" y="11"/>
                    </a:cubicBezTo>
                    <a:cubicBezTo>
                      <a:pt x="4" y="10"/>
                      <a:pt x="5" y="10"/>
                      <a:pt x="6" y="9"/>
                    </a:cubicBezTo>
                    <a:cubicBezTo>
                      <a:pt x="6" y="9"/>
                      <a:pt x="4" y="11"/>
                      <a:pt x="5" y="11"/>
                    </a:cubicBezTo>
                    <a:cubicBezTo>
                      <a:pt x="5" y="11"/>
                      <a:pt x="4" y="12"/>
                      <a:pt x="4" y="13"/>
                    </a:cubicBezTo>
                    <a:cubicBezTo>
                      <a:pt x="5" y="12"/>
                      <a:pt x="4" y="13"/>
                      <a:pt x="5" y="11"/>
                    </a:cubicBezTo>
                    <a:cubicBezTo>
                      <a:pt x="6" y="12"/>
                      <a:pt x="6" y="13"/>
                      <a:pt x="7" y="12"/>
                    </a:cubicBezTo>
                    <a:cubicBezTo>
                      <a:pt x="7" y="12"/>
                      <a:pt x="6" y="14"/>
                      <a:pt x="5" y="15"/>
                    </a:cubicBezTo>
                    <a:cubicBezTo>
                      <a:pt x="6" y="13"/>
                      <a:pt x="7" y="13"/>
                      <a:pt x="8" y="14"/>
                    </a:cubicBezTo>
                    <a:cubicBezTo>
                      <a:pt x="9" y="12"/>
                      <a:pt x="8" y="12"/>
                      <a:pt x="9" y="11"/>
                    </a:cubicBezTo>
                    <a:cubicBezTo>
                      <a:pt x="10" y="10"/>
                      <a:pt x="10" y="10"/>
                      <a:pt x="10" y="10"/>
                    </a:cubicBezTo>
                    <a:cubicBezTo>
                      <a:pt x="9" y="11"/>
                      <a:pt x="8" y="14"/>
                      <a:pt x="8" y="14"/>
                    </a:cubicBezTo>
                    <a:cubicBezTo>
                      <a:pt x="6" y="16"/>
                      <a:pt x="8" y="13"/>
                      <a:pt x="6" y="16"/>
                    </a:cubicBezTo>
                    <a:cubicBezTo>
                      <a:pt x="5" y="18"/>
                      <a:pt x="4" y="17"/>
                      <a:pt x="5" y="16"/>
                    </a:cubicBezTo>
                    <a:cubicBezTo>
                      <a:pt x="3" y="18"/>
                      <a:pt x="5" y="17"/>
                      <a:pt x="3" y="19"/>
                    </a:cubicBezTo>
                    <a:cubicBezTo>
                      <a:pt x="4" y="19"/>
                      <a:pt x="5" y="18"/>
                      <a:pt x="5" y="18"/>
                    </a:cubicBezTo>
                    <a:cubicBezTo>
                      <a:pt x="6" y="17"/>
                      <a:pt x="6" y="16"/>
                      <a:pt x="7" y="16"/>
                    </a:cubicBezTo>
                    <a:cubicBezTo>
                      <a:pt x="8" y="14"/>
                      <a:pt x="6" y="17"/>
                      <a:pt x="6" y="18"/>
                    </a:cubicBezTo>
                    <a:cubicBezTo>
                      <a:pt x="6" y="18"/>
                      <a:pt x="6" y="18"/>
                      <a:pt x="6" y="18"/>
                    </a:cubicBezTo>
                    <a:cubicBezTo>
                      <a:pt x="6" y="19"/>
                      <a:pt x="7" y="18"/>
                      <a:pt x="7" y="18"/>
                    </a:cubicBezTo>
                    <a:cubicBezTo>
                      <a:pt x="5" y="21"/>
                      <a:pt x="6" y="18"/>
                      <a:pt x="5" y="20"/>
                    </a:cubicBezTo>
                    <a:cubicBezTo>
                      <a:pt x="4" y="22"/>
                      <a:pt x="4" y="22"/>
                      <a:pt x="4" y="22"/>
                    </a:cubicBezTo>
                    <a:cubicBezTo>
                      <a:pt x="4" y="22"/>
                      <a:pt x="6" y="19"/>
                      <a:pt x="6" y="20"/>
                    </a:cubicBezTo>
                    <a:cubicBezTo>
                      <a:pt x="5" y="21"/>
                      <a:pt x="5" y="21"/>
                      <a:pt x="5" y="21"/>
                    </a:cubicBezTo>
                    <a:cubicBezTo>
                      <a:pt x="6" y="21"/>
                      <a:pt x="6" y="21"/>
                      <a:pt x="6" y="21"/>
                    </a:cubicBezTo>
                    <a:cubicBezTo>
                      <a:pt x="6" y="20"/>
                      <a:pt x="7" y="18"/>
                      <a:pt x="7" y="18"/>
                    </a:cubicBezTo>
                    <a:cubicBezTo>
                      <a:pt x="9" y="16"/>
                      <a:pt x="7" y="18"/>
                      <a:pt x="8" y="18"/>
                    </a:cubicBezTo>
                    <a:cubicBezTo>
                      <a:pt x="9" y="16"/>
                      <a:pt x="8" y="18"/>
                      <a:pt x="9" y="16"/>
                    </a:cubicBezTo>
                    <a:cubicBezTo>
                      <a:pt x="9" y="15"/>
                      <a:pt x="10" y="15"/>
                      <a:pt x="10" y="15"/>
                    </a:cubicBezTo>
                    <a:cubicBezTo>
                      <a:pt x="10" y="15"/>
                      <a:pt x="9" y="17"/>
                      <a:pt x="9" y="18"/>
                    </a:cubicBezTo>
                    <a:cubicBezTo>
                      <a:pt x="9" y="18"/>
                      <a:pt x="8" y="18"/>
                      <a:pt x="9" y="17"/>
                    </a:cubicBezTo>
                    <a:cubicBezTo>
                      <a:pt x="7" y="19"/>
                      <a:pt x="7" y="21"/>
                      <a:pt x="6" y="21"/>
                    </a:cubicBezTo>
                    <a:cubicBezTo>
                      <a:pt x="6" y="23"/>
                      <a:pt x="7" y="20"/>
                      <a:pt x="8" y="20"/>
                    </a:cubicBezTo>
                    <a:cubicBezTo>
                      <a:pt x="7" y="21"/>
                      <a:pt x="8" y="19"/>
                      <a:pt x="9" y="18"/>
                    </a:cubicBezTo>
                    <a:cubicBezTo>
                      <a:pt x="12" y="14"/>
                      <a:pt x="7" y="21"/>
                      <a:pt x="8" y="21"/>
                    </a:cubicBezTo>
                    <a:cubicBezTo>
                      <a:pt x="10" y="18"/>
                      <a:pt x="11" y="18"/>
                      <a:pt x="12" y="15"/>
                    </a:cubicBezTo>
                    <a:cubicBezTo>
                      <a:pt x="13" y="14"/>
                      <a:pt x="13" y="14"/>
                      <a:pt x="13" y="14"/>
                    </a:cubicBezTo>
                    <a:cubicBezTo>
                      <a:pt x="12" y="16"/>
                      <a:pt x="13" y="16"/>
                      <a:pt x="11" y="17"/>
                    </a:cubicBezTo>
                    <a:cubicBezTo>
                      <a:pt x="12" y="17"/>
                      <a:pt x="12" y="17"/>
                      <a:pt x="12" y="17"/>
                    </a:cubicBezTo>
                    <a:cubicBezTo>
                      <a:pt x="10" y="19"/>
                      <a:pt x="10" y="19"/>
                      <a:pt x="10" y="19"/>
                    </a:cubicBezTo>
                    <a:cubicBezTo>
                      <a:pt x="10" y="21"/>
                      <a:pt x="9" y="22"/>
                      <a:pt x="9" y="23"/>
                    </a:cubicBezTo>
                    <a:cubicBezTo>
                      <a:pt x="10" y="22"/>
                      <a:pt x="10" y="21"/>
                      <a:pt x="10" y="21"/>
                    </a:cubicBezTo>
                    <a:cubicBezTo>
                      <a:pt x="10" y="22"/>
                      <a:pt x="9" y="23"/>
                      <a:pt x="10" y="23"/>
                    </a:cubicBezTo>
                    <a:cubicBezTo>
                      <a:pt x="10" y="22"/>
                      <a:pt x="11" y="20"/>
                      <a:pt x="11" y="20"/>
                    </a:cubicBezTo>
                    <a:cubicBezTo>
                      <a:pt x="12" y="20"/>
                      <a:pt x="11" y="22"/>
                      <a:pt x="11" y="22"/>
                    </a:cubicBezTo>
                    <a:cubicBezTo>
                      <a:pt x="10" y="24"/>
                      <a:pt x="10" y="24"/>
                      <a:pt x="10" y="24"/>
                    </a:cubicBezTo>
                    <a:cubicBezTo>
                      <a:pt x="11" y="23"/>
                      <a:pt x="9" y="24"/>
                      <a:pt x="10" y="24"/>
                    </a:cubicBezTo>
                    <a:cubicBezTo>
                      <a:pt x="12" y="20"/>
                      <a:pt x="12" y="20"/>
                      <a:pt x="12" y="20"/>
                    </a:cubicBezTo>
                    <a:cubicBezTo>
                      <a:pt x="13" y="20"/>
                      <a:pt x="12" y="21"/>
                      <a:pt x="12" y="21"/>
                    </a:cubicBezTo>
                    <a:cubicBezTo>
                      <a:pt x="11" y="22"/>
                      <a:pt x="11" y="22"/>
                      <a:pt x="11" y="22"/>
                    </a:cubicBezTo>
                    <a:cubicBezTo>
                      <a:pt x="12" y="22"/>
                      <a:pt x="10" y="25"/>
                      <a:pt x="11" y="25"/>
                    </a:cubicBezTo>
                    <a:cubicBezTo>
                      <a:pt x="12" y="23"/>
                      <a:pt x="12" y="23"/>
                      <a:pt x="12" y="23"/>
                    </a:cubicBezTo>
                    <a:cubicBezTo>
                      <a:pt x="11" y="25"/>
                      <a:pt x="11" y="25"/>
                      <a:pt x="11" y="25"/>
                    </a:cubicBezTo>
                    <a:cubicBezTo>
                      <a:pt x="11" y="24"/>
                      <a:pt x="12" y="24"/>
                      <a:pt x="12" y="24"/>
                    </a:cubicBezTo>
                    <a:cubicBezTo>
                      <a:pt x="11" y="25"/>
                      <a:pt x="11" y="25"/>
                      <a:pt x="11" y="25"/>
                    </a:cubicBezTo>
                    <a:cubicBezTo>
                      <a:pt x="12" y="24"/>
                      <a:pt x="13" y="22"/>
                      <a:pt x="12" y="24"/>
                    </a:cubicBezTo>
                    <a:cubicBezTo>
                      <a:pt x="14" y="22"/>
                      <a:pt x="12" y="24"/>
                      <a:pt x="13" y="23"/>
                    </a:cubicBezTo>
                    <a:cubicBezTo>
                      <a:pt x="13" y="21"/>
                      <a:pt x="14" y="21"/>
                      <a:pt x="14" y="21"/>
                    </a:cubicBezTo>
                    <a:cubicBezTo>
                      <a:pt x="13" y="24"/>
                      <a:pt x="14" y="22"/>
                      <a:pt x="14" y="22"/>
                    </a:cubicBezTo>
                    <a:cubicBezTo>
                      <a:pt x="14" y="23"/>
                      <a:pt x="14" y="23"/>
                      <a:pt x="14" y="24"/>
                    </a:cubicBezTo>
                    <a:cubicBezTo>
                      <a:pt x="15" y="22"/>
                      <a:pt x="15" y="22"/>
                      <a:pt x="15" y="22"/>
                    </a:cubicBezTo>
                    <a:cubicBezTo>
                      <a:pt x="13" y="25"/>
                      <a:pt x="15" y="22"/>
                      <a:pt x="15" y="23"/>
                    </a:cubicBezTo>
                    <a:cubicBezTo>
                      <a:pt x="14" y="24"/>
                      <a:pt x="14" y="25"/>
                      <a:pt x="14" y="25"/>
                    </a:cubicBezTo>
                    <a:cubicBezTo>
                      <a:pt x="15" y="23"/>
                      <a:pt x="16" y="23"/>
                      <a:pt x="16" y="21"/>
                    </a:cubicBezTo>
                    <a:cubicBezTo>
                      <a:pt x="16" y="22"/>
                      <a:pt x="15" y="24"/>
                      <a:pt x="14" y="26"/>
                    </a:cubicBezTo>
                    <a:cubicBezTo>
                      <a:pt x="15" y="24"/>
                      <a:pt x="14" y="27"/>
                      <a:pt x="15" y="25"/>
                    </a:cubicBezTo>
                    <a:cubicBezTo>
                      <a:pt x="15" y="24"/>
                      <a:pt x="16" y="23"/>
                      <a:pt x="17" y="22"/>
                    </a:cubicBezTo>
                    <a:cubicBezTo>
                      <a:pt x="17" y="23"/>
                      <a:pt x="16" y="23"/>
                      <a:pt x="16" y="24"/>
                    </a:cubicBezTo>
                    <a:cubicBezTo>
                      <a:pt x="16" y="24"/>
                      <a:pt x="17" y="23"/>
                      <a:pt x="17" y="22"/>
                    </a:cubicBezTo>
                    <a:cubicBezTo>
                      <a:pt x="17" y="22"/>
                      <a:pt x="19" y="20"/>
                      <a:pt x="18" y="22"/>
                    </a:cubicBezTo>
                    <a:cubicBezTo>
                      <a:pt x="18" y="23"/>
                      <a:pt x="17" y="22"/>
                      <a:pt x="17" y="23"/>
                    </a:cubicBezTo>
                    <a:cubicBezTo>
                      <a:pt x="17" y="24"/>
                      <a:pt x="19" y="20"/>
                      <a:pt x="20" y="20"/>
                    </a:cubicBezTo>
                    <a:cubicBezTo>
                      <a:pt x="20" y="19"/>
                      <a:pt x="22" y="16"/>
                      <a:pt x="22" y="15"/>
                    </a:cubicBezTo>
                    <a:cubicBezTo>
                      <a:pt x="23" y="16"/>
                      <a:pt x="22" y="16"/>
                      <a:pt x="21" y="18"/>
                    </a:cubicBezTo>
                    <a:cubicBezTo>
                      <a:pt x="21" y="18"/>
                      <a:pt x="21" y="18"/>
                      <a:pt x="21" y="18"/>
                    </a:cubicBezTo>
                    <a:cubicBezTo>
                      <a:pt x="20" y="21"/>
                      <a:pt x="18" y="22"/>
                      <a:pt x="18" y="24"/>
                    </a:cubicBezTo>
                    <a:cubicBezTo>
                      <a:pt x="18" y="23"/>
                      <a:pt x="18" y="23"/>
                      <a:pt x="18" y="23"/>
                    </a:cubicBezTo>
                    <a:cubicBezTo>
                      <a:pt x="17" y="26"/>
                      <a:pt x="17" y="26"/>
                      <a:pt x="17" y="26"/>
                    </a:cubicBezTo>
                    <a:cubicBezTo>
                      <a:pt x="18" y="24"/>
                      <a:pt x="18" y="26"/>
                      <a:pt x="18" y="26"/>
                    </a:cubicBezTo>
                    <a:cubicBezTo>
                      <a:pt x="19" y="24"/>
                      <a:pt x="17" y="26"/>
                      <a:pt x="18" y="25"/>
                    </a:cubicBezTo>
                    <a:cubicBezTo>
                      <a:pt x="19" y="25"/>
                      <a:pt x="20" y="22"/>
                      <a:pt x="20" y="23"/>
                    </a:cubicBezTo>
                    <a:cubicBezTo>
                      <a:pt x="18" y="26"/>
                      <a:pt x="18" y="26"/>
                      <a:pt x="18" y="26"/>
                    </a:cubicBezTo>
                    <a:cubicBezTo>
                      <a:pt x="18" y="27"/>
                      <a:pt x="19" y="24"/>
                      <a:pt x="19" y="25"/>
                    </a:cubicBezTo>
                    <a:cubicBezTo>
                      <a:pt x="19" y="26"/>
                      <a:pt x="19" y="26"/>
                      <a:pt x="19" y="26"/>
                    </a:cubicBezTo>
                    <a:cubicBezTo>
                      <a:pt x="19" y="27"/>
                      <a:pt x="21" y="28"/>
                      <a:pt x="23" y="24"/>
                    </a:cubicBezTo>
                    <a:cubicBezTo>
                      <a:pt x="23" y="26"/>
                      <a:pt x="23" y="26"/>
                      <a:pt x="23" y="27"/>
                    </a:cubicBezTo>
                    <a:cubicBezTo>
                      <a:pt x="23" y="27"/>
                      <a:pt x="24" y="26"/>
                      <a:pt x="24" y="26"/>
                    </a:cubicBezTo>
                    <a:cubicBezTo>
                      <a:pt x="23" y="28"/>
                      <a:pt x="23" y="28"/>
                      <a:pt x="23" y="28"/>
                    </a:cubicBezTo>
                    <a:cubicBezTo>
                      <a:pt x="23" y="29"/>
                      <a:pt x="24" y="27"/>
                      <a:pt x="25" y="26"/>
                    </a:cubicBezTo>
                    <a:cubicBezTo>
                      <a:pt x="25" y="28"/>
                      <a:pt x="25" y="28"/>
                      <a:pt x="25" y="28"/>
                    </a:cubicBezTo>
                    <a:cubicBezTo>
                      <a:pt x="24" y="29"/>
                      <a:pt x="25" y="27"/>
                      <a:pt x="26" y="26"/>
                    </a:cubicBezTo>
                    <a:cubicBezTo>
                      <a:pt x="25" y="28"/>
                      <a:pt x="25" y="28"/>
                      <a:pt x="25" y="28"/>
                    </a:cubicBezTo>
                    <a:cubicBezTo>
                      <a:pt x="26" y="27"/>
                      <a:pt x="26" y="27"/>
                      <a:pt x="26" y="27"/>
                    </a:cubicBezTo>
                    <a:cubicBezTo>
                      <a:pt x="26" y="26"/>
                      <a:pt x="27" y="26"/>
                      <a:pt x="26" y="28"/>
                    </a:cubicBezTo>
                    <a:cubicBezTo>
                      <a:pt x="26" y="27"/>
                      <a:pt x="26" y="27"/>
                      <a:pt x="26" y="27"/>
                    </a:cubicBezTo>
                    <a:cubicBezTo>
                      <a:pt x="26" y="28"/>
                      <a:pt x="27" y="29"/>
                      <a:pt x="27" y="28"/>
                    </a:cubicBezTo>
                    <a:cubicBezTo>
                      <a:pt x="28" y="28"/>
                      <a:pt x="28" y="27"/>
                      <a:pt x="28" y="26"/>
                    </a:cubicBezTo>
                    <a:cubicBezTo>
                      <a:pt x="29" y="24"/>
                      <a:pt x="28" y="26"/>
                      <a:pt x="29" y="25"/>
                    </a:cubicBezTo>
                    <a:cubicBezTo>
                      <a:pt x="28" y="27"/>
                      <a:pt x="28" y="27"/>
                      <a:pt x="28" y="27"/>
                    </a:cubicBezTo>
                    <a:cubicBezTo>
                      <a:pt x="27" y="30"/>
                      <a:pt x="29" y="28"/>
                      <a:pt x="30" y="29"/>
                    </a:cubicBezTo>
                    <a:cubicBezTo>
                      <a:pt x="31" y="28"/>
                      <a:pt x="31" y="28"/>
                      <a:pt x="31" y="28"/>
                    </a:cubicBezTo>
                    <a:cubicBezTo>
                      <a:pt x="30" y="30"/>
                      <a:pt x="32" y="28"/>
                      <a:pt x="32" y="30"/>
                    </a:cubicBezTo>
                    <a:cubicBezTo>
                      <a:pt x="32" y="29"/>
                      <a:pt x="33" y="26"/>
                      <a:pt x="34" y="26"/>
                    </a:cubicBezTo>
                    <a:cubicBezTo>
                      <a:pt x="35" y="25"/>
                      <a:pt x="33" y="29"/>
                      <a:pt x="32" y="30"/>
                    </a:cubicBezTo>
                    <a:cubicBezTo>
                      <a:pt x="33" y="29"/>
                      <a:pt x="33" y="29"/>
                      <a:pt x="33" y="29"/>
                    </a:cubicBezTo>
                    <a:cubicBezTo>
                      <a:pt x="33" y="30"/>
                      <a:pt x="33" y="30"/>
                      <a:pt x="33" y="30"/>
                    </a:cubicBezTo>
                    <a:cubicBezTo>
                      <a:pt x="34" y="29"/>
                      <a:pt x="34" y="28"/>
                      <a:pt x="34" y="29"/>
                    </a:cubicBezTo>
                    <a:cubicBezTo>
                      <a:pt x="34" y="29"/>
                      <a:pt x="34" y="29"/>
                      <a:pt x="34" y="29"/>
                    </a:cubicBezTo>
                    <a:cubicBezTo>
                      <a:pt x="34" y="30"/>
                      <a:pt x="34" y="31"/>
                      <a:pt x="34" y="31"/>
                    </a:cubicBezTo>
                    <a:cubicBezTo>
                      <a:pt x="35" y="29"/>
                      <a:pt x="35" y="30"/>
                      <a:pt x="36" y="29"/>
                    </a:cubicBezTo>
                    <a:cubicBezTo>
                      <a:pt x="35" y="30"/>
                      <a:pt x="35" y="30"/>
                      <a:pt x="35" y="30"/>
                    </a:cubicBezTo>
                    <a:cubicBezTo>
                      <a:pt x="36" y="28"/>
                      <a:pt x="36" y="28"/>
                      <a:pt x="36" y="28"/>
                    </a:cubicBezTo>
                    <a:cubicBezTo>
                      <a:pt x="36" y="29"/>
                      <a:pt x="36" y="29"/>
                      <a:pt x="36" y="29"/>
                    </a:cubicBezTo>
                    <a:cubicBezTo>
                      <a:pt x="35" y="31"/>
                      <a:pt x="35" y="31"/>
                      <a:pt x="35" y="31"/>
                    </a:cubicBezTo>
                    <a:cubicBezTo>
                      <a:pt x="35" y="32"/>
                      <a:pt x="36" y="29"/>
                      <a:pt x="36" y="29"/>
                    </a:cubicBezTo>
                    <a:cubicBezTo>
                      <a:pt x="37" y="28"/>
                      <a:pt x="37" y="29"/>
                      <a:pt x="36" y="30"/>
                    </a:cubicBezTo>
                    <a:cubicBezTo>
                      <a:pt x="36" y="30"/>
                      <a:pt x="36" y="29"/>
                      <a:pt x="36" y="30"/>
                    </a:cubicBezTo>
                    <a:cubicBezTo>
                      <a:pt x="35" y="31"/>
                      <a:pt x="36" y="30"/>
                      <a:pt x="36" y="31"/>
                    </a:cubicBezTo>
                    <a:cubicBezTo>
                      <a:pt x="36" y="31"/>
                      <a:pt x="37" y="29"/>
                      <a:pt x="37" y="30"/>
                    </a:cubicBezTo>
                    <a:cubicBezTo>
                      <a:pt x="37" y="30"/>
                      <a:pt x="37" y="30"/>
                      <a:pt x="37" y="31"/>
                    </a:cubicBezTo>
                    <a:cubicBezTo>
                      <a:pt x="37" y="30"/>
                      <a:pt x="37" y="31"/>
                      <a:pt x="38" y="30"/>
                    </a:cubicBezTo>
                    <a:cubicBezTo>
                      <a:pt x="38" y="30"/>
                      <a:pt x="38" y="29"/>
                      <a:pt x="38" y="28"/>
                    </a:cubicBezTo>
                    <a:cubicBezTo>
                      <a:pt x="38" y="28"/>
                      <a:pt x="39" y="28"/>
                      <a:pt x="38" y="28"/>
                    </a:cubicBezTo>
                    <a:cubicBezTo>
                      <a:pt x="38" y="29"/>
                      <a:pt x="38" y="29"/>
                      <a:pt x="38" y="29"/>
                    </a:cubicBezTo>
                    <a:cubicBezTo>
                      <a:pt x="38" y="28"/>
                      <a:pt x="38" y="29"/>
                      <a:pt x="39" y="28"/>
                    </a:cubicBezTo>
                    <a:cubicBezTo>
                      <a:pt x="38" y="30"/>
                      <a:pt x="38" y="30"/>
                      <a:pt x="38" y="30"/>
                    </a:cubicBezTo>
                    <a:cubicBezTo>
                      <a:pt x="39" y="29"/>
                      <a:pt x="39" y="29"/>
                      <a:pt x="39" y="29"/>
                    </a:cubicBezTo>
                    <a:cubicBezTo>
                      <a:pt x="39" y="30"/>
                      <a:pt x="38" y="32"/>
                      <a:pt x="38" y="32"/>
                    </a:cubicBezTo>
                    <a:cubicBezTo>
                      <a:pt x="39" y="31"/>
                      <a:pt x="39" y="31"/>
                      <a:pt x="39" y="31"/>
                    </a:cubicBezTo>
                    <a:cubicBezTo>
                      <a:pt x="39" y="31"/>
                      <a:pt x="39" y="31"/>
                      <a:pt x="39" y="32"/>
                    </a:cubicBezTo>
                    <a:cubicBezTo>
                      <a:pt x="39" y="33"/>
                      <a:pt x="41" y="28"/>
                      <a:pt x="41" y="30"/>
                    </a:cubicBezTo>
                    <a:cubicBezTo>
                      <a:pt x="40" y="31"/>
                      <a:pt x="40" y="32"/>
                      <a:pt x="40" y="32"/>
                    </a:cubicBezTo>
                    <a:cubicBezTo>
                      <a:pt x="40" y="32"/>
                      <a:pt x="41" y="31"/>
                      <a:pt x="41" y="31"/>
                    </a:cubicBezTo>
                    <a:cubicBezTo>
                      <a:pt x="41" y="31"/>
                      <a:pt x="40" y="33"/>
                      <a:pt x="40" y="31"/>
                    </a:cubicBezTo>
                    <a:cubicBezTo>
                      <a:pt x="41" y="30"/>
                      <a:pt x="41" y="31"/>
                      <a:pt x="41" y="30"/>
                    </a:cubicBezTo>
                    <a:cubicBezTo>
                      <a:pt x="40" y="35"/>
                      <a:pt x="42" y="32"/>
                      <a:pt x="42" y="34"/>
                    </a:cubicBezTo>
                    <a:cubicBezTo>
                      <a:pt x="43" y="32"/>
                      <a:pt x="43" y="34"/>
                      <a:pt x="43" y="33"/>
                    </a:cubicBezTo>
                    <a:cubicBezTo>
                      <a:pt x="42" y="35"/>
                      <a:pt x="44" y="33"/>
                      <a:pt x="43" y="34"/>
                    </a:cubicBezTo>
                    <a:cubicBezTo>
                      <a:pt x="44" y="32"/>
                      <a:pt x="44" y="32"/>
                      <a:pt x="44" y="32"/>
                    </a:cubicBezTo>
                    <a:cubicBezTo>
                      <a:pt x="44" y="33"/>
                      <a:pt x="46" y="29"/>
                      <a:pt x="45" y="31"/>
                    </a:cubicBezTo>
                    <a:cubicBezTo>
                      <a:pt x="45" y="32"/>
                      <a:pt x="45" y="33"/>
                      <a:pt x="44" y="33"/>
                    </a:cubicBezTo>
                    <a:cubicBezTo>
                      <a:pt x="44" y="36"/>
                      <a:pt x="46" y="32"/>
                      <a:pt x="45" y="35"/>
                    </a:cubicBezTo>
                    <a:cubicBezTo>
                      <a:pt x="46" y="34"/>
                      <a:pt x="46" y="32"/>
                      <a:pt x="47" y="31"/>
                    </a:cubicBezTo>
                    <a:cubicBezTo>
                      <a:pt x="47" y="33"/>
                      <a:pt x="47" y="34"/>
                      <a:pt x="46" y="34"/>
                    </a:cubicBezTo>
                    <a:cubicBezTo>
                      <a:pt x="47" y="34"/>
                      <a:pt x="47" y="33"/>
                      <a:pt x="47" y="34"/>
                    </a:cubicBezTo>
                    <a:cubicBezTo>
                      <a:pt x="47" y="35"/>
                      <a:pt x="47" y="35"/>
                      <a:pt x="46" y="35"/>
                    </a:cubicBezTo>
                    <a:cubicBezTo>
                      <a:pt x="46" y="36"/>
                      <a:pt x="47" y="35"/>
                      <a:pt x="48" y="34"/>
                    </a:cubicBezTo>
                    <a:cubicBezTo>
                      <a:pt x="47" y="36"/>
                      <a:pt x="48" y="35"/>
                      <a:pt x="48" y="37"/>
                    </a:cubicBezTo>
                    <a:cubicBezTo>
                      <a:pt x="49" y="35"/>
                      <a:pt x="48" y="38"/>
                      <a:pt x="49" y="35"/>
                    </a:cubicBezTo>
                    <a:cubicBezTo>
                      <a:pt x="49" y="36"/>
                      <a:pt x="49" y="36"/>
                      <a:pt x="49" y="36"/>
                    </a:cubicBezTo>
                    <a:cubicBezTo>
                      <a:pt x="50" y="35"/>
                      <a:pt x="51" y="33"/>
                      <a:pt x="51" y="33"/>
                    </a:cubicBezTo>
                    <a:cubicBezTo>
                      <a:pt x="50" y="35"/>
                      <a:pt x="50" y="35"/>
                      <a:pt x="50" y="35"/>
                    </a:cubicBezTo>
                    <a:cubicBezTo>
                      <a:pt x="49" y="37"/>
                      <a:pt x="50" y="36"/>
                      <a:pt x="50" y="37"/>
                    </a:cubicBezTo>
                    <a:cubicBezTo>
                      <a:pt x="50" y="35"/>
                      <a:pt x="50" y="37"/>
                      <a:pt x="51" y="36"/>
                    </a:cubicBezTo>
                    <a:cubicBezTo>
                      <a:pt x="51" y="35"/>
                      <a:pt x="51" y="35"/>
                      <a:pt x="51" y="35"/>
                    </a:cubicBezTo>
                    <a:cubicBezTo>
                      <a:pt x="52" y="35"/>
                      <a:pt x="52" y="34"/>
                      <a:pt x="52" y="34"/>
                    </a:cubicBezTo>
                    <a:cubicBezTo>
                      <a:pt x="52" y="34"/>
                      <a:pt x="51" y="36"/>
                      <a:pt x="51" y="36"/>
                    </a:cubicBezTo>
                    <a:cubicBezTo>
                      <a:pt x="51" y="37"/>
                      <a:pt x="51" y="37"/>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7"/>
                      <a:pt x="52" y="37"/>
                      <a:pt x="52" y="37"/>
                    </a:cubicBezTo>
                    <a:cubicBezTo>
                      <a:pt x="52" y="37"/>
                      <a:pt x="52" y="37"/>
                      <a:pt x="52" y="37"/>
                    </a:cubicBezTo>
                    <a:cubicBezTo>
                      <a:pt x="52" y="37"/>
                      <a:pt x="52" y="37"/>
                      <a:pt x="52" y="37"/>
                    </a:cubicBezTo>
                    <a:cubicBezTo>
                      <a:pt x="51" y="39"/>
                      <a:pt x="51" y="39"/>
                      <a:pt x="51" y="39"/>
                    </a:cubicBezTo>
                    <a:cubicBezTo>
                      <a:pt x="51" y="39"/>
                      <a:pt x="52" y="37"/>
                      <a:pt x="53" y="37"/>
                    </a:cubicBezTo>
                    <a:cubicBezTo>
                      <a:pt x="53" y="38"/>
                      <a:pt x="54" y="37"/>
                      <a:pt x="55" y="37"/>
                    </a:cubicBezTo>
                    <a:cubicBezTo>
                      <a:pt x="55" y="37"/>
                      <a:pt x="54" y="38"/>
                      <a:pt x="55" y="37"/>
                    </a:cubicBezTo>
                    <a:cubicBezTo>
                      <a:pt x="55" y="37"/>
                      <a:pt x="56" y="36"/>
                      <a:pt x="55" y="37"/>
                    </a:cubicBezTo>
                    <a:cubicBezTo>
                      <a:pt x="56" y="36"/>
                      <a:pt x="55" y="38"/>
                      <a:pt x="55" y="38"/>
                    </a:cubicBezTo>
                    <a:cubicBezTo>
                      <a:pt x="55" y="38"/>
                      <a:pt x="56" y="37"/>
                      <a:pt x="56" y="37"/>
                    </a:cubicBezTo>
                    <a:cubicBezTo>
                      <a:pt x="55" y="39"/>
                      <a:pt x="58" y="36"/>
                      <a:pt x="57" y="38"/>
                    </a:cubicBezTo>
                    <a:cubicBezTo>
                      <a:pt x="58" y="37"/>
                      <a:pt x="57" y="38"/>
                      <a:pt x="57" y="39"/>
                    </a:cubicBezTo>
                    <a:cubicBezTo>
                      <a:pt x="57" y="38"/>
                      <a:pt x="58" y="38"/>
                      <a:pt x="59" y="36"/>
                    </a:cubicBezTo>
                    <a:cubicBezTo>
                      <a:pt x="58" y="38"/>
                      <a:pt x="58" y="38"/>
                      <a:pt x="58" y="38"/>
                    </a:cubicBezTo>
                    <a:cubicBezTo>
                      <a:pt x="59" y="38"/>
                      <a:pt x="59" y="38"/>
                      <a:pt x="60" y="37"/>
                    </a:cubicBezTo>
                    <a:cubicBezTo>
                      <a:pt x="60" y="36"/>
                      <a:pt x="61" y="35"/>
                      <a:pt x="61" y="35"/>
                    </a:cubicBezTo>
                    <a:cubicBezTo>
                      <a:pt x="61" y="35"/>
                      <a:pt x="61" y="35"/>
                      <a:pt x="61" y="35"/>
                    </a:cubicBezTo>
                    <a:cubicBezTo>
                      <a:pt x="61" y="36"/>
                      <a:pt x="62" y="35"/>
                      <a:pt x="62" y="35"/>
                    </a:cubicBezTo>
                    <a:cubicBezTo>
                      <a:pt x="62" y="36"/>
                      <a:pt x="62" y="35"/>
                      <a:pt x="61" y="36"/>
                    </a:cubicBezTo>
                    <a:cubicBezTo>
                      <a:pt x="60" y="39"/>
                      <a:pt x="61" y="38"/>
                      <a:pt x="61" y="38"/>
                    </a:cubicBezTo>
                    <a:cubicBezTo>
                      <a:pt x="62" y="37"/>
                      <a:pt x="62" y="37"/>
                      <a:pt x="62" y="37"/>
                    </a:cubicBezTo>
                    <a:cubicBezTo>
                      <a:pt x="63" y="36"/>
                      <a:pt x="61" y="38"/>
                      <a:pt x="62" y="38"/>
                    </a:cubicBezTo>
                    <a:cubicBezTo>
                      <a:pt x="64" y="34"/>
                      <a:pt x="64" y="34"/>
                      <a:pt x="64" y="34"/>
                    </a:cubicBezTo>
                    <a:cubicBezTo>
                      <a:pt x="64" y="34"/>
                      <a:pt x="64" y="36"/>
                      <a:pt x="63" y="37"/>
                    </a:cubicBezTo>
                    <a:cubicBezTo>
                      <a:pt x="64" y="37"/>
                      <a:pt x="65" y="34"/>
                      <a:pt x="66" y="33"/>
                    </a:cubicBezTo>
                    <a:cubicBezTo>
                      <a:pt x="66" y="34"/>
                      <a:pt x="67" y="33"/>
                      <a:pt x="67" y="33"/>
                    </a:cubicBezTo>
                    <a:cubicBezTo>
                      <a:pt x="67" y="34"/>
                      <a:pt x="67" y="33"/>
                      <a:pt x="67" y="34"/>
                    </a:cubicBezTo>
                    <a:cubicBezTo>
                      <a:pt x="66" y="35"/>
                      <a:pt x="66" y="35"/>
                      <a:pt x="66" y="35"/>
                    </a:cubicBezTo>
                    <a:cubicBezTo>
                      <a:pt x="66" y="35"/>
                      <a:pt x="65" y="37"/>
                      <a:pt x="65" y="38"/>
                    </a:cubicBezTo>
                    <a:cubicBezTo>
                      <a:pt x="65" y="37"/>
                      <a:pt x="66" y="39"/>
                      <a:pt x="66" y="39"/>
                    </a:cubicBezTo>
                    <a:cubicBezTo>
                      <a:pt x="67" y="36"/>
                      <a:pt x="67" y="38"/>
                      <a:pt x="68" y="36"/>
                    </a:cubicBezTo>
                    <a:cubicBezTo>
                      <a:pt x="69" y="36"/>
                      <a:pt x="67" y="38"/>
                      <a:pt x="67" y="38"/>
                    </a:cubicBezTo>
                    <a:cubicBezTo>
                      <a:pt x="68" y="38"/>
                      <a:pt x="68" y="39"/>
                      <a:pt x="69" y="39"/>
                    </a:cubicBezTo>
                    <a:cubicBezTo>
                      <a:pt x="69" y="39"/>
                      <a:pt x="69" y="39"/>
                      <a:pt x="69" y="39"/>
                    </a:cubicBezTo>
                    <a:cubicBezTo>
                      <a:pt x="69" y="38"/>
                      <a:pt x="70" y="39"/>
                      <a:pt x="71" y="38"/>
                    </a:cubicBezTo>
                    <a:cubicBezTo>
                      <a:pt x="70" y="39"/>
                      <a:pt x="70" y="39"/>
                      <a:pt x="70" y="39"/>
                    </a:cubicBezTo>
                    <a:cubicBezTo>
                      <a:pt x="70" y="40"/>
                      <a:pt x="72" y="36"/>
                      <a:pt x="72" y="37"/>
                    </a:cubicBezTo>
                    <a:cubicBezTo>
                      <a:pt x="71" y="39"/>
                      <a:pt x="71" y="39"/>
                      <a:pt x="71" y="39"/>
                    </a:cubicBezTo>
                    <a:cubicBezTo>
                      <a:pt x="72" y="38"/>
                      <a:pt x="71" y="40"/>
                      <a:pt x="72" y="38"/>
                    </a:cubicBezTo>
                    <a:cubicBezTo>
                      <a:pt x="72" y="39"/>
                      <a:pt x="72" y="39"/>
                      <a:pt x="72" y="39"/>
                    </a:cubicBezTo>
                    <a:cubicBezTo>
                      <a:pt x="72" y="39"/>
                      <a:pt x="73" y="39"/>
                      <a:pt x="74" y="38"/>
                    </a:cubicBezTo>
                    <a:cubicBezTo>
                      <a:pt x="73" y="40"/>
                      <a:pt x="73" y="40"/>
                      <a:pt x="73" y="40"/>
                    </a:cubicBezTo>
                    <a:cubicBezTo>
                      <a:pt x="72" y="41"/>
                      <a:pt x="74" y="38"/>
                      <a:pt x="74" y="39"/>
                    </a:cubicBezTo>
                    <a:cubicBezTo>
                      <a:pt x="74" y="39"/>
                      <a:pt x="74" y="40"/>
                      <a:pt x="73" y="40"/>
                    </a:cubicBezTo>
                    <a:cubicBezTo>
                      <a:pt x="74" y="39"/>
                      <a:pt x="75" y="39"/>
                      <a:pt x="75" y="39"/>
                    </a:cubicBezTo>
                    <a:cubicBezTo>
                      <a:pt x="74" y="41"/>
                      <a:pt x="74" y="41"/>
                      <a:pt x="74" y="41"/>
                    </a:cubicBezTo>
                    <a:cubicBezTo>
                      <a:pt x="76" y="42"/>
                      <a:pt x="77" y="43"/>
                      <a:pt x="80" y="42"/>
                    </a:cubicBezTo>
                    <a:cubicBezTo>
                      <a:pt x="79" y="44"/>
                      <a:pt x="79" y="43"/>
                      <a:pt x="78" y="45"/>
                    </a:cubicBezTo>
                    <a:cubicBezTo>
                      <a:pt x="79" y="43"/>
                      <a:pt x="79" y="44"/>
                      <a:pt x="79" y="44"/>
                    </a:cubicBezTo>
                    <a:cubicBezTo>
                      <a:pt x="79" y="44"/>
                      <a:pt x="79" y="44"/>
                      <a:pt x="79" y="44"/>
                    </a:cubicBezTo>
                    <a:cubicBezTo>
                      <a:pt x="80" y="44"/>
                      <a:pt x="79" y="45"/>
                      <a:pt x="80" y="45"/>
                    </a:cubicBezTo>
                    <a:cubicBezTo>
                      <a:pt x="80" y="44"/>
                      <a:pt x="80" y="44"/>
                      <a:pt x="80" y="44"/>
                    </a:cubicBezTo>
                    <a:cubicBezTo>
                      <a:pt x="81" y="43"/>
                      <a:pt x="79" y="47"/>
                      <a:pt x="81" y="45"/>
                    </a:cubicBezTo>
                    <a:cubicBezTo>
                      <a:pt x="80" y="46"/>
                      <a:pt x="80" y="46"/>
                      <a:pt x="80" y="46"/>
                    </a:cubicBezTo>
                    <a:cubicBezTo>
                      <a:pt x="81" y="44"/>
                      <a:pt x="80" y="47"/>
                      <a:pt x="81" y="46"/>
                    </a:cubicBezTo>
                    <a:cubicBezTo>
                      <a:pt x="81" y="46"/>
                      <a:pt x="81" y="46"/>
                      <a:pt x="81" y="46"/>
                    </a:cubicBezTo>
                    <a:cubicBezTo>
                      <a:pt x="81" y="47"/>
                      <a:pt x="83" y="44"/>
                      <a:pt x="82" y="46"/>
                    </a:cubicBezTo>
                    <a:cubicBezTo>
                      <a:pt x="83" y="46"/>
                      <a:pt x="83" y="46"/>
                      <a:pt x="84" y="44"/>
                    </a:cubicBezTo>
                    <a:cubicBezTo>
                      <a:pt x="83" y="46"/>
                      <a:pt x="83" y="46"/>
                      <a:pt x="83" y="46"/>
                    </a:cubicBezTo>
                    <a:cubicBezTo>
                      <a:pt x="85" y="46"/>
                      <a:pt x="86" y="47"/>
                      <a:pt x="88" y="46"/>
                    </a:cubicBezTo>
                    <a:cubicBezTo>
                      <a:pt x="87" y="47"/>
                      <a:pt x="87" y="47"/>
                      <a:pt x="87" y="47"/>
                    </a:cubicBezTo>
                    <a:cubicBezTo>
                      <a:pt x="89" y="45"/>
                      <a:pt x="87" y="49"/>
                      <a:pt x="90" y="46"/>
                    </a:cubicBezTo>
                    <a:cubicBezTo>
                      <a:pt x="92" y="45"/>
                      <a:pt x="92" y="45"/>
                      <a:pt x="92" y="45"/>
                    </a:cubicBezTo>
                    <a:cubicBezTo>
                      <a:pt x="90" y="47"/>
                      <a:pt x="90" y="47"/>
                      <a:pt x="90" y="47"/>
                    </a:cubicBezTo>
                    <a:cubicBezTo>
                      <a:pt x="91" y="46"/>
                      <a:pt x="91" y="47"/>
                      <a:pt x="92" y="46"/>
                    </a:cubicBezTo>
                    <a:cubicBezTo>
                      <a:pt x="91" y="47"/>
                      <a:pt x="91" y="47"/>
                      <a:pt x="91" y="47"/>
                    </a:cubicBezTo>
                    <a:cubicBezTo>
                      <a:pt x="91" y="47"/>
                      <a:pt x="93" y="45"/>
                      <a:pt x="93" y="46"/>
                    </a:cubicBezTo>
                    <a:cubicBezTo>
                      <a:pt x="93" y="47"/>
                      <a:pt x="93" y="47"/>
                      <a:pt x="93" y="47"/>
                    </a:cubicBezTo>
                    <a:cubicBezTo>
                      <a:pt x="92" y="50"/>
                      <a:pt x="93" y="54"/>
                      <a:pt x="96" y="51"/>
                    </a:cubicBezTo>
                    <a:cubicBezTo>
                      <a:pt x="97" y="51"/>
                      <a:pt x="95" y="53"/>
                      <a:pt x="95" y="53"/>
                    </a:cubicBezTo>
                    <a:cubicBezTo>
                      <a:pt x="99" y="51"/>
                      <a:pt x="97" y="56"/>
                      <a:pt x="101" y="53"/>
                    </a:cubicBezTo>
                    <a:cubicBezTo>
                      <a:pt x="103" y="52"/>
                      <a:pt x="107" y="48"/>
                      <a:pt x="107" y="48"/>
                    </a:cubicBezTo>
                    <a:cubicBezTo>
                      <a:pt x="103" y="48"/>
                      <a:pt x="103" y="45"/>
                      <a:pt x="102" y="4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3" name="Freeform 96"/>
              <p:cNvSpPr/>
              <p:nvPr/>
            </p:nvSpPr>
            <p:spPr bwMode="auto">
              <a:xfrm>
                <a:off x="4117" y="22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4" name="Freeform 97"/>
              <p:cNvSpPr/>
              <p:nvPr/>
            </p:nvSpPr>
            <p:spPr bwMode="auto">
              <a:xfrm>
                <a:off x="4487" y="23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5" name="Freeform 98"/>
              <p:cNvSpPr/>
              <p:nvPr/>
            </p:nvSpPr>
            <p:spPr bwMode="auto">
              <a:xfrm>
                <a:off x="4387" y="2285"/>
                <a:ext cx="2" cy="4"/>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1"/>
                      <a:pt x="0"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6" name="Freeform 99"/>
              <p:cNvSpPr/>
              <p:nvPr/>
            </p:nvSpPr>
            <p:spPr bwMode="auto">
              <a:xfrm>
                <a:off x="4508" y="193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7" name="Freeform 100"/>
              <p:cNvSpPr/>
              <p:nvPr/>
            </p:nvSpPr>
            <p:spPr bwMode="auto">
              <a:xfrm>
                <a:off x="4487" y="2285"/>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8" name="Freeform 101"/>
              <p:cNvSpPr/>
              <p:nvPr/>
            </p:nvSpPr>
            <p:spPr bwMode="auto">
              <a:xfrm>
                <a:off x="4514" y="1929"/>
                <a:ext cx="0" cy="4"/>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9" name="Freeform 102"/>
              <p:cNvSpPr/>
              <p:nvPr/>
            </p:nvSpPr>
            <p:spPr bwMode="auto">
              <a:xfrm>
                <a:off x="4506" y="1927"/>
                <a:ext cx="0" cy="4"/>
              </a:xfrm>
              <a:custGeom>
                <a:avLst/>
                <a:gdLst>
                  <a:gd name="T0" fmla="*/ 1 h 2"/>
                  <a:gd name="T1" fmla="*/ 0 h 2"/>
                  <a:gd name="T2" fmla="*/ 1 h 2"/>
                </a:gdLst>
                <a:ahLst/>
                <a:cxnLst>
                  <a:cxn ang="0">
                    <a:pos x="0" y="T0"/>
                  </a:cxn>
                  <a:cxn ang="0">
                    <a:pos x="0" y="T1"/>
                  </a:cxn>
                  <a:cxn ang="0">
                    <a:pos x="0" y="T2"/>
                  </a:cxn>
                </a:cxnLst>
                <a:rect l="0" t="0" r="r" b="b"/>
                <a:pathLst>
                  <a:path h="2">
                    <a:moveTo>
                      <a:pt x="0" y="1"/>
                    </a:moveTo>
                    <a:cubicBezTo>
                      <a:pt x="0" y="1"/>
                      <a:pt x="0" y="0"/>
                      <a:pt x="0" y="0"/>
                    </a:cubicBezTo>
                    <a:cubicBezTo>
                      <a:pt x="0" y="2"/>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0" name="Freeform 103"/>
              <p:cNvSpPr/>
              <p:nvPr/>
            </p:nvSpPr>
            <p:spPr bwMode="auto">
              <a:xfrm>
                <a:off x="4516" y="1927"/>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1" name="Freeform 104"/>
              <p:cNvSpPr/>
              <p:nvPr/>
            </p:nvSpPr>
            <p:spPr bwMode="auto">
              <a:xfrm>
                <a:off x="4495" y="1925"/>
                <a:ext cx="2" cy="4"/>
              </a:xfrm>
              <a:custGeom>
                <a:avLst/>
                <a:gdLst>
                  <a:gd name="T0" fmla="*/ 1 w 1"/>
                  <a:gd name="T1" fmla="*/ 1 h 2"/>
                  <a:gd name="T2" fmla="*/ 0 w 1"/>
                  <a:gd name="T3" fmla="*/ 0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1"/>
                      <a:pt x="1" y="1"/>
                      <a:pt x="1"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2" name="Freeform 105"/>
              <p:cNvSpPr/>
              <p:nvPr/>
            </p:nvSpPr>
            <p:spPr bwMode="auto">
              <a:xfrm>
                <a:off x="3201" y="2162"/>
                <a:ext cx="0" cy="4"/>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3" name="Freeform 106"/>
              <p:cNvSpPr/>
              <p:nvPr/>
            </p:nvSpPr>
            <p:spPr bwMode="auto">
              <a:xfrm>
                <a:off x="3544" y="154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4" name="Freeform 107"/>
              <p:cNvSpPr/>
              <p:nvPr/>
            </p:nvSpPr>
            <p:spPr bwMode="auto">
              <a:xfrm>
                <a:off x="3914" y="141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5" name="Freeform 108"/>
              <p:cNvSpPr/>
              <p:nvPr/>
            </p:nvSpPr>
            <p:spPr bwMode="auto">
              <a:xfrm>
                <a:off x="3916" y="1409"/>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2" y="1"/>
                      <a:pt x="0" y="1"/>
                      <a:pt x="1" y="0"/>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6" name="Freeform 109"/>
              <p:cNvSpPr/>
              <p:nvPr/>
            </p:nvSpPr>
            <p:spPr bwMode="auto">
              <a:xfrm>
                <a:off x="3893" y="1441"/>
                <a:ext cx="4" cy="4"/>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0"/>
                      <a:pt x="1" y="1"/>
                      <a:pt x="1" y="1"/>
                    </a:cubicBezTo>
                    <a:cubicBezTo>
                      <a:pt x="0" y="2"/>
                      <a:pt x="1" y="1"/>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7" name="Freeform 110"/>
              <p:cNvSpPr/>
              <p:nvPr/>
            </p:nvSpPr>
            <p:spPr bwMode="auto">
              <a:xfrm>
                <a:off x="3893" y="1437"/>
                <a:ext cx="6" cy="6"/>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cubicBezTo>
                      <a:pt x="3" y="0"/>
                      <a:pt x="3" y="0"/>
                      <a:pt x="3" y="0"/>
                    </a:cubicBezTo>
                    <a:cubicBezTo>
                      <a:pt x="1" y="1"/>
                      <a:pt x="1"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8" name="Freeform 111"/>
              <p:cNvSpPr/>
              <p:nvPr/>
            </p:nvSpPr>
            <p:spPr bwMode="auto">
              <a:xfrm>
                <a:off x="3909" y="1418"/>
                <a:ext cx="5"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2"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9" name="Freeform 112"/>
              <p:cNvSpPr/>
              <p:nvPr/>
            </p:nvSpPr>
            <p:spPr bwMode="auto">
              <a:xfrm>
                <a:off x="3912" y="1416"/>
                <a:ext cx="4"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0" name="Freeform 113"/>
              <p:cNvSpPr/>
              <p:nvPr/>
            </p:nvSpPr>
            <p:spPr bwMode="auto">
              <a:xfrm>
                <a:off x="4472" y="1804"/>
                <a:ext cx="233" cy="133"/>
              </a:xfrm>
              <a:custGeom>
                <a:avLst/>
                <a:gdLst>
                  <a:gd name="T0" fmla="*/ 86 w 110"/>
                  <a:gd name="T1" fmla="*/ 5 h 63"/>
                  <a:gd name="T2" fmla="*/ 79 w 110"/>
                  <a:gd name="T3" fmla="*/ 7 h 63"/>
                  <a:gd name="T4" fmla="*/ 58 w 110"/>
                  <a:gd name="T5" fmla="*/ 24 h 63"/>
                  <a:gd name="T6" fmla="*/ 50 w 110"/>
                  <a:gd name="T7" fmla="*/ 26 h 63"/>
                  <a:gd name="T8" fmla="*/ 44 w 110"/>
                  <a:gd name="T9" fmla="*/ 26 h 63"/>
                  <a:gd name="T10" fmla="*/ 34 w 110"/>
                  <a:gd name="T11" fmla="*/ 31 h 63"/>
                  <a:gd name="T12" fmla="*/ 28 w 110"/>
                  <a:gd name="T13" fmla="*/ 33 h 63"/>
                  <a:gd name="T14" fmla="*/ 17 w 110"/>
                  <a:gd name="T15" fmla="*/ 38 h 63"/>
                  <a:gd name="T16" fmla="*/ 13 w 110"/>
                  <a:gd name="T17" fmla="*/ 45 h 63"/>
                  <a:gd name="T18" fmla="*/ 5 w 110"/>
                  <a:gd name="T19" fmla="*/ 47 h 63"/>
                  <a:gd name="T20" fmla="*/ 1 w 110"/>
                  <a:gd name="T21" fmla="*/ 50 h 63"/>
                  <a:gd name="T22" fmla="*/ 3 w 110"/>
                  <a:gd name="T23" fmla="*/ 55 h 63"/>
                  <a:gd name="T24" fmla="*/ 3 w 110"/>
                  <a:gd name="T25" fmla="*/ 56 h 63"/>
                  <a:gd name="T26" fmla="*/ 5 w 110"/>
                  <a:gd name="T27" fmla="*/ 55 h 63"/>
                  <a:gd name="T28" fmla="*/ 9 w 110"/>
                  <a:gd name="T29" fmla="*/ 56 h 63"/>
                  <a:gd name="T30" fmla="*/ 12 w 110"/>
                  <a:gd name="T31" fmla="*/ 58 h 63"/>
                  <a:gd name="T32" fmla="*/ 12 w 110"/>
                  <a:gd name="T33" fmla="*/ 51 h 63"/>
                  <a:gd name="T34" fmla="*/ 15 w 110"/>
                  <a:gd name="T35" fmla="*/ 57 h 63"/>
                  <a:gd name="T36" fmla="*/ 18 w 110"/>
                  <a:gd name="T37" fmla="*/ 61 h 63"/>
                  <a:gd name="T38" fmla="*/ 16 w 110"/>
                  <a:gd name="T39" fmla="*/ 54 h 63"/>
                  <a:gd name="T40" fmla="*/ 19 w 110"/>
                  <a:gd name="T41" fmla="*/ 59 h 63"/>
                  <a:gd name="T42" fmla="*/ 21 w 110"/>
                  <a:gd name="T43" fmla="*/ 60 h 63"/>
                  <a:gd name="T44" fmla="*/ 22 w 110"/>
                  <a:gd name="T45" fmla="*/ 60 h 63"/>
                  <a:gd name="T46" fmla="*/ 23 w 110"/>
                  <a:gd name="T47" fmla="*/ 60 h 63"/>
                  <a:gd name="T48" fmla="*/ 23 w 110"/>
                  <a:gd name="T49" fmla="*/ 55 h 63"/>
                  <a:gd name="T50" fmla="*/ 26 w 110"/>
                  <a:gd name="T51" fmla="*/ 58 h 63"/>
                  <a:gd name="T52" fmla="*/ 26 w 110"/>
                  <a:gd name="T53" fmla="*/ 54 h 63"/>
                  <a:gd name="T54" fmla="*/ 27 w 110"/>
                  <a:gd name="T55" fmla="*/ 54 h 63"/>
                  <a:gd name="T56" fmla="*/ 29 w 110"/>
                  <a:gd name="T57" fmla="*/ 54 h 63"/>
                  <a:gd name="T58" fmla="*/ 34 w 110"/>
                  <a:gd name="T59" fmla="*/ 51 h 63"/>
                  <a:gd name="T60" fmla="*/ 36 w 110"/>
                  <a:gd name="T61" fmla="*/ 51 h 63"/>
                  <a:gd name="T62" fmla="*/ 40 w 110"/>
                  <a:gd name="T63" fmla="*/ 49 h 63"/>
                  <a:gd name="T64" fmla="*/ 44 w 110"/>
                  <a:gd name="T65" fmla="*/ 47 h 63"/>
                  <a:gd name="T66" fmla="*/ 45 w 110"/>
                  <a:gd name="T67" fmla="*/ 45 h 63"/>
                  <a:gd name="T68" fmla="*/ 46 w 110"/>
                  <a:gd name="T69" fmla="*/ 45 h 63"/>
                  <a:gd name="T70" fmla="*/ 46 w 110"/>
                  <a:gd name="T71" fmla="*/ 42 h 63"/>
                  <a:gd name="T72" fmla="*/ 49 w 110"/>
                  <a:gd name="T73" fmla="*/ 42 h 63"/>
                  <a:gd name="T74" fmla="*/ 53 w 110"/>
                  <a:gd name="T75" fmla="*/ 42 h 63"/>
                  <a:gd name="T76" fmla="*/ 55 w 110"/>
                  <a:gd name="T77" fmla="*/ 39 h 63"/>
                  <a:gd name="T78" fmla="*/ 60 w 110"/>
                  <a:gd name="T79" fmla="*/ 39 h 63"/>
                  <a:gd name="T80" fmla="*/ 61 w 110"/>
                  <a:gd name="T81" fmla="*/ 38 h 63"/>
                  <a:gd name="T82" fmla="*/ 62 w 110"/>
                  <a:gd name="T83" fmla="*/ 38 h 63"/>
                  <a:gd name="T84" fmla="*/ 64 w 110"/>
                  <a:gd name="T85" fmla="*/ 40 h 63"/>
                  <a:gd name="T86" fmla="*/ 66 w 110"/>
                  <a:gd name="T87" fmla="*/ 35 h 63"/>
                  <a:gd name="T88" fmla="*/ 68 w 110"/>
                  <a:gd name="T89" fmla="*/ 30 h 63"/>
                  <a:gd name="T90" fmla="*/ 71 w 110"/>
                  <a:gd name="T91" fmla="*/ 31 h 63"/>
                  <a:gd name="T92" fmla="*/ 72 w 110"/>
                  <a:gd name="T93" fmla="*/ 26 h 63"/>
                  <a:gd name="T94" fmla="*/ 76 w 110"/>
                  <a:gd name="T95" fmla="*/ 26 h 63"/>
                  <a:gd name="T96" fmla="*/ 79 w 110"/>
                  <a:gd name="T97" fmla="*/ 24 h 63"/>
                  <a:gd name="T98" fmla="*/ 82 w 110"/>
                  <a:gd name="T99" fmla="*/ 23 h 63"/>
                  <a:gd name="T100" fmla="*/ 88 w 110"/>
                  <a:gd name="T101" fmla="*/ 20 h 63"/>
                  <a:gd name="T102" fmla="*/ 91 w 110"/>
                  <a:gd name="T103" fmla="*/ 16 h 63"/>
                  <a:gd name="T104" fmla="*/ 97 w 110"/>
                  <a:gd name="T105" fmla="*/ 13 h 63"/>
                  <a:gd name="T106" fmla="*/ 105 w 110"/>
                  <a:gd name="T107" fmla="*/ 1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 h="63">
                    <a:moveTo>
                      <a:pt x="108" y="1"/>
                    </a:moveTo>
                    <a:cubicBezTo>
                      <a:pt x="106" y="4"/>
                      <a:pt x="103" y="2"/>
                      <a:pt x="100" y="0"/>
                    </a:cubicBezTo>
                    <a:cubicBezTo>
                      <a:pt x="99" y="1"/>
                      <a:pt x="98" y="2"/>
                      <a:pt x="97" y="1"/>
                    </a:cubicBezTo>
                    <a:cubicBezTo>
                      <a:pt x="94" y="3"/>
                      <a:pt x="88" y="0"/>
                      <a:pt x="85" y="3"/>
                    </a:cubicBezTo>
                    <a:cubicBezTo>
                      <a:pt x="86" y="4"/>
                      <a:pt x="86" y="5"/>
                      <a:pt x="86" y="5"/>
                    </a:cubicBezTo>
                    <a:cubicBezTo>
                      <a:pt x="86" y="5"/>
                      <a:pt x="86" y="5"/>
                      <a:pt x="86" y="5"/>
                    </a:cubicBezTo>
                    <a:cubicBezTo>
                      <a:pt x="86" y="6"/>
                      <a:pt x="86" y="6"/>
                      <a:pt x="86" y="6"/>
                    </a:cubicBezTo>
                    <a:cubicBezTo>
                      <a:pt x="86" y="7"/>
                      <a:pt x="85" y="5"/>
                      <a:pt x="85" y="5"/>
                    </a:cubicBezTo>
                    <a:cubicBezTo>
                      <a:pt x="84" y="5"/>
                      <a:pt x="83" y="6"/>
                      <a:pt x="82" y="6"/>
                    </a:cubicBezTo>
                    <a:cubicBezTo>
                      <a:pt x="82" y="8"/>
                      <a:pt x="81" y="7"/>
                      <a:pt x="82" y="9"/>
                    </a:cubicBezTo>
                    <a:cubicBezTo>
                      <a:pt x="81" y="8"/>
                      <a:pt x="81" y="8"/>
                      <a:pt x="81" y="8"/>
                    </a:cubicBezTo>
                    <a:cubicBezTo>
                      <a:pt x="81" y="10"/>
                      <a:pt x="81" y="10"/>
                      <a:pt x="79" y="7"/>
                    </a:cubicBezTo>
                    <a:cubicBezTo>
                      <a:pt x="75" y="7"/>
                      <a:pt x="72" y="10"/>
                      <a:pt x="68" y="11"/>
                    </a:cubicBezTo>
                    <a:cubicBezTo>
                      <a:pt x="65" y="13"/>
                      <a:pt x="63" y="16"/>
                      <a:pt x="60" y="19"/>
                    </a:cubicBezTo>
                    <a:cubicBezTo>
                      <a:pt x="60" y="22"/>
                      <a:pt x="59" y="21"/>
                      <a:pt x="60" y="24"/>
                    </a:cubicBezTo>
                    <a:cubicBezTo>
                      <a:pt x="59" y="23"/>
                      <a:pt x="59" y="23"/>
                      <a:pt x="59" y="23"/>
                    </a:cubicBezTo>
                    <a:cubicBezTo>
                      <a:pt x="59" y="24"/>
                      <a:pt x="59" y="23"/>
                      <a:pt x="57" y="22"/>
                    </a:cubicBezTo>
                    <a:cubicBezTo>
                      <a:pt x="58" y="23"/>
                      <a:pt x="57" y="22"/>
                      <a:pt x="58" y="24"/>
                    </a:cubicBezTo>
                    <a:cubicBezTo>
                      <a:pt x="59" y="26"/>
                      <a:pt x="57" y="22"/>
                      <a:pt x="57" y="23"/>
                    </a:cubicBezTo>
                    <a:cubicBezTo>
                      <a:pt x="56" y="22"/>
                      <a:pt x="57" y="24"/>
                      <a:pt x="57" y="23"/>
                    </a:cubicBezTo>
                    <a:cubicBezTo>
                      <a:pt x="57" y="26"/>
                      <a:pt x="56" y="22"/>
                      <a:pt x="55" y="21"/>
                    </a:cubicBezTo>
                    <a:cubicBezTo>
                      <a:pt x="53" y="22"/>
                      <a:pt x="53" y="25"/>
                      <a:pt x="51" y="25"/>
                    </a:cubicBezTo>
                    <a:cubicBezTo>
                      <a:pt x="51" y="24"/>
                      <a:pt x="51" y="26"/>
                      <a:pt x="51" y="26"/>
                    </a:cubicBezTo>
                    <a:cubicBezTo>
                      <a:pt x="50" y="23"/>
                      <a:pt x="51" y="27"/>
                      <a:pt x="50" y="26"/>
                    </a:cubicBezTo>
                    <a:cubicBezTo>
                      <a:pt x="50" y="25"/>
                      <a:pt x="50" y="25"/>
                      <a:pt x="50" y="25"/>
                    </a:cubicBezTo>
                    <a:cubicBezTo>
                      <a:pt x="49" y="24"/>
                      <a:pt x="49" y="26"/>
                      <a:pt x="48" y="25"/>
                    </a:cubicBezTo>
                    <a:cubicBezTo>
                      <a:pt x="48" y="26"/>
                      <a:pt x="46" y="24"/>
                      <a:pt x="46" y="26"/>
                    </a:cubicBezTo>
                    <a:cubicBezTo>
                      <a:pt x="46" y="24"/>
                      <a:pt x="46" y="25"/>
                      <a:pt x="45" y="24"/>
                    </a:cubicBezTo>
                    <a:cubicBezTo>
                      <a:pt x="46" y="28"/>
                      <a:pt x="44" y="24"/>
                      <a:pt x="44" y="26"/>
                    </a:cubicBezTo>
                    <a:cubicBezTo>
                      <a:pt x="44" y="26"/>
                      <a:pt x="44" y="26"/>
                      <a:pt x="44" y="26"/>
                    </a:cubicBezTo>
                    <a:cubicBezTo>
                      <a:pt x="42" y="26"/>
                      <a:pt x="40" y="26"/>
                      <a:pt x="39" y="29"/>
                    </a:cubicBezTo>
                    <a:cubicBezTo>
                      <a:pt x="39" y="29"/>
                      <a:pt x="36" y="27"/>
                      <a:pt x="36" y="29"/>
                    </a:cubicBezTo>
                    <a:cubicBezTo>
                      <a:pt x="36" y="30"/>
                      <a:pt x="36" y="30"/>
                      <a:pt x="36" y="30"/>
                    </a:cubicBezTo>
                    <a:cubicBezTo>
                      <a:pt x="36" y="30"/>
                      <a:pt x="36" y="29"/>
                      <a:pt x="36" y="29"/>
                    </a:cubicBezTo>
                    <a:cubicBezTo>
                      <a:pt x="36" y="30"/>
                      <a:pt x="34" y="29"/>
                      <a:pt x="34" y="29"/>
                    </a:cubicBezTo>
                    <a:cubicBezTo>
                      <a:pt x="34" y="30"/>
                      <a:pt x="34" y="30"/>
                      <a:pt x="34" y="31"/>
                    </a:cubicBezTo>
                    <a:cubicBezTo>
                      <a:pt x="32" y="29"/>
                      <a:pt x="33" y="33"/>
                      <a:pt x="31" y="31"/>
                    </a:cubicBezTo>
                    <a:cubicBezTo>
                      <a:pt x="32" y="34"/>
                      <a:pt x="32" y="33"/>
                      <a:pt x="32" y="34"/>
                    </a:cubicBezTo>
                    <a:cubicBezTo>
                      <a:pt x="32" y="33"/>
                      <a:pt x="31" y="33"/>
                      <a:pt x="31" y="32"/>
                    </a:cubicBezTo>
                    <a:cubicBezTo>
                      <a:pt x="31" y="32"/>
                      <a:pt x="30" y="33"/>
                      <a:pt x="30" y="32"/>
                    </a:cubicBezTo>
                    <a:cubicBezTo>
                      <a:pt x="29" y="32"/>
                      <a:pt x="30" y="34"/>
                      <a:pt x="29" y="34"/>
                    </a:cubicBezTo>
                    <a:cubicBezTo>
                      <a:pt x="28" y="32"/>
                      <a:pt x="28" y="34"/>
                      <a:pt x="28" y="33"/>
                    </a:cubicBezTo>
                    <a:cubicBezTo>
                      <a:pt x="28" y="35"/>
                      <a:pt x="28" y="37"/>
                      <a:pt x="28" y="36"/>
                    </a:cubicBezTo>
                    <a:cubicBezTo>
                      <a:pt x="27" y="33"/>
                      <a:pt x="27" y="33"/>
                      <a:pt x="27" y="33"/>
                    </a:cubicBezTo>
                    <a:cubicBezTo>
                      <a:pt x="26" y="35"/>
                      <a:pt x="24" y="32"/>
                      <a:pt x="23" y="36"/>
                    </a:cubicBezTo>
                    <a:cubicBezTo>
                      <a:pt x="23" y="35"/>
                      <a:pt x="23" y="35"/>
                      <a:pt x="23" y="35"/>
                    </a:cubicBezTo>
                    <a:cubicBezTo>
                      <a:pt x="22" y="37"/>
                      <a:pt x="20" y="36"/>
                      <a:pt x="19" y="39"/>
                    </a:cubicBezTo>
                    <a:cubicBezTo>
                      <a:pt x="18" y="38"/>
                      <a:pt x="18" y="38"/>
                      <a:pt x="17" y="38"/>
                    </a:cubicBezTo>
                    <a:cubicBezTo>
                      <a:pt x="17" y="40"/>
                      <a:pt x="17" y="40"/>
                      <a:pt x="17" y="42"/>
                    </a:cubicBezTo>
                    <a:cubicBezTo>
                      <a:pt x="17" y="42"/>
                      <a:pt x="16" y="41"/>
                      <a:pt x="16" y="40"/>
                    </a:cubicBezTo>
                    <a:cubicBezTo>
                      <a:pt x="15" y="40"/>
                      <a:pt x="14" y="38"/>
                      <a:pt x="14" y="41"/>
                    </a:cubicBezTo>
                    <a:cubicBezTo>
                      <a:pt x="14" y="39"/>
                      <a:pt x="14" y="39"/>
                      <a:pt x="14" y="39"/>
                    </a:cubicBezTo>
                    <a:cubicBezTo>
                      <a:pt x="14" y="41"/>
                      <a:pt x="13" y="43"/>
                      <a:pt x="12" y="42"/>
                    </a:cubicBezTo>
                    <a:cubicBezTo>
                      <a:pt x="13" y="43"/>
                      <a:pt x="12" y="44"/>
                      <a:pt x="13" y="45"/>
                    </a:cubicBezTo>
                    <a:cubicBezTo>
                      <a:pt x="13" y="45"/>
                      <a:pt x="12" y="43"/>
                      <a:pt x="12" y="44"/>
                    </a:cubicBezTo>
                    <a:cubicBezTo>
                      <a:pt x="12" y="42"/>
                      <a:pt x="12" y="42"/>
                      <a:pt x="12" y="42"/>
                    </a:cubicBezTo>
                    <a:cubicBezTo>
                      <a:pt x="10" y="43"/>
                      <a:pt x="9" y="44"/>
                      <a:pt x="8" y="46"/>
                    </a:cubicBezTo>
                    <a:cubicBezTo>
                      <a:pt x="7" y="44"/>
                      <a:pt x="7" y="46"/>
                      <a:pt x="6" y="45"/>
                    </a:cubicBezTo>
                    <a:cubicBezTo>
                      <a:pt x="6" y="47"/>
                      <a:pt x="4" y="46"/>
                      <a:pt x="6" y="48"/>
                    </a:cubicBezTo>
                    <a:cubicBezTo>
                      <a:pt x="5" y="47"/>
                      <a:pt x="5" y="47"/>
                      <a:pt x="5" y="47"/>
                    </a:cubicBezTo>
                    <a:cubicBezTo>
                      <a:pt x="4" y="47"/>
                      <a:pt x="4" y="48"/>
                      <a:pt x="2" y="48"/>
                    </a:cubicBezTo>
                    <a:cubicBezTo>
                      <a:pt x="2" y="48"/>
                      <a:pt x="3" y="50"/>
                      <a:pt x="3" y="51"/>
                    </a:cubicBezTo>
                    <a:cubicBezTo>
                      <a:pt x="2" y="50"/>
                      <a:pt x="2" y="50"/>
                      <a:pt x="2" y="50"/>
                    </a:cubicBezTo>
                    <a:cubicBezTo>
                      <a:pt x="2" y="51"/>
                      <a:pt x="4" y="52"/>
                      <a:pt x="5" y="53"/>
                    </a:cubicBezTo>
                    <a:cubicBezTo>
                      <a:pt x="4" y="53"/>
                      <a:pt x="4" y="54"/>
                      <a:pt x="4" y="53"/>
                    </a:cubicBezTo>
                    <a:cubicBezTo>
                      <a:pt x="3" y="52"/>
                      <a:pt x="2" y="51"/>
                      <a:pt x="1" y="50"/>
                    </a:cubicBezTo>
                    <a:cubicBezTo>
                      <a:pt x="0" y="50"/>
                      <a:pt x="2" y="53"/>
                      <a:pt x="1" y="51"/>
                    </a:cubicBezTo>
                    <a:cubicBezTo>
                      <a:pt x="0" y="51"/>
                      <a:pt x="0" y="52"/>
                      <a:pt x="1" y="53"/>
                    </a:cubicBezTo>
                    <a:cubicBezTo>
                      <a:pt x="1" y="53"/>
                      <a:pt x="0" y="53"/>
                      <a:pt x="0" y="52"/>
                    </a:cubicBezTo>
                    <a:cubicBezTo>
                      <a:pt x="0" y="52"/>
                      <a:pt x="0" y="53"/>
                      <a:pt x="0" y="53"/>
                    </a:cubicBezTo>
                    <a:cubicBezTo>
                      <a:pt x="0" y="53"/>
                      <a:pt x="0" y="53"/>
                      <a:pt x="0" y="53"/>
                    </a:cubicBezTo>
                    <a:cubicBezTo>
                      <a:pt x="1" y="54"/>
                      <a:pt x="1" y="54"/>
                      <a:pt x="3" y="55"/>
                    </a:cubicBezTo>
                    <a:cubicBezTo>
                      <a:pt x="3" y="55"/>
                      <a:pt x="2" y="55"/>
                      <a:pt x="3" y="55"/>
                    </a:cubicBezTo>
                    <a:cubicBezTo>
                      <a:pt x="4" y="56"/>
                      <a:pt x="4" y="56"/>
                      <a:pt x="3" y="56"/>
                    </a:cubicBezTo>
                    <a:cubicBezTo>
                      <a:pt x="1" y="55"/>
                      <a:pt x="1" y="54"/>
                      <a:pt x="0" y="54"/>
                    </a:cubicBezTo>
                    <a:cubicBezTo>
                      <a:pt x="2" y="56"/>
                      <a:pt x="2" y="56"/>
                      <a:pt x="2" y="56"/>
                    </a:cubicBezTo>
                    <a:cubicBezTo>
                      <a:pt x="2" y="56"/>
                      <a:pt x="3" y="56"/>
                      <a:pt x="4" y="57"/>
                    </a:cubicBezTo>
                    <a:cubicBezTo>
                      <a:pt x="3" y="56"/>
                      <a:pt x="3" y="56"/>
                      <a:pt x="3" y="56"/>
                    </a:cubicBezTo>
                    <a:cubicBezTo>
                      <a:pt x="4" y="57"/>
                      <a:pt x="4" y="57"/>
                      <a:pt x="4" y="57"/>
                    </a:cubicBezTo>
                    <a:cubicBezTo>
                      <a:pt x="4" y="56"/>
                      <a:pt x="6" y="57"/>
                      <a:pt x="5" y="56"/>
                    </a:cubicBezTo>
                    <a:cubicBezTo>
                      <a:pt x="4" y="55"/>
                      <a:pt x="4" y="55"/>
                      <a:pt x="4" y="55"/>
                    </a:cubicBezTo>
                    <a:cubicBezTo>
                      <a:pt x="4" y="55"/>
                      <a:pt x="3" y="53"/>
                      <a:pt x="4" y="54"/>
                    </a:cubicBezTo>
                    <a:cubicBezTo>
                      <a:pt x="6" y="56"/>
                      <a:pt x="6" y="56"/>
                      <a:pt x="6" y="56"/>
                    </a:cubicBezTo>
                    <a:cubicBezTo>
                      <a:pt x="6" y="56"/>
                      <a:pt x="5" y="55"/>
                      <a:pt x="5" y="55"/>
                    </a:cubicBezTo>
                    <a:cubicBezTo>
                      <a:pt x="7" y="57"/>
                      <a:pt x="7" y="57"/>
                      <a:pt x="7" y="57"/>
                    </a:cubicBezTo>
                    <a:cubicBezTo>
                      <a:pt x="5" y="55"/>
                      <a:pt x="7" y="56"/>
                      <a:pt x="7" y="55"/>
                    </a:cubicBezTo>
                    <a:cubicBezTo>
                      <a:pt x="7" y="56"/>
                      <a:pt x="7" y="56"/>
                      <a:pt x="7" y="56"/>
                    </a:cubicBezTo>
                    <a:cubicBezTo>
                      <a:pt x="8" y="56"/>
                      <a:pt x="6" y="55"/>
                      <a:pt x="6" y="54"/>
                    </a:cubicBezTo>
                    <a:cubicBezTo>
                      <a:pt x="6" y="55"/>
                      <a:pt x="8" y="56"/>
                      <a:pt x="9" y="57"/>
                    </a:cubicBezTo>
                    <a:cubicBezTo>
                      <a:pt x="9" y="57"/>
                      <a:pt x="8" y="55"/>
                      <a:pt x="9" y="56"/>
                    </a:cubicBezTo>
                    <a:cubicBezTo>
                      <a:pt x="9" y="56"/>
                      <a:pt x="9" y="55"/>
                      <a:pt x="9" y="53"/>
                    </a:cubicBezTo>
                    <a:cubicBezTo>
                      <a:pt x="9" y="53"/>
                      <a:pt x="10" y="56"/>
                      <a:pt x="10" y="55"/>
                    </a:cubicBezTo>
                    <a:cubicBezTo>
                      <a:pt x="11" y="56"/>
                      <a:pt x="12" y="58"/>
                      <a:pt x="12" y="59"/>
                    </a:cubicBezTo>
                    <a:cubicBezTo>
                      <a:pt x="13" y="59"/>
                      <a:pt x="14" y="60"/>
                      <a:pt x="13" y="60"/>
                    </a:cubicBezTo>
                    <a:cubicBezTo>
                      <a:pt x="13" y="60"/>
                      <a:pt x="14" y="61"/>
                      <a:pt x="14" y="61"/>
                    </a:cubicBezTo>
                    <a:cubicBezTo>
                      <a:pt x="14" y="60"/>
                      <a:pt x="12" y="58"/>
                      <a:pt x="12" y="58"/>
                    </a:cubicBezTo>
                    <a:cubicBezTo>
                      <a:pt x="11" y="56"/>
                      <a:pt x="12" y="57"/>
                      <a:pt x="11" y="55"/>
                    </a:cubicBezTo>
                    <a:cubicBezTo>
                      <a:pt x="11" y="55"/>
                      <a:pt x="12" y="55"/>
                      <a:pt x="12" y="55"/>
                    </a:cubicBezTo>
                    <a:cubicBezTo>
                      <a:pt x="12" y="55"/>
                      <a:pt x="13" y="56"/>
                      <a:pt x="14" y="57"/>
                    </a:cubicBezTo>
                    <a:cubicBezTo>
                      <a:pt x="13" y="56"/>
                      <a:pt x="13" y="55"/>
                      <a:pt x="14" y="55"/>
                    </a:cubicBezTo>
                    <a:cubicBezTo>
                      <a:pt x="13" y="53"/>
                      <a:pt x="13" y="53"/>
                      <a:pt x="12" y="52"/>
                    </a:cubicBezTo>
                    <a:cubicBezTo>
                      <a:pt x="12" y="51"/>
                      <a:pt x="12" y="51"/>
                      <a:pt x="12" y="51"/>
                    </a:cubicBezTo>
                    <a:cubicBezTo>
                      <a:pt x="13" y="52"/>
                      <a:pt x="14" y="55"/>
                      <a:pt x="14" y="55"/>
                    </a:cubicBezTo>
                    <a:cubicBezTo>
                      <a:pt x="15" y="57"/>
                      <a:pt x="14" y="55"/>
                      <a:pt x="15" y="57"/>
                    </a:cubicBezTo>
                    <a:cubicBezTo>
                      <a:pt x="16" y="59"/>
                      <a:pt x="15" y="60"/>
                      <a:pt x="14" y="58"/>
                    </a:cubicBezTo>
                    <a:cubicBezTo>
                      <a:pt x="15" y="61"/>
                      <a:pt x="15" y="59"/>
                      <a:pt x="16" y="61"/>
                    </a:cubicBezTo>
                    <a:cubicBezTo>
                      <a:pt x="16" y="61"/>
                      <a:pt x="15" y="59"/>
                      <a:pt x="16" y="59"/>
                    </a:cubicBezTo>
                    <a:cubicBezTo>
                      <a:pt x="15" y="58"/>
                      <a:pt x="15" y="58"/>
                      <a:pt x="15" y="57"/>
                    </a:cubicBezTo>
                    <a:cubicBezTo>
                      <a:pt x="14" y="54"/>
                      <a:pt x="16" y="58"/>
                      <a:pt x="16" y="58"/>
                    </a:cubicBezTo>
                    <a:cubicBezTo>
                      <a:pt x="16" y="59"/>
                      <a:pt x="16" y="59"/>
                      <a:pt x="16" y="59"/>
                    </a:cubicBezTo>
                    <a:cubicBezTo>
                      <a:pt x="17" y="60"/>
                      <a:pt x="16" y="58"/>
                      <a:pt x="17" y="58"/>
                    </a:cubicBezTo>
                    <a:cubicBezTo>
                      <a:pt x="18" y="61"/>
                      <a:pt x="16" y="58"/>
                      <a:pt x="17" y="60"/>
                    </a:cubicBezTo>
                    <a:cubicBezTo>
                      <a:pt x="18" y="62"/>
                      <a:pt x="18" y="62"/>
                      <a:pt x="18" y="62"/>
                    </a:cubicBezTo>
                    <a:cubicBezTo>
                      <a:pt x="19" y="63"/>
                      <a:pt x="17" y="60"/>
                      <a:pt x="18" y="61"/>
                    </a:cubicBezTo>
                    <a:cubicBezTo>
                      <a:pt x="18" y="62"/>
                      <a:pt x="18" y="62"/>
                      <a:pt x="18" y="62"/>
                    </a:cubicBezTo>
                    <a:cubicBezTo>
                      <a:pt x="18" y="61"/>
                      <a:pt x="18" y="61"/>
                      <a:pt x="18" y="61"/>
                    </a:cubicBezTo>
                    <a:cubicBezTo>
                      <a:pt x="18" y="60"/>
                      <a:pt x="17" y="58"/>
                      <a:pt x="17" y="58"/>
                    </a:cubicBezTo>
                    <a:cubicBezTo>
                      <a:pt x="16" y="55"/>
                      <a:pt x="17" y="58"/>
                      <a:pt x="17" y="57"/>
                    </a:cubicBezTo>
                    <a:cubicBezTo>
                      <a:pt x="16" y="55"/>
                      <a:pt x="17" y="57"/>
                      <a:pt x="16" y="56"/>
                    </a:cubicBezTo>
                    <a:cubicBezTo>
                      <a:pt x="16" y="54"/>
                      <a:pt x="16" y="54"/>
                      <a:pt x="16" y="54"/>
                    </a:cubicBezTo>
                    <a:cubicBezTo>
                      <a:pt x="16" y="54"/>
                      <a:pt x="17" y="55"/>
                      <a:pt x="17" y="57"/>
                    </a:cubicBezTo>
                    <a:cubicBezTo>
                      <a:pt x="17" y="57"/>
                      <a:pt x="17" y="57"/>
                      <a:pt x="17" y="56"/>
                    </a:cubicBezTo>
                    <a:cubicBezTo>
                      <a:pt x="17" y="58"/>
                      <a:pt x="18" y="60"/>
                      <a:pt x="19" y="61"/>
                    </a:cubicBezTo>
                    <a:cubicBezTo>
                      <a:pt x="19" y="62"/>
                      <a:pt x="18" y="60"/>
                      <a:pt x="18" y="59"/>
                    </a:cubicBezTo>
                    <a:cubicBezTo>
                      <a:pt x="18" y="59"/>
                      <a:pt x="18" y="57"/>
                      <a:pt x="18" y="57"/>
                    </a:cubicBezTo>
                    <a:cubicBezTo>
                      <a:pt x="16" y="52"/>
                      <a:pt x="19" y="60"/>
                      <a:pt x="19" y="59"/>
                    </a:cubicBezTo>
                    <a:cubicBezTo>
                      <a:pt x="18" y="56"/>
                      <a:pt x="18" y="55"/>
                      <a:pt x="17" y="52"/>
                    </a:cubicBezTo>
                    <a:cubicBezTo>
                      <a:pt x="17" y="51"/>
                      <a:pt x="17" y="50"/>
                      <a:pt x="17" y="51"/>
                    </a:cubicBezTo>
                    <a:cubicBezTo>
                      <a:pt x="18" y="53"/>
                      <a:pt x="18" y="52"/>
                      <a:pt x="18" y="54"/>
                    </a:cubicBezTo>
                    <a:cubicBezTo>
                      <a:pt x="18" y="54"/>
                      <a:pt x="18" y="54"/>
                      <a:pt x="18" y="54"/>
                    </a:cubicBezTo>
                    <a:cubicBezTo>
                      <a:pt x="19" y="56"/>
                      <a:pt x="19" y="56"/>
                      <a:pt x="19" y="56"/>
                    </a:cubicBezTo>
                    <a:cubicBezTo>
                      <a:pt x="21" y="60"/>
                      <a:pt x="21" y="60"/>
                      <a:pt x="21" y="60"/>
                    </a:cubicBezTo>
                    <a:cubicBezTo>
                      <a:pt x="21" y="59"/>
                      <a:pt x="20" y="58"/>
                      <a:pt x="20" y="57"/>
                    </a:cubicBezTo>
                    <a:cubicBezTo>
                      <a:pt x="20" y="58"/>
                      <a:pt x="21" y="59"/>
                      <a:pt x="21" y="59"/>
                    </a:cubicBezTo>
                    <a:cubicBezTo>
                      <a:pt x="20" y="59"/>
                      <a:pt x="20" y="56"/>
                      <a:pt x="20" y="56"/>
                    </a:cubicBezTo>
                    <a:cubicBezTo>
                      <a:pt x="20" y="56"/>
                      <a:pt x="21" y="58"/>
                      <a:pt x="21" y="58"/>
                    </a:cubicBezTo>
                    <a:cubicBezTo>
                      <a:pt x="22" y="60"/>
                      <a:pt x="22" y="60"/>
                      <a:pt x="22" y="60"/>
                    </a:cubicBezTo>
                    <a:cubicBezTo>
                      <a:pt x="21" y="58"/>
                      <a:pt x="22" y="61"/>
                      <a:pt x="22" y="60"/>
                    </a:cubicBezTo>
                    <a:cubicBezTo>
                      <a:pt x="22" y="59"/>
                      <a:pt x="21" y="57"/>
                      <a:pt x="21" y="56"/>
                    </a:cubicBezTo>
                    <a:cubicBezTo>
                      <a:pt x="21" y="55"/>
                      <a:pt x="22" y="56"/>
                      <a:pt x="22" y="56"/>
                    </a:cubicBezTo>
                    <a:cubicBezTo>
                      <a:pt x="22" y="57"/>
                      <a:pt x="22" y="57"/>
                      <a:pt x="22" y="57"/>
                    </a:cubicBezTo>
                    <a:cubicBezTo>
                      <a:pt x="22" y="57"/>
                      <a:pt x="23" y="61"/>
                      <a:pt x="23" y="60"/>
                    </a:cubicBezTo>
                    <a:cubicBezTo>
                      <a:pt x="22" y="58"/>
                      <a:pt x="22" y="58"/>
                      <a:pt x="22" y="58"/>
                    </a:cubicBezTo>
                    <a:cubicBezTo>
                      <a:pt x="23" y="58"/>
                      <a:pt x="23" y="59"/>
                      <a:pt x="23" y="60"/>
                    </a:cubicBezTo>
                    <a:cubicBezTo>
                      <a:pt x="23" y="58"/>
                      <a:pt x="23" y="59"/>
                      <a:pt x="23" y="58"/>
                    </a:cubicBezTo>
                    <a:cubicBezTo>
                      <a:pt x="23" y="59"/>
                      <a:pt x="23" y="59"/>
                      <a:pt x="23" y="59"/>
                    </a:cubicBezTo>
                    <a:cubicBezTo>
                      <a:pt x="23" y="58"/>
                      <a:pt x="23" y="56"/>
                      <a:pt x="24" y="58"/>
                    </a:cubicBezTo>
                    <a:cubicBezTo>
                      <a:pt x="23" y="56"/>
                      <a:pt x="23" y="58"/>
                      <a:pt x="23" y="57"/>
                    </a:cubicBezTo>
                    <a:cubicBezTo>
                      <a:pt x="22" y="55"/>
                      <a:pt x="22" y="55"/>
                      <a:pt x="22" y="55"/>
                    </a:cubicBezTo>
                    <a:cubicBezTo>
                      <a:pt x="23" y="58"/>
                      <a:pt x="23" y="55"/>
                      <a:pt x="23" y="55"/>
                    </a:cubicBezTo>
                    <a:cubicBezTo>
                      <a:pt x="24" y="56"/>
                      <a:pt x="24" y="56"/>
                      <a:pt x="24" y="57"/>
                    </a:cubicBezTo>
                    <a:cubicBezTo>
                      <a:pt x="24" y="55"/>
                      <a:pt x="24" y="55"/>
                      <a:pt x="24" y="55"/>
                    </a:cubicBezTo>
                    <a:cubicBezTo>
                      <a:pt x="25" y="59"/>
                      <a:pt x="24" y="54"/>
                      <a:pt x="24" y="55"/>
                    </a:cubicBezTo>
                    <a:cubicBezTo>
                      <a:pt x="25" y="56"/>
                      <a:pt x="25" y="58"/>
                      <a:pt x="25" y="58"/>
                    </a:cubicBezTo>
                    <a:cubicBezTo>
                      <a:pt x="24" y="56"/>
                      <a:pt x="25" y="55"/>
                      <a:pt x="24" y="53"/>
                    </a:cubicBezTo>
                    <a:cubicBezTo>
                      <a:pt x="25" y="54"/>
                      <a:pt x="25" y="56"/>
                      <a:pt x="26" y="58"/>
                    </a:cubicBezTo>
                    <a:cubicBezTo>
                      <a:pt x="25" y="56"/>
                      <a:pt x="26" y="59"/>
                      <a:pt x="26" y="57"/>
                    </a:cubicBezTo>
                    <a:cubicBezTo>
                      <a:pt x="25" y="56"/>
                      <a:pt x="25" y="55"/>
                      <a:pt x="25" y="54"/>
                    </a:cubicBezTo>
                    <a:cubicBezTo>
                      <a:pt x="26" y="54"/>
                      <a:pt x="25" y="55"/>
                      <a:pt x="26" y="56"/>
                    </a:cubicBezTo>
                    <a:cubicBezTo>
                      <a:pt x="26" y="56"/>
                      <a:pt x="26" y="54"/>
                      <a:pt x="25" y="53"/>
                    </a:cubicBezTo>
                    <a:cubicBezTo>
                      <a:pt x="26" y="53"/>
                      <a:pt x="25" y="51"/>
                      <a:pt x="26" y="52"/>
                    </a:cubicBezTo>
                    <a:cubicBezTo>
                      <a:pt x="26" y="54"/>
                      <a:pt x="26" y="53"/>
                      <a:pt x="26" y="54"/>
                    </a:cubicBezTo>
                    <a:cubicBezTo>
                      <a:pt x="27" y="54"/>
                      <a:pt x="25" y="50"/>
                      <a:pt x="26" y="50"/>
                    </a:cubicBezTo>
                    <a:cubicBezTo>
                      <a:pt x="25" y="49"/>
                      <a:pt x="25" y="46"/>
                      <a:pt x="25" y="45"/>
                    </a:cubicBezTo>
                    <a:cubicBezTo>
                      <a:pt x="25" y="45"/>
                      <a:pt x="25" y="46"/>
                      <a:pt x="25" y="48"/>
                    </a:cubicBezTo>
                    <a:cubicBezTo>
                      <a:pt x="25" y="48"/>
                      <a:pt x="25" y="48"/>
                      <a:pt x="25" y="48"/>
                    </a:cubicBezTo>
                    <a:cubicBezTo>
                      <a:pt x="27" y="50"/>
                      <a:pt x="26" y="52"/>
                      <a:pt x="27" y="55"/>
                    </a:cubicBezTo>
                    <a:cubicBezTo>
                      <a:pt x="27" y="54"/>
                      <a:pt x="27" y="54"/>
                      <a:pt x="27" y="54"/>
                    </a:cubicBezTo>
                    <a:cubicBezTo>
                      <a:pt x="28" y="57"/>
                      <a:pt x="28" y="57"/>
                      <a:pt x="28" y="57"/>
                    </a:cubicBezTo>
                    <a:cubicBezTo>
                      <a:pt x="27" y="55"/>
                      <a:pt x="28" y="56"/>
                      <a:pt x="28" y="55"/>
                    </a:cubicBezTo>
                    <a:cubicBezTo>
                      <a:pt x="28" y="54"/>
                      <a:pt x="28" y="56"/>
                      <a:pt x="28" y="55"/>
                    </a:cubicBezTo>
                    <a:cubicBezTo>
                      <a:pt x="28" y="54"/>
                      <a:pt x="27" y="51"/>
                      <a:pt x="28" y="52"/>
                    </a:cubicBezTo>
                    <a:cubicBezTo>
                      <a:pt x="29" y="55"/>
                      <a:pt x="29" y="55"/>
                      <a:pt x="29" y="55"/>
                    </a:cubicBezTo>
                    <a:cubicBezTo>
                      <a:pt x="29" y="56"/>
                      <a:pt x="28" y="53"/>
                      <a:pt x="29" y="54"/>
                    </a:cubicBezTo>
                    <a:cubicBezTo>
                      <a:pt x="29" y="55"/>
                      <a:pt x="29" y="55"/>
                      <a:pt x="29" y="55"/>
                    </a:cubicBezTo>
                    <a:cubicBezTo>
                      <a:pt x="30" y="55"/>
                      <a:pt x="32" y="55"/>
                      <a:pt x="31" y="51"/>
                    </a:cubicBezTo>
                    <a:cubicBezTo>
                      <a:pt x="32" y="52"/>
                      <a:pt x="32" y="52"/>
                      <a:pt x="33" y="53"/>
                    </a:cubicBezTo>
                    <a:cubicBezTo>
                      <a:pt x="33" y="53"/>
                      <a:pt x="33" y="51"/>
                      <a:pt x="33" y="51"/>
                    </a:cubicBezTo>
                    <a:cubicBezTo>
                      <a:pt x="34" y="53"/>
                      <a:pt x="34" y="53"/>
                      <a:pt x="34" y="53"/>
                    </a:cubicBezTo>
                    <a:cubicBezTo>
                      <a:pt x="34" y="54"/>
                      <a:pt x="34" y="52"/>
                      <a:pt x="34" y="51"/>
                    </a:cubicBezTo>
                    <a:cubicBezTo>
                      <a:pt x="35" y="52"/>
                      <a:pt x="35" y="52"/>
                      <a:pt x="35" y="52"/>
                    </a:cubicBezTo>
                    <a:cubicBezTo>
                      <a:pt x="35" y="54"/>
                      <a:pt x="35" y="51"/>
                      <a:pt x="35" y="51"/>
                    </a:cubicBezTo>
                    <a:cubicBezTo>
                      <a:pt x="35" y="52"/>
                      <a:pt x="35" y="52"/>
                      <a:pt x="35" y="52"/>
                    </a:cubicBezTo>
                    <a:cubicBezTo>
                      <a:pt x="35" y="51"/>
                      <a:pt x="35" y="51"/>
                      <a:pt x="35" y="51"/>
                    </a:cubicBezTo>
                    <a:cubicBezTo>
                      <a:pt x="35" y="50"/>
                      <a:pt x="35" y="50"/>
                      <a:pt x="36" y="52"/>
                    </a:cubicBezTo>
                    <a:cubicBezTo>
                      <a:pt x="36" y="51"/>
                      <a:pt x="36" y="51"/>
                      <a:pt x="36" y="51"/>
                    </a:cubicBezTo>
                    <a:cubicBezTo>
                      <a:pt x="37" y="52"/>
                      <a:pt x="37" y="52"/>
                      <a:pt x="38" y="51"/>
                    </a:cubicBezTo>
                    <a:cubicBezTo>
                      <a:pt x="37" y="51"/>
                      <a:pt x="37" y="50"/>
                      <a:pt x="37" y="49"/>
                    </a:cubicBezTo>
                    <a:cubicBezTo>
                      <a:pt x="36" y="46"/>
                      <a:pt x="37" y="49"/>
                      <a:pt x="37" y="47"/>
                    </a:cubicBezTo>
                    <a:cubicBezTo>
                      <a:pt x="37" y="48"/>
                      <a:pt x="38" y="49"/>
                      <a:pt x="38" y="50"/>
                    </a:cubicBezTo>
                    <a:cubicBezTo>
                      <a:pt x="39" y="52"/>
                      <a:pt x="39" y="50"/>
                      <a:pt x="40" y="50"/>
                    </a:cubicBezTo>
                    <a:cubicBezTo>
                      <a:pt x="40" y="49"/>
                      <a:pt x="40" y="49"/>
                      <a:pt x="40" y="49"/>
                    </a:cubicBezTo>
                    <a:cubicBezTo>
                      <a:pt x="42" y="51"/>
                      <a:pt x="41" y="48"/>
                      <a:pt x="42" y="49"/>
                    </a:cubicBezTo>
                    <a:cubicBezTo>
                      <a:pt x="42" y="48"/>
                      <a:pt x="41" y="45"/>
                      <a:pt x="41" y="45"/>
                    </a:cubicBezTo>
                    <a:cubicBezTo>
                      <a:pt x="41" y="43"/>
                      <a:pt x="42" y="47"/>
                      <a:pt x="43" y="48"/>
                    </a:cubicBezTo>
                    <a:cubicBezTo>
                      <a:pt x="43" y="48"/>
                      <a:pt x="43" y="47"/>
                      <a:pt x="43" y="47"/>
                    </a:cubicBezTo>
                    <a:cubicBezTo>
                      <a:pt x="43" y="48"/>
                      <a:pt x="43" y="48"/>
                      <a:pt x="43" y="48"/>
                    </a:cubicBezTo>
                    <a:cubicBezTo>
                      <a:pt x="43" y="47"/>
                      <a:pt x="43" y="46"/>
                      <a:pt x="44" y="47"/>
                    </a:cubicBezTo>
                    <a:cubicBezTo>
                      <a:pt x="44" y="47"/>
                      <a:pt x="44" y="47"/>
                      <a:pt x="44" y="47"/>
                    </a:cubicBezTo>
                    <a:cubicBezTo>
                      <a:pt x="44" y="47"/>
                      <a:pt x="45" y="48"/>
                      <a:pt x="45" y="48"/>
                    </a:cubicBezTo>
                    <a:cubicBezTo>
                      <a:pt x="44" y="46"/>
                      <a:pt x="45" y="47"/>
                      <a:pt x="45" y="45"/>
                    </a:cubicBezTo>
                    <a:cubicBezTo>
                      <a:pt x="45" y="46"/>
                      <a:pt x="45" y="46"/>
                      <a:pt x="45" y="46"/>
                    </a:cubicBezTo>
                    <a:cubicBezTo>
                      <a:pt x="45" y="44"/>
                      <a:pt x="45" y="44"/>
                      <a:pt x="45" y="44"/>
                    </a:cubicBezTo>
                    <a:cubicBezTo>
                      <a:pt x="45" y="45"/>
                      <a:pt x="45" y="45"/>
                      <a:pt x="45" y="45"/>
                    </a:cubicBezTo>
                    <a:cubicBezTo>
                      <a:pt x="46" y="47"/>
                      <a:pt x="46" y="47"/>
                      <a:pt x="46" y="47"/>
                    </a:cubicBezTo>
                    <a:cubicBezTo>
                      <a:pt x="46" y="48"/>
                      <a:pt x="45" y="45"/>
                      <a:pt x="45" y="45"/>
                    </a:cubicBezTo>
                    <a:cubicBezTo>
                      <a:pt x="45" y="43"/>
                      <a:pt x="46" y="45"/>
                      <a:pt x="46" y="45"/>
                    </a:cubicBezTo>
                    <a:cubicBezTo>
                      <a:pt x="46" y="46"/>
                      <a:pt x="46" y="45"/>
                      <a:pt x="46" y="45"/>
                    </a:cubicBezTo>
                    <a:cubicBezTo>
                      <a:pt x="46" y="47"/>
                      <a:pt x="46" y="46"/>
                      <a:pt x="46" y="47"/>
                    </a:cubicBezTo>
                    <a:cubicBezTo>
                      <a:pt x="46" y="47"/>
                      <a:pt x="46" y="45"/>
                      <a:pt x="46" y="45"/>
                    </a:cubicBezTo>
                    <a:cubicBezTo>
                      <a:pt x="46" y="45"/>
                      <a:pt x="47" y="45"/>
                      <a:pt x="47" y="46"/>
                    </a:cubicBezTo>
                    <a:cubicBezTo>
                      <a:pt x="47" y="45"/>
                      <a:pt x="47" y="45"/>
                      <a:pt x="47" y="45"/>
                    </a:cubicBezTo>
                    <a:cubicBezTo>
                      <a:pt x="47" y="44"/>
                      <a:pt x="46" y="44"/>
                      <a:pt x="46" y="43"/>
                    </a:cubicBezTo>
                    <a:cubicBezTo>
                      <a:pt x="46" y="43"/>
                      <a:pt x="46" y="42"/>
                      <a:pt x="46" y="43"/>
                    </a:cubicBezTo>
                    <a:cubicBezTo>
                      <a:pt x="46" y="43"/>
                      <a:pt x="46" y="43"/>
                      <a:pt x="46" y="43"/>
                    </a:cubicBezTo>
                    <a:cubicBezTo>
                      <a:pt x="46" y="43"/>
                      <a:pt x="47" y="43"/>
                      <a:pt x="46" y="42"/>
                    </a:cubicBezTo>
                    <a:cubicBezTo>
                      <a:pt x="47" y="44"/>
                      <a:pt x="47" y="44"/>
                      <a:pt x="47" y="44"/>
                    </a:cubicBezTo>
                    <a:cubicBezTo>
                      <a:pt x="47" y="43"/>
                      <a:pt x="47" y="43"/>
                      <a:pt x="47" y="42"/>
                    </a:cubicBezTo>
                    <a:cubicBezTo>
                      <a:pt x="48" y="44"/>
                      <a:pt x="49" y="46"/>
                      <a:pt x="49" y="46"/>
                    </a:cubicBezTo>
                    <a:cubicBezTo>
                      <a:pt x="49" y="44"/>
                      <a:pt x="49" y="44"/>
                      <a:pt x="49" y="44"/>
                    </a:cubicBezTo>
                    <a:cubicBezTo>
                      <a:pt x="49" y="44"/>
                      <a:pt x="49" y="44"/>
                      <a:pt x="50" y="45"/>
                    </a:cubicBezTo>
                    <a:cubicBezTo>
                      <a:pt x="51" y="46"/>
                      <a:pt x="48" y="40"/>
                      <a:pt x="49" y="42"/>
                    </a:cubicBezTo>
                    <a:cubicBezTo>
                      <a:pt x="50" y="44"/>
                      <a:pt x="50" y="44"/>
                      <a:pt x="51" y="44"/>
                    </a:cubicBezTo>
                    <a:cubicBezTo>
                      <a:pt x="50" y="43"/>
                      <a:pt x="50" y="43"/>
                      <a:pt x="50" y="43"/>
                    </a:cubicBezTo>
                    <a:cubicBezTo>
                      <a:pt x="50" y="42"/>
                      <a:pt x="51" y="45"/>
                      <a:pt x="50" y="43"/>
                    </a:cubicBezTo>
                    <a:cubicBezTo>
                      <a:pt x="50" y="42"/>
                      <a:pt x="50" y="42"/>
                      <a:pt x="50" y="42"/>
                    </a:cubicBezTo>
                    <a:cubicBezTo>
                      <a:pt x="52" y="46"/>
                      <a:pt x="52" y="42"/>
                      <a:pt x="54" y="44"/>
                    </a:cubicBezTo>
                    <a:cubicBezTo>
                      <a:pt x="52" y="42"/>
                      <a:pt x="54" y="43"/>
                      <a:pt x="53" y="42"/>
                    </a:cubicBezTo>
                    <a:cubicBezTo>
                      <a:pt x="54" y="45"/>
                      <a:pt x="54" y="42"/>
                      <a:pt x="54" y="43"/>
                    </a:cubicBezTo>
                    <a:cubicBezTo>
                      <a:pt x="53" y="41"/>
                      <a:pt x="53" y="41"/>
                      <a:pt x="53" y="41"/>
                    </a:cubicBezTo>
                    <a:cubicBezTo>
                      <a:pt x="54" y="42"/>
                      <a:pt x="53" y="37"/>
                      <a:pt x="54" y="40"/>
                    </a:cubicBezTo>
                    <a:cubicBezTo>
                      <a:pt x="55" y="40"/>
                      <a:pt x="55" y="41"/>
                      <a:pt x="55" y="42"/>
                    </a:cubicBezTo>
                    <a:cubicBezTo>
                      <a:pt x="56" y="44"/>
                      <a:pt x="55" y="39"/>
                      <a:pt x="56" y="42"/>
                    </a:cubicBezTo>
                    <a:cubicBezTo>
                      <a:pt x="56" y="41"/>
                      <a:pt x="55" y="40"/>
                      <a:pt x="55" y="39"/>
                    </a:cubicBezTo>
                    <a:cubicBezTo>
                      <a:pt x="56" y="40"/>
                      <a:pt x="57" y="41"/>
                      <a:pt x="57" y="41"/>
                    </a:cubicBezTo>
                    <a:cubicBezTo>
                      <a:pt x="57" y="41"/>
                      <a:pt x="57" y="40"/>
                      <a:pt x="57" y="40"/>
                    </a:cubicBezTo>
                    <a:cubicBezTo>
                      <a:pt x="57" y="41"/>
                      <a:pt x="57" y="41"/>
                      <a:pt x="57" y="42"/>
                    </a:cubicBezTo>
                    <a:cubicBezTo>
                      <a:pt x="58" y="42"/>
                      <a:pt x="58" y="41"/>
                      <a:pt x="58" y="40"/>
                    </a:cubicBezTo>
                    <a:cubicBezTo>
                      <a:pt x="59" y="41"/>
                      <a:pt x="59" y="40"/>
                      <a:pt x="60" y="41"/>
                    </a:cubicBezTo>
                    <a:cubicBezTo>
                      <a:pt x="59" y="39"/>
                      <a:pt x="61" y="42"/>
                      <a:pt x="60" y="39"/>
                    </a:cubicBezTo>
                    <a:cubicBezTo>
                      <a:pt x="60" y="40"/>
                      <a:pt x="60" y="40"/>
                      <a:pt x="60" y="40"/>
                    </a:cubicBezTo>
                    <a:cubicBezTo>
                      <a:pt x="60" y="39"/>
                      <a:pt x="59" y="37"/>
                      <a:pt x="59" y="37"/>
                    </a:cubicBezTo>
                    <a:cubicBezTo>
                      <a:pt x="60" y="39"/>
                      <a:pt x="60" y="39"/>
                      <a:pt x="60" y="39"/>
                    </a:cubicBezTo>
                    <a:cubicBezTo>
                      <a:pt x="61" y="41"/>
                      <a:pt x="61" y="39"/>
                      <a:pt x="61" y="40"/>
                    </a:cubicBezTo>
                    <a:cubicBezTo>
                      <a:pt x="60" y="38"/>
                      <a:pt x="62" y="40"/>
                      <a:pt x="61" y="38"/>
                    </a:cubicBezTo>
                    <a:cubicBezTo>
                      <a:pt x="61" y="38"/>
                      <a:pt x="61" y="38"/>
                      <a:pt x="61" y="38"/>
                    </a:cubicBezTo>
                    <a:cubicBezTo>
                      <a:pt x="61" y="37"/>
                      <a:pt x="60" y="37"/>
                      <a:pt x="61" y="36"/>
                    </a:cubicBezTo>
                    <a:cubicBezTo>
                      <a:pt x="61" y="36"/>
                      <a:pt x="62" y="38"/>
                      <a:pt x="62" y="38"/>
                    </a:cubicBezTo>
                    <a:cubicBezTo>
                      <a:pt x="62" y="39"/>
                      <a:pt x="62" y="38"/>
                      <a:pt x="62" y="38"/>
                    </a:cubicBezTo>
                    <a:cubicBezTo>
                      <a:pt x="62" y="38"/>
                      <a:pt x="62" y="38"/>
                      <a:pt x="62" y="37"/>
                    </a:cubicBezTo>
                    <a:cubicBezTo>
                      <a:pt x="62" y="38"/>
                      <a:pt x="62" y="38"/>
                      <a:pt x="62" y="38"/>
                    </a:cubicBezTo>
                    <a:cubicBezTo>
                      <a:pt x="62" y="38"/>
                      <a:pt x="62" y="38"/>
                      <a:pt x="62" y="38"/>
                    </a:cubicBezTo>
                    <a:cubicBezTo>
                      <a:pt x="62" y="38"/>
                      <a:pt x="62" y="38"/>
                      <a:pt x="62" y="38"/>
                    </a:cubicBezTo>
                    <a:cubicBezTo>
                      <a:pt x="62" y="38"/>
                      <a:pt x="62" y="38"/>
                      <a:pt x="62" y="38"/>
                    </a:cubicBezTo>
                    <a:cubicBezTo>
                      <a:pt x="62" y="38"/>
                      <a:pt x="63" y="38"/>
                      <a:pt x="63" y="38"/>
                    </a:cubicBezTo>
                    <a:cubicBezTo>
                      <a:pt x="63" y="38"/>
                      <a:pt x="63" y="38"/>
                      <a:pt x="63" y="38"/>
                    </a:cubicBezTo>
                    <a:cubicBezTo>
                      <a:pt x="63" y="38"/>
                      <a:pt x="63" y="38"/>
                      <a:pt x="63" y="38"/>
                    </a:cubicBezTo>
                    <a:cubicBezTo>
                      <a:pt x="64" y="40"/>
                      <a:pt x="64" y="40"/>
                      <a:pt x="64" y="40"/>
                    </a:cubicBezTo>
                    <a:cubicBezTo>
                      <a:pt x="64" y="40"/>
                      <a:pt x="64" y="38"/>
                      <a:pt x="63" y="37"/>
                    </a:cubicBezTo>
                    <a:cubicBezTo>
                      <a:pt x="64" y="38"/>
                      <a:pt x="65" y="36"/>
                      <a:pt x="65" y="36"/>
                    </a:cubicBezTo>
                    <a:cubicBezTo>
                      <a:pt x="65" y="36"/>
                      <a:pt x="65" y="37"/>
                      <a:pt x="65" y="36"/>
                    </a:cubicBezTo>
                    <a:cubicBezTo>
                      <a:pt x="65" y="36"/>
                      <a:pt x="65" y="34"/>
                      <a:pt x="65" y="35"/>
                    </a:cubicBezTo>
                    <a:cubicBezTo>
                      <a:pt x="65" y="35"/>
                      <a:pt x="66" y="36"/>
                      <a:pt x="66" y="36"/>
                    </a:cubicBezTo>
                    <a:cubicBezTo>
                      <a:pt x="66" y="37"/>
                      <a:pt x="66" y="35"/>
                      <a:pt x="66" y="35"/>
                    </a:cubicBezTo>
                    <a:cubicBezTo>
                      <a:pt x="67" y="37"/>
                      <a:pt x="66" y="33"/>
                      <a:pt x="67" y="34"/>
                    </a:cubicBezTo>
                    <a:cubicBezTo>
                      <a:pt x="67" y="34"/>
                      <a:pt x="68" y="35"/>
                      <a:pt x="68" y="36"/>
                    </a:cubicBezTo>
                    <a:cubicBezTo>
                      <a:pt x="68" y="35"/>
                      <a:pt x="68" y="34"/>
                      <a:pt x="68" y="32"/>
                    </a:cubicBezTo>
                    <a:cubicBezTo>
                      <a:pt x="68" y="34"/>
                      <a:pt x="68" y="34"/>
                      <a:pt x="68" y="34"/>
                    </a:cubicBezTo>
                    <a:cubicBezTo>
                      <a:pt x="69" y="34"/>
                      <a:pt x="69" y="33"/>
                      <a:pt x="69" y="32"/>
                    </a:cubicBezTo>
                    <a:cubicBezTo>
                      <a:pt x="68" y="31"/>
                      <a:pt x="68" y="30"/>
                      <a:pt x="68" y="30"/>
                    </a:cubicBezTo>
                    <a:cubicBezTo>
                      <a:pt x="68" y="30"/>
                      <a:pt x="68" y="30"/>
                      <a:pt x="68" y="30"/>
                    </a:cubicBezTo>
                    <a:cubicBezTo>
                      <a:pt x="68" y="29"/>
                      <a:pt x="68" y="29"/>
                      <a:pt x="68" y="29"/>
                    </a:cubicBezTo>
                    <a:cubicBezTo>
                      <a:pt x="69" y="30"/>
                      <a:pt x="68" y="30"/>
                      <a:pt x="69" y="30"/>
                    </a:cubicBezTo>
                    <a:cubicBezTo>
                      <a:pt x="70" y="33"/>
                      <a:pt x="70" y="31"/>
                      <a:pt x="70" y="32"/>
                    </a:cubicBezTo>
                    <a:cubicBezTo>
                      <a:pt x="70" y="30"/>
                      <a:pt x="70" y="30"/>
                      <a:pt x="70" y="30"/>
                    </a:cubicBezTo>
                    <a:cubicBezTo>
                      <a:pt x="70" y="29"/>
                      <a:pt x="71" y="31"/>
                      <a:pt x="71" y="31"/>
                    </a:cubicBezTo>
                    <a:cubicBezTo>
                      <a:pt x="69" y="26"/>
                      <a:pt x="69" y="26"/>
                      <a:pt x="69" y="26"/>
                    </a:cubicBezTo>
                    <a:cubicBezTo>
                      <a:pt x="69" y="27"/>
                      <a:pt x="71" y="28"/>
                      <a:pt x="71" y="29"/>
                    </a:cubicBezTo>
                    <a:cubicBezTo>
                      <a:pt x="71" y="29"/>
                      <a:pt x="70" y="26"/>
                      <a:pt x="70" y="24"/>
                    </a:cubicBezTo>
                    <a:cubicBezTo>
                      <a:pt x="70" y="25"/>
                      <a:pt x="70" y="24"/>
                      <a:pt x="70" y="23"/>
                    </a:cubicBezTo>
                    <a:cubicBezTo>
                      <a:pt x="71" y="25"/>
                      <a:pt x="70" y="23"/>
                      <a:pt x="71" y="24"/>
                    </a:cubicBezTo>
                    <a:cubicBezTo>
                      <a:pt x="72" y="26"/>
                      <a:pt x="72" y="26"/>
                      <a:pt x="72" y="26"/>
                    </a:cubicBezTo>
                    <a:cubicBezTo>
                      <a:pt x="71" y="26"/>
                      <a:pt x="73" y="28"/>
                      <a:pt x="73" y="29"/>
                    </a:cubicBezTo>
                    <a:cubicBezTo>
                      <a:pt x="73" y="28"/>
                      <a:pt x="74" y="28"/>
                      <a:pt x="75" y="29"/>
                    </a:cubicBezTo>
                    <a:cubicBezTo>
                      <a:pt x="73" y="26"/>
                      <a:pt x="74" y="27"/>
                      <a:pt x="73" y="25"/>
                    </a:cubicBezTo>
                    <a:cubicBezTo>
                      <a:pt x="74" y="24"/>
                      <a:pt x="74" y="27"/>
                      <a:pt x="75" y="27"/>
                    </a:cubicBezTo>
                    <a:cubicBezTo>
                      <a:pt x="75" y="26"/>
                      <a:pt x="76" y="26"/>
                      <a:pt x="76" y="26"/>
                    </a:cubicBezTo>
                    <a:cubicBezTo>
                      <a:pt x="76" y="26"/>
                      <a:pt x="76" y="26"/>
                      <a:pt x="76" y="26"/>
                    </a:cubicBezTo>
                    <a:cubicBezTo>
                      <a:pt x="76" y="25"/>
                      <a:pt x="77" y="26"/>
                      <a:pt x="77" y="23"/>
                    </a:cubicBezTo>
                    <a:cubicBezTo>
                      <a:pt x="77" y="25"/>
                      <a:pt x="77" y="25"/>
                      <a:pt x="77" y="25"/>
                    </a:cubicBezTo>
                    <a:cubicBezTo>
                      <a:pt x="78" y="25"/>
                      <a:pt x="76" y="22"/>
                      <a:pt x="77" y="23"/>
                    </a:cubicBezTo>
                    <a:cubicBezTo>
                      <a:pt x="78" y="24"/>
                      <a:pt x="78" y="24"/>
                      <a:pt x="78" y="24"/>
                    </a:cubicBezTo>
                    <a:cubicBezTo>
                      <a:pt x="78" y="23"/>
                      <a:pt x="79" y="25"/>
                      <a:pt x="78" y="23"/>
                    </a:cubicBezTo>
                    <a:cubicBezTo>
                      <a:pt x="79" y="24"/>
                      <a:pt x="79" y="24"/>
                      <a:pt x="79" y="24"/>
                    </a:cubicBezTo>
                    <a:cubicBezTo>
                      <a:pt x="79" y="23"/>
                      <a:pt x="79" y="24"/>
                      <a:pt x="79" y="22"/>
                    </a:cubicBezTo>
                    <a:cubicBezTo>
                      <a:pt x="80" y="24"/>
                      <a:pt x="80" y="24"/>
                      <a:pt x="80" y="24"/>
                    </a:cubicBezTo>
                    <a:cubicBezTo>
                      <a:pt x="80" y="25"/>
                      <a:pt x="79" y="22"/>
                      <a:pt x="80" y="22"/>
                    </a:cubicBezTo>
                    <a:cubicBezTo>
                      <a:pt x="80" y="22"/>
                      <a:pt x="81" y="23"/>
                      <a:pt x="81" y="23"/>
                    </a:cubicBezTo>
                    <a:cubicBezTo>
                      <a:pt x="80" y="22"/>
                      <a:pt x="81" y="22"/>
                      <a:pt x="81" y="21"/>
                    </a:cubicBezTo>
                    <a:cubicBezTo>
                      <a:pt x="82" y="23"/>
                      <a:pt x="82" y="23"/>
                      <a:pt x="82" y="23"/>
                    </a:cubicBezTo>
                    <a:cubicBezTo>
                      <a:pt x="84" y="22"/>
                      <a:pt x="86" y="22"/>
                      <a:pt x="86" y="19"/>
                    </a:cubicBezTo>
                    <a:cubicBezTo>
                      <a:pt x="88" y="21"/>
                      <a:pt x="87" y="21"/>
                      <a:pt x="87" y="22"/>
                    </a:cubicBezTo>
                    <a:cubicBezTo>
                      <a:pt x="87" y="20"/>
                      <a:pt x="87" y="22"/>
                      <a:pt x="88" y="21"/>
                    </a:cubicBezTo>
                    <a:cubicBezTo>
                      <a:pt x="88" y="21"/>
                      <a:pt x="88" y="21"/>
                      <a:pt x="88" y="21"/>
                    </a:cubicBezTo>
                    <a:cubicBezTo>
                      <a:pt x="88" y="20"/>
                      <a:pt x="89" y="22"/>
                      <a:pt x="89" y="21"/>
                    </a:cubicBezTo>
                    <a:cubicBezTo>
                      <a:pt x="88" y="20"/>
                      <a:pt x="88" y="20"/>
                      <a:pt x="88" y="20"/>
                    </a:cubicBezTo>
                    <a:cubicBezTo>
                      <a:pt x="88" y="19"/>
                      <a:pt x="90" y="23"/>
                      <a:pt x="89" y="20"/>
                    </a:cubicBezTo>
                    <a:cubicBezTo>
                      <a:pt x="90" y="22"/>
                      <a:pt x="90" y="22"/>
                      <a:pt x="90" y="22"/>
                    </a:cubicBezTo>
                    <a:cubicBezTo>
                      <a:pt x="89" y="19"/>
                      <a:pt x="91" y="22"/>
                      <a:pt x="90" y="20"/>
                    </a:cubicBezTo>
                    <a:cubicBezTo>
                      <a:pt x="90" y="20"/>
                      <a:pt x="90" y="20"/>
                      <a:pt x="90" y="20"/>
                    </a:cubicBezTo>
                    <a:cubicBezTo>
                      <a:pt x="91" y="21"/>
                      <a:pt x="90" y="17"/>
                      <a:pt x="91" y="19"/>
                    </a:cubicBezTo>
                    <a:cubicBezTo>
                      <a:pt x="91" y="19"/>
                      <a:pt x="91" y="18"/>
                      <a:pt x="91" y="16"/>
                    </a:cubicBezTo>
                    <a:cubicBezTo>
                      <a:pt x="92" y="19"/>
                      <a:pt x="92" y="19"/>
                      <a:pt x="92" y="19"/>
                    </a:cubicBezTo>
                    <a:cubicBezTo>
                      <a:pt x="93" y="17"/>
                      <a:pt x="94" y="17"/>
                      <a:pt x="94" y="14"/>
                    </a:cubicBezTo>
                    <a:cubicBezTo>
                      <a:pt x="95" y="15"/>
                      <a:pt x="95" y="15"/>
                      <a:pt x="95" y="15"/>
                    </a:cubicBezTo>
                    <a:cubicBezTo>
                      <a:pt x="95" y="13"/>
                      <a:pt x="97" y="17"/>
                      <a:pt x="96" y="13"/>
                    </a:cubicBezTo>
                    <a:cubicBezTo>
                      <a:pt x="96" y="11"/>
                      <a:pt x="96" y="11"/>
                      <a:pt x="96" y="11"/>
                    </a:cubicBezTo>
                    <a:cubicBezTo>
                      <a:pt x="97" y="13"/>
                      <a:pt x="97" y="13"/>
                      <a:pt x="97" y="13"/>
                    </a:cubicBezTo>
                    <a:cubicBezTo>
                      <a:pt x="97" y="12"/>
                      <a:pt x="98" y="13"/>
                      <a:pt x="97" y="11"/>
                    </a:cubicBezTo>
                    <a:cubicBezTo>
                      <a:pt x="98" y="13"/>
                      <a:pt x="98" y="13"/>
                      <a:pt x="98" y="13"/>
                    </a:cubicBezTo>
                    <a:cubicBezTo>
                      <a:pt x="98" y="13"/>
                      <a:pt x="98" y="10"/>
                      <a:pt x="98" y="11"/>
                    </a:cubicBezTo>
                    <a:cubicBezTo>
                      <a:pt x="98" y="11"/>
                      <a:pt x="98" y="11"/>
                      <a:pt x="98" y="11"/>
                    </a:cubicBezTo>
                    <a:cubicBezTo>
                      <a:pt x="101" y="14"/>
                      <a:pt x="104" y="15"/>
                      <a:pt x="104" y="11"/>
                    </a:cubicBezTo>
                    <a:cubicBezTo>
                      <a:pt x="104" y="10"/>
                      <a:pt x="105" y="13"/>
                      <a:pt x="105" y="13"/>
                    </a:cubicBezTo>
                    <a:cubicBezTo>
                      <a:pt x="106" y="9"/>
                      <a:pt x="109" y="14"/>
                      <a:pt x="109" y="8"/>
                    </a:cubicBezTo>
                    <a:cubicBezTo>
                      <a:pt x="110" y="6"/>
                      <a:pt x="108" y="1"/>
                      <a:pt x="108"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1" name="Freeform 114"/>
              <p:cNvSpPr/>
              <p:nvPr/>
            </p:nvSpPr>
            <p:spPr bwMode="auto">
              <a:xfrm>
                <a:off x="3897" y="1269"/>
                <a:ext cx="6" cy="2"/>
              </a:xfrm>
              <a:custGeom>
                <a:avLst/>
                <a:gdLst>
                  <a:gd name="T0" fmla="*/ 6 w 6"/>
                  <a:gd name="T1" fmla="*/ 0 h 2"/>
                  <a:gd name="T2" fmla="*/ 6 w 6"/>
                  <a:gd name="T3" fmla="*/ 0 h 2"/>
                  <a:gd name="T4" fmla="*/ 0 w 6"/>
                  <a:gd name="T5" fmla="*/ 2 h 2"/>
                  <a:gd name="T6" fmla="*/ 6 w 6"/>
                  <a:gd name="T7" fmla="*/ 0 h 2"/>
                </a:gdLst>
                <a:ahLst/>
                <a:cxnLst>
                  <a:cxn ang="0">
                    <a:pos x="T0" y="T1"/>
                  </a:cxn>
                  <a:cxn ang="0">
                    <a:pos x="T2" y="T3"/>
                  </a:cxn>
                  <a:cxn ang="0">
                    <a:pos x="T4" y="T5"/>
                  </a:cxn>
                  <a:cxn ang="0">
                    <a:pos x="T6" y="T7"/>
                  </a:cxn>
                </a:cxnLst>
                <a:rect l="0" t="0" r="r" b="b"/>
                <a:pathLst>
                  <a:path w="6" h="2">
                    <a:moveTo>
                      <a:pt x="6" y="0"/>
                    </a:moveTo>
                    <a:lnTo>
                      <a:pt x="6" y="0"/>
                    </a:lnTo>
                    <a:lnTo>
                      <a:pt x="0" y="2"/>
                    </a:lnTo>
                    <a:lnTo>
                      <a:pt x="6"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2" name="Freeform 115"/>
              <p:cNvSpPr/>
              <p:nvPr/>
            </p:nvSpPr>
            <p:spPr bwMode="auto">
              <a:xfrm>
                <a:off x="3935" y="1214"/>
                <a:ext cx="78" cy="253"/>
              </a:xfrm>
              <a:custGeom>
                <a:avLst/>
                <a:gdLst>
                  <a:gd name="T0" fmla="*/ 15 w 37"/>
                  <a:gd name="T1" fmla="*/ 54 h 119"/>
                  <a:gd name="T2" fmla="*/ 12 w 37"/>
                  <a:gd name="T3" fmla="*/ 62 h 119"/>
                  <a:gd name="T4" fmla="*/ 8 w 37"/>
                  <a:gd name="T5" fmla="*/ 67 h 119"/>
                  <a:gd name="T6" fmla="*/ 6 w 37"/>
                  <a:gd name="T7" fmla="*/ 78 h 119"/>
                  <a:gd name="T8" fmla="*/ 4 w 37"/>
                  <a:gd name="T9" fmla="*/ 84 h 119"/>
                  <a:gd name="T10" fmla="*/ 2 w 37"/>
                  <a:gd name="T11" fmla="*/ 96 h 119"/>
                  <a:gd name="T12" fmla="*/ 5 w 37"/>
                  <a:gd name="T13" fmla="*/ 103 h 119"/>
                  <a:gd name="T14" fmla="*/ 2 w 37"/>
                  <a:gd name="T15" fmla="*/ 111 h 119"/>
                  <a:gd name="T16" fmla="*/ 2 w 37"/>
                  <a:gd name="T17" fmla="*/ 115 h 119"/>
                  <a:gd name="T18" fmla="*/ 7 w 37"/>
                  <a:gd name="T19" fmla="*/ 117 h 119"/>
                  <a:gd name="T20" fmla="*/ 8 w 37"/>
                  <a:gd name="T21" fmla="*/ 117 h 119"/>
                  <a:gd name="T22" fmla="*/ 9 w 37"/>
                  <a:gd name="T23" fmla="*/ 115 h 119"/>
                  <a:gd name="T24" fmla="*/ 12 w 37"/>
                  <a:gd name="T25" fmla="*/ 113 h 119"/>
                  <a:gd name="T26" fmla="*/ 15 w 37"/>
                  <a:gd name="T27" fmla="*/ 110 h 119"/>
                  <a:gd name="T28" fmla="*/ 17 w 37"/>
                  <a:gd name="T29" fmla="*/ 110 h 119"/>
                  <a:gd name="T30" fmla="*/ 17 w 37"/>
                  <a:gd name="T31" fmla="*/ 108 h 119"/>
                  <a:gd name="T32" fmla="*/ 18 w 37"/>
                  <a:gd name="T33" fmla="*/ 108 h 119"/>
                  <a:gd name="T34" fmla="*/ 21 w 37"/>
                  <a:gd name="T35" fmla="*/ 108 h 119"/>
                  <a:gd name="T36" fmla="*/ 15 w 37"/>
                  <a:gd name="T37" fmla="*/ 104 h 119"/>
                  <a:gd name="T38" fmla="*/ 18 w 37"/>
                  <a:gd name="T39" fmla="*/ 104 h 119"/>
                  <a:gd name="T40" fmla="*/ 20 w 37"/>
                  <a:gd name="T41" fmla="*/ 104 h 119"/>
                  <a:gd name="T42" fmla="*/ 22 w 37"/>
                  <a:gd name="T43" fmla="*/ 102 h 119"/>
                  <a:gd name="T44" fmla="*/ 20 w 37"/>
                  <a:gd name="T45" fmla="*/ 100 h 119"/>
                  <a:gd name="T46" fmla="*/ 22 w 37"/>
                  <a:gd name="T47" fmla="*/ 99 h 119"/>
                  <a:gd name="T48" fmla="*/ 15 w 37"/>
                  <a:gd name="T49" fmla="*/ 95 h 119"/>
                  <a:gd name="T50" fmla="*/ 21 w 37"/>
                  <a:gd name="T51" fmla="*/ 97 h 119"/>
                  <a:gd name="T52" fmla="*/ 24 w 37"/>
                  <a:gd name="T53" fmla="*/ 92 h 119"/>
                  <a:gd name="T54" fmla="*/ 24 w 37"/>
                  <a:gd name="T55" fmla="*/ 89 h 119"/>
                  <a:gd name="T56" fmla="*/ 21 w 37"/>
                  <a:gd name="T57" fmla="*/ 85 h 119"/>
                  <a:gd name="T58" fmla="*/ 26 w 37"/>
                  <a:gd name="T59" fmla="*/ 81 h 119"/>
                  <a:gd name="T60" fmla="*/ 24 w 37"/>
                  <a:gd name="T61" fmla="*/ 78 h 119"/>
                  <a:gd name="T62" fmla="*/ 25 w 37"/>
                  <a:gd name="T63" fmla="*/ 77 h 119"/>
                  <a:gd name="T64" fmla="*/ 23 w 37"/>
                  <a:gd name="T65" fmla="*/ 75 h 119"/>
                  <a:gd name="T66" fmla="*/ 27 w 37"/>
                  <a:gd name="T67" fmla="*/ 75 h 119"/>
                  <a:gd name="T68" fmla="*/ 26 w 37"/>
                  <a:gd name="T69" fmla="*/ 72 h 119"/>
                  <a:gd name="T70" fmla="*/ 25 w 37"/>
                  <a:gd name="T71" fmla="*/ 67 h 119"/>
                  <a:gd name="T72" fmla="*/ 29 w 37"/>
                  <a:gd name="T73" fmla="*/ 65 h 119"/>
                  <a:gd name="T74" fmla="*/ 28 w 37"/>
                  <a:gd name="T75" fmla="*/ 61 h 119"/>
                  <a:gd name="T76" fmla="*/ 29 w 37"/>
                  <a:gd name="T77" fmla="*/ 59 h 119"/>
                  <a:gd name="T78" fmla="*/ 29 w 37"/>
                  <a:gd name="T79" fmla="*/ 59 h 119"/>
                  <a:gd name="T80" fmla="*/ 29 w 37"/>
                  <a:gd name="T81" fmla="*/ 56 h 119"/>
                  <a:gd name="T82" fmla="*/ 27 w 37"/>
                  <a:gd name="T83" fmla="*/ 51 h 119"/>
                  <a:gd name="T84" fmla="*/ 25 w 37"/>
                  <a:gd name="T85" fmla="*/ 49 h 119"/>
                  <a:gd name="T86" fmla="*/ 27 w 37"/>
                  <a:gd name="T87" fmla="*/ 47 h 119"/>
                  <a:gd name="T88" fmla="*/ 29 w 37"/>
                  <a:gd name="T89" fmla="*/ 44 h 119"/>
                  <a:gd name="T90" fmla="*/ 27 w 37"/>
                  <a:gd name="T91" fmla="*/ 39 h 119"/>
                  <a:gd name="T92" fmla="*/ 28 w 37"/>
                  <a:gd name="T93" fmla="*/ 37 h 119"/>
                  <a:gd name="T94" fmla="*/ 31 w 37"/>
                  <a:gd name="T95" fmla="*/ 30 h 119"/>
                  <a:gd name="T96" fmla="*/ 32 w 37"/>
                  <a:gd name="T97" fmla="*/ 27 h 119"/>
                  <a:gd name="T98" fmla="*/ 29 w 37"/>
                  <a:gd name="T99" fmla="*/ 19 h 119"/>
                  <a:gd name="T100" fmla="*/ 30 w 37"/>
                  <a:gd name="T101" fmla="*/ 16 h 119"/>
                  <a:gd name="T102" fmla="*/ 26 w 37"/>
                  <a:gd name="T103" fmla="*/ 0 h 119"/>
                  <a:gd name="T104" fmla="*/ 18 w 37"/>
                  <a:gd name="T105" fmla="*/ 21 h 119"/>
                  <a:gd name="T106" fmla="*/ 11 w 37"/>
                  <a:gd name="T107" fmla="*/ 3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 h="119">
                    <a:moveTo>
                      <a:pt x="11" y="38"/>
                    </a:moveTo>
                    <a:cubicBezTo>
                      <a:pt x="11" y="42"/>
                      <a:pt x="12" y="46"/>
                      <a:pt x="12" y="50"/>
                    </a:cubicBezTo>
                    <a:cubicBezTo>
                      <a:pt x="15" y="51"/>
                      <a:pt x="13" y="52"/>
                      <a:pt x="16" y="53"/>
                    </a:cubicBezTo>
                    <a:cubicBezTo>
                      <a:pt x="15" y="53"/>
                      <a:pt x="15" y="53"/>
                      <a:pt x="15" y="53"/>
                    </a:cubicBezTo>
                    <a:cubicBezTo>
                      <a:pt x="16" y="53"/>
                      <a:pt x="14" y="53"/>
                      <a:pt x="13" y="54"/>
                    </a:cubicBezTo>
                    <a:cubicBezTo>
                      <a:pt x="14" y="54"/>
                      <a:pt x="13" y="54"/>
                      <a:pt x="15" y="54"/>
                    </a:cubicBezTo>
                    <a:cubicBezTo>
                      <a:pt x="17" y="55"/>
                      <a:pt x="12" y="54"/>
                      <a:pt x="13" y="55"/>
                    </a:cubicBezTo>
                    <a:cubicBezTo>
                      <a:pt x="13" y="55"/>
                      <a:pt x="14" y="55"/>
                      <a:pt x="14" y="55"/>
                    </a:cubicBezTo>
                    <a:cubicBezTo>
                      <a:pt x="16" y="56"/>
                      <a:pt x="13" y="55"/>
                      <a:pt x="11" y="55"/>
                    </a:cubicBezTo>
                    <a:cubicBezTo>
                      <a:pt x="11" y="57"/>
                      <a:pt x="13" y="59"/>
                      <a:pt x="11" y="61"/>
                    </a:cubicBezTo>
                    <a:cubicBezTo>
                      <a:pt x="11" y="60"/>
                      <a:pt x="13" y="61"/>
                      <a:pt x="13" y="61"/>
                    </a:cubicBezTo>
                    <a:cubicBezTo>
                      <a:pt x="9" y="60"/>
                      <a:pt x="13" y="62"/>
                      <a:pt x="12" y="62"/>
                    </a:cubicBezTo>
                    <a:cubicBezTo>
                      <a:pt x="11" y="61"/>
                      <a:pt x="11" y="61"/>
                      <a:pt x="11" y="61"/>
                    </a:cubicBezTo>
                    <a:cubicBezTo>
                      <a:pt x="9" y="62"/>
                      <a:pt x="11" y="63"/>
                      <a:pt x="10" y="63"/>
                    </a:cubicBezTo>
                    <a:cubicBezTo>
                      <a:pt x="11" y="64"/>
                      <a:pt x="8" y="64"/>
                      <a:pt x="9" y="65"/>
                    </a:cubicBezTo>
                    <a:cubicBezTo>
                      <a:pt x="8" y="64"/>
                      <a:pt x="8" y="65"/>
                      <a:pt x="8" y="65"/>
                    </a:cubicBezTo>
                    <a:cubicBezTo>
                      <a:pt x="11" y="66"/>
                      <a:pt x="6" y="66"/>
                      <a:pt x="8" y="67"/>
                    </a:cubicBezTo>
                    <a:cubicBezTo>
                      <a:pt x="8" y="67"/>
                      <a:pt x="8" y="67"/>
                      <a:pt x="8" y="67"/>
                    </a:cubicBezTo>
                    <a:cubicBezTo>
                      <a:pt x="8" y="68"/>
                      <a:pt x="6" y="70"/>
                      <a:pt x="8" y="72"/>
                    </a:cubicBezTo>
                    <a:cubicBezTo>
                      <a:pt x="8" y="73"/>
                      <a:pt x="4" y="73"/>
                      <a:pt x="5" y="75"/>
                    </a:cubicBezTo>
                    <a:cubicBezTo>
                      <a:pt x="7" y="76"/>
                      <a:pt x="7" y="76"/>
                      <a:pt x="7" y="76"/>
                    </a:cubicBezTo>
                    <a:cubicBezTo>
                      <a:pt x="7" y="76"/>
                      <a:pt x="6" y="75"/>
                      <a:pt x="5" y="75"/>
                    </a:cubicBezTo>
                    <a:cubicBezTo>
                      <a:pt x="7" y="76"/>
                      <a:pt x="5" y="76"/>
                      <a:pt x="5" y="77"/>
                    </a:cubicBezTo>
                    <a:cubicBezTo>
                      <a:pt x="5" y="77"/>
                      <a:pt x="5" y="78"/>
                      <a:pt x="6" y="78"/>
                    </a:cubicBezTo>
                    <a:cubicBezTo>
                      <a:pt x="4" y="78"/>
                      <a:pt x="7" y="80"/>
                      <a:pt x="5" y="80"/>
                    </a:cubicBezTo>
                    <a:cubicBezTo>
                      <a:pt x="8" y="81"/>
                      <a:pt x="6" y="80"/>
                      <a:pt x="7" y="81"/>
                    </a:cubicBezTo>
                    <a:cubicBezTo>
                      <a:pt x="7" y="81"/>
                      <a:pt x="6" y="81"/>
                      <a:pt x="5" y="81"/>
                    </a:cubicBezTo>
                    <a:cubicBezTo>
                      <a:pt x="6" y="81"/>
                      <a:pt x="6" y="82"/>
                      <a:pt x="4" y="82"/>
                    </a:cubicBezTo>
                    <a:cubicBezTo>
                      <a:pt x="5" y="82"/>
                      <a:pt x="6" y="83"/>
                      <a:pt x="6" y="83"/>
                    </a:cubicBezTo>
                    <a:cubicBezTo>
                      <a:pt x="3" y="83"/>
                      <a:pt x="5" y="84"/>
                      <a:pt x="4" y="84"/>
                    </a:cubicBezTo>
                    <a:cubicBezTo>
                      <a:pt x="6" y="85"/>
                      <a:pt x="8" y="86"/>
                      <a:pt x="7" y="86"/>
                    </a:cubicBezTo>
                    <a:cubicBezTo>
                      <a:pt x="4" y="85"/>
                      <a:pt x="4" y="85"/>
                      <a:pt x="4" y="85"/>
                    </a:cubicBezTo>
                    <a:cubicBezTo>
                      <a:pt x="5" y="86"/>
                      <a:pt x="2" y="87"/>
                      <a:pt x="4" y="90"/>
                    </a:cubicBezTo>
                    <a:cubicBezTo>
                      <a:pt x="3" y="89"/>
                      <a:pt x="3" y="89"/>
                      <a:pt x="3" y="89"/>
                    </a:cubicBezTo>
                    <a:cubicBezTo>
                      <a:pt x="4" y="91"/>
                      <a:pt x="1" y="92"/>
                      <a:pt x="4" y="95"/>
                    </a:cubicBezTo>
                    <a:cubicBezTo>
                      <a:pt x="3" y="95"/>
                      <a:pt x="2" y="95"/>
                      <a:pt x="2" y="96"/>
                    </a:cubicBezTo>
                    <a:cubicBezTo>
                      <a:pt x="3" y="97"/>
                      <a:pt x="3" y="97"/>
                      <a:pt x="5" y="98"/>
                    </a:cubicBezTo>
                    <a:cubicBezTo>
                      <a:pt x="5" y="98"/>
                      <a:pt x="4" y="98"/>
                      <a:pt x="3" y="98"/>
                    </a:cubicBezTo>
                    <a:cubicBezTo>
                      <a:pt x="2" y="98"/>
                      <a:pt x="0" y="98"/>
                      <a:pt x="2" y="99"/>
                    </a:cubicBezTo>
                    <a:cubicBezTo>
                      <a:pt x="1" y="99"/>
                      <a:pt x="1" y="99"/>
                      <a:pt x="1" y="99"/>
                    </a:cubicBezTo>
                    <a:cubicBezTo>
                      <a:pt x="2" y="100"/>
                      <a:pt x="4" y="101"/>
                      <a:pt x="2" y="102"/>
                    </a:cubicBezTo>
                    <a:cubicBezTo>
                      <a:pt x="3" y="102"/>
                      <a:pt x="3" y="103"/>
                      <a:pt x="5" y="103"/>
                    </a:cubicBezTo>
                    <a:cubicBezTo>
                      <a:pt x="5" y="103"/>
                      <a:pt x="3" y="103"/>
                      <a:pt x="4" y="103"/>
                    </a:cubicBezTo>
                    <a:cubicBezTo>
                      <a:pt x="2" y="102"/>
                      <a:pt x="2" y="102"/>
                      <a:pt x="2" y="102"/>
                    </a:cubicBezTo>
                    <a:cubicBezTo>
                      <a:pt x="1" y="104"/>
                      <a:pt x="2" y="105"/>
                      <a:pt x="3" y="107"/>
                    </a:cubicBezTo>
                    <a:cubicBezTo>
                      <a:pt x="0" y="107"/>
                      <a:pt x="3" y="108"/>
                      <a:pt x="1" y="109"/>
                    </a:cubicBezTo>
                    <a:cubicBezTo>
                      <a:pt x="2" y="110"/>
                      <a:pt x="0" y="110"/>
                      <a:pt x="3" y="111"/>
                    </a:cubicBezTo>
                    <a:cubicBezTo>
                      <a:pt x="2" y="111"/>
                      <a:pt x="2" y="111"/>
                      <a:pt x="2" y="111"/>
                    </a:cubicBezTo>
                    <a:cubicBezTo>
                      <a:pt x="1" y="111"/>
                      <a:pt x="2" y="112"/>
                      <a:pt x="1" y="113"/>
                    </a:cubicBezTo>
                    <a:cubicBezTo>
                      <a:pt x="1" y="114"/>
                      <a:pt x="3" y="114"/>
                      <a:pt x="4" y="114"/>
                    </a:cubicBezTo>
                    <a:cubicBezTo>
                      <a:pt x="2" y="114"/>
                      <a:pt x="2" y="114"/>
                      <a:pt x="2" y="114"/>
                    </a:cubicBezTo>
                    <a:cubicBezTo>
                      <a:pt x="3" y="115"/>
                      <a:pt x="5" y="115"/>
                      <a:pt x="7" y="115"/>
                    </a:cubicBezTo>
                    <a:cubicBezTo>
                      <a:pt x="6" y="115"/>
                      <a:pt x="7" y="115"/>
                      <a:pt x="6" y="115"/>
                    </a:cubicBezTo>
                    <a:cubicBezTo>
                      <a:pt x="5" y="115"/>
                      <a:pt x="4" y="115"/>
                      <a:pt x="2" y="115"/>
                    </a:cubicBezTo>
                    <a:cubicBezTo>
                      <a:pt x="1" y="116"/>
                      <a:pt x="5" y="116"/>
                      <a:pt x="3" y="117"/>
                    </a:cubicBezTo>
                    <a:cubicBezTo>
                      <a:pt x="2" y="117"/>
                      <a:pt x="3" y="118"/>
                      <a:pt x="5" y="117"/>
                    </a:cubicBezTo>
                    <a:cubicBezTo>
                      <a:pt x="4" y="117"/>
                      <a:pt x="4" y="118"/>
                      <a:pt x="3" y="118"/>
                    </a:cubicBezTo>
                    <a:cubicBezTo>
                      <a:pt x="3" y="118"/>
                      <a:pt x="3" y="118"/>
                      <a:pt x="4" y="118"/>
                    </a:cubicBezTo>
                    <a:cubicBezTo>
                      <a:pt x="4" y="118"/>
                      <a:pt x="4" y="118"/>
                      <a:pt x="4" y="118"/>
                    </a:cubicBezTo>
                    <a:cubicBezTo>
                      <a:pt x="5" y="118"/>
                      <a:pt x="5" y="118"/>
                      <a:pt x="7" y="117"/>
                    </a:cubicBezTo>
                    <a:cubicBezTo>
                      <a:pt x="7" y="117"/>
                      <a:pt x="6" y="117"/>
                      <a:pt x="7" y="117"/>
                    </a:cubicBezTo>
                    <a:cubicBezTo>
                      <a:pt x="8" y="117"/>
                      <a:pt x="8" y="117"/>
                      <a:pt x="7" y="118"/>
                    </a:cubicBezTo>
                    <a:cubicBezTo>
                      <a:pt x="6" y="118"/>
                      <a:pt x="5" y="118"/>
                      <a:pt x="4" y="119"/>
                    </a:cubicBezTo>
                    <a:cubicBezTo>
                      <a:pt x="7" y="118"/>
                      <a:pt x="7" y="118"/>
                      <a:pt x="7" y="118"/>
                    </a:cubicBezTo>
                    <a:cubicBezTo>
                      <a:pt x="7" y="118"/>
                      <a:pt x="8" y="118"/>
                      <a:pt x="9" y="117"/>
                    </a:cubicBezTo>
                    <a:cubicBezTo>
                      <a:pt x="8" y="117"/>
                      <a:pt x="8" y="117"/>
                      <a:pt x="8" y="117"/>
                    </a:cubicBezTo>
                    <a:cubicBezTo>
                      <a:pt x="9" y="117"/>
                      <a:pt x="9" y="117"/>
                      <a:pt x="9" y="117"/>
                    </a:cubicBezTo>
                    <a:cubicBezTo>
                      <a:pt x="9" y="117"/>
                      <a:pt x="10" y="116"/>
                      <a:pt x="9" y="116"/>
                    </a:cubicBezTo>
                    <a:cubicBezTo>
                      <a:pt x="7" y="116"/>
                      <a:pt x="7" y="116"/>
                      <a:pt x="7" y="116"/>
                    </a:cubicBezTo>
                    <a:cubicBezTo>
                      <a:pt x="7" y="116"/>
                      <a:pt x="5" y="116"/>
                      <a:pt x="7" y="116"/>
                    </a:cubicBezTo>
                    <a:cubicBezTo>
                      <a:pt x="9" y="115"/>
                      <a:pt x="9" y="115"/>
                      <a:pt x="9" y="115"/>
                    </a:cubicBezTo>
                    <a:cubicBezTo>
                      <a:pt x="9" y="115"/>
                      <a:pt x="8" y="115"/>
                      <a:pt x="9" y="115"/>
                    </a:cubicBezTo>
                    <a:cubicBezTo>
                      <a:pt x="11" y="115"/>
                      <a:pt x="11" y="115"/>
                      <a:pt x="11" y="115"/>
                    </a:cubicBezTo>
                    <a:cubicBezTo>
                      <a:pt x="8" y="115"/>
                      <a:pt x="10" y="114"/>
                      <a:pt x="9" y="114"/>
                    </a:cubicBezTo>
                    <a:cubicBezTo>
                      <a:pt x="10" y="114"/>
                      <a:pt x="10" y="114"/>
                      <a:pt x="10" y="114"/>
                    </a:cubicBezTo>
                    <a:cubicBezTo>
                      <a:pt x="11" y="114"/>
                      <a:pt x="8" y="114"/>
                      <a:pt x="8" y="114"/>
                    </a:cubicBezTo>
                    <a:cubicBezTo>
                      <a:pt x="9" y="114"/>
                      <a:pt x="11" y="114"/>
                      <a:pt x="12" y="114"/>
                    </a:cubicBezTo>
                    <a:cubicBezTo>
                      <a:pt x="12" y="113"/>
                      <a:pt x="10" y="113"/>
                      <a:pt x="12" y="113"/>
                    </a:cubicBezTo>
                    <a:cubicBezTo>
                      <a:pt x="11" y="112"/>
                      <a:pt x="10" y="112"/>
                      <a:pt x="9" y="111"/>
                    </a:cubicBezTo>
                    <a:cubicBezTo>
                      <a:pt x="9" y="111"/>
                      <a:pt x="12" y="112"/>
                      <a:pt x="11" y="111"/>
                    </a:cubicBezTo>
                    <a:cubicBezTo>
                      <a:pt x="12" y="111"/>
                      <a:pt x="13" y="111"/>
                      <a:pt x="14" y="111"/>
                    </a:cubicBezTo>
                    <a:cubicBezTo>
                      <a:pt x="13" y="111"/>
                      <a:pt x="14" y="111"/>
                      <a:pt x="12" y="111"/>
                    </a:cubicBezTo>
                    <a:cubicBezTo>
                      <a:pt x="12" y="110"/>
                      <a:pt x="13" y="110"/>
                      <a:pt x="12" y="109"/>
                    </a:cubicBezTo>
                    <a:cubicBezTo>
                      <a:pt x="12" y="109"/>
                      <a:pt x="14" y="110"/>
                      <a:pt x="15" y="110"/>
                    </a:cubicBezTo>
                    <a:cubicBezTo>
                      <a:pt x="13" y="109"/>
                      <a:pt x="13" y="109"/>
                      <a:pt x="13" y="108"/>
                    </a:cubicBezTo>
                    <a:cubicBezTo>
                      <a:pt x="11" y="108"/>
                      <a:pt x="11" y="108"/>
                      <a:pt x="10" y="108"/>
                    </a:cubicBezTo>
                    <a:cubicBezTo>
                      <a:pt x="9" y="108"/>
                      <a:pt x="9" y="107"/>
                      <a:pt x="9" y="107"/>
                    </a:cubicBezTo>
                    <a:cubicBezTo>
                      <a:pt x="11" y="108"/>
                      <a:pt x="13" y="108"/>
                      <a:pt x="14" y="108"/>
                    </a:cubicBezTo>
                    <a:cubicBezTo>
                      <a:pt x="16" y="108"/>
                      <a:pt x="13" y="108"/>
                      <a:pt x="16" y="109"/>
                    </a:cubicBezTo>
                    <a:cubicBezTo>
                      <a:pt x="18" y="109"/>
                      <a:pt x="18" y="110"/>
                      <a:pt x="17" y="110"/>
                    </a:cubicBezTo>
                    <a:cubicBezTo>
                      <a:pt x="19" y="111"/>
                      <a:pt x="17" y="110"/>
                      <a:pt x="19" y="110"/>
                    </a:cubicBezTo>
                    <a:cubicBezTo>
                      <a:pt x="19" y="110"/>
                      <a:pt x="18" y="110"/>
                      <a:pt x="18" y="109"/>
                    </a:cubicBezTo>
                    <a:cubicBezTo>
                      <a:pt x="17" y="109"/>
                      <a:pt x="16" y="109"/>
                      <a:pt x="15" y="108"/>
                    </a:cubicBezTo>
                    <a:cubicBezTo>
                      <a:pt x="13" y="108"/>
                      <a:pt x="17" y="108"/>
                      <a:pt x="17" y="108"/>
                    </a:cubicBezTo>
                    <a:cubicBezTo>
                      <a:pt x="18" y="109"/>
                      <a:pt x="18" y="109"/>
                      <a:pt x="18" y="109"/>
                    </a:cubicBezTo>
                    <a:cubicBezTo>
                      <a:pt x="19" y="109"/>
                      <a:pt x="17" y="108"/>
                      <a:pt x="17" y="108"/>
                    </a:cubicBezTo>
                    <a:cubicBezTo>
                      <a:pt x="21" y="109"/>
                      <a:pt x="18" y="108"/>
                      <a:pt x="20" y="109"/>
                    </a:cubicBezTo>
                    <a:cubicBezTo>
                      <a:pt x="22" y="109"/>
                      <a:pt x="22" y="109"/>
                      <a:pt x="22" y="109"/>
                    </a:cubicBezTo>
                    <a:cubicBezTo>
                      <a:pt x="22" y="109"/>
                      <a:pt x="19" y="109"/>
                      <a:pt x="20" y="108"/>
                    </a:cubicBezTo>
                    <a:cubicBezTo>
                      <a:pt x="21" y="109"/>
                      <a:pt x="21" y="109"/>
                      <a:pt x="21" y="109"/>
                    </a:cubicBezTo>
                    <a:cubicBezTo>
                      <a:pt x="21" y="108"/>
                      <a:pt x="21" y="108"/>
                      <a:pt x="21" y="108"/>
                    </a:cubicBezTo>
                    <a:cubicBezTo>
                      <a:pt x="20" y="108"/>
                      <a:pt x="18" y="108"/>
                      <a:pt x="18" y="108"/>
                    </a:cubicBezTo>
                    <a:cubicBezTo>
                      <a:pt x="15" y="107"/>
                      <a:pt x="18" y="108"/>
                      <a:pt x="17" y="107"/>
                    </a:cubicBezTo>
                    <a:cubicBezTo>
                      <a:pt x="15" y="106"/>
                      <a:pt x="17" y="107"/>
                      <a:pt x="16" y="107"/>
                    </a:cubicBezTo>
                    <a:cubicBezTo>
                      <a:pt x="14" y="106"/>
                      <a:pt x="14" y="106"/>
                      <a:pt x="14" y="106"/>
                    </a:cubicBezTo>
                    <a:cubicBezTo>
                      <a:pt x="14" y="105"/>
                      <a:pt x="16" y="106"/>
                      <a:pt x="17" y="106"/>
                    </a:cubicBezTo>
                    <a:cubicBezTo>
                      <a:pt x="17" y="106"/>
                      <a:pt x="17" y="107"/>
                      <a:pt x="16" y="106"/>
                    </a:cubicBezTo>
                    <a:cubicBezTo>
                      <a:pt x="18" y="107"/>
                      <a:pt x="20" y="107"/>
                      <a:pt x="21" y="108"/>
                    </a:cubicBezTo>
                    <a:cubicBezTo>
                      <a:pt x="22" y="108"/>
                      <a:pt x="20" y="107"/>
                      <a:pt x="20" y="107"/>
                    </a:cubicBezTo>
                    <a:cubicBezTo>
                      <a:pt x="19" y="107"/>
                      <a:pt x="18" y="107"/>
                      <a:pt x="17" y="106"/>
                    </a:cubicBezTo>
                    <a:cubicBezTo>
                      <a:pt x="13" y="105"/>
                      <a:pt x="21" y="107"/>
                      <a:pt x="20" y="106"/>
                    </a:cubicBezTo>
                    <a:cubicBezTo>
                      <a:pt x="17" y="106"/>
                      <a:pt x="16" y="104"/>
                      <a:pt x="13" y="104"/>
                    </a:cubicBezTo>
                    <a:cubicBezTo>
                      <a:pt x="12" y="104"/>
                      <a:pt x="12" y="103"/>
                      <a:pt x="12" y="103"/>
                    </a:cubicBezTo>
                    <a:cubicBezTo>
                      <a:pt x="14" y="104"/>
                      <a:pt x="13" y="103"/>
                      <a:pt x="15" y="104"/>
                    </a:cubicBezTo>
                    <a:cubicBezTo>
                      <a:pt x="15" y="104"/>
                      <a:pt x="15" y="104"/>
                      <a:pt x="15" y="104"/>
                    </a:cubicBezTo>
                    <a:cubicBezTo>
                      <a:pt x="18" y="105"/>
                      <a:pt x="18" y="105"/>
                      <a:pt x="18" y="105"/>
                    </a:cubicBezTo>
                    <a:cubicBezTo>
                      <a:pt x="22" y="106"/>
                      <a:pt x="22" y="106"/>
                      <a:pt x="22" y="106"/>
                    </a:cubicBezTo>
                    <a:cubicBezTo>
                      <a:pt x="21" y="105"/>
                      <a:pt x="20" y="105"/>
                      <a:pt x="19" y="105"/>
                    </a:cubicBezTo>
                    <a:cubicBezTo>
                      <a:pt x="20" y="105"/>
                      <a:pt x="21" y="105"/>
                      <a:pt x="21" y="105"/>
                    </a:cubicBezTo>
                    <a:cubicBezTo>
                      <a:pt x="20" y="105"/>
                      <a:pt x="18" y="104"/>
                      <a:pt x="18" y="104"/>
                    </a:cubicBezTo>
                    <a:cubicBezTo>
                      <a:pt x="18" y="103"/>
                      <a:pt x="20" y="104"/>
                      <a:pt x="20" y="104"/>
                    </a:cubicBezTo>
                    <a:cubicBezTo>
                      <a:pt x="22" y="105"/>
                      <a:pt x="22" y="105"/>
                      <a:pt x="22" y="105"/>
                    </a:cubicBezTo>
                    <a:cubicBezTo>
                      <a:pt x="21" y="104"/>
                      <a:pt x="23" y="105"/>
                      <a:pt x="22" y="105"/>
                    </a:cubicBezTo>
                    <a:cubicBezTo>
                      <a:pt x="21" y="104"/>
                      <a:pt x="20" y="104"/>
                      <a:pt x="18" y="103"/>
                    </a:cubicBezTo>
                    <a:cubicBezTo>
                      <a:pt x="18" y="103"/>
                      <a:pt x="19" y="103"/>
                      <a:pt x="19" y="103"/>
                    </a:cubicBezTo>
                    <a:cubicBezTo>
                      <a:pt x="20" y="104"/>
                      <a:pt x="20" y="104"/>
                      <a:pt x="20" y="104"/>
                    </a:cubicBezTo>
                    <a:cubicBezTo>
                      <a:pt x="20" y="103"/>
                      <a:pt x="23" y="104"/>
                      <a:pt x="23" y="104"/>
                    </a:cubicBezTo>
                    <a:cubicBezTo>
                      <a:pt x="21" y="103"/>
                      <a:pt x="21" y="103"/>
                      <a:pt x="21" y="103"/>
                    </a:cubicBezTo>
                    <a:cubicBezTo>
                      <a:pt x="23" y="104"/>
                      <a:pt x="23" y="104"/>
                      <a:pt x="23" y="104"/>
                    </a:cubicBezTo>
                    <a:cubicBezTo>
                      <a:pt x="22" y="103"/>
                      <a:pt x="22" y="103"/>
                      <a:pt x="21" y="103"/>
                    </a:cubicBezTo>
                    <a:cubicBezTo>
                      <a:pt x="23" y="103"/>
                      <a:pt x="23" y="103"/>
                      <a:pt x="23" y="103"/>
                    </a:cubicBezTo>
                    <a:cubicBezTo>
                      <a:pt x="22" y="103"/>
                      <a:pt x="20" y="102"/>
                      <a:pt x="22" y="102"/>
                    </a:cubicBezTo>
                    <a:cubicBezTo>
                      <a:pt x="19" y="102"/>
                      <a:pt x="22" y="103"/>
                      <a:pt x="20" y="102"/>
                    </a:cubicBezTo>
                    <a:cubicBezTo>
                      <a:pt x="19" y="102"/>
                      <a:pt x="19" y="101"/>
                      <a:pt x="19" y="101"/>
                    </a:cubicBezTo>
                    <a:cubicBezTo>
                      <a:pt x="21" y="102"/>
                      <a:pt x="19" y="101"/>
                      <a:pt x="19" y="101"/>
                    </a:cubicBezTo>
                    <a:cubicBezTo>
                      <a:pt x="20" y="101"/>
                      <a:pt x="21" y="101"/>
                      <a:pt x="21" y="101"/>
                    </a:cubicBezTo>
                    <a:cubicBezTo>
                      <a:pt x="19" y="101"/>
                      <a:pt x="19" y="101"/>
                      <a:pt x="19" y="101"/>
                    </a:cubicBezTo>
                    <a:cubicBezTo>
                      <a:pt x="23" y="102"/>
                      <a:pt x="19" y="100"/>
                      <a:pt x="20" y="100"/>
                    </a:cubicBezTo>
                    <a:cubicBezTo>
                      <a:pt x="21" y="101"/>
                      <a:pt x="22" y="101"/>
                      <a:pt x="23" y="101"/>
                    </a:cubicBezTo>
                    <a:cubicBezTo>
                      <a:pt x="20" y="100"/>
                      <a:pt x="20" y="99"/>
                      <a:pt x="18" y="99"/>
                    </a:cubicBezTo>
                    <a:cubicBezTo>
                      <a:pt x="19" y="99"/>
                      <a:pt x="21" y="100"/>
                      <a:pt x="23" y="101"/>
                    </a:cubicBezTo>
                    <a:cubicBezTo>
                      <a:pt x="21" y="100"/>
                      <a:pt x="25" y="101"/>
                      <a:pt x="22" y="100"/>
                    </a:cubicBezTo>
                    <a:cubicBezTo>
                      <a:pt x="21" y="100"/>
                      <a:pt x="21" y="99"/>
                      <a:pt x="19" y="99"/>
                    </a:cubicBezTo>
                    <a:cubicBezTo>
                      <a:pt x="20" y="98"/>
                      <a:pt x="21" y="99"/>
                      <a:pt x="22" y="99"/>
                    </a:cubicBezTo>
                    <a:cubicBezTo>
                      <a:pt x="21" y="99"/>
                      <a:pt x="19" y="98"/>
                      <a:pt x="19" y="98"/>
                    </a:cubicBezTo>
                    <a:cubicBezTo>
                      <a:pt x="19" y="98"/>
                      <a:pt x="17" y="97"/>
                      <a:pt x="19" y="97"/>
                    </a:cubicBezTo>
                    <a:cubicBezTo>
                      <a:pt x="20" y="98"/>
                      <a:pt x="19" y="98"/>
                      <a:pt x="20" y="98"/>
                    </a:cubicBezTo>
                    <a:cubicBezTo>
                      <a:pt x="21" y="98"/>
                      <a:pt x="17" y="96"/>
                      <a:pt x="16" y="96"/>
                    </a:cubicBezTo>
                    <a:cubicBezTo>
                      <a:pt x="15" y="95"/>
                      <a:pt x="13" y="94"/>
                      <a:pt x="12" y="94"/>
                    </a:cubicBezTo>
                    <a:cubicBezTo>
                      <a:pt x="13" y="93"/>
                      <a:pt x="13" y="94"/>
                      <a:pt x="15" y="95"/>
                    </a:cubicBezTo>
                    <a:cubicBezTo>
                      <a:pt x="14" y="94"/>
                      <a:pt x="14" y="94"/>
                      <a:pt x="14" y="94"/>
                    </a:cubicBezTo>
                    <a:cubicBezTo>
                      <a:pt x="17" y="95"/>
                      <a:pt x="19" y="97"/>
                      <a:pt x="21" y="97"/>
                    </a:cubicBezTo>
                    <a:cubicBezTo>
                      <a:pt x="20" y="97"/>
                      <a:pt x="20" y="97"/>
                      <a:pt x="20" y="97"/>
                    </a:cubicBezTo>
                    <a:cubicBezTo>
                      <a:pt x="23" y="98"/>
                      <a:pt x="23" y="98"/>
                      <a:pt x="23" y="98"/>
                    </a:cubicBezTo>
                    <a:cubicBezTo>
                      <a:pt x="21" y="97"/>
                      <a:pt x="23" y="97"/>
                      <a:pt x="22" y="97"/>
                    </a:cubicBezTo>
                    <a:cubicBezTo>
                      <a:pt x="21" y="96"/>
                      <a:pt x="23" y="97"/>
                      <a:pt x="21" y="97"/>
                    </a:cubicBezTo>
                    <a:cubicBezTo>
                      <a:pt x="21" y="97"/>
                      <a:pt x="19" y="95"/>
                      <a:pt x="20" y="95"/>
                    </a:cubicBezTo>
                    <a:cubicBezTo>
                      <a:pt x="23" y="97"/>
                      <a:pt x="23" y="97"/>
                      <a:pt x="23" y="97"/>
                    </a:cubicBezTo>
                    <a:cubicBezTo>
                      <a:pt x="23" y="97"/>
                      <a:pt x="21" y="96"/>
                      <a:pt x="22" y="96"/>
                    </a:cubicBezTo>
                    <a:cubicBezTo>
                      <a:pt x="23" y="96"/>
                      <a:pt x="23" y="96"/>
                      <a:pt x="23" y="96"/>
                    </a:cubicBezTo>
                    <a:cubicBezTo>
                      <a:pt x="23" y="96"/>
                      <a:pt x="24" y="94"/>
                      <a:pt x="20" y="92"/>
                    </a:cubicBezTo>
                    <a:cubicBezTo>
                      <a:pt x="22" y="92"/>
                      <a:pt x="22" y="92"/>
                      <a:pt x="24" y="92"/>
                    </a:cubicBezTo>
                    <a:cubicBezTo>
                      <a:pt x="23" y="92"/>
                      <a:pt x="22" y="91"/>
                      <a:pt x="22" y="91"/>
                    </a:cubicBezTo>
                    <a:cubicBezTo>
                      <a:pt x="24" y="91"/>
                      <a:pt x="24" y="91"/>
                      <a:pt x="24" y="91"/>
                    </a:cubicBezTo>
                    <a:cubicBezTo>
                      <a:pt x="25" y="91"/>
                      <a:pt x="23" y="90"/>
                      <a:pt x="23" y="90"/>
                    </a:cubicBezTo>
                    <a:cubicBezTo>
                      <a:pt x="24" y="90"/>
                      <a:pt x="24" y="90"/>
                      <a:pt x="24" y="90"/>
                    </a:cubicBezTo>
                    <a:cubicBezTo>
                      <a:pt x="25" y="90"/>
                      <a:pt x="23" y="89"/>
                      <a:pt x="23" y="89"/>
                    </a:cubicBezTo>
                    <a:cubicBezTo>
                      <a:pt x="24" y="89"/>
                      <a:pt x="24" y="89"/>
                      <a:pt x="24" y="89"/>
                    </a:cubicBezTo>
                    <a:cubicBezTo>
                      <a:pt x="23" y="89"/>
                      <a:pt x="23" y="89"/>
                      <a:pt x="23" y="89"/>
                    </a:cubicBezTo>
                    <a:cubicBezTo>
                      <a:pt x="22" y="88"/>
                      <a:pt x="23" y="88"/>
                      <a:pt x="25" y="89"/>
                    </a:cubicBezTo>
                    <a:cubicBezTo>
                      <a:pt x="23" y="88"/>
                      <a:pt x="23" y="88"/>
                      <a:pt x="23" y="88"/>
                    </a:cubicBezTo>
                    <a:cubicBezTo>
                      <a:pt x="25" y="88"/>
                      <a:pt x="25" y="88"/>
                      <a:pt x="25" y="86"/>
                    </a:cubicBezTo>
                    <a:cubicBezTo>
                      <a:pt x="24" y="87"/>
                      <a:pt x="23" y="86"/>
                      <a:pt x="22" y="86"/>
                    </a:cubicBezTo>
                    <a:cubicBezTo>
                      <a:pt x="20" y="86"/>
                      <a:pt x="22" y="86"/>
                      <a:pt x="21" y="85"/>
                    </a:cubicBezTo>
                    <a:cubicBezTo>
                      <a:pt x="24" y="86"/>
                      <a:pt x="24" y="86"/>
                      <a:pt x="24" y="86"/>
                    </a:cubicBezTo>
                    <a:cubicBezTo>
                      <a:pt x="27" y="86"/>
                      <a:pt x="25" y="85"/>
                      <a:pt x="25" y="84"/>
                    </a:cubicBezTo>
                    <a:cubicBezTo>
                      <a:pt x="24" y="83"/>
                      <a:pt x="24" y="83"/>
                      <a:pt x="24" y="83"/>
                    </a:cubicBezTo>
                    <a:cubicBezTo>
                      <a:pt x="27" y="83"/>
                      <a:pt x="24" y="82"/>
                      <a:pt x="25" y="82"/>
                    </a:cubicBezTo>
                    <a:cubicBezTo>
                      <a:pt x="24" y="82"/>
                      <a:pt x="22" y="81"/>
                      <a:pt x="22" y="80"/>
                    </a:cubicBezTo>
                    <a:cubicBezTo>
                      <a:pt x="20" y="79"/>
                      <a:pt x="25" y="81"/>
                      <a:pt x="26" y="81"/>
                    </a:cubicBezTo>
                    <a:cubicBezTo>
                      <a:pt x="25" y="80"/>
                      <a:pt x="25" y="80"/>
                      <a:pt x="25" y="80"/>
                    </a:cubicBezTo>
                    <a:cubicBezTo>
                      <a:pt x="25" y="80"/>
                      <a:pt x="25" y="80"/>
                      <a:pt x="25" y="80"/>
                    </a:cubicBezTo>
                    <a:cubicBezTo>
                      <a:pt x="24" y="80"/>
                      <a:pt x="24" y="79"/>
                      <a:pt x="25" y="79"/>
                    </a:cubicBezTo>
                    <a:cubicBezTo>
                      <a:pt x="25" y="79"/>
                      <a:pt x="25" y="79"/>
                      <a:pt x="25" y="79"/>
                    </a:cubicBezTo>
                    <a:cubicBezTo>
                      <a:pt x="25" y="79"/>
                      <a:pt x="26" y="79"/>
                      <a:pt x="26" y="79"/>
                    </a:cubicBezTo>
                    <a:cubicBezTo>
                      <a:pt x="24" y="78"/>
                      <a:pt x="26" y="78"/>
                      <a:pt x="24" y="78"/>
                    </a:cubicBezTo>
                    <a:cubicBezTo>
                      <a:pt x="25" y="78"/>
                      <a:pt x="25" y="78"/>
                      <a:pt x="25" y="78"/>
                    </a:cubicBezTo>
                    <a:cubicBezTo>
                      <a:pt x="23" y="77"/>
                      <a:pt x="23" y="77"/>
                      <a:pt x="23" y="77"/>
                    </a:cubicBezTo>
                    <a:cubicBezTo>
                      <a:pt x="24" y="77"/>
                      <a:pt x="24" y="77"/>
                      <a:pt x="24" y="77"/>
                    </a:cubicBezTo>
                    <a:cubicBezTo>
                      <a:pt x="26" y="78"/>
                      <a:pt x="26" y="78"/>
                      <a:pt x="26" y="78"/>
                    </a:cubicBezTo>
                    <a:cubicBezTo>
                      <a:pt x="27" y="78"/>
                      <a:pt x="25" y="77"/>
                      <a:pt x="24" y="77"/>
                    </a:cubicBezTo>
                    <a:cubicBezTo>
                      <a:pt x="23" y="76"/>
                      <a:pt x="24" y="77"/>
                      <a:pt x="25" y="77"/>
                    </a:cubicBezTo>
                    <a:cubicBezTo>
                      <a:pt x="26" y="77"/>
                      <a:pt x="25" y="77"/>
                      <a:pt x="25" y="77"/>
                    </a:cubicBezTo>
                    <a:cubicBezTo>
                      <a:pt x="26" y="78"/>
                      <a:pt x="25" y="77"/>
                      <a:pt x="26" y="77"/>
                    </a:cubicBezTo>
                    <a:cubicBezTo>
                      <a:pt x="26" y="77"/>
                      <a:pt x="24" y="77"/>
                      <a:pt x="25" y="77"/>
                    </a:cubicBezTo>
                    <a:cubicBezTo>
                      <a:pt x="25" y="76"/>
                      <a:pt x="25" y="76"/>
                      <a:pt x="26" y="76"/>
                    </a:cubicBezTo>
                    <a:cubicBezTo>
                      <a:pt x="26" y="76"/>
                      <a:pt x="26" y="76"/>
                      <a:pt x="25" y="75"/>
                    </a:cubicBezTo>
                    <a:cubicBezTo>
                      <a:pt x="25" y="76"/>
                      <a:pt x="24" y="76"/>
                      <a:pt x="23" y="75"/>
                    </a:cubicBezTo>
                    <a:cubicBezTo>
                      <a:pt x="23" y="75"/>
                      <a:pt x="23" y="75"/>
                      <a:pt x="23" y="75"/>
                    </a:cubicBezTo>
                    <a:cubicBezTo>
                      <a:pt x="24" y="75"/>
                      <a:pt x="24" y="75"/>
                      <a:pt x="24" y="75"/>
                    </a:cubicBezTo>
                    <a:cubicBezTo>
                      <a:pt x="23" y="75"/>
                      <a:pt x="24" y="75"/>
                      <a:pt x="22" y="75"/>
                    </a:cubicBezTo>
                    <a:cubicBezTo>
                      <a:pt x="25" y="75"/>
                      <a:pt x="25" y="75"/>
                      <a:pt x="25" y="75"/>
                    </a:cubicBezTo>
                    <a:cubicBezTo>
                      <a:pt x="23" y="74"/>
                      <a:pt x="23" y="74"/>
                      <a:pt x="23" y="74"/>
                    </a:cubicBezTo>
                    <a:cubicBezTo>
                      <a:pt x="25" y="74"/>
                      <a:pt x="27" y="75"/>
                      <a:pt x="27" y="75"/>
                    </a:cubicBezTo>
                    <a:cubicBezTo>
                      <a:pt x="26" y="74"/>
                      <a:pt x="26" y="74"/>
                      <a:pt x="26" y="74"/>
                    </a:cubicBezTo>
                    <a:cubicBezTo>
                      <a:pt x="26" y="73"/>
                      <a:pt x="26" y="74"/>
                      <a:pt x="27" y="74"/>
                    </a:cubicBezTo>
                    <a:cubicBezTo>
                      <a:pt x="28" y="73"/>
                      <a:pt x="22" y="72"/>
                      <a:pt x="24" y="72"/>
                    </a:cubicBezTo>
                    <a:cubicBezTo>
                      <a:pt x="26" y="72"/>
                      <a:pt x="26" y="72"/>
                      <a:pt x="27" y="72"/>
                    </a:cubicBezTo>
                    <a:cubicBezTo>
                      <a:pt x="27" y="72"/>
                      <a:pt x="26" y="72"/>
                      <a:pt x="26" y="72"/>
                    </a:cubicBezTo>
                    <a:cubicBezTo>
                      <a:pt x="25" y="72"/>
                      <a:pt x="27" y="72"/>
                      <a:pt x="26" y="72"/>
                    </a:cubicBezTo>
                    <a:cubicBezTo>
                      <a:pt x="25" y="72"/>
                      <a:pt x="25" y="72"/>
                      <a:pt x="25" y="72"/>
                    </a:cubicBezTo>
                    <a:cubicBezTo>
                      <a:pt x="29" y="72"/>
                      <a:pt x="26" y="70"/>
                      <a:pt x="28" y="70"/>
                    </a:cubicBezTo>
                    <a:cubicBezTo>
                      <a:pt x="26" y="69"/>
                      <a:pt x="28" y="69"/>
                      <a:pt x="27" y="69"/>
                    </a:cubicBezTo>
                    <a:cubicBezTo>
                      <a:pt x="29" y="70"/>
                      <a:pt x="27" y="68"/>
                      <a:pt x="28" y="69"/>
                    </a:cubicBezTo>
                    <a:cubicBezTo>
                      <a:pt x="26" y="68"/>
                      <a:pt x="26" y="68"/>
                      <a:pt x="26" y="68"/>
                    </a:cubicBezTo>
                    <a:cubicBezTo>
                      <a:pt x="27" y="68"/>
                      <a:pt x="22" y="66"/>
                      <a:pt x="25" y="67"/>
                    </a:cubicBezTo>
                    <a:cubicBezTo>
                      <a:pt x="26" y="67"/>
                      <a:pt x="27" y="67"/>
                      <a:pt x="27" y="68"/>
                    </a:cubicBezTo>
                    <a:cubicBezTo>
                      <a:pt x="30" y="68"/>
                      <a:pt x="25" y="66"/>
                      <a:pt x="29" y="67"/>
                    </a:cubicBezTo>
                    <a:cubicBezTo>
                      <a:pt x="28" y="66"/>
                      <a:pt x="26" y="66"/>
                      <a:pt x="25" y="65"/>
                    </a:cubicBezTo>
                    <a:cubicBezTo>
                      <a:pt x="26" y="65"/>
                      <a:pt x="28" y="65"/>
                      <a:pt x="28" y="65"/>
                    </a:cubicBezTo>
                    <a:cubicBezTo>
                      <a:pt x="28" y="65"/>
                      <a:pt x="27" y="65"/>
                      <a:pt x="28" y="65"/>
                    </a:cubicBezTo>
                    <a:cubicBezTo>
                      <a:pt x="28" y="65"/>
                      <a:pt x="28" y="65"/>
                      <a:pt x="29" y="65"/>
                    </a:cubicBezTo>
                    <a:cubicBezTo>
                      <a:pt x="30" y="65"/>
                      <a:pt x="28" y="64"/>
                      <a:pt x="28" y="64"/>
                    </a:cubicBezTo>
                    <a:cubicBezTo>
                      <a:pt x="30" y="64"/>
                      <a:pt x="29" y="63"/>
                      <a:pt x="30" y="63"/>
                    </a:cubicBezTo>
                    <a:cubicBezTo>
                      <a:pt x="28" y="62"/>
                      <a:pt x="31" y="63"/>
                      <a:pt x="28" y="62"/>
                    </a:cubicBezTo>
                    <a:cubicBezTo>
                      <a:pt x="29" y="62"/>
                      <a:pt x="29" y="62"/>
                      <a:pt x="29" y="62"/>
                    </a:cubicBezTo>
                    <a:cubicBezTo>
                      <a:pt x="28" y="62"/>
                      <a:pt x="26" y="61"/>
                      <a:pt x="26" y="61"/>
                    </a:cubicBezTo>
                    <a:cubicBezTo>
                      <a:pt x="28" y="61"/>
                      <a:pt x="28" y="61"/>
                      <a:pt x="28" y="61"/>
                    </a:cubicBezTo>
                    <a:cubicBezTo>
                      <a:pt x="30" y="62"/>
                      <a:pt x="29" y="61"/>
                      <a:pt x="30" y="61"/>
                    </a:cubicBezTo>
                    <a:cubicBezTo>
                      <a:pt x="28" y="61"/>
                      <a:pt x="30" y="61"/>
                      <a:pt x="28" y="61"/>
                    </a:cubicBezTo>
                    <a:cubicBezTo>
                      <a:pt x="28" y="60"/>
                      <a:pt x="28" y="60"/>
                      <a:pt x="28" y="60"/>
                    </a:cubicBezTo>
                    <a:cubicBezTo>
                      <a:pt x="27" y="60"/>
                      <a:pt x="27" y="60"/>
                      <a:pt x="27" y="59"/>
                    </a:cubicBezTo>
                    <a:cubicBezTo>
                      <a:pt x="27" y="59"/>
                      <a:pt x="29" y="60"/>
                      <a:pt x="29" y="60"/>
                    </a:cubicBezTo>
                    <a:cubicBezTo>
                      <a:pt x="30" y="60"/>
                      <a:pt x="29" y="60"/>
                      <a:pt x="29" y="59"/>
                    </a:cubicBezTo>
                    <a:cubicBezTo>
                      <a:pt x="29" y="59"/>
                      <a:pt x="29" y="59"/>
                      <a:pt x="28"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30" y="59"/>
                    </a:cubicBezTo>
                    <a:cubicBezTo>
                      <a:pt x="31" y="59"/>
                      <a:pt x="31" y="59"/>
                      <a:pt x="31" y="59"/>
                    </a:cubicBezTo>
                    <a:cubicBezTo>
                      <a:pt x="31" y="59"/>
                      <a:pt x="30" y="58"/>
                      <a:pt x="29" y="58"/>
                    </a:cubicBezTo>
                    <a:cubicBezTo>
                      <a:pt x="30" y="58"/>
                      <a:pt x="29" y="56"/>
                      <a:pt x="28" y="56"/>
                    </a:cubicBezTo>
                    <a:cubicBezTo>
                      <a:pt x="28" y="56"/>
                      <a:pt x="30" y="56"/>
                      <a:pt x="29" y="56"/>
                    </a:cubicBezTo>
                    <a:cubicBezTo>
                      <a:pt x="29" y="56"/>
                      <a:pt x="27" y="55"/>
                      <a:pt x="28" y="55"/>
                    </a:cubicBezTo>
                    <a:cubicBezTo>
                      <a:pt x="28" y="55"/>
                      <a:pt x="30" y="55"/>
                      <a:pt x="30" y="55"/>
                    </a:cubicBezTo>
                    <a:cubicBezTo>
                      <a:pt x="30" y="55"/>
                      <a:pt x="28" y="55"/>
                      <a:pt x="28" y="55"/>
                    </a:cubicBezTo>
                    <a:cubicBezTo>
                      <a:pt x="31" y="55"/>
                      <a:pt x="27" y="53"/>
                      <a:pt x="29" y="53"/>
                    </a:cubicBezTo>
                    <a:cubicBezTo>
                      <a:pt x="29" y="53"/>
                      <a:pt x="30" y="53"/>
                      <a:pt x="30" y="53"/>
                    </a:cubicBezTo>
                    <a:cubicBezTo>
                      <a:pt x="30" y="53"/>
                      <a:pt x="29" y="52"/>
                      <a:pt x="27" y="51"/>
                    </a:cubicBezTo>
                    <a:cubicBezTo>
                      <a:pt x="29" y="52"/>
                      <a:pt x="29" y="52"/>
                      <a:pt x="29" y="52"/>
                    </a:cubicBezTo>
                    <a:cubicBezTo>
                      <a:pt x="29" y="51"/>
                      <a:pt x="29" y="51"/>
                      <a:pt x="27" y="50"/>
                    </a:cubicBezTo>
                    <a:cubicBezTo>
                      <a:pt x="27" y="51"/>
                      <a:pt x="28" y="51"/>
                      <a:pt x="28" y="51"/>
                    </a:cubicBezTo>
                    <a:cubicBezTo>
                      <a:pt x="27" y="51"/>
                      <a:pt x="25" y="50"/>
                      <a:pt x="26" y="50"/>
                    </a:cubicBezTo>
                    <a:cubicBezTo>
                      <a:pt x="26" y="50"/>
                      <a:pt x="26" y="50"/>
                      <a:pt x="26" y="50"/>
                    </a:cubicBezTo>
                    <a:cubicBezTo>
                      <a:pt x="26" y="50"/>
                      <a:pt x="25" y="49"/>
                      <a:pt x="25" y="49"/>
                    </a:cubicBezTo>
                    <a:cubicBezTo>
                      <a:pt x="26" y="49"/>
                      <a:pt x="26" y="49"/>
                      <a:pt x="27" y="49"/>
                    </a:cubicBezTo>
                    <a:cubicBezTo>
                      <a:pt x="29" y="50"/>
                      <a:pt x="28" y="49"/>
                      <a:pt x="29" y="49"/>
                    </a:cubicBezTo>
                    <a:cubicBezTo>
                      <a:pt x="27" y="48"/>
                      <a:pt x="27" y="48"/>
                      <a:pt x="27" y="48"/>
                    </a:cubicBezTo>
                    <a:cubicBezTo>
                      <a:pt x="26" y="48"/>
                      <a:pt x="29" y="49"/>
                      <a:pt x="29" y="48"/>
                    </a:cubicBezTo>
                    <a:cubicBezTo>
                      <a:pt x="24" y="47"/>
                      <a:pt x="24" y="47"/>
                      <a:pt x="24" y="47"/>
                    </a:cubicBezTo>
                    <a:cubicBezTo>
                      <a:pt x="24" y="47"/>
                      <a:pt x="26" y="47"/>
                      <a:pt x="27" y="47"/>
                    </a:cubicBezTo>
                    <a:cubicBezTo>
                      <a:pt x="27" y="47"/>
                      <a:pt x="24" y="46"/>
                      <a:pt x="22" y="45"/>
                    </a:cubicBezTo>
                    <a:cubicBezTo>
                      <a:pt x="23" y="45"/>
                      <a:pt x="22" y="44"/>
                      <a:pt x="22" y="44"/>
                    </a:cubicBezTo>
                    <a:cubicBezTo>
                      <a:pt x="23" y="44"/>
                      <a:pt x="22" y="44"/>
                      <a:pt x="23" y="44"/>
                    </a:cubicBezTo>
                    <a:cubicBezTo>
                      <a:pt x="25" y="44"/>
                      <a:pt x="25" y="44"/>
                      <a:pt x="25" y="44"/>
                    </a:cubicBezTo>
                    <a:cubicBezTo>
                      <a:pt x="25" y="45"/>
                      <a:pt x="27" y="45"/>
                      <a:pt x="28" y="45"/>
                    </a:cubicBezTo>
                    <a:cubicBezTo>
                      <a:pt x="27" y="45"/>
                      <a:pt x="28" y="44"/>
                      <a:pt x="29" y="44"/>
                    </a:cubicBezTo>
                    <a:cubicBezTo>
                      <a:pt x="26" y="44"/>
                      <a:pt x="27" y="43"/>
                      <a:pt x="25" y="42"/>
                    </a:cubicBezTo>
                    <a:cubicBezTo>
                      <a:pt x="24" y="42"/>
                      <a:pt x="27" y="43"/>
                      <a:pt x="28" y="43"/>
                    </a:cubicBezTo>
                    <a:cubicBezTo>
                      <a:pt x="27" y="42"/>
                      <a:pt x="27" y="41"/>
                      <a:pt x="27" y="41"/>
                    </a:cubicBezTo>
                    <a:cubicBezTo>
                      <a:pt x="28" y="41"/>
                      <a:pt x="28" y="41"/>
                      <a:pt x="28" y="41"/>
                    </a:cubicBezTo>
                    <a:cubicBezTo>
                      <a:pt x="27" y="40"/>
                      <a:pt x="28" y="40"/>
                      <a:pt x="26" y="39"/>
                    </a:cubicBezTo>
                    <a:cubicBezTo>
                      <a:pt x="27" y="39"/>
                      <a:pt x="27" y="39"/>
                      <a:pt x="27" y="39"/>
                    </a:cubicBezTo>
                    <a:cubicBezTo>
                      <a:pt x="28" y="39"/>
                      <a:pt x="24" y="38"/>
                      <a:pt x="26" y="38"/>
                    </a:cubicBezTo>
                    <a:cubicBezTo>
                      <a:pt x="27" y="39"/>
                      <a:pt x="27" y="39"/>
                      <a:pt x="27" y="39"/>
                    </a:cubicBezTo>
                    <a:cubicBezTo>
                      <a:pt x="26" y="38"/>
                      <a:pt x="28" y="38"/>
                      <a:pt x="26" y="37"/>
                    </a:cubicBezTo>
                    <a:cubicBezTo>
                      <a:pt x="27" y="37"/>
                      <a:pt x="27" y="38"/>
                      <a:pt x="28" y="38"/>
                    </a:cubicBezTo>
                    <a:cubicBezTo>
                      <a:pt x="27" y="37"/>
                      <a:pt x="27" y="37"/>
                      <a:pt x="26" y="36"/>
                    </a:cubicBezTo>
                    <a:cubicBezTo>
                      <a:pt x="28" y="37"/>
                      <a:pt x="28" y="37"/>
                      <a:pt x="28" y="37"/>
                    </a:cubicBezTo>
                    <a:cubicBezTo>
                      <a:pt x="29" y="37"/>
                      <a:pt x="26" y="36"/>
                      <a:pt x="27" y="36"/>
                    </a:cubicBezTo>
                    <a:cubicBezTo>
                      <a:pt x="27" y="36"/>
                      <a:pt x="28" y="36"/>
                      <a:pt x="28" y="36"/>
                    </a:cubicBezTo>
                    <a:cubicBezTo>
                      <a:pt x="27" y="35"/>
                      <a:pt x="27" y="35"/>
                      <a:pt x="27" y="35"/>
                    </a:cubicBezTo>
                    <a:cubicBezTo>
                      <a:pt x="29" y="35"/>
                      <a:pt x="29" y="35"/>
                      <a:pt x="29" y="35"/>
                    </a:cubicBezTo>
                    <a:cubicBezTo>
                      <a:pt x="29" y="33"/>
                      <a:pt x="30" y="31"/>
                      <a:pt x="28" y="29"/>
                    </a:cubicBezTo>
                    <a:cubicBezTo>
                      <a:pt x="31" y="29"/>
                      <a:pt x="30" y="30"/>
                      <a:pt x="31" y="30"/>
                    </a:cubicBezTo>
                    <a:cubicBezTo>
                      <a:pt x="29" y="29"/>
                      <a:pt x="31" y="29"/>
                      <a:pt x="30" y="29"/>
                    </a:cubicBezTo>
                    <a:cubicBezTo>
                      <a:pt x="30" y="29"/>
                      <a:pt x="30" y="29"/>
                      <a:pt x="30" y="29"/>
                    </a:cubicBezTo>
                    <a:cubicBezTo>
                      <a:pt x="30" y="28"/>
                      <a:pt x="31" y="28"/>
                      <a:pt x="31" y="28"/>
                    </a:cubicBezTo>
                    <a:cubicBezTo>
                      <a:pt x="30" y="28"/>
                      <a:pt x="30" y="28"/>
                      <a:pt x="30" y="28"/>
                    </a:cubicBezTo>
                    <a:cubicBezTo>
                      <a:pt x="29" y="27"/>
                      <a:pt x="33" y="28"/>
                      <a:pt x="30" y="27"/>
                    </a:cubicBezTo>
                    <a:cubicBezTo>
                      <a:pt x="32" y="27"/>
                      <a:pt x="32" y="27"/>
                      <a:pt x="32" y="27"/>
                    </a:cubicBezTo>
                    <a:cubicBezTo>
                      <a:pt x="30" y="26"/>
                      <a:pt x="33" y="27"/>
                      <a:pt x="31" y="26"/>
                    </a:cubicBezTo>
                    <a:cubicBezTo>
                      <a:pt x="31" y="26"/>
                      <a:pt x="31" y="26"/>
                      <a:pt x="31" y="26"/>
                    </a:cubicBezTo>
                    <a:cubicBezTo>
                      <a:pt x="33" y="26"/>
                      <a:pt x="29" y="25"/>
                      <a:pt x="31" y="25"/>
                    </a:cubicBezTo>
                    <a:cubicBezTo>
                      <a:pt x="31" y="25"/>
                      <a:pt x="30" y="24"/>
                      <a:pt x="28" y="24"/>
                    </a:cubicBezTo>
                    <a:cubicBezTo>
                      <a:pt x="31" y="24"/>
                      <a:pt x="31" y="24"/>
                      <a:pt x="31" y="24"/>
                    </a:cubicBezTo>
                    <a:cubicBezTo>
                      <a:pt x="30" y="23"/>
                      <a:pt x="31" y="21"/>
                      <a:pt x="29" y="19"/>
                    </a:cubicBezTo>
                    <a:cubicBezTo>
                      <a:pt x="30" y="20"/>
                      <a:pt x="30" y="20"/>
                      <a:pt x="30" y="20"/>
                    </a:cubicBezTo>
                    <a:cubicBezTo>
                      <a:pt x="28" y="18"/>
                      <a:pt x="33" y="19"/>
                      <a:pt x="29" y="17"/>
                    </a:cubicBezTo>
                    <a:cubicBezTo>
                      <a:pt x="27" y="16"/>
                      <a:pt x="27" y="16"/>
                      <a:pt x="27" y="16"/>
                    </a:cubicBezTo>
                    <a:cubicBezTo>
                      <a:pt x="30" y="17"/>
                      <a:pt x="30" y="17"/>
                      <a:pt x="30" y="17"/>
                    </a:cubicBezTo>
                    <a:cubicBezTo>
                      <a:pt x="29" y="16"/>
                      <a:pt x="30" y="16"/>
                      <a:pt x="28" y="15"/>
                    </a:cubicBezTo>
                    <a:cubicBezTo>
                      <a:pt x="30" y="16"/>
                      <a:pt x="30" y="16"/>
                      <a:pt x="30" y="16"/>
                    </a:cubicBezTo>
                    <a:cubicBezTo>
                      <a:pt x="30" y="15"/>
                      <a:pt x="28" y="14"/>
                      <a:pt x="28" y="14"/>
                    </a:cubicBezTo>
                    <a:cubicBezTo>
                      <a:pt x="29" y="14"/>
                      <a:pt x="29" y="14"/>
                      <a:pt x="29" y="14"/>
                    </a:cubicBezTo>
                    <a:cubicBezTo>
                      <a:pt x="33" y="14"/>
                      <a:pt x="36" y="12"/>
                      <a:pt x="32" y="9"/>
                    </a:cubicBezTo>
                    <a:cubicBezTo>
                      <a:pt x="32" y="9"/>
                      <a:pt x="35" y="10"/>
                      <a:pt x="34" y="10"/>
                    </a:cubicBezTo>
                    <a:cubicBezTo>
                      <a:pt x="32" y="7"/>
                      <a:pt x="37" y="7"/>
                      <a:pt x="33" y="4"/>
                    </a:cubicBezTo>
                    <a:cubicBezTo>
                      <a:pt x="32" y="2"/>
                      <a:pt x="26" y="0"/>
                      <a:pt x="26" y="0"/>
                    </a:cubicBezTo>
                    <a:cubicBezTo>
                      <a:pt x="28" y="3"/>
                      <a:pt x="24" y="5"/>
                      <a:pt x="21" y="7"/>
                    </a:cubicBezTo>
                    <a:cubicBezTo>
                      <a:pt x="21" y="8"/>
                      <a:pt x="21" y="9"/>
                      <a:pt x="20" y="10"/>
                    </a:cubicBezTo>
                    <a:cubicBezTo>
                      <a:pt x="20" y="13"/>
                      <a:pt x="14" y="16"/>
                      <a:pt x="15" y="20"/>
                    </a:cubicBezTo>
                    <a:cubicBezTo>
                      <a:pt x="16" y="20"/>
                      <a:pt x="17" y="21"/>
                      <a:pt x="17" y="21"/>
                    </a:cubicBezTo>
                    <a:cubicBezTo>
                      <a:pt x="16" y="21"/>
                      <a:pt x="16" y="21"/>
                      <a:pt x="16" y="21"/>
                    </a:cubicBezTo>
                    <a:cubicBezTo>
                      <a:pt x="18" y="21"/>
                      <a:pt x="18" y="21"/>
                      <a:pt x="18" y="21"/>
                    </a:cubicBezTo>
                    <a:cubicBezTo>
                      <a:pt x="18" y="22"/>
                      <a:pt x="16" y="21"/>
                      <a:pt x="16" y="21"/>
                    </a:cubicBezTo>
                    <a:cubicBezTo>
                      <a:pt x="15" y="22"/>
                      <a:pt x="16" y="24"/>
                      <a:pt x="15" y="25"/>
                    </a:cubicBezTo>
                    <a:cubicBezTo>
                      <a:pt x="17" y="25"/>
                      <a:pt x="15" y="26"/>
                      <a:pt x="17" y="26"/>
                    </a:cubicBezTo>
                    <a:cubicBezTo>
                      <a:pt x="16" y="26"/>
                      <a:pt x="16" y="26"/>
                      <a:pt x="16" y="26"/>
                    </a:cubicBezTo>
                    <a:cubicBezTo>
                      <a:pt x="17" y="27"/>
                      <a:pt x="17" y="27"/>
                      <a:pt x="14" y="28"/>
                    </a:cubicBezTo>
                    <a:cubicBezTo>
                      <a:pt x="12" y="31"/>
                      <a:pt x="12" y="35"/>
                      <a:pt x="11" y="38"/>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3" name="Freeform 116"/>
              <p:cNvSpPr/>
              <p:nvPr/>
            </p:nvSpPr>
            <p:spPr bwMode="auto">
              <a:xfrm>
                <a:off x="3914" y="130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4" name="Freeform 117"/>
              <p:cNvSpPr/>
              <p:nvPr/>
            </p:nvSpPr>
            <p:spPr bwMode="auto">
              <a:xfrm>
                <a:off x="3364" y="24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5" name="Freeform 118"/>
              <p:cNvSpPr/>
              <p:nvPr/>
            </p:nvSpPr>
            <p:spPr bwMode="auto">
              <a:xfrm>
                <a:off x="3920" y="1403"/>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6" name="Freeform 119"/>
              <p:cNvSpPr/>
              <p:nvPr/>
            </p:nvSpPr>
            <p:spPr bwMode="auto">
              <a:xfrm>
                <a:off x="3918" y="1401"/>
                <a:ext cx="4"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2"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7" name="Freeform 120"/>
              <p:cNvSpPr/>
              <p:nvPr/>
            </p:nvSpPr>
            <p:spPr bwMode="auto">
              <a:xfrm>
                <a:off x="3920" y="1411"/>
                <a:ext cx="4"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8" name="Freeform 121"/>
              <p:cNvSpPr/>
              <p:nvPr/>
            </p:nvSpPr>
            <p:spPr bwMode="auto">
              <a:xfrm>
                <a:off x="3477" y="150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9" name="Freeform 122"/>
              <p:cNvSpPr/>
              <p:nvPr/>
            </p:nvSpPr>
            <p:spPr bwMode="auto">
              <a:xfrm>
                <a:off x="3453" y="145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0" name="Freeform 123"/>
              <p:cNvSpPr/>
              <p:nvPr/>
            </p:nvSpPr>
            <p:spPr bwMode="auto">
              <a:xfrm>
                <a:off x="3477" y="142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1" name="Freeform 124"/>
              <p:cNvSpPr/>
              <p:nvPr/>
            </p:nvSpPr>
            <p:spPr bwMode="auto">
              <a:xfrm>
                <a:off x="4603" y="18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2" name="Freeform 125"/>
              <p:cNvSpPr/>
              <p:nvPr/>
            </p:nvSpPr>
            <p:spPr bwMode="auto">
              <a:xfrm>
                <a:off x="3540" y="1530"/>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0"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3" name="Rectangle 126"/>
              <p:cNvSpPr>
                <a:spLocks noChangeArrowheads="1"/>
              </p:cNvSpPr>
              <p:nvPr/>
            </p:nvSpPr>
            <p:spPr bwMode="auto">
              <a:xfrm>
                <a:off x="3489" y="1441"/>
                <a:ext cx="2"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4" name="Freeform 127"/>
              <p:cNvSpPr/>
              <p:nvPr/>
            </p:nvSpPr>
            <p:spPr bwMode="auto">
              <a:xfrm>
                <a:off x="3375" y="1310"/>
                <a:ext cx="174" cy="269"/>
              </a:xfrm>
              <a:custGeom>
                <a:avLst/>
                <a:gdLst>
                  <a:gd name="T0" fmla="*/ 11 w 82"/>
                  <a:gd name="T1" fmla="*/ 27 h 127"/>
                  <a:gd name="T2" fmla="*/ 20 w 82"/>
                  <a:gd name="T3" fmla="*/ 47 h 127"/>
                  <a:gd name="T4" fmla="*/ 34 w 82"/>
                  <a:gd name="T5" fmla="*/ 60 h 127"/>
                  <a:gd name="T6" fmla="*/ 37 w 82"/>
                  <a:gd name="T7" fmla="*/ 68 h 127"/>
                  <a:gd name="T8" fmla="*/ 43 w 82"/>
                  <a:gd name="T9" fmla="*/ 80 h 127"/>
                  <a:gd name="T10" fmla="*/ 47 w 82"/>
                  <a:gd name="T11" fmla="*/ 89 h 127"/>
                  <a:gd name="T12" fmla="*/ 53 w 82"/>
                  <a:gd name="T13" fmla="*/ 94 h 127"/>
                  <a:gd name="T14" fmla="*/ 60 w 82"/>
                  <a:gd name="T15" fmla="*/ 105 h 127"/>
                  <a:gd name="T16" fmla="*/ 63 w 82"/>
                  <a:gd name="T17" fmla="*/ 111 h 127"/>
                  <a:gd name="T18" fmla="*/ 63 w 82"/>
                  <a:gd name="T19" fmla="*/ 121 h 127"/>
                  <a:gd name="T20" fmla="*/ 65 w 82"/>
                  <a:gd name="T21" fmla="*/ 124 h 127"/>
                  <a:gd name="T22" fmla="*/ 69 w 82"/>
                  <a:gd name="T23" fmla="*/ 126 h 127"/>
                  <a:gd name="T24" fmla="*/ 72 w 82"/>
                  <a:gd name="T25" fmla="*/ 126 h 127"/>
                  <a:gd name="T26" fmla="*/ 73 w 82"/>
                  <a:gd name="T27" fmla="*/ 123 h 127"/>
                  <a:gd name="T28" fmla="*/ 71 w 82"/>
                  <a:gd name="T29" fmla="*/ 118 h 127"/>
                  <a:gd name="T30" fmla="*/ 73 w 82"/>
                  <a:gd name="T31" fmla="*/ 112 h 127"/>
                  <a:gd name="T32" fmla="*/ 80 w 82"/>
                  <a:gd name="T33" fmla="*/ 112 h 127"/>
                  <a:gd name="T34" fmla="*/ 80 w 82"/>
                  <a:gd name="T35" fmla="*/ 109 h 127"/>
                  <a:gd name="T36" fmla="*/ 76 w 82"/>
                  <a:gd name="T37" fmla="*/ 108 h 127"/>
                  <a:gd name="T38" fmla="*/ 78 w 82"/>
                  <a:gd name="T39" fmla="*/ 107 h 127"/>
                  <a:gd name="T40" fmla="*/ 73 w 82"/>
                  <a:gd name="T41" fmla="*/ 105 h 127"/>
                  <a:gd name="T42" fmla="*/ 77 w 82"/>
                  <a:gd name="T43" fmla="*/ 102 h 127"/>
                  <a:gd name="T44" fmla="*/ 78 w 82"/>
                  <a:gd name="T45" fmla="*/ 100 h 127"/>
                  <a:gd name="T46" fmla="*/ 76 w 82"/>
                  <a:gd name="T47" fmla="*/ 100 h 127"/>
                  <a:gd name="T48" fmla="*/ 76 w 82"/>
                  <a:gd name="T49" fmla="*/ 96 h 127"/>
                  <a:gd name="T50" fmla="*/ 71 w 82"/>
                  <a:gd name="T51" fmla="*/ 96 h 127"/>
                  <a:gd name="T52" fmla="*/ 65 w 82"/>
                  <a:gd name="T53" fmla="*/ 95 h 127"/>
                  <a:gd name="T54" fmla="*/ 70 w 82"/>
                  <a:gd name="T55" fmla="*/ 92 h 127"/>
                  <a:gd name="T56" fmla="*/ 68 w 82"/>
                  <a:gd name="T57" fmla="*/ 86 h 127"/>
                  <a:gd name="T58" fmla="*/ 67 w 82"/>
                  <a:gd name="T59" fmla="*/ 84 h 127"/>
                  <a:gd name="T60" fmla="*/ 65 w 82"/>
                  <a:gd name="T61" fmla="*/ 81 h 127"/>
                  <a:gd name="T62" fmla="*/ 62 w 82"/>
                  <a:gd name="T63" fmla="*/ 75 h 127"/>
                  <a:gd name="T64" fmla="*/ 60 w 82"/>
                  <a:gd name="T65" fmla="*/ 73 h 127"/>
                  <a:gd name="T66" fmla="*/ 59 w 82"/>
                  <a:gd name="T67" fmla="*/ 72 h 127"/>
                  <a:gd name="T68" fmla="*/ 57 w 82"/>
                  <a:gd name="T69" fmla="*/ 71 h 127"/>
                  <a:gd name="T70" fmla="*/ 58 w 82"/>
                  <a:gd name="T71" fmla="*/ 68 h 127"/>
                  <a:gd name="T72" fmla="*/ 55 w 82"/>
                  <a:gd name="T73" fmla="*/ 67 h 127"/>
                  <a:gd name="T74" fmla="*/ 54 w 82"/>
                  <a:gd name="T75" fmla="*/ 62 h 127"/>
                  <a:gd name="T76" fmla="*/ 51 w 82"/>
                  <a:gd name="T77" fmla="*/ 58 h 127"/>
                  <a:gd name="T78" fmla="*/ 51 w 82"/>
                  <a:gd name="T79" fmla="*/ 54 h 127"/>
                  <a:gd name="T80" fmla="*/ 48 w 82"/>
                  <a:gd name="T81" fmla="*/ 53 h 127"/>
                  <a:gd name="T82" fmla="*/ 49 w 82"/>
                  <a:gd name="T83" fmla="*/ 53 h 127"/>
                  <a:gd name="T84" fmla="*/ 45 w 82"/>
                  <a:gd name="T85" fmla="*/ 50 h 127"/>
                  <a:gd name="T86" fmla="*/ 43 w 82"/>
                  <a:gd name="T87" fmla="*/ 46 h 127"/>
                  <a:gd name="T88" fmla="*/ 41 w 82"/>
                  <a:gd name="T89" fmla="*/ 44 h 127"/>
                  <a:gd name="T90" fmla="*/ 32 w 82"/>
                  <a:gd name="T91" fmla="*/ 44 h 127"/>
                  <a:gd name="T92" fmla="*/ 35 w 82"/>
                  <a:gd name="T93" fmla="*/ 39 h 127"/>
                  <a:gd name="T94" fmla="*/ 31 w 82"/>
                  <a:gd name="T95" fmla="*/ 36 h 127"/>
                  <a:gd name="T96" fmla="*/ 30 w 82"/>
                  <a:gd name="T97" fmla="*/ 32 h 127"/>
                  <a:gd name="T98" fmla="*/ 26 w 82"/>
                  <a:gd name="T99" fmla="*/ 24 h 127"/>
                  <a:gd name="T100" fmla="*/ 25 w 82"/>
                  <a:gd name="T101" fmla="*/ 21 h 127"/>
                  <a:gd name="T102" fmla="*/ 15 w 82"/>
                  <a:gd name="T103" fmla="*/ 15 h 127"/>
                  <a:gd name="T104" fmla="*/ 13 w 82"/>
                  <a:gd name="T105" fmla="*/ 1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 h="127">
                    <a:moveTo>
                      <a:pt x="1" y="12"/>
                    </a:moveTo>
                    <a:cubicBezTo>
                      <a:pt x="2" y="13"/>
                      <a:pt x="4" y="14"/>
                      <a:pt x="3" y="15"/>
                    </a:cubicBezTo>
                    <a:cubicBezTo>
                      <a:pt x="6" y="19"/>
                      <a:pt x="4" y="25"/>
                      <a:pt x="8" y="28"/>
                    </a:cubicBezTo>
                    <a:cubicBezTo>
                      <a:pt x="9" y="27"/>
                      <a:pt x="10" y="27"/>
                      <a:pt x="10" y="27"/>
                    </a:cubicBezTo>
                    <a:cubicBezTo>
                      <a:pt x="10" y="27"/>
                      <a:pt x="10" y="27"/>
                      <a:pt x="10" y="27"/>
                    </a:cubicBezTo>
                    <a:cubicBezTo>
                      <a:pt x="11" y="27"/>
                      <a:pt x="11" y="27"/>
                      <a:pt x="11" y="27"/>
                    </a:cubicBezTo>
                    <a:cubicBezTo>
                      <a:pt x="11" y="27"/>
                      <a:pt x="10" y="28"/>
                      <a:pt x="9" y="28"/>
                    </a:cubicBezTo>
                    <a:cubicBezTo>
                      <a:pt x="10" y="29"/>
                      <a:pt x="12" y="30"/>
                      <a:pt x="12" y="32"/>
                    </a:cubicBezTo>
                    <a:cubicBezTo>
                      <a:pt x="14" y="31"/>
                      <a:pt x="13" y="33"/>
                      <a:pt x="15" y="32"/>
                    </a:cubicBezTo>
                    <a:cubicBezTo>
                      <a:pt x="14" y="32"/>
                      <a:pt x="14" y="32"/>
                      <a:pt x="14" y="32"/>
                    </a:cubicBezTo>
                    <a:cubicBezTo>
                      <a:pt x="15" y="33"/>
                      <a:pt x="15" y="33"/>
                      <a:pt x="13" y="35"/>
                    </a:cubicBezTo>
                    <a:cubicBezTo>
                      <a:pt x="14" y="40"/>
                      <a:pt x="18" y="43"/>
                      <a:pt x="20" y="47"/>
                    </a:cubicBezTo>
                    <a:cubicBezTo>
                      <a:pt x="22" y="50"/>
                      <a:pt x="26" y="53"/>
                      <a:pt x="29" y="57"/>
                    </a:cubicBezTo>
                    <a:cubicBezTo>
                      <a:pt x="32" y="56"/>
                      <a:pt x="31" y="57"/>
                      <a:pt x="34" y="56"/>
                    </a:cubicBezTo>
                    <a:cubicBezTo>
                      <a:pt x="33" y="57"/>
                      <a:pt x="33" y="57"/>
                      <a:pt x="33" y="57"/>
                    </a:cubicBezTo>
                    <a:cubicBezTo>
                      <a:pt x="35" y="57"/>
                      <a:pt x="34" y="58"/>
                      <a:pt x="33" y="59"/>
                    </a:cubicBezTo>
                    <a:cubicBezTo>
                      <a:pt x="34" y="59"/>
                      <a:pt x="33" y="59"/>
                      <a:pt x="35" y="58"/>
                    </a:cubicBezTo>
                    <a:cubicBezTo>
                      <a:pt x="37" y="58"/>
                      <a:pt x="33" y="60"/>
                      <a:pt x="34" y="60"/>
                    </a:cubicBezTo>
                    <a:cubicBezTo>
                      <a:pt x="33" y="60"/>
                      <a:pt x="35" y="59"/>
                      <a:pt x="35" y="60"/>
                    </a:cubicBezTo>
                    <a:cubicBezTo>
                      <a:pt x="37" y="60"/>
                      <a:pt x="33" y="60"/>
                      <a:pt x="32" y="62"/>
                    </a:cubicBezTo>
                    <a:cubicBezTo>
                      <a:pt x="34" y="64"/>
                      <a:pt x="37" y="65"/>
                      <a:pt x="37" y="67"/>
                    </a:cubicBezTo>
                    <a:cubicBezTo>
                      <a:pt x="37" y="67"/>
                      <a:pt x="38" y="66"/>
                      <a:pt x="38" y="66"/>
                    </a:cubicBezTo>
                    <a:cubicBezTo>
                      <a:pt x="35" y="68"/>
                      <a:pt x="39" y="66"/>
                      <a:pt x="38" y="67"/>
                    </a:cubicBezTo>
                    <a:cubicBezTo>
                      <a:pt x="37" y="68"/>
                      <a:pt x="37" y="68"/>
                      <a:pt x="37" y="68"/>
                    </a:cubicBezTo>
                    <a:cubicBezTo>
                      <a:pt x="36" y="69"/>
                      <a:pt x="39" y="69"/>
                      <a:pt x="38" y="70"/>
                    </a:cubicBezTo>
                    <a:cubicBezTo>
                      <a:pt x="39" y="70"/>
                      <a:pt x="37" y="72"/>
                      <a:pt x="39" y="72"/>
                    </a:cubicBezTo>
                    <a:cubicBezTo>
                      <a:pt x="38" y="72"/>
                      <a:pt x="38" y="73"/>
                      <a:pt x="38" y="73"/>
                    </a:cubicBezTo>
                    <a:cubicBezTo>
                      <a:pt x="41" y="72"/>
                      <a:pt x="37" y="75"/>
                      <a:pt x="40" y="74"/>
                    </a:cubicBezTo>
                    <a:cubicBezTo>
                      <a:pt x="39" y="75"/>
                      <a:pt x="39" y="75"/>
                      <a:pt x="39" y="75"/>
                    </a:cubicBezTo>
                    <a:cubicBezTo>
                      <a:pt x="41" y="76"/>
                      <a:pt x="41" y="79"/>
                      <a:pt x="43" y="80"/>
                    </a:cubicBezTo>
                    <a:cubicBezTo>
                      <a:pt x="44" y="81"/>
                      <a:pt x="42" y="84"/>
                      <a:pt x="44" y="84"/>
                    </a:cubicBezTo>
                    <a:cubicBezTo>
                      <a:pt x="46" y="84"/>
                      <a:pt x="46" y="84"/>
                      <a:pt x="46" y="84"/>
                    </a:cubicBezTo>
                    <a:cubicBezTo>
                      <a:pt x="46" y="84"/>
                      <a:pt x="45" y="84"/>
                      <a:pt x="44" y="84"/>
                    </a:cubicBezTo>
                    <a:cubicBezTo>
                      <a:pt x="46" y="84"/>
                      <a:pt x="45" y="86"/>
                      <a:pt x="45" y="87"/>
                    </a:cubicBezTo>
                    <a:cubicBezTo>
                      <a:pt x="46" y="87"/>
                      <a:pt x="46" y="87"/>
                      <a:pt x="47" y="86"/>
                    </a:cubicBezTo>
                    <a:cubicBezTo>
                      <a:pt x="45" y="88"/>
                      <a:pt x="48" y="88"/>
                      <a:pt x="47" y="89"/>
                    </a:cubicBezTo>
                    <a:cubicBezTo>
                      <a:pt x="50" y="88"/>
                      <a:pt x="49" y="89"/>
                      <a:pt x="50" y="89"/>
                    </a:cubicBezTo>
                    <a:cubicBezTo>
                      <a:pt x="50" y="89"/>
                      <a:pt x="49" y="90"/>
                      <a:pt x="48" y="90"/>
                    </a:cubicBezTo>
                    <a:cubicBezTo>
                      <a:pt x="49" y="91"/>
                      <a:pt x="49" y="91"/>
                      <a:pt x="49" y="92"/>
                    </a:cubicBezTo>
                    <a:cubicBezTo>
                      <a:pt x="49" y="92"/>
                      <a:pt x="51" y="92"/>
                      <a:pt x="51" y="92"/>
                    </a:cubicBezTo>
                    <a:cubicBezTo>
                      <a:pt x="49" y="93"/>
                      <a:pt x="51" y="93"/>
                      <a:pt x="50" y="94"/>
                    </a:cubicBezTo>
                    <a:cubicBezTo>
                      <a:pt x="52" y="93"/>
                      <a:pt x="54" y="93"/>
                      <a:pt x="53" y="94"/>
                    </a:cubicBezTo>
                    <a:cubicBezTo>
                      <a:pt x="51" y="95"/>
                      <a:pt x="51" y="95"/>
                      <a:pt x="51" y="95"/>
                    </a:cubicBezTo>
                    <a:cubicBezTo>
                      <a:pt x="53" y="95"/>
                      <a:pt x="51" y="98"/>
                      <a:pt x="55" y="99"/>
                    </a:cubicBezTo>
                    <a:cubicBezTo>
                      <a:pt x="53" y="99"/>
                      <a:pt x="53" y="99"/>
                      <a:pt x="53" y="99"/>
                    </a:cubicBezTo>
                    <a:cubicBezTo>
                      <a:pt x="56" y="100"/>
                      <a:pt x="54" y="103"/>
                      <a:pt x="58" y="103"/>
                    </a:cubicBezTo>
                    <a:cubicBezTo>
                      <a:pt x="57" y="104"/>
                      <a:pt x="56" y="105"/>
                      <a:pt x="57" y="105"/>
                    </a:cubicBezTo>
                    <a:cubicBezTo>
                      <a:pt x="58" y="105"/>
                      <a:pt x="58" y="106"/>
                      <a:pt x="60" y="105"/>
                    </a:cubicBezTo>
                    <a:cubicBezTo>
                      <a:pt x="61" y="106"/>
                      <a:pt x="59" y="106"/>
                      <a:pt x="59" y="106"/>
                    </a:cubicBezTo>
                    <a:cubicBezTo>
                      <a:pt x="59" y="107"/>
                      <a:pt x="57" y="108"/>
                      <a:pt x="59" y="108"/>
                    </a:cubicBezTo>
                    <a:cubicBezTo>
                      <a:pt x="58" y="109"/>
                      <a:pt x="58" y="109"/>
                      <a:pt x="58" y="109"/>
                    </a:cubicBezTo>
                    <a:cubicBezTo>
                      <a:pt x="59" y="109"/>
                      <a:pt x="61" y="109"/>
                      <a:pt x="60" y="110"/>
                    </a:cubicBezTo>
                    <a:cubicBezTo>
                      <a:pt x="61" y="110"/>
                      <a:pt x="62" y="111"/>
                      <a:pt x="64" y="110"/>
                    </a:cubicBezTo>
                    <a:cubicBezTo>
                      <a:pt x="64" y="110"/>
                      <a:pt x="61" y="111"/>
                      <a:pt x="63" y="111"/>
                    </a:cubicBezTo>
                    <a:cubicBezTo>
                      <a:pt x="61" y="111"/>
                      <a:pt x="61" y="111"/>
                      <a:pt x="61" y="111"/>
                    </a:cubicBezTo>
                    <a:cubicBezTo>
                      <a:pt x="61" y="113"/>
                      <a:pt x="62" y="114"/>
                      <a:pt x="63" y="115"/>
                    </a:cubicBezTo>
                    <a:cubicBezTo>
                      <a:pt x="61" y="116"/>
                      <a:pt x="64" y="116"/>
                      <a:pt x="62" y="117"/>
                    </a:cubicBezTo>
                    <a:cubicBezTo>
                      <a:pt x="64" y="118"/>
                      <a:pt x="62" y="119"/>
                      <a:pt x="65" y="119"/>
                    </a:cubicBezTo>
                    <a:cubicBezTo>
                      <a:pt x="64" y="119"/>
                      <a:pt x="64" y="119"/>
                      <a:pt x="64" y="119"/>
                    </a:cubicBezTo>
                    <a:cubicBezTo>
                      <a:pt x="64" y="120"/>
                      <a:pt x="64" y="121"/>
                      <a:pt x="63" y="121"/>
                    </a:cubicBezTo>
                    <a:cubicBezTo>
                      <a:pt x="63" y="122"/>
                      <a:pt x="65" y="122"/>
                      <a:pt x="66" y="122"/>
                    </a:cubicBezTo>
                    <a:cubicBezTo>
                      <a:pt x="64" y="122"/>
                      <a:pt x="64" y="122"/>
                      <a:pt x="64" y="122"/>
                    </a:cubicBezTo>
                    <a:cubicBezTo>
                      <a:pt x="65" y="123"/>
                      <a:pt x="67" y="123"/>
                      <a:pt x="69" y="123"/>
                    </a:cubicBezTo>
                    <a:cubicBezTo>
                      <a:pt x="68" y="123"/>
                      <a:pt x="69" y="123"/>
                      <a:pt x="68" y="124"/>
                    </a:cubicBezTo>
                    <a:cubicBezTo>
                      <a:pt x="67" y="123"/>
                      <a:pt x="66" y="123"/>
                      <a:pt x="64" y="123"/>
                    </a:cubicBezTo>
                    <a:cubicBezTo>
                      <a:pt x="63" y="123"/>
                      <a:pt x="67" y="124"/>
                      <a:pt x="65" y="124"/>
                    </a:cubicBezTo>
                    <a:cubicBezTo>
                      <a:pt x="64" y="125"/>
                      <a:pt x="65" y="125"/>
                      <a:pt x="67" y="125"/>
                    </a:cubicBezTo>
                    <a:cubicBezTo>
                      <a:pt x="66" y="125"/>
                      <a:pt x="66" y="125"/>
                      <a:pt x="65" y="125"/>
                    </a:cubicBezTo>
                    <a:cubicBezTo>
                      <a:pt x="65" y="126"/>
                      <a:pt x="65" y="126"/>
                      <a:pt x="66" y="126"/>
                    </a:cubicBezTo>
                    <a:cubicBezTo>
                      <a:pt x="66" y="126"/>
                      <a:pt x="66" y="126"/>
                      <a:pt x="66" y="126"/>
                    </a:cubicBezTo>
                    <a:cubicBezTo>
                      <a:pt x="67" y="126"/>
                      <a:pt x="67" y="126"/>
                      <a:pt x="69" y="126"/>
                    </a:cubicBezTo>
                    <a:cubicBezTo>
                      <a:pt x="69" y="126"/>
                      <a:pt x="68" y="126"/>
                      <a:pt x="69" y="126"/>
                    </a:cubicBezTo>
                    <a:cubicBezTo>
                      <a:pt x="70" y="126"/>
                      <a:pt x="71" y="126"/>
                      <a:pt x="69" y="126"/>
                    </a:cubicBezTo>
                    <a:cubicBezTo>
                      <a:pt x="68" y="127"/>
                      <a:pt x="67" y="126"/>
                      <a:pt x="66" y="126"/>
                    </a:cubicBezTo>
                    <a:cubicBezTo>
                      <a:pt x="70" y="127"/>
                      <a:pt x="70" y="127"/>
                      <a:pt x="70" y="127"/>
                    </a:cubicBezTo>
                    <a:cubicBezTo>
                      <a:pt x="69" y="127"/>
                      <a:pt x="69" y="127"/>
                      <a:pt x="71" y="127"/>
                    </a:cubicBezTo>
                    <a:cubicBezTo>
                      <a:pt x="70" y="126"/>
                      <a:pt x="70" y="126"/>
                      <a:pt x="70" y="126"/>
                    </a:cubicBezTo>
                    <a:cubicBezTo>
                      <a:pt x="72" y="126"/>
                      <a:pt x="72" y="126"/>
                      <a:pt x="72" y="126"/>
                    </a:cubicBezTo>
                    <a:cubicBezTo>
                      <a:pt x="71" y="126"/>
                      <a:pt x="72" y="125"/>
                      <a:pt x="71" y="125"/>
                    </a:cubicBezTo>
                    <a:cubicBezTo>
                      <a:pt x="70" y="125"/>
                      <a:pt x="70" y="125"/>
                      <a:pt x="70" y="125"/>
                    </a:cubicBezTo>
                    <a:cubicBezTo>
                      <a:pt x="69" y="125"/>
                      <a:pt x="67" y="124"/>
                      <a:pt x="69" y="124"/>
                    </a:cubicBezTo>
                    <a:cubicBezTo>
                      <a:pt x="71" y="124"/>
                      <a:pt x="71" y="124"/>
                      <a:pt x="71" y="124"/>
                    </a:cubicBezTo>
                    <a:cubicBezTo>
                      <a:pt x="71" y="124"/>
                      <a:pt x="70" y="124"/>
                      <a:pt x="71" y="123"/>
                    </a:cubicBezTo>
                    <a:cubicBezTo>
                      <a:pt x="73" y="123"/>
                      <a:pt x="73" y="123"/>
                      <a:pt x="73" y="123"/>
                    </a:cubicBezTo>
                    <a:cubicBezTo>
                      <a:pt x="70" y="124"/>
                      <a:pt x="72" y="122"/>
                      <a:pt x="71" y="122"/>
                    </a:cubicBezTo>
                    <a:cubicBezTo>
                      <a:pt x="72" y="122"/>
                      <a:pt x="72" y="122"/>
                      <a:pt x="72" y="122"/>
                    </a:cubicBezTo>
                    <a:cubicBezTo>
                      <a:pt x="73" y="122"/>
                      <a:pt x="70" y="123"/>
                      <a:pt x="70" y="122"/>
                    </a:cubicBezTo>
                    <a:cubicBezTo>
                      <a:pt x="71" y="122"/>
                      <a:pt x="73" y="122"/>
                      <a:pt x="74" y="121"/>
                    </a:cubicBezTo>
                    <a:cubicBezTo>
                      <a:pt x="74" y="121"/>
                      <a:pt x="72" y="120"/>
                      <a:pt x="74" y="119"/>
                    </a:cubicBezTo>
                    <a:cubicBezTo>
                      <a:pt x="73" y="118"/>
                      <a:pt x="72" y="118"/>
                      <a:pt x="71" y="118"/>
                    </a:cubicBezTo>
                    <a:cubicBezTo>
                      <a:pt x="71" y="117"/>
                      <a:pt x="74" y="117"/>
                      <a:pt x="73" y="117"/>
                    </a:cubicBezTo>
                    <a:cubicBezTo>
                      <a:pt x="74" y="117"/>
                      <a:pt x="75" y="117"/>
                      <a:pt x="75" y="116"/>
                    </a:cubicBezTo>
                    <a:cubicBezTo>
                      <a:pt x="74" y="116"/>
                      <a:pt x="75" y="115"/>
                      <a:pt x="73" y="116"/>
                    </a:cubicBezTo>
                    <a:cubicBezTo>
                      <a:pt x="74" y="115"/>
                      <a:pt x="74" y="114"/>
                      <a:pt x="73" y="114"/>
                    </a:cubicBezTo>
                    <a:cubicBezTo>
                      <a:pt x="73" y="114"/>
                      <a:pt x="75" y="114"/>
                      <a:pt x="76" y="113"/>
                    </a:cubicBezTo>
                    <a:cubicBezTo>
                      <a:pt x="74" y="113"/>
                      <a:pt x="73" y="113"/>
                      <a:pt x="73" y="112"/>
                    </a:cubicBezTo>
                    <a:cubicBezTo>
                      <a:pt x="72" y="112"/>
                      <a:pt x="72" y="113"/>
                      <a:pt x="70" y="113"/>
                    </a:cubicBezTo>
                    <a:cubicBezTo>
                      <a:pt x="70" y="113"/>
                      <a:pt x="69" y="113"/>
                      <a:pt x="69" y="113"/>
                    </a:cubicBezTo>
                    <a:cubicBezTo>
                      <a:pt x="71" y="112"/>
                      <a:pt x="74" y="112"/>
                      <a:pt x="74" y="111"/>
                    </a:cubicBezTo>
                    <a:cubicBezTo>
                      <a:pt x="77" y="111"/>
                      <a:pt x="73" y="112"/>
                      <a:pt x="76" y="111"/>
                    </a:cubicBezTo>
                    <a:cubicBezTo>
                      <a:pt x="78" y="111"/>
                      <a:pt x="79" y="112"/>
                      <a:pt x="77" y="113"/>
                    </a:cubicBezTo>
                    <a:cubicBezTo>
                      <a:pt x="80" y="113"/>
                      <a:pt x="78" y="112"/>
                      <a:pt x="80" y="112"/>
                    </a:cubicBezTo>
                    <a:cubicBezTo>
                      <a:pt x="80" y="111"/>
                      <a:pt x="78" y="111"/>
                      <a:pt x="78" y="111"/>
                    </a:cubicBezTo>
                    <a:cubicBezTo>
                      <a:pt x="77" y="111"/>
                      <a:pt x="77" y="111"/>
                      <a:pt x="76" y="111"/>
                    </a:cubicBezTo>
                    <a:cubicBezTo>
                      <a:pt x="73" y="111"/>
                      <a:pt x="77" y="110"/>
                      <a:pt x="77" y="110"/>
                    </a:cubicBezTo>
                    <a:cubicBezTo>
                      <a:pt x="78" y="110"/>
                      <a:pt x="78" y="110"/>
                      <a:pt x="78" y="110"/>
                    </a:cubicBezTo>
                    <a:cubicBezTo>
                      <a:pt x="79" y="109"/>
                      <a:pt x="77" y="110"/>
                      <a:pt x="77" y="109"/>
                    </a:cubicBezTo>
                    <a:cubicBezTo>
                      <a:pt x="80" y="108"/>
                      <a:pt x="78" y="110"/>
                      <a:pt x="80" y="109"/>
                    </a:cubicBezTo>
                    <a:cubicBezTo>
                      <a:pt x="82" y="109"/>
                      <a:pt x="82" y="109"/>
                      <a:pt x="82" y="109"/>
                    </a:cubicBezTo>
                    <a:cubicBezTo>
                      <a:pt x="82" y="108"/>
                      <a:pt x="79" y="109"/>
                      <a:pt x="80" y="108"/>
                    </a:cubicBezTo>
                    <a:cubicBezTo>
                      <a:pt x="81" y="108"/>
                      <a:pt x="81" y="108"/>
                      <a:pt x="81" y="108"/>
                    </a:cubicBezTo>
                    <a:cubicBezTo>
                      <a:pt x="80" y="108"/>
                      <a:pt x="80" y="108"/>
                      <a:pt x="80" y="108"/>
                    </a:cubicBezTo>
                    <a:cubicBezTo>
                      <a:pt x="79" y="108"/>
                      <a:pt x="77" y="108"/>
                      <a:pt x="77" y="109"/>
                    </a:cubicBezTo>
                    <a:cubicBezTo>
                      <a:pt x="74" y="109"/>
                      <a:pt x="77" y="109"/>
                      <a:pt x="76" y="108"/>
                    </a:cubicBezTo>
                    <a:cubicBezTo>
                      <a:pt x="74" y="108"/>
                      <a:pt x="76" y="108"/>
                      <a:pt x="75" y="109"/>
                    </a:cubicBezTo>
                    <a:cubicBezTo>
                      <a:pt x="73" y="109"/>
                      <a:pt x="73" y="109"/>
                      <a:pt x="73" y="108"/>
                    </a:cubicBezTo>
                    <a:cubicBezTo>
                      <a:pt x="72" y="108"/>
                      <a:pt x="74" y="108"/>
                      <a:pt x="75" y="107"/>
                    </a:cubicBezTo>
                    <a:cubicBezTo>
                      <a:pt x="76" y="107"/>
                      <a:pt x="76" y="108"/>
                      <a:pt x="75" y="108"/>
                    </a:cubicBezTo>
                    <a:cubicBezTo>
                      <a:pt x="77" y="108"/>
                      <a:pt x="79" y="107"/>
                      <a:pt x="80" y="107"/>
                    </a:cubicBezTo>
                    <a:cubicBezTo>
                      <a:pt x="81" y="106"/>
                      <a:pt x="79" y="107"/>
                      <a:pt x="78" y="107"/>
                    </a:cubicBezTo>
                    <a:cubicBezTo>
                      <a:pt x="78" y="107"/>
                      <a:pt x="76" y="107"/>
                      <a:pt x="76" y="107"/>
                    </a:cubicBezTo>
                    <a:cubicBezTo>
                      <a:pt x="71" y="107"/>
                      <a:pt x="79" y="106"/>
                      <a:pt x="78" y="105"/>
                    </a:cubicBezTo>
                    <a:cubicBezTo>
                      <a:pt x="75" y="106"/>
                      <a:pt x="74" y="105"/>
                      <a:pt x="70" y="107"/>
                    </a:cubicBezTo>
                    <a:cubicBezTo>
                      <a:pt x="70" y="107"/>
                      <a:pt x="69" y="107"/>
                      <a:pt x="69" y="106"/>
                    </a:cubicBezTo>
                    <a:cubicBezTo>
                      <a:pt x="71" y="106"/>
                      <a:pt x="71" y="106"/>
                      <a:pt x="73" y="105"/>
                    </a:cubicBezTo>
                    <a:cubicBezTo>
                      <a:pt x="73" y="105"/>
                      <a:pt x="73" y="105"/>
                      <a:pt x="73" y="105"/>
                    </a:cubicBezTo>
                    <a:cubicBezTo>
                      <a:pt x="75" y="105"/>
                      <a:pt x="75" y="105"/>
                      <a:pt x="75" y="105"/>
                    </a:cubicBezTo>
                    <a:cubicBezTo>
                      <a:pt x="79" y="103"/>
                      <a:pt x="79" y="103"/>
                      <a:pt x="79" y="103"/>
                    </a:cubicBezTo>
                    <a:cubicBezTo>
                      <a:pt x="78" y="103"/>
                      <a:pt x="77" y="104"/>
                      <a:pt x="76" y="103"/>
                    </a:cubicBezTo>
                    <a:cubicBezTo>
                      <a:pt x="77" y="103"/>
                      <a:pt x="78" y="103"/>
                      <a:pt x="78" y="102"/>
                    </a:cubicBezTo>
                    <a:cubicBezTo>
                      <a:pt x="77" y="103"/>
                      <a:pt x="75" y="103"/>
                      <a:pt x="75" y="103"/>
                    </a:cubicBezTo>
                    <a:cubicBezTo>
                      <a:pt x="74" y="103"/>
                      <a:pt x="76" y="102"/>
                      <a:pt x="77" y="102"/>
                    </a:cubicBezTo>
                    <a:cubicBezTo>
                      <a:pt x="79" y="102"/>
                      <a:pt x="79" y="102"/>
                      <a:pt x="79" y="102"/>
                    </a:cubicBezTo>
                    <a:cubicBezTo>
                      <a:pt x="77" y="102"/>
                      <a:pt x="79" y="101"/>
                      <a:pt x="79" y="101"/>
                    </a:cubicBezTo>
                    <a:cubicBezTo>
                      <a:pt x="77" y="101"/>
                      <a:pt x="76" y="102"/>
                      <a:pt x="74" y="102"/>
                    </a:cubicBezTo>
                    <a:cubicBezTo>
                      <a:pt x="74" y="102"/>
                      <a:pt x="75" y="101"/>
                      <a:pt x="75" y="101"/>
                    </a:cubicBezTo>
                    <a:cubicBezTo>
                      <a:pt x="76" y="101"/>
                      <a:pt x="76" y="101"/>
                      <a:pt x="76" y="101"/>
                    </a:cubicBezTo>
                    <a:cubicBezTo>
                      <a:pt x="76" y="101"/>
                      <a:pt x="79" y="100"/>
                      <a:pt x="78" y="100"/>
                    </a:cubicBezTo>
                    <a:cubicBezTo>
                      <a:pt x="77" y="100"/>
                      <a:pt x="77" y="100"/>
                      <a:pt x="77" y="100"/>
                    </a:cubicBezTo>
                    <a:cubicBezTo>
                      <a:pt x="77" y="100"/>
                      <a:pt x="78" y="100"/>
                      <a:pt x="78" y="100"/>
                    </a:cubicBezTo>
                    <a:cubicBezTo>
                      <a:pt x="77" y="100"/>
                      <a:pt x="77" y="99"/>
                      <a:pt x="77" y="99"/>
                    </a:cubicBezTo>
                    <a:cubicBezTo>
                      <a:pt x="78" y="99"/>
                      <a:pt x="78" y="99"/>
                      <a:pt x="78" y="99"/>
                    </a:cubicBezTo>
                    <a:cubicBezTo>
                      <a:pt x="77" y="99"/>
                      <a:pt x="75" y="99"/>
                      <a:pt x="76" y="99"/>
                    </a:cubicBezTo>
                    <a:cubicBezTo>
                      <a:pt x="74" y="100"/>
                      <a:pt x="77" y="99"/>
                      <a:pt x="76" y="100"/>
                    </a:cubicBezTo>
                    <a:cubicBezTo>
                      <a:pt x="74" y="100"/>
                      <a:pt x="74" y="100"/>
                      <a:pt x="73" y="100"/>
                    </a:cubicBezTo>
                    <a:cubicBezTo>
                      <a:pt x="76" y="99"/>
                      <a:pt x="73" y="99"/>
                      <a:pt x="73" y="99"/>
                    </a:cubicBezTo>
                    <a:cubicBezTo>
                      <a:pt x="74" y="98"/>
                      <a:pt x="75" y="98"/>
                      <a:pt x="75" y="98"/>
                    </a:cubicBezTo>
                    <a:cubicBezTo>
                      <a:pt x="73" y="98"/>
                      <a:pt x="73" y="98"/>
                      <a:pt x="73" y="98"/>
                    </a:cubicBezTo>
                    <a:cubicBezTo>
                      <a:pt x="77" y="97"/>
                      <a:pt x="73" y="98"/>
                      <a:pt x="73" y="97"/>
                    </a:cubicBezTo>
                    <a:cubicBezTo>
                      <a:pt x="75" y="97"/>
                      <a:pt x="76" y="96"/>
                      <a:pt x="76" y="96"/>
                    </a:cubicBezTo>
                    <a:cubicBezTo>
                      <a:pt x="74" y="97"/>
                      <a:pt x="73" y="97"/>
                      <a:pt x="71" y="97"/>
                    </a:cubicBezTo>
                    <a:cubicBezTo>
                      <a:pt x="72" y="96"/>
                      <a:pt x="75" y="96"/>
                      <a:pt x="76" y="96"/>
                    </a:cubicBezTo>
                    <a:cubicBezTo>
                      <a:pt x="74" y="96"/>
                      <a:pt x="77" y="94"/>
                      <a:pt x="75" y="95"/>
                    </a:cubicBezTo>
                    <a:cubicBezTo>
                      <a:pt x="74" y="96"/>
                      <a:pt x="73" y="96"/>
                      <a:pt x="72" y="96"/>
                    </a:cubicBezTo>
                    <a:cubicBezTo>
                      <a:pt x="72" y="95"/>
                      <a:pt x="73" y="96"/>
                      <a:pt x="74" y="95"/>
                    </a:cubicBezTo>
                    <a:cubicBezTo>
                      <a:pt x="74" y="95"/>
                      <a:pt x="72" y="95"/>
                      <a:pt x="71" y="96"/>
                    </a:cubicBezTo>
                    <a:cubicBezTo>
                      <a:pt x="71" y="95"/>
                      <a:pt x="69" y="96"/>
                      <a:pt x="70" y="95"/>
                    </a:cubicBezTo>
                    <a:cubicBezTo>
                      <a:pt x="72" y="94"/>
                      <a:pt x="71" y="95"/>
                      <a:pt x="72" y="95"/>
                    </a:cubicBezTo>
                    <a:cubicBezTo>
                      <a:pt x="72" y="94"/>
                      <a:pt x="68" y="96"/>
                      <a:pt x="68" y="95"/>
                    </a:cubicBezTo>
                    <a:cubicBezTo>
                      <a:pt x="67" y="96"/>
                      <a:pt x="64" y="97"/>
                      <a:pt x="63" y="97"/>
                    </a:cubicBezTo>
                    <a:cubicBezTo>
                      <a:pt x="63" y="96"/>
                      <a:pt x="64" y="97"/>
                      <a:pt x="66" y="96"/>
                    </a:cubicBezTo>
                    <a:cubicBezTo>
                      <a:pt x="65" y="95"/>
                      <a:pt x="65" y="95"/>
                      <a:pt x="65" y="95"/>
                    </a:cubicBezTo>
                    <a:cubicBezTo>
                      <a:pt x="68" y="94"/>
                      <a:pt x="70" y="95"/>
                      <a:pt x="72" y="93"/>
                    </a:cubicBezTo>
                    <a:cubicBezTo>
                      <a:pt x="71" y="93"/>
                      <a:pt x="71" y="93"/>
                      <a:pt x="71" y="93"/>
                    </a:cubicBezTo>
                    <a:cubicBezTo>
                      <a:pt x="72" y="93"/>
                      <a:pt x="74" y="93"/>
                      <a:pt x="74" y="92"/>
                    </a:cubicBezTo>
                    <a:cubicBezTo>
                      <a:pt x="72" y="93"/>
                      <a:pt x="74" y="92"/>
                      <a:pt x="73" y="92"/>
                    </a:cubicBezTo>
                    <a:cubicBezTo>
                      <a:pt x="71" y="92"/>
                      <a:pt x="74" y="92"/>
                      <a:pt x="72" y="92"/>
                    </a:cubicBezTo>
                    <a:cubicBezTo>
                      <a:pt x="72" y="92"/>
                      <a:pt x="69" y="93"/>
                      <a:pt x="70" y="92"/>
                    </a:cubicBezTo>
                    <a:cubicBezTo>
                      <a:pt x="73" y="91"/>
                      <a:pt x="73" y="91"/>
                      <a:pt x="73" y="91"/>
                    </a:cubicBezTo>
                    <a:cubicBezTo>
                      <a:pt x="74" y="91"/>
                      <a:pt x="71" y="92"/>
                      <a:pt x="72" y="91"/>
                    </a:cubicBezTo>
                    <a:cubicBezTo>
                      <a:pt x="73" y="91"/>
                      <a:pt x="73" y="91"/>
                      <a:pt x="73" y="91"/>
                    </a:cubicBezTo>
                    <a:cubicBezTo>
                      <a:pt x="72" y="89"/>
                      <a:pt x="72" y="88"/>
                      <a:pt x="67" y="88"/>
                    </a:cubicBezTo>
                    <a:cubicBezTo>
                      <a:pt x="69" y="87"/>
                      <a:pt x="69" y="87"/>
                      <a:pt x="70" y="86"/>
                    </a:cubicBezTo>
                    <a:cubicBezTo>
                      <a:pt x="69" y="86"/>
                      <a:pt x="68" y="86"/>
                      <a:pt x="68" y="86"/>
                    </a:cubicBezTo>
                    <a:cubicBezTo>
                      <a:pt x="69" y="85"/>
                      <a:pt x="69" y="85"/>
                      <a:pt x="69" y="85"/>
                    </a:cubicBezTo>
                    <a:cubicBezTo>
                      <a:pt x="70" y="84"/>
                      <a:pt x="68" y="85"/>
                      <a:pt x="67" y="85"/>
                    </a:cubicBezTo>
                    <a:cubicBezTo>
                      <a:pt x="68" y="84"/>
                      <a:pt x="68" y="84"/>
                      <a:pt x="68" y="84"/>
                    </a:cubicBezTo>
                    <a:cubicBezTo>
                      <a:pt x="69" y="83"/>
                      <a:pt x="67" y="84"/>
                      <a:pt x="67" y="84"/>
                    </a:cubicBezTo>
                    <a:cubicBezTo>
                      <a:pt x="68" y="84"/>
                      <a:pt x="68" y="84"/>
                      <a:pt x="68" y="84"/>
                    </a:cubicBezTo>
                    <a:cubicBezTo>
                      <a:pt x="67" y="84"/>
                      <a:pt x="67" y="84"/>
                      <a:pt x="67" y="84"/>
                    </a:cubicBezTo>
                    <a:cubicBezTo>
                      <a:pt x="66" y="84"/>
                      <a:pt x="66" y="83"/>
                      <a:pt x="68" y="83"/>
                    </a:cubicBezTo>
                    <a:cubicBezTo>
                      <a:pt x="67" y="83"/>
                      <a:pt x="67" y="83"/>
                      <a:pt x="67" y="83"/>
                    </a:cubicBezTo>
                    <a:cubicBezTo>
                      <a:pt x="68" y="82"/>
                      <a:pt x="67" y="81"/>
                      <a:pt x="66" y="81"/>
                    </a:cubicBezTo>
                    <a:cubicBezTo>
                      <a:pt x="66" y="82"/>
                      <a:pt x="65" y="82"/>
                      <a:pt x="64" y="82"/>
                    </a:cubicBezTo>
                    <a:cubicBezTo>
                      <a:pt x="62" y="83"/>
                      <a:pt x="64" y="82"/>
                      <a:pt x="63" y="82"/>
                    </a:cubicBezTo>
                    <a:cubicBezTo>
                      <a:pt x="64" y="82"/>
                      <a:pt x="64" y="81"/>
                      <a:pt x="65" y="81"/>
                    </a:cubicBezTo>
                    <a:cubicBezTo>
                      <a:pt x="68" y="79"/>
                      <a:pt x="65" y="79"/>
                      <a:pt x="65" y="78"/>
                    </a:cubicBezTo>
                    <a:cubicBezTo>
                      <a:pt x="64" y="78"/>
                      <a:pt x="64" y="78"/>
                      <a:pt x="64" y="78"/>
                    </a:cubicBezTo>
                    <a:cubicBezTo>
                      <a:pt x="66" y="77"/>
                      <a:pt x="63" y="77"/>
                      <a:pt x="64" y="76"/>
                    </a:cubicBezTo>
                    <a:cubicBezTo>
                      <a:pt x="63" y="76"/>
                      <a:pt x="60" y="77"/>
                      <a:pt x="60" y="77"/>
                    </a:cubicBezTo>
                    <a:cubicBezTo>
                      <a:pt x="58" y="78"/>
                      <a:pt x="62" y="76"/>
                      <a:pt x="63" y="75"/>
                    </a:cubicBezTo>
                    <a:cubicBezTo>
                      <a:pt x="62" y="75"/>
                      <a:pt x="62" y="75"/>
                      <a:pt x="62" y="75"/>
                    </a:cubicBezTo>
                    <a:cubicBezTo>
                      <a:pt x="62" y="75"/>
                      <a:pt x="62" y="75"/>
                      <a:pt x="62" y="75"/>
                    </a:cubicBezTo>
                    <a:cubicBezTo>
                      <a:pt x="61" y="75"/>
                      <a:pt x="60" y="75"/>
                      <a:pt x="61" y="74"/>
                    </a:cubicBezTo>
                    <a:cubicBezTo>
                      <a:pt x="61" y="74"/>
                      <a:pt x="61" y="74"/>
                      <a:pt x="61" y="74"/>
                    </a:cubicBezTo>
                    <a:cubicBezTo>
                      <a:pt x="61" y="74"/>
                      <a:pt x="62" y="73"/>
                      <a:pt x="62" y="73"/>
                    </a:cubicBezTo>
                    <a:cubicBezTo>
                      <a:pt x="60" y="74"/>
                      <a:pt x="61" y="72"/>
                      <a:pt x="59" y="73"/>
                    </a:cubicBezTo>
                    <a:cubicBezTo>
                      <a:pt x="60" y="73"/>
                      <a:pt x="60" y="73"/>
                      <a:pt x="60" y="73"/>
                    </a:cubicBezTo>
                    <a:cubicBezTo>
                      <a:pt x="59" y="73"/>
                      <a:pt x="59" y="73"/>
                      <a:pt x="59" y="73"/>
                    </a:cubicBezTo>
                    <a:cubicBezTo>
                      <a:pt x="59" y="73"/>
                      <a:pt x="59" y="73"/>
                      <a:pt x="59" y="73"/>
                    </a:cubicBezTo>
                    <a:cubicBezTo>
                      <a:pt x="61" y="72"/>
                      <a:pt x="61" y="72"/>
                      <a:pt x="61" y="72"/>
                    </a:cubicBezTo>
                    <a:cubicBezTo>
                      <a:pt x="62" y="71"/>
                      <a:pt x="60" y="72"/>
                      <a:pt x="59" y="73"/>
                    </a:cubicBezTo>
                    <a:cubicBezTo>
                      <a:pt x="57" y="73"/>
                      <a:pt x="59" y="72"/>
                      <a:pt x="59" y="72"/>
                    </a:cubicBezTo>
                    <a:cubicBezTo>
                      <a:pt x="60" y="71"/>
                      <a:pt x="59" y="72"/>
                      <a:pt x="59" y="72"/>
                    </a:cubicBezTo>
                    <a:cubicBezTo>
                      <a:pt x="61" y="72"/>
                      <a:pt x="60" y="72"/>
                      <a:pt x="61" y="71"/>
                    </a:cubicBezTo>
                    <a:cubicBezTo>
                      <a:pt x="61" y="71"/>
                      <a:pt x="59" y="72"/>
                      <a:pt x="59" y="72"/>
                    </a:cubicBezTo>
                    <a:cubicBezTo>
                      <a:pt x="59" y="71"/>
                      <a:pt x="58" y="71"/>
                      <a:pt x="60" y="70"/>
                    </a:cubicBezTo>
                    <a:cubicBezTo>
                      <a:pt x="59" y="71"/>
                      <a:pt x="59" y="70"/>
                      <a:pt x="58" y="70"/>
                    </a:cubicBezTo>
                    <a:cubicBezTo>
                      <a:pt x="58" y="71"/>
                      <a:pt x="58" y="71"/>
                      <a:pt x="57" y="72"/>
                    </a:cubicBezTo>
                    <a:cubicBezTo>
                      <a:pt x="57" y="72"/>
                      <a:pt x="56" y="72"/>
                      <a:pt x="57" y="71"/>
                    </a:cubicBezTo>
                    <a:cubicBezTo>
                      <a:pt x="57" y="71"/>
                      <a:pt x="57" y="71"/>
                      <a:pt x="57" y="71"/>
                    </a:cubicBezTo>
                    <a:cubicBezTo>
                      <a:pt x="57" y="71"/>
                      <a:pt x="57" y="71"/>
                      <a:pt x="56" y="72"/>
                    </a:cubicBezTo>
                    <a:cubicBezTo>
                      <a:pt x="58" y="70"/>
                      <a:pt x="58" y="70"/>
                      <a:pt x="58" y="70"/>
                    </a:cubicBezTo>
                    <a:cubicBezTo>
                      <a:pt x="56" y="71"/>
                      <a:pt x="56" y="70"/>
                      <a:pt x="56" y="70"/>
                    </a:cubicBezTo>
                    <a:cubicBezTo>
                      <a:pt x="57" y="69"/>
                      <a:pt x="59" y="69"/>
                      <a:pt x="59" y="68"/>
                    </a:cubicBezTo>
                    <a:cubicBezTo>
                      <a:pt x="58" y="68"/>
                      <a:pt x="58" y="68"/>
                      <a:pt x="58" y="68"/>
                    </a:cubicBezTo>
                    <a:cubicBezTo>
                      <a:pt x="57" y="68"/>
                      <a:pt x="58" y="68"/>
                      <a:pt x="59" y="68"/>
                    </a:cubicBezTo>
                    <a:cubicBezTo>
                      <a:pt x="59" y="66"/>
                      <a:pt x="54" y="69"/>
                      <a:pt x="55" y="68"/>
                    </a:cubicBezTo>
                    <a:cubicBezTo>
                      <a:pt x="57" y="67"/>
                      <a:pt x="57" y="67"/>
                      <a:pt x="57" y="66"/>
                    </a:cubicBezTo>
                    <a:cubicBezTo>
                      <a:pt x="56" y="67"/>
                      <a:pt x="56" y="67"/>
                      <a:pt x="56" y="67"/>
                    </a:cubicBezTo>
                    <a:cubicBezTo>
                      <a:pt x="55" y="67"/>
                      <a:pt x="58" y="66"/>
                      <a:pt x="56" y="67"/>
                    </a:cubicBezTo>
                    <a:cubicBezTo>
                      <a:pt x="55" y="68"/>
                      <a:pt x="56" y="67"/>
                      <a:pt x="55" y="67"/>
                    </a:cubicBezTo>
                    <a:cubicBezTo>
                      <a:pt x="59" y="65"/>
                      <a:pt x="55" y="65"/>
                      <a:pt x="57" y="63"/>
                    </a:cubicBezTo>
                    <a:cubicBezTo>
                      <a:pt x="54" y="64"/>
                      <a:pt x="56" y="63"/>
                      <a:pt x="55" y="63"/>
                    </a:cubicBezTo>
                    <a:cubicBezTo>
                      <a:pt x="57" y="62"/>
                      <a:pt x="54" y="63"/>
                      <a:pt x="55" y="62"/>
                    </a:cubicBezTo>
                    <a:cubicBezTo>
                      <a:pt x="53" y="63"/>
                      <a:pt x="53" y="63"/>
                      <a:pt x="53" y="63"/>
                    </a:cubicBezTo>
                    <a:cubicBezTo>
                      <a:pt x="54" y="62"/>
                      <a:pt x="49" y="64"/>
                      <a:pt x="52" y="63"/>
                    </a:cubicBezTo>
                    <a:cubicBezTo>
                      <a:pt x="52" y="62"/>
                      <a:pt x="54" y="62"/>
                      <a:pt x="54" y="62"/>
                    </a:cubicBezTo>
                    <a:cubicBezTo>
                      <a:pt x="56" y="60"/>
                      <a:pt x="51" y="62"/>
                      <a:pt x="54" y="60"/>
                    </a:cubicBezTo>
                    <a:cubicBezTo>
                      <a:pt x="53" y="60"/>
                      <a:pt x="52" y="61"/>
                      <a:pt x="51" y="61"/>
                    </a:cubicBezTo>
                    <a:cubicBezTo>
                      <a:pt x="52" y="61"/>
                      <a:pt x="52" y="59"/>
                      <a:pt x="53" y="59"/>
                    </a:cubicBezTo>
                    <a:cubicBezTo>
                      <a:pt x="52" y="59"/>
                      <a:pt x="52" y="60"/>
                      <a:pt x="52" y="59"/>
                    </a:cubicBezTo>
                    <a:cubicBezTo>
                      <a:pt x="53" y="59"/>
                      <a:pt x="53" y="59"/>
                      <a:pt x="53" y="59"/>
                    </a:cubicBezTo>
                    <a:cubicBezTo>
                      <a:pt x="54" y="58"/>
                      <a:pt x="52" y="58"/>
                      <a:pt x="51" y="58"/>
                    </a:cubicBezTo>
                    <a:cubicBezTo>
                      <a:pt x="53" y="57"/>
                      <a:pt x="52" y="57"/>
                      <a:pt x="52" y="56"/>
                    </a:cubicBezTo>
                    <a:cubicBezTo>
                      <a:pt x="50" y="57"/>
                      <a:pt x="53" y="55"/>
                      <a:pt x="50" y="56"/>
                    </a:cubicBezTo>
                    <a:cubicBezTo>
                      <a:pt x="51" y="56"/>
                      <a:pt x="51" y="56"/>
                      <a:pt x="51" y="56"/>
                    </a:cubicBezTo>
                    <a:cubicBezTo>
                      <a:pt x="50" y="56"/>
                      <a:pt x="48" y="57"/>
                      <a:pt x="48" y="57"/>
                    </a:cubicBezTo>
                    <a:cubicBezTo>
                      <a:pt x="50" y="56"/>
                      <a:pt x="50" y="56"/>
                      <a:pt x="50" y="56"/>
                    </a:cubicBezTo>
                    <a:cubicBezTo>
                      <a:pt x="52" y="54"/>
                      <a:pt x="50" y="55"/>
                      <a:pt x="51" y="54"/>
                    </a:cubicBezTo>
                    <a:cubicBezTo>
                      <a:pt x="49" y="55"/>
                      <a:pt x="51" y="54"/>
                      <a:pt x="49" y="55"/>
                    </a:cubicBezTo>
                    <a:cubicBezTo>
                      <a:pt x="49" y="55"/>
                      <a:pt x="49" y="55"/>
                      <a:pt x="49" y="55"/>
                    </a:cubicBezTo>
                    <a:cubicBezTo>
                      <a:pt x="48" y="55"/>
                      <a:pt x="48" y="55"/>
                      <a:pt x="47" y="55"/>
                    </a:cubicBezTo>
                    <a:cubicBezTo>
                      <a:pt x="47" y="55"/>
                      <a:pt x="49" y="54"/>
                      <a:pt x="49" y="54"/>
                    </a:cubicBezTo>
                    <a:cubicBezTo>
                      <a:pt x="50" y="53"/>
                      <a:pt x="49" y="53"/>
                      <a:pt x="49" y="53"/>
                    </a:cubicBezTo>
                    <a:cubicBezTo>
                      <a:pt x="49" y="53"/>
                      <a:pt x="49" y="53"/>
                      <a:pt x="48" y="53"/>
                    </a:cubicBezTo>
                    <a:cubicBezTo>
                      <a:pt x="48" y="53"/>
                      <a:pt x="48" y="53"/>
                      <a:pt x="48" y="53"/>
                    </a:cubicBezTo>
                    <a:cubicBezTo>
                      <a:pt x="48" y="53"/>
                      <a:pt x="48" y="53"/>
                      <a:pt x="48" y="53"/>
                    </a:cubicBezTo>
                    <a:cubicBezTo>
                      <a:pt x="48" y="53"/>
                      <a:pt x="48" y="53"/>
                      <a:pt x="48" y="53"/>
                    </a:cubicBezTo>
                    <a:cubicBezTo>
                      <a:pt x="48" y="53"/>
                      <a:pt x="48" y="53"/>
                      <a:pt x="49" y="53"/>
                    </a:cubicBezTo>
                    <a:cubicBezTo>
                      <a:pt x="49" y="53"/>
                      <a:pt x="49" y="53"/>
                      <a:pt x="49" y="53"/>
                    </a:cubicBezTo>
                    <a:cubicBezTo>
                      <a:pt x="49" y="53"/>
                      <a:pt x="49" y="53"/>
                      <a:pt x="49" y="53"/>
                    </a:cubicBezTo>
                    <a:cubicBezTo>
                      <a:pt x="49" y="52"/>
                      <a:pt x="49" y="52"/>
                      <a:pt x="49" y="52"/>
                    </a:cubicBezTo>
                    <a:cubicBezTo>
                      <a:pt x="50" y="51"/>
                      <a:pt x="50" y="51"/>
                      <a:pt x="50" y="51"/>
                    </a:cubicBezTo>
                    <a:cubicBezTo>
                      <a:pt x="50" y="51"/>
                      <a:pt x="48" y="52"/>
                      <a:pt x="48" y="52"/>
                    </a:cubicBezTo>
                    <a:cubicBezTo>
                      <a:pt x="49" y="50"/>
                      <a:pt x="46" y="50"/>
                      <a:pt x="46" y="50"/>
                    </a:cubicBezTo>
                    <a:cubicBezTo>
                      <a:pt x="46" y="50"/>
                      <a:pt x="47" y="50"/>
                      <a:pt x="46" y="50"/>
                    </a:cubicBezTo>
                    <a:cubicBezTo>
                      <a:pt x="46" y="50"/>
                      <a:pt x="44" y="50"/>
                      <a:pt x="45" y="50"/>
                    </a:cubicBezTo>
                    <a:cubicBezTo>
                      <a:pt x="45" y="50"/>
                      <a:pt x="46" y="49"/>
                      <a:pt x="46" y="49"/>
                    </a:cubicBezTo>
                    <a:cubicBezTo>
                      <a:pt x="46" y="48"/>
                      <a:pt x="45" y="49"/>
                      <a:pt x="45" y="49"/>
                    </a:cubicBezTo>
                    <a:cubicBezTo>
                      <a:pt x="47" y="47"/>
                      <a:pt x="43" y="49"/>
                      <a:pt x="44" y="47"/>
                    </a:cubicBezTo>
                    <a:cubicBezTo>
                      <a:pt x="44" y="47"/>
                      <a:pt x="45" y="47"/>
                      <a:pt x="45" y="47"/>
                    </a:cubicBezTo>
                    <a:cubicBezTo>
                      <a:pt x="44" y="47"/>
                      <a:pt x="43" y="46"/>
                      <a:pt x="41" y="47"/>
                    </a:cubicBezTo>
                    <a:cubicBezTo>
                      <a:pt x="43" y="46"/>
                      <a:pt x="43" y="46"/>
                      <a:pt x="43" y="46"/>
                    </a:cubicBezTo>
                    <a:cubicBezTo>
                      <a:pt x="43" y="46"/>
                      <a:pt x="42" y="46"/>
                      <a:pt x="41" y="46"/>
                    </a:cubicBezTo>
                    <a:cubicBezTo>
                      <a:pt x="40" y="47"/>
                      <a:pt x="39" y="47"/>
                      <a:pt x="39" y="47"/>
                    </a:cubicBezTo>
                    <a:cubicBezTo>
                      <a:pt x="39" y="47"/>
                      <a:pt x="39" y="47"/>
                      <a:pt x="39" y="47"/>
                    </a:cubicBezTo>
                    <a:cubicBezTo>
                      <a:pt x="38" y="46"/>
                      <a:pt x="38" y="46"/>
                      <a:pt x="38" y="46"/>
                    </a:cubicBezTo>
                    <a:cubicBezTo>
                      <a:pt x="39" y="46"/>
                      <a:pt x="39" y="46"/>
                      <a:pt x="39" y="46"/>
                    </a:cubicBezTo>
                    <a:cubicBezTo>
                      <a:pt x="42" y="44"/>
                      <a:pt x="40" y="44"/>
                      <a:pt x="41" y="44"/>
                    </a:cubicBezTo>
                    <a:cubicBezTo>
                      <a:pt x="39" y="44"/>
                      <a:pt x="39" y="44"/>
                      <a:pt x="39" y="44"/>
                    </a:cubicBezTo>
                    <a:cubicBezTo>
                      <a:pt x="38" y="44"/>
                      <a:pt x="40" y="43"/>
                      <a:pt x="40" y="43"/>
                    </a:cubicBezTo>
                    <a:cubicBezTo>
                      <a:pt x="35" y="45"/>
                      <a:pt x="35" y="45"/>
                      <a:pt x="35" y="45"/>
                    </a:cubicBezTo>
                    <a:cubicBezTo>
                      <a:pt x="36" y="45"/>
                      <a:pt x="37" y="44"/>
                      <a:pt x="38" y="43"/>
                    </a:cubicBezTo>
                    <a:cubicBezTo>
                      <a:pt x="37" y="43"/>
                      <a:pt x="35" y="44"/>
                      <a:pt x="33" y="45"/>
                    </a:cubicBezTo>
                    <a:cubicBezTo>
                      <a:pt x="33" y="44"/>
                      <a:pt x="32" y="44"/>
                      <a:pt x="32" y="44"/>
                    </a:cubicBezTo>
                    <a:cubicBezTo>
                      <a:pt x="33" y="43"/>
                      <a:pt x="32" y="44"/>
                      <a:pt x="33" y="44"/>
                    </a:cubicBezTo>
                    <a:cubicBezTo>
                      <a:pt x="34" y="43"/>
                      <a:pt x="34" y="43"/>
                      <a:pt x="34" y="43"/>
                    </a:cubicBezTo>
                    <a:cubicBezTo>
                      <a:pt x="34" y="43"/>
                      <a:pt x="36" y="41"/>
                      <a:pt x="37" y="41"/>
                    </a:cubicBezTo>
                    <a:cubicBezTo>
                      <a:pt x="36" y="41"/>
                      <a:pt x="36" y="40"/>
                      <a:pt x="36" y="39"/>
                    </a:cubicBezTo>
                    <a:cubicBezTo>
                      <a:pt x="34" y="41"/>
                      <a:pt x="35" y="39"/>
                      <a:pt x="33" y="41"/>
                    </a:cubicBezTo>
                    <a:cubicBezTo>
                      <a:pt x="32" y="40"/>
                      <a:pt x="34" y="39"/>
                      <a:pt x="35" y="39"/>
                    </a:cubicBezTo>
                    <a:cubicBezTo>
                      <a:pt x="33" y="39"/>
                      <a:pt x="34" y="38"/>
                      <a:pt x="33" y="37"/>
                    </a:cubicBezTo>
                    <a:cubicBezTo>
                      <a:pt x="34" y="37"/>
                      <a:pt x="34" y="37"/>
                      <a:pt x="34" y="37"/>
                    </a:cubicBezTo>
                    <a:cubicBezTo>
                      <a:pt x="33" y="37"/>
                      <a:pt x="33" y="36"/>
                      <a:pt x="31" y="37"/>
                    </a:cubicBezTo>
                    <a:cubicBezTo>
                      <a:pt x="32" y="36"/>
                      <a:pt x="32" y="36"/>
                      <a:pt x="32" y="36"/>
                    </a:cubicBezTo>
                    <a:cubicBezTo>
                      <a:pt x="32" y="35"/>
                      <a:pt x="29" y="38"/>
                      <a:pt x="30" y="36"/>
                    </a:cubicBezTo>
                    <a:cubicBezTo>
                      <a:pt x="31" y="36"/>
                      <a:pt x="31" y="36"/>
                      <a:pt x="31" y="36"/>
                    </a:cubicBezTo>
                    <a:cubicBezTo>
                      <a:pt x="30" y="36"/>
                      <a:pt x="32" y="34"/>
                      <a:pt x="30" y="35"/>
                    </a:cubicBezTo>
                    <a:cubicBezTo>
                      <a:pt x="31" y="34"/>
                      <a:pt x="31" y="34"/>
                      <a:pt x="31" y="34"/>
                    </a:cubicBezTo>
                    <a:cubicBezTo>
                      <a:pt x="30" y="34"/>
                      <a:pt x="30" y="34"/>
                      <a:pt x="28" y="34"/>
                    </a:cubicBezTo>
                    <a:cubicBezTo>
                      <a:pt x="30" y="33"/>
                      <a:pt x="30" y="33"/>
                      <a:pt x="30" y="33"/>
                    </a:cubicBezTo>
                    <a:cubicBezTo>
                      <a:pt x="31" y="32"/>
                      <a:pt x="28" y="34"/>
                      <a:pt x="29" y="33"/>
                    </a:cubicBezTo>
                    <a:cubicBezTo>
                      <a:pt x="29" y="33"/>
                      <a:pt x="29" y="32"/>
                      <a:pt x="30" y="32"/>
                    </a:cubicBezTo>
                    <a:cubicBezTo>
                      <a:pt x="28" y="33"/>
                      <a:pt x="28" y="32"/>
                      <a:pt x="28" y="32"/>
                    </a:cubicBezTo>
                    <a:cubicBezTo>
                      <a:pt x="29" y="31"/>
                      <a:pt x="29" y="31"/>
                      <a:pt x="29" y="31"/>
                    </a:cubicBezTo>
                    <a:cubicBezTo>
                      <a:pt x="28" y="29"/>
                      <a:pt x="27" y="27"/>
                      <a:pt x="24" y="26"/>
                    </a:cubicBezTo>
                    <a:cubicBezTo>
                      <a:pt x="26" y="24"/>
                      <a:pt x="26" y="26"/>
                      <a:pt x="27" y="24"/>
                    </a:cubicBezTo>
                    <a:cubicBezTo>
                      <a:pt x="25" y="26"/>
                      <a:pt x="26" y="24"/>
                      <a:pt x="25" y="24"/>
                    </a:cubicBezTo>
                    <a:cubicBezTo>
                      <a:pt x="26" y="24"/>
                      <a:pt x="26" y="24"/>
                      <a:pt x="26" y="24"/>
                    </a:cubicBezTo>
                    <a:cubicBezTo>
                      <a:pt x="25" y="24"/>
                      <a:pt x="26" y="23"/>
                      <a:pt x="25" y="23"/>
                    </a:cubicBezTo>
                    <a:cubicBezTo>
                      <a:pt x="25" y="24"/>
                      <a:pt x="25" y="24"/>
                      <a:pt x="25" y="24"/>
                    </a:cubicBezTo>
                    <a:cubicBezTo>
                      <a:pt x="24" y="24"/>
                      <a:pt x="27" y="21"/>
                      <a:pt x="25" y="23"/>
                    </a:cubicBezTo>
                    <a:cubicBezTo>
                      <a:pt x="26" y="22"/>
                      <a:pt x="26" y="22"/>
                      <a:pt x="26" y="22"/>
                    </a:cubicBezTo>
                    <a:cubicBezTo>
                      <a:pt x="23" y="23"/>
                      <a:pt x="26" y="21"/>
                      <a:pt x="24" y="22"/>
                    </a:cubicBezTo>
                    <a:cubicBezTo>
                      <a:pt x="25" y="21"/>
                      <a:pt x="25" y="21"/>
                      <a:pt x="25" y="21"/>
                    </a:cubicBezTo>
                    <a:cubicBezTo>
                      <a:pt x="25" y="20"/>
                      <a:pt x="22" y="22"/>
                      <a:pt x="23" y="21"/>
                    </a:cubicBezTo>
                    <a:cubicBezTo>
                      <a:pt x="23" y="20"/>
                      <a:pt x="22" y="20"/>
                      <a:pt x="20" y="21"/>
                    </a:cubicBezTo>
                    <a:cubicBezTo>
                      <a:pt x="23" y="20"/>
                      <a:pt x="23" y="20"/>
                      <a:pt x="23" y="20"/>
                    </a:cubicBezTo>
                    <a:cubicBezTo>
                      <a:pt x="21" y="19"/>
                      <a:pt x="20" y="17"/>
                      <a:pt x="17" y="17"/>
                    </a:cubicBezTo>
                    <a:cubicBezTo>
                      <a:pt x="18" y="16"/>
                      <a:pt x="18" y="16"/>
                      <a:pt x="18" y="16"/>
                    </a:cubicBezTo>
                    <a:cubicBezTo>
                      <a:pt x="16" y="17"/>
                      <a:pt x="19" y="13"/>
                      <a:pt x="15" y="15"/>
                    </a:cubicBezTo>
                    <a:cubicBezTo>
                      <a:pt x="13" y="16"/>
                      <a:pt x="13" y="16"/>
                      <a:pt x="13" y="16"/>
                    </a:cubicBezTo>
                    <a:cubicBezTo>
                      <a:pt x="15" y="14"/>
                      <a:pt x="15" y="14"/>
                      <a:pt x="15" y="14"/>
                    </a:cubicBezTo>
                    <a:cubicBezTo>
                      <a:pt x="14" y="14"/>
                      <a:pt x="15" y="13"/>
                      <a:pt x="13" y="14"/>
                    </a:cubicBezTo>
                    <a:cubicBezTo>
                      <a:pt x="15" y="13"/>
                      <a:pt x="15" y="13"/>
                      <a:pt x="15" y="13"/>
                    </a:cubicBezTo>
                    <a:cubicBezTo>
                      <a:pt x="15" y="13"/>
                      <a:pt x="12" y="14"/>
                      <a:pt x="12" y="13"/>
                    </a:cubicBezTo>
                    <a:cubicBezTo>
                      <a:pt x="13" y="13"/>
                      <a:pt x="13" y="13"/>
                      <a:pt x="13" y="13"/>
                    </a:cubicBezTo>
                    <a:cubicBezTo>
                      <a:pt x="15" y="9"/>
                      <a:pt x="16" y="6"/>
                      <a:pt x="11" y="6"/>
                    </a:cubicBezTo>
                    <a:cubicBezTo>
                      <a:pt x="11" y="6"/>
                      <a:pt x="13" y="4"/>
                      <a:pt x="13" y="4"/>
                    </a:cubicBezTo>
                    <a:cubicBezTo>
                      <a:pt x="9" y="4"/>
                      <a:pt x="13" y="0"/>
                      <a:pt x="7" y="1"/>
                    </a:cubicBezTo>
                    <a:cubicBezTo>
                      <a:pt x="6" y="0"/>
                      <a:pt x="0" y="2"/>
                      <a:pt x="0" y="2"/>
                    </a:cubicBezTo>
                    <a:cubicBezTo>
                      <a:pt x="3" y="4"/>
                      <a:pt x="3" y="8"/>
                      <a:pt x="1" y="1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5" name="Freeform 128"/>
              <p:cNvSpPr/>
              <p:nvPr/>
            </p:nvSpPr>
            <p:spPr bwMode="auto">
              <a:xfrm>
                <a:off x="3538" y="1526"/>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6" name="Freeform 129"/>
              <p:cNvSpPr/>
              <p:nvPr/>
            </p:nvSpPr>
            <p:spPr bwMode="auto">
              <a:xfrm>
                <a:off x="3460" y="1407"/>
                <a:ext cx="2"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7" name="Freeform 130"/>
              <p:cNvSpPr/>
              <p:nvPr/>
            </p:nvSpPr>
            <p:spPr bwMode="auto">
              <a:xfrm>
                <a:off x="3445" y="1392"/>
                <a:ext cx="4" cy="2"/>
              </a:xfrm>
              <a:custGeom>
                <a:avLst/>
                <a:gdLst>
                  <a:gd name="T0" fmla="*/ 4 w 4"/>
                  <a:gd name="T1" fmla="*/ 0 h 2"/>
                  <a:gd name="T2" fmla="*/ 4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4" y="0"/>
                    </a:lnTo>
                    <a:lnTo>
                      <a:pt x="0" y="2"/>
                    </a:lnTo>
                    <a:lnTo>
                      <a:pt x="4"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8" name="Freeform 131"/>
              <p:cNvSpPr/>
              <p:nvPr/>
            </p:nvSpPr>
            <p:spPr bwMode="auto">
              <a:xfrm>
                <a:off x="3468" y="1405"/>
                <a:ext cx="4"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2" y="0"/>
                      <a:pt x="0" y="0"/>
                      <a:pt x="1" y="0"/>
                    </a:cubicBezTo>
                    <a:cubicBezTo>
                      <a:pt x="1" y="0"/>
                      <a:pt x="2"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9" name="Freeform 132"/>
              <p:cNvSpPr/>
              <p:nvPr/>
            </p:nvSpPr>
            <p:spPr bwMode="auto">
              <a:xfrm>
                <a:off x="3515" y="15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0" name="Freeform 133"/>
              <p:cNvSpPr/>
              <p:nvPr/>
            </p:nvSpPr>
            <p:spPr bwMode="auto">
              <a:xfrm>
                <a:off x="3470" y="140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1" name="Freeform 134"/>
              <p:cNvSpPr/>
              <p:nvPr/>
            </p:nvSpPr>
            <p:spPr bwMode="auto">
              <a:xfrm>
                <a:off x="3462" y="140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2" name="Freeform 135"/>
              <p:cNvSpPr/>
              <p:nvPr/>
            </p:nvSpPr>
            <p:spPr bwMode="auto">
              <a:xfrm>
                <a:off x="3909" y="1416"/>
                <a:ext cx="11" cy="2"/>
              </a:xfrm>
              <a:custGeom>
                <a:avLst/>
                <a:gdLst>
                  <a:gd name="T0" fmla="*/ 1 w 5"/>
                  <a:gd name="T1" fmla="*/ 1 h 1"/>
                  <a:gd name="T2" fmla="*/ 0 w 5"/>
                  <a:gd name="T3" fmla="*/ 1 h 1"/>
                  <a:gd name="T4" fmla="*/ 2 w 5"/>
                  <a:gd name="T5" fmla="*/ 1 h 1"/>
                  <a:gd name="T6" fmla="*/ 3 w 5"/>
                  <a:gd name="T7" fmla="*/ 1 h 1"/>
                  <a:gd name="T8" fmla="*/ 5 w 5"/>
                  <a:gd name="T9" fmla="*/ 0 h 1"/>
                  <a:gd name="T10" fmla="*/ 1 w 5"/>
                  <a:gd name="T11" fmla="*/ 1 h 1"/>
                </a:gdLst>
                <a:ahLst/>
                <a:cxnLst>
                  <a:cxn ang="0">
                    <a:pos x="T0" y="T1"/>
                  </a:cxn>
                  <a:cxn ang="0">
                    <a:pos x="T2" y="T3"/>
                  </a:cxn>
                  <a:cxn ang="0">
                    <a:pos x="T4" y="T5"/>
                  </a:cxn>
                  <a:cxn ang="0">
                    <a:pos x="T6" y="T7"/>
                  </a:cxn>
                  <a:cxn ang="0">
                    <a:pos x="T8" y="T9"/>
                  </a:cxn>
                  <a:cxn ang="0">
                    <a:pos x="T10" y="T11"/>
                  </a:cxn>
                </a:cxnLst>
                <a:rect l="0" t="0" r="r" b="b"/>
                <a:pathLst>
                  <a:path w="5" h="1">
                    <a:moveTo>
                      <a:pt x="1" y="1"/>
                    </a:moveTo>
                    <a:cubicBezTo>
                      <a:pt x="1" y="1"/>
                      <a:pt x="1" y="1"/>
                      <a:pt x="0" y="1"/>
                    </a:cubicBezTo>
                    <a:cubicBezTo>
                      <a:pt x="1" y="1"/>
                      <a:pt x="2" y="1"/>
                      <a:pt x="2" y="1"/>
                    </a:cubicBezTo>
                    <a:cubicBezTo>
                      <a:pt x="3" y="1"/>
                      <a:pt x="4" y="1"/>
                      <a:pt x="3" y="1"/>
                    </a:cubicBezTo>
                    <a:cubicBezTo>
                      <a:pt x="4" y="0"/>
                      <a:pt x="5" y="0"/>
                      <a:pt x="5" y="0"/>
                    </a:cubicBezTo>
                    <a:cubicBezTo>
                      <a:pt x="4" y="0"/>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3" name="Freeform 136"/>
              <p:cNvSpPr/>
              <p:nvPr/>
            </p:nvSpPr>
            <p:spPr bwMode="auto">
              <a:xfrm>
                <a:off x="4491" y="1382"/>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4" name="Freeform 137"/>
              <p:cNvSpPr/>
              <p:nvPr/>
            </p:nvSpPr>
            <p:spPr bwMode="auto">
              <a:xfrm>
                <a:off x="4368" y="1484"/>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5" name="Freeform 138"/>
              <p:cNvSpPr/>
              <p:nvPr/>
            </p:nvSpPr>
            <p:spPr bwMode="auto">
              <a:xfrm>
                <a:off x="4504" y="1378"/>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6" name="Freeform 139"/>
              <p:cNvSpPr/>
              <p:nvPr/>
            </p:nvSpPr>
            <p:spPr bwMode="auto">
              <a:xfrm>
                <a:off x="4506" y="138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7" name="Freeform 140"/>
              <p:cNvSpPr/>
              <p:nvPr/>
            </p:nvSpPr>
            <p:spPr bwMode="auto">
              <a:xfrm>
                <a:off x="4368" y="14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8" name="Freeform 141"/>
              <p:cNvSpPr/>
              <p:nvPr/>
            </p:nvSpPr>
            <p:spPr bwMode="auto">
              <a:xfrm>
                <a:off x="4364" y="1484"/>
                <a:ext cx="2" cy="4"/>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0"/>
                      <a:pt x="0" y="0"/>
                    </a:cubicBezTo>
                    <a:cubicBezTo>
                      <a:pt x="0" y="0"/>
                      <a:pt x="1"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9" name="Freeform 142"/>
              <p:cNvSpPr/>
              <p:nvPr/>
            </p:nvSpPr>
            <p:spPr bwMode="auto">
              <a:xfrm>
                <a:off x="4368" y="1492"/>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0" name="Freeform 143"/>
              <p:cNvSpPr/>
              <p:nvPr/>
            </p:nvSpPr>
            <p:spPr bwMode="auto">
              <a:xfrm>
                <a:off x="4487" y="1388"/>
                <a:ext cx="2"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1"/>
                      <a:pt x="0" y="1"/>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1" name="Freeform 144"/>
              <p:cNvSpPr/>
              <p:nvPr/>
            </p:nvSpPr>
            <p:spPr bwMode="auto">
              <a:xfrm>
                <a:off x="4514" y="1382"/>
                <a:ext cx="2" cy="4"/>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0" y="0"/>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2" name="Freeform 145"/>
              <p:cNvSpPr/>
              <p:nvPr/>
            </p:nvSpPr>
            <p:spPr bwMode="auto">
              <a:xfrm>
                <a:off x="4548" y="1397"/>
                <a:ext cx="2" cy="6"/>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3" name="Freeform 146"/>
              <p:cNvSpPr/>
              <p:nvPr/>
            </p:nvSpPr>
            <p:spPr bwMode="auto">
              <a:xfrm>
                <a:off x="4550" y="1399"/>
                <a:ext cx="3" cy="4"/>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2"/>
                      <a:pt x="1" y="1"/>
                    </a:cubicBezTo>
                    <a:cubicBezTo>
                      <a:pt x="0" y="0"/>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4" name="Freeform 147"/>
              <p:cNvSpPr/>
              <p:nvPr/>
            </p:nvSpPr>
            <p:spPr bwMode="auto">
              <a:xfrm>
                <a:off x="4521" y="1382"/>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5" name="Freeform 148"/>
              <p:cNvSpPr/>
              <p:nvPr/>
            </p:nvSpPr>
            <p:spPr bwMode="auto">
              <a:xfrm>
                <a:off x="4516" y="1378"/>
                <a:ext cx="5" cy="8"/>
              </a:xfrm>
              <a:custGeom>
                <a:avLst/>
                <a:gdLst>
                  <a:gd name="T0" fmla="*/ 2 w 2"/>
                  <a:gd name="T1" fmla="*/ 4 h 4"/>
                  <a:gd name="T2" fmla="*/ 1 w 2"/>
                  <a:gd name="T3" fmla="*/ 2 h 4"/>
                  <a:gd name="T4" fmla="*/ 0 w 2"/>
                  <a:gd name="T5" fmla="*/ 2 h 4"/>
                  <a:gd name="T6" fmla="*/ 0 w 2"/>
                  <a:gd name="T7" fmla="*/ 0 h 4"/>
                  <a:gd name="T8" fmla="*/ 2 w 2"/>
                  <a:gd name="T9" fmla="*/ 4 h 4"/>
                  <a:gd name="T10" fmla="*/ 2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2" y="4"/>
                    </a:moveTo>
                    <a:cubicBezTo>
                      <a:pt x="2" y="3"/>
                      <a:pt x="1" y="3"/>
                      <a:pt x="1" y="2"/>
                    </a:cubicBezTo>
                    <a:cubicBezTo>
                      <a:pt x="1" y="2"/>
                      <a:pt x="0" y="1"/>
                      <a:pt x="0" y="2"/>
                    </a:cubicBezTo>
                    <a:cubicBezTo>
                      <a:pt x="0" y="1"/>
                      <a:pt x="0" y="0"/>
                      <a:pt x="0" y="0"/>
                    </a:cubicBezTo>
                    <a:cubicBezTo>
                      <a:pt x="0" y="1"/>
                      <a:pt x="1" y="3"/>
                      <a:pt x="2" y="4"/>
                    </a:cubicBezTo>
                    <a:cubicBezTo>
                      <a:pt x="2" y="4"/>
                      <a:pt x="2" y="4"/>
                      <a:pt x="2" y="4"/>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6" name="Freeform 149"/>
              <p:cNvSpPr/>
              <p:nvPr/>
            </p:nvSpPr>
            <p:spPr bwMode="auto">
              <a:xfrm>
                <a:off x="4519" y="1380"/>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7" name="Freeform 150"/>
              <p:cNvSpPr/>
              <p:nvPr/>
            </p:nvSpPr>
            <p:spPr bwMode="auto">
              <a:xfrm>
                <a:off x="3876" y="13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8" name="Freeform 151"/>
              <p:cNvSpPr/>
              <p:nvPr/>
            </p:nvSpPr>
            <p:spPr bwMode="auto">
              <a:xfrm>
                <a:off x="4465" y="1920"/>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9" name="Freeform 152"/>
              <p:cNvSpPr/>
              <p:nvPr/>
            </p:nvSpPr>
            <p:spPr bwMode="auto">
              <a:xfrm>
                <a:off x="4468" y="1918"/>
                <a:ext cx="6"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0" name="Freeform 153"/>
              <p:cNvSpPr/>
              <p:nvPr/>
            </p:nvSpPr>
            <p:spPr bwMode="auto">
              <a:xfrm>
                <a:off x="3912" y="1286"/>
                <a:ext cx="4" cy="2"/>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2" y="1"/>
                      <a:pt x="0" y="1"/>
                      <a:pt x="1" y="1"/>
                    </a:cubicBezTo>
                    <a:cubicBezTo>
                      <a:pt x="1" y="0"/>
                      <a:pt x="2"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1" name="Freeform 154"/>
              <p:cNvSpPr/>
              <p:nvPr/>
            </p:nvSpPr>
            <p:spPr bwMode="auto">
              <a:xfrm>
                <a:off x="3876" y="132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2" name="Rectangle 155"/>
              <p:cNvSpPr>
                <a:spLocks noChangeArrowheads="1"/>
              </p:cNvSpPr>
              <p:nvPr/>
            </p:nvSpPr>
            <p:spPr bwMode="auto">
              <a:xfrm>
                <a:off x="4402" y="1454"/>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3" name="Freeform 156"/>
              <p:cNvSpPr/>
              <p:nvPr/>
            </p:nvSpPr>
            <p:spPr bwMode="auto">
              <a:xfrm>
                <a:off x="4546" y="140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4" name="Freeform 157"/>
              <p:cNvSpPr/>
              <p:nvPr/>
            </p:nvSpPr>
            <p:spPr bwMode="auto">
              <a:xfrm>
                <a:off x="3914" y="12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5" name="Freeform 158"/>
              <p:cNvSpPr/>
              <p:nvPr/>
            </p:nvSpPr>
            <p:spPr bwMode="auto">
              <a:xfrm>
                <a:off x="4423" y="14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6" name="Freeform 159"/>
              <p:cNvSpPr/>
              <p:nvPr/>
            </p:nvSpPr>
            <p:spPr bwMode="auto">
              <a:xfrm>
                <a:off x="4465" y="1456"/>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7" name="Freeform 160"/>
              <p:cNvSpPr/>
              <p:nvPr/>
            </p:nvSpPr>
            <p:spPr bwMode="auto">
              <a:xfrm>
                <a:off x="4355" y="1509"/>
                <a:ext cx="4" cy="4"/>
              </a:xfrm>
              <a:custGeom>
                <a:avLst/>
                <a:gdLst>
                  <a:gd name="T0" fmla="*/ 0 w 4"/>
                  <a:gd name="T1" fmla="*/ 0 h 4"/>
                  <a:gd name="T2" fmla="*/ 0 w 4"/>
                  <a:gd name="T3" fmla="*/ 2 h 4"/>
                  <a:gd name="T4" fmla="*/ 4 w 4"/>
                  <a:gd name="T5" fmla="*/ 4 h 4"/>
                  <a:gd name="T6" fmla="*/ 0 w 4"/>
                  <a:gd name="T7" fmla="*/ 0 h 4"/>
                </a:gdLst>
                <a:ahLst/>
                <a:cxnLst>
                  <a:cxn ang="0">
                    <a:pos x="T0" y="T1"/>
                  </a:cxn>
                  <a:cxn ang="0">
                    <a:pos x="T2" y="T3"/>
                  </a:cxn>
                  <a:cxn ang="0">
                    <a:pos x="T4" y="T5"/>
                  </a:cxn>
                  <a:cxn ang="0">
                    <a:pos x="T6" y="T7"/>
                  </a:cxn>
                </a:cxnLst>
                <a:rect l="0" t="0" r="r" b="b"/>
                <a:pathLst>
                  <a:path w="4" h="4">
                    <a:moveTo>
                      <a:pt x="0" y="0"/>
                    </a:moveTo>
                    <a:lnTo>
                      <a:pt x="0" y="2"/>
                    </a:lnTo>
                    <a:lnTo>
                      <a:pt x="4"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8" name="Freeform 161"/>
              <p:cNvSpPr/>
              <p:nvPr/>
            </p:nvSpPr>
            <p:spPr bwMode="auto">
              <a:xfrm>
                <a:off x="4383" y="14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9" name="Freeform 162"/>
              <p:cNvSpPr/>
              <p:nvPr/>
            </p:nvSpPr>
            <p:spPr bwMode="auto">
              <a:xfrm>
                <a:off x="4287" y="1378"/>
                <a:ext cx="261" cy="237"/>
              </a:xfrm>
              <a:custGeom>
                <a:avLst/>
                <a:gdLst>
                  <a:gd name="T0" fmla="*/ 27 w 123"/>
                  <a:gd name="T1" fmla="*/ 92 h 112"/>
                  <a:gd name="T2" fmla="*/ 33 w 123"/>
                  <a:gd name="T3" fmla="*/ 85 h 112"/>
                  <a:gd name="T4" fmla="*/ 52 w 123"/>
                  <a:gd name="T5" fmla="*/ 57 h 112"/>
                  <a:gd name="T6" fmla="*/ 61 w 123"/>
                  <a:gd name="T7" fmla="*/ 52 h 112"/>
                  <a:gd name="T8" fmla="*/ 69 w 123"/>
                  <a:gd name="T9" fmla="*/ 49 h 112"/>
                  <a:gd name="T10" fmla="*/ 81 w 123"/>
                  <a:gd name="T11" fmla="*/ 39 h 112"/>
                  <a:gd name="T12" fmla="*/ 89 w 123"/>
                  <a:gd name="T13" fmla="*/ 34 h 112"/>
                  <a:gd name="T14" fmla="*/ 100 w 123"/>
                  <a:gd name="T15" fmla="*/ 25 h 112"/>
                  <a:gd name="T16" fmla="*/ 105 w 123"/>
                  <a:gd name="T17" fmla="*/ 17 h 112"/>
                  <a:gd name="T18" fmla="*/ 115 w 123"/>
                  <a:gd name="T19" fmla="*/ 15 h 112"/>
                  <a:gd name="T20" fmla="*/ 119 w 123"/>
                  <a:gd name="T21" fmla="*/ 14 h 112"/>
                  <a:gd name="T22" fmla="*/ 121 w 123"/>
                  <a:gd name="T23" fmla="*/ 8 h 112"/>
                  <a:gd name="T24" fmla="*/ 122 w 123"/>
                  <a:gd name="T25" fmla="*/ 7 h 112"/>
                  <a:gd name="T26" fmla="*/ 118 w 123"/>
                  <a:gd name="T27" fmla="*/ 7 h 112"/>
                  <a:gd name="T28" fmla="*/ 113 w 123"/>
                  <a:gd name="T29" fmla="*/ 5 h 112"/>
                  <a:gd name="T30" fmla="*/ 107 w 123"/>
                  <a:gd name="T31" fmla="*/ 4 h 112"/>
                  <a:gd name="T32" fmla="*/ 106 w 123"/>
                  <a:gd name="T33" fmla="*/ 3 h 112"/>
                  <a:gd name="T34" fmla="*/ 102 w 123"/>
                  <a:gd name="T35" fmla="*/ 4 h 112"/>
                  <a:gd name="T36" fmla="*/ 101 w 123"/>
                  <a:gd name="T37" fmla="*/ 4 h 112"/>
                  <a:gd name="T38" fmla="*/ 99 w 123"/>
                  <a:gd name="T39" fmla="*/ 2 h 112"/>
                  <a:gd name="T40" fmla="*/ 98 w 123"/>
                  <a:gd name="T41" fmla="*/ 9 h 112"/>
                  <a:gd name="T42" fmla="*/ 96 w 123"/>
                  <a:gd name="T43" fmla="*/ 8 h 112"/>
                  <a:gd name="T44" fmla="*/ 93 w 123"/>
                  <a:gd name="T45" fmla="*/ 7 h 112"/>
                  <a:gd name="T46" fmla="*/ 91 w 123"/>
                  <a:gd name="T47" fmla="*/ 7 h 112"/>
                  <a:gd name="T48" fmla="*/ 89 w 123"/>
                  <a:gd name="T49" fmla="*/ 10 h 112"/>
                  <a:gd name="T50" fmla="*/ 87 w 123"/>
                  <a:gd name="T51" fmla="*/ 10 h 112"/>
                  <a:gd name="T52" fmla="*/ 89 w 123"/>
                  <a:gd name="T53" fmla="*/ 18 h 112"/>
                  <a:gd name="T54" fmla="*/ 85 w 123"/>
                  <a:gd name="T55" fmla="*/ 12 h 112"/>
                  <a:gd name="T56" fmla="*/ 78 w 123"/>
                  <a:gd name="T57" fmla="*/ 16 h 112"/>
                  <a:gd name="T58" fmla="*/ 75 w 123"/>
                  <a:gd name="T59" fmla="*/ 18 h 112"/>
                  <a:gd name="T60" fmla="*/ 75 w 123"/>
                  <a:gd name="T61" fmla="*/ 24 h 112"/>
                  <a:gd name="T62" fmla="*/ 67 w 123"/>
                  <a:gd name="T63" fmla="*/ 25 h 112"/>
                  <a:gd name="T64" fmla="*/ 65 w 123"/>
                  <a:gd name="T65" fmla="*/ 29 h 112"/>
                  <a:gd name="T66" fmla="*/ 64 w 123"/>
                  <a:gd name="T67" fmla="*/ 29 h 112"/>
                  <a:gd name="T68" fmla="*/ 64 w 123"/>
                  <a:gd name="T69" fmla="*/ 32 h 112"/>
                  <a:gd name="T70" fmla="*/ 60 w 123"/>
                  <a:gd name="T71" fmla="*/ 30 h 112"/>
                  <a:gd name="T72" fmla="*/ 59 w 123"/>
                  <a:gd name="T73" fmla="*/ 34 h 112"/>
                  <a:gd name="T74" fmla="*/ 55 w 123"/>
                  <a:gd name="T75" fmla="*/ 39 h 112"/>
                  <a:gd name="T76" fmla="*/ 50 w 123"/>
                  <a:gd name="T77" fmla="*/ 39 h 112"/>
                  <a:gd name="T78" fmla="*/ 47 w 123"/>
                  <a:gd name="T79" fmla="*/ 43 h 112"/>
                  <a:gd name="T80" fmla="*/ 45 w 123"/>
                  <a:gd name="T81" fmla="*/ 45 h 112"/>
                  <a:gd name="T82" fmla="*/ 44 w 123"/>
                  <a:gd name="T83" fmla="*/ 45 h 112"/>
                  <a:gd name="T84" fmla="*/ 42 w 123"/>
                  <a:gd name="T85" fmla="*/ 48 h 112"/>
                  <a:gd name="T86" fmla="*/ 39 w 123"/>
                  <a:gd name="T87" fmla="*/ 54 h 112"/>
                  <a:gd name="T88" fmla="*/ 38 w 123"/>
                  <a:gd name="T89" fmla="*/ 56 h 112"/>
                  <a:gd name="T90" fmla="*/ 38 w 123"/>
                  <a:gd name="T91" fmla="*/ 63 h 112"/>
                  <a:gd name="T92" fmla="*/ 34 w 123"/>
                  <a:gd name="T93" fmla="*/ 65 h 112"/>
                  <a:gd name="T94" fmla="*/ 30 w 123"/>
                  <a:gd name="T95" fmla="*/ 69 h 112"/>
                  <a:gd name="T96" fmla="*/ 27 w 123"/>
                  <a:gd name="T97" fmla="*/ 71 h 112"/>
                  <a:gd name="T98" fmla="*/ 19 w 123"/>
                  <a:gd name="T99" fmla="*/ 78 h 112"/>
                  <a:gd name="T100" fmla="*/ 17 w 123"/>
                  <a:gd name="T101" fmla="*/ 80 h 112"/>
                  <a:gd name="T102" fmla="*/ 13 w 123"/>
                  <a:gd name="T103" fmla="*/ 88 h 112"/>
                  <a:gd name="T104" fmla="*/ 12 w 123"/>
                  <a:gd name="T105" fmla="*/ 9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12">
                    <a:moveTo>
                      <a:pt x="9" y="112"/>
                    </a:moveTo>
                    <a:cubicBezTo>
                      <a:pt x="9" y="108"/>
                      <a:pt x="13" y="106"/>
                      <a:pt x="17" y="105"/>
                    </a:cubicBezTo>
                    <a:cubicBezTo>
                      <a:pt x="17" y="104"/>
                      <a:pt x="17" y="102"/>
                      <a:pt x="18" y="102"/>
                    </a:cubicBezTo>
                    <a:cubicBezTo>
                      <a:pt x="20" y="98"/>
                      <a:pt x="27" y="98"/>
                      <a:pt x="28" y="93"/>
                    </a:cubicBezTo>
                    <a:cubicBezTo>
                      <a:pt x="27" y="93"/>
                      <a:pt x="27" y="92"/>
                      <a:pt x="26" y="91"/>
                    </a:cubicBezTo>
                    <a:cubicBezTo>
                      <a:pt x="27" y="92"/>
                      <a:pt x="27" y="92"/>
                      <a:pt x="27" y="92"/>
                    </a:cubicBezTo>
                    <a:cubicBezTo>
                      <a:pt x="26" y="91"/>
                      <a:pt x="26" y="91"/>
                      <a:pt x="26" y="91"/>
                    </a:cubicBezTo>
                    <a:cubicBezTo>
                      <a:pt x="26" y="90"/>
                      <a:pt x="28" y="92"/>
                      <a:pt x="28" y="92"/>
                    </a:cubicBezTo>
                    <a:cubicBezTo>
                      <a:pt x="29" y="91"/>
                      <a:pt x="29" y="89"/>
                      <a:pt x="31" y="88"/>
                    </a:cubicBezTo>
                    <a:cubicBezTo>
                      <a:pt x="29" y="86"/>
                      <a:pt x="31" y="87"/>
                      <a:pt x="29" y="85"/>
                    </a:cubicBezTo>
                    <a:cubicBezTo>
                      <a:pt x="30" y="86"/>
                      <a:pt x="30" y="86"/>
                      <a:pt x="30" y="86"/>
                    </a:cubicBezTo>
                    <a:cubicBezTo>
                      <a:pt x="30" y="84"/>
                      <a:pt x="30" y="84"/>
                      <a:pt x="33" y="85"/>
                    </a:cubicBezTo>
                    <a:cubicBezTo>
                      <a:pt x="38" y="83"/>
                      <a:pt x="40" y="79"/>
                      <a:pt x="43" y="76"/>
                    </a:cubicBezTo>
                    <a:cubicBezTo>
                      <a:pt x="46" y="72"/>
                      <a:pt x="48" y="68"/>
                      <a:pt x="52" y="64"/>
                    </a:cubicBezTo>
                    <a:cubicBezTo>
                      <a:pt x="50" y="61"/>
                      <a:pt x="52" y="61"/>
                      <a:pt x="50" y="59"/>
                    </a:cubicBezTo>
                    <a:cubicBezTo>
                      <a:pt x="51" y="59"/>
                      <a:pt x="51" y="59"/>
                      <a:pt x="51" y="59"/>
                    </a:cubicBezTo>
                    <a:cubicBezTo>
                      <a:pt x="51" y="58"/>
                      <a:pt x="52" y="59"/>
                      <a:pt x="54" y="59"/>
                    </a:cubicBezTo>
                    <a:cubicBezTo>
                      <a:pt x="53" y="58"/>
                      <a:pt x="54" y="59"/>
                      <a:pt x="52" y="57"/>
                    </a:cubicBezTo>
                    <a:cubicBezTo>
                      <a:pt x="51" y="56"/>
                      <a:pt x="55" y="59"/>
                      <a:pt x="54" y="58"/>
                    </a:cubicBezTo>
                    <a:cubicBezTo>
                      <a:pt x="55" y="59"/>
                      <a:pt x="53" y="57"/>
                      <a:pt x="54" y="58"/>
                    </a:cubicBezTo>
                    <a:cubicBezTo>
                      <a:pt x="53" y="55"/>
                      <a:pt x="55" y="59"/>
                      <a:pt x="57" y="59"/>
                    </a:cubicBezTo>
                    <a:cubicBezTo>
                      <a:pt x="58" y="57"/>
                      <a:pt x="58" y="54"/>
                      <a:pt x="61" y="54"/>
                    </a:cubicBezTo>
                    <a:cubicBezTo>
                      <a:pt x="61" y="54"/>
                      <a:pt x="60" y="52"/>
                      <a:pt x="60" y="52"/>
                    </a:cubicBezTo>
                    <a:cubicBezTo>
                      <a:pt x="62" y="55"/>
                      <a:pt x="60" y="51"/>
                      <a:pt x="61" y="52"/>
                    </a:cubicBezTo>
                    <a:cubicBezTo>
                      <a:pt x="62" y="53"/>
                      <a:pt x="62" y="53"/>
                      <a:pt x="62" y="53"/>
                    </a:cubicBezTo>
                    <a:cubicBezTo>
                      <a:pt x="63" y="54"/>
                      <a:pt x="63" y="51"/>
                      <a:pt x="64" y="52"/>
                    </a:cubicBezTo>
                    <a:cubicBezTo>
                      <a:pt x="64" y="50"/>
                      <a:pt x="67" y="52"/>
                      <a:pt x="66" y="50"/>
                    </a:cubicBezTo>
                    <a:cubicBezTo>
                      <a:pt x="67" y="52"/>
                      <a:pt x="67" y="51"/>
                      <a:pt x="68" y="51"/>
                    </a:cubicBezTo>
                    <a:cubicBezTo>
                      <a:pt x="66" y="48"/>
                      <a:pt x="70" y="51"/>
                      <a:pt x="69" y="49"/>
                    </a:cubicBezTo>
                    <a:cubicBezTo>
                      <a:pt x="69" y="49"/>
                      <a:pt x="69" y="49"/>
                      <a:pt x="69" y="49"/>
                    </a:cubicBezTo>
                    <a:cubicBezTo>
                      <a:pt x="71" y="48"/>
                      <a:pt x="73" y="47"/>
                      <a:pt x="74" y="44"/>
                    </a:cubicBezTo>
                    <a:cubicBezTo>
                      <a:pt x="75" y="43"/>
                      <a:pt x="78" y="45"/>
                      <a:pt x="79" y="42"/>
                    </a:cubicBezTo>
                    <a:cubicBezTo>
                      <a:pt x="78" y="41"/>
                      <a:pt x="78" y="41"/>
                      <a:pt x="78" y="41"/>
                    </a:cubicBezTo>
                    <a:cubicBezTo>
                      <a:pt x="78" y="41"/>
                      <a:pt x="79" y="42"/>
                      <a:pt x="79" y="42"/>
                    </a:cubicBezTo>
                    <a:cubicBezTo>
                      <a:pt x="79" y="40"/>
                      <a:pt x="81" y="41"/>
                      <a:pt x="81" y="41"/>
                    </a:cubicBezTo>
                    <a:cubicBezTo>
                      <a:pt x="81" y="40"/>
                      <a:pt x="81" y="40"/>
                      <a:pt x="81" y="39"/>
                    </a:cubicBezTo>
                    <a:cubicBezTo>
                      <a:pt x="83" y="41"/>
                      <a:pt x="82" y="37"/>
                      <a:pt x="84" y="38"/>
                    </a:cubicBezTo>
                    <a:cubicBezTo>
                      <a:pt x="82" y="36"/>
                      <a:pt x="84" y="37"/>
                      <a:pt x="84" y="36"/>
                    </a:cubicBezTo>
                    <a:cubicBezTo>
                      <a:pt x="84" y="36"/>
                      <a:pt x="84" y="36"/>
                      <a:pt x="85" y="37"/>
                    </a:cubicBezTo>
                    <a:cubicBezTo>
                      <a:pt x="85" y="36"/>
                      <a:pt x="85" y="36"/>
                      <a:pt x="87" y="36"/>
                    </a:cubicBezTo>
                    <a:cubicBezTo>
                      <a:pt x="87" y="36"/>
                      <a:pt x="86" y="34"/>
                      <a:pt x="87" y="34"/>
                    </a:cubicBezTo>
                    <a:cubicBezTo>
                      <a:pt x="88" y="36"/>
                      <a:pt x="88" y="34"/>
                      <a:pt x="89" y="34"/>
                    </a:cubicBezTo>
                    <a:cubicBezTo>
                      <a:pt x="87" y="32"/>
                      <a:pt x="87" y="31"/>
                      <a:pt x="88" y="31"/>
                    </a:cubicBezTo>
                    <a:cubicBezTo>
                      <a:pt x="89" y="34"/>
                      <a:pt x="89" y="34"/>
                      <a:pt x="89" y="34"/>
                    </a:cubicBezTo>
                    <a:cubicBezTo>
                      <a:pt x="90" y="31"/>
                      <a:pt x="93" y="33"/>
                      <a:pt x="93" y="29"/>
                    </a:cubicBezTo>
                    <a:cubicBezTo>
                      <a:pt x="94" y="30"/>
                      <a:pt x="94" y="30"/>
                      <a:pt x="94" y="30"/>
                    </a:cubicBezTo>
                    <a:cubicBezTo>
                      <a:pt x="95" y="28"/>
                      <a:pt x="98" y="29"/>
                      <a:pt x="98" y="25"/>
                    </a:cubicBezTo>
                    <a:cubicBezTo>
                      <a:pt x="99" y="25"/>
                      <a:pt x="100" y="26"/>
                      <a:pt x="100" y="25"/>
                    </a:cubicBezTo>
                    <a:cubicBezTo>
                      <a:pt x="100" y="24"/>
                      <a:pt x="101" y="24"/>
                      <a:pt x="100" y="22"/>
                    </a:cubicBezTo>
                    <a:cubicBezTo>
                      <a:pt x="100" y="21"/>
                      <a:pt x="101" y="22"/>
                      <a:pt x="101" y="23"/>
                    </a:cubicBezTo>
                    <a:cubicBezTo>
                      <a:pt x="102" y="23"/>
                      <a:pt x="104" y="25"/>
                      <a:pt x="103" y="22"/>
                    </a:cubicBezTo>
                    <a:cubicBezTo>
                      <a:pt x="104" y="23"/>
                      <a:pt x="104" y="23"/>
                      <a:pt x="104" y="23"/>
                    </a:cubicBezTo>
                    <a:cubicBezTo>
                      <a:pt x="104" y="22"/>
                      <a:pt x="104" y="20"/>
                      <a:pt x="106" y="21"/>
                    </a:cubicBezTo>
                    <a:cubicBezTo>
                      <a:pt x="105" y="19"/>
                      <a:pt x="106" y="19"/>
                      <a:pt x="105" y="17"/>
                    </a:cubicBezTo>
                    <a:cubicBezTo>
                      <a:pt x="105" y="17"/>
                      <a:pt x="106" y="19"/>
                      <a:pt x="106" y="18"/>
                    </a:cubicBezTo>
                    <a:cubicBezTo>
                      <a:pt x="106" y="20"/>
                      <a:pt x="106" y="20"/>
                      <a:pt x="106" y="20"/>
                    </a:cubicBezTo>
                    <a:cubicBezTo>
                      <a:pt x="108" y="20"/>
                      <a:pt x="109" y="18"/>
                      <a:pt x="110" y="16"/>
                    </a:cubicBezTo>
                    <a:cubicBezTo>
                      <a:pt x="112" y="19"/>
                      <a:pt x="112" y="16"/>
                      <a:pt x="113" y="17"/>
                    </a:cubicBezTo>
                    <a:cubicBezTo>
                      <a:pt x="113" y="15"/>
                      <a:pt x="115" y="17"/>
                      <a:pt x="114" y="14"/>
                    </a:cubicBezTo>
                    <a:cubicBezTo>
                      <a:pt x="115" y="15"/>
                      <a:pt x="115" y="15"/>
                      <a:pt x="115" y="15"/>
                    </a:cubicBezTo>
                    <a:cubicBezTo>
                      <a:pt x="115" y="15"/>
                      <a:pt x="116" y="15"/>
                      <a:pt x="117" y="15"/>
                    </a:cubicBezTo>
                    <a:cubicBezTo>
                      <a:pt x="118" y="16"/>
                      <a:pt x="118" y="14"/>
                      <a:pt x="118" y="13"/>
                    </a:cubicBezTo>
                    <a:cubicBezTo>
                      <a:pt x="118" y="14"/>
                      <a:pt x="118" y="14"/>
                      <a:pt x="118" y="14"/>
                    </a:cubicBezTo>
                    <a:cubicBezTo>
                      <a:pt x="118" y="13"/>
                      <a:pt x="118" y="11"/>
                      <a:pt x="118" y="9"/>
                    </a:cubicBezTo>
                    <a:cubicBezTo>
                      <a:pt x="119" y="10"/>
                      <a:pt x="118" y="9"/>
                      <a:pt x="119" y="10"/>
                    </a:cubicBezTo>
                    <a:cubicBezTo>
                      <a:pt x="119" y="11"/>
                      <a:pt x="119" y="13"/>
                      <a:pt x="119" y="14"/>
                    </a:cubicBezTo>
                    <a:cubicBezTo>
                      <a:pt x="120" y="15"/>
                      <a:pt x="119" y="11"/>
                      <a:pt x="120" y="13"/>
                    </a:cubicBezTo>
                    <a:cubicBezTo>
                      <a:pt x="121" y="14"/>
                      <a:pt x="121" y="13"/>
                      <a:pt x="121" y="11"/>
                    </a:cubicBezTo>
                    <a:cubicBezTo>
                      <a:pt x="121" y="12"/>
                      <a:pt x="121" y="12"/>
                      <a:pt x="121" y="13"/>
                    </a:cubicBezTo>
                    <a:cubicBezTo>
                      <a:pt x="122" y="13"/>
                      <a:pt x="122" y="13"/>
                      <a:pt x="122" y="12"/>
                    </a:cubicBezTo>
                    <a:cubicBezTo>
                      <a:pt x="122" y="12"/>
                      <a:pt x="122" y="12"/>
                      <a:pt x="122" y="12"/>
                    </a:cubicBezTo>
                    <a:cubicBezTo>
                      <a:pt x="122" y="10"/>
                      <a:pt x="122" y="10"/>
                      <a:pt x="121" y="8"/>
                    </a:cubicBezTo>
                    <a:cubicBezTo>
                      <a:pt x="121" y="9"/>
                      <a:pt x="121" y="9"/>
                      <a:pt x="121" y="9"/>
                    </a:cubicBezTo>
                    <a:cubicBezTo>
                      <a:pt x="121" y="7"/>
                      <a:pt x="121" y="7"/>
                      <a:pt x="122" y="8"/>
                    </a:cubicBezTo>
                    <a:cubicBezTo>
                      <a:pt x="122" y="10"/>
                      <a:pt x="122" y="11"/>
                      <a:pt x="122" y="11"/>
                    </a:cubicBezTo>
                    <a:cubicBezTo>
                      <a:pt x="123" y="7"/>
                      <a:pt x="123" y="7"/>
                      <a:pt x="123" y="7"/>
                    </a:cubicBezTo>
                    <a:cubicBezTo>
                      <a:pt x="123" y="9"/>
                      <a:pt x="122" y="8"/>
                      <a:pt x="122" y="6"/>
                    </a:cubicBezTo>
                    <a:cubicBezTo>
                      <a:pt x="122" y="7"/>
                      <a:pt x="122" y="7"/>
                      <a:pt x="122" y="7"/>
                    </a:cubicBezTo>
                    <a:cubicBezTo>
                      <a:pt x="122" y="6"/>
                      <a:pt x="122" y="6"/>
                      <a:pt x="122" y="6"/>
                    </a:cubicBezTo>
                    <a:cubicBezTo>
                      <a:pt x="121" y="7"/>
                      <a:pt x="120" y="5"/>
                      <a:pt x="120" y="7"/>
                    </a:cubicBezTo>
                    <a:cubicBezTo>
                      <a:pt x="120" y="8"/>
                      <a:pt x="120" y="8"/>
                      <a:pt x="120" y="8"/>
                    </a:cubicBezTo>
                    <a:cubicBezTo>
                      <a:pt x="120" y="8"/>
                      <a:pt x="120" y="11"/>
                      <a:pt x="119" y="9"/>
                    </a:cubicBezTo>
                    <a:cubicBezTo>
                      <a:pt x="119" y="7"/>
                      <a:pt x="119" y="7"/>
                      <a:pt x="119" y="7"/>
                    </a:cubicBezTo>
                    <a:cubicBezTo>
                      <a:pt x="119" y="7"/>
                      <a:pt x="119" y="8"/>
                      <a:pt x="118" y="7"/>
                    </a:cubicBezTo>
                    <a:cubicBezTo>
                      <a:pt x="118" y="5"/>
                      <a:pt x="118" y="5"/>
                      <a:pt x="118" y="5"/>
                    </a:cubicBezTo>
                    <a:cubicBezTo>
                      <a:pt x="119" y="8"/>
                      <a:pt x="117" y="6"/>
                      <a:pt x="117" y="7"/>
                    </a:cubicBezTo>
                    <a:cubicBezTo>
                      <a:pt x="117" y="6"/>
                      <a:pt x="117" y="6"/>
                      <a:pt x="117" y="6"/>
                    </a:cubicBezTo>
                    <a:cubicBezTo>
                      <a:pt x="116" y="6"/>
                      <a:pt x="117" y="8"/>
                      <a:pt x="117" y="8"/>
                    </a:cubicBezTo>
                    <a:cubicBezTo>
                      <a:pt x="117" y="8"/>
                      <a:pt x="116" y="5"/>
                      <a:pt x="115" y="4"/>
                    </a:cubicBezTo>
                    <a:cubicBezTo>
                      <a:pt x="115" y="5"/>
                      <a:pt x="114" y="7"/>
                      <a:pt x="113" y="5"/>
                    </a:cubicBezTo>
                    <a:cubicBezTo>
                      <a:pt x="112" y="6"/>
                      <a:pt x="112" y="7"/>
                      <a:pt x="112" y="8"/>
                    </a:cubicBezTo>
                    <a:cubicBezTo>
                      <a:pt x="111" y="8"/>
                      <a:pt x="111" y="6"/>
                      <a:pt x="111" y="7"/>
                    </a:cubicBezTo>
                    <a:cubicBezTo>
                      <a:pt x="111" y="6"/>
                      <a:pt x="110" y="5"/>
                      <a:pt x="110" y="4"/>
                    </a:cubicBezTo>
                    <a:cubicBezTo>
                      <a:pt x="110" y="5"/>
                      <a:pt x="109" y="4"/>
                      <a:pt x="110" y="7"/>
                    </a:cubicBezTo>
                    <a:cubicBezTo>
                      <a:pt x="109" y="6"/>
                      <a:pt x="108" y="6"/>
                      <a:pt x="107" y="7"/>
                    </a:cubicBezTo>
                    <a:cubicBezTo>
                      <a:pt x="108" y="7"/>
                      <a:pt x="107" y="5"/>
                      <a:pt x="107" y="4"/>
                    </a:cubicBezTo>
                    <a:cubicBezTo>
                      <a:pt x="107" y="6"/>
                      <a:pt x="106" y="7"/>
                      <a:pt x="106" y="7"/>
                    </a:cubicBezTo>
                    <a:cubicBezTo>
                      <a:pt x="106" y="9"/>
                      <a:pt x="106" y="9"/>
                      <a:pt x="107" y="10"/>
                    </a:cubicBezTo>
                    <a:cubicBezTo>
                      <a:pt x="107" y="10"/>
                      <a:pt x="107" y="11"/>
                      <a:pt x="107" y="11"/>
                    </a:cubicBezTo>
                    <a:cubicBezTo>
                      <a:pt x="106" y="9"/>
                      <a:pt x="105" y="7"/>
                      <a:pt x="104" y="7"/>
                    </a:cubicBezTo>
                    <a:cubicBezTo>
                      <a:pt x="104" y="4"/>
                      <a:pt x="106" y="7"/>
                      <a:pt x="104" y="4"/>
                    </a:cubicBezTo>
                    <a:cubicBezTo>
                      <a:pt x="104" y="2"/>
                      <a:pt x="105" y="2"/>
                      <a:pt x="106" y="3"/>
                    </a:cubicBezTo>
                    <a:cubicBezTo>
                      <a:pt x="105" y="1"/>
                      <a:pt x="105" y="3"/>
                      <a:pt x="104" y="1"/>
                    </a:cubicBezTo>
                    <a:cubicBezTo>
                      <a:pt x="104" y="1"/>
                      <a:pt x="104" y="2"/>
                      <a:pt x="103" y="3"/>
                    </a:cubicBezTo>
                    <a:cubicBezTo>
                      <a:pt x="104" y="4"/>
                      <a:pt x="104" y="4"/>
                      <a:pt x="104" y="5"/>
                    </a:cubicBezTo>
                    <a:cubicBezTo>
                      <a:pt x="105" y="8"/>
                      <a:pt x="103" y="4"/>
                      <a:pt x="103" y="4"/>
                    </a:cubicBezTo>
                    <a:cubicBezTo>
                      <a:pt x="103" y="3"/>
                      <a:pt x="103" y="3"/>
                      <a:pt x="103" y="3"/>
                    </a:cubicBezTo>
                    <a:cubicBezTo>
                      <a:pt x="102" y="2"/>
                      <a:pt x="102" y="4"/>
                      <a:pt x="102" y="4"/>
                    </a:cubicBezTo>
                    <a:cubicBezTo>
                      <a:pt x="100" y="1"/>
                      <a:pt x="102" y="3"/>
                      <a:pt x="102" y="1"/>
                    </a:cubicBezTo>
                    <a:cubicBezTo>
                      <a:pt x="101" y="0"/>
                      <a:pt x="101" y="0"/>
                      <a:pt x="101" y="0"/>
                    </a:cubicBezTo>
                    <a:cubicBezTo>
                      <a:pt x="100" y="0"/>
                      <a:pt x="101" y="2"/>
                      <a:pt x="100" y="2"/>
                    </a:cubicBezTo>
                    <a:cubicBezTo>
                      <a:pt x="100" y="1"/>
                      <a:pt x="100" y="1"/>
                      <a:pt x="100" y="1"/>
                    </a:cubicBezTo>
                    <a:cubicBezTo>
                      <a:pt x="100" y="1"/>
                      <a:pt x="100" y="1"/>
                      <a:pt x="100" y="1"/>
                    </a:cubicBezTo>
                    <a:cubicBezTo>
                      <a:pt x="100" y="3"/>
                      <a:pt x="101" y="4"/>
                      <a:pt x="101" y="4"/>
                    </a:cubicBezTo>
                    <a:cubicBezTo>
                      <a:pt x="102" y="7"/>
                      <a:pt x="101" y="4"/>
                      <a:pt x="101" y="5"/>
                    </a:cubicBezTo>
                    <a:cubicBezTo>
                      <a:pt x="101" y="7"/>
                      <a:pt x="101" y="5"/>
                      <a:pt x="102" y="7"/>
                    </a:cubicBezTo>
                    <a:cubicBezTo>
                      <a:pt x="102" y="8"/>
                      <a:pt x="102" y="8"/>
                      <a:pt x="102" y="9"/>
                    </a:cubicBezTo>
                    <a:cubicBezTo>
                      <a:pt x="101" y="9"/>
                      <a:pt x="101" y="7"/>
                      <a:pt x="100" y="6"/>
                    </a:cubicBezTo>
                    <a:cubicBezTo>
                      <a:pt x="100" y="6"/>
                      <a:pt x="100" y="5"/>
                      <a:pt x="101" y="6"/>
                    </a:cubicBezTo>
                    <a:cubicBezTo>
                      <a:pt x="101" y="4"/>
                      <a:pt x="99" y="3"/>
                      <a:pt x="99" y="2"/>
                    </a:cubicBezTo>
                    <a:cubicBezTo>
                      <a:pt x="98" y="1"/>
                      <a:pt x="99" y="4"/>
                      <a:pt x="99" y="4"/>
                    </a:cubicBezTo>
                    <a:cubicBezTo>
                      <a:pt x="99" y="3"/>
                      <a:pt x="99" y="5"/>
                      <a:pt x="100" y="6"/>
                    </a:cubicBezTo>
                    <a:cubicBezTo>
                      <a:pt x="101" y="11"/>
                      <a:pt x="98" y="3"/>
                      <a:pt x="97" y="4"/>
                    </a:cubicBezTo>
                    <a:cubicBezTo>
                      <a:pt x="99" y="7"/>
                      <a:pt x="98" y="8"/>
                      <a:pt x="100" y="11"/>
                    </a:cubicBezTo>
                    <a:cubicBezTo>
                      <a:pt x="100" y="12"/>
                      <a:pt x="100" y="13"/>
                      <a:pt x="100" y="12"/>
                    </a:cubicBezTo>
                    <a:cubicBezTo>
                      <a:pt x="99" y="10"/>
                      <a:pt x="99" y="11"/>
                      <a:pt x="98" y="9"/>
                    </a:cubicBezTo>
                    <a:cubicBezTo>
                      <a:pt x="98" y="9"/>
                      <a:pt x="98" y="9"/>
                      <a:pt x="98" y="9"/>
                    </a:cubicBezTo>
                    <a:cubicBezTo>
                      <a:pt x="98" y="7"/>
                      <a:pt x="98" y="7"/>
                      <a:pt x="98" y="7"/>
                    </a:cubicBezTo>
                    <a:cubicBezTo>
                      <a:pt x="97" y="5"/>
                      <a:pt x="95" y="4"/>
                      <a:pt x="95" y="4"/>
                    </a:cubicBezTo>
                    <a:cubicBezTo>
                      <a:pt x="95" y="5"/>
                      <a:pt x="96" y="5"/>
                      <a:pt x="96" y="6"/>
                    </a:cubicBezTo>
                    <a:cubicBezTo>
                      <a:pt x="95" y="5"/>
                      <a:pt x="95" y="4"/>
                      <a:pt x="94" y="4"/>
                    </a:cubicBezTo>
                    <a:cubicBezTo>
                      <a:pt x="95" y="5"/>
                      <a:pt x="96" y="7"/>
                      <a:pt x="96" y="8"/>
                    </a:cubicBezTo>
                    <a:cubicBezTo>
                      <a:pt x="95" y="8"/>
                      <a:pt x="94" y="6"/>
                      <a:pt x="94" y="6"/>
                    </a:cubicBezTo>
                    <a:cubicBezTo>
                      <a:pt x="94" y="4"/>
                      <a:pt x="94" y="4"/>
                      <a:pt x="94" y="4"/>
                    </a:cubicBezTo>
                    <a:cubicBezTo>
                      <a:pt x="94" y="6"/>
                      <a:pt x="93" y="3"/>
                      <a:pt x="93" y="4"/>
                    </a:cubicBezTo>
                    <a:cubicBezTo>
                      <a:pt x="93" y="5"/>
                      <a:pt x="94" y="7"/>
                      <a:pt x="94" y="8"/>
                    </a:cubicBezTo>
                    <a:cubicBezTo>
                      <a:pt x="94" y="9"/>
                      <a:pt x="94" y="8"/>
                      <a:pt x="94" y="8"/>
                    </a:cubicBezTo>
                    <a:cubicBezTo>
                      <a:pt x="93" y="7"/>
                      <a:pt x="93" y="7"/>
                      <a:pt x="93" y="7"/>
                    </a:cubicBezTo>
                    <a:cubicBezTo>
                      <a:pt x="93" y="7"/>
                      <a:pt x="92" y="4"/>
                      <a:pt x="92" y="5"/>
                    </a:cubicBezTo>
                    <a:cubicBezTo>
                      <a:pt x="92" y="6"/>
                      <a:pt x="92" y="6"/>
                      <a:pt x="92" y="6"/>
                    </a:cubicBezTo>
                    <a:cubicBezTo>
                      <a:pt x="92" y="6"/>
                      <a:pt x="92" y="6"/>
                      <a:pt x="91" y="5"/>
                    </a:cubicBezTo>
                    <a:cubicBezTo>
                      <a:pt x="92" y="6"/>
                      <a:pt x="91" y="6"/>
                      <a:pt x="92" y="6"/>
                    </a:cubicBezTo>
                    <a:cubicBezTo>
                      <a:pt x="91" y="5"/>
                      <a:pt x="91" y="5"/>
                      <a:pt x="91" y="5"/>
                    </a:cubicBezTo>
                    <a:cubicBezTo>
                      <a:pt x="91" y="6"/>
                      <a:pt x="92" y="9"/>
                      <a:pt x="91" y="7"/>
                    </a:cubicBezTo>
                    <a:cubicBezTo>
                      <a:pt x="92" y="9"/>
                      <a:pt x="91" y="7"/>
                      <a:pt x="92" y="8"/>
                    </a:cubicBezTo>
                    <a:cubicBezTo>
                      <a:pt x="93" y="9"/>
                      <a:pt x="92" y="9"/>
                      <a:pt x="92" y="10"/>
                    </a:cubicBezTo>
                    <a:cubicBezTo>
                      <a:pt x="91" y="7"/>
                      <a:pt x="91" y="10"/>
                      <a:pt x="91" y="10"/>
                    </a:cubicBezTo>
                    <a:cubicBezTo>
                      <a:pt x="91" y="9"/>
                      <a:pt x="90" y="9"/>
                      <a:pt x="90" y="8"/>
                    </a:cubicBezTo>
                    <a:cubicBezTo>
                      <a:pt x="91" y="10"/>
                      <a:pt x="91" y="10"/>
                      <a:pt x="91" y="10"/>
                    </a:cubicBezTo>
                    <a:cubicBezTo>
                      <a:pt x="89" y="7"/>
                      <a:pt x="90" y="11"/>
                      <a:pt x="89" y="10"/>
                    </a:cubicBezTo>
                    <a:cubicBezTo>
                      <a:pt x="89" y="9"/>
                      <a:pt x="88" y="8"/>
                      <a:pt x="88" y="7"/>
                    </a:cubicBezTo>
                    <a:cubicBezTo>
                      <a:pt x="90" y="10"/>
                      <a:pt x="89" y="11"/>
                      <a:pt x="90" y="12"/>
                    </a:cubicBezTo>
                    <a:cubicBezTo>
                      <a:pt x="89" y="12"/>
                      <a:pt x="88" y="9"/>
                      <a:pt x="87" y="8"/>
                    </a:cubicBezTo>
                    <a:cubicBezTo>
                      <a:pt x="88" y="10"/>
                      <a:pt x="86" y="7"/>
                      <a:pt x="87" y="9"/>
                    </a:cubicBezTo>
                    <a:cubicBezTo>
                      <a:pt x="88" y="10"/>
                      <a:pt x="88" y="11"/>
                      <a:pt x="88" y="12"/>
                    </a:cubicBezTo>
                    <a:cubicBezTo>
                      <a:pt x="88" y="12"/>
                      <a:pt x="88" y="11"/>
                      <a:pt x="87" y="10"/>
                    </a:cubicBezTo>
                    <a:cubicBezTo>
                      <a:pt x="87" y="10"/>
                      <a:pt x="88" y="12"/>
                      <a:pt x="88" y="13"/>
                    </a:cubicBezTo>
                    <a:cubicBezTo>
                      <a:pt x="88" y="13"/>
                      <a:pt x="89" y="15"/>
                      <a:pt x="88" y="14"/>
                    </a:cubicBezTo>
                    <a:cubicBezTo>
                      <a:pt x="87" y="12"/>
                      <a:pt x="88" y="13"/>
                      <a:pt x="87" y="12"/>
                    </a:cubicBezTo>
                    <a:cubicBezTo>
                      <a:pt x="86" y="12"/>
                      <a:pt x="89" y="16"/>
                      <a:pt x="88" y="16"/>
                    </a:cubicBezTo>
                    <a:cubicBezTo>
                      <a:pt x="89" y="17"/>
                      <a:pt x="90" y="20"/>
                      <a:pt x="90" y="21"/>
                    </a:cubicBezTo>
                    <a:cubicBezTo>
                      <a:pt x="89" y="21"/>
                      <a:pt x="90" y="20"/>
                      <a:pt x="89" y="18"/>
                    </a:cubicBezTo>
                    <a:cubicBezTo>
                      <a:pt x="89" y="18"/>
                      <a:pt x="89" y="18"/>
                      <a:pt x="89" y="18"/>
                    </a:cubicBezTo>
                    <a:cubicBezTo>
                      <a:pt x="87" y="16"/>
                      <a:pt x="87" y="14"/>
                      <a:pt x="86" y="12"/>
                    </a:cubicBezTo>
                    <a:cubicBezTo>
                      <a:pt x="86" y="13"/>
                      <a:pt x="86" y="13"/>
                      <a:pt x="86" y="13"/>
                    </a:cubicBezTo>
                    <a:cubicBezTo>
                      <a:pt x="85" y="12"/>
                      <a:pt x="85" y="11"/>
                      <a:pt x="84" y="10"/>
                    </a:cubicBezTo>
                    <a:cubicBezTo>
                      <a:pt x="85" y="12"/>
                      <a:pt x="84" y="11"/>
                      <a:pt x="84" y="11"/>
                    </a:cubicBezTo>
                    <a:cubicBezTo>
                      <a:pt x="85" y="13"/>
                      <a:pt x="84" y="11"/>
                      <a:pt x="85" y="12"/>
                    </a:cubicBezTo>
                    <a:cubicBezTo>
                      <a:pt x="84" y="13"/>
                      <a:pt x="86" y="15"/>
                      <a:pt x="85" y="15"/>
                    </a:cubicBezTo>
                    <a:cubicBezTo>
                      <a:pt x="83" y="12"/>
                      <a:pt x="83" y="12"/>
                      <a:pt x="83" y="12"/>
                    </a:cubicBezTo>
                    <a:cubicBezTo>
                      <a:pt x="82" y="11"/>
                      <a:pt x="84" y="14"/>
                      <a:pt x="83" y="13"/>
                    </a:cubicBezTo>
                    <a:cubicBezTo>
                      <a:pt x="83" y="12"/>
                      <a:pt x="83" y="12"/>
                      <a:pt x="83" y="12"/>
                    </a:cubicBezTo>
                    <a:cubicBezTo>
                      <a:pt x="81" y="13"/>
                      <a:pt x="80" y="14"/>
                      <a:pt x="81" y="18"/>
                    </a:cubicBezTo>
                    <a:cubicBezTo>
                      <a:pt x="80" y="17"/>
                      <a:pt x="79" y="17"/>
                      <a:pt x="78" y="16"/>
                    </a:cubicBezTo>
                    <a:cubicBezTo>
                      <a:pt x="78" y="17"/>
                      <a:pt x="79" y="18"/>
                      <a:pt x="79" y="18"/>
                    </a:cubicBezTo>
                    <a:cubicBezTo>
                      <a:pt x="77" y="17"/>
                      <a:pt x="77" y="17"/>
                      <a:pt x="77" y="17"/>
                    </a:cubicBezTo>
                    <a:cubicBezTo>
                      <a:pt x="76" y="16"/>
                      <a:pt x="77" y="18"/>
                      <a:pt x="77" y="19"/>
                    </a:cubicBezTo>
                    <a:cubicBezTo>
                      <a:pt x="76" y="18"/>
                      <a:pt x="76" y="18"/>
                      <a:pt x="76" y="18"/>
                    </a:cubicBezTo>
                    <a:cubicBezTo>
                      <a:pt x="75" y="17"/>
                      <a:pt x="76" y="19"/>
                      <a:pt x="76" y="19"/>
                    </a:cubicBezTo>
                    <a:cubicBezTo>
                      <a:pt x="75" y="18"/>
                      <a:pt x="75" y="18"/>
                      <a:pt x="75" y="18"/>
                    </a:cubicBezTo>
                    <a:cubicBezTo>
                      <a:pt x="76" y="20"/>
                      <a:pt x="76" y="20"/>
                      <a:pt x="76" y="20"/>
                    </a:cubicBezTo>
                    <a:cubicBezTo>
                      <a:pt x="76" y="20"/>
                      <a:pt x="76" y="20"/>
                      <a:pt x="74" y="19"/>
                    </a:cubicBezTo>
                    <a:cubicBezTo>
                      <a:pt x="75" y="19"/>
                      <a:pt x="75" y="19"/>
                      <a:pt x="75" y="20"/>
                    </a:cubicBezTo>
                    <a:cubicBezTo>
                      <a:pt x="74" y="19"/>
                      <a:pt x="73" y="20"/>
                      <a:pt x="73" y="21"/>
                    </a:cubicBezTo>
                    <a:cubicBezTo>
                      <a:pt x="74" y="21"/>
                      <a:pt x="74" y="21"/>
                      <a:pt x="75" y="23"/>
                    </a:cubicBezTo>
                    <a:cubicBezTo>
                      <a:pt x="76" y="25"/>
                      <a:pt x="74" y="22"/>
                      <a:pt x="75" y="24"/>
                    </a:cubicBezTo>
                    <a:cubicBezTo>
                      <a:pt x="74" y="23"/>
                      <a:pt x="74" y="22"/>
                      <a:pt x="73" y="22"/>
                    </a:cubicBezTo>
                    <a:cubicBezTo>
                      <a:pt x="71" y="20"/>
                      <a:pt x="71" y="22"/>
                      <a:pt x="70" y="23"/>
                    </a:cubicBezTo>
                    <a:cubicBezTo>
                      <a:pt x="70" y="24"/>
                      <a:pt x="70" y="24"/>
                      <a:pt x="70" y="24"/>
                    </a:cubicBezTo>
                    <a:cubicBezTo>
                      <a:pt x="68" y="22"/>
                      <a:pt x="69" y="25"/>
                      <a:pt x="68" y="24"/>
                    </a:cubicBezTo>
                    <a:cubicBezTo>
                      <a:pt x="68" y="25"/>
                      <a:pt x="70" y="28"/>
                      <a:pt x="69" y="28"/>
                    </a:cubicBezTo>
                    <a:cubicBezTo>
                      <a:pt x="70" y="30"/>
                      <a:pt x="68" y="26"/>
                      <a:pt x="67" y="25"/>
                    </a:cubicBezTo>
                    <a:cubicBezTo>
                      <a:pt x="67" y="26"/>
                      <a:pt x="67" y="26"/>
                      <a:pt x="67" y="26"/>
                    </a:cubicBezTo>
                    <a:cubicBezTo>
                      <a:pt x="66" y="26"/>
                      <a:pt x="66" y="26"/>
                      <a:pt x="66" y="26"/>
                    </a:cubicBezTo>
                    <a:cubicBezTo>
                      <a:pt x="67" y="27"/>
                      <a:pt x="67" y="28"/>
                      <a:pt x="66" y="27"/>
                    </a:cubicBezTo>
                    <a:cubicBezTo>
                      <a:pt x="66" y="27"/>
                      <a:pt x="66" y="27"/>
                      <a:pt x="66" y="27"/>
                    </a:cubicBezTo>
                    <a:cubicBezTo>
                      <a:pt x="66" y="27"/>
                      <a:pt x="65" y="26"/>
                      <a:pt x="64" y="27"/>
                    </a:cubicBezTo>
                    <a:cubicBezTo>
                      <a:pt x="65" y="28"/>
                      <a:pt x="64" y="28"/>
                      <a:pt x="65" y="29"/>
                    </a:cubicBezTo>
                    <a:cubicBezTo>
                      <a:pt x="65" y="28"/>
                      <a:pt x="65" y="28"/>
                      <a:pt x="65" y="28"/>
                    </a:cubicBezTo>
                    <a:cubicBezTo>
                      <a:pt x="65" y="30"/>
                      <a:pt x="65" y="30"/>
                      <a:pt x="65" y="30"/>
                    </a:cubicBezTo>
                    <a:cubicBezTo>
                      <a:pt x="65" y="29"/>
                      <a:pt x="65" y="29"/>
                      <a:pt x="65" y="29"/>
                    </a:cubicBezTo>
                    <a:cubicBezTo>
                      <a:pt x="64" y="28"/>
                      <a:pt x="64" y="28"/>
                      <a:pt x="64" y="28"/>
                    </a:cubicBezTo>
                    <a:cubicBezTo>
                      <a:pt x="63" y="27"/>
                      <a:pt x="64" y="29"/>
                      <a:pt x="65" y="30"/>
                    </a:cubicBezTo>
                    <a:cubicBezTo>
                      <a:pt x="65" y="31"/>
                      <a:pt x="64" y="30"/>
                      <a:pt x="64" y="29"/>
                    </a:cubicBezTo>
                    <a:cubicBezTo>
                      <a:pt x="63" y="29"/>
                      <a:pt x="64" y="30"/>
                      <a:pt x="64" y="29"/>
                    </a:cubicBezTo>
                    <a:cubicBezTo>
                      <a:pt x="63" y="28"/>
                      <a:pt x="63" y="29"/>
                      <a:pt x="63" y="28"/>
                    </a:cubicBezTo>
                    <a:cubicBezTo>
                      <a:pt x="63" y="28"/>
                      <a:pt x="64" y="30"/>
                      <a:pt x="63" y="30"/>
                    </a:cubicBezTo>
                    <a:cubicBezTo>
                      <a:pt x="63" y="30"/>
                      <a:pt x="63" y="31"/>
                      <a:pt x="62" y="29"/>
                    </a:cubicBezTo>
                    <a:cubicBezTo>
                      <a:pt x="62" y="30"/>
                      <a:pt x="62" y="30"/>
                      <a:pt x="62" y="31"/>
                    </a:cubicBezTo>
                    <a:cubicBezTo>
                      <a:pt x="63" y="31"/>
                      <a:pt x="63" y="31"/>
                      <a:pt x="64" y="32"/>
                    </a:cubicBezTo>
                    <a:cubicBezTo>
                      <a:pt x="64" y="32"/>
                      <a:pt x="64" y="33"/>
                      <a:pt x="63" y="32"/>
                    </a:cubicBezTo>
                    <a:cubicBezTo>
                      <a:pt x="63" y="32"/>
                      <a:pt x="63" y="32"/>
                      <a:pt x="63" y="32"/>
                    </a:cubicBezTo>
                    <a:cubicBezTo>
                      <a:pt x="63" y="32"/>
                      <a:pt x="63" y="32"/>
                      <a:pt x="64" y="33"/>
                    </a:cubicBezTo>
                    <a:cubicBezTo>
                      <a:pt x="62" y="32"/>
                      <a:pt x="62" y="32"/>
                      <a:pt x="62" y="32"/>
                    </a:cubicBezTo>
                    <a:cubicBezTo>
                      <a:pt x="63" y="33"/>
                      <a:pt x="62" y="33"/>
                      <a:pt x="62" y="33"/>
                    </a:cubicBezTo>
                    <a:cubicBezTo>
                      <a:pt x="61" y="32"/>
                      <a:pt x="60" y="30"/>
                      <a:pt x="60" y="30"/>
                    </a:cubicBezTo>
                    <a:cubicBezTo>
                      <a:pt x="60" y="32"/>
                      <a:pt x="60" y="32"/>
                      <a:pt x="60" y="32"/>
                    </a:cubicBezTo>
                    <a:cubicBezTo>
                      <a:pt x="60" y="32"/>
                      <a:pt x="60" y="32"/>
                      <a:pt x="59" y="31"/>
                    </a:cubicBezTo>
                    <a:cubicBezTo>
                      <a:pt x="58" y="31"/>
                      <a:pt x="61" y="36"/>
                      <a:pt x="60" y="35"/>
                    </a:cubicBezTo>
                    <a:cubicBezTo>
                      <a:pt x="59" y="33"/>
                      <a:pt x="59" y="33"/>
                      <a:pt x="58" y="33"/>
                    </a:cubicBezTo>
                    <a:cubicBezTo>
                      <a:pt x="58" y="34"/>
                      <a:pt x="58" y="34"/>
                      <a:pt x="58" y="34"/>
                    </a:cubicBezTo>
                    <a:cubicBezTo>
                      <a:pt x="59" y="35"/>
                      <a:pt x="58" y="33"/>
                      <a:pt x="59" y="34"/>
                    </a:cubicBezTo>
                    <a:cubicBezTo>
                      <a:pt x="60" y="34"/>
                      <a:pt x="59" y="34"/>
                      <a:pt x="59" y="35"/>
                    </a:cubicBezTo>
                    <a:cubicBezTo>
                      <a:pt x="56" y="32"/>
                      <a:pt x="57" y="35"/>
                      <a:pt x="55" y="34"/>
                    </a:cubicBezTo>
                    <a:cubicBezTo>
                      <a:pt x="56" y="36"/>
                      <a:pt x="55" y="35"/>
                      <a:pt x="55" y="36"/>
                    </a:cubicBezTo>
                    <a:cubicBezTo>
                      <a:pt x="54" y="34"/>
                      <a:pt x="55" y="37"/>
                      <a:pt x="54" y="36"/>
                    </a:cubicBezTo>
                    <a:cubicBezTo>
                      <a:pt x="55" y="38"/>
                      <a:pt x="55" y="38"/>
                      <a:pt x="55" y="38"/>
                    </a:cubicBezTo>
                    <a:cubicBezTo>
                      <a:pt x="54" y="37"/>
                      <a:pt x="57" y="41"/>
                      <a:pt x="55" y="39"/>
                    </a:cubicBezTo>
                    <a:cubicBezTo>
                      <a:pt x="54" y="39"/>
                      <a:pt x="54" y="38"/>
                      <a:pt x="53" y="37"/>
                    </a:cubicBezTo>
                    <a:cubicBezTo>
                      <a:pt x="51" y="35"/>
                      <a:pt x="54" y="40"/>
                      <a:pt x="52" y="38"/>
                    </a:cubicBezTo>
                    <a:cubicBezTo>
                      <a:pt x="52" y="38"/>
                      <a:pt x="53" y="40"/>
                      <a:pt x="54" y="41"/>
                    </a:cubicBezTo>
                    <a:cubicBezTo>
                      <a:pt x="53" y="40"/>
                      <a:pt x="51" y="39"/>
                      <a:pt x="51" y="39"/>
                    </a:cubicBezTo>
                    <a:cubicBezTo>
                      <a:pt x="51" y="40"/>
                      <a:pt x="51" y="40"/>
                      <a:pt x="51" y="40"/>
                    </a:cubicBezTo>
                    <a:cubicBezTo>
                      <a:pt x="50" y="39"/>
                      <a:pt x="50" y="39"/>
                      <a:pt x="50" y="39"/>
                    </a:cubicBezTo>
                    <a:cubicBezTo>
                      <a:pt x="49" y="39"/>
                      <a:pt x="50" y="40"/>
                      <a:pt x="50" y="41"/>
                    </a:cubicBezTo>
                    <a:cubicBezTo>
                      <a:pt x="49" y="39"/>
                      <a:pt x="48" y="41"/>
                      <a:pt x="47" y="40"/>
                    </a:cubicBezTo>
                    <a:cubicBezTo>
                      <a:pt x="49" y="42"/>
                      <a:pt x="46" y="40"/>
                      <a:pt x="48" y="43"/>
                    </a:cubicBezTo>
                    <a:cubicBezTo>
                      <a:pt x="47" y="42"/>
                      <a:pt x="47" y="42"/>
                      <a:pt x="47" y="42"/>
                    </a:cubicBezTo>
                    <a:cubicBezTo>
                      <a:pt x="48" y="43"/>
                      <a:pt x="49" y="44"/>
                      <a:pt x="49" y="45"/>
                    </a:cubicBezTo>
                    <a:cubicBezTo>
                      <a:pt x="47" y="43"/>
                      <a:pt x="47" y="43"/>
                      <a:pt x="47" y="43"/>
                    </a:cubicBezTo>
                    <a:cubicBezTo>
                      <a:pt x="46" y="41"/>
                      <a:pt x="47" y="43"/>
                      <a:pt x="46" y="42"/>
                    </a:cubicBezTo>
                    <a:cubicBezTo>
                      <a:pt x="47" y="43"/>
                      <a:pt x="45" y="42"/>
                      <a:pt x="46" y="44"/>
                    </a:cubicBezTo>
                    <a:cubicBezTo>
                      <a:pt x="47" y="44"/>
                      <a:pt x="47" y="44"/>
                      <a:pt x="47" y="44"/>
                    </a:cubicBezTo>
                    <a:cubicBezTo>
                      <a:pt x="47" y="45"/>
                      <a:pt x="47" y="45"/>
                      <a:pt x="47" y="46"/>
                    </a:cubicBezTo>
                    <a:cubicBezTo>
                      <a:pt x="47" y="46"/>
                      <a:pt x="45" y="44"/>
                      <a:pt x="45" y="44"/>
                    </a:cubicBezTo>
                    <a:cubicBezTo>
                      <a:pt x="45" y="44"/>
                      <a:pt x="45" y="44"/>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4" y="45"/>
                      <a:pt x="44" y="45"/>
                    </a:cubicBezTo>
                    <a:cubicBezTo>
                      <a:pt x="44" y="45"/>
                      <a:pt x="44" y="45"/>
                      <a:pt x="44" y="45"/>
                    </a:cubicBezTo>
                    <a:cubicBezTo>
                      <a:pt x="44" y="45"/>
                      <a:pt x="44" y="45"/>
                      <a:pt x="44" y="45"/>
                    </a:cubicBezTo>
                    <a:cubicBezTo>
                      <a:pt x="43" y="44"/>
                      <a:pt x="43" y="44"/>
                      <a:pt x="43" y="44"/>
                    </a:cubicBezTo>
                    <a:cubicBezTo>
                      <a:pt x="43" y="44"/>
                      <a:pt x="43" y="45"/>
                      <a:pt x="44" y="46"/>
                    </a:cubicBezTo>
                    <a:cubicBezTo>
                      <a:pt x="42" y="46"/>
                      <a:pt x="42" y="48"/>
                      <a:pt x="42" y="49"/>
                    </a:cubicBezTo>
                    <a:cubicBezTo>
                      <a:pt x="42" y="49"/>
                      <a:pt x="41" y="48"/>
                      <a:pt x="42" y="48"/>
                    </a:cubicBezTo>
                    <a:cubicBezTo>
                      <a:pt x="42" y="49"/>
                      <a:pt x="42" y="50"/>
                      <a:pt x="42" y="49"/>
                    </a:cubicBezTo>
                    <a:cubicBezTo>
                      <a:pt x="42" y="50"/>
                      <a:pt x="41" y="48"/>
                      <a:pt x="40" y="49"/>
                    </a:cubicBezTo>
                    <a:cubicBezTo>
                      <a:pt x="40" y="48"/>
                      <a:pt x="41" y="50"/>
                      <a:pt x="41" y="50"/>
                    </a:cubicBezTo>
                    <a:cubicBezTo>
                      <a:pt x="39" y="48"/>
                      <a:pt x="41" y="52"/>
                      <a:pt x="39" y="51"/>
                    </a:cubicBezTo>
                    <a:cubicBezTo>
                      <a:pt x="40" y="52"/>
                      <a:pt x="39" y="51"/>
                      <a:pt x="39" y="50"/>
                    </a:cubicBezTo>
                    <a:cubicBezTo>
                      <a:pt x="39" y="51"/>
                      <a:pt x="38" y="52"/>
                      <a:pt x="39" y="54"/>
                    </a:cubicBezTo>
                    <a:cubicBezTo>
                      <a:pt x="38" y="53"/>
                      <a:pt x="38" y="53"/>
                      <a:pt x="38" y="53"/>
                    </a:cubicBezTo>
                    <a:cubicBezTo>
                      <a:pt x="38" y="53"/>
                      <a:pt x="38" y="53"/>
                      <a:pt x="38" y="54"/>
                    </a:cubicBezTo>
                    <a:cubicBezTo>
                      <a:pt x="39" y="55"/>
                      <a:pt x="40" y="56"/>
                      <a:pt x="39" y="56"/>
                    </a:cubicBezTo>
                    <a:cubicBezTo>
                      <a:pt x="39" y="56"/>
                      <a:pt x="39" y="56"/>
                      <a:pt x="39" y="56"/>
                    </a:cubicBezTo>
                    <a:cubicBezTo>
                      <a:pt x="39" y="56"/>
                      <a:pt x="39" y="57"/>
                      <a:pt x="39" y="57"/>
                    </a:cubicBezTo>
                    <a:cubicBezTo>
                      <a:pt x="38" y="57"/>
                      <a:pt x="39" y="57"/>
                      <a:pt x="38" y="56"/>
                    </a:cubicBezTo>
                    <a:cubicBezTo>
                      <a:pt x="36" y="54"/>
                      <a:pt x="36" y="56"/>
                      <a:pt x="36" y="56"/>
                    </a:cubicBezTo>
                    <a:cubicBezTo>
                      <a:pt x="37" y="57"/>
                      <a:pt x="37" y="57"/>
                      <a:pt x="37" y="57"/>
                    </a:cubicBezTo>
                    <a:cubicBezTo>
                      <a:pt x="37" y="58"/>
                      <a:pt x="36" y="56"/>
                      <a:pt x="36" y="56"/>
                    </a:cubicBezTo>
                    <a:cubicBezTo>
                      <a:pt x="38" y="61"/>
                      <a:pt x="38" y="61"/>
                      <a:pt x="38" y="61"/>
                    </a:cubicBezTo>
                    <a:cubicBezTo>
                      <a:pt x="38" y="60"/>
                      <a:pt x="37" y="59"/>
                      <a:pt x="36" y="58"/>
                    </a:cubicBezTo>
                    <a:cubicBezTo>
                      <a:pt x="36" y="59"/>
                      <a:pt x="37" y="61"/>
                      <a:pt x="38" y="63"/>
                    </a:cubicBezTo>
                    <a:cubicBezTo>
                      <a:pt x="38" y="63"/>
                      <a:pt x="38" y="64"/>
                      <a:pt x="38" y="64"/>
                    </a:cubicBezTo>
                    <a:cubicBezTo>
                      <a:pt x="37" y="63"/>
                      <a:pt x="38" y="64"/>
                      <a:pt x="37" y="63"/>
                    </a:cubicBezTo>
                    <a:cubicBezTo>
                      <a:pt x="36" y="63"/>
                      <a:pt x="36" y="63"/>
                      <a:pt x="36" y="63"/>
                    </a:cubicBezTo>
                    <a:cubicBezTo>
                      <a:pt x="36" y="62"/>
                      <a:pt x="34" y="61"/>
                      <a:pt x="34" y="60"/>
                    </a:cubicBezTo>
                    <a:cubicBezTo>
                      <a:pt x="34" y="61"/>
                      <a:pt x="33" y="61"/>
                      <a:pt x="32" y="61"/>
                    </a:cubicBezTo>
                    <a:cubicBezTo>
                      <a:pt x="34" y="63"/>
                      <a:pt x="32" y="63"/>
                      <a:pt x="34" y="65"/>
                    </a:cubicBezTo>
                    <a:cubicBezTo>
                      <a:pt x="34" y="65"/>
                      <a:pt x="32" y="63"/>
                      <a:pt x="32" y="63"/>
                    </a:cubicBezTo>
                    <a:cubicBezTo>
                      <a:pt x="32" y="64"/>
                      <a:pt x="31" y="64"/>
                      <a:pt x="31" y="65"/>
                    </a:cubicBezTo>
                    <a:cubicBezTo>
                      <a:pt x="30" y="65"/>
                      <a:pt x="30" y="65"/>
                      <a:pt x="30" y="65"/>
                    </a:cubicBezTo>
                    <a:cubicBezTo>
                      <a:pt x="30" y="66"/>
                      <a:pt x="29" y="66"/>
                      <a:pt x="30" y="68"/>
                    </a:cubicBezTo>
                    <a:cubicBezTo>
                      <a:pt x="30" y="67"/>
                      <a:pt x="30" y="67"/>
                      <a:pt x="30" y="67"/>
                    </a:cubicBezTo>
                    <a:cubicBezTo>
                      <a:pt x="28" y="67"/>
                      <a:pt x="32" y="69"/>
                      <a:pt x="30" y="69"/>
                    </a:cubicBezTo>
                    <a:cubicBezTo>
                      <a:pt x="29" y="68"/>
                      <a:pt x="29" y="68"/>
                      <a:pt x="29" y="68"/>
                    </a:cubicBezTo>
                    <a:cubicBezTo>
                      <a:pt x="30" y="69"/>
                      <a:pt x="28" y="68"/>
                      <a:pt x="29" y="70"/>
                    </a:cubicBezTo>
                    <a:cubicBezTo>
                      <a:pt x="28" y="68"/>
                      <a:pt x="28" y="68"/>
                      <a:pt x="28" y="68"/>
                    </a:cubicBezTo>
                    <a:cubicBezTo>
                      <a:pt x="28" y="69"/>
                      <a:pt x="28" y="69"/>
                      <a:pt x="28" y="71"/>
                    </a:cubicBezTo>
                    <a:cubicBezTo>
                      <a:pt x="27" y="69"/>
                      <a:pt x="27" y="69"/>
                      <a:pt x="27" y="69"/>
                    </a:cubicBezTo>
                    <a:cubicBezTo>
                      <a:pt x="26" y="69"/>
                      <a:pt x="28" y="71"/>
                      <a:pt x="27" y="71"/>
                    </a:cubicBezTo>
                    <a:cubicBezTo>
                      <a:pt x="27" y="71"/>
                      <a:pt x="26" y="71"/>
                      <a:pt x="26" y="70"/>
                    </a:cubicBezTo>
                    <a:cubicBezTo>
                      <a:pt x="27" y="71"/>
                      <a:pt x="26" y="72"/>
                      <a:pt x="27" y="72"/>
                    </a:cubicBezTo>
                    <a:cubicBezTo>
                      <a:pt x="25" y="71"/>
                      <a:pt x="25" y="71"/>
                      <a:pt x="25" y="71"/>
                    </a:cubicBezTo>
                    <a:cubicBezTo>
                      <a:pt x="23" y="73"/>
                      <a:pt x="21" y="75"/>
                      <a:pt x="21" y="78"/>
                    </a:cubicBezTo>
                    <a:cubicBezTo>
                      <a:pt x="19" y="77"/>
                      <a:pt x="20" y="77"/>
                      <a:pt x="19" y="76"/>
                    </a:cubicBezTo>
                    <a:cubicBezTo>
                      <a:pt x="20" y="77"/>
                      <a:pt x="19" y="77"/>
                      <a:pt x="19" y="78"/>
                    </a:cubicBezTo>
                    <a:cubicBezTo>
                      <a:pt x="19" y="77"/>
                      <a:pt x="19" y="77"/>
                      <a:pt x="19" y="77"/>
                    </a:cubicBezTo>
                    <a:cubicBezTo>
                      <a:pt x="19" y="78"/>
                      <a:pt x="18" y="77"/>
                      <a:pt x="18" y="78"/>
                    </a:cubicBezTo>
                    <a:cubicBezTo>
                      <a:pt x="18" y="78"/>
                      <a:pt x="18" y="78"/>
                      <a:pt x="18" y="78"/>
                    </a:cubicBezTo>
                    <a:cubicBezTo>
                      <a:pt x="19" y="80"/>
                      <a:pt x="16" y="77"/>
                      <a:pt x="18" y="79"/>
                    </a:cubicBezTo>
                    <a:cubicBezTo>
                      <a:pt x="16" y="78"/>
                      <a:pt x="16" y="78"/>
                      <a:pt x="16" y="78"/>
                    </a:cubicBezTo>
                    <a:cubicBezTo>
                      <a:pt x="18" y="80"/>
                      <a:pt x="15" y="78"/>
                      <a:pt x="17" y="80"/>
                    </a:cubicBezTo>
                    <a:cubicBezTo>
                      <a:pt x="16" y="80"/>
                      <a:pt x="16" y="80"/>
                      <a:pt x="16" y="80"/>
                    </a:cubicBezTo>
                    <a:cubicBezTo>
                      <a:pt x="15" y="79"/>
                      <a:pt x="18" y="82"/>
                      <a:pt x="16" y="81"/>
                    </a:cubicBezTo>
                    <a:cubicBezTo>
                      <a:pt x="16" y="82"/>
                      <a:pt x="16" y="83"/>
                      <a:pt x="17" y="84"/>
                    </a:cubicBezTo>
                    <a:cubicBezTo>
                      <a:pt x="15" y="82"/>
                      <a:pt x="15" y="82"/>
                      <a:pt x="15" y="82"/>
                    </a:cubicBezTo>
                    <a:cubicBezTo>
                      <a:pt x="15" y="85"/>
                      <a:pt x="13" y="86"/>
                      <a:pt x="14" y="89"/>
                    </a:cubicBezTo>
                    <a:cubicBezTo>
                      <a:pt x="13" y="88"/>
                      <a:pt x="13" y="88"/>
                      <a:pt x="13" y="88"/>
                    </a:cubicBezTo>
                    <a:cubicBezTo>
                      <a:pt x="14" y="90"/>
                      <a:pt x="10" y="89"/>
                      <a:pt x="13" y="92"/>
                    </a:cubicBezTo>
                    <a:cubicBezTo>
                      <a:pt x="14" y="93"/>
                      <a:pt x="14" y="93"/>
                      <a:pt x="14" y="93"/>
                    </a:cubicBezTo>
                    <a:cubicBezTo>
                      <a:pt x="12" y="92"/>
                      <a:pt x="12" y="92"/>
                      <a:pt x="12" y="92"/>
                    </a:cubicBezTo>
                    <a:cubicBezTo>
                      <a:pt x="13" y="93"/>
                      <a:pt x="11" y="93"/>
                      <a:pt x="13" y="94"/>
                    </a:cubicBezTo>
                    <a:cubicBezTo>
                      <a:pt x="12" y="94"/>
                      <a:pt x="12" y="93"/>
                      <a:pt x="12" y="93"/>
                    </a:cubicBezTo>
                    <a:cubicBezTo>
                      <a:pt x="11" y="93"/>
                      <a:pt x="13" y="95"/>
                      <a:pt x="12" y="95"/>
                    </a:cubicBezTo>
                    <a:cubicBezTo>
                      <a:pt x="11" y="95"/>
                      <a:pt x="11" y="95"/>
                      <a:pt x="11" y="95"/>
                    </a:cubicBezTo>
                    <a:cubicBezTo>
                      <a:pt x="8" y="95"/>
                      <a:pt x="4" y="96"/>
                      <a:pt x="6" y="100"/>
                    </a:cubicBezTo>
                    <a:cubicBezTo>
                      <a:pt x="6" y="101"/>
                      <a:pt x="4" y="99"/>
                      <a:pt x="4" y="99"/>
                    </a:cubicBezTo>
                    <a:cubicBezTo>
                      <a:pt x="6" y="103"/>
                      <a:pt x="0" y="102"/>
                      <a:pt x="3" y="107"/>
                    </a:cubicBezTo>
                    <a:cubicBezTo>
                      <a:pt x="4" y="109"/>
                      <a:pt x="9" y="112"/>
                      <a:pt x="9" y="11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0" name="Freeform 163"/>
              <p:cNvSpPr/>
              <p:nvPr/>
            </p:nvSpPr>
            <p:spPr bwMode="auto">
              <a:xfrm>
                <a:off x="4499" y="1925"/>
                <a:ext cx="3"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1" y="2"/>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1" name="Freeform 164"/>
              <p:cNvSpPr/>
              <p:nvPr/>
            </p:nvSpPr>
            <p:spPr bwMode="auto">
              <a:xfrm>
                <a:off x="3914" y="1322"/>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2" name="Freeform 165"/>
              <p:cNvSpPr/>
              <p:nvPr/>
            </p:nvSpPr>
            <p:spPr bwMode="auto">
              <a:xfrm>
                <a:off x="3122" y="2198"/>
                <a:ext cx="2" cy="4"/>
              </a:xfrm>
              <a:custGeom>
                <a:avLst/>
                <a:gdLst>
                  <a:gd name="T0" fmla="*/ 0 w 2"/>
                  <a:gd name="T1" fmla="*/ 0 h 4"/>
                  <a:gd name="T2" fmla="*/ 0 w 2"/>
                  <a:gd name="T3" fmla="*/ 0 h 4"/>
                  <a:gd name="T4" fmla="*/ 2 w 2"/>
                  <a:gd name="T5" fmla="*/ 4 h 4"/>
                  <a:gd name="T6" fmla="*/ 0 w 2"/>
                  <a:gd name="T7" fmla="*/ 0 h 4"/>
                </a:gdLst>
                <a:ahLst/>
                <a:cxnLst>
                  <a:cxn ang="0">
                    <a:pos x="T0" y="T1"/>
                  </a:cxn>
                  <a:cxn ang="0">
                    <a:pos x="T2" y="T3"/>
                  </a:cxn>
                  <a:cxn ang="0">
                    <a:pos x="T4" y="T5"/>
                  </a:cxn>
                  <a:cxn ang="0">
                    <a:pos x="T6" y="T7"/>
                  </a:cxn>
                </a:cxnLst>
                <a:rect l="0" t="0" r="r" b="b"/>
                <a:pathLst>
                  <a:path w="2" h="4">
                    <a:moveTo>
                      <a:pt x="0" y="0"/>
                    </a:moveTo>
                    <a:lnTo>
                      <a:pt x="0" y="0"/>
                    </a:lnTo>
                    <a:lnTo>
                      <a:pt x="2"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3" name="Freeform 166"/>
              <p:cNvSpPr/>
              <p:nvPr/>
            </p:nvSpPr>
            <p:spPr bwMode="auto">
              <a:xfrm>
                <a:off x="3126" y="2183"/>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0" y="0"/>
                    </a:cubicBezTo>
                    <a:cubicBezTo>
                      <a:pt x="0"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4" name="Freeform 167"/>
              <p:cNvSpPr/>
              <p:nvPr/>
            </p:nvSpPr>
            <p:spPr bwMode="auto">
              <a:xfrm>
                <a:off x="3540" y="1543"/>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1"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5" name="Freeform 168"/>
              <p:cNvSpPr/>
              <p:nvPr/>
            </p:nvSpPr>
            <p:spPr bwMode="auto">
              <a:xfrm>
                <a:off x="3156" y="221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6" name="Freeform 169"/>
              <p:cNvSpPr/>
              <p:nvPr/>
            </p:nvSpPr>
            <p:spPr bwMode="auto">
              <a:xfrm>
                <a:off x="3129" y="218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7" name="Freeform 170"/>
              <p:cNvSpPr/>
              <p:nvPr/>
            </p:nvSpPr>
            <p:spPr bwMode="auto">
              <a:xfrm>
                <a:off x="3129" y="21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8" name="Freeform 171"/>
              <p:cNvSpPr/>
              <p:nvPr/>
            </p:nvSpPr>
            <p:spPr bwMode="auto">
              <a:xfrm>
                <a:off x="3129" y="219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9" name="Freeform 172"/>
              <p:cNvSpPr/>
              <p:nvPr/>
            </p:nvSpPr>
            <p:spPr bwMode="auto">
              <a:xfrm>
                <a:off x="3205" y="2162"/>
                <a:ext cx="2" cy="9"/>
              </a:xfrm>
              <a:custGeom>
                <a:avLst/>
                <a:gdLst>
                  <a:gd name="T0" fmla="*/ 1 w 1"/>
                  <a:gd name="T1" fmla="*/ 2 h 4"/>
                  <a:gd name="T2" fmla="*/ 1 w 1"/>
                  <a:gd name="T3" fmla="*/ 0 h 4"/>
                  <a:gd name="T4" fmla="*/ 1 w 1"/>
                  <a:gd name="T5" fmla="*/ 4 h 4"/>
                  <a:gd name="T6" fmla="*/ 1 w 1"/>
                  <a:gd name="T7" fmla="*/ 4 h 4"/>
                  <a:gd name="T8" fmla="*/ 1 w 1"/>
                  <a:gd name="T9" fmla="*/ 3 h 4"/>
                  <a:gd name="T10" fmla="*/ 1 w 1"/>
                  <a:gd name="T11" fmla="*/ 2 h 4"/>
                </a:gdLst>
                <a:ahLst/>
                <a:cxnLst>
                  <a:cxn ang="0">
                    <a:pos x="T0" y="T1"/>
                  </a:cxn>
                  <a:cxn ang="0">
                    <a:pos x="T2" y="T3"/>
                  </a:cxn>
                  <a:cxn ang="0">
                    <a:pos x="T4" y="T5"/>
                  </a:cxn>
                  <a:cxn ang="0">
                    <a:pos x="T6" y="T7"/>
                  </a:cxn>
                  <a:cxn ang="0">
                    <a:pos x="T8" y="T9"/>
                  </a:cxn>
                  <a:cxn ang="0">
                    <a:pos x="T10" y="T11"/>
                  </a:cxn>
                </a:cxnLst>
                <a:rect l="0" t="0" r="r" b="b"/>
                <a:pathLst>
                  <a:path w="1" h="4">
                    <a:moveTo>
                      <a:pt x="1" y="2"/>
                    </a:moveTo>
                    <a:cubicBezTo>
                      <a:pt x="1" y="1"/>
                      <a:pt x="1" y="0"/>
                      <a:pt x="1" y="0"/>
                    </a:cubicBezTo>
                    <a:cubicBezTo>
                      <a:pt x="1" y="1"/>
                      <a:pt x="0" y="3"/>
                      <a:pt x="1" y="4"/>
                    </a:cubicBezTo>
                    <a:cubicBezTo>
                      <a:pt x="1" y="4"/>
                      <a:pt x="1" y="4"/>
                      <a:pt x="1" y="4"/>
                    </a:cubicBezTo>
                    <a:cubicBezTo>
                      <a:pt x="1" y="4"/>
                      <a:pt x="1" y="3"/>
                      <a:pt x="1" y="3"/>
                    </a:cubicBezTo>
                    <a:cubicBezTo>
                      <a:pt x="1" y="3"/>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0" name="Freeform 173"/>
              <p:cNvSpPr/>
              <p:nvPr/>
            </p:nvSpPr>
            <p:spPr bwMode="auto">
              <a:xfrm>
                <a:off x="3207" y="216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1" name="Freeform 174"/>
              <p:cNvSpPr/>
              <p:nvPr/>
            </p:nvSpPr>
            <p:spPr bwMode="auto">
              <a:xfrm>
                <a:off x="3207" y="2169"/>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2" name="Freeform 175"/>
              <p:cNvSpPr/>
              <p:nvPr/>
            </p:nvSpPr>
            <p:spPr bwMode="auto">
              <a:xfrm>
                <a:off x="3194" y="2156"/>
                <a:ext cx="0" cy="6"/>
              </a:xfrm>
              <a:custGeom>
                <a:avLst/>
                <a:gdLst>
                  <a:gd name="T0" fmla="*/ 2 h 3"/>
                  <a:gd name="T1" fmla="*/ 2 h 3"/>
                  <a:gd name="T2" fmla="*/ 2 h 3"/>
                </a:gdLst>
                <a:ahLst/>
                <a:cxnLst>
                  <a:cxn ang="0">
                    <a:pos x="0" y="T0"/>
                  </a:cxn>
                  <a:cxn ang="0">
                    <a:pos x="0" y="T1"/>
                  </a:cxn>
                  <a:cxn ang="0">
                    <a:pos x="0" y="T2"/>
                  </a:cxn>
                </a:cxnLst>
                <a:rect l="0" t="0" r="r" b="b"/>
                <a:pathLst>
                  <a:path h="3">
                    <a:moveTo>
                      <a:pt x="0" y="2"/>
                    </a:moveTo>
                    <a:cubicBezTo>
                      <a:pt x="0" y="0"/>
                      <a:pt x="0" y="2"/>
                      <a:pt x="0" y="2"/>
                    </a:cubicBezTo>
                    <a:cubicBezTo>
                      <a:pt x="0" y="3"/>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3" name="Freeform 176"/>
              <p:cNvSpPr/>
              <p:nvPr/>
            </p:nvSpPr>
            <p:spPr bwMode="auto">
              <a:xfrm>
                <a:off x="3209" y="219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4" name="Freeform 177"/>
              <p:cNvSpPr/>
              <p:nvPr/>
            </p:nvSpPr>
            <p:spPr bwMode="auto">
              <a:xfrm>
                <a:off x="3472" y="20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5" name="Freeform 178"/>
              <p:cNvSpPr/>
              <p:nvPr/>
            </p:nvSpPr>
            <p:spPr bwMode="auto">
              <a:xfrm>
                <a:off x="3201" y="2158"/>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6" name="Freeform 179"/>
              <p:cNvSpPr/>
              <p:nvPr/>
            </p:nvSpPr>
            <p:spPr bwMode="auto">
              <a:xfrm>
                <a:off x="3211" y="2194"/>
                <a:ext cx="2" cy="4"/>
              </a:xfrm>
              <a:custGeom>
                <a:avLst/>
                <a:gdLst>
                  <a:gd name="T0" fmla="*/ 1 w 1"/>
                  <a:gd name="T1" fmla="*/ 1 h 2"/>
                  <a:gd name="T2" fmla="*/ 0 w 1"/>
                  <a:gd name="T3" fmla="*/ 2 h 2"/>
                  <a:gd name="T4" fmla="*/ 1 w 1"/>
                  <a:gd name="T5" fmla="*/ 1 h 2"/>
                </a:gdLst>
                <a:ahLst/>
                <a:cxnLst>
                  <a:cxn ang="0">
                    <a:pos x="T0" y="T1"/>
                  </a:cxn>
                  <a:cxn ang="0">
                    <a:pos x="T2" y="T3"/>
                  </a:cxn>
                  <a:cxn ang="0">
                    <a:pos x="T4" y="T5"/>
                  </a:cxn>
                </a:cxnLst>
                <a:rect l="0" t="0" r="r" b="b"/>
                <a:pathLst>
                  <a:path w="1" h="2">
                    <a:moveTo>
                      <a:pt x="1" y="1"/>
                    </a:moveTo>
                    <a:cubicBezTo>
                      <a:pt x="1" y="0"/>
                      <a:pt x="1" y="1"/>
                      <a:pt x="0" y="2"/>
                    </a:cubicBezTo>
                    <a:cubicBezTo>
                      <a:pt x="0" y="2"/>
                      <a:pt x="0"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7" name="Freeform 180"/>
              <p:cNvSpPr/>
              <p:nvPr/>
            </p:nvSpPr>
            <p:spPr bwMode="auto">
              <a:xfrm>
                <a:off x="3317" y="2561"/>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8" name="Freeform 181"/>
              <p:cNvSpPr/>
              <p:nvPr/>
            </p:nvSpPr>
            <p:spPr bwMode="auto">
              <a:xfrm>
                <a:off x="3345" y="2535"/>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9" name="Freeform 182"/>
              <p:cNvSpPr/>
              <p:nvPr/>
            </p:nvSpPr>
            <p:spPr bwMode="auto">
              <a:xfrm>
                <a:off x="3211" y="2192"/>
                <a:ext cx="2" cy="6"/>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0"/>
                      <a:pt x="1" y="0"/>
                      <a:pt x="1" y="0"/>
                    </a:cubicBezTo>
                    <a:cubicBezTo>
                      <a:pt x="0" y="1"/>
                      <a:pt x="0"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0" name="Freeform 183"/>
              <p:cNvSpPr/>
              <p:nvPr/>
            </p:nvSpPr>
            <p:spPr bwMode="auto">
              <a:xfrm>
                <a:off x="3266" y="254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1" name="Freeform 184"/>
              <p:cNvSpPr/>
              <p:nvPr/>
            </p:nvSpPr>
            <p:spPr bwMode="auto">
              <a:xfrm>
                <a:off x="3271" y="25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2" name="Freeform 185"/>
              <p:cNvSpPr/>
              <p:nvPr/>
            </p:nvSpPr>
            <p:spPr bwMode="auto">
              <a:xfrm>
                <a:off x="3273" y="255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3" name="Freeform 186"/>
              <p:cNvSpPr/>
              <p:nvPr/>
            </p:nvSpPr>
            <p:spPr bwMode="auto">
              <a:xfrm>
                <a:off x="3271" y="2557"/>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4" name="Freeform 187"/>
              <p:cNvSpPr/>
              <p:nvPr/>
            </p:nvSpPr>
            <p:spPr bwMode="auto">
              <a:xfrm>
                <a:off x="4616" y="18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5" name="Freeform 188"/>
              <p:cNvSpPr/>
              <p:nvPr/>
            </p:nvSpPr>
            <p:spPr bwMode="auto">
              <a:xfrm>
                <a:off x="3175" y="221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6" name="Freeform 189"/>
              <p:cNvSpPr/>
              <p:nvPr/>
            </p:nvSpPr>
            <p:spPr bwMode="auto">
              <a:xfrm>
                <a:off x="3137" y="218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7" name="Freeform 190"/>
              <p:cNvSpPr/>
              <p:nvPr/>
            </p:nvSpPr>
            <p:spPr bwMode="auto">
              <a:xfrm>
                <a:off x="3203" y="2166"/>
                <a:ext cx="2" cy="5"/>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0" y="2"/>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8" name="Freeform 191"/>
              <p:cNvSpPr/>
              <p:nvPr/>
            </p:nvSpPr>
            <p:spPr bwMode="auto">
              <a:xfrm>
                <a:off x="4497" y="192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9" name="Freeform 192"/>
              <p:cNvSpPr/>
              <p:nvPr/>
            </p:nvSpPr>
            <p:spPr bwMode="auto">
              <a:xfrm>
                <a:off x="3082" y="2156"/>
                <a:ext cx="131" cy="91"/>
              </a:xfrm>
              <a:custGeom>
                <a:avLst/>
                <a:gdLst>
                  <a:gd name="T0" fmla="*/ 46 w 62"/>
                  <a:gd name="T1" fmla="*/ 23 h 43"/>
                  <a:gd name="T2" fmla="*/ 51 w 62"/>
                  <a:gd name="T3" fmla="*/ 20 h 43"/>
                  <a:gd name="T4" fmla="*/ 54 w 62"/>
                  <a:gd name="T5" fmla="*/ 19 h 43"/>
                  <a:gd name="T6" fmla="*/ 58 w 62"/>
                  <a:gd name="T7" fmla="*/ 21 h 43"/>
                  <a:gd name="T8" fmla="*/ 60 w 62"/>
                  <a:gd name="T9" fmla="*/ 20 h 43"/>
                  <a:gd name="T10" fmla="*/ 61 w 62"/>
                  <a:gd name="T11" fmla="*/ 16 h 43"/>
                  <a:gd name="T12" fmla="*/ 62 w 62"/>
                  <a:gd name="T13" fmla="*/ 13 h 43"/>
                  <a:gd name="T14" fmla="*/ 62 w 62"/>
                  <a:gd name="T15" fmla="*/ 11 h 43"/>
                  <a:gd name="T16" fmla="*/ 58 w 62"/>
                  <a:gd name="T17" fmla="*/ 12 h 43"/>
                  <a:gd name="T18" fmla="*/ 56 w 62"/>
                  <a:gd name="T19" fmla="*/ 9 h 43"/>
                  <a:gd name="T20" fmla="*/ 57 w 62"/>
                  <a:gd name="T21" fmla="*/ 2 h 43"/>
                  <a:gd name="T22" fmla="*/ 56 w 62"/>
                  <a:gd name="T23" fmla="*/ 2 h 43"/>
                  <a:gd name="T24" fmla="*/ 55 w 62"/>
                  <a:gd name="T25" fmla="*/ 5 h 43"/>
                  <a:gd name="T26" fmla="*/ 54 w 62"/>
                  <a:gd name="T27" fmla="*/ 3 h 43"/>
                  <a:gd name="T28" fmla="*/ 53 w 62"/>
                  <a:gd name="T29" fmla="*/ 8 h 43"/>
                  <a:gd name="T30" fmla="*/ 51 w 62"/>
                  <a:gd name="T31" fmla="*/ 3 h 43"/>
                  <a:gd name="T32" fmla="*/ 51 w 62"/>
                  <a:gd name="T33" fmla="*/ 1 h 43"/>
                  <a:gd name="T34" fmla="*/ 50 w 62"/>
                  <a:gd name="T35" fmla="*/ 4 h 43"/>
                  <a:gd name="T36" fmla="*/ 49 w 62"/>
                  <a:gd name="T37" fmla="*/ 2 h 43"/>
                  <a:gd name="T38" fmla="*/ 48 w 62"/>
                  <a:gd name="T39" fmla="*/ 7 h 43"/>
                  <a:gd name="T40" fmla="*/ 47 w 62"/>
                  <a:gd name="T41" fmla="*/ 12 h 43"/>
                  <a:gd name="T42" fmla="*/ 46 w 62"/>
                  <a:gd name="T43" fmla="*/ 7 h 43"/>
                  <a:gd name="T44" fmla="*/ 43 w 62"/>
                  <a:gd name="T45" fmla="*/ 7 h 43"/>
                  <a:gd name="T46" fmla="*/ 42 w 62"/>
                  <a:gd name="T47" fmla="*/ 7 h 43"/>
                  <a:gd name="T48" fmla="*/ 40 w 62"/>
                  <a:gd name="T49" fmla="*/ 8 h 43"/>
                  <a:gd name="T50" fmla="*/ 37 w 62"/>
                  <a:gd name="T51" fmla="*/ 9 h 43"/>
                  <a:gd name="T52" fmla="*/ 36 w 62"/>
                  <a:gd name="T53" fmla="*/ 10 h 43"/>
                  <a:gd name="T54" fmla="*/ 36 w 62"/>
                  <a:gd name="T55" fmla="*/ 10 h 43"/>
                  <a:gd name="T56" fmla="*/ 35 w 62"/>
                  <a:gd name="T57" fmla="*/ 12 h 43"/>
                  <a:gd name="T58" fmla="*/ 34 w 62"/>
                  <a:gd name="T59" fmla="*/ 10 h 43"/>
                  <a:gd name="T60" fmla="*/ 33 w 62"/>
                  <a:gd name="T61" fmla="*/ 12 h 43"/>
                  <a:gd name="T62" fmla="*/ 30 w 62"/>
                  <a:gd name="T63" fmla="*/ 11 h 43"/>
                  <a:gd name="T64" fmla="*/ 28 w 62"/>
                  <a:gd name="T65" fmla="*/ 12 h 43"/>
                  <a:gd name="T66" fmla="*/ 26 w 62"/>
                  <a:gd name="T67" fmla="*/ 12 h 43"/>
                  <a:gd name="T68" fmla="*/ 26 w 62"/>
                  <a:gd name="T69" fmla="*/ 14 h 43"/>
                  <a:gd name="T70" fmla="*/ 25 w 62"/>
                  <a:gd name="T71" fmla="*/ 13 h 43"/>
                  <a:gd name="T72" fmla="*/ 24 w 62"/>
                  <a:gd name="T73" fmla="*/ 15 h 43"/>
                  <a:gd name="T74" fmla="*/ 22 w 62"/>
                  <a:gd name="T75" fmla="*/ 16 h 43"/>
                  <a:gd name="T76" fmla="*/ 21 w 62"/>
                  <a:gd name="T77" fmla="*/ 17 h 43"/>
                  <a:gd name="T78" fmla="*/ 22 w 62"/>
                  <a:gd name="T79" fmla="*/ 25 h 43"/>
                  <a:gd name="T80" fmla="*/ 19 w 62"/>
                  <a:gd name="T81" fmla="*/ 21 h 43"/>
                  <a:gd name="T82" fmla="*/ 17 w 62"/>
                  <a:gd name="T83" fmla="*/ 23 h 43"/>
                  <a:gd name="T84" fmla="*/ 16 w 62"/>
                  <a:gd name="T85" fmla="*/ 23 h 43"/>
                  <a:gd name="T86" fmla="*/ 11 w 62"/>
                  <a:gd name="T87" fmla="*/ 24 h 43"/>
                  <a:gd name="T88" fmla="*/ 10 w 62"/>
                  <a:gd name="T89" fmla="*/ 24 h 43"/>
                  <a:gd name="T90" fmla="*/ 8 w 62"/>
                  <a:gd name="T91" fmla="*/ 31 h 43"/>
                  <a:gd name="T92" fmla="*/ 7 w 62"/>
                  <a:gd name="T93" fmla="*/ 32 h 43"/>
                  <a:gd name="T94" fmla="*/ 12 w 62"/>
                  <a:gd name="T95" fmla="*/ 41 h 43"/>
                  <a:gd name="T96" fmla="*/ 18 w 62"/>
                  <a:gd name="T97" fmla="*/ 38 h 43"/>
                  <a:gd name="T98" fmla="*/ 28 w 62"/>
                  <a:gd name="T99" fmla="*/ 27 h 43"/>
                  <a:gd name="T100" fmla="*/ 31 w 62"/>
                  <a:gd name="T101" fmla="*/ 31 h 43"/>
                  <a:gd name="T102" fmla="*/ 36 w 62"/>
                  <a:gd name="T103" fmla="*/ 29 h 43"/>
                  <a:gd name="T104" fmla="*/ 41 w 62"/>
                  <a:gd name="T105"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43">
                    <a:moveTo>
                      <a:pt x="44" y="25"/>
                    </a:moveTo>
                    <a:cubicBezTo>
                      <a:pt x="44" y="25"/>
                      <a:pt x="44" y="26"/>
                      <a:pt x="44" y="26"/>
                    </a:cubicBezTo>
                    <a:cubicBezTo>
                      <a:pt x="44" y="26"/>
                      <a:pt x="44" y="26"/>
                      <a:pt x="45" y="27"/>
                    </a:cubicBezTo>
                    <a:cubicBezTo>
                      <a:pt x="45" y="26"/>
                      <a:pt x="45" y="25"/>
                      <a:pt x="45" y="25"/>
                    </a:cubicBezTo>
                    <a:cubicBezTo>
                      <a:pt x="46" y="27"/>
                      <a:pt x="46" y="25"/>
                      <a:pt x="46" y="26"/>
                    </a:cubicBezTo>
                    <a:cubicBezTo>
                      <a:pt x="46" y="24"/>
                      <a:pt x="46" y="22"/>
                      <a:pt x="46" y="23"/>
                    </a:cubicBezTo>
                    <a:cubicBezTo>
                      <a:pt x="46" y="26"/>
                      <a:pt x="46" y="26"/>
                      <a:pt x="46" y="26"/>
                    </a:cubicBezTo>
                    <a:cubicBezTo>
                      <a:pt x="47" y="24"/>
                      <a:pt x="48" y="27"/>
                      <a:pt x="48" y="23"/>
                    </a:cubicBezTo>
                    <a:cubicBezTo>
                      <a:pt x="48" y="25"/>
                      <a:pt x="48" y="25"/>
                      <a:pt x="48" y="25"/>
                    </a:cubicBezTo>
                    <a:cubicBezTo>
                      <a:pt x="49" y="23"/>
                      <a:pt x="50" y="25"/>
                      <a:pt x="50" y="22"/>
                    </a:cubicBezTo>
                    <a:cubicBezTo>
                      <a:pt x="50" y="23"/>
                      <a:pt x="51" y="23"/>
                      <a:pt x="51" y="23"/>
                    </a:cubicBezTo>
                    <a:cubicBezTo>
                      <a:pt x="51" y="22"/>
                      <a:pt x="51" y="22"/>
                      <a:pt x="51" y="20"/>
                    </a:cubicBezTo>
                    <a:cubicBezTo>
                      <a:pt x="51" y="20"/>
                      <a:pt x="52" y="21"/>
                      <a:pt x="52" y="21"/>
                    </a:cubicBezTo>
                    <a:cubicBezTo>
                      <a:pt x="52" y="22"/>
                      <a:pt x="52" y="24"/>
                      <a:pt x="52" y="22"/>
                    </a:cubicBezTo>
                    <a:cubicBezTo>
                      <a:pt x="52" y="23"/>
                      <a:pt x="52" y="23"/>
                      <a:pt x="52" y="23"/>
                    </a:cubicBezTo>
                    <a:cubicBezTo>
                      <a:pt x="53" y="22"/>
                      <a:pt x="53" y="20"/>
                      <a:pt x="53" y="21"/>
                    </a:cubicBezTo>
                    <a:cubicBezTo>
                      <a:pt x="54" y="20"/>
                      <a:pt x="54" y="20"/>
                      <a:pt x="54" y="18"/>
                    </a:cubicBezTo>
                    <a:cubicBezTo>
                      <a:pt x="54" y="18"/>
                      <a:pt x="54" y="20"/>
                      <a:pt x="54" y="19"/>
                    </a:cubicBezTo>
                    <a:cubicBezTo>
                      <a:pt x="54" y="21"/>
                      <a:pt x="54" y="21"/>
                      <a:pt x="54" y="21"/>
                    </a:cubicBezTo>
                    <a:cubicBezTo>
                      <a:pt x="54" y="21"/>
                      <a:pt x="55" y="20"/>
                      <a:pt x="56" y="19"/>
                    </a:cubicBezTo>
                    <a:cubicBezTo>
                      <a:pt x="56" y="22"/>
                      <a:pt x="56" y="19"/>
                      <a:pt x="57" y="21"/>
                    </a:cubicBezTo>
                    <a:cubicBezTo>
                      <a:pt x="57" y="19"/>
                      <a:pt x="57" y="21"/>
                      <a:pt x="58" y="18"/>
                    </a:cubicBezTo>
                    <a:cubicBezTo>
                      <a:pt x="57" y="20"/>
                      <a:pt x="57" y="20"/>
                      <a:pt x="57" y="20"/>
                    </a:cubicBezTo>
                    <a:cubicBezTo>
                      <a:pt x="58" y="20"/>
                      <a:pt x="58" y="20"/>
                      <a:pt x="58" y="21"/>
                    </a:cubicBezTo>
                    <a:cubicBezTo>
                      <a:pt x="58" y="21"/>
                      <a:pt x="59" y="19"/>
                      <a:pt x="59" y="18"/>
                    </a:cubicBezTo>
                    <a:cubicBezTo>
                      <a:pt x="59" y="20"/>
                      <a:pt x="59" y="20"/>
                      <a:pt x="59" y="20"/>
                    </a:cubicBezTo>
                    <a:cubicBezTo>
                      <a:pt x="59" y="19"/>
                      <a:pt x="60" y="17"/>
                      <a:pt x="60" y="15"/>
                    </a:cubicBezTo>
                    <a:cubicBezTo>
                      <a:pt x="60" y="16"/>
                      <a:pt x="60" y="15"/>
                      <a:pt x="60" y="16"/>
                    </a:cubicBezTo>
                    <a:cubicBezTo>
                      <a:pt x="60" y="17"/>
                      <a:pt x="59" y="19"/>
                      <a:pt x="59" y="20"/>
                    </a:cubicBezTo>
                    <a:cubicBezTo>
                      <a:pt x="59" y="21"/>
                      <a:pt x="60" y="18"/>
                      <a:pt x="60" y="20"/>
                    </a:cubicBezTo>
                    <a:cubicBezTo>
                      <a:pt x="60" y="20"/>
                      <a:pt x="60" y="20"/>
                      <a:pt x="60" y="18"/>
                    </a:cubicBezTo>
                    <a:cubicBezTo>
                      <a:pt x="60" y="20"/>
                      <a:pt x="60" y="20"/>
                      <a:pt x="60" y="20"/>
                    </a:cubicBezTo>
                    <a:cubicBezTo>
                      <a:pt x="60" y="20"/>
                      <a:pt x="60" y="20"/>
                      <a:pt x="60" y="19"/>
                    </a:cubicBezTo>
                    <a:cubicBezTo>
                      <a:pt x="60" y="19"/>
                      <a:pt x="60" y="19"/>
                      <a:pt x="60" y="19"/>
                    </a:cubicBezTo>
                    <a:cubicBezTo>
                      <a:pt x="61" y="17"/>
                      <a:pt x="61" y="17"/>
                      <a:pt x="62" y="15"/>
                    </a:cubicBezTo>
                    <a:cubicBezTo>
                      <a:pt x="61" y="16"/>
                      <a:pt x="61" y="16"/>
                      <a:pt x="61" y="16"/>
                    </a:cubicBezTo>
                    <a:cubicBezTo>
                      <a:pt x="62" y="15"/>
                      <a:pt x="62" y="14"/>
                      <a:pt x="62" y="16"/>
                    </a:cubicBezTo>
                    <a:cubicBezTo>
                      <a:pt x="61" y="17"/>
                      <a:pt x="61" y="18"/>
                      <a:pt x="61" y="19"/>
                    </a:cubicBezTo>
                    <a:cubicBezTo>
                      <a:pt x="62" y="15"/>
                      <a:pt x="62" y="15"/>
                      <a:pt x="62" y="15"/>
                    </a:cubicBezTo>
                    <a:cubicBezTo>
                      <a:pt x="62" y="16"/>
                      <a:pt x="62" y="16"/>
                      <a:pt x="62" y="14"/>
                    </a:cubicBezTo>
                    <a:cubicBezTo>
                      <a:pt x="62" y="15"/>
                      <a:pt x="62" y="15"/>
                      <a:pt x="62" y="15"/>
                    </a:cubicBezTo>
                    <a:cubicBezTo>
                      <a:pt x="62" y="13"/>
                      <a:pt x="62" y="13"/>
                      <a:pt x="62" y="13"/>
                    </a:cubicBezTo>
                    <a:cubicBezTo>
                      <a:pt x="62" y="14"/>
                      <a:pt x="62" y="12"/>
                      <a:pt x="61" y="14"/>
                    </a:cubicBezTo>
                    <a:cubicBezTo>
                      <a:pt x="61" y="15"/>
                      <a:pt x="61" y="15"/>
                      <a:pt x="61" y="15"/>
                    </a:cubicBezTo>
                    <a:cubicBezTo>
                      <a:pt x="61" y="15"/>
                      <a:pt x="60" y="17"/>
                      <a:pt x="61" y="15"/>
                    </a:cubicBezTo>
                    <a:cubicBezTo>
                      <a:pt x="61" y="13"/>
                      <a:pt x="61" y="13"/>
                      <a:pt x="61" y="13"/>
                    </a:cubicBezTo>
                    <a:cubicBezTo>
                      <a:pt x="61" y="13"/>
                      <a:pt x="61" y="14"/>
                      <a:pt x="61" y="14"/>
                    </a:cubicBezTo>
                    <a:cubicBezTo>
                      <a:pt x="62" y="11"/>
                      <a:pt x="62" y="11"/>
                      <a:pt x="62" y="11"/>
                    </a:cubicBezTo>
                    <a:cubicBezTo>
                      <a:pt x="61" y="15"/>
                      <a:pt x="61" y="12"/>
                      <a:pt x="60" y="13"/>
                    </a:cubicBezTo>
                    <a:cubicBezTo>
                      <a:pt x="61" y="12"/>
                      <a:pt x="61" y="12"/>
                      <a:pt x="61" y="12"/>
                    </a:cubicBezTo>
                    <a:cubicBezTo>
                      <a:pt x="61" y="11"/>
                      <a:pt x="60" y="14"/>
                      <a:pt x="60" y="14"/>
                    </a:cubicBezTo>
                    <a:cubicBezTo>
                      <a:pt x="60" y="13"/>
                      <a:pt x="61" y="11"/>
                      <a:pt x="61" y="10"/>
                    </a:cubicBezTo>
                    <a:cubicBezTo>
                      <a:pt x="60" y="10"/>
                      <a:pt x="59" y="12"/>
                      <a:pt x="59" y="10"/>
                    </a:cubicBezTo>
                    <a:cubicBezTo>
                      <a:pt x="59" y="10"/>
                      <a:pt x="59" y="11"/>
                      <a:pt x="58" y="12"/>
                    </a:cubicBezTo>
                    <a:cubicBezTo>
                      <a:pt x="58" y="12"/>
                      <a:pt x="59" y="9"/>
                      <a:pt x="58" y="11"/>
                    </a:cubicBezTo>
                    <a:cubicBezTo>
                      <a:pt x="58" y="10"/>
                      <a:pt x="58" y="9"/>
                      <a:pt x="59" y="8"/>
                    </a:cubicBezTo>
                    <a:cubicBezTo>
                      <a:pt x="58" y="9"/>
                      <a:pt x="58" y="8"/>
                      <a:pt x="58" y="10"/>
                    </a:cubicBezTo>
                    <a:cubicBezTo>
                      <a:pt x="58" y="9"/>
                      <a:pt x="57" y="9"/>
                      <a:pt x="57" y="9"/>
                    </a:cubicBezTo>
                    <a:cubicBezTo>
                      <a:pt x="57" y="9"/>
                      <a:pt x="57" y="8"/>
                      <a:pt x="57" y="7"/>
                    </a:cubicBezTo>
                    <a:cubicBezTo>
                      <a:pt x="57" y="8"/>
                      <a:pt x="56" y="9"/>
                      <a:pt x="56" y="9"/>
                    </a:cubicBezTo>
                    <a:cubicBezTo>
                      <a:pt x="56" y="11"/>
                      <a:pt x="56" y="11"/>
                      <a:pt x="56" y="12"/>
                    </a:cubicBezTo>
                    <a:cubicBezTo>
                      <a:pt x="56" y="13"/>
                      <a:pt x="56" y="13"/>
                      <a:pt x="56" y="13"/>
                    </a:cubicBezTo>
                    <a:cubicBezTo>
                      <a:pt x="56" y="11"/>
                      <a:pt x="56" y="9"/>
                      <a:pt x="56" y="9"/>
                    </a:cubicBezTo>
                    <a:cubicBezTo>
                      <a:pt x="56" y="6"/>
                      <a:pt x="56" y="9"/>
                      <a:pt x="56" y="6"/>
                    </a:cubicBezTo>
                    <a:cubicBezTo>
                      <a:pt x="56" y="4"/>
                      <a:pt x="57" y="4"/>
                      <a:pt x="57" y="5"/>
                    </a:cubicBezTo>
                    <a:cubicBezTo>
                      <a:pt x="58" y="3"/>
                      <a:pt x="57" y="5"/>
                      <a:pt x="57" y="2"/>
                    </a:cubicBezTo>
                    <a:cubicBezTo>
                      <a:pt x="57" y="3"/>
                      <a:pt x="57" y="4"/>
                      <a:pt x="56" y="4"/>
                    </a:cubicBezTo>
                    <a:cubicBezTo>
                      <a:pt x="56" y="5"/>
                      <a:pt x="56" y="6"/>
                      <a:pt x="56" y="7"/>
                    </a:cubicBezTo>
                    <a:cubicBezTo>
                      <a:pt x="56" y="9"/>
                      <a:pt x="56" y="5"/>
                      <a:pt x="56" y="5"/>
                    </a:cubicBezTo>
                    <a:cubicBezTo>
                      <a:pt x="56" y="4"/>
                      <a:pt x="56" y="4"/>
                      <a:pt x="56" y="4"/>
                    </a:cubicBezTo>
                    <a:cubicBezTo>
                      <a:pt x="56" y="3"/>
                      <a:pt x="55" y="5"/>
                      <a:pt x="55" y="5"/>
                    </a:cubicBezTo>
                    <a:cubicBezTo>
                      <a:pt x="55" y="1"/>
                      <a:pt x="56" y="4"/>
                      <a:pt x="56" y="2"/>
                    </a:cubicBezTo>
                    <a:cubicBezTo>
                      <a:pt x="56" y="0"/>
                      <a:pt x="56" y="0"/>
                      <a:pt x="56" y="0"/>
                    </a:cubicBezTo>
                    <a:cubicBezTo>
                      <a:pt x="55" y="0"/>
                      <a:pt x="56" y="3"/>
                      <a:pt x="55" y="2"/>
                    </a:cubicBezTo>
                    <a:cubicBezTo>
                      <a:pt x="55" y="1"/>
                      <a:pt x="55" y="1"/>
                      <a:pt x="55" y="1"/>
                    </a:cubicBezTo>
                    <a:cubicBezTo>
                      <a:pt x="55" y="1"/>
                      <a:pt x="55" y="1"/>
                      <a:pt x="55" y="1"/>
                    </a:cubicBezTo>
                    <a:cubicBezTo>
                      <a:pt x="55" y="3"/>
                      <a:pt x="55" y="4"/>
                      <a:pt x="55" y="4"/>
                    </a:cubicBezTo>
                    <a:cubicBezTo>
                      <a:pt x="55" y="7"/>
                      <a:pt x="55" y="5"/>
                      <a:pt x="55" y="5"/>
                    </a:cubicBezTo>
                    <a:cubicBezTo>
                      <a:pt x="54" y="7"/>
                      <a:pt x="55" y="5"/>
                      <a:pt x="55" y="7"/>
                    </a:cubicBezTo>
                    <a:cubicBezTo>
                      <a:pt x="55" y="8"/>
                      <a:pt x="54" y="9"/>
                      <a:pt x="54" y="9"/>
                    </a:cubicBezTo>
                    <a:cubicBezTo>
                      <a:pt x="54" y="9"/>
                      <a:pt x="54" y="7"/>
                      <a:pt x="54" y="6"/>
                    </a:cubicBezTo>
                    <a:cubicBezTo>
                      <a:pt x="54" y="5"/>
                      <a:pt x="54" y="5"/>
                      <a:pt x="54" y="6"/>
                    </a:cubicBezTo>
                    <a:cubicBezTo>
                      <a:pt x="55" y="4"/>
                      <a:pt x="54" y="3"/>
                      <a:pt x="55" y="1"/>
                    </a:cubicBezTo>
                    <a:cubicBezTo>
                      <a:pt x="54" y="0"/>
                      <a:pt x="54" y="2"/>
                      <a:pt x="54" y="3"/>
                    </a:cubicBezTo>
                    <a:cubicBezTo>
                      <a:pt x="54" y="3"/>
                      <a:pt x="54" y="5"/>
                      <a:pt x="54" y="5"/>
                    </a:cubicBezTo>
                    <a:cubicBezTo>
                      <a:pt x="54" y="10"/>
                      <a:pt x="54" y="2"/>
                      <a:pt x="53" y="3"/>
                    </a:cubicBezTo>
                    <a:cubicBezTo>
                      <a:pt x="53" y="6"/>
                      <a:pt x="53" y="7"/>
                      <a:pt x="53" y="10"/>
                    </a:cubicBezTo>
                    <a:cubicBezTo>
                      <a:pt x="53" y="11"/>
                      <a:pt x="53" y="12"/>
                      <a:pt x="53" y="11"/>
                    </a:cubicBezTo>
                    <a:cubicBezTo>
                      <a:pt x="53" y="9"/>
                      <a:pt x="53" y="10"/>
                      <a:pt x="53" y="8"/>
                    </a:cubicBezTo>
                    <a:cubicBezTo>
                      <a:pt x="53" y="8"/>
                      <a:pt x="53" y="8"/>
                      <a:pt x="53" y="8"/>
                    </a:cubicBezTo>
                    <a:cubicBezTo>
                      <a:pt x="53" y="5"/>
                      <a:pt x="53" y="5"/>
                      <a:pt x="53" y="5"/>
                    </a:cubicBezTo>
                    <a:cubicBezTo>
                      <a:pt x="53" y="4"/>
                      <a:pt x="52" y="2"/>
                      <a:pt x="52" y="1"/>
                    </a:cubicBezTo>
                    <a:cubicBezTo>
                      <a:pt x="52" y="2"/>
                      <a:pt x="52" y="3"/>
                      <a:pt x="52" y="4"/>
                    </a:cubicBezTo>
                    <a:cubicBezTo>
                      <a:pt x="52" y="3"/>
                      <a:pt x="52" y="2"/>
                      <a:pt x="52" y="2"/>
                    </a:cubicBezTo>
                    <a:cubicBezTo>
                      <a:pt x="52" y="3"/>
                      <a:pt x="52" y="5"/>
                      <a:pt x="52" y="5"/>
                    </a:cubicBezTo>
                    <a:cubicBezTo>
                      <a:pt x="52" y="5"/>
                      <a:pt x="51" y="3"/>
                      <a:pt x="51" y="3"/>
                    </a:cubicBezTo>
                    <a:cubicBezTo>
                      <a:pt x="52" y="1"/>
                      <a:pt x="52" y="1"/>
                      <a:pt x="52" y="1"/>
                    </a:cubicBezTo>
                    <a:cubicBezTo>
                      <a:pt x="52" y="3"/>
                      <a:pt x="52" y="0"/>
                      <a:pt x="51" y="1"/>
                    </a:cubicBezTo>
                    <a:cubicBezTo>
                      <a:pt x="51" y="2"/>
                      <a:pt x="51" y="4"/>
                      <a:pt x="51" y="5"/>
                    </a:cubicBezTo>
                    <a:cubicBezTo>
                      <a:pt x="51" y="6"/>
                      <a:pt x="51" y="4"/>
                      <a:pt x="51" y="5"/>
                    </a:cubicBezTo>
                    <a:cubicBezTo>
                      <a:pt x="51" y="3"/>
                      <a:pt x="51" y="3"/>
                      <a:pt x="51" y="3"/>
                    </a:cubicBezTo>
                    <a:cubicBezTo>
                      <a:pt x="51" y="4"/>
                      <a:pt x="51" y="0"/>
                      <a:pt x="51" y="1"/>
                    </a:cubicBezTo>
                    <a:cubicBezTo>
                      <a:pt x="51" y="3"/>
                      <a:pt x="51" y="3"/>
                      <a:pt x="51" y="3"/>
                    </a:cubicBezTo>
                    <a:cubicBezTo>
                      <a:pt x="51" y="2"/>
                      <a:pt x="51" y="2"/>
                      <a:pt x="51" y="1"/>
                    </a:cubicBezTo>
                    <a:cubicBezTo>
                      <a:pt x="51" y="2"/>
                      <a:pt x="50" y="2"/>
                      <a:pt x="50" y="2"/>
                    </a:cubicBezTo>
                    <a:cubicBezTo>
                      <a:pt x="50" y="1"/>
                      <a:pt x="50" y="1"/>
                      <a:pt x="50" y="1"/>
                    </a:cubicBezTo>
                    <a:cubicBezTo>
                      <a:pt x="50" y="2"/>
                      <a:pt x="50" y="4"/>
                      <a:pt x="50" y="2"/>
                    </a:cubicBezTo>
                    <a:cubicBezTo>
                      <a:pt x="50" y="5"/>
                      <a:pt x="50" y="2"/>
                      <a:pt x="50" y="4"/>
                    </a:cubicBezTo>
                    <a:cubicBezTo>
                      <a:pt x="51" y="5"/>
                      <a:pt x="50" y="5"/>
                      <a:pt x="50" y="6"/>
                    </a:cubicBezTo>
                    <a:cubicBezTo>
                      <a:pt x="50" y="3"/>
                      <a:pt x="50" y="5"/>
                      <a:pt x="50" y="5"/>
                    </a:cubicBezTo>
                    <a:cubicBezTo>
                      <a:pt x="50" y="4"/>
                      <a:pt x="49" y="4"/>
                      <a:pt x="49" y="3"/>
                    </a:cubicBezTo>
                    <a:cubicBezTo>
                      <a:pt x="49" y="5"/>
                      <a:pt x="49" y="5"/>
                      <a:pt x="49" y="5"/>
                    </a:cubicBezTo>
                    <a:cubicBezTo>
                      <a:pt x="49" y="2"/>
                      <a:pt x="49" y="6"/>
                      <a:pt x="49" y="5"/>
                    </a:cubicBezTo>
                    <a:cubicBezTo>
                      <a:pt x="49" y="4"/>
                      <a:pt x="49" y="2"/>
                      <a:pt x="49" y="2"/>
                    </a:cubicBezTo>
                    <a:cubicBezTo>
                      <a:pt x="49" y="4"/>
                      <a:pt x="49" y="5"/>
                      <a:pt x="49" y="7"/>
                    </a:cubicBezTo>
                    <a:cubicBezTo>
                      <a:pt x="48" y="6"/>
                      <a:pt x="49" y="4"/>
                      <a:pt x="48" y="2"/>
                    </a:cubicBezTo>
                    <a:cubicBezTo>
                      <a:pt x="48" y="4"/>
                      <a:pt x="48" y="0"/>
                      <a:pt x="48" y="3"/>
                    </a:cubicBezTo>
                    <a:cubicBezTo>
                      <a:pt x="48" y="6"/>
                      <a:pt x="48" y="6"/>
                      <a:pt x="48" y="6"/>
                    </a:cubicBezTo>
                    <a:cubicBezTo>
                      <a:pt x="48" y="6"/>
                      <a:pt x="48" y="5"/>
                      <a:pt x="48" y="4"/>
                    </a:cubicBezTo>
                    <a:cubicBezTo>
                      <a:pt x="48" y="4"/>
                      <a:pt x="48" y="6"/>
                      <a:pt x="48" y="7"/>
                    </a:cubicBezTo>
                    <a:cubicBezTo>
                      <a:pt x="48" y="6"/>
                      <a:pt x="48" y="9"/>
                      <a:pt x="47" y="7"/>
                    </a:cubicBezTo>
                    <a:cubicBezTo>
                      <a:pt x="47" y="6"/>
                      <a:pt x="48" y="7"/>
                      <a:pt x="48" y="5"/>
                    </a:cubicBezTo>
                    <a:cubicBezTo>
                      <a:pt x="47" y="5"/>
                      <a:pt x="48" y="9"/>
                      <a:pt x="47" y="10"/>
                    </a:cubicBezTo>
                    <a:cubicBezTo>
                      <a:pt x="48" y="11"/>
                      <a:pt x="48" y="14"/>
                      <a:pt x="48" y="15"/>
                    </a:cubicBezTo>
                    <a:cubicBezTo>
                      <a:pt x="47" y="14"/>
                      <a:pt x="48" y="14"/>
                      <a:pt x="47" y="12"/>
                    </a:cubicBezTo>
                    <a:cubicBezTo>
                      <a:pt x="47" y="12"/>
                      <a:pt x="47" y="12"/>
                      <a:pt x="47" y="12"/>
                    </a:cubicBezTo>
                    <a:cubicBezTo>
                      <a:pt x="47" y="9"/>
                      <a:pt x="47" y="7"/>
                      <a:pt x="47" y="5"/>
                    </a:cubicBezTo>
                    <a:cubicBezTo>
                      <a:pt x="47" y="6"/>
                      <a:pt x="47" y="6"/>
                      <a:pt x="47" y="6"/>
                    </a:cubicBezTo>
                    <a:cubicBezTo>
                      <a:pt x="47" y="3"/>
                      <a:pt x="47" y="3"/>
                      <a:pt x="47" y="3"/>
                    </a:cubicBezTo>
                    <a:cubicBezTo>
                      <a:pt x="47" y="5"/>
                      <a:pt x="46" y="3"/>
                      <a:pt x="46" y="4"/>
                    </a:cubicBezTo>
                    <a:cubicBezTo>
                      <a:pt x="46" y="6"/>
                      <a:pt x="46" y="3"/>
                      <a:pt x="46" y="5"/>
                    </a:cubicBezTo>
                    <a:cubicBezTo>
                      <a:pt x="46" y="5"/>
                      <a:pt x="47" y="8"/>
                      <a:pt x="46" y="7"/>
                    </a:cubicBezTo>
                    <a:cubicBezTo>
                      <a:pt x="46" y="4"/>
                      <a:pt x="46" y="4"/>
                      <a:pt x="46" y="4"/>
                    </a:cubicBezTo>
                    <a:cubicBezTo>
                      <a:pt x="46" y="3"/>
                      <a:pt x="46" y="6"/>
                      <a:pt x="46" y="5"/>
                    </a:cubicBezTo>
                    <a:cubicBezTo>
                      <a:pt x="46" y="4"/>
                      <a:pt x="46" y="4"/>
                      <a:pt x="46" y="4"/>
                    </a:cubicBezTo>
                    <a:cubicBezTo>
                      <a:pt x="45" y="4"/>
                      <a:pt x="44" y="4"/>
                      <a:pt x="44" y="8"/>
                    </a:cubicBezTo>
                    <a:cubicBezTo>
                      <a:pt x="44" y="6"/>
                      <a:pt x="43" y="6"/>
                      <a:pt x="43" y="5"/>
                    </a:cubicBezTo>
                    <a:cubicBezTo>
                      <a:pt x="43" y="6"/>
                      <a:pt x="43" y="7"/>
                      <a:pt x="43" y="7"/>
                    </a:cubicBezTo>
                    <a:cubicBezTo>
                      <a:pt x="43" y="5"/>
                      <a:pt x="43" y="5"/>
                      <a:pt x="43" y="5"/>
                    </a:cubicBezTo>
                    <a:cubicBezTo>
                      <a:pt x="42" y="4"/>
                      <a:pt x="42" y="6"/>
                      <a:pt x="42" y="7"/>
                    </a:cubicBezTo>
                    <a:cubicBezTo>
                      <a:pt x="42" y="6"/>
                      <a:pt x="42" y="6"/>
                      <a:pt x="42" y="6"/>
                    </a:cubicBezTo>
                    <a:cubicBezTo>
                      <a:pt x="42" y="4"/>
                      <a:pt x="42" y="7"/>
                      <a:pt x="42" y="7"/>
                    </a:cubicBezTo>
                    <a:cubicBezTo>
                      <a:pt x="42" y="6"/>
                      <a:pt x="42" y="6"/>
                      <a:pt x="42" y="6"/>
                    </a:cubicBezTo>
                    <a:cubicBezTo>
                      <a:pt x="42" y="7"/>
                      <a:pt x="42" y="7"/>
                      <a:pt x="42" y="7"/>
                    </a:cubicBezTo>
                    <a:cubicBezTo>
                      <a:pt x="42" y="8"/>
                      <a:pt x="42" y="8"/>
                      <a:pt x="41" y="6"/>
                    </a:cubicBezTo>
                    <a:cubicBezTo>
                      <a:pt x="41" y="7"/>
                      <a:pt x="41" y="7"/>
                      <a:pt x="41" y="7"/>
                    </a:cubicBezTo>
                    <a:cubicBezTo>
                      <a:pt x="41" y="6"/>
                      <a:pt x="41" y="6"/>
                      <a:pt x="40" y="7"/>
                    </a:cubicBezTo>
                    <a:cubicBezTo>
                      <a:pt x="41" y="7"/>
                      <a:pt x="41" y="8"/>
                      <a:pt x="41" y="9"/>
                    </a:cubicBezTo>
                    <a:cubicBezTo>
                      <a:pt x="41" y="12"/>
                      <a:pt x="41" y="9"/>
                      <a:pt x="41" y="10"/>
                    </a:cubicBezTo>
                    <a:cubicBezTo>
                      <a:pt x="40" y="8"/>
                      <a:pt x="40" y="8"/>
                      <a:pt x="40" y="8"/>
                    </a:cubicBezTo>
                    <a:cubicBezTo>
                      <a:pt x="40" y="5"/>
                      <a:pt x="39" y="7"/>
                      <a:pt x="39" y="7"/>
                    </a:cubicBezTo>
                    <a:cubicBezTo>
                      <a:pt x="39" y="8"/>
                      <a:pt x="39" y="8"/>
                      <a:pt x="39" y="8"/>
                    </a:cubicBezTo>
                    <a:cubicBezTo>
                      <a:pt x="38" y="6"/>
                      <a:pt x="38" y="8"/>
                      <a:pt x="38" y="8"/>
                    </a:cubicBezTo>
                    <a:cubicBezTo>
                      <a:pt x="38" y="9"/>
                      <a:pt x="38" y="11"/>
                      <a:pt x="38" y="11"/>
                    </a:cubicBezTo>
                    <a:cubicBezTo>
                      <a:pt x="38" y="13"/>
                      <a:pt x="38" y="9"/>
                      <a:pt x="37" y="8"/>
                    </a:cubicBezTo>
                    <a:cubicBezTo>
                      <a:pt x="37" y="9"/>
                      <a:pt x="37" y="9"/>
                      <a:pt x="37" y="9"/>
                    </a:cubicBezTo>
                    <a:cubicBezTo>
                      <a:pt x="37" y="8"/>
                      <a:pt x="37" y="8"/>
                      <a:pt x="37" y="8"/>
                    </a:cubicBezTo>
                    <a:cubicBezTo>
                      <a:pt x="37" y="9"/>
                      <a:pt x="37" y="10"/>
                      <a:pt x="37" y="9"/>
                    </a:cubicBezTo>
                    <a:cubicBezTo>
                      <a:pt x="37" y="9"/>
                      <a:pt x="37" y="9"/>
                      <a:pt x="37" y="9"/>
                    </a:cubicBezTo>
                    <a:cubicBezTo>
                      <a:pt x="36" y="9"/>
                      <a:pt x="36" y="8"/>
                      <a:pt x="36" y="8"/>
                    </a:cubicBezTo>
                    <a:cubicBezTo>
                      <a:pt x="36" y="10"/>
                      <a:pt x="36" y="9"/>
                      <a:pt x="36" y="10"/>
                    </a:cubicBezTo>
                    <a:cubicBezTo>
                      <a:pt x="36" y="10"/>
                      <a:pt x="36" y="10"/>
                      <a:pt x="36" y="10"/>
                    </a:cubicBezTo>
                    <a:cubicBezTo>
                      <a:pt x="36" y="11"/>
                      <a:pt x="36" y="11"/>
                      <a:pt x="36" y="11"/>
                    </a:cubicBezTo>
                    <a:cubicBezTo>
                      <a:pt x="36" y="10"/>
                      <a:pt x="36" y="10"/>
                      <a:pt x="36" y="10"/>
                    </a:cubicBezTo>
                    <a:cubicBezTo>
                      <a:pt x="36" y="9"/>
                      <a:pt x="36" y="9"/>
                      <a:pt x="36" y="9"/>
                    </a:cubicBezTo>
                    <a:cubicBezTo>
                      <a:pt x="35" y="8"/>
                      <a:pt x="36" y="10"/>
                      <a:pt x="36" y="11"/>
                    </a:cubicBezTo>
                    <a:cubicBezTo>
                      <a:pt x="36" y="12"/>
                      <a:pt x="36" y="11"/>
                      <a:pt x="35" y="10"/>
                    </a:cubicBezTo>
                    <a:cubicBezTo>
                      <a:pt x="35" y="9"/>
                      <a:pt x="36" y="10"/>
                      <a:pt x="36" y="10"/>
                    </a:cubicBezTo>
                    <a:cubicBezTo>
                      <a:pt x="35" y="9"/>
                      <a:pt x="35" y="9"/>
                      <a:pt x="35" y="9"/>
                    </a:cubicBezTo>
                    <a:cubicBezTo>
                      <a:pt x="35" y="9"/>
                      <a:pt x="36" y="10"/>
                      <a:pt x="35" y="10"/>
                    </a:cubicBezTo>
                    <a:cubicBezTo>
                      <a:pt x="35" y="10"/>
                      <a:pt x="35" y="10"/>
                      <a:pt x="35" y="9"/>
                    </a:cubicBezTo>
                    <a:cubicBezTo>
                      <a:pt x="35" y="10"/>
                      <a:pt x="35" y="10"/>
                      <a:pt x="35" y="10"/>
                    </a:cubicBezTo>
                    <a:cubicBezTo>
                      <a:pt x="35" y="11"/>
                      <a:pt x="35" y="11"/>
                      <a:pt x="35" y="12"/>
                    </a:cubicBezTo>
                    <a:cubicBezTo>
                      <a:pt x="35" y="12"/>
                      <a:pt x="35" y="13"/>
                      <a:pt x="35" y="12"/>
                    </a:cubicBezTo>
                    <a:cubicBezTo>
                      <a:pt x="35" y="12"/>
                      <a:pt x="35" y="12"/>
                      <a:pt x="35" y="12"/>
                    </a:cubicBezTo>
                    <a:cubicBezTo>
                      <a:pt x="35" y="12"/>
                      <a:pt x="35" y="12"/>
                      <a:pt x="35" y="13"/>
                    </a:cubicBezTo>
                    <a:cubicBezTo>
                      <a:pt x="35" y="11"/>
                      <a:pt x="35" y="11"/>
                      <a:pt x="35" y="11"/>
                    </a:cubicBezTo>
                    <a:cubicBezTo>
                      <a:pt x="35" y="12"/>
                      <a:pt x="35" y="12"/>
                      <a:pt x="35" y="13"/>
                    </a:cubicBezTo>
                    <a:cubicBezTo>
                      <a:pt x="34" y="11"/>
                      <a:pt x="34" y="9"/>
                      <a:pt x="33" y="9"/>
                    </a:cubicBezTo>
                    <a:cubicBezTo>
                      <a:pt x="34" y="10"/>
                      <a:pt x="34" y="10"/>
                      <a:pt x="34" y="10"/>
                    </a:cubicBezTo>
                    <a:cubicBezTo>
                      <a:pt x="34" y="11"/>
                      <a:pt x="33" y="10"/>
                      <a:pt x="33" y="9"/>
                    </a:cubicBezTo>
                    <a:cubicBezTo>
                      <a:pt x="33" y="8"/>
                      <a:pt x="34" y="14"/>
                      <a:pt x="33" y="13"/>
                    </a:cubicBezTo>
                    <a:cubicBezTo>
                      <a:pt x="33" y="11"/>
                      <a:pt x="33" y="10"/>
                      <a:pt x="32" y="10"/>
                    </a:cubicBezTo>
                    <a:cubicBezTo>
                      <a:pt x="33" y="10"/>
                      <a:pt x="33" y="11"/>
                      <a:pt x="33" y="11"/>
                    </a:cubicBezTo>
                    <a:cubicBezTo>
                      <a:pt x="33" y="12"/>
                      <a:pt x="32" y="10"/>
                      <a:pt x="33" y="11"/>
                    </a:cubicBezTo>
                    <a:cubicBezTo>
                      <a:pt x="33" y="12"/>
                      <a:pt x="33" y="12"/>
                      <a:pt x="33" y="12"/>
                    </a:cubicBezTo>
                    <a:cubicBezTo>
                      <a:pt x="32" y="8"/>
                      <a:pt x="32" y="11"/>
                      <a:pt x="31" y="9"/>
                    </a:cubicBezTo>
                    <a:cubicBezTo>
                      <a:pt x="31" y="12"/>
                      <a:pt x="31" y="10"/>
                      <a:pt x="31" y="11"/>
                    </a:cubicBezTo>
                    <a:cubicBezTo>
                      <a:pt x="30" y="9"/>
                      <a:pt x="31" y="12"/>
                      <a:pt x="30" y="10"/>
                    </a:cubicBezTo>
                    <a:cubicBezTo>
                      <a:pt x="31" y="13"/>
                      <a:pt x="31" y="13"/>
                      <a:pt x="31" y="13"/>
                    </a:cubicBezTo>
                    <a:cubicBezTo>
                      <a:pt x="30" y="11"/>
                      <a:pt x="32" y="16"/>
                      <a:pt x="31" y="13"/>
                    </a:cubicBezTo>
                    <a:cubicBezTo>
                      <a:pt x="30" y="13"/>
                      <a:pt x="30" y="12"/>
                      <a:pt x="30" y="11"/>
                    </a:cubicBezTo>
                    <a:cubicBezTo>
                      <a:pt x="29" y="9"/>
                      <a:pt x="30" y="14"/>
                      <a:pt x="29" y="11"/>
                    </a:cubicBezTo>
                    <a:cubicBezTo>
                      <a:pt x="30" y="14"/>
                      <a:pt x="30" y="14"/>
                      <a:pt x="30" y="14"/>
                    </a:cubicBezTo>
                    <a:cubicBezTo>
                      <a:pt x="30" y="13"/>
                      <a:pt x="29" y="12"/>
                      <a:pt x="29" y="11"/>
                    </a:cubicBezTo>
                    <a:cubicBezTo>
                      <a:pt x="29" y="12"/>
                      <a:pt x="29" y="13"/>
                      <a:pt x="29" y="12"/>
                    </a:cubicBezTo>
                    <a:cubicBezTo>
                      <a:pt x="28" y="11"/>
                      <a:pt x="28" y="11"/>
                      <a:pt x="28" y="11"/>
                    </a:cubicBezTo>
                    <a:cubicBezTo>
                      <a:pt x="28" y="10"/>
                      <a:pt x="28" y="11"/>
                      <a:pt x="28" y="12"/>
                    </a:cubicBezTo>
                    <a:cubicBezTo>
                      <a:pt x="28" y="11"/>
                      <a:pt x="28" y="12"/>
                      <a:pt x="27" y="11"/>
                    </a:cubicBezTo>
                    <a:cubicBezTo>
                      <a:pt x="28" y="13"/>
                      <a:pt x="26" y="10"/>
                      <a:pt x="27" y="13"/>
                    </a:cubicBezTo>
                    <a:cubicBezTo>
                      <a:pt x="27" y="12"/>
                      <a:pt x="27" y="12"/>
                      <a:pt x="27" y="12"/>
                    </a:cubicBezTo>
                    <a:cubicBezTo>
                      <a:pt x="27" y="13"/>
                      <a:pt x="28" y="15"/>
                      <a:pt x="28" y="15"/>
                    </a:cubicBezTo>
                    <a:cubicBezTo>
                      <a:pt x="27" y="13"/>
                      <a:pt x="27" y="13"/>
                      <a:pt x="27" y="13"/>
                    </a:cubicBezTo>
                    <a:cubicBezTo>
                      <a:pt x="26" y="11"/>
                      <a:pt x="27" y="13"/>
                      <a:pt x="26" y="12"/>
                    </a:cubicBezTo>
                    <a:cubicBezTo>
                      <a:pt x="27" y="13"/>
                      <a:pt x="26" y="12"/>
                      <a:pt x="26" y="13"/>
                    </a:cubicBezTo>
                    <a:cubicBezTo>
                      <a:pt x="26" y="14"/>
                      <a:pt x="26" y="14"/>
                      <a:pt x="26" y="14"/>
                    </a:cubicBezTo>
                    <a:cubicBezTo>
                      <a:pt x="27" y="15"/>
                      <a:pt x="27" y="15"/>
                      <a:pt x="27" y="15"/>
                    </a:cubicBezTo>
                    <a:cubicBezTo>
                      <a:pt x="26" y="15"/>
                      <a:pt x="26" y="13"/>
                      <a:pt x="26" y="13"/>
                    </a:cubicBezTo>
                    <a:cubicBezTo>
                      <a:pt x="25" y="12"/>
                      <a:pt x="26" y="13"/>
                      <a:pt x="26" y="13"/>
                    </a:cubicBezTo>
                    <a:cubicBezTo>
                      <a:pt x="26" y="13"/>
                      <a:pt x="26" y="13"/>
                      <a:pt x="26" y="14"/>
                    </a:cubicBezTo>
                    <a:cubicBezTo>
                      <a:pt x="26" y="13"/>
                      <a:pt x="26" y="13"/>
                      <a:pt x="26" y="13"/>
                    </a:cubicBezTo>
                    <a:cubicBezTo>
                      <a:pt x="26" y="13"/>
                      <a:pt x="26" y="13"/>
                      <a:pt x="26" y="14"/>
                    </a:cubicBezTo>
                    <a:cubicBezTo>
                      <a:pt x="26" y="13"/>
                      <a:pt x="26" y="13"/>
                      <a:pt x="25" y="13"/>
                    </a:cubicBezTo>
                    <a:cubicBezTo>
                      <a:pt x="26" y="13"/>
                      <a:pt x="26" y="13"/>
                      <a:pt x="26" y="13"/>
                    </a:cubicBezTo>
                    <a:cubicBezTo>
                      <a:pt x="25" y="13"/>
                      <a:pt x="25" y="13"/>
                      <a:pt x="25" y="13"/>
                    </a:cubicBezTo>
                    <a:cubicBezTo>
                      <a:pt x="25" y="13"/>
                      <a:pt x="25" y="13"/>
                      <a:pt x="25" y="13"/>
                    </a:cubicBezTo>
                    <a:cubicBezTo>
                      <a:pt x="25" y="13"/>
                      <a:pt x="25" y="13"/>
                      <a:pt x="25" y="13"/>
                    </a:cubicBezTo>
                    <a:cubicBezTo>
                      <a:pt x="25" y="11"/>
                      <a:pt x="25" y="11"/>
                      <a:pt x="25" y="11"/>
                    </a:cubicBezTo>
                    <a:cubicBezTo>
                      <a:pt x="24" y="11"/>
                      <a:pt x="25" y="13"/>
                      <a:pt x="25" y="13"/>
                    </a:cubicBezTo>
                    <a:cubicBezTo>
                      <a:pt x="24" y="12"/>
                      <a:pt x="24" y="14"/>
                      <a:pt x="24" y="15"/>
                    </a:cubicBezTo>
                    <a:cubicBezTo>
                      <a:pt x="24" y="15"/>
                      <a:pt x="24" y="14"/>
                      <a:pt x="24" y="14"/>
                    </a:cubicBezTo>
                    <a:cubicBezTo>
                      <a:pt x="24" y="15"/>
                      <a:pt x="24" y="16"/>
                      <a:pt x="24" y="15"/>
                    </a:cubicBezTo>
                    <a:cubicBezTo>
                      <a:pt x="24" y="16"/>
                      <a:pt x="23" y="14"/>
                      <a:pt x="23" y="14"/>
                    </a:cubicBezTo>
                    <a:cubicBezTo>
                      <a:pt x="23" y="14"/>
                      <a:pt x="24" y="15"/>
                      <a:pt x="24" y="15"/>
                    </a:cubicBezTo>
                    <a:cubicBezTo>
                      <a:pt x="23" y="13"/>
                      <a:pt x="23" y="17"/>
                      <a:pt x="23" y="15"/>
                    </a:cubicBezTo>
                    <a:cubicBezTo>
                      <a:pt x="23" y="15"/>
                      <a:pt x="22" y="14"/>
                      <a:pt x="22" y="14"/>
                    </a:cubicBezTo>
                    <a:cubicBezTo>
                      <a:pt x="22" y="15"/>
                      <a:pt x="22" y="16"/>
                      <a:pt x="23" y="17"/>
                    </a:cubicBezTo>
                    <a:cubicBezTo>
                      <a:pt x="22" y="16"/>
                      <a:pt x="22" y="16"/>
                      <a:pt x="22" y="16"/>
                    </a:cubicBezTo>
                    <a:cubicBezTo>
                      <a:pt x="22" y="16"/>
                      <a:pt x="22" y="16"/>
                      <a:pt x="22" y="17"/>
                    </a:cubicBezTo>
                    <a:cubicBezTo>
                      <a:pt x="23" y="18"/>
                      <a:pt x="23" y="20"/>
                      <a:pt x="23" y="19"/>
                    </a:cubicBezTo>
                    <a:cubicBezTo>
                      <a:pt x="23" y="19"/>
                      <a:pt x="23" y="19"/>
                      <a:pt x="23" y="19"/>
                    </a:cubicBezTo>
                    <a:cubicBezTo>
                      <a:pt x="22" y="20"/>
                      <a:pt x="22" y="20"/>
                      <a:pt x="22" y="20"/>
                    </a:cubicBezTo>
                    <a:cubicBezTo>
                      <a:pt x="22" y="19"/>
                      <a:pt x="22" y="20"/>
                      <a:pt x="22" y="19"/>
                    </a:cubicBezTo>
                    <a:cubicBezTo>
                      <a:pt x="21" y="16"/>
                      <a:pt x="21" y="17"/>
                      <a:pt x="21" y="17"/>
                    </a:cubicBezTo>
                    <a:cubicBezTo>
                      <a:pt x="21" y="19"/>
                      <a:pt x="21" y="19"/>
                      <a:pt x="21" y="19"/>
                    </a:cubicBezTo>
                    <a:cubicBezTo>
                      <a:pt x="21" y="19"/>
                      <a:pt x="21" y="17"/>
                      <a:pt x="21" y="17"/>
                    </a:cubicBezTo>
                    <a:cubicBezTo>
                      <a:pt x="22" y="22"/>
                      <a:pt x="22" y="22"/>
                      <a:pt x="22" y="22"/>
                    </a:cubicBezTo>
                    <a:cubicBezTo>
                      <a:pt x="22" y="22"/>
                      <a:pt x="21" y="20"/>
                      <a:pt x="21" y="19"/>
                    </a:cubicBezTo>
                    <a:cubicBezTo>
                      <a:pt x="21" y="20"/>
                      <a:pt x="22" y="22"/>
                      <a:pt x="22" y="24"/>
                    </a:cubicBezTo>
                    <a:cubicBezTo>
                      <a:pt x="22" y="24"/>
                      <a:pt x="22" y="25"/>
                      <a:pt x="22" y="25"/>
                    </a:cubicBezTo>
                    <a:cubicBezTo>
                      <a:pt x="21" y="24"/>
                      <a:pt x="22" y="25"/>
                      <a:pt x="22" y="24"/>
                    </a:cubicBezTo>
                    <a:cubicBezTo>
                      <a:pt x="21" y="22"/>
                      <a:pt x="21" y="22"/>
                      <a:pt x="21" y="22"/>
                    </a:cubicBezTo>
                    <a:cubicBezTo>
                      <a:pt x="21" y="22"/>
                      <a:pt x="20" y="20"/>
                      <a:pt x="20" y="19"/>
                    </a:cubicBezTo>
                    <a:cubicBezTo>
                      <a:pt x="20" y="20"/>
                      <a:pt x="19" y="19"/>
                      <a:pt x="19" y="19"/>
                    </a:cubicBezTo>
                    <a:cubicBezTo>
                      <a:pt x="20" y="22"/>
                      <a:pt x="19" y="21"/>
                      <a:pt x="20" y="23"/>
                    </a:cubicBezTo>
                    <a:cubicBezTo>
                      <a:pt x="20" y="24"/>
                      <a:pt x="19" y="21"/>
                      <a:pt x="19" y="21"/>
                    </a:cubicBezTo>
                    <a:cubicBezTo>
                      <a:pt x="19" y="22"/>
                      <a:pt x="18" y="21"/>
                      <a:pt x="18" y="22"/>
                    </a:cubicBezTo>
                    <a:cubicBezTo>
                      <a:pt x="18" y="21"/>
                      <a:pt x="18" y="21"/>
                      <a:pt x="18" y="21"/>
                    </a:cubicBezTo>
                    <a:cubicBezTo>
                      <a:pt x="18" y="22"/>
                      <a:pt x="17" y="21"/>
                      <a:pt x="18" y="24"/>
                    </a:cubicBezTo>
                    <a:cubicBezTo>
                      <a:pt x="17" y="22"/>
                      <a:pt x="17" y="22"/>
                      <a:pt x="17" y="22"/>
                    </a:cubicBezTo>
                    <a:cubicBezTo>
                      <a:pt x="17" y="22"/>
                      <a:pt x="19" y="25"/>
                      <a:pt x="18" y="24"/>
                    </a:cubicBezTo>
                    <a:cubicBezTo>
                      <a:pt x="17" y="23"/>
                      <a:pt x="17" y="23"/>
                      <a:pt x="17" y="23"/>
                    </a:cubicBezTo>
                    <a:cubicBezTo>
                      <a:pt x="18" y="24"/>
                      <a:pt x="16" y="22"/>
                      <a:pt x="17" y="24"/>
                    </a:cubicBezTo>
                    <a:cubicBezTo>
                      <a:pt x="17" y="23"/>
                      <a:pt x="17" y="23"/>
                      <a:pt x="17" y="23"/>
                    </a:cubicBezTo>
                    <a:cubicBezTo>
                      <a:pt x="17" y="23"/>
                      <a:pt x="16" y="23"/>
                      <a:pt x="17" y="25"/>
                    </a:cubicBezTo>
                    <a:cubicBezTo>
                      <a:pt x="16" y="23"/>
                      <a:pt x="16" y="23"/>
                      <a:pt x="16" y="23"/>
                    </a:cubicBezTo>
                    <a:cubicBezTo>
                      <a:pt x="15" y="22"/>
                      <a:pt x="17" y="25"/>
                      <a:pt x="16" y="24"/>
                    </a:cubicBezTo>
                    <a:cubicBezTo>
                      <a:pt x="16" y="24"/>
                      <a:pt x="16" y="23"/>
                      <a:pt x="16" y="23"/>
                    </a:cubicBezTo>
                    <a:cubicBezTo>
                      <a:pt x="16" y="24"/>
                      <a:pt x="16" y="24"/>
                      <a:pt x="16" y="25"/>
                    </a:cubicBezTo>
                    <a:cubicBezTo>
                      <a:pt x="15" y="23"/>
                      <a:pt x="15" y="23"/>
                      <a:pt x="15" y="23"/>
                    </a:cubicBezTo>
                    <a:cubicBezTo>
                      <a:pt x="14" y="23"/>
                      <a:pt x="13" y="23"/>
                      <a:pt x="13" y="26"/>
                    </a:cubicBezTo>
                    <a:cubicBezTo>
                      <a:pt x="11" y="24"/>
                      <a:pt x="12" y="24"/>
                      <a:pt x="11" y="23"/>
                    </a:cubicBezTo>
                    <a:cubicBezTo>
                      <a:pt x="12" y="25"/>
                      <a:pt x="11" y="24"/>
                      <a:pt x="11" y="24"/>
                    </a:cubicBezTo>
                    <a:cubicBezTo>
                      <a:pt x="11" y="24"/>
                      <a:pt x="11" y="24"/>
                      <a:pt x="11" y="24"/>
                    </a:cubicBezTo>
                    <a:cubicBezTo>
                      <a:pt x="11" y="25"/>
                      <a:pt x="11" y="23"/>
                      <a:pt x="11" y="24"/>
                    </a:cubicBezTo>
                    <a:cubicBezTo>
                      <a:pt x="11" y="25"/>
                      <a:pt x="11" y="25"/>
                      <a:pt x="11" y="25"/>
                    </a:cubicBezTo>
                    <a:cubicBezTo>
                      <a:pt x="12" y="26"/>
                      <a:pt x="10" y="22"/>
                      <a:pt x="11" y="25"/>
                    </a:cubicBezTo>
                    <a:cubicBezTo>
                      <a:pt x="10" y="23"/>
                      <a:pt x="10" y="23"/>
                      <a:pt x="10" y="23"/>
                    </a:cubicBezTo>
                    <a:cubicBezTo>
                      <a:pt x="11" y="26"/>
                      <a:pt x="9" y="23"/>
                      <a:pt x="10" y="25"/>
                    </a:cubicBezTo>
                    <a:cubicBezTo>
                      <a:pt x="10" y="24"/>
                      <a:pt x="10" y="24"/>
                      <a:pt x="10" y="24"/>
                    </a:cubicBezTo>
                    <a:cubicBezTo>
                      <a:pt x="9" y="24"/>
                      <a:pt x="11" y="27"/>
                      <a:pt x="10" y="25"/>
                    </a:cubicBezTo>
                    <a:cubicBezTo>
                      <a:pt x="10" y="26"/>
                      <a:pt x="10" y="26"/>
                      <a:pt x="11" y="28"/>
                    </a:cubicBezTo>
                    <a:cubicBezTo>
                      <a:pt x="9" y="26"/>
                      <a:pt x="9" y="26"/>
                      <a:pt x="9" y="26"/>
                    </a:cubicBezTo>
                    <a:cubicBezTo>
                      <a:pt x="9" y="27"/>
                      <a:pt x="8" y="27"/>
                      <a:pt x="9" y="30"/>
                    </a:cubicBezTo>
                    <a:cubicBezTo>
                      <a:pt x="8" y="29"/>
                      <a:pt x="8" y="29"/>
                      <a:pt x="8" y="29"/>
                    </a:cubicBezTo>
                    <a:cubicBezTo>
                      <a:pt x="9" y="31"/>
                      <a:pt x="6" y="27"/>
                      <a:pt x="8" y="31"/>
                    </a:cubicBezTo>
                    <a:cubicBezTo>
                      <a:pt x="9" y="33"/>
                      <a:pt x="9" y="33"/>
                      <a:pt x="9" y="33"/>
                    </a:cubicBezTo>
                    <a:cubicBezTo>
                      <a:pt x="8" y="30"/>
                      <a:pt x="8" y="30"/>
                      <a:pt x="8" y="30"/>
                    </a:cubicBezTo>
                    <a:cubicBezTo>
                      <a:pt x="8" y="32"/>
                      <a:pt x="7" y="31"/>
                      <a:pt x="8" y="32"/>
                    </a:cubicBezTo>
                    <a:cubicBezTo>
                      <a:pt x="7" y="31"/>
                      <a:pt x="7" y="31"/>
                      <a:pt x="7" y="31"/>
                    </a:cubicBezTo>
                    <a:cubicBezTo>
                      <a:pt x="7" y="31"/>
                      <a:pt x="8" y="33"/>
                      <a:pt x="8" y="33"/>
                    </a:cubicBezTo>
                    <a:cubicBezTo>
                      <a:pt x="7" y="32"/>
                      <a:pt x="7" y="32"/>
                      <a:pt x="7" y="32"/>
                    </a:cubicBezTo>
                    <a:cubicBezTo>
                      <a:pt x="5" y="30"/>
                      <a:pt x="2" y="29"/>
                      <a:pt x="4" y="33"/>
                    </a:cubicBezTo>
                    <a:cubicBezTo>
                      <a:pt x="4" y="33"/>
                      <a:pt x="3" y="31"/>
                      <a:pt x="3" y="31"/>
                    </a:cubicBezTo>
                    <a:cubicBezTo>
                      <a:pt x="4" y="34"/>
                      <a:pt x="0" y="30"/>
                      <a:pt x="2" y="35"/>
                    </a:cubicBezTo>
                    <a:cubicBezTo>
                      <a:pt x="3" y="36"/>
                      <a:pt x="6" y="41"/>
                      <a:pt x="6" y="41"/>
                    </a:cubicBezTo>
                    <a:cubicBezTo>
                      <a:pt x="6" y="39"/>
                      <a:pt x="9" y="40"/>
                      <a:pt x="11" y="42"/>
                    </a:cubicBezTo>
                    <a:cubicBezTo>
                      <a:pt x="11" y="41"/>
                      <a:pt x="11" y="40"/>
                      <a:pt x="12" y="41"/>
                    </a:cubicBezTo>
                    <a:cubicBezTo>
                      <a:pt x="13" y="40"/>
                      <a:pt x="17" y="43"/>
                      <a:pt x="17" y="40"/>
                    </a:cubicBezTo>
                    <a:cubicBezTo>
                      <a:pt x="17" y="40"/>
                      <a:pt x="16" y="39"/>
                      <a:pt x="16" y="38"/>
                    </a:cubicBezTo>
                    <a:cubicBezTo>
                      <a:pt x="17" y="39"/>
                      <a:pt x="17" y="39"/>
                      <a:pt x="17" y="39"/>
                    </a:cubicBezTo>
                    <a:cubicBezTo>
                      <a:pt x="16" y="38"/>
                      <a:pt x="16" y="38"/>
                      <a:pt x="16" y="38"/>
                    </a:cubicBezTo>
                    <a:cubicBezTo>
                      <a:pt x="16" y="37"/>
                      <a:pt x="17" y="39"/>
                      <a:pt x="17" y="39"/>
                    </a:cubicBezTo>
                    <a:cubicBezTo>
                      <a:pt x="17" y="39"/>
                      <a:pt x="18" y="38"/>
                      <a:pt x="18" y="38"/>
                    </a:cubicBezTo>
                    <a:cubicBezTo>
                      <a:pt x="18" y="36"/>
                      <a:pt x="19" y="38"/>
                      <a:pt x="18" y="36"/>
                    </a:cubicBezTo>
                    <a:cubicBezTo>
                      <a:pt x="18" y="37"/>
                      <a:pt x="18" y="37"/>
                      <a:pt x="18" y="37"/>
                    </a:cubicBezTo>
                    <a:cubicBezTo>
                      <a:pt x="18" y="36"/>
                      <a:pt x="18" y="35"/>
                      <a:pt x="20" y="38"/>
                    </a:cubicBezTo>
                    <a:cubicBezTo>
                      <a:pt x="22" y="39"/>
                      <a:pt x="23" y="37"/>
                      <a:pt x="25" y="37"/>
                    </a:cubicBezTo>
                    <a:cubicBezTo>
                      <a:pt x="26" y="35"/>
                      <a:pt x="27" y="33"/>
                      <a:pt x="29" y="32"/>
                    </a:cubicBezTo>
                    <a:cubicBezTo>
                      <a:pt x="28" y="28"/>
                      <a:pt x="29" y="30"/>
                      <a:pt x="28" y="27"/>
                    </a:cubicBezTo>
                    <a:cubicBezTo>
                      <a:pt x="29" y="28"/>
                      <a:pt x="29" y="28"/>
                      <a:pt x="29" y="28"/>
                    </a:cubicBezTo>
                    <a:cubicBezTo>
                      <a:pt x="28" y="26"/>
                      <a:pt x="29" y="28"/>
                      <a:pt x="30" y="29"/>
                    </a:cubicBezTo>
                    <a:cubicBezTo>
                      <a:pt x="29" y="28"/>
                      <a:pt x="30" y="29"/>
                      <a:pt x="29" y="27"/>
                    </a:cubicBezTo>
                    <a:cubicBezTo>
                      <a:pt x="29" y="25"/>
                      <a:pt x="30" y="30"/>
                      <a:pt x="30" y="29"/>
                    </a:cubicBezTo>
                    <a:cubicBezTo>
                      <a:pt x="30" y="29"/>
                      <a:pt x="30" y="27"/>
                      <a:pt x="30" y="28"/>
                    </a:cubicBezTo>
                    <a:cubicBezTo>
                      <a:pt x="30" y="26"/>
                      <a:pt x="30" y="29"/>
                      <a:pt x="31" y="31"/>
                    </a:cubicBezTo>
                    <a:cubicBezTo>
                      <a:pt x="32" y="30"/>
                      <a:pt x="32" y="28"/>
                      <a:pt x="33" y="29"/>
                    </a:cubicBezTo>
                    <a:cubicBezTo>
                      <a:pt x="33" y="29"/>
                      <a:pt x="33" y="27"/>
                      <a:pt x="33" y="27"/>
                    </a:cubicBezTo>
                    <a:cubicBezTo>
                      <a:pt x="34" y="30"/>
                      <a:pt x="33" y="26"/>
                      <a:pt x="33" y="27"/>
                    </a:cubicBezTo>
                    <a:cubicBezTo>
                      <a:pt x="34" y="28"/>
                      <a:pt x="34" y="28"/>
                      <a:pt x="34" y="28"/>
                    </a:cubicBezTo>
                    <a:cubicBezTo>
                      <a:pt x="34" y="30"/>
                      <a:pt x="34" y="28"/>
                      <a:pt x="35" y="29"/>
                    </a:cubicBezTo>
                    <a:cubicBezTo>
                      <a:pt x="35" y="28"/>
                      <a:pt x="36" y="30"/>
                      <a:pt x="36" y="29"/>
                    </a:cubicBezTo>
                    <a:cubicBezTo>
                      <a:pt x="36" y="30"/>
                      <a:pt x="36" y="29"/>
                      <a:pt x="36" y="30"/>
                    </a:cubicBezTo>
                    <a:cubicBezTo>
                      <a:pt x="36" y="26"/>
                      <a:pt x="37" y="31"/>
                      <a:pt x="37" y="29"/>
                    </a:cubicBezTo>
                    <a:cubicBezTo>
                      <a:pt x="37" y="29"/>
                      <a:pt x="37" y="29"/>
                      <a:pt x="37" y="29"/>
                    </a:cubicBezTo>
                    <a:cubicBezTo>
                      <a:pt x="38" y="29"/>
                      <a:pt x="39" y="29"/>
                      <a:pt x="40" y="27"/>
                    </a:cubicBezTo>
                    <a:cubicBezTo>
                      <a:pt x="40" y="27"/>
                      <a:pt x="41" y="30"/>
                      <a:pt x="41" y="28"/>
                    </a:cubicBezTo>
                    <a:cubicBezTo>
                      <a:pt x="41" y="27"/>
                      <a:pt x="41" y="27"/>
                      <a:pt x="41" y="27"/>
                    </a:cubicBezTo>
                    <a:cubicBezTo>
                      <a:pt x="41" y="27"/>
                      <a:pt x="41" y="28"/>
                      <a:pt x="42" y="28"/>
                    </a:cubicBezTo>
                    <a:cubicBezTo>
                      <a:pt x="42" y="27"/>
                      <a:pt x="42" y="28"/>
                      <a:pt x="43" y="28"/>
                    </a:cubicBezTo>
                    <a:cubicBezTo>
                      <a:pt x="43" y="28"/>
                      <a:pt x="43" y="27"/>
                      <a:pt x="42" y="27"/>
                    </a:cubicBezTo>
                    <a:cubicBezTo>
                      <a:pt x="43" y="29"/>
                      <a:pt x="43" y="26"/>
                      <a:pt x="44" y="27"/>
                    </a:cubicBezTo>
                    <a:cubicBezTo>
                      <a:pt x="43" y="24"/>
                      <a:pt x="44" y="26"/>
                      <a:pt x="44" y="2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0" name="Freeform 193"/>
              <p:cNvSpPr/>
              <p:nvPr/>
            </p:nvSpPr>
            <p:spPr bwMode="auto">
              <a:xfrm>
                <a:off x="3192" y="2160"/>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1" name="Freeform 194"/>
              <p:cNvSpPr/>
              <p:nvPr/>
            </p:nvSpPr>
            <p:spPr bwMode="auto">
              <a:xfrm>
                <a:off x="3146" y="2177"/>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2" name="Freeform 195"/>
              <p:cNvSpPr/>
              <p:nvPr/>
            </p:nvSpPr>
            <p:spPr bwMode="auto">
              <a:xfrm>
                <a:off x="3264" y="1853"/>
                <a:ext cx="2" cy="4"/>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1" y="0"/>
                      <a:pt x="0" y="2"/>
                      <a:pt x="0" y="1"/>
                    </a:cubicBezTo>
                    <a:cubicBezTo>
                      <a:pt x="0" y="2"/>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3" name="Freeform 196"/>
              <p:cNvSpPr/>
              <p:nvPr/>
            </p:nvSpPr>
            <p:spPr bwMode="auto">
              <a:xfrm>
                <a:off x="3209" y="1836"/>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4" name="Freeform 197"/>
              <p:cNvSpPr/>
              <p:nvPr/>
            </p:nvSpPr>
            <p:spPr bwMode="auto">
              <a:xfrm>
                <a:off x="3343" y="2470"/>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5" name="Freeform 198"/>
              <p:cNvSpPr/>
              <p:nvPr/>
            </p:nvSpPr>
            <p:spPr bwMode="auto">
              <a:xfrm>
                <a:off x="3186" y="18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6" name="Freeform 199"/>
              <p:cNvSpPr/>
              <p:nvPr/>
            </p:nvSpPr>
            <p:spPr bwMode="auto">
              <a:xfrm>
                <a:off x="3188" y="1825"/>
                <a:ext cx="2" cy="4"/>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0"/>
                      <a:pt x="0" y="2"/>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7" name="Freeform 200"/>
              <p:cNvSpPr/>
              <p:nvPr/>
            </p:nvSpPr>
            <p:spPr bwMode="auto">
              <a:xfrm>
                <a:off x="3184" y="1833"/>
                <a:ext cx="2"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8" name="Freeform 201"/>
              <p:cNvSpPr/>
              <p:nvPr/>
            </p:nvSpPr>
            <p:spPr bwMode="auto">
              <a:xfrm>
                <a:off x="3351" y="2465"/>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9" name="Freeform 202"/>
              <p:cNvSpPr/>
              <p:nvPr/>
            </p:nvSpPr>
            <p:spPr bwMode="auto">
              <a:xfrm>
                <a:off x="3173" y="1831"/>
                <a:ext cx="2" cy="5"/>
              </a:xfrm>
              <a:custGeom>
                <a:avLst/>
                <a:gdLst>
                  <a:gd name="T0" fmla="*/ 2 w 2"/>
                  <a:gd name="T1" fmla="*/ 0 h 5"/>
                  <a:gd name="T2" fmla="*/ 2 w 2"/>
                  <a:gd name="T3" fmla="*/ 0 h 5"/>
                  <a:gd name="T4" fmla="*/ 0 w 2"/>
                  <a:gd name="T5" fmla="*/ 5 h 5"/>
                  <a:gd name="T6" fmla="*/ 2 w 2"/>
                  <a:gd name="T7" fmla="*/ 0 h 5"/>
                </a:gdLst>
                <a:ahLst/>
                <a:cxnLst>
                  <a:cxn ang="0">
                    <a:pos x="T0" y="T1"/>
                  </a:cxn>
                  <a:cxn ang="0">
                    <a:pos x="T2" y="T3"/>
                  </a:cxn>
                  <a:cxn ang="0">
                    <a:pos x="T4" y="T5"/>
                  </a:cxn>
                  <a:cxn ang="0">
                    <a:pos x="T6" y="T7"/>
                  </a:cxn>
                </a:cxnLst>
                <a:rect l="0" t="0" r="r" b="b"/>
                <a:pathLst>
                  <a:path w="2" h="5">
                    <a:moveTo>
                      <a:pt x="2" y="0"/>
                    </a:moveTo>
                    <a:lnTo>
                      <a:pt x="2" y="0"/>
                    </a:lnTo>
                    <a:lnTo>
                      <a:pt x="0" y="5"/>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0" name="Freeform 203"/>
              <p:cNvSpPr/>
              <p:nvPr/>
            </p:nvSpPr>
            <p:spPr bwMode="auto">
              <a:xfrm>
                <a:off x="3536" y="1554"/>
                <a:ext cx="8" cy="2"/>
              </a:xfrm>
              <a:custGeom>
                <a:avLst/>
                <a:gdLst>
                  <a:gd name="T0" fmla="*/ 0 w 4"/>
                  <a:gd name="T1" fmla="*/ 1 h 1"/>
                  <a:gd name="T2" fmla="*/ 0 w 4"/>
                  <a:gd name="T3" fmla="*/ 1 h 1"/>
                  <a:gd name="T4" fmla="*/ 1 w 4"/>
                  <a:gd name="T5" fmla="*/ 1 h 1"/>
                  <a:gd name="T6" fmla="*/ 2 w 4"/>
                  <a:gd name="T7" fmla="*/ 0 h 1"/>
                  <a:gd name="T8" fmla="*/ 4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0" y="1"/>
                      <a:pt x="0" y="1"/>
                    </a:cubicBezTo>
                    <a:cubicBezTo>
                      <a:pt x="0" y="1"/>
                      <a:pt x="1" y="1"/>
                      <a:pt x="1" y="1"/>
                    </a:cubicBezTo>
                    <a:cubicBezTo>
                      <a:pt x="2" y="1"/>
                      <a:pt x="3" y="1"/>
                      <a:pt x="2" y="0"/>
                    </a:cubicBezTo>
                    <a:cubicBezTo>
                      <a:pt x="3" y="0"/>
                      <a:pt x="4" y="0"/>
                      <a:pt x="4" y="0"/>
                    </a:cubicBezTo>
                    <a:cubicBezTo>
                      <a:pt x="3"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1" name="Freeform 204"/>
              <p:cNvSpPr/>
              <p:nvPr/>
            </p:nvSpPr>
            <p:spPr bwMode="auto">
              <a:xfrm>
                <a:off x="3538" y="155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grpSp>
          <p:nvGrpSpPr>
            <p:cNvPr id="5" name="Group 406"/>
            <p:cNvGrpSpPr/>
            <p:nvPr/>
          </p:nvGrpSpPr>
          <p:grpSpPr bwMode="auto">
            <a:xfrm>
              <a:off x="3112" y="1551"/>
              <a:ext cx="1462" cy="1559"/>
              <a:chOff x="3112" y="1551"/>
              <a:chExt cx="1462" cy="1559"/>
            </a:xfrm>
            <a:grpFill/>
          </p:grpSpPr>
          <p:sp>
            <p:nvSpPr>
              <p:cNvPr id="52" name="Freeform 206"/>
              <p:cNvSpPr/>
              <p:nvPr/>
            </p:nvSpPr>
            <p:spPr bwMode="auto">
              <a:xfrm>
                <a:off x="3534" y="1558"/>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3" name="Freeform 207"/>
              <p:cNvSpPr/>
              <p:nvPr/>
            </p:nvSpPr>
            <p:spPr bwMode="auto">
              <a:xfrm>
                <a:off x="3513" y="1581"/>
                <a:ext cx="4"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4" name="Freeform 208"/>
              <p:cNvSpPr/>
              <p:nvPr/>
            </p:nvSpPr>
            <p:spPr bwMode="auto">
              <a:xfrm>
                <a:off x="3513" y="1579"/>
                <a:ext cx="6" cy="2"/>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5" name="Freeform 209"/>
              <p:cNvSpPr/>
              <p:nvPr/>
            </p:nvSpPr>
            <p:spPr bwMode="auto">
              <a:xfrm>
                <a:off x="3536" y="1551"/>
                <a:ext cx="4"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lnTo>
                      <a:pt x="2"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6" name="Freeform 210"/>
              <p:cNvSpPr/>
              <p:nvPr/>
            </p:nvSpPr>
            <p:spPr bwMode="auto">
              <a:xfrm>
                <a:off x="3112" y="1810"/>
                <a:ext cx="161" cy="87"/>
              </a:xfrm>
              <a:custGeom>
                <a:avLst/>
                <a:gdLst>
                  <a:gd name="T0" fmla="*/ 12 w 76"/>
                  <a:gd name="T1" fmla="*/ 18 h 41"/>
                  <a:gd name="T2" fmla="*/ 22 w 76"/>
                  <a:gd name="T3" fmla="*/ 26 h 41"/>
                  <a:gd name="T4" fmla="*/ 33 w 76"/>
                  <a:gd name="T5" fmla="*/ 25 h 41"/>
                  <a:gd name="T6" fmla="*/ 37 w 76"/>
                  <a:gd name="T7" fmla="*/ 28 h 41"/>
                  <a:gd name="T8" fmla="*/ 43 w 76"/>
                  <a:gd name="T9" fmla="*/ 32 h 41"/>
                  <a:gd name="T10" fmla="*/ 48 w 76"/>
                  <a:gd name="T11" fmla="*/ 35 h 41"/>
                  <a:gd name="T12" fmla="*/ 53 w 76"/>
                  <a:gd name="T13" fmla="*/ 33 h 41"/>
                  <a:gd name="T14" fmla="*/ 60 w 76"/>
                  <a:gd name="T15" fmla="*/ 35 h 41"/>
                  <a:gd name="T16" fmla="*/ 63 w 76"/>
                  <a:gd name="T17" fmla="*/ 36 h 41"/>
                  <a:gd name="T18" fmla="*/ 67 w 76"/>
                  <a:gd name="T19" fmla="*/ 40 h 41"/>
                  <a:gd name="T20" fmla="*/ 69 w 76"/>
                  <a:gd name="T21" fmla="*/ 40 h 41"/>
                  <a:gd name="T22" fmla="*/ 72 w 76"/>
                  <a:gd name="T23" fmla="*/ 38 h 41"/>
                  <a:gd name="T24" fmla="*/ 74 w 76"/>
                  <a:gd name="T25" fmla="*/ 36 h 41"/>
                  <a:gd name="T26" fmla="*/ 75 w 76"/>
                  <a:gd name="T27" fmla="*/ 34 h 41"/>
                  <a:gd name="T28" fmla="*/ 71 w 76"/>
                  <a:gd name="T29" fmla="*/ 33 h 41"/>
                  <a:gd name="T30" fmla="*/ 72 w 76"/>
                  <a:gd name="T31" fmla="*/ 31 h 41"/>
                  <a:gd name="T32" fmla="*/ 71 w 76"/>
                  <a:gd name="T33" fmla="*/ 29 h 41"/>
                  <a:gd name="T34" fmla="*/ 73 w 76"/>
                  <a:gd name="T35" fmla="*/ 25 h 41"/>
                  <a:gd name="T36" fmla="*/ 75 w 76"/>
                  <a:gd name="T37" fmla="*/ 22 h 41"/>
                  <a:gd name="T38" fmla="*/ 71 w 76"/>
                  <a:gd name="T39" fmla="*/ 25 h 41"/>
                  <a:gd name="T40" fmla="*/ 67 w 76"/>
                  <a:gd name="T41" fmla="*/ 28 h 41"/>
                  <a:gd name="T42" fmla="*/ 70 w 76"/>
                  <a:gd name="T43" fmla="*/ 22 h 41"/>
                  <a:gd name="T44" fmla="*/ 69 w 76"/>
                  <a:gd name="T45" fmla="*/ 23 h 41"/>
                  <a:gd name="T46" fmla="*/ 70 w 76"/>
                  <a:gd name="T47" fmla="*/ 20 h 41"/>
                  <a:gd name="T48" fmla="*/ 68 w 76"/>
                  <a:gd name="T49" fmla="*/ 20 h 41"/>
                  <a:gd name="T50" fmla="*/ 67 w 76"/>
                  <a:gd name="T51" fmla="*/ 19 h 41"/>
                  <a:gd name="T52" fmla="*/ 62 w 76"/>
                  <a:gd name="T53" fmla="*/ 24 h 41"/>
                  <a:gd name="T54" fmla="*/ 66 w 76"/>
                  <a:gd name="T55" fmla="*/ 18 h 41"/>
                  <a:gd name="T56" fmla="*/ 65 w 76"/>
                  <a:gd name="T57" fmla="*/ 18 h 41"/>
                  <a:gd name="T58" fmla="*/ 60 w 76"/>
                  <a:gd name="T59" fmla="*/ 17 h 41"/>
                  <a:gd name="T60" fmla="*/ 58 w 76"/>
                  <a:gd name="T61" fmla="*/ 17 h 41"/>
                  <a:gd name="T62" fmla="*/ 55 w 76"/>
                  <a:gd name="T63" fmla="*/ 15 h 41"/>
                  <a:gd name="T64" fmla="*/ 53 w 76"/>
                  <a:gd name="T65" fmla="*/ 16 h 41"/>
                  <a:gd name="T66" fmla="*/ 53 w 76"/>
                  <a:gd name="T67" fmla="*/ 15 h 41"/>
                  <a:gd name="T68" fmla="*/ 52 w 76"/>
                  <a:gd name="T69" fmla="*/ 14 h 41"/>
                  <a:gd name="T70" fmla="*/ 50 w 76"/>
                  <a:gd name="T71" fmla="*/ 16 h 41"/>
                  <a:gd name="T72" fmla="*/ 49 w 76"/>
                  <a:gd name="T73" fmla="*/ 13 h 41"/>
                  <a:gd name="T74" fmla="*/ 47 w 76"/>
                  <a:gd name="T75" fmla="*/ 12 h 41"/>
                  <a:gd name="T76" fmla="*/ 45 w 76"/>
                  <a:gd name="T77" fmla="*/ 12 h 41"/>
                  <a:gd name="T78" fmla="*/ 43 w 76"/>
                  <a:gd name="T79" fmla="*/ 11 h 41"/>
                  <a:gd name="T80" fmla="*/ 40 w 76"/>
                  <a:gd name="T81" fmla="*/ 13 h 41"/>
                  <a:gd name="T82" fmla="*/ 40 w 76"/>
                  <a:gd name="T83" fmla="*/ 11 h 41"/>
                  <a:gd name="T84" fmla="*/ 40 w 76"/>
                  <a:gd name="T85" fmla="*/ 11 h 41"/>
                  <a:gd name="T86" fmla="*/ 37 w 76"/>
                  <a:gd name="T87" fmla="*/ 10 h 41"/>
                  <a:gd name="T88" fmla="*/ 34 w 76"/>
                  <a:gd name="T89" fmla="*/ 13 h 41"/>
                  <a:gd name="T90" fmla="*/ 31 w 76"/>
                  <a:gd name="T91" fmla="*/ 14 h 41"/>
                  <a:gd name="T92" fmla="*/ 31 w 76"/>
                  <a:gd name="T93" fmla="*/ 10 h 41"/>
                  <a:gd name="T94" fmla="*/ 26 w 76"/>
                  <a:gd name="T95" fmla="*/ 12 h 41"/>
                  <a:gd name="T96" fmla="*/ 24 w 76"/>
                  <a:gd name="T97" fmla="*/ 12 h 41"/>
                  <a:gd name="T98" fmla="*/ 20 w 76"/>
                  <a:gd name="T99" fmla="*/ 9 h 41"/>
                  <a:gd name="T100" fmla="*/ 20 w 76"/>
                  <a:gd name="T101" fmla="*/ 7 h 41"/>
                  <a:gd name="T102" fmla="*/ 18 w 76"/>
                  <a:gd name="T103" fmla="*/ 6 h 41"/>
                  <a:gd name="T104" fmla="*/ 11 w 76"/>
                  <a:gd name="T105" fmla="*/ 8 h 41"/>
                  <a:gd name="T106" fmla="*/ 4 w 76"/>
                  <a:gd name="T107"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41">
                    <a:moveTo>
                      <a:pt x="3" y="15"/>
                    </a:moveTo>
                    <a:cubicBezTo>
                      <a:pt x="4" y="15"/>
                      <a:pt x="5" y="15"/>
                      <a:pt x="5" y="16"/>
                    </a:cubicBezTo>
                    <a:cubicBezTo>
                      <a:pt x="7" y="16"/>
                      <a:pt x="8" y="22"/>
                      <a:pt x="11" y="21"/>
                    </a:cubicBezTo>
                    <a:cubicBezTo>
                      <a:pt x="11" y="20"/>
                      <a:pt x="11" y="19"/>
                      <a:pt x="12" y="19"/>
                    </a:cubicBezTo>
                    <a:cubicBezTo>
                      <a:pt x="11" y="20"/>
                      <a:pt x="11" y="20"/>
                      <a:pt x="11" y="20"/>
                    </a:cubicBezTo>
                    <a:cubicBezTo>
                      <a:pt x="12" y="18"/>
                      <a:pt x="12" y="18"/>
                      <a:pt x="12" y="18"/>
                    </a:cubicBezTo>
                    <a:cubicBezTo>
                      <a:pt x="13" y="18"/>
                      <a:pt x="12" y="20"/>
                      <a:pt x="11" y="20"/>
                    </a:cubicBezTo>
                    <a:cubicBezTo>
                      <a:pt x="12" y="21"/>
                      <a:pt x="13" y="20"/>
                      <a:pt x="14" y="21"/>
                    </a:cubicBezTo>
                    <a:cubicBezTo>
                      <a:pt x="15" y="19"/>
                      <a:pt x="15" y="21"/>
                      <a:pt x="15" y="19"/>
                    </a:cubicBezTo>
                    <a:cubicBezTo>
                      <a:pt x="15" y="20"/>
                      <a:pt x="15" y="20"/>
                      <a:pt x="15" y="20"/>
                    </a:cubicBezTo>
                    <a:cubicBezTo>
                      <a:pt x="16" y="19"/>
                      <a:pt x="16" y="19"/>
                      <a:pt x="16" y="22"/>
                    </a:cubicBezTo>
                    <a:cubicBezTo>
                      <a:pt x="17" y="25"/>
                      <a:pt x="20" y="24"/>
                      <a:pt x="22" y="26"/>
                    </a:cubicBezTo>
                    <a:cubicBezTo>
                      <a:pt x="24" y="27"/>
                      <a:pt x="27" y="26"/>
                      <a:pt x="30" y="26"/>
                    </a:cubicBezTo>
                    <a:cubicBezTo>
                      <a:pt x="31" y="23"/>
                      <a:pt x="31" y="25"/>
                      <a:pt x="33" y="22"/>
                    </a:cubicBezTo>
                    <a:cubicBezTo>
                      <a:pt x="32" y="23"/>
                      <a:pt x="32" y="23"/>
                      <a:pt x="32" y="23"/>
                    </a:cubicBezTo>
                    <a:cubicBezTo>
                      <a:pt x="33" y="22"/>
                      <a:pt x="33" y="24"/>
                      <a:pt x="33" y="25"/>
                    </a:cubicBezTo>
                    <a:cubicBezTo>
                      <a:pt x="33" y="24"/>
                      <a:pt x="33" y="25"/>
                      <a:pt x="34" y="23"/>
                    </a:cubicBezTo>
                    <a:cubicBezTo>
                      <a:pt x="34" y="22"/>
                      <a:pt x="33" y="26"/>
                      <a:pt x="33" y="25"/>
                    </a:cubicBezTo>
                    <a:cubicBezTo>
                      <a:pt x="33" y="26"/>
                      <a:pt x="34" y="24"/>
                      <a:pt x="34" y="24"/>
                    </a:cubicBezTo>
                    <a:cubicBezTo>
                      <a:pt x="35" y="23"/>
                      <a:pt x="33" y="25"/>
                      <a:pt x="33" y="28"/>
                    </a:cubicBezTo>
                    <a:cubicBezTo>
                      <a:pt x="34" y="27"/>
                      <a:pt x="36" y="26"/>
                      <a:pt x="37" y="27"/>
                    </a:cubicBezTo>
                    <a:cubicBezTo>
                      <a:pt x="36" y="28"/>
                      <a:pt x="37" y="26"/>
                      <a:pt x="37" y="26"/>
                    </a:cubicBezTo>
                    <a:cubicBezTo>
                      <a:pt x="36" y="29"/>
                      <a:pt x="38" y="25"/>
                      <a:pt x="37" y="27"/>
                    </a:cubicBezTo>
                    <a:cubicBezTo>
                      <a:pt x="37" y="27"/>
                      <a:pt x="37" y="27"/>
                      <a:pt x="37" y="28"/>
                    </a:cubicBezTo>
                    <a:cubicBezTo>
                      <a:pt x="37" y="29"/>
                      <a:pt x="38" y="27"/>
                      <a:pt x="38" y="29"/>
                    </a:cubicBezTo>
                    <a:cubicBezTo>
                      <a:pt x="39" y="28"/>
                      <a:pt x="38" y="31"/>
                      <a:pt x="39" y="29"/>
                    </a:cubicBezTo>
                    <a:cubicBezTo>
                      <a:pt x="38" y="31"/>
                      <a:pt x="39" y="30"/>
                      <a:pt x="38" y="31"/>
                    </a:cubicBezTo>
                    <a:cubicBezTo>
                      <a:pt x="40" y="28"/>
                      <a:pt x="38" y="33"/>
                      <a:pt x="40" y="30"/>
                    </a:cubicBezTo>
                    <a:cubicBezTo>
                      <a:pt x="40" y="31"/>
                      <a:pt x="40" y="31"/>
                      <a:pt x="40" y="31"/>
                    </a:cubicBezTo>
                    <a:cubicBezTo>
                      <a:pt x="41" y="31"/>
                      <a:pt x="41" y="33"/>
                      <a:pt x="43" y="32"/>
                    </a:cubicBezTo>
                    <a:cubicBezTo>
                      <a:pt x="44" y="31"/>
                      <a:pt x="43" y="35"/>
                      <a:pt x="44" y="34"/>
                    </a:cubicBezTo>
                    <a:cubicBezTo>
                      <a:pt x="45" y="32"/>
                      <a:pt x="45" y="32"/>
                      <a:pt x="45" y="32"/>
                    </a:cubicBezTo>
                    <a:cubicBezTo>
                      <a:pt x="45" y="32"/>
                      <a:pt x="45" y="33"/>
                      <a:pt x="45" y="34"/>
                    </a:cubicBezTo>
                    <a:cubicBezTo>
                      <a:pt x="46" y="33"/>
                      <a:pt x="45" y="34"/>
                      <a:pt x="46" y="35"/>
                    </a:cubicBezTo>
                    <a:cubicBezTo>
                      <a:pt x="46" y="34"/>
                      <a:pt x="46" y="34"/>
                      <a:pt x="47" y="33"/>
                    </a:cubicBezTo>
                    <a:cubicBezTo>
                      <a:pt x="46" y="36"/>
                      <a:pt x="48" y="33"/>
                      <a:pt x="48" y="35"/>
                    </a:cubicBezTo>
                    <a:cubicBezTo>
                      <a:pt x="49" y="32"/>
                      <a:pt x="49" y="33"/>
                      <a:pt x="49" y="33"/>
                    </a:cubicBezTo>
                    <a:cubicBezTo>
                      <a:pt x="49" y="33"/>
                      <a:pt x="49" y="34"/>
                      <a:pt x="48" y="34"/>
                    </a:cubicBezTo>
                    <a:cubicBezTo>
                      <a:pt x="49" y="34"/>
                      <a:pt x="49" y="34"/>
                      <a:pt x="49" y="35"/>
                    </a:cubicBezTo>
                    <a:cubicBezTo>
                      <a:pt x="50" y="35"/>
                      <a:pt x="51" y="33"/>
                      <a:pt x="50" y="34"/>
                    </a:cubicBezTo>
                    <a:cubicBezTo>
                      <a:pt x="49" y="36"/>
                      <a:pt x="51" y="34"/>
                      <a:pt x="51" y="35"/>
                    </a:cubicBezTo>
                    <a:cubicBezTo>
                      <a:pt x="52" y="33"/>
                      <a:pt x="53" y="32"/>
                      <a:pt x="53" y="33"/>
                    </a:cubicBezTo>
                    <a:cubicBezTo>
                      <a:pt x="51" y="35"/>
                      <a:pt x="51" y="35"/>
                      <a:pt x="51" y="35"/>
                    </a:cubicBezTo>
                    <a:cubicBezTo>
                      <a:pt x="53" y="34"/>
                      <a:pt x="52" y="37"/>
                      <a:pt x="55" y="35"/>
                    </a:cubicBezTo>
                    <a:cubicBezTo>
                      <a:pt x="54" y="36"/>
                      <a:pt x="54" y="36"/>
                      <a:pt x="54" y="36"/>
                    </a:cubicBezTo>
                    <a:cubicBezTo>
                      <a:pt x="56" y="35"/>
                      <a:pt x="55" y="38"/>
                      <a:pt x="58" y="35"/>
                    </a:cubicBezTo>
                    <a:cubicBezTo>
                      <a:pt x="57" y="36"/>
                      <a:pt x="57" y="37"/>
                      <a:pt x="57" y="37"/>
                    </a:cubicBezTo>
                    <a:cubicBezTo>
                      <a:pt x="58" y="36"/>
                      <a:pt x="58" y="36"/>
                      <a:pt x="60" y="35"/>
                    </a:cubicBezTo>
                    <a:cubicBezTo>
                      <a:pt x="60" y="35"/>
                      <a:pt x="59" y="36"/>
                      <a:pt x="59" y="36"/>
                    </a:cubicBezTo>
                    <a:cubicBezTo>
                      <a:pt x="59" y="37"/>
                      <a:pt x="58" y="39"/>
                      <a:pt x="60" y="37"/>
                    </a:cubicBezTo>
                    <a:cubicBezTo>
                      <a:pt x="59" y="38"/>
                      <a:pt x="59" y="38"/>
                      <a:pt x="59" y="38"/>
                    </a:cubicBezTo>
                    <a:cubicBezTo>
                      <a:pt x="60" y="37"/>
                      <a:pt x="62" y="36"/>
                      <a:pt x="61" y="38"/>
                    </a:cubicBezTo>
                    <a:cubicBezTo>
                      <a:pt x="62" y="37"/>
                      <a:pt x="62" y="36"/>
                      <a:pt x="63" y="35"/>
                    </a:cubicBezTo>
                    <a:cubicBezTo>
                      <a:pt x="64" y="35"/>
                      <a:pt x="62" y="37"/>
                      <a:pt x="63" y="36"/>
                    </a:cubicBezTo>
                    <a:cubicBezTo>
                      <a:pt x="62" y="37"/>
                      <a:pt x="62" y="37"/>
                      <a:pt x="62" y="37"/>
                    </a:cubicBezTo>
                    <a:cubicBezTo>
                      <a:pt x="62" y="38"/>
                      <a:pt x="63" y="38"/>
                      <a:pt x="64" y="38"/>
                    </a:cubicBezTo>
                    <a:cubicBezTo>
                      <a:pt x="63" y="40"/>
                      <a:pt x="65" y="38"/>
                      <a:pt x="65" y="39"/>
                    </a:cubicBezTo>
                    <a:cubicBezTo>
                      <a:pt x="66" y="38"/>
                      <a:pt x="65" y="40"/>
                      <a:pt x="67" y="38"/>
                    </a:cubicBezTo>
                    <a:cubicBezTo>
                      <a:pt x="66" y="39"/>
                      <a:pt x="66" y="39"/>
                      <a:pt x="66" y="39"/>
                    </a:cubicBezTo>
                    <a:cubicBezTo>
                      <a:pt x="66" y="39"/>
                      <a:pt x="67" y="40"/>
                      <a:pt x="67" y="40"/>
                    </a:cubicBezTo>
                    <a:cubicBezTo>
                      <a:pt x="67" y="41"/>
                      <a:pt x="68" y="39"/>
                      <a:pt x="69" y="39"/>
                    </a:cubicBezTo>
                    <a:cubicBezTo>
                      <a:pt x="68" y="40"/>
                      <a:pt x="68" y="40"/>
                      <a:pt x="68" y="40"/>
                    </a:cubicBezTo>
                    <a:cubicBezTo>
                      <a:pt x="68" y="39"/>
                      <a:pt x="70" y="38"/>
                      <a:pt x="71" y="37"/>
                    </a:cubicBezTo>
                    <a:cubicBezTo>
                      <a:pt x="71" y="38"/>
                      <a:pt x="71" y="37"/>
                      <a:pt x="71" y="38"/>
                    </a:cubicBezTo>
                    <a:cubicBezTo>
                      <a:pt x="70" y="38"/>
                      <a:pt x="69" y="39"/>
                      <a:pt x="68" y="41"/>
                    </a:cubicBezTo>
                    <a:cubicBezTo>
                      <a:pt x="67" y="41"/>
                      <a:pt x="70" y="39"/>
                      <a:pt x="69" y="40"/>
                    </a:cubicBezTo>
                    <a:cubicBezTo>
                      <a:pt x="69" y="41"/>
                      <a:pt x="69" y="41"/>
                      <a:pt x="70" y="39"/>
                    </a:cubicBezTo>
                    <a:cubicBezTo>
                      <a:pt x="69" y="41"/>
                      <a:pt x="69" y="41"/>
                      <a:pt x="69" y="41"/>
                    </a:cubicBezTo>
                    <a:cubicBezTo>
                      <a:pt x="69" y="41"/>
                      <a:pt x="69" y="41"/>
                      <a:pt x="70" y="40"/>
                    </a:cubicBezTo>
                    <a:cubicBezTo>
                      <a:pt x="70" y="41"/>
                      <a:pt x="70" y="40"/>
                      <a:pt x="70" y="40"/>
                    </a:cubicBezTo>
                    <a:cubicBezTo>
                      <a:pt x="71" y="39"/>
                      <a:pt x="71" y="39"/>
                      <a:pt x="73" y="38"/>
                    </a:cubicBezTo>
                    <a:cubicBezTo>
                      <a:pt x="72" y="38"/>
                      <a:pt x="72" y="38"/>
                      <a:pt x="72" y="38"/>
                    </a:cubicBezTo>
                    <a:cubicBezTo>
                      <a:pt x="73" y="37"/>
                      <a:pt x="74" y="37"/>
                      <a:pt x="73" y="38"/>
                    </a:cubicBezTo>
                    <a:cubicBezTo>
                      <a:pt x="72" y="39"/>
                      <a:pt x="71" y="40"/>
                      <a:pt x="70" y="40"/>
                    </a:cubicBezTo>
                    <a:cubicBezTo>
                      <a:pt x="74" y="38"/>
                      <a:pt x="74" y="38"/>
                      <a:pt x="74" y="38"/>
                    </a:cubicBezTo>
                    <a:cubicBezTo>
                      <a:pt x="73" y="39"/>
                      <a:pt x="73" y="38"/>
                      <a:pt x="74" y="37"/>
                    </a:cubicBezTo>
                    <a:cubicBezTo>
                      <a:pt x="73" y="38"/>
                      <a:pt x="73" y="38"/>
                      <a:pt x="73" y="38"/>
                    </a:cubicBezTo>
                    <a:cubicBezTo>
                      <a:pt x="74" y="36"/>
                      <a:pt x="74" y="36"/>
                      <a:pt x="74" y="36"/>
                    </a:cubicBezTo>
                    <a:cubicBezTo>
                      <a:pt x="74" y="37"/>
                      <a:pt x="75" y="35"/>
                      <a:pt x="73" y="36"/>
                    </a:cubicBezTo>
                    <a:cubicBezTo>
                      <a:pt x="72" y="37"/>
                      <a:pt x="72" y="37"/>
                      <a:pt x="72" y="37"/>
                    </a:cubicBezTo>
                    <a:cubicBezTo>
                      <a:pt x="72" y="37"/>
                      <a:pt x="71" y="39"/>
                      <a:pt x="72" y="37"/>
                    </a:cubicBezTo>
                    <a:cubicBezTo>
                      <a:pt x="73" y="36"/>
                      <a:pt x="73" y="36"/>
                      <a:pt x="73" y="36"/>
                    </a:cubicBezTo>
                    <a:cubicBezTo>
                      <a:pt x="73" y="36"/>
                      <a:pt x="73" y="36"/>
                      <a:pt x="73" y="36"/>
                    </a:cubicBezTo>
                    <a:cubicBezTo>
                      <a:pt x="75" y="34"/>
                      <a:pt x="75" y="34"/>
                      <a:pt x="75" y="34"/>
                    </a:cubicBezTo>
                    <a:cubicBezTo>
                      <a:pt x="72" y="37"/>
                      <a:pt x="73" y="35"/>
                      <a:pt x="73" y="35"/>
                    </a:cubicBezTo>
                    <a:cubicBezTo>
                      <a:pt x="73" y="35"/>
                      <a:pt x="73" y="35"/>
                      <a:pt x="73" y="35"/>
                    </a:cubicBezTo>
                    <a:cubicBezTo>
                      <a:pt x="74" y="34"/>
                      <a:pt x="72" y="36"/>
                      <a:pt x="72" y="36"/>
                    </a:cubicBezTo>
                    <a:cubicBezTo>
                      <a:pt x="72" y="35"/>
                      <a:pt x="74" y="33"/>
                      <a:pt x="75" y="33"/>
                    </a:cubicBezTo>
                    <a:cubicBezTo>
                      <a:pt x="74" y="32"/>
                      <a:pt x="72" y="33"/>
                      <a:pt x="73" y="32"/>
                    </a:cubicBezTo>
                    <a:cubicBezTo>
                      <a:pt x="73" y="32"/>
                      <a:pt x="72" y="32"/>
                      <a:pt x="71" y="33"/>
                    </a:cubicBezTo>
                    <a:cubicBezTo>
                      <a:pt x="71" y="33"/>
                      <a:pt x="73" y="31"/>
                      <a:pt x="72" y="32"/>
                    </a:cubicBezTo>
                    <a:cubicBezTo>
                      <a:pt x="73" y="30"/>
                      <a:pt x="74" y="29"/>
                      <a:pt x="75" y="28"/>
                    </a:cubicBezTo>
                    <a:cubicBezTo>
                      <a:pt x="75" y="28"/>
                      <a:pt x="76" y="27"/>
                      <a:pt x="75" y="27"/>
                    </a:cubicBezTo>
                    <a:cubicBezTo>
                      <a:pt x="76" y="27"/>
                      <a:pt x="76" y="26"/>
                      <a:pt x="76" y="26"/>
                    </a:cubicBezTo>
                    <a:cubicBezTo>
                      <a:pt x="75" y="27"/>
                      <a:pt x="74" y="28"/>
                      <a:pt x="74" y="29"/>
                    </a:cubicBezTo>
                    <a:cubicBezTo>
                      <a:pt x="73" y="31"/>
                      <a:pt x="74" y="29"/>
                      <a:pt x="72" y="31"/>
                    </a:cubicBezTo>
                    <a:cubicBezTo>
                      <a:pt x="72" y="30"/>
                      <a:pt x="72" y="30"/>
                      <a:pt x="71" y="30"/>
                    </a:cubicBezTo>
                    <a:cubicBezTo>
                      <a:pt x="71" y="30"/>
                      <a:pt x="72" y="29"/>
                      <a:pt x="73" y="28"/>
                    </a:cubicBezTo>
                    <a:cubicBezTo>
                      <a:pt x="72" y="29"/>
                      <a:pt x="71" y="30"/>
                      <a:pt x="71" y="29"/>
                    </a:cubicBezTo>
                    <a:cubicBezTo>
                      <a:pt x="70" y="31"/>
                      <a:pt x="70" y="31"/>
                      <a:pt x="69" y="32"/>
                    </a:cubicBezTo>
                    <a:cubicBezTo>
                      <a:pt x="68" y="32"/>
                      <a:pt x="68" y="33"/>
                      <a:pt x="68" y="33"/>
                    </a:cubicBezTo>
                    <a:cubicBezTo>
                      <a:pt x="69" y="31"/>
                      <a:pt x="71" y="29"/>
                      <a:pt x="71" y="29"/>
                    </a:cubicBezTo>
                    <a:cubicBezTo>
                      <a:pt x="72" y="27"/>
                      <a:pt x="71" y="29"/>
                      <a:pt x="72" y="27"/>
                    </a:cubicBezTo>
                    <a:cubicBezTo>
                      <a:pt x="74" y="25"/>
                      <a:pt x="75" y="26"/>
                      <a:pt x="74" y="27"/>
                    </a:cubicBezTo>
                    <a:cubicBezTo>
                      <a:pt x="76" y="25"/>
                      <a:pt x="74" y="26"/>
                      <a:pt x="75" y="25"/>
                    </a:cubicBezTo>
                    <a:cubicBezTo>
                      <a:pt x="75" y="25"/>
                      <a:pt x="74" y="25"/>
                      <a:pt x="73" y="26"/>
                    </a:cubicBezTo>
                    <a:cubicBezTo>
                      <a:pt x="73" y="26"/>
                      <a:pt x="73" y="27"/>
                      <a:pt x="72" y="27"/>
                    </a:cubicBezTo>
                    <a:cubicBezTo>
                      <a:pt x="70" y="29"/>
                      <a:pt x="73" y="26"/>
                      <a:pt x="73" y="25"/>
                    </a:cubicBezTo>
                    <a:cubicBezTo>
                      <a:pt x="73" y="25"/>
                      <a:pt x="73" y="25"/>
                      <a:pt x="73" y="25"/>
                    </a:cubicBezTo>
                    <a:cubicBezTo>
                      <a:pt x="74" y="24"/>
                      <a:pt x="72" y="26"/>
                      <a:pt x="72" y="25"/>
                    </a:cubicBezTo>
                    <a:cubicBezTo>
                      <a:pt x="74" y="23"/>
                      <a:pt x="73" y="25"/>
                      <a:pt x="74" y="24"/>
                    </a:cubicBezTo>
                    <a:cubicBezTo>
                      <a:pt x="76" y="22"/>
                      <a:pt x="76" y="22"/>
                      <a:pt x="76" y="22"/>
                    </a:cubicBezTo>
                    <a:cubicBezTo>
                      <a:pt x="75" y="21"/>
                      <a:pt x="74" y="24"/>
                      <a:pt x="74" y="23"/>
                    </a:cubicBezTo>
                    <a:cubicBezTo>
                      <a:pt x="75" y="22"/>
                      <a:pt x="75" y="22"/>
                      <a:pt x="75" y="22"/>
                    </a:cubicBezTo>
                    <a:cubicBezTo>
                      <a:pt x="74" y="22"/>
                      <a:pt x="74" y="22"/>
                      <a:pt x="74" y="22"/>
                    </a:cubicBezTo>
                    <a:cubicBezTo>
                      <a:pt x="73" y="23"/>
                      <a:pt x="72" y="25"/>
                      <a:pt x="73" y="25"/>
                    </a:cubicBezTo>
                    <a:cubicBezTo>
                      <a:pt x="70" y="27"/>
                      <a:pt x="72" y="25"/>
                      <a:pt x="71" y="25"/>
                    </a:cubicBezTo>
                    <a:cubicBezTo>
                      <a:pt x="70" y="27"/>
                      <a:pt x="72" y="25"/>
                      <a:pt x="71" y="27"/>
                    </a:cubicBezTo>
                    <a:cubicBezTo>
                      <a:pt x="70" y="28"/>
                      <a:pt x="69" y="28"/>
                      <a:pt x="69" y="28"/>
                    </a:cubicBezTo>
                    <a:cubicBezTo>
                      <a:pt x="69" y="28"/>
                      <a:pt x="70" y="26"/>
                      <a:pt x="71" y="25"/>
                    </a:cubicBezTo>
                    <a:cubicBezTo>
                      <a:pt x="71" y="25"/>
                      <a:pt x="71" y="25"/>
                      <a:pt x="71" y="26"/>
                    </a:cubicBezTo>
                    <a:cubicBezTo>
                      <a:pt x="72" y="25"/>
                      <a:pt x="73" y="23"/>
                      <a:pt x="74" y="22"/>
                    </a:cubicBezTo>
                    <a:cubicBezTo>
                      <a:pt x="74" y="21"/>
                      <a:pt x="72" y="24"/>
                      <a:pt x="72" y="23"/>
                    </a:cubicBezTo>
                    <a:cubicBezTo>
                      <a:pt x="73" y="23"/>
                      <a:pt x="71" y="24"/>
                      <a:pt x="71" y="25"/>
                    </a:cubicBezTo>
                    <a:cubicBezTo>
                      <a:pt x="68" y="29"/>
                      <a:pt x="73" y="22"/>
                      <a:pt x="72" y="22"/>
                    </a:cubicBezTo>
                    <a:cubicBezTo>
                      <a:pt x="70" y="25"/>
                      <a:pt x="69" y="25"/>
                      <a:pt x="67" y="28"/>
                    </a:cubicBezTo>
                    <a:cubicBezTo>
                      <a:pt x="67" y="29"/>
                      <a:pt x="66" y="29"/>
                      <a:pt x="66" y="29"/>
                    </a:cubicBezTo>
                    <a:cubicBezTo>
                      <a:pt x="68" y="27"/>
                      <a:pt x="67" y="27"/>
                      <a:pt x="69" y="26"/>
                    </a:cubicBezTo>
                    <a:cubicBezTo>
                      <a:pt x="68" y="26"/>
                      <a:pt x="68" y="26"/>
                      <a:pt x="68" y="26"/>
                    </a:cubicBezTo>
                    <a:cubicBezTo>
                      <a:pt x="70" y="24"/>
                      <a:pt x="70" y="24"/>
                      <a:pt x="70" y="24"/>
                    </a:cubicBezTo>
                    <a:cubicBezTo>
                      <a:pt x="71" y="23"/>
                      <a:pt x="71" y="21"/>
                      <a:pt x="72" y="21"/>
                    </a:cubicBezTo>
                    <a:cubicBezTo>
                      <a:pt x="71" y="21"/>
                      <a:pt x="71" y="22"/>
                      <a:pt x="70" y="22"/>
                    </a:cubicBezTo>
                    <a:cubicBezTo>
                      <a:pt x="71" y="22"/>
                      <a:pt x="71" y="21"/>
                      <a:pt x="71" y="21"/>
                    </a:cubicBezTo>
                    <a:cubicBezTo>
                      <a:pt x="71" y="22"/>
                      <a:pt x="69" y="23"/>
                      <a:pt x="69" y="23"/>
                    </a:cubicBezTo>
                    <a:cubicBezTo>
                      <a:pt x="69" y="23"/>
                      <a:pt x="70" y="22"/>
                      <a:pt x="70" y="21"/>
                    </a:cubicBezTo>
                    <a:cubicBezTo>
                      <a:pt x="71" y="20"/>
                      <a:pt x="71" y="20"/>
                      <a:pt x="71" y="20"/>
                    </a:cubicBezTo>
                    <a:cubicBezTo>
                      <a:pt x="70" y="21"/>
                      <a:pt x="72" y="19"/>
                      <a:pt x="71" y="20"/>
                    </a:cubicBezTo>
                    <a:cubicBezTo>
                      <a:pt x="69" y="23"/>
                      <a:pt x="69" y="23"/>
                      <a:pt x="69" y="23"/>
                    </a:cubicBezTo>
                    <a:cubicBezTo>
                      <a:pt x="68" y="23"/>
                      <a:pt x="69" y="22"/>
                      <a:pt x="69" y="22"/>
                    </a:cubicBezTo>
                    <a:cubicBezTo>
                      <a:pt x="70" y="21"/>
                      <a:pt x="70" y="21"/>
                      <a:pt x="70" y="21"/>
                    </a:cubicBezTo>
                    <a:cubicBezTo>
                      <a:pt x="69" y="22"/>
                      <a:pt x="71" y="19"/>
                      <a:pt x="71" y="19"/>
                    </a:cubicBezTo>
                    <a:cubicBezTo>
                      <a:pt x="70" y="21"/>
                      <a:pt x="70" y="21"/>
                      <a:pt x="70" y="21"/>
                    </a:cubicBezTo>
                    <a:cubicBezTo>
                      <a:pt x="71" y="19"/>
                      <a:pt x="71" y="19"/>
                      <a:pt x="71" y="19"/>
                    </a:cubicBezTo>
                    <a:cubicBezTo>
                      <a:pt x="70" y="20"/>
                      <a:pt x="70" y="20"/>
                      <a:pt x="70" y="20"/>
                    </a:cubicBezTo>
                    <a:cubicBezTo>
                      <a:pt x="70" y="19"/>
                      <a:pt x="70" y="19"/>
                      <a:pt x="70" y="19"/>
                    </a:cubicBezTo>
                    <a:cubicBezTo>
                      <a:pt x="70" y="20"/>
                      <a:pt x="68" y="22"/>
                      <a:pt x="69" y="20"/>
                    </a:cubicBezTo>
                    <a:cubicBezTo>
                      <a:pt x="68" y="22"/>
                      <a:pt x="69" y="20"/>
                      <a:pt x="69" y="21"/>
                    </a:cubicBezTo>
                    <a:cubicBezTo>
                      <a:pt x="68" y="23"/>
                      <a:pt x="68" y="22"/>
                      <a:pt x="67" y="22"/>
                    </a:cubicBezTo>
                    <a:cubicBezTo>
                      <a:pt x="69" y="20"/>
                      <a:pt x="67" y="22"/>
                      <a:pt x="67" y="22"/>
                    </a:cubicBezTo>
                    <a:cubicBezTo>
                      <a:pt x="68" y="20"/>
                      <a:pt x="68" y="20"/>
                      <a:pt x="68" y="20"/>
                    </a:cubicBezTo>
                    <a:cubicBezTo>
                      <a:pt x="67" y="22"/>
                      <a:pt x="67" y="22"/>
                      <a:pt x="67" y="22"/>
                    </a:cubicBezTo>
                    <a:cubicBezTo>
                      <a:pt x="69" y="19"/>
                      <a:pt x="66" y="22"/>
                      <a:pt x="67" y="21"/>
                    </a:cubicBezTo>
                    <a:cubicBezTo>
                      <a:pt x="67" y="20"/>
                      <a:pt x="68" y="19"/>
                      <a:pt x="68" y="18"/>
                    </a:cubicBezTo>
                    <a:cubicBezTo>
                      <a:pt x="67" y="21"/>
                      <a:pt x="66" y="21"/>
                      <a:pt x="65" y="23"/>
                    </a:cubicBezTo>
                    <a:cubicBezTo>
                      <a:pt x="66" y="22"/>
                      <a:pt x="67" y="20"/>
                      <a:pt x="68" y="18"/>
                    </a:cubicBezTo>
                    <a:cubicBezTo>
                      <a:pt x="67" y="20"/>
                      <a:pt x="69" y="17"/>
                      <a:pt x="67" y="19"/>
                    </a:cubicBezTo>
                    <a:cubicBezTo>
                      <a:pt x="67" y="20"/>
                      <a:pt x="66" y="20"/>
                      <a:pt x="65" y="21"/>
                    </a:cubicBezTo>
                    <a:cubicBezTo>
                      <a:pt x="65" y="21"/>
                      <a:pt x="66" y="20"/>
                      <a:pt x="66" y="19"/>
                    </a:cubicBezTo>
                    <a:cubicBezTo>
                      <a:pt x="66" y="20"/>
                      <a:pt x="65" y="21"/>
                      <a:pt x="65" y="22"/>
                    </a:cubicBezTo>
                    <a:cubicBezTo>
                      <a:pt x="65" y="21"/>
                      <a:pt x="63" y="23"/>
                      <a:pt x="64" y="22"/>
                    </a:cubicBezTo>
                    <a:cubicBezTo>
                      <a:pt x="65" y="21"/>
                      <a:pt x="65" y="22"/>
                      <a:pt x="65" y="20"/>
                    </a:cubicBezTo>
                    <a:cubicBezTo>
                      <a:pt x="65" y="20"/>
                      <a:pt x="63" y="24"/>
                      <a:pt x="62" y="24"/>
                    </a:cubicBezTo>
                    <a:cubicBezTo>
                      <a:pt x="62" y="25"/>
                      <a:pt x="60" y="27"/>
                      <a:pt x="60" y="28"/>
                    </a:cubicBezTo>
                    <a:cubicBezTo>
                      <a:pt x="60" y="27"/>
                      <a:pt x="60" y="27"/>
                      <a:pt x="61" y="25"/>
                    </a:cubicBezTo>
                    <a:cubicBezTo>
                      <a:pt x="61" y="26"/>
                      <a:pt x="61" y="26"/>
                      <a:pt x="61" y="26"/>
                    </a:cubicBezTo>
                    <a:cubicBezTo>
                      <a:pt x="62" y="23"/>
                      <a:pt x="64" y="22"/>
                      <a:pt x="65" y="20"/>
                    </a:cubicBezTo>
                    <a:cubicBezTo>
                      <a:pt x="64" y="20"/>
                      <a:pt x="64" y="20"/>
                      <a:pt x="64" y="20"/>
                    </a:cubicBezTo>
                    <a:cubicBezTo>
                      <a:pt x="66" y="18"/>
                      <a:pt x="66" y="18"/>
                      <a:pt x="66" y="18"/>
                    </a:cubicBezTo>
                    <a:cubicBezTo>
                      <a:pt x="65" y="19"/>
                      <a:pt x="65" y="18"/>
                      <a:pt x="65" y="18"/>
                    </a:cubicBezTo>
                    <a:cubicBezTo>
                      <a:pt x="64" y="20"/>
                      <a:pt x="65" y="18"/>
                      <a:pt x="65" y="19"/>
                    </a:cubicBezTo>
                    <a:cubicBezTo>
                      <a:pt x="64" y="19"/>
                      <a:pt x="63" y="22"/>
                      <a:pt x="63" y="21"/>
                    </a:cubicBezTo>
                    <a:cubicBezTo>
                      <a:pt x="65" y="18"/>
                      <a:pt x="65" y="18"/>
                      <a:pt x="65" y="18"/>
                    </a:cubicBezTo>
                    <a:cubicBezTo>
                      <a:pt x="65" y="17"/>
                      <a:pt x="64" y="20"/>
                      <a:pt x="64" y="19"/>
                    </a:cubicBezTo>
                    <a:cubicBezTo>
                      <a:pt x="65" y="18"/>
                      <a:pt x="65" y="18"/>
                      <a:pt x="65" y="18"/>
                    </a:cubicBezTo>
                    <a:cubicBezTo>
                      <a:pt x="64" y="17"/>
                      <a:pt x="63" y="17"/>
                      <a:pt x="60" y="20"/>
                    </a:cubicBezTo>
                    <a:cubicBezTo>
                      <a:pt x="61" y="19"/>
                      <a:pt x="61" y="18"/>
                      <a:pt x="61" y="17"/>
                    </a:cubicBezTo>
                    <a:cubicBezTo>
                      <a:pt x="61" y="18"/>
                      <a:pt x="60" y="19"/>
                      <a:pt x="60" y="19"/>
                    </a:cubicBezTo>
                    <a:cubicBezTo>
                      <a:pt x="61" y="17"/>
                      <a:pt x="61" y="17"/>
                      <a:pt x="61" y="17"/>
                    </a:cubicBezTo>
                    <a:cubicBezTo>
                      <a:pt x="61" y="16"/>
                      <a:pt x="60" y="17"/>
                      <a:pt x="59" y="18"/>
                    </a:cubicBezTo>
                    <a:cubicBezTo>
                      <a:pt x="60" y="17"/>
                      <a:pt x="60" y="17"/>
                      <a:pt x="60" y="17"/>
                    </a:cubicBezTo>
                    <a:cubicBezTo>
                      <a:pt x="61" y="16"/>
                      <a:pt x="59" y="18"/>
                      <a:pt x="59" y="18"/>
                    </a:cubicBezTo>
                    <a:cubicBezTo>
                      <a:pt x="60" y="17"/>
                      <a:pt x="60" y="17"/>
                      <a:pt x="60" y="17"/>
                    </a:cubicBezTo>
                    <a:cubicBezTo>
                      <a:pt x="59" y="18"/>
                      <a:pt x="59" y="18"/>
                      <a:pt x="59" y="18"/>
                    </a:cubicBezTo>
                    <a:cubicBezTo>
                      <a:pt x="58" y="19"/>
                      <a:pt x="58" y="18"/>
                      <a:pt x="60" y="16"/>
                    </a:cubicBezTo>
                    <a:cubicBezTo>
                      <a:pt x="59" y="18"/>
                      <a:pt x="59" y="18"/>
                      <a:pt x="59" y="18"/>
                    </a:cubicBezTo>
                    <a:cubicBezTo>
                      <a:pt x="59" y="16"/>
                      <a:pt x="59" y="16"/>
                      <a:pt x="58" y="17"/>
                    </a:cubicBezTo>
                    <a:cubicBezTo>
                      <a:pt x="58" y="17"/>
                      <a:pt x="58" y="18"/>
                      <a:pt x="57" y="19"/>
                    </a:cubicBezTo>
                    <a:cubicBezTo>
                      <a:pt x="56" y="21"/>
                      <a:pt x="57" y="19"/>
                      <a:pt x="56" y="20"/>
                    </a:cubicBezTo>
                    <a:cubicBezTo>
                      <a:pt x="57" y="18"/>
                      <a:pt x="57" y="18"/>
                      <a:pt x="57" y="18"/>
                    </a:cubicBezTo>
                    <a:cubicBezTo>
                      <a:pt x="59" y="15"/>
                      <a:pt x="57" y="17"/>
                      <a:pt x="56" y="16"/>
                    </a:cubicBezTo>
                    <a:cubicBezTo>
                      <a:pt x="56" y="17"/>
                      <a:pt x="56" y="17"/>
                      <a:pt x="56" y="17"/>
                    </a:cubicBezTo>
                    <a:cubicBezTo>
                      <a:pt x="57" y="15"/>
                      <a:pt x="55" y="17"/>
                      <a:pt x="55" y="15"/>
                    </a:cubicBezTo>
                    <a:cubicBezTo>
                      <a:pt x="55" y="16"/>
                      <a:pt x="53" y="19"/>
                      <a:pt x="53" y="19"/>
                    </a:cubicBezTo>
                    <a:cubicBezTo>
                      <a:pt x="52" y="20"/>
                      <a:pt x="54" y="16"/>
                      <a:pt x="55" y="15"/>
                    </a:cubicBezTo>
                    <a:cubicBezTo>
                      <a:pt x="54" y="16"/>
                      <a:pt x="54" y="16"/>
                      <a:pt x="54" y="16"/>
                    </a:cubicBezTo>
                    <a:cubicBezTo>
                      <a:pt x="54" y="16"/>
                      <a:pt x="54" y="16"/>
                      <a:pt x="54" y="16"/>
                    </a:cubicBezTo>
                    <a:cubicBezTo>
                      <a:pt x="53" y="16"/>
                      <a:pt x="53" y="17"/>
                      <a:pt x="53" y="16"/>
                    </a:cubicBezTo>
                    <a:cubicBezTo>
                      <a:pt x="53" y="16"/>
                      <a:pt x="53" y="16"/>
                      <a:pt x="53" y="16"/>
                    </a:cubicBezTo>
                    <a:cubicBezTo>
                      <a:pt x="53" y="16"/>
                      <a:pt x="54" y="14"/>
                      <a:pt x="53" y="15"/>
                    </a:cubicBezTo>
                    <a:cubicBezTo>
                      <a:pt x="52" y="16"/>
                      <a:pt x="53" y="15"/>
                      <a:pt x="52" y="16"/>
                    </a:cubicBezTo>
                    <a:cubicBezTo>
                      <a:pt x="52" y="16"/>
                      <a:pt x="52" y="16"/>
                      <a:pt x="52" y="16"/>
                    </a:cubicBezTo>
                    <a:cubicBezTo>
                      <a:pt x="51" y="17"/>
                      <a:pt x="51" y="17"/>
                      <a:pt x="51" y="17"/>
                    </a:cubicBezTo>
                    <a:cubicBezTo>
                      <a:pt x="52" y="16"/>
                      <a:pt x="52" y="16"/>
                      <a:pt x="52" y="16"/>
                    </a:cubicBezTo>
                    <a:cubicBezTo>
                      <a:pt x="53" y="15"/>
                      <a:pt x="53" y="15"/>
                      <a:pt x="53" y="15"/>
                    </a:cubicBezTo>
                    <a:cubicBezTo>
                      <a:pt x="53" y="14"/>
                      <a:pt x="52" y="16"/>
                      <a:pt x="51" y="17"/>
                    </a:cubicBezTo>
                    <a:cubicBezTo>
                      <a:pt x="51" y="18"/>
                      <a:pt x="51" y="16"/>
                      <a:pt x="51" y="16"/>
                    </a:cubicBezTo>
                    <a:cubicBezTo>
                      <a:pt x="52" y="15"/>
                      <a:pt x="51" y="16"/>
                      <a:pt x="52" y="16"/>
                    </a:cubicBezTo>
                    <a:cubicBezTo>
                      <a:pt x="52" y="15"/>
                      <a:pt x="52" y="15"/>
                      <a:pt x="52" y="14"/>
                    </a:cubicBezTo>
                    <a:cubicBezTo>
                      <a:pt x="52" y="14"/>
                      <a:pt x="51" y="16"/>
                      <a:pt x="51" y="16"/>
                    </a:cubicBezTo>
                    <a:cubicBezTo>
                      <a:pt x="51" y="15"/>
                      <a:pt x="51" y="16"/>
                      <a:pt x="52" y="14"/>
                    </a:cubicBezTo>
                    <a:cubicBezTo>
                      <a:pt x="51" y="15"/>
                      <a:pt x="51" y="15"/>
                      <a:pt x="51" y="15"/>
                    </a:cubicBezTo>
                    <a:cubicBezTo>
                      <a:pt x="51" y="16"/>
                      <a:pt x="51" y="16"/>
                      <a:pt x="50" y="17"/>
                    </a:cubicBezTo>
                    <a:cubicBezTo>
                      <a:pt x="50" y="17"/>
                      <a:pt x="49" y="18"/>
                      <a:pt x="50" y="17"/>
                    </a:cubicBezTo>
                    <a:cubicBezTo>
                      <a:pt x="50" y="17"/>
                      <a:pt x="50" y="17"/>
                      <a:pt x="50" y="17"/>
                    </a:cubicBezTo>
                    <a:cubicBezTo>
                      <a:pt x="50" y="17"/>
                      <a:pt x="50" y="16"/>
                      <a:pt x="49" y="18"/>
                    </a:cubicBezTo>
                    <a:cubicBezTo>
                      <a:pt x="50" y="16"/>
                      <a:pt x="50" y="16"/>
                      <a:pt x="50" y="16"/>
                    </a:cubicBezTo>
                    <a:cubicBezTo>
                      <a:pt x="49" y="17"/>
                      <a:pt x="49" y="17"/>
                      <a:pt x="49" y="17"/>
                    </a:cubicBezTo>
                    <a:cubicBezTo>
                      <a:pt x="50" y="15"/>
                      <a:pt x="51" y="14"/>
                      <a:pt x="51" y="13"/>
                    </a:cubicBezTo>
                    <a:cubicBezTo>
                      <a:pt x="50" y="15"/>
                      <a:pt x="50" y="15"/>
                      <a:pt x="50" y="15"/>
                    </a:cubicBezTo>
                    <a:cubicBezTo>
                      <a:pt x="49" y="15"/>
                      <a:pt x="50" y="14"/>
                      <a:pt x="50" y="14"/>
                    </a:cubicBezTo>
                    <a:cubicBezTo>
                      <a:pt x="50" y="12"/>
                      <a:pt x="47" y="18"/>
                      <a:pt x="48" y="16"/>
                    </a:cubicBezTo>
                    <a:cubicBezTo>
                      <a:pt x="49" y="14"/>
                      <a:pt x="49" y="14"/>
                      <a:pt x="49" y="13"/>
                    </a:cubicBezTo>
                    <a:cubicBezTo>
                      <a:pt x="49" y="14"/>
                      <a:pt x="48" y="14"/>
                      <a:pt x="48" y="14"/>
                    </a:cubicBezTo>
                    <a:cubicBezTo>
                      <a:pt x="48" y="15"/>
                      <a:pt x="49" y="13"/>
                      <a:pt x="49" y="14"/>
                    </a:cubicBezTo>
                    <a:cubicBezTo>
                      <a:pt x="48" y="16"/>
                      <a:pt x="48" y="15"/>
                      <a:pt x="48" y="15"/>
                    </a:cubicBezTo>
                    <a:cubicBezTo>
                      <a:pt x="50" y="11"/>
                      <a:pt x="47" y="14"/>
                      <a:pt x="48" y="12"/>
                    </a:cubicBezTo>
                    <a:cubicBezTo>
                      <a:pt x="47" y="14"/>
                      <a:pt x="47" y="12"/>
                      <a:pt x="47" y="13"/>
                    </a:cubicBezTo>
                    <a:cubicBezTo>
                      <a:pt x="48" y="11"/>
                      <a:pt x="46" y="13"/>
                      <a:pt x="47" y="12"/>
                    </a:cubicBezTo>
                    <a:cubicBezTo>
                      <a:pt x="46" y="14"/>
                      <a:pt x="46" y="14"/>
                      <a:pt x="46" y="14"/>
                    </a:cubicBezTo>
                    <a:cubicBezTo>
                      <a:pt x="46" y="13"/>
                      <a:pt x="44" y="18"/>
                      <a:pt x="45" y="15"/>
                    </a:cubicBezTo>
                    <a:cubicBezTo>
                      <a:pt x="45" y="14"/>
                      <a:pt x="46" y="13"/>
                      <a:pt x="46" y="13"/>
                    </a:cubicBezTo>
                    <a:cubicBezTo>
                      <a:pt x="47" y="10"/>
                      <a:pt x="44" y="14"/>
                      <a:pt x="46" y="12"/>
                    </a:cubicBezTo>
                    <a:cubicBezTo>
                      <a:pt x="45" y="12"/>
                      <a:pt x="44" y="14"/>
                      <a:pt x="44" y="15"/>
                    </a:cubicBezTo>
                    <a:cubicBezTo>
                      <a:pt x="44" y="14"/>
                      <a:pt x="44" y="12"/>
                      <a:pt x="45" y="12"/>
                    </a:cubicBezTo>
                    <a:cubicBezTo>
                      <a:pt x="44" y="12"/>
                      <a:pt x="44" y="13"/>
                      <a:pt x="44" y="12"/>
                    </a:cubicBezTo>
                    <a:cubicBezTo>
                      <a:pt x="44" y="11"/>
                      <a:pt x="45" y="11"/>
                      <a:pt x="45" y="11"/>
                    </a:cubicBezTo>
                    <a:cubicBezTo>
                      <a:pt x="45" y="10"/>
                      <a:pt x="44" y="11"/>
                      <a:pt x="44" y="12"/>
                    </a:cubicBezTo>
                    <a:cubicBezTo>
                      <a:pt x="44" y="10"/>
                      <a:pt x="43" y="11"/>
                      <a:pt x="44" y="10"/>
                    </a:cubicBezTo>
                    <a:cubicBezTo>
                      <a:pt x="42" y="12"/>
                      <a:pt x="44" y="9"/>
                      <a:pt x="42" y="12"/>
                    </a:cubicBezTo>
                    <a:cubicBezTo>
                      <a:pt x="43" y="11"/>
                      <a:pt x="43" y="11"/>
                      <a:pt x="43" y="11"/>
                    </a:cubicBezTo>
                    <a:cubicBezTo>
                      <a:pt x="42" y="12"/>
                      <a:pt x="41" y="13"/>
                      <a:pt x="41" y="13"/>
                    </a:cubicBezTo>
                    <a:cubicBezTo>
                      <a:pt x="42" y="12"/>
                      <a:pt x="42" y="12"/>
                      <a:pt x="42" y="12"/>
                    </a:cubicBezTo>
                    <a:cubicBezTo>
                      <a:pt x="43" y="9"/>
                      <a:pt x="42" y="11"/>
                      <a:pt x="42" y="10"/>
                    </a:cubicBezTo>
                    <a:cubicBezTo>
                      <a:pt x="42" y="11"/>
                      <a:pt x="42" y="10"/>
                      <a:pt x="42" y="11"/>
                    </a:cubicBezTo>
                    <a:cubicBezTo>
                      <a:pt x="41" y="12"/>
                      <a:pt x="41" y="12"/>
                      <a:pt x="41" y="12"/>
                    </a:cubicBezTo>
                    <a:cubicBezTo>
                      <a:pt x="40" y="13"/>
                      <a:pt x="40" y="13"/>
                      <a:pt x="40" y="13"/>
                    </a:cubicBezTo>
                    <a:cubicBezTo>
                      <a:pt x="40" y="13"/>
                      <a:pt x="41" y="11"/>
                      <a:pt x="41" y="11"/>
                    </a:cubicBezTo>
                    <a:cubicBezTo>
                      <a:pt x="41" y="10"/>
                      <a:pt x="41" y="10"/>
                      <a:pt x="41" y="11"/>
                    </a:cubicBezTo>
                    <a:cubicBezTo>
                      <a:pt x="41" y="11"/>
                      <a:pt x="41" y="11"/>
                      <a:pt x="41" y="11"/>
                    </a:cubicBezTo>
                    <a:cubicBezTo>
                      <a:pt x="41" y="11"/>
                      <a:pt x="41" y="11"/>
                      <a:pt x="41" y="11"/>
                    </a:cubicBezTo>
                    <a:cubicBezTo>
                      <a:pt x="41" y="11"/>
                      <a:pt x="40" y="11"/>
                      <a:pt x="40" y="11"/>
                    </a:cubicBezTo>
                    <a:cubicBezTo>
                      <a:pt x="40" y="11"/>
                      <a:pt x="40" y="11"/>
                      <a:pt x="40" y="11"/>
                    </a:cubicBezTo>
                    <a:cubicBezTo>
                      <a:pt x="41" y="11"/>
                      <a:pt x="41" y="11"/>
                      <a:pt x="41" y="11"/>
                    </a:cubicBezTo>
                    <a:cubicBezTo>
                      <a:pt x="41" y="10"/>
                      <a:pt x="41" y="10"/>
                      <a:pt x="41" y="10"/>
                    </a:cubicBezTo>
                    <a:cubicBezTo>
                      <a:pt x="41" y="10"/>
                      <a:pt x="41" y="10"/>
                      <a:pt x="41" y="10"/>
                    </a:cubicBezTo>
                    <a:cubicBezTo>
                      <a:pt x="41" y="10"/>
                      <a:pt x="41" y="10"/>
                      <a:pt x="41" y="10"/>
                    </a:cubicBezTo>
                    <a:cubicBezTo>
                      <a:pt x="41" y="8"/>
                      <a:pt x="41" y="8"/>
                      <a:pt x="41" y="8"/>
                    </a:cubicBezTo>
                    <a:cubicBezTo>
                      <a:pt x="41" y="8"/>
                      <a:pt x="40" y="10"/>
                      <a:pt x="40" y="11"/>
                    </a:cubicBezTo>
                    <a:cubicBezTo>
                      <a:pt x="40" y="9"/>
                      <a:pt x="39" y="10"/>
                      <a:pt x="38" y="11"/>
                    </a:cubicBezTo>
                    <a:cubicBezTo>
                      <a:pt x="38" y="11"/>
                      <a:pt x="39" y="10"/>
                      <a:pt x="39" y="10"/>
                    </a:cubicBezTo>
                    <a:cubicBezTo>
                      <a:pt x="38" y="10"/>
                      <a:pt x="38" y="12"/>
                      <a:pt x="38" y="11"/>
                    </a:cubicBezTo>
                    <a:cubicBezTo>
                      <a:pt x="38" y="11"/>
                      <a:pt x="38" y="10"/>
                      <a:pt x="38" y="9"/>
                    </a:cubicBezTo>
                    <a:cubicBezTo>
                      <a:pt x="38" y="9"/>
                      <a:pt x="38" y="11"/>
                      <a:pt x="38" y="11"/>
                    </a:cubicBezTo>
                    <a:cubicBezTo>
                      <a:pt x="38" y="8"/>
                      <a:pt x="36" y="12"/>
                      <a:pt x="37" y="10"/>
                    </a:cubicBezTo>
                    <a:cubicBezTo>
                      <a:pt x="36" y="10"/>
                      <a:pt x="37" y="9"/>
                      <a:pt x="37" y="9"/>
                    </a:cubicBezTo>
                    <a:cubicBezTo>
                      <a:pt x="37" y="9"/>
                      <a:pt x="36" y="10"/>
                      <a:pt x="35" y="11"/>
                    </a:cubicBezTo>
                    <a:cubicBezTo>
                      <a:pt x="36" y="10"/>
                      <a:pt x="36" y="10"/>
                      <a:pt x="36" y="10"/>
                    </a:cubicBezTo>
                    <a:cubicBezTo>
                      <a:pt x="36" y="10"/>
                      <a:pt x="35" y="10"/>
                      <a:pt x="35" y="11"/>
                    </a:cubicBezTo>
                    <a:cubicBezTo>
                      <a:pt x="34" y="12"/>
                      <a:pt x="34" y="13"/>
                      <a:pt x="34" y="13"/>
                    </a:cubicBezTo>
                    <a:cubicBezTo>
                      <a:pt x="34" y="13"/>
                      <a:pt x="34" y="13"/>
                      <a:pt x="34" y="13"/>
                    </a:cubicBezTo>
                    <a:cubicBezTo>
                      <a:pt x="33" y="12"/>
                      <a:pt x="33" y="13"/>
                      <a:pt x="33" y="13"/>
                    </a:cubicBezTo>
                    <a:cubicBezTo>
                      <a:pt x="33" y="12"/>
                      <a:pt x="33" y="13"/>
                      <a:pt x="34" y="12"/>
                    </a:cubicBezTo>
                    <a:cubicBezTo>
                      <a:pt x="35" y="10"/>
                      <a:pt x="34" y="10"/>
                      <a:pt x="34" y="10"/>
                    </a:cubicBezTo>
                    <a:cubicBezTo>
                      <a:pt x="33" y="11"/>
                      <a:pt x="33" y="11"/>
                      <a:pt x="33" y="11"/>
                    </a:cubicBezTo>
                    <a:cubicBezTo>
                      <a:pt x="33" y="12"/>
                      <a:pt x="34" y="10"/>
                      <a:pt x="33" y="10"/>
                    </a:cubicBezTo>
                    <a:cubicBezTo>
                      <a:pt x="31" y="14"/>
                      <a:pt x="31" y="14"/>
                      <a:pt x="31" y="14"/>
                    </a:cubicBezTo>
                    <a:cubicBezTo>
                      <a:pt x="31" y="14"/>
                      <a:pt x="32" y="12"/>
                      <a:pt x="32" y="11"/>
                    </a:cubicBezTo>
                    <a:cubicBezTo>
                      <a:pt x="32" y="12"/>
                      <a:pt x="30" y="14"/>
                      <a:pt x="29" y="15"/>
                    </a:cubicBezTo>
                    <a:cubicBezTo>
                      <a:pt x="30" y="15"/>
                      <a:pt x="29" y="16"/>
                      <a:pt x="29" y="16"/>
                    </a:cubicBezTo>
                    <a:cubicBezTo>
                      <a:pt x="29" y="15"/>
                      <a:pt x="29" y="16"/>
                      <a:pt x="29" y="15"/>
                    </a:cubicBezTo>
                    <a:cubicBezTo>
                      <a:pt x="30" y="14"/>
                      <a:pt x="30" y="14"/>
                      <a:pt x="30" y="14"/>
                    </a:cubicBezTo>
                    <a:cubicBezTo>
                      <a:pt x="30" y="13"/>
                      <a:pt x="31" y="11"/>
                      <a:pt x="31" y="10"/>
                    </a:cubicBezTo>
                    <a:cubicBezTo>
                      <a:pt x="31" y="11"/>
                      <a:pt x="31" y="10"/>
                      <a:pt x="30" y="10"/>
                    </a:cubicBezTo>
                    <a:cubicBezTo>
                      <a:pt x="29" y="12"/>
                      <a:pt x="29" y="11"/>
                      <a:pt x="28" y="13"/>
                    </a:cubicBezTo>
                    <a:cubicBezTo>
                      <a:pt x="28" y="13"/>
                      <a:pt x="29" y="11"/>
                      <a:pt x="29" y="11"/>
                    </a:cubicBezTo>
                    <a:cubicBezTo>
                      <a:pt x="28" y="11"/>
                      <a:pt x="28" y="10"/>
                      <a:pt x="28" y="11"/>
                    </a:cubicBezTo>
                    <a:cubicBezTo>
                      <a:pt x="28" y="10"/>
                      <a:pt x="28" y="10"/>
                      <a:pt x="28" y="10"/>
                    </a:cubicBezTo>
                    <a:cubicBezTo>
                      <a:pt x="28" y="11"/>
                      <a:pt x="27" y="10"/>
                      <a:pt x="26" y="12"/>
                    </a:cubicBezTo>
                    <a:cubicBezTo>
                      <a:pt x="27" y="11"/>
                      <a:pt x="27" y="11"/>
                      <a:pt x="27" y="11"/>
                    </a:cubicBezTo>
                    <a:cubicBezTo>
                      <a:pt x="27" y="10"/>
                      <a:pt x="25" y="14"/>
                      <a:pt x="26" y="12"/>
                    </a:cubicBezTo>
                    <a:cubicBezTo>
                      <a:pt x="26" y="11"/>
                      <a:pt x="26" y="11"/>
                      <a:pt x="26" y="11"/>
                    </a:cubicBezTo>
                    <a:cubicBezTo>
                      <a:pt x="26" y="12"/>
                      <a:pt x="26" y="10"/>
                      <a:pt x="25" y="11"/>
                    </a:cubicBezTo>
                    <a:cubicBezTo>
                      <a:pt x="26" y="10"/>
                      <a:pt x="26" y="10"/>
                      <a:pt x="26" y="10"/>
                    </a:cubicBezTo>
                    <a:cubicBezTo>
                      <a:pt x="26" y="11"/>
                      <a:pt x="25" y="10"/>
                      <a:pt x="24" y="12"/>
                    </a:cubicBezTo>
                    <a:cubicBezTo>
                      <a:pt x="25" y="10"/>
                      <a:pt x="25" y="10"/>
                      <a:pt x="25" y="10"/>
                    </a:cubicBezTo>
                    <a:cubicBezTo>
                      <a:pt x="26" y="9"/>
                      <a:pt x="24" y="12"/>
                      <a:pt x="24" y="11"/>
                    </a:cubicBezTo>
                    <a:cubicBezTo>
                      <a:pt x="24" y="11"/>
                      <a:pt x="25" y="10"/>
                      <a:pt x="25" y="10"/>
                    </a:cubicBezTo>
                    <a:cubicBezTo>
                      <a:pt x="24" y="11"/>
                      <a:pt x="24" y="11"/>
                      <a:pt x="24" y="11"/>
                    </a:cubicBezTo>
                    <a:cubicBezTo>
                      <a:pt x="24" y="9"/>
                      <a:pt x="24" y="9"/>
                      <a:pt x="24" y="9"/>
                    </a:cubicBezTo>
                    <a:cubicBezTo>
                      <a:pt x="23" y="8"/>
                      <a:pt x="22" y="8"/>
                      <a:pt x="20" y="9"/>
                    </a:cubicBezTo>
                    <a:cubicBezTo>
                      <a:pt x="21" y="7"/>
                      <a:pt x="21" y="8"/>
                      <a:pt x="22" y="6"/>
                    </a:cubicBezTo>
                    <a:cubicBezTo>
                      <a:pt x="21" y="8"/>
                      <a:pt x="21" y="7"/>
                      <a:pt x="21" y="7"/>
                    </a:cubicBezTo>
                    <a:cubicBezTo>
                      <a:pt x="21" y="7"/>
                      <a:pt x="21" y="7"/>
                      <a:pt x="21" y="7"/>
                    </a:cubicBezTo>
                    <a:cubicBezTo>
                      <a:pt x="20" y="7"/>
                      <a:pt x="21" y="6"/>
                      <a:pt x="20" y="6"/>
                    </a:cubicBezTo>
                    <a:cubicBezTo>
                      <a:pt x="20" y="7"/>
                      <a:pt x="20" y="7"/>
                      <a:pt x="20" y="7"/>
                    </a:cubicBezTo>
                    <a:cubicBezTo>
                      <a:pt x="19" y="8"/>
                      <a:pt x="21" y="4"/>
                      <a:pt x="20" y="7"/>
                    </a:cubicBezTo>
                    <a:cubicBezTo>
                      <a:pt x="20" y="5"/>
                      <a:pt x="20" y="5"/>
                      <a:pt x="20" y="5"/>
                    </a:cubicBezTo>
                    <a:cubicBezTo>
                      <a:pt x="19" y="7"/>
                      <a:pt x="20" y="4"/>
                      <a:pt x="19" y="6"/>
                    </a:cubicBezTo>
                    <a:cubicBezTo>
                      <a:pt x="19" y="6"/>
                      <a:pt x="19" y="6"/>
                      <a:pt x="19" y="6"/>
                    </a:cubicBezTo>
                    <a:cubicBezTo>
                      <a:pt x="20" y="5"/>
                      <a:pt x="18" y="8"/>
                      <a:pt x="18" y="6"/>
                    </a:cubicBezTo>
                    <a:cubicBezTo>
                      <a:pt x="18" y="6"/>
                      <a:pt x="18" y="7"/>
                      <a:pt x="17" y="8"/>
                    </a:cubicBezTo>
                    <a:cubicBezTo>
                      <a:pt x="18" y="6"/>
                      <a:pt x="18" y="6"/>
                      <a:pt x="18" y="6"/>
                    </a:cubicBezTo>
                    <a:cubicBezTo>
                      <a:pt x="17" y="7"/>
                      <a:pt x="16" y="6"/>
                      <a:pt x="14" y="8"/>
                    </a:cubicBezTo>
                    <a:cubicBezTo>
                      <a:pt x="14" y="7"/>
                      <a:pt x="14" y="7"/>
                      <a:pt x="14" y="7"/>
                    </a:cubicBezTo>
                    <a:cubicBezTo>
                      <a:pt x="13" y="8"/>
                      <a:pt x="15" y="4"/>
                      <a:pt x="12" y="8"/>
                    </a:cubicBezTo>
                    <a:cubicBezTo>
                      <a:pt x="11" y="9"/>
                      <a:pt x="11" y="9"/>
                      <a:pt x="11" y="9"/>
                    </a:cubicBezTo>
                    <a:cubicBezTo>
                      <a:pt x="12" y="7"/>
                      <a:pt x="12" y="7"/>
                      <a:pt x="12" y="7"/>
                    </a:cubicBezTo>
                    <a:cubicBezTo>
                      <a:pt x="12" y="8"/>
                      <a:pt x="12" y="7"/>
                      <a:pt x="11" y="8"/>
                    </a:cubicBezTo>
                    <a:cubicBezTo>
                      <a:pt x="12" y="7"/>
                      <a:pt x="12" y="7"/>
                      <a:pt x="12" y="7"/>
                    </a:cubicBezTo>
                    <a:cubicBezTo>
                      <a:pt x="12" y="7"/>
                      <a:pt x="10" y="9"/>
                      <a:pt x="10" y="8"/>
                    </a:cubicBezTo>
                    <a:cubicBezTo>
                      <a:pt x="11" y="8"/>
                      <a:pt x="11" y="8"/>
                      <a:pt x="11" y="8"/>
                    </a:cubicBezTo>
                    <a:cubicBezTo>
                      <a:pt x="11" y="4"/>
                      <a:pt x="11" y="1"/>
                      <a:pt x="8" y="5"/>
                    </a:cubicBezTo>
                    <a:cubicBezTo>
                      <a:pt x="7" y="5"/>
                      <a:pt x="9" y="2"/>
                      <a:pt x="9" y="3"/>
                    </a:cubicBezTo>
                    <a:cubicBezTo>
                      <a:pt x="6" y="5"/>
                      <a:pt x="8" y="0"/>
                      <a:pt x="4" y="4"/>
                    </a:cubicBezTo>
                    <a:cubicBezTo>
                      <a:pt x="3" y="5"/>
                      <a:pt x="0" y="10"/>
                      <a:pt x="0" y="10"/>
                    </a:cubicBezTo>
                    <a:cubicBezTo>
                      <a:pt x="3" y="9"/>
                      <a:pt x="3" y="12"/>
                      <a:pt x="3" y="1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7" name="Freeform 211"/>
              <p:cNvSpPr/>
              <p:nvPr/>
            </p:nvSpPr>
            <p:spPr bwMode="auto">
              <a:xfrm>
                <a:off x="3266" y="1867"/>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0"/>
                      <a:pt x="0" y="1"/>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8" name="Freeform 212"/>
              <p:cNvSpPr/>
              <p:nvPr/>
            </p:nvSpPr>
            <p:spPr bwMode="auto">
              <a:xfrm>
                <a:off x="3266" y="1861"/>
                <a:ext cx="3" cy="4"/>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0"/>
                      <a:pt x="0" y="1"/>
                      <a:pt x="1"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9" name="Freeform 213"/>
              <p:cNvSpPr/>
              <p:nvPr/>
            </p:nvSpPr>
            <p:spPr bwMode="auto">
              <a:xfrm>
                <a:off x="3260" y="185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0" name="Freeform 214"/>
              <p:cNvSpPr/>
              <p:nvPr/>
            </p:nvSpPr>
            <p:spPr bwMode="auto">
              <a:xfrm>
                <a:off x="3260" y="1893"/>
                <a:ext cx="4" cy="6"/>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1" y="1"/>
                      <a:pt x="1"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1" name="Freeform 215"/>
              <p:cNvSpPr/>
              <p:nvPr/>
            </p:nvSpPr>
            <p:spPr bwMode="auto">
              <a:xfrm>
                <a:off x="3269" y="1870"/>
                <a:ext cx="2" cy="4"/>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0" y="1"/>
                      <a:pt x="0" y="1"/>
                    </a:cubicBezTo>
                    <a:cubicBezTo>
                      <a:pt x="0" y="1"/>
                      <a:pt x="0" y="2"/>
                      <a:pt x="0" y="2"/>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2" name="Freeform 216"/>
              <p:cNvSpPr/>
              <p:nvPr/>
            </p:nvSpPr>
            <p:spPr bwMode="auto">
              <a:xfrm>
                <a:off x="3260" y="1895"/>
                <a:ext cx="4" cy="4"/>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2" y="0"/>
                      <a:pt x="1" y="2"/>
                      <a:pt x="1" y="2"/>
                    </a:cubicBezTo>
                    <a:cubicBezTo>
                      <a:pt x="0" y="2"/>
                      <a:pt x="1"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3" name="Freeform 217"/>
              <p:cNvSpPr/>
              <p:nvPr/>
            </p:nvSpPr>
            <p:spPr bwMode="auto">
              <a:xfrm>
                <a:off x="4538" y="18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4" name="Freeform 218"/>
              <p:cNvSpPr/>
              <p:nvPr/>
            </p:nvSpPr>
            <p:spPr bwMode="auto">
              <a:xfrm>
                <a:off x="3213" y="1882"/>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5" name="Freeform 219"/>
              <p:cNvSpPr/>
              <p:nvPr/>
            </p:nvSpPr>
            <p:spPr bwMode="auto">
              <a:xfrm>
                <a:off x="3190" y="182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6" name="Freeform 220"/>
              <p:cNvSpPr/>
              <p:nvPr/>
            </p:nvSpPr>
            <p:spPr bwMode="auto">
              <a:xfrm>
                <a:off x="3271" y="187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7" name="Freeform 221"/>
              <p:cNvSpPr/>
              <p:nvPr/>
            </p:nvSpPr>
            <p:spPr bwMode="auto">
              <a:xfrm>
                <a:off x="3190" y="187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8" name="Freeform 222"/>
              <p:cNvSpPr/>
              <p:nvPr/>
            </p:nvSpPr>
            <p:spPr bwMode="auto">
              <a:xfrm>
                <a:off x="4574" y="1855"/>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9" name="Freeform 223"/>
              <p:cNvSpPr/>
              <p:nvPr/>
            </p:nvSpPr>
            <p:spPr bwMode="auto">
              <a:xfrm>
                <a:off x="3199" y="18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0" name="Freeform 224"/>
              <p:cNvSpPr/>
              <p:nvPr/>
            </p:nvSpPr>
            <p:spPr bwMode="auto">
              <a:xfrm>
                <a:off x="3271" y="1859"/>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1" name="Freeform 225"/>
              <p:cNvSpPr/>
              <p:nvPr/>
            </p:nvSpPr>
            <p:spPr bwMode="auto">
              <a:xfrm>
                <a:off x="3742" y="3006"/>
                <a:ext cx="6" cy="9"/>
              </a:xfrm>
              <a:custGeom>
                <a:avLst/>
                <a:gdLst>
                  <a:gd name="T0" fmla="*/ 3 w 3"/>
                  <a:gd name="T1" fmla="*/ 0 h 4"/>
                  <a:gd name="T2" fmla="*/ 1 w 3"/>
                  <a:gd name="T3" fmla="*/ 1 h 4"/>
                  <a:gd name="T4" fmla="*/ 1 w 3"/>
                  <a:gd name="T5" fmla="*/ 3 h 4"/>
                  <a:gd name="T6" fmla="*/ 0 w 3"/>
                  <a:gd name="T7" fmla="*/ 4 h 4"/>
                  <a:gd name="T8" fmla="*/ 2 w 3"/>
                  <a:gd name="T9" fmla="*/ 1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cubicBezTo>
                      <a:pt x="2" y="1"/>
                      <a:pt x="2" y="1"/>
                      <a:pt x="1" y="1"/>
                    </a:cubicBezTo>
                    <a:cubicBezTo>
                      <a:pt x="1" y="2"/>
                      <a:pt x="0" y="3"/>
                      <a:pt x="1" y="3"/>
                    </a:cubicBezTo>
                    <a:cubicBezTo>
                      <a:pt x="1" y="3"/>
                      <a:pt x="0" y="4"/>
                      <a:pt x="0" y="4"/>
                    </a:cubicBezTo>
                    <a:cubicBezTo>
                      <a:pt x="1" y="4"/>
                      <a:pt x="2" y="2"/>
                      <a:pt x="2" y="1"/>
                    </a:cubicBezTo>
                    <a:cubicBezTo>
                      <a:pt x="3" y="1"/>
                      <a:pt x="3"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2" name="Freeform 226"/>
              <p:cNvSpPr/>
              <p:nvPr/>
            </p:nvSpPr>
            <p:spPr bwMode="auto">
              <a:xfrm>
                <a:off x="3988" y="30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3" name="Freeform 227"/>
              <p:cNvSpPr/>
              <p:nvPr/>
            </p:nvSpPr>
            <p:spPr bwMode="auto">
              <a:xfrm>
                <a:off x="3742" y="300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4" name="Rectangle 228"/>
              <p:cNvSpPr>
                <a:spLocks noChangeArrowheads="1"/>
              </p:cNvSpPr>
              <p:nvPr/>
            </p:nvSpPr>
            <p:spPr bwMode="auto">
              <a:xfrm>
                <a:off x="3748" y="3015"/>
                <a:ext cx="4"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5" name="Freeform 229"/>
              <p:cNvSpPr/>
              <p:nvPr/>
            </p:nvSpPr>
            <p:spPr bwMode="auto">
              <a:xfrm>
                <a:off x="3744" y="2894"/>
                <a:ext cx="2" cy="10"/>
              </a:xfrm>
              <a:custGeom>
                <a:avLst/>
                <a:gdLst>
                  <a:gd name="T0" fmla="*/ 0 w 1"/>
                  <a:gd name="T1" fmla="*/ 2 h 5"/>
                  <a:gd name="T2" fmla="*/ 1 w 1"/>
                  <a:gd name="T3" fmla="*/ 3 h 5"/>
                  <a:gd name="T4" fmla="*/ 0 w 1"/>
                  <a:gd name="T5" fmla="*/ 5 h 5"/>
                  <a:gd name="T6" fmla="*/ 1 w 1"/>
                  <a:gd name="T7" fmla="*/ 1 h 5"/>
                  <a:gd name="T8" fmla="*/ 1 w 1"/>
                  <a:gd name="T9" fmla="*/ 0 h 5"/>
                  <a:gd name="T10" fmla="*/ 0 w 1"/>
                  <a:gd name="T11" fmla="*/ 2 h 5"/>
                </a:gdLst>
                <a:ahLst/>
                <a:cxnLst>
                  <a:cxn ang="0">
                    <a:pos x="T0" y="T1"/>
                  </a:cxn>
                  <a:cxn ang="0">
                    <a:pos x="T2" y="T3"/>
                  </a:cxn>
                  <a:cxn ang="0">
                    <a:pos x="T4" y="T5"/>
                  </a:cxn>
                  <a:cxn ang="0">
                    <a:pos x="T6" y="T7"/>
                  </a:cxn>
                  <a:cxn ang="0">
                    <a:pos x="T8" y="T9"/>
                  </a:cxn>
                  <a:cxn ang="0">
                    <a:pos x="T10" y="T11"/>
                  </a:cxn>
                </a:cxnLst>
                <a:rect l="0" t="0" r="r" b="b"/>
                <a:pathLst>
                  <a:path w="1" h="5">
                    <a:moveTo>
                      <a:pt x="0" y="2"/>
                    </a:moveTo>
                    <a:cubicBezTo>
                      <a:pt x="0" y="2"/>
                      <a:pt x="0" y="4"/>
                      <a:pt x="1" y="3"/>
                    </a:cubicBezTo>
                    <a:cubicBezTo>
                      <a:pt x="1" y="3"/>
                      <a:pt x="0" y="4"/>
                      <a:pt x="0" y="5"/>
                    </a:cubicBezTo>
                    <a:cubicBezTo>
                      <a:pt x="1" y="4"/>
                      <a:pt x="1" y="1"/>
                      <a:pt x="1" y="1"/>
                    </a:cubicBezTo>
                    <a:cubicBezTo>
                      <a:pt x="1" y="0"/>
                      <a:pt x="1" y="0"/>
                      <a:pt x="1" y="0"/>
                    </a:cubicBezTo>
                    <a:cubicBezTo>
                      <a:pt x="1" y="1"/>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6" name="Freeform 230"/>
              <p:cNvSpPr/>
              <p:nvPr/>
            </p:nvSpPr>
            <p:spPr bwMode="auto">
              <a:xfrm>
                <a:off x="3744" y="3004"/>
                <a:ext cx="2"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1"/>
                      <a:pt x="0" y="1"/>
                      <a:pt x="0" y="1"/>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7" name="Freeform 231"/>
              <p:cNvSpPr/>
              <p:nvPr/>
            </p:nvSpPr>
            <p:spPr bwMode="auto">
              <a:xfrm>
                <a:off x="3742" y="2892"/>
                <a:ext cx="2" cy="4"/>
              </a:xfrm>
              <a:custGeom>
                <a:avLst/>
                <a:gdLst>
                  <a:gd name="T0" fmla="*/ 1 w 1"/>
                  <a:gd name="T1" fmla="*/ 1 h 2"/>
                  <a:gd name="T2" fmla="*/ 0 w 1"/>
                  <a:gd name="T3" fmla="*/ 2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2"/>
                      <a:pt x="0" y="2"/>
                    </a:cubicBezTo>
                    <a:cubicBezTo>
                      <a:pt x="0" y="2"/>
                      <a:pt x="1" y="1"/>
                      <a:pt x="1" y="1"/>
                    </a:cubicBezTo>
                    <a:cubicBezTo>
                      <a:pt x="1" y="1"/>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8" name="Freeform 232"/>
              <p:cNvSpPr/>
              <p:nvPr/>
            </p:nvSpPr>
            <p:spPr bwMode="auto">
              <a:xfrm>
                <a:off x="3772" y="3038"/>
                <a:ext cx="4" cy="4"/>
              </a:xfrm>
              <a:custGeom>
                <a:avLst/>
                <a:gdLst>
                  <a:gd name="T0" fmla="*/ 1 w 2"/>
                  <a:gd name="T1" fmla="*/ 0 h 2"/>
                  <a:gd name="T2" fmla="*/ 2 w 2"/>
                  <a:gd name="T3" fmla="*/ 1 h 2"/>
                  <a:gd name="T4" fmla="*/ 1 w 2"/>
                  <a:gd name="T5" fmla="*/ 0 h 2"/>
                </a:gdLst>
                <a:ahLst/>
                <a:cxnLst>
                  <a:cxn ang="0">
                    <a:pos x="T0" y="T1"/>
                  </a:cxn>
                  <a:cxn ang="0">
                    <a:pos x="T2" y="T3"/>
                  </a:cxn>
                  <a:cxn ang="0">
                    <a:pos x="T4" y="T5"/>
                  </a:cxn>
                </a:cxnLst>
                <a:rect l="0" t="0" r="r" b="b"/>
                <a:pathLst>
                  <a:path w="2" h="2">
                    <a:moveTo>
                      <a:pt x="1" y="0"/>
                    </a:moveTo>
                    <a:cubicBezTo>
                      <a:pt x="0" y="2"/>
                      <a:pt x="2" y="0"/>
                      <a:pt x="2"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9" name="Freeform 233"/>
              <p:cNvSpPr/>
              <p:nvPr/>
            </p:nvSpPr>
            <p:spPr bwMode="auto">
              <a:xfrm>
                <a:off x="3895" y="308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0" name="Freeform 234"/>
              <p:cNvSpPr/>
              <p:nvPr/>
            </p:nvSpPr>
            <p:spPr bwMode="auto">
              <a:xfrm>
                <a:off x="3602"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1" name="Freeform 235"/>
              <p:cNvSpPr/>
              <p:nvPr/>
            </p:nvSpPr>
            <p:spPr bwMode="auto">
              <a:xfrm>
                <a:off x="3742" y="289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2" name="Freeform 236"/>
              <p:cNvSpPr/>
              <p:nvPr/>
            </p:nvSpPr>
            <p:spPr bwMode="auto">
              <a:xfrm>
                <a:off x="3602" y="18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3" name="Freeform 237"/>
              <p:cNvSpPr/>
              <p:nvPr/>
            </p:nvSpPr>
            <p:spPr bwMode="auto">
              <a:xfrm>
                <a:off x="3755" y="3027"/>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4" name="Oval 238"/>
              <p:cNvSpPr>
                <a:spLocks noChangeArrowheads="1"/>
              </p:cNvSpPr>
              <p:nvPr/>
            </p:nvSpPr>
            <p:spPr bwMode="auto">
              <a:xfrm>
                <a:off x="3602" y="1823"/>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5" name="Freeform 239"/>
              <p:cNvSpPr/>
              <p:nvPr/>
            </p:nvSpPr>
            <p:spPr bwMode="auto">
              <a:xfrm>
                <a:off x="3922" y="2890"/>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6" name="Freeform 240"/>
              <p:cNvSpPr/>
              <p:nvPr/>
            </p:nvSpPr>
            <p:spPr bwMode="auto">
              <a:xfrm>
                <a:off x="3975" y="28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7" name="Freeform 241"/>
              <p:cNvSpPr/>
              <p:nvPr/>
            </p:nvSpPr>
            <p:spPr bwMode="auto">
              <a:xfrm>
                <a:off x="3954" y="288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8" name="Freeform 242"/>
              <p:cNvSpPr/>
              <p:nvPr/>
            </p:nvSpPr>
            <p:spPr bwMode="auto">
              <a:xfrm>
                <a:off x="3725" y="2760"/>
                <a:ext cx="399" cy="159"/>
              </a:xfrm>
              <a:custGeom>
                <a:avLst/>
                <a:gdLst>
                  <a:gd name="T0" fmla="*/ 11 w 188"/>
                  <a:gd name="T1" fmla="*/ 59 h 75"/>
                  <a:gd name="T2" fmla="*/ 17 w 188"/>
                  <a:gd name="T3" fmla="*/ 64 h 75"/>
                  <a:gd name="T4" fmla="*/ 14 w 188"/>
                  <a:gd name="T5" fmla="*/ 70 h 75"/>
                  <a:gd name="T6" fmla="*/ 17 w 188"/>
                  <a:gd name="T7" fmla="*/ 71 h 75"/>
                  <a:gd name="T8" fmla="*/ 21 w 188"/>
                  <a:gd name="T9" fmla="*/ 69 h 75"/>
                  <a:gd name="T10" fmla="*/ 22 w 188"/>
                  <a:gd name="T11" fmla="*/ 71 h 75"/>
                  <a:gd name="T12" fmla="*/ 27 w 188"/>
                  <a:gd name="T13" fmla="*/ 67 h 75"/>
                  <a:gd name="T14" fmla="*/ 30 w 188"/>
                  <a:gd name="T15" fmla="*/ 72 h 75"/>
                  <a:gd name="T16" fmla="*/ 31 w 188"/>
                  <a:gd name="T17" fmla="*/ 74 h 75"/>
                  <a:gd name="T18" fmla="*/ 33 w 188"/>
                  <a:gd name="T19" fmla="*/ 72 h 75"/>
                  <a:gd name="T20" fmla="*/ 37 w 188"/>
                  <a:gd name="T21" fmla="*/ 74 h 75"/>
                  <a:gd name="T22" fmla="*/ 40 w 188"/>
                  <a:gd name="T23" fmla="*/ 69 h 75"/>
                  <a:gd name="T24" fmla="*/ 43 w 188"/>
                  <a:gd name="T25" fmla="*/ 64 h 75"/>
                  <a:gd name="T26" fmla="*/ 45 w 188"/>
                  <a:gd name="T27" fmla="*/ 69 h 75"/>
                  <a:gd name="T28" fmla="*/ 54 w 188"/>
                  <a:gd name="T29" fmla="*/ 69 h 75"/>
                  <a:gd name="T30" fmla="*/ 58 w 188"/>
                  <a:gd name="T31" fmla="*/ 69 h 75"/>
                  <a:gd name="T32" fmla="*/ 62 w 188"/>
                  <a:gd name="T33" fmla="*/ 68 h 75"/>
                  <a:gd name="T34" fmla="*/ 73 w 188"/>
                  <a:gd name="T35" fmla="*/ 66 h 75"/>
                  <a:gd name="T36" fmla="*/ 76 w 188"/>
                  <a:gd name="T37" fmla="*/ 65 h 75"/>
                  <a:gd name="T38" fmla="*/ 77 w 188"/>
                  <a:gd name="T39" fmla="*/ 64 h 75"/>
                  <a:gd name="T40" fmla="*/ 80 w 188"/>
                  <a:gd name="T41" fmla="*/ 62 h 75"/>
                  <a:gd name="T42" fmla="*/ 83 w 188"/>
                  <a:gd name="T43" fmla="*/ 63 h 75"/>
                  <a:gd name="T44" fmla="*/ 86 w 188"/>
                  <a:gd name="T45" fmla="*/ 61 h 75"/>
                  <a:gd name="T46" fmla="*/ 94 w 188"/>
                  <a:gd name="T47" fmla="*/ 61 h 75"/>
                  <a:gd name="T48" fmla="*/ 100 w 188"/>
                  <a:gd name="T49" fmla="*/ 59 h 75"/>
                  <a:gd name="T50" fmla="*/ 105 w 188"/>
                  <a:gd name="T51" fmla="*/ 59 h 75"/>
                  <a:gd name="T52" fmla="*/ 108 w 188"/>
                  <a:gd name="T53" fmla="*/ 57 h 75"/>
                  <a:gd name="T54" fmla="*/ 109 w 188"/>
                  <a:gd name="T55" fmla="*/ 57 h 75"/>
                  <a:gd name="T56" fmla="*/ 114 w 188"/>
                  <a:gd name="T57" fmla="*/ 54 h 75"/>
                  <a:gd name="T58" fmla="*/ 120 w 188"/>
                  <a:gd name="T59" fmla="*/ 53 h 75"/>
                  <a:gd name="T60" fmla="*/ 124 w 188"/>
                  <a:gd name="T61" fmla="*/ 50 h 75"/>
                  <a:gd name="T62" fmla="*/ 127 w 188"/>
                  <a:gd name="T63" fmla="*/ 41 h 75"/>
                  <a:gd name="T64" fmla="*/ 133 w 188"/>
                  <a:gd name="T65" fmla="*/ 44 h 75"/>
                  <a:gd name="T66" fmla="*/ 139 w 188"/>
                  <a:gd name="T67" fmla="*/ 41 h 75"/>
                  <a:gd name="T68" fmla="*/ 144 w 188"/>
                  <a:gd name="T69" fmla="*/ 39 h 75"/>
                  <a:gd name="T70" fmla="*/ 156 w 188"/>
                  <a:gd name="T71" fmla="*/ 34 h 75"/>
                  <a:gd name="T72" fmla="*/ 160 w 188"/>
                  <a:gd name="T73" fmla="*/ 33 h 75"/>
                  <a:gd name="T74" fmla="*/ 170 w 188"/>
                  <a:gd name="T75" fmla="*/ 21 h 75"/>
                  <a:gd name="T76" fmla="*/ 173 w 188"/>
                  <a:gd name="T77" fmla="*/ 18 h 75"/>
                  <a:gd name="T78" fmla="*/ 169 w 188"/>
                  <a:gd name="T79" fmla="*/ 9 h 75"/>
                  <a:gd name="T80" fmla="*/ 149 w 188"/>
                  <a:gd name="T81" fmla="*/ 20 h 75"/>
                  <a:gd name="T82" fmla="*/ 110 w 188"/>
                  <a:gd name="T83" fmla="*/ 42 h 75"/>
                  <a:gd name="T84" fmla="*/ 103 w 188"/>
                  <a:gd name="T85" fmla="*/ 39 h 75"/>
                  <a:gd name="T86" fmla="*/ 88 w 188"/>
                  <a:gd name="T87" fmla="*/ 44 h 75"/>
                  <a:gd name="T88" fmla="*/ 69 w 188"/>
                  <a:gd name="T89" fmla="*/ 48 h 75"/>
                  <a:gd name="T90" fmla="*/ 59 w 188"/>
                  <a:gd name="T91" fmla="*/ 49 h 75"/>
                  <a:gd name="T92" fmla="*/ 44 w 188"/>
                  <a:gd name="T93" fmla="*/ 52 h 75"/>
                  <a:gd name="T94" fmla="*/ 29 w 188"/>
                  <a:gd name="T95" fmla="*/ 53 h 75"/>
                  <a:gd name="T96" fmla="*/ 19 w 188"/>
                  <a:gd name="T97" fmla="*/ 53 h 75"/>
                  <a:gd name="T98" fmla="*/ 10 w 188"/>
                  <a:gd name="T99" fmla="*/ 49 h 75"/>
                  <a:gd name="T100" fmla="*/ 7 w 188"/>
                  <a:gd name="T101" fmla="*/ 47 h 75"/>
                  <a:gd name="T102" fmla="*/ 5 w 188"/>
                  <a:gd name="T103" fmla="*/ 47 h 75"/>
                  <a:gd name="T104" fmla="*/ 3 w 188"/>
                  <a:gd name="T105" fmla="*/ 5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8" h="75">
                    <a:moveTo>
                      <a:pt x="5" y="55"/>
                    </a:moveTo>
                    <a:cubicBezTo>
                      <a:pt x="5" y="55"/>
                      <a:pt x="5" y="55"/>
                      <a:pt x="5" y="55"/>
                    </a:cubicBezTo>
                    <a:cubicBezTo>
                      <a:pt x="5" y="57"/>
                      <a:pt x="5" y="54"/>
                      <a:pt x="6" y="54"/>
                    </a:cubicBezTo>
                    <a:cubicBezTo>
                      <a:pt x="6" y="55"/>
                      <a:pt x="4" y="57"/>
                      <a:pt x="4" y="58"/>
                    </a:cubicBezTo>
                    <a:cubicBezTo>
                      <a:pt x="5" y="58"/>
                      <a:pt x="7" y="58"/>
                      <a:pt x="7" y="60"/>
                    </a:cubicBezTo>
                    <a:cubicBezTo>
                      <a:pt x="8" y="60"/>
                      <a:pt x="10" y="59"/>
                      <a:pt x="11" y="59"/>
                    </a:cubicBezTo>
                    <a:cubicBezTo>
                      <a:pt x="12" y="59"/>
                      <a:pt x="10" y="61"/>
                      <a:pt x="11" y="60"/>
                    </a:cubicBezTo>
                    <a:cubicBezTo>
                      <a:pt x="11" y="61"/>
                      <a:pt x="10" y="62"/>
                      <a:pt x="10" y="63"/>
                    </a:cubicBezTo>
                    <a:cubicBezTo>
                      <a:pt x="10" y="62"/>
                      <a:pt x="11" y="64"/>
                      <a:pt x="12" y="61"/>
                    </a:cubicBezTo>
                    <a:cubicBezTo>
                      <a:pt x="12" y="62"/>
                      <a:pt x="14" y="63"/>
                      <a:pt x="15" y="63"/>
                    </a:cubicBezTo>
                    <a:cubicBezTo>
                      <a:pt x="14" y="63"/>
                      <a:pt x="14" y="64"/>
                      <a:pt x="14" y="65"/>
                    </a:cubicBezTo>
                    <a:cubicBezTo>
                      <a:pt x="15" y="64"/>
                      <a:pt x="16" y="63"/>
                      <a:pt x="17" y="64"/>
                    </a:cubicBezTo>
                    <a:cubicBezTo>
                      <a:pt x="17" y="62"/>
                      <a:pt x="17" y="62"/>
                      <a:pt x="18" y="60"/>
                    </a:cubicBezTo>
                    <a:cubicBezTo>
                      <a:pt x="18" y="60"/>
                      <a:pt x="18" y="59"/>
                      <a:pt x="18" y="60"/>
                    </a:cubicBezTo>
                    <a:cubicBezTo>
                      <a:pt x="18" y="61"/>
                      <a:pt x="17" y="64"/>
                      <a:pt x="18" y="64"/>
                    </a:cubicBezTo>
                    <a:cubicBezTo>
                      <a:pt x="17" y="67"/>
                      <a:pt x="17" y="64"/>
                      <a:pt x="16" y="67"/>
                    </a:cubicBezTo>
                    <a:cubicBezTo>
                      <a:pt x="15" y="69"/>
                      <a:pt x="14" y="68"/>
                      <a:pt x="14" y="67"/>
                    </a:cubicBezTo>
                    <a:cubicBezTo>
                      <a:pt x="12" y="69"/>
                      <a:pt x="14" y="67"/>
                      <a:pt x="14" y="70"/>
                    </a:cubicBezTo>
                    <a:cubicBezTo>
                      <a:pt x="14" y="70"/>
                      <a:pt x="15" y="68"/>
                      <a:pt x="16" y="68"/>
                    </a:cubicBezTo>
                    <a:cubicBezTo>
                      <a:pt x="17" y="67"/>
                      <a:pt x="16" y="67"/>
                      <a:pt x="17" y="66"/>
                    </a:cubicBezTo>
                    <a:cubicBezTo>
                      <a:pt x="19" y="64"/>
                      <a:pt x="18" y="68"/>
                      <a:pt x="18" y="68"/>
                    </a:cubicBezTo>
                    <a:cubicBezTo>
                      <a:pt x="17" y="69"/>
                      <a:pt x="17" y="69"/>
                      <a:pt x="17" y="69"/>
                    </a:cubicBezTo>
                    <a:cubicBezTo>
                      <a:pt x="18" y="70"/>
                      <a:pt x="18" y="68"/>
                      <a:pt x="19" y="69"/>
                    </a:cubicBezTo>
                    <a:cubicBezTo>
                      <a:pt x="19" y="72"/>
                      <a:pt x="18" y="69"/>
                      <a:pt x="17" y="71"/>
                    </a:cubicBezTo>
                    <a:cubicBezTo>
                      <a:pt x="17" y="73"/>
                      <a:pt x="17" y="73"/>
                      <a:pt x="17" y="73"/>
                    </a:cubicBezTo>
                    <a:cubicBezTo>
                      <a:pt x="18" y="74"/>
                      <a:pt x="18" y="70"/>
                      <a:pt x="19" y="72"/>
                    </a:cubicBezTo>
                    <a:cubicBezTo>
                      <a:pt x="19" y="73"/>
                      <a:pt x="19" y="73"/>
                      <a:pt x="19" y="73"/>
                    </a:cubicBezTo>
                    <a:cubicBezTo>
                      <a:pt x="20" y="72"/>
                      <a:pt x="20" y="72"/>
                      <a:pt x="20" y="72"/>
                    </a:cubicBezTo>
                    <a:cubicBezTo>
                      <a:pt x="20" y="71"/>
                      <a:pt x="20" y="69"/>
                      <a:pt x="19" y="69"/>
                    </a:cubicBezTo>
                    <a:cubicBezTo>
                      <a:pt x="20" y="66"/>
                      <a:pt x="20" y="69"/>
                      <a:pt x="21" y="69"/>
                    </a:cubicBezTo>
                    <a:cubicBezTo>
                      <a:pt x="22" y="67"/>
                      <a:pt x="21" y="69"/>
                      <a:pt x="21" y="67"/>
                    </a:cubicBezTo>
                    <a:cubicBezTo>
                      <a:pt x="21" y="65"/>
                      <a:pt x="22" y="65"/>
                      <a:pt x="22" y="65"/>
                    </a:cubicBezTo>
                    <a:cubicBezTo>
                      <a:pt x="23" y="65"/>
                      <a:pt x="22" y="67"/>
                      <a:pt x="22" y="68"/>
                    </a:cubicBezTo>
                    <a:cubicBezTo>
                      <a:pt x="22" y="69"/>
                      <a:pt x="22" y="69"/>
                      <a:pt x="22" y="68"/>
                    </a:cubicBezTo>
                    <a:cubicBezTo>
                      <a:pt x="21" y="69"/>
                      <a:pt x="22" y="71"/>
                      <a:pt x="21" y="73"/>
                    </a:cubicBezTo>
                    <a:cubicBezTo>
                      <a:pt x="21" y="74"/>
                      <a:pt x="22" y="72"/>
                      <a:pt x="22" y="71"/>
                    </a:cubicBezTo>
                    <a:cubicBezTo>
                      <a:pt x="22" y="71"/>
                      <a:pt x="23" y="69"/>
                      <a:pt x="22" y="69"/>
                    </a:cubicBezTo>
                    <a:cubicBezTo>
                      <a:pt x="25" y="64"/>
                      <a:pt x="23" y="72"/>
                      <a:pt x="24" y="72"/>
                    </a:cubicBezTo>
                    <a:cubicBezTo>
                      <a:pt x="24" y="69"/>
                      <a:pt x="26" y="68"/>
                      <a:pt x="26" y="64"/>
                    </a:cubicBezTo>
                    <a:cubicBezTo>
                      <a:pt x="26" y="64"/>
                      <a:pt x="27" y="63"/>
                      <a:pt x="27" y="63"/>
                    </a:cubicBezTo>
                    <a:cubicBezTo>
                      <a:pt x="26" y="65"/>
                      <a:pt x="27" y="65"/>
                      <a:pt x="26" y="67"/>
                    </a:cubicBezTo>
                    <a:cubicBezTo>
                      <a:pt x="27" y="67"/>
                      <a:pt x="27" y="67"/>
                      <a:pt x="27" y="67"/>
                    </a:cubicBezTo>
                    <a:cubicBezTo>
                      <a:pt x="26" y="69"/>
                      <a:pt x="26" y="69"/>
                      <a:pt x="26" y="69"/>
                    </a:cubicBezTo>
                    <a:cubicBezTo>
                      <a:pt x="26" y="71"/>
                      <a:pt x="27" y="72"/>
                      <a:pt x="27" y="73"/>
                    </a:cubicBezTo>
                    <a:cubicBezTo>
                      <a:pt x="28" y="73"/>
                      <a:pt x="27" y="71"/>
                      <a:pt x="28" y="71"/>
                    </a:cubicBezTo>
                    <a:cubicBezTo>
                      <a:pt x="27" y="72"/>
                      <a:pt x="28" y="73"/>
                      <a:pt x="28" y="73"/>
                    </a:cubicBezTo>
                    <a:cubicBezTo>
                      <a:pt x="27" y="72"/>
                      <a:pt x="28" y="70"/>
                      <a:pt x="29" y="70"/>
                    </a:cubicBezTo>
                    <a:cubicBezTo>
                      <a:pt x="29" y="70"/>
                      <a:pt x="30" y="72"/>
                      <a:pt x="30" y="72"/>
                    </a:cubicBezTo>
                    <a:cubicBezTo>
                      <a:pt x="29" y="74"/>
                      <a:pt x="29" y="74"/>
                      <a:pt x="29" y="74"/>
                    </a:cubicBezTo>
                    <a:cubicBezTo>
                      <a:pt x="29" y="72"/>
                      <a:pt x="29" y="75"/>
                      <a:pt x="29" y="74"/>
                    </a:cubicBezTo>
                    <a:cubicBezTo>
                      <a:pt x="30" y="73"/>
                      <a:pt x="30" y="71"/>
                      <a:pt x="30" y="70"/>
                    </a:cubicBezTo>
                    <a:cubicBezTo>
                      <a:pt x="31" y="69"/>
                      <a:pt x="31" y="71"/>
                      <a:pt x="31" y="70"/>
                    </a:cubicBezTo>
                    <a:cubicBezTo>
                      <a:pt x="30" y="72"/>
                      <a:pt x="30" y="72"/>
                      <a:pt x="30" y="72"/>
                    </a:cubicBezTo>
                    <a:cubicBezTo>
                      <a:pt x="31" y="71"/>
                      <a:pt x="30" y="75"/>
                      <a:pt x="31" y="74"/>
                    </a:cubicBezTo>
                    <a:cubicBezTo>
                      <a:pt x="32" y="73"/>
                      <a:pt x="32" y="73"/>
                      <a:pt x="32" y="73"/>
                    </a:cubicBezTo>
                    <a:cubicBezTo>
                      <a:pt x="32" y="74"/>
                      <a:pt x="32" y="74"/>
                      <a:pt x="32" y="74"/>
                    </a:cubicBezTo>
                    <a:cubicBezTo>
                      <a:pt x="32" y="73"/>
                      <a:pt x="32" y="73"/>
                      <a:pt x="33" y="73"/>
                    </a:cubicBezTo>
                    <a:cubicBezTo>
                      <a:pt x="33" y="74"/>
                      <a:pt x="33" y="74"/>
                      <a:pt x="33" y="74"/>
                    </a:cubicBezTo>
                    <a:cubicBezTo>
                      <a:pt x="33" y="73"/>
                      <a:pt x="34" y="71"/>
                      <a:pt x="34" y="73"/>
                    </a:cubicBezTo>
                    <a:cubicBezTo>
                      <a:pt x="34" y="70"/>
                      <a:pt x="33" y="73"/>
                      <a:pt x="33" y="72"/>
                    </a:cubicBezTo>
                    <a:cubicBezTo>
                      <a:pt x="33" y="70"/>
                      <a:pt x="34" y="70"/>
                      <a:pt x="34" y="70"/>
                    </a:cubicBezTo>
                    <a:cubicBezTo>
                      <a:pt x="34" y="72"/>
                      <a:pt x="35" y="70"/>
                      <a:pt x="35" y="70"/>
                    </a:cubicBezTo>
                    <a:cubicBezTo>
                      <a:pt x="35" y="71"/>
                      <a:pt x="35" y="72"/>
                      <a:pt x="36" y="72"/>
                    </a:cubicBezTo>
                    <a:cubicBezTo>
                      <a:pt x="36" y="70"/>
                      <a:pt x="36" y="70"/>
                      <a:pt x="36" y="70"/>
                    </a:cubicBezTo>
                    <a:cubicBezTo>
                      <a:pt x="36" y="74"/>
                      <a:pt x="37" y="70"/>
                      <a:pt x="37" y="71"/>
                    </a:cubicBezTo>
                    <a:cubicBezTo>
                      <a:pt x="37" y="72"/>
                      <a:pt x="37" y="73"/>
                      <a:pt x="37" y="74"/>
                    </a:cubicBezTo>
                    <a:cubicBezTo>
                      <a:pt x="37" y="71"/>
                      <a:pt x="38" y="70"/>
                      <a:pt x="38" y="69"/>
                    </a:cubicBezTo>
                    <a:cubicBezTo>
                      <a:pt x="39" y="70"/>
                      <a:pt x="38" y="72"/>
                      <a:pt x="38" y="74"/>
                    </a:cubicBezTo>
                    <a:cubicBezTo>
                      <a:pt x="38" y="72"/>
                      <a:pt x="39" y="75"/>
                      <a:pt x="39" y="73"/>
                    </a:cubicBezTo>
                    <a:cubicBezTo>
                      <a:pt x="39" y="72"/>
                      <a:pt x="39" y="71"/>
                      <a:pt x="39" y="70"/>
                    </a:cubicBezTo>
                    <a:cubicBezTo>
                      <a:pt x="40" y="70"/>
                      <a:pt x="39" y="71"/>
                      <a:pt x="40" y="72"/>
                    </a:cubicBezTo>
                    <a:cubicBezTo>
                      <a:pt x="40" y="72"/>
                      <a:pt x="41" y="69"/>
                      <a:pt x="40" y="69"/>
                    </a:cubicBezTo>
                    <a:cubicBezTo>
                      <a:pt x="41" y="69"/>
                      <a:pt x="41" y="67"/>
                      <a:pt x="42" y="68"/>
                    </a:cubicBezTo>
                    <a:cubicBezTo>
                      <a:pt x="42" y="70"/>
                      <a:pt x="41" y="69"/>
                      <a:pt x="41" y="70"/>
                    </a:cubicBezTo>
                    <a:cubicBezTo>
                      <a:pt x="42" y="70"/>
                      <a:pt x="41" y="66"/>
                      <a:pt x="42" y="66"/>
                    </a:cubicBezTo>
                    <a:cubicBezTo>
                      <a:pt x="42" y="65"/>
                      <a:pt x="42" y="62"/>
                      <a:pt x="43" y="61"/>
                    </a:cubicBezTo>
                    <a:cubicBezTo>
                      <a:pt x="44" y="62"/>
                      <a:pt x="42" y="62"/>
                      <a:pt x="43" y="64"/>
                    </a:cubicBezTo>
                    <a:cubicBezTo>
                      <a:pt x="43" y="64"/>
                      <a:pt x="43" y="64"/>
                      <a:pt x="43" y="64"/>
                    </a:cubicBezTo>
                    <a:cubicBezTo>
                      <a:pt x="44" y="67"/>
                      <a:pt x="42" y="68"/>
                      <a:pt x="43" y="71"/>
                    </a:cubicBezTo>
                    <a:cubicBezTo>
                      <a:pt x="43" y="70"/>
                      <a:pt x="43" y="70"/>
                      <a:pt x="43" y="70"/>
                    </a:cubicBezTo>
                    <a:cubicBezTo>
                      <a:pt x="43" y="73"/>
                      <a:pt x="43" y="73"/>
                      <a:pt x="43" y="73"/>
                    </a:cubicBezTo>
                    <a:cubicBezTo>
                      <a:pt x="43" y="71"/>
                      <a:pt x="44" y="72"/>
                      <a:pt x="44" y="72"/>
                    </a:cubicBezTo>
                    <a:cubicBezTo>
                      <a:pt x="44" y="70"/>
                      <a:pt x="44" y="72"/>
                      <a:pt x="44" y="71"/>
                    </a:cubicBezTo>
                    <a:cubicBezTo>
                      <a:pt x="44" y="71"/>
                      <a:pt x="45" y="68"/>
                      <a:pt x="45" y="69"/>
                    </a:cubicBezTo>
                    <a:cubicBezTo>
                      <a:pt x="45" y="70"/>
                      <a:pt x="46" y="71"/>
                      <a:pt x="45" y="72"/>
                    </a:cubicBezTo>
                    <a:cubicBezTo>
                      <a:pt x="46" y="73"/>
                      <a:pt x="45" y="70"/>
                      <a:pt x="46" y="71"/>
                    </a:cubicBezTo>
                    <a:cubicBezTo>
                      <a:pt x="46" y="72"/>
                      <a:pt x="46" y="72"/>
                      <a:pt x="46" y="72"/>
                    </a:cubicBezTo>
                    <a:cubicBezTo>
                      <a:pt x="48" y="72"/>
                      <a:pt x="50" y="72"/>
                      <a:pt x="52" y="68"/>
                    </a:cubicBezTo>
                    <a:cubicBezTo>
                      <a:pt x="52" y="70"/>
                      <a:pt x="53" y="70"/>
                      <a:pt x="54" y="71"/>
                    </a:cubicBezTo>
                    <a:cubicBezTo>
                      <a:pt x="53" y="70"/>
                      <a:pt x="54" y="69"/>
                      <a:pt x="54" y="69"/>
                    </a:cubicBezTo>
                    <a:cubicBezTo>
                      <a:pt x="55" y="71"/>
                      <a:pt x="55" y="71"/>
                      <a:pt x="55" y="71"/>
                    </a:cubicBezTo>
                    <a:cubicBezTo>
                      <a:pt x="56" y="72"/>
                      <a:pt x="56" y="70"/>
                      <a:pt x="57" y="69"/>
                    </a:cubicBezTo>
                    <a:cubicBezTo>
                      <a:pt x="57" y="70"/>
                      <a:pt x="57" y="70"/>
                      <a:pt x="57" y="70"/>
                    </a:cubicBezTo>
                    <a:cubicBezTo>
                      <a:pt x="58" y="71"/>
                      <a:pt x="57" y="69"/>
                      <a:pt x="58" y="69"/>
                    </a:cubicBezTo>
                    <a:cubicBezTo>
                      <a:pt x="58" y="70"/>
                      <a:pt x="58" y="70"/>
                      <a:pt x="58" y="70"/>
                    </a:cubicBezTo>
                    <a:cubicBezTo>
                      <a:pt x="58" y="69"/>
                      <a:pt x="58" y="69"/>
                      <a:pt x="58" y="69"/>
                    </a:cubicBezTo>
                    <a:cubicBezTo>
                      <a:pt x="59" y="68"/>
                      <a:pt x="59" y="68"/>
                      <a:pt x="59" y="70"/>
                    </a:cubicBezTo>
                    <a:cubicBezTo>
                      <a:pt x="60" y="70"/>
                      <a:pt x="60" y="69"/>
                      <a:pt x="59" y="69"/>
                    </a:cubicBezTo>
                    <a:cubicBezTo>
                      <a:pt x="60" y="70"/>
                      <a:pt x="61" y="70"/>
                      <a:pt x="62" y="69"/>
                    </a:cubicBezTo>
                    <a:cubicBezTo>
                      <a:pt x="62" y="68"/>
                      <a:pt x="62" y="68"/>
                      <a:pt x="62" y="66"/>
                    </a:cubicBezTo>
                    <a:cubicBezTo>
                      <a:pt x="61" y="64"/>
                      <a:pt x="62" y="67"/>
                      <a:pt x="62" y="65"/>
                    </a:cubicBezTo>
                    <a:cubicBezTo>
                      <a:pt x="62" y="66"/>
                      <a:pt x="63" y="67"/>
                      <a:pt x="62" y="68"/>
                    </a:cubicBezTo>
                    <a:cubicBezTo>
                      <a:pt x="64" y="71"/>
                      <a:pt x="65" y="68"/>
                      <a:pt x="67" y="68"/>
                    </a:cubicBezTo>
                    <a:cubicBezTo>
                      <a:pt x="67" y="67"/>
                      <a:pt x="67" y="67"/>
                      <a:pt x="67" y="67"/>
                    </a:cubicBezTo>
                    <a:cubicBezTo>
                      <a:pt x="68" y="69"/>
                      <a:pt x="69" y="67"/>
                      <a:pt x="70" y="67"/>
                    </a:cubicBezTo>
                    <a:cubicBezTo>
                      <a:pt x="70" y="66"/>
                      <a:pt x="70" y="64"/>
                      <a:pt x="71" y="64"/>
                    </a:cubicBezTo>
                    <a:cubicBezTo>
                      <a:pt x="71" y="61"/>
                      <a:pt x="71" y="66"/>
                      <a:pt x="72" y="67"/>
                    </a:cubicBezTo>
                    <a:cubicBezTo>
                      <a:pt x="72" y="66"/>
                      <a:pt x="73" y="66"/>
                      <a:pt x="73" y="66"/>
                    </a:cubicBezTo>
                    <a:cubicBezTo>
                      <a:pt x="73" y="66"/>
                      <a:pt x="73" y="66"/>
                      <a:pt x="73" y="66"/>
                    </a:cubicBezTo>
                    <a:cubicBezTo>
                      <a:pt x="73" y="65"/>
                      <a:pt x="73" y="65"/>
                      <a:pt x="74" y="65"/>
                    </a:cubicBezTo>
                    <a:cubicBezTo>
                      <a:pt x="74" y="66"/>
                      <a:pt x="74" y="66"/>
                      <a:pt x="74" y="66"/>
                    </a:cubicBezTo>
                    <a:cubicBezTo>
                      <a:pt x="74" y="66"/>
                      <a:pt x="75" y="67"/>
                      <a:pt x="75" y="67"/>
                    </a:cubicBezTo>
                    <a:cubicBezTo>
                      <a:pt x="75" y="65"/>
                      <a:pt x="76" y="66"/>
                      <a:pt x="76" y="64"/>
                    </a:cubicBezTo>
                    <a:cubicBezTo>
                      <a:pt x="76" y="65"/>
                      <a:pt x="76" y="65"/>
                      <a:pt x="76" y="65"/>
                    </a:cubicBezTo>
                    <a:cubicBezTo>
                      <a:pt x="76" y="63"/>
                      <a:pt x="76" y="63"/>
                      <a:pt x="76" y="63"/>
                    </a:cubicBezTo>
                    <a:cubicBezTo>
                      <a:pt x="77" y="64"/>
                      <a:pt x="77" y="64"/>
                      <a:pt x="77" y="64"/>
                    </a:cubicBezTo>
                    <a:cubicBezTo>
                      <a:pt x="77" y="66"/>
                      <a:pt x="77" y="66"/>
                      <a:pt x="77" y="66"/>
                    </a:cubicBezTo>
                    <a:cubicBezTo>
                      <a:pt x="78" y="67"/>
                      <a:pt x="77" y="64"/>
                      <a:pt x="77" y="63"/>
                    </a:cubicBezTo>
                    <a:cubicBezTo>
                      <a:pt x="77" y="62"/>
                      <a:pt x="78" y="64"/>
                      <a:pt x="78" y="64"/>
                    </a:cubicBezTo>
                    <a:cubicBezTo>
                      <a:pt x="78" y="65"/>
                      <a:pt x="78" y="64"/>
                      <a:pt x="77" y="64"/>
                    </a:cubicBezTo>
                    <a:cubicBezTo>
                      <a:pt x="77" y="66"/>
                      <a:pt x="78" y="65"/>
                      <a:pt x="78" y="66"/>
                    </a:cubicBezTo>
                    <a:cubicBezTo>
                      <a:pt x="78" y="66"/>
                      <a:pt x="78" y="64"/>
                      <a:pt x="78" y="64"/>
                    </a:cubicBezTo>
                    <a:cubicBezTo>
                      <a:pt x="79" y="64"/>
                      <a:pt x="79" y="64"/>
                      <a:pt x="80" y="65"/>
                    </a:cubicBezTo>
                    <a:cubicBezTo>
                      <a:pt x="80" y="64"/>
                      <a:pt x="80" y="65"/>
                      <a:pt x="80" y="64"/>
                    </a:cubicBezTo>
                    <a:cubicBezTo>
                      <a:pt x="80" y="64"/>
                      <a:pt x="79" y="63"/>
                      <a:pt x="79" y="62"/>
                    </a:cubicBezTo>
                    <a:cubicBezTo>
                      <a:pt x="79" y="62"/>
                      <a:pt x="80" y="61"/>
                      <a:pt x="80" y="62"/>
                    </a:cubicBezTo>
                    <a:cubicBezTo>
                      <a:pt x="80" y="63"/>
                      <a:pt x="80" y="63"/>
                      <a:pt x="80" y="63"/>
                    </a:cubicBezTo>
                    <a:cubicBezTo>
                      <a:pt x="80" y="62"/>
                      <a:pt x="81" y="62"/>
                      <a:pt x="80" y="61"/>
                    </a:cubicBezTo>
                    <a:cubicBezTo>
                      <a:pt x="81" y="63"/>
                      <a:pt x="81" y="63"/>
                      <a:pt x="81" y="63"/>
                    </a:cubicBezTo>
                    <a:cubicBezTo>
                      <a:pt x="81" y="62"/>
                      <a:pt x="81" y="62"/>
                      <a:pt x="82" y="61"/>
                    </a:cubicBezTo>
                    <a:cubicBezTo>
                      <a:pt x="82" y="63"/>
                      <a:pt x="82" y="65"/>
                      <a:pt x="83" y="65"/>
                    </a:cubicBezTo>
                    <a:cubicBezTo>
                      <a:pt x="83" y="63"/>
                      <a:pt x="83" y="63"/>
                      <a:pt x="83" y="63"/>
                    </a:cubicBezTo>
                    <a:cubicBezTo>
                      <a:pt x="84" y="63"/>
                      <a:pt x="84" y="64"/>
                      <a:pt x="84" y="65"/>
                    </a:cubicBezTo>
                    <a:cubicBezTo>
                      <a:pt x="85" y="65"/>
                      <a:pt x="84" y="60"/>
                      <a:pt x="85" y="61"/>
                    </a:cubicBezTo>
                    <a:cubicBezTo>
                      <a:pt x="85" y="63"/>
                      <a:pt x="86" y="63"/>
                      <a:pt x="86" y="64"/>
                    </a:cubicBezTo>
                    <a:cubicBezTo>
                      <a:pt x="86" y="63"/>
                      <a:pt x="86" y="63"/>
                      <a:pt x="86" y="62"/>
                    </a:cubicBezTo>
                    <a:cubicBezTo>
                      <a:pt x="86" y="62"/>
                      <a:pt x="86" y="64"/>
                      <a:pt x="86" y="63"/>
                    </a:cubicBezTo>
                    <a:cubicBezTo>
                      <a:pt x="85" y="61"/>
                      <a:pt x="86" y="62"/>
                      <a:pt x="86" y="61"/>
                    </a:cubicBezTo>
                    <a:cubicBezTo>
                      <a:pt x="88" y="65"/>
                      <a:pt x="89" y="62"/>
                      <a:pt x="91" y="64"/>
                    </a:cubicBezTo>
                    <a:cubicBezTo>
                      <a:pt x="90" y="61"/>
                      <a:pt x="91" y="63"/>
                      <a:pt x="91" y="62"/>
                    </a:cubicBezTo>
                    <a:cubicBezTo>
                      <a:pt x="92" y="64"/>
                      <a:pt x="92" y="61"/>
                      <a:pt x="93" y="63"/>
                    </a:cubicBezTo>
                    <a:cubicBezTo>
                      <a:pt x="92" y="60"/>
                      <a:pt x="92" y="60"/>
                      <a:pt x="92" y="60"/>
                    </a:cubicBezTo>
                    <a:cubicBezTo>
                      <a:pt x="93" y="61"/>
                      <a:pt x="92" y="56"/>
                      <a:pt x="94" y="59"/>
                    </a:cubicBezTo>
                    <a:cubicBezTo>
                      <a:pt x="94" y="60"/>
                      <a:pt x="94" y="61"/>
                      <a:pt x="94" y="61"/>
                    </a:cubicBezTo>
                    <a:cubicBezTo>
                      <a:pt x="95" y="64"/>
                      <a:pt x="95" y="59"/>
                      <a:pt x="96" y="62"/>
                    </a:cubicBezTo>
                    <a:cubicBezTo>
                      <a:pt x="96" y="61"/>
                      <a:pt x="95" y="59"/>
                      <a:pt x="96" y="58"/>
                    </a:cubicBezTo>
                    <a:cubicBezTo>
                      <a:pt x="96" y="59"/>
                      <a:pt x="98" y="60"/>
                      <a:pt x="98" y="60"/>
                    </a:cubicBezTo>
                    <a:cubicBezTo>
                      <a:pt x="98" y="60"/>
                      <a:pt x="98" y="59"/>
                      <a:pt x="98" y="60"/>
                    </a:cubicBezTo>
                    <a:cubicBezTo>
                      <a:pt x="99" y="61"/>
                      <a:pt x="98" y="61"/>
                      <a:pt x="98" y="61"/>
                    </a:cubicBezTo>
                    <a:cubicBezTo>
                      <a:pt x="99" y="62"/>
                      <a:pt x="99" y="60"/>
                      <a:pt x="100" y="59"/>
                    </a:cubicBezTo>
                    <a:cubicBezTo>
                      <a:pt x="101" y="61"/>
                      <a:pt x="101" y="60"/>
                      <a:pt x="102" y="61"/>
                    </a:cubicBezTo>
                    <a:cubicBezTo>
                      <a:pt x="102" y="58"/>
                      <a:pt x="104" y="61"/>
                      <a:pt x="103" y="58"/>
                    </a:cubicBezTo>
                    <a:cubicBezTo>
                      <a:pt x="103" y="59"/>
                      <a:pt x="103" y="59"/>
                      <a:pt x="103" y="59"/>
                    </a:cubicBezTo>
                    <a:cubicBezTo>
                      <a:pt x="104" y="58"/>
                      <a:pt x="103" y="56"/>
                      <a:pt x="104" y="56"/>
                    </a:cubicBezTo>
                    <a:cubicBezTo>
                      <a:pt x="104" y="58"/>
                      <a:pt x="104" y="58"/>
                      <a:pt x="104" y="58"/>
                    </a:cubicBezTo>
                    <a:cubicBezTo>
                      <a:pt x="105" y="61"/>
                      <a:pt x="105" y="58"/>
                      <a:pt x="105" y="59"/>
                    </a:cubicBezTo>
                    <a:cubicBezTo>
                      <a:pt x="105" y="58"/>
                      <a:pt x="106" y="59"/>
                      <a:pt x="106" y="58"/>
                    </a:cubicBezTo>
                    <a:cubicBezTo>
                      <a:pt x="106" y="57"/>
                      <a:pt x="106" y="57"/>
                      <a:pt x="106" y="57"/>
                    </a:cubicBezTo>
                    <a:cubicBezTo>
                      <a:pt x="106" y="56"/>
                      <a:pt x="106" y="56"/>
                      <a:pt x="106" y="56"/>
                    </a:cubicBezTo>
                    <a:cubicBezTo>
                      <a:pt x="107" y="55"/>
                      <a:pt x="107" y="58"/>
                      <a:pt x="107" y="58"/>
                    </a:cubicBezTo>
                    <a:cubicBezTo>
                      <a:pt x="107" y="59"/>
                      <a:pt x="108" y="58"/>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9" y="57"/>
                    </a:cubicBezTo>
                    <a:cubicBezTo>
                      <a:pt x="109" y="57"/>
                      <a:pt x="109" y="57"/>
                      <a:pt x="109" y="57"/>
                    </a:cubicBezTo>
                    <a:cubicBezTo>
                      <a:pt x="109" y="57"/>
                      <a:pt x="109" y="57"/>
                      <a:pt x="109" y="58"/>
                    </a:cubicBezTo>
                    <a:cubicBezTo>
                      <a:pt x="109" y="59"/>
                      <a:pt x="109" y="59"/>
                      <a:pt x="109" y="59"/>
                    </a:cubicBezTo>
                    <a:cubicBezTo>
                      <a:pt x="110" y="59"/>
                      <a:pt x="110" y="57"/>
                      <a:pt x="110" y="57"/>
                    </a:cubicBezTo>
                    <a:cubicBezTo>
                      <a:pt x="111" y="58"/>
                      <a:pt x="113" y="56"/>
                      <a:pt x="113" y="55"/>
                    </a:cubicBezTo>
                    <a:cubicBezTo>
                      <a:pt x="113" y="55"/>
                      <a:pt x="113" y="56"/>
                      <a:pt x="113" y="55"/>
                    </a:cubicBezTo>
                    <a:cubicBezTo>
                      <a:pt x="114" y="55"/>
                      <a:pt x="114" y="53"/>
                      <a:pt x="114" y="54"/>
                    </a:cubicBezTo>
                    <a:cubicBezTo>
                      <a:pt x="114" y="54"/>
                      <a:pt x="115" y="55"/>
                      <a:pt x="115" y="55"/>
                    </a:cubicBezTo>
                    <a:cubicBezTo>
                      <a:pt x="115" y="56"/>
                      <a:pt x="115" y="54"/>
                      <a:pt x="115" y="54"/>
                    </a:cubicBezTo>
                    <a:cubicBezTo>
                      <a:pt x="116" y="56"/>
                      <a:pt x="116" y="52"/>
                      <a:pt x="118" y="53"/>
                    </a:cubicBezTo>
                    <a:cubicBezTo>
                      <a:pt x="118" y="53"/>
                      <a:pt x="118" y="54"/>
                      <a:pt x="118" y="55"/>
                    </a:cubicBezTo>
                    <a:cubicBezTo>
                      <a:pt x="119" y="54"/>
                      <a:pt x="119" y="53"/>
                      <a:pt x="120" y="51"/>
                    </a:cubicBezTo>
                    <a:cubicBezTo>
                      <a:pt x="120" y="53"/>
                      <a:pt x="120" y="53"/>
                      <a:pt x="120" y="53"/>
                    </a:cubicBezTo>
                    <a:cubicBezTo>
                      <a:pt x="120" y="52"/>
                      <a:pt x="121" y="52"/>
                      <a:pt x="121" y="51"/>
                    </a:cubicBezTo>
                    <a:cubicBezTo>
                      <a:pt x="120" y="50"/>
                      <a:pt x="120" y="48"/>
                      <a:pt x="121" y="49"/>
                    </a:cubicBezTo>
                    <a:cubicBezTo>
                      <a:pt x="121" y="49"/>
                      <a:pt x="121" y="49"/>
                      <a:pt x="121" y="49"/>
                    </a:cubicBezTo>
                    <a:cubicBezTo>
                      <a:pt x="122" y="48"/>
                      <a:pt x="122" y="48"/>
                      <a:pt x="122" y="48"/>
                    </a:cubicBezTo>
                    <a:cubicBezTo>
                      <a:pt x="122" y="48"/>
                      <a:pt x="122" y="48"/>
                      <a:pt x="122" y="49"/>
                    </a:cubicBezTo>
                    <a:cubicBezTo>
                      <a:pt x="123" y="51"/>
                      <a:pt x="124" y="50"/>
                      <a:pt x="124" y="50"/>
                    </a:cubicBezTo>
                    <a:cubicBezTo>
                      <a:pt x="124" y="49"/>
                      <a:pt x="124" y="49"/>
                      <a:pt x="124" y="49"/>
                    </a:cubicBezTo>
                    <a:cubicBezTo>
                      <a:pt x="124" y="48"/>
                      <a:pt x="125" y="50"/>
                      <a:pt x="125" y="50"/>
                    </a:cubicBezTo>
                    <a:cubicBezTo>
                      <a:pt x="125" y="45"/>
                      <a:pt x="125" y="45"/>
                      <a:pt x="125" y="45"/>
                    </a:cubicBezTo>
                    <a:cubicBezTo>
                      <a:pt x="125" y="45"/>
                      <a:pt x="126" y="47"/>
                      <a:pt x="126" y="48"/>
                    </a:cubicBezTo>
                    <a:cubicBezTo>
                      <a:pt x="127" y="47"/>
                      <a:pt x="126" y="44"/>
                      <a:pt x="126" y="42"/>
                    </a:cubicBezTo>
                    <a:cubicBezTo>
                      <a:pt x="127" y="43"/>
                      <a:pt x="127" y="41"/>
                      <a:pt x="127" y="41"/>
                    </a:cubicBezTo>
                    <a:cubicBezTo>
                      <a:pt x="128" y="42"/>
                      <a:pt x="127" y="41"/>
                      <a:pt x="127" y="42"/>
                    </a:cubicBezTo>
                    <a:cubicBezTo>
                      <a:pt x="128" y="43"/>
                      <a:pt x="128" y="43"/>
                      <a:pt x="128" y="43"/>
                    </a:cubicBezTo>
                    <a:cubicBezTo>
                      <a:pt x="128" y="44"/>
                      <a:pt x="129" y="46"/>
                      <a:pt x="129" y="47"/>
                    </a:cubicBezTo>
                    <a:cubicBezTo>
                      <a:pt x="129" y="46"/>
                      <a:pt x="131" y="46"/>
                      <a:pt x="132" y="46"/>
                    </a:cubicBezTo>
                    <a:cubicBezTo>
                      <a:pt x="130" y="44"/>
                      <a:pt x="132" y="45"/>
                      <a:pt x="132" y="42"/>
                    </a:cubicBezTo>
                    <a:cubicBezTo>
                      <a:pt x="132" y="41"/>
                      <a:pt x="133" y="44"/>
                      <a:pt x="133" y="44"/>
                    </a:cubicBezTo>
                    <a:cubicBezTo>
                      <a:pt x="134" y="43"/>
                      <a:pt x="135" y="44"/>
                      <a:pt x="136" y="43"/>
                    </a:cubicBezTo>
                    <a:cubicBezTo>
                      <a:pt x="136" y="43"/>
                      <a:pt x="136" y="43"/>
                      <a:pt x="136" y="43"/>
                    </a:cubicBezTo>
                    <a:cubicBezTo>
                      <a:pt x="136" y="42"/>
                      <a:pt x="138" y="43"/>
                      <a:pt x="138" y="40"/>
                    </a:cubicBezTo>
                    <a:cubicBezTo>
                      <a:pt x="138" y="42"/>
                      <a:pt x="138" y="42"/>
                      <a:pt x="138" y="42"/>
                    </a:cubicBezTo>
                    <a:cubicBezTo>
                      <a:pt x="139" y="42"/>
                      <a:pt x="137" y="39"/>
                      <a:pt x="139" y="40"/>
                    </a:cubicBezTo>
                    <a:cubicBezTo>
                      <a:pt x="139" y="41"/>
                      <a:pt x="139" y="41"/>
                      <a:pt x="139" y="41"/>
                    </a:cubicBezTo>
                    <a:cubicBezTo>
                      <a:pt x="139" y="40"/>
                      <a:pt x="140" y="42"/>
                      <a:pt x="140" y="39"/>
                    </a:cubicBezTo>
                    <a:cubicBezTo>
                      <a:pt x="141" y="41"/>
                      <a:pt x="141" y="41"/>
                      <a:pt x="141" y="41"/>
                    </a:cubicBezTo>
                    <a:cubicBezTo>
                      <a:pt x="141" y="40"/>
                      <a:pt x="142" y="40"/>
                      <a:pt x="142" y="38"/>
                    </a:cubicBezTo>
                    <a:cubicBezTo>
                      <a:pt x="142" y="40"/>
                      <a:pt x="142" y="40"/>
                      <a:pt x="142" y="40"/>
                    </a:cubicBezTo>
                    <a:cubicBezTo>
                      <a:pt x="143" y="41"/>
                      <a:pt x="142" y="38"/>
                      <a:pt x="143" y="38"/>
                    </a:cubicBezTo>
                    <a:cubicBezTo>
                      <a:pt x="143" y="38"/>
                      <a:pt x="144" y="39"/>
                      <a:pt x="144" y="39"/>
                    </a:cubicBezTo>
                    <a:cubicBezTo>
                      <a:pt x="143" y="38"/>
                      <a:pt x="144" y="38"/>
                      <a:pt x="144" y="37"/>
                    </a:cubicBezTo>
                    <a:cubicBezTo>
                      <a:pt x="146" y="39"/>
                      <a:pt x="146" y="39"/>
                      <a:pt x="146" y="39"/>
                    </a:cubicBezTo>
                    <a:cubicBezTo>
                      <a:pt x="149" y="37"/>
                      <a:pt x="152" y="36"/>
                      <a:pt x="154" y="33"/>
                    </a:cubicBezTo>
                    <a:cubicBezTo>
                      <a:pt x="156" y="35"/>
                      <a:pt x="154" y="35"/>
                      <a:pt x="155" y="36"/>
                    </a:cubicBezTo>
                    <a:cubicBezTo>
                      <a:pt x="154" y="34"/>
                      <a:pt x="155" y="35"/>
                      <a:pt x="156" y="34"/>
                    </a:cubicBezTo>
                    <a:cubicBezTo>
                      <a:pt x="156" y="34"/>
                      <a:pt x="156" y="34"/>
                      <a:pt x="156" y="34"/>
                    </a:cubicBezTo>
                    <a:cubicBezTo>
                      <a:pt x="156" y="34"/>
                      <a:pt x="157" y="35"/>
                      <a:pt x="157" y="34"/>
                    </a:cubicBezTo>
                    <a:cubicBezTo>
                      <a:pt x="157" y="34"/>
                      <a:pt x="157" y="34"/>
                      <a:pt x="157" y="34"/>
                    </a:cubicBezTo>
                    <a:cubicBezTo>
                      <a:pt x="157" y="32"/>
                      <a:pt x="159" y="36"/>
                      <a:pt x="158" y="33"/>
                    </a:cubicBezTo>
                    <a:cubicBezTo>
                      <a:pt x="159" y="34"/>
                      <a:pt x="159" y="34"/>
                      <a:pt x="159" y="34"/>
                    </a:cubicBezTo>
                    <a:cubicBezTo>
                      <a:pt x="158" y="32"/>
                      <a:pt x="160" y="35"/>
                      <a:pt x="160" y="33"/>
                    </a:cubicBezTo>
                    <a:cubicBezTo>
                      <a:pt x="160" y="33"/>
                      <a:pt x="160" y="33"/>
                      <a:pt x="160" y="33"/>
                    </a:cubicBezTo>
                    <a:cubicBezTo>
                      <a:pt x="161" y="34"/>
                      <a:pt x="160" y="30"/>
                      <a:pt x="161" y="32"/>
                    </a:cubicBezTo>
                    <a:cubicBezTo>
                      <a:pt x="162" y="31"/>
                      <a:pt x="162" y="30"/>
                      <a:pt x="161" y="28"/>
                    </a:cubicBezTo>
                    <a:cubicBezTo>
                      <a:pt x="162" y="30"/>
                      <a:pt x="162" y="30"/>
                      <a:pt x="162" y="30"/>
                    </a:cubicBezTo>
                    <a:cubicBezTo>
                      <a:pt x="164" y="28"/>
                      <a:pt x="167" y="27"/>
                      <a:pt x="167" y="24"/>
                    </a:cubicBezTo>
                    <a:cubicBezTo>
                      <a:pt x="168" y="25"/>
                      <a:pt x="168" y="25"/>
                      <a:pt x="168" y="25"/>
                    </a:cubicBezTo>
                    <a:cubicBezTo>
                      <a:pt x="167" y="22"/>
                      <a:pt x="171" y="25"/>
                      <a:pt x="170" y="21"/>
                    </a:cubicBezTo>
                    <a:cubicBezTo>
                      <a:pt x="169" y="19"/>
                      <a:pt x="169" y="19"/>
                      <a:pt x="169" y="19"/>
                    </a:cubicBezTo>
                    <a:cubicBezTo>
                      <a:pt x="171" y="21"/>
                      <a:pt x="171" y="21"/>
                      <a:pt x="171" y="21"/>
                    </a:cubicBezTo>
                    <a:cubicBezTo>
                      <a:pt x="170" y="20"/>
                      <a:pt x="172" y="20"/>
                      <a:pt x="171" y="19"/>
                    </a:cubicBezTo>
                    <a:cubicBezTo>
                      <a:pt x="171" y="19"/>
                      <a:pt x="171" y="19"/>
                      <a:pt x="172" y="20"/>
                    </a:cubicBezTo>
                    <a:cubicBezTo>
                      <a:pt x="172" y="20"/>
                      <a:pt x="171" y="17"/>
                      <a:pt x="172" y="17"/>
                    </a:cubicBezTo>
                    <a:cubicBezTo>
                      <a:pt x="173" y="18"/>
                      <a:pt x="173" y="18"/>
                      <a:pt x="173" y="18"/>
                    </a:cubicBezTo>
                    <a:cubicBezTo>
                      <a:pt x="177" y="19"/>
                      <a:pt x="182" y="18"/>
                      <a:pt x="181" y="13"/>
                    </a:cubicBezTo>
                    <a:cubicBezTo>
                      <a:pt x="181" y="12"/>
                      <a:pt x="183" y="14"/>
                      <a:pt x="183" y="14"/>
                    </a:cubicBezTo>
                    <a:cubicBezTo>
                      <a:pt x="182" y="10"/>
                      <a:pt x="188" y="11"/>
                      <a:pt x="186" y="6"/>
                    </a:cubicBezTo>
                    <a:cubicBezTo>
                      <a:pt x="186" y="4"/>
                      <a:pt x="182" y="0"/>
                      <a:pt x="182" y="0"/>
                    </a:cubicBezTo>
                    <a:cubicBezTo>
                      <a:pt x="180" y="4"/>
                      <a:pt x="176" y="5"/>
                      <a:pt x="171" y="6"/>
                    </a:cubicBezTo>
                    <a:cubicBezTo>
                      <a:pt x="171" y="7"/>
                      <a:pt x="170" y="9"/>
                      <a:pt x="169" y="9"/>
                    </a:cubicBezTo>
                    <a:cubicBezTo>
                      <a:pt x="165" y="12"/>
                      <a:pt x="158" y="11"/>
                      <a:pt x="154" y="16"/>
                    </a:cubicBezTo>
                    <a:cubicBezTo>
                      <a:pt x="155" y="16"/>
                      <a:pt x="155" y="18"/>
                      <a:pt x="155" y="18"/>
                    </a:cubicBezTo>
                    <a:cubicBezTo>
                      <a:pt x="155" y="18"/>
                      <a:pt x="155" y="18"/>
                      <a:pt x="155" y="18"/>
                    </a:cubicBezTo>
                    <a:cubicBezTo>
                      <a:pt x="155" y="19"/>
                      <a:pt x="155" y="19"/>
                      <a:pt x="155" y="19"/>
                    </a:cubicBezTo>
                    <a:cubicBezTo>
                      <a:pt x="155" y="19"/>
                      <a:pt x="154" y="18"/>
                      <a:pt x="154" y="17"/>
                    </a:cubicBezTo>
                    <a:cubicBezTo>
                      <a:pt x="153" y="19"/>
                      <a:pt x="151" y="20"/>
                      <a:pt x="149" y="20"/>
                    </a:cubicBezTo>
                    <a:cubicBezTo>
                      <a:pt x="150" y="22"/>
                      <a:pt x="148" y="21"/>
                      <a:pt x="149" y="23"/>
                    </a:cubicBezTo>
                    <a:cubicBezTo>
                      <a:pt x="148" y="22"/>
                      <a:pt x="148" y="22"/>
                      <a:pt x="148" y="22"/>
                    </a:cubicBezTo>
                    <a:cubicBezTo>
                      <a:pt x="147" y="24"/>
                      <a:pt x="147" y="24"/>
                      <a:pt x="145" y="22"/>
                    </a:cubicBezTo>
                    <a:cubicBezTo>
                      <a:pt x="139" y="23"/>
                      <a:pt x="134" y="27"/>
                      <a:pt x="128" y="28"/>
                    </a:cubicBezTo>
                    <a:cubicBezTo>
                      <a:pt x="123" y="30"/>
                      <a:pt x="118" y="35"/>
                      <a:pt x="112" y="37"/>
                    </a:cubicBezTo>
                    <a:cubicBezTo>
                      <a:pt x="112" y="40"/>
                      <a:pt x="110" y="39"/>
                      <a:pt x="110" y="42"/>
                    </a:cubicBezTo>
                    <a:cubicBezTo>
                      <a:pt x="110" y="41"/>
                      <a:pt x="110" y="41"/>
                      <a:pt x="110" y="41"/>
                    </a:cubicBezTo>
                    <a:cubicBezTo>
                      <a:pt x="109" y="43"/>
                      <a:pt x="109" y="41"/>
                      <a:pt x="107" y="40"/>
                    </a:cubicBezTo>
                    <a:cubicBezTo>
                      <a:pt x="107" y="42"/>
                      <a:pt x="107" y="41"/>
                      <a:pt x="107" y="43"/>
                    </a:cubicBezTo>
                    <a:cubicBezTo>
                      <a:pt x="107" y="45"/>
                      <a:pt x="106" y="40"/>
                      <a:pt x="106" y="41"/>
                    </a:cubicBezTo>
                    <a:cubicBezTo>
                      <a:pt x="105" y="41"/>
                      <a:pt x="106" y="42"/>
                      <a:pt x="106" y="42"/>
                    </a:cubicBezTo>
                    <a:cubicBezTo>
                      <a:pt x="105" y="45"/>
                      <a:pt x="106" y="41"/>
                      <a:pt x="103" y="39"/>
                    </a:cubicBezTo>
                    <a:cubicBezTo>
                      <a:pt x="101" y="41"/>
                      <a:pt x="98" y="44"/>
                      <a:pt x="95" y="43"/>
                    </a:cubicBezTo>
                    <a:cubicBezTo>
                      <a:pt x="95" y="43"/>
                      <a:pt x="96" y="44"/>
                      <a:pt x="96" y="44"/>
                    </a:cubicBezTo>
                    <a:cubicBezTo>
                      <a:pt x="95" y="41"/>
                      <a:pt x="95" y="46"/>
                      <a:pt x="94" y="44"/>
                    </a:cubicBezTo>
                    <a:cubicBezTo>
                      <a:pt x="94" y="44"/>
                      <a:pt x="94" y="43"/>
                      <a:pt x="94" y="43"/>
                    </a:cubicBezTo>
                    <a:cubicBezTo>
                      <a:pt x="93" y="42"/>
                      <a:pt x="92" y="44"/>
                      <a:pt x="91" y="43"/>
                    </a:cubicBezTo>
                    <a:cubicBezTo>
                      <a:pt x="90" y="45"/>
                      <a:pt x="88" y="42"/>
                      <a:pt x="88" y="44"/>
                    </a:cubicBezTo>
                    <a:cubicBezTo>
                      <a:pt x="88" y="43"/>
                      <a:pt x="87" y="43"/>
                      <a:pt x="87" y="43"/>
                    </a:cubicBezTo>
                    <a:cubicBezTo>
                      <a:pt x="87" y="47"/>
                      <a:pt x="84" y="42"/>
                      <a:pt x="84" y="44"/>
                    </a:cubicBezTo>
                    <a:cubicBezTo>
                      <a:pt x="84" y="44"/>
                      <a:pt x="84" y="44"/>
                      <a:pt x="84" y="44"/>
                    </a:cubicBezTo>
                    <a:cubicBezTo>
                      <a:pt x="81" y="45"/>
                      <a:pt x="77" y="45"/>
                      <a:pt x="75" y="47"/>
                    </a:cubicBezTo>
                    <a:cubicBezTo>
                      <a:pt x="73" y="47"/>
                      <a:pt x="70" y="44"/>
                      <a:pt x="69" y="46"/>
                    </a:cubicBezTo>
                    <a:cubicBezTo>
                      <a:pt x="69" y="48"/>
                      <a:pt x="69" y="48"/>
                      <a:pt x="69" y="48"/>
                    </a:cubicBezTo>
                    <a:cubicBezTo>
                      <a:pt x="68" y="48"/>
                      <a:pt x="69" y="47"/>
                      <a:pt x="68" y="46"/>
                    </a:cubicBezTo>
                    <a:cubicBezTo>
                      <a:pt x="68" y="48"/>
                      <a:pt x="66" y="47"/>
                      <a:pt x="65" y="47"/>
                    </a:cubicBezTo>
                    <a:cubicBezTo>
                      <a:pt x="65" y="47"/>
                      <a:pt x="65" y="48"/>
                      <a:pt x="65" y="49"/>
                    </a:cubicBezTo>
                    <a:cubicBezTo>
                      <a:pt x="63" y="46"/>
                      <a:pt x="62" y="50"/>
                      <a:pt x="60" y="48"/>
                    </a:cubicBezTo>
                    <a:cubicBezTo>
                      <a:pt x="61" y="51"/>
                      <a:pt x="60" y="50"/>
                      <a:pt x="59" y="51"/>
                    </a:cubicBezTo>
                    <a:cubicBezTo>
                      <a:pt x="59" y="51"/>
                      <a:pt x="59" y="50"/>
                      <a:pt x="59" y="49"/>
                    </a:cubicBezTo>
                    <a:cubicBezTo>
                      <a:pt x="58" y="50"/>
                      <a:pt x="57" y="50"/>
                      <a:pt x="56" y="49"/>
                    </a:cubicBezTo>
                    <a:cubicBezTo>
                      <a:pt x="56" y="49"/>
                      <a:pt x="56" y="51"/>
                      <a:pt x="55" y="51"/>
                    </a:cubicBezTo>
                    <a:cubicBezTo>
                      <a:pt x="54" y="49"/>
                      <a:pt x="54" y="51"/>
                      <a:pt x="53" y="50"/>
                    </a:cubicBezTo>
                    <a:cubicBezTo>
                      <a:pt x="54" y="52"/>
                      <a:pt x="52" y="54"/>
                      <a:pt x="52" y="53"/>
                    </a:cubicBezTo>
                    <a:cubicBezTo>
                      <a:pt x="52" y="50"/>
                      <a:pt x="52" y="50"/>
                      <a:pt x="52" y="50"/>
                    </a:cubicBezTo>
                    <a:cubicBezTo>
                      <a:pt x="50" y="52"/>
                      <a:pt x="47" y="49"/>
                      <a:pt x="44" y="52"/>
                    </a:cubicBezTo>
                    <a:cubicBezTo>
                      <a:pt x="44" y="51"/>
                      <a:pt x="44" y="51"/>
                      <a:pt x="44" y="51"/>
                    </a:cubicBezTo>
                    <a:cubicBezTo>
                      <a:pt x="42" y="53"/>
                      <a:pt x="39" y="51"/>
                      <a:pt x="37" y="54"/>
                    </a:cubicBezTo>
                    <a:cubicBezTo>
                      <a:pt x="36" y="53"/>
                      <a:pt x="35" y="52"/>
                      <a:pt x="35" y="52"/>
                    </a:cubicBezTo>
                    <a:cubicBezTo>
                      <a:pt x="34" y="53"/>
                      <a:pt x="33" y="53"/>
                      <a:pt x="32" y="55"/>
                    </a:cubicBezTo>
                    <a:cubicBezTo>
                      <a:pt x="32" y="56"/>
                      <a:pt x="32" y="54"/>
                      <a:pt x="32" y="54"/>
                    </a:cubicBezTo>
                    <a:cubicBezTo>
                      <a:pt x="31" y="53"/>
                      <a:pt x="30" y="51"/>
                      <a:pt x="29" y="53"/>
                    </a:cubicBezTo>
                    <a:cubicBezTo>
                      <a:pt x="29" y="52"/>
                      <a:pt x="29" y="52"/>
                      <a:pt x="29" y="52"/>
                    </a:cubicBezTo>
                    <a:cubicBezTo>
                      <a:pt x="28" y="53"/>
                      <a:pt x="27" y="55"/>
                      <a:pt x="26" y="53"/>
                    </a:cubicBezTo>
                    <a:cubicBezTo>
                      <a:pt x="25" y="54"/>
                      <a:pt x="24" y="55"/>
                      <a:pt x="25" y="56"/>
                    </a:cubicBezTo>
                    <a:cubicBezTo>
                      <a:pt x="24" y="56"/>
                      <a:pt x="25" y="54"/>
                      <a:pt x="24" y="55"/>
                    </a:cubicBezTo>
                    <a:cubicBezTo>
                      <a:pt x="25" y="53"/>
                      <a:pt x="25" y="53"/>
                      <a:pt x="25" y="53"/>
                    </a:cubicBezTo>
                    <a:cubicBezTo>
                      <a:pt x="23" y="52"/>
                      <a:pt x="21" y="53"/>
                      <a:pt x="19" y="53"/>
                    </a:cubicBezTo>
                    <a:cubicBezTo>
                      <a:pt x="19" y="51"/>
                      <a:pt x="17" y="53"/>
                      <a:pt x="16" y="51"/>
                    </a:cubicBezTo>
                    <a:cubicBezTo>
                      <a:pt x="15" y="52"/>
                      <a:pt x="15" y="50"/>
                      <a:pt x="13" y="53"/>
                    </a:cubicBezTo>
                    <a:cubicBezTo>
                      <a:pt x="14" y="51"/>
                      <a:pt x="14" y="51"/>
                      <a:pt x="14" y="51"/>
                    </a:cubicBezTo>
                    <a:cubicBezTo>
                      <a:pt x="13" y="51"/>
                      <a:pt x="12" y="51"/>
                      <a:pt x="11" y="49"/>
                    </a:cubicBezTo>
                    <a:cubicBezTo>
                      <a:pt x="11" y="49"/>
                      <a:pt x="10" y="50"/>
                      <a:pt x="9" y="51"/>
                    </a:cubicBezTo>
                    <a:cubicBezTo>
                      <a:pt x="10" y="49"/>
                      <a:pt x="10" y="49"/>
                      <a:pt x="10" y="49"/>
                    </a:cubicBezTo>
                    <a:cubicBezTo>
                      <a:pt x="9" y="50"/>
                      <a:pt x="7" y="51"/>
                      <a:pt x="6" y="52"/>
                    </a:cubicBezTo>
                    <a:cubicBezTo>
                      <a:pt x="6" y="51"/>
                      <a:pt x="6" y="52"/>
                      <a:pt x="6" y="51"/>
                    </a:cubicBezTo>
                    <a:cubicBezTo>
                      <a:pt x="7" y="51"/>
                      <a:pt x="8" y="50"/>
                      <a:pt x="9" y="48"/>
                    </a:cubicBezTo>
                    <a:cubicBezTo>
                      <a:pt x="9" y="48"/>
                      <a:pt x="6" y="50"/>
                      <a:pt x="7" y="48"/>
                    </a:cubicBezTo>
                    <a:cubicBezTo>
                      <a:pt x="7" y="47"/>
                      <a:pt x="7" y="47"/>
                      <a:pt x="5" y="49"/>
                    </a:cubicBezTo>
                    <a:cubicBezTo>
                      <a:pt x="6" y="48"/>
                      <a:pt x="6" y="48"/>
                      <a:pt x="7" y="47"/>
                    </a:cubicBezTo>
                    <a:cubicBezTo>
                      <a:pt x="6" y="47"/>
                      <a:pt x="6" y="47"/>
                      <a:pt x="5" y="47"/>
                    </a:cubicBezTo>
                    <a:cubicBezTo>
                      <a:pt x="6" y="47"/>
                      <a:pt x="5" y="47"/>
                      <a:pt x="5" y="48"/>
                    </a:cubicBezTo>
                    <a:cubicBezTo>
                      <a:pt x="4" y="48"/>
                      <a:pt x="4" y="48"/>
                      <a:pt x="2" y="49"/>
                    </a:cubicBezTo>
                    <a:cubicBezTo>
                      <a:pt x="3" y="49"/>
                      <a:pt x="3" y="49"/>
                      <a:pt x="3" y="49"/>
                    </a:cubicBezTo>
                    <a:cubicBezTo>
                      <a:pt x="2" y="50"/>
                      <a:pt x="1" y="50"/>
                      <a:pt x="2" y="49"/>
                    </a:cubicBezTo>
                    <a:cubicBezTo>
                      <a:pt x="3" y="48"/>
                      <a:pt x="4" y="48"/>
                      <a:pt x="5" y="47"/>
                    </a:cubicBezTo>
                    <a:cubicBezTo>
                      <a:pt x="1" y="48"/>
                      <a:pt x="1" y="48"/>
                      <a:pt x="1" y="48"/>
                    </a:cubicBezTo>
                    <a:cubicBezTo>
                      <a:pt x="2" y="48"/>
                      <a:pt x="2" y="49"/>
                      <a:pt x="1" y="49"/>
                    </a:cubicBezTo>
                    <a:cubicBezTo>
                      <a:pt x="2" y="49"/>
                      <a:pt x="2" y="49"/>
                      <a:pt x="2" y="49"/>
                    </a:cubicBezTo>
                    <a:cubicBezTo>
                      <a:pt x="0" y="50"/>
                      <a:pt x="0" y="50"/>
                      <a:pt x="0" y="50"/>
                    </a:cubicBezTo>
                    <a:cubicBezTo>
                      <a:pt x="1" y="51"/>
                      <a:pt x="1" y="52"/>
                      <a:pt x="2" y="52"/>
                    </a:cubicBezTo>
                    <a:cubicBezTo>
                      <a:pt x="3" y="51"/>
                      <a:pt x="3" y="51"/>
                      <a:pt x="3" y="51"/>
                    </a:cubicBezTo>
                    <a:cubicBezTo>
                      <a:pt x="4" y="51"/>
                      <a:pt x="5" y="50"/>
                      <a:pt x="5" y="52"/>
                    </a:cubicBezTo>
                    <a:cubicBezTo>
                      <a:pt x="4" y="52"/>
                      <a:pt x="4" y="53"/>
                      <a:pt x="3" y="53"/>
                    </a:cubicBezTo>
                    <a:cubicBezTo>
                      <a:pt x="4" y="53"/>
                      <a:pt x="4" y="53"/>
                      <a:pt x="4" y="53"/>
                    </a:cubicBezTo>
                    <a:cubicBezTo>
                      <a:pt x="2" y="55"/>
                      <a:pt x="2" y="55"/>
                      <a:pt x="2" y="55"/>
                    </a:cubicBezTo>
                    <a:cubicBezTo>
                      <a:pt x="5" y="52"/>
                      <a:pt x="4" y="55"/>
                      <a:pt x="5" y="5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9" name="Freeform 243"/>
              <p:cNvSpPr/>
              <p:nvPr/>
            </p:nvSpPr>
            <p:spPr bwMode="auto">
              <a:xfrm>
                <a:off x="4005" y="2851"/>
                <a:ext cx="2" cy="5"/>
              </a:xfrm>
              <a:custGeom>
                <a:avLst/>
                <a:gdLst>
                  <a:gd name="T0" fmla="*/ 2 w 2"/>
                  <a:gd name="T1" fmla="*/ 5 h 5"/>
                  <a:gd name="T2" fmla="*/ 2 w 2"/>
                  <a:gd name="T3" fmla="*/ 5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2" y="5"/>
                    </a:lnTo>
                    <a:lnTo>
                      <a:pt x="0" y="0"/>
                    </a:lnTo>
                    <a:lnTo>
                      <a:pt x="2" y="5"/>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0" name="Freeform 244"/>
              <p:cNvSpPr/>
              <p:nvPr/>
            </p:nvSpPr>
            <p:spPr bwMode="auto">
              <a:xfrm>
                <a:off x="3980" y="2866"/>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1" name="Freeform 245"/>
              <p:cNvSpPr/>
              <p:nvPr/>
            </p:nvSpPr>
            <p:spPr bwMode="auto">
              <a:xfrm>
                <a:off x="3982" y="28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2" name="Freeform 246"/>
              <p:cNvSpPr/>
              <p:nvPr/>
            </p:nvSpPr>
            <p:spPr bwMode="auto">
              <a:xfrm>
                <a:off x="3748" y="2898"/>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2"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3" name="Freeform 247"/>
              <p:cNvSpPr/>
              <p:nvPr/>
            </p:nvSpPr>
            <p:spPr bwMode="auto">
              <a:xfrm>
                <a:off x="3980" y="2875"/>
                <a:ext cx="2" cy="4"/>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0"/>
                      <a:pt x="0" y="2"/>
                      <a:pt x="1" y="2"/>
                    </a:cubicBezTo>
                    <a:cubicBezTo>
                      <a:pt x="1" y="2"/>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4" name="Freeform 248"/>
              <p:cNvSpPr/>
              <p:nvPr/>
            </p:nvSpPr>
            <p:spPr bwMode="auto">
              <a:xfrm>
                <a:off x="3757" y="2909"/>
                <a:ext cx="2" cy="4"/>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5" name="Freeform 249"/>
              <p:cNvSpPr/>
              <p:nvPr/>
            </p:nvSpPr>
            <p:spPr bwMode="auto">
              <a:xfrm>
                <a:off x="3776" y="2913"/>
                <a:ext cx="2" cy="4"/>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0"/>
                      <a:pt x="1" y="1"/>
                    </a:cubicBezTo>
                    <a:cubicBezTo>
                      <a:pt x="1"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6" name="Freeform 250"/>
              <p:cNvSpPr/>
              <p:nvPr/>
            </p:nvSpPr>
            <p:spPr bwMode="auto">
              <a:xfrm>
                <a:off x="3759" y="2904"/>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0"/>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7" name="Freeform 251"/>
              <p:cNvSpPr/>
              <p:nvPr/>
            </p:nvSpPr>
            <p:spPr bwMode="auto">
              <a:xfrm>
                <a:off x="3893" y="3080"/>
                <a:ext cx="4" cy="9"/>
              </a:xfrm>
              <a:custGeom>
                <a:avLst/>
                <a:gdLst>
                  <a:gd name="T0" fmla="*/ 2 w 2"/>
                  <a:gd name="T1" fmla="*/ 0 h 4"/>
                  <a:gd name="T2" fmla="*/ 1 w 2"/>
                  <a:gd name="T3" fmla="*/ 1 h 4"/>
                  <a:gd name="T4" fmla="*/ 1 w 2"/>
                  <a:gd name="T5" fmla="*/ 2 h 4"/>
                  <a:gd name="T6" fmla="*/ 0 w 2"/>
                  <a:gd name="T7" fmla="*/ 4 h 4"/>
                  <a:gd name="T8" fmla="*/ 2 w 2"/>
                  <a:gd name="T9" fmla="*/ 1 h 4"/>
                  <a:gd name="T10" fmla="*/ 2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2" y="0"/>
                    </a:moveTo>
                    <a:cubicBezTo>
                      <a:pt x="2" y="1"/>
                      <a:pt x="2" y="1"/>
                      <a:pt x="1" y="1"/>
                    </a:cubicBezTo>
                    <a:cubicBezTo>
                      <a:pt x="1" y="2"/>
                      <a:pt x="0" y="3"/>
                      <a:pt x="1" y="2"/>
                    </a:cubicBezTo>
                    <a:cubicBezTo>
                      <a:pt x="1" y="3"/>
                      <a:pt x="0" y="3"/>
                      <a:pt x="0" y="4"/>
                    </a:cubicBezTo>
                    <a:cubicBezTo>
                      <a:pt x="1" y="3"/>
                      <a:pt x="2" y="1"/>
                      <a:pt x="2" y="1"/>
                    </a:cubicBezTo>
                    <a:cubicBezTo>
                      <a:pt x="2" y="0"/>
                      <a:pt x="2"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8" name="Freeform 252"/>
              <p:cNvSpPr/>
              <p:nvPr/>
            </p:nvSpPr>
            <p:spPr bwMode="auto">
              <a:xfrm>
                <a:off x="3786" y="2913"/>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9" name="Freeform 253"/>
              <p:cNvSpPr/>
              <p:nvPr/>
            </p:nvSpPr>
            <p:spPr bwMode="auto">
              <a:xfrm>
                <a:off x="3952" y="30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0" name="Freeform 254"/>
              <p:cNvSpPr>
                <a:spLocks noEditPoints="1"/>
              </p:cNvSpPr>
              <p:nvPr/>
            </p:nvSpPr>
            <p:spPr bwMode="auto">
              <a:xfrm>
                <a:off x="3895" y="3015"/>
                <a:ext cx="152" cy="95"/>
              </a:xfrm>
              <a:custGeom>
                <a:avLst/>
                <a:gdLst>
                  <a:gd name="T0" fmla="*/ 54 w 72"/>
                  <a:gd name="T1" fmla="*/ 4 h 45"/>
                  <a:gd name="T2" fmla="*/ 55 w 72"/>
                  <a:gd name="T3" fmla="*/ 8 h 45"/>
                  <a:gd name="T4" fmla="*/ 44 w 72"/>
                  <a:gd name="T5" fmla="*/ 20 h 45"/>
                  <a:gd name="T6" fmla="*/ 38 w 72"/>
                  <a:gd name="T7" fmla="*/ 21 h 45"/>
                  <a:gd name="T8" fmla="*/ 35 w 72"/>
                  <a:gd name="T9" fmla="*/ 21 h 45"/>
                  <a:gd name="T10" fmla="*/ 30 w 72"/>
                  <a:gd name="T11" fmla="*/ 22 h 45"/>
                  <a:gd name="T12" fmla="*/ 27 w 72"/>
                  <a:gd name="T13" fmla="*/ 22 h 45"/>
                  <a:gd name="T14" fmla="*/ 21 w 72"/>
                  <a:gd name="T15" fmla="*/ 23 h 45"/>
                  <a:gd name="T16" fmla="*/ 16 w 72"/>
                  <a:gd name="T17" fmla="*/ 23 h 45"/>
                  <a:gd name="T18" fmla="*/ 11 w 72"/>
                  <a:gd name="T19" fmla="*/ 23 h 45"/>
                  <a:gd name="T20" fmla="*/ 9 w 72"/>
                  <a:gd name="T21" fmla="*/ 21 h 45"/>
                  <a:gd name="T22" fmla="*/ 8 w 72"/>
                  <a:gd name="T23" fmla="*/ 20 h 45"/>
                  <a:gd name="T24" fmla="*/ 7 w 72"/>
                  <a:gd name="T25" fmla="*/ 20 h 45"/>
                  <a:gd name="T26" fmla="*/ 4 w 72"/>
                  <a:gd name="T27" fmla="*/ 22 h 45"/>
                  <a:gd name="T28" fmla="*/ 2 w 72"/>
                  <a:gd name="T29" fmla="*/ 25 h 45"/>
                  <a:gd name="T30" fmla="*/ 2 w 72"/>
                  <a:gd name="T31" fmla="*/ 31 h 45"/>
                  <a:gd name="T32" fmla="*/ 8 w 72"/>
                  <a:gd name="T33" fmla="*/ 29 h 45"/>
                  <a:gd name="T34" fmla="*/ 4 w 72"/>
                  <a:gd name="T35" fmla="*/ 34 h 45"/>
                  <a:gd name="T36" fmla="*/ 3 w 72"/>
                  <a:gd name="T37" fmla="*/ 39 h 45"/>
                  <a:gd name="T38" fmla="*/ 8 w 72"/>
                  <a:gd name="T39" fmla="*/ 33 h 45"/>
                  <a:gd name="T40" fmla="*/ 6 w 72"/>
                  <a:gd name="T41" fmla="*/ 39 h 45"/>
                  <a:gd name="T42" fmla="*/ 7 w 72"/>
                  <a:gd name="T43" fmla="*/ 41 h 45"/>
                  <a:gd name="T44" fmla="*/ 8 w 72"/>
                  <a:gd name="T45" fmla="*/ 42 h 45"/>
                  <a:gd name="T46" fmla="*/ 9 w 72"/>
                  <a:gd name="T47" fmla="*/ 43 h 45"/>
                  <a:gd name="T48" fmla="*/ 12 w 72"/>
                  <a:gd name="T49" fmla="*/ 40 h 45"/>
                  <a:gd name="T50" fmla="*/ 13 w 72"/>
                  <a:gd name="T51" fmla="*/ 44 h 45"/>
                  <a:gd name="T52" fmla="*/ 15 w 72"/>
                  <a:gd name="T53" fmla="*/ 40 h 45"/>
                  <a:gd name="T54" fmla="*/ 16 w 72"/>
                  <a:gd name="T55" fmla="*/ 40 h 45"/>
                  <a:gd name="T56" fmla="*/ 17 w 72"/>
                  <a:gd name="T57" fmla="*/ 42 h 45"/>
                  <a:gd name="T58" fmla="*/ 23 w 72"/>
                  <a:gd name="T59" fmla="*/ 41 h 45"/>
                  <a:gd name="T60" fmla="*/ 24 w 72"/>
                  <a:gd name="T61" fmla="*/ 41 h 45"/>
                  <a:gd name="T62" fmla="*/ 28 w 72"/>
                  <a:gd name="T63" fmla="*/ 41 h 45"/>
                  <a:gd name="T64" fmla="*/ 31 w 72"/>
                  <a:gd name="T65" fmla="*/ 40 h 45"/>
                  <a:gd name="T66" fmla="*/ 33 w 72"/>
                  <a:gd name="T67" fmla="*/ 39 h 45"/>
                  <a:gd name="T68" fmla="*/ 34 w 72"/>
                  <a:gd name="T69" fmla="*/ 40 h 45"/>
                  <a:gd name="T70" fmla="*/ 34 w 72"/>
                  <a:gd name="T71" fmla="*/ 37 h 45"/>
                  <a:gd name="T72" fmla="*/ 37 w 72"/>
                  <a:gd name="T73" fmla="*/ 38 h 45"/>
                  <a:gd name="T74" fmla="*/ 41 w 72"/>
                  <a:gd name="T75" fmla="*/ 39 h 45"/>
                  <a:gd name="T76" fmla="*/ 43 w 72"/>
                  <a:gd name="T77" fmla="*/ 35 h 45"/>
                  <a:gd name="T78" fmla="*/ 46 w 72"/>
                  <a:gd name="T79" fmla="*/ 35 h 45"/>
                  <a:gd name="T80" fmla="*/ 47 w 72"/>
                  <a:gd name="T81" fmla="*/ 34 h 45"/>
                  <a:gd name="T82" fmla="*/ 49 w 72"/>
                  <a:gd name="T83" fmla="*/ 34 h 45"/>
                  <a:gd name="T84" fmla="*/ 50 w 72"/>
                  <a:gd name="T85" fmla="*/ 36 h 45"/>
                  <a:gd name="T86" fmla="*/ 51 w 72"/>
                  <a:gd name="T87" fmla="*/ 32 h 45"/>
                  <a:gd name="T88" fmla="*/ 52 w 72"/>
                  <a:gd name="T89" fmla="*/ 27 h 45"/>
                  <a:gd name="T90" fmla="*/ 54 w 72"/>
                  <a:gd name="T91" fmla="*/ 28 h 45"/>
                  <a:gd name="T92" fmla="*/ 54 w 72"/>
                  <a:gd name="T93" fmla="*/ 23 h 45"/>
                  <a:gd name="T94" fmla="*/ 58 w 72"/>
                  <a:gd name="T95" fmla="*/ 23 h 45"/>
                  <a:gd name="T96" fmla="*/ 59 w 72"/>
                  <a:gd name="T97" fmla="*/ 21 h 45"/>
                  <a:gd name="T98" fmla="*/ 61 w 72"/>
                  <a:gd name="T99" fmla="*/ 20 h 45"/>
                  <a:gd name="T100" fmla="*/ 65 w 72"/>
                  <a:gd name="T101" fmla="*/ 17 h 45"/>
                  <a:gd name="T102" fmla="*/ 65 w 72"/>
                  <a:gd name="T103" fmla="*/ 13 h 45"/>
                  <a:gd name="T104" fmla="*/ 67 w 72"/>
                  <a:gd name="T105" fmla="*/ 8 h 45"/>
                  <a:gd name="T106" fmla="*/ 61 w 72"/>
                  <a:gd name="T107"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 h="45">
                    <a:moveTo>
                      <a:pt x="68" y="4"/>
                    </a:moveTo>
                    <a:cubicBezTo>
                      <a:pt x="67" y="4"/>
                      <a:pt x="70" y="3"/>
                      <a:pt x="70" y="3"/>
                    </a:cubicBezTo>
                    <a:cubicBezTo>
                      <a:pt x="66" y="4"/>
                      <a:pt x="69" y="0"/>
                      <a:pt x="65" y="3"/>
                    </a:cubicBezTo>
                    <a:cubicBezTo>
                      <a:pt x="64" y="3"/>
                      <a:pt x="63" y="5"/>
                      <a:pt x="63" y="6"/>
                    </a:cubicBezTo>
                    <a:cubicBezTo>
                      <a:pt x="62" y="6"/>
                      <a:pt x="61" y="6"/>
                      <a:pt x="61" y="6"/>
                    </a:cubicBezTo>
                    <a:cubicBezTo>
                      <a:pt x="59" y="4"/>
                      <a:pt x="51" y="2"/>
                      <a:pt x="54" y="4"/>
                    </a:cubicBezTo>
                    <a:cubicBezTo>
                      <a:pt x="55" y="4"/>
                      <a:pt x="56" y="5"/>
                      <a:pt x="56" y="5"/>
                    </a:cubicBezTo>
                    <a:cubicBezTo>
                      <a:pt x="56" y="5"/>
                      <a:pt x="56" y="5"/>
                      <a:pt x="56" y="5"/>
                    </a:cubicBezTo>
                    <a:cubicBezTo>
                      <a:pt x="57" y="6"/>
                      <a:pt x="57" y="6"/>
                      <a:pt x="57" y="6"/>
                    </a:cubicBezTo>
                    <a:cubicBezTo>
                      <a:pt x="57" y="6"/>
                      <a:pt x="55" y="5"/>
                      <a:pt x="55" y="4"/>
                    </a:cubicBezTo>
                    <a:cubicBezTo>
                      <a:pt x="55" y="5"/>
                      <a:pt x="55" y="6"/>
                      <a:pt x="54" y="6"/>
                    </a:cubicBezTo>
                    <a:cubicBezTo>
                      <a:pt x="55" y="7"/>
                      <a:pt x="54" y="6"/>
                      <a:pt x="55" y="8"/>
                    </a:cubicBezTo>
                    <a:cubicBezTo>
                      <a:pt x="55" y="7"/>
                      <a:pt x="55" y="7"/>
                      <a:pt x="55" y="7"/>
                    </a:cubicBezTo>
                    <a:cubicBezTo>
                      <a:pt x="55" y="8"/>
                      <a:pt x="55" y="8"/>
                      <a:pt x="53" y="7"/>
                    </a:cubicBezTo>
                    <a:cubicBezTo>
                      <a:pt x="50" y="7"/>
                      <a:pt x="49" y="9"/>
                      <a:pt x="47" y="10"/>
                    </a:cubicBezTo>
                    <a:cubicBezTo>
                      <a:pt x="46" y="12"/>
                      <a:pt x="45" y="14"/>
                      <a:pt x="43" y="16"/>
                    </a:cubicBezTo>
                    <a:cubicBezTo>
                      <a:pt x="44" y="19"/>
                      <a:pt x="43" y="18"/>
                      <a:pt x="44" y="21"/>
                    </a:cubicBezTo>
                    <a:cubicBezTo>
                      <a:pt x="44" y="20"/>
                      <a:pt x="44" y="20"/>
                      <a:pt x="44" y="20"/>
                    </a:cubicBezTo>
                    <a:cubicBezTo>
                      <a:pt x="44" y="22"/>
                      <a:pt x="43" y="20"/>
                      <a:pt x="42" y="19"/>
                    </a:cubicBezTo>
                    <a:cubicBezTo>
                      <a:pt x="43" y="21"/>
                      <a:pt x="42" y="20"/>
                      <a:pt x="43" y="22"/>
                    </a:cubicBezTo>
                    <a:cubicBezTo>
                      <a:pt x="44" y="23"/>
                      <a:pt x="41" y="19"/>
                      <a:pt x="42" y="20"/>
                    </a:cubicBezTo>
                    <a:cubicBezTo>
                      <a:pt x="41" y="20"/>
                      <a:pt x="42" y="21"/>
                      <a:pt x="42" y="21"/>
                    </a:cubicBezTo>
                    <a:cubicBezTo>
                      <a:pt x="42" y="23"/>
                      <a:pt x="41" y="20"/>
                      <a:pt x="40" y="18"/>
                    </a:cubicBezTo>
                    <a:cubicBezTo>
                      <a:pt x="39" y="19"/>
                      <a:pt x="39" y="22"/>
                      <a:pt x="38" y="21"/>
                    </a:cubicBezTo>
                    <a:cubicBezTo>
                      <a:pt x="38" y="21"/>
                      <a:pt x="38" y="22"/>
                      <a:pt x="38" y="22"/>
                    </a:cubicBezTo>
                    <a:cubicBezTo>
                      <a:pt x="37" y="19"/>
                      <a:pt x="38" y="23"/>
                      <a:pt x="38" y="22"/>
                    </a:cubicBezTo>
                    <a:cubicBezTo>
                      <a:pt x="37" y="21"/>
                      <a:pt x="37" y="21"/>
                      <a:pt x="37" y="21"/>
                    </a:cubicBezTo>
                    <a:cubicBezTo>
                      <a:pt x="36" y="20"/>
                      <a:pt x="37" y="22"/>
                      <a:pt x="36" y="21"/>
                    </a:cubicBezTo>
                    <a:cubicBezTo>
                      <a:pt x="36" y="21"/>
                      <a:pt x="36" y="21"/>
                      <a:pt x="36" y="21"/>
                    </a:cubicBezTo>
                    <a:cubicBezTo>
                      <a:pt x="36" y="23"/>
                      <a:pt x="35" y="20"/>
                      <a:pt x="35" y="21"/>
                    </a:cubicBezTo>
                    <a:cubicBezTo>
                      <a:pt x="35" y="20"/>
                      <a:pt x="35" y="21"/>
                      <a:pt x="35" y="20"/>
                    </a:cubicBezTo>
                    <a:cubicBezTo>
                      <a:pt x="36" y="24"/>
                      <a:pt x="34" y="19"/>
                      <a:pt x="34" y="21"/>
                    </a:cubicBezTo>
                    <a:cubicBezTo>
                      <a:pt x="34" y="21"/>
                      <a:pt x="34" y="21"/>
                      <a:pt x="34" y="21"/>
                    </a:cubicBezTo>
                    <a:cubicBezTo>
                      <a:pt x="34" y="21"/>
                      <a:pt x="34" y="20"/>
                      <a:pt x="32" y="22"/>
                    </a:cubicBezTo>
                    <a:cubicBezTo>
                      <a:pt x="32" y="22"/>
                      <a:pt x="31" y="19"/>
                      <a:pt x="30" y="21"/>
                    </a:cubicBezTo>
                    <a:cubicBezTo>
                      <a:pt x="30" y="22"/>
                      <a:pt x="30" y="22"/>
                      <a:pt x="30" y="22"/>
                    </a:cubicBezTo>
                    <a:cubicBezTo>
                      <a:pt x="30" y="22"/>
                      <a:pt x="30" y="21"/>
                      <a:pt x="30" y="21"/>
                    </a:cubicBezTo>
                    <a:cubicBezTo>
                      <a:pt x="30" y="22"/>
                      <a:pt x="30" y="20"/>
                      <a:pt x="29" y="20"/>
                    </a:cubicBezTo>
                    <a:cubicBezTo>
                      <a:pt x="29" y="21"/>
                      <a:pt x="29" y="21"/>
                      <a:pt x="29" y="22"/>
                    </a:cubicBezTo>
                    <a:cubicBezTo>
                      <a:pt x="29" y="20"/>
                      <a:pt x="28" y="23"/>
                      <a:pt x="27" y="21"/>
                    </a:cubicBezTo>
                    <a:cubicBezTo>
                      <a:pt x="27" y="25"/>
                      <a:pt x="27" y="23"/>
                      <a:pt x="27" y="24"/>
                    </a:cubicBezTo>
                    <a:cubicBezTo>
                      <a:pt x="27" y="24"/>
                      <a:pt x="27" y="23"/>
                      <a:pt x="27" y="22"/>
                    </a:cubicBezTo>
                    <a:cubicBezTo>
                      <a:pt x="26" y="22"/>
                      <a:pt x="26" y="22"/>
                      <a:pt x="26" y="21"/>
                    </a:cubicBezTo>
                    <a:cubicBezTo>
                      <a:pt x="26" y="22"/>
                      <a:pt x="25" y="24"/>
                      <a:pt x="25" y="23"/>
                    </a:cubicBezTo>
                    <a:cubicBezTo>
                      <a:pt x="25" y="21"/>
                      <a:pt x="25" y="23"/>
                      <a:pt x="25" y="22"/>
                    </a:cubicBezTo>
                    <a:cubicBezTo>
                      <a:pt x="24" y="24"/>
                      <a:pt x="24" y="25"/>
                      <a:pt x="24" y="25"/>
                    </a:cubicBezTo>
                    <a:cubicBezTo>
                      <a:pt x="24" y="22"/>
                      <a:pt x="24" y="22"/>
                      <a:pt x="24" y="22"/>
                    </a:cubicBezTo>
                    <a:cubicBezTo>
                      <a:pt x="23" y="23"/>
                      <a:pt x="23" y="20"/>
                      <a:pt x="21" y="23"/>
                    </a:cubicBezTo>
                    <a:cubicBezTo>
                      <a:pt x="22" y="22"/>
                      <a:pt x="22" y="22"/>
                      <a:pt x="22" y="22"/>
                    </a:cubicBezTo>
                    <a:cubicBezTo>
                      <a:pt x="20" y="23"/>
                      <a:pt x="20" y="21"/>
                      <a:pt x="18" y="24"/>
                    </a:cubicBezTo>
                    <a:cubicBezTo>
                      <a:pt x="18" y="23"/>
                      <a:pt x="18" y="22"/>
                      <a:pt x="18" y="22"/>
                    </a:cubicBezTo>
                    <a:cubicBezTo>
                      <a:pt x="17" y="24"/>
                      <a:pt x="17" y="23"/>
                      <a:pt x="16" y="25"/>
                    </a:cubicBezTo>
                    <a:cubicBezTo>
                      <a:pt x="16" y="25"/>
                      <a:pt x="16" y="24"/>
                      <a:pt x="16" y="24"/>
                    </a:cubicBezTo>
                    <a:cubicBezTo>
                      <a:pt x="16" y="23"/>
                      <a:pt x="17" y="21"/>
                      <a:pt x="16" y="23"/>
                    </a:cubicBezTo>
                    <a:cubicBezTo>
                      <a:pt x="16" y="22"/>
                      <a:pt x="16" y="22"/>
                      <a:pt x="16" y="22"/>
                    </a:cubicBezTo>
                    <a:cubicBezTo>
                      <a:pt x="15" y="23"/>
                      <a:pt x="14" y="24"/>
                      <a:pt x="15" y="23"/>
                    </a:cubicBezTo>
                    <a:cubicBezTo>
                      <a:pt x="14" y="24"/>
                      <a:pt x="13" y="24"/>
                      <a:pt x="13" y="26"/>
                    </a:cubicBezTo>
                    <a:cubicBezTo>
                      <a:pt x="12" y="26"/>
                      <a:pt x="14" y="23"/>
                      <a:pt x="13" y="25"/>
                    </a:cubicBezTo>
                    <a:cubicBezTo>
                      <a:pt x="14" y="23"/>
                      <a:pt x="14" y="23"/>
                      <a:pt x="14" y="23"/>
                    </a:cubicBezTo>
                    <a:cubicBezTo>
                      <a:pt x="14" y="22"/>
                      <a:pt x="12" y="23"/>
                      <a:pt x="11" y="23"/>
                    </a:cubicBezTo>
                    <a:cubicBezTo>
                      <a:pt x="12" y="21"/>
                      <a:pt x="10" y="23"/>
                      <a:pt x="11" y="22"/>
                    </a:cubicBezTo>
                    <a:cubicBezTo>
                      <a:pt x="10" y="23"/>
                      <a:pt x="11" y="21"/>
                      <a:pt x="9" y="23"/>
                    </a:cubicBezTo>
                    <a:cubicBezTo>
                      <a:pt x="10" y="22"/>
                      <a:pt x="10" y="22"/>
                      <a:pt x="10" y="22"/>
                    </a:cubicBezTo>
                    <a:cubicBezTo>
                      <a:pt x="10" y="22"/>
                      <a:pt x="10" y="21"/>
                      <a:pt x="10" y="21"/>
                    </a:cubicBezTo>
                    <a:cubicBezTo>
                      <a:pt x="10" y="20"/>
                      <a:pt x="8" y="21"/>
                      <a:pt x="8" y="22"/>
                    </a:cubicBezTo>
                    <a:cubicBezTo>
                      <a:pt x="9" y="21"/>
                      <a:pt x="9" y="21"/>
                      <a:pt x="9" y="21"/>
                    </a:cubicBezTo>
                    <a:cubicBezTo>
                      <a:pt x="8" y="21"/>
                      <a:pt x="6" y="22"/>
                      <a:pt x="5" y="23"/>
                    </a:cubicBezTo>
                    <a:cubicBezTo>
                      <a:pt x="6" y="22"/>
                      <a:pt x="5" y="23"/>
                      <a:pt x="5" y="22"/>
                    </a:cubicBezTo>
                    <a:cubicBezTo>
                      <a:pt x="6" y="22"/>
                      <a:pt x="8" y="21"/>
                      <a:pt x="9" y="20"/>
                    </a:cubicBezTo>
                    <a:cubicBezTo>
                      <a:pt x="10" y="20"/>
                      <a:pt x="6" y="21"/>
                      <a:pt x="8" y="20"/>
                    </a:cubicBezTo>
                    <a:cubicBezTo>
                      <a:pt x="9" y="20"/>
                      <a:pt x="8" y="20"/>
                      <a:pt x="6" y="21"/>
                    </a:cubicBezTo>
                    <a:cubicBezTo>
                      <a:pt x="8" y="20"/>
                      <a:pt x="8" y="20"/>
                      <a:pt x="8" y="20"/>
                    </a:cubicBezTo>
                    <a:cubicBezTo>
                      <a:pt x="8" y="20"/>
                      <a:pt x="8" y="20"/>
                      <a:pt x="7" y="20"/>
                    </a:cubicBezTo>
                    <a:cubicBezTo>
                      <a:pt x="7" y="20"/>
                      <a:pt x="7" y="20"/>
                      <a:pt x="7" y="20"/>
                    </a:cubicBezTo>
                    <a:cubicBezTo>
                      <a:pt x="5" y="21"/>
                      <a:pt x="5" y="20"/>
                      <a:pt x="3" y="21"/>
                    </a:cubicBezTo>
                    <a:cubicBezTo>
                      <a:pt x="4" y="21"/>
                      <a:pt x="4" y="21"/>
                      <a:pt x="4" y="21"/>
                    </a:cubicBezTo>
                    <a:cubicBezTo>
                      <a:pt x="3" y="22"/>
                      <a:pt x="2" y="22"/>
                      <a:pt x="3" y="21"/>
                    </a:cubicBezTo>
                    <a:cubicBezTo>
                      <a:pt x="5" y="20"/>
                      <a:pt x="6" y="20"/>
                      <a:pt x="7" y="20"/>
                    </a:cubicBezTo>
                    <a:cubicBezTo>
                      <a:pt x="3" y="21"/>
                      <a:pt x="3" y="21"/>
                      <a:pt x="3" y="21"/>
                    </a:cubicBezTo>
                    <a:cubicBezTo>
                      <a:pt x="4" y="20"/>
                      <a:pt x="3" y="21"/>
                      <a:pt x="2" y="21"/>
                    </a:cubicBezTo>
                    <a:cubicBezTo>
                      <a:pt x="3" y="21"/>
                      <a:pt x="3" y="21"/>
                      <a:pt x="3" y="21"/>
                    </a:cubicBezTo>
                    <a:cubicBezTo>
                      <a:pt x="1" y="22"/>
                      <a:pt x="1" y="22"/>
                      <a:pt x="1" y="22"/>
                    </a:cubicBezTo>
                    <a:cubicBezTo>
                      <a:pt x="2" y="22"/>
                      <a:pt x="1" y="23"/>
                      <a:pt x="2" y="23"/>
                    </a:cubicBezTo>
                    <a:cubicBezTo>
                      <a:pt x="4" y="22"/>
                      <a:pt x="4" y="22"/>
                      <a:pt x="4" y="22"/>
                    </a:cubicBezTo>
                    <a:cubicBezTo>
                      <a:pt x="4" y="22"/>
                      <a:pt x="6" y="21"/>
                      <a:pt x="4" y="22"/>
                    </a:cubicBezTo>
                    <a:cubicBezTo>
                      <a:pt x="2" y="23"/>
                      <a:pt x="2" y="23"/>
                      <a:pt x="2" y="23"/>
                    </a:cubicBezTo>
                    <a:cubicBezTo>
                      <a:pt x="3" y="23"/>
                      <a:pt x="3" y="23"/>
                      <a:pt x="3" y="23"/>
                    </a:cubicBezTo>
                    <a:cubicBezTo>
                      <a:pt x="1" y="25"/>
                      <a:pt x="1" y="25"/>
                      <a:pt x="1" y="25"/>
                    </a:cubicBezTo>
                    <a:cubicBezTo>
                      <a:pt x="4" y="23"/>
                      <a:pt x="2" y="25"/>
                      <a:pt x="3" y="24"/>
                    </a:cubicBezTo>
                    <a:cubicBezTo>
                      <a:pt x="2" y="25"/>
                      <a:pt x="2" y="25"/>
                      <a:pt x="2" y="25"/>
                    </a:cubicBezTo>
                    <a:cubicBezTo>
                      <a:pt x="2" y="26"/>
                      <a:pt x="4" y="24"/>
                      <a:pt x="4" y="24"/>
                    </a:cubicBezTo>
                    <a:cubicBezTo>
                      <a:pt x="4" y="24"/>
                      <a:pt x="1" y="26"/>
                      <a:pt x="1" y="27"/>
                    </a:cubicBezTo>
                    <a:cubicBezTo>
                      <a:pt x="1" y="27"/>
                      <a:pt x="3" y="26"/>
                      <a:pt x="2" y="28"/>
                    </a:cubicBezTo>
                    <a:cubicBezTo>
                      <a:pt x="2" y="28"/>
                      <a:pt x="4" y="28"/>
                      <a:pt x="5" y="27"/>
                    </a:cubicBezTo>
                    <a:cubicBezTo>
                      <a:pt x="5" y="28"/>
                      <a:pt x="3" y="29"/>
                      <a:pt x="4" y="29"/>
                    </a:cubicBezTo>
                    <a:cubicBezTo>
                      <a:pt x="3" y="29"/>
                      <a:pt x="2" y="30"/>
                      <a:pt x="2" y="31"/>
                    </a:cubicBezTo>
                    <a:cubicBezTo>
                      <a:pt x="3" y="30"/>
                      <a:pt x="2" y="32"/>
                      <a:pt x="4" y="30"/>
                    </a:cubicBezTo>
                    <a:cubicBezTo>
                      <a:pt x="4" y="30"/>
                      <a:pt x="4" y="31"/>
                      <a:pt x="5" y="31"/>
                    </a:cubicBezTo>
                    <a:cubicBezTo>
                      <a:pt x="4" y="31"/>
                      <a:pt x="3" y="33"/>
                      <a:pt x="3" y="33"/>
                    </a:cubicBezTo>
                    <a:cubicBezTo>
                      <a:pt x="4" y="32"/>
                      <a:pt x="5" y="32"/>
                      <a:pt x="5" y="32"/>
                    </a:cubicBezTo>
                    <a:cubicBezTo>
                      <a:pt x="6" y="31"/>
                      <a:pt x="6" y="31"/>
                      <a:pt x="7" y="29"/>
                    </a:cubicBezTo>
                    <a:cubicBezTo>
                      <a:pt x="7" y="29"/>
                      <a:pt x="8" y="28"/>
                      <a:pt x="8" y="29"/>
                    </a:cubicBezTo>
                    <a:cubicBezTo>
                      <a:pt x="7" y="30"/>
                      <a:pt x="5" y="32"/>
                      <a:pt x="6" y="33"/>
                    </a:cubicBezTo>
                    <a:cubicBezTo>
                      <a:pt x="4" y="35"/>
                      <a:pt x="5" y="32"/>
                      <a:pt x="4" y="34"/>
                    </a:cubicBezTo>
                    <a:cubicBezTo>
                      <a:pt x="2" y="36"/>
                      <a:pt x="2" y="36"/>
                      <a:pt x="2" y="35"/>
                    </a:cubicBezTo>
                    <a:cubicBezTo>
                      <a:pt x="0" y="36"/>
                      <a:pt x="2" y="35"/>
                      <a:pt x="1" y="37"/>
                    </a:cubicBezTo>
                    <a:cubicBezTo>
                      <a:pt x="1" y="37"/>
                      <a:pt x="2" y="36"/>
                      <a:pt x="3" y="36"/>
                    </a:cubicBezTo>
                    <a:cubicBezTo>
                      <a:pt x="4" y="35"/>
                      <a:pt x="4" y="35"/>
                      <a:pt x="4" y="34"/>
                    </a:cubicBezTo>
                    <a:cubicBezTo>
                      <a:pt x="6" y="32"/>
                      <a:pt x="4" y="36"/>
                      <a:pt x="4" y="36"/>
                    </a:cubicBezTo>
                    <a:cubicBezTo>
                      <a:pt x="3" y="36"/>
                      <a:pt x="3" y="36"/>
                      <a:pt x="3" y="36"/>
                    </a:cubicBezTo>
                    <a:cubicBezTo>
                      <a:pt x="3" y="37"/>
                      <a:pt x="4" y="36"/>
                      <a:pt x="4" y="36"/>
                    </a:cubicBezTo>
                    <a:cubicBezTo>
                      <a:pt x="3" y="39"/>
                      <a:pt x="4" y="36"/>
                      <a:pt x="3" y="38"/>
                    </a:cubicBezTo>
                    <a:cubicBezTo>
                      <a:pt x="1" y="40"/>
                      <a:pt x="1" y="40"/>
                      <a:pt x="1" y="40"/>
                    </a:cubicBezTo>
                    <a:cubicBezTo>
                      <a:pt x="2" y="41"/>
                      <a:pt x="3" y="38"/>
                      <a:pt x="3" y="39"/>
                    </a:cubicBezTo>
                    <a:cubicBezTo>
                      <a:pt x="2" y="40"/>
                      <a:pt x="2" y="40"/>
                      <a:pt x="2" y="40"/>
                    </a:cubicBezTo>
                    <a:cubicBezTo>
                      <a:pt x="3" y="39"/>
                      <a:pt x="3" y="39"/>
                      <a:pt x="3" y="39"/>
                    </a:cubicBezTo>
                    <a:cubicBezTo>
                      <a:pt x="4" y="38"/>
                      <a:pt x="5" y="37"/>
                      <a:pt x="4" y="37"/>
                    </a:cubicBezTo>
                    <a:cubicBezTo>
                      <a:pt x="6" y="34"/>
                      <a:pt x="5" y="37"/>
                      <a:pt x="6" y="36"/>
                    </a:cubicBezTo>
                    <a:cubicBezTo>
                      <a:pt x="7" y="35"/>
                      <a:pt x="5" y="36"/>
                      <a:pt x="6" y="35"/>
                    </a:cubicBezTo>
                    <a:cubicBezTo>
                      <a:pt x="7" y="33"/>
                      <a:pt x="7" y="34"/>
                      <a:pt x="8" y="33"/>
                    </a:cubicBezTo>
                    <a:cubicBezTo>
                      <a:pt x="8" y="34"/>
                      <a:pt x="7" y="35"/>
                      <a:pt x="6" y="36"/>
                    </a:cubicBezTo>
                    <a:cubicBezTo>
                      <a:pt x="6" y="36"/>
                      <a:pt x="6" y="36"/>
                      <a:pt x="6" y="36"/>
                    </a:cubicBezTo>
                    <a:cubicBezTo>
                      <a:pt x="5" y="37"/>
                      <a:pt x="5" y="39"/>
                      <a:pt x="4" y="40"/>
                    </a:cubicBezTo>
                    <a:cubicBezTo>
                      <a:pt x="4" y="41"/>
                      <a:pt x="5" y="38"/>
                      <a:pt x="5" y="39"/>
                    </a:cubicBezTo>
                    <a:cubicBezTo>
                      <a:pt x="5" y="39"/>
                      <a:pt x="6" y="37"/>
                      <a:pt x="6" y="37"/>
                    </a:cubicBezTo>
                    <a:cubicBezTo>
                      <a:pt x="9" y="33"/>
                      <a:pt x="5" y="40"/>
                      <a:pt x="6" y="39"/>
                    </a:cubicBezTo>
                    <a:cubicBezTo>
                      <a:pt x="7" y="37"/>
                      <a:pt x="9" y="36"/>
                      <a:pt x="10" y="33"/>
                    </a:cubicBezTo>
                    <a:cubicBezTo>
                      <a:pt x="10" y="32"/>
                      <a:pt x="11" y="32"/>
                      <a:pt x="11" y="32"/>
                    </a:cubicBezTo>
                    <a:cubicBezTo>
                      <a:pt x="10" y="34"/>
                      <a:pt x="10" y="34"/>
                      <a:pt x="9" y="35"/>
                    </a:cubicBezTo>
                    <a:cubicBezTo>
                      <a:pt x="9" y="35"/>
                      <a:pt x="9" y="35"/>
                      <a:pt x="9" y="35"/>
                    </a:cubicBezTo>
                    <a:cubicBezTo>
                      <a:pt x="8" y="38"/>
                      <a:pt x="8" y="38"/>
                      <a:pt x="8" y="38"/>
                    </a:cubicBezTo>
                    <a:cubicBezTo>
                      <a:pt x="7" y="39"/>
                      <a:pt x="7" y="40"/>
                      <a:pt x="7" y="41"/>
                    </a:cubicBezTo>
                    <a:cubicBezTo>
                      <a:pt x="8" y="41"/>
                      <a:pt x="8" y="40"/>
                      <a:pt x="8" y="39"/>
                    </a:cubicBezTo>
                    <a:cubicBezTo>
                      <a:pt x="8" y="40"/>
                      <a:pt x="7" y="41"/>
                      <a:pt x="8" y="41"/>
                    </a:cubicBezTo>
                    <a:cubicBezTo>
                      <a:pt x="8" y="40"/>
                      <a:pt x="9" y="38"/>
                      <a:pt x="9" y="38"/>
                    </a:cubicBezTo>
                    <a:cubicBezTo>
                      <a:pt x="10" y="38"/>
                      <a:pt x="9" y="40"/>
                      <a:pt x="9" y="41"/>
                    </a:cubicBezTo>
                    <a:cubicBezTo>
                      <a:pt x="8" y="42"/>
                      <a:pt x="8" y="42"/>
                      <a:pt x="8" y="42"/>
                    </a:cubicBezTo>
                    <a:cubicBezTo>
                      <a:pt x="9" y="41"/>
                      <a:pt x="8" y="43"/>
                      <a:pt x="8" y="42"/>
                    </a:cubicBezTo>
                    <a:cubicBezTo>
                      <a:pt x="9" y="41"/>
                      <a:pt x="9" y="40"/>
                      <a:pt x="10" y="38"/>
                    </a:cubicBezTo>
                    <a:cubicBezTo>
                      <a:pt x="11" y="38"/>
                      <a:pt x="10" y="40"/>
                      <a:pt x="10" y="39"/>
                    </a:cubicBezTo>
                    <a:cubicBezTo>
                      <a:pt x="9" y="40"/>
                      <a:pt x="9" y="40"/>
                      <a:pt x="9" y="40"/>
                    </a:cubicBezTo>
                    <a:cubicBezTo>
                      <a:pt x="10" y="40"/>
                      <a:pt x="8" y="43"/>
                      <a:pt x="9" y="43"/>
                    </a:cubicBezTo>
                    <a:cubicBezTo>
                      <a:pt x="10" y="41"/>
                      <a:pt x="10" y="41"/>
                      <a:pt x="10" y="41"/>
                    </a:cubicBezTo>
                    <a:cubicBezTo>
                      <a:pt x="9" y="43"/>
                      <a:pt x="9" y="43"/>
                      <a:pt x="9" y="43"/>
                    </a:cubicBezTo>
                    <a:cubicBezTo>
                      <a:pt x="10" y="42"/>
                      <a:pt x="10" y="42"/>
                      <a:pt x="10" y="42"/>
                    </a:cubicBezTo>
                    <a:cubicBezTo>
                      <a:pt x="10" y="43"/>
                      <a:pt x="10" y="43"/>
                      <a:pt x="10" y="43"/>
                    </a:cubicBezTo>
                    <a:cubicBezTo>
                      <a:pt x="10" y="42"/>
                      <a:pt x="11" y="40"/>
                      <a:pt x="11" y="42"/>
                    </a:cubicBezTo>
                    <a:cubicBezTo>
                      <a:pt x="12" y="40"/>
                      <a:pt x="11" y="42"/>
                      <a:pt x="11" y="41"/>
                    </a:cubicBezTo>
                    <a:cubicBezTo>
                      <a:pt x="11" y="39"/>
                      <a:pt x="12" y="39"/>
                      <a:pt x="12" y="39"/>
                    </a:cubicBezTo>
                    <a:cubicBezTo>
                      <a:pt x="11" y="42"/>
                      <a:pt x="12" y="39"/>
                      <a:pt x="12" y="40"/>
                    </a:cubicBezTo>
                    <a:cubicBezTo>
                      <a:pt x="12" y="41"/>
                      <a:pt x="12" y="41"/>
                      <a:pt x="12" y="42"/>
                    </a:cubicBezTo>
                    <a:cubicBezTo>
                      <a:pt x="13" y="40"/>
                      <a:pt x="13" y="40"/>
                      <a:pt x="13" y="40"/>
                    </a:cubicBezTo>
                    <a:cubicBezTo>
                      <a:pt x="12" y="43"/>
                      <a:pt x="13" y="39"/>
                      <a:pt x="13" y="41"/>
                    </a:cubicBezTo>
                    <a:cubicBezTo>
                      <a:pt x="13" y="42"/>
                      <a:pt x="12" y="43"/>
                      <a:pt x="12" y="43"/>
                    </a:cubicBezTo>
                    <a:cubicBezTo>
                      <a:pt x="13" y="41"/>
                      <a:pt x="14" y="40"/>
                      <a:pt x="14" y="39"/>
                    </a:cubicBezTo>
                    <a:cubicBezTo>
                      <a:pt x="14" y="40"/>
                      <a:pt x="13" y="42"/>
                      <a:pt x="13" y="44"/>
                    </a:cubicBezTo>
                    <a:cubicBezTo>
                      <a:pt x="14" y="42"/>
                      <a:pt x="13" y="45"/>
                      <a:pt x="14" y="43"/>
                    </a:cubicBezTo>
                    <a:cubicBezTo>
                      <a:pt x="14" y="42"/>
                      <a:pt x="14" y="41"/>
                      <a:pt x="15" y="40"/>
                    </a:cubicBezTo>
                    <a:cubicBezTo>
                      <a:pt x="15" y="40"/>
                      <a:pt x="14" y="41"/>
                      <a:pt x="14" y="42"/>
                    </a:cubicBezTo>
                    <a:cubicBezTo>
                      <a:pt x="14" y="42"/>
                      <a:pt x="15" y="40"/>
                      <a:pt x="15" y="39"/>
                    </a:cubicBezTo>
                    <a:cubicBezTo>
                      <a:pt x="15" y="39"/>
                      <a:pt x="16" y="37"/>
                      <a:pt x="16" y="39"/>
                    </a:cubicBezTo>
                    <a:cubicBezTo>
                      <a:pt x="16" y="40"/>
                      <a:pt x="15" y="39"/>
                      <a:pt x="15" y="40"/>
                    </a:cubicBezTo>
                    <a:cubicBezTo>
                      <a:pt x="16" y="41"/>
                      <a:pt x="17" y="37"/>
                      <a:pt x="17" y="36"/>
                    </a:cubicBezTo>
                    <a:cubicBezTo>
                      <a:pt x="17" y="35"/>
                      <a:pt x="18" y="32"/>
                      <a:pt x="19" y="31"/>
                    </a:cubicBezTo>
                    <a:cubicBezTo>
                      <a:pt x="19" y="32"/>
                      <a:pt x="18" y="32"/>
                      <a:pt x="18" y="34"/>
                    </a:cubicBezTo>
                    <a:cubicBezTo>
                      <a:pt x="18" y="34"/>
                      <a:pt x="18" y="34"/>
                      <a:pt x="18" y="34"/>
                    </a:cubicBezTo>
                    <a:cubicBezTo>
                      <a:pt x="18" y="37"/>
                      <a:pt x="16" y="39"/>
                      <a:pt x="16" y="41"/>
                    </a:cubicBezTo>
                    <a:cubicBezTo>
                      <a:pt x="16" y="40"/>
                      <a:pt x="16" y="40"/>
                      <a:pt x="16" y="40"/>
                    </a:cubicBezTo>
                    <a:cubicBezTo>
                      <a:pt x="16" y="43"/>
                      <a:pt x="16" y="43"/>
                      <a:pt x="16" y="43"/>
                    </a:cubicBezTo>
                    <a:cubicBezTo>
                      <a:pt x="16" y="41"/>
                      <a:pt x="16" y="43"/>
                      <a:pt x="16" y="42"/>
                    </a:cubicBezTo>
                    <a:cubicBezTo>
                      <a:pt x="17" y="41"/>
                      <a:pt x="16" y="43"/>
                      <a:pt x="16" y="41"/>
                    </a:cubicBezTo>
                    <a:cubicBezTo>
                      <a:pt x="17" y="41"/>
                      <a:pt x="18" y="38"/>
                      <a:pt x="18" y="39"/>
                    </a:cubicBezTo>
                    <a:cubicBezTo>
                      <a:pt x="17" y="43"/>
                      <a:pt x="17" y="43"/>
                      <a:pt x="17" y="43"/>
                    </a:cubicBezTo>
                    <a:cubicBezTo>
                      <a:pt x="17" y="43"/>
                      <a:pt x="17" y="41"/>
                      <a:pt x="17" y="42"/>
                    </a:cubicBezTo>
                    <a:cubicBezTo>
                      <a:pt x="17" y="43"/>
                      <a:pt x="17" y="43"/>
                      <a:pt x="17" y="43"/>
                    </a:cubicBezTo>
                    <a:cubicBezTo>
                      <a:pt x="18" y="43"/>
                      <a:pt x="19" y="43"/>
                      <a:pt x="21" y="39"/>
                    </a:cubicBezTo>
                    <a:cubicBezTo>
                      <a:pt x="21" y="41"/>
                      <a:pt x="21" y="41"/>
                      <a:pt x="21" y="42"/>
                    </a:cubicBezTo>
                    <a:cubicBezTo>
                      <a:pt x="21" y="42"/>
                      <a:pt x="22" y="41"/>
                      <a:pt x="22" y="41"/>
                    </a:cubicBezTo>
                    <a:cubicBezTo>
                      <a:pt x="22" y="43"/>
                      <a:pt x="22" y="43"/>
                      <a:pt x="22" y="43"/>
                    </a:cubicBezTo>
                    <a:cubicBezTo>
                      <a:pt x="22" y="44"/>
                      <a:pt x="23" y="42"/>
                      <a:pt x="23" y="41"/>
                    </a:cubicBezTo>
                    <a:cubicBezTo>
                      <a:pt x="23" y="42"/>
                      <a:pt x="23" y="42"/>
                      <a:pt x="23" y="42"/>
                    </a:cubicBezTo>
                    <a:cubicBezTo>
                      <a:pt x="23" y="44"/>
                      <a:pt x="23" y="41"/>
                      <a:pt x="23" y="41"/>
                    </a:cubicBezTo>
                    <a:cubicBezTo>
                      <a:pt x="23" y="42"/>
                      <a:pt x="23" y="42"/>
                      <a:pt x="23" y="42"/>
                    </a:cubicBezTo>
                    <a:cubicBezTo>
                      <a:pt x="24" y="41"/>
                      <a:pt x="24" y="41"/>
                      <a:pt x="24" y="41"/>
                    </a:cubicBezTo>
                    <a:cubicBezTo>
                      <a:pt x="24" y="40"/>
                      <a:pt x="24" y="41"/>
                      <a:pt x="24" y="43"/>
                    </a:cubicBezTo>
                    <a:cubicBezTo>
                      <a:pt x="24" y="41"/>
                      <a:pt x="24" y="41"/>
                      <a:pt x="24" y="41"/>
                    </a:cubicBezTo>
                    <a:cubicBezTo>
                      <a:pt x="24" y="43"/>
                      <a:pt x="25" y="43"/>
                      <a:pt x="26" y="42"/>
                    </a:cubicBezTo>
                    <a:cubicBezTo>
                      <a:pt x="25" y="42"/>
                      <a:pt x="25" y="41"/>
                      <a:pt x="26" y="39"/>
                    </a:cubicBezTo>
                    <a:cubicBezTo>
                      <a:pt x="26" y="37"/>
                      <a:pt x="26" y="40"/>
                      <a:pt x="26" y="39"/>
                    </a:cubicBezTo>
                    <a:cubicBezTo>
                      <a:pt x="26" y="41"/>
                      <a:pt x="26" y="41"/>
                      <a:pt x="26" y="41"/>
                    </a:cubicBezTo>
                    <a:cubicBezTo>
                      <a:pt x="26" y="44"/>
                      <a:pt x="27" y="42"/>
                      <a:pt x="28" y="42"/>
                    </a:cubicBezTo>
                    <a:cubicBezTo>
                      <a:pt x="28" y="41"/>
                      <a:pt x="28" y="41"/>
                      <a:pt x="28" y="41"/>
                    </a:cubicBezTo>
                    <a:cubicBezTo>
                      <a:pt x="28" y="43"/>
                      <a:pt x="29" y="41"/>
                      <a:pt x="30" y="42"/>
                    </a:cubicBezTo>
                    <a:cubicBezTo>
                      <a:pt x="30" y="41"/>
                      <a:pt x="30" y="38"/>
                      <a:pt x="30" y="38"/>
                    </a:cubicBezTo>
                    <a:cubicBezTo>
                      <a:pt x="30" y="36"/>
                      <a:pt x="30" y="41"/>
                      <a:pt x="30" y="42"/>
                    </a:cubicBezTo>
                    <a:cubicBezTo>
                      <a:pt x="31" y="41"/>
                      <a:pt x="31" y="41"/>
                      <a:pt x="31" y="41"/>
                    </a:cubicBezTo>
                    <a:cubicBezTo>
                      <a:pt x="31" y="41"/>
                      <a:pt x="31" y="41"/>
                      <a:pt x="31" y="41"/>
                    </a:cubicBezTo>
                    <a:cubicBezTo>
                      <a:pt x="31" y="40"/>
                      <a:pt x="31" y="39"/>
                      <a:pt x="31" y="40"/>
                    </a:cubicBezTo>
                    <a:cubicBezTo>
                      <a:pt x="31" y="41"/>
                      <a:pt x="31" y="41"/>
                      <a:pt x="31" y="41"/>
                    </a:cubicBezTo>
                    <a:cubicBezTo>
                      <a:pt x="32" y="41"/>
                      <a:pt x="32" y="42"/>
                      <a:pt x="32" y="42"/>
                    </a:cubicBezTo>
                    <a:cubicBezTo>
                      <a:pt x="32" y="40"/>
                      <a:pt x="33" y="41"/>
                      <a:pt x="33" y="39"/>
                    </a:cubicBezTo>
                    <a:cubicBezTo>
                      <a:pt x="33" y="40"/>
                      <a:pt x="33" y="40"/>
                      <a:pt x="33" y="40"/>
                    </a:cubicBezTo>
                    <a:cubicBezTo>
                      <a:pt x="33" y="39"/>
                      <a:pt x="33" y="39"/>
                      <a:pt x="33" y="39"/>
                    </a:cubicBezTo>
                    <a:cubicBezTo>
                      <a:pt x="33" y="39"/>
                      <a:pt x="33" y="39"/>
                      <a:pt x="33" y="39"/>
                    </a:cubicBezTo>
                    <a:cubicBezTo>
                      <a:pt x="33" y="41"/>
                      <a:pt x="33" y="41"/>
                      <a:pt x="33" y="41"/>
                    </a:cubicBezTo>
                    <a:cubicBezTo>
                      <a:pt x="33" y="42"/>
                      <a:pt x="33" y="40"/>
                      <a:pt x="33" y="39"/>
                    </a:cubicBezTo>
                    <a:cubicBezTo>
                      <a:pt x="33" y="38"/>
                      <a:pt x="33" y="39"/>
                      <a:pt x="33" y="40"/>
                    </a:cubicBezTo>
                    <a:cubicBezTo>
                      <a:pt x="33" y="41"/>
                      <a:pt x="33" y="40"/>
                      <a:pt x="33" y="40"/>
                    </a:cubicBezTo>
                    <a:cubicBezTo>
                      <a:pt x="33" y="41"/>
                      <a:pt x="33" y="40"/>
                      <a:pt x="33" y="41"/>
                    </a:cubicBezTo>
                    <a:cubicBezTo>
                      <a:pt x="33" y="41"/>
                      <a:pt x="33" y="39"/>
                      <a:pt x="34" y="40"/>
                    </a:cubicBezTo>
                    <a:cubicBezTo>
                      <a:pt x="34" y="40"/>
                      <a:pt x="34" y="40"/>
                      <a:pt x="34" y="41"/>
                    </a:cubicBezTo>
                    <a:cubicBezTo>
                      <a:pt x="34" y="40"/>
                      <a:pt x="34" y="40"/>
                      <a:pt x="35" y="40"/>
                    </a:cubicBezTo>
                    <a:cubicBezTo>
                      <a:pt x="34" y="39"/>
                      <a:pt x="34" y="39"/>
                      <a:pt x="34" y="38"/>
                    </a:cubicBezTo>
                    <a:cubicBezTo>
                      <a:pt x="34" y="38"/>
                      <a:pt x="34" y="37"/>
                      <a:pt x="34" y="38"/>
                    </a:cubicBezTo>
                    <a:cubicBezTo>
                      <a:pt x="34" y="38"/>
                      <a:pt x="34" y="38"/>
                      <a:pt x="34" y="38"/>
                    </a:cubicBezTo>
                    <a:cubicBezTo>
                      <a:pt x="34" y="38"/>
                      <a:pt x="35" y="39"/>
                      <a:pt x="34" y="37"/>
                    </a:cubicBezTo>
                    <a:cubicBezTo>
                      <a:pt x="35" y="39"/>
                      <a:pt x="35" y="39"/>
                      <a:pt x="35" y="39"/>
                    </a:cubicBezTo>
                    <a:cubicBezTo>
                      <a:pt x="35" y="38"/>
                      <a:pt x="35" y="38"/>
                      <a:pt x="35" y="38"/>
                    </a:cubicBezTo>
                    <a:cubicBezTo>
                      <a:pt x="35" y="39"/>
                      <a:pt x="35" y="41"/>
                      <a:pt x="36" y="42"/>
                    </a:cubicBezTo>
                    <a:cubicBezTo>
                      <a:pt x="36" y="40"/>
                      <a:pt x="36" y="40"/>
                      <a:pt x="36" y="40"/>
                    </a:cubicBezTo>
                    <a:cubicBezTo>
                      <a:pt x="36" y="40"/>
                      <a:pt x="37" y="40"/>
                      <a:pt x="37" y="41"/>
                    </a:cubicBezTo>
                    <a:cubicBezTo>
                      <a:pt x="38" y="42"/>
                      <a:pt x="37" y="36"/>
                      <a:pt x="37" y="38"/>
                    </a:cubicBezTo>
                    <a:cubicBezTo>
                      <a:pt x="38" y="40"/>
                      <a:pt x="38" y="40"/>
                      <a:pt x="38" y="40"/>
                    </a:cubicBezTo>
                    <a:cubicBezTo>
                      <a:pt x="38" y="40"/>
                      <a:pt x="38" y="39"/>
                      <a:pt x="38" y="39"/>
                    </a:cubicBezTo>
                    <a:cubicBezTo>
                      <a:pt x="38" y="38"/>
                      <a:pt x="38" y="41"/>
                      <a:pt x="38" y="39"/>
                    </a:cubicBezTo>
                    <a:cubicBezTo>
                      <a:pt x="38" y="38"/>
                      <a:pt x="38" y="38"/>
                      <a:pt x="38" y="38"/>
                    </a:cubicBezTo>
                    <a:cubicBezTo>
                      <a:pt x="39" y="42"/>
                      <a:pt x="40" y="38"/>
                      <a:pt x="41" y="40"/>
                    </a:cubicBezTo>
                    <a:cubicBezTo>
                      <a:pt x="40" y="38"/>
                      <a:pt x="41" y="39"/>
                      <a:pt x="41" y="39"/>
                    </a:cubicBezTo>
                    <a:cubicBezTo>
                      <a:pt x="42" y="41"/>
                      <a:pt x="41" y="38"/>
                      <a:pt x="42" y="39"/>
                    </a:cubicBezTo>
                    <a:cubicBezTo>
                      <a:pt x="41" y="37"/>
                      <a:pt x="41" y="37"/>
                      <a:pt x="41" y="37"/>
                    </a:cubicBezTo>
                    <a:cubicBezTo>
                      <a:pt x="42" y="38"/>
                      <a:pt x="40" y="33"/>
                      <a:pt x="42" y="36"/>
                    </a:cubicBezTo>
                    <a:cubicBezTo>
                      <a:pt x="42" y="37"/>
                      <a:pt x="42" y="38"/>
                      <a:pt x="42" y="38"/>
                    </a:cubicBezTo>
                    <a:cubicBezTo>
                      <a:pt x="44" y="41"/>
                      <a:pt x="42" y="36"/>
                      <a:pt x="44" y="38"/>
                    </a:cubicBezTo>
                    <a:cubicBezTo>
                      <a:pt x="43" y="37"/>
                      <a:pt x="43" y="36"/>
                      <a:pt x="43" y="35"/>
                    </a:cubicBezTo>
                    <a:cubicBezTo>
                      <a:pt x="43" y="36"/>
                      <a:pt x="44" y="37"/>
                      <a:pt x="44" y="37"/>
                    </a:cubicBezTo>
                    <a:cubicBezTo>
                      <a:pt x="44" y="37"/>
                      <a:pt x="44" y="36"/>
                      <a:pt x="44" y="37"/>
                    </a:cubicBezTo>
                    <a:cubicBezTo>
                      <a:pt x="45" y="37"/>
                      <a:pt x="45" y="38"/>
                      <a:pt x="45" y="38"/>
                    </a:cubicBezTo>
                    <a:cubicBezTo>
                      <a:pt x="45" y="38"/>
                      <a:pt x="45" y="37"/>
                      <a:pt x="45" y="36"/>
                    </a:cubicBezTo>
                    <a:cubicBezTo>
                      <a:pt x="46" y="38"/>
                      <a:pt x="46" y="37"/>
                      <a:pt x="47" y="38"/>
                    </a:cubicBezTo>
                    <a:cubicBezTo>
                      <a:pt x="46" y="35"/>
                      <a:pt x="48" y="38"/>
                      <a:pt x="46" y="35"/>
                    </a:cubicBezTo>
                    <a:cubicBezTo>
                      <a:pt x="47" y="36"/>
                      <a:pt x="47" y="36"/>
                      <a:pt x="47" y="36"/>
                    </a:cubicBezTo>
                    <a:cubicBezTo>
                      <a:pt x="46" y="35"/>
                      <a:pt x="46" y="34"/>
                      <a:pt x="46" y="33"/>
                    </a:cubicBezTo>
                    <a:cubicBezTo>
                      <a:pt x="47" y="35"/>
                      <a:pt x="47" y="35"/>
                      <a:pt x="47" y="35"/>
                    </a:cubicBezTo>
                    <a:cubicBezTo>
                      <a:pt x="48" y="37"/>
                      <a:pt x="47" y="35"/>
                      <a:pt x="48" y="37"/>
                    </a:cubicBezTo>
                    <a:cubicBezTo>
                      <a:pt x="47" y="35"/>
                      <a:pt x="48" y="36"/>
                      <a:pt x="47" y="35"/>
                    </a:cubicBezTo>
                    <a:cubicBezTo>
                      <a:pt x="47" y="34"/>
                      <a:pt x="47" y="34"/>
                      <a:pt x="47" y="34"/>
                    </a:cubicBezTo>
                    <a:cubicBezTo>
                      <a:pt x="47" y="34"/>
                      <a:pt x="47" y="33"/>
                      <a:pt x="47" y="33"/>
                    </a:cubicBezTo>
                    <a:cubicBezTo>
                      <a:pt x="47" y="33"/>
                      <a:pt x="48" y="35"/>
                      <a:pt x="48" y="35"/>
                    </a:cubicBezTo>
                    <a:cubicBezTo>
                      <a:pt x="49" y="36"/>
                      <a:pt x="49" y="35"/>
                      <a:pt x="48" y="35"/>
                    </a:cubicBezTo>
                    <a:cubicBezTo>
                      <a:pt x="48" y="35"/>
                      <a:pt x="48" y="35"/>
                      <a:pt x="48" y="34"/>
                    </a:cubicBezTo>
                    <a:cubicBezTo>
                      <a:pt x="48" y="34"/>
                      <a:pt x="48" y="35"/>
                      <a:pt x="48" y="35"/>
                    </a:cubicBezTo>
                    <a:cubicBezTo>
                      <a:pt x="48" y="34"/>
                      <a:pt x="48" y="34"/>
                      <a:pt x="49" y="34"/>
                    </a:cubicBezTo>
                    <a:cubicBezTo>
                      <a:pt x="49" y="34"/>
                      <a:pt x="49" y="34"/>
                      <a:pt x="49" y="34"/>
                    </a:cubicBezTo>
                    <a:cubicBezTo>
                      <a:pt x="49" y="34"/>
                      <a:pt x="49" y="35"/>
                      <a:pt x="49" y="35"/>
                    </a:cubicBezTo>
                    <a:cubicBezTo>
                      <a:pt x="49" y="35"/>
                      <a:pt x="49" y="35"/>
                      <a:pt x="49" y="35"/>
                    </a:cubicBezTo>
                    <a:cubicBezTo>
                      <a:pt x="49" y="35"/>
                      <a:pt x="49" y="35"/>
                      <a:pt x="49" y="35"/>
                    </a:cubicBezTo>
                    <a:cubicBezTo>
                      <a:pt x="49" y="35"/>
                      <a:pt x="49" y="35"/>
                      <a:pt x="49" y="35"/>
                    </a:cubicBezTo>
                    <a:cubicBezTo>
                      <a:pt x="50" y="36"/>
                      <a:pt x="50" y="36"/>
                      <a:pt x="50" y="36"/>
                    </a:cubicBezTo>
                    <a:cubicBezTo>
                      <a:pt x="50" y="36"/>
                      <a:pt x="50" y="35"/>
                      <a:pt x="49" y="34"/>
                    </a:cubicBezTo>
                    <a:cubicBezTo>
                      <a:pt x="50" y="35"/>
                      <a:pt x="50" y="33"/>
                      <a:pt x="50" y="32"/>
                    </a:cubicBezTo>
                    <a:cubicBezTo>
                      <a:pt x="50" y="33"/>
                      <a:pt x="51" y="34"/>
                      <a:pt x="50" y="33"/>
                    </a:cubicBezTo>
                    <a:cubicBezTo>
                      <a:pt x="50" y="33"/>
                      <a:pt x="50" y="31"/>
                      <a:pt x="50" y="32"/>
                    </a:cubicBezTo>
                    <a:cubicBezTo>
                      <a:pt x="50" y="32"/>
                      <a:pt x="51" y="33"/>
                      <a:pt x="51" y="33"/>
                    </a:cubicBezTo>
                    <a:cubicBezTo>
                      <a:pt x="52" y="33"/>
                      <a:pt x="51" y="32"/>
                      <a:pt x="51" y="32"/>
                    </a:cubicBezTo>
                    <a:cubicBezTo>
                      <a:pt x="52" y="34"/>
                      <a:pt x="51" y="30"/>
                      <a:pt x="52" y="31"/>
                    </a:cubicBezTo>
                    <a:cubicBezTo>
                      <a:pt x="52" y="31"/>
                      <a:pt x="53" y="32"/>
                      <a:pt x="53" y="33"/>
                    </a:cubicBezTo>
                    <a:cubicBezTo>
                      <a:pt x="53" y="32"/>
                      <a:pt x="53" y="31"/>
                      <a:pt x="52" y="29"/>
                    </a:cubicBezTo>
                    <a:cubicBezTo>
                      <a:pt x="53" y="31"/>
                      <a:pt x="53" y="31"/>
                      <a:pt x="53" y="31"/>
                    </a:cubicBezTo>
                    <a:cubicBezTo>
                      <a:pt x="53" y="31"/>
                      <a:pt x="53" y="30"/>
                      <a:pt x="53" y="29"/>
                    </a:cubicBezTo>
                    <a:cubicBezTo>
                      <a:pt x="52" y="28"/>
                      <a:pt x="51" y="27"/>
                      <a:pt x="52" y="27"/>
                    </a:cubicBezTo>
                    <a:cubicBezTo>
                      <a:pt x="52" y="27"/>
                      <a:pt x="52" y="27"/>
                      <a:pt x="52" y="27"/>
                    </a:cubicBezTo>
                    <a:cubicBezTo>
                      <a:pt x="52" y="26"/>
                      <a:pt x="52" y="26"/>
                      <a:pt x="52" y="26"/>
                    </a:cubicBezTo>
                    <a:cubicBezTo>
                      <a:pt x="52" y="27"/>
                      <a:pt x="52" y="27"/>
                      <a:pt x="53" y="28"/>
                    </a:cubicBezTo>
                    <a:cubicBezTo>
                      <a:pt x="54" y="30"/>
                      <a:pt x="54" y="29"/>
                      <a:pt x="54" y="29"/>
                    </a:cubicBezTo>
                    <a:cubicBezTo>
                      <a:pt x="53" y="27"/>
                      <a:pt x="53" y="27"/>
                      <a:pt x="53" y="27"/>
                    </a:cubicBezTo>
                    <a:cubicBezTo>
                      <a:pt x="53" y="27"/>
                      <a:pt x="54" y="29"/>
                      <a:pt x="54" y="28"/>
                    </a:cubicBezTo>
                    <a:cubicBezTo>
                      <a:pt x="52" y="24"/>
                      <a:pt x="52" y="24"/>
                      <a:pt x="52" y="24"/>
                    </a:cubicBezTo>
                    <a:cubicBezTo>
                      <a:pt x="52" y="24"/>
                      <a:pt x="54" y="26"/>
                      <a:pt x="54" y="27"/>
                    </a:cubicBezTo>
                    <a:cubicBezTo>
                      <a:pt x="54" y="26"/>
                      <a:pt x="53" y="24"/>
                      <a:pt x="52" y="22"/>
                    </a:cubicBezTo>
                    <a:cubicBezTo>
                      <a:pt x="52" y="22"/>
                      <a:pt x="52" y="21"/>
                      <a:pt x="52" y="21"/>
                    </a:cubicBezTo>
                    <a:cubicBezTo>
                      <a:pt x="53" y="22"/>
                      <a:pt x="52" y="21"/>
                      <a:pt x="53" y="22"/>
                    </a:cubicBezTo>
                    <a:cubicBezTo>
                      <a:pt x="54" y="23"/>
                      <a:pt x="54" y="23"/>
                      <a:pt x="54" y="23"/>
                    </a:cubicBezTo>
                    <a:cubicBezTo>
                      <a:pt x="54" y="23"/>
                      <a:pt x="55" y="25"/>
                      <a:pt x="55" y="26"/>
                    </a:cubicBezTo>
                    <a:cubicBezTo>
                      <a:pt x="55" y="25"/>
                      <a:pt x="56" y="26"/>
                      <a:pt x="57" y="26"/>
                    </a:cubicBezTo>
                    <a:cubicBezTo>
                      <a:pt x="55" y="23"/>
                      <a:pt x="56" y="24"/>
                      <a:pt x="55" y="22"/>
                    </a:cubicBezTo>
                    <a:cubicBezTo>
                      <a:pt x="55" y="22"/>
                      <a:pt x="56" y="24"/>
                      <a:pt x="57" y="24"/>
                    </a:cubicBezTo>
                    <a:cubicBezTo>
                      <a:pt x="56" y="23"/>
                      <a:pt x="57" y="23"/>
                      <a:pt x="57" y="23"/>
                    </a:cubicBezTo>
                    <a:cubicBezTo>
                      <a:pt x="58" y="23"/>
                      <a:pt x="58" y="23"/>
                      <a:pt x="58" y="23"/>
                    </a:cubicBezTo>
                    <a:cubicBezTo>
                      <a:pt x="57" y="23"/>
                      <a:pt x="58" y="23"/>
                      <a:pt x="57" y="21"/>
                    </a:cubicBezTo>
                    <a:cubicBezTo>
                      <a:pt x="58" y="22"/>
                      <a:pt x="58" y="22"/>
                      <a:pt x="58" y="22"/>
                    </a:cubicBezTo>
                    <a:cubicBezTo>
                      <a:pt x="59" y="22"/>
                      <a:pt x="56" y="19"/>
                      <a:pt x="57" y="20"/>
                    </a:cubicBezTo>
                    <a:cubicBezTo>
                      <a:pt x="58" y="21"/>
                      <a:pt x="58" y="21"/>
                      <a:pt x="58" y="21"/>
                    </a:cubicBezTo>
                    <a:cubicBezTo>
                      <a:pt x="57" y="20"/>
                      <a:pt x="59" y="22"/>
                      <a:pt x="58" y="20"/>
                    </a:cubicBezTo>
                    <a:cubicBezTo>
                      <a:pt x="59" y="21"/>
                      <a:pt x="59" y="21"/>
                      <a:pt x="59" y="21"/>
                    </a:cubicBezTo>
                    <a:cubicBezTo>
                      <a:pt x="59" y="21"/>
                      <a:pt x="59" y="21"/>
                      <a:pt x="58" y="19"/>
                    </a:cubicBezTo>
                    <a:cubicBezTo>
                      <a:pt x="60" y="21"/>
                      <a:pt x="60" y="21"/>
                      <a:pt x="60" y="21"/>
                    </a:cubicBezTo>
                    <a:cubicBezTo>
                      <a:pt x="60" y="22"/>
                      <a:pt x="58" y="19"/>
                      <a:pt x="59" y="19"/>
                    </a:cubicBezTo>
                    <a:cubicBezTo>
                      <a:pt x="59" y="19"/>
                      <a:pt x="60" y="20"/>
                      <a:pt x="60" y="20"/>
                    </a:cubicBezTo>
                    <a:cubicBezTo>
                      <a:pt x="59" y="19"/>
                      <a:pt x="60" y="19"/>
                      <a:pt x="60" y="19"/>
                    </a:cubicBezTo>
                    <a:cubicBezTo>
                      <a:pt x="61" y="20"/>
                      <a:pt x="61" y="20"/>
                      <a:pt x="61" y="20"/>
                    </a:cubicBezTo>
                    <a:cubicBezTo>
                      <a:pt x="62" y="19"/>
                      <a:pt x="64" y="18"/>
                      <a:pt x="63" y="16"/>
                    </a:cubicBezTo>
                    <a:cubicBezTo>
                      <a:pt x="65" y="17"/>
                      <a:pt x="64" y="17"/>
                      <a:pt x="65" y="18"/>
                    </a:cubicBezTo>
                    <a:cubicBezTo>
                      <a:pt x="64" y="17"/>
                      <a:pt x="65" y="18"/>
                      <a:pt x="65" y="17"/>
                    </a:cubicBezTo>
                    <a:cubicBezTo>
                      <a:pt x="65" y="17"/>
                      <a:pt x="65" y="17"/>
                      <a:pt x="65" y="17"/>
                    </a:cubicBezTo>
                    <a:cubicBezTo>
                      <a:pt x="65" y="17"/>
                      <a:pt x="66" y="18"/>
                      <a:pt x="66" y="17"/>
                    </a:cubicBezTo>
                    <a:cubicBezTo>
                      <a:pt x="65" y="17"/>
                      <a:pt x="65" y="17"/>
                      <a:pt x="65" y="17"/>
                    </a:cubicBezTo>
                    <a:cubicBezTo>
                      <a:pt x="64" y="15"/>
                      <a:pt x="68" y="18"/>
                      <a:pt x="66" y="16"/>
                    </a:cubicBezTo>
                    <a:cubicBezTo>
                      <a:pt x="67" y="17"/>
                      <a:pt x="67" y="17"/>
                      <a:pt x="67" y="17"/>
                    </a:cubicBezTo>
                    <a:cubicBezTo>
                      <a:pt x="65" y="15"/>
                      <a:pt x="68" y="17"/>
                      <a:pt x="66" y="16"/>
                    </a:cubicBezTo>
                    <a:cubicBezTo>
                      <a:pt x="67" y="16"/>
                      <a:pt x="67" y="16"/>
                      <a:pt x="67" y="16"/>
                    </a:cubicBezTo>
                    <a:cubicBezTo>
                      <a:pt x="68" y="17"/>
                      <a:pt x="65" y="14"/>
                      <a:pt x="67" y="15"/>
                    </a:cubicBezTo>
                    <a:cubicBezTo>
                      <a:pt x="67" y="15"/>
                      <a:pt x="66" y="14"/>
                      <a:pt x="65" y="13"/>
                    </a:cubicBezTo>
                    <a:cubicBezTo>
                      <a:pt x="67" y="14"/>
                      <a:pt x="67" y="14"/>
                      <a:pt x="67" y="14"/>
                    </a:cubicBezTo>
                    <a:cubicBezTo>
                      <a:pt x="67" y="13"/>
                      <a:pt x="68" y="12"/>
                      <a:pt x="66" y="10"/>
                    </a:cubicBezTo>
                    <a:cubicBezTo>
                      <a:pt x="67" y="10"/>
                      <a:pt x="67" y="10"/>
                      <a:pt x="67" y="10"/>
                    </a:cubicBezTo>
                    <a:cubicBezTo>
                      <a:pt x="65" y="9"/>
                      <a:pt x="70" y="11"/>
                      <a:pt x="66" y="8"/>
                    </a:cubicBezTo>
                    <a:cubicBezTo>
                      <a:pt x="65" y="7"/>
                      <a:pt x="65" y="7"/>
                      <a:pt x="65" y="7"/>
                    </a:cubicBezTo>
                    <a:cubicBezTo>
                      <a:pt x="67" y="8"/>
                      <a:pt x="67" y="8"/>
                      <a:pt x="67" y="8"/>
                    </a:cubicBezTo>
                    <a:cubicBezTo>
                      <a:pt x="66" y="8"/>
                      <a:pt x="67" y="8"/>
                      <a:pt x="66" y="7"/>
                    </a:cubicBezTo>
                    <a:cubicBezTo>
                      <a:pt x="67" y="8"/>
                      <a:pt x="67" y="8"/>
                      <a:pt x="67" y="8"/>
                    </a:cubicBezTo>
                    <a:cubicBezTo>
                      <a:pt x="67" y="8"/>
                      <a:pt x="65" y="6"/>
                      <a:pt x="65" y="7"/>
                    </a:cubicBezTo>
                    <a:cubicBezTo>
                      <a:pt x="66" y="7"/>
                      <a:pt x="66" y="7"/>
                      <a:pt x="66" y="7"/>
                    </a:cubicBezTo>
                    <a:cubicBezTo>
                      <a:pt x="69" y="7"/>
                      <a:pt x="72" y="3"/>
                      <a:pt x="68" y="4"/>
                    </a:cubicBezTo>
                    <a:close/>
                    <a:moveTo>
                      <a:pt x="61" y="9"/>
                    </a:moveTo>
                    <a:cubicBezTo>
                      <a:pt x="60" y="9"/>
                      <a:pt x="61" y="7"/>
                      <a:pt x="62" y="6"/>
                    </a:cubicBezTo>
                    <a:cubicBezTo>
                      <a:pt x="62" y="8"/>
                      <a:pt x="61" y="9"/>
                      <a:pt x="61" y="9"/>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1" name="Freeform 255"/>
              <p:cNvSpPr/>
              <p:nvPr/>
            </p:nvSpPr>
            <p:spPr bwMode="auto">
              <a:xfrm>
                <a:off x="4011" y="3063"/>
                <a:ext cx="5" cy="5"/>
              </a:xfrm>
              <a:custGeom>
                <a:avLst/>
                <a:gdLst>
                  <a:gd name="T0" fmla="*/ 5 w 5"/>
                  <a:gd name="T1" fmla="*/ 5 h 5"/>
                  <a:gd name="T2" fmla="*/ 0 w 5"/>
                  <a:gd name="T3" fmla="*/ 0 h 5"/>
                  <a:gd name="T4" fmla="*/ 2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2" y="5"/>
                    </a:lnTo>
                    <a:lnTo>
                      <a:pt x="5" y="5"/>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2" name="Freeform 256"/>
              <p:cNvSpPr/>
              <p:nvPr/>
            </p:nvSpPr>
            <p:spPr bwMode="auto">
              <a:xfrm>
                <a:off x="3912" y="3100"/>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3" name="Freeform 257"/>
              <p:cNvSpPr/>
              <p:nvPr/>
            </p:nvSpPr>
            <p:spPr bwMode="auto">
              <a:xfrm>
                <a:off x="3996" y="3089"/>
                <a:ext cx="3"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4" name="Oval 258"/>
              <p:cNvSpPr>
                <a:spLocks noChangeArrowheads="1"/>
              </p:cNvSpPr>
              <p:nvPr/>
            </p:nvSpPr>
            <p:spPr bwMode="auto">
              <a:xfrm>
                <a:off x="3595" y="182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5" name="Freeform 259"/>
              <p:cNvSpPr/>
              <p:nvPr/>
            </p:nvSpPr>
            <p:spPr bwMode="auto">
              <a:xfrm>
                <a:off x="3598" y="1825"/>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6" name="Freeform 260"/>
              <p:cNvSpPr/>
              <p:nvPr/>
            </p:nvSpPr>
            <p:spPr bwMode="auto">
              <a:xfrm>
                <a:off x="3918" y="28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7" name="Freeform 261"/>
              <p:cNvSpPr/>
              <p:nvPr/>
            </p:nvSpPr>
            <p:spPr bwMode="auto">
              <a:xfrm>
                <a:off x="3924" y="3038"/>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8" name="Freeform 262"/>
              <p:cNvSpPr/>
              <p:nvPr/>
            </p:nvSpPr>
            <p:spPr bwMode="auto">
              <a:xfrm>
                <a:off x="3986" y="3027"/>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9" name="Freeform 263"/>
              <p:cNvSpPr/>
              <p:nvPr/>
            </p:nvSpPr>
            <p:spPr bwMode="auto">
              <a:xfrm>
                <a:off x="3899" y="3091"/>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0" name="Rectangle 264"/>
              <p:cNvSpPr>
                <a:spLocks noChangeArrowheads="1"/>
              </p:cNvSpPr>
              <p:nvPr/>
            </p:nvSpPr>
            <p:spPr bwMode="auto">
              <a:xfrm>
                <a:off x="4013" y="3004"/>
                <a:ext cx="1" cy="4"/>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1" name="Freeform 265"/>
              <p:cNvSpPr/>
              <p:nvPr/>
            </p:nvSpPr>
            <p:spPr bwMode="auto">
              <a:xfrm>
                <a:off x="3903" y="3055"/>
                <a:ext cx="6"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2" name="Freeform 266"/>
              <p:cNvSpPr/>
              <p:nvPr/>
            </p:nvSpPr>
            <p:spPr bwMode="auto">
              <a:xfrm>
                <a:off x="3905" y="3055"/>
                <a:ext cx="4"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0" y="0"/>
                      <a:pt x="1" y="0"/>
                      <a:pt x="2" y="0"/>
                    </a:cubicBezTo>
                    <a:cubicBezTo>
                      <a:pt x="2"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3" name="Freeform 267"/>
              <p:cNvSpPr/>
              <p:nvPr/>
            </p:nvSpPr>
            <p:spPr bwMode="auto">
              <a:xfrm>
                <a:off x="3897" y="3085"/>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4" name="Freeform 268"/>
              <p:cNvSpPr/>
              <p:nvPr/>
            </p:nvSpPr>
            <p:spPr bwMode="auto">
              <a:xfrm>
                <a:off x="3897" y="309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5" name="Freeform 269"/>
              <p:cNvSpPr/>
              <p:nvPr/>
            </p:nvSpPr>
            <p:spPr bwMode="auto">
              <a:xfrm>
                <a:off x="3984" y="30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6" name="Freeform 270"/>
              <p:cNvSpPr/>
              <p:nvPr/>
            </p:nvSpPr>
            <p:spPr bwMode="auto">
              <a:xfrm>
                <a:off x="3600"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7" name="Freeform 271"/>
              <p:cNvSpPr/>
              <p:nvPr/>
            </p:nvSpPr>
            <p:spPr bwMode="auto">
              <a:xfrm>
                <a:off x="3905" y="3100"/>
                <a:ext cx="4" cy="4"/>
              </a:xfrm>
              <a:custGeom>
                <a:avLst/>
                <a:gdLst>
                  <a:gd name="T0" fmla="*/ 1 w 2"/>
                  <a:gd name="T1" fmla="*/ 0 h 2"/>
                  <a:gd name="T2" fmla="*/ 1 w 2"/>
                  <a:gd name="T3" fmla="*/ 1 h 2"/>
                  <a:gd name="T4" fmla="*/ 1 w 2"/>
                  <a:gd name="T5" fmla="*/ 0 h 2"/>
                </a:gdLst>
                <a:ahLst/>
                <a:cxnLst>
                  <a:cxn ang="0">
                    <a:pos x="T0" y="T1"/>
                  </a:cxn>
                  <a:cxn ang="0">
                    <a:pos x="T2" y="T3"/>
                  </a:cxn>
                  <a:cxn ang="0">
                    <a:pos x="T4" y="T5"/>
                  </a:cxn>
                </a:cxnLst>
                <a:rect l="0" t="0" r="r" b="b"/>
                <a:pathLst>
                  <a:path w="2" h="2">
                    <a:moveTo>
                      <a:pt x="1" y="0"/>
                    </a:moveTo>
                    <a:cubicBezTo>
                      <a:pt x="0" y="2"/>
                      <a:pt x="1" y="0"/>
                      <a:pt x="1"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8" name="Freeform 272"/>
              <p:cNvSpPr/>
              <p:nvPr/>
            </p:nvSpPr>
            <p:spPr bwMode="auto">
              <a:xfrm>
                <a:off x="4230" y="2480"/>
                <a:ext cx="4" cy="2"/>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0" y="1"/>
                      <a:pt x="1" y="1"/>
                      <a:pt x="2" y="1"/>
                    </a:cubicBezTo>
                    <a:cubicBezTo>
                      <a:pt x="2" y="0"/>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9" name="Freeform 273"/>
              <p:cNvSpPr/>
              <p:nvPr/>
            </p:nvSpPr>
            <p:spPr bwMode="auto">
              <a:xfrm>
                <a:off x="3895" y="3080"/>
                <a:ext cx="4" cy="3"/>
              </a:xfrm>
              <a:custGeom>
                <a:avLst/>
                <a:gdLst>
                  <a:gd name="T0" fmla="*/ 0 w 2"/>
                  <a:gd name="T1" fmla="*/ 0 h 1"/>
                  <a:gd name="T2" fmla="*/ 1 w 2"/>
                  <a:gd name="T3" fmla="*/ 0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1" y="0"/>
                      <a:pt x="1" y="0"/>
                    </a:cubicBezTo>
                    <a:cubicBezTo>
                      <a:pt x="1" y="0"/>
                      <a:pt x="2"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0" name="Freeform 274"/>
              <p:cNvSpPr/>
              <p:nvPr/>
            </p:nvSpPr>
            <p:spPr bwMode="auto">
              <a:xfrm>
                <a:off x="4007" y="30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1" name="Freeform 275"/>
              <p:cNvSpPr/>
              <p:nvPr/>
            </p:nvSpPr>
            <p:spPr bwMode="auto">
              <a:xfrm>
                <a:off x="3598" y="18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2" name="Freeform 276"/>
              <p:cNvSpPr/>
              <p:nvPr/>
            </p:nvSpPr>
            <p:spPr bwMode="auto">
              <a:xfrm>
                <a:off x="4005" y="3074"/>
                <a:ext cx="2"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0" y="1"/>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3" name="Freeform 277"/>
              <p:cNvSpPr/>
              <p:nvPr/>
            </p:nvSpPr>
            <p:spPr bwMode="auto">
              <a:xfrm>
                <a:off x="4007" y="30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4" name="Freeform 278"/>
              <p:cNvSpPr/>
              <p:nvPr/>
            </p:nvSpPr>
            <p:spPr bwMode="auto">
              <a:xfrm>
                <a:off x="3598" y="182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5" name="Freeform 279"/>
              <p:cNvSpPr/>
              <p:nvPr/>
            </p:nvSpPr>
            <p:spPr bwMode="auto">
              <a:xfrm>
                <a:off x="3598" y="1823"/>
                <a:ext cx="2" cy="0"/>
              </a:xfrm>
              <a:custGeom>
                <a:avLst/>
                <a:gdLst>
                  <a:gd name="T0" fmla="*/ 1 w 1"/>
                  <a:gd name="T1" fmla="*/ 1 w 1"/>
                  <a:gd name="T2" fmla="*/ 0 w 1"/>
                  <a:gd name="T3" fmla="*/ 0 w 1"/>
                  <a:gd name="T4" fmla="*/ 0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0" y="0"/>
                      <a:pt x="0" y="0"/>
                    </a:cubicBezTo>
                    <a:cubicBezTo>
                      <a:pt x="0"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6" name="Freeform 280"/>
              <p:cNvSpPr/>
              <p:nvPr/>
            </p:nvSpPr>
            <p:spPr bwMode="auto">
              <a:xfrm>
                <a:off x="4009" y="308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7" name="Freeform 281"/>
              <p:cNvSpPr/>
              <p:nvPr/>
            </p:nvSpPr>
            <p:spPr bwMode="auto">
              <a:xfrm>
                <a:off x="3602"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8" name="Freeform 282"/>
              <p:cNvSpPr/>
              <p:nvPr/>
            </p:nvSpPr>
            <p:spPr bwMode="auto">
              <a:xfrm>
                <a:off x="3929" y="1870"/>
                <a:ext cx="4" cy="8"/>
              </a:xfrm>
              <a:custGeom>
                <a:avLst/>
                <a:gdLst>
                  <a:gd name="T0" fmla="*/ 2 w 2"/>
                  <a:gd name="T1" fmla="*/ 1 h 4"/>
                  <a:gd name="T2" fmla="*/ 1 w 2"/>
                  <a:gd name="T3" fmla="*/ 4 h 4"/>
                  <a:gd name="T4" fmla="*/ 2 w 2"/>
                  <a:gd name="T5" fmla="*/ 1 h 4"/>
                </a:gdLst>
                <a:ahLst/>
                <a:cxnLst>
                  <a:cxn ang="0">
                    <a:pos x="T0" y="T1"/>
                  </a:cxn>
                  <a:cxn ang="0">
                    <a:pos x="T2" y="T3"/>
                  </a:cxn>
                  <a:cxn ang="0">
                    <a:pos x="T4" y="T5"/>
                  </a:cxn>
                </a:cxnLst>
                <a:rect l="0" t="0" r="r" b="b"/>
                <a:pathLst>
                  <a:path w="2" h="4">
                    <a:moveTo>
                      <a:pt x="2" y="1"/>
                    </a:moveTo>
                    <a:cubicBezTo>
                      <a:pt x="2" y="1"/>
                      <a:pt x="0" y="1"/>
                      <a:pt x="1" y="4"/>
                    </a:cubicBezTo>
                    <a:cubicBezTo>
                      <a:pt x="1" y="0"/>
                      <a:pt x="2" y="4"/>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9" name="Freeform 283"/>
              <p:cNvSpPr/>
              <p:nvPr/>
            </p:nvSpPr>
            <p:spPr bwMode="auto">
              <a:xfrm>
                <a:off x="3687" y="1579"/>
                <a:ext cx="4" cy="4"/>
              </a:xfrm>
              <a:custGeom>
                <a:avLst/>
                <a:gdLst>
                  <a:gd name="T0" fmla="*/ 0 w 4"/>
                  <a:gd name="T1" fmla="*/ 4 h 4"/>
                  <a:gd name="T2" fmla="*/ 4 w 4"/>
                  <a:gd name="T3" fmla="*/ 0 h 4"/>
                  <a:gd name="T4" fmla="*/ 0 w 4"/>
                  <a:gd name="T5" fmla="*/ 2 h 4"/>
                  <a:gd name="T6" fmla="*/ 0 w 4"/>
                  <a:gd name="T7" fmla="*/ 4 h 4"/>
                </a:gdLst>
                <a:ahLst/>
                <a:cxnLst>
                  <a:cxn ang="0">
                    <a:pos x="T0" y="T1"/>
                  </a:cxn>
                  <a:cxn ang="0">
                    <a:pos x="T2" y="T3"/>
                  </a:cxn>
                  <a:cxn ang="0">
                    <a:pos x="T4" y="T5"/>
                  </a:cxn>
                  <a:cxn ang="0">
                    <a:pos x="T6" y="T7"/>
                  </a:cxn>
                </a:cxnLst>
                <a:rect l="0" t="0" r="r" b="b"/>
                <a:pathLst>
                  <a:path w="4" h="4">
                    <a:moveTo>
                      <a:pt x="0" y="4"/>
                    </a:moveTo>
                    <a:lnTo>
                      <a:pt x="4" y="0"/>
                    </a:lnTo>
                    <a:lnTo>
                      <a:pt x="0" y="2"/>
                    </a:lnTo>
                    <a:lnTo>
                      <a:pt x="0"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0" name="Freeform 284"/>
              <p:cNvSpPr/>
              <p:nvPr/>
            </p:nvSpPr>
            <p:spPr bwMode="auto">
              <a:xfrm>
                <a:off x="4086" y="1583"/>
                <a:ext cx="8" cy="4"/>
              </a:xfrm>
              <a:custGeom>
                <a:avLst/>
                <a:gdLst>
                  <a:gd name="T0" fmla="*/ 2 w 4"/>
                  <a:gd name="T1" fmla="*/ 2 h 2"/>
                  <a:gd name="T2" fmla="*/ 1 w 4"/>
                  <a:gd name="T3" fmla="*/ 0 h 2"/>
                  <a:gd name="T4" fmla="*/ 2 w 4"/>
                  <a:gd name="T5" fmla="*/ 2 h 2"/>
                </a:gdLst>
                <a:ahLst/>
                <a:cxnLst>
                  <a:cxn ang="0">
                    <a:pos x="T0" y="T1"/>
                  </a:cxn>
                  <a:cxn ang="0">
                    <a:pos x="T2" y="T3"/>
                  </a:cxn>
                  <a:cxn ang="0">
                    <a:pos x="T4" y="T5"/>
                  </a:cxn>
                </a:cxnLst>
                <a:rect l="0" t="0" r="r" b="b"/>
                <a:pathLst>
                  <a:path w="4" h="2">
                    <a:moveTo>
                      <a:pt x="2" y="2"/>
                    </a:moveTo>
                    <a:cubicBezTo>
                      <a:pt x="2" y="2"/>
                      <a:pt x="3" y="1"/>
                      <a:pt x="1" y="0"/>
                    </a:cubicBezTo>
                    <a:cubicBezTo>
                      <a:pt x="4" y="2"/>
                      <a:pt x="0"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1" name="Freeform 285"/>
              <p:cNvSpPr/>
              <p:nvPr/>
            </p:nvSpPr>
            <p:spPr bwMode="auto">
              <a:xfrm>
                <a:off x="3574" y="1912"/>
                <a:ext cx="2" cy="21"/>
              </a:xfrm>
              <a:custGeom>
                <a:avLst/>
                <a:gdLst>
                  <a:gd name="T0" fmla="*/ 0 w 1"/>
                  <a:gd name="T1" fmla="*/ 0 h 10"/>
                  <a:gd name="T2" fmla="*/ 1 w 1"/>
                  <a:gd name="T3" fmla="*/ 10 h 10"/>
                  <a:gd name="T4" fmla="*/ 0 w 1"/>
                  <a:gd name="T5" fmla="*/ 0 h 10"/>
                </a:gdLst>
                <a:ahLst/>
                <a:cxnLst>
                  <a:cxn ang="0">
                    <a:pos x="T0" y="T1"/>
                  </a:cxn>
                  <a:cxn ang="0">
                    <a:pos x="T2" y="T3"/>
                  </a:cxn>
                  <a:cxn ang="0">
                    <a:pos x="T4" y="T5"/>
                  </a:cxn>
                </a:cxnLst>
                <a:rect l="0" t="0" r="r" b="b"/>
                <a:pathLst>
                  <a:path w="1" h="10">
                    <a:moveTo>
                      <a:pt x="0" y="0"/>
                    </a:moveTo>
                    <a:cubicBezTo>
                      <a:pt x="0" y="4"/>
                      <a:pt x="0" y="10"/>
                      <a:pt x="1" y="1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2" name="Freeform 286"/>
              <p:cNvSpPr>
                <a:spLocks noEditPoints="1"/>
              </p:cNvSpPr>
              <p:nvPr/>
            </p:nvSpPr>
            <p:spPr bwMode="auto">
              <a:xfrm>
                <a:off x="3559" y="1774"/>
                <a:ext cx="77" cy="91"/>
              </a:xfrm>
              <a:custGeom>
                <a:avLst/>
                <a:gdLst>
                  <a:gd name="T0" fmla="*/ 32 w 36"/>
                  <a:gd name="T1" fmla="*/ 19 h 43"/>
                  <a:gd name="T2" fmla="*/ 27 w 36"/>
                  <a:gd name="T3" fmla="*/ 2 h 43"/>
                  <a:gd name="T4" fmla="*/ 8 w 36"/>
                  <a:gd name="T5" fmla="*/ 14 h 43"/>
                  <a:gd name="T6" fmla="*/ 16 w 36"/>
                  <a:gd name="T7" fmla="*/ 25 h 43"/>
                  <a:gd name="T8" fmla="*/ 16 w 36"/>
                  <a:gd name="T9" fmla="*/ 24 h 43"/>
                  <a:gd name="T10" fmla="*/ 17 w 36"/>
                  <a:gd name="T11" fmla="*/ 24 h 43"/>
                  <a:gd name="T12" fmla="*/ 17 w 36"/>
                  <a:gd name="T13" fmla="*/ 23 h 43"/>
                  <a:gd name="T14" fmla="*/ 17 w 36"/>
                  <a:gd name="T15" fmla="*/ 24 h 43"/>
                  <a:gd name="T16" fmla="*/ 19 w 36"/>
                  <a:gd name="T17" fmla="*/ 23 h 43"/>
                  <a:gd name="T18" fmla="*/ 18 w 36"/>
                  <a:gd name="T19" fmla="*/ 24 h 43"/>
                  <a:gd name="T20" fmla="*/ 17 w 36"/>
                  <a:gd name="T21" fmla="*/ 24 h 43"/>
                  <a:gd name="T22" fmla="*/ 19 w 36"/>
                  <a:gd name="T23" fmla="*/ 23 h 43"/>
                  <a:gd name="T24" fmla="*/ 20 w 36"/>
                  <a:gd name="T25" fmla="*/ 23 h 43"/>
                  <a:gd name="T26" fmla="*/ 21 w 36"/>
                  <a:gd name="T27" fmla="*/ 24 h 43"/>
                  <a:gd name="T28" fmla="*/ 21 w 36"/>
                  <a:gd name="T29" fmla="*/ 23 h 43"/>
                  <a:gd name="T30" fmla="*/ 21 w 36"/>
                  <a:gd name="T31" fmla="*/ 23 h 43"/>
                  <a:gd name="T32" fmla="*/ 21 w 36"/>
                  <a:gd name="T33" fmla="*/ 23 h 43"/>
                  <a:gd name="T34" fmla="*/ 21 w 36"/>
                  <a:gd name="T35" fmla="*/ 24 h 43"/>
                  <a:gd name="T36" fmla="*/ 22 w 36"/>
                  <a:gd name="T37" fmla="*/ 24 h 43"/>
                  <a:gd name="T38" fmla="*/ 22 w 36"/>
                  <a:gd name="T39" fmla="*/ 24 h 43"/>
                  <a:gd name="T40" fmla="*/ 22 w 36"/>
                  <a:gd name="T41" fmla="*/ 19 h 43"/>
                  <a:gd name="T42" fmla="*/ 22 w 36"/>
                  <a:gd name="T43" fmla="*/ 19 h 43"/>
                  <a:gd name="T44" fmla="*/ 23 w 36"/>
                  <a:gd name="T45" fmla="*/ 23 h 43"/>
                  <a:gd name="T46" fmla="*/ 27 w 36"/>
                  <a:gd name="T47" fmla="*/ 24 h 43"/>
                  <a:gd name="T48" fmla="*/ 25 w 36"/>
                  <a:gd name="T49" fmla="*/ 24 h 43"/>
                  <a:gd name="T50" fmla="*/ 25 w 36"/>
                  <a:gd name="T51" fmla="*/ 24 h 43"/>
                  <a:gd name="T52" fmla="*/ 26 w 36"/>
                  <a:gd name="T53" fmla="*/ 23 h 43"/>
                  <a:gd name="T54" fmla="*/ 25 w 36"/>
                  <a:gd name="T55" fmla="*/ 24 h 43"/>
                  <a:gd name="T56" fmla="*/ 24 w 36"/>
                  <a:gd name="T57" fmla="*/ 24 h 43"/>
                  <a:gd name="T58" fmla="*/ 24 w 36"/>
                  <a:gd name="T59" fmla="*/ 22 h 43"/>
                  <a:gd name="T60" fmla="*/ 24 w 36"/>
                  <a:gd name="T61" fmla="*/ 24 h 43"/>
                  <a:gd name="T62" fmla="*/ 23 w 36"/>
                  <a:gd name="T63" fmla="*/ 24 h 43"/>
                  <a:gd name="T64" fmla="*/ 23 w 36"/>
                  <a:gd name="T65" fmla="*/ 24 h 43"/>
                  <a:gd name="T66" fmla="*/ 24 w 36"/>
                  <a:gd name="T67" fmla="*/ 24 h 43"/>
                  <a:gd name="T68" fmla="*/ 24 w 36"/>
                  <a:gd name="T69" fmla="*/ 24 h 43"/>
                  <a:gd name="T70" fmla="*/ 25 w 36"/>
                  <a:gd name="T71" fmla="*/ 24 h 43"/>
                  <a:gd name="T72" fmla="*/ 29 w 36"/>
                  <a:gd name="T73" fmla="*/ 24 h 43"/>
                  <a:gd name="T74" fmla="*/ 26 w 36"/>
                  <a:gd name="T75" fmla="*/ 24 h 43"/>
                  <a:gd name="T76" fmla="*/ 24 w 36"/>
                  <a:gd name="T77" fmla="*/ 22 h 43"/>
                  <a:gd name="T78" fmla="*/ 23 w 36"/>
                  <a:gd name="T79" fmla="*/ 21 h 43"/>
                  <a:gd name="T80" fmla="*/ 24 w 36"/>
                  <a:gd name="T81" fmla="*/ 21 h 43"/>
                  <a:gd name="T82" fmla="*/ 24 w 36"/>
                  <a:gd name="T83" fmla="*/ 21 h 43"/>
                  <a:gd name="T84" fmla="*/ 23 w 36"/>
                  <a:gd name="T85" fmla="*/ 20 h 43"/>
                  <a:gd name="T86" fmla="*/ 22 w 36"/>
                  <a:gd name="T87" fmla="*/ 19 h 43"/>
                  <a:gd name="T88" fmla="*/ 22 w 36"/>
                  <a:gd name="T89" fmla="*/ 20 h 43"/>
                  <a:gd name="T90" fmla="*/ 21 w 36"/>
                  <a:gd name="T91" fmla="*/ 19 h 43"/>
                  <a:gd name="T92" fmla="*/ 22 w 36"/>
                  <a:gd name="T93" fmla="*/ 21 h 43"/>
                  <a:gd name="T94" fmla="*/ 20 w 36"/>
                  <a:gd name="T95" fmla="*/ 21 h 43"/>
                  <a:gd name="T96" fmla="*/ 17 w 36"/>
                  <a:gd name="T97" fmla="*/ 20 h 43"/>
                  <a:gd name="T98" fmla="*/ 20 w 36"/>
                  <a:gd name="T99" fmla="*/ 19 h 43"/>
                  <a:gd name="T100" fmla="*/ 18 w 36"/>
                  <a:gd name="T101" fmla="*/ 18 h 43"/>
                  <a:gd name="T102" fmla="*/ 19 w 36"/>
                  <a:gd name="T103" fmla="*/ 18 h 43"/>
                  <a:gd name="T104" fmla="*/ 20 w 36"/>
                  <a:gd name="T105" fmla="*/ 18 h 43"/>
                  <a:gd name="T106" fmla="*/ 21 w 36"/>
                  <a:gd name="T107" fmla="*/ 19 h 43"/>
                  <a:gd name="T108" fmla="*/ 20 w 36"/>
                  <a:gd name="T109" fmla="*/ 18 h 43"/>
                  <a:gd name="T110" fmla="*/ 18 w 36"/>
                  <a:gd name="T111" fmla="*/ 18 h 43"/>
                  <a:gd name="T112" fmla="*/ 18 w 36"/>
                  <a:gd name="T113" fmla="*/ 18 h 43"/>
                  <a:gd name="T114" fmla="*/ 15 w 36"/>
                  <a:gd name="T115" fmla="*/ 18 h 43"/>
                  <a:gd name="T116" fmla="*/ 18 w 36"/>
                  <a:gd name="T117" fmla="*/ 18 h 43"/>
                  <a:gd name="T118" fmla="*/ 18 w 36"/>
                  <a:gd name="T119" fmla="*/ 18 h 43"/>
                  <a:gd name="T120" fmla="*/ 17 w 36"/>
                  <a:gd name="T121" fmla="*/ 19 h 43"/>
                  <a:gd name="T122" fmla="*/ 16 w 36"/>
                  <a:gd name="T123" fmla="*/ 25 h 43"/>
                  <a:gd name="T124" fmla="*/ 14 w 36"/>
                  <a:gd name="T125" fmla="*/ 2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 h="43">
                    <a:moveTo>
                      <a:pt x="5" y="16"/>
                    </a:moveTo>
                    <a:cubicBezTo>
                      <a:pt x="6" y="19"/>
                      <a:pt x="3" y="20"/>
                      <a:pt x="0" y="23"/>
                    </a:cubicBezTo>
                    <a:cubicBezTo>
                      <a:pt x="0" y="23"/>
                      <a:pt x="1" y="25"/>
                      <a:pt x="1" y="28"/>
                    </a:cubicBezTo>
                    <a:cubicBezTo>
                      <a:pt x="5" y="39"/>
                      <a:pt x="13" y="43"/>
                      <a:pt x="19" y="41"/>
                    </a:cubicBezTo>
                    <a:cubicBezTo>
                      <a:pt x="18" y="40"/>
                      <a:pt x="18" y="39"/>
                      <a:pt x="19" y="39"/>
                    </a:cubicBezTo>
                    <a:cubicBezTo>
                      <a:pt x="19" y="39"/>
                      <a:pt x="19" y="39"/>
                      <a:pt x="19" y="39"/>
                    </a:cubicBezTo>
                    <a:cubicBezTo>
                      <a:pt x="19" y="38"/>
                      <a:pt x="19" y="38"/>
                      <a:pt x="19" y="38"/>
                    </a:cubicBezTo>
                    <a:cubicBezTo>
                      <a:pt x="19" y="38"/>
                      <a:pt x="19" y="39"/>
                      <a:pt x="19" y="40"/>
                    </a:cubicBezTo>
                    <a:cubicBezTo>
                      <a:pt x="20" y="39"/>
                      <a:pt x="21" y="39"/>
                      <a:pt x="23" y="39"/>
                    </a:cubicBezTo>
                    <a:cubicBezTo>
                      <a:pt x="22" y="36"/>
                      <a:pt x="23" y="38"/>
                      <a:pt x="23" y="36"/>
                    </a:cubicBezTo>
                    <a:cubicBezTo>
                      <a:pt x="23" y="37"/>
                      <a:pt x="23" y="37"/>
                      <a:pt x="23" y="37"/>
                    </a:cubicBezTo>
                    <a:cubicBezTo>
                      <a:pt x="23" y="36"/>
                      <a:pt x="23" y="36"/>
                      <a:pt x="25" y="38"/>
                    </a:cubicBezTo>
                    <a:cubicBezTo>
                      <a:pt x="29" y="38"/>
                      <a:pt x="31" y="35"/>
                      <a:pt x="33" y="33"/>
                    </a:cubicBezTo>
                    <a:cubicBezTo>
                      <a:pt x="36" y="30"/>
                      <a:pt x="36" y="26"/>
                      <a:pt x="36" y="21"/>
                    </a:cubicBezTo>
                    <a:cubicBezTo>
                      <a:pt x="33" y="20"/>
                      <a:pt x="35" y="19"/>
                      <a:pt x="32" y="19"/>
                    </a:cubicBezTo>
                    <a:cubicBezTo>
                      <a:pt x="33" y="19"/>
                      <a:pt x="33" y="19"/>
                      <a:pt x="33" y="19"/>
                    </a:cubicBezTo>
                    <a:cubicBezTo>
                      <a:pt x="31" y="18"/>
                      <a:pt x="33" y="18"/>
                      <a:pt x="34" y="17"/>
                    </a:cubicBezTo>
                    <a:cubicBezTo>
                      <a:pt x="33" y="17"/>
                      <a:pt x="34" y="17"/>
                      <a:pt x="32" y="17"/>
                    </a:cubicBezTo>
                    <a:cubicBezTo>
                      <a:pt x="30" y="17"/>
                      <a:pt x="35" y="17"/>
                      <a:pt x="34" y="16"/>
                    </a:cubicBezTo>
                    <a:cubicBezTo>
                      <a:pt x="34" y="16"/>
                      <a:pt x="33" y="17"/>
                      <a:pt x="33" y="16"/>
                    </a:cubicBezTo>
                    <a:cubicBezTo>
                      <a:pt x="31" y="16"/>
                      <a:pt x="34" y="17"/>
                      <a:pt x="36" y="15"/>
                    </a:cubicBezTo>
                    <a:cubicBezTo>
                      <a:pt x="35" y="13"/>
                      <a:pt x="32" y="12"/>
                      <a:pt x="33" y="10"/>
                    </a:cubicBezTo>
                    <a:cubicBezTo>
                      <a:pt x="33" y="11"/>
                      <a:pt x="32" y="11"/>
                      <a:pt x="32" y="11"/>
                    </a:cubicBezTo>
                    <a:cubicBezTo>
                      <a:pt x="35" y="9"/>
                      <a:pt x="31" y="11"/>
                      <a:pt x="32" y="10"/>
                    </a:cubicBezTo>
                    <a:cubicBezTo>
                      <a:pt x="33" y="10"/>
                      <a:pt x="33" y="10"/>
                      <a:pt x="33" y="10"/>
                    </a:cubicBezTo>
                    <a:cubicBezTo>
                      <a:pt x="34" y="9"/>
                      <a:pt x="32" y="9"/>
                      <a:pt x="32" y="7"/>
                    </a:cubicBezTo>
                    <a:cubicBezTo>
                      <a:pt x="30" y="7"/>
                      <a:pt x="32" y="5"/>
                      <a:pt x="30" y="5"/>
                    </a:cubicBezTo>
                    <a:cubicBezTo>
                      <a:pt x="31" y="5"/>
                      <a:pt x="30" y="4"/>
                      <a:pt x="30" y="4"/>
                    </a:cubicBezTo>
                    <a:cubicBezTo>
                      <a:pt x="27" y="6"/>
                      <a:pt x="29" y="1"/>
                      <a:pt x="27" y="3"/>
                    </a:cubicBezTo>
                    <a:cubicBezTo>
                      <a:pt x="27" y="2"/>
                      <a:pt x="27" y="2"/>
                      <a:pt x="27" y="2"/>
                    </a:cubicBezTo>
                    <a:cubicBezTo>
                      <a:pt x="25" y="1"/>
                      <a:pt x="21" y="0"/>
                      <a:pt x="18" y="3"/>
                    </a:cubicBezTo>
                    <a:cubicBezTo>
                      <a:pt x="16" y="3"/>
                      <a:pt x="12" y="1"/>
                      <a:pt x="13" y="3"/>
                    </a:cubicBezTo>
                    <a:cubicBezTo>
                      <a:pt x="13" y="5"/>
                      <a:pt x="13" y="5"/>
                      <a:pt x="13" y="5"/>
                    </a:cubicBezTo>
                    <a:cubicBezTo>
                      <a:pt x="13" y="5"/>
                      <a:pt x="13" y="4"/>
                      <a:pt x="12" y="3"/>
                    </a:cubicBezTo>
                    <a:cubicBezTo>
                      <a:pt x="13" y="5"/>
                      <a:pt x="11" y="4"/>
                      <a:pt x="11" y="4"/>
                    </a:cubicBezTo>
                    <a:cubicBezTo>
                      <a:pt x="11" y="5"/>
                      <a:pt x="11" y="5"/>
                      <a:pt x="11" y="6"/>
                    </a:cubicBezTo>
                    <a:cubicBezTo>
                      <a:pt x="9" y="4"/>
                      <a:pt x="11" y="8"/>
                      <a:pt x="9" y="7"/>
                    </a:cubicBezTo>
                    <a:cubicBezTo>
                      <a:pt x="12" y="9"/>
                      <a:pt x="10" y="8"/>
                      <a:pt x="10" y="9"/>
                    </a:cubicBezTo>
                    <a:cubicBezTo>
                      <a:pt x="10" y="9"/>
                      <a:pt x="10" y="9"/>
                      <a:pt x="9" y="8"/>
                    </a:cubicBezTo>
                    <a:cubicBezTo>
                      <a:pt x="9" y="9"/>
                      <a:pt x="9" y="9"/>
                      <a:pt x="8" y="9"/>
                    </a:cubicBezTo>
                    <a:cubicBezTo>
                      <a:pt x="8" y="9"/>
                      <a:pt x="10" y="10"/>
                      <a:pt x="9" y="10"/>
                    </a:cubicBezTo>
                    <a:cubicBezTo>
                      <a:pt x="7" y="9"/>
                      <a:pt x="9" y="11"/>
                      <a:pt x="8" y="10"/>
                    </a:cubicBezTo>
                    <a:cubicBezTo>
                      <a:pt x="10" y="11"/>
                      <a:pt x="11" y="13"/>
                      <a:pt x="10" y="12"/>
                    </a:cubicBezTo>
                    <a:cubicBezTo>
                      <a:pt x="8" y="11"/>
                      <a:pt x="8" y="11"/>
                      <a:pt x="8" y="11"/>
                    </a:cubicBezTo>
                    <a:cubicBezTo>
                      <a:pt x="9" y="12"/>
                      <a:pt x="5" y="12"/>
                      <a:pt x="8" y="14"/>
                    </a:cubicBezTo>
                    <a:cubicBezTo>
                      <a:pt x="6" y="13"/>
                      <a:pt x="6" y="13"/>
                      <a:pt x="6" y="13"/>
                    </a:cubicBezTo>
                    <a:cubicBezTo>
                      <a:pt x="8" y="15"/>
                      <a:pt x="6" y="15"/>
                      <a:pt x="8" y="17"/>
                    </a:cubicBezTo>
                    <a:cubicBezTo>
                      <a:pt x="8" y="17"/>
                      <a:pt x="7" y="17"/>
                      <a:pt x="7" y="17"/>
                    </a:cubicBezTo>
                    <a:cubicBezTo>
                      <a:pt x="6" y="17"/>
                      <a:pt x="5" y="16"/>
                      <a:pt x="5" y="16"/>
                    </a:cubicBezTo>
                    <a:close/>
                    <a:moveTo>
                      <a:pt x="16" y="26"/>
                    </a:moveTo>
                    <a:cubicBezTo>
                      <a:pt x="16" y="26"/>
                      <a:pt x="16" y="26"/>
                      <a:pt x="16" y="26"/>
                    </a:cubicBezTo>
                    <a:cubicBezTo>
                      <a:pt x="16" y="27"/>
                      <a:pt x="16" y="27"/>
                      <a:pt x="16" y="26"/>
                    </a:cubicBezTo>
                    <a:close/>
                    <a:moveTo>
                      <a:pt x="17" y="24"/>
                    </a:moveTo>
                    <a:cubicBezTo>
                      <a:pt x="17" y="25"/>
                      <a:pt x="16" y="25"/>
                      <a:pt x="17" y="27"/>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7" y="24"/>
                    </a:cubicBezTo>
                    <a:cubicBezTo>
                      <a:pt x="17" y="25"/>
                      <a:pt x="17" y="25"/>
                      <a:pt x="17" y="24"/>
                    </a:cubicBezTo>
                    <a:close/>
                    <a:moveTo>
                      <a:pt x="16" y="25"/>
                    </a:move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6" y="24"/>
                    </a:cubicBezTo>
                    <a:cubicBezTo>
                      <a:pt x="16" y="25"/>
                      <a:pt x="17" y="23"/>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6" y="25"/>
                      <a:pt x="17" y="24"/>
                      <a:pt x="16" y="24"/>
                    </a:cubicBezTo>
                    <a:cubicBezTo>
                      <a:pt x="17" y="24"/>
                      <a:pt x="17" y="24"/>
                      <a:pt x="17" y="24"/>
                    </a:cubicBezTo>
                    <a:cubicBezTo>
                      <a:pt x="17" y="24"/>
                      <a:pt x="17" y="24"/>
                      <a:pt x="17" y="24"/>
                    </a:cubicBezTo>
                    <a:cubicBezTo>
                      <a:pt x="17" y="24"/>
                      <a:pt x="16" y="24"/>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lose/>
                    <a:moveTo>
                      <a:pt x="17" y="24"/>
                    </a:move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8" y="23"/>
                      <a:pt x="18" y="23"/>
                      <a:pt x="18" y="23"/>
                    </a:cubicBezTo>
                    <a:cubicBezTo>
                      <a:pt x="18"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ubicBezTo>
                      <a:pt x="18" y="25"/>
                      <a:pt x="17" y="24"/>
                      <a:pt x="17" y="24"/>
                    </a:cubicBezTo>
                    <a:close/>
                    <a:moveTo>
                      <a:pt x="18" y="24"/>
                    </a:moveTo>
                    <a:cubicBezTo>
                      <a:pt x="18" y="24"/>
                      <a:pt x="18" y="24"/>
                      <a:pt x="18" y="24"/>
                    </a:cubicBezTo>
                    <a:cubicBezTo>
                      <a:pt x="18" y="24"/>
                      <a:pt x="18" y="24"/>
                      <a:pt x="18" y="24"/>
                    </a:cubicBezTo>
                    <a:cubicBezTo>
                      <a:pt x="18" y="24"/>
                      <a:pt x="18" y="24"/>
                      <a:pt x="18" y="24"/>
                    </a:cubicBezTo>
                    <a:close/>
                    <a:moveTo>
                      <a:pt x="20" y="23"/>
                    </a:moveTo>
                    <a:cubicBezTo>
                      <a:pt x="20" y="23"/>
                      <a:pt x="20" y="23"/>
                      <a:pt x="20" y="23"/>
                    </a:cubicBezTo>
                    <a:cubicBezTo>
                      <a:pt x="20" y="23"/>
                      <a:pt x="19" y="23"/>
                      <a:pt x="19" y="23"/>
                    </a:cubicBezTo>
                    <a:cubicBezTo>
                      <a:pt x="19" y="23"/>
                      <a:pt x="18" y="23"/>
                      <a:pt x="18" y="24"/>
                    </a:cubicBezTo>
                    <a:cubicBezTo>
                      <a:pt x="18" y="24"/>
                      <a:pt x="18" y="24"/>
                      <a:pt x="18" y="24"/>
                    </a:cubicBezTo>
                    <a:cubicBezTo>
                      <a:pt x="19" y="23"/>
                      <a:pt x="19" y="23"/>
                      <a:pt x="18" y="24"/>
                    </a:cubicBezTo>
                    <a:cubicBezTo>
                      <a:pt x="19" y="23"/>
                      <a:pt x="19" y="23"/>
                      <a:pt x="19" y="23"/>
                    </a:cubicBezTo>
                    <a:cubicBezTo>
                      <a:pt x="19" y="23"/>
                      <a:pt x="19" y="23"/>
                      <a:pt x="19" y="24"/>
                    </a:cubicBezTo>
                    <a:cubicBezTo>
                      <a:pt x="19" y="24"/>
                      <a:pt x="19" y="24"/>
                      <a:pt x="19" y="24"/>
                    </a:cubicBezTo>
                    <a:cubicBezTo>
                      <a:pt x="19" y="24"/>
                      <a:pt x="19" y="24"/>
                      <a:pt x="19" y="24"/>
                    </a:cubicBezTo>
                    <a:cubicBezTo>
                      <a:pt x="19" y="24"/>
                      <a:pt x="19" y="24"/>
                      <a:pt x="19" y="24"/>
                    </a:cubicBezTo>
                    <a:cubicBezTo>
                      <a:pt x="19" y="24"/>
                      <a:pt x="18" y="25"/>
                      <a:pt x="19" y="26"/>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3"/>
                      <a:pt x="17" y="23"/>
                    </a:cubicBezTo>
                    <a:cubicBezTo>
                      <a:pt x="17" y="23"/>
                      <a:pt x="18" y="23"/>
                      <a:pt x="18" y="23"/>
                    </a:cubicBezTo>
                    <a:cubicBezTo>
                      <a:pt x="18" y="23"/>
                      <a:pt x="18" y="23"/>
                      <a:pt x="18" y="24"/>
                    </a:cubicBezTo>
                    <a:cubicBezTo>
                      <a:pt x="18" y="24"/>
                      <a:pt x="18" y="24"/>
                      <a:pt x="18" y="24"/>
                    </a:cubicBezTo>
                    <a:cubicBezTo>
                      <a:pt x="18" y="23"/>
                      <a:pt x="18" y="23"/>
                      <a:pt x="18" y="23"/>
                    </a:cubicBezTo>
                    <a:cubicBezTo>
                      <a:pt x="18" y="23"/>
                      <a:pt x="18" y="23"/>
                      <a:pt x="18" y="23"/>
                    </a:cubicBezTo>
                    <a:cubicBezTo>
                      <a:pt x="18" y="22"/>
                      <a:pt x="17" y="22"/>
                      <a:pt x="17" y="22"/>
                    </a:cubicBezTo>
                    <a:cubicBezTo>
                      <a:pt x="18" y="22"/>
                      <a:pt x="18" y="23"/>
                      <a:pt x="18" y="23"/>
                    </a:cubicBezTo>
                    <a:cubicBezTo>
                      <a:pt x="19" y="22"/>
                      <a:pt x="19" y="22"/>
                      <a:pt x="19" y="22"/>
                    </a:cubicBezTo>
                    <a:cubicBezTo>
                      <a:pt x="19" y="22"/>
                      <a:pt x="19" y="23"/>
                      <a:pt x="19" y="23"/>
                    </a:cubicBezTo>
                    <a:cubicBezTo>
                      <a:pt x="19"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1"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4"/>
                    </a:moveTo>
                    <a:cubicBezTo>
                      <a:pt x="21" y="24"/>
                      <a:pt x="21" y="24"/>
                      <a:pt x="21" y="24"/>
                    </a:cubicBezTo>
                    <a:cubicBezTo>
                      <a:pt x="20" y="24"/>
                      <a:pt x="20" y="24"/>
                      <a:pt x="20" y="24"/>
                    </a:cubicBezTo>
                    <a:cubicBezTo>
                      <a:pt x="20"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lose/>
                    <a:moveTo>
                      <a:pt x="20" y="24"/>
                    </a:moveTo>
                    <a:cubicBezTo>
                      <a:pt x="20" y="24"/>
                      <a:pt x="20" y="24"/>
                      <a:pt x="20" y="24"/>
                    </a:cubicBezTo>
                    <a:cubicBezTo>
                      <a:pt x="20" y="24"/>
                      <a:pt x="20" y="24"/>
                      <a:pt x="20" y="24"/>
                    </a:cubicBezTo>
                    <a:cubicBezTo>
                      <a:pt x="20" y="24"/>
                      <a:pt x="20" y="24"/>
                      <a:pt x="20" y="24"/>
                    </a:cubicBezTo>
                    <a:cubicBezTo>
                      <a:pt x="20" y="24"/>
                      <a:pt x="20" y="24"/>
                      <a:pt x="20" y="24"/>
                    </a:cubicBezTo>
                    <a:close/>
                    <a:moveTo>
                      <a:pt x="20" y="24"/>
                    </a:moveTo>
                    <a:cubicBezTo>
                      <a:pt x="20" y="24"/>
                      <a:pt x="20" y="24"/>
                      <a:pt x="20" y="24"/>
                    </a:cubicBezTo>
                    <a:cubicBezTo>
                      <a:pt x="21" y="24"/>
                      <a:pt x="21" y="24"/>
                      <a:pt x="21" y="25"/>
                    </a:cubicBezTo>
                    <a:lnTo>
                      <a:pt x="20" y="24"/>
                    </a:ln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2" y="25"/>
                    </a:cubicBezTo>
                    <a:lnTo>
                      <a:pt x="21" y="24"/>
                    </a:lnTo>
                    <a:close/>
                    <a:moveTo>
                      <a:pt x="22" y="23"/>
                    </a:moveTo>
                    <a:cubicBezTo>
                      <a:pt x="21" y="23"/>
                      <a:pt x="21" y="23"/>
                      <a:pt x="21" y="23"/>
                    </a:cubicBezTo>
                    <a:cubicBezTo>
                      <a:pt x="22" y="23"/>
                      <a:pt x="22" y="23"/>
                      <a:pt x="22" y="23"/>
                    </a:cubicBezTo>
                    <a:cubicBezTo>
                      <a:pt x="22" y="23"/>
                      <a:pt x="22" y="23"/>
                      <a:pt x="22" y="23"/>
                    </a:cubicBezTo>
                    <a:cubicBezTo>
                      <a:pt x="22" y="23"/>
                      <a:pt x="22" y="23"/>
                      <a:pt x="22" y="23"/>
                    </a:cubicBezTo>
                    <a:close/>
                    <a:moveTo>
                      <a:pt x="22" y="23"/>
                    </a:moveTo>
                    <a:cubicBezTo>
                      <a:pt x="22" y="23"/>
                      <a:pt x="22" y="23"/>
                      <a:pt x="22" y="23"/>
                    </a:cubicBezTo>
                    <a:cubicBezTo>
                      <a:pt x="22" y="24"/>
                      <a:pt x="22" y="24"/>
                      <a:pt x="22" y="24"/>
                    </a:cubicBezTo>
                    <a:cubicBezTo>
                      <a:pt x="22" y="24"/>
                      <a:pt x="22" y="24"/>
                      <a:pt x="22" y="24"/>
                    </a:cubicBezTo>
                    <a:cubicBezTo>
                      <a:pt x="22" y="24"/>
                      <a:pt x="22" y="24"/>
                      <a:pt x="22" y="24"/>
                    </a:cubicBezTo>
                    <a:lnTo>
                      <a:pt x="22" y="23"/>
                    </a:lnTo>
                    <a:close/>
                    <a:moveTo>
                      <a:pt x="22" y="23"/>
                    </a:moveTo>
                    <a:cubicBezTo>
                      <a:pt x="22" y="23"/>
                      <a:pt x="22" y="23"/>
                      <a:pt x="22" y="23"/>
                    </a:cubicBezTo>
                    <a:cubicBezTo>
                      <a:pt x="22" y="23"/>
                      <a:pt x="22" y="23"/>
                      <a:pt x="22" y="23"/>
                    </a:cubicBezTo>
                    <a:cubicBezTo>
                      <a:pt x="22" y="23"/>
                      <a:pt x="22" y="23"/>
                      <a:pt x="22" y="23"/>
                    </a:cubicBezTo>
                    <a:close/>
                    <a:moveTo>
                      <a:pt x="22" y="24"/>
                    </a:moveTo>
                    <a:cubicBezTo>
                      <a:pt x="22" y="24"/>
                      <a:pt x="22" y="24"/>
                      <a:pt x="22" y="24"/>
                    </a:cubicBezTo>
                    <a:cubicBezTo>
                      <a:pt x="22" y="24"/>
                      <a:pt x="22" y="24"/>
                      <a:pt x="22" y="24"/>
                    </a:cubicBez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ubicBezTo>
                      <a:pt x="22" y="24"/>
                      <a:pt x="23" y="24"/>
                      <a:pt x="22" y="24"/>
                    </a:cubicBezTo>
                    <a:close/>
                    <a:moveTo>
                      <a:pt x="22" y="22"/>
                    </a:moveTo>
                    <a:cubicBezTo>
                      <a:pt x="22" y="22"/>
                      <a:pt x="22" y="22"/>
                      <a:pt x="22" y="22"/>
                    </a:cubicBezTo>
                    <a:cubicBezTo>
                      <a:pt x="23"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3" y="22"/>
                      <a:pt x="23" y="22"/>
                    </a:cubicBezTo>
                    <a:cubicBezTo>
                      <a:pt x="23" y="22"/>
                      <a:pt x="23" y="22"/>
                      <a:pt x="22" y="22"/>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20"/>
                      <a:pt x="22" y="20"/>
                      <a:pt x="22" y="20"/>
                    </a:cubicBezTo>
                    <a:cubicBezTo>
                      <a:pt x="22" y="20"/>
                      <a:pt x="22" y="20"/>
                      <a:pt x="22" y="20"/>
                    </a:cubicBezTo>
                    <a:cubicBezTo>
                      <a:pt x="22" y="19"/>
                      <a:pt x="22" y="19"/>
                      <a:pt x="22" y="19"/>
                    </a:cubicBezTo>
                    <a:cubicBezTo>
                      <a:pt x="22" y="19"/>
                      <a:pt x="22" y="19"/>
                      <a:pt x="22" y="19"/>
                    </a:cubicBezTo>
                    <a:close/>
                    <a:moveTo>
                      <a:pt x="22" y="19"/>
                    </a:moveTo>
                    <a:cubicBezTo>
                      <a:pt x="23" y="20"/>
                      <a:pt x="23" y="20"/>
                      <a:pt x="23" y="20"/>
                    </a:cubicBezTo>
                    <a:cubicBezTo>
                      <a:pt x="23" y="20"/>
                      <a:pt x="22" y="20"/>
                      <a:pt x="22" y="20"/>
                    </a:cubicBezTo>
                    <a:cubicBezTo>
                      <a:pt x="22" y="20"/>
                      <a:pt x="22" y="19"/>
                      <a:pt x="22" y="19"/>
                    </a:cubicBezTo>
                    <a:close/>
                    <a:moveTo>
                      <a:pt x="22" y="19"/>
                    </a:moveTo>
                    <a:cubicBezTo>
                      <a:pt x="22" y="19"/>
                      <a:pt x="22" y="19"/>
                      <a:pt x="22" y="19"/>
                    </a:cubicBezTo>
                    <a:cubicBezTo>
                      <a:pt x="22" y="19"/>
                      <a:pt x="22" y="19"/>
                      <a:pt x="22" y="19"/>
                    </a:cubicBezTo>
                    <a:cubicBezTo>
                      <a:pt x="23" y="20"/>
                      <a:pt x="23" y="20"/>
                      <a:pt x="23" y="20"/>
                    </a:cubicBezTo>
                    <a:cubicBezTo>
                      <a:pt x="23" y="20"/>
                      <a:pt x="23" y="20"/>
                      <a:pt x="23" y="20"/>
                    </a:cubicBezTo>
                    <a:cubicBezTo>
                      <a:pt x="23" y="20"/>
                      <a:pt x="23" y="20"/>
                      <a:pt x="22" y="19"/>
                    </a:cubicBezTo>
                    <a:close/>
                    <a:moveTo>
                      <a:pt x="22" y="20"/>
                    </a:moveTo>
                    <a:cubicBezTo>
                      <a:pt x="22" y="20"/>
                      <a:pt x="22" y="20"/>
                      <a:pt x="22" y="20"/>
                    </a:cubicBezTo>
                    <a:cubicBezTo>
                      <a:pt x="22" y="20"/>
                      <a:pt x="22" y="20"/>
                      <a:pt x="22" y="20"/>
                    </a:cubicBezTo>
                    <a:cubicBezTo>
                      <a:pt x="22" y="20"/>
                      <a:pt x="22" y="20"/>
                      <a:pt x="22" y="20"/>
                    </a:cubicBezTo>
                    <a:close/>
                    <a:moveTo>
                      <a:pt x="23" y="23"/>
                    </a:moveTo>
                    <a:cubicBezTo>
                      <a:pt x="23" y="23"/>
                      <a:pt x="23" y="22"/>
                      <a:pt x="22" y="22"/>
                    </a:cubicBezTo>
                    <a:cubicBezTo>
                      <a:pt x="22" y="22"/>
                      <a:pt x="23" y="22"/>
                      <a:pt x="23" y="22"/>
                    </a:cubicBezTo>
                    <a:cubicBezTo>
                      <a:pt x="23" y="22"/>
                      <a:pt x="23" y="22"/>
                      <a:pt x="23" y="23"/>
                    </a:cubicBezTo>
                    <a:cubicBezTo>
                      <a:pt x="23" y="23"/>
                      <a:pt x="23" y="23"/>
                      <a:pt x="23" y="23"/>
                    </a:cubicBezTo>
                    <a:close/>
                    <a:moveTo>
                      <a:pt x="23" y="22"/>
                    </a:moveTo>
                    <a:cubicBezTo>
                      <a:pt x="23" y="22"/>
                      <a:pt x="23" y="22"/>
                      <a:pt x="23" y="22"/>
                    </a:cubicBezTo>
                    <a:cubicBezTo>
                      <a:pt x="23" y="22"/>
                      <a:pt x="23" y="22"/>
                      <a:pt x="23" y="23"/>
                    </a:cubicBezTo>
                    <a:cubicBezTo>
                      <a:pt x="23" y="23"/>
                      <a:pt x="23" y="23"/>
                      <a:pt x="23" y="23"/>
                    </a:cubicBezTo>
                    <a:cubicBezTo>
                      <a:pt x="23" y="23"/>
                      <a:pt x="23" y="22"/>
                      <a:pt x="23" y="22"/>
                    </a:cubicBezTo>
                    <a:close/>
                    <a:moveTo>
                      <a:pt x="27" y="24"/>
                    </a:moveTo>
                    <a:cubicBezTo>
                      <a:pt x="26" y="24"/>
                      <a:pt x="27" y="24"/>
                      <a:pt x="27" y="24"/>
                    </a:cubicBezTo>
                    <a:cubicBezTo>
                      <a:pt x="27" y="24"/>
                      <a:pt x="27" y="24"/>
                      <a:pt x="27" y="24"/>
                    </a:cubicBezTo>
                    <a:close/>
                    <a:moveTo>
                      <a:pt x="27" y="24"/>
                    </a:moveTo>
                    <a:cubicBezTo>
                      <a:pt x="27" y="24"/>
                      <a:pt x="27" y="24"/>
                      <a:pt x="27" y="24"/>
                    </a:cubicBezTo>
                    <a:cubicBezTo>
                      <a:pt x="27" y="24"/>
                      <a:pt x="27" y="24"/>
                      <a:pt x="27" y="24"/>
                    </a:cubicBezTo>
                    <a:cubicBezTo>
                      <a:pt x="27" y="24"/>
                      <a:pt x="27" y="24"/>
                      <a:pt x="27" y="24"/>
                    </a:cubicBezTo>
                    <a:cubicBezTo>
                      <a:pt x="27" y="24"/>
                      <a:pt x="27" y="24"/>
                      <a:pt x="27" y="24"/>
                    </a:cubicBezTo>
                    <a:close/>
                    <a:moveTo>
                      <a:pt x="27" y="24"/>
                    </a:moveTo>
                    <a:cubicBezTo>
                      <a:pt x="27" y="24"/>
                      <a:pt x="27" y="24"/>
                      <a:pt x="27" y="24"/>
                    </a:cubicBezTo>
                    <a:cubicBezTo>
                      <a:pt x="27"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4"/>
                    </a:moveTo>
                    <a:cubicBezTo>
                      <a:pt x="26" y="24"/>
                      <a:pt x="26" y="24"/>
                      <a:pt x="25" y="24"/>
                    </a:cubicBezTo>
                    <a:cubicBezTo>
                      <a:pt x="26" y="24"/>
                      <a:pt x="25" y="24"/>
                      <a:pt x="26" y="24"/>
                    </a:cubicBezTo>
                    <a:cubicBezTo>
                      <a:pt x="26" y="24"/>
                      <a:pt x="26" y="24"/>
                      <a:pt x="26" y="24"/>
                    </a:cubicBezTo>
                    <a:cubicBezTo>
                      <a:pt x="26" y="24"/>
                      <a:pt x="26" y="24"/>
                      <a:pt x="26" y="24"/>
                    </a:cubicBezTo>
                    <a:close/>
                    <a:moveTo>
                      <a:pt x="26" y="24"/>
                    </a:move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6" y="24"/>
                    </a:cubicBezTo>
                    <a:close/>
                    <a:moveTo>
                      <a:pt x="25" y="24"/>
                    </a:moveTo>
                    <a:cubicBezTo>
                      <a:pt x="25" y="24"/>
                      <a:pt x="25" y="24"/>
                      <a:pt x="25" y="24"/>
                    </a:cubicBezTo>
                    <a:cubicBezTo>
                      <a:pt x="25" y="24"/>
                      <a:pt x="25" y="24"/>
                      <a:pt x="26"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6" y="24"/>
                    </a:cubicBezTo>
                    <a:cubicBezTo>
                      <a:pt x="26" y="24"/>
                      <a:pt x="26" y="24"/>
                      <a:pt x="26" y="24"/>
                    </a:cubicBezTo>
                    <a:cubicBezTo>
                      <a:pt x="26" y="24"/>
                      <a:pt x="25" y="24"/>
                      <a:pt x="25"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3"/>
                    </a:moveTo>
                    <a:cubicBezTo>
                      <a:pt x="26" y="23"/>
                      <a:pt x="26" y="23"/>
                      <a:pt x="26" y="23"/>
                    </a:cubicBezTo>
                    <a:cubicBezTo>
                      <a:pt x="26" y="23"/>
                      <a:pt x="26" y="23"/>
                      <a:pt x="26" y="23"/>
                    </a:cubicBezTo>
                    <a:cubicBezTo>
                      <a:pt x="26" y="23"/>
                      <a:pt x="26" y="23"/>
                      <a:pt x="26" y="23"/>
                    </a:cubicBezTo>
                    <a:close/>
                    <a:moveTo>
                      <a:pt x="26" y="23"/>
                    </a:moveTo>
                    <a:cubicBezTo>
                      <a:pt x="25" y="23"/>
                      <a:pt x="25" y="23"/>
                      <a:pt x="25" y="23"/>
                    </a:cubicBezTo>
                    <a:cubicBezTo>
                      <a:pt x="25" y="23"/>
                      <a:pt x="26"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lose/>
                    <a:moveTo>
                      <a:pt x="25" y="23"/>
                    </a:moveTo>
                    <a:cubicBezTo>
                      <a:pt x="25" y="23"/>
                      <a:pt x="25" y="23"/>
                      <a:pt x="25" y="23"/>
                    </a:cubicBezTo>
                    <a:cubicBezTo>
                      <a:pt x="25" y="23"/>
                      <a:pt x="25" y="23"/>
                      <a:pt x="25" y="23"/>
                    </a:cubicBezTo>
                    <a:cubicBezTo>
                      <a:pt x="25" y="23"/>
                      <a:pt x="25" y="23"/>
                      <a:pt x="26" y="23"/>
                    </a:cubicBezTo>
                    <a:cubicBezTo>
                      <a:pt x="25" y="23"/>
                      <a:pt x="25" y="23"/>
                      <a:pt x="25" y="23"/>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4" y="24"/>
                    </a:moveTo>
                    <a:cubicBezTo>
                      <a:pt x="24" y="24"/>
                      <a:pt x="24" y="24"/>
                      <a:pt x="24" y="24"/>
                    </a:cubicBezTo>
                    <a:cubicBezTo>
                      <a:pt x="24" y="24"/>
                      <a:pt x="24" y="24"/>
                      <a:pt x="24" y="24"/>
                    </a:cubicBezTo>
                    <a:cubicBezTo>
                      <a:pt x="24" y="24"/>
                      <a:pt x="25" y="24"/>
                      <a:pt x="25"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3" y="22"/>
                      <a:pt x="23" y="22"/>
                      <a:pt x="23" y="22"/>
                    </a:cubicBezTo>
                    <a:lnTo>
                      <a:pt x="24" y="22"/>
                    </a:lnTo>
                    <a:close/>
                    <a:moveTo>
                      <a:pt x="24" y="22"/>
                    </a:moveTo>
                    <a:cubicBezTo>
                      <a:pt x="24" y="22"/>
                      <a:pt x="24" y="22"/>
                      <a:pt x="24" y="22"/>
                    </a:cubicBezTo>
                    <a:cubicBezTo>
                      <a:pt x="23" y="22"/>
                      <a:pt x="23" y="22"/>
                      <a:pt x="23" y="22"/>
                    </a:cubicBezTo>
                    <a:cubicBezTo>
                      <a:pt x="23" y="22"/>
                      <a:pt x="23" y="22"/>
                      <a:pt x="23" y="22"/>
                    </a:cubicBezTo>
                    <a:cubicBezTo>
                      <a:pt x="23" y="22"/>
                      <a:pt x="23" y="22"/>
                      <a:pt x="23" y="22"/>
                    </a:cubicBezTo>
                    <a:cubicBezTo>
                      <a:pt x="23" y="22"/>
                      <a:pt x="24" y="22"/>
                      <a:pt x="24" y="22"/>
                    </a:cubicBezTo>
                    <a:close/>
                    <a:moveTo>
                      <a:pt x="24" y="24"/>
                    </a:moveTo>
                    <a:cubicBezTo>
                      <a:pt x="24" y="24"/>
                      <a:pt x="24" y="24"/>
                      <a:pt x="24" y="24"/>
                    </a:cubicBezTo>
                    <a:cubicBezTo>
                      <a:pt x="24" y="24"/>
                      <a:pt x="24" y="24"/>
                      <a:pt x="24" y="24"/>
                    </a:cubicBezTo>
                    <a:cubicBezTo>
                      <a:pt x="24" y="24"/>
                      <a:pt x="24" y="24"/>
                      <a:pt x="24" y="24"/>
                    </a:cubicBezTo>
                    <a:close/>
                    <a:moveTo>
                      <a:pt x="23" y="22"/>
                    </a:moveTo>
                    <a:cubicBezTo>
                      <a:pt x="23" y="22"/>
                      <a:pt x="23" y="23"/>
                      <a:pt x="23" y="23"/>
                    </a:cubicBezTo>
                    <a:cubicBezTo>
                      <a:pt x="23" y="22"/>
                      <a:pt x="23" y="22"/>
                      <a:pt x="23" y="22"/>
                    </a:cubicBezTo>
                    <a:cubicBezTo>
                      <a:pt x="23" y="22"/>
                      <a:pt x="23" y="22"/>
                      <a:pt x="23" y="22"/>
                    </a:cubicBezTo>
                    <a:cubicBezTo>
                      <a:pt x="23" y="22"/>
                      <a:pt x="23" y="22"/>
                      <a:pt x="23" y="22"/>
                    </a:cubicBezTo>
                    <a:close/>
                    <a:moveTo>
                      <a:pt x="24" y="24"/>
                    </a:moveTo>
                    <a:cubicBezTo>
                      <a:pt x="24" y="24"/>
                      <a:pt x="24" y="24"/>
                      <a:pt x="24" y="24"/>
                    </a:cubicBezTo>
                    <a:cubicBezTo>
                      <a:pt x="24" y="24"/>
                      <a:pt x="24" y="24"/>
                      <a:pt x="24" y="24"/>
                    </a:cubicBezTo>
                    <a:cubicBezTo>
                      <a:pt x="24" y="24"/>
                      <a:pt x="24" y="24"/>
                      <a:pt x="24" y="24"/>
                    </a:cubicBezTo>
                    <a:close/>
                    <a:moveTo>
                      <a:pt x="23" y="24"/>
                    </a:move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3" y="24"/>
                    </a:cubicBezTo>
                    <a:cubicBezTo>
                      <a:pt x="24" y="24"/>
                      <a:pt x="24" y="24"/>
                      <a:pt x="24" y="24"/>
                    </a:cubicBezTo>
                    <a:cubicBezTo>
                      <a:pt x="24" y="24"/>
                      <a:pt x="24" y="24"/>
                      <a:pt x="23"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5" y="24"/>
                    </a:cubicBezTo>
                    <a:cubicBezTo>
                      <a:pt x="25" y="24"/>
                      <a:pt x="25" y="24"/>
                      <a:pt x="25" y="24"/>
                    </a:cubicBezTo>
                    <a:cubicBezTo>
                      <a:pt x="24" y="24"/>
                      <a:pt x="24" y="24"/>
                      <a:pt x="24" y="24"/>
                    </a:cubicBezTo>
                    <a:cubicBezTo>
                      <a:pt x="24" y="24"/>
                      <a:pt x="24" y="24"/>
                      <a:pt x="24" y="24"/>
                    </a:cubicBezTo>
                    <a:close/>
                    <a:moveTo>
                      <a:pt x="24" y="24"/>
                    </a:moveTo>
                    <a:cubicBezTo>
                      <a:pt x="25" y="24"/>
                      <a:pt x="25" y="24"/>
                      <a:pt x="26" y="24"/>
                    </a:cubicBezTo>
                    <a:cubicBezTo>
                      <a:pt x="26" y="25"/>
                      <a:pt x="26" y="25"/>
                      <a:pt x="26" y="25"/>
                    </a:cubicBezTo>
                    <a:cubicBezTo>
                      <a:pt x="26" y="24"/>
                      <a:pt x="26" y="24"/>
                      <a:pt x="26" y="24"/>
                    </a:cubicBezTo>
                    <a:cubicBezTo>
                      <a:pt x="26" y="24"/>
                      <a:pt x="25" y="24"/>
                      <a:pt x="25" y="24"/>
                    </a:cubicBezTo>
                    <a:cubicBezTo>
                      <a:pt x="25" y="24"/>
                      <a:pt x="25" y="24"/>
                      <a:pt x="25" y="24"/>
                    </a:cubicBezTo>
                    <a:cubicBezTo>
                      <a:pt x="25" y="24"/>
                      <a:pt x="25" y="24"/>
                      <a:pt x="25" y="24"/>
                    </a:cubicBezTo>
                    <a:cubicBezTo>
                      <a:pt x="25" y="24"/>
                      <a:pt x="26" y="24"/>
                      <a:pt x="26" y="24"/>
                    </a:cubicBezTo>
                    <a:cubicBezTo>
                      <a:pt x="26" y="24"/>
                      <a:pt x="26" y="24"/>
                      <a:pt x="26" y="24"/>
                    </a:cubicBezTo>
                    <a:cubicBezTo>
                      <a:pt x="26" y="25"/>
                      <a:pt x="27" y="25"/>
                      <a:pt x="27" y="25"/>
                    </a:cubicBezTo>
                    <a:cubicBezTo>
                      <a:pt x="26" y="24"/>
                      <a:pt x="25" y="24"/>
                      <a:pt x="24" y="24"/>
                    </a:cubicBezTo>
                    <a:close/>
                    <a:moveTo>
                      <a:pt x="27" y="25"/>
                    </a:moveTo>
                    <a:cubicBezTo>
                      <a:pt x="27" y="25"/>
                      <a:pt x="27" y="25"/>
                      <a:pt x="27" y="25"/>
                    </a:cubicBezTo>
                    <a:cubicBezTo>
                      <a:pt x="27" y="25"/>
                      <a:pt x="27" y="25"/>
                      <a:pt x="27" y="25"/>
                    </a:cubicBezTo>
                    <a:cubicBezTo>
                      <a:pt x="27" y="25"/>
                      <a:pt x="27" y="25"/>
                      <a:pt x="27" y="25"/>
                    </a:cubicBezTo>
                    <a:close/>
                    <a:moveTo>
                      <a:pt x="27" y="24"/>
                    </a:moveTo>
                    <a:cubicBezTo>
                      <a:pt x="27" y="24"/>
                      <a:pt x="27" y="24"/>
                      <a:pt x="27" y="24"/>
                    </a:cubicBezTo>
                    <a:cubicBezTo>
                      <a:pt x="27" y="24"/>
                      <a:pt x="27" y="24"/>
                      <a:pt x="27" y="24"/>
                    </a:cubicBezTo>
                    <a:cubicBezTo>
                      <a:pt x="28" y="24"/>
                      <a:pt x="28" y="24"/>
                      <a:pt x="27" y="24"/>
                    </a:cubicBezTo>
                    <a:close/>
                    <a:moveTo>
                      <a:pt x="29" y="24"/>
                    </a:moveTo>
                    <a:cubicBezTo>
                      <a:pt x="29" y="24"/>
                      <a:pt x="26" y="24"/>
                      <a:pt x="27" y="24"/>
                    </a:cubicBezTo>
                    <a:cubicBezTo>
                      <a:pt x="28" y="24"/>
                      <a:pt x="28" y="24"/>
                      <a:pt x="28" y="24"/>
                    </a:cubicBezTo>
                    <a:cubicBezTo>
                      <a:pt x="27" y="24"/>
                      <a:pt x="27" y="24"/>
                      <a:pt x="27" y="24"/>
                    </a:cubicBezTo>
                    <a:cubicBezTo>
                      <a:pt x="27" y="24"/>
                      <a:pt x="27" y="24"/>
                      <a:pt x="27" y="24"/>
                    </a:cubicBezTo>
                    <a:cubicBezTo>
                      <a:pt x="27" y="24"/>
                      <a:pt x="27" y="24"/>
                      <a:pt x="26" y="24"/>
                    </a:cubicBezTo>
                    <a:lnTo>
                      <a:pt x="29" y="24"/>
                    </a:lnTo>
                    <a:close/>
                    <a:moveTo>
                      <a:pt x="27" y="24"/>
                    </a:moveTo>
                    <a:cubicBezTo>
                      <a:pt x="27" y="24"/>
                      <a:pt x="26" y="24"/>
                      <a:pt x="26" y="24"/>
                    </a:cubicBezTo>
                    <a:cubicBezTo>
                      <a:pt x="26"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lose/>
                    <a:moveTo>
                      <a:pt x="26" y="22"/>
                    </a:moveTo>
                    <a:cubicBezTo>
                      <a:pt x="26" y="22"/>
                      <a:pt x="25" y="22"/>
                      <a:pt x="25" y="22"/>
                    </a:cubicBezTo>
                    <a:cubicBezTo>
                      <a:pt x="25" y="22"/>
                      <a:pt x="25" y="22"/>
                      <a:pt x="25" y="22"/>
                    </a:cubicBezTo>
                    <a:cubicBezTo>
                      <a:pt x="25" y="22"/>
                      <a:pt x="26" y="22"/>
                      <a:pt x="26" y="22"/>
                    </a:cubicBezTo>
                    <a:close/>
                    <a:moveTo>
                      <a:pt x="25" y="22"/>
                    </a:move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3"/>
                    </a:cubicBezTo>
                    <a:cubicBezTo>
                      <a:pt x="25" y="23"/>
                      <a:pt x="25" y="23"/>
                      <a:pt x="25" y="23"/>
                    </a:cubicBezTo>
                    <a:cubicBezTo>
                      <a:pt x="25" y="23"/>
                      <a:pt x="25" y="22"/>
                      <a:pt x="25" y="22"/>
                    </a:cubicBezTo>
                    <a:cubicBezTo>
                      <a:pt x="25" y="22"/>
                      <a:pt x="24" y="22"/>
                      <a:pt x="24" y="22"/>
                    </a:cubicBezTo>
                    <a:cubicBezTo>
                      <a:pt x="24" y="22"/>
                      <a:pt x="24" y="22"/>
                      <a:pt x="24" y="22"/>
                    </a:cubicBezTo>
                    <a:cubicBezTo>
                      <a:pt x="24" y="22"/>
                      <a:pt x="24" y="22"/>
                      <a:pt x="25" y="22"/>
                    </a:cubicBezTo>
                    <a:cubicBezTo>
                      <a:pt x="24" y="22"/>
                      <a:pt x="24" y="21"/>
                      <a:pt x="23" y="21"/>
                    </a:cubicBezTo>
                    <a:cubicBezTo>
                      <a:pt x="23" y="21"/>
                      <a:pt x="23" y="21"/>
                      <a:pt x="23" y="21"/>
                    </a:cubicBezTo>
                    <a:cubicBezTo>
                      <a:pt x="23" y="21"/>
                      <a:pt x="23" y="21"/>
                      <a:pt x="23" y="21"/>
                    </a:cubicBezTo>
                    <a:cubicBezTo>
                      <a:pt x="23" y="21"/>
                      <a:pt x="23" y="21"/>
                      <a:pt x="23" y="21"/>
                    </a:cubicBezTo>
                    <a:cubicBezTo>
                      <a:pt x="23" y="21"/>
                      <a:pt x="22" y="21"/>
                      <a:pt x="22" y="20"/>
                    </a:cubicBezTo>
                    <a:cubicBezTo>
                      <a:pt x="22" y="20"/>
                      <a:pt x="22" y="20"/>
                      <a:pt x="22" y="20"/>
                    </a:cubicBezTo>
                    <a:cubicBezTo>
                      <a:pt x="23" y="21"/>
                      <a:pt x="23" y="21"/>
                      <a:pt x="23" y="21"/>
                    </a:cubicBezTo>
                    <a:cubicBezTo>
                      <a:pt x="23" y="21"/>
                      <a:pt x="23" y="21"/>
                      <a:pt x="24" y="21"/>
                    </a:cubicBezTo>
                    <a:cubicBezTo>
                      <a:pt x="24" y="22"/>
                      <a:pt x="24" y="22"/>
                      <a:pt x="25" y="22"/>
                    </a:cubicBezTo>
                    <a:cubicBezTo>
                      <a:pt x="25" y="22"/>
                      <a:pt x="25" y="22"/>
                      <a:pt x="25" y="22"/>
                    </a:cubicBezTo>
                    <a:close/>
                    <a:moveTo>
                      <a:pt x="23" y="21"/>
                    </a:moveTo>
                    <a:cubicBezTo>
                      <a:pt x="24" y="21"/>
                      <a:pt x="24" y="21"/>
                      <a:pt x="24" y="21"/>
                    </a:cubicBezTo>
                    <a:cubicBezTo>
                      <a:pt x="24" y="21"/>
                      <a:pt x="24" y="21"/>
                      <a:pt x="24" y="21"/>
                    </a:cubicBezTo>
                    <a:cubicBezTo>
                      <a:pt x="23" y="21"/>
                      <a:pt x="23" y="21"/>
                      <a:pt x="23"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5" y="21"/>
                    </a:cubicBezTo>
                    <a:cubicBezTo>
                      <a:pt x="25" y="21"/>
                      <a:pt x="24" y="21"/>
                      <a:pt x="24" y="21"/>
                    </a:cubicBezTo>
                    <a:close/>
                    <a:moveTo>
                      <a:pt x="24" y="21"/>
                    </a:moveTo>
                    <a:cubicBezTo>
                      <a:pt x="25" y="21"/>
                      <a:pt x="25" y="21"/>
                      <a:pt x="25"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3" y="21"/>
                      <a:pt x="23" y="21"/>
                      <a:pt x="23" y="21"/>
                    </a:cubicBezTo>
                    <a:cubicBezTo>
                      <a:pt x="23" y="21"/>
                      <a:pt x="23" y="21"/>
                      <a:pt x="23" y="21"/>
                    </a:cubicBezTo>
                    <a:cubicBezTo>
                      <a:pt x="24" y="21"/>
                      <a:pt x="24" y="21"/>
                      <a:pt x="24" y="21"/>
                    </a:cubicBezTo>
                    <a:cubicBezTo>
                      <a:pt x="24" y="21"/>
                      <a:pt x="24" y="21"/>
                      <a:pt x="24" y="21"/>
                    </a:cubicBezTo>
                    <a:close/>
                    <a:moveTo>
                      <a:pt x="23" y="20"/>
                    </a:move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19"/>
                      <a:pt x="23" y="19"/>
                      <a:pt x="23" y="20"/>
                    </a:cubicBezTo>
                    <a:close/>
                    <a:moveTo>
                      <a:pt x="23" y="20"/>
                    </a:moveTo>
                    <a:cubicBezTo>
                      <a:pt x="23" y="20"/>
                      <a:pt x="23" y="20"/>
                      <a:pt x="23" y="20"/>
                    </a:cubicBezTo>
                    <a:cubicBezTo>
                      <a:pt x="22" y="19"/>
                      <a:pt x="22" y="18"/>
                      <a:pt x="22" y="18"/>
                    </a:cubicBezTo>
                    <a:cubicBezTo>
                      <a:pt x="21" y="17"/>
                      <a:pt x="22" y="18"/>
                      <a:pt x="23" y="20"/>
                    </a:cubicBezTo>
                    <a:close/>
                    <a:moveTo>
                      <a:pt x="22" y="19"/>
                    </a:move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0"/>
                      <a:pt x="22" y="20"/>
                      <a:pt x="22" y="20"/>
                    </a:cubicBezTo>
                    <a:cubicBezTo>
                      <a:pt x="22" y="20"/>
                      <a:pt x="22" y="20"/>
                      <a:pt x="22" y="20"/>
                    </a:cubicBezTo>
                    <a:close/>
                    <a:moveTo>
                      <a:pt x="22" y="19"/>
                    </a:move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1"/>
                      <a:pt x="22" y="21"/>
                      <a:pt x="22" y="21"/>
                    </a:cubicBezTo>
                    <a:cubicBezTo>
                      <a:pt x="22" y="21"/>
                      <a:pt x="22" y="21"/>
                      <a:pt x="22" y="21"/>
                    </a:cubicBezTo>
                    <a:cubicBezTo>
                      <a:pt x="22" y="21"/>
                      <a:pt x="22" y="20"/>
                      <a:pt x="22" y="20"/>
                    </a:cubicBezTo>
                    <a:cubicBezTo>
                      <a:pt x="22" y="20"/>
                      <a:pt x="22" y="20"/>
                      <a:pt x="22" y="20"/>
                    </a:cubicBezTo>
                    <a:close/>
                    <a:moveTo>
                      <a:pt x="21" y="19"/>
                    </a:moveTo>
                    <a:cubicBezTo>
                      <a:pt x="21"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lose/>
                    <a:moveTo>
                      <a:pt x="21" y="19"/>
                    </a:moveTo>
                    <a:cubicBezTo>
                      <a:pt x="22" y="20"/>
                      <a:pt x="22" y="20"/>
                      <a:pt x="22" y="20"/>
                    </a:cubicBezTo>
                    <a:cubicBezTo>
                      <a:pt x="22" y="20"/>
                      <a:pt x="22" y="20"/>
                      <a:pt x="22" y="20"/>
                    </a:cubicBezTo>
                    <a:cubicBezTo>
                      <a:pt x="22" y="20"/>
                      <a:pt x="22" y="20"/>
                      <a:pt x="22" y="20"/>
                    </a:cubicBezTo>
                    <a:cubicBezTo>
                      <a:pt x="22" y="20"/>
                      <a:pt x="22" y="20"/>
                      <a:pt x="22" y="20"/>
                    </a:cubicBezTo>
                    <a:cubicBezTo>
                      <a:pt x="22" y="20"/>
                      <a:pt x="21" y="20"/>
                      <a:pt x="21" y="20"/>
                    </a:cubicBezTo>
                    <a:cubicBezTo>
                      <a:pt x="21" y="20"/>
                      <a:pt x="21" y="20"/>
                      <a:pt x="21" y="20"/>
                    </a:cubicBezTo>
                    <a:cubicBezTo>
                      <a:pt x="21" y="20"/>
                      <a:pt x="21" y="20"/>
                      <a:pt x="21" y="20"/>
                    </a:cubicBezTo>
                    <a:cubicBezTo>
                      <a:pt x="21" y="20"/>
                      <a:pt x="21" y="20"/>
                      <a:pt x="21" y="19"/>
                    </a:cubicBezTo>
                    <a:close/>
                    <a:moveTo>
                      <a:pt x="22" y="21"/>
                    </a:moveTo>
                    <a:cubicBezTo>
                      <a:pt x="22" y="21"/>
                      <a:pt x="22" y="21"/>
                      <a:pt x="22" y="21"/>
                    </a:cubicBezTo>
                    <a:cubicBezTo>
                      <a:pt x="22" y="21"/>
                      <a:pt x="22" y="21"/>
                      <a:pt x="22" y="21"/>
                    </a:cubicBezTo>
                    <a:cubicBezTo>
                      <a:pt x="22" y="21"/>
                      <a:pt x="21" y="21"/>
                      <a:pt x="21" y="21"/>
                    </a:cubicBezTo>
                    <a:cubicBezTo>
                      <a:pt x="21" y="21"/>
                      <a:pt x="21" y="21"/>
                      <a:pt x="22" y="21"/>
                    </a:cubicBezTo>
                    <a:close/>
                    <a:moveTo>
                      <a:pt x="22" y="21"/>
                    </a:moveTo>
                    <a:cubicBezTo>
                      <a:pt x="22" y="22"/>
                      <a:pt x="22" y="22"/>
                      <a:pt x="22" y="22"/>
                    </a:cubicBezTo>
                    <a:cubicBezTo>
                      <a:pt x="22" y="21"/>
                      <a:pt x="22" y="21"/>
                      <a:pt x="22" y="21"/>
                    </a:cubicBezTo>
                    <a:cubicBezTo>
                      <a:pt x="22" y="21"/>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1" y="21"/>
                      <a:pt x="21" y="21"/>
                    </a:cubicBezTo>
                    <a:cubicBezTo>
                      <a:pt x="21" y="21"/>
                      <a:pt x="22" y="21"/>
                      <a:pt x="22" y="21"/>
                    </a:cubicBezTo>
                    <a:close/>
                    <a:moveTo>
                      <a:pt x="20" y="21"/>
                    </a:moveTo>
                    <a:cubicBezTo>
                      <a:pt x="20" y="21"/>
                      <a:pt x="20" y="22"/>
                      <a:pt x="20" y="22"/>
                    </a:cubicBezTo>
                    <a:cubicBezTo>
                      <a:pt x="20" y="21"/>
                      <a:pt x="20" y="21"/>
                      <a:pt x="20" y="21"/>
                    </a:cubicBezTo>
                    <a:cubicBezTo>
                      <a:pt x="20" y="21"/>
                      <a:pt x="20" y="21"/>
                      <a:pt x="20" y="21"/>
                    </a:cubicBezTo>
                    <a:cubicBezTo>
                      <a:pt x="20" y="21"/>
                      <a:pt x="20" y="21"/>
                      <a:pt x="20" y="21"/>
                    </a:cubicBezTo>
                    <a:cubicBezTo>
                      <a:pt x="20" y="21"/>
                      <a:pt x="20" y="21"/>
                      <a:pt x="20" y="20"/>
                    </a:cubicBezTo>
                    <a:cubicBezTo>
                      <a:pt x="19" y="20"/>
                      <a:pt x="19" y="20"/>
                      <a:pt x="19" y="20"/>
                    </a:cubicBezTo>
                    <a:cubicBezTo>
                      <a:pt x="19" y="20"/>
                      <a:pt x="19" y="20"/>
                      <a:pt x="19" y="20"/>
                    </a:cubicBezTo>
                    <a:cubicBezTo>
                      <a:pt x="19" y="20"/>
                      <a:pt x="19" y="20"/>
                      <a:pt x="19" y="20"/>
                    </a:cubicBezTo>
                    <a:cubicBezTo>
                      <a:pt x="19" y="20"/>
                      <a:pt x="19" y="20"/>
                      <a:pt x="19" y="20"/>
                    </a:cubicBezTo>
                    <a:cubicBezTo>
                      <a:pt x="18" y="21"/>
                      <a:pt x="18" y="20"/>
                      <a:pt x="17" y="21"/>
                    </a:cubicBezTo>
                    <a:cubicBezTo>
                      <a:pt x="18" y="20"/>
                      <a:pt x="18" y="20"/>
                      <a:pt x="18" y="20"/>
                    </a:cubicBezTo>
                    <a:cubicBezTo>
                      <a:pt x="18" y="20"/>
                      <a:pt x="18" y="20"/>
                      <a:pt x="18" y="20"/>
                    </a:cubicBezTo>
                    <a:cubicBezTo>
                      <a:pt x="17" y="20"/>
                      <a:pt x="18" y="20"/>
                      <a:pt x="18" y="20"/>
                    </a:cubicBezTo>
                    <a:cubicBezTo>
                      <a:pt x="18" y="20"/>
                      <a:pt x="18" y="20"/>
                      <a:pt x="18" y="20"/>
                    </a:cubicBezTo>
                    <a:cubicBezTo>
                      <a:pt x="18" y="20"/>
                      <a:pt x="18" y="20"/>
                      <a:pt x="18" y="20"/>
                    </a:cubicBezTo>
                    <a:cubicBezTo>
                      <a:pt x="18" y="20"/>
                      <a:pt x="18" y="19"/>
                      <a:pt x="18" y="19"/>
                    </a:cubicBezTo>
                    <a:cubicBezTo>
                      <a:pt x="18" y="19"/>
                      <a:pt x="18" y="19"/>
                      <a:pt x="18" y="19"/>
                    </a:cubicBezTo>
                    <a:cubicBezTo>
                      <a:pt x="18" y="20"/>
                      <a:pt x="18" y="20"/>
                      <a:pt x="18" y="20"/>
                    </a:cubicBezTo>
                    <a:cubicBezTo>
                      <a:pt x="18" y="20"/>
                      <a:pt x="17" y="20"/>
                      <a:pt x="17" y="20"/>
                    </a:cubicBezTo>
                    <a:cubicBezTo>
                      <a:pt x="18" y="19"/>
                      <a:pt x="18" y="19"/>
                      <a:pt x="18" y="19"/>
                    </a:cubicBezTo>
                    <a:cubicBezTo>
                      <a:pt x="18" y="19"/>
                      <a:pt x="17" y="19"/>
                      <a:pt x="17" y="19"/>
                    </a:cubicBezTo>
                    <a:cubicBezTo>
                      <a:pt x="18" y="19"/>
                      <a:pt x="18" y="19"/>
                      <a:pt x="18" y="19"/>
                    </a:cubicBezTo>
                    <a:cubicBezTo>
                      <a:pt x="18" y="19"/>
                      <a:pt x="18" y="19"/>
                      <a:pt x="18" y="19"/>
                    </a:cubicBezTo>
                    <a:cubicBezTo>
                      <a:pt x="19" y="18"/>
                      <a:pt x="19" y="18"/>
                      <a:pt x="19" y="18"/>
                    </a:cubicBezTo>
                    <a:cubicBezTo>
                      <a:pt x="19" y="18"/>
                      <a:pt x="19" y="18"/>
                      <a:pt x="20" y="18"/>
                    </a:cubicBezTo>
                    <a:cubicBezTo>
                      <a:pt x="20" y="18"/>
                      <a:pt x="20" y="18"/>
                      <a:pt x="20" y="18"/>
                    </a:cubicBezTo>
                    <a:cubicBezTo>
                      <a:pt x="19" y="18"/>
                      <a:pt x="19" y="18"/>
                      <a:pt x="19" y="18"/>
                    </a:cubicBezTo>
                    <a:cubicBezTo>
                      <a:pt x="19" y="18"/>
                      <a:pt x="19" y="18"/>
                      <a:pt x="20" y="18"/>
                    </a:cubicBezTo>
                    <a:cubicBezTo>
                      <a:pt x="19" y="19"/>
                      <a:pt x="19" y="20"/>
                      <a:pt x="19" y="20"/>
                    </a:cubicBezTo>
                    <a:cubicBezTo>
                      <a:pt x="19" y="20"/>
                      <a:pt x="19" y="20"/>
                      <a:pt x="19" y="20"/>
                    </a:cubicBezTo>
                    <a:cubicBezTo>
                      <a:pt x="19" y="19"/>
                      <a:pt x="19" y="19"/>
                      <a:pt x="19" y="19"/>
                    </a:cubicBezTo>
                    <a:cubicBezTo>
                      <a:pt x="20" y="18"/>
                      <a:pt x="19" y="21"/>
                      <a:pt x="20" y="19"/>
                    </a:cubicBezTo>
                    <a:cubicBezTo>
                      <a:pt x="20" y="19"/>
                      <a:pt x="20" y="19"/>
                      <a:pt x="20" y="19"/>
                    </a:cubicBezTo>
                    <a:cubicBezTo>
                      <a:pt x="20" y="19"/>
                      <a:pt x="20" y="19"/>
                      <a:pt x="20" y="19"/>
                    </a:cubicBezTo>
                    <a:cubicBezTo>
                      <a:pt x="20" y="20"/>
                      <a:pt x="19" y="20"/>
                      <a:pt x="19" y="20"/>
                    </a:cubicBezTo>
                    <a:cubicBezTo>
                      <a:pt x="19" y="20"/>
                      <a:pt x="19" y="20"/>
                      <a:pt x="20" y="20"/>
                    </a:cubicBezTo>
                    <a:cubicBezTo>
                      <a:pt x="20" y="20"/>
                      <a:pt x="20" y="19"/>
                      <a:pt x="20" y="19"/>
                    </a:cubicBezTo>
                    <a:cubicBezTo>
                      <a:pt x="21" y="19"/>
                      <a:pt x="21" y="19"/>
                      <a:pt x="21" y="19"/>
                    </a:cubicBezTo>
                    <a:cubicBezTo>
                      <a:pt x="21" y="19"/>
                      <a:pt x="21" y="19"/>
                      <a:pt x="21" y="19"/>
                    </a:cubicBezTo>
                    <a:cubicBezTo>
                      <a:pt x="20" y="19"/>
                      <a:pt x="20" y="19"/>
                      <a:pt x="20" y="19"/>
                    </a:cubicBezTo>
                    <a:cubicBezTo>
                      <a:pt x="21" y="19"/>
                      <a:pt x="21" y="19"/>
                      <a:pt x="21" y="19"/>
                    </a:cubicBezTo>
                    <a:cubicBezTo>
                      <a:pt x="21" y="19"/>
                      <a:pt x="20" y="20"/>
                      <a:pt x="20" y="20"/>
                    </a:cubicBezTo>
                    <a:cubicBezTo>
                      <a:pt x="20" y="20"/>
                      <a:pt x="20" y="20"/>
                      <a:pt x="20" y="20"/>
                    </a:cubicBezTo>
                    <a:cubicBezTo>
                      <a:pt x="20" y="20"/>
                      <a:pt x="20" y="20"/>
                      <a:pt x="20" y="20"/>
                    </a:cubicBezTo>
                    <a:cubicBezTo>
                      <a:pt x="20" y="20"/>
                      <a:pt x="20" y="21"/>
                      <a:pt x="20" y="21"/>
                    </a:cubicBezTo>
                    <a:cubicBezTo>
                      <a:pt x="21" y="21"/>
                      <a:pt x="21" y="21"/>
                      <a:pt x="21" y="21"/>
                    </a:cubicBezTo>
                    <a:cubicBezTo>
                      <a:pt x="21" y="21"/>
                      <a:pt x="21" y="21"/>
                      <a:pt x="21" y="21"/>
                    </a:cubicBezTo>
                    <a:cubicBezTo>
                      <a:pt x="21" y="21"/>
                      <a:pt x="21" y="21"/>
                      <a:pt x="20" y="21"/>
                    </a:cubicBezTo>
                    <a:close/>
                    <a:moveTo>
                      <a:pt x="18" y="18"/>
                    </a:moveTo>
                    <a:cubicBezTo>
                      <a:pt x="19" y="18"/>
                      <a:pt x="19" y="18"/>
                      <a:pt x="18" y="18"/>
                    </a:cubicBezTo>
                    <a:cubicBezTo>
                      <a:pt x="19" y="18"/>
                      <a:pt x="19"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lose/>
                    <a:moveTo>
                      <a:pt x="19" y="18"/>
                    </a:moveTo>
                    <a:cubicBezTo>
                      <a:pt x="19" y="18"/>
                      <a:pt x="19" y="18"/>
                      <a:pt x="19" y="18"/>
                    </a:cubicBezTo>
                    <a:cubicBezTo>
                      <a:pt x="19" y="18"/>
                      <a:pt x="19" y="18"/>
                      <a:pt x="19" y="18"/>
                    </a:cubicBezTo>
                    <a:cubicBezTo>
                      <a:pt x="19" y="18"/>
                      <a:pt x="19" y="18"/>
                      <a:pt x="19" y="18"/>
                    </a:cubicBezTo>
                    <a:close/>
                    <a:moveTo>
                      <a:pt x="19" y="18"/>
                    </a:moveTo>
                    <a:cubicBezTo>
                      <a:pt x="19" y="18"/>
                      <a:pt x="19" y="18"/>
                      <a:pt x="19" y="18"/>
                    </a:cubicBezTo>
                    <a:cubicBezTo>
                      <a:pt x="19" y="18"/>
                      <a:pt x="18" y="18"/>
                      <a:pt x="18" y="18"/>
                    </a:cubicBezTo>
                    <a:cubicBezTo>
                      <a:pt x="18" y="18"/>
                      <a:pt x="19" y="18"/>
                      <a:pt x="19" y="18"/>
                    </a:cubicBezTo>
                    <a:close/>
                    <a:moveTo>
                      <a:pt x="19" y="18"/>
                    </a:moveTo>
                    <a:cubicBezTo>
                      <a:pt x="19" y="18"/>
                      <a:pt x="19" y="18"/>
                      <a:pt x="19" y="18"/>
                    </a:cubicBezTo>
                    <a:cubicBezTo>
                      <a:pt x="19" y="18"/>
                      <a:pt x="20" y="18"/>
                      <a:pt x="19" y="18"/>
                    </a:cubicBezTo>
                    <a:cubicBezTo>
                      <a:pt x="19" y="18"/>
                      <a:pt x="19" y="18"/>
                      <a:pt x="19" y="18"/>
                    </a:cubicBezTo>
                    <a:close/>
                    <a:moveTo>
                      <a:pt x="19" y="18"/>
                    </a:moveTo>
                    <a:cubicBezTo>
                      <a:pt x="19" y="18"/>
                      <a:pt x="19" y="18"/>
                      <a:pt x="19" y="18"/>
                    </a:cubicBezTo>
                    <a:cubicBezTo>
                      <a:pt x="19" y="18"/>
                      <a:pt x="19" y="18"/>
                      <a:pt x="19" y="18"/>
                    </a:cubicBezTo>
                    <a:cubicBezTo>
                      <a:pt x="19" y="18"/>
                      <a:pt x="19" y="18"/>
                      <a:pt x="19" y="18"/>
                    </a:cubicBezTo>
                    <a:cubicBezTo>
                      <a:pt x="19" y="18"/>
                      <a:pt x="20" y="18"/>
                      <a:pt x="19" y="18"/>
                    </a:cubicBezTo>
                    <a:close/>
                    <a:moveTo>
                      <a:pt x="20" y="18"/>
                    </a:moveTo>
                    <a:cubicBezTo>
                      <a:pt x="20" y="18"/>
                      <a:pt x="20" y="19"/>
                      <a:pt x="20" y="19"/>
                    </a:cubicBezTo>
                    <a:cubicBezTo>
                      <a:pt x="20" y="19"/>
                      <a:pt x="20" y="19"/>
                      <a:pt x="20" y="19"/>
                    </a:cubicBezTo>
                    <a:cubicBezTo>
                      <a:pt x="20" y="18"/>
                      <a:pt x="20" y="18"/>
                      <a:pt x="20" y="18"/>
                    </a:cubicBezTo>
                    <a:cubicBezTo>
                      <a:pt x="20" y="18"/>
                      <a:pt x="20" y="18"/>
                      <a:pt x="20" y="18"/>
                    </a:cubicBezTo>
                    <a:close/>
                    <a:moveTo>
                      <a:pt x="20" y="18"/>
                    </a:moveTo>
                    <a:cubicBezTo>
                      <a:pt x="20" y="18"/>
                      <a:pt x="20" y="18"/>
                      <a:pt x="20" y="18"/>
                    </a:cubicBezTo>
                    <a:cubicBezTo>
                      <a:pt x="20" y="18"/>
                      <a:pt x="20" y="18"/>
                      <a:pt x="20" y="18"/>
                    </a:cubicBezTo>
                    <a:cubicBezTo>
                      <a:pt x="20" y="18"/>
                      <a:pt x="20" y="18"/>
                      <a:pt x="20" y="18"/>
                    </a:cubicBezTo>
                    <a:close/>
                    <a:moveTo>
                      <a:pt x="21" y="19"/>
                    </a:moveTo>
                    <a:cubicBezTo>
                      <a:pt x="21" y="19"/>
                      <a:pt x="21" y="19"/>
                      <a:pt x="21" y="19"/>
                    </a:cubicBezTo>
                    <a:cubicBezTo>
                      <a:pt x="20" y="19"/>
                      <a:pt x="20" y="19"/>
                      <a:pt x="20" y="19"/>
                    </a:cubicBezTo>
                    <a:cubicBezTo>
                      <a:pt x="20" y="19"/>
                      <a:pt x="20" y="19"/>
                      <a:pt x="20" y="18"/>
                    </a:cubicBezTo>
                    <a:cubicBezTo>
                      <a:pt x="20" y="19"/>
                      <a:pt x="20" y="19"/>
                      <a:pt x="21" y="19"/>
                    </a:cubicBezTo>
                    <a:close/>
                    <a:moveTo>
                      <a:pt x="20" y="18"/>
                    </a:moveTo>
                    <a:cubicBezTo>
                      <a:pt x="20" y="19"/>
                      <a:pt x="20" y="19"/>
                      <a:pt x="21" y="19"/>
                    </a:cubicBezTo>
                    <a:cubicBezTo>
                      <a:pt x="21" y="19"/>
                      <a:pt x="21" y="19"/>
                      <a:pt x="21" y="19"/>
                    </a:cubicBezTo>
                    <a:cubicBezTo>
                      <a:pt x="20" y="19"/>
                      <a:pt x="20" y="18"/>
                      <a:pt x="20" y="18"/>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0" y="18"/>
                    </a:moveTo>
                    <a:cubicBezTo>
                      <a:pt x="20" y="18"/>
                      <a:pt x="20" y="18"/>
                      <a:pt x="20" y="18"/>
                    </a:cubicBezTo>
                    <a:cubicBezTo>
                      <a:pt x="20" y="18"/>
                      <a:pt x="20" y="18"/>
                      <a:pt x="21" y="19"/>
                    </a:cubicBezTo>
                    <a:lnTo>
                      <a:pt x="20" y="18"/>
                    </a:lnTo>
                    <a:close/>
                    <a:moveTo>
                      <a:pt x="19" y="18"/>
                    </a:moveTo>
                    <a:cubicBezTo>
                      <a:pt x="20" y="17"/>
                      <a:pt x="20" y="17"/>
                      <a:pt x="20" y="17"/>
                    </a:cubicBezTo>
                    <a:cubicBezTo>
                      <a:pt x="19" y="18"/>
                      <a:pt x="19" y="18"/>
                      <a:pt x="19" y="18"/>
                    </a:cubicBezTo>
                    <a:cubicBezTo>
                      <a:pt x="19" y="18"/>
                      <a:pt x="19" y="18"/>
                      <a:pt x="19" y="18"/>
                    </a:cubicBezTo>
                    <a:close/>
                    <a:moveTo>
                      <a:pt x="19" y="18"/>
                    </a:moveTo>
                    <a:cubicBezTo>
                      <a:pt x="20" y="18"/>
                      <a:pt x="20" y="18"/>
                      <a:pt x="20" y="18"/>
                    </a:cubicBezTo>
                    <a:cubicBezTo>
                      <a:pt x="20" y="18"/>
                      <a:pt x="19" y="18"/>
                      <a:pt x="19" y="18"/>
                    </a:cubicBezTo>
                    <a:cubicBezTo>
                      <a:pt x="19" y="18"/>
                      <a:pt x="19" y="18"/>
                      <a:pt x="19" y="18"/>
                    </a:cubicBezTo>
                    <a:close/>
                    <a:moveTo>
                      <a:pt x="18" y="18"/>
                    </a:moveTo>
                    <a:cubicBezTo>
                      <a:pt x="19" y="18"/>
                      <a:pt x="19" y="18"/>
                      <a:pt x="19" y="18"/>
                    </a:cubicBezTo>
                    <a:cubicBezTo>
                      <a:pt x="19" y="18"/>
                      <a:pt x="19" y="18"/>
                      <a:pt x="19" y="18"/>
                    </a:cubicBezTo>
                    <a:cubicBezTo>
                      <a:pt x="18" y="18"/>
                      <a:pt x="18" y="18"/>
                      <a:pt x="18" y="18"/>
                    </a:cubicBezTo>
                    <a:close/>
                    <a:moveTo>
                      <a:pt x="18" y="18"/>
                    </a:moveTo>
                    <a:cubicBezTo>
                      <a:pt x="18" y="18"/>
                      <a:pt x="18" y="18"/>
                      <a:pt x="18" y="18"/>
                    </a:cubicBezTo>
                    <a:cubicBezTo>
                      <a:pt x="19" y="18"/>
                      <a:pt x="19" y="18"/>
                      <a:pt x="19" y="18"/>
                    </a:cubicBezTo>
                    <a:cubicBezTo>
                      <a:pt x="19" y="18"/>
                      <a:pt x="19" y="18"/>
                      <a:pt x="19" y="18"/>
                    </a:cubicBezTo>
                    <a:cubicBezTo>
                      <a:pt x="19"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7" y="18"/>
                      <a:pt x="17" y="18"/>
                      <a:pt x="17" y="18"/>
                    </a:cubicBezTo>
                    <a:cubicBezTo>
                      <a:pt x="17" y="18"/>
                      <a:pt x="18" y="18"/>
                      <a:pt x="18" y="18"/>
                    </a:cubicBezTo>
                    <a:cubicBezTo>
                      <a:pt x="18" y="18"/>
                      <a:pt x="18" y="18"/>
                      <a:pt x="18" y="18"/>
                    </a:cubicBezTo>
                    <a:cubicBezTo>
                      <a:pt x="16" y="19"/>
                      <a:pt x="18" y="18"/>
                      <a:pt x="16" y="18"/>
                    </a:cubicBezTo>
                    <a:cubicBezTo>
                      <a:pt x="18" y="18"/>
                      <a:pt x="16" y="18"/>
                      <a:pt x="18" y="18"/>
                    </a:cubicBezTo>
                    <a:cubicBezTo>
                      <a:pt x="18" y="18"/>
                      <a:pt x="18" y="18"/>
                      <a:pt x="18" y="18"/>
                    </a:cubicBezTo>
                    <a:cubicBezTo>
                      <a:pt x="18" y="18"/>
                      <a:pt x="18" y="18"/>
                      <a:pt x="18" y="18"/>
                    </a:cubicBezTo>
                    <a:cubicBezTo>
                      <a:pt x="18" y="18"/>
                      <a:pt x="18" y="18"/>
                      <a:pt x="18" y="18"/>
                    </a:cubicBezTo>
                    <a:cubicBezTo>
                      <a:pt x="16" y="18"/>
                      <a:pt x="17" y="18"/>
                      <a:pt x="18" y="18"/>
                    </a:cubicBezTo>
                    <a:cubicBezTo>
                      <a:pt x="18" y="18"/>
                      <a:pt x="18" y="18"/>
                      <a:pt x="18" y="18"/>
                    </a:cubicBezTo>
                    <a:cubicBezTo>
                      <a:pt x="17" y="18"/>
                      <a:pt x="18" y="18"/>
                      <a:pt x="17" y="18"/>
                    </a:cubicBezTo>
                    <a:cubicBezTo>
                      <a:pt x="17" y="18"/>
                      <a:pt x="17" y="18"/>
                      <a:pt x="17" y="18"/>
                    </a:cubicBezTo>
                    <a:cubicBezTo>
                      <a:pt x="15" y="18"/>
                      <a:pt x="15" y="18"/>
                      <a:pt x="15" y="18"/>
                    </a:cubicBezTo>
                    <a:cubicBezTo>
                      <a:pt x="15" y="18"/>
                      <a:pt x="17" y="18"/>
                      <a:pt x="18" y="18"/>
                    </a:cubicBezTo>
                    <a:cubicBezTo>
                      <a:pt x="17" y="18"/>
                      <a:pt x="17"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7" y="18"/>
                      <a:pt x="17" y="18"/>
                      <a:pt x="17" y="19"/>
                    </a:cubicBezTo>
                    <a:cubicBezTo>
                      <a:pt x="16" y="19"/>
                      <a:pt x="17" y="18"/>
                      <a:pt x="18" y="18"/>
                    </a:cubicBezTo>
                    <a:cubicBezTo>
                      <a:pt x="16" y="19"/>
                      <a:pt x="17" y="18"/>
                      <a:pt x="16" y="19"/>
                    </a:cubicBezTo>
                    <a:cubicBezTo>
                      <a:pt x="16" y="19"/>
                      <a:pt x="17" y="19"/>
                      <a:pt x="17" y="19"/>
                    </a:cubicBezTo>
                    <a:cubicBezTo>
                      <a:pt x="17" y="19"/>
                      <a:pt x="19" y="18"/>
                      <a:pt x="17" y="19"/>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9" y="18"/>
                    </a:cubicBezTo>
                    <a:cubicBezTo>
                      <a:pt x="18" y="18"/>
                      <a:pt x="18" y="19"/>
                      <a:pt x="18"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6" y="19"/>
                      <a:pt x="16" y="19"/>
                    </a:cubicBezTo>
                    <a:cubicBezTo>
                      <a:pt x="16" y="19"/>
                      <a:pt x="16" y="19"/>
                      <a:pt x="16" y="19"/>
                    </a:cubicBezTo>
                    <a:cubicBezTo>
                      <a:pt x="16" y="19"/>
                      <a:pt x="16" y="19"/>
                      <a:pt x="16" y="19"/>
                    </a:cubicBezTo>
                    <a:cubicBezTo>
                      <a:pt x="16" y="19"/>
                      <a:pt x="15" y="18"/>
                      <a:pt x="15" y="18"/>
                    </a:cubicBezTo>
                    <a:cubicBezTo>
                      <a:pt x="16" y="18"/>
                      <a:pt x="16" y="18"/>
                      <a:pt x="16" y="19"/>
                    </a:cubicBezTo>
                    <a:cubicBezTo>
                      <a:pt x="18" y="18"/>
                      <a:pt x="15" y="19"/>
                      <a:pt x="18" y="18"/>
                    </a:cubicBezTo>
                    <a:close/>
                    <a:moveTo>
                      <a:pt x="17" y="24"/>
                    </a:moveTo>
                    <a:cubicBezTo>
                      <a:pt x="17" y="24"/>
                      <a:pt x="17" y="24"/>
                      <a:pt x="17" y="24"/>
                    </a:cubicBezTo>
                    <a:cubicBezTo>
                      <a:pt x="17" y="24"/>
                      <a:pt x="16" y="24"/>
                      <a:pt x="16" y="24"/>
                    </a:cubicBezTo>
                    <a:cubicBezTo>
                      <a:pt x="16" y="24"/>
                      <a:pt x="15" y="24"/>
                      <a:pt x="15" y="23"/>
                    </a:cubicBezTo>
                    <a:cubicBezTo>
                      <a:pt x="16" y="23"/>
                      <a:pt x="16" y="24"/>
                      <a:pt x="17" y="24"/>
                    </a:cubicBezTo>
                    <a:close/>
                    <a:moveTo>
                      <a:pt x="15" y="26"/>
                    </a:moveTo>
                    <a:cubicBezTo>
                      <a:pt x="15" y="26"/>
                      <a:pt x="15" y="26"/>
                      <a:pt x="15" y="26"/>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5" y="26"/>
                      <a:pt x="15" y="26"/>
                      <a:pt x="15" y="27"/>
                    </a:cubicBezTo>
                    <a:cubicBezTo>
                      <a:pt x="15" y="26"/>
                      <a:pt x="15" y="26"/>
                      <a:pt x="15" y="26"/>
                    </a:cubicBezTo>
                    <a:cubicBezTo>
                      <a:pt x="15" y="26"/>
                      <a:pt x="15" y="26"/>
                      <a:pt x="15" y="26"/>
                    </a:cubicBezTo>
                    <a:close/>
                    <a:moveTo>
                      <a:pt x="15" y="26"/>
                    </a:moveTo>
                    <a:cubicBezTo>
                      <a:pt x="14" y="27"/>
                      <a:pt x="15" y="26"/>
                      <a:pt x="14" y="27"/>
                    </a:cubicBezTo>
                    <a:cubicBezTo>
                      <a:pt x="14" y="27"/>
                      <a:pt x="14" y="27"/>
                      <a:pt x="14" y="26"/>
                    </a:cubicBezTo>
                    <a:cubicBezTo>
                      <a:pt x="14" y="26"/>
                      <a:pt x="15" y="26"/>
                      <a:pt x="15" y="26"/>
                    </a:cubicBezTo>
                    <a:close/>
                    <a:moveTo>
                      <a:pt x="15" y="29"/>
                    </a:moveTo>
                    <a:cubicBezTo>
                      <a:pt x="14" y="30"/>
                      <a:pt x="14" y="30"/>
                      <a:pt x="14" y="29"/>
                    </a:cubicBezTo>
                    <a:cubicBezTo>
                      <a:pt x="14" y="29"/>
                      <a:pt x="14" y="29"/>
                      <a:pt x="15" y="29"/>
                    </a:cubicBezTo>
                    <a:close/>
                    <a:moveTo>
                      <a:pt x="13" y="28"/>
                    </a:moveTo>
                    <a:cubicBezTo>
                      <a:pt x="13" y="28"/>
                      <a:pt x="13" y="27"/>
                      <a:pt x="13" y="27"/>
                    </a:cubicBezTo>
                    <a:cubicBezTo>
                      <a:pt x="13" y="27"/>
                      <a:pt x="13" y="28"/>
                      <a:pt x="13" y="28"/>
                    </a:cubicBezTo>
                    <a:cubicBezTo>
                      <a:pt x="13" y="28"/>
                      <a:pt x="13" y="28"/>
                      <a:pt x="13" y="28"/>
                    </a:cubicBezTo>
                    <a:cubicBezTo>
                      <a:pt x="13" y="28"/>
                      <a:pt x="12" y="28"/>
                      <a:pt x="12" y="29"/>
                    </a:cubicBezTo>
                    <a:lnTo>
                      <a:pt x="13" y="28"/>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3" name="Freeform 287"/>
              <p:cNvSpPr/>
              <p:nvPr/>
            </p:nvSpPr>
            <p:spPr bwMode="auto">
              <a:xfrm>
                <a:off x="3608" y="1908"/>
                <a:ext cx="4" cy="6"/>
              </a:xfrm>
              <a:custGeom>
                <a:avLst/>
                <a:gdLst>
                  <a:gd name="T0" fmla="*/ 1 w 2"/>
                  <a:gd name="T1" fmla="*/ 0 h 3"/>
                  <a:gd name="T2" fmla="*/ 0 w 2"/>
                  <a:gd name="T3" fmla="*/ 2 h 3"/>
                  <a:gd name="T4" fmla="*/ 1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0" y="1"/>
                      <a:pt x="0" y="2"/>
                    </a:cubicBezTo>
                    <a:cubicBezTo>
                      <a:pt x="1" y="2"/>
                      <a:pt x="1" y="2"/>
                      <a:pt x="1" y="3"/>
                    </a:cubicBezTo>
                    <a:cubicBezTo>
                      <a:pt x="2"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4" name="Freeform 288"/>
              <p:cNvSpPr/>
              <p:nvPr/>
            </p:nvSpPr>
            <p:spPr bwMode="auto">
              <a:xfrm>
                <a:off x="4113" y="1587"/>
                <a:ext cx="4" cy="5"/>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1" y="2"/>
                      <a:pt x="1" y="2"/>
                      <a:pt x="2" y="2"/>
                    </a:cubicBezTo>
                    <a:cubicBezTo>
                      <a:pt x="0" y="0"/>
                      <a:pt x="1"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5" name="Freeform 289"/>
              <p:cNvSpPr/>
              <p:nvPr/>
            </p:nvSpPr>
            <p:spPr bwMode="auto">
              <a:xfrm>
                <a:off x="3593" y="182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6" name="Freeform 290"/>
              <p:cNvSpPr/>
              <p:nvPr/>
            </p:nvSpPr>
            <p:spPr bwMode="auto">
              <a:xfrm>
                <a:off x="4251" y="1730"/>
                <a:ext cx="4" cy="4"/>
              </a:xfrm>
              <a:custGeom>
                <a:avLst/>
                <a:gdLst>
                  <a:gd name="T0" fmla="*/ 0 w 4"/>
                  <a:gd name="T1" fmla="*/ 2 h 4"/>
                  <a:gd name="T2" fmla="*/ 2 w 4"/>
                  <a:gd name="T3" fmla="*/ 4 h 4"/>
                  <a:gd name="T4" fmla="*/ 4 w 4"/>
                  <a:gd name="T5" fmla="*/ 0 h 4"/>
                  <a:gd name="T6" fmla="*/ 0 w 4"/>
                  <a:gd name="T7" fmla="*/ 2 h 4"/>
                </a:gdLst>
                <a:ahLst/>
                <a:cxnLst>
                  <a:cxn ang="0">
                    <a:pos x="T0" y="T1"/>
                  </a:cxn>
                  <a:cxn ang="0">
                    <a:pos x="T2" y="T3"/>
                  </a:cxn>
                  <a:cxn ang="0">
                    <a:pos x="T4" y="T5"/>
                  </a:cxn>
                  <a:cxn ang="0">
                    <a:pos x="T6" y="T7"/>
                  </a:cxn>
                </a:cxnLst>
                <a:rect l="0" t="0" r="r" b="b"/>
                <a:pathLst>
                  <a:path w="4" h="4">
                    <a:moveTo>
                      <a:pt x="0" y="2"/>
                    </a:moveTo>
                    <a:lnTo>
                      <a:pt x="2" y="4"/>
                    </a:lnTo>
                    <a:lnTo>
                      <a:pt x="4"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7" name="Freeform 291"/>
              <p:cNvSpPr/>
              <p:nvPr/>
            </p:nvSpPr>
            <p:spPr bwMode="auto">
              <a:xfrm>
                <a:off x="3980" y="243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8" name="Freeform 292"/>
              <p:cNvSpPr/>
              <p:nvPr/>
            </p:nvSpPr>
            <p:spPr bwMode="auto">
              <a:xfrm>
                <a:off x="3980" y="2446"/>
                <a:ext cx="4" cy="5"/>
              </a:xfrm>
              <a:custGeom>
                <a:avLst/>
                <a:gdLst>
                  <a:gd name="T0" fmla="*/ 1 w 2"/>
                  <a:gd name="T1" fmla="*/ 1 h 2"/>
                  <a:gd name="T2" fmla="*/ 1 w 2"/>
                  <a:gd name="T3" fmla="*/ 0 h 2"/>
                  <a:gd name="T4" fmla="*/ 1 w 2"/>
                  <a:gd name="T5" fmla="*/ 1 h 2"/>
                </a:gdLst>
                <a:ahLst/>
                <a:cxnLst>
                  <a:cxn ang="0">
                    <a:pos x="T0" y="T1"/>
                  </a:cxn>
                  <a:cxn ang="0">
                    <a:pos x="T2" y="T3"/>
                  </a:cxn>
                  <a:cxn ang="0">
                    <a:pos x="T4" y="T5"/>
                  </a:cxn>
                </a:cxnLst>
                <a:rect l="0" t="0" r="r" b="b"/>
                <a:pathLst>
                  <a:path w="2" h="2">
                    <a:moveTo>
                      <a:pt x="1" y="1"/>
                    </a:moveTo>
                    <a:cubicBezTo>
                      <a:pt x="2" y="2"/>
                      <a:pt x="0" y="0"/>
                      <a:pt x="1" y="0"/>
                    </a:cubicBezTo>
                    <a:cubicBezTo>
                      <a:pt x="0" y="0"/>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9" name="Freeform 293"/>
              <p:cNvSpPr/>
              <p:nvPr/>
            </p:nvSpPr>
            <p:spPr bwMode="auto">
              <a:xfrm>
                <a:off x="4062" y="225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0" name="Freeform 294"/>
              <p:cNvSpPr/>
              <p:nvPr/>
            </p:nvSpPr>
            <p:spPr bwMode="auto">
              <a:xfrm>
                <a:off x="4162" y="2200"/>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1" y="2"/>
                      <a:pt x="1" y="1"/>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1" name="Freeform 295"/>
              <p:cNvSpPr/>
              <p:nvPr/>
            </p:nvSpPr>
            <p:spPr bwMode="auto">
              <a:xfrm>
                <a:off x="4164" y="2139"/>
                <a:ext cx="4" cy="2"/>
              </a:xfrm>
              <a:custGeom>
                <a:avLst/>
                <a:gdLst>
                  <a:gd name="T0" fmla="*/ 4 w 4"/>
                  <a:gd name="T1" fmla="*/ 2 h 2"/>
                  <a:gd name="T2" fmla="*/ 4 w 4"/>
                  <a:gd name="T3" fmla="*/ 0 h 2"/>
                  <a:gd name="T4" fmla="*/ 0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4" y="0"/>
                    </a:lnTo>
                    <a:lnTo>
                      <a:pt x="0" y="2"/>
                    </a:lnTo>
                    <a:lnTo>
                      <a:pt x="4"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2" name="Freeform 296"/>
              <p:cNvSpPr/>
              <p:nvPr/>
            </p:nvSpPr>
            <p:spPr bwMode="auto">
              <a:xfrm>
                <a:off x="3606" y="1819"/>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3" name="Oval 297"/>
              <p:cNvSpPr>
                <a:spLocks noChangeArrowheads="1"/>
              </p:cNvSpPr>
              <p:nvPr/>
            </p:nvSpPr>
            <p:spPr bwMode="auto">
              <a:xfrm>
                <a:off x="3598" y="1817"/>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4" name="Oval 298"/>
              <p:cNvSpPr>
                <a:spLocks noChangeArrowheads="1"/>
              </p:cNvSpPr>
              <p:nvPr/>
            </p:nvSpPr>
            <p:spPr bwMode="auto">
              <a:xfrm>
                <a:off x="3600" y="1817"/>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5" name="Freeform 299"/>
              <p:cNvSpPr/>
              <p:nvPr/>
            </p:nvSpPr>
            <p:spPr bwMode="auto">
              <a:xfrm>
                <a:off x="3598" y="1817"/>
                <a:ext cx="2" cy="0"/>
              </a:xfrm>
              <a:custGeom>
                <a:avLst/>
                <a:gdLst>
                  <a:gd name="T0" fmla="*/ 0 w 1"/>
                  <a:gd name="T1" fmla="*/ 0 w 1"/>
                  <a:gd name="T2" fmla="*/ 0 w 1"/>
                  <a:gd name="T3" fmla="*/ 0 w 1"/>
                  <a:gd name="T4" fmla="*/ 0 w 1"/>
                  <a:gd name="T5" fmla="*/ 1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6" name="Oval 300"/>
              <p:cNvSpPr>
                <a:spLocks noChangeArrowheads="1"/>
              </p:cNvSpPr>
              <p:nvPr/>
            </p:nvSpPr>
            <p:spPr bwMode="auto">
              <a:xfrm>
                <a:off x="3602" y="1819"/>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7" name="Freeform 301"/>
              <p:cNvSpPr/>
              <p:nvPr/>
            </p:nvSpPr>
            <p:spPr bwMode="auto">
              <a:xfrm>
                <a:off x="3602" y="1817"/>
                <a:ext cx="0" cy="2"/>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8" name="Freeform 302"/>
              <p:cNvSpPr/>
              <p:nvPr/>
            </p:nvSpPr>
            <p:spPr bwMode="auto">
              <a:xfrm>
                <a:off x="3602" y="1817"/>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9" name="Oval 303"/>
              <p:cNvSpPr>
                <a:spLocks noChangeArrowheads="1"/>
              </p:cNvSpPr>
              <p:nvPr/>
            </p:nvSpPr>
            <p:spPr bwMode="auto">
              <a:xfrm>
                <a:off x="3593" y="1814"/>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0" name="Freeform 304"/>
              <p:cNvSpPr/>
              <p:nvPr/>
            </p:nvSpPr>
            <p:spPr bwMode="auto">
              <a:xfrm>
                <a:off x="3598" y="1814"/>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1" name="Freeform 305"/>
              <p:cNvSpPr/>
              <p:nvPr/>
            </p:nvSpPr>
            <p:spPr bwMode="auto">
              <a:xfrm>
                <a:off x="3598" y="181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2" name="Oval 306"/>
              <p:cNvSpPr>
                <a:spLocks noChangeArrowheads="1"/>
              </p:cNvSpPr>
              <p:nvPr/>
            </p:nvSpPr>
            <p:spPr bwMode="auto">
              <a:xfrm>
                <a:off x="3612" y="1821"/>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3" name="Freeform 307"/>
              <p:cNvSpPr/>
              <p:nvPr/>
            </p:nvSpPr>
            <p:spPr bwMode="auto">
              <a:xfrm>
                <a:off x="3977" y="2478"/>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4" name="Freeform 308"/>
              <p:cNvSpPr/>
              <p:nvPr/>
            </p:nvSpPr>
            <p:spPr bwMode="auto">
              <a:xfrm>
                <a:off x="3595" y="1812"/>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1" y="0"/>
                      <a:pt x="1"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5" name="Freeform 309"/>
              <p:cNvSpPr/>
              <p:nvPr/>
            </p:nvSpPr>
            <p:spPr bwMode="auto">
              <a:xfrm>
                <a:off x="3598" y="181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6" name="Freeform 310"/>
              <p:cNvSpPr/>
              <p:nvPr/>
            </p:nvSpPr>
            <p:spPr bwMode="auto">
              <a:xfrm>
                <a:off x="3967" y="2491"/>
                <a:ext cx="4" cy="4"/>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7" name="Freeform 311"/>
              <p:cNvSpPr/>
              <p:nvPr/>
            </p:nvSpPr>
            <p:spPr bwMode="auto">
              <a:xfrm>
                <a:off x="3825" y="2268"/>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1"/>
                      <a:pt x="1" y="1"/>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8" name="Freeform 312"/>
              <p:cNvSpPr/>
              <p:nvPr/>
            </p:nvSpPr>
            <p:spPr bwMode="auto">
              <a:xfrm>
                <a:off x="3810" y="2268"/>
                <a:ext cx="8" cy="2"/>
              </a:xfrm>
              <a:custGeom>
                <a:avLst/>
                <a:gdLst>
                  <a:gd name="T0" fmla="*/ 4 w 4"/>
                  <a:gd name="T1" fmla="*/ 0 h 1"/>
                  <a:gd name="T2" fmla="*/ 0 w 4"/>
                  <a:gd name="T3" fmla="*/ 0 h 1"/>
                  <a:gd name="T4" fmla="*/ 4 w 4"/>
                  <a:gd name="T5" fmla="*/ 0 h 1"/>
                </a:gdLst>
                <a:ahLst/>
                <a:cxnLst>
                  <a:cxn ang="0">
                    <a:pos x="T0" y="T1"/>
                  </a:cxn>
                  <a:cxn ang="0">
                    <a:pos x="T2" y="T3"/>
                  </a:cxn>
                  <a:cxn ang="0">
                    <a:pos x="T4" y="T5"/>
                  </a:cxn>
                </a:cxnLst>
                <a:rect l="0" t="0" r="r" b="b"/>
                <a:pathLst>
                  <a:path w="4" h="1">
                    <a:moveTo>
                      <a:pt x="4" y="0"/>
                    </a:moveTo>
                    <a:cubicBezTo>
                      <a:pt x="0" y="0"/>
                      <a:pt x="0" y="0"/>
                      <a:pt x="0" y="0"/>
                    </a:cubicBezTo>
                    <a:cubicBezTo>
                      <a:pt x="2" y="1"/>
                      <a:pt x="2" y="0"/>
                      <a:pt x="4"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9" name="Freeform 313"/>
              <p:cNvSpPr/>
              <p:nvPr/>
            </p:nvSpPr>
            <p:spPr bwMode="auto">
              <a:xfrm>
                <a:off x="3835" y="2275"/>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0" name="Freeform 314"/>
              <p:cNvSpPr/>
              <p:nvPr/>
            </p:nvSpPr>
            <p:spPr bwMode="auto">
              <a:xfrm>
                <a:off x="3833" y="2268"/>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0"/>
                      <a:pt x="0" y="1"/>
                    </a:cubicBezTo>
                    <a:cubicBezTo>
                      <a:pt x="1" y="2"/>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1" name="Freeform 315"/>
              <p:cNvSpPr/>
              <p:nvPr/>
            </p:nvSpPr>
            <p:spPr bwMode="auto">
              <a:xfrm>
                <a:off x="3833" y="2328"/>
                <a:ext cx="9" cy="2"/>
              </a:xfrm>
              <a:custGeom>
                <a:avLst/>
                <a:gdLst>
                  <a:gd name="T0" fmla="*/ 0 w 4"/>
                  <a:gd name="T1" fmla="*/ 1 h 1"/>
                  <a:gd name="T2" fmla="*/ 4 w 4"/>
                  <a:gd name="T3" fmla="*/ 0 h 1"/>
                  <a:gd name="T4" fmla="*/ 4 w 4"/>
                  <a:gd name="T5" fmla="*/ 0 h 1"/>
                  <a:gd name="T6" fmla="*/ 3 w 4"/>
                  <a:gd name="T7" fmla="*/ 0 h 1"/>
                  <a:gd name="T8" fmla="*/ 2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1" y="1"/>
                      <a:pt x="3" y="0"/>
                      <a:pt x="4" y="0"/>
                    </a:cubicBezTo>
                    <a:cubicBezTo>
                      <a:pt x="4" y="0"/>
                      <a:pt x="4" y="0"/>
                      <a:pt x="4" y="0"/>
                    </a:cubicBezTo>
                    <a:cubicBezTo>
                      <a:pt x="4" y="0"/>
                      <a:pt x="3" y="0"/>
                      <a:pt x="3" y="0"/>
                    </a:cubicBezTo>
                    <a:cubicBezTo>
                      <a:pt x="2" y="0"/>
                      <a:pt x="1" y="0"/>
                      <a:pt x="2" y="0"/>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2" name="Freeform 316"/>
              <p:cNvSpPr/>
              <p:nvPr/>
            </p:nvSpPr>
            <p:spPr bwMode="auto">
              <a:xfrm>
                <a:off x="3837" y="2330"/>
                <a:ext cx="5" cy="2"/>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1"/>
                      <a:pt x="2"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3" name="Freeform 317"/>
              <p:cNvSpPr/>
              <p:nvPr/>
            </p:nvSpPr>
            <p:spPr bwMode="auto">
              <a:xfrm>
                <a:off x="3839" y="2328"/>
                <a:ext cx="5" cy="0"/>
              </a:xfrm>
              <a:custGeom>
                <a:avLst/>
                <a:gdLst>
                  <a:gd name="T0" fmla="*/ 1 w 2"/>
                  <a:gd name="T1" fmla="*/ 0 w 2"/>
                  <a:gd name="T2" fmla="*/ 1 w 2"/>
                  <a:gd name="T3" fmla="*/ 1 w 2"/>
                </a:gdLst>
                <a:ahLst/>
                <a:cxnLst>
                  <a:cxn ang="0">
                    <a:pos x="T0" y="0"/>
                  </a:cxn>
                  <a:cxn ang="0">
                    <a:pos x="T1" y="0"/>
                  </a:cxn>
                  <a:cxn ang="0">
                    <a:pos x="T2" y="0"/>
                  </a:cxn>
                  <a:cxn ang="0">
                    <a:pos x="T3" y="0"/>
                  </a:cxn>
                </a:cxnLst>
                <a:rect l="0" t="0" r="r" b="b"/>
                <a:pathLst>
                  <a:path w="2">
                    <a:moveTo>
                      <a:pt x="1" y="0"/>
                    </a:moveTo>
                    <a:cubicBezTo>
                      <a:pt x="1" y="0"/>
                      <a:pt x="0" y="0"/>
                      <a:pt x="0" y="0"/>
                    </a:cubicBezTo>
                    <a:cubicBezTo>
                      <a:pt x="0" y="0"/>
                      <a:pt x="1" y="0"/>
                      <a:pt x="1" y="0"/>
                    </a:cubicBezTo>
                    <a:cubicBezTo>
                      <a:pt x="1"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4" name="Freeform 318"/>
              <p:cNvSpPr/>
              <p:nvPr/>
            </p:nvSpPr>
            <p:spPr bwMode="auto">
              <a:xfrm>
                <a:off x="3827" y="2268"/>
                <a:ext cx="2"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0" y="0"/>
                    </a:cubicBezTo>
                    <a:lnTo>
                      <a:pt x="1"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5" name="Freeform 319"/>
              <p:cNvSpPr/>
              <p:nvPr/>
            </p:nvSpPr>
            <p:spPr bwMode="auto">
              <a:xfrm>
                <a:off x="3729" y="2856"/>
                <a:ext cx="6" cy="4"/>
              </a:xfrm>
              <a:custGeom>
                <a:avLst/>
                <a:gdLst>
                  <a:gd name="T0" fmla="*/ 3 w 3"/>
                  <a:gd name="T1" fmla="*/ 0 h 2"/>
                  <a:gd name="T2" fmla="*/ 0 w 3"/>
                  <a:gd name="T3" fmla="*/ 2 h 2"/>
                  <a:gd name="T4" fmla="*/ 3 w 3"/>
                  <a:gd name="T5" fmla="*/ 0 h 2"/>
                </a:gdLst>
                <a:ahLst/>
                <a:cxnLst>
                  <a:cxn ang="0">
                    <a:pos x="T0" y="T1"/>
                  </a:cxn>
                  <a:cxn ang="0">
                    <a:pos x="T2" y="T3"/>
                  </a:cxn>
                  <a:cxn ang="0">
                    <a:pos x="T4" y="T5"/>
                  </a:cxn>
                </a:cxnLst>
                <a:rect l="0" t="0" r="r" b="b"/>
                <a:pathLst>
                  <a:path w="3" h="2">
                    <a:moveTo>
                      <a:pt x="3" y="0"/>
                    </a:moveTo>
                    <a:cubicBezTo>
                      <a:pt x="0" y="2"/>
                      <a:pt x="0" y="2"/>
                      <a:pt x="0" y="2"/>
                    </a:cubicBezTo>
                    <a:cubicBezTo>
                      <a:pt x="2" y="1"/>
                      <a:pt x="2" y="1"/>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6" name="Freeform 320"/>
              <p:cNvSpPr/>
              <p:nvPr/>
            </p:nvSpPr>
            <p:spPr bwMode="auto">
              <a:xfrm>
                <a:off x="3731" y="2854"/>
                <a:ext cx="2" cy="4"/>
              </a:xfrm>
              <a:custGeom>
                <a:avLst/>
                <a:gdLst>
                  <a:gd name="T0" fmla="*/ 0 w 1"/>
                  <a:gd name="T1" fmla="*/ 0 h 2"/>
                  <a:gd name="T2" fmla="*/ 1 w 1"/>
                  <a:gd name="T3" fmla="*/ 0 h 2"/>
                  <a:gd name="T4" fmla="*/ 0 w 1"/>
                  <a:gd name="T5" fmla="*/ 0 h 2"/>
                </a:gdLst>
                <a:ahLst/>
                <a:cxnLst>
                  <a:cxn ang="0">
                    <a:pos x="T0" y="T1"/>
                  </a:cxn>
                  <a:cxn ang="0">
                    <a:pos x="T2" y="T3"/>
                  </a:cxn>
                  <a:cxn ang="0">
                    <a:pos x="T4" y="T5"/>
                  </a:cxn>
                </a:cxnLst>
                <a:rect l="0" t="0" r="r" b="b"/>
                <a:pathLst>
                  <a:path w="1" h="2">
                    <a:moveTo>
                      <a:pt x="0" y="0"/>
                    </a:moveTo>
                    <a:cubicBezTo>
                      <a:pt x="0" y="2"/>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7" name="Freeform 321"/>
              <p:cNvSpPr/>
              <p:nvPr/>
            </p:nvSpPr>
            <p:spPr bwMode="auto">
              <a:xfrm>
                <a:off x="3897" y="2822"/>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8" name="Freeform 322"/>
              <p:cNvSpPr/>
              <p:nvPr/>
            </p:nvSpPr>
            <p:spPr bwMode="auto">
              <a:xfrm>
                <a:off x="4007" y="2790"/>
                <a:ext cx="2" cy="4"/>
              </a:xfrm>
              <a:custGeom>
                <a:avLst/>
                <a:gdLst>
                  <a:gd name="T0" fmla="*/ 2 w 2"/>
                  <a:gd name="T1" fmla="*/ 4 h 4"/>
                  <a:gd name="T2" fmla="*/ 2 w 2"/>
                  <a:gd name="T3" fmla="*/ 4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2" y="4"/>
                    </a:lnTo>
                    <a:lnTo>
                      <a:pt x="0" y="0"/>
                    </a:lnTo>
                    <a:lnTo>
                      <a:pt x="2"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9" name="Freeform 323"/>
              <p:cNvSpPr/>
              <p:nvPr/>
            </p:nvSpPr>
            <p:spPr bwMode="auto">
              <a:xfrm>
                <a:off x="3971" y="2813"/>
                <a:ext cx="2" cy="4"/>
              </a:xfrm>
              <a:custGeom>
                <a:avLst/>
                <a:gdLst>
                  <a:gd name="T0" fmla="*/ 0 w 1"/>
                  <a:gd name="T1" fmla="*/ 0 h 2"/>
                  <a:gd name="T2" fmla="*/ 1 w 1"/>
                  <a:gd name="T3" fmla="*/ 1 h 2"/>
                  <a:gd name="T4" fmla="*/ 0 w 1"/>
                  <a:gd name="T5" fmla="*/ 0 h 2"/>
                </a:gdLst>
                <a:ahLst/>
                <a:cxnLst>
                  <a:cxn ang="0">
                    <a:pos x="T0" y="T1"/>
                  </a:cxn>
                  <a:cxn ang="0">
                    <a:pos x="T2" y="T3"/>
                  </a:cxn>
                  <a:cxn ang="0">
                    <a:pos x="T4" y="T5"/>
                  </a:cxn>
                </a:cxnLst>
                <a:rect l="0" t="0" r="r" b="b"/>
                <a:pathLst>
                  <a:path w="1" h="2">
                    <a:moveTo>
                      <a:pt x="0" y="0"/>
                    </a:moveTo>
                    <a:cubicBezTo>
                      <a:pt x="1" y="0"/>
                      <a:pt x="0" y="2"/>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0" name="Freeform 324"/>
              <p:cNvSpPr/>
              <p:nvPr/>
            </p:nvSpPr>
            <p:spPr bwMode="auto">
              <a:xfrm>
                <a:off x="3969" y="250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1" name="Freeform 325"/>
              <p:cNvSpPr/>
              <p:nvPr/>
            </p:nvSpPr>
            <p:spPr bwMode="auto">
              <a:xfrm>
                <a:off x="3850" y="28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2" name="Freeform 326"/>
              <p:cNvSpPr/>
              <p:nvPr/>
            </p:nvSpPr>
            <p:spPr bwMode="auto">
              <a:xfrm>
                <a:off x="3668" y="2060"/>
                <a:ext cx="8" cy="17"/>
              </a:xfrm>
              <a:custGeom>
                <a:avLst/>
                <a:gdLst>
                  <a:gd name="T0" fmla="*/ 4 w 4"/>
                  <a:gd name="T1" fmla="*/ 0 h 8"/>
                  <a:gd name="T2" fmla="*/ 0 w 4"/>
                  <a:gd name="T3" fmla="*/ 6 h 8"/>
                  <a:gd name="T4" fmla="*/ 4 w 4"/>
                  <a:gd name="T5" fmla="*/ 0 h 8"/>
                </a:gdLst>
                <a:ahLst/>
                <a:cxnLst>
                  <a:cxn ang="0">
                    <a:pos x="T0" y="T1"/>
                  </a:cxn>
                  <a:cxn ang="0">
                    <a:pos x="T2" y="T3"/>
                  </a:cxn>
                  <a:cxn ang="0">
                    <a:pos x="T4" y="T5"/>
                  </a:cxn>
                </a:cxnLst>
                <a:rect l="0" t="0" r="r" b="b"/>
                <a:pathLst>
                  <a:path w="4" h="8">
                    <a:moveTo>
                      <a:pt x="4" y="0"/>
                    </a:moveTo>
                    <a:cubicBezTo>
                      <a:pt x="2" y="1"/>
                      <a:pt x="1" y="5"/>
                      <a:pt x="0" y="6"/>
                    </a:cubicBezTo>
                    <a:cubicBezTo>
                      <a:pt x="1" y="8"/>
                      <a:pt x="3" y="1"/>
                      <a:pt x="4"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3" name="Freeform 327"/>
              <p:cNvSpPr/>
              <p:nvPr/>
            </p:nvSpPr>
            <p:spPr bwMode="auto">
              <a:xfrm>
                <a:off x="3837" y="232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4" name="Freeform 328"/>
              <p:cNvSpPr/>
              <p:nvPr/>
            </p:nvSpPr>
            <p:spPr bwMode="auto">
              <a:xfrm>
                <a:off x="3965" y="2504"/>
                <a:ext cx="4" cy="2"/>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1" y="0"/>
                      <a:pt x="1" y="0"/>
                      <a:pt x="1"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5" name="Freeform 329"/>
              <p:cNvSpPr/>
              <p:nvPr/>
            </p:nvSpPr>
            <p:spPr bwMode="auto">
              <a:xfrm>
                <a:off x="3973" y="2476"/>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0"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6" name="Freeform 330"/>
              <p:cNvSpPr/>
              <p:nvPr/>
            </p:nvSpPr>
            <p:spPr bwMode="auto">
              <a:xfrm>
                <a:off x="3965" y="2497"/>
                <a:ext cx="10" cy="4"/>
              </a:xfrm>
              <a:custGeom>
                <a:avLst/>
                <a:gdLst>
                  <a:gd name="T0" fmla="*/ 5 w 5"/>
                  <a:gd name="T1" fmla="*/ 1 h 2"/>
                  <a:gd name="T2" fmla="*/ 1 w 5"/>
                  <a:gd name="T3" fmla="*/ 2 h 2"/>
                  <a:gd name="T4" fmla="*/ 0 w 5"/>
                  <a:gd name="T5" fmla="*/ 2 h 2"/>
                  <a:gd name="T6" fmla="*/ 2 w 5"/>
                  <a:gd name="T7" fmla="*/ 2 h 2"/>
                  <a:gd name="T8" fmla="*/ 3 w 5"/>
                  <a:gd name="T9" fmla="*/ 1 h 2"/>
                  <a:gd name="T10" fmla="*/ 5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5" y="1"/>
                    </a:moveTo>
                    <a:cubicBezTo>
                      <a:pt x="4" y="0"/>
                      <a:pt x="2" y="1"/>
                      <a:pt x="1" y="2"/>
                    </a:cubicBezTo>
                    <a:cubicBezTo>
                      <a:pt x="1" y="2"/>
                      <a:pt x="1" y="2"/>
                      <a:pt x="0" y="2"/>
                    </a:cubicBezTo>
                    <a:cubicBezTo>
                      <a:pt x="1" y="2"/>
                      <a:pt x="2" y="2"/>
                      <a:pt x="2" y="2"/>
                    </a:cubicBezTo>
                    <a:cubicBezTo>
                      <a:pt x="2" y="2"/>
                      <a:pt x="4" y="2"/>
                      <a:pt x="3" y="1"/>
                    </a:cubicBezTo>
                    <a:cubicBezTo>
                      <a:pt x="4" y="1"/>
                      <a:pt x="5" y="1"/>
                      <a:pt x="5"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7" name="Freeform 331"/>
              <p:cNvSpPr/>
              <p:nvPr/>
            </p:nvSpPr>
            <p:spPr bwMode="auto">
              <a:xfrm>
                <a:off x="3835" y="2474"/>
                <a:ext cx="4" cy="0"/>
              </a:xfrm>
              <a:custGeom>
                <a:avLst/>
                <a:gdLst>
                  <a:gd name="T0" fmla="*/ 0 w 2"/>
                  <a:gd name="T1" fmla="*/ 1 w 2"/>
                  <a:gd name="T2" fmla="*/ 0 w 2"/>
                </a:gdLst>
                <a:ahLst/>
                <a:cxnLst>
                  <a:cxn ang="0">
                    <a:pos x="T0" y="0"/>
                  </a:cxn>
                  <a:cxn ang="0">
                    <a:pos x="T1" y="0"/>
                  </a:cxn>
                  <a:cxn ang="0">
                    <a:pos x="T2" y="0"/>
                  </a:cxn>
                </a:cxnLst>
                <a:rect l="0" t="0" r="r" b="b"/>
                <a:pathLst>
                  <a:path w="2">
                    <a:moveTo>
                      <a:pt x="0" y="0"/>
                    </a:moveTo>
                    <a:cubicBezTo>
                      <a:pt x="0" y="0"/>
                      <a:pt x="2"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8" name="Freeform 332"/>
              <p:cNvSpPr/>
              <p:nvPr/>
            </p:nvSpPr>
            <p:spPr bwMode="auto">
              <a:xfrm>
                <a:off x="3829" y="2345"/>
                <a:ext cx="4"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2" y="0"/>
                      <a:pt x="1" y="0"/>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9" name="Freeform 333"/>
              <p:cNvSpPr/>
              <p:nvPr/>
            </p:nvSpPr>
            <p:spPr bwMode="auto">
              <a:xfrm>
                <a:off x="3831" y="233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0" name="Freeform 334"/>
              <p:cNvSpPr/>
              <p:nvPr/>
            </p:nvSpPr>
            <p:spPr bwMode="auto">
              <a:xfrm>
                <a:off x="3850" y="2491"/>
                <a:ext cx="4" cy="2"/>
              </a:xfrm>
              <a:custGeom>
                <a:avLst/>
                <a:gdLst>
                  <a:gd name="T0" fmla="*/ 0 w 4"/>
                  <a:gd name="T1" fmla="*/ 2 h 2"/>
                  <a:gd name="T2" fmla="*/ 0 w 4"/>
                  <a:gd name="T3" fmla="*/ 2 h 2"/>
                  <a:gd name="T4" fmla="*/ 4 w 4"/>
                  <a:gd name="T5" fmla="*/ 0 h 2"/>
                  <a:gd name="T6" fmla="*/ 0 w 4"/>
                  <a:gd name="T7" fmla="*/ 2 h 2"/>
                </a:gdLst>
                <a:ahLst/>
                <a:cxnLst>
                  <a:cxn ang="0">
                    <a:pos x="T0" y="T1"/>
                  </a:cxn>
                  <a:cxn ang="0">
                    <a:pos x="T2" y="T3"/>
                  </a:cxn>
                  <a:cxn ang="0">
                    <a:pos x="T4" y="T5"/>
                  </a:cxn>
                  <a:cxn ang="0">
                    <a:pos x="T6" y="T7"/>
                  </a:cxn>
                </a:cxnLst>
                <a:rect l="0" t="0" r="r" b="b"/>
                <a:pathLst>
                  <a:path w="4" h="2">
                    <a:moveTo>
                      <a:pt x="0" y="2"/>
                    </a:moveTo>
                    <a:lnTo>
                      <a:pt x="0" y="2"/>
                    </a:lnTo>
                    <a:lnTo>
                      <a:pt x="4"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1" name="Freeform 335"/>
              <p:cNvSpPr/>
              <p:nvPr/>
            </p:nvSpPr>
            <p:spPr bwMode="auto">
              <a:xfrm>
                <a:off x="3835" y="233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2" name="Rectangle 336"/>
              <p:cNvSpPr>
                <a:spLocks noChangeArrowheads="1"/>
              </p:cNvSpPr>
              <p:nvPr/>
            </p:nvSpPr>
            <p:spPr bwMode="auto">
              <a:xfrm>
                <a:off x="3835" y="2434"/>
                <a:ext cx="2"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3" name="Freeform 337"/>
              <p:cNvSpPr/>
              <p:nvPr/>
            </p:nvSpPr>
            <p:spPr bwMode="auto">
              <a:xfrm>
                <a:off x="3831" y="2349"/>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2" y="0"/>
                      <a:pt x="2"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4" name="Freeform 338"/>
              <p:cNvSpPr/>
              <p:nvPr/>
            </p:nvSpPr>
            <p:spPr bwMode="auto">
              <a:xfrm>
                <a:off x="3602" y="1823"/>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5" name="Freeform 339"/>
              <p:cNvSpPr/>
              <p:nvPr/>
            </p:nvSpPr>
            <p:spPr bwMode="auto">
              <a:xfrm>
                <a:off x="3905" y="227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6" name="Freeform 340"/>
              <p:cNvSpPr/>
              <p:nvPr/>
            </p:nvSpPr>
            <p:spPr bwMode="auto">
              <a:xfrm>
                <a:off x="3778" y="297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7" name="Freeform 341"/>
              <p:cNvSpPr/>
              <p:nvPr/>
            </p:nvSpPr>
            <p:spPr bwMode="auto">
              <a:xfrm>
                <a:off x="3746" y="2826"/>
                <a:ext cx="399" cy="167"/>
              </a:xfrm>
              <a:custGeom>
                <a:avLst/>
                <a:gdLst>
                  <a:gd name="T0" fmla="*/ 154 w 188"/>
                  <a:gd name="T1" fmla="*/ 20 h 79"/>
                  <a:gd name="T2" fmla="*/ 145 w 188"/>
                  <a:gd name="T3" fmla="*/ 25 h 79"/>
                  <a:gd name="T4" fmla="*/ 108 w 188"/>
                  <a:gd name="T5" fmla="*/ 47 h 79"/>
                  <a:gd name="T6" fmla="*/ 94 w 188"/>
                  <a:gd name="T7" fmla="*/ 49 h 79"/>
                  <a:gd name="T8" fmla="*/ 84 w 188"/>
                  <a:gd name="T9" fmla="*/ 48 h 79"/>
                  <a:gd name="T10" fmla="*/ 64 w 188"/>
                  <a:gd name="T11" fmla="*/ 52 h 79"/>
                  <a:gd name="T12" fmla="*/ 52 w 188"/>
                  <a:gd name="T13" fmla="*/ 54 h 79"/>
                  <a:gd name="T14" fmla="*/ 33 w 188"/>
                  <a:gd name="T15" fmla="*/ 56 h 79"/>
                  <a:gd name="T16" fmla="*/ 23 w 188"/>
                  <a:gd name="T17" fmla="*/ 60 h 79"/>
                  <a:gd name="T18" fmla="*/ 12 w 188"/>
                  <a:gd name="T19" fmla="*/ 55 h 79"/>
                  <a:gd name="T20" fmla="*/ 5 w 188"/>
                  <a:gd name="T21" fmla="*/ 55 h 79"/>
                  <a:gd name="T22" fmla="*/ 5 w 188"/>
                  <a:gd name="T23" fmla="*/ 53 h 79"/>
                  <a:gd name="T24" fmla="*/ 4 w 188"/>
                  <a:gd name="T25" fmla="*/ 51 h 79"/>
                  <a:gd name="T26" fmla="*/ 3 w 188"/>
                  <a:gd name="T27" fmla="*/ 53 h 79"/>
                  <a:gd name="T28" fmla="*/ 3 w 188"/>
                  <a:gd name="T29" fmla="*/ 56 h 79"/>
                  <a:gd name="T30" fmla="*/ 0 w 188"/>
                  <a:gd name="T31" fmla="*/ 58 h 79"/>
                  <a:gd name="T32" fmla="*/ 2 w 188"/>
                  <a:gd name="T33" fmla="*/ 61 h 79"/>
                  <a:gd name="T34" fmla="*/ 13 w 188"/>
                  <a:gd name="T35" fmla="*/ 66 h 79"/>
                  <a:gd name="T36" fmla="*/ 15 w 188"/>
                  <a:gd name="T37" fmla="*/ 70 h 79"/>
                  <a:gd name="T38" fmla="*/ 16 w 188"/>
                  <a:gd name="T39" fmla="*/ 72 h 79"/>
                  <a:gd name="T40" fmla="*/ 18 w 188"/>
                  <a:gd name="T41" fmla="*/ 76 h 79"/>
                  <a:gd name="T42" fmla="*/ 21 w 188"/>
                  <a:gd name="T43" fmla="*/ 71 h 79"/>
                  <a:gd name="T44" fmla="*/ 26 w 188"/>
                  <a:gd name="T45" fmla="*/ 67 h 79"/>
                  <a:gd name="T46" fmla="*/ 27 w 188"/>
                  <a:gd name="T47" fmla="*/ 76 h 79"/>
                  <a:gd name="T48" fmla="*/ 30 w 188"/>
                  <a:gd name="T49" fmla="*/ 74 h 79"/>
                  <a:gd name="T50" fmla="*/ 31 w 188"/>
                  <a:gd name="T51" fmla="*/ 78 h 79"/>
                  <a:gd name="T52" fmla="*/ 35 w 188"/>
                  <a:gd name="T53" fmla="*/ 74 h 79"/>
                  <a:gd name="T54" fmla="*/ 38 w 188"/>
                  <a:gd name="T55" fmla="*/ 73 h 79"/>
                  <a:gd name="T56" fmla="*/ 42 w 188"/>
                  <a:gd name="T57" fmla="*/ 64 h 79"/>
                  <a:gd name="T58" fmla="*/ 43 w 188"/>
                  <a:gd name="T59" fmla="*/ 76 h 79"/>
                  <a:gd name="T60" fmla="*/ 51 w 188"/>
                  <a:gd name="T61" fmla="*/ 72 h 79"/>
                  <a:gd name="T62" fmla="*/ 57 w 188"/>
                  <a:gd name="T63" fmla="*/ 72 h 79"/>
                  <a:gd name="T64" fmla="*/ 61 w 188"/>
                  <a:gd name="T65" fmla="*/ 70 h 79"/>
                  <a:gd name="T66" fmla="*/ 70 w 188"/>
                  <a:gd name="T67" fmla="*/ 68 h 79"/>
                  <a:gd name="T68" fmla="*/ 75 w 188"/>
                  <a:gd name="T69" fmla="*/ 71 h 79"/>
                  <a:gd name="T70" fmla="*/ 77 w 188"/>
                  <a:gd name="T71" fmla="*/ 68 h 79"/>
                  <a:gd name="T72" fmla="*/ 80 w 188"/>
                  <a:gd name="T73" fmla="*/ 68 h 79"/>
                  <a:gd name="T74" fmla="*/ 81 w 188"/>
                  <a:gd name="T75" fmla="*/ 66 h 79"/>
                  <a:gd name="T76" fmla="*/ 86 w 188"/>
                  <a:gd name="T77" fmla="*/ 67 h 79"/>
                  <a:gd name="T78" fmla="*/ 92 w 188"/>
                  <a:gd name="T79" fmla="*/ 65 h 79"/>
                  <a:gd name="T80" fmla="*/ 98 w 188"/>
                  <a:gd name="T81" fmla="*/ 64 h 79"/>
                  <a:gd name="T82" fmla="*/ 104 w 188"/>
                  <a:gd name="T83" fmla="*/ 60 h 79"/>
                  <a:gd name="T84" fmla="*/ 107 w 188"/>
                  <a:gd name="T85" fmla="*/ 62 h 79"/>
                  <a:gd name="T86" fmla="*/ 108 w 188"/>
                  <a:gd name="T87" fmla="*/ 62 h 79"/>
                  <a:gd name="T88" fmla="*/ 114 w 188"/>
                  <a:gd name="T89" fmla="*/ 59 h 79"/>
                  <a:gd name="T90" fmla="*/ 119 w 188"/>
                  <a:gd name="T91" fmla="*/ 59 h 79"/>
                  <a:gd name="T92" fmla="*/ 122 w 188"/>
                  <a:gd name="T93" fmla="*/ 52 h 79"/>
                  <a:gd name="T94" fmla="*/ 126 w 188"/>
                  <a:gd name="T95" fmla="*/ 52 h 79"/>
                  <a:gd name="T96" fmla="*/ 132 w 188"/>
                  <a:gd name="T97" fmla="*/ 50 h 79"/>
                  <a:gd name="T98" fmla="*/ 139 w 188"/>
                  <a:gd name="T99" fmla="*/ 45 h 79"/>
                  <a:gd name="T100" fmla="*/ 143 w 188"/>
                  <a:gd name="T101" fmla="*/ 43 h 79"/>
                  <a:gd name="T102" fmla="*/ 156 w 188"/>
                  <a:gd name="T103" fmla="*/ 39 h 79"/>
                  <a:gd name="T104" fmla="*/ 160 w 188"/>
                  <a:gd name="T105" fmla="*/ 37 h 79"/>
                  <a:gd name="T106" fmla="*/ 167 w 188"/>
                  <a:gd name="T107" fmla="*/ 26 h 79"/>
                  <a:gd name="T108" fmla="*/ 172 w 188"/>
                  <a:gd name="T109" fmla="*/ 21 h 79"/>
                  <a:gd name="T110" fmla="*/ 180 w 188"/>
                  <a:gd name="T11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79">
                    <a:moveTo>
                      <a:pt x="180" y="0"/>
                    </a:moveTo>
                    <a:cubicBezTo>
                      <a:pt x="179" y="5"/>
                      <a:pt x="175" y="6"/>
                      <a:pt x="171" y="7"/>
                    </a:cubicBezTo>
                    <a:cubicBezTo>
                      <a:pt x="170" y="8"/>
                      <a:pt x="169" y="10"/>
                      <a:pt x="168" y="10"/>
                    </a:cubicBezTo>
                    <a:cubicBezTo>
                      <a:pt x="164" y="15"/>
                      <a:pt x="157" y="14"/>
                      <a:pt x="154" y="19"/>
                    </a:cubicBezTo>
                    <a:cubicBezTo>
                      <a:pt x="155" y="19"/>
                      <a:pt x="155" y="20"/>
                      <a:pt x="155" y="21"/>
                    </a:cubicBezTo>
                    <a:cubicBezTo>
                      <a:pt x="154" y="20"/>
                      <a:pt x="154" y="20"/>
                      <a:pt x="154" y="20"/>
                    </a:cubicBezTo>
                    <a:cubicBezTo>
                      <a:pt x="155" y="22"/>
                      <a:pt x="155" y="22"/>
                      <a:pt x="155" y="22"/>
                    </a:cubicBezTo>
                    <a:cubicBezTo>
                      <a:pt x="155" y="22"/>
                      <a:pt x="154" y="20"/>
                      <a:pt x="154" y="20"/>
                    </a:cubicBezTo>
                    <a:cubicBezTo>
                      <a:pt x="152" y="21"/>
                      <a:pt x="151" y="23"/>
                      <a:pt x="149" y="23"/>
                    </a:cubicBezTo>
                    <a:cubicBezTo>
                      <a:pt x="149" y="25"/>
                      <a:pt x="148" y="24"/>
                      <a:pt x="149" y="26"/>
                    </a:cubicBezTo>
                    <a:cubicBezTo>
                      <a:pt x="148" y="25"/>
                      <a:pt x="148" y="25"/>
                      <a:pt x="148" y="25"/>
                    </a:cubicBezTo>
                    <a:cubicBezTo>
                      <a:pt x="147" y="27"/>
                      <a:pt x="147" y="27"/>
                      <a:pt x="145" y="25"/>
                    </a:cubicBezTo>
                    <a:cubicBezTo>
                      <a:pt x="139" y="27"/>
                      <a:pt x="134" y="30"/>
                      <a:pt x="128" y="32"/>
                    </a:cubicBezTo>
                    <a:cubicBezTo>
                      <a:pt x="123" y="34"/>
                      <a:pt x="118" y="39"/>
                      <a:pt x="112" y="41"/>
                    </a:cubicBezTo>
                    <a:cubicBezTo>
                      <a:pt x="112" y="45"/>
                      <a:pt x="111" y="43"/>
                      <a:pt x="110" y="47"/>
                    </a:cubicBezTo>
                    <a:cubicBezTo>
                      <a:pt x="110" y="46"/>
                      <a:pt x="110" y="46"/>
                      <a:pt x="110" y="46"/>
                    </a:cubicBezTo>
                    <a:cubicBezTo>
                      <a:pt x="110" y="47"/>
                      <a:pt x="109" y="46"/>
                      <a:pt x="107" y="45"/>
                    </a:cubicBezTo>
                    <a:cubicBezTo>
                      <a:pt x="108" y="46"/>
                      <a:pt x="107" y="45"/>
                      <a:pt x="108" y="47"/>
                    </a:cubicBezTo>
                    <a:cubicBezTo>
                      <a:pt x="108" y="49"/>
                      <a:pt x="106" y="45"/>
                      <a:pt x="106" y="46"/>
                    </a:cubicBezTo>
                    <a:cubicBezTo>
                      <a:pt x="105" y="45"/>
                      <a:pt x="106" y="47"/>
                      <a:pt x="106" y="46"/>
                    </a:cubicBezTo>
                    <a:cubicBezTo>
                      <a:pt x="105" y="49"/>
                      <a:pt x="106" y="45"/>
                      <a:pt x="103" y="44"/>
                    </a:cubicBezTo>
                    <a:cubicBezTo>
                      <a:pt x="101" y="45"/>
                      <a:pt x="98" y="48"/>
                      <a:pt x="95" y="47"/>
                    </a:cubicBezTo>
                    <a:cubicBezTo>
                      <a:pt x="95" y="47"/>
                      <a:pt x="96" y="49"/>
                      <a:pt x="96" y="49"/>
                    </a:cubicBezTo>
                    <a:cubicBezTo>
                      <a:pt x="95" y="46"/>
                      <a:pt x="95" y="50"/>
                      <a:pt x="94" y="49"/>
                    </a:cubicBezTo>
                    <a:cubicBezTo>
                      <a:pt x="94" y="48"/>
                      <a:pt x="94" y="48"/>
                      <a:pt x="94" y="48"/>
                    </a:cubicBezTo>
                    <a:cubicBezTo>
                      <a:pt x="93" y="47"/>
                      <a:pt x="92" y="49"/>
                      <a:pt x="91" y="48"/>
                    </a:cubicBezTo>
                    <a:cubicBezTo>
                      <a:pt x="90" y="49"/>
                      <a:pt x="88" y="47"/>
                      <a:pt x="88" y="49"/>
                    </a:cubicBezTo>
                    <a:cubicBezTo>
                      <a:pt x="88" y="47"/>
                      <a:pt x="87" y="48"/>
                      <a:pt x="87" y="47"/>
                    </a:cubicBezTo>
                    <a:cubicBezTo>
                      <a:pt x="87" y="51"/>
                      <a:pt x="84" y="46"/>
                      <a:pt x="84" y="49"/>
                    </a:cubicBezTo>
                    <a:cubicBezTo>
                      <a:pt x="84" y="48"/>
                      <a:pt x="84" y="48"/>
                      <a:pt x="84" y="48"/>
                    </a:cubicBezTo>
                    <a:cubicBezTo>
                      <a:pt x="81" y="49"/>
                      <a:pt x="77" y="49"/>
                      <a:pt x="74" y="51"/>
                    </a:cubicBezTo>
                    <a:cubicBezTo>
                      <a:pt x="73" y="52"/>
                      <a:pt x="70" y="48"/>
                      <a:pt x="69" y="50"/>
                    </a:cubicBezTo>
                    <a:cubicBezTo>
                      <a:pt x="68" y="52"/>
                      <a:pt x="68" y="52"/>
                      <a:pt x="68" y="52"/>
                    </a:cubicBezTo>
                    <a:cubicBezTo>
                      <a:pt x="68" y="52"/>
                      <a:pt x="68" y="51"/>
                      <a:pt x="68" y="51"/>
                    </a:cubicBezTo>
                    <a:cubicBezTo>
                      <a:pt x="67" y="52"/>
                      <a:pt x="66" y="51"/>
                      <a:pt x="65" y="51"/>
                    </a:cubicBezTo>
                    <a:cubicBezTo>
                      <a:pt x="65" y="51"/>
                      <a:pt x="64" y="52"/>
                      <a:pt x="64" y="52"/>
                    </a:cubicBezTo>
                    <a:cubicBezTo>
                      <a:pt x="63" y="50"/>
                      <a:pt x="61" y="54"/>
                      <a:pt x="60" y="52"/>
                    </a:cubicBezTo>
                    <a:cubicBezTo>
                      <a:pt x="61" y="55"/>
                      <a:pt x="59" y="54"/>
                      <a:pt x="59" y="55"/>
                    </a:cubicBezTo>
                    <a:cubicBezTo>
                      <a:pt x="58" y="55"/>
                      <a:pt x="58" y="54"/>
                      <a:pt x="58" y="53"/>
                    </a:cubicBezTo>
                    <a:cubicBezTo>
                      <a:pt x="57" y="53"/>
                      <a:pt x="57" y="54"/>
                      <a:pt x="56" y="53"/>
                    </a:cubicBezTo>
                    <a:cubicBezTo>
                      <a:pt x="55" y="53"/>
                      <a:pt x="55" y="55"/>
                      <a:pt x="54" y="55"/>
                    </a:cubicBezTo>
                    <a:cubicBezTo>
                      <a:pt x="54" y="52"/>
                      <a:pt x="53" y="54"/>
                      <a:pt x="52" y="54"/>
                    </a:cubicBezTo>
                    <a:cubicBezTo>
                      <a:pt x="52" y="56"/>
                      <a:pt x="52" y="57"/>
                      <a:pt x="51" y="56"/>
                    </a:cubicBezTo>
                    <a:cubicBezTo>
                      <a:pt x="51" y="54"/>
                      <a:pt x="51" y="54"/>
                      <a:pt x="51" y="54"/>
                    </a:cubicBezTo>
                    <a:cubicBezTo>
                      <a:pt x="49" y="56"/>
                      <a:pt x="46" y="53"/>
                      <a:pt x="43" y="56"/>
                    </a:cubicBezTo>
                    <a:cubicBezTo>
                      <a:pt x="43" y="54"/>
                      <a:pt x="43" y="54"/>
                      <a:pt x="43" y="54"/>
                    </a:cubicBezTo>
                    <a:cubicBezTo>
                      <a:pt x="41" y="56"/>
                      <a:pt x="38" y="54"/>
                      <a:pt x="36" y="57"/>
                    </a:cubicBezTo>
                    <a:cubicBezTo>
                      <a:pt x="35" y="56"/>
                      <a:pt x="34" y="56"/>
                      <a:pt x="33" y="56"/>
                    </a:cubicBezTo>
                    <a:cubicBezTo>
                      <a:pt x="32" y="57"/>
                      <a:pt x="32" y="57"/>
                      <a:pt x="31" y="59"/>
                    </a:cubicBezTo>
                    <a:cubicBezTo>
                      <a:pt x="31" y="59"/>
                      <a:pt x="31" y="58"/>
                      <a:pt x="31" y="57"/>
                    </a:cubicBezTo>
                    <a:cubicBezTo>
                      <a:pt x="30" y="57"/>
                      <a:pt x="29" y="54"/>
                      <a:pt x="28" y="57"/>
                    </a:cubicBezTo>
                    <a:cubicBezTo>
                      <a:pt x="28" y="55"/>
                      <a:pt x="28" y="55"/>
                      <a:pt x="28" y="55"/>
                    </a:cubicBezTo>
                    <a:cubicBezTo>
                      <a:pt x="27" y="57"/>
                      <a:pt x="25" y="58"/>
                      <a:pt x="25" y="57"/>
                    </a:cubicBezTo>
                    <a:cubicBezTo>
                      <a:pt x="24" y="58"/>
                      <a:pt x="23" y="58"/>
                      <a:pt x="23" y="60"/>
                    </a:cubicBezTo>
                    <a:cubicBezTo>
                      <a:pt x="23" y="60"/>
                      <a:pt x="23" y="57"/>
                      <a:pt x="23" y="59"/>
                    </a:cubicBezTo>
                    <a:cubicBezTo>
                      <a:pt x="23" y="57"/>
                      <a:pt x="23" y="57"/>
                      <a:pt x="23" y="57"/>
                    </a:cubicBezTo>
                    <a:cubicBezTo>
                      <a:pt x="21" y="56"/>
                      <a:pt x="19" y="56"/>
                      <a:pt x="17" y="57"/>
                    </a:cubicBezTo>
                    <a:cubicBezTo>
                      <a:pt x="17" y="55"/>
                      <a:pt x="15" y="57"/>
                      <a:pt x="14" y="55"/>
                    </a:cubicBezTo>
                    <a:cubicBezTo>
                      <a:pt x="13" y="56"/>
                      <a:pt x="13" y="54"/>
                      <a:pt x="11" y="56"/>
                    </a:cubicBezTo>
                    <a:cubicBezTo>
                      <a:pt x="12" y="55"/>
                      <a:pt x="12" y="55"/>
                      <a:pt x="12" y="55"/>
                    </a:cubicBezTo>
                    <a:cubicBezTo>
                      <a:pt x="11" y="54"/>
                      <a:pt x="10" y="54"/>
                      <a:pt x="9" y="53"/>
                    </a:cubicBezTo>
                    <a:cubicBezTo>
                      <a:pt x="9" y="52"/>
                      <a:pt x="8" y="54"/>
                      <a:pt x="7" y="54"/>
                    </a:cubicBezTo>
                    <a:cubicBezTo>
                      <a:pt x="8" y="53"/>
                      <a:pt x="8" y="53"/>
                      <a:pt x="8" y="53"/>
                    </a:cubicBezTo>
                    <a:cubicBezTo>
                      <a:pt x="8" y="53"/>
                      <a:pt x="7" y="54"/>
                      <a:pt x="6" y="55"/>
                    </a:cubicBezTo>
                    <a:cubicBezTo>
                      <a:pt x="6" y="54"/>
                      <a:pt x="6" y="54"/>
                      <a:pt x="6" y="54"/>
                    </a:cubicBezTo>
                    <a:cubicBezTo>
                      <a:pt x="5" y="55"/>
                      <a:pt x="5" y="55"/>
                      <a:pt x="5" y="55"/>
                    </a:cubicBezTo>
                    <a:cubicBezTo>
                      <a:pt x="5" y="55"/>
                      <a:pt x="5" y="56"/>
                      <a:pt x="5" y="56"/>
                    </a:cubicBezTo>
                    <a:cubicBezTo>
                      <a:pt x="5" y="55"/>
                      <a:pt x="4" y="56"/>
                      <a:pt x="4" y="54"/>
                    </a:cubicBezTo>
                    <a:cubicBezTo>
                      <a:pt x="5" y="54"/>
                      <a:pt x="7" y="53"/>
                      <a:pt x="8" y="52"/>
                    </a:cubicBezTo>
                    <a:cubicBezTo>
                      <a:pt x="8" y="51"/>
                      <a:pt x="5" y="53"/>
                      <a:pt x="6" y="52"/>
                    </a:cubicBezTo>
                    <a:cubicBezTo>
                      <a:pt x="6" y="51"/>
                      <a:pt x="6" y="51"/>
                      <a:pt x="5" y="51"/>
                    </a:cubicBezTo>
                    <a:cubicBezTo>
                      <a:pt x="5" y="52"/>
                      <a:pt x="5" y="52"/>
                      <a:pt x="5" y="53"/>
                    </a:cubicBezTo>
                    <a:cubicBezTo>
                      <a:pt x="5" y="53"/>
                      <a:pt x="5" y="52"/>
                      <a:pt x="5" y="52"/>
                    </a:cubicBezTo>
                    <a:cubicBezTo>
                      <a:pt x="4" y="52"/>
                      <a:pt x="4" y="52"/>
                      <a:pt x="4" y="52"/>
                    </a:cubicBezTo>
                    <a:cubicBezTo>
                      <a:pt x="4" y="52"/>
                      <a:pt x="4" y="52"/>
                      <a:pt x="5" y="52"/>
                    </a:cubicBezTo>
                    <a:cubicBezTo>
                      <a:pt x="5" y="51"/>
                      <a:pt x="5" y="51"/>
                      <a:pt x="5" y="51"/>
                    </a:cubicBezTo>
                    <a:cubicBezTo>
                      <a:pt x="4" y="52"/>
                      <a:pt x="4" y="52"/>
                      <a:pt x="4" y="52"/>
                    </a:cubicBezTo>
                    <a:cubicBezTo>
                      <a:pt x="4" y="51"/>
                      <a:pt x="4" y="51"/>
                      <a:pt x="4" y="51"/>
                    </a:cubicBezTo>
                    <a:cubicBezTo>
                      <a:pt x="3" y="51"/>
                      <a:pt x="3" y="51"/>
                      <a:pt x="2" y="50"/>
                    </a:cubicBezTo>
                    <a:cubicBezTo>
                      <a:pt x="1" y="52"/>
                      <a:pt x="4" y="46"/>
                      <a:pt x="0" y="55"/>
                    </a:cubicBezTo>
                    <a:cubicBezTo>
                      <a:pt x="1" y="55"/>
                      <a:pt x="1" y="55"/>
                      <a:pt x="1" y="55"/>
                    </a:cubicBezTo>
                    <a:cubicBezTo>
                      <a:pt x="2" y="54"/>
                      <a:pt x="2" y="54"/>
                      <a:pt x="2" y="54"/>
                    </a:cubicBezTo>
                    <a:cubicBezTo>
                      <a:pt x="2" y="54"/>
                      <a:pt x="3" y="54"/>
                      <a:pt x="3" y="54"/>
                    </a:cubicBezTo>
                    <a:cubicBezTo>
                      <a:pt x="3" y="54"/>
                      <a:pt x="3" y="53"/>
                      <a:pt x="3" y="53"/>
                    </a:cubicBezTo>
                    <a:cubicBezTo>
                      <a:pt x="3" y="53"/>
                      <a:pt x="3" y="54"/>
                      <a:pt x="3" y="53"/>
                    </a:cubicBezTo>
                    <a:cubicBezTo>
                      <a:pt x="3" y="52"/>
                      <a:pt x="4" y="51"/>
                      <a:pt x="4" y="53"/>
                    </a:cubicBezTo>
                    <a:cubicBezTo>
                      <a:pt x="4" y="54"/>
                      <a:pt x="4" y="54"/>
                      <a:pt x="4" y="55"/>
                    </a:cubicBezTo>
                    <a:cubicBezTo>
                      <a:pt x="4" y="55"/>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5"/>
                      <a:pt x="3" y="55"/>
                    </a:cubicBezTo>
                    <a:cubicBezTo>
                      <a:pt x="2" y="55"/>
                      <a:pt x="2" y="56"/>
                      <a:pt x="1" y="56"/>
                    </a:cubicBezTo>
                    <a:cubicBezTo>
                      <a:pt x="2" y="56"/>
                      <a:pt x="2" y="56"/>
                      <a:pt x="2" y="56"/>
                    </a:cubicBezTo>
                    <a:cubicBezTo>
                      <a:pt x="0" y="58"/>
                      <a:pt x="0" y="58"/>
                      <a:pt x="0" y="58"/>
                    </a:cubicBezTo>
                    <a:cubicBezTo>
                      <a:pt x="2" y="57"/>
                      <a:pt x="2" y="57"/>
                      <a:pt x="3" y="58"/>
                    </a:cubicBezTo>
                    <a:cubicBezTo>
                      <a:pt x="3" y="58"/>
                      <a:pt x="3" y="58"/>
                      <a:pt x="3" y="58"/>
                    </a:cubicBezTo>
                    <a:cubicBezTo>
                      <a:pt x="3" y="58"/>
                      <a:pt x="3" y="58"/>
                      <a:pt x="3" y="58"/>
                    </a:cubicBezTo>
                    <a:cubicBezTo>
                      <a:pt x="3" y="58"/>
                      <a:pt x="3" y="58"/>
                      <a:pt x="3" y="58"/>
                    </a:cubicBezTo>
                    <a:cubicBezTo>
                      <a:pt x="3" y="60"/>
                      <a:pt x="4" y="57"/>
                      <a:pt x="4" y="58"/>
                    </a:cubicBezTo>
                    <a:cubicBezTo>
                      <a:pt x="4" y="58"/>
                      <a:pt x="2" y="60"/>
                      <a:pt x="2" y="61"/>
                    </a:cubicBezTo>
                    <a:cubicBezTo>
                      <a:pt x="3" y="62"/>
                      <a:pt x="6" y="61"/>
                      <a:pt x="6" y="63"/>
                    </a:cubicBezTo>
                    <a:cubicBezTo>
                      <a:pt x="7" y="63"/>
                      <a:pt x="8" y="63"/>
                      <a:pt x="9" y="62"/>
                    </a:cubicBezTo>
                    <a:cubicBezTo>
                      <a:pt x="10" y="62"/>
                      <a:pt x="8" y="65"/>
                      <a:pt x="9" y="64"/>
                    </a:cubicBezTo>
                    <a:cubicBezTo>
                      <a:pt x="9" y="65"/>
                      <a:pt x="9" y="66"/>
                      <a:pt x="8" y="66"/>
                    </a:cubicBezTo>
                    <a:cubicBezTo>
                      <a:pt x="9" y="66"/>
                      <a:pt x="10" y="67"/>
                      <a:pt x="10" y="65"/>
                    </a:cubicBezTo>
                    <a:cubicBezTo>
                      <a:pt x="11" y="66"/>
                      <a:pt x="12" y="67"/>
                      <a:pt x="13" y="66"/>
                    </a:cubicBezTo>
                    <a:cubicBezTo>
                      <a:pt x="13" y="66"/>
                      <a:pt x="12" y="68"/>
                      <a:pt x="12" y="69"/>
                    </a:cubicBezTo>
                    <a:cubicBezTo>
                      <a:pt x="13" y="67"/>
                      <a:pt x="15" y="67"/>
                      <a:pt x="15" y="67"/>
                    </a:cubicBezTo>
                    <a:cubicBezTo>
                      <a:pt x="16" y="66"/>
                      <a:pt x="16" y="66"/>
                      <a:pt x="16" y="64"/>
                    </a:cubicBezTo>
                    <a:cubicBezTo>
                      <a:pt x="16" y="64"/>
                      <a:pt x="17" y="63"/>
                      <a:pt x="17" y="63"/>
                    </a:cubicBezTo>
                    <a:cubicBezTo>
                      <a:pt x="17" y="65"/>
                      <a:pt x="16" y="68"/>
                      <a:pt x="17" y="68"/>
                    </a:cubicBezTo>
                    <a:cubicBezTo>
                      <a:pt x="16" y="71"/>
                      <a:pt x="15" y="67"/>
                      <a:pt x="15" y="70"/>
                    </a:cubicBezTo>
                    <a:cubicBezTo>
                      <a:pt x="14" y="72"/>
                      <a:pt x="12" y="72"/>
                      <a:pt x="12" y="70"/>
                    </a:cubicBezTo>
                    <a:cubicBezTo>
                      <a:pt x="11" y="73"/>
                      <a:pt x="13" y="71"/>
                      <a:pt x="12" y="73"/>
                    </a:cubicBezTo>
                    <a:cubicBezTo>
                      <a:pt x="13" y="73"/>
                      <a:pt x="14" y="72"/>
                      <a:pt x="15" y="72"/>
                    </a:cubicBezTo>
                    <a:cubicBezTo>
                      <a:pt x="15" y="71"/>
                      <a:pt x="15" y="70"/>
                      <a:pt x="16" y="70"/>
                    </a:cubicBezTo>
                    <a:cubicBezTo>
                      <a:pt x="17" y="67"/>
                      <a:pt x="16" y="72"/>
                      <a:pt x="17" y="72"/>
                    </a:cubicBezTo>
                    <a:cubicBezTo>
                      <a:pt x="16" y="72"/>
                      <a:pt x="16" y="72"/>
                      <a:pt x="16" y="72"/>
                    </a:cubicBezTo>
                    <a:cubicBezTo>
                      <a:pt x="16" y="73"/>
                      <a:pt x="17" y="72"/>
                      <a:pt x="18" y="72"/>
                    </a:cubicBezTo>
                    <a:cubicBezTo>
                      <a:pt x="17" y="75"/>
                      <a:pt x="17" y="72"/>
                      <a:pt x="16" y="74"/>
                    </a:cubicBezTo>
                    <a:cubicBezTo>
                      <a:pt x="16" y="76"/>
                      <a:pt x="16" y="76"/>
                      <a:pt x="16" y="76"/>
                    </a:cubicBezTo>
                    <a:cubicBezTo>
                      <a:pt x="17" y="77"/>
                      <a:pt x="17" y="74"/>
                      <a:pt x="18" y="75"/>
                    </a:cubicBezTo>
                    <a:cubicBezTo>
                      <a:pt x="17" y="76"/>
                      <a:pt x="17" y="76"/>
                      <a:pt x="17" y="76"/>
                    </a:cubicBezTo>
                    <a:cubicBezTo>
                      <a:pt x="18" y="76"/>
                      <a:pt x="18" y="76"/>
                      <a:pt x="18" y="76"/>
                    </a:cubicBezTo>
                    <a:cubicBezTo>
                      <a:pt x="18" y="74"/>
                      <a:pt x="19" y="73"/>
                      <a:pt x="18" y="73"/>
                    </a:cubicBezTo>
                    <a:cubicBezTo>
                      <a:pt x="19" y="70"/>
                      <a:pt x="19" y="72"/>
                      <a:pt x="20" y="72"/>
                    </a:cubicBezTo>
                    <a:cubicBezTo>
                      <a:pt x="20" y="70"/>
                      <a:pt x="19" y="72"/>
                      <a:pt x="20" y="70"/>
                    </a:cubicBezTo>
                    <a:cubicBezTo>
                      <a:pt x="20" y="69"/>
                      <a:pt x="20" y="69"/>
                      <a:pt x="21" y="69"/>
                    </a:cubicBezTo>
                    <a:cubicBezTo>
                      <a:pt x="22" y="69"/>
                      <a:pt x="21" y="71"/>
                      <a:pt x="21" y="72"/>
                    </a:cubicBezTo>
                    <a:cubicBezTo>
                      <a:pt x="21" y="72"/>
                      <a:pt x="20" y="72"/>
                      <a:pt x="21" y="71"/>
                    </a:cubicBezTo>
                    <a:cubicBezTo>
                      <a:pt x="19" y="73"/>
                      <a:pt x="20" y="75"/>
                      <a:pt x="19" y="76"/>
                    </a:cubicBezTo>
                    <a:cubicBezTo>
                      <a:pt x="20" y="77"/>
                      <a:pt x="20" y="75"/>
                      <a:pt x="21" y="75"/>
                    </a:cubicBezTo>
                    <a:cubicBezTo>
                      <a:pt x="21" y="74"/>
                      <a:pt x="21" y="73"/>
                      <a:pt x="21" y="72"/>
                    </a:cubicBezTo>
                    <a:cubicBezTo>
                      <a:pt x="23" y="68"/>
                      <a:pt x="21" y="76"/>
                      <a:pt x="23" y="75"/>
                    </a:cubicBezTo>
                    <a:cubicBezTo>
                      <a:pt x="23" y="72"/>
                      <a:pt x="25" y="71"/>
                      <a:pt x="25" y="68"/>
                    </a:cubicBezTo>
                    <a:cubicBezTo>
                      <a:pt x="25" y="67"/>
                      <a:pt x="25" y="66"/>
                      <a:pt x="26" y="67"/>
                    </a:cubicBezTo>
                    <a:cubicBezTo>
                      <a:pt x="25" y="69"/>
                      <a:pt x="26" y="68"/>
                      <a:pt x="25" y="70"/>
                    </a:cubicBezTo>
                    <a:cubicBezTo>
                      <a:pt x="25" y="70"/>
                      <a:pt x="25" y="70"/>
                      <a:pt x="25" y="70"/>
                    </a:cubicBezTo>
                    <a:cubicBezTo>
                      <a:pt x="24" y="73"/>
                      <a:pt x="24" y="73"/>
                      <a:pt x="24" y="73"/>
                    </a:cubicBezTo>
                    <a:cubicBezTo>
                      <a:pt x="25" y="74"/>
                      <a:pt x="25" y="76"/>
                      <a:pt x="26" y="77"/>
                    </a:cubicBezTo>
                    <a:cubicBezTo>
                      <a:pt x="26" y="76"/>
                      <a:pt x="26" y="75"/>
                      <a:pt x="26" y="74"/>
                    </a:cubicBezTo>
                    <a:cubicBezTo>
                      <a:pt x="26" y="75"/>
                      <a:pt x="26" y="76"/>
                      <a:pt x="27" y="76"/>
                    </a:cubicBezTo>
                    <a:cubicBezTo>
                      <a:pt x="26" y="76"/>
                      <a:pt x="27" y="74"/>
                      <a:pt x="27" y="73"/>
                    </a:cubicBezTo>
                    <a:cubicBezTo>
                      <a:pt x="28" y="73"/>
                      <a:pt x="28" y="75"/>
                      <a:pt x="28" y="76"/>
                    </a:cubicBezTo>
                    <a:cubicBezTo>
                      <a:pt x="27" y="77"/>
                      <a:pt x="27" y="77"/>
                      <a:pt x="27" y="77"/>
                    </a:cubicBezTo>
                    <a:cubicBezTo>
                      <a:pt x="28" y="76"/>
                      <a:pt x="28" y="78"/>
                      <a:pt x="28" y="78"/>
                    </a:cubicBezTo>
                    <a:cubicBezTo>
                      <a:pt x="28" y="76"/>
                      <a:pt x="29" y="75"/>
                      <a:pt x="29" y="73"/>
                    </a:cubicBezTo>
                    <a:cubicBezTo>
                      <a:pt x="30" y="73"/>
                      <a:pt x="30" y="74"/>
                      <a:pt x="30" y="74"/>
                    </a:cubicBezTo>
                    <a:cubicBezTo>
                      <a:pt x="29" y="75"/>
                      <a:pt x="29" y="75"/>
                      <a:pt x="29" y="75"/>
                    </a:cubicBezTo>
                    <a:cubicBezTo>
                      <a:pt x="30" y="75"/>
                      <a:pt x="29" y="78"/>
                      <a:pt x="30" y="78"/>
                    </a:cubicBezTo>
                    <a:cubicBezTo>
                      <a:pt x="30" y="76"/>
                      <a:pt x="30" y="76"/>
                      <a:pt x="30" y="76"/>
                    </a:cubicBezTo>
                    <a:cubicBezTo>
                      <a:pt x="30" y="78"/>
                      <a:pt x="30" y="78"/>
                      <a:pt x="30" y="78"/>
                    </a:cubicBezTo>
                    <a:cubicBezTo>
                      <a:pt x="31" y="77"/>
                      <a:pt x="31" y="77"/>
                      <a:pt x="31" y="76"/>
                    </a:cubicBezTo>
                    <a:cubicBezTo>
                      <a:pt x="31" y="78"/>
                      <a:pt x="31" y="78"/>
                      <a:pt x="31" y="78"/>
                    </a:cubicBezTo>
                    <a:cubicBezTo>
                      <a:pt x="32" y="77"/>
                      <a:pt x="32" y="75"/>
                      <a:pt x="33" y="77"/>
                    </a:cubicBezTo>
                    <a:cubicBezTo>
                      <a:pt x="32" y="74"/>
                      <a:pt x="32" y="77"/>
                      <a:pt x="32" y="75"/>
                    </a:cubicBezTo>
                    <a:cubicBezTo>
                      <a:pt x="31" y="73"/>
                      <a:pt x="32" y="74"/>
                      <a:pt x="33" y="73"/>
                    </a:cubicBezTo>
                    <a:cubicBezTo>
                      <a:pt x="32" y="76"/>
                      <a:pt x="33" y="74"/>
                      <a:pt x="34" y="74"/>
                    </a:cubicBezTo>
                    <a:cubicBezTo>
                      <a:pt x="34" y="75"/>
                      <a:pt x="34" y="75"/>
                      <a:pt x="34" y="76"/>
                    </a:cubicBezTo>
                    <a:cubicBezTo>
                      <a:pt x="35" y="74"/>
                      <a:pt x="35" y="74"/>
                      <a:pt x="35" y="74"/>
                    </a:cubicBezTo>
                    <a:cubicBezTo>
                      <a:pt x="35" y="78"/>
                      <a:pt x="36" y="73"/>
                      <a:pt x="36" y="74"/>
                    </a:cubicBezTo>
                    <a:cubicBezTo>
                      <a:pt x="36" y="75"/>
                      <a:pt x="36" y="77"/>
                      <a:pt x="36" y="77"/>
                    </a:cubicBezTo>
                    <a:cubicBezTo>
                      <a:pt x="36" y="75"/>
                      <a:pt x="37" y="74"/>
                      <a:pt x="37" y="72"/>
                    </a:cubicBezTo>
                    <a:cubicBezTo>
                      <a:pt x="38" y="73"/>
                      <a:pt x="36" y="76"/>
                      <a:pt x="37" y="78"/>
                    </a:cubicBezTo>
                    <a:cubicBezTo>
                      <a:pt x="37" y="75"/>
                      <a:pt x="38" y="79"/>
                      <a:pt x="38" y="76"/>
                    </a:cubicBezTo>
                    <a:cubicBezTo>
                      <a:pt x="37" y="75"/>
                      <a:pt x="38" y="75"/>
                      <a:pt x="38" y="73"/>
                    </a:cubicBezTo>
                    <a:cubicBezTo>
                      <a:pt x="39" y="74"/>
                      <a:pt x="38" y="75"/>
                      <a:pt x="39" y="75"/>
                    </a:cubicBezTo>
                    <a:cubicBezTo>
                      <a:pt x="39" y="75"/>
                      <a:pt x="39" y="73"/>
                      <a:pt x="39" y="72"/>
                    </a:cubicBezTo>
                    <a:cubicBezTo>
                      <a:pt x="39" y="73"/>
                      <a:pt x="40" y="70"/>
                      <a:pt x="40" y="72"/>
                    </a:cubicBezTo>
                    <a:cubicBezTo>
                      <a:pt x="41" y="74"/>
                      <a:pt x="39" y="73"/>
                      <a:pt x="40" y="74"/>
                    </a:cubicBezTo>
                    <a:cubicBezTo>
                      <a:pt x="41" y="74"/>
                      <a:pt x="40" y="70"/>
                      <a:pt x="41" y="69"/>
                    </a:cubicBezTo>
                    <a:cubicBezTo>
                      <a:pt x="41" y="68"/>
                      <a:pt x="41" y="65"/>
                      <a:pt x="42" y="64"/>
                    </a:cubicBezTo>
                    <a:cubicBezTo>
                      <a:pt x="43" y="65"/>
                      <a:pt x="41" y="65"/>
                      <a:pt x="42" y="68"/>
                    </a:cubicBezTo>
                    <a:cubicBezTo>
                      <a:pt x="42" y="67"/>
                      <a:pt x="42" y="67"/>
                      <a:pt x="42" y="67"/>
                    </a:cubicBezTo>
                    <a:cubicBezTo>
                      <a:pt x="43" y="70"/>
                      <a:pt x="41" y="72"/>
                      <a:pt x="41" y="74"/>
                    </a:cubicBezTo>
                    <a:cubicBezTo>
                      <a:pt x="42" y="73"/>
                      <a:pt x="42" y="73"/>
                      <a:pt x="42" y="73"/>
                    </a:cubicBezTo>
                    <a:cubicBezTo>
                      <a:pt x="42" y="77"/>
                      <a:pt x="42" y="77"/>
                      <a:pt x="42" y="77"/>
                    </a:cubicBezTo>
                    <a:cubicBezTo>
                      <a:pt x="42" y="75"/>
                      <a:pt x="43" y="76"/>
                      <a:pt x="43" y="76"/>
                    </a:cubicBezTo>
                    <a:cubicBezTo>
                      <a:pt x="43" y="74"/>
                      <a:pt x="43" y="76"/>
                      <a:pt x="43" y="75"/>
                    </a:cubicBezTo>
                    <a:cubicBezTo>
                      <a:pt x="43" y="74"/>
                      <a:pt x="43" y="71"/>
                      <a:pt x="44" y="73"/>
                    </a:cubicBezTo>
                    <a:cubicBezTo>
                      <a:pt x="44" y="74"/>
                      <a:pt x="44" y="75"/>
                      <a:pt x="44" y="76"/>
                    </a:cubicBezTo>
                    <a:cubicBezTo>
                      <a:pt x="45" y="77"/>
                      <a:pt x="44" y="74"/>
                      <a:pt x="45" y="75"/>
                    </a:cubicBezTo>
                    <a:cubicBezTo>
                      <a:pt x="45" y="76"/>
                      <a:pt x="45" y="76"/>
                      <a:pt x="45" y="76"/>
                    </a:cubicBezTo>
                    <a:cubicBezTo>
                      <a:pt x="47" y="76"/>
                      <a:pt x="50" y="76"/>
                      <a:pt x="51" y="72"/>
                    </a:cubicBezTo>
                    <a:cubicBezTo>
                      <a:pt x="52" y="73"/>
                      <a:pt x="52" y="73"/>
                      <a:pt x="53" y="74"/>
                    </a:cubicBezTo>
                    <a:cubicBezTo>
                      <a:pt x="53" y="74"/>
                      <a:pt x="53" y="73"/>
                      <a:pt x="53" y="72"/>
                    </a:cubicBezTo>
                    <a:cubicBezTo>
                      <a:pt x="54" y="74"/>
                      <a:pt x="54" y="74"/>
                      <a:pt x="54" y="74"/>
                    </a:cubicBezTo>
                    <a:cubicBezTo>
                      <a:pt x="55" y="76"/>
                      <a:pt x="55" y="74"/>
                      <a:pt x="56" y="72"/>
                    </a:cubicBezTo>
                    <a:cubicBezTo>
                      <a:pt x="56" y="74"/>
                      <a:pt x="56" y="74"/>
                      <a:pt x="56" y="74"/>
                    </a:cubicBezTo>
                    <a:cubicBezTo>
                      <a:pt x="57" y="75"/>
                      <a:pt x="56" y="73"/>
                      <a:pt x="57" y="72"/>
                    </a:cubicBezTo>
                    <a:cubicBezTo>
                      <a:pt x="57" y="74"/>
                      <a:pt x="57" y="74"/>
                      <a:pt x="57" y="74"/>
                    </a:cubicBezTo>
                    <a:cubicBezTo>
                      <a:pt x="57" y="72"/>
                      <a:pt x="57" y="72"/>
                      <a:pt x="57" y="72"/>
                    </a:cubicBezTo>
                    <a:cubicBezTo>
                      <a:pt x="58" y="72"/>
                      <a:pt x="58" y="72"/>
                      <a:pt x="58" y="74"/>
                    </a:cubicBezTo>
                    <a:cubicBezTo>
                      <a:pt x="59" y="74"/>
                      <a:pt x="59" y="73"/>
                      <a:pt x="58" y="73"/>
                    </a:cubicBezTo>
                    <a:cubicBezTo>
                      <a:pt x="59" y="74"/>
                      <a:pt x="60" y="74"/>
                      <a:pt x="61" y="73"/>
                    </a:cubicBezTo>
                    <a:cubicBezTo>
                      <a:pt x="61" y="72"/>
                      <a:pt x="61" y="72"/>
                      <a:pt x="61" y="70"/>
                    </a:cubicBezTo>
                    <a:cubicBezTo>
                      <a:pt x="61" y="68"/>
                      <a:pt x="61" y="71"/>
                      <a:pt x="61" y="69"/>
                    </a:cubicBezTo>
                    <a:cubicBezTo>
                      <a:pt x="61" y="70"/>
                      <a:pt x="62" y="71"/>
                      <a:pt x="61" y="72"/>
                    </a:cubicBezTo>
                    <a:cubicBezTo>
                      <a:pt x="63" y="75"/>
                      <a:pt x="64" y="72"/>
                      <a:pt x="66" y="72"/>
                    </a:cubicBezTo>
                    <a:cubicBezTo>
                      <a:pt x="66" y="71"/>
                      <a:pt x="66" y="71"/>
                      <a:pt x="66" y="71"/>
                    </a:cubicBezTo>
                    <a:cubicBezTo>
                      <a:pt x="68" y="73"/>
                      <a:pt x="68" y="71"/>
                      <a:pt x="70" y="72"/>
                    </a:cubicBezTo>
                    <a:cubicBezTo>
                      <a:pt x="69" y="71"/>
                      <a:pt x="69" y="68"/>
                      <a:pt x="70" y="68"/>
                    </a:cubicBezTo>
                    <a:cubicBezTo>
                      <a:pt x="70" y="66"/>
                      <a:pt x="70" y="70"/>
                      <a:pt x="71" y="71"/>
                    </a:cubicBezTo>
                    <a:cubicBezTo>
                      <a:pt x="71" y="71"/>
                      <a:pt x="72" y="70"/>
                      <a:pt x="72" y="70"/>
                    </a:cubicBezTo>
                    <a:cubicBezTo>
                      <a:pt x="72" y="71"/>
                      <a:pt x="72" y="71"/>
                      <a:pt x="72" y="71"/>
                    </a:cubicBezTo>
                    <a:cubicBezTo>
                      <a:pt x="72" y="70"/>
                      <a:pt x="73" y="69"/>
                      <a:pt x="73" y="70"/>
                    </a:cubicBezTo>
                    <a:cubicBezTo>
                      <a:pt x="73" y="70"/>
                      <a:pt x="73" y="70"/>
                      <a:pt x="73" y="70"/>
                    </a:cubicBezTo>
                    <a:cubicBezTo>
                      <a:pt x="74" y="70"/>
                      <a:pt x="74" y="71"/>
                      <a:pt x="75" y="71"/>
                    </a:cubicBezTo>
                    <a:cubicBezTo>
                      <a:pt x="75" y="69"/>
                      <a:pt x="76" y="70"/>
                      <a:pt x="76" y="69"/>
                    </a:cubicBezTo>
                    <a:cubicBezTo>
                      <a:pt x="76" y="69"/>
                      <a:pt x="76" y="69"/>
                      <a:pt x="76" y="69"/>
                    </a:cubicBezTo>
                    <a:cubicBezTo>
                      <a:pt x="76" y="68"/>
                      <a:pt x="76" y="68"/>
                      <a:pt x="76" y="68"/>
                    </a:cubicBezTo>
                    <a:cubicBezTo>
                      <a:pt x="76" y="68"/>
                      <a:pt x="76" y="68"/>
                      <a:pt x="76" y="68"/>
                    </a:cubicBezTo>
                    <a:cubicBezTo>
                      <a:pt x="76" y="70"/>
                      <a:pt x="76" y="70"/>
                      <a:pt x="76" y="70"/>
                    </a:cubicBezTo>
                    <a:cubicBezTo>
                      <a:pt x="77" y="71"/>
                      <a:pt x="76" y="69"/>
                      <a:pt x="77" y="68"/>
                    </a:cubicBezTo>
                    <a:cubicBezTo>
                      <a:pt x="77" y="67"/>
                      <a:pt x="77" y="68"/>
                      <a:pt x="77" y="69"/>
                    </a:cubicBezTo>
                    <a:cubicBezTo>
                      <a:pt x="77" y="70"/>
                      <a:pt x="77" y="68"/>
                      <a:pt x="77" y="69"/>
                    </a:cubicBezTo>
                    <a:cubicBezTo>
                      <a:pt x="77" y="70"/>
                      <a:pt x="77" y="69"/>
                      <a:pt x="77" y="70"/>
                    </a:cubicBezTo>
                    <a:cubicBezTo>
                      <a:pt x="78" y="70"/>
                      <a:pt x="77" y="68"/>
                      <a:pt x="78" y="69"/>
                    </a:cubicBezTo>
                    <a:cubicBezTo>
                      <a:pt x="78" y="69"/>
                      <a:pt x="79" y="68"/>
                      <a:pt x="79" y="70"/>
                    </a:cubicBezTo>
                    <a:cubicBezTo>
                      <a:pt x="79" y="69"/>
                      <a:pt x="80" y="69"/>
                      <a:pt x="80" y="68"/>
                    </a:cubicBezTo>
                    <a:cubicBezTo>
                      <a:pt x="79" y="68"/>
                      <a:pt x="79" y="68"/>
                      <a:pt x="79" y="66"/>
                    </a:cubicBezTo>
                    <a:cubicBezTo>
                      <a:pt x="79" y="66"/>
                      <a:pt x="79" y="66"/>
                      <a:pt x="79" y="66"/>
                    </a:cubicBezTo>
                    <a:cubicBezTo>
                      <a:pt x="79" y="67"/>
                      <a:pt x="79" y="67"/>
                      <a:pt x="79" y="67"/>
                    </a:cubicBezTo>
                    <a:cubicBezTo>
                      <a:pt x="79" y="66"/>
                      <a:pt x="80" y="67"/>
                      <a:pt x="80" y="65"/>
                    </a:cubicBezTo>
                    <a:cubicBezTo>
                      <a:pt x="80" y="67"/>
                      <a:pt x="80" y="67"/>
                      <a:pt x="80" y="67"/>
                    </a:cubicBezTo>
                    <a:cubicBezTo>
                      <a:pt x="80" y="66"/>
                      <a:pt x="81" y="66"/>
                      <a:pt x="81" y="66"/>
                    </a:cubicBezTo>
                    <a:cubicBezTo>
                      <a:pt x="82" y="67"/>
                      <a:pt x="82" y="69"/>
                      <a:pt x="82" y="70"/>
                    </a:cubicBezTo>
                    <a:cubicBezTo>
                      <a:pt x="83" y="68"/>
                      <a:pt x="83" y="68"/>
                      <a:pt x="83" y="68"/>
                    </a:cubicBezTo>
                    <a:cubicBezTo>
                      <a:pt x="83" y="68"/>
                      <a:pt x="83" y="68"/>
                      <a:pt x="83" y="69"/>
                    </a:cubicBezTo>
                    <a:cubicBezTo>
                      <a:pt x="85" y="70"/>
                      <a:pt x="84" y="64"/>
                      <a:pt x="85" y="65"/>
                    </a:cubicBezTo>
                    <a:cubicBezTo>
                      <a:pt x="85" y="67"/>
                      <a:pt x="85" y="68"/>
                      <a:pt x="86" y="68"/>
                    </a:cubicBezTo>
                    <a:cubicBezTo>
                      <a:pt x="86" y="68"/>
                      <a:pt x="86" y="67"/>
                      <a:pt x="86" y="67"/>
                    </a:cubicBezTo>
                    <a:cubicBezTo>
                      <a:pt x="86" y="66"/>
                      <a:pt x="86" y="68"/>
                      <a:pt x="85" y="67"/>
                    </a:cubicBezTo>
                    <a:cubicBezTo>
                      <a:pt x="85" y="66"/>
                      <a:pt x="86" y="66"/>
                      <a:pt x="86" y="66"/>
                    </a:cubicBezTo>
                    <a:cubicBezTo>
                      <a:pt x="87" y="70"/>
                      <a:pt x="89" y="66"/>
                      <a:pt x="91" y="68"/>
                    </a:cubicBezTo>
                    <a:cubicBezTo>
                      <a:pt x="90" y="66"/>
                      <a:pt x="91" y="67"/>
                      <a:pt x="91" y="66"/>
                    </a:cubicBezTo>
                    <a:cubicBezTo>
                      <a:pt x="92" y="69"/>
                      <a:pt x="92" y="66"/>
                      <a:pt x="93" y="67"/>
                    </a:cubicBezTo>
                    <a:cubicBezTo>
                      <a:pt x="92" y="65"/>
                      <a:pt x="92" y="65"/>
                      <a:pt x="92" y="65"/>
                    </a:cubicBezTo>
                    <a:cubicBezTo>
                      <a:pt x="93" y="66"/>
                      <a:pt x="92" y="61"/>
                      <a:pt x="94" y="63"/>
                    </a:cubicBezTo>
                    <a:cubicBezTo>
                      <a:pt x="94" y="64"/>
                      <a:pt x="94" y="65"/>
                      <a:pt x="94" y="66"/>
                    </a:cubicBezTo>
                    <a:cubicBezTo>
                      <a:pt x="95" y="68"/>
                      <a:pt x="95" y="63"/>
                      <a:pt x="96" y="66"/>
                    </a:cubicBezTo>
                    <a:cubicBezTo>
                      <a:pt x="96" y="65"/>
                      <a:pt x="95" y="63"/>
                      <a:pt x="96" y="62"/>
                    </a:cubicBezTo>
                    <a:cubicBezTo>
                      <a:pt x="96" y="63"/>
                      <a:pt x="98" y="64"/>
                      <a:pt x="98" y="65"/>
                    </a:cubicBezTo>
                    <a:cubicBezTo>
                      <a:pt x="98" y="64"/>
                      <a:pt x="98" y="64"/>
                      <a:pt x="98" y="64"/>
                    </a:cubicBezTo>
                    <a:cubicBezTo>
                      <a:pt x="99" y="65"/>
                      <a:pt x="98" y="65"/>
                      <a:pt x="98" y="65"/>
                    </a:cubicBezTo>
                    <a:cubicBezTo>
                      <a:pt x="99" y="66"/>
                      <a:pt x="99" y="65"/>
                      <a:pt x="100" y="64"/>
                    </a:cubicBezTo>
                    <a:cubicBezTo>
                      <a:pt x="101" y="65"/>
                      <a:pt x="101" y="64"/>
                      <a:pt x="102" y="65"/>
                    </a:cubicBezTo>
                    <a:cubicBezTo>
                      <a:pt x="102" y="63"/>
                      <a:pt x="104" y="66"/>
                      <a:pt x="103" y="63"/>
                    </a:cubicBezTo>
                    <a:cubicBezTo>
                      <a:pt x="104" y="64"/>
                      <a:pt x="104" y="64"/>
                      <a:pt x="104" y="64"/>
                    </a:cubicBezTo>
                    <a:cubicBezTo>
                      <a:pt x="104" y="63"/>
                      <a:pt x="103" y="61"/>
                      <a:pt x="104" y="60"/>
                    </a:cubicBezTo>
                    <a:cubicBezTo>
                      <a:pt x="104" y="62"/>
                      <a:pt x="104" y="62"/>
                      <a:pt x="104" y="62"/>
                    </a:cubicBezTo>
                    <a:cubicBezTo>
                      <a:pt x="105" y="65"/>
                      <a:pt x="105" y="63"/>
                      <a:pt x="106" y="64"/>
                    </a:cubicBezTo>
                    <a:cubicBezTo>
                      <a:pt x="105" y="62"/>
                      <a:pt x="106" y="64"/>
                      <a:pt x="106" y="62"/>
                    </a:cubicBezTo>
                    <a:cubicBezTo>
                      <a:pt x="106" y="62"/>
                      <a:pt x="106" y="62"/>
                      <a:pt x="106" y="62"/>
                    </a:cubicBezTo>
                    <a:cubicBezTo>
                      <a:pt x="106" y="61"/>
                      <a:pt x="106" y="61"/>
                      <a:pt x="106" y="60"/>
                    </a:cubicBezTo>
                    <a:cubicBezTo>
                      <a:pt x="107" y="60"/>
                      <a:pt x="107" y="62"/>
                      <a:pt x="107" y="62"/>
                    </a:cubicBezTo>
                    <a:cubicBezTo>
                      <a:pt x="108" y="63"/>
                      <a:pt x="108" y="62"/>
                      <a:pt x="108" y="62"/>
                    </a:cubicBezTo>
                    <a:cubicBezTo>
                      <a:pt x="108" y="62"/>
                      <a:pt x="108" y="62"/>
                      <a:pt x="108" y="61"/>
                    </a:cubicBezTo>
                    <a:cubicBezTo>
                      <a:pt x="108" y="62"/>
                      <a:pt x="108" y="62"/>
                      <a:pt x="108" y="62"/>
                    </a:cubicBezTo>
                    <a:cubicBezTo>
                      <a:pt x="108" y="62"/>
                      <a:pt x="108" y="61"/>
                      <a:pt x="109" y="61"/>
                    </a:cubicBezTo>
                    <a:cubicBezTo>
                      <a:pt x="109" y="61"/>
                      <a:pt x="109" y="61"/>
                      <a:pt x="109" y="61"/>
                    </a:cubicBezTo>
                    <a:cubicBezTo>
                      <a:pt x="108" y="62"/>
                      <a:pt x="108" y="62"/>
                      <a:pt x="108" y="62"/>
                    </a:cubicBezTo>
                    <a:cubicBezTo>
                      <a:pt x="108" y="62"/>
                      <a:pt x="109" y="62"/>
                      <a:pt x="109" y="62"/>
                    </a:cubicBezTo>
                    <a:cubicBezTo>
                      <a:pt x="109" y="62"/>
                      <a:pt x="109" y="62"/>
                      <a:pt x="109" y="62"/>
                    </a:cubicBezTo>
                    <a:cubicBezTo>
                      <a:pt x="109" y="62"/>
                      <a:pt x="109" y="62"/>
                      <a:pt x="109" y="62"/>
                    </a:cubicBezTo>
                    <a:cubicBezTo>
                      <a:pt x="110" y="64"/>
                      <a:pt x="110" y="64"/>
                      <a:pt x="110" y="64"/>
                    </a:cubicBezTo>
                    <a:cubicBezTo>
                      <a:pt x="110" y="64"/>
                      <a:pt x="110" y="62"/>
                      <a:pt x="110" y="61"/>
                    </a:cubicBezTo>
                    <a:cubicBezTo>
                      <a:pt x="112" y="62"/>
                      <a:pt x="113" y="60"/>
                      <a:pt x="114" y="59"/>
                    </a:cubicBezTo>
                    <a:cubicBezTo>
                      <a:pt x="113" y="59"/>
                      <a:pt x="114" y="60"/>
                      <a:pt x="114" y="60"/>
                    </a:cubicBezTo>
                    <a:cubicBezTo>
                      <a:pt x="114" y="59"/>
                      <a:pt x="114" y="58"/>
                      <a:pt x="114" y="59"/>
                    </a:cubicBezTo>
                    <a:cubicBezTo>
                      <a:pt x="114" y="58"/>
                      <a:pt x="115" y="60"/>
                      <a:pt x="116" y="60"/>
                    </a:cubicBezTo>
                    <a:cubicBezTo>
                      <a:pt x="116" y="60"/>
                      <a:pt x="115" y="58"/>
                      <a:pt x="115" y="58"/>
                    </a:cubicBezTo>
                    <a:cubicBezTo>
                      <a:pt x="117" y="60"/>
                      <a:pt x="117" y="56"/>
                      <a:pt x="118" y="57"/>
                    </a:cubicBezTo>
                    <a:cubicBezTo>
                      <a:pt x="118" y="58"/>
                      <a:pt x="118" y="58"/>
                      <a:pt x="119" y="59"/>
                    </a:cubicBezTo>
                    <a:cubicBezTo>
                      <a:pt x="119" y="58"/>
                      <a:pt x="120" y="57"/>
                      <a:pt x="120" y="55"/>
                    </a:cubicBezTo>
                    <a:cubicBezTo>
                      <a:pt x="120" y="57"/>
                      <a:pt x="120" y="57"/>
                      <a:pt x="120" y="57"/>
                    </a:cubicBezTo>
                    <a:cubicBezTo>
                      <a:pt x="121" y="57"/>
                      <a:pt x="121" y="56"/>
                      <a:pt x="121" y="55"/>
                    </a:cubicBezTo>
                    <a:cubicBezTo>
                      <a:pt x="120" y="54"/>
                      <a:pt x="121" y="52"/>
                      <a:pt x="121" y="53"/>
                    </a:cubicBezTo>
                    <a:cubicBezTo>
                      <a:pt x="121" y="53"/>
                      <a:pt x="121" y="53"/>
                      <a:pt x="121" y="53"/>
                    </a:cubicBezTo>
                    <a:cubicBezTo>
                      <a:pt x="122" y="52"/>
                      <a:pt x="122" y="52"/>
                      <a:pt x="122" y="52"/>
                    </a:cubicBezTo>
                    <a:cubicBezTo>
                      <a:pt x="123" y="52"/>
                      <a:pt x="122" y="52"/>
                      <a:pt x="122" y="53"/>
                    </a:cubicBezTo>
                    <a:cubicBezTo>
                      <a:pt x="123" y="55"/>
                      <a:pt x="124" y="54"/>
                      <a:pt x="125" y="54"/>
                    </a:cubicBezTo>
                    <a:cubicBezTo>
                      <a:pt x="124" y="53"/>
                      <a:pt x="124" y="53"/>
                      <a:pt x="124" y="53"/>
                    </a:cubicBezTo>
                    <a:cubicBezTo>
                      <a:pt x="125" y="52"/>
                      <a:pt x="125" y="54"/>
                      <a:pt x="125" y="54"/>
                    </a:cubicBezTo>
                    <a:cubicBezTo>
                      <a:pt x="125" y="49"/>
                      <a:pt x="125" y="49"/>
                      <a:pt x="125" y="49"/>
                    </a:cubicBezTo>
                    <a:cubicBezTo>
                      <a:pt x="125" y="49"/>
                      <a:pt x="126" y="51"/>
                      <a:pt x="126" y="52"/>
                    </a:cubicBezTo>
                    <a:cubicBezTo>
                      <a:pt x="127" y="51"/>
                      <a:pt x="126" y="48"/>
                      <a:pt x="126" y="46"/>
                    </a:cubicBezTo>
                    <a:cubicBezTo>
                      <a:pt x="127" y="47"/>
                      <a:pt x="127" y="45"/>
                      <a:pt x="128" y="45"/>
                    </a:cubicBezTo>
                    <a:cubicBezTo>
                      <a:pt x="128" y="46"/>
                      <a:pt x="127" y="45"/>
                      <a:pt x="128" y="46"/>
                    </a:cubicBezTo>
                    <a:cubicBezTo>
                      <a:pt x="129" y="47"/>
                      <a:pt x="129" y="47"/>
                      <a:pt x="129" y="47"/>
                    </a:cubicBezTo>
                    <a:cubicBezTo>
                      <a:pt x="128" y="48"/>
                      <a:pt x="130" y="50"/>
                      <a:pt x="130" y="51"/>
                    </a:cubicBezTo>
                    <a:cubicBezTo>
                      <a:pt x="130" y="50"/>
                      <a:pt x="132" y="50"/>
                      <a:pt x="132" y="50"/>
                    </a:cubicBezTo>
                    <a:cubicBezTo>
                      <a:pt x="131" y="48"/>
                      <a:pt x="133" y="49"/>
                      <a:pt x="132" y="46"/>
                    </a:cubicBezTo>
                    <a:cubicBezTo>
                      <a:pt x="133" y="45"/>
                      <a:pt x="133" y="48"/>
                      <a:pt x="134" y="48"/>
                    </a:cubicBezTo>
                    <a:cubicBezTo>
                      <a:pt x="134" y="47"/>
                      <a:pt x="135" y="47"/>
                      <a:pt x="136" y="47"/>
                    </a:cubicBezTo>
                    <a:cubicBezTo>
                      <a:pt x="136" y="47"/>
                      <a:pt x="136" y="47"/>
                      <a:pt x="136" y="47"/>
                    </a:cubicBezTo>
                    <a:cubicBezTo>
                      <a:pt x="137" y="46"/>
                      <a:pt x="138" y="46"/>
                      <a:pt x="138" y="44"/>
                    </a:cubicBezTo>
                    <a:cubicBezTo>
                      <a:pt x="139" y="45"/>
                      <a:pt x="139" y="45"/>
                      <a:pt x="139" y="45"/>
                    </a:cubicBezTo>
                    <a:cubicBezTo>
                      <a:pt x="140" y="46"/>
                      <a:pt x="137" y="42"/>
                      <a:pt x="139" y="43"/>
                    </a:cubicBezTo>
                    <a:cubicBezTo>
                      <a:pt x="139" y="44"/>
                      <a:pt x="139" y="44"/>
                      <a:pt x="139" y="44"/>
                    </a:cubicBezTo>
                    <a:cubicBezTo>
                      <a:pt x="139" y="43"/>
                      <a:pt x="141" y="45"/>
                      <a:pt x="141" y="43"/>
                    </a:cubicBezTo>
                    <a:cubicBezTo>
                      <a:pt x="141" y="44"/>
                      <a:pt x="141" y="44"/>
                      <a:pt x="141" y="44"/>
                    </a:cubicBezTo>
                    <a:cubicBezTo>
                      <a:pt x="141" y="43"/>
                      <a:pt x="142" y="43"/>
                      <a:pt x="142" y="41"/>
                    </a:cubicBezTo>
                    <a:cubicBezTo>
                      <a:pt x="143" y="43"/>
                      <a:pt x="143" y="43"/>
                      <a:pt x="143" y="43"/>
                    </a:cubicBezTo>
                    <a:cubicBezTo>
                      <a:pt x="144" y="44"/>
                      <a:pt x="142" y="41"/>
                      <a:pt x="143" y="42"/>
                    </a:cubicBezTo>
                    <a:cubicBezTo>
                      <a:pt x="143" y="42"/>
                      <a:pt x="144" y="42"/>
                      <a:pt x="144" y="43"/>
                    </a:cubicBezTo>
                    <a:cubicBezTo>
                      <a:pt x="144" y="41"/>
                      <a:pt x="145" y="41"/>
                      <a:pt x="145" y="40"/>
                    </a:cubicBezTo>
                    <a:cubicBezTo>
                      <a:pt x="146" y="42"/>
                      <a:pt x="146" y="42"/>
                      <a:pt x="146" y="42"/>
                    </a:cubicBezTo>
                    <a:cubicBezTo>
                      <a:pt x="149" y="41"/>
                      <a:pt x="153" y="39"/>
                      <a:pt x="154" y="36"/>
                    </a:cubicBezTo>
                    <a:cubicBezTo>
                      <a:pt x="156" y="38"/>
                      <a:pt x="154" y="37"/>
                      <a:pt x="156" y="39"/>
                    </a:cubicBezTo>
                    <a:cubicBezTo>
                      <a:pt x="154" y="37"/>
                      <a:pt x="156" y="38"/>
                      <a:pt x="156" y="37"/>
                    </a:cubicBezTo>
                    <a:cubicBezTo>
                      <a:pt x="156" y="37"/>
                      <a:pt x="156" y="37"/>
                      <a:pt x="156" y="37"/>
                    </a:cubicBezTo>
                    <a:cubicBezTo>
                      <a:pt x="157" y="36"/>
                      <a:pt x="158" y="38"/>
                      <a:pt x="158" y="37"/>
                    </a:cubicBezTo>
                    <a:cubicBezTo>
                      <a:pt x="157" y="36"/>
                      <a:pt x="157" y="36"/>
                      <a:pt x="157" y="36"/>
                    </a:cubicBezTo>
                    <a:cubicBezTo>
                      <a:pt x="157" y="35"/>
                      <a:pt x="160" y="38"/>
                      <a:pt x="158" y="36"/>
                    </a:cubicBezTo>
                    <a:cubicBezTo>
                      <a:pt x="160" y="37"/>
                      <a:pt x="160" y="37"/>
                      <a:pt x="160" y="37"/>
                    </a:cubicBezTo>
                    <a:cubicBezTo>
                      <a:pt x="159" y="34"/>
                      <a:pt x="161" y="37"/>
                      <a:pt x="160" y="35"/>
                    </a:cubicBezTo>
                    <a:cubicBezTo>
                      <a:pt x="160" y="35"/>
                      <a:pt x="160" y="35"/>
                      <a:pt x="160" y="35"/>
                    </a:cubicBezTo>
                    <a:cubicBezTo>
                      <a:pt x="162" y="36"/>
                      <a:pt x="160" y="32"/>
                      <a:pt x="162" y="34"/>
                    </a:cubicBezTo>
                    <a:cubicBezTo>
                      <a:pt x="162" y="33"/>
                      <a:pt x="162" y="32"/>
                      <a:pt x="161" y="30"/>
                    </a:cubicBezTo>
                    <a:cubicBezTo>
                      <a:pt x="163" y="33"/>
                      <a:pt x="163" y="33"/>
                      <a:pt x="163" y="33"/>
                    </a:cubicBezTo>
                    <a:cubicBezTo>
                      <a:pt x="164" y="30"/>
                      <a:pt x="167" y="29"/>
                      <a:pt x="167" y="26"/>
                    </a:cubicBezTo>
                    <a:cubicBezTo>
                      <a:pt x="168" y="27"/>
                      <a:pt x="168" y="27"/>
                      <a:pt x="168" y="27"/>
                    </a:cubicBezTo>
                    <a:cubicBezTo>
                      <a:pt x="168" y="24"/>
                      <a:pt x="172" y="27"/>
                      <a:pt x="170" y="23"/>
                    </a:cubicBezTo>
                    <a:cubicBezTo>
                      <a:pt x="169" y="21"/>
                      <a:pt x="169" y="21"/>
                      <a:pt x="169" y="21"/>
                    </a:cubicBezTo>
                    <a:cubicBezTo>
                      <a:pt x="171" y="23"/>
                      <a:pt x="171" y="23"/>
                      <a:pt x="171" y="23"/>
                    </a:cubicBezTo>
                    <a:cubicBezTo>
                      <a:pt x="170" y="22"/>
                      <a:pt x="172" y="22"/>
                      <a:pt x="171" y="20"/>
                    </a:cubicBezTo>
                    <a:cubicBezTo>
                      <a:pt x="171" y="21"/>
                      <a:pt x="171" y="21"/>
                      <a:pt x="172" y="21"/>
                    </a:cubicBezTo>
                    <a:cubicBezTo>
                      <a:pt x="172" y="21"/>
                      <a:pt x="171" y="19"/>
                      <a:pt x="172" y="19"/>
                    </a:cubicBezTo>
                    <a:cubicBezTo>
                      <a:pt x="172" y="20"/>
                      <a:pt x="172" y="20"/>
                      <a:pt x="172" y="20"/>
                    </a:cubicBezTo>
                    <a:cubicBezTo>
                      <a:pt x="177" y="20"/>
                      <a:pt x="182" y="19"/>
                      <a:pt x="180" y="14"/>
                    </a:cubicBezTo>
                    <a:cubicBezTo>
                      <a:pt x="180" y="13"/>
                      <a:pt x="182" y="15"/>
                      <a:pt x="182" y="15"/>
                    </a:cubicBezTo>
                    <a:cubicBezTo>
                      <a:pt x="181" y="11"/>
                      <a:pt x="188" y="11"/>
                      <a:pt x="185" y="6"/>
                    </a:cubicBezTo>
                    <a:cubicBezTo>
                      <a:pt x="185" y="4"/>
                      <a:pt x="180" y="0"/>
                      <a:pt x="18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8" name="Freeform 342"/>
              <p:cNvSpPr/>
              <p:nvPr/>
            </p:nvSpPr>
            <p:spPr bwMode="auto">
              <a:xfrm>
                <a:off x="3757" y="2934"/>
                <a:ext cx="2" cy="2"/>
              </a:xfrm>
              <a:custGeom>
                <a:avLst/>
                <a:gdLst>
                  <a:gd name="T0" fmla="*/ 0 w 1"/>
                  <a:gd name="T1" fmla="*/ 0 h 1"/>
                  <a:gd name="T2" fmla="*/ 1 w 1"/>
                  <a:gd name="T3" fmla="*/ 0 h 1"/>
                  <a:gd name="T4" fmla="*/ 0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0" y="0"/>
                      <a:pt x="0" y="0"/>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9" name="Freeform 343"/>
              <p:cNvSpPr/>
              <p:nvPr/>
            </p:nvSpPr>
            <p:spPr bwMode="auto">
              <a:xfrm>
                <a:off x="4226" y="2525"/>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0" name="Freeform 344"/>
              <p:cNvSpPr/>
              <p:nvPr/>
            </p:nvSpPr>
            <p:spPr bwMode="auto">
              <a:xfrm>
                <a:off x="3752" y="2940"/>
                <a:ext cx="3" cy="3"/>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1"/>
                      <a:pt x="0" y="1"/>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1" name="Freeform 345"/>
              <p:cNvSpPr/>
              <p:nvPr/>
            </p:nvSpPr>
            <p:spPr bwMode="auto">
              <a:xfrm>
                <a:off x="3975" y="29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2" name="Freeform 346"/>
              <p:cNvSpPr/>
              <p:nvPr/>
            </p:nvSpPr>
            <p:spPr bwMode="auto">
              <a:xfrm>
                <a:off x="3905" y="22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3" name="Freeform 347"/>
              <p:cNvSpPr/>
              <p:nvPr/>
            </p:nvSpPr>
            <p:spPr bwMode="auto">
              <a:xfrm>
                <a:off x="4289" y="255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0"/>
                      <a:pt x="0" y="1"/>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4" name="Freeform 348"/>
              <p:cNvSpPr/>
              <p:nvPr/>
            </p:nvSpPr>
            <p:spPr bwMode="auto">
              <a:xfrm>
                <a:off x="3899" y="2262"/>
                <a:ext cx="2" cy="2"/>
              </a:xfrm>
              <a:custGeom>
                <a:avLst/>
                <a:gdLst>
                  <a:gd name="T0" fmla="*/ 2 w 2"/>
                  <a:gd name="T1" fmla="*/ 0 h 2"/>
                  <a:gd name="T2" fmla="*/ 0 w 2"/>
                  <a:gd name="T3" fmla="*/ 2 h 2"/>
                  <a:gd name="T4" fmla="*/ 0 w 2"/>
                  <a:gd name="T5" fmla="*/ 0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0" y="0"/>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5" name="Freeform 349"/>
              <p:cNvSpPr/>
              <p:nvPr/>
            </p:nvSpPr>
            <p:spPr bwMode="auto">
              <a:xfrm>
                <a:off x="3939" y="2926"/>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6" name="Freeform 350"/>
              <p:cNvSpPr/>
              <p:nvPr/>
            </p:nvSpPr>
            <p:spPr bwMode="auto">
              <a:xfrm>
                <a:off x="3888" y="2281"/>
                <a:ext cx="2" cy="4"/>
              </a:xfrm>
              <a:custGeom>
                <a:avLst/>
                <a:gdLst>
                  <a:gd name="T0" fmla="*/ 2 w 2"/>
                  <a:gd name="T1" fmla="*/ 0 h 4"/>
                  <a:gd name="T2" fmla="*/ 2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2" y="0"/>
                    </a:lnTo>
                    <a:lnTo>
                      <a:pt x="0" y="4"/>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7" name="Freeform 351"/>
              <p:cNvSpPr/>
              <p:nvPr/>
            </p:nvSpPr>
            <p:spPr bwMode="auto">
              <a:xfrm>
                <a:off x="3842" y="2270"/>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2"/>
                      <a:pt x="0" y="0"/>
                      <a:pt x="1"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8" name="Freeform 352"/>
              <p:cNvSpPr/>
              <p:nvPr/>
            </p:nvSpPr>
            <p:spPr bwMode="auto">
              <a:xfrm>
                <a:off x="3844" y="2268"/>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9" name="Freeform 353"/>
              <p:cNvSpPr/>
              <p:nvPr/>
            </p:nvSpPr>
            <p:spPr bwMode="auto">
              <a:xfrm>
                <a:off x="3899" y="2272"/>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0" name="Freeform 354"/>
              <p:cNvSpPr/>
              <p:nvPr/>
            </p:nvSpPr>
            <p:spPr bwMode="auto">
              <a:xfrm>
                <a:off x="3776" y="298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1" name="Freeform 355"/>
              <p:cNvSpPr/>
              <p:nvPr/>
            </p:nvSpPr>
            <p:spPr bwMode="auto">
              <a:xfrm>
                <a:off x="3795" y="2985"/>
                <a:ext cx="2" cy="6"/>
              </a:xfrm>
              <a:custGeom>
                <a:avLst/>
                <a:gdLst>
                  <a:gd name="T0" fmla="*/ 1 w 1"/>
                  <a:gd name="T1" fmla="*/ 2 h 3"/>
                  <a:gd name="T2" fmla="*/ 0 w 1"/>
                  <a:gd name="T3" fmla="*/ 1 h 3"/>
                  <a:gd name="T4" fmla="*/ 1 w 1"/>
                  <a:gd name="T5" fmla="*/ 2 h 3"/>
                </a:gdLst>
                <a:ahLst/>
                <a:cxnLst>
                  <a:cxn ang="0">
                    <a:pos x="T0" y="T1"/>
                  </a:cxn>
                  <a:cxn ang="0">
                    <a:pos x="T2" y="T3"/>
                  </a:cxn>
                  <a:cxn ang="0">
                    <a:pos x="T4" y="T5"/>
                  </a:cxn>
                </a:cxnLst>
                <a:rect l="0" t="0" r="r" b="b"/>
                <a:pathLst>
                  <a:path w="1" h="3">
                    <a:moveTo>
                      <a:pt x="1" y="2"/>
                    </a:moveTo>
                    <a:cubicBezTo>
                      <a:pt x="1" y="0"/>
                      <a:pt x="0" y="1"/>
                      <a:pt x="0" y="1"/>
                    </a:cubicBezTo>
                    <a:cubicBezTo>
                      <a:pt x="0" y="3"/>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2" name="Freeform 356"/>
              <p:cNvSpPr/>
              <p:nvPr/>
            </p:nvSpPr>
            <p:spPr bwMode="auto">
              <a:xfrm>
                <a:off x="3765" y="2972"/>
                <a:ext cx="7" cy="2"/>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1" y="1"/>
                      <a:pt x="2" y="1"/>
                      <a:pt x="3"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3" name="Freeform 357"/>
              <p:cNvSpPr/>
              <p:nvPr/>
            </p:nvSpPr>
            <p:spPr bwMode="auto">
              <a:xfrm>
                <a:off x="3803" y="2985"/>
                <a:ext cx="3"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4" name="Freeform 358"/>
              <p:cNvSpPr/>
              <p:nvPr/>
            </p:nvSpPr>
            <p:spPr bwMode="auto">
              <a:xfrm>
                <a:off x="3479"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5" name="Freeform 359"/>
              <p:cNvSpPr/>
              <p:nvPr/>
            </p:nvSpPr>
            <p:spPr bwMode="auto">
              <a:xfrm>
                <a:off x="3761" y="2966"/>
                <a:ext cx="2" cy="4"/>
              </a:xfrm>
              <a:custGeom>
                <a:avLst/>
                <a:gdLst>
                  <a:gd name="T0" fmla="*/ 1 w 1"/>
                  <a:gd name="T1" fmla="*/ 0 h 2"/>
                  <a:gd name="T2" fmla="*/ 0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1"/>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6" name="Freeform 360"/>
              <p:cNvSpPr/>
              <p:nvPr/>
            </p:nvSpPr>
            <p:spPr bwMode="auto">
              <a:xfrm>
                <a:off x="3943" y="2966"/>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7" name="Freeform 361"/>
              <p:cNvSpPr/>
              <p:nvPr/>
            </p:nvSpPr>
            <p:spPr bwMode="auto">
              <a:xfrm>
                <a:off x="4003" y="294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8" name="Freeform 362"/>
              <p:cNvSpPr/>
              <p:nvPr/>
            </p:nvSpPr>
            <p:spPr bwMode="auto">
              <a:xfrm>
                <a:off x="4003" y="29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9" name="Freeform 363"/>
              <p:cNvSpPr/>
              <p:nvPr/>
            </p:nvSpPr>
            <p:spPr bwMode="auto">
              <a:xfrm>
                <a:off x="3996" y="2951"/>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0" name="Freeform 364"/>
              <p:cNvSpPr/>
              <p:nvPr/>
            </p:nvSpPr>
            <p:spPr bwMode="auto">
              <a:xfrm>
                <a:off x="3757" y="3023"/>
                <a:ext cx="4" cy="4"/>
              </a:xfrm>
              <a:custGeom>
                <a:avLst/>
                <a:gdLst>
                  <a:gd name="T0" fmla="*/ 1 w 2"/>
                  <a:gd name="T1" fmla="*/ 0 h 2"/>
                  <a:gd name="T2" fmla="*/ 1 w 2"/>
                  <a:gd name="T3" fmla="*/ 2 h 2"/>
                  <a:gd name="T4" fmla="*/ 1 w 2"/>
                  <a:gd name="T5" fmla="*/ 0 h 2"/>
                </a:gdLst>
                <a:ahLst/>
                <a:cxnLst>
                  <a:cxn ang="0">
                    <a:pos x="T0" y="T1"/>
                  </a:cxn>
                  <a:cxn ang="0">
                    <a:pos x="T2" y="T3"/>
                  </a:cxn>
                  <a:cxn ang="0">
                    <a:pos x="T4" y="T5"/>
                  </a:cxn>
                </a:cxnLst>
                <a:rect l="0" t="0" r="r" b="b"/>
                <a:pathLst>
                  <a:path w="2" h="2">
                    <a:moveTo>
                      <a:pt x="1" y="0"/>
                    </a:moveTo>
                    <a:cubicBezTo>
                      <a:pt x="0" y="2"/>
                      <a:pt x="2" y="1"/>
                      <a:pt x="1" y="2"/>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1" name="Freeform 365"/>
              <p:cNvSpPr/>
              <p:nvPr/>
            </p:nvSpPr>
            <p:spPr bwMode="auto">
              <a:xfrm>
                <a:off x="4003" y="2949"/>
                <a:ext cx="0" cy="4"/>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2"/>
                      <a:pt x="0" y="0"/>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2" name="Freeform 366"/>
              <p:cNvSpPr/>
              <p:nvPr/>
            </p:nvSpPr>
            <p:spPr bwMode="auto">
              <a:xfrm>
                <a:off x="3869" y="293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3" name="Freeform 367"/>
              <p:cNvSpPr/>
              <p:nvPr/>
            </p:nvSpPr>
            <p:spPr bwMode="auto">
              <a:xfrm>
                <a:off x="4026" y="2926"/>
                <a:ext cx="2" cy="4"/>
              </a:xfrm>
              <a:custGeom>
                <a:avLst/>
                <a:gdLst>
                  <a:gd name="T0" fmla="*/ 0 w 2"/>
                  <a:gd name="T1" fmla="*/ 0 h 4"/>
                  <a:gd name="T2" fmla="*/ 2 w 2"/>
                  <a:gd name="T3" fmla="*/ 4 h 4"/>
                  <a:gd name="T4" fmla="*/ 2 w 2"/>
                  <a:gd name="T5" fmla="*/ 4 h 4"/>
                  <a:gd name="T6" fmla="*/ 0 w 2"/>
                  <a:gd name="T7" fmla="*/ 0 h 4"/>
                </a:gdLst>
                <a:ahLst/>
                <a:cxnLst>
                  <a:cxn ang="0">
                    <a:pos x="T0" y="T1"/>
                  </a:cxn>
                  <a:cxn ang="0">
                    <a:pos x="T2" y="T3"/>
                  </a:cxn>
                  <a:cxn ang="0">
                    <a:pos x="T4" y="T5"/>
                  </a:cxn>
                  <a:cxn ang="0">
                    <a:pos x="T6" y="T7"/>
                  </a:cxn>
                </a:cxnLst>
                <a:rect l="0" t="0" r="r" b="b"/>
                <a:pathLst>
                  <a:path w="2" h="4">
                    <a:moveTo>
                      <a:pt x="0" y="0"/>
                    </a:moveTo>
                    <a:lnTo>
                      <a:pt x="2" y="4"/>
                    </a:lnTo>
                    <a:lnTo>
                      <a:pt x="2"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4" name="Rectangle 368"/>
              <p:cNvSpPr>
                <a:spLocks noChangeArrowheads="1"/>
              </p:cNvSpPr>
              <p:nvPr/>
            </p:nvSpPr>
            <p:spPr bwMode="auto">
              <a:xfrm>
                <a:off x="4275" y="2542"/>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5" name="Oval 369"/>
              <p:cNvSpPr>
                <a:spLocks noChangeArrowheads="1"/>
              </p:cNvSpPr>
              <p:nvPr/>
            </p:nvSpPr>
            <p:spPr bwMode="auto">
              <a:xfrm>
                <a:off x="3472" y="207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6" name="Freeform 370"/>
              <p:cNvSpPr/>
              <p:nvPr/>
            </p:nvSpPr>
            <p:spPr bwMode="auto">
              <a:xfrm>
                <a:off x="4219" y="2518"/>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7" name="Freeform 371"/>
              <p:cNvSpPr/>
              <p:nvPr/>
            </p:nvSpPr>
            <p:spPr bwMode="auto">
              <a:xfrm>
                <a:off x="4230" y="2525"/>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8" name="Freeform 372"/>
              <p:cNvSpPr/>
              <p:nvPr/>
            </p:nvSpPr>
            <p:spPr bwMode="auto">
              <a:xfrm>
                <a:off x="3472"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9" name="Freeform 373"/>
              <p:cNvSpPr/>
              <p:nvPr/>
            </p:nvSpPr>
            <p:spPr bwMode="auto">
              <a:xfrm>
                <a:off x="4217" y="2482"/>
                <a:ext cx="145" cy="117"/>
              </a:xfrm>
              <a:custGeom>
                <a:avLst/>
                <a:gdLst>
                  <a:gd name="T0" fmla="*/ 63 w 68"/>
                  <a:gd name="T1" fmla="*/ 35 h 55"/>
                  <a:gd name="T2" fmla="*/ 47 w 68"/>
                  <a:gd name="T3" fmla="*/ 21 h 55"/>
                  <a:gd name="T4" fmla="*/ 43 w 68"/>
                  <a:gd name="T5" fmla="*/ 21 h 55"/>
                  <a:gd name="T6" fmla="*/ 40 w 68"/>
                  <a:gd name="T7" fmla="*/ 15 h 55"/>
                  <a:gd name="T8" fmla="*/ 35 w 68"/>
                  <a:gd name="T9" fmla="*/ 11 h 55"/>
                  <a:gd name="T10" fmla="*/ 29 w 68"/>
                  <a:gd name="T11" fmla="*/ 6 h 55"/>
                  <a:gd name="T12" fmla="*/ 24 w 68"/>
                  <a:gd name="T13" fmla="*/ 7 h 55"/>
                  <a:gd name="T14" fmla="*/ 16 w 68"/>
                  <a:gd name="T15" fmla="*/ 6 h 55"/>
                  <a:gd name="T16" fmla="*/ 13 w 68"/>
                  <a:gd name="T17" fmla="*/ 5 h 55"/>
                  <a:gd name="T18" fmla="*/ 10 w 68"/>
                  <a:gd name="T19" fmla="*/ 1 h 55"/>
                  <a:gd name="T20" fmla="*/ 9 w 68"/>
                  <a:gd name="T21" fmla="*/ 1 h 55"/>
                  <a:gd name="T22" fmla="*/ 5 w 68"/>
                  <a:gd name="T23" fmla="*/ 2 h 55"/>
                  <a:gd name="T24" fmla="*/ 2 w 68"/>
                  <a:gd name="T25" fmla="*/ 3 h 55"/>
                  <a:gd name="T26" fmla="*/ 2 w 68"/>
                  <a:gd name="T27" fmla="*/ 6 h 55"/>
                  <a:gd name="T28" fmla="*/ 5 w 68"/>
                  <a:gd name="T29" fmla="*/ 8 h 55"/>
                  <a:gd name="T30" fmla="*/ 4 w 68"/>
                  <a:gd name="T31" fmla="*/ 10 h 55"/>
                  <a:gd name="T32" fmla="*/ 6 w 68"/>
                  <a:gd name="T33" fmla="*/ 13 h 55"/>
                  <a:gd name="T34" fmla="*/ 4 w 68"/>
                  <a:gd name="T35" fmla="*/ 16 h 55"/>
                  <a:gd name="T36" fmla="*/ 2 w 68"/>
                  <a:gd name="T37" fmla="*/ 19 h 55"/>
                  <a:gd name="T38" fmla="*/ 6 w 68"/>
                  <a:gd name="T39" fmla="*/ 16 h 55"/>
                  <a:gd name="T40" fmla="*/ 9 w 68"/>
                  <a:gd name="T41" fmla="*/ 13 h 55"/>
                  <a:gd name="T42" fmla="*/ 7 w 68"/>
                  <a:gd name="T43" fmla="*/ 19 h 55"/>
                  <a:gd name="T44" fmla="*/ 8 w 68"/>
                  <a:gd name="T45" fmla="*/ 18 h 55"/>
                  <a:gd name="T46" fmla="*/ 8 w 68"/>
                  <a:gd name="T47" fmla="*/ 21 h 55"/>
                  <a:gd name="T48" fmla="*/ 9 w 68"/>
                  <a:gd name="T49" fmla="*/ 21 h 55"/>
                  <a:gd name="T50" fmla="*/ 10 w 68"/>
                  <a:gd name="T51" fmla="*/ 22 h 55"/>
                  <a:gd name="T52" fmla="*/ 15 w 68"/>
                  <a:gd name="T53" fmla="*/ 17 h 55"/>
                  <a:gd name="T54" fmla="*/ 11 w 68"/>
                  <a:gd name="T55" fmla="*/ 23 h 55"/>
                  <a:gd name="T56" fmla="*/ 13 w 68"/>
                  <a:gd name="T57" fmla="*/ 23 h 55"/>
                  <a:gd name="T58" fmla="*/ 16 w 68"/>
                  <a:gd name="T59" fmla="*/ 23 h 55"/>
                  <a:gd name="T60" fmla="*/ 18 w 68"/>
                  <a:gd name="T61" fmla="*/ 24 h 55"/>
                  <a:gd name="T62" fmla="*/ 18 w 68"/>
                  <a:gd name="T63" fmla="*/ 24 h 55"/>
                  <a:gd name="T64" fmla="*/ 21 w 68"/>
                  <a:gd name="T65" fmla="*/ 24 h 55"/>
                  <a:gd name="T66" fmla="*/ 23 w 68"/>
                  <a:gd name="T67" fmla="*/ 23 h 55"/>
                  <a:gd name="T68" fmla="*/ 22 w 68"/>
                  <a:gd name="T69" fmla="*/ 26 h 55"/>
                  <a:gd name="T70" fmla="*/ 25 w 68"/>
                  <a:gd name="T71" fmla="*/ 24 h 55"/>
                  <a:gd name="T72" fmla="*/ 24 w 68"/>
                  <a:gd name="T73" fmla="*/ 27 h 55"/>
                  <a:gd name="T74" fmla="*/ 26 w 68"/>
                  <a:gd name="T75" fmla="*/ 29 h 55"/>
                  <a:gd name="T76" fmla="*/ 28 w 68"/>
                  <a:gd name="T77" fmla="*/ 30 h 55"/>
                  <a:gd name="T78" fmla="*/ 29 w 68"/>
                  <a:gd name="T79" fmla="*/ 32 h 55"/>
                  <a:gd name="T80" fmla="*/ 31 w 68"/>
                  <a:gd name="T81" fmla="*/ 31 h 55"/>
                  <a:gd name="T82" fmla="*/ 32 w 68"/>
                  <a:gd name="T83" fmla="*/ 32 h 55"/>
                  <a:gd name="T84" fmla="*/ 31 w 68"/>
                  <a:gd name="T85" fmla="*/ 33 h 55"/>
                  <a:gd name="T86" fmla="*/ 34 w 68"/>
                  <a:gd name="T87" fmla="*/ 34 h 55"/>
                  <a:gd name="T88" fmla="*/ 37 w 68"/>
                  <a:gd name="T89" fmla="*/ 34 h 55"/>
                  <a:gd name="T90" fmla="*/ 39 w 68"/>
                  <a:gd name="T91" fmla="*/ 34 h 55"/>
                  <a:gd name="T92" fmla="*/ 44 w 68"/>
                  <a:gd name="T93" fmla="*/ 32 h 55"/>
                  <a:gd name="T94" fmla="*/ 43 w 68"/>
                  <a:gd name="T95" fmla="*/ 36 h 55"/>
                  <a:gd name="T96" fmla="*/ 46 w 68"/>
                  <a:gd name="T97" fmla="*/ 36 h 55"/>
                  <a:gd name="T98" fmla="*/ 47 w 68"/>
                  <a:gd name="T99" fmla="*/ 38 h 55"/>
                  <a:gd name="T100" fmla="*/ 48 w 68"/>
                  <a:gd name="T101" fmla="*/ 43 h 55"/>
                  <a:gd name="T102" fmla="*/ 50 w 68"/>
                  <a:gd name="T103" fmla="*/ 44 h 55"/>
                  <a:gd name="T104" fmla="*/ 58 w 68"/>
                  <a:gd name="T105" fmla="*/ 45 h 55"/>
                  <a:gd name="T106" fmla="*/ 58 w 68"/>
                  <a:gd name="T107" fmla="*/ 5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55">
                    <a:moveTo>
                      <a:pt x="66" y="42"/>
                    </a:moveTo>
                    <a:cubicBezTo>
                      <a:pt x="65" y="40"/>
                      <a:pt x="67" y="35"/>
                      <a:pt x="64" y="34"/>
                    </a:cubicBezTo>
                    <a:cubicBezTo>
                      <a:pt x="63" y="35"/>
                      <a:pt x="62" y="35"/>
                      <a:pt x="62" y="36"/>
                    </a:cubicBezTo>
                    <a:cubicBezTo>
                      <a:pt x="62" y="35"/>
                      <a:pt x="62" y="35"/>
                      <a:pt x="62" y="35"/>
                    </a:cubicBezTo>
                    <a:cubicBezTo>
                      <a:pt x="61" y="36"/>
                      <a:pt x="61" y="36"/>
                      <a:pt x="61" y="36"/>
                    </a:cubicBezTo>
                    <a:cubicBezTo>
                      <a:pt x="61" y="36"/>
                      <a:pt x="62" y="35"/>
                      <a:pt x="63" y="35"/>
                    </a:cubicBezTo>
                    <a:cubicBezTo>
                      <a:pt x="62" y="34"/>
                      <a:pt x="61" y="34"/>
                      <a:pt x="61" y="33"/>
                    </a:cubicBezTo>
                    <a:cubicBezTo>
                      <a:pt x="59" y="34"/>
                      <a:pt x="60" y="32"/>
                      <a:pt x="58" y="34"/>
                    </a:cubicBezTo>
                    <a:cubicBezTo>
                      <a:pt x="59" y="33"/>
                      <a:pt x="59" y="33"/>
                      <a:pt x="59" y="33"/>
                    </a:cubicBezTo>
                    <a:cubicBezTo>
                      <a:pt x="58" y="33"/>
                      <a:pt x="58" y="33"/>
                      <a:pt x="59" y="31"/>
                    </a:cubicBezTo>
                    <a:cubicBezTo>
                      <a:pt x="59" y="28"/>
                      <a:pt x="56" y="27"/>
                      <a:pt x="55" y="24"/>
                    </a:cubicBezTo>
                    <a:cubicBezTo>
                      <a:pt x="53" y="22"/>
                      <a:pt x="50" y="22"/>
                      <a:pt x="47" y="21"/>
                    </a:cubicBezTo>
                    <a:cubicBezTo>
                      <a:pt x="45" y="23"/>
                      <a:pt x="45" y="22"/>
                      <a:pt x="43" y="23"/>
                    </a:cubicBezTo>
                    <a:cubicBezTo>
                      <a:pt x="44" y="23"/>
                      <a:pt x="44" y="23"/>
                      <a:pt x="44" y="23"/>
                    </a:cubicBezTo>
                    <a:cubicBezTo>
                      <a:pt x="42" y="23"/>
                      <a:pt x="43" y="22"/>
                      <a:pt x="44" y="21"/>
                    </a:cubicBezTo>
                    <a:cubicBezTo>
                      <a:pt x="43" y="22"/>
                      <a:pt x="44" y="21"/>
                      <a:pt x="42" y="22"/>
                    </a:cubicBezTo>
                    <a:cubicBezTo>
                      <a:pt x="41" y="24"/>
                      <a:pt x="44" y="20"/>
                      <a:pt x="43" y="21"/>
                    </a:cubicBezTo>
                    <a:cubicBezTo>
                      <a:pt x="44" y="20"/>
                      <a:pt x="42" y="22"/>
                      <a:pt x="43" y="21"/>
                    </a:cubicBezTo>
                    <a:cubicBezTo>
                      <a:pt x="41" y="22"/>
                      <a:pt x="44" y="20"/>
                      <a:pt x="44" y="18"/>
                    </a:cubicBezTo>
                    <a:cubicBezTo>
                      <a:pt x="43" y="18"/>
                      <a:pt x="41" y="19"/>
                      <a:pt x="41" y="17"/>
                    </a:cubicBezTo>
                    <a:cubicBezTo>
                      <a:pt x="41" y="17"/>
                      <a:pt x="40" y="18"/>
                      <a:pt x="40" y="18"/>
                    </a:cubicBezTo>
                    <a:cubicBezTo>
                      <a:pt x="42" y="16"/>
                      <a:pt x="39" y="19"/>
                      <a:pt x="40" y="17"/>
                    </a:cubicBezTo>
                    <a:cubicBezTo>
                      <a:pt x="40" y="17"/>
                      <a:pt x="40" y="17"/>
                      <a:pt x="40" y="17"/>
                    </a:cubicBezTo>
                    <a:cubicBezTo>
                      <a:pt x="41" y="15"/>
                      <a:pt x="39" y="17"/>
                      <a:pt x="40" y="15"/>
                    </a:cubicBezTo>
                    <a:cubicBezTo>
                      <a:pt x="40" y="15"/>
                      <a:pt x="40" y="15"/>
                      <a:pt x="40" y="15"/>
                    </a:cubicBezTo>
                    <a:cubicBezTo>
                      <a:pt x="38" y="16"/>
                      <a:pt x="40" y="13"/>
                      <a:pt x="39" y="15"/>
                    </a:cubicBezTo>
                    <a:cubicBezTo>
                      <a:pt x="40" y="14"/>
                      <a:pt x="39" y="14"/>
                      <a:pt x="40" y="13"/>
                    </a:cubicBezTo>
                    <a:cubicBezTo>
                      <a:pt x="37" y="16"/>
                      <a:pt x="40" y="12"/>
                      <a:pt x="38" y="13"/>
                    </a:cubicBezTo>
                    <a:cubicBezTo>
                      <a:pt x="38" y="13"/>
                      <a:pt x="38" y="13"/>
                      <a:pt x="38" y="13"/>
                    </a:cubicBezTo>
                    <a:cubicBezTo>
                      <a:pt x="37" y="12"/>
                      <a:pt x="37" y="11"/>
                      <a:pt x="35" y="11"/>
                    </a:cubicBezTo>
                    <a:cubicBezTo>
                      <a:pt x="34" y="11"/>
                      <a:pt x="36" y="8"/>
                      <a:pt x="34" y="9"/>
                    </a:cubicBezTo>
                    <a:cubicBezTo>
                      <a:pt x="33" y="10"/>
                      <a:pt x="33" y="10"/>
                      <a:pt x="33" y="10"/>
                    </a:cubicBezTo>
                    <a:cubicBezTo>
                      <a:pt x="32" y="10"/>
                      <a:pt x="33" y="9"/>
                      <a:pt x="34" y="9"/>
                    </a:cubicBezTo>
                    <a:cubicBezTo>
                      <a:pt x="32" y="10"/>
                      <a:pt x="33" y="8"/>
                      <a:pt x="33" y="7"/>
                    </a:cubicBezTo>
                    <a:cubicBezTo>
                      <a:pt x="32" y="8"/>
                      <a:pt x="32" y="8"/>
                      <a:pt x="32" y="8"/>
                    </a:cubicBezTo>
                    <a:cubicBezTo>
                      <a:pt x="32" y="7"/>
                      <a:pt x="29" y="7"/>
                      <a:pt x="29" y="6"/>
                    </a:cubicBezTo>
                    <a:cubicBezTo>
                      <a:pt x="28" y="9"/>
                      <a:pt x="28" y="7"/>
                      <a:pt x="28" y="8"/>
                    </a:cubicBezTo>
                    <a:cubicBezTo>
                      <a:pt x="28" y="8"/>
                      <a:pt x="28" y="7"/>
                      <a:pt x="28" y="6"/>
                    </a:cubicBezTo>
                    <a:cubicBezTo>
                      <a:pt x="28" y="6"/>
                      <a:pt x="28" y="6"/>
                      <a:pt x="28" y="5"/>
                    </a:cubicBezTo>
                    <a:cubicBezTo>
                      <a:pt x="27" y="6"/>
                      <a:pt x="26" y="7"/>
                      <a:pt x="26" y="7"/>
                    </a:cubicBezTo>
                    <a:cubicBezTo>
                      <a:pt x="27" y="4"/>
                      <a:pt x="26" y="6"/>
                      <a:pt x="26" y="5"/>
                    </a:cubicBezTo>
                    <a:cubicBezTo>
                      <a:pt x="25" y="7"/>
                      <a:pt x="24" y="8"/>
                      <a:pt x="24" y="7"/>
                    </a:cubicBezTo>
                    <a:cubicBezTo>
                      <a:pt x="26" y="5"/>
                      <a:pt x="26" y="5"/>
                      <a:pt x="26" y="5"/>
                    </a:cubicBezTo>
                    <a:cubicBezTo>
                      <a:pt x="24" y="6"/>
                      <a:pt x="24" y="3"/>
                      <a:pt x="22" y="5"/>
                    </a:cubicBezTo>
                    <a:cubicBezTo>
                      <a:pt x="22" y="4"/>
                      <a:pt x="22" y="4"/>
                      <a:pt x="22" y="4"/>
                    </a:cubicBezTo>
                    <a:cubicBezTo>
                      <a:pt x="21" y="5"/>
                      <a:pt x="21" y="3"/>
                      <a:pt x="19" y="5"/>
                    </a:cubicBezTo>
                    <a:cubicBezTo>
                      <a:pt x="19" y="4"/>
                      <a:pt x="19" y="4"/>
                      <a:pt x="19" y="3"/>
                    </a:cubicBezTo>
                    <a:cubicBezTo>
                      <a:pt x="18" y="4"/>
                      <a:pt x="18" y="4"/>
                      <a:pt x="16" y="6"/>
                    </a:cubicBezTo>
                    <a:cubicBezTo>
                      <a:pt x="16" y="6"/>
                      <a:pt x="17" y="5"/>
                      <a:pt x="17" y="4"/>
                    </a:cubicBezTo>
                    <a:cubicBezTo>
                      <a:pt x="17" y="4"/>
                      <a:pt x="18" y="2"/>
                      <a:pt x="16" y="4"/>
                    </a:cubicBezTo>
                    <a:cubicBezTo>
                      <a:pt x="17" y="3"/>
                      <a:pt x="17" y="3"/>
                      <a:pt x="17" y="3"/>
                    </a:cubicBezTo>
                    <a:cubicBezTo>
                      <a:pt x="16" y="4"/>
                      <a:pt x="14" y="5"/>
                      <a:pt x="15" y="3"/>
                    </a:cubicBezTo>
                    <a:cubicBezTo>
                      <a:pt x="14" y="4"/>
                      <a:pt x="14" y="5"/>
                      <a:pt x="13" y="6"/>
                    </a:cubicBezTo>
                    <a:cubicBezTo>
                      <a:pt x="13" y="6"/>
                      <a:pt x="14" y="4"/>
                      <a:pt x="13" y="5"/>
                    </a:cubicBezTo>
                    <a:cubicBezTo>
                      <a:pt x="14" y="4"/>
                      <a:pt x="14" y="4"/>
                      <a:pt x="14" y="4"/>
                    </a:cubicBezTo>
                    <a:cubicBezTo>
                      <a:pt x="14" y="3"/>
                      <a:pt x="13" y="3"/>
                      <a:pt x="12" y="4"/>
                    </a:cubicBezTo>
                    <a:cubicBezTo>
                      <a:pt x="13" y="2"/>
                      <a:pt x="11" y="3"/>
                      <a:pt x="12" y="2"/>
                    </a:cubicBezTo>
                    <a:cubicBezTo>
                      <a:pt x="11" y="3"/>
                      <a:pt x="12" y="1"/>
                      <a:pt x="9" y="3"/>
                    </a:cubicBezTo>
                    <a:cubicBezTo>
                      <a:pt x="10" y="2"/>
                      <a:pt x="10" y="2"/>
                      <a:pt x="10" y="2"/>
                    </a:cubicBezTo>
                    <a:cubicBezTo>
                      <a:pt x="10" y="2"/>
                      <a:pt x="10" y="2"/>
                      <a:pt x="10" y="1"/>
                    </a:cubicBezTo>
                    <a:cubicBezTo>
                      <a:pt x="11" y="1"/>
                      <a:pt x="9" y="2"/>
                      <a:pt x="8" y="2"/>
                    </a:cubicBezTo>
                    <a:cubicBezTo>
                      <a:pt x="9" y="1"/>
                      <a:pt x="9" y="1"/>
                      <a:pt x="9" y="1"/>
                    </a:cubicBezTo>
                    <a:cubicBezTo>
                      <a:pt x="9" y="2"/>
                      <a:pt x="7" y="3"/>
                      <a:pt x="6" y="4"/>
                    </a:cubicBezTo>
                    <a:cubicBezTo>
                      <a:pt x="6" y="3"/>
                      <a:pt x="5" y="4"/>
                      <a:pt x="6" y="3"/>
                    </a:cubicBezTo>
                    <a:cubicBezTo>
                      <a:pt x="7" y="3"/>
                      <a:pt x="8" y="2"/>
                      <a:pt x="10" y="1"/>
                    </a:cubicBezTo>
                    <a:cubicBezTo>
                      <a:pt x="10" y="0"/>
                      <a:pt x="7" y="2"/>
                      <a:pt x="9" y="1"/>
                    </a:cubicBezTo>
                    <a:cubicBezTo>
                      <a:pt x="9" y="0"/>
                      <a:pt x="9" y="1"/>
                      <a:pt x="7" y="2"/>
                    </a:cubicBezTo>
                    <a:cubicBezTo>
                      <a:pt x="9" y="1"/>
                      <a:pt x="9" y="1"/>
                      <a:pt x="9" y="1"/>
                    </a:cubicBezTo>
                    <a:cubicBezTo>
                      <a:pt x="9" y="1"/>
                      <a:pt x="8" y="1"/>
                      <a:pt x="8" y="1"/>
                    </a:cubicBezTo>
                    <a:cubicBezTo>
                      <a:pt x="8" y="1"/>
                      <a:pt x="8" y="1"/>
                      <a:pt x="8" y="1"/>
                    </a:cubicBezTo>
                    <a:cubicBezTo>
                      <a:pt x="6" y="2"/>
                      <a:pt x="6" y="1"/>
                      <a:pt x="4" y="2"/>
                    </a:cubicBezTo>
                    <a:cubicBezTo>
                      <a:pt x="5" y="2"/>
                      <a:pt x="5" y="2"/>
                      <a:pt x="5" y="2"/>
                    </a:cubicBezTo>
                    <a:cubicBezTo>
                      <a:pt x="4" y="3"/>
                      <a:pt x="3" y="3"/>
                      <a:pt x="4" y="2"/>
                    </a:cubicBezTo>
                    <a:cubicBezTo>
                      <a:pt x="6" y="1"/>
                      <a:pt x="7" y="1"/>
                      <a:pt x="7" y="1"/>
                    </a:cubicBezTo>
                    <a:cubicBezTo>
                      <a:pt x="4" y="2"/>
                      <a:pt x="4" y="2"/>
                      <a:pt x="4" y="2"/>
                    </a:cubicBezTo>
                    <a:cubicBezTo>
                      <a:pt x="5" y="1"/>
                      <a:pt x="4" y="2"/>
                      <a:pt x="3" y="3"/>
                    </a:cubicBezTo>
                    <a:cubicBezTo>
                      <a:pt x="4" y="2"/>
                      <a:pt x="4" y="2"/>
                      <a:pt x="4" y="2"/>
                    </a:cubicBezTo>
                    <a:cubicBezTo>
                      <a:pt x="2" y="3"/>
                      <a:pt x="2" y="3"/>
                      <a:pt x="2" y="3"/>
                    </a:cubicBezTo>
                    <a:cubicBezTo>
                      <a:pt x="3" y="3"/>
                      <a:pt x="2" y="4"/>
                      <a:pt x="3" y="4"/>
                    </a:cubicBezTo>
                    <a:cubicBezTo>
                      <a:pt x="4" y="3"/>
                      <a:pt x="4" y="3"/>
                      <a:pt x="4" y="3"/>
                    </a:cubicBezTo>
                    <a:cubicBezTo>
                      <a:pt x="5" y="3"/>
                      <a:pt x="7" y="2"/>
                      <a:pt x="5" y="3"/>
                    </a:cubicBezTo>
                    <a:cubicBezTo>
                      <a:pt x="3" y="5"/>
                      <a:pt x="3" y="5"/>
                      <a:pt x="3" y="5"/>
                    </a:cubicBezTo>
                    <a:cubicBezTo>
                      <a:pt x="3" y="4"/>
                      <a:pt x="4" y="4"/>
                      <a:pt x="4" y="4"/>
                    </a:cubicBezTo>
                    <a:cubicBezTo>
                      <a:pt x="2" y="6"/>
                      <a:pt x="2" y="6"/>
                      <a:pt x="2" y="6"/>
                    </a:cubicBezTo>
                    <a:cubicBezTo>
                      <a:pt x="5" y="4"/>
                      <a:pt x="3" y="6"/>
                      <a:pt x="4" y="5"/>
                    </a:cubicBezTo>
                    <a:cubicBezTo>
                      <a:pt x="3" y="6"/>
                      <a:pt x="3" y="6"/>
                      <a:pt x="3" y="6"/>
                    </a:cubicBezTo>
                    <a:cubicBezTo>
                      <a:pt x="2" y="7"/>
                      <a:pt x="4" y="5"/>
                      <a:pt x="5" y="5"/>
                    </a:cubicBezTo>
                    <a:cubicBezTo>
                      <a:pt x="4" y="5"/>
                      <a:pt x="2" y="7"/>
                      <a:pt x="2" y="8"/>
                    </a:cubicBezTo>
                    <a:cubicBezTo>
                      <a:pt x="2" y="8"/>
                      <a:pt x="4" y="7"/>
                      <a:pt x="3" y="9"/>
                    </a:cubicBezTo>
                    <a:cubicBezTo>
                      <a:pt x="3" y="9"/>
                      <a:pt x="4" y="9"/>
                      <a:pt x="5" y="8"/>
                    </a:cubicBezTo>
                    <a:cubicBezTo>
                      <a:pt x="5" y="8"/>
                      <a:pt x="3" y="10"/>
                      <a:pt x="4" y="9"/>
                    </a:cubicBezTo>
                    <a:cubicBezTo>
                      <a:pt x="3" y="10"/>
                      <a:pt x="2" y="12"/>
                      <a:pt x="1" y="13"/>
                    </a:cubicBezTo>
                    <a:cubicBezTo>
                      <a:pt x="1" y="13"/>
                      <a:pt x="0" y="14"/>
                      <a:pt x="1" y="14"/>
                    </a:cubicBezTo>
                    <a:cubicBezTo>
                      <a:pt x="0" y="14"/>
                      <a:pt x="0" y="15"/>
                      <a:pt x="0" y="15"/>
                    </a:cubicBezTo>
                    <a:cubicBezTo>
                      <a:pt x="1" y="14"/>
                      <a:pt x="2" y="13"/>
                      <a:pt x="2" y="12"/>
                    </a:cubicBezTo>
                    <a:cubicBezTo>
                      <a:pt x="3" y="10"/>
                      <a:pt x="3" y="12"/>
                      <a:pt x="4" y="10"/>
                    </a:cubicBezTo>
                    <a:cubicBezTo>
                      <a:pt x="4" y="11"/>
                      <a:pt x="5" y="11"/>
                      <a:pt x="5" y="11"/>
                    </a:cubicBezTo>
                    <a:cubicBezTo>
                      <a:pt x="5" y="11"/>
                      <a:pt x="4" y="12"/>
                      <a:pt x="3" y="13"/>
                    </a:cubicBezTo>
                    <a:cubicBezTo>
                      <a:pt x="5" y="12"/>
                      <a:pt x="6" y="11"/>
                      <a:pt x="6" y="12"/>
                    </a:cubicBezTo>
                    <a:cubicBezTo>
                      <a:pt x="7" y="11"/>
                      <a:pt x="7" y="11"/>
                      <a:pt x="8" y="9"/>
                    </a:cubicBezTo>
                    <a:cubicBezTo>
                      <a:pt x="8" y="9"/>
                      <a:pt x="8" y="8"/>
                      <a:pt x="8" y="9"/>
                    </a:cubicBezTo>
                    <a:cubicBezTo>
                      <a:pt x="7" y="10"/>
                      <a:pt x="6" y="12"/>
                      <a:pt x="6" y="13"/>
                    </a:cubicBezTo>
                    <a:cubicBezTo>
                      <a:pt x="4" y="15"/>
                      <a:pt x="6" y="12"/>
                      <a:pt x="4" y="14"/>
                    </a:cubicBezTo>
                    <a:cubicBezTo>
                      <a:pt x="2" y="16"/>
                      <a:pt x="2" y="15"/>
                      <a:pt x="3" y="14"/>
                    </a:cubicBezTo>
                    <a:cubicBezTo>
                      <a:pt x="1" y="16"/>
                      <a:pt x="3" y="15"/>
                      <a:pt x="1" y="16"/>
                    </a:cubicBezTo>
                    <a:cubicBezTo>
                      <a:pt x="1" y="17"/>
                      <a:pt x="2" y="16"/>
                      <a:pt x="3" y="16"/>
                    </a:cubicBezTo>
                    <a:cubicBezTo>
                      <a:pt x="4" y="15"/>
                      <a:pt x="4" y="15"/>
                      <a:pt x="4" y="14"/>
                    </a:cubicBezTo>
                    <a:cubicBezTo>
                      <a:pt x="6" y="12"/>
                      <a:pt x="4" y="16"/>
                      <a:pt x="4" y="16"/>
                    </a:cubicBezTo>
                    <a:cubicBezTo>
                      <a:pt x="3" y="16"/>
                      <a:pt x="3" y="16"/>
                      <a:pt x="3" y="16"/>
                    </a:cubicBezTo>
                    <a:cubicBezTo>
                      <a:pt x="3" y="17"/>
                      <a:pt x="4" y="16"/>
                      <a:pt x="4" y="16"/>
                    </a:cubicBezTo>
                    <a:cubicBezTo>
                      <a:pt x="2" y="19"/>
                      <a:pt x="4" y="16"/>
                      <a:pt x="2" y="18"/>
                    </a:cubicBezTo>
                    <a:cubicBezTo>
                      <a:pt x="1" y="20"/>
                      <a:pt x="1" y="20"/>
                      <a:pt x="1" y="20"/>
                    </a:cubicBezTo>
                    <a:cubicBezTo>
                      <a:pt x="1" y="20"/>
                      <a:pt x="3" y="18"/>
                      <a:pt x="3" y="18"/>
                    </a:cubicBezTo>
                    <a:cubicBezTo>
                      <a:pt x="2" y="19"/>
                      <a:pt x="2" y="19"/>
                      <a:pt x="2" y="19"/>
                    </a:cubicBezTo>
                    <a:cubicBezTo>
                      <a:pt x="3" y="19"/>
                      <a:pt x="3" y="19"/>
                      <a:pt x="3" y="19"/>
                    </a:cubicBezTo>
                    <a:cubicBezTo>
                      <a:pt x="3" y="18"/>
                      <a:pt x="4" y="17"/>
                      <a:pt x="4" y="17"/>
                    </a:cubicBezTo>
                    <a:cubicBezTo>
                      <a:pt x="6" y="14"/>
                      <a:pt x="4" y="16"/>
                      <a:pt x="5" y="16"/>
                    </a:cubicBezTo>
                    <a:cubicBezTo>
                      <a:pt x="6" y="15"/>
                      <a:pt x="5" y="16"/>
                      <a:pt x="6" y="15"/>
                    </a:cubicBezTo>
                    <a:cubicBezTo>
                      <a:pt x="7" y="13"/>
                      <a:pt x="7" y="13"/>
                      <a:pt x="7" y="13"/>
                    </a:cubicBezTo>
                    <a:cubicBezTo>
                      <a:pt x="8" y="14"/>
                      <a:pt x="6" y="15"/>
                      <a:pt x="6" y="16"/>
                    </a:cubicBezTo>
                    <a:cubicBezTo>
                      <a:pt x="6" y="16"/>
                      <a:pt x="5" y="16"/>
                      <a:pt x="6" y="15"/>
                    </a:cubicBezTo>
                    <a:cubicBezTo>
                      <a:pt x="5" y="17"/>
                      <a:pt x="4" y="19"/>
                      <a:pt x="3" y="19"/>
                    </a:cubicBezTo>
                    <a:cubicBezTo>
                      <a:pt x="3" y="21"/>
                      <a:pt x="4" y="18"/>
                      <a:pt x="5" y="18"/>
                    </a:cubicBezTo>
                    <a:cubicBezTo>
                      <a:pt x="4" y="19"/>
                      <a:pt x="5" y="17"/>
                      <a:pt x="6" y="16"/>
                    </a:cubicBezTo>
                    <a:cubicBezTo>
                      <a:pt x="9" y="13"/>
                      <a:pt x="4" y="20"/>
                      <a:pt x="5" y="19"/>
                    </a:cubicBezTo>
                    <a:cubicBezTo>
                      <a:pt x="7" y="17"/>
                      <a:pt x="8" y="16"/>
                      <a:pt x="9" y="13"/>
                    </a:cubicBezTo>
                    <a:cubicBezTo>
                      <a:pt x="10" y="13"/>
                      <a:pt x="10" y="12"/>
                      <a:pt x="10" y="12"/>
                    </a:cubicBezTo>
                    <a:cubicBezTo>
                      <a:pt x="9" y="14"/>
                      <a:pt x="9" y="14"/>
                      <a:pt x="8" y="15"/>
                    </a:cubicBezTo>
                    <a:cubicBezTo>
                      <a:pt x="8" y="16"/>
                      <a:pt x="8" y="16"/>
                      <a:pt x="8" y="16"/>
                    </a:cubicBezTo>
                    <a:cubicBezTo>
                      <a:pt x="7" y="17"/>
                      <a:pt x="7" y="17"/>
                      <a:pt x="7" y="17"/>
                    </a:cubicBezTo>
                    <a:cubicBezTo>
                      <a:pt x="6" y="19"/>
                      <a:pt x="6" y="20"/>
                      <a:pt x="5" y="21"/>
                    </a:cubicBezTo>
                    <a:cubicBezTo>
                      <a:pt x="6" y="20"/>
                      <a:pt x="6" y="19"/>
                      <a:pt x="7" y="19"/>
                    </a:cubicBezTo>
                    <a:cubicBezTo>
                      <a:pt x="6" y="20"/>
                      <a:pt x="6" y="21"/>
                      <a:pt x="6" y="21"/>
                    </a:cubicBezTo>
                    <a:cubicBezTo>
                      <a:pt x="6" y="20"/>
                      <a:pt x="7" y="18"/>
                      <a:pt x="8" y="18"/>
                    </a:cubicBezTo>
                    <a:cubicBezTo>
                      <a:pt x="8" y="18"/>
                      <a:pt x="7" y="20"/>
                      <a:pt x="7" y="20"/>
                    </a:cubicBezTo>
                    <a:cubicBezTo>
                      <a:pt x="6" y="22"/>
                      <a:pt x="6" y="22"/>
                      <a:pt x="6" y="22"/>
                    </a:cubicBezTo>
                    <a:cubicBezTo>
                      <a:pt x="7" y="20"/>
                      <a:pt x="5" y="22"/>
                      <a:pt x="6" y="22"/>
                    </a:cubicBezTo>
                    <a:cubicBezTo>
                      <a:pt x="8" y="18"/>
                      <a:pt x="8" y="18"/>
                      <a:pt x="8" y="18"/>
                    </a:cubicBezTo>
                    <a:cubicBezTo>
                      <a:pt x="9" y="18"/>
                      <a:pt x="8" y="19"/>
                      <a:pt x="8" y="19"/>
                    </a:cubicBezTo>
                    <a:cubicBezTo>
                      <a:pt x="7" y="20"/>
                      <a:pt x="7" y="20"/>
                      <a:pt x="7" y="20"/>
                    </a:cubicBezTo>
                    <a:cubicBezTo>
                      <a:pt x="8" y="20"/>
                      <a:pt x="6" y="23"/>
                      <a:pt x="7" y="22"/>
                    </a:cubicBezTo>
                    <a:cubicBezTo>
                      <a:pt x="7" y="21"/>
                      <a:pt x="7" y="21"/>
                      <a:pt x="7" y="21"/>
                    </a:cubicBezTo>
                    <a:cubicBezTo>
                      <a:pt x="7" y="22"/>
                      <a:pt x="7" y="22"/>
                      <a:pt x="7" y="22"/>
                    </a:cubicBezTo>
                    <a:cubicBezTo>
                      <a:pt x="7" y="21"/>
                      <a:pt x="7" y="22"/>
                      <a:pt x="8" y="21"/>
                    </a:cubicBezTo>
                    <a:cubicBezTo>
                      <a:pt x="7" y="22"/>
                      <a:pt x="7" y="22"/>
                      <a:pt x="7" y="22"/>
                    </a:cubicBezTo>
                    <a:cubicBezTo>
                      <a:pt x="8" y="22"/>
                      <a:pt x="9" y="20"/>
                      <a:pt x="8" y="22"/>
                    </a:cubicBezTo>
                    <a:cubicBezTo>
                      <a:pt x="9" y="19"/>
                      <a:pt x="8" y="21"/>
                      <a:pt x="8" y="20"/>
                    </a:cubicBezTo>
                    <a:cubicBezTo>
                      <a:pt x="9" y="19"/>
                      <a:pt x="9" y="19"/>
                      <a:pt x="10" y="19"/>
                    </a:cubicBezTo>
                    <a:cubicBezTo>
                      <a:pt x="8" y="21"/>
                      <a:pt x="10" y="19"/>
                      <a:pt x="10" y="19"/>
                    </a:cubicBezTo>
                    <a:cubicBezTo>
                      <a:pt x="9" y="21"/>
                      <a:pt x="9" y="21"/>
                      <a:pt x="9" y="21"/>
                    </a:cubicBezTo>
                    <a:cubicBezTo>
                      <a:pt x="10" y="19"/>
                      <a:pt x="10" y="19"/>
                      <a:pt x="10" y="19"/>
                    </a:cubicBezTo>
                    <a:cubicBezTo>
                      <a:pt x="8" y="23"/>
                      <a:pt x="11" y="19"/>
                      <a:pt x="10" y="20"/>
                    </a:cubicBezTo>
                    <a:cubicBezTo>
                      <a:pt x="10" y="21"/>
                      <a:pt x="9" y="22"/>
                      <a:pt x="9" y="23"/>
                    </a:cubicBezTo>
                    <a:cubicBezTo>
                      <a:pt x="10" y="20"/>
                      <a:pt x="11" y="20"/>
                      <a:pt x="12" y="18"/>
                    </a:cubicBezTo>
                    <a:cubicBezTo>
                      <a:pt x="11" y="19"/>
                      <a:pt x="10" y="21"/>
                      <a:pt x="9" y="23"/>
                    </a:cubicBezTo>
                    <a:cubicBezTo>
                      <a:pt x="10" y="21"/>
                      <a:pt x="9" y="24"/>
                      <a:pt x="10" y="22"/>
                    </a:cubicBezTo>
                    <a:cubicBezTo>
                      <a:pt x="10" y="21"/>
                      <a:pt x="11" y="21"/>
                      <a:pt x="12" y="20"/>
                    </a:cubicBezTo>
                    <a:cubicBezTo>
                      <a:pt x="12" y="20"/>
                      <a:pt x="11" y="21"/>
                      <a:pt x="11" y="21"/>
                    </a:cubicBezTo>
                    <a:cubicBezTo>
                      <a:pt x="11" y="21"/>
                      <a:pt x="12" y="19"/>
                      <a:pt x="12" y="19"/>
                    </a:cubicBezTo>
                    <a:cubicBezTo>
                      <a:pt x="12" y="19"/>
                      <a:pt x="14" y="17"/>
                      <a:pt x="13" y="19"/>
                    </a:cubicBezTo>
                    <a:cubicBezTo>
                      <a:pt x="12" y="20"/>
                      <a:pt x="12" y="19"/>
                      <a:pt x="12" y="20"/>
                    </a:cubicBezTo>
                    <a:cubicBezTo>
                      <a:pt x="12" y="21"/>
                      <a:pt x="14" y="17"/>
                      <a:pt x="15" y="17"/>
                    </a:cubicBezTo>
                    <a:cubicBezTo>
                      <a:pt x="15" y="16"/>
                      <a:pt x="16" y="13"/>
                      <a:pt x="17" y="12"/>
                    </a:cubicBezTo>
                    <a:cubicBezTo>
                      <a:pt x="17" y="13"/>
                      <a:pt x="16" y="13"/>
                      <a:pt x="16" y="15"/>
                    </a:cubicBezTo>
                    <a:cubicBezTo>
                      <a:pt x="16" y="15"/>
                      <a:pt x="16" y="15"/>
                      <a:pt x="16" y="15"/>
                    </a:cubicBezTo>
                    <a:cubicBezTo>
                      <a:pt x="15" y="18"/>
                      <a:pt x="13" y="19"/>
                      <a:pt x="12" y="21"/>
                    </a:cubicBezTo>
                    <a:cubicBezTo>
                      <a:pt x="13" y="20"/>
                      <a:pt x="13" y="20"/>
                      <a:pt x="13" y="20"/>
                    </a:cubicBezTo>
                    <a:cubicBezTo>
                      <a:pt x="11" y="23"/>
                      <a:pt x="11" y="23"/>
                      <a:pt x="11" y="23"/>
                    </a:cubicBezTo>
                    <a:cubicBezTo>
                      <a:pt x="12" y="21"/>
                      <a:pt x="12" y="23"/>
                      <a:pt x="12" y="22"/>
                    </a:cubicBezTo>
                    <a:cubicBezTo>
                      <a:pt x="13" y="21"/>
                      <a:pt x="12" y="23"/>
                      <a:pt x="12" y="22"/>
                    </a:cubicBezTo>
                    <a:cubicBezTo>
                      <a:pt x="13" y="21"/>
                      <a:pt x="14" y="19"/>
                      <a:pt x="14" y="20"/>
                    </a:cubicBezTo>
                    <a:cubicBezTo>
                      <a:pt x="12" y="23"/>
                      <a:pt x="12" y="23"/>
                      <a:pt x="12" y="23"/>
                    </a:cubicBezTo>
                    <a:cubicBezTo>
                      <a:pt x="12" y="23"/>
                      <a:pt x="13" y="21"/>
                      <a:pt x="13" y="22"/>
                    </a:cubicBezTo>
                    <a:cubicBezTo>
                      <a:pt x="13" y="23"/>
                      <a:pt x="13" y="23"/>
                      <a:pt x="13" y="23"/>
                    </a:cubicBezTo>
                    <a:cubicBezTo>
                      <a:pt x="13" y="23"/>
                      <a:pt x="14" y="24"/>
                      <a:pt x="16" y="20"/>
                    </a:cubicBezTo>
                    <a:cubicBezTo>
                      <a:pt x="16" y="22"/>
                      <a:pt x="16" y="22"/>
                      <a:pt x="15" y="23"/>
                    </a:cubicBezTo>
                    <a:cubicBezTo>
                      <a:pt x="16" y="23"/>
                      <a:pt x="16" y="22"/>
                      <a:pt x="16" y="22"/>
                    </a:cubicBezTo>
                    <a:cubicBezTo>
                      <a:pt x="16" y="23"/>
                      <a:pt x="16" y="23"/>
                      <a:pt x="16" y="23"/>
                    </a:cubicBezTo>
                    <a:cubicBezTo>
                      <a:pt x="15" y="25"/>
                      <a:pt x="16" y="23"/>
                      <a:pt x="17" y="22"/>
                    </a:cubicBezTo>
                    <a:cubicBezTo>
                      <a:pt x="16" y="23"/>
                      <a:pt x="16" y="23"/>
                      <a:pt x="16" y="23"/>
                    </a:cubicBezTo>
                    <a:cubicBezTo>
                      <a:pt x="16" y="25"/>
                      <a:pt x="17" y="23"/>
                      <a:pt x="17" y="22"/>
                    </a:cubicBezTo>
                    <a:cubicBezTo>
                      <a:pt x="17" y="23"/>
                      <a:pt x="17" y="23"/>
                      <a:pt x="17" y="23"/>
                    </a:cubicBezTo>
                    <a:cubicBezTo>
                      <a:pt x="18" y="22"/>
                      <a:pt x="18" y="22"/>
                      <a:pt x="18" y="22"/>
                    </a:cubicBezTo>
                    <a:cubicBezTo>
                      <a:pt x="18" y="22"/>
                      <a:pt x="18" y="22"/>
                      <a:pt x="17" y="24"/>
                    </a:cubicBezTo>
                    <a:cubicBezTo>
                      <a:pt x="18" y="23"/>
                      <a:pt x="18" y="23"/>
                      <a:pt x="18" y="23"/>
                    </a:cubicBezTo>
                    <a:cubicBezTo>
                      <a:pt x="17" y="24"/>
                      <a:pt x="18" y="24"/>
                      <a:pt x="18" y="24"/>
                    </a:cubicBezTo>
                    <a:cubicBezTo>
                      <a:pt x="18" y="24"/>
                      <a:pt x="18" y="23"/>
                      <a:pt x="18" y="24"/>
                    </a:cubicBezTo>
                    <a:cubicBezTo>
                      <a:pt x="18" y="23"/>
                      <a:pt x="19" y="23"/>
                      <a:pt x="20" y="21"/>
                    </a:cubicBezTo>
                    <a:cubicBezTo>
                      <a:pt x="21" y="19"/>
                      <a:pt x="19" y="22"/>
                      <a:pt x="20" y="21"/>
                    </a:cubicBezTo>
                    <a:cubicBezTo>
                      <a:pt x="19" y="23"/>
                      <a:pt x="19" y="23"/>
                      <a:pt x="19" y="23"/>
                    </a:cubicBezTo>
                    <a:cubicBezTo>
                      <a:pt x="19" y="23"/>
                      <a:pt x="19" y="24"/>
                      <a:pt x="18" y="24"/>
                    </a:cubicBezTo>
                    <a:cubicBezTo>
                      <a:pt x="18" y="24"/>
                      <a:pt x="18" y="24"/>
                      <a:pt x="18" y="24"/>
                    </a:cubicBezTo>
                    <a:cubicBezTo>
                      <a:pt x="19" y="23"/>
                      <a:pt x="19" y="23"/>
                      <a:pt x="19" y="23"/>
                    </a:cubicBezTo>
                    <a:cubicBezTo>
                      <a:pt x="18" y="25"/>
                      <a:pt x="20" y="23"/>
                      <a:pt x="20" y="24"/>
                    </a:cubicBezTo>
                    <a:cubicBezTo>
                      <a:pt x="20" y="24"/>
                      <a:pt x="22" y="22"/>
                      <a:pt x="22" y="22"/>
                    </a:cubicBezTo>
                    <a:cubicBezTo>
                      <a:pt x="24" y="20"/>
                      <a:pt x="21" y="24"/>
                      <a:pt x="20" y="25"/>
                    </a:cubicBezTo>
                    <a:cubicBezTo>
                      <a:pt x="21" y="24"/>
                      <a:pt x="21" y="24"/>
                      <a:pt x="21" y="24"/>
                    </a:cubicBezTo>
                    <a:cubicBezTo>
                      <a:pt x="21" y="24"/>
                      <a:pt x="21" y="24"/>
                      <a:pt x="21" y="24"/>
                    </a:cubicBezTo>
                    <a:cubicBezTo>
                      <a:pt x="22" y="24"/>
                      <a:pt x="22" y="23"/>
                      <a:pt x="22" y="24"/>
                    </a:cubicBezTo>
                    <a:cubicBezTo>
                      <a:pt x="22" y="24"/>
                      <a:pt x="22" y="24"/>
                      <a:pt x="22" y="24"/>
                    </a:cubicBezTo>
                    <a:cubicBezTo>
                      <a:pt x="22" y="25"/>
                      <a:pt x="21" y="26"/>
                      <a:pt x="21" y="26"/>
                    </a:cubicBezTo>
                    <a:cubicBezTo>
                      <a:pt x="22" y="24"/>
                      <a:pt x="22" y="25"/>
                      <a:pt x="23" y="24"/>
                    </a:cubicBezTo>
                    <a:cubicBezTo>
                      <a:pt x="22" y="25"/>
                      <a:pt x="22" y="25"/>
                      <a:pt x="22" y="25"/>
                    </a:cubicBezTo>
                    <a:cubicBezTo>
                      <a:pt x="23" y="23"/>
                      <a:pt x="23" y="23"/>
                      <a:pt x="23" y="23"/>
                    </a:cubicBezTo>
                    <a:cubicBezTo>
                      <a:pt x="23" y="24"/>
                      <a:pt x="23" y="24"/>
                      <a:pt x="23" y="24"/>
                    </a:cubicBezTo>
                    <a:cubicBezTo>
                      <a:pt x="22" y="26"/>
                      <a:pt x="22" y="26"/>
                      <a:pt x="22" y="26"/>
                    </a:cubicBezTo>
                    <a:cubicBezTo>
                      <a:pt x="21" y="26"/>
                      <a:pt x="23" y="24"/>
                      <a:pt x="24" y="24"/>
                    </a:cubicBezTo>
                    <a:cubicBezTo>
                      <a:pt x="24" y="23"/>
                      <a:pt x="23" y="24"/>
                      <a:pt x="23" y="25"/>
                    </a:cubicBezTo>
                    <a:cubicBezTo>
                      <a:pt x="22" y="25"/>
                      <a:pt x="23" y="25"/>
                      <a:pt x="23" y="25"/>
                    </a:cubicBezTo>
                    <a:cubicBezTo>
                      <a:pt x="22" y="26"/>
                      <a:pt x="23" y="25"/>
                      <a:pt x="22" y="26"/>
                    </a:cubicBezTo>
                    <a:cubicBezTo>
                      <a:pt x="22" y="26"/>
                      <a:pt x="23" y="25"/>
                      <a:pt x="23" y="25"/>
                    </a:cubicBezTo>
                    <a:cubicBezTo>
                      <a:pt x="23" y="25"/>
                      <a:pt x="24" y="25"/>
                      <a:pt x="23" y="26"/>
                    </a:cubicBezTo>
                    <a:cubicBezTo>
                      <a:pt x="23" y="26"/>
                      <a:pt x="23" y="26"/>
                      <a:pt x="24" y="25"/>
                    </a:cubicBezTo>
                    <a:cubicBezTo>
                      <a:pt x="24" y="25"/>
                      <a:pt x="24" y="24"/>
                      <a:pt x="25" y="24"/>
                    </a:cubicBezTo>
                    <a:cubicBezTo>
                      <a:pt x="25" y="24"/>
                      <a:pt x="25" y="23"/>
                      <a:pt x="25" y="24"/>
                    </a:cubicBezTo>
                    <a:cubicBezTo>
                      <a:pt x="25" y="24"/>
                      <a:pt x="25" y="24"/>
                      <a:pt x="25" y="24"/>
                    </a:cubicBezTo>
                    <a:cubicBezTo>
                      <a:pt x="25" y="24"/>
                      <a:pt x="25" y="24"/>
                      <a:pt x="26" y="23"/>
                    </a:cubicBezTo>
                    <a:cubicBezTo>
                      <a:pt x="24" y="25"/>
                      <a:pt x="24" y="25"/>
                      <a:pt x="24" y="25"/>
                    </a:cubicBezTo>
                    <a:cubicBezTo>
                      <a:pt x="25" y="24"/>
                      <a:pt x="25" y="24"/>
                      <a:pt x="26" y="24"/>
                    </a:cubicBezTo>
                    <a:cubicBezTo>
                      <a:pt x="25" y="25"/>
                      <a:pt x="23" y="27"/>
                      <a:pt x="23" y="27"/>
                    </a:cubicBezTo>
                    <a:cubicBezTo>
                      <a:pt x="25" y="26"/>
                      <a:pt x="25" y="26"/>
                      <a:pt x="25" y="26"/>
                    </a:cubicBezTo>
                    <a:cubicBezTo>
                      <a:pt x="25" y="26"/>
                      <a:pt x="25" y="26"/>
                      <a:pt x="24" y="27"/>
                    </a:cubicBezTo>
                    <a:cubicBezTo>
                      <a:pt x="24" y="28"/>
                      <a:pt x="27" y="24"/>
                      <a:pt x="27" y="25"/>
                    </a:cubicBezTo>
                    <a:cubicBezTo>
                      <a:pt x="25" y="27"/>
                      <a:pt x="25" y="27"/>
                      <a:pt x="25" y="27"/>
                    </a:cubicBezTo>
                    <a:cubicBezTo>
                      <a:pt x="26" y="27"/>
                      <a:pt x="26" y="27"/>
                      <a:pt x="26" y="27"/>
                    </a:cubicBezTo>
                    <a:cubicBezTo>
                      <a:pt x="26" y="26"/>
                      <a:pt x="25" y="28"/>
                      <a:pt x="25" y="27"/>
                    </a:cubicBezTo>
                    <a:cubicBezTo>
                      <a:pt x="26" y="26"/>
                      <a:pt x="26" y="26"/>
                      <a:pt x="26" y="26"/>
                    </a:cubicBezTo>
                    <a:cubicBezTo>
                      <a:pt x="24" y="29"/>
                      <a:pt x="27" y="27"/>
                      <a:pt x="26" y="29"/>
                    </a:cubicBezTo>
                    <a:cubicBezTo>
                      <a:pt x="27" y="27"/>
                      <a:pt x="26" y="29"/>
                      <a:pt x="27" y="28"/>
                    </a:cubicBezTo>
                    <a:cubicBezTo>
                      <a:pt x="25" y="30"/>
                      <a:pt x="27" y="28"/>
                      <a:pt x="26" y="29"/>
                    </a:cubicBezTo>
                    <a:cubicBezTo>
                      <a:pt x="28" y="27"/>
                      <a:pt x="28" y="27"/>
                      <a:pt x="28" y="27"/>
                    </a:cubicBezTo>
                    <a:cubicBezTo>
                      <a:pt x="27" y="29"/>
                      <a:pt x="31" y="25"/>
                      <a:pt x="29" y="27"/>
                    </a:cubicBezTo>
                    <a:cubicBezTo>
                      <a:pt x="27" y="29"/>
                      <a:pt x="27" y="29"/>
                      <a:pt x="27" y="29"/>
                    </a:cubicBezTo>
                    <a:cubicBezTo>
                      <a:pt x="26" y="31"/>
                      <a:pt x="29" y="27"/>
                      <a:pt x="28" y="30"/>
                    </a:cubicBezTo>
                    <a:cubicBezTo>
                      <a:pt x="28" y="29"/>
                      <a:pt x="29" y="28"/>
                      <a:pt x="30" y="27"/>
                    </a:cubicBezTo>
                    <a:cubicBezTo>
                      <a:pt x="30" y="28"/>
                      <a:pt x="29" y="29"/>
                      <a:pt x="29" y="30"/>
                    </a:cubicBezTo>
                    <a:cubicBezTo>
                      <a:pt x="29" y="29"/>
                      <a:pt x="30" y="29"/>
                      <a:pt x="29" y="30"/>
                    </a:cubicBezTo>
                    <a:cubicBezTo>
                      <a:pt x="28" y="30"/>
                      <a:pt x="28" y="30"/>
                      <a:pt x="28" y="30"/>
                    </a:cubicBezTo>
                    <a:cubicBezTo>
                      <a:pt x="28" y="31"/>
                      <a:pt x="29" y="30"/>
                      <a:pt x="30" y="30"/>
                    </a:cubicBezTo>
                    <a:cubicBezTo>
                      <a:pt x="28" y="31"/>
                      <a:pt x="29" y="31"/>
                      <a:pt x="29" y="32"/>
                    </a:cubicBezTo>
                    <a:cubicBezTo>
                      <a:pt x="31" y="30"/>
                      <a:pt x="29" y="33"/>
                      <a:pt x="31" y="31"/>
                    </a:cubicBezTo>
                    <a:cubicBezTo>
                      <a:pt x="30" y="31"/>
                      <a:pt x="30" y="31"/>
                      <a:pt x="30" y="31"/>
                    </a:cubicBezTo>
                    <a:cubicBezTo>
                      <a:pt x="31" y="31"/>
                      <a:pt x="32" y="29"/>
                      <a:pt x="32" y="29"/>
                    </a:cubicBezTo>
                    <a:cubicBezTo>
                      <a:pt x="31" y="31"/>
                      <a:pt x="31" y="31"/>
                      <a:pt x="31" y="31"/>
                    </a:cubicBezTo>
                    <a:cubicBezTo>
                      <a:pt x="29" y="33"/>
                      <a:pt x="31" y="31"/>
                      <a:pt x="30" y="32"/>
                    </a:cubicBezTo>
                    <a:cubicBezTo>
                      <a:pt x="31" y="31"/>
                      <a:pt x="30" y="32"/>
                      <a:pt x="31" y="31"/>
                    </a:cubicBezTo>
                    <a:cubicBezTo>
                      <a:pt x="32" y="31"/>
                      <a:pt x="32" y="31"/>
                      <a:pt x="32" y="31"/>
                    </a:cubicBezTo>
                    <a:cubicBezTo>
                      <a:pt x="33" y="30"/>
                      <a:pt x="33" y="30"/>
                      <a:pt x="33" y="30"/>
                    </a:cubicBezTo>
                    <a:cubicBezTo>
                      <a:pt x="33" y="30"/>
                      <a:pt x="31" y="32"/>
                      <a:pt x="31" y="32"/>
                    </a:cubicBezTo>
                    <a:cubicBezTo>
                      <a:pt x="31" y="33"/>
                      <a:pt x="31"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1" y="33"/>
                    </a:cubicBezTo>
                    <a:cubicBezTo>
                      <a:pt x="30" y="34"/>
                      <a:pt x="30" y="34"/>
                      <a:pt x="30" y="34"/>
                    </a:cubicBezTo>
                    <a:cubicBezTo>
                      <a:pt x="30" y="34"/>
                      <a:pt x="32" y="33"/>
                      <a:pt x="32" y="32"/>
                    </a:cubicBezTo>
                    <a:cubicBezTo>
                      <a:pt x="32" y="34"/>
                      <a:pt x="33" y="33"/>
                      <a:pt x="34" y="33"/>
                    </a:cubicBezTo>
                    <a:cubicBezTo>
                      <a:pt x="34" y="33"/>
                      <a:pt x="33" y="33"/>
                      <a:pt x="33" y="33"/>
                    </a:cubicBezTo>
                    <a:cubicBezTo>
                      <a:pt x="34" y="33"/>
                      <a:pt x="35" y="32"/>
                      <a:pt x="34" y="33"/>
                    </a:cubicBezTo>
                    <a:cubicBezTo>
                      <a:pt x="35" y="32"/>
                      <a:pt x="33" y="34"/>
                      <a:pt x="34" y="34"/>
                    </a:cubicBezTo>
                    <a:cubicBezTo>
                      <a:pt x="33" y="34"/>
                      <a:pt x="35" y="33"/>
                      <a:pt x="34" y="33"/>
                    </a:cubicBezTo>
                    <a:cubicBezTo>
                      <a:pt x="33" y="35"/>
                      <a:pt x="36" y="32"/>
                      <a:pt x="35" y="34"/>
                    </a:cubicBezTo>
                    <a:cubicBezTo>
                      <a:pt x="36" y="33"/>
                      <a:pt x="35" y="34"/>
                      <a:pt x="34" y="35"/>
                    </a:cubicBezTo>
                    <a:cubicBezTo>
                      <a:pt x="35" y="34"/>
                      <a:pt x="36" y="34"/>
                      <a:pt x="37" y="33"/>
                    </a:cubicBezTo>
                    <a:cubicBezTo>
                      <a:pt x="36" y="34"/>
                      <a:pt x="36" y="34"/>
                      <a:pt x="36" y="34"/>
                    </a:cubicBezTo>
                    <a:cubicBezTo>
                      <a:pt x="36" y="34"/>
                      <a:pt x="36" y="34"/>
                      <a:pt x="37" y="34"/>
                    </a:cubicBezTo>
                    <a:cubicBezTo>
                      <a:pt x="38" y="33"/>
                      <a:pt x="39" y="32"/>
                      <a:pt x="39" y="32"/>
                    </a:cubicBezTo>
                    <a:cubicBezTo>
                      <a:pt x="39" y="32"/>
                      <a:pt x="39" y="32"/>
                      <a:pt x="39" y="32"/>
                    </a:cubicBezTo>
                    <a:cubicBezTo>
                      <a:pt x="40" y="32"/>
                      <a:pt x="40" y="32"/>
                      <a:pt x="40" y="32"/>
                    </a:cubicBezTo>
                    <a:cubicBezTo>
                      <a:pt x="39" y="33"/>
                      <a:pt x="39" y="32"/>
                      <a:pt x="39" y="33"/>
                    </a:cubicBezTo>
                    <a:cubicBezTo>
                      <a:pt x="37" y="35"/>
                      <a:pt x="38" y="34"/>
                      <a:pt x="38" y="35"/>
                    </a:cubicBezTo>
                    <a:cubicBezTo>
                      <a:pt x="39" y="34"/>
                      <a:pt x="39" y="34"/>
                      <a:pt x="39" y="34"/>
                    </a:cubicBezTo>
                    <a:cubicBezTo>
                      <a:pt x="40" y="33"/>
                      <a:pt x="38" y="35"/>
                      <a:pt x="38" y="35"/>
                    </a:cubicBezTo>
                    <a:cubicBezTo>
                      <a:pt x="42" y="32"/>
                      <a:pt x="42" y="32"/>
                      <a:pt x="42" y="32"/>
                    </a:cubicBezTo>
                    <a:cubicBezTo>
                      <a:pt x="42" y="32"/>
                      <a:pt x="41" y="33"/>
                      <a:pt x="40" y="34"/>
                    </a:cubicBezTo>
                    <a:cubicBezTo>
                      <a:pt x="40" y="34"/>
                      <a:pt x="42" y="32"/>
                      <a:pt x="44" y="31"/>
                    </a:cubicBezTo>
                    <a:cubicBezTo>
                      <a:pt x="44" y="31"/>
                      <a:pt x="45" y="31"/>
                      <a:pt x="45" y="31"/>
                    </a:cubicBezTo>
                    <a:cubicBezTo>
                      <a:pt x="44" y="32"/>
                      <a:pt x="45" y="31"/>
                      <a:pt x="44" y="32"/>
                    </a:cubicBezTo>
                    <a:cubicBezTo>
                      <a:pt x="43" y="33"/>
                      <a:pt x="43" y="33"/>
                      <a:pt x="43" y="33"/>
                    </a:cubicBezTo>
                    <a:cubicBezTo>
                      <a:pt x="43" y="33"/>
                      <a:pt x="41" y="34"/>
                      <a:pt x="40" y="35"/>
                    </a:cubicBezTo>
                    <a:cubicBezTo>
                      <a:pt x="41" y="35"/>
                      <a:pt x="41" y="36"/>
                      <a:pt x="41" y="36"/>
                    </a:cubicBezTo>
                    <a:cubicBezTo>
                      <a:pt x="43" y="34"/>
                      <a:pt x="42" y="35"/>
                      <a:pt x="44" y="34"/>
                    </a:cubicBezTo>
                    <a:cubicBezTo>
                      <a:pt x="44" y="34"/>
                      <a:pt x="43" y="35"/>
                      <a:pt x="42" y="36"/>
                    </a:cubicBezTo>
                    <a:cubicBezTo>
                      <a:pt x="43" y="35"/>
                      <a:pt x="43" y="36"/>
                      <a:pt x="43" y="36"/>
                    </a:cubicBezTo>
                    <a:cubicBezTo>
                      <a:pt x="43" y="36"/>
                      <a:pt x="43" y="36"/>
                      <a:pt x="43" y="36"/>
                    </a:cubicBezTo>
                    <a:cubicBezTo>
                      <a:pt x="44" y="36"/>
                      <a:pt x="43" y="37"/>
                      <a:pt x="45" y="36"/>
                    </a:cubicBezTo>
                    <a:cubicBezTo>
                      <a:pt x="44" y="37"/>
                      <a:pt x="44" y="37"/>
                      <a:pt x="44" y="37"/>
                    </a:cubicBezTo>
                    <a:cubicBezTo>
                      <a:pt x="44" y="37"/>
                      <a:pt x="47" y="34"/>
                      <a:pt x="46" y="36"/>
                    </a:cubicBezTo>
                    <a:cubicBezTo>
                      <a:pt x="45" y="36"/>
                      <a:pt x="45" y="36"/>
                      <a:pt x="45" y="36"/>
                    </a:cubicBezTo>
                    <a:cubicBezTo>
                      <a:pt x="46" y="36"/>
                      <a:pt x="44" y="38"/>
                      <a:pt x="46" y="36"/>
                    </a:cubicBezTo>
                    <a:cubicBezTo>
                      <a:pt x="45" y="37"/>
                      <a:pt x="45" y="37"/>
                      <a:pt x="45" y="37"/>
                    </a:cubicBezTo>
                    <a:cubicBezTo>
                      <a:pt x="45" y="37"/>
                      <a:pt x="45" y="37"/>
                      <a:pt x="47" y="36"/>
                    </a:cubicBezTo>
                    <a:cubicBezTo>
                      <a:pt x="45" y="38"/>
                      <a:pt x="45" y="38"/>
                      <a:pt x="45" y="38"/>
                    </a:cubicBezTo>
                    <a:cubicBezTo>
                      <a:pt x="45" y="39"/>
                      <a:pt x="47" y="36"/>
                      <a:pt x="47" y="37"/>
                    </a:cubicBezTo>
                    <a:cubicBezTo>
                      <a:pt x="47" y="37"/>
                      <a:pt x="46" y="38"/>
                      <a:pt x="46" y="38"/>
                    </a:cubicBezTo>
                    <a:cubicBezTo>
                      <a:pt x="47" y="37"/>
                      <a:pt x="47" y="38"/>
                      <a:pt x="47" y="38"/>
                    </a:cubicBezTo>
                    <a:cubicBezTo>
                      <a:pt x="46" y="39"/>
                      <a:pt x="46" y="39"/>
                      <a:pt x="46" y="39"/>
                    </a:cubicBezTo>
                    <a:cubicBezTo>
                      <a:pt x="47" y="40"/>
                      <a:pt x="47" y="41"/>
                      <a:pt x="50" y="41"/>
                    </a:cubicBezTo>
                    <a:cubicBezTo>
                      <a:pt x="48" y="42"/>
                      <a:pt x="48" y="41"/>
                      <a:pt x="47" y="43"/>
                    </a:cubicBezTo>
                    <a:cubicBezTo>
                      <a:pt x="49" y="41"/>
                      <a:pt x="48" y="42"/>
                      <a:pt x="49" y="42"/>
                    </a:cubicBezTo>
                    <a:cubicBezTo>
                      <a:pt x="48" y="42"/>
                      <a:pt x="48" y="42"/>
                      <a:pt x="48" y="42"/>
                    </a:cubicBezTo>
                    <a:cubicBezTo>
                      <a:pt x="49" y="42"/>
                      <a:pt x="48" y="43"/>
                      <a:pt x="48" y="43"/>
                    </a:cubicBezTo>
                    <a:cubicBezTo>
                      <a:pt x="49" y="43"/>
                      <a:pt x="49" y="43"/>
                      <a:pt x="49" y="43"/>
                    </a:cubicBezTo>
                    <a:cubicBezTo>
                      <a:pt x="50" y="42"/>
                      <a:pt x="47" y="45"/>
                      <a:pt x="49" y="43"/>
                    </a:cubicBezTo>
                    <a:cubicBezTo>
                      <a:pt x="48" y="44"/>
                      <a:pt x="48" y="44"/>
                      <a:pt x="48" y="44"/>
                    </a:cubicBezTo>
                    <a:cubicBezTo>
                      <a:pt x="50" y="43"/>
                      <a:pt x="47" y="45"/>
                      <a:pt x="49" y="44"/>
                    </a:cubicBezTo>
                    <a:cubicBezTo>
                      <a:pt x="49" y="44"/>
                      <a:pt x="49" y="44"/>
                      <a:pt x="49" y="44"/>
                    </a:cubicBezTo>
                    <a:cubicBezTo>
                      <a:pt x="48" y="45"/>
                      <a:pt x="51" y="43"/>
                      <a:pt x="50" y="44"/>
                    </a:cubicBezTo>
                    <a:cubicBezTo>
                      <a:pt x="50" y="44"/>
                      <a:pt x="51" y="44"/>
                      <a:pt x="53" y="43"/>
                    </a:cubicBezTo>
                    <a:cubicBezTo>
                      <a:pt x="51" y="44"/>
                      <a:pt x="51" y="44"/>
                      <a:pt x="51" y="44"/>
                    </a:cubicBezTo>
                    <a:cubicBezTo>
                      <a:pt x="52" y="44"/>
                      <a:pt x="52" y="46"/>
                      <a:pt x="55" y="45"/>
                    </a:cubicBezTo>
                    <a:cubicBezTo>
                      <a:pt x="54" y="45"/>
                      <a:pt x="54" y="45"/>
                      <a:pt x="54" y="45"/>
                    </a:cubicBezTo>
                    <a:cubicBezTo>
                      <a:pt x="56" y="44"/>
                      <a:pt x="52" y="48"/>
                      <a:pt x="56" y="45"/>
                    </a:cubicBezTo>
                    <a:cubicBezTo>
                      <a:pt x="58" y="45"/>
                      <a:pt x="58" y="45"/>
                      <a:pt x="58" y="45"/>
                    </a:cubicBezTo>
                    <a:cubicBezTo>
                      <a:pt x="56" y="46"/>
                      <a:pt x="56" y="46"/>
                      <a:pt x="56" y="46"/>
                    </a:cubicBezTo>
                    <a:cubicBezTo>
                      <a:pt x="57" y="46"/>
                      <a:pt x="56" y="46"/>
                      <a:pt x="58" y="46"/>
                    </a:cubicBezTo>
                    <a:cubicBezTo>
                      <a:pt x="56" y="46"/>
                      <a:pt x="56" y="46"/>
                      <a:pt x="56" y="46"/>
                    </a:cubicBezTo>
                    <a:cubicBezTo>
                      <a:pt x="56" y="47"/>
                      <a:pt x="59" y="46"/>
                      <a:pt x="58" y="46"/>
                    </a:cubicBezTo>
                    <a:cubicBezTo>
                      <a:pt x="57" y="46"/>
                      <a:pt x="57" y="46"/>
                      <a:pt x="57" y="46"/>
                    </a:cubicBezTo>
                    <a:cubicBezTo>
                      <a:pt x="55" y="49"/>
                      <a:pt x="54" y="52"/>
                      <a:pt x="58" y="51"/>
                    </a:cubicBezTo>
                    <a:cubicBezTo>
                      <a:pt x="59" y="50"/>
                      <a:pt x="56" y="52"/>
                      <a:pt x="56" y="52"/>
                    </a:cubicBezTo>
                    <a:cubicBezTo>
                      <a:pt x="60" y="51"/>
                      <a:pt x="56" y="55"/>
                      <a:pt x="61" y="53"/>
                    </a:cubicBezTo>
                    <a:cubicBezTo>
                      <a:pt x="63" y="53"/>
                      <a:pt x="68" y="50"/>
                      <a:pt x="68" y="50"/>
                    </a:cubicBezTo>
                    <a:cubicBezTo>
                      <a:pt x="65" y="50"/>
                      <a:pt x="66" y="47"/>
                      <a:pt x="68" y="44"/>
                    </a:cubicBezTo>
                    <a:cubicBezTo>
                      <a:pt x="67" y="44"/>
                      <a:pt x="66" y="43"/>
                      <a:pt x="66" y="4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0" name="Freeform 374"/>
              <p:cNvSpPr/>
              <p:nvPr/>
            </p:nvSpPr>
            <p:spPr bwMode="auto">
              <a:xfrm>
                <a:off x="3472" y="2077"/>
                <a:ext cx="0" cy="2"/>
              </a:xfrm>
              <a:custGeom>
                <a:avLst/>
                <a:gdLst>
                  <a:gd name="T0" fmla="*/ 0 h 1"/>
                  <a:gd name="T1" fmla="*/ 1 h 1"/>
                  <a:gd name="T2" fmla="*/ 0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1" name="Freeform 375"/>
              <p:cNvSpPr/>
              <p:nvPr/>
            </p:nvSpPr>
            <p:spPr bwMode="auto">
              <a:xfrm>
                <a:off x="4219" y="2506"/>
                <a:ext cx="2" cy="4"/>
              </a:xfrm>
              <a:custGeom>
                <a:avLst/>
                <a:gdLst>
                  <a:gd name="T0" fmla="*/ 0 w 1"/>
                  <a:gd name="T1" fmla="*/ 1 h 2"/>
                  <a:gd name="T2" fmla="*/ 1 w 1"/>
                  <a:gd name="T3" fmla="*/ 1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1"/>
                    </a:cubicBezTo>
                    <a:cubicBezTo>
                      <a:pt x="1" y="1"/>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2" name="Freeform 376"/>
              <p:cNvSpPr/>
              <p:nvPr/>
            </p:nvSpPr>
            <p:spPr bwMode="auto">
              <a:xfrm>
                <a:off x="4228" y="2482"/>
                <a:ext cx="6" cy="3"/>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3" name="Freeform 377"/>
              <p:cNvSpPr/>
              <p:nvPr/>
            </p:nvSpPr>
            <p:spPr bwMode="auto">
              <a:xfrm>
                <a:off x="3472" y="2073"/>
                <a:ext cx="0" cy="2"/>
              </a:xfrm>
              <a:custGeom>
                <a:avLst/>
                <a:gdLst>
                  <a:gd name="T0" fmla="*/ 0 h 1"/>
                  <a:gd name="T1" fmla="*/ 0 h 1"/>
                  <a:gd name="T2" fmla="*/ 0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0"/>
                      <a:pt x="0" y="1"/>
                    </a:cubicBezTo>
                    <a:cubicBezTo>
                      <a:pt x="0" y="1"/>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4" name="Freeform 378"/>
              <p:cNvSpPr/>
              <p:nvPr/>
            </p:nvSpPr>
            <p:spPr bwMode="auto">
              <a:xfrm>
                <a:off x="3472" y="20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5" name="Freeform 379"/>
              <p:cNvSpPr/>
              <p:nvPr/>
            </p:nvSpPr>
            <p:spPr bwMode="auto">
              <a:xfrm>
                <a:off x="4219" y="2510"/>
                <a:ext cx="5" cy="2"/>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6" name="Freeform 380"/>
              <p:cNvSpPr/>
              <p:nvPr/>
            </p:nvSpPr>
            <p:spPr bwMode="auto">
              <a:xfrm>
                <a:off x="4221" y="2514"/>
                <a:ext cx="3" cy="4"/>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2"/>
                      <a:pt x="1" y="1"/>
                      <a:pt x="1" y="2"/>
                    </a:cubicBezTo>
                    <a:cubicBezTo>
                      <a:pt x="1" y="1"/>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7" name="Oval 381"/>
              <p:cNvSpPr>
                <a:spLocks noChangeArrowheads="1"/>
              </p:cNvSpPr>
              <p:nvPr/>
            </p:nvSpPr>
            <p:spPr bwMode="auto">
              <a:xfrm>
                <a:off x="3905" y="227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8" name="Freeform 382"/>
              <p:cNvSpPr/>
              <p:nvPr/>
            </p:nvSpPr>
            <p:spPr bwMode="auto">
              <a:xfrm>
                <a:off x="4217" y="2510"/>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9" name="Freeform 383"/>
              <p:cNvSpPr/>
              <p:nvPr/>
            </p:nvSpPr>
            <p:spPr bwMode="auto">
              <a:xfrm>
                <a:off x="4296" y="2552"/>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0" name="Freeform 384"/>
              <p:cNvSpPr/>
              <p:nvPr/>
            </p:nvSpPr>
            <p:spPr bwMode="auto">
              <a:xfrm>
                <a:off x="4289" y="25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1" name="Freeform 385"/>
              <p:cNvSpPr/>
              <p:nvPr/>
            </p:nvSpPr>
            <p:spPr bwMode="auto">
              <a:xfrm>
                <a:off x="4296" y="2552"/>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2" name="Freeform 386"/>
              <p:cNvSpPr/>
              <p:nvPr/>
            </p:nvSpPr>
            <p:spPr bwMode="auto">
              <a:xfrm>
                <a:off x="4306" y="2555"/>
                <a:ext cx="2" cy="4"/>
              </a:xfrm>
              <a:custGeom>
                <a:avLst/>
                <a:gdLst>
                  <a:gd name="T0" fmla="*/ 0 w 2"/>
                  <a:gd name="T1" fmla="*/ 4 h 4"/>
                  <a:gd name="T2" fmla="*/ 0 w 2"/>
                  <a:gd name="T3" fmla="*/ 4 h 4"/>
                  <a:gd name="T4" fmla="*/ 2 w 2"/>
                  <a:gd name="T5" fmla="*/ 0 h 4"/>
                  <a:gd name="T6" fmla="*/ 0 w 2"/>
                  <a:gd name="T7" fmla="*/ 4 h 4"/>
                </a:gdLst>
                <a:ahLst/>
                <a:cxnLst>
                  <a:cxn ang="0">
                    <a:pos x="T0" y="T1"/>
                  </a:cxn>
                  <a:cxn ang="0">
                    <a:pos x="T2" y="T3"/>
                  </a:cxn>
                  <a:cxn ang="0">
                    <a:pos x="T4" y="T5"/>
                  </a:cxn>
                  <a:cxn ang="0">
                    <a:pos x="T6" y="T7"/>
                  </a:cxn>
                </a:cxnLst>
                <a:rect l="0" t="0" r="r" b="b"/>
                <a:pathLst>
                  <a:path w="2" h="4">
                    <a:moveTo>
                      <a:pt x="0" y="4"/>
                    </a:moveTo>
                    <a:lnTo>
                      <a:pt x="0" y="4"/>
                    </a:lnTo>
                    <a:lnTo>
                      <a:pt x="2" y="0"/>
                    </a:lnTo>
                    <a:lnTo>
                      <a:pt x="0"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3" name="Freeform 387"/>
              <p:cNvSpPr/>
              <p:nvPr/>
            </p:nvSpPr>
            <p:spPr bwMode="auto">
              <a:xfrm>
                <a:off x="3903" y="2275"/>
                <a:ext cx="2"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4" name="Freeform 388"/>
              <p:cNvSpPr/>
              <p:nvPr/>
            </p:nvSpPr>
            <p:spPr bwMode="auto">
              <a:xfrm>
                <a:off x="3901" y="257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5" name="Freeform 389"/>
              <p:cNvSpPr/>
              <p:nvPr/>
            </p:nvSpPr>
            <p:spPr bwMode="auto">
              <a:xfrm>
                <a:off x="4285" y="25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6" name="Freeform 390"/>
              <p:cNvSpPr/>
              <p:nvPr/>
            </p:nvSpPr>
            <p:spPr bwMode="auto">
              <a:xfrm>
                <a:off x="3472" y="207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7" name="Rectangle 391"/>
              <p:cNvSpPr>
                <a:spLocks noChangeArrowheads="1"/>
              </p:cNvSpPr>
              <p:nvPr/>
            </p:nvSpPr>
            <p:spPr bwMode="auto">
              <a:xfrm>
                <a:off x="3472" y="2079"/>
                <a:ext cx="1"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8" name="Freeform 392"/>
              <p:cNvSpPr/>
              <p:nvPr/>
            </p:nvSpPr>
            <p:spPr bwMode="auto">
              <a:xfrm>
                <a:off x="4277" y="2495"/>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9" name="Freeform 393"/>
              <p:cNvSpPr/>
              <p:nvPr/>
            </p:nvSpPr>
            <p:spPr bwMode="auto">
              <a:xfrm>
                <a:off x="3472"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0" name="Freeform 394"/>
              <p:cNvSpPr/>
              <p:nvPr/>
            </p:nvSpPr>
            <p:spPr bwMode="auto">
              <a:xfrm>
                <a:off x="4255" y="25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1" name="Freeform 395"/>
              <p:cNvSpPr/>
              <p:nvPr/>
            </p:nvSpPr>
            <p:spPr bwMode="auto">
              <a:xfrm>
                <a:off x="3678" y="2461"/>
                <a:ext cx="19" cy="13"/>
              </a:xfrm>
              <a:custGeom>
                <a:avLst/>
                <a:gdLst>
                  <a:gd name="T0" fmla="*/ 0 w 9"/>
                  <a:gd name="T1" fmla="*/ 0 h 6"/>
                  <a:gd name="T2" fmla="*/ 9 w 9"/>
                  <a:gd name="T3" fmla="*/ 6 h 6"/>
                  <a:gd name="T4" fmla="*/ 0 w 9"/>
                  <a:gd name="T5" fmla="*/ 0 h 6"/>
                </a:gdLst>
                <a:ahLst/>
                <a:cxnLst>
                  <a:cxn ang="0">
                    <a:pos x="T0" y="T1"/>
                  </a:cxn>
                  <a:cxn ang="0">
                    <a:pos x="T2" y="T3"/>
                  </a:cxn>
                  <a:cxn ang="0">
                    <a:pos x="T4" y="T5"/>
                  </a:cxn>
                </a:cxnLst>
                <a:rect l="0" t="0" r="r" b="b"/>
                <a:pathLst>
                  <a:path w="9" h="6">
                    <a:moveTo>
                      <a:pt x="0" y="0"/>
                    </a:moveTo>
                    <a:cubicBezTo>
                      <a:pt x="9" y="6"/>
                      <a:pt x="9" y="6"/>
                      <a:pt x="9" y="6"/>
                    </a:cubicBezTo>
                    <a:cubicBezTo>
                      <a:pt x="6" y="3"/>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2" name="Freeform 396"/>
              <p:cNvSpPr/>
              <p:nvPr/>
            </p:nvSpPr>
            <p:spPr bwMode="auto">
              <a:xfrm>
                <a:off x="3496" y="2319"/>
                <a:ext cx="4" cy="6"/>
              </a:xfrm>
              <a:custGeom>
                <a:avLst/>
                <a:gdLst>
                  <a:gd name="T0" fmla="*/ 1 w 2"/>
                  <a:gd name="T1" fmla="*/ 1 h 3"/>
                  <a:gd name="T2" fmla="*/ 2 w 2"/>
                  <a:gd name="T3" fmla="*/ 3 h 3"/>
                  <a:gd name="T4" fmla="*/ 2 w 2"/>
                  <a:gd name="T5" fmla="*/ 1 h 3"/>
                  <a:gd name="T6" fmla="*/ 1 w 2"/>
                  <a:gd name="T7" fmla="*/ 1 h 3"/>
                </a:gdLst>
                <a:ahLst/>
                <a:cxnLst>
                  <a:cxn ang="0">
                    <a:pos x="T0" y="T1"/>
                  </a:cxn>
                  <a:cxn ang="0">
                    <a:pos x="T2" y="T3"/>
                  </a:cxn>
                  <a:cxn ang="0">
                    <a:pos x="T4" y="T5"/>
                  </a:cxn>
                  <a:cxn ang="0">
                    <a:pos x="T6" y="T7"/>
                  </a:cxn>
                </a:cxnLst>
                <a:rect l="0" t="0" r="r" b="b"/>
                <a:pathLst>
                  <a:path w="2" h="3">
                    <a:moveTo>
                      <a:pt x="1" y="1"/>
                    </a:moveTo>
                    <a:cubicBezTo>
                      <a:pt x="2" y="2"/>
                      <a:pt x="2" y="2"/>
                      <a:pt x="2" y="3"/>
                    </a:cubicBezTo>
                    <a:cubicBezTo>
                      <a:pt x="2" y="1"/>
                      <a:pt x="2" y="1"/>
                      <a:pt x="2" y="1"/>
                    </a:cubicBezTo>
                    <a:cubicBezTo>
                      <a:pt x="2" y="0"/>
                      <a:pt x="0"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3" name="Freeform 397"/>
              <p:cNvSpPr/>
              <p:nvPr/>
            </p:nvSpPr>
            <p:spPr bwMode="auto">
              <a:xfrm>
                <a:off x="3483" y="2156"/>
                <a:ext cx="6" cy="4"/>
              </a:xfrm>
              <a:custGeom>
                <a:avLst/>
                <a:gdLst>
                  <a:gd name="T0" fmla="*/ 2 w 3"/>
                  <a:gd name="T1" fmla="*/ 1 h 2"/>
                  <a:gd name="T2" fmla="*/ 1 w 3"/>
                  <a:gd name="T3" fmla="*/ 2 h 2"/>
                  <a:gd name="T4" fmla="*/ 2 w 3"/>
                  <a:gd name="T5" fmla="*/ 1 h 2"/>
                </a:gdLst>
                <a:ahLst/>
                <a:cxnLst>
                  <a:cxn ang="0">
                    <a:pos x="T0" y="T1"/>
                  </a:cxn>
                  <a:cxn ang="0">
                    <a:pos x="T2" y="T3"/>
                  </a:cxn>
                  <a:cxn ang="0">
                    <a:pos x="T4" y="T5"/>
                  </a:cxn>
                </a:cxnLst>
                <a:rect l="0" t="0" r="r" b="b"/>
                <a:pathLst>
                  <a:path w="3" h="2">
                    <a:moveTo>
                      <a:pt x="2" y="1"/>
                    </a:moveTo>
                    <a:cubicBezTo>
                      <a:pt x="0" y="0"/>
                      <a:pt x="3" y="1"/>
                      <a:pt x="1" y="2"/>
                    </a:cubicBezTo>
                    <a:cubicBezTo>
                      <a:pt x="2" y="2"/>
                      <a:pt x="2" y="2"/>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4" name="Freeform 398"/>
              <p:cNvSpPr/>
              <p:nvPr/>
            </p:nvSpPr>
            <p:spPr bwMode="auto">
              <a:xfrm>
                <a:off x="3534" y="2347"/>
                <a:ext cx="13" cy="6"/>
              </a:xfrm>
              <a:custGeom>
                <a:avLst/>
                <a:gdLst>
                  <a:gd name="T0" fmla="*/ 0 w 6"/>
                  <a:gd name="T1" fmla="*/ 0 h 3"/>
                  <a:gd name="T2" fmla="*/ 4 w 6"/>
                  <a:gd name="T3" fmla="*/ 3 h 3"/>
                  <a:gd name="T4" fmla="*/ 0 w 6"/>
                  <a:gd name="T5" fmla="*/ 0 h 3"/>
                </a:gdLst>
                <a:ahLst/>
                <a:cxnLst>
                  <a:cxn ang="0">
                    <a:pos x="T0" y="T1"/>
                  </a:cxn>
                  <a:cxn ang="0">
                    <a:pos x="T2" y="T3"/>
                  </a:cxn>
                  <a:cxn ang="0">
                    <a:pos x="T4" y="T5"/>
                  </a:cxn>
                </a:cxnLst>
                <a:rect l="0" t="0" r="r" b="b"/>
                <a:pathLst>
                  <a:path w="6" h="3">
                    <a:moveTo>
                      <a:pt x="0" y="0"/>
                    </a:moveTo>
                    <a:cubicBezTo>
                      <a:pt x="0" y="2"/>
                      <a:pt x="3" y="3"/>
                      <a:pt x="4" y="3"/>
                    </a:cubicBezTo>
                    <a:cubicBezTo>
                      <a:pt x="6" y="3"/>
                      <a:pt x="1" y="2"/>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5" name="Freeform 399"/>
              <p:cNvSpPr/>
              <p:nvPr/>
            </p:nvSpPr>
            <p:spPr bwMode="auto">
              <a:xfrm>
                <a:off x="3466" y="2090"/>
                <a:ext cx="4" cy="4"/>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6" name="Freeform 400"/>
              <p:cNvSpPr/>
              <p:nvPr/>
            </p:nvSpPr>
            <p:spPr bwMode="auto">
              <a:xfrm>
                <a:off x="3466" y="2103"/>
                <a:ext cx="4" cy="0"/>
              </a:xfrm>
              <a:custGeom>
                <a:avLst/>
                <a:gdLst>
                  <a:gd name="T0" fmla="*/ 0 w 2"/>
                  <a:gd name="T1" fmla="*/ 1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1" y="0"/>
                    </a:cubicBezTo>
                    <a:cubicBezTo>
                      <a:pt x="2"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7" name="Freeform 401"/>
              <p:cNvSpPr/>
              <p:nvPr/>
            </p:nvSpPr>
            <p:spPr bwMode="auto">
              <a:xfrm>
                <a:off x="3477" y="2152"/>
                <a:ext cx="4" cy="8"/>
              </a:xfrm>
              <a:custGeom>
                <a:avLst/>
                <a:gdLst>
                  <a:gd name="T0" fmla="*/ 2 w 2"/>
                  <a:gd name="T1" fmla="*/ 4 h 4"/>
                  <a:gd name="T2" fmla="*/ 1 w 2"/>
                  <a:gd name="T3" fmla="*/ 0 h 4"/>
                  <a:gd name="T4" fmla="*/ 2 w 2"/>
                  <a:gd name="T5" fmla="*/ 4 h 4"/>
                </a:gdLst>
                <a:ahLst/>
                <a:cxnLst>
                  <a:cxn ang="0">
                    <a:pos x="T0" y="T1"/>
                  </a:cxn>
                  <a:cxn ang="0">
                    <a:pos x="T2" y="T3"/>
                  </a:cxn>
                  <a:cxn ang="0">
                    <a:pos x="T4" y="T5"/>
                  </a:cxn>
                </a:cxnLst>
                <a:rect l="0" t="0" r="r" b="b"/>
                <a:pathLst>
                  <a:path w="2" h="4">
                    <a:moveTo>
                      <a:pt x="2" y="4"/>
                    </a:moveTo>
                    <a:cubicBezTo>
                      <a:pt x="2" y="3"/>
                      <a:pt x="1" y="1"/>
                      <a:pt x="1" y="0"/>
                    </a:cubicBezTo>
                    <a:cubicBezTo>
                      <a:pt x="0" y="2"/>
                      <a:pt x="1" y="2"/>
                      <a:pt x="2" y="4"/>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8" name="Freeform 402"/>
              <p:cNvSpPr/>
              <p:nvPr/>
            </p:nvSpPr>
            <p:spPr bwMode="auto">
              <a:xfrm>
                <a:off x="3466" y="2096"/>
                <a:ext cx="8" cy="5"/>
              </a:xfrm>
              <a:custGeom>
                <a:avLst/>
                <a:gdLst>
                  <a:gd name="T0" fmla="*/ 0 w 4"/>
                  <a:gd name="T1" fmla="*/ 2 h 2"/>
                  <a:gd name="T2" fmla="*/ 0 w 4"/>
                  <a:gd name="T3" fmla="*/ 2 h 2"/>
                  <a:gd name="T4" fmla="*/ 2 w 4"/>
                  <a:gd name="T5" fmla="*/ 2 h 2"/>
                  <a:gd name="T6" fmla="*/ 2 w 4"/>
                  <a:gd name="T7" fmla="*/ 1 h 2"/>
                  <a:gd name="T8" fmla="*/ 4 w 4"/>
                  <a:gd name="T9" fmla="*/ 0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0" y="2"/>
                      <a:pt x="0" y="2"/>
                    </a:cubicBezTo>
                    <a:cubicBezTo>
                      <a:pt x="1" y="2"/>
                      <a:pt x="1" y="2"/>
                      <a:pt x="2" y="2"/>
                    </a:cubicBezTo>
                    <a:cubicBezTo>
                      <a:pt x="2" y="2"/>
                      <a:pt x="3" y="1"/>
                      <a:pt x="2" y="1"/>
                    </a:cubicBezTo>
                    <a:cubicBezTo>
                      <a:pt x="3" y="0"/>
                      <a:pt x="4" y="1"/>
                      <a:pt x="4" y="0"/>
                    </a:cubicBezTo>
                    <a:cubicBezTo>
                      <a:pt x="3" y="0"/>
                      <a:pt x="1"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9" name="Freeform 403"/>
              <p:cNvSpPr/>
              <p:nvPr/>
            </p:nvSpPr>
            <p:spPr bwMode="auto">
              <a:xfrm>
                <a:off x="3470" y="210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0" name="Freeform 404"/>
              <p:cNvSpPr/>
              <p:nvPr/>
            </p:nvSpPr>
            <p:spPr bwMode="auto">
              <a:xfrm>
                <a:off x="3718" y="2501"/>
                <a:ext cx="5" cy="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2" y="1"/>
                      <a:pt x="2" y="2"/>
                    </a:cubicBezTo>
                    <a:cubicBezTo>
                      <a:pt x="2" y="1"/>
                      <a:pt x="1" y="1"/>
                      <a:pt x="0" y="0"/>
                    </a:cubicBezTo>
                    <a:cubicBezTo>
                      <a:pt x="0" y="0"/>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1" name="Freeform 405"/>
              <p:cNvSpPr/>
              <p:nvPr/>
            </p:nvSpPr>
            <p:spPr bwMode="auto">
              <a:xfrm>
                <a:off x="3629" y="2417"/>
                <a:ext cx="7" cy="6"/>
              </a:xfrm>
              <a:custGeom>
                <a:avLst/>
                <a:gdLst>
                  <a:gd name="T0" fmla="*/ 2 w 3"/>
                  <a:gd name="T1" fmla="*/ 3 h 3"/>
                  <a:gd name="T2" fmla="*/ 0 w 3"/>
                  <a:gd name="T3" fmla="*/ 0 h 3"/>
                  <a:gd name="T4" fmla="*/ 2 w 3"/>
                  <a:gd name="T5" fmla="*/ 3 h 3"/>
                </a:gdLst>
                <a:ahLst/>
                <a:cxnLst>
                  <a:cxn ang="0">
                    <a:pos x="T0" y="T1"/>
                  </a:cxn>
                  <a:cxn ang="0">
                    <a:pos x="T2" y="T3"/>
                  </a:cxn>
                  <a:cxn ang="0">
                    <a:pos x="T4" y="T5"/>
                  </a:cxn>
                </a:cxnLst>
                <a:rect l="0" t="0" r="r" b="b"/>
                <a:pathLst>
                  <a:path w="3" h="3">
                    <a:moveTo>
                      <a:pt x="2" y="3"/>
                    </a:moveTo>
                    <a:cubicBezTo>
                      <a:pt x="3" y="2"/>
                      <a:pt x="1" y="1"/>
                      <a:pt x="0" y="0"/>
                    </a:cubicBezTo>
                    <a:cubicBezTo>
                      <a:pt x="0" y="1"/>
                      <a:pt x="1" y="2"/>
                      <a:pt x="2"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sp>
          <p:nvSpPr>
            <p:cNvPr id="6" name="Freeform 407"/>
            <p:cNvSpPr/>
            <p:nvPr/>
          </p:nvSpPr>
          <p:spPr bwMode="auto">
            <a:xfrm>
              <a:off x="3716" y="2495"/>
              <a:ext cx="5" cy="4"/>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1"/>
                    <a:pt x="1" y="0"/>
                    <a:pt x="0" y="0"/>
                  </a:cubicBezTo>
                  <a:cubicBezTo>
                    <a:pt x="1" y="1"/>
                    <a:pt x="1"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 name="Freeform 408"/>
            <p:cNvSpPr/>
            <p:nvPr/>
          </p:nvSpPr>
          <p:spPr bwMode="auto">
            <a:xfrm>
              <a:off x="3706" y="2480"/>
              <a:ext cx="10" cy="15"/>
            </a:xfrm>
            <a:custGeom>
              <a:avLst/>
              <a:gdLst>
                <a:gd name="T0" fmla="*/ 5 w 5"/>
                <a:gd name="T1" fmla="*/ 7 h 7"/>
                <a:gd name="T2" fmla="*/ 2 w 5"/>
                <a:gd name="T3" fmla="*/ 3 h 7"/>
                <a:gd name="T4" fmla="*/ 2 w 5"/>
                <a:gd name="T5" fmla="*/ 1 h 7"/>
                <a:gd name="T6" fmla="*/ 3 w 5"/>
                <a:gd name="T7" fmla="*/ 7 h 7"/>
                <a:gd name="T8" fmla="*/ 3 w 5"/>
                <a:gd name="T9" fmla="*/ 7 h 7"/>
                <a:gd name="T10" fmla="*/ 5 w 5"/>
                <a:gd name="T11" fmla="*/ 7 h 7"/>
              </a:gdLst>
              <a:ahLst/>
              <a:cxnLst>
                <a:cxn ang="0">
                  <a:pos x="T0" y="T1"/>
                </a:cxn>
                <a:cxn ang="0">
                  <a:pos x="T2" y="T3"/>
                </a:cxn>
                <a:cxn ang="0">
                  <a:pos x="T4" y="T5"/>
                </a:cxn>
                <a:cxn ang="0">
                  <a:pos x="T6" y="T7"/>
                </a:cxn>
                <a:cxn ang="0">
                  <a:pos x="T8" y="T9"/>
                </a:cxn>
                <a:cxn ang="0">
                  <a:pos x="T10" y="T11"/>
                </a:cxn>
              </a:cxnLst>
              <a:rect l="0" t="0" r="r" b="b"/>
              <a:pathLst>
                <a:path w="5" h="7">
                  <a:moveTo>
                    <a:pt x="5" y="7"/>
                  </a:moveTo>
                  <a:cubicBezTo>
                    <a:pt x="4" y="5"/>
                    <a:pt x="4" y="3"/>
                    <a:pt x="2" y="3"/>
                  </a:cubicBezTo>
                  <a:cubicBezTo>
                    <a:pt x="1" y="1"/>
                    <a:pt x="4" y="3"/>
                    <a:pt x="2" y="1"/>
                  </a:cubicBezTo>
                  <a:cubicBezTo>
                    <a:pt x="0" y="0"/>
                    <a:pt x="1" y="4"/>
                    <a:pt x="3" y="7"/>
                  </a:cubicBezTo>
                  <a:cubicBezTo>
                    <a:pt x="3" y="7"/>
                    <a:pt x="3" y="7"/>
                    <a:pt x="3" y="7"/>
                  </a:cubicBezTo>
                  <a:cubicBezTo>
                    <a:pt x="4" y="7"/>
                    <a:pt x="4" y="7"/>
                    <a:pt x="5"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 name="Freeform 409"/>
            <p:cNvSpPr/>
            <p:nvPr/>
          </p:nvSpPr>
          <p:spPr bwMode="auto">
            <a:xfrm>
              <a:off x="3782" y="3038"/>
              <a:ext cx="2" cy="4"/>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0" y="2"/>
                    <a:pt x="1" y="1"/>
                    <a:pt x="1"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 name="Freeform 410"/>
            <p:cNvSpPr/>
            <p:nvPr/>
          </p:nvSpPr>
          <p:spPr bwMode="auto">
            <a:xfrm>
              <a:off x="3631" y="2249"/>
              <a:ext cx="3" cy="2"/>
            </a:xfrm>
            <a:custGeom>
              <a:avLst/>
              <a:gdLst>
                <a:gd name="T0" fmla="*/ 3 w 3"/>
                <a:gd name="T1" fmla="*/ 0 h 2"/>
                <a:gd name="T2" fmla="*/ 0 w 3"/>
                <a:gd name="T3" fmla="*/ 0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0" y="2"/>
                  </a:lnTo>
                  <a:lnTo>
                    <a:pt x="3"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 name="Freeform 411"/>
            <p:cNvSpPr/>
            <p:nvPr/>
          </p:nvSpPr>
          <p:spPr bwMode="auto">
            <a:xfrm>
              <a:off x="3988" y="3019"/>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 name="Freeform 412"/>
            <p:cNvSpPr/>
            <p:nvPr/>
          </p:nvSpPr>
          <p:spPr bwMode="auto">
            <a:xfrm>
              <a:off x="3856" y="3002"/>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 name="Freeform 413"/>
            <p:cNvSpPr/>
            <p:nvPr/>
          </p:nvSpPr>
          <p:spPr bwMode="auto">
            <a:xfrm>
              <a:off x="3924" y="2998"/>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0"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 name="Freeform 414"/>
            <p:cNvSpPr/>
            <p:nvPr/>
          </p:nvSpPr>
          <p:spPr bwMode="auto">
            <a:xfrm>
              <a:off x="3561" y="1990"/>
              <a:ext cx="3" cy="9"/>
            </a:xfrm>
            <a:custGeom>
              <a:avLst/>
              <a:gdLst>
                <a:gd name="T0" fmla="*/ 1 w 1"/>
                <a:gd name="T1" fmla="*/ 1 h 4"/>
                <a:gd name="T2" fmla="*/ 0 w 1"/>
                <a:gd name="T3" fmla="*/ 0 h 4"/>
                <a:gd name="T4" fmla="*/ 1 w 1"/>
                <a:gd name="T5" fmla="*/ 1 h 4"/>
              </a:gdLst>
              <a:ahLst/>
              <a:cxnLst>
                <a:cxn ang="0">
                  <a:pos x="T0" y="T1"/>
                </a:cxn>
                <a:cxn ang="0">
                  <a:pos x="T2" y="T3"/>
                </a:cxn>
                <a:cxn ang="0">
                  <a:pos x="T4" y="T5"/>
                </a:cxn>
              </a:cxnLst>
              <a:rect l="0" t="0" r="r" b="b"/>
              <a:pathLst>
                <a:path w="1" h="4">
                  <a:moveTo>
                    <a:pt x="1" y="1"/>
                  </a:moveTo>
                  <a:cubicBezTo>
                    <a:pt x="1" y="1"/>
                    <a:pt x="0" y="0"/>
                    <a:pt x="0" y="0"/>
                  </a:cubicBezTo>
                  <a:cubicBezTo>
                    <a:pt x="0" y="3"/>
                    <a:pt x="0" y="4"/>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 name="Freeform 415"/>
            <p:cNvSpPr/>
            <p:nvPr/>
          </p:nvSpPr>
          <p:spPr bwMode="auto">
            <a:xfrm>
              <a:off x="3795" y="3040"/>
              <a:ext cx="2" cy="2"/>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0"/>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 name="Freeform 416"/>
            <p:cNvSpPr/>
            <p:nvPr/>
          </p:nvSpPr>
          <p:spPr bwMode="auto">
            <a:xfrm>
              <a:off x="3958" y="30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 name="Freeform 417"/>
            <p:cNvSpPr/>
            <p:nvPr/>
          </p:nvSpPr>
          <p:spPr bwMode="auto">
            <a:xfrm>
              <a:off x="3982" y="3027"/>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 name="Freeform 418"/>
            <p:cNvSpPr/>
            <p:nvPr/>
          </p:nvSpPr>
          <p:spPr bwMode="auto">
            <a:xfrm>
              <a:off x="3595" y="18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 name="Freeform 419"/>
            <p:cNvSpPr/>
            <p:nvPr/>
          </p:nvSpPr>
          <p:spPr bwMode="auto">
            <a:xfrm>
              <a:off x="3757" y="2981"/>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 name="Freeform 420"/>
            <p:cNvSpPr/>
            <p:nvPr/>
          </p:nvSpPr>
          <p:spPr bwMode="auto">
            <a:xfrm>
              <a:off x="3627" y="1789"/>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 name="Freeform 421"/>
            <p:cNvSpPr/>
            <p:nvPr/>
          </p:nvSpPr>
          <p:spPr bwMode="auto">
            <a:xfrm>
              <a:off x="3578" y="17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 name="Rectangle 422"/>
            <p:cNvSpPr>
              <a:spLocks noChangeArrowheads="1"/>
            </p:cNvSpPr>
            <p:nvPr/>
          </p:nvSpPr>
          <p:spPr bwMode="auto">
            <a:xfrm>
              <a:off x="3593" y="1825"/>
              <a:ext cx="1"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 name="Freeform 423"/>
            <p:cNvSpPr/>
            <p:nvPr/>
          </p:nvSpPr>
          <p:spPr bwMode="auto">
            <a:xfrm>
              <a:off x="3593" y="1825"/>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 name="Freeform 424"/>
            <p:cNvSpPr/>
            <p:nvPr/>
          </p:nvSpPr>
          <p:spPr bwMode="auto">
            <a:xfrm>
              <a:off x="3593" y="1825"/>
              <a:ext cx="0" cy="2"/>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 name="Freeform 425"/>
            <p:cNvSpPr/>
            <p:nvPr/>
          </p:nvSpPr>
          <p:spPr bwMode="auto">
            <a:xfrm>
              <a:off x="3638" y="2417"/>
              <a:ext cx="6" cy="6"/>
            </a:xfrm>
            <a:custGeom>
              <a:avLst/>
              <a:gdLst>
                <a:gd name="T0" fmla="*/ 1 w 3"/>
                <a:gd name="T1" fmla="*/ 2 h 3"/>
                <a:gd name="T2" fmla="*/ 3 w 3"/>
                <a:gd name="T3" fmla="*/ 2 h 3"/>
                <a:gd name="T4" fmla="*/ 1 w 3"/>
                <a:gd name="T5" fmla="*/ 2 h 3"/>
              </a:gdLst>
              <a:ahLst/>
              <a:cxnLst>
                <a:cxn ang="0">
                  <a:pos x="T0" y="T1"/>
                </a:cxn>
                <a:cxn ang="0">
                  <a:pos x="T2" y="T3"/>
                </a:cxn>
                <a:cxn ang="0">
                  <a:pos x="T4" y="T5"/>
                </a:cxn>
              </a:cxnLst>
              <a:rect l="0" t="0" r="r" b="b"/>
              <a:pathLst>
                <a:path w="3" h="3">
                  <a:moveTo>
                    <a:pt x="1" y="2"/>
                  </a:moveTo>
                  <a:cubicBezTo>
                    <a:pt x="2" y="2"/>
                    <a:pt x="3" y="3"/>
                    <a:pt x="3" y="2"/>
                  </a:cubicBezTo>
                  <a:cubicBezTo>
                    <a:pt x="0" y="0"/>
                    <a:pt x="0" y="0"/>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 name="Freeform 426"/>
            <p:cNvSpPr/>
            <p:nvPr/>
          </p:nvSpPr>
          <p:spPr bwMode="auto">
            <a:xfrm>
              <a:off x="3708" y="2743"/>
              <a:ext cx="2" cy="7"/>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1" y="3"/>
                    <a:pt x="1" y="0"/>
                    <a:pt x="0" y="0"/>
                  </a:cubicBezTo>
                  <a:cubicBezTo>
                    <a:pt x="0" y="0"/>
                    <a:pt x="0" y="3"/>
                    <a:pt x="1"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 name="Freeform 427"/>
            <p:cNvSpPr/>
            <p:nvPr/>
          </p:nvSpPr>
          <p:spPr bwMode="auto">
            <a:xfrm>
              <a:off x="3714" y="2737"/>
              <a:ext cx="4" cy="2"/>
            </a:xfrm>
            <a:custGeom>
              <a:avLst/>
              <a:gdLst>
                <a:gd name="T0" fmla="*/ 1 w 2"/>
                <a:gd name="T1" fmla="*/ 1 h 1"/>
                <a:gd name="T2" fmla="*/ 0 w 2"/>
                <a:gd name="T3" fmla="*/ 0 h 1"/>
                <a:gd name="T4" fmla="*/ 1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0" y="0"/>
                    <a:pt x="0" y="0"/>
                  </a:cubicBezTo>
                  <a:cubicBezTo>
                    <a:pt x="0" y="0"/>
                    <a:pt x="1" y="1"/>
                    <a:pt x="1" y="1"/>
                  </a:cubicBezTo>
                  <a:cubicBezTo>
                    <a:pt x="1" y="1"/>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 name="Freeform 428"/>
            <p:cNvSpPr/>
            <p:nvPr/>
          </p:nvSpPr>
          <p:spPr bwMode="auto">
            <a:xfrm>
              <a:off x="3706" y="2737"/>
              <a:ext cx="10" cy="4"/>
            </a:xfrm>
            <a:custGeom>
              <a:avLst/>
              <a:gdLst>
                <a:gd name="T0" fmla="*/ 0 w 5"/>
                <a:gd name="T1" fmla="*/ 1 h 2"/>
                <a:gd name="T2" fmla="*/ 4 w 5"/>
                <a:gd name="T3" fmla="*/ 1 h 2"/>
                <a:gd name="T4" fmla="*/ 5 w 5"/>
                <a:gd name="T5" fmla="*/ 2 h 2"/>
                <a:gd name="T6" fmla="*/ 3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2"/>
                    <a:pt x="3" y="2"/>
                    <a:pt x="4" y="1"/>
                  </a:cubicBezTo>
                  <a:cubicBezTo>
                    <a:pt x="4" y="1"/>
                    <a:pt x="5" y="2"/>
                    <a:pt x="5" y="2"/>
                  </a:cubicBezTo>
                  <a:cubicBezTo>
                    <a:pt x="4" y="1"/>
                    <a:pt x="4" y="1"/>
                    <a:pt x="3" y="1"/>
                  </a:cubicBezTo>
                  <a:cubicBezTo>
                    <a:pt x="3" y="1"/>
                    <a:pt x="1" y="0"/>
                    <a:pt x="2" y="1"/>
                  </a:cubicBezTo>
                  <a:cubicBezTo>
                    <a:pt x="2" y="1"/>
                    <a:pt x="1"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 name="Freeform 429"/>
            <p:cNvSpPr/>
            <p:nvPr/>
          </p:nvSpPr>
          <p:spPr bwMode="auto">
            <a:xfrm>
              <a:off x="3755" y="2718"/>
              <a:ext cx="4" cy="6"/>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cubicBezTo>
                    <a:pt x="0" y="0"/>
                    <a:pt x="0" y="0"/>
                    <a:pt x="0" y="0"/>
                  </a:cubicBezTo>
                  <a:cubicBezTo>
                    <a:pt x="1" y="2"/>
                    <a:pt x="1" y="2"/>
                    <a:pt x="2"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 name="Freeform 430"/>
            <p:cNvSpPr/>
            <p:nvPr/>
          </p:nvSpPr>
          <p:spPr bwMode="auto">
            <a:xfrm>
              <a:off x="3761" y="2733"/>
              <a:ext cx="4" cy="17"/>
            </a:xfrm>
            <a:custGeom>
              <a:avLst/>
              <a:gdLst>
                <a:gd name="T0" fmla="*/ 1 w 2"/>
                <a:gd name="T1" fmla="*/ 7 h 8"/>
                <a:gd name="T2" fmla="*/ 0 w 2"/>
                <a:gd name="T3" fmla="*/ 3 h 8"/>
                <a:gd name="T4" fmla="*/ 1 w 2"/>
                <a:gd name="T5" fmla="*/ 7 h 8"/>
              </a:gdLst>
              <a:ahLst/>
              <a:cxnLst>
                <a:cxn ang="0">
                  <a:pos x="T0" y="T1"/>
                </a:cxn>
                <a:cxn ang="0">
                  <a:pos x="T2" y="T3"/>
                </a:cxn>
                <a:cxn ang="0">
                  <a:pos x="T4" y="T5"/>
                </a:cxn>
              </a:cxnLst>
              <a:rect l="0" t="0" r="r" b="b"/>
              <a:pathLst>
                <a:path w="2" h="8">
                  <a:moveTo>
                    <a:pt x="1" y="7"/>
                  </a:moveTo>
                  <a:cubicBezTo>
                    <a:pt x="2" y="0"/>
                    <a:pt x="1" y="8"/>
                    <a:pt x="0" y="3"/>
                  </a:cubicBezTo>
                  <a:cubicBezTo>
                    <a:pt x="0" y="5"/>
                    <a:pt x="0" y="6"/>
                    <a:pt x="1"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 name="Freeform 431"/>
            <p:cNvSpPr/>
            <p:nvPr/>
          </p:nvSpPr>
          <p:spPr bwMode="auto">
            <a:xfrm>
              <a:off x="3759" y="2720"/>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 name="Freeform 432"/>
            <p:cNvSpPr/>
            <p:nvPr/>
          </p:nvSpPr>
          <p:spPr bwMode="auto">
            <a:xfrm>
              <a:off x="3761" y="2714"/>
              <a:ext cx="6" cy="12"/>
            </a:xfrm>
            <a:custGeom>
              <a:avLst/>
              <a:gdLst>
                <a:gd name="T0" fmla="*/ 0 w 3"/>
                <a:gd name="T1" fmla="*/ 5 h 6"/>
                <a:gd name="T2" fmla="*/ 3 w 3"/>
                <a:gd name="T3" fmla="*/ 3 h 6"/>
                <a:gd name="T4" fmla="*/ 0 w 3"/>
                <a:gd name="T5" fmla="*/ 5 h 6"/>
              </a:gdLst>
              <a:ahLst/>
              <a:cxnLst>
                <a:cxn ang="0">
                  <a:pos x="T0" y="T1"/>
                </a:cxn>
                <a:cxn ang="0">
                  <a:pos x="T2" y="T3"/>
                </a:cxn>
                <a:cxn ang="0">
                  <a:pos x="T4" y="T5"/>
                </a:cxn>
              </a:cxnLst>
              <a:rect l="0" t="0" r="r" b="b"/>
              <a:pathLst>
                <a:path w="3" h="6">
                  <a:moveTo>
                    <a:pt x="0" y="5"/>
                  </a:moveTo>
                  <a:cubicBezTo>
                    <a:pt x="1" y="6"/>
                    <a:pt x="2" y="3"/>
                    <a:pt x="3" y="3"/>
                  </a:cubicBezTo>
                  <a:cubicBezTo>
                    <a:pt x="2" y="0"/>
                    <a:pt x="1" y="4"/>
                    <a:pt x="0" y="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 name="Freeform 433"/>
            <p:cNvSpPr/>
            <p:nvPr/>
          </p:nvSpPr>
          <p:spPr bwMode="auto">
            <a:xfrm>
              <a:off x="3712" y="273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 name="Freeform 434"/>
            <p:cNvSpPr>
              <a:spLocks noEditPoints="1"/>
            </p:cNvSpPr>
            <p:nvPr/>
          </p:nvSpPr>
          <p:spPr bwMode="auto">
            <a:xfrm>
              <a:off x="3742" y="2907"/>
              <a:ext cx="384" cy="146"/>
            </a:xfrm>
            <a:custGeom>
              <a:avLst/>
              <a:gdLst>
                <a:gd name="T0" fmla="*/ 150 w 181"/>
                <a:gd name="T1" fmla="*/ 21 h 69"/>
                <a:gd name="T2" fmla="*/ 144 w 181"/>
                <a:gd name="T3" fmla="*/ 25 h 69"/>
                <a:gd name="T4" fmla="*/ 103 w 181"/>
                <a:gd name="T5" fmla="*/ 42 h 69"/>
                <a:gd name="T6" fmla="*/ 91 w 181"/>
                <a:gd name="T7" fmla="*/ 45 h 69"/>
                <a:gd name="T8" fmla="*/ 79 w 181"/>
                <a:gd name="T9" fmla="*/ 44 h 69"/>
                <a:gd name="T10" fmla="*/ 60 w 181"/>
                <a:gd name="T11" fmla="*/ 44 h 69"/>
                <a:gd name="T12" fmla="*/ 50 w 181"/>
                <a:gd name="T13" fmla="*/ 47 h 69"/>
                <a:gd name="T14" fmla="*/ 32 w 181"/>
                <a:gd name="T15" fmla="*/ 47 h 69"/>
                <a:gd name="T16" fmla="*/ 22 w 181"/>
                <a:gd name="T17" fmla="*/ 44 h 69"/>
                <a:gd name="T18" fmla="*/ 10 w 181"/>
                <a:gd name="T19" fmla="*/ 39 h 69"/>
                <a:gd name="T20" fmla="*/ 10 w 181"/>
                <a:gd name="T21" fmla="*/ 37 h 69"/>
                <a:gd name="T22" fmla="*/ 10 w 181"/>
                <a:gd name="T23" fmla="*/ 35 h 69"/>
                <a:gd name="T24" fmla="*/ 10 w 181"/>
                <a:gd name="T25" fmla="*/ 34 h 69"/>
                <a:gd name="T26" fmla="*/ 10 w 181"/>
                <a:gd name="T27" fmla="*/ 30 h 69"/>
                <a:gd name="T28" fmla="*/ 2 w 181"/>
                <a:gd name="T29" fmla="*/ 32 h 69"/>
                <a:gd name="T30" fmla="*/ 6 w 181"/>
                <a:gd name="T31" fmla="*/ 44 h 69"/>
                <a:gd name="T32" fmla="*/ 10 w 181"/>
                <a:gd name="T33" fmla="*/ 51 h 69"/>
                <a:gd name="T34" fmla="*/ 4 w 181"/>
                <a:gd name="T35" fmla="*/ 55 h 69"/>
                <a:gd name="T36" fmla="*/ 8 w 181"/>
                <a:gd name="T37" fmla="*/ 58 h 69"/>
                <a:gd name="T38" fmla="*/ 13 w 181"/>
                <a:gd name="T39" fmla="*/ 57 h 69"/>
                <a:gd name="T40" fmla="*/ 13 w 181"/>
                <a:gd name="T41" fmla="*/ 60 h 69"/>
                <a:gd name="T42" fmla="*/ 19 w 181"/>
                <a:gd name="T43" fmla="*/ 57 h 69"/>
                <a:gd name="T44" fmla="*/ 20 w 181"/>
                <a:gd name="T45" fmla="*/ 63 h 69"/>
                <a:gd name="T46" fmla="*/ 22 w 181"/>
                <a:gd name="T47" fmla="*/ 66 h 69"/>
                <a:gd name="T48" fmla="*/ 24 w 181"/>
                <a:gd name="T49" fmla="*/ 64 h 69"/>
                <a:gd name="T50" fmla="*/ 28 w 181"/>
                <a:gd name="T51" fmla="*/ 64 h 69"/>
                <a:gd name="T52" fmla="*/ 31 w 181"/>
                <a:gd name="T53" fmla="*/ 66 h 69"/>
                <a:gd name="T54" fmla="*/ 36 w 181"/>
                <a:gd name="T55" fmla="*/ 58 h 69"/>
                <a:gd name="T56" fmla="*/ 36 w 181"/>
                <a:gd name="T57" fmla="*/ 65 h 69"/>
                <a:gd name="T58" fmla="*/ 46 w 181"/>
                <a:gd name="T59" fmla="*/ 67 h 69"/>
                <a:gd name="T60" fmla="*/ 50 w 181"/>
                <a:gd name="T61" fmla="*/ 66 h 69"/>
                <a:gd name="T62" fmla="*/ 55 w 181"/>
                <a:gd name="T63" fmla="*/ 62 h 69"/>
                <a:gd name="T64" fmla="*/ 65 w 181"/>
                <a:gd name="T65" fmla="*/ 66 h 69"/>
                <a:gd name="T66" fmla="*/ 69 w 181"/>
                <a:gd name="T67" fmla="*/ 63 h 69"/>
                <a:gd name="T68" fmla="*/ 71 w 181"/>
                <a:gd name="T69" fmla="*/ 63 h 69"/>
                <a:gd name="T70" fmla="*/ 72 w 181"/>
                <a:gd name="T71" fmla="*/ 61 h 69"/>
                <a:gd name="T72" fmla="*/ 76 w 181"/>
                <a:gd name="T73" fmla="*/ 65 h 69"/>
                <a:gd name="T74" fmla="*/ 79 w 181"/>
                <a:gd name="T75" fmla="*/ 63 h 69"/>
                <a:gd name="T76" fmla="*/ 88 w 181"/>
                <a:gd name="T77" fmla="*/ 60 h 69"/>
                <a:gd name="T78" fmla="*/ 92 w 181"/>
                <a:gd name="T79" fmla="*/ 62 h 69"/>
                <a:gd name="T80" fmla="*/ 98 w 181"/>
                <a:gd name="T81" fmla="*/ 60 h 69"/>
                <a:gd name="T82" fmla="*/ 102 w 181"/>
                <a:gd name="T83" fmla="*/ 59 h 69"/>
                <a:gd name="T84" fmla="*/ 103 w 181"/>
                <a:gd name="T85" fmla="*/ 59 h 69"/>
                <a:gd name="T86" fmla="*/ 108 w 181"/>
                <a:gd name="T87" fmla="*/ 58 h 69"/>
                <a:gd name="T88" fmla="*/ 115 w 181"/>
                <a:gd name="T89" fmla="*/ 53 h 69"/>
                <a:gd name="T90" fmla="*/ 117 w 181"/>
                <a:gd name="T91" fmla="*/ 52 h 69"/>
                <a:gd name="T92" fmla="*/ 122 w 181"/>
                <a:gd name="T93" fmla="*/ 45 h 69"/>
                <a:gd name="T94" fmla="*/ 127 w 181"/>
                <a:gd name="T95" fmla="*/ 45 h 69"/>
                <a:gd name="T96" fmla="*/ 134 w 181"/>
                <a:gd name="T97" fmla="*/ 43 h 69"/>
                <a:gd name="T98" fmla="*/ 139 w 181"/>
                <a:gd name="T99" fmla="*/ 41 h 69"/>
                <a:gd name="T100" fmla="*/ 152 w 181"/>
                <a:gd name="T101" fmla="*/ 37 h 69"/>
                <a:gd name="T102" fmla="*/ 156 w 181"/>
                <a:gd name="T103" fmla="*/ 35 h 69"/>
                <a:gd name="T104" fmla="*/ 163 w 181"/>
                <a:gd name="T105" fmla="*/ 27 h 69"/>
                <a:gd name="T106" fmla="*/ 167 w 181"/>
                <a:gd name="T107" fmla="*/ 19 h 69"/>
                <a:gd name="T108" fmla="*/ 10 w 181"/>
                <a:gd name="T109" fmla="*/ 31 h 69"/>
                <a:gd name="T110" fmla="*/ 10 w 181"/>
                <a:gd name="T111" fmla="*/ 35 h 69"/>
                <a:gd name="T112" fmla="*/ 9 w 181"/>
                <a:gd name="T113" fmla="*/ 34 h 69"/>
                <a:gd name="T114" fmla="*/ 7 w 181"/>
                <a:gd name="T115" fmla="*/ 35 h 69"/>
                <a:gd name="T116" fmla="*/ 8 w 181"/>
                <a:gd name="T117" fmla="*/ 36 h 69"/>
                <a:gd name="T118" fmla="*/ 10 w 181"/>
                <a:gd name="T119"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1" h="69">
                  <a:moveTo>
                    <a:pt x="177" y="5"/>
                  </a:moveTo>
                  <a:cubicBezTo>
                    <a:pt x="177" y="2"/>
                    <a:pt x="172" y="0"/>
                    <a:pt x="172" y="0"/>
                  </a:cubicBezTo>
                  <a:cubicBezTo>
                    <a:pt x="172" y="4"/>
                    <a:pt x="169" y="7"/>
                    <a:pt x="164" y="8"/>
                  </a:cubicBezTo>
                  <a:cubicBezTo>
                    <a:pt x="163" y="9"/>
                    <a:pt x="163" y="11"/>
                    <a:pt x="162" y="11"/>
                  </a:cubicBezTo>
                  <a:cubicBezTo>
                    <a:pt x="159" y="15"/>
                    <a:pt x="152" y="15"/>
                    <a:pt x="149" y="19"/>
                  </a:cubicBezTo>
                  <a:cubicBezTo>
                    <a:pt x="150" y="19"/>
                    <a:pt x="150" y="20"/>
                    <a:pt x="150" y="21"/>
                  </a:cubicBezTo>
                  <a:cubicBezTo>
                    <a:pt x="150" y="20"/>
                    <a:pt x="150" y="20"/>
                    <a:pt x="150" y="20"/>
                  </a:cubicBezTo>
                  <a:cubicBezTo>
                    <a:pt x="150" y="22"/>
                    <a:pt x="150" y="22"/>
                    <a:pt x="150" y="22"/>
                  </a:cubicBezTo>
                  <a:cubicBezTo>
                    <a:pt x="150" y="22"/>
                    <a:pt x="149" y="21"/>
                    <a:pt x="149" y="20"/>
                  </a:cubicBezTo>
                  <a:cubicBezTo>
                    <a:pt x="147" y="21"/>
                    <a:pt x="146" y="23"/>
                    <a:pt x="144" y="24"/>
                  </a:cubicBezTo>
                  <a:cubicBezTo>
                    <a:pt x="145" y="26"/>
                    <a:pt x="143" y="24"/>
                    <a:pt x="144" y="26"/>
                  </a:cubicBezTo>
                  <a:cubicBezTo>
                    <a:pt x="144" y="25"/>
                    <a:pt x="144" y="25"/>
                    <a:pt x="144" y="25"/>
                  </a:cubicBezTo>
                  <a:cubicBezTo>
                    <a:pt x="143" y="27"/>
                    <a:pt x="143" y="27"/>
                    <a:pt x="141" y="25"/>
                  </a:cubicBezTo>
                  <a:cubicBezTo>
                    <a:pt x="135" y="26"/>
                    <a:pt x="130" y="30"/>
                    <a:pt x="125" y="31"/>
                  </a:cubicBezTo>
                  <a:cubicBezTo>
                    <a:pt x="119" y="33"/>
                    <a:pt x="114" y="37"/>
                    <a:pt x="108" y="39"/>
                  </a:cubicBezTo>
                  <a:cubicBezTo>
                    <a:pt x="108" y="42"/>
                    <a:pt x="106" y="41"/>
                    <a:pt x="106" y="44"/>
                  </a:cubicBezTo>
                  <a:cubicBezTo>
                    <a:pt x="106" y="43"/>
                    <a:pt x="106" y="43"/>
                    <a:pt x="106" y="43"/>
                  </a:cubicBezTo>
                  <a:cubicBezTo>
                    <a:pt x="105" y="45"/>
                    <a:pt x="104" y="43"/>
                    <a:pt x="103" y="42"/>
                  </a:cubicBezTo>
                  <a:cubicBezTo>
                    <a:pt x="103" y="44"/>
                    <a:pt x="102" y="43"/>
                    <a:pt x="103" y="45"/>
                  </a:cubicBezTo>
                  <a:cubicBezTo>
                    <a:pt x="103" y="46"/>
                    <a:pt x="102" y="42"/>
                    <a:pt x="101" y="43"/>
                  </a:cubicBezTo>
                  <a:cubicBezTo>
                    <a:pt x="101" y="42"/>
                    <a:pt x="101" y="44"/>
                    <a:pt x="101" y="44"/>
                  </a:cubicBezTo>
                  <a:cubicBezTo>
                    <a:pt x="100" y="46"/>
                    <a:pt x="101" y="42"/>
                    <a:pt x="99" y="41"/>
                  </a:cubicBezTo>
                  <a:cubicBezTo>
                    <a:pt x="96" y="42"/>
                    <a:pt x="94" y="45"/>
                    <a:pt x="91" y="44"/>
                  </a:cubicBezTo>
                  <a:cubicBezTo>
                    <a:pt x="91" y="44"/>
                    <a:pt x="91" y="45"/>
                    <a:pt x="91" y="45"/>
                  </a:cubicBezTo>
                  <a:cubicBezTo>
                    <a:pt x="90" y="42"/>
                    <a:pt x="90" y="46"/>
                    <a:pt x="90" y="45"/>
                  </a:cubicBezTo>
                  <a:cubicBezTo>
                    <a:pt x="90" y="44"/>
                    <a:pt x="90" y="44"/>
                    <a:pt x="90" y="44"/>
                  </a:cubicBezTo>
                  <a:cubicBezTo>
                    <a:pt x="88" y="43"/>
                    <a:pt x="88" y="45"/>
                    <a:pt x="86" y="44"/>
                  </a:cubicBezTo>
                  <a:cubicBezTo>
                    <a:pt x="85" y="45"/>
                    <a:pt x="84" y="42"/>
                    <a:pt x="83" y="44"/>
                  </a:cubicBezTo>
                  <a:cubicBezTo>
                    <a:pt x="83" y="43"/>
                    <a:pt x="83" y="43"/>
                    <a:pt x="82" y="43"/>
                  </a:cubicBezTo>
                  <a:cubicBezTo>
                    <a:pt x="82" y="47"/>
                    <a:pt x="80" y="42"/>
                    <a:pt x="79" y="44"/>
                  </a:cubicBezTo>
                  <a:cubicBezTo>
                    <a:pt x="79" y="44"/>
                    <a:pt x="79" y="44"/>
                    <a:pt x="79" y="44"/>
                  </a:cubicBezTo>
                  <a:cubicBezTo>
                    <a:pt x="76" y="44"/>
                    <a:pt x="73" y="43"/>
                    <a:pt x="70" y="46"/>
                  </a:cubicBezTo>
                  <a:cubicBezTo>
                    <a:pt x="68" y="46"/>
                    <a:pt x="66" y="43"/>
                    <a:pt x="64" y="44"/>
                  </a:cubicBezTo>
                  <a:cubicBezTo>
                    <a:pt x="64" y="46"/>
                    <a:pt x="64" y="46"/>
                    <a:pt x="64" y="46"/>
                  </a:cubicBezTo>
                  <a:cubicBezTo>
                    <a:pt x="63" y="46"/>
                    <a:pt x="64" y="45"/>
                    <a:pt x="64" y="44"/>
                  </a:cubicBezTo>
                  <a:cubicBezTo>
                    <a:pt x="63" y="46"/>
                    <a:pt x="61" y="44"/>
                    <a:pt x="60" y="44"/>
                  </a:cubicBezTo>
                  <a:cubicBezTo>
                    <a:pt x="60" y="45"/>
                    <a:pt x="60" y="45"/>
                    <a:pt x="60" y="46"/>
                  </a:cubicBezTo>
                  <a:cubicBezTo>
                    <a:pt x="59" y="43"/>
                    <a:pt x="57" y="47"/>
                    <a:pt x="55" y="45"/>
                  </a:cubicBezTo>
                  <a:cubicBezTo>
                    <a:pt x="56" y="48"/>
                    <a:pt x="55" y="47"/>
                    <a:pt x="54" y="48"/>
                  </a:cubicBezTo>
                  <a:cubicBezTo>
                    <a:pt x="54" y="47"/>
                    <a:pt x="54" y="46"/>
                    <a:pt x="54" y="46"/>
                  </a:cubicBezTo>
                  <a:cubicBezTo>
                    <a:pt x="53" y="46"/>
                    <a:pt x="52" y="46"/>
                    <a:pt x="51" y="45"/>
                  </a:cubicBezTo>
                  <a:cubicBezTo>
                    <a:pt x="51" y="46"/>
                    <a:pt x="50" y="48"/>
                    <a:pt x="50" y="47"/>
                  </a:cubicBezTo>
                  <a:cubicBezTo>
                    <a:pt x="49" y="45"/>
                    <a:pt x="48" y="47"/>
                    <a:pt x="48" y="46"/>
                  </a:cubicBezTo>
                  <a:cubicBezTo>
                    <a:pt x="48" y="48"/>
                    <a:pt x="47" y="49"/>
                    <a:pt x="46" y="49"/>
                  </a:cubicBezTo>
                  <a:cubicBezTo>
                    <a:pt x="47" y="46"/>
                    <a:pt x="47" y="46"/>
                    <a:pt x="47" y="46"/>
                  </a:cubicBezTo>
                  <a:cubicBezTo>
                    <a:pt x="44" y="47"/>
                    <a:pt x="42" y="44"/>
                    <a:pt x="39" y="47"/>
                  </a:cubicBezTo>
                  <a:cubicBezTo>
                    <a:pt x="39" y="45"/>
                    <a:pt x="39" y="45"/>
                    <a:pt x="39" y="45"/>
                  </a:cubicBezTo>
                  <a:cubicBezTo>
                    <a:pt x="36" y="47"/>
                    <a:pt x="35" y="45"/>
                    <a:pt x="32" y="47"/>
                  </a:cubicBezTo>
                  <a:cubicBezTo>
                    <a:pt x="33" y="46"/>
                    <a:pt x="30" y="45"/>
                    <a:pt x="30" y="45"/>
                  </a:cubicBezTo>
                  <a:cubicBezTo>
                    <a:pt x="29" y="46"/>
                    <a:pt x="28" y="46"/>
                    <a:pt x="27" y="48"/>
                  </a:cubicBezTo>
                  <a:cubicBezTo>
                    <a:pt x="27" y="48"/>
                    <a:pt x="27" y="46"/>
                    <a:pt x="27" y="46"/>
                  </a:cubicBezTo>
                  <a:cubicBezTo>
                    <a:pt x="26" y="45"/>
                    <a:pt x="26" y="43"/>
                    <a:pt x="25" y="45"/>
                  </a:cubicBezTo>
                  <a:cubicBezTo>
                    <a:pt x="25" y="43"/>
                    <a:pt x="25" y="43"/>
                    <a:pt x="25" y="43"/>
                  </a:cubicBezTo>
                  <a:cubicBezTo>
                    <a:pt x="24" y="44"/>
                    <a:pt x="22" y="46"/>
                    <a:pt x="22" y="44"/>
                  </a:cubicBezTo>
                  <a:cubicBezTo>
                    <a:pt x="21" y="45"/>
                    <a:pt x="20" y="45"/>
                    <a:pt x="20" y="46"/>
                  </a:cubicBezTo>
                  <a:cubicBezTo>
                    <a:pt x="19" y="46"/>
                    <a:pt x="20" y="44"/>
                    <a:pt x="19" y="45"/>
                  </a:cubicBezTo>
                  <a:cubicBezTo>
                    <a:pt x="21" y="44"/>
                    <a:pt x="21" y="44"/>
                    <a:pt x="21" y="44"/>
                  </a:cubicBezTo>
                  <a:cubicBezTo>
                    <a:pt x="19" y="42"/>
                    <a:pt x="17" y="42"/>
                    <a:pt x="15" y="42"/>
                  </a:cubicBezTo>
                  <a:cubicBezTo>
                    <a:pt x="16" y="40"/>
                    <a:pt x="13" y="41"/>
                    <a:pt x="13" y="39"/>
                  </a:cubicBezTo>
                  <a:cubicBezTo>
                    <a:pt x="12" y="40"/>
                    <a:pt x="13" y="38"/>
                    <a:pt x="10" y="39"/>
                  </a:cubicBezTo>
                  <a:cubicBezTo>
                    <a:pt x="11" y="39"/>
                    <a:pt x="11" y="39"/>
                    <a:pt x="11" y="39"/>
                  </a:cubicBezTo>
                  <a:cubicBezTo>
                    <a:pt x="11" y="38"/>
                    <a:pt x="11" y="37"/>
                    <a:pt x="12" y="37"/>
                  </a:cubicBezTo>
                  <a:cubicBezTo>
                    <a:pt x="12" y="37"/>
                    <a:pt x="11" y="37"/>
                    <a:pt x="11" y="37"/>
                  </a:cubicBezTo>
                  <a:cubicBezTo>
                    <a:pt x="11" y="36"/>
                    <a:pt x="11" y="36"/>
                    <a:pt x="11" y="36"/>
                  </a:cubicBezTo>
                  <a:cubicBezTo>
                    <a:pt x="11" y="36"/>
                    <a:pt x="11" y="36"/>
                    <a:pt x="11" y="37"/>
                  </a:cubicBezTo>
                  <a:cubicBezTo>
                    <a:pt x="10" y="37"/>
                    <a:pt x="10" y="37"/>
                    <a:pt x="10" y="37"/>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1" y="36"/>
                    <a:pt x="11" y="36"/>
                  </a:cubicBezTo>
                  <a:cubicBezTo>
                    <a:pt x="11" y="36"/>
                    <a:pt x="11" y="36"/>
                    <a:pt x="10" y="35"/>
                  </a:cubicBezTo>
                  <a:cubicBezTo>
                    <a:pt x="10" y="35"/>
                    <a:pt x="10" y="35"/>
                    <a:pt x="10" y="35"/>
                  </a:cubicBezTo>
                  <a:cubicBezTo>
                    <a:pt x="11" y="35"/>
                    <a:pt x="11" y="35"/>
                    <a:pt x="11" y="35"/>
                  </a:cubicBezTo>
                  <a:cubicBezTo>
                    <a:pt x="11" y="35"/>
                    <a:pt x="11" y="35"/>
                    <a:pt x="11" y="34"/>
                  </a:cubicBezTo>
                  <a:cubicBezTo>
                    <a:pt x="11" y="34"/>
                    <a:pt x="11" y="34"/>
                    <a:pt x="11" y="34"/>
                  </a:cubicBezTo>
                  <a:cubicBezTo>
                    <a:pt x="11" y="34"/>
                    <a:pt x="11" y="34"/>
                    <a:pt x="11" y="34"/>
                  </a:cubicBezTo>
                  <a:cubicBezTo>
                    <a:pt x="9" y="35"/>
                    <a:pt x="12" y="34"/>
                    <a:pt x="10" y="34"/>
                  </a:cubicBezTo>
                  <a:cubicBezTo>
                    <a:pt x="10" y="34"/>
                    <a:pt x="10" y="33"/>
                    <a:pt x="11" y="32"/>
                  </a:cubicBezTo>
                  <a:cubicBezTo>
                    <a:pt x="10" y="34"/>
                    <a:pt x="10" y="32"/>
                    <a:pt x="10" y="31"/>
                  </a:cubicBezTo>
                  <a:cubicBezTo>
                    <a:pt x="10" y="31"/>
                    <a:pt x="10" y="31"/>
                    <a:pt x="10" y="31"/>
                  </a:cubicBezTo>
                  <a:cubicBezTo>
                    <a:pt x="10" y="30"/>
                    <a:pt x="10" y="30"/>
                    <a:pt x="10" y="29"/>
                  </a:cubicBezTo>
                  <a:cubicBezTo>
                    <a:pt x="10" y="29"/>
                    <a:pt x="10" y="29"/>
                    <a:pt x="10" y="29"/>
                  </a:cubicBezTo>
                  <a:cubicBezTo>
                    <a:pt x="10" y="29"/>
                    <a:pt x="10" y="30"/>
                    <a:pt x="10" y="30"/>
                  </a:cubicBezTo>
                  <a:cubicBezTo>
                    <a:pt x="10" y="30"/>
                    <a:pt x="9" y="30"/>
                    <a:pt x="5" y="31"/>
                  </a:cubicBezTo>
                  <a:cubicBezTo>
                    <a:pt x="4" y="32"/>
                    <a:pt x="9" y="31"/>
                    <a:pt x="8" y="32"/>
                  </a:cubicBezTo>
                  <a:cubicBezTo>
                    <a:pt x="5" y="32"/>
                    <a:pt x="9" y="34"/>
                    <a:pt x="6" y="34"/>
                  </a:cubicBezTo>
                  <a:cubicBezTo>
                    <a:pt x="4" y="33"/>
                    <a:pt x="4" y="33"/>
                    <a:pt x="4" y="33"/>
                  </a:cubicBezTo>
                  <a:cubicBezTo>
                    <a:pt x="4" y="33"/>
                    <a:pt x="5" y="33"/>
                    <a:pt x="5" y="33"/>
                  </a:cubicBezTo>
                  <a:cubicBezTo>
                    <a:pt x="2" y="32"/>
                    <a:pt x="2" y="32"/>
                    <a:pt x="2" y="32"/>
                  </a:cubicBezTo>
                  <a:cubicBezTo>
                    <a:pt x="5" y="34"/>
                    <a:pt x="3" y="35"/>
                    <a:pt x="3" y="35"/>
                  </a:cubicBezTo>
                  <a:cubicBezTo>
                    <a:pt x="3" y="35"/>
                    <a:pt x="3" y="35"/>
                    <a:pt x="3" y="35"/>
                  </a:cubicBezTo>
                  <a:cubicBezTo>
                    <a:pt x="1" y="36"/>
                    <a:pt x="4" y="35"/>
                    <a:pt x="4" y="36"/>
                  </a:cubicBezTo>
                  <a:cubicBezTo>
                    <a:pt x="4" y="36"/>
                    <a:pt x="1" y="36"/>
                    <a:pt x="0" y="37"/>
                  </a:cubicBezTo>
                  <a:cubicBezTo>
                    <a:pt x="1" y="38"/>
                    <a:pt x="3" y="40"/>
                    <a:pt x="2" y="42"/>
                  </a:cubicBezTo>
                  <a:cubicBezTo>
                    <a:pt x="3" y="43"/>
                    <a:pt x="4" y="44"/>
                    <a:pt x="6" y="44"/>
                  </a:cubicBezTo>
                  <a:cubicBezTo>
                    <a:pt x="6" y="44"/>
                    <a:pt x="3" y="45"/>
                    <a:pt x="5" y="45"/>
                  </a:cubicBezTo>
                  <a:cubicBezTo>
                    <a:pt x="4" y="46"/>
                    <a:pt x="3" y="47"/>
                    <a:pt x="3" y="47"/>
                  </a:cubicBezTo>
                  <a:cubicBezTo>
                    <a:pt x="4" y="47"/>
                    <a:pt x="4" y="49"/>
                    <a:pt x="5" y="46"/>
                  </a:cubicBezTo>
                  <a:cubicBezTo>
                    <a:pt x="6" y="48"/>
                    <a:pt x="7" y="49"/>
                    <a:pt x="8" y="49"/>
                  </a:cubicBezTo>
                  <a:cubicBezTo>
                    <a:pt x="8" y="49"/>
                    <a:pt x="6" y="50"/>
                    <a:pt x="6" y="51"/>
                  </a:cubicBezTo>
                  <a:cubicBezTo>
                    <a:pt x="8" y="50"/>
                    <a:pt x="9" y="50"/>
                    <a:pt x="10" y="51"/>
                  </a:cubicBezTo>
                  <a:cubicBezTo>
                    <a:pt x="11" y="50"/>
                    <a:pt x="10" y="50"/>
                    <a:pt x="11" y="48"/>
                  </a:cubicBezTo>
                  <a:cubicBezTo>
                    <a:pt x="12" y="48"/>
                    <a:pt x="12" y="48"/>
                    <a:pt x="13" y="48"/>
                  </a:cubicBezTo>
                  <a:cubicBezTo>
                    <a:pt x="12" y="49"/>
                    <a:pt x="10" y="52"/>
                    <a:pt x="11" y="52"/>
                  </a:cubicBezTo>
                  <a:cubicBezTo>
                    <a:pt x="9" y="55"/>
                    <a:pt x="10" y="51"/>
                    <a:pt x="8" y="54"/>
                  </a:cubicBezTo>
                  <a:cubicBezTo>
                    <a:pt x="7" y="55"/>
                    <a:pt x="5" y="54"/>
                    <a:pt x="6" y="53"/>
                  </a:cubicBezTo>
                  <a:cubicBezTo>
                    <a:pt x="3" y="54"/>
                    <a:pt x="6" y="54"/>
                    <a:pt x="4" y="55"/>
                  </a:cubicBezTo>
                  <a:cubicBezTo>
                    <a:pt x="5" y="56"/>
                    <a:pt x="6" y="55"/>
                    <a:pt x="8" y="55"/>
                  </a:cubicBezTo>
                  <a:cubicBezTo>
                    <a:pt x="8" y="54"/>
                    <a:pt x="8" y="54"/>
                    <a:pt x="9" y="53"/>
                  </a:cubicBezTo>
                  <a:cubicBezTo>
                    <a:pt x="11" y="52"/>
                    <a:pt x="9" y="56"/>
                    <a:pt x="9" y="56"/>
                  </a:cubicBezTo>
                  <a:cubicBezTo>
                    <a:pt x="9" y="56"/>
                    <a:pt x="9" y="56"/>
                    <a:pt x="9" y="56"/>
                  </a:cubicBezTo>
                  <a:cubicBezTo>
                    <a:pt x="9" y="57"/>
                    <a:pt x="10" y="56"/>
                    <a:pt x="11" y="57"/>
                  </a:cubicBezTo>
                  <a:cubicBezTo>
                    <a:pt x="9" y="60"/>
                    <a:pt x="9" y="56"/>
                    <a:pt x="8" y="58"/>
                  </a:cubicBezTo>
                  <a:cubicBezTo>
                    <a:pt x="7" y="60"/>
                    <a:pt x="7" y="60"/>
                    <a:pt x="7" y="60"/>
                  </a:cubicBezTo>
                  <a:cubicBezTo>
                    <a:pt x="8" y="61"/>
                    <a:pt x="9" y="58"/>
                    <a:pt x="10" y="59"/>
                  </a:cubicBezTo>
                  <a:cubicBezTo>
                    <a:pt x="9" y="60"/>
                    <a:pt x="9" y="60"/>
                    <a:pt x="9" y="60"/>
                  </a:cubicBezTo>
                  <a:cubicBezTo>
                    <a:pt x="10" y="60"/>
                    <a:pt x="10" y="60"/>
                    <a:pt x="10" y="60"/>
                  </a:cubicBezTo>
                  <a:cubicBezTo>
                    <a:pt x="11" y="59"/>
                    <a:pt x="11" y="57"/>
                    <a:pt x="11" y="57"/>
                  </a:cubicBezTo>
                  <a:cubicBezTo>
                    <a:pt x="13" y="55"/>
                    <a:pt x="11" y="57"/>
                    <a:pt x="13" y="57"/>
                  </a:cubicBezTo>
                  <a:cubicBezTo>
                    <a:pt x="14" y="56"/>
                    <a:pt x="12" y="57"/>
                    <a:pt x="13" y="56"/>
                  </a:cubicBezTo>
                  <a:cubicBezTo>
                    <a:pt x="14" y="54"/>
                    <a:pt x="14" y="54"/>
                    <a:pt x="15" y="54"/>
                  </a:cubicBezTo>
                  <a:cubicBezTo>
                    <a:pt x="15" y="55"/>
                    <a:pt x="14" y="56"/>
                    <a:pt x="14" y="57"/>
                  </a:cubicBezTo>
                  <a:cubicBezTo>
                    <a:pt x="14" y="58"/>
                    <a:pt x="13" y="57"/>
                    <a:pt x="14" y="57"/>
                  </a:cubicBezTo>
                  <a:cubicBezTo>
                    <a:pt x="12" y="58"/>
                    <a:pt x="12" y="60"/>
                    <a:pt x="11" y="61"/>
                  </a:cubicBezTo>
                  <a:cubicBezTo>
                    <a:pt x="11" y="62"/>
                    <a:pt x="12" y="60"/>
                    <a:pt x="13" y="60"/>
                  </a:cubicBezTo>
                  <a:cubicBezTo>
                    <a:pt x="13" y="60"/>
                    <a:pt x="14" y="58"/>
                    <a:pt x="14" y="58"/>
                  </a:cubicBezTo>
                  <a:cubicBezTo>
                    <a:pt x="17" y="54"/>
                    <a:pt x="13" y="61"/>
                    <a:pt x="15" y="61"/>
                  </a:cubicBezTo>
                  <a:cubicBezTo>
                    <a:pt x="16" y="58"/>
                    <a:pt x="18" y="58"/>
                    <a:pt x="19" y="54"/>
                  </a:cubicBezTo>
                  <a:cubicBezTo>
                    <a:pt x="19" y="54"/>
                    <a:pt x="20" y="53"/>
                    <a:pt x="20" y="54"/>
                  </a:cubicBezTo>
                  <a:cubicBezTo>
                    <a:pt x="19" y="56"/>
                    <a:pt x="20" y="56"/>
                    <a:pt x="18" y="57"/>
                  </a:cubicBezTo>
                  <a:cubicBezTo>
                    <a:pt x="19" y="57"/>
                    <a:pt x="19" y="57"/>
                    <a:pt x="19" y="57"/>
                  </a:cubicBezTo>
                  <a:cubicBezTo>
                    <a:pt x="17" y="59"/>
                    <a:pt x="17" y="59"/>
                    <a:pt x="17" y="59"/>
                  </a:cubicBezTo>
                  <a:cubicBezTo>
                    <a:pt x="17" y="61"/>
                    <a:pt x="17" y="63"/>
                    <a:pt x="17" y="64"/>
                  </a:cubicBezTo>
                  <a:cubicBezTo>
                    <a:pt x="18" y="63"/>
                    <a:pt x="18" y="62"/>
                    <a:pt x="19" y="62"/>
                  </a:cubicBezTo>
                  <a:cubicBezTo>
                    <a:pt x="18" y="62"/>
                    <a:pt x="18" y="63"/>
                    <a:pt x="19" y="64"/>
                  </a:cubicBezTo>
                  <a:cubicBezTo>
                    <a:pt x="18" y="63"/>
                    <a:pt x="20" y="61"/>
                    <a:pt x="20" y="60"/>
                  </a:cubicBezTo>
                  <a:cubicBezTo>
                    <a:pt x="21" y="61"/>
                    <a:pt x="21" y="63"/>
                    <a:pt x="20" y="63"/>
                  </a:cubicBezTo>
                  <a:cubicBezTo>
                    <a:pt x="19" y="65"/>
                    <a:pt x="19" y="65"/>
                    <a:pt x="19" y="65"/>
                  </a:cubicBezTo>
                  <a:cubicBezTo>
                    <a:pt x="20" y="63"/>
                    <a:pt x="19" y="65"/>
                    <a:pt x="20" y="65"/>
                  </a:cubicBezTo>
                  <a:cubicBezTo>
                    <a:pt x="20" y="64"/>
                    <a:pt x="21" y="62"/>
                    <a:pt x="22" y="61"/>
                  </a:cubicBezTo>
                  <a:cubicBezTo>
                    <a:pt x="22" y="61"/>
                    <a:pt x="22" y="62"/>
                    <a:pt x="23" y="62"/>
                  </a:cubicBezTo>
                  <a:cubicBezTo>
                    <a:pt x="21" y="63"/>
                    <a:pt x="21" y="63"/>
                    <a:pt x="21" y="63"/>
                  </a:cubicBezTo>
                  <a:cubicBezTo>
                    <a:pt x="22" y="63"/>
                    <a:pt x="21" y="66"/>
                    <a:pt x="22" y="66"/>
                  </a:cubicBezTo>
                  <a:cubicBezTo>
                    <a:pt x="23" y="64"/>
                    <a:pt x="23" y="64"/>
                    <a:pt x="23" y="64"/>
                  </a:cubicBezTo>
                  <a:cubicBezTo>
                    <a:pt x="22" y="66"/>
                    <a:pt x="22" y="66"/>
                    <a:pt x="22" y="66"/>
                  </a:cubicBezTo>
                  <a:cubicBezTo>
                    <a:pt x="23" y="65"/>
                    <a:pt x="23" y="65"/>
                    <a:pt x="24" y="65"/>
                  </a:cubicBezTo>
                  <a:cubicBezTo>
                    <a:pt x="23" y="66"/>
                    <a:pt x="23" y="66"/>
                    <a:pt x="23" y="66"/>
                  </a:cubicBezTo>
                  <a:cubicBezTo>
                    <a:pt x="24" y="65"/>
                    <a:pt x="25" y="63"/>
                    <a:pt x="25" y="65"/>
                  </a:cubicBezTo>
                  <a:cubicBezTo>
                    <a:pt x="25" y="63"/>
                    <a:pt x="24" y="65"/>
                    <a:pt x="24" y="64"/>
                  </a:cubicBezTo>
                  <a:cubicBezTo>
                    <a:pt x="24" y="62"/>
                    <a:pt x="25" y="62"/>
                    <a:pt x="25" y="62"/>
                  </a:cubicBezTo>
                  <a:cubicBezTo>
                    <a:pt x="25" y="62"/>
                    <a:pt x="25" y="62"/>
                    <a:pt x="25" y="63"/>
                  </a:cubicBezTo>
                  <a:cubicBezTo>
                    <a:pt x="26" y="62"/>
                    <a:pt x="26" y="62"/>
                    <a:pt x="26" y="62"/>
                  </a:cubicBezTo>
                  <a:cubicBezTo>
                    <a:pt x="26" y="63"/>
                    <a:pt x="26" y="64"/>
                    <a:pt x="26" y="65"/>
                  </a:cubicBezTo>
                  <a:cubicBezTo>
                    <a:pt x="27" y="63"/>
                    <a:pt x="27" y="63"/>
                    <a:pt x="27" y="63"/>
                  </a:cubicBezTo>
                  <a:cubicBezTo>
                    <a:pt x="26" y="66"/>
                    <a:pt x="28" y="62"/>
                    <a:pt x="28" y="64"/>
                  </a:cubicBezTo>
                  <a:cubicBezTo>
                    <a:pt x="28" y="65"/>
                    <a:pt x="27" y="66"/>
                    <a:pt x="27" y="67"/>
                  </a:cubicBezTo>
                  <a:cubicBezTo>
                    <a:pt x="28" y="64"/>
                    <a:pt x="29" y="64"/>
                    <a:pt x="30" y="62"/>
                  </a:cubicBezTo>
                  <a:cubicBezTo>
                    <a:pt x="30" y="63"/>
                    <a:pt x="28" y="65"/>
                    <a:pt x="28" y="67"/>
                  </a:cubicBezTo>
                  <a:cubicBezTo>
                    <a:pt x="29" y="65"/>
                    <a:pt x="29" y="69"/>
                    <a:pt x="30" y="66"/>
                  </a:cubicBezTo>
                  <a:cubicBezTo>
                    <a:pt x="30" y="65"/>
                    <a:pt x="31" y="64"/>
                    <a:pt x="31" y="63"/>
                  </a:cubicBezTo>
                  <a:cubicBezTo>
                    <a:pt x="32" y="64"/>
                    <a:pt x="31" y="64"/>
                    <a:pt x="31" y="66"/>
                  </a:cubicBezTo>
                  <a:cubicBezTo>
                    <a:pt x="32" y="65"/>
                    <a:pt x="32" y="63"/>
                    <a:pt x="32" y="62"/>
                  </a:cubicBezTo>
                  <a:cubicBezTo>
                    <a:pt x="32" y="63"/>
                    <a:pt x="33" y="61"/>
                    <a:pt x="34" y="62"/>
                  </a:cubicBezTo>
                  <a:cubicBezTo>
                    <a:pt x="33" y="64"/>
                    <a:pt x="32" y="63"/>
                    <a:pt x="33" y="64"/>
                  </a:cubicBezTo>
                  <a:cubicBezTo>
                    <a:pt x="34" y="65"/>
                    <a:pt x="34" y="60"/>
                    <a:pt x="35" y="60"/>
                  </a:cubicBezTo>
                  <a:cubicBezTo>
                    <a:pt x="35" y="59"/>
                    <a:pt x="36" y="56"/>
                    <a:pt x="36" y="55"/>
                  </a:cubicBezTo>
                  <a:cubicBezTo>
                    <a:pt x="37" y="56"/>
                    <a:pt x="36" y="56"/>
                    <a:pt x="36" y="58"/>
                  </a:cubicBezTo>
                  <a:cubicBezTo>
                    <a:pt x="36" y="58"/>
                    <a:pt x="36" y="58"/>
                    <a:pt x="36" y="58"/>
                  </a:cubicBezTo>
                  <a:cubicBezTo>
                    <a:pt x="36" y="61"/>
                    <a:pt x="34" y="63"/>
                    <a:pt x="34" y="65"/>
                  </a:cubicBezTo>
                  <a:cubicBezTo>
                    <a:pt x="35" y="64"/>
                    <a:pt x="35" y="64"/>
                    <a:pt x="35" y="64"/>
                  </a:cubicBezTo>
                  <a:cubicBezTo>
                    <a:pt x="35" y="65"/>
                    <a:pt x="34" y="66"/>
                    <a:pt x="34" y="67"/>
                  </a:cubicBezTo>
                  <a:cubicBezTo>
                    <a:pt x="35" y="65"/>
                    <a:pt x="36" y="67"/>
                    <a:pt x="36" y="66"/>
                  </a:cubicBezTo>
                  <a:cubicBezTo>
                    <a:pt x="36" y="65"/>
                    <a:pt x="35" y="67"/>
                    <a:pt x="36" y="65"/>
                  </a:cubicBezTo>
                  <a:cubicBezTo>
                    <a:pt x="36" y="65"/>
                    <a:pt x="37" y="62"/>
                    <a:pt x="37" y="63"/>
                  </a:cubicBezTo>
                  <a:cubicBezTo>
                    <a:pt x="37" y="65"/>
                    <a:pt x="37" y="66"/>
                    <a:pt x="37" y="67"/>
                  </a:cubicBezTo>
                  <a:cubicBezTo>
                    <a:pt x="37" y="68"/>
                    <a:pt x="37" y="65"/>
                    <a:pt x="38" y="66"/>
                  </a:cubicBezTo>
                  <a:cubicBezTo>
                    <a:pt x="38" y="67"/>
                    <a:pt x="38" y="67"/>
                    <a:pt x="38" y="67"/>
                  </a:cubicBezTo>
                  <a:cubicBezTo>
                    <a:pt x="40" y="68"/>
                    <a:pt x="42" y="67"/>
                    <a:pt x="45" y="63"/>
                  </a:cubicBezTo>
                  <a:cubicBezTo>
                    <a:pt x="45" y="65"/>
                    <a:pt x="45" y="65"/>
                    <a:pt x="46" y="67"/>
                  </a:cubicBezTo>
                  <a:cubicBezTo>
                    <a:pt x="46" y="66"/>
                    <a:pt x="46" y="65"/>
                    <a:pt x="47" y="65"/>
                  </a:cubicBezTo>
                  <a:cubicBezTo>
                    <a:pt x="47" y="67"/>
                    <a:pt x="47" y="67"/>
                    <a:pt x="47" y="67"/>
                  </a:cubicBezTo>
                  <a:cubicBezTo>
                    <a:pt x="48" y="68"/>
                    <a:pt x="49" y="66"/>
                    <a:pt x="49" y="65"/>
                  </a:cubicBezTo>
                  <a:cubicBezTo>
                    <a:pt x="49" y="66"/>
                    <a:pt x="49" y="66"/>
                    <a:pt x="49" y="66"/>
                  </a:cubicBezTo>
                  <a:cubicBezTo>
                    <a:pt x="50" y="68"/>
                    <a:pt x="50" y="65"/>
                    <a:pt x="50" y="65"/>
                  </a:cubicBezTo>
                  <a:cubicBezTo>
                    <a:pt x="50" y="66"/>
                    <a:pt x="50" y="66"/>
                    <a:pt x="50" y="66"/>
                  </a:cubicBezTo>
                  <a:cubicBezTo>
                    <a:pt x="51" y="65"/>
                    <a:pt x="51" y="65"/>
                    <a:pt x="51" y="65"/>
                  </a:cubicBezTo>
                  <a:cubicBezTo>
                    <a:pt x="51" y="64"/>
                    <a:pt x="52" y="65"/>
                    <a:pt x="52" y="67"/>
                  </a:cubicBezTo>
                  <a:cubicBezTo>
                    <a:pt x="52" y="66"/>
                    <a:pt x="52" y="66"/>
                    <a:pt x="52" y="65"/>
                  </a:cubicBezTo>
                  <a:cubicBezTo>
                    <a:pt x="52" y="67"/>
                    <a:pt x="54" y="67"/>
                    <a:pt x="55" y="66"/>
                  </a:cubicBezTo>
                  <a:cubicBezTo>
                    <a:pt x="54" y="65"/>
                    <a:pt x="54" y="65"/>
                    <a:pt x="54" y="63"/>
                  </a:cubicBezTo>
                  <a:cubicBezTo>
                    <a:pt x="54" y="61"/>
                    <a:pt x="55" y="64"/>
                    <a:pt x="55" y="62"/>
                  </a:cubicBezTo>
                  <a:cubicBezTo>
                    <a:pt x="55" y="63"/>
                    <a:pt x="55" y="64"/>
                    <a:pt x="55" y="65"/>
                  </a:cubicBezTo>
                  <a:cubicBezTo>
                    <a:pt x="56" y="68"/>
                    <a:pt x="58" y="65"/>
                    <a:pt x="59" y="66"/>
                  </a:cubicBezTo>
                  <a:cubicBezTo>
                    <a:pt x="60" y="65"/>
                    <a:pt x="60" y="65"/>
                    <a:pt x="60" y="65"/>
                  </a:cubicBezTo>
                  <a:cubicBezTo>
                    <a:pt x="61" y="67"/>
                    <a:pt x="62" y="64"/>
                    <a:pt x="63" y="65"/>
                  </a:cubicBezTo>
                  <a:cubicBezTo>
                    <a:pt x="63" y="65"/>
                    <a:pt x="63" y="62"/>
                    <a:pt x="64" y="62"/>
                  </a:cubicBezTo>
                  <a:cubicBezTo>
                    <a:pt x="64" y="60"/>
                    <a:pt x="64" y="64"/>
                    <a:pt x="65" y="66"/>
                  </a:cubicBezTo>
                  <a:cubicBezTo>
                    <a:pt x="65" y="65"/>
                    <a:pt x="65" y="64"/>
                    <a:pt x="66" y="64"/>
                  </a:cubicBezTo>
                  <a:cubicBezTo>
                    <a:pt x="66" y="65"/>
                    <a:pt x="66" y="65"/>
                    <a:pt x="66" y="65"/>
                  </a:cubicBezTo>
                  <a:cubicBezTo>
                    <a:pt x="66" y="64"/>
                    <a:pt x="67" y="63"/>
                    <a:pt x="67" y="64"/>
                  </a:cubicBezTo>
                  <a:cubicBezTo>
                    <a:pt x="67" y="64"/>
                    <a:pt x="67" y="64"/>
                    <a:pt x="67" y="64"/>
                  </a:cubicBezTo>
                  <a:cubicBezTo>
                    <a:pt x="67" y="64"/>
                    <a:pt x="68" y="66"/>
                    <a:pt x="68" y="65"/>
                  </a:cubicBezTo>
                  <a:cubicBezTo>
                    <a:pt x="68" y="64"/>
                    <a:pt x="69" y="65"/>
                    <a:pt x="69" y="63"/>
                  </a:cubicBezTo>
                  <a:cubicBezTo>
                    <a:pt x="69" y="64"/>
                    <a:pt x="69" y="64"/>
                    <a:pt x="69" y="64"/>
                  </a:cubicBezTo>
                  <a:cubicBezTo>
                    <a:pt x="69" y="62"/>
                    <a:pt x="69" y="62"/>
                    <a:pt x="69" y="62"/>
                  </a:cubicBezTo>
                  <a:cubicBezTo>
                    <a:pt x="70" y="63"/>
                    <a:pt x="70" y="63"/>
                    <a:pt x="70" y="63"/>
                  </a:cubicBezTo>
                  <a:cubicBezTo>
                    <a:pt x="70" y="65"/>
                    <a:pt x="70" y="65"/>
                    <a:pt x="70" y="65"/>
                  </a:cubicBezTo>
                  <a:cubicBezTo>
                    <a:pt x="71" y="66"/>
                    <a:pt x="70" y="63"/>
                    <a:pt x="70" y="62"/>
                  </a:cubicBezTo>
                  <a:cubicBezTo>
                    <a:pt x="71" y="61"/>
                    <a:pt x="71" y="63"/>
                    <a:pt x="71" y="63"/>
                  </a:cubicBezTo>
                  <a:cubicBezTo>
                    <a:pt x="71" y="64"/>
                    <a:pt x="71" y="63"/>
                    <a:pt x="71" y="63"/>
                  </a:cubicBezTo>
                  <a:cubicBezTo>
                    <a:pt x="70" y="65"/>
                    <a:pt x="71" y="64"/>
                    <a:pt x="71" y="65"/>
                  </a:cubicBezTo>
                  <a:cubicBezTo>
                    <a:pt x="71" y="65"/>
                    <a:pt x="71" y="63"/>
                    <a:pt x="72" y="63"/>
                  </a:cubicBezTo>
                  <a:cubicBezTo>
                    <a:pt x="72" y="63"/>
                    <a:pt x="73" y="63"/>
                    <a:pt x="73" y="65"/>
                  </a:cubicBezTo>
                  <a:cubicBezTo>
                    <a:pt x="73" y="64"/>
                    <a:pt x="73" y="64"/>
                    <a:pt x="73" y="63"/>
                  </a:cubicBezTo>
                  <a:cubicBezTo>
                    <a:pt x="73" y="63"/>
                    <a:pt x="73" y="62"/>
                    <a:pt x="72" y="61"/>
                  </a:cubicBezTo>
                  <a:cubicBezTo>
                    <a:pt x="73" y="61"/>
                    <a:pt x="73" y="61"/>
                    <a:pt x="73" y="61"/>
                  </a:cubicBezTo>
                  <a:cubicBezTo>
                    <a:pt x="73" y="62"/>
                    <a:pt x="73" y="62"/>
                    <a:pt x="73" y="62"/>
                  </a:cubicBezTo>
                  <a:cubicBezTo>
                    <a:pt x="73" y="61"/>
                    <a:pt x="74" y="62"/>
                    <a:pt x="74" y="60"/>
                  </a:cubicBezTo>
                  <a:cubicBezTo>
                    <a:pt x="74" y="62"/>
                    <a:pt x="74" y="62"/>
                    <a:pt x="74" y="62"/>
                  </a:cubicBezTo>
                  <a:cubicBezTo>
                    <a:pt x="74" y="61"/>
                    <a:pt x="75" y="61"/>
                    <a:pt x="75" y="61"/>
                  </a:cubicBezTo>
                  <a:cubicBezTo>
                    <a:pt x="75" y="62"/>
                    <a:pt x="75" y="64"/>
                    <a:pt x="76" y="65"/>
                  </a:cubicBezTo>
                  <a:cubicBezTo>
                    <a:pt x="77" y="63"/>
                    <a:pt x="77" y="63"/>
                    <a:pt x="77" y="63"/>
                  </a:cubicBezTo>
                  <a:cubicBezTo>
                    <a:pt x="77" y="63"/>
                    <a:pt x="77" y="63"/>
                    <a:pt x="77" y="64"/>
                  </a:cubicBezTo>
                  <a:cubicBezTo>
                    <a:pt x="78" y="65"/>
                    <a:pt x="78" y="59"/>
                    <a:pt x="79" y="61"/>
                  </a:cubicBezTo>
                  <a:cubicBezTo>
                    <a:pt x="79" y="63"/>
                    <a:pt x="79" y="63"/>
                    <a:pt x="80" y="64"/>
                  </a:cubicBezTo>
                  <a:cubicBezTo>
                    <a:pt x="80" y="63"/>
                    <a:pt x="80" y="63"/>
                    <a:pt x="80" y="62"/>
                  </a:cubicBezTo>
                  <a:cubicBezTo>
                    <a:pt x="80" y="61"/>
                    <a:pt x="80" y="64"/>
                    <a:pt x="79" y="63"/>
                  </a:cubicBezTo>
                  <a:cubicBezTo>
                    <a:pt x="79" y="61"/>
                    <a:pt x="80" y="62"/>
                    <a:pt x="80" y="61"/>
                  </a:cubicBezTo>
                  <a:cubicBezTo>
                    <a:pt x="81" y="66"/>
                    <a:pt x="83" y="62"/>
                    <a:pt x="84" y="64"/>
                  </a:cubicBezTo>
                  <a:cubicBezTo>
                    <a:pt x="84" y="61"/>
                    <a:pt x="85" y="63"/>
                    <a:pt x="85" y="62"/>
                  </a:cubicBezTo>
                  <a:cubicBezTo>
                    <a:pt x="85" y="65"/>
                    <a:pt x="86" y="62"/>
                    <a:pt x="86" y="63"/>
                  </a:cubicBezTo>
                  <a:cubicBezTo>
                    <a:pt x="86" y="61"/>
                    <a:pt x="86" y="61"/>
                    <a:pt x="86" y="61"/>
                  </a:cubicBezTo>
                  <a:cubicBezTo>
                    <a:pt x="87" y="62"/>
                    <a:pt x="87" y="57"/>
                    <a:pt x="88" y="60"/>
                  </a:cubicBezTo>
                  <a:cubicBezTo>
                    <a:pt x="88" y="60"/>
                    <a:pt x="88" y="61"/>
                    <a:pt x="88" y="62"/>
                  </a:cubicBezTo>
                  <a:cubicBezTo>
                    <a:pt x="89" y="65"/>
                    <a:pt x="89" y="59"/>
                    <a:pt x="90" y="62"/>
                  </a:cubicBezTo>
                  <a:cubicBezTo>
                    <a:pt x="90" y="61"/>
                    <a:pt x="89" y="60"/>
                    <a:pt x="90" y="59"/>
                  </a:cubicBezTo>
                  <a:cubicBezTo>
                    <a:pt x="91" y="60"/>
                    <a:pt x="92" y="61"/>
                    <a:pt x="92" y="62"/>
                  </a:cubicBezTo>
                  <a:cubicBezTo>
                    <a:pt x="92" y="61"/>
                    <a:pt x="92" y="60"/>
                    <a:pt x="92" y="61"/>
                  </a:cubicBezTo>
                  <a:cubicBezTo>
                    <a:pt x="93" y="62"/>
                    <a:pt x="92" y="62"/>
                    <a:pt x="92" y="62"/>
                  </a:cubicBezTo>
                  <a:cubicBezTo>
                    <a:pt x="93" y="63"/>
                    <a:pt x="93" y="61"/>
                    <a:pt x="94" y="60"/>
                  </a:cubicBezTo>
                  <a:cubicBezTo>
                    <a:pt x="94" y="62"/>
                    <a:pt x="95" y="61"/>
                    <a:pt x="96" y="62"/>
                  </a:cubicBezTo>
                  <a:cubicBezTo>
                    <a:pt x="96" y="60"/>
                    <a:pt x="98" y="63"/>
                    <a:pt x="97" y="60"/>
                  </a:cubicBezTo>
                  <a:cubicBezTo>
                    <a:pt x="98" y="61"/>
                    <a:pt x="98" y="61"/>
                    <a:pt x="98" y="61"/>
                  </a:cubicBezTo>
                  <a:cubicBezTo>
                    <a:pt x="98" y="60"/>
                    <a:pt x="98" y="58"/>
                    <a:pt x="98" y="58"/>
                  </a:cubicBezTo>
                  <a:cubicBezTo>
                    <a:pt x="98" y="60"/>
                    <a:pt x="98" y="60"/>
                    <a:pt x="98" y="60"/>
                  </a:cubicBezTo>
                  <a:cubicBezTo>
                    <a:pt x="99" y="62"/>
                    <a:pt x="99" y="60"/>
                    <a:pt x="100" y="61"/>
                  </a:cubicBezTo>
                  <a:cubicBezTo>
                    <a:pt x="99" y="59"/>
                    <a:pt x="100" y="61"/>
                    <a:pt x="100" y="60"/>
                  </a:cubicBezTo>
                  <a:cubicBezTo>
                    <a:pt x="100" y="59"/>
                    <a:pt x="100" y="59"/>
                    <a:pt x="100" y="59"/>
                  </a:cubicBezTo>
                  <a:cubicBezTo>
                    <a:pt x="101" y="58"/>
                    <a:pt x="100" y="58"/>
                    <a:pt x="101" y="57"/>
                  </a:cubicBezTo>
                  <a:cubicBezTo>
                    <a:pt x="101" y="57"/>
                    <a:pt x="101" y="60"/>
                    <a:pt x="101" y="59"/>
                  </a:cubicBezTo>
                  <a:cubicBezTo>
                    <a:pt x="102" y="60"/>
                    <a:pt x="102" y="60"/>
                    <a:pt x="102" y="59"/>
                  </a:cubicBezTo>
                  <a:cubicBezTo>
                    <a:pt x="102" y="59"/>
                    <a:pt x="102" y="59"/>
                    <a:pt x="102" y="59"/>
                  </a:cubicBezTo>
                  <a:cubicBezTo>
                    <a:pt x="102" y="59"/>
                    <a:pt x="102" y="59"/>
                    <a:pt x="102" y="59"/>
                  </a:cubicBezTo>
                  <a:cubicBezTo>
                    <a:pt x="103" y="59"/>
                    <a:pt x="103" y="59"/>
                    <a:pt x="103" y="59"/>
                  </a:cubicBezTo>
                  <a:cubicBezTo>
                    <a:pt x="103" y="59"/>
                    <a:pt x="103" y="59"/>
                    <a:pt x="103" y="59"/>
                  </a:cubicBezTo>
                  <a:cubicBezTo>
                    <a:pt x="103" y="59"/>
                    <a:pt x="103" y="59"/>
                    <a:pt x="102" y="59"/>
                  </a:cubicBezTo>
                  <a:cubicBezTo>
                    <a:pt x="103" y="59"/>
                    <a:pt x="103" y="59"/>
                    <a:pt x="103" y="59"/>
                  </a:cubicBezTo>
                  <a:cubicBezTo>
                    <a:pt x="103" y="59"/>
                    <a:pt x="103" y="59"/>
                    <a:pt x="103" y="59"/>
                  </a:cubicBezTo>
                  <a:cubicBezTo>
                    <a:pt x="103" y="59"/>
                    <a:pt x="103" y="59"/>
                    <a:pt x="103" y="60"/>
                  </a:cubicBezTo>
                  <a:cubicBezTo>
                    <a:pt x="104" y="61"/>
                    <a:pt x="104" y="61"/>
                    <a:pt x="104" y="61"/>
                  </a:cubicBezTo>
                  <a:cubicBezTo>
                    <a:pt x="104" y="61"/>
                    <a:pt x="104" y="59"/>
                    <a:pt x="104" y="59"/>
                  </a:cubicBezTo>
                  <a:cubicBezTo>
                    <a:pt x="106" y="60"/>
                    <a:pt x="108" y="58"/>
                    <a:pt x="108" y="57"/>
                  </a:cubicBezTo>
                  <a:cubicBezTo>
                    <a:pt x="108" y="57"/>
                    <a:pt x="108" y="58"/>
                    <a:pt x="108" y="58"/>
                  </a:cubicBezTo>
                  <a:cubicBezTo>
                    <a:pt x="108" y="57"/>
                    <a:pt x="108" y="56"/>
                    <a:pt x="109" y="57"/>
                  </a:cubicBezTo>
                  <a:cubicBezTo>
                    <a:pt x="109" y="56"/>
                    <a:pt x="109" y="58"/>
                    <a:pt x="110" y="58"/>
                  </a:cubicBezTo>
                  <a:cubicBezTo>
                    <a:pt x="110" y="58"/>
                    <a:pt x="110" y="56"/>
                    <a:pt x="109" y="56"/>
                  </a:cubicBezTo>
                  <a:cubicBezTo>
                    <a:pt x="111" y="59"/>
                    <a:pt x="111" y="55"/>
                    <a:pt x="113" y="56"/>
                  </a:cubicBezTo>
                  <a:cubicBezTo>
                    <a:pt x="113" y="56"/>
                    <a:pt x="113" y="57"/>
                    <a:pt x="113" y="57"/>
                  </a:cubicBezTo>
                  <a:cubicBezTo>
                    <a:pt x="114" y="56"/>
                    <a:pt x="114" y="55"/>
                    <a:pt x="115" y="53"/>
                  </a:cubicBezTo>
                  <a:cubicBezTo>
                    <a:pt x="115" y="55"/>
                    <a:pt x="115" y="55"/>
                    <a:pt x="115" y="55"/>
                  </a:cubicBezTo>
                  <a:cubicBezTo>
                    <a:pt x="115" y="55"/>
                    <a:pt x="116" y="55"/>
                    <a:pt x="116" y="54"/>
                  </a:cubicBezTo>
                  <a:cubicBezTo>
                    <a:pt x="115" y="52"/>
                    <a:pt x="116" y="51"/>
                    <a:pt x="116" y="51"/>
                  </a:cubicBezTo>
                  <a:cubicBezTo>
                    <a:pt x="116" y="51"/>
                    <a:pt x="116" y="51"/>
                    <a:pt x="116" y="51"/>
                  </a:cubicBezTo>
                  <a:cubicBezTo>
                    <a:pt x="117" y="50"/>
                    <a:pt x="117" y="50"/>
                    <a:pt x="117" y="50"/>
                  </a:cubicBezTo>
                  <a:cubicBezTo>
                    <a:pt x="118" y="51"/>
                    <a:pt x="117" y="51"/>
                    <a:pt x="117" y="52"/>
                  </a:cubicBezTo>
                  <a:cubicBezTo>
                    <a:pt x="118" y="54"/>
                    <a:pt x="119" y="53"/>
                    <a:pt x="119" y="53"/>
                  </a:cubicBezTo>
                  <a:cubicBezTo>
                    <a:pt x="119" y="51"/>
                    <a:pt x="119" y="51"/>
                    <a:pt x="119" y="51"/>
                  </a:cubicBezTo>
                  <a:cubicBezTo>
                    <a:pt x="120" y="51"/>
                    <a:pt x="120" y="53"/>
                    <a:pt x="120" y="53"/>
                  </a:cubicBezTo>
                  <a:cubicBezTo>
                    <a:pt x="120" y="47"/>
                    <a:pt x="120" y="47"/>
                    <a:pt x="120" y="47"/>
                  </a:cubicBezTo>
                  <a:cubicBezTo>
                    <a:pt x="120" y="48"/>
                    <a:pt x="121" y="50"/>
                    <a:pt x="121" y="51"/>
                  </a:cubicBezTo>
                  <a:cubicBezTo>
                    <a:pt x="122" y="50"/>
                    <a:pt x="122" y="47"/>
                    <a:pt x="122" y="45"/>
                  </a:cubicBezTo>
                  <a:cubicBezTo>
                    <a:pt x="122" y="46"/>
                    <a:pt x="123" y="44"/>
                    <a:pt x="123" y="44"/>
                  </a:cubicBezTo>
                  <a:cubicBezTo>
                    <a:pt x="124" y="45"/>
                    <a:pt x="123" y="44"/>
                    <a:pt x="123" y="45"/>
                  </a:cubicBezTo>
                  <a:cubicBezTo>
                    <a:pt x="124" y="47"/>
                    <a:pt x="124" y="47"/>
                    <a:pt x="124" y="47"/>
                  </a:cubicBezTo>
                  <a:cubicBezTo>
                    <a:pt x="123" y="47"/>
                    <a:pt x="125" y="49"/>
                    <a:pt x="125" y="50"/>
                  </a:cubicBezTo>
                  <a:cubicBezTo>
                    <a:pt x="125" y="49"/>
                    <a:pt x="126" y="49"/>
                    <a:pt x="127" y="50"/>
                  </a:cubicBezTo>
                  <a:cubicBezTo>
                    <a:pt x="126" y="47"/>
                    <a:pt x="128" y="48"/>
                    <a:pt x="127" y="45"/>
                  </a:cubicBezTo>
                  <a:cubicBezTo>
                    <a:pt x="128" y="45"/>
                    <a:pt x="128" y="47"/>
                    <a:pt x="129" y="48"/>
                  </a:cubicBezTo>
                  <a:cubicBezTo>
                    <a:pt x="129" y="46"/>
                    <a:pt x="131" y="47"/>
                    <a:pt x="131" y="46"/>
                  </a:cubicBezTo>
                  <a:cubicBezTo>
                    <a:pt x="131" y="47"/>
                    <a:pt x="131" y="47"/>
                    <a:pt x="131" y="47"/>
                  </a:cubicBezTo>
                  <a:cubicBezTo>
                    <a:pt x="132" y="46"/>
                    <a:pt x="134" y="46"/>
                    <a:pt x="133" y="43"/>
                  </a:cubicBezTo>
                  <a:cubicBezTo>
                    <a:pt x="134" y="45"/>
                    <a:pt x="134" y="45"/>
                    <a:pt x="134" y="45"/>
                  </a:cubicBezTo>
                  <a:cubicBezTo>
                    <a:pt x="135" y="45"/>
                    <a:pt x="133" y="42"/>
                    <a:pt x="134" y="43"/>
                  </a:cubicBezTo>
                  <a:cubicBezTo>
                    <a:pt x="135" y="44"/>
                    <a:pt x="135" y="44"/>
                    <a:pt x="135" y="44"/>
                  </a:cubicBezTo>
                  <a:cubicBezTo>
                    <a:pt x="135" y="43"/>
                    <a:pt x="136" y="45"/>
                    <a:pt x="136" y="43"/>
                  </a:cubicBezTo>
                  <a:cubicBezTo>
                    <a:pt x="136" y="44"/>
                    <a:pt x="136" y="44"/>
                    <a:pt x="136" y="44"/>
                  </a:cubicBezTo>
                  <a:cubicBezTo>
                    <a:pt x="137" y="43"/>
                    <a:pt x="138" y="43"/>
                    <a:pt x="137" y="41"/>
                  </a:cubicBezTo>
                  <a:cubicBezTo>
                    <a:pt x="138" y="43"/>
                    <a:pt x="138" y="43"/>
                    <a:pt x="138" y="43"/>
                  </a:cubicBezTo>
                  <a:cubicBezTo>
                    <a:pt x="139" y="44"/>
                    <a:pt x="138" y="41"/>
                    <a:pt x="139" y="41"/>
                  </a:cubicBezTo>
                  <a:cubicBezTo>
                    <a:pt x="139" y="42"/>
                    <a:pt x="140" y="42"/>
                    <a:pt x="139" y="42"/>
                  </a:cubicBezTo>
                  <a:cubicBezTo>
                    <a:pt x="139" y="41"/>
                    <a:pt x="140" y="41"/>
                    <a:pt x="140" y="40"/>
                  </a:cubicBezTo>
                  <a:cubicBezTo>
                    <a:pt x="142" y="42"/>
                    <a:pt x="142" y="42"/>
                    <a:pt x="142" y="42"/>
                  </a:cubicBezTo>
                  <a:cubicBezTo>
                    <a:pt x="145" y="41"/>
                    <a:pt x="148" y="39"/>
                    <a:pt x="150" y="36"/>
                  </a:cubicBezTo>
                  <a:cubicBezTo>
                    <a:pt x="152" y="38"/>
                    <a:pt x="150" y="38"/>
                    <a:pt x="151" y="39"/>
                  </a:cubicBezTo>
                  <a:cubicBezTo>
                    <a:pt x="150" y="37"/>
                    <a:pt x="151" y="38"/>
                    <a:pt x="152" y="37"/>
                  </a:cubicBezTo>
                  <a:cubicBezTo>
                    <a:pt x="152" y="37"/>
                    <a:pt x="152" y="37"/>
                    <a:pt x="152" y="37"/>
                  </a:cubicBezTo>
                  <a:cubicBezTo>
                    <a:pt x="152" y="37"/>
                    <a:pt x="153" y="38"/>
                    <a:pt x="153" y="37"/>
                  </a:cubicBezTo>
                  <a:cubicBezTo>
                    <a:pt x="153" y="37"/>
                    <a:pt x="153" y="37"/>
                    <a:pt x="153" y="37"/>
                  </a:cubicBezTo>
                  <a:cubicBezTo>
                    <a:pt x="153" y="35"/>
                    <a:pt x="155" y="38"/>
                    <a:pt x="154" y="36"/>
                  </a:cubicBezTo>
                  <a:cubicBezTo>
                    <a:pt x="155" y="37"/>
                    <a:pt x="155" y="37"/>
                    <a:pt x="155" y="37"/>
                  </a:cubicBezTo>
                  <a:cubicBezTo>
                    <a:pt x="154" y="35"/>
                    <a:pt x="156" y="37"/>
                    <a:pt x="156" y="35"/>
                  </a:cubicBezTo>
                  <a:cubicBezTo>
                    <a:pt x="156" y="36"/>
                    <a:pt x="156" y="36"/>
                    <a:pt x="156" y="36"/>
                  </a:cubicBezTo>
                  <a:cubicBezTo>
                    <a:pt x="157" y="36"/>
                    <a:pt x="156" y="32"/>
                    <a:pt x="157" y="34"/>
                  </a:cubicBezTo>
                  <a:cubicBezTo>
                    <a:pt x="157" y="33"/>
                    <a:pt x="158" y="32"/>
                    <a:pt x="157" y="31"/>
                  </a:cubicBezTo>
                  <a:cubicBezTo>
                    <a:pt x="158" y="33"/>
                    <a:pt x="158" y="33"/>
                    <a:pt x="158" y="33"/>
                  </a:cubicBezTo>
                  <a:cubicBezTo>
                    <a:pt x="160" y="30"/>
                    <a:pt x="163" y="29"/>
                    <a:pt x="162" y="26"/>
                  </a:cubicBezTo>
                  <a:cubicBezTo>
                    <a:pt x="163" y="27"/>
                    <a:pt x="163" y="27"/>
                    <a:pt x="163" y="27"/>
                  </a:cubicBezTo>
                  <a:cubicBezTo>
                    <a:pt x="163" y="24"/>
                    <a:pt x="167" y="27"/>
                    <a:pt x="165" y="23"/>
                  </a:cubicBezTo>
                  <a:cubicBezTo>
                    <a:pt x="164" y="21"/>
                    <a:pt x="164" y="21"/>
                    <a:pt x="164" y="21"/>
                  </a:cubicBezTo>
                  <a:cubicBezTo>
                    <a:pt x="166" y="23"/>
                    <a:pt x="166" y="23"/>
                    <a:pt x="166" y="23"/>
                  </a:cubicBezTo>
                  <a:cubicBezTo>
                    <a:pt x="165" y="21"/>
                    <a:pt x="167" y="21"/>
                    <a:pt x="166" y="20"/>
                  </a:cubicBezTo>
                  <a:cubicBezTo>
                    <a:pt x="166" y="21"/>
                    <a:pt x="166" y="21"/>
                    <a:pt x="167" y="21"/>
                  </a:cubicBezTo>
                  <a:cubicBezTo>
                    <a:pt x="167" y="21"/>
                    <a:pt x="166" y="19"/>
                    <a:pt x="167" y="19"/>
                  </a:cubicBezTo>
                  <a:cubicBezTo>
                    <a:pt x="167" y="20"/>
                    <a:pt x="167" y="20"/>
                    <a:pt x="167" y="20"/>
                  </a:cubicBezTo>
                  <a:cubicBezTo>
                    <a:pt x="171" y="20"/>
                    <a:pt x="176" y="17"/>
                    <a:pt x="174" y="13"/>
                  </a:cubicBezTo>
                  <a:cubicBezTo>
                    <a:pt x="174" y="12"/>
                    <a:pt x="177" y="14"/>
                    <a:pt x="177" y="14"/>
                  </a:cubicBezTo>
                  <a:cubicBezTo>
                    <a:pt x="175" y="10"/>
                    <a:pt x="181" y="9"/>
                    <a:pt x="177" y="5"/>
                  </a:cubicBezTo>
                  <a:close/>
                  <a:moveTo>
                    <a:pt x="10" y="32"/>
                  </a:moveTo>
                  <a:cubicBezTo>
                    <a:pt x="10" y="32"/>
                    <a:pt x="10" y="32"/>
                    <a:pt x="10" y="31"/>
                  </a:cubicBezTo>
                  <a:cubicBezTo>
                    <a:pt x="10" y="32"/>
                    <a:pt x="10" y="32"/>
                    <a:pt x="10" y="32"/>
                  </a:cubicBezTo>
                  <a:close/>
                  <a:moveTo>
                    <a:pt x="6" y="35"/>
                  </a:moveTo>
                  <a:cubicBezTo>
                    <a:pt x="6" y="35"/>
                    <a:pt x="6" y="35"/>
                    <a:pt x="5" y="35"/>
                  </a:cubicBezTo>
                  <a:cubicBezTo>
                    <a:pt x="6" y="34"/>
                    <a:pt x="6" y="34"/>
                    <a:pt x="6" y="34"/>
                  </a:cubicBezTo>
                  <a:cubicBezTo>
                    <a:pt x="6" y="34"/>
                    <a:pt x="6" y="35"/>
                    <a:pt x="6" y="35"/>
                  </a:cubicBezTo>
                  <a:close/>
                  <a:moveTo>
                    <a:pt x="10" y="35"/>
                  </a:moveTo>
                  <a:cubicBezTo>
                    <a:pt x="10" y="35"/>
                    <a:pt x="10" y="35"/>
                    <a:pt x="10" y="35"/>
                  </a:cubicBezTo>
                  <a:cubicBezTo>
                    <a:pt x="10" y="35"/>
                    <a:pt x="10" y="35"/>
                    <a:pt x="10" y="35"/>
                  </a:cubicBezTo>
                  <a:close/>
                  <a:moveTo>
                    <a:pt x="9" y="32"/>
                  </a:moveTo>
                  <a:cubicBezTo>
                    <a:pt x="9" y="33"/>
                    <a:pt x="8" y="33"/>
                    <a:pt x="8" y="33"/>
                  </a:cubicBezTo>
                  <a:cubicBezTo>
                    <a:pt x="9" y="31"/>
                    <a:pt x="10" y="31"/>
                    <a:pt x="10" y="32"/>
                  </a:cubicBezTo>
                  <a:cubicBezTo>
                    <a:pt x="9" y="33"/>
                    <a:pt x="9" y="34"/>
                    <a:pt x="9" y="34"/>
                  </a:cubicBezTo>
                  <a:cubicBezTo>
                    <a:pt x="8" y="34"/>
                    <a:pt x="8" y="34"/>
                    <a:pt x="8" y="34"/>
                  </a:cubicBezTo>
                  <a:cubicBezTo>
                    <a:pt x="8" y="34"/>
                    <a:pt x="9" y="34"/>
                    <a:pt x="9" y="32"/>
                  </a:cubicBezTo>
                  <a:close/>
                  <a:moveTo>
                    <a:pt x="7" y="35"/>
                  </a:moveTo>
                  <a:cubicBezTo>
                    <a:pt x="7" y="35"/>
                    <a:pt x="7" y="34"/>
                    <a:pt x="7" y="34"/>
                  </a:cubicBezTo>
                  <a:cubicBezTo>
                    <a:pt x="7" y="34"/>
                    <a:pt x="7" y="34"/>
                    <a:pt x="7" y="35"/>
                  </a:cubicBezTo>
                  <a:cubicBezTo>
                    <a:pt x="7" y="35"/>
                    <a:pt x="7" y="35"/>
                    <a:pt x="7" y="35"/>
                  </a:cubicBezTo>
                  <a:close/>
                  <a:moveTo>
                    <a:pt x="7" y="35"/>
                  </a:moveTo>
                  <a:cubicBezTo>
                    <a:pt x="7" y="35"/>
                    <a:pt x="7" y="35"/>
                    <a:pt x="7" y="35"/>
                  </a:cubicBezTo>
                  <a:cubicBezTo>
                    <a:pt x="7" y="35"/>
                    <a:pt x="7" y="35"/>
                    <a:pt x="7" y="35"/>
                  </a:cubicBezTo>
                  <a:cubicBezTo>
                    <a:pt x="7" y="35"/>
                    <a:pt x="7" y="35"/>
                    <a:pt x="7" y="35"/>
                  </a:cubicBezTo>
                  <a:cubicBezTo>
                    <a:pt x="8" y="35"/>
                    <a:pt x="8" y="35"/>
                    <a:pt x="8" y="35"/>
                  </a:cubicBezTo>
                  <a:cubicBezTo>
                    <a:pt x="8" y="35"/>
                    <a:pt x="8" y="35"/>
                    <a:pt x="8" y="36"/>
                  </a:cubicBezTo>
                  <a:cubicBezTo>
                    <a:pt x="8" y="36"/>
                    <a:pt x="9" y="35"/>
                    <a:pt x="9" y="35"/>
                  </a:cubicBezTo>
                  <a:cubicBezTo>
                    <a:pt x="9" y="35"/>
                    <a:pt x="10" y="36"/>
                    <a:pt x="10" y="36"/>
                  </a:cubicBezTo>
                  <a:cubicBezTo>
                    <a:pt x="10" y="36"/>
                    <a:pt x="10" y="36"/>
                    <a:pt x="10" y="36"/>
                  </a:cubicBezTo>
                  <a:cubicBezTo>
                    <a:pt x="9" y="36"/>
                    <a:pt x="8" y="36"/>
                    <a:pt x="7" y="35"/>
                  </a:cubicBezTo>
                  <a:close/>
                  <a:moveTo>
                    <a:pt x="9" y="36"/>
                  </a:moveTo>
                  <a:cubicBezTo>
                    <a:pt x="10" y="36"/>
                    <a:pt x="10" y="36"/>
                    <a:pt x="10" y="36"/>
                  </a:cubicBezTo>
                  <a:cubicBezTo>
                    <a:pt x="10" y="36"/>
                    <a:pt x="10" y="36"/>
                    <a:pt x="10" y="37"/>
                  </a:cubicBezTo>
                  <a:cubicBezTo>
                    <a:pt x="10" y="36"/>
                    <a:pt x="9" y="36"/>
                    <a:pt x="9" y="36"/>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 name="Freeform 435"/>
            <p:cNvSpPr/>
            <p:nvPr/>
          </p:nvSpPr>
          <p:spPr bwMode="auto">
            <a:xfrm>
              <a:off x="3712" y="2809"/>
              <a:ext cx="4" cy="2"/>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1" y="1"/>
                    <a:pt x="2" y="1"/>
                    <a:pt x="2"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 name="Freeform 436"/>
            <p:cNvSpPr>
              <a:spLocks noEditPoints="1"/>
            </p:cNvSpPr>
            <p:nvPr/>
          </p:nvSpPr>
          <p:spPr bwMode="auto">
            <a:xfrm>
              <a:off x="3434" y="1624"/>
              <a:ext cx="862" cy="1213"/>
            </a:xfrm>
            <a:custGeom>
              <a:avLst/>
              <a:gdLst>
                <a:gd name="T0" fmla="*/ 172 w 406"/>
                <a:gd name="T1" fmla="*/ 570 h 572"/>
                <a:gd name="T2" fmla="*/ 205 w 406"/>
                <a:gd name="T3" fmla="*/ 568 h 572"/>
                <a:gd name="T4" fmla="*/ 239 w 406"/>
                <a:gd name="T5" fmla="*/ 564 h 572"/>
                <a:gd name="T6" fmla="*/ 281 w 406"/>
                <a:gd name="T7" fmla="*/ 547 h 572"/>
                <a:gd name="T8" fmla="*/ 300 w 406"/>
                <a:gd name="T9" fmla="*/ 522 h 572"/>
                <a:gd name="T10" fmla="*/ 204 w 406"/>
                <a:gd name="T11" fmla="*/ 395 h 572"/>
                <a:gd name="T12" fmla="*/ 207 w 406"/>
                <a:gd name="T13" fmla="*/ 339 h 572"/>
                <a:gd name="T14" fmla="*/ 214 w 406"/>
                <a:gd name="T15" fmla="*/ 279 h 572"/>
                <a:gd name="T16" fmla="*/ 177 w 406"/>
                <a:gd name="T17" fmla="*/ 304 h 572"/>
                <a:gd name="T18" fmla="*/ 184 w 406"/>
                <a:gd name="T19" fmla="*/ 298 h 572"/>
                <a:gd name="T20" fmla="*/ 197 w 406"/>
                <a:gd name="T21" fmla="*/ 321 h 572"/>
                <a:gd name="T22" fmla="*/ 186 w 406"/>
                <a:gd name="T23" fmla="*/ 337 h 572"/>
                <a:gd name="T24" fmla="*/ 190 w 406"/>
                <a:gd name="T25" fmla="*/ 347 h 572"/>
                <a:gd name="T26" fmla="*/ 189 w 406"/>
                <a:gd name="T27" fmla="*/ 365 h 572"/>
                <a:gd name="T28" fmla="*/ 189 w 406"/>
                <a:gd name="T29" fmla="*/ 382 h 572"/>
                <a:gd name="T30" fmla="*/ 194 w 406"/>
                <a:gd name="T31" fmla="*/ 401 h 572"/>
                <a:gd name="T32" fmla="*/ 198 w 406"/>
                <a:gd name="T33" fmla="*/ 426 h 572"/>
                <a:gd name="T34" fmla="*/ 92 w 406"/>
                <a:gd name="T35" fmla="*/ 277 h 572"/>
                <a:gd name="T36" fmla="*/ 68 w 406"/>
                <a:gd name="T37" fmla="*/ 218 h 572"/>
                <a:gd name="T38" fmla="*/ 189 w 406"/>
                <a:gd name="T39" fmla="*/ 198 h 572"/>
                <a:gd name="T40" fmla="*/ 299 w 406"/>
                <a:gd name="T41" fmla="*/ 279 h 572"/>
                <a:gd name="T42" fmla="*/ 240 w 406"/>
                <a:gd name="T43" fmla="*/ 425 h 572"/>
                <a:gd name="T44" fmla="*/ 250 w 406"/>
                <a:gd name="T45" fmla="*/ 401 h 572"/>
                <a:gd name="T46" fmla="*/ 257 w 406"/>
                <a:gd name="T47" fmla="*/ 380 h 572"/>
                <a:gd name="T48" fmla="*/ 262 w 406"/>
                <a:gd name="T49" fmla="*/ 342 h 572"/>
                <a:gd name="T50" fmla="*/ 279 w 406"/>
                <a:gd name="T51" fmla="*/ 305 h 572"/>
                <a:gd name="T52" fmla="*/ 323 w 406"/>
                <a:gd name="T53" fmla="*/ 287 h 572"/>
                <a:gd name="T54" fmla="*/ 345 w 406"/>
                <a:gd name="T55" fmla="*/ 231 h 572"/>
                <a:gd name="T56" fmla="*/ 313 w 406"/>
                <a:gd name="T57" fmla="*/ 163 h 572"/>
                <a:gd name="T58" fmla="*/ 199 w 406"/>
                <a:gd name="T59" fmla="*/ 120 h 572"/>
                <a:gd name="T60" fmla="*/ 99 w 406"/>
                <a:gd name="T61" fmla="*/ 189 h 572"/>
                <a:gd name="T62" fmla="*/ 67 w 406"/>
                <a:gd name="T63" fmla="*/ 156 h 572"/>
                <a:gd name="T64" fmla="*/ 18 w 406"/>
                <a:gd name="T65" fmla="*/ 247 h 572"/>
                <a:gd name="T66" fmla="*/ 17 w 406"/>
                <a:gd name="T67" fmla="*/ 216 h 572"/>
                <a:gd name="T68" fmla="*/ 18 w 406"/>
                <a:gd name="T69" fmla="*/ 212 h 572"/>
                <a:gd name="T70" fmla="*/ 18 w 406"/>
                <a:gd name="T71" fmla="*/ 213 h 572"/>
                <a:gd name="T72" fmla="*/ 20 w 406"/>
                <a:gd name="T73" fmla="*/ 216 h 572"/>
                <a:gd name="T74" fmla="*/ 36 w 406"/>
                <a:gd name="T75" fmla="*/ 256 h 572"/>
                <a:gd name="T76" fmla="*/ 80 w 406"/>
                <a:gd name="T77" fmla="*/ 293 h 572"/>
                <a:gd name="T78" fmla="*/ 143 w 406"/>
                <a:gd name="T79" fmla="*/ 304 h 572"/>
                <a:gd name="T80" fmla="*/ 162 w 406"/>
                <a:gd name="T81" fmla="*/ 375 h 572"/>
                <a:gd name="T82" fmla="*/ 177 w 406"/>
                <a:gd name="T83" fmla="*/ 504 h 572"/>
                <a:gd name="T84" fmla="*/ 192 w 406"/>
                <a:gd name="T85" fmla="*/ 530 h 572"/>
                <a:gd name="T86" fmla="*/ 191 w 406"/>
                <a:gd name="T87" fmla="*/ 504 h 572"/>
                <a:gd name="T88" fmla="*/ 192 w 406"/>
                <a:gd name="T89" fmla="*/ 486 h 572"/>
                <a:gd name="T90" fmla="*/ 194 w 406"/>
                <a:gd name="T91" fmla="*/ 451 h 572"/>
                <a:gd name="T92" fmla="*/ 220 w 406"/>
                <a:gd name="T93" fmla="*/ 447 h 572"/>
                <a:gd name="T94" fmla="*/ 240 w 406"/>
                <a:gd name="T95" fmla="*/ 469 h 572"/>
                <a:gd name="T96" fmla="*/ 247 w 406"/>
                <a:gd name="T97" fmla="*/ 543 h 572"/>
                <a:gd name="T98" fmla="*/ 146 w 406"/>
                <a:gd name="T99" fmla="*/ 545 h 572"/>
                <a:gd name="T100" fmla="*/ 137 w 406"/>
                <a:gd name="T101" fmla="*/ 524 h 572"/>
                <a:gd name="T102" fmla="*/ 130 w 406"/>
                <a:gd name="T103" fmla="*/ 553 h 572"/>
                <a:gd name="T104" fmla="*/ 193 w 406"/>
                <a:gd name="T105" fmla="*/ 309 h 572"/>
                <a:gd name="T106" fmla="*/ 196 w 406"/>
                <a:gd name="T107" fmla="*/ 303 h 572"/>
                <a:gd name="T108" fmla="*/ 209 w 406"/>
                <a:gd name="T109" fmla="*/ 295 h 572"/>
                <a:gd name="T110" fmla="*/ 218 w 406"/>
                <a:gd name="T111" fmla="*/ 301 h 572"/>
                <a:gd name="T112" fmla="*/ 221 w 406"/>
                <a:gd name="T113" fmla="*/ 307 h 572"/>
                <a:gd name="T114" fmla="*/ 211 w 406"/>
                <a:gd name="T115" fmla="*/ 310 h 572"/>
                <a:gd name="T116" fmla="*/ 222 w 406"/>
                <a:gd name="T117" fmla="*/ 307 h 572"/>
                <a:gd name="T118" fmla="*/ 191 w 406"/>
                <a:gd name="T119" fmla="*/ 185 h 572"/>
                <a:gd name="T120" fmla="*/ 63 w 406"/>
                <a:gd name="T121" fmla="*/ 186 h 572"/>
                <a:gd name="T122" fmla="*/ 22 w 406"/>
                <a:gd name="T123" fmla="*/ 214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6" h="572">
                  <a:moveTo>
                    <a:pt x="135" y="564"/>
                  </a:moveTo>
                  <a:cubicBezTo>
                    <a:pt x="136" y="564"/>
                    <a:pt x="137" y="565"/>
                    <a:pt x="137" y="564"/>
                  </a:cubicBezTo>
                  <a:cubicBezTo>
                    <a:pt x="137" y="565"/>
                    <a:pt x="137" y="565"/>
                    <a:pt x="137" y="565"/>
                  </a:cubicBezTo>
                  <a:cubicBezTo>
                    <a:pt x="138" y="565"/>
                    <a:pt x="140" y="563"/>
                    <a:pt x="139" y="566"/>
                  </a:cubicBezTo>
                  <a:cubicBezTo>
                    <a:pt x="140" y="563"/>
                    <a:pt x="139" y="565"/>
                    <a:pt x="138" y="564"/>
                  </a:cubicBezTo>
                  <a:cubicBezTo>
                    <a:pt x="139" y="562"/>
                    <a:pt x="140" y="563"/>
                    <a:pt x="141" y="562"/>
                  </a:cubicBezTo>
                  <a:cubicBezTo>
                    <a:pt x="139" y="565"/>
                    <a:pt x="142" y="563"/>
                    <a:pt x="142" y="564"/>
                  </a:cubicBezTo>
                  <a:cubicBezTo>
                    <a:pt x="142" y="565"/>
                    <a:pt x="142" y="565"/>
                    <a:pt x="142" y="566"/>
                  </a:cubicBezTo>
                  <a:cubicBezTo>
                    <a:pt x="143" y="564"/>
                    <a:pt x="143" y="564"/>
                    <a:pt x="143" y="564"/>
                  </a:cubicBezTo>
                  <a:cubicBezTo>
                    <a:pt x="142" y="568"/>
                    <a:pt x="145" y="564"/>
                    <a:pt x="145" y="566"/>
                  </a:cubicBezTo>
                  <a:cubicBezTo>
                    <a:pt x="144" y="566"/>
                    <a:pt x="144" y="568"/>
                    <a:pt x="144" y="569"/>
                  </a:cubicBezTo>
                  <a:cubicBezTo>
                    <a:pt x="144" y="566"/>
                    <a:pt x="146" y="566"/>
                    <a:pt x="147" y="564"/>
                  </a:cubicBezTo>
                  <a:cubicBezTo>
                    <a:pt x="148" y="565"/>
                    <a:pt x="145" y="567"/>
                    <a:pt x="145" y="569"/>
                  </a:cubicBezTo>
                  <a:cubicBezTo>
                    <a:pt x="146" y="567"/>
                    <a:pt x="146" y="571"/>
                    <a:pt x="147" y="568"/>
                  </a:cubicBezTo>
                  <a:cubicBezTo>
                    <a:pt x="147" y="567"/>
                    <a:pt x="148" y="567"/>
                    <a:pt x="149" y="566"/>
                  </a:cubicBezTo>
                  <a:cubicBezTo>
                    <a:pt x="150" y="566"/>
                    <a:pt x="148" y="567"/>
                    <a:pt x="148" y="568"/>
                  </a:cubicBezTo>
                  <a:cubicBezTo>
                    <a:pt x="149" y="568"/>
                    <a:pt x="150" y="566"/>
                    <a:pt x="150" y="565"/>
                  </a:cubicBezTo>
                  <a:cubicBezTo>
                    <a:pt x="150" y="566"/>
                    <a:pt x="152" y="564"/>
                    <a:pt x="152" y="565"/>
                  </a:cubicBezTo>
                  <a:cubicBezTo>
                    <a:pt x="152" y="567"/>
                    <a:pt x="150" y="566"/>
                    <a:pt x="150" y="567"/>
                  </a:cubicBezTo>
                  <a:cubicBezTo>
                    <a:pt x="152" y="568"/>
                    <a:pt x="152" y="563"/>
                    <a:pt x="154" y="563"/>
                  </a:cubicBezTo>
                  <a:cubicBezTo>
                    <a:pt x="153" y="562"/>
                    <a:pt x="155" y="559"/>
                    <a:pt x="155" y="558"/>
                  </a:cubicBezTo>
                  <a:cubicBezTo>
                    <a:pt x="157" y="560"/>
                    <a:pt x="155" y="559"/>
                    <a:pt x="155" y="561"/>
                  </a:cubicBezTo>
                  <a:cubicBezTo>
                    <a:pt x="155" y="561"/>
                    <a:pt x="155" y="561"/>
                    <a:pt x="155" y="561"/>
                  </a:cubicBezTo>
                  <a:cubicBezTo>
                    <a:pt x="155" y="564"/>
                    <a:pt x="152" y="566"/>
                    <a:pt x="153" y="568"/>
                  </a:cubicBezTo>
                  <a:cubicBezTo>
                    <a:pt x="154" y="567"/>
                    <a:pt x="154" y="567"/>
                    <a:pt x="154" y="567"/>
                  </a:cubicBezTo>
                  <a:cubicBezTo>
                    <a:pt x="153" y="568"/>
                    <a:pt x="153" y="569"/>
                    <a:pt x="153" y="570"/>
                  </a:cubicBezTo>
                  <a:cubicBezTo>
                    <a:pt x="153" y="568"/>
                    <a:pt x="154" y="570"/>
                    <a:pt x="155" y="570"/>
                  </a:cubicBezTo>
                  <a:cubicBezTo>
                    <a:pt x="155" y="568"/>
                    <a:pt x="154" y="570"/>
                    <a:pt x="154" y="569"/>
                  </a:cubicBezTo>
                  <a:cubicBezTo>
                    <a:pt x="155" y="568"/>
                    <a:pt x="156" y="566"/>
                    <a:pt x="157" y="567"/>
                  </a:cubicBezTo>
                  <a:cubicBezTo>
                    <a:pt x="156" y="568"/>
                    <a:pt x="157" y="569"/>
                    <a:pt x="156" y="570"/>
                  </a:cubicBezTo>
                  <a:cubicBezTo>
                    <a:pt x="157" y="571"/>
                    <a:pt x="157" y="568"/>
                    <a:pt x="157" y="569"/>
                  </a:cubicBezTo>
                  <a:cubicBezTo>
                    <a:pt x="157" y="570"/>
                    <a:pt x="157" y="570"/>
                    <a:pt x="157" y="570"/>
                  </a:cubicBezTo>
                  <a:cubicBezTo>
                    <a:pt x="160" y="571"/>
                    <a:pt x="164" y="571"/>
                    <a:pt x="166" y="567"/>
                  </a:cubicBezTo>
                  <a:cubicBezTo>
                    <a:pt x="166" y="569"/>
                    <a:pt x="167" y="569"/>
                    <a:pt x="169" y="570"/>
                  </a:cubicBezTo>
                  <a:cubicBezTo>
                    <a:pt x="168" y="570"/>
                    <a:pt x="169" y="569"/>
                    <a:pt x="169" y="568"/>
                  </a:cubicBezTo>
                  <a:cubicBezTo>
                    <a:pt x="170" y="570"/>
                    <a:pt x="170" y="570"/>
                    <a:pt x="170" y="570"/>
                  </a:cubicBezTo>
                  <a:cubicBezTo>
                    <a:pt x="170" y="572"/>
                    <a:pt x="172" y="570"/>
                    <a:pt x="172" y="569"/>
                  </a:cubicBezTo>
                  <a:cubicBezTo>
                    <a:pt x="172" y="570"/>
                    <a:pt x="172" y="570"/>
                    <a:pt x="172" y="570"/>
                  </a:cubicBezTo>
                  <a:cubicBezTo>
                    <a:pt x="173" y="571"/>
                    <a:pt x="173" y="569"/>
                    <a:pt x="173" y="568"/>
                  </a:cubicBezTo>
                  <a:cubicBezTo>
                    <a:pt x="174" y="570"/>
                    <a:pt x="174" y="570"/>
                    <a:pt x="174" y="570"/>
                  </a:cubicBezTo>
                  <a:cubicBezTo>
                    <a:pt x="174" y="569"/>
                    <a:pt x="174" y="569"/>
                    <a:pt x="174" y="569"/>
                  </a:cubicBezTo>
                  <a:cubicBezTo>
                    <a:pt x="174" y="568"/>
                    <a:pt x="175" y="568"/>
                    <a:pt x="175" y="570"/>
                  </a:cubicBezTo>
                  <a:cubicBezTo>
                    <a:pt x="175" y="570"/>
                    <a:pt x="176" y="569"/>
                    <a:pt x="175" y="569"/>
                  </a:cubicBezTo>
                  <a:cubicBezTo>
                    <a:pt x="176" y="570"/>
                    <a:pt x="178" y="570"/>
                    <a:pt x="179" y="569"/>
                  </a:cubicBezTo>
                  <a:cubicBezTo>
                    <a:pt x="178" y="569"/>
                    <a:pt x="178" y="568"/>
                    <a:pt x="178" y="567"/>
                  </a:cubicBezTo>
                  <a:cubicBezTo>
                    <a:pt x="178" y="564"/>
                    <a:pt x="179" y="567"/>
                    <a:pt x="179" y="566"/>
                  </a:cubicBezTo>
                  <a:cubicBezTo>
                    <a:pt x="179" y="567"/>
                    <a:pt x="180" y="567"/>
                    <a:pt x="179" y="568"/>
                  </a:cubicBezTo>
                  <a:cubicBezTo>
                    <a:pt x="181" y="571"/>
                    <a:pt x="183" y="569"/>
                    <a:pt x="184" y="569"/>
                  </a:cubicBezTo>
                  <a:cubicBezTo>
                    <a:pt x="185" y="568"/>
                    <a:pt x="185" y="568"/>
                    <a:pt x="185" y="568"/>
                  </a:cubicBezTo>
                  <a:cubicBezTo>
                    <a:pt x="186" y="570"/>
                    <a:pt x="188" y="568"/>
                    <a:pt x="189" y="569"/>
                  </a:cubicBezTo>
                  <a:cubicBezTo>
                    <a:pt x="189" y="568"/>
                    <a:pt x="189" y="565"/>
                    <a:pt x="190" y="565"/>
                  </a:cubicBezTo>
                  <a:cubicBezTo>
                    <a:pt x="190" y="563"/>
                    <a:pt x="190" y="567"/>
                    <a:pt x="191" y="569"/>
                  </a:cubicBezTo>
                  <a:cubicBezTo>
                    <a:pt x="191" y="568"/>
                    <a:pt x="192" y="567"/>
                    <a:pt x="192" y="567"/>
                  </a:cubicBezTo>
                  <a:cubicBezTo>
                    <a:pt x="192" y="568"/>
                    <a:pt x="192" y="568"/>
                    <a:pt x="192" y="568"/>
                  </a:cubicBezTo>
                  <a:cubicBezTo>
                    <a:pt x="192" y="567"/>
                    <a:pt x="193" y="566"/>
                    <a:pt x="194" y="567"/>
                  </a:cubicBezTo>
                  <a:cubicBezTo>
                    <a:pt x="194" y="567"/>
                    <a:pt x="194" y="567"/>
                    <a:pt x="194" y="567"/>
                  </a:cubicBezTo>
                  <a:cubicBezTo>
                    <a:pt x="194" y="567"/>
                    <a:pt x="195" y="569"/>
                    <a:pt x="195" y="568"/>
                  </a:cubicBezTo>
                  <a:cubicBezTo>
                    <a:pt x="195" y="567"/>
                    <a:pt x="196" y="568"/>
                    <a:pt x="196" y="566"/>
                  </a:cubicBezTo>
                  <a:cubicBezTo>
                    <a:pt x="197" y="567"/>
                    <a:pt x="197" y="567"/>
                    <a:pt x="197" y="567"/>
                  </a:cubicBezTo>
                  <a:cubicBezTo>
                    <a:pt x="197" y="565"/>
                    <a:pt x="197" y="565"/>
                    <a:pt x="197" y="565"/>
                  </a:cubicBezTo>
                  <a:cubicBezTo>
                    <a:pt x="197" y="566"/>
                    <a:pt x="197" y="566"/>
                    <a:pt x="197" y="566"/>
                  </a:cubicBezTo>
                  <a:cubicBezTo>
                    <a:pt x="197" y="568"/>
                    <a:pt x="197" y="568"/>
                    <a:pt x="197" y="568"/>
                  </a:cubicBezTo>
                  <a:cubicBezTo>
                    <a:pt x="198" y="569"/>
                    <a:pt x="197" y="566"/>
                    <a:pt x="198" y="565"/>
                  </a:cubicBezTo>
                  <a:cubicBezTo>
                    <a:pt x="198" y="564"/>
                    <a:pt x="198" y="566"/>
                    <a:pt x="199" y="566"/>
                  </a:cubicBezTo>
                  <a:cubicBezTo>
                    <a:pt x="198" y="567"/>
                    <a:pt x="198" y="566"/>
                    <a:pt x="198" y="566"/>
                  </a:cubicBezTo>
                  <a:cubicBezTo>
                    <a:pt x="198" y="568"/>
                    <a:pt x="198" y="567"/>
                    <a:pt x="199" y="568"/>
                  </a:cubicBezTo>
                  <a:cubicBezTo>
                    <a:pt x="199" y="568"/>
                    <a:pt x="199" y="566"/>
                    <a:pt x="199" y="566"/>
                  </a:cubicBezTo>
                  <a:cubicBezTo>
                    <a:pt x="200" y="566"/>
                    <a:pt x="201" y="566"/>
                    <a:pt x="200" y="568"/>
                  </a:cubicBezTo>
                  <a:cubicBezTo>
                    <a:pt x="201" y="567"/>
                    <a:pt x="201" y="567"/>
                    <a:pt x="201" y="566"/>
                  </a:cubicBezTo>
                  <a:cubicBezTo>
                    <a:pt x="201" y="566"/>
                    <a:pt x="200" y="565"/>
                    <a:pt x="200" y="564"/>
                  </a:cubicBezTo>
                  <a:cubicBezTo>
                    <a:pt x="201" y="564"/>
                    <a:pt x="201" y="564"/>
                    <a:pt x="201" y="564"/>
                  </a:cubicBezTo>
                  <a:cubicBezTo>
                    <a:pt x="201" y="565"/>
                    <a:pt x="201" y="565"/>
                    <a:pt x="201" y="565"/>
                  </a:cubicBezTo>
                  <a:cubicBezTo>
                    <a:pt x="201" y="564"/>
                    <a:pt x="202" y="565"/>
                    <a:pt x="202" y="563"/>
                  </a:cubicBezTo>
                  <a:cubicBezTo>
                    <a:pt x="202" y="565"/>
                    <a:pt x="202" y="565"/>
                    <a:pt x="202" y="565"/>
                  </a:cubicBezTo>
                  <a:cubicBezTo>
                    <a:pt x="203" y="564"/>
                    <a:pt x="203" y="564"/>
                    <a:pt x="204" y="564"/>
                  </a:cubicBezTo>
                  <a:cubicBezTo>
                    <a:pt x="204" y="566"/>
                    <a:pt x="204" y="568"/>
                    <a:pt x="205" y="568"/>
                  </a:cubicBezTo>
                  <a:cubicBezTo>
                    <a:pt x="205" y="566"/>
                    <a:pt x="205" y="566"/>
                    <a:pt x="205" y="566"/>
                  </a:cubicBezTo>
                  <a:cubicBezTo>
                    <a:pt x="206" y="566"/>
                    <a:pt x="206" y="566"/>
                    <a:pt x="206" y="567"/>
                  </a:cubicBezTo>
                  <a:cubicBezTo>
                    <a:pt x="207" y="568"/>
                    <a:pt x="207" y="562"/>
                    <a:pt x="209" y="564"/>
                  </a:cubicBezTo>
                  <a:cubicBezTo>
                    <a:pt x="208" y="566"/>
                    <a:pt x="209" y="566"/>
                    <a:pt x="209" y="567"/>
                  </a:cubicBezTo>
                  <a:cubicBezTo>
                    <a:pt x="209" y="566"/>
                    <a:pt x="209" y="566"/>
                    <a:pt x="209" y="566"/>
                  </a:cubicBezTo>
                  <a:cubicBezTo>
                    <a:pt x="209" y="565"/>
                    <a:pt x="209" y="567"/>
                    <a:pt x="209" y="566"/>
                  </a:cubicBezTo>
                  <a:cubicBezTo>
                    <a:pt x="208" y="564"/>
                    <a:pt x="209" y="565"/>
                    <a:pt x="209" y="564"/>
                  </a:cubicBezTo>
                  <a:cubicBezTo>
                    <a:pt x="211" y="569"/>
                    <a:pt x="213" y="565"/>
                    <a:pt x="215" y="567"/>
                  </a:cubicBezTo>
                  <a:cubicBezTo>
                    <a:pt x="215" y="565"/>
                    <a:pt x="216" y="567"/>
                    <a:pt x="216" y="566"/>
                  </a:cubicBezTo>
                  <a:cubicBezTo>
                    <a:pt x="216" y="568"/>
                    <a:pt x="217" y="565"/>
                    <a:pt x="217" y="567"/>
                  </a:cubicBezTo>
                  <a:cubicBezTo>
                    <a:pt x="217" y="564"/>
                    <a:pt x="217" y="564"/>
                    <a:pt x="217" y="564"/>
                  </a:cubicBezTo>
                  <a:cubicBezTo>
                    <a:pt x="218" y="566"/>
                    <a:pt x="218" y="560"/>
                    <a:pt x="219" y="563"/>
                  </a:cubicBezTo>
                  <a:cubicBezTo>
                    <a:pt x="220" y="564"/>
                    <a:pt x="219" y="565"/>
                    <a:pt x="219" y="565"/>
                  </a:cubicBezTo>
                  <a:cubicBezTo>
                    <a:pt x="220" y="568"/>
                    <a:pt x="221" y="563"/>
                    <a:pt x="222" y="566"/>
                  </a:cubicBezTo>
                  <a:cubicBezTo>
                    <a:pt x="222" y="565"/>
                    <a:pt x="221" y="563"/>
                    <a:pt x="222" y="562"/>
                  </a:cubicBezTo>
                  <a:cubicBezTo>
                    <a:pt x="223" y="563"/>
                    <a:pt x="224" y="565"/>
                    <a:pt x="224" y="565"/>
                  </a:cubicBezTo>
                  <a:cubicBezTo>
                    <a:pt x="224" y="565"/>
                    <a:pt x="224" y="564"/>
                    <a:pt x="225" y="565"/>
                  </a:cubicBezTo>
                  <a:cubicBezTo>
                    <a:pt x="225" y="565"/>
                    <a:pt x="225" y="565"/>
                    <a:pt x="225" y="566"/>
                  </a:cubicBezTo>
                  <a:cubicBezTo>
                    <a:pt x="226" y="566"/>
                    <a:pt x="226" y="565"/>
                    <a:pt x="227" y="564"/>
                  </a:cubicBezTo>
                  <a:cubicBezTo>
                    <a:pt x="227" y="566"/>
                    <a:pt x="229" y="565"/>
                    <a:pt x="230" y="566"/>
                  </a:cubicBezTo>
                  <a:cubicBezTo>
                    <a:pt x="230" y="563"/>
                    <a:pt x="231" y="567"/>
                    <a:pt x="231" y="564"/>
                  </a:cubicBezTo>
                  <a:cubicBezTo>
                    <a:pt x="231" y="564"/>
                    <a:pt x="231" y="564"/>
                    <a:pt x="231" y="564"/>
                  </a:cubicBezTo>
                  <a:cubicBezTo>
                    <a:pt x="232" y="564"/>
                    <a:pt x="232" y="562"/>
                    <a:pt x="232" y="561"/>
                  </a:cubicBezTo>
                  <a:cubicBezTo>
                    <a:pt x="232" y="563"/>
                    <a:pt x="232" y="563"/>
                    <a:pt x="232" y="563"/>
                  </a:cubicBezTo>
                  <a:cubicBezTo>
                    <a:pt x="232" y="566"/>
                    <a:pt x="234" y="564"/>
                    <a:pt x="234" y="565"/>
                  </a:cubicBezTo>
                  <a:cubicBezTo>
                    <a:pt x="233" y="563"/>
                    <a:pt x="234" y="565"/>
                    <a:pt x="234" y="563"/>
                  </a:cubicBezTo>
                  <a:cubicBezTo>
                    <a:pt x="235" y="563"/>
                    <a:pt x="235" y="563"/>
                    <a:pt x="235" y="563"/>
                  </a:cubicBezTo>
                  <a:cubicBezTo>
                    <a:pt x="235" y="562"/>
                    <a:pt x="235" y="562"/>
                    <a:pt x="236" y="561"/>
                  </a:cubicBezTo>
                  <a:cubicBezTo>
                    <a:pt x="236" y="561"/>
                    <a:pt x="236" y="564"/>
                    <a:pt x="236" y="563"/>
                  </a:cubicBezTo>
                  <a:cubicBezTo>
                    <a:pt x="237" y="564"/>
                    <a:pt x="237" y="564"/>
                    <a:pt x="237" y="563"/>
                  </a:cubicBezTo>
                  <a:cubicBezTo>
                    <a:pt x="237" y="563"/>
                    <a:pt x="237" y="563"/>
                    <a:pt x="237" y="563"/>
                  </a:cubicBezTo>
                  <a:cubicBezTo>
                    <a:pt x="237" y="563"/>
                    <a:pt x="237" y="563"/>
                    <a:pt x="238" y="563"/>
                  </a:cubicBezTo>
                  <a:cubicBezTo>
                    <a:pt x="238" y="563"/>
                    <a:pt x="238" y="563"/>
                    <a:pt x="238" y="563"/>
                  </a:cubicBezTo>
                  <a:cubicBezTo>
                    <a:pt x="238" y="563"/>
                    <a:pt x="238" y="563"/>
                    <a:pt x="238" y="563"/>
                  </a:cubicBezTo>
                  <a:cubicBezTo>
                    <a:pt x="238" y="563"/>
                    <a:pt x="238" y="563"/>
                    <a:pt x="238" y="563"/>
                  </a:cubicBezTo>
                  <a:cubicBezTo>
                    <a:pt x="238" y="563"/>
                    <a:pt x="238" y="563"/>
                    <a:pt x="238" y="563"/>
                  </a:cubicBezTo>
                  <a:cubicBezTo>
                    <a:pt x="238" y="564"/>
                    <a:pt x="238" y="563"/>
                    <a:pt x="238" y="563"/>
                  </a:cubicBezTo>
                  <a:cubicBezTo>
                    <a:pt x="238" y="563"/>
                    <a:pt x="239" y="563"/>
                    <a:pt x="239" y="564"/>
                  </a:cubicBezTo>
                  <a:cubicBezTo>
                    <a:pt x="239" y="565"/>
                    <a:pt x="239" y="565"/>
                    <a:pt x="239" y="565"/>
                  </a:cubicBezTo>
                  <a:cubicBezTo>
                    <a:pt x="239" y="565"/>
                    <a:pt x="240" y="563"/>
                    <a:pt x="240" y="563"/>
                  </a:cubicBezTo>
                  <a:cubicBezTo>
                    <a:pt x="242" y="564"/>
                    <a:pt x="244" y="562"/>
                    <a:pt x="245" y="561"/>
                  </a:cubicBezTo>
                  <a:cubicBezTo>
                    <a:pt x="244" y="561"/>
                    <a:pt x="244" y="562"/>
                    <a:pt x="244" y="562"/>
                  </a:cubicBezTo>
                  <a:cubicBezTo>
                    <a:pt x="245" y="561"/>
                    <a:pt x="245" y="560"/>
                    <a:pt x="245" y="561"/>
                  </a:cubicBezTo>
                  <a:cubicBezTo>
                    <a:pt x="246" y="560"/>
                    <a:pt x="246" y="562"/>
                    <a:pt x="247" y="562"/>
                  </a:cubicBezTo>
                  <a:cubicBezTo>
                    <a:pt x="247" y="562"/>
                    <a:pt x="247" y="560"/>
                    <a:pt x="247" y="561"/>
                  </a:cubicBezTo>
                  <a:cubicBezTo>
                    <a:pt x="248" y="563"/>
                    <a:pt x="249" y="559"/>
                    <a:pt x="251" y="560"/>
                  </a:cubicBezTo>
                  <a:cubicBezTo>
                    <a:pt x="251" y="560"/>
                    <a:pt x="251" y="561"/>
                    <a:pt x="251" y="561"/>
                  </a:cubicBezTo>
                  <a:cubicBezTo>
                    <a:pt x="252" y="560"/>
                    <a:pt x="253" y="560"/>
                    <a:pt x="253" y="558"/>
                  </a:cubicBezTo>
                  <a:cubicBezTo>
                    <a:pt x="253" y="559"/>
                    <a:pt x="253" y="559"/>
                    <a:pt x="253" y="559"/>
                  </a:cubicBezTo>
                  <a:cubicBezTo>
                    <a:pt x="254" y="559"/>
                    <a:pt x="255" y="559"/>
                    <a:pt x="255" y="557"/>
                  </a:cubicBezTo>
                  <a:cubicBezTo>
                    <a:pt x="254" y="557"/>
                    <a:pt x="255" y="558"/>
                    <a:pt x="255" y="558"/>
                  </a:cubicBezTo>
                  <a:cubicBezTo>
                    <a:pt x="254" y="557"/>
                    <a:pt x="255" y="555"/>
                    <a:pt x="255" y="555"/>
                  </a:cubicBezTo>
                  <a:cubicBezTo>
                    <a:pt x="255" y="556"/>
                    <a:pt x="255" y="556"/>
                    <a:pt x="255" y="556"/>
                  </a:cubicBezTo>
                  <a:cubicBezTo>
                    <a:pt x="256" y="555"/>
                    <a:pt x="256" y="555"/>
                    <a:pt x="257" y="554"/>
                  </a:cubicBezTo>
                  <a:cubicBezTo>
                    <a:pt x="257" y="555"/>
                    <a:pt x="256" y="555"/>
                    <a:pt x="257" y="556"/>
                  </a:cubicBezTo>
                  <a:cubicBezTo>
                    <a:pt x="257" y="558"/>
                    <a:pt x="259" y="557"/>
                    <a:pt x="259" y="557"/>
                  </a:cubicBezTo>
                  <a:cubicBezTo>
                    <a:pt x="259" y="555"/>
                    <a:pt x="259" y="555"/>
                    <a:pt x="259" y="555"/>
                  </a:cubicBezTo>
                  <a:cubicBezTo>
                    <a:pt x="260" y="555"/>
                    <a:pt x="260" y="557"/>
                    <a:pt x="260" y="557"/>
                  </a:cubicBezTo>
                  <a:cubicBezTo>
                    <a:pt x="261" y="551"/>
                    <a:pt x="261" y="551"/>
                    <a:pt x="261" y="551"/>
                  </a:cubicBezTo>
                  <a:cubicBezTo>
                    <a:pt x="260" y="552"/>
                    <a:pt x="262" y="553"/>
                    <a:pt x="261" y="555"/>
                  </a:cubicBezTo>
                  <a:cubicBezTo>
                    <a:pt x="263" y="554"/>
                    <a:pt x="263" y="551"/>
                    <a:pt x="263" y="549"/>
                  </a:cubicBezTo>
                  <a:cubicBezTo>
                    <a:pt x="263" y="550"/>
                    <a:pt x="264" y="548"/>
                    <a:pt x="265" y="548"/>
                  </a:cubicBezTo>
                  <a:cubicBezTo>
                    <a:pt x="265" y="549"/>
                    <a:pt x="264" y="548"/>
                    <a:pt x="264" y="549"/>
                  </a:cubicBezTo>
                  <a:cubicBezTo>
                    <a:pt x="266" y="550"/>
                    <a:pt x="266" y="550"/>
                    <a:pt x="266" y="550"/>
                  </a:cubicBezTo>
                  <a:cubicBezTo>
                    <a:pt x="265" y="551"/>
                    <a:pt x="266" y="553"/>
                    <a:pt x="266" y="554"/>
                  </a:cubicBezTo>
                  <a:cubicBezTo>
                    <a:pt x="266" y="553"/>
                    <a:pt x="268" y="553"/>
                    <a:pt x="269" y="553"/>
                  </a:cubicBezTo>
                  <a:cubicBezTo>
                    <a:pt x="268" y="551"/>
                    <a:pt x="270" y="552"/>
                    <a:pt x="270" y="549"/>
                  </a:cubicBezTo>
                  <a:cubicBezTo>
                    <a:pt x="271" y="549"/>
                    <a:pt x="271" y="551"/>
                    <a:pt x="271" y="552"/>
                  </a:cubicBezTo>
                  <a:cubicBezTo>
                    <a:pt x="272" y="550"/>
                    <a:pt x="274" y="550"/>
                    <a:pt x="275" y="550"/>
                  </a:cubicBezTo>
                  <a:cubicBezTo>
                    <a:pt x="275" y="550"/>
                    <a:pt x="275" y="550"/>
                    <a:pt x="275" y="550"/>
                  </a:cubicBezTo>
                  <a:cubicBezTo>
                    <a:pt x="275" y="549"/>
                    <a:pt x="277" y="549"/>
                    <a:pt x="277" y="547"/>
                  </a:cubicBezTo>
                  <a:cubicBezTo>
                    <a:pt x="278" y="548"/>
                    <a:pt x="278" y="548"/>
                    <a:pt x="278" y="548"/>
                  </a:cubicBezTo>
                  <a:cubicBezTo>
                    <a:pt x="279" y="549"/>
                    <a:pt x="277" y="545"/>
                    <a:pt x="278" y="546"/>
                  </a:cubicBezTo>
                  <a:cubicBezTo>
                    <a:pt x="279" y="547"/>
                    <a:pt x="279" y="547"/>
                    <a:pt x="279" y="547"/>
                  </a:cubicBezTo>
                  <a:cubicBezTo>
                    <a:pt x="279" y="546"/>
                    <a:pt x="281" y="548"/>
                    <a:pt x="281" y="546"/>
                  </a:cubicBezTo>
                  <a:cubicBezTo>
                    <a:pt x="281" y="547"/>
                    <a:pt x="281" y="547"/>
                    <a:pt x="281" y="547"/>
                  </a:cubicBezTo>
                  <a:cubicBezTo>
                    <a:pt x="281" y="546"/>
                    <a:pt x="282" y="546"/>
                    <a:pt x="282" y="544"/>
                  </a:cubicBezTo>
                  <a:cubicBezTo>
                    <a:pt x="283" y="546"/>
                    <a:pt x="283" y="546"/>
                    <a:pt x="283" y="546"/>
                  </a:cubicBezTo>
                  <a:cubicBezTo>
                    <a:pt x="284" y="547"/>
                    <a:pt x="283" y="544"/>
                    <a:pt x="284" y="544"/>
                  </a:cubicBezTo>
                  <a:cubicBezTo>
                    <a:pt x="284" y="544"/>
                    <a:pt x="285" y="545"/>
                    <a:pt x="285" y="545"/>
                  </a:cubicBezTo>
                  <a:cubicBezTo>
                    <a:pt x="285" y="544"/>
                    <a:pt x="286" y="544"/>
                    <a:pt x="286" y="543"/>
                  </a:cubicBezTo>
                  <a:cubicBezTo>
                    <a:pt x="288" y="545"/>
                    <a:pt x="288" y="545"/>
                    <a:pt x="288" y="545"/>
                  </a:cubicBezTo>
                  <a:cubicBezTo>
                    <a:pt x="291" y="543"/>
                    <a:pt x="295" y="541"/>
                    <a:pt x="298" y="537"/>
                  </a:cubicBezTo>
                  <a:cubicBezTo>
                    <a:pt x="300" y="539"/>
                    <a:pt x="298" y="539"/>
                    <a:pt x="299" y="540"/>
                  </a:cubicBezTo>
                  <a:cubicBezTo>
                    <a:pt x="298" y="538"/>
                    <a:pt x="299" y="539"/>
                    <a:pt x="300" y="538"/>
                  </a:cubicBezTo>
                  <a:cubicBezTo>
                    <a:pt x="300" y="538"/>
                    <a:pt x="300" y="538"/>
                    <a:pt x="300" y="538"/>
                  </a:cubicBezTo>
                  <a:cubicBezTo>
                    <a:pt x="300" y="538"/>
                    <a:pt x="301" y="539"/>
                    <a:pt x="302" y="538"/>
                  </a:cubicBezTo>
                  <a:cubicBezTo>
                    <a:pt x="301" y="537"/>
                    <a:pt x="301" y="537"/>
                    <a:pt x="301" y="537"/>
                  </a:cubicBezTo>
                  <a:cubicBezTo>
                    <a:pt x="301" y="536"/>
                    <a:pt x="304" y="539"/>
                    <a:pt x="303" y="536"/>
                  </a:cubicBezTo>
                  <a:cubicBezTo>
                    <a:pt x="304" y="537"/>
                    <a:pt x="304" y="537"/>
                    <a:pt x="304" y="537"/>
                  </a:cubicBezTo>
                  <a:cubicBezTo>
                    <a:pt x="303" y="535"/>
                    <a:pt x="305" y="538"/>
                    <a:pt x="305" y="535"/>
                  </a:cubicBezTo>
                  <a:cubicBezTo>
                    <a:pt x="305" y="536"/>
                    <a:pt x="305" y="536"/>
                    <a:pt x="305" y="536"/>
                  </a:cubicBezTo>
                  <a:cubicBezTo>
                    <a:pt x="306" y="536"/>
                    <a:pt x="305" y="532"/>
                    <a:pt x="306" y="534"/>
                  </a:cubicBezTo>
                  <a:cubicBezTo>
                    <a:pt x="307" y="533"/>
                    <a:pt x="307" y="532"/>
                    <a:pt x="306" y="530"/>
                  </a:cubicBezTo>
                  <a:cubicBezTo>
                    <a:pt x="308" y="533"/>
                    <a:pt x="308" y="533"/>
                    <a:pt x="308" y="533"/>
                  </a:cubicBezTo>
                  <a:cubicBezTo>
                    <a:pt x="310" y="530"/>
                    <a:pt x="313" y="528"/>
                    <a:pt x="314" y="524"/>
                  </a:cubicBezTo>
                  <a:cubicBezTo>
                    <a:pt x="314" y="525"/>
                    <a:pt x="314" y="525"/>
                    <a:pt x="314" y="525"/>
                  </a:cubicBezTo>
                  <a:cubicBezTo>
                    <a:pt x="314" y="522"/>
                    <a:pt x="319" y="525"/>
                    <a:pt x="317" y="521"/>
                  </a:cubicBezTo>
                  <a:cubicBezTo>
                    <a:pt x="316" y="519"/>
                    <a:pt x="316" y="519"/>
                    <a:pt x="316" y="519"/>
                  </a:cubicBezTo>
                  <a:cubicBezTo>
                    <a:pt x="318" y="520"/>
                    <a:pt x="318" y="520"/>
                    <a:pt x="318" y="520"/>
                  </a:cubicBezTo>
                  <a:cubicBezTo>
                    <a:pt x="317" y="519"/>
                    <a:pt x="319" y="519"/>
                    <a:pt x="318" y="518"/>
                  </a:cubicBezTo>
                  <a:cubicBezTo>
                    <a:pt x="318" y="518"/>
                    <a:pt x="318" y="519"/>
                    <a:pt x="319" y="519"/>
                  </a:cubicBezTo>
                  <a:cubicBezTo>
                    <a:pt x="320" y="519"/>
                    <a:pt x="318" y="516"/>
                    <a:pt x="319" y="516"/>
                  </a:cubicBezTo>
                  <a:cubicBezTo>
                    <a:pt x="320" y="517"/>
                    <a:pt x="320" y="517"/>
                    <a:pt x="320" y="517"/>
                  </a:cubicBezTo>
                  <a:cubicBezTo>
                    <a:pt x="324" y="517"/>
                    <a:pt x="329" y="511"/>
                    <a:pt x="325" y="508"/>
                  </a:cubicBezTo>
                  <a:cubicBezTo>
                    <a:pt x="324" y="507"/>
                    <a:pt x="327" y="507"/>
                    <a:pt x="327" y="507"/>
                  </a:cubicBezTo>
                  <a:cubicBezTo>
                    <a:pt x="323" y="505"/>
                    <a:pt x="324" y="499"/>
                    <a:pt x="317" y="501"/>
                  </a:cubicBezTo>
                  <a:cubicBezTo>
                    <a:pt x="315" y="501"/>
                    <a:pt x="312" y="506"/>
                    <a:pt x="312" y="506"/>
                  </a:cubicBezTo>
                  <a:cubicBezTo>
                    <a:pt x="318" y="506"/>
                    <a:pt x="315" y="512"/>
                    <a:pt x="315" y="509"/>
                  </a:cubicBezTo>
                  <a:cubicBezTo>
                    <a:pt x="313" y="508"/>
                    <a:pt x="315" y="509"/>
                    <a:pt x="313" y="509"/>
                  </a:cubicBezTo>
                  <a:cubicBezTo>
                    <a:pt x="312" y="512"/>
                    <a:pt x="303" y="513"/>
                    <a:pt x="299" y="519"/>
                  </a:cubicBezTo>
                  <a:cubicBezTo>
                    <a:pt x="300" y="519"/>
                    <a:pt x="300" y="520"/>
                    <a:pt x="300" y="521"/>
                  </a:cubicBezTo>
                  <a:cubicBezTo>
                    <a:pt x="299" y="520"/>
                    <a:pt x="299" y="520"/>
                    <a:pt x="299" y="520"/>
                  </a:cubicBezTo>
                  <a:cubicBezTo>
                    <a:pt x="300" y="522"/>
                    <a:pt x="300" y="522"/>
                    <a:pt x="300" y="522"/>
                  </a:cubicBezTo>
                  <a:cubicBezTo>
                    <a:pt x="299" y="522"/>
                    <a:pt x="298" y="521"/>
                    <a:pt x="299" y="520"/>
                  </a:cubicBezTo>
                  <a:cubicBezTo>
                    <a:pt x="296" y="522"/>
                    <a:pt x="294" y="524"/>
                    <a:pt x="292" y="525"/>
                  </a:cubicBezTo>
                  <a:cubicBezTo>
                    <a:pt x="293" y="527"/>
                    <a:pt x="291" y="526"/>
                    <a:pt x="292" y="528"/>
                  </a:cubicBezTo>
                  <a:cubicBezTo>
                    <a:pt x="291" y="527"/>
                    <a:pt x="291" y="527"/>
                    <a:pt x="291" y="527"/>
                  </a:cubicBezTo>
                  <a:cubicBezTo>
                    <a:pt x="290" y="529"/>
                    <a:pt x="290" y="529"/>
                    <a:pt x="287" y="527"/>
                  </a:cubicBezTo>
                  <a:cubicBezTo>
                    <a:pt x="280" y="529"/>
                    <a:pt x="275" y="533"/>
                    <a:pt x="268" y="535"/>
                  </a:cubicBezTo>
                  <a:cubicBezTo>
                    <a:pt x="263" y="536"/>
                    <a:pt x="259" y="538"/>
                    <a:pt x="255" y="540"/>
                  </a:cubicBezTo>
                  <a:cubicBezTo>
                    <a:pt x="255" y="537"/>
                    <a:pt x="256" y="534"/>
                    <a:pt x="257" y="531"/>
                  </a:cubicBezTo>
                  <a:cubicBezTo>
                    <a:pt x="257" y="529"/>
                    <a:pt x="255" y="527"/>
                    <a:pt x="256" y="525"/>
                  </a:cubicBezTo>
                  <a:cubicBezTo>
                    <a:pt x="255" y="519"/>
                    <a:pt x="260" y="512"/>
                    <a:pt x="257" y="505"/>
                  </a:cubicBezTo>
                  <a:cubicBezTo>
                    <a:pt x="257" y="505"/>
                    <a:pt x="256" y="505"/>
                    <a:pt x="255" y="504"/>
                  </a:cubicBezTo>
                  <a:cubicBezTo>
                    <a:pt x="256" y="504"/>
                    <a:pt x="256" y="504"/>
                    <a:pt x="256" y="504"/>
                  </a:cubicBezTo>
                  <a:cubicBezTo>
                    <a:pt x="254" y="504"/>
                    <a:pt x="254" y="504"/>
                    <a:pt x="254" y="504"/>
                  </a:cubicBezTo>
                  <a:cubicBezTo>
                    <a:pt x="254" y="503"/>
                    <a:pt x="256" y="504"/>
                    <a:pt x="256" y="504"/>
                  </a:cubicBezTo>
                  <a:cubicBezTo>
                    <a:pt x="256" y="501"/>
                    <a:pt x="256" y="499"/>
                    <a:pt x="256" y="496"/>
                  </a:cubicBezTo>
                  <a:cubicBezTo>
                    <a:pt x="254" y="496"/>
                    <a:pt x="256" y="494"/>
                    <a:pt x="254" y="494"/>
                  </a:cubicBezTo>
                  <a:cubicBezTo>
                    <a:pt x="255" y="494"/>
                    <a:pt x="255" y="494"/>
                    <a:pt x="255" y="494"/>
                  </a:cubicBezTo>
                  <a:cubicBezTo>
                    <a:pt x="254" y="492"/>
                    <a:pt x="254" y="492"/>
                    <a:pt x="257" y="491"/>
                  </a:cubicBezTo>
                  <a:cubicBezTo>
                    <a:pt x="259" y="481"/>
                    <a:pt x="257" y="475"/>
                    <a:pt x="256" y="465"/>
                  </a:cubicBezTo>
                  <a:cubicBezTo>
                    <a:pt x="254" y="457"/>
                    <a:pt x="250" y="447"/>
                    <a:pt x="242" y="440"/>
                  </a:cubicBezTo>
                  <a:cubicBezTo>
                    <a:pt x="242" y="440"/>
                    <a:pt x="242" y="440"/>
                    <a:pt x="242" y="440"/>
                  </a:cubicBezTo>
                  <a:cubicBezTo>
                    <a:pt x="242" y="440"/>
                    <a:pt x="242" y="440"/>
                    <a:pt x="242" y="440"/>
                  </a:cubicBezTo>
                  <a:cubicBezTo>
                    <a:pt x="241" y="439"/>
                    <a:pt x="241" y="439"/>
                    <a:pt x="240" y="438"/>
                  </a:cubicBezTo>
                  <a:cubicBezTo>
                    <a:pt x="237" y="440"/>
                    <a:pt x="236" y="437"/>
                    <a:pt x="233" y="438"/>
                  </a:cubicBezTo>
                  <a:cubicBezTo>
                    <a:pt x="234" y="437"/>
                    <a:pt x="234" y="437"/>
                    <a:pt x="234" y="437"/>
                  </a:cubicBezTo>
                  <a:cubicBezTo>
                    <a:pt x="232" y="438"/>
                    <a:pt x="232" y="436"/>
                    <a:pt x="232" y="434"/>
                  </a:cubicBezTo>
                  <a:cubicBezTo>
                    <a:pt x="231" y="435"/>
                    <a:pt x="231" y="434"/>
                    <a:pt x="230" y="436"/>
                  </a:cubicBezTo>
                  <a:cubicBezTo>
                    <a:pt x="228" y="437"/>
                    <a:pt x="230" y="433"/>
                    <a:pt x="229" y="433"/>
                  </a:cubicBezTo>
                  <a:cubicBezTo>
                    <a:pt x="229" y="432"/>
                    <a:pt x="228" y="434"/>
                    <a:pt x="228" y="433"/>
                  </a:cubicBezTo>
                  <a:cubicBezTo>
                    <a:pt x="225" y="435"/>
                    <a:pt x="229" y="433"/>
                    <a:pt x="227" y="429"/>
                  </a:cubicBezTo>
                  <a:cubicBezTo>
                    <a:pt x="223" y="428"/>
                    <a:pt x="219" y="429"/>
                    <a:pt x="215" y="428"/>
                  </a:cubicBezTo>
                  <a:cubicBezTo>
                    <a:pt x="214" y="427"/>
                    <a:pt x="214" y="425"/>
                    <a:pt x="214" y="424"/>
                  </a:cubicBezTo>
                  <a:cubicBezTo>
                    <a:pt x="212" y="424"/>
                    <a:pt x="214" y="423"/>
                    <a:pt x="212" y="424"/>
                  </a:cubicBezTo>
                  <a:cubicBezTo>
                    <a:pt x="213" y="424"/>
                    <a:pt x="213" y="424"/>
                    <a:pt x="213" y="424"/>
                  </a:cubicBezTo>
                  <a:cubicBezTo>
                    <a:pt x="212" y="423"/>
                    <a:pt x="211" y="423"/>
                    <a:pt x="214" y="421"/>
                  </a:cubicBezTo>
                  <a:cubicBezTo>
                    <a:pt x="216" y="417"/>
                    <a:pt x="214" y="413"/>
                    <a:pt x="214" y="409"/>
                  </a:cubicBezTo>
                  <a:cubicBezTo>
                    <a:pt x="213" y="405"/>
                    <a:pt x="211" y="401"/>
                    <a:pt x="210" y="397"/>
                  </a:cubicBezTo>
                  <a:cubicBezTo>
                    <a:pt x="206" y="397"/>
                    <a:pt x="207" y="396"/>
                    <a:pt x="204" y="395"/>
                  </a:cubicBezTo>
                  <a:cubicBezTo>
                    <a:pt x="206" y="395"/>
                    <a:pt x="206" y="395"/>
                    <a:pt x="206" y="395"/>
                  </a:cubicBezTo>
                  <a:cubicBezTo>
                    <a:pt x="204" y="395"/>
                    <a:pt x="206" y="394"/>
                    <a:pt x="207" y="394"/>
                  </a:cubicBezTo>
                  <a:cubicBezTo>
                    <a:pt x="206" y="394"/>
                    <a:pt x="207" y="393"/>
                    <a:pt x="205" y="394"/>
                  </a:cubicBezTo>
                  <a:cubicBezTo>
                    <a:pt x="203" y="393"/>
                    <a:pt x="207" y="393"/>
                    <a:pt x="206" y="393"/>
                  </a:cubicBezTo>
                  <a:cubicBezTo>
                    <a:pt x="207" y="392"/>
                    <a:pt x="205" y="393"/>
                    <a:pt x="206" y="393"/>
                  </a:cubicBezTo>
                  <a:cubicBezTo>
                    <a:pt x="203" y="392"/>
                    <a:pt x="207" y="393"/>
                    <a:pt x="209" y="391"/>
                  </a:cubicBezTo>
                  <a:cubicBezTo>
                    <a:pt x="208" y="390"/>
                    <a:pt x="206" y="388"/>
                    <a:pt x="207" y="387"/>
                  </a:cubicBezTo>
                  <a:cubicBezTo>
                    <a:pt x="207" y="387"/>
                    <a:pt x="206" y="387"/>
                    <a:pt x="206" y="387"/>
                  </a:cubicBezTo>
                  <a:cubicBezTo>
                    <a:pt x="209" y="386"/>
                    <a:pt x="205" y="386"/>
                    <a:pt x="206" y="386"/>
                  </a:cubicBezTo>
                  <a:cubicBezTo>
                    <a:pt x="207" y="386"/>
                    <a:pt x="207" y="386"/>
                    <a:pt x="207" y="386"/>
                  </a:cubicBezTo>
                  <a:cubicBezTo>
                    <a:pt x="209" y="385"/>
                    <a:pt x="207" y="385"/>
                    <a:pt x="208" y="384"/>
                  </a:cubicBezTo>
                  <a:cubicBezTo>
                    <a:pt x="207" y="383"/>
                    <a:pt x="210" y="382"/>
                    <a:pt x="208" y="382"/>
                  </a:cubicBezTo>
                  <a:cubicBezTo>
                    <a:pt x="209" y="382"/>
                    <a:pt x="209" y="382"/>
                    <a:pt x="210" y="382"/>
                  </a:cubicBezTo>
                  <a:cubicBezTo>
                    <a:pt x="206" y="381"/>
                    <a:pt x="211" y="380"/>
                    <a:pt x="209" y="379"/>
                  </a:cubicBezTo>
                  <a:cubicBezTo>
                    <a:pt x="209" y="380"/>
                    <a:pt x="209" y="380"/>
                    <a:pt x="209" y="380"/>
                  </a:cubicBezTo>
                  <a:cubicBezTo>
                    <a:pt x="209" y="378"/>
                    <a:pt x="210" y="376"/>
                    <a:pt x="208" y="374"/>
                  </a:cubicBezTo>
                  <a:cubicBezTo>
                    <a:pt x="208" y="372"/>
                    <a:pt x="212" y="371"/>
                    <a:pt x="210" y="370"/>
                  </a:cubicBezTo>
                  <a:cubicBezTo>
                    <a:pt x="208" y="370"/>
                    <a:pt x="208" y="370"/>
                    <a:pt x="208" y="370"/>
                  </a:cubicBezTo>
                  <a:cubicBezTo>
                    <a:pt x="209" y="369"/>
                    <a:pt x="210" y="370"/>
                    <a:pt x="210" y="370"/>
                  </a:cubicBezTo>
                  <a:cubicBezTo>
                    <a:pt x="209" y="369"/>
                    <a:pt x="211" y="368"/>
                    <a:pt x="211" y="367"/>
                  </a:cubicBezTo>
                  <a:cubicBezTo>
                    <a:pt x="210" y="367"/>
                    <a:pt x="210" y="367"/>
                    <a:pt x="209" y="367"/>
                  </a:cubicBezTo>
                  <a:cubicBezTo>
                    <a:pt x="212" y="366"/>
                    <a:pt x="208" y="365"/>
                    <a:pt x="210" y="364"/>
                  </a:cubicBezTo>
                  <a:cubicBezTo>
                    <a:pt x="207" y="364"/>
                    <a:pt x="209" y="363"/>
                    <a:pt x="208" y="363"/>
                  </a:cubicBezTo>
                  <a:cubicBezTo>
                    <a:pt x="208" y="363"/>
                    <a:pt x="209" y="363"/>
                    <a:pt x="209" y="363"/>
                  </a:cubicBezTo>
                  <a:cubicBezTo>
                    <a:pt x="209" y="362"/>
                    <a:pt x="209" y="362"/>
                    <a:pt x="210" y="361"/>
                  </a:cubicBezTo>
                  <a:cubicBezTo>
                    <a:pt x="210" y="361"/>
                    <a:pt x="208" y="360"/>
                    <a:pt x="209" y="360"/>
                  </a:cubicBezTo>
                  <a:cubicBezTo>
                    <a:pt x="211" y="360"/>
                    <a:pt x="209" y="359"/>
                    <a:pt x="210" y="359"/>
                  </a:cubicBezTo>
                  <a:cubicBezTo>
                    <a:pt x="208" y="359"/>
                    <a:pt x="206" y="358"/>
                    <a:pt x="207" y="358"/>
                  </a:cubicBezTo>
                  <a:cubicBezTo>
                    <a:pt x="210" y="358"/>
                    <a:pt x="210" y="358"/>
                    <a:pt x="210" y="358"/>
                  </a:cubicBezTo>
                  <a:cubicBezTo>
                    <a:pt x="208" y="357"/>
                    <a:pt x="212" y="355"/>
                    <a:pt x="208" y="353"/>
                  </a:cubicBezTo>
                  <a:cubicBezTo>
                    <a:pt x="210" y="353"/>
                    <a:pt x="210" y="353"/>
                    <a:pt x="210" y="353"/>
                  </a:cubicBezTo>
                  <a:cubicBezTo>
                    <a:pt x="208" y="351"/>
                    <a:pt x="210" y="349"/>
                    <a:pt x="207" y="347"/>
                  </a:cubicBezTo>
                  <a:cubicBezTo>
                    <a:pt x="208" y="347"/>
                    <a:pt x="209" y="346"/>
                    <a:pt x="209" y="346"/>
                  </a:cubicBezTo>
                  <a:cubicBezTo>
                    <a:pt x="207" y="345"/>
                    <a:pt x="207" y="345"/>
                    <a:pt x="205" y="344"/>
                  </a:cubicBezTo>
                  <a:cubicBezTo>
                    <a:pt x="205" y="344"/>
                    <a:pt x="206" y="344"/>
                    <a:pt x="207" y="344"/>
                  </a:cubicBezTo>
                  <a:cubicBezTo>
                    <a:pt x="207" y="343"/>
                    <a:pt x="210" y="342"/>
                    <a:pt x="207" y="342"/>
                  </a:cubicBezTo>
                  <a:cubicBezTo>
                    <a:pt x="209" y="342"/>
                    <a:pt x="209" y="342"/>
                    <a:pt x="209" y="342"/>
                  </a:cubicBezTo>
                  <a:cubicBezTo>
                    <a:pt x="207" y="341"/>
                    <a:pt x="205" y="340"/>
                    <a:pt x="207" y="339"/>
                  </a:cubicBezTo>
                  <a:cubicBezTo>
                    <a:pt x="206" y="339"/>
                    <a:pt x="205" y="339"/>
                    <a:pt x="204" y="339"/>
                  </a:cubicBezTo>
                  <a:cubicBezTo>
                    <a:pt x="203" y="339"/>
                    <a:pt x="206" y="339"/>
                    <a:pt x="205" y="338"/>
                  </a:cubicBezTo>
                  <a:cubicBezTo>
                    <a:pt x="207" y="339"/>
                    <a:pt x="207" y="339"/>
                    <a:pt x="207" y="339"/>
                  </a:cubicBezTo>
                  <a:cubicBezTo>
                    <a:pt x="207" y="337"/>
                    <a:pt x="206" y="336"/>
                    <a:pt x="205" y="334"/>
                  </a:cubicBezTo>
                  <a:cubicBezTo>
                    <a:pt x="207" y="334"/>
                    <a:pt x="204" y="333"/>
                    <a:pt x="206" y="332"/>
                  </a:cubicBezTo>
                  <a:cubicBezTo>
                    <a:pt x="204" y="331"/>
                    <a:pt x="206" y="330"/>
                    <a:pt x="203" y="330"/>
                  </a:cubicBezTo>
                  <a:cubicBezTo>
                    <a:pt x="204" y="330"/>
                    <a:pt x="204" y="330"/>
                    <a:pt x="204" y="330"/>
                  </a:cubicBezTo>
                  <a:cubicBezTo>
                    <a:pt x="205" y="329"/>
                    <a:pt x="205" y="329"/>
                    <a:pt x="205" y="328"/>
                  </a:cubicBezTo>
                  <a:cubicBezTo>
                    <a:pt x="205" y="327"/>
                    <a:pt x="203" y="327"/>
                    <a:pt x="203" y="327"/>
                  </a:cubicBezTo>
                  <a:cubicBezTo>
                    <a:pt x="204" y="327"/>
                    <a:pt x="204" y="327"/>
                    <a:pt x="204" y="327"/>
                  </a:cubicBezTo>
                  <a:cubicBezTo>
                    <a:pt x="203" y="326"/>
                    <a:pt x="201" y="327"/>
                    <a:pt x="200" y="327"/>
                  </a:cubicBezTo>
                  <a:cubicBezTo>
                    <a:pt x="200" y="326"/>
                    <a:pt x="199" y="326"/>
                    <a:pt x="200" y="326"/>
                  </a:cubicBezTo>
                  <a:cubicBezTo>
                    <a:pt x="201" y="326"/>
                    <a:pt x="203" y="326"/>
                    <a:pt x="205" y="326"/>
                  </a:cubicBezTo>
                  <a:cubicBezTo>
                    <a:pt x="205" y="325"/>
                    <a:pt x="202" y="325"/>
                    <a:pt x="203" y="325"/>
                  </a:cubicBezTo>
                  <a:cubicBezTo>
                    <a:pt x="206" y="325"/>
                    <a:pt x="208" y="326"/>
                    <a:pt x="209" y="326"/>
                  </a:cubicBezTo>
                  <a:cubicBezTo>
                    <a:pt x="214" y="327"/>
                    <a:pt x="220" y="328"/>
                    <a:pt x="231" y="322"/>
                  </a:cubicBezTo>
                  <a:cubicBezTo>
                    <a:pt x="231" y="319"/>
                    <a:pt x="234" y="318"/>
                    <a:pt x="233" y="315"/>
                  </a:cubicBezTo>
                  <a:cubicBezTo>
                    <a:pt x="233" y="316"/>
                    <a:pt x="233" y="316"/>
                    <a:pt x="233" y="316"/>
                  </a:cubicBezTo>
                  <a:cubicBezTo>
                    <a:pt x="233" y="314"/>
                    <a:pt x="234" y="314"/>
                    <a:pt x="236" y="313"/>
                  </a:cubicBezTo>
                  <a:cubicBezTo>
                    <a:pt x="235" y="313"/>
                    <a:pt x="236" y="312"/>
                    <a:pt x="234" y="312"/>
                  </a:cubicBezTo>
                  <a:cubicBezTo>
                    <a:pt x="233" y="311"/>
                    <a:pt x="238" y="312"/>
                    <a:pt x="237" y="310"/>
                  </a:cubicBezTo>
                  <a:cubicBezTo>
                    <a:pt x="238" y="311"/>
                    <a:pt x="236" y="310"/>
                    <a:pt x="236" y="310"/>
                  </a:cubicBezTo>
                  <a:cubicBezTo>
                    <a:pt x="235" y="308"/>
                    <a:pt x="238" y="311"/>
                    <a:pt x="240" y="308"/>
                  </a:cubicBezTo>
                  <a:cubicBezTo>
                    <a:pt x="239" y="305"/>
                    <a:pt x="237" y="302"/>
                    <a:pt x="238" y="299"/>
                  </a:cubicBezTo>
                  <a:cubicBezTo>
                    <a:pt x="238" y="299"/>
                    <a:pt x="236" y="300"/>
                    <a:pt x="236" y="299"/>
                  </a:cubicBezTo>
                  <a:cubicBezTo>
                    <a:pt x="239" y="298"/>
                    <a:pt x="235" y="299"/>
                    <a:pt x="236" y="298"/>
                  </a:cubicBezTo>
                  <a:cubicBezTo>
                    <a:pt x="237" y="298"/>
                    <a:pt x="237" y="298"/>
                    <a:pt x="237" y="298"/>
                  </a:cubicBezTo>
                  <a:cubicBezTo>
                    <a:pt x="238" y="296"/>
                    <a:pt x="236" y="296"/>
                    <a:pt x="236" y="294"/>
                  </a:cubicBezTo>
                  <a:cubicBezTo>
                    <a:pt x="235" y="293"/>
                    <a:pt x="236" y="291"/>
                    <a:pt x="234" y="291"/>
                  </a:cubicBezTo>
                  <a:cubicBezTo>
                    <a:pt x="236" y="290"/>
                    <a:pt x="235" y="290"/>
                    <a:pt x="235" y="289"/>
                  </a:cubicBezTo>
                  <a:cubicBezTo>
                    <a:pt x="232" y="291"/>
                    <a:pt x="235" y="286"/>
                    <a:pt x="232" y="287"/>
                  </a:cubicBezTo>
                  <a:cubicBezTo>
                    <a:pt x="233" y="286"/>
                    <a:pt x="233" y="286"/>
                    <a:pt x="233" y="286"/>
                  </a:cubicBezTo>
                  <a:cubicBezTo>
                    <a:pt x="230" y="284"/>
                    <a:pt x="227" y="281"/>
                    <a:pt x="223" y="281"/>
                  </a:cubicBezTo>
                  <a:cubicBezTo>
                    <a:pt x="221" y="281"/>
                    <a:pt x="220" y="277"/>
                    <a:pt x="218" y="278"/>
                  </a:cubicBezTo>
                  <a:cubicBezTo>
                    <a:pt x="217" y="280"/>
                    <a:pt x="217" y="280"/>
                    <a:pt x="217" y="280"/>
                  </a:cubicBezTo>
                  <a:cubicBezTo>
                    <a:pt x="217" y="280"/>
                    <a:pt x="218" y="279"/>
                    <a:pt x="218" y="278"/>
                  </a:cubicBezTo>
                  <a:cubicBezTo>
                    <a:pt x="216" y="280"/>
                    <a:pt x="216" y="277"/>
                    <a:pt x="214" y="277"/>
                  </a:cubicBezTo>
                  <a:cubicBezTo>
                    <a:pt x="214" y="278"/>
                    <a:pt x="214" y="278"/>
                    <a:pt x="214" y="279"/>
                  </a:cubicBezTo>
                  <a:cubicBezTo>
                    <a:pt x="213" y="276"/>
                    <a:pt x="211" y="280"/>
                    <a:pt x="210" y="277"/>
                  </a:cubicBezTo>
                  <a:cubicBezTo>
                    <a:pt x="210" y="281"/>
                    <a:pt x="209" y="279"/>
                    <a:pt x="209" y="280"/>
                  </a:cubicBezTo>
                  <a:cubicBezTo>
                    <a:pt x="208" y="280"/>
                    <a:pt x="208" y="279"/>
                    <a:pt x="208" y="278"/>
                  </a:cubicBezTo>
                  <a:cubicBezTo>
                    <a:pt x="208" y="279"/>
                    <a:pt x="207" y="279"/>
                    <a:pt x="206" y="278"/>
                  </a:cubicBezTo>
                  <a:cubicBezTo>
                    <a:pt x="206" y="278"/>
                    <a:pt x="206" y="280"/>
                    <a:pt x="205" y="280"/>
                  </a:cubicBezTo>
                  <a:cubicBezTo>
                    <a:pt x="205" y="277"/>
                    <a:pt x="204" y="280"/>
                    <a:pt x="203" y="279"/>
                  </a:cubicBezTo>
                  <a:cubicBezTo>
                    <a:pt x="204" y="281"/>
                    <a:pt x="203" y="283"/>
                    <a:pt x="202" y="282"/>
                  </a:cubicBezTo>
                  <a:cubicBezTo>
                    <a:pt x="202" y="279"/>
                    <a:pt x="202" y="279"/>
                    <a:pt x="202" y="279"/>
                  </a:cubicBezTo>
                  <a:cubicBezTo>
                    <a:pt x="201" y="281"/>
                    <a:pt x="198" y="278"/>
                    <a:pt x="197" y="282"/>
                  </a:cubicBezTo>
                  <a:cubicBezTo>
                    <a:pt x="196" y="280"/>
                    <a:pt x="196" y="280"/>
                    <a:pt x="196" y="280"/>
                  </a:cubicBezTo>
                  <a:cubicBezTo>
                    <a:pt x="195" y="283"/>
                    <a:pt x="192" y="281"/>
                    <a:pt x="191" y="285"/>
                  </a:cubicBezTo>
                  <a:cubicBezTo>
                    <a:pt x="191" y="284"/>
                    <a:pt x="190" y="284"/>
                    <a:pt x="189" y="284"/>
                  </a:cubicBezTo>
                  <a:cubicBezTo>
                    <a:pt x="189" y="286"/>
                    <a:pt x="189" y="285"/>
                    <a:pt x="189" y="288"/>
                  </a:cubicBezTo>
                  <a:cubicBezTo>
                    <a:pt x="189" y="288"/>
                    <a:pt x="188" y="287"/>
                    <a:pt x="188" y="286"/>
                  </a:cubicBezTo>
                  <a:cubicBezTo>
                    <a:pt x="187" y="286"/>
                    <a:pt x="185" y="284"/>
                    <a:pt x="186" y="287"/>
                  </a:cubicBezTo>
                  <a:cubicBezTo>
                    <a:pt x="185" y="286"/>
                    <a:pt x="185" y="286"/>
                    <a:pt x="185" y="286"/>
                  </a:cubicBezTo>
                  <a:cubicBezTo>
                    <a:pt x="185" y="287"/>
                    <a:pt x="185" y="289"/>
                    <a:pt x="183" y="288"/>
                  </a:cubicBezTo>
                  <a:cubicBezTo>
                    <a:pt x="184" y="289"/>
                    <a:pt x="183" y="290"/>
                    <a:pt x="184" y="291"/>
                  </a:cubicBezTo>
                  <a:cubicBezTo>
                    <a:pt x="184" y="292"/>
                    <a:pt x="183" y="289"/>
                    <a:pt x="183" y="291"/>
                  </a:cubicBezTo>
                  <a:cubicBezTo>
                    <a:pt x="183" y="289"/>
                    <a:pt x="183" y="289"/>
                    <a:pt x="183" y="289"/>
                  </a:cubicBezTo>
                  <a:cubicBezTo>
                    <a:pt x="181" y="289"/>
                    <a:pt x="180" y="291"/>
                    <a:pt x="179" y="293"/>
                  </a:cubicBezTo>
                  <a:cubicBezTo>
                    <a:pt x="178" y="291"/>
                    <a:pt x="178" y="294"/>
                    <a:pt x="176" y="293"/>
                  </a:cubicBezTo>
                  <a:cubicBezTo>
                    <a:pt x="177" y="295"/>
                    <a:pt x="175" y="294"/>
                    <a:pt x="176" y="297"/>
                  </a:cubicBezTo>
                  <a:cubicBezTo>
                    <a:pt x="175" y="296"/>
                    <a:pt x="175" y="296"/>
                    <a:pt x="175" y="296"/>
                  </a:cubicBezTo>
                  <a:cubicBezTo>
                    <a:pt x="175" y="296"/>
                    <a:pt x="174" y="297"/>
                    <a:pt x="172" y="297"/>
                  </a:cubicBezTo>
                  <a:cubicBezTo>
                    <a:pt x="172" y="298"/>
                    <a:pt x="173" y="299"/>
                    <a:pt x="174" y="300"/>
                  </a:cubicBezTo>
                  <a:cubicBezTo>
                    <a:pt x="172" y="299"/>
                    <a:pt x="172" y="299"/>
                    <a:pt x="172" y="299"/>
                  </a:cubicBezTo>
                  <a:cubicBezTo>
                    <a:pt x="173" y="300"/>
                    <a:pt x="175" y="301"/>
                    <a:pt x="176" y="302"/>
                  </a:cubicBezTo>
                  <a:cubicBezTo>
                    <a:pt x="175" y="302"/>
                    <a:pt x="176" y="302"/>
                    <a:pt x="175" y="302"/>
                  </a:cubicBezTo>
                  <a:cubicBezTo>
                    <a:pt x="175" y="302"/>
                    <a:pt x="173" y="301"/>
                    <a:pt x="172" y="300"/>
                  </a:cubicBezTo>
                  <a:cubicBezTo>
                    <a:pt x="171" y="301"/>
                    <a:pt x="174" y="303"/>
                    <a:pt x="172" y="303"/>
                  </a:cubicBezTo>
                  <a:cubicBezTo>
                    <a:pt x="172" y="304"/>
                    <a:pt x="172" y="305"/>
                    <a:pt x="174" y="305"/>
                  </a:cubicBezTo>
                  <a:cubicBezTo>
                    <a:pt x="173" y="305"/>
                    <a:pt x="173" y="305"/>
                    <a:pt x="172" y="305"/>
                  </a:cubicBezTo>
                  <a:cubicBezTo>
                    <a:pt x="172" y="306"/>
                    <a:pt x="173" y="306"/>
                    <a:pt x="173" y="306"/>
                  </a:cubicBezTo>
                  <a:cubicBezTo>
                    <a:pt x="173" y="306"/>
                    <a:pt x="174" y="306"/>
                    <a:pt x="174" y="306"/>
                  </a:cubicBezTo>
                  <a:cubicBezTo>
                    <a:pt x="175" y="305"/>
                    <a:pt x="175" y="306"/>
                    <a:pt x="176" y="305"/>
                  </a:cubicBezTo>
                  <a:cubicBezTo>
                    <a:pt x="177" y="305"/>
                    <a:pt x="178" y="306"/>
                    <a:pt x="179" y="306"/>
                  </a:cubicBezTo>
                  <a:cubicBezTo>
                    <a:pt x="178" y="306"/>
                    <a:pt x="177" y="305"/>
                    <a:pt x="177" y="304"/>
                  </a:cubicBezTo>
                  <a:cubicBezTo>
                    <a:pt x="178" y="304"/>
                    <a:pt x="177" y="304"/>
                    <a:pt x="176" y="304"/>
                  </a:cubicBezTo>
                  <a:cubicBezTo>
                    <a:pt x="176" y="304"/>
                    <a:pt x="176" y="304"/>
                    <a:pt x="176" y="304"/>
                  </a:cubicBezTo>
                  <a:cubicBezTo>
                    <a:pt x="176" y="304"/>
                    <a:pt x="175" y="304"/>
                    <a:pt x="174" y="303"/>
                  </a:cubicBezTo>
                  <a:cubicBezTo>
                    <a:pt x="175" y="304"/>
                    <a:pt x="175" y="304"/>
                    <a:pt x="175" y="304"/>
                  </a:cubicBezTo>
                  <a:cubicBezTo>
                    <a:pt x="174" y="303"/>
                    <a:pt x="174" y="303"/>
                    <a:pt x="174" y="303"/>
                  </a:cubicBezTo>
                  <a:cubicBezTo>
                    <a:pt x="175" y="303"/>
                    <a:pt x="176" y="303"/>
                    <a:pt x="176" y="303"/>
                  </a:cubicBezTo>
                  <a:cubicBezTo>
                    <a:pt x="176" y="303"/>
                    <a:pt x="175" y="303"/>
                    <a:pt x="177" y="303"/>
                  </a:cubicBezTo>
                  <a:cubicBezTo>
                    <a:pt x="179" y="303"/>
                    <a:pt x="179" y="303"/>
                    <a:pt x="179" y="303"/>
                  </a:cubicBezTo>
                  <a:cubicBezTo>
                    <a:pt x="179" y="303"/>
                    <a:pt x="178" y="303"/>
                    <a:pt x="178"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8" y="302"/>
                    <a:pt x="178" y="302"/>
                    <a:pt x="178" y="302"/>
                  </a:cubicBezTo>
                  <a:cubicBezTo>
                    <a:pt x="178" y="302"/>
                    <a:pt x="179" y="302"/>
                    <a:pt x="179" y="303"/>
                  </a:cubicBezTo>
                  <a:cubicBezTo>
                    <a:pt x="180" y="303"/>
                    <a:pt x="180" y="303"/>
                    <a:pt x="180" y="303"/>
                  </a:cubicBezTo>
                  <a:cubicBezTo>
                    <a:pt x="180" y="303"/>
                    <a:pt x="180" y="303"/>
                    <a:pt x="180" y="303"/>
                  </a:cubicBezTo>
                  <a:cubicBezTo>
                    <a:pt x="180" y="303"/>
                    <a:pt x="180"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80" y="303"/>
                    <a:pt x="181" y="304"/>
                    <a:pt x="181" y="304"/>
                  </a:cubicBezTo>
                  <a:cubicBezTo>
                    <a:pt x="181" y="304"/>
                    <a:pt x="180" y="302"/>
                    <a:pt x="182" y="303"/>
                  </a:cubicBezTo>
                  <a:cubicBezTo>
                    <a:pt x="182" y="303"/>
                    <a:pt x="182" y="302"/>
                    <a:pt x="181" y="301"/>
                  </a:cubicBezTo>
                  <a:cubicBezTo>
                    <a:pt x="181" y="300"/>
                    <a:pt x="183" y="303"/>
                    <a:pt x="182" y="302"/>
                  </a:cubicBezTo>
                  <a:cubicBezTo>
                    <a:pt x="183" y="303"/>
                    <a:pt x="185" y="304"/>
                    <a:pt x="186" y="305"/>
                  </a:cubicBezTo>
                  <a:cubicBezTo>
                    <a:pt x="186" y="305"/>
                    <a:pt x="187" y="306"/>
                    <a:pt x="186" y="306"/>
                  </a:cubicBezTo>
                  <a:cubicBezTo>
                    <a:pt x="187" y="306"/>
                    <a:pt x="187" y="307"/>
                    <a:pt x="187" y="307"/>
                  </a:cubicBezTo>
                  <a:cubicBezTo>
                    <a:pt x="187" y="306"/>
                    <a:pt x="185" y="305"/>
                    <a:pt x="185" y="304"/>
                  </a:cubicBezTo>
                  <a:cubicBezTo>
                    <a:pt x="183" y="303"/>
                    <a:pt x="185" y="304"/>
                    <a:pt x="183" y="302"/>
                  </a:cubicBezTo>
                  <a:cubicBezTo>
                    <a:pt x="184" y="302"/>
                    <a:pt x="184" y="302"/>
                    <a:pt x="184" y="301"/>
                  </a:cubicBezTo>
                  <a:cubicBezTo>
                    <a:pt x="184" y="301"/>
                    <a:pt x="185" y="303"/>
                    <a:pt x="186" y="303"/>
                  </a:cubicBezTo>
                  <a:cubicBezTo>
                    <a:pt x="185" y="302"/>
                    <a:pt x="185" y="301"/>
                    <a:pt x="185" y="301"/>
                  </a:cubicBezTo>
                  <a:cubicBezTo>
                    <a:pt x="185" y="300"/>
                    <a:pt x="184" y="300"/>
                    <a:pt x="184" y="298"/>
                  </a:cubicBezTo>
                  <a:cubicBezTo>
                    <a:pt x="183" y="298"/>
                    <a:pt x="183" y="297"/>
                    <a:pt x="183" y="297"/>
                  </a:cubicBezTo>
                  <a:cubicBezTo>
                    <a:pt x="184" y="299"/>
                    <a:pt x="186" y="301"/>
                    <a:pt x="186" y="301"/>
                  </a:cubicBezTo>
                  <a:cubicBezTo>
                    <a:pt x="188" y="304"/>
                    <a:pt x="185" y="301"/>
                    <a:pt x="187" y="303"/>
                  </a:cubicBezTo>
                  <a:cubicBezTo>
                    <a:pt x="188" y="305"/>
                    <a:pt x="187" y="306"/>
                    <a:pt x="187" y="305"/>
                  </a:cubicBezTo>
                  <a:cubicBezTo>
                    <a:pt x="188" y="307"/>
                    <a:pt x="187" y="305"/>
                    <a:pt x="188" y="307"/>
                  </a:cubicBezTo>
                  <a:cubicBezTo>
                    <a:pt x="188" y="307"/>
                    <a:pt x="188" y="305"/>
                    <a:pt x="188" y="305"/>
                  </a:cubicBezTo>
                  <a:cubicBezTo>
                    <a:pt x="187" y="304"/>
                    <a:pt x="187" y="304"/>
                    <a:pt x="187" y="303"/>
                  </a:cubicBezTo>
                  <a:cubicBezTo>
                    <a:pt x="186" y="300"/>
                    <a:pt x="188" y="304"/>
                    <a:pt x="188" y="304"/>
                  </a:cubicBezTo>
                  <a:cubicBezTo>
                    <a:pt x="189" y="305"/>
                    <a:pt x="189" y="305"/>
                    <a:pt x="189" y="305"/>
                  </a:cubicBezTo>
                  <a:cubicBezTo>
                    <a:pt x="189" y="306"/>
                    <a:pt x="188" y="304"/>
                    <a:pt x="189" y="304"/>
                  </a:cubicBezTo>
                  <a:cubicBezTo>
                    <a:pt x="190" y="307"/>
                    <a:pt x="189" y="305"/>
                    <a:pt x="189" y="306"/>
                  </a:cubicBezTo>
                  <a:cubicBezTo>
                    <a:pt x="190" y="308"/>
                    <a:pt x="190" y="308"/>
                    <a:pt x="190" y="308"/>
                  </a:cubicBezTo>
                  <a:cubicBezTo>
                    <a:pt x="190" y="308"/>
                    <a:pt x="189" y="309"/>
                    <a:pt x="188" y="310"/>
                  </a:cubicBezTo>
                  <a:cubicBezTo>
                    <a:pt x="188" y="309"/>
                    <a:pt x="188" y="309"/>
                    <a:pt x="188" y="309"/>
                  </a:cubicBezTo>
                  <a:cubicBezTo>
                    <a:pt x="187" y="311"/>
                    <a:pt x="186" y="306"/>
                    <a:pt x="186" y="311"/>
                  </a:cubicBezTo>
                  <a:cubicBezTo>
                    <a:pt x="186" y="312"/>
                    <a:pt x="186" y="312"/>
                    <a:pt x="186" y="312"/>
                  </a:cubicBezTo>
                  <a:cubicBezTo>
                    <a:pt x="185" y="310"/>
                    <a:pt x="185" y="310"/>
                    <a:pt x="185" y="310"/>
                  </a:cubicBezTo>
                  <a:cubicBezTo>
                    <a:pt x="185" y="311"/>
                    <a:pt x="184" y="310"/>
                    <a:pt x="184" y="312"/>
                  </a:cubicBezTo>
                  <a:cubicBezTo>
                    <a:pt x="184" y="310"/>
                    <a:pt x="184" y="310"/>
                    <a:pt x="184" y="310"/>
                  </a:cubicBezTo>
                  <a:cubicBezTo>
                    <a:pt x="184" y="310"/>
                    <a:pt x="184" y="313"/>
                    <a:pt x="183" y="312"/>
                  </a:cubicBezTo>
                  <a:cubicBezTo>
                    <a:pt x="183" y="311"/>
                    <a:pt x="183" y="311"/>
                    <a:pt x="183" y="311"/>
                  </a:cubicBezTo>
                  <a:cubicBezTo>
                    <a:pt x="183" y="311"/>
                    <a:pt x="183" y="311"/>
                    <a:pt x="183" y="311"/>
                  </a:cubicBezTo>
                  <a:cubicBezTo>
                    <a:pt x="182" y="311"/>
                    <a:pt x="182" y="312"/>
                    <a:pt x="181" y="312"/>
                  </a:cubicBezTo>
                  <a:cubicBezTo>
                    <a:pt x="182" y="311"/>
                    <a:pt x="182" y="311"/>
                    <a:pt x="183" y="310"/>
                  </a:cubicBezTo>
                  <a:cubicBezTo>
                    <a:pt x="181" y="308"/>
                    <a:pt x="177" y="307"/>
                    <a:pt x="178" y="311"/>
                  </a:cubicBezTo>
                  <a:cubicBezTo>
                    <a:pt x="178" y="312"/>
                    <a:pt x="176" y="309"/>
                    <a:pt x="176" y="309"/>
                  </a:cubicBezTo>
                  <a:cubicBezTo>
                    <a:pt x="177" y="312"/>
                    <a:pt x="172" y="313"/>
                    <a:pt x="178" y="313"/>
                  </a:cubicBezTo>
                  <a:cubicBezTo>
                    <a:pt x="178" y="313"/>
                    <a:pt x="179" y="313"/>
                    <a:pt x="179" y="313"/>
                  </a:cubicBezTo>
                  <a:cubicBezTo>
                    <a:pt x="179" y="314"/>
                    <a:pt x="180" y="316"/>
                    <a:pt x="183" y="321"/>
                  </a:cubicBezTo>
                  <a:cubicBezTo>
                    <a:pt x="183" y="321"/>
                    <a:pt x="183" y="321"/>
                    <a:pt x="183" y="321"/>
                  </a:cubicBezTo>
                  <a:cubicBezTo>
                    <a:pt x="185" y="320"/>
                    <a:pt x="189" y="325"/>
                    <a:pt x="192" y="323"/>
                  </a:cubicBezTo>
                  <a:cubicBezTo>
                    <a:pt x="192" y="322"/>
                    <a:pt x="192" y="321"/>
                    <a:pt x="192" y="321"/>
                  </a:cubicBezTo>
                  <a:cubicBezTo>
                    <a:pt x="192" y="322"/>
                    <a:pt x="192" y="322"/>
                    <a:pt x="192" y="322"/>
                  </a:cubicBezTo>
                  <a:cubicBezTo>
                    <a:pt x="193" y="320"/>
                    <a:pt x="193" y="320"/>
                    <a:pt x="193" y="320"/>
                  </a:cubicBezTo>
                  <a:cubicBezTo>
                    <a:pt x="193" y="320"/>
                    <a:pt x="193" y="322"/>
                    <a:pt x="192" y="322"/>
                  </a:cubicBezTo>
                  <a:cubicBezTo>
                    <a:pt x="194" y="322"/>
                    <a:pt x="195" y="322"/>
                    <a:pt x="196" y="322"/>
                  </a:cubicBezTo>
                  <a:cubicBezTo>
                    <a:pt x="197" y="320"/>
                    <a:pt x="197" y="322"/>
                    <a:pt x="197" y="320"/>
                  </a:cubicBezTo>
                  <a:cubicBezTo>
                    <a:pt x="197" y="321"/>
                    <a:pt x="197" y="321"/>
                    <a:pt x="197" y="321"/>
                  </a:cubicBezTo>
                  <a:cubicBezTo>
                    <a:pt x="198" y="320"/>
                    <a:pt x="198" y="320"/>
                    <a:pt x="199" y="322"/>
                  </a:cubicBezTo>
                  <a:cubicBezTo>
                    <a:pt x="199" y="323"/>
                    <a:pt x="199" y="323"/>
                    <a:pt x="199" y="323"/>
                  </a:cubicBezTo>
                  <a:cubicBezTo>
                    <a:pt x="198" y="323"/>
                    <a:pt x="198" y="323"/>
                    <a:pt x="197" y="323"/>
                  </a:cubicBezTo>
                  <a:cubicBezTo>
                    <a:pt x="198" y="323"/>
                    <a:pt x="198" y="323"/>
                    <a:pt x="198" y="323"/>
                  </a:cubicBezTo>
                  <a:cubicBezTo>
                    <a:pt x="197" y="324"/>
                    <a:pt x="197" y="324"/>
                    <a:pt x="197" y="324"/>
                  </a:cubicBezTo>
                  <a:cubicBezTo>
                    <a:pt x="197" y="324"/>
                    <a:pt x="196" y="325"/>
                    <a:pt x="197" y="325"/>
                  </a:cubicBezTo>
                  <a:cubicBezTo>
                    <a:pt x="199" y="325"/>
                    <a:pt x="199" y="325"/>
                    <a:pt x="199" y="325"/>
                  </a:cubicBezTo>
                  <a:cubicBezTo>
                    <a:pt x="199" y="325"/>
                    <a:pt x="201" y="325"/>
                    <a:pt x="199" y="326"/>
                  </a:cubicBezTo>
                  <a:cubicBezTo>
                    <a:pt x="197" y="326"/>
                    <a:pt x="197" y="326"/>
                    <a:pt x="197" y="326"/>
                  </a:cubicBezTo>
                  <a:cubicBezTo>
                    <a:pt x="197" y="326"/>
                    <a:pt x="198" y="326"/>
                    <a:pt x="198" y="326"/>
                  </a:cubicBezTo>
                  <a:cubicBezTo>
                    <a:pt x="195" y="326"/>
                    <a:pt x="195" y="326"/>
                    <a:pt x="195" y="326"/>
                  </a:cubicBezTo>
                  <a:cubicBezTo>
                    <a:pt x="199" y="326"/>
                    <a:pt x="196" y="327"/>
                    <a:pt x="197" y="327"/>
                  </a:cubicBezTo>
                  <a:cubicBezTo>
                    <a:pt x="196" y="327"/>
                    <a:pt x="196" y="327"/>
                    <a:pt x="196" y="327"/>
                  </a:cubicBezTo>
                  <a:cubicBezTo>
                    <a:pt x="195" y="328"/>
                    <a:pt x="198" y="327"/>
                    <a:pt x="198" y="327"/>
                  </a:cubicBezTo>
                  <a:cubicBezTo>
                    <a:pt x="198" y="328"/>
                    <a:pt x="195" y="328"/>
                    <a:pt x="194" y="328"/>
                  </a:cubicBezTo>
                  <a:cubicBezTo>
                    <a:pt x="194" y="329"/>
                    <a:pt x="196" y="329"/>
                    <a:pt x="194" y="330"/>
                  </a:cubicBezTo>
                  <a:cubicBezTo>
                    <a:pt x="195" y="330"/>
                    <a:pt x="196" y="331"/>
                    <a:pt x="197" y="331"/>
                  </a:cubicBezTo>
                  <a:cubicBezTo>
                    <a:pt x="197" y="332"/>
                    <a:pt x="194" y="331"/>
                    <a:pt x="195" y="332"/>
                  </a:cubicBezTo>
                  <a:cubicBezTo>
                    <a:pt x="195" y="332"/>
                    <a:pt x="194" y="332"/>
                    <a:pt x="193" y="332"/>
                  </a:cubicBezTo>
                  <a:cubicBezTo>
                    <a:pt x="194" y="332"/>
                    <a:pt x="193" y="333"/>
                    <a:pt x="195" y="332"/>
                  </a:cubicBezTo>
                  <a:cubicBezTo>
                    <a:pt x="194" y="333"/>
                    <a:pt x="194" y="334"/>
                    <a:pt x="195" y="334"/>
                  </a:cubicBezTo>
                  <a:cubicBezTo>
                    <a:pt x="195" y="334"/>
                    <a:pt x="193" y="334"/>
                    <a:pt x="192" y="334"/>
                  </a:cubicBezTo>
                  <a:cubicBezTo>
                    <a:pt x="194" y="334"/>
                    <a:pt x="195" y="335"/>
                    <a:pt x="194" y="335"/>
                  </a:cubicBezTo>
                  <a:cubicBezTo>
                    <a:pt x="196" y="335"/>
                    <a:pt x="196" y="335"/>
                    <a:pt x="198" y="335"/>
                  </a:cubicBezTo>
                  <a:cubicBezTo>
                    <a:pt x="198" y="335"/>
                    <a:pt x="199" y="335"/>
                    <a:pt x="199" y="335"/>
                  </a:cubicBezTo>
                  <a:cubicBezTo>
                    <a:pt x="197" y="336"/>
                    <a:pt x="194" y="336"/>
                    <a:pt x="194" y="336"/>
                  </a:cubicBezTo>
                  <a:cubicBezTo>
                    <a:pt x="191" y="336"/>
                    <a:pt x="194" y="335"/>
                    <a:pt x="192" y="336"/>
                  </a:cubicBezTo>
                  <a:cubicBezTo>
                    <a:pt x="189" y="335"/>
                    <a:pt x="189" y="335"/>
                    <a:pt x="191" y="334"/>
                  </a:cubicBezTo>
                  <a:cubicBezTo>
                    <a:pt x="188" y="334"/>
                    <a:pt x="190" y="335"/>
                    <a:pt x="188" y="335"/>
                  </a:cubicBezTo>
                  <a:cubicBezTo>
                    <a:pt x="188" y="335"/>
                    <a:pt x="189" y="335"/>
                    <a:pt x="190" y="336"/>
                  </a:cubicBezTo>
                  <a:cubicBezTo>
                    <a:pt x="191" y="336"/>
                    <a:pt x="191" y="336"/>
                    <a:pt x="192" y="336"/>
                  </a:cubicBezTo>
                  <a:cubicBezTo>
                    <a:pt x="195" y="336"/>
                    <a:pt x="190" y="336"/>
                    <a:pt x="190" y="337"/>
                  </a:cubicBezTo>
                  <a:cubicBezTo>
                    <a:pt x="190" y="336"/>
                    <a:pt x="190" y="336"/>
                    <a:pt x="190" y="336"/>
                  </a:cubicBezTo>
                  <a:cubicBezTo>
                    <a:pt x="189" y="337"/>
                    <a:pt x="191" y="337"/>
                    <a:pt x="190" y="337"/>
                  </a:cubicBezTo>
                  <a:cubicBezTo>
                    <a:pt x="187" y="337"/>
                    <a:pt x="190" y="337"/>
                    <a:pt x="188" y="336"/>
                  </a:cubicBezTo>
                  <a:cubicBezTo>
                    <a:pt x="186" y="337"/>
                    <a:pt x="186" y="337"/>
                    <a:pt x="186" y="337"/>
                  </a:cubicBezTo>
                  <a:cubicBezTo>
                    <a:pt x="185" y="337"/>
                    <a:pt x="188" y="337"/>
                    <a:pt x="188" y="337"/>
                  </a:cubicBezTo>
                  <a:cubicBezTo>
                    <a:pt x="186" y="337"/>
                    <a:pt x="186" y="337"/>
                    <a:pt x="186" y="337"/>
                  </a:cubicBezTo>
                  <a:cubicBezTo>
                    <a:pt x="187" y="338"/>
                    <a:pt x="187" y="338"/>
                    <a:pt x="187" y="338"/>
                  </a:cubicBezTo>
                  <a:cubicBezTo>
                    <a:pt x="188" y="338"/>
                    <a:pt x="190" y="338"/>
                    <a:pt x="190" y="337"/>
                  </a:cubicBezTo>
                  <a:cubicBezTo>
                    <a:pt x="193" y="337"/>
                    <a:pt x="190" y="338"/>
                    <a:pt x="191" y="338"/>
                  </a:cubicBezTo>
                  <a:cubicBezTo>
                    <a:pt x="193" y="338"/>
                    <a:pt x="191" y="338"/>
                    <a:pt x="193" y="338"/>
                  </a:cubicBezTo>
                  <a:cubicBezTo>
                    <a:pt x="194" y="338"/>
                    <a:pt x="194" y="338"/>
                    <a:pt x="195" y="338"/>
                  </a:cubicBezTo>
                  <a:cubicBezTo>
                    <a:pt x="195" y="339"/>
                    <a:pt x="193" y="339"/>
                    <a:pt x="191" y="339"/>
                  </a:cubicBezTo>
                  <a:cubicBezTo>
                    <a:pt x="191" y="339"/>
                    <a:pt x="191" y="338"/>
                    <a:pt x="192" y="338"/>
                  </a:cubicBezTo>
                  <a:cubicBezTo>
                    <a:pt x="190" y="338"/>
                    <a:pt x="188" y="339"/>
                    <a:pt x="187" y="338"/>
                  </a:cubicBezTo>
                  <a:cubicBezTo>
                    <a:pt x="186" y="339"/>
                    <a:pt x="188" y="339"/>
                    <a:pt x="189" y="339"/>
                  </a:cubicBezTo>
                  <a:cubicBezTo>
                    <a:pt x="189" y="339"/>
                    <a:pt x="190" y="339"/>
                    <a:pt x="191" y="339"/>
                  </a:cubicBezTo>
                  <a:cubicBezTo>
                    <a:pt x="196" y="340"/>
                    <a:pt x="187" y="339"/>
                    <a:pt x="188" y="340"/>
                  </a:cubicBezTo>
                  <a:cubicBezTo>
                    <a:pt x="191" y="340"/>
                    <a:pt x="193" y="341"/>
                    <a:pt x="196" y="340"/>
                  </a:cubicBezTo>
                  <a:cubicBezTo>
                    <a:pt x="197" y="341"/>
                    <a:pt x="197" y="341"/>
                    <a:pt x="197" y="341"/>
                  </a:cubicBezTo>
                  <a:cubicBezTo>
                    <a:pt x="195" y="341"/>
                    <a:pt x="195" y="341"/>
                    <a:pt x="193" y="341"/>
                  </a:cubicBezTo>
                  <a:cubicBezTo>
                    <a:pt x="193" y="341"/>
                    <a:pt x="193" y="341"/>
                    <a:pt x="193" y="341"/>
                  </a:cubicBezTo>
                  <a:cubicBezTo>
                    <a:pt x="191" y="341"/>
                    <a:pt x="191" y="341"/>
                    <a:pt x="191" y="341"/>
                  </a:cubicBezTo>
                  <a:cubicBezTo>
                    <a:pt x="189" y="341"/>
                    <a:pt x="188" y="341"/>
                    <a:pt x="187" y="341"/>
                  </a:cubicBezTo>
                  <a:cubicBezTo>
                    <a:pt x="188" y="342"/>
                    <a:pt x="189" y="341"/>
                    <a:pt x="189" y="342"/>
                  </a:cubicBezTo>
                  <a:cubicBezTo>
                    <a:pt x="188" y="342"/>
                    <a:pt x="187" y="342"/>
                    <a:pt x="187" y="342"/>
                  </a:cubicBezTo>
                  <a:cubicBezTo>
                    <a:pt x="188" y="342"/>
                    <a:pt x="190" y="342"/>
                    <a:pt x="191" y="342"/>
                  </a:cubicBezTo>
                  <a:cubicBezTo>
                    <a:pt x="191" y="343"/>
                    <a:pt x="189" y="343"/>
                    <a:pt x="188" y="343"/>
                  </a:cubicBezTo>
                  <a:cubicBezTo>
                    <a:pt x="187" y="342"/>
                    <a:pt x="187" y="342"/>
                    <a:pt x="187" y="342"/>
                  </a:cubicBezTo>
                  <a:cubicBezTo>
                    <a:pt x="188" y="343"/>
                    <a:pt x="186" y="342"/>
                    <a:pt x="186" y="343"/>
                  </a:cubicBezTo>
                  <a:cubicBezTo>
                    <a:pt x="188" y="343"/>
                    <a:pt x="189" y="343"/>
                    <a:pt x="191" y="343"/>
                  </a:cubicBezTo>
                  <a:cubicBezTo>
                    <a:pt x="191" y="343"/>
                    <a:pt x="190" y="344"/>
                    <a:pt x="190" y="344"/>
                  </a:cubicBezTo>
                  <a:cubicBezTo>
                    <a:pt x="189" y="343"/>
                    <a:pt x="189" y="343"/>
                    <a:pt x="189" y="343"/>
                  </a:cubicBezTo>
                  <a:cubicBezTo>
                    <a:pt x="189" y="344"/>
                    <a:pt x="186" y="343"/>
                    <a:pt x="186" y="344"/>
                  </a:cubicBezTo>
                  <a:cubicBezTo>
                    <a:pt x="188" y="344"/>
                    <a:pt x="188" y="344"/>
                    <a:pt x="188" y="344"/>
                  </a:cubicBezTo>
                  <a:cubicBezTo>
                    <a:pt x="186" y="344"/>
                    <a:pt x="186" y="344"/>
                    <a:pt x="186" y="344"/>
                  </a:cubicBezTo>
                  <a:cubicBezTo>
                    <a:pt x="188" y="344"/>
                    <a:pt x="187" y="344"/>
                    <a:pt x="188" y="344"/>
                  </a:cubicBezTo>
                  <a:cubicBezTo>
                    <a:pt x="187" y="344"/>
                    <a:pt x="187" y="344"/>
                    <a:pt x="187" y="344"/>
                  </a:cubicBezTo>
                  <a:cubicBezTo>
                    <a:pt x="187" y="345"/>
                    <a:pt x="190" y="345"/>
                    <a:pt x="188" y="345"/>
                  </a:cubicBezTo>
                  <a:cubicBezTo>
                    <a:pt x="190" y="345"/>
                    <a:pt x="188" y="345"/>
                    <a:pt x="189" y="345"/>
                  </a:cubicBezTo>
                  <a:cubicBezTo>
                    <a:pt x="191" y="344"/>
                    <a:pt x="191" y="345"/>
                    <a:pt x="191" y="345"/>
                  </a:cubicBezTo>
                  <a:cubicBezTo>
                    <a:pt x="188" y="345"/>
                    <a:pt x="191" y="346"/>
                    <a:pt x="191" y="346"/>
                  </a:cubicBezTo>
                  <a:cubicBezTo>
                    <a:pt x="190" y="346"/>
                    <a:pt x="189" y="346"/>
                    <a:pt x="188" y="346"/>
                  </a:cubicBezTo>
                  <a:cubicBezTo>
                    <a:pt x="190" y="346"/>
                    <a:pt x="190" y="346"/>
                    <a:pt x="190" y="346"/>
                  </a:cubicBezTo>
                  <a:cubicBezTo>
                    <a:pt x="187" y="346"/>
                    <a:pt x="191" y="347"/>
                    <a:pt x="190" y="347"/>
                  </a:cubicBezTo>
                  <a:cubicBezTo>
                    <a:pt x="189" y="347"/>
                    <a:pt x="187" y="347"/>
                    <a:pt x="187" y="347"/>
                  </a:cubicBezTo>
                  <a:cubicBezTo>
                    <a:pt x="190" y="347"/>
                    <a:pt x="190" y="347"/>
                    <a:pt x="192" y="347"/>
                  </a:cubicBezTo>
                  <a:cubicBezTo>
                    <a:pt x="191" y="348"/>
                    <a:pt x="189" y="347"/>
                    <a:pt x="187" y="347"/>
                  </a:cubicBezTo>
                  <a:cubicBezTo>
                    <a:pt x="189" y="348"/>
                    <a:pt x="185" y="348"/>
                    <a:pt x="188" y="348"/>
                  </a:cubicBezTo>
                  <a:cubicBezTo>
                    <a:pt x="189" y="348"/>
                    <a:pt x="190" y="348"/>
                    <a:pt x="191" y="348"/>
                  </a:cubicBezTo>
                  <a:cubicBezTo>
                    <a:pt x="191" y="349"/>
                    <a:pt x="190" y="348"/>
                    <a:pt x="189" y="348"/>
                  </a:cubicBezTo>
                  <a:cubicBezTo>
                    <a:pt x="189" y="349"/>
                    <a:pt x="191" y="349"/>
                    <a:pt x="192" y="349"/>
                  </a:cubicBezTo>
                  <a:cubicBezTo>
                    <a:pt x="191" y="349"/>
                    <a:pt x="194" y="349"/>
                    <a:pt x="192" y="350"/>
                  </a:cubicBezTo>
                  <a:cubicBezTo>
                    <a:pt x="191" y="350"/>
                    <a:pt x="191" y="349"/>
                    <a:pt x="190" y="349"/>
                  </a:cubicBezTo>
                  <a:cubicBezTo>
                    <a:pt x="190" y="350"/>
                    <a:pt x="194" y="350"/>
                    <a:pt x="195" y="350"/>
                  </a:cubicBezTo>
                  <a:cubicBezTo>
                    <a:pt x="196" y="350"/>
                    <a:pt x="199" y="351"/>
                    <a:pt x="200" y="351"/>
                  </a:cubicBezTo>
                  <a:cubicBezTo>
                    <a:pt x="199" y="352"/>
                    <a:pt x="199" y="351"/>
                    <a:pt x="197" y="351"/>
                  </a:cubicBezTo>
                  <a:cubicBezTo>
                    <a:pt x="197" y="351"/>
                    <a:pt x="197" y="351"/>
                    <a:pt x="197" y="351"/>
                  </a:cubicBezTo>
                  <a:cubicBezTo>
                    <a:pt x="194" y="351"/>
                    <a:pt x="192" y="350"/>
                    <a:pt x="190" y="350"/>
                  </a:cubicBezTo>
                  <a:cubicBezTo>
                    <a:pt x="191" y="350"/>
                    <a:pt x="191" y="350"/>
                    <a:pt x="191" y="350"/>
                  </a:cubicBezTo>
                  <a:cubicBezTo>
                    <a:pt x="188" y="350"/>
                    <a:pt x="188" y="350"/>
                    <a:pt x="188" y="350"/>
                  </a:cubicBezTo>
                  <a:cubicBezTo>
                    <a:pt x="190" y="350"/>
                    <a:pt x="188" y="351"/>
                    <a:pt x="189" y="351"/>
                  </a:cubicBezTo>
                  <a:cubicBezTo>
                    <a:pt x="190" y="351"/>
                    <a:pt x="188" y="351"/>
                    <a:pt x="189" y="351"/>
                  </a:cubicBezTo>
                  <a:cubicBezTo>
                    <a:pt x="190" y="351"/>
                    <a:pt x="193" y="351"/>
                    <a:pt x="192" y="352"/>
                  </a:cubicBezTo>
                  <a:cubicBezTo>
                    <a:pt x="188" y="351"/>
                    <a:pt x="188" y="351"/>
                    <a:pt x="188" y="351"/>
                  </a:cubicBezTo>
                  <a:cubicBezTo>
                    <a:pt x="188" y="352"/>
                    <a:pt x="190" y="352"/>
                    <a:pt x="189" y="352"/>
                  </a:cubicBezTo>
                  <a:cubicBezTo>
                    <a:pt x="188" y="352"/>
                    <a:pt x="188" y="352"/>
                    <a:pt x="188" y="352"/>
                  </a:cubicBezTo>
                  <a:cubicBezTo>
                    <a:pt x="188" y="353"/>
                    <a:pt x="188" y="354"/>
                    <a:pt x="192" y="356"/>
                  </a:cubicBezTo>
                  <a:cubicBezTo>
                    <a:pt x="190" y="356"/>
                    <a:pt x="190" y="356"/>
                    <a:pt x="189" y="357"/>
                  </a:cubicBezTo>
                  <a:cubicBezTo>
                    <a:pt x="189" y="357"/>
                    <a:pt x="191" y="357"/>
                    <a:pt x="191" y="357"/>
                  </a:cubicBezTo>
                  <a:cubicBezTo>
                    <a:pt x="189" y="357"/>
                    <a:pt x="189" y="357"/>
                    <a:pt x="189" y="357"/>
                  </a:cubicBezTo>
                  <a:cubicBezTo>
                    <a:pt x="188" y="357"/>
                    <a:pt x="189" y="358"/>
                    <a:pt x="191" y="359"/>
                  </a:cubicBezTo>
                  <a:cubicBezTo>
                    <a:pt x="189" y="358"/>
                    <a:pt x="189" y="358"/>
                    <a:pt x="189" y="358"/>
                  </a:cubicBezTo>
                  <a:cubicBezTo>
                    <a:pt x="188" y="359"/>
                    <a:pt x="190" y="359"/>
                    <a:pt x="191" y="359"/>
                  </a:cubicBezTo>
                  <a:cubicBezTo>
                    <a:pt x="189" y="359"/>
                    <a:pt x="189" y="359"/>
                    <a:pt x="189" y="359"/>
                  </a:cubicBezTo>
                  <a:cubicBezTo>
                    <a:pt x="191" y="359"/>
                    <a:pt x="191" y="359"/>
                    <a:pt x="191" y="359"/>
                  </a:cubicBezTo>
                  <a:cubicBezTo>
                    <a:pt x="191" y="360"/>
                    <a:pt x="191" y="360"/>
                    <a:pt x="189" y="360"/>
                  </a:cubicBezTo>
                  <a:cubicBezTo>
                    <a:pt x="190" y="360"/>
                    <a:pt x="190" y="360"/>
                    <a:pt x="190" y="360"/>
                  </a:cubicBezTo>
                  <a:cubicBezTo>
                    <a:pt x="189" y="360"/>
                    <a:pt x="189" y="361"/>
                    <a:pt x="189" y="362"/>
                  </a:cubicBezTo>
                  <a:cubicBezTo>
                    <a:pt x="190" y="362"/>
                    <a:pt x="191" y="362"/>
                    <a:pt x="192" y="362"/>
                  </a:cubicBezTo>
                  <a:cubicBezTo>
                    <a:pt x="194" y="362"/>
                    <a:pt x="192" y="362"/>
                    <a:pt x="193" y="362"/>
                  </a:cubicBezTo>
                  <a:cubicBezTo>
                    <a:pt x="191" y="362"/>
                    <a:pt x="191" y="362"/>
                    <a:pt x="191" y="362"/>
                  </a:cubicBezTo>
                  <a:cubicBezTo>
                    <a:pt x="187" y="362"/>
                    <a:pt x="190" y="364"/>
                    <a:pt x="189" y="365"/>
                  </a:cubicBezTo>
                  <a:cubicBezTo>
                    <a:pt x="190" y="365"/>
                    <a:pt x="190" y="365"/>
                    <a:pt x="190" y="365"/>
                  </a:cubicBezTo>
                  <a:cubicBezTo>
                    <a:pt x="188" y="365"/>
                    <a:pt x="190" y="366"/>
                    <a:pt x="189" y="367"/>
                  </a:cubicBezTo>
                  <a:cubicBezTo>
                    <a:pt x="190" y="367"/>
                    <a:pt x="193" y="367"/>
                    <a:pt x="193" y="368"/>
                  </a:cubicBezTo>
                  <a:cubicBezTo>
                    <a:pt x="195" y="368"/>
                    <a:pt x="190" y="368"/>
                    <a:pt x="189" y="368"/>
                  </a:cubicBezTo>
                  <a:cubicBezTo>
                    <a:pt x="190" y="368"/>
                    <a:pt x="190" y="368"/>
                    <a:pt x="190" y="369"/>
                  </a:cubicBezTo>
                  <a:cubicBezTo>
                    <a:pt x="190" y="369"/>
                    <a:pt x="190" y="369"/>
                    <a:pt x="190" y="369"/>
                  </a:cubicBezTo>
                  <a:cubicBezTo>
                    <a:pt x="191" y="369"/>
                    <a:pt x="191" y="369"/>
                    <a:pt x="190" y="369"/>
                  </a:cubicBezTo>
                  <a:cubicBezTo>
                    <a:pt x="190" y="369"/>
                    <a:pt x="190" y="369"/>
                    <a:pt x="190" y="369"/>
                  </a:cubicBezTo>
                  <a:cubicBezTo>
                    <a:pt x="190" y="370"/>
                    <a:pt x="189" y="370"/>
                    <a:pt x="189" y="370"/>
                  </a:cubicBezTo>
                  <a:cubicBezTo>
                    <a:pt x="191" y="370"/>
                    <a:pt x="190" y="371"/>
                    <a:pt x="191" y="371"/>
                  </a:cubicBezTo>
                  <a:cubicBezTo>
                    <a:pt x="190" y="371"/>
                    <a:pt x="190" y="371"/>
                    <a:pt x="190" y="371"/>
                  </a:cubicBezTo>
                  <a:cubicBezTo>
                    <a:pt x="192" y="371"/>
                    <a:pt x="192" y="371"/>
                    <a:pt x="192" y="371"/>
                  </a:cubicBezTo>
                  <a:cubicBezTo>
                    <a:pt x="191" y="371"/>
                    <a:pt x="191" y="371"/>
                    <a:pt x="191" y="371"/>
                  </a:cubicBezTo>
                  <a:cubicBezTo>
                    <a:pt x="189" y="371"/>
                    <a:pt x="189" y="371"/>
                    <a:pt x="189" y="371"/>
                  </a:cubicBezTo>
                  <a:cubicBezTo>
                    <a:pt x="188" y="371"/>
                    <a:pt x="191" y="371"/>
                    <a:pt x="192" y="372"/>
                  </a:cubicBezTo>
                  <a:cubicBezTo>
                    <a:pt x="193" y="372"/>
                    <a:pt x="191" y="372"/>
                    <a:pt x="191" y="372"/>
                  </a:cubicBezTo>
                  <a:cubicBezTo>
                    <a:pt x="190" y="372"/>
                    <a:pt x="191" y="372"/>
                    <a:pt x="191" y="372"/>
                  </a:cubicBezTo>
                  <a:cubicBezTo>
                    <a:pt x="189" y="371"/>
                    <a:pt x="190" y="372"/>
                    <a:pt x="189" y="372"/>
                  </a:cubicBezTo>
                  <a:cubicBezTo>
                    <a:pt x="189" y="372"/>
                    <a:pt x="191" y="372"/>
                    <a:pt x="191" y="372"/>
                  </a:cubicBezTo>
                  <a:cubicBezTo>
                    <a:pt x="190" y="373"/>
                    <a:pt x="191" y="373"/>
                    <a:pt x="189" y="373"/>
                  </a:cubicBezTo>
                  <a:cubicBezTo>
                    <a:pt x="190" y="373"/>
                    <a:pt x="190" y="373"/>
                    <a:pt x="191" y="374"/>
                  </a:cubicBezTo>
                  <a:cubicBezTo>
                    <a:pt x="191" y="373"/>
                    <a:pt x="191" y="373"/>
                    <a:pt x="193" y="373"/>
                  </a:cubicBezTo>
                  <a:cubicBezTo>
                    <a:pt x="193" y="373"/>
                    <a:pt x="193" y="374"/>
                    <a:pt x="192" y="374"/>
                  </a:cubicBezTo>
                  <a:cubicBezTo>
                    <a:pt x="192" y="374"/>
                    <a:pt x="192" y="374"/>
                    <a:pt x="192" y="374"/>
                  </a:cubicBezTo>
                  <a:cubicBezTo>
                    <a:pt x="192" y="374"/>
                    <a:pt x="192" y="374"/>
                    <a:pt x="193" y="374"/>
                  </a:cubicBezTo>
                  <a:cubicBezTo>
                    <a:pt x="191" y="374"/>
                    <a:pt x="191" y="374"/>
                    <a:pt x="191" y="374"/>
                  </a:cubicBezTo>
                  <a:cubicBezTo>
                    <a:pt x="193" y="374"/>
                    <a:pt x="192" y="375"/>
                    <a:pt x="193" y="375"/>
                  </a:cubicBezTo>
                  <a:cubicBezTo>
                    <a:pt x="191" y="375"/>
                    <a:pt x="189" y="375"/>
                    <a:pt x="189" y="375"/>
                  </a:cubicBezTo>
                  <a:cubicBezTo>
                    <a:pt x="190" y="376"/>
                    <a:pt x="190" y="376"/>
                    <a:pt x="190" y="376"/>
                  </a:cubicBezTo>
                  <a:cubicBezTo>
                    <a:pt x="191" y="376"/>
                    <a:pt x="190" y="376"/>
                    <a:pt x="189" y="376"/>
                  </a:cubicBezTo>
                  <a:cubicBezTo>
                    <a:pt x="188" y="376"/>
                    <a:pt x="194" y="377"/>
                    <a:pt x="192" y="377"/>
                  </a:cubicBezTo>
                  <a:cubicBezTo>
                    <a:pt x="190" y="377"/>
                    <a:pt x="190" y="377"/>
                    <a:pt x="189" y="377"/>
                  </a:cubicBezTo>
                  <a:cubicBezTo>
                    <a:pt x="190" y="378"/>
                    <a:pt x="191" y="378"/>
                    <a:pt x="191" y="378"/>
                  </a:cubicBezTo>
                  <a:cubicBezTo>
                    <a:pt x="192" y="378"/>
                    <a:pt x="189" y="377"/>
                    <a:pt x="191" y="377"/>
                  </a:cubicBezTo>
                  <a:cubicBezTo>
                    <a:pt x="192" y="377"/>
                    <a:pt x="191" y="378"/>
                    <a:pt x="192" y="378"/>
                  </a:cubicBezTo>
                  <a:cubicBezTo>
                    <a:pt x="187" y="378"/>
                    <a:pt x="191" y="380"/>
                    <a:pt x="188" y="380"/>
                  </a:cubicBezTo>
                  <a:cubicBezTo>
                    <a:pt x="191" y="380"/>
                    <a:pt x="189" y="381"/>
                    <a:pt x="190" y="381"/>
                  </a:cubicBezTo>
                  <a:cubicBezTo>
                    <a:pt x="187" y="381"/>
                    <a:pt x="190" y="382"/>
                    <a:pt x="189" y="382"/>
                  </a:cubicBezTo>
                  <a:cubicBezTo>
                    <a:pt x="191" y="382"/>
                    <a:pt x="191" y="382"/>
                    <a:pt x="191" y="382"/>
                  </a:cubicBezTo>
                  <a:cubicBezTo>
                    <a:pt x="190" y="382"/>
                    <a:pt x="195" y="383"/>
                    <a:pt x="192" y="383"/>
                  </a:cubicBezTo>
                  <a:cubicBezTo>
                    <a:pt x="191" y="383"/>
                    <a:pt x="190" y="383"/>
                    <a:pt x="190" y="383"/>
                  </a:cubicBezTo>
                  <a:cubicBezTo>
                    <a:pt x="187" y="383"/>
                    <a:pt x="192" y="384"/>
                    <a:pt x="189" y="384"/>
                  </a:cubicBezTo>
                  <a:cubicBezTo>
                    <a:pt x="190" y="384"/>
                    <a:pt x="192" y="384"/>
                    <a:pt x="193" y="385"/>
                  </a:cubicBezTo>
                  <a:cubicBezTo>
                    <a:pt x="192" y="385"/>
                    <a:pt x="190" y="385"/>
                    <a:pt x="190" y="385"/>
                  </a:cubicBezTo>
                  <a:cubicBezTo>
                    <a:pt x="190" y="386"/>
                    <a:pt x="191" y="386"/>
                    <a:pt x="190" y="386"/>
                  </a:cubicBezTo>
                  <a:cubicBezTo>
                    <a:pt x="189" y="386"/>
                    <a:pt x="189" y="386"/>
                    <a:pt x="189" y="386"/>
                  </a:cubicBezTo>
                  <a:cubicBezTo>
                    <a:pt x="188" y="386"/>
                    <a:pt x="189" y="386"/>
                    <a:pt x="190" y="387"/>
                  </a:cubicBezTo>
                  <a:cubicBezTo>
                    <a:pt x="188" y="387"/>
                    <a:pt x="189" y="388"/>
                    <a:pt x="188" y="388"/>
                  </a:cubicBezTo>
                  <a:cubicBezTo>
                    <a:pt x="191" y="389"/>
                    <a:pt x="187" y="389"/>
                    <a:pt x="190" y="389"/>
                  </a:cubicBezTo>
                  <a:cubicBezTo>
                    <a:pt x="189" y="389"/>
                    <a:pt x="189" y="389"/>
                    <a:pt x="189" y="389"/>
                  </a:cubicBezTo>
                  <a:cubicBezTo>
                    <a:pt x="190" y="389"/>
                    <a:pt x="192" y="390"/>
                    <a:pt x="192" y="390"/>
                  </a:cubicBezTo>
                  <a:cubicBezTo>
                    <a:pt x="190" y="390"/>
                    <a:pt x="190" y="390"/>
                    <a:pt x="190" y="390"/>
                  </a:cubicBezTo>
                  <a:cubicBezTo>
                    <a:pt x="188" y="390"/>
                    <a:pt x="190" y="390"/>
                    <a:pt x="189" y="391"/>
                  </a:cubicBezTo>
                  <a:cubicBezTo>
                    <a:pt x="190" y="390"/>
                    <a:pt x="189" y="391"/>
                    <a:pt x="190" y="391"/>
                  </a:cubicBezTo>
                  <a:cubicBezTo>
                    <a:pt x="191" y="391"/>
                    <a:pt x="191" y="391"/>
                    <a:pt x="191" y="391"/>
                  </a:cubicBezTo>
                  <a:cubicBezTo>
                    <a:pt x="192" y="392"/>
                    <a:pt x="192" y="391"/>
                    <a:pt x="192" y="392"/>
                  </a:cubicBezTo>
                  <a:cubicBezTo>
                    <a:pt x="192" y="392"/>
                    <a:pt x="190" y="392"/>
                    <a:pt x="190" y="392"/>
                  </a:cubicBezTo>
                  <a:cubicBezTo>
                    <a:pt x="189" y="392"/>
                    <a:pt x="190" y="392"/>
                    <a:pt x="190" y="393"/>
                  </a:cubicBezTo>
                  <a:cubicBezTo>
                    <a:pt x="190" y="393"/>
                    <a:pt x="190" y="392"/>
                    <a:pt x="191" y="393"/>
                  </a:cubicBezTo>
                  <a:cubicBezTo>
                    <a:pt x="191" y="393"/>
                    <a:pt x="190" y="393"/>
                    <a:pt x="190" y="393"/>
                  </a:cubicBezTo>
                  <a:cubicBezTo>
                    <a:pt x="190" y="393"/>
                    <a:pt x="191" y="393"/>
                    <a:pt x="191" y="393"/>
                  </a:cubicBezTo>
                  <a:cubicBezTo>
                    <a:pt x="191" y="393"/>
                    <a:pt x="191" y="393"/>
                    <a:pt x="191" y="393"/>
                  </a:cubicBezTo>
                  <a:cubicBezTo>
                    <a:pt x="190" y="393"/>
                    <a:pt x="190" y="393"/>
                    <a:pt x="190" y="393"/>
                  </a:cubicBezTo>
                  <a:cubicBezTo>
                    <a:pt x="190" y="393"/>
                    <a:pt x="190" y="393"/>
                    <a:pt x="190" y="393"/>
                  </a:cubicBezTo>
                  <a:cubicBezTo>
                    <a:pt x="190" y="393"/>
                    <a:pt x="190" y="393"/>
                    <a:pt x="190" y="393"/>
                  </a:cubicBezTo>
                  <a:cubicBezTo>
                    <a:pt x="190" y="393"/>
                    <a:pt x="190" y="393"/>
                    <a:pt x="190" y="393"/>
                  </a:cubicBezTo>
                  <a:cubicBezTo>
                    <a:pt x="188" y="393"/>
                    <a:pt x="188" y="393"/>
                    <a:pt x="188" y="393"/>
                  </a:cubicBezTo>
                  <a:cubicBezTo>
                    <a:pt x="188" y="394"/>
                    <a:pt x="190" y="394"/>
                    <a:pt x="191" y="394"/>
                  </a:cubicBezTo>
                  <a:cubicBezTo>
                    <a:pt x="189" y="395"/>
                    <a:pt x="191" y="396"/>
                    <a:pt x="192" y="396"/>
                  </a:cubicBezTo>
                  <a:cubicBezTo>
                    <a:pt x="192" y="396"/>
                    <a:pt x="190" y="396"/>
                    <a:pt x="191" y="396"/>
                  </a:cubicBezTo>
                  <a:cubicBezTo>
                    <a:pt x="191" y="397"/>
                    <a:pt x="193" y="397"/>
                    <a:pt x="192" y="397"/>
                  </a:cubicBezTo>
                  <a:cubicBezTo>
                    <a:pt x="192" y="397"/>
                    <a:pt x="191" y="397"/>
                    <a:pt x="191" y="398"/>
                  </a:cubicBezTo>
                  <a:cubicBezTo>
                    <a:pt x="190" y="398"/>
                    <a:pt x="192" y="397"/>
                    <a:pt x="192" y="397"/>
                  </a:cubicBezTo>
                  <a:cubicBezTo>
                    <a:pt x="190" y="398"/>
                    <a:pt x="194" y="399"/>
                    <a:pt x="192" y="400"/>
                  </a:cubicBezTo>
                  <a:cubicBezTo>
                    <a:pt x="192" y="399"/>
                    <a:pt x="191" y="399"/>
                    <a:pt x="191" y="399"/>
                  </a:cubicBezTo>
                  <a:cubicBezTo>
                    <a:pt x="191" y="400"/>
                    <a:pt x="192" y="400"/>
                    <a:pt x="194" y="401"/>
                  </a:cubicBezTo>
                  <a:cubicBezTo>
                    <a:pt x="192" y="401"/>
                    <a:pt x="192" y="401"/>
                    <a:pt x="192" y="401"/>
                  </a:cubicBezTo>
                  <a:cubicBezTo>
                    <a:pt x="192" y="401"/>
                    <a:pt x="193" y="401"/>
                    <a:pt x="194" y="401"/>
                  </a:cubicBezTo>
                  <a:cubicBezTo>
                    <a:pt x="195" y="401"/>
                    <a:pt x="196" y="401"/>
                    <a:pt x="196" y="402"/>
                  </a:cubicBezTo>
                  <a:cubicBezTo>
                    <a:pt x="196" y="402"/>
                    <a:pt x="196" y="402"/>
                    <a:pt x="196" y="402"/>
                  </a:cubicBezTo>
                  <a:cubicBezTo>
                    <a:pt x="196" y="402"/>
                    <a:pt x="197" y="402"/>
                    <a:pt x="197" y="402"/>
                  </a:cubicBezTo>
                  <a:cubicBezTo>
                    <a:pt x="196" y="403"/>
                    <a:pt x="196" y="402"/>
                    <a:pt x="195" y="402"/>
                  </a:cubicBezTo>
                  <a:cubicBezTo>
                    <a:pt x="193" y="403"/>
                    <a:pt x="194" y="404"/>
                    <a:pt x="194" y="404"/>
                  </a:cubicBezTo>
                  <a:cubicBezTo>
                    <a:pt x="195" y="404"/>
                    <a:pt x="195" y="404"/>
                    <a:pt x="195" y="404"/>
                  </a:cubicBezTo>
                  <a:cubicBezTo>
                    <a:pt x="196" y="404"/>
                    <a:pt x="194" y="404"/>
                    <a:pt x="194" y="404"/>
                  </a:cubicBezTo>
                  <a:cubicBezTo>
                    <a:pt x="199" y="405"/>
                    <a:pt x="199" y="405"/>
                    <a:pt x="199" y="405"/>
                  </a:cubicBezTo>
                  <a:cubicBezTo>
                    <a:pt x="198" y="404"/>
                    <a:pt x="197" y="405"/>
                    <a:pt x="196" y="405"/>
                  </a:cubicBezTo>
                  <a:cubicBezTo>
                    <a:pt x="196" y="405"/>
                    <a:pt x="199" y="406"/>
                    <a:pt x="201" y="406"/>
                  </a:cubicBezTo>
                  <a:cubicBezTo>
                    <a:pt x="200" y="406"/>
                    <a:pt x="201" y="406"/>
                    <a:pt x="201" y="407"/>
                  </a:cubicBezTo>
                  <a:cubicBezTo>
                    <a:pt x="200" y="407"/>
                    <a:pt x="202" y="407"/>
                    <a:pt x="200" y="407"/>
                  </a:cubicBezTo>
                  <a:cubicBezTo>
                    <a:pt x="199" y="407"/>
                    <a:pt x="199" y="407"/>
                    <a:pt x="199" y="407"/>
                  </a:cubicBezTo>
                  <a:cubicBezTo>
                    <a:pt x="199" y="407"/>
                    <a:pt x="197" y="407"/>
                    <a:pt x="196" y="407"/>
                  </a:cubicBezTo>
                  <a:cubicBezTo>
                    <a:pt x="196" y="407"/>
                    <a:pt x="196" y="408"/>
                    <a:pt x="195" y="409"/>
                  </a:cubicBezTo>
                  <a:cubicBezTo>
                    <a:pt x="198" y="408"/>
                    <a:pt x="197" y="410"/>
                    <a:pt x="199" y="409"/>
                  </a:cubicBezTo>
                  <a:cubicBezTo>
                    <a:pt x="200" y="410"/>
                    <a:pt x="197" y="410"/>
                    <a:pt x="197" y="410"/>
                  </a:cubicBezTo>
                  <a:cubicBezTo>
                    <a:pt x="198" y="411"/>
                    <a:pt x="197" y="411"/>
                    <a:pt x="197" y="412"/>
                  </a:cubicBezTo>
                  <a:cubicBezTo>
                    <a:pt x="197" y="412"/>
                    <a:pt x="197" y="412"/>
                    <a:pt x="197" y="412"/>
                  </a:cubicBezTo>
                  <a:cubicBezTo>
                    <a:pt x="198" y="412"/>
                    <a:pt x="197" y="413"/>
                    <a:pt x="199" y="413"/>
                  </a:cubicBezTo>
                  <a:cubicBezTo>
                    <a:pt x="198" y="413"/>
                    <a:pt x="198" y="413"/>
                    <a:pt x="198" y="413"/>
                  </a:cubicBezTo>
                  <a:cubicBezTo>
                    <a:pt x="197" y="414"/>
                    <a:pt x="201" y="413"/>
                    <a:pt x="200" y="414"/>
                  </a:cubicBezTo>
                  <a:cubicBezTo>
                    <a:pt x="199" y="414"/>
                    <a:pt x="199" y="414"/>
                    <a:pt x="199" y="414"/>
                  </a:cubicBezTo>
                  <a:cubicBezTo>
                    <a:pt x="200" y="414"/>
                    <a:pt x="198" y="415"/>
                    <a:pt x="200" y="415"/>
                  </a:cubicBezTo>
                  <a:cubicBezTo>
                    <a:pt x="199" y="415"/>
                    <a:pt x="199" y="415"/>
                    <a:pt x="198" y="415"/>
                  </a:cubicBezTo>
                  <a:cubicBezTo>
                    <a:pt x="199" y="415"/>
                    <a:pt x="199" y="416"/>
                    <a:pt x="200" y="416"/>
                  </a:cubicBezTo>
                  <a:cubicBezTo>
                    <a:pt x="198" y="416"/>
                    <a:pt x="198" y="416"/>
                    <a:pt x="198" y="416"/>
                  </a:cubicBezTo>
                  <a:cubicBezTo>
                    <a:pt x="197" y="417"/>
                    <a:pt x="201" y="416"/>
                    <a:pt x="200" y="417"/>
                  </a:cubicBezTo>
                  <a:cubicBezTo>
                    <a:pt x="200" y="417"/>
                    <a:pt x="199" y="417"/>
                    <a:pt x="199" y="417"/>
                  </a:cubicBezTo>
                  <a:cubicBezTo>
                    <a:pt x="200" y="417"/>
                    <a:pt x="200" y="418"/>
                    <a:pt x="200" y="418"/>
                  </a:cubicBezTo>
                  <a:cubicBezTo>
                    <a:pt x="198" y="419"/>
                    <a:pt x="198" y="419"/>
                    <a:pt x="198" y="419"/>
                  </a:cubicBezTo>
                  <a:cubicBezTo>
                    <a:pt x="198" y="421"/>
                    <a:pt x="198" y="423"/>
                    <a:pt x="201" y="425"/>
                  </a:cubicBezTo>
                  <a:cubicBezTo>
                    <a:pt x="198" y="425"/>
                    <a:pt x="199" y="424"/>
                    <a:pt x="197" y="425"/>
                  </a:cubicBezTo>
                  <a:cubicBezTo>
                    <a:pt x="200" y="425"/>
                    <a:pt x="198" y="425"/>
                    <a:pt x="199" y="426"/>
                  </a:cubicBezTo>
                  <a:cubicBezTo>
                    <a:pt x="198" y="426"/>
                    <a:pt x="198" y="426"/>
                    <a:pt x="198" y="426"/>
                  </a:cubicBezTo>
                  <a:cubicBezTo>
                    <a:pt x="199" y="426"/>
                    <a:pt x="198" y="426"/>
                    <a:pt x="198" y="426"/>
                  </a:cubicBezTo>
                  <a:cubicBezTo>
                    <a:pt x="199" y="426"/>
                    <a:pt x="199" y="426"/>
                    <a:pt x="199" y="426"/>
                  </a:cubicBezTo>
                  <a:cubicBezTo>
                    <a:pt x="199" y="426"/>
                    <a:pt x="199" y="427"/>
                    <a:pt x="199" y="427"/>
                  </a:cubicBezTo>
                  <a:cubicBezTo>
                    <a:pt x="199" y="427"/>
                    <a:pt x="199" y="427"/>
                    <a:pt x="199" y="427"/>
                  </a:cubicBezTo>
                  <a:cubicBezTo>
                    <a:pt x="199" y="427"/>
                    <a:pt x="199" y="427"/>
                    <a:pt x="199" y="427"/>
                  </a:cubicBezTo>
                  <a:cubicBezTo>
                    <a:pt x="198" y="427"/>
                    <a:pt x="197" y="427"/>
                    <a:pt x="199" y="427"/>
                  </a:cubicBezTo>
                  <a:cubicBezTo>
                    <a:pt x="199" y="427"/>
                    <a:pt x="199" y="427"/>
                    <a:pt x="199" y="427"/>
                  </a:cubicBezTo>
                  <a:cubicBezTo>
                    <a:pt x="197" y="428"/>
                    <a:pt x="197" y="428"/>
                    <a:pt x="197" y="428"/>
                  </a:cubicBezTo>
                  <a:cubicBezTo>
                    <a:pt x="200" y="428"/>
                    <a:pt x="198" y="428"/>
                    <a:pt x="198" y="428"/>
                  </a:cubicBezTo>
                  <a:cubicBezTo>
                    <a:pt x="197" y="429"/>
                    <a:pt x="194" y="427"/>
                    <a:pt x="194" y="429"/>
                  </a:cubicBezTo>
                  <a:cubicBezTo>
                    <a:pt x="194" y="429"/>
                    <a:pt x="194" y="429"/>
                    <a:pt x="194" y="429"/>
                  </a:cubicBezTo>
                  <a:cubicBezTo>
                    <a:pt x="189" y="432"/>
                    <a:pt x="183" y="435"/>
                    <a:pt x="180" y="441"/>
                  </a:cubicBezTo>
                  <a:cubicBezTo>
                    <a:pt x="180" y="442"/>
                    <a:pt x="179" y="443"/>
                    <a:pt x="178" y="444"/>
                  </a:cubicBezTo>
                  <a:cubicBezTo>
                    <a:pt x="178" y="441"/>
                    <a:pt x="178" y="437"/>
                    <a:pt x="180" y="434"/>
                  </a:cubicBezTo>
                  <a:cubicBezTo>
                    <a:pt x="179" y="431"/>
                    <a:pt x="178" y="427"/>
                    <a:pt x="179" y="425"/>
                  </a:cubicBezTo>
                  <a:cubicBezTo>
                    <a:pt x="178" y="412"/>
                    <a:pt x="182" y="402"/>
                    <a:pt x="179" y="389"/>
                  </a:cubicBezTo>
                  <a:cubicBezTo>
                    <a:pt x="179" y="390"/>
                    <a:pt x="178" y="389"/>
                    <a:pt x="177" y="389"/>
                  </a:cubicBezTo>
                  <a:cubicBezTo>
                    <a:pt x="178" y="389"/>
                    <a:pt x="178" y="389"/>
                    <a:pt x="178" y="389"/>
                  </a:cubicBezTo>
                  <a:cubicBezTo>
                    <a:pt x="176" y="388"/>
                    <a:pt x="176" y="388"/>
                    <a:pt x="176" y="388"/>
                  </a:cubicBezTo>
                  <a:cubicBezTo>
                    <a:pt x="176" y="387"/>
                    <a:pt x="178" y="387"/>
                    <a:pt x="178" y="388"/>
                  </a:cubicBezTo>
                  <a:cubicBezTo>
                    <a:pt x="178" y="383"/>
                    <a:pt x="177" y="379"/>
                    <a:pt x="178" y="374"/>
                  </a:cubicBezTo>
                  <a:cubicBezTo>
                    <a:pt x="175" y="374"/>
                    <a:pt x="177" y="371"/>
                    <a:pt x="175" y="371"/>
                  </a:cubicBezTo>
                  <a:cubicBezTo>
                    <a:pt x="176" y="371"/>
                    <a:pt x="176" y="371"/>
                    <a:pt x="176" y="371"/>
                  </a:cubicBezTo>
                  <a:cubicBezTo>
                    <a:pt x="175" y="368"/>
                    <a:pt x="175" y="368"/>
                    <a:pt x="177" y="365"/>
                  </a:cubicBezTo>
                  <a:cubicBezTo>
                    <a:pt x="178" y="353"/>
                    <a:pt x="176" y="340"/>
                    <a:pt x="174" y="326"/>
                  </a:cubicBezTo>
                  <a:cubicBezTo>
                    <a:pt x="170" y="313"/>
                    <a:pt x="162" y="297"/>
                    <a:pt x="148" y="288"/>
                  </a:cubicBezTo>
                  <a:cubicBezTo>
                    <a:pt x="143" y="290"/>
                    <a:pt x="142" y="286"/>
                    <a:pt x="138" y="288"/>
                  </a:cubicBezTo>
                  <a:cubicBezTo>
                    <a:pt x="138" y="287"/>
                    <a:pt x="138" y="287"/>
                    <a:pt x="138" y="287"/>
                  </a:cubicBezTo>
                  <a:cubicBezTo>
                    <a:pt x="136" y="288"/>
                    <a:pt x="136" y="286"/>
                    <a:pt x="133" y="284"/>
                  </a:cubicBezTo>
                  <a:cubicBezTo>
                    <a:pt x="133" y="285"/>
                    <a:pt x="132" y="284"/>
                    <a:pt x="132" y="286"/>
                  </a:cubicBezTo>
                  <a:cubicBezTo>
                    <a:pt x="131" y="287"/>
                    <a:pt x="131" y="282"/>
                    <a:pt x="129" y="283"/>
                  </a:cubicBezTo>
                  <a:cubicBezTo>
                    <a:pt x="129" y="282"/>
                    <a:pt x="129" y="284"/>
                    <a:pt x="129" y="283"/>
                  </a:cubicBezTo>
                  <a:cubicBezTo>
                    <a:pt x="125" y="285"/>
                    <a:pt x="129" y="282"/>
                    <a:pt x="127" y="279"/>
                  </a:cubicBezTo>
                  <a:cubicBezTo>
                    <a:pt x="120" y="278"/>
                    <a:pt x="113" y="280"/>
                    <a:pt x="107" y="278"/>
                  </a:cubicBezTo>
                  <a:cubicBezTo>
                    <a:pt x="108" y="278"/>
                    <a:pt x="108" y="280"/>
                    <a:pt x="107" y="280"/>
                  </a:cubicBezTo>
                  <a:cubicBezTo>
                    <a:pt x="107" y="276"/>
                    <a:pt x="105" y="280"/>
                    <a:pt x="104" y="279"/>
                  </a:cubicBezTo>
                  <a:cubicBezTo>
                    <a:pt x="104" y="278"/>
                    <a:pt x="105" y="278"/>
                    <a:pt x="105" y="278"/>
                  </a:cubicBezTo>
                  <a:cubicBezTo>
                    <a:pt x="103" y="276"/>
                    <a:pt x="101" y="278"/>
                    <a:pt x="98" y="277"/>
                  </a:cubicBezTo>
                  <a:cubicBezTo>
                    <a:pt x="96" y="278"/>
                    <a:pt x="94" y="275"/>
                    <a:pt x="92" y="277"/>
                  </a:cubicBezTo>
                  <a:cubicBezTo>
                    <a:pt x="93" y="275"/>
                    <a:pt x="91" y="276"/>
                    <a:pt x="91" y="275"/>
                  </a:cubicBezTo>
                  <a:cubicBezTo>
                    <a:pt x="89" y="279"/>
                    <a:pt x="88" y="273"/>
                    <a:pt x="85" y="275"/>
                  </a:cubicBezTo>
                  <a:cubicBezTo>
                    <a:pt x="86" y="275"/>
                    <a:pt x="86" y="275"/>
                    <a:pt x="86" y="275"/>
                  </a:cubicBezTo>
                  <a:cubicBezTo>
                    <a:pt x="80" y="274"/>
                    <a:pt x="77" y="272"/>
                    <a:pt x="72" y="271"/>
                  </a:cubicBezTo>
                  <a:cubicBezTo>
                    <a:pt x="69" y="270"/>
                    <a:pt x="69" y="264"/>
                    <a:pt x="66" y="264"/>
                  </a:cubicBezTo>
                  <a:cubicBezTo>
                    <a:pt x="65" y="265"/>
                    <a:pt x="65" y="265"/>
                    <a:pt x="64" y="265"/>
                  </a:cubicBezTo>
                  <a:cubicBezTo>
                    <a:pt x="64" y="264"/>
                    <a:pt x="65" y="264"/>
                    <a:pt x="65" y="264"/>
                  </a:cubicBezTo>
                  <a:cubicBezTo>
                    <a:pt x="63" y="263"/>
                    <a:pt x="63" y="260"/>
                    <a:pt x="62" y="259"/>
                  </a:cubicBezTo>
                  <a:cubicBezTo>
                    <a:pt x="62" y="259"/>
                    <a:pt x="61" y="258"/>
                    <a:pt x="60" y="259"/>
                  </a:cubicBezTo>
                  <a:cubicBezTo>
                    <a:pt x="61" y="256"/>
                    <a:pt x="56" y="255"/>
                    <a:pt x="57" y="252"/>
                  </a:cubicBezTo>
                  <a:cubicBezTo>
                    <a:pt x="54" y="254"/>
                    <a:pt x="54" y="252"/>
                    <a:pt x="53" y="251"/>
                  </a:cubicBezTo>
                  <a:cubicBezTo>
                    <a:pt x="53" y="251"/>
                    <a:pt x="54" y="250"/>
                    <a:pt x="54" y="250"/>
                  </a:cubicBezTo>
                  <a:cubicBezTo>
                    <a:pt x="53" y="249"/>
                    <a:pt x="53" y="248"/>
                    <a:pt x="53" y="245"/>
                  </a:cubicBezTo>
                  <a:cubicBezTo>
                    <a:pt x="52" y="245"/>
                    <a:pt x="50" y="245"/>
                    <a:pt x="50" y="244"/>
                  </a:cubicBezTo>
                  <a:cubicBezTo>
                    <a:pt x="52" y="242"/>
                    <a:pt x="50" y="241"/>
                    <a:pt x="50" y="240"/>
                  </a:cubicBezTo>
                  <a:cubicBezTo>
                    <a:pt x="48" y="241"/>
                    <a:pt x="46" y="240"/>
                    <a:pt x="47" y="239"/>
                  </a:cubicBezTo>
                  <a:cubicBezTo>
                    <a:pt x="49" y="238"/>
                    <a:pt x="49" y="238"/>
                    <a:pt x="49" y="238"/>
                  </a:cubicBezTo>
                  <a:cubicBezTo>
                    <a:pt x="46" y="235"/>
                    <a:pt x="48" y="230"/>
                    <a:pt x="44" y="225"/>
                  </a:cubicBezTo>
                  <a:cubicBezTo>
                    <a:pt x="45" y="224"/>
                    <a:pt x="45" y="224"/>
                    <a:pt x="45" y="224"/>
                  </a:cubicBezTo>
                  <a:cubicBezTo>
                    <a:pt x="42" y="219"/>
                    <a:pt x="42" y="213"/>
                    <a:pt x="37" y="209"/>
                  </a:cubicBezTo>
                  <a:cubicBezTo>
                    <a:pt x="37" y="208"/>
                    <a:pt x="37" y="207"/>
                    <a:pt x="36" y="205"/>
                  </a:cubicBezTo>
                  <a:cubicBezTo>
                    <a:pt x="37" y="205"/>
                    <a:pt x="39" y="204"/>
                    <a:pt x="40" y="203"/>
                  </a:cubicBezTo>
                  <a:cubicBezTo>
                    <a:pt x="36" y="203"/>
                    <a:pt x="36" y="203"/>
                    <a:pt x="36" y="203"/>
                  </a:cubicBezTo>
                  <a:cubicBezTo>
                    <a:pt x="41" y="201"/>
                    <a:pt x="44" y="197"/>
                    <a:pt x="48" y="196"/>
                  </a:cubicBezTo>
                  <a:cubicBezTo>
                    <a:pt x="47" y="198"/>
                    <a:pt x="49" y="198"/>
                    <a:pt x="49" y="199"/>
                  </a:cubicBezTo>
                  <a:cubicBezTo>
                    <a:pt x="50" y="198"/>
                    <a:pt x="50" y="196"/>
                    <a:pt x="52" y="196"/>
                  </a:cubicBezTo>
                  <a:cubicBezTo>
                    <a:pt x="51" y="199"/>
                    <a:pt x="51" y="199"/>
                    <a:pt x="51" y="199"/>
                  </a:cubicBezTo>
                  <a:cubicBezTo>
                    <a:pt x="52" y="197"/>
                    <a:pt x="56" y="193"/>
                    <a:pt x="59" y="190"/>
                  </a:cubicBezTo>
                  <a:cubicBezTo>
                    <a:pt x="59" y="197"/>
                    <a:pt x="61" y="192"/>
                    <a:pt x="62" y="201"/>
                  </a:cubicBezTo>
                  <a:cubicBezTo>
                    <a:pt x="60" y="200"/>
                    <a:pt x="60" y="200"/>
                    <a:pt x="60" y="200"/>
                  </a:cubicBezTo>
                  <a:cubicBezTo>
                    <a:pt x="61" y="202"/>
                    <a:pt x="61" y="203"/>
                    <a:pt x="62" y="206"/>
                  </a:cubicBezTo>
                  <a:cubicBezTo>
                    <a:pt x="64" y="206"/>
                    <a:pt x="65" y="204"/>
                    <a:pt x="64" y="199"/>
                  </a:cubicBezTo>
                  <a:cubicBezTo>
                    <a:pt x="68" y="202"/>
                    <a:pt x="65" y="203"/>
                    <a:pt x="68" y="212"/>
                  </a:cubicBezTo>
                  <a:cubicBezTo>
                    <a:pt x="71" y="214"/>
                    <a:pt x="66" y="208"/>
                    <a:pt x="69" y="207"/>
                  </a:cubicBezTo>
                  <a:cubicBezTo>
                    <a:pt x="70" y="206"/>
                    <a:pt x="71" y="211"/>
                    <a:pt x="75" y="215"/>
                  </a:cubicBezTo>
                  <a:cubicBezTo>
                    <a:pt x="82" y="221"/>
                    <a:pt x="78" y="220"/>
                    <a:pt x="81" y="223"/>
                  </a:cubicBezTo>
                  <a:cubicBezTo>
                    <a:pt x="79" y="223"/>
                    <a:pt x="71" y="217"/>
                    <a:pt x="73" y="217"/>
                  </a:cubicBezTo>
                  <a:cubicBezTo>
                    <a:pt x="65" y="209"/>
                    <a:pt x="73" y="224"/>
                    <a:pt x="68" y="218"/>
                  </a:cubicBezTo>
                  <a:cubicBezTo>
                    <a:pt x="75" y="226"/>
                    <a:pt x="76" y="226"/>
                    <a:pt x="82" y="226"/>
                  </a:cubicBezTo>
                  <a:cubicBezTo>
                    <a:pt x="79" y="225"/>
                    <a:pt x="85" y="224"/>
                    <a:pt x="82" y="223"/>
                  </a:cubicBezTo>
                  <a:cubicBezTo>
                    <a:pt x="98" y="219"/>
                    <a:pt x="96" y="225"/>
                    <a:pt x="106" y="216"/>
                  </a:cubicBezTo>
                  <a:cubicBezTo>
                    <a:pt x="103" y="216"/>
                    <a:pt x="111" y="202"/>
                    <a:pt x="104" y="206"/>
                  </a:cubicBezTo>
                  <a:cubicBezTo>
                    <a:pt x="104" y="204"/>
                    <a:pt x="105" y="201"/>
                    <a:pt x="107" y="200"/>
                  </a:cubicBezTo>
                  <a:cubicBezTo>
                    <a:pt x="107" y="203"/>
                    <a:pt x="110" y="197"/>
                    <a:pt x="110" y="201"/>
                  </a:cubicBezTo>
                  <a:cubicBezTo>
                    <a:pt x="111" y="198"/>
                    <a:pt x="111" y="198"/>
                    <a:pt x="111" y="198"/>
                  </a:cubicBezTo>
                  <a:cubicBezTo>
                    <a:pt x="111" y="204"/>
                    <a:pt x="111" y="204"/>
                    <a:pt x="111" y="204"/>
                  </a:cubicBezTo>
                  <a:cubicBezTo>
                    <a:pt x="114" y="201"/>
                    <a:pt x="118" y="196"/>
                    <a:pt x="120" y="194"/>
                  </a:cubicBezTo>
                  <a:cubicBezTo>
                    <a:pt x="121" y="189"/>
                    <a:pt x="117" y="195"/>
                    <a:pt x="119" y="190"/>
                  </a:cubicBezTo>
                  <a:cubicBezTo>
                    <a:pt x="119" y="192"/>
                    <a:pt x="121" y="189"/>
                    <a:pt x="122" y="186"/>
                  </a:cubicBezTo>
                  <a:cubicBezTo>
                    <a:pt x="120" y="191"/>
                    <a:pt x="119" y="186"/>
                    <a:pt x="120" y="182"/>
                  </a:cubicBezTo>
                  <a:cubicBezTo>
                    <a:pt x="120" y="181"/>
                    <a:pt x="121" y="180"/>
                    <a:pt x="121" y="179"/>
                  </a:cubicBezTo>
                  <a:cubicBezTo>
                    <a:pt x="122" y="180"/>
                    <a:pt x="122" y="180"/>
                    <a:pt x="122" y="181"/>
                  </a:cubicBezTo>
                  <a:cubicBezTo>
                    <a:pt x="122" y="182"/>
                    <a:pt x="122" y="182"/>
                    <a:pt x="122" y="183"/>
                  </a:cubicBezTo>
                  <a:cubicBezTo>
                    <a:pt x="123" y="183"/>
                    <a:pt x="123" y="183"/>
                    <a:pt x="123" y="183"/>
                  </a:cubicBezTo>
                  <a:cubicBezTo>
                    <a:pt x="123" y="183"/>
                    <a:pt x="122" y="183"/>
                    <a:pt x="122" y="183"/>
                  </a:cubicBezTo>
                  <a:cubicBezTo>
                    <a:pt x="122" y="188"/>
                    <a:pt x="125" y="188"/>
                    <a:pt x="126" y="189"/>
                  </a:cubicBezTo>
                  <a:cubicBezTo>
                    <a:pt x="126" y="193"/>
                    <a:pt x="126" y="193"/>
                    <a:pt x="126" y="193"/>
                  </a:cubicBezTo>
                  <a:cubicBezTo>
                    <a:pt x="127" y="193"/>
                    <a:pt x="127" y="193"/>
                    <a:pt x="127" y="193"/>
                  </a:cubicBezTo>
                  <a:cubicBezTo>
                    <a:pt x="130" y="197"/>
                    <a:pt x="134" y="202"/>
                    <a:pt x="132" y="203"/>
                  </a:cubicBezTo>
                  <a:cubicBezTo>
                    <a:pt x="134" y="205"/>
                    <a:pt x="136" y="206"/>
                    <a:pt x="135" y="203"/>
                  </a:cubicBezTo>
                  <a:cubicBezTo>
                    <a:pt x="136" y="205"/>
                    <a:pt x="140" y="212"/>
                    <a:pt x="151" y="211"/>
                  </a:cubicBezTo>
                  <a:cubicBezTo>
                    <a:pt x="161" y="208"/>
                    <a:pt x="165" y="201"/>
                    <a:pt x="167" y="197"/>
                  </a:cubicBezTo>
                  <a:cubicBezTo>
                    <a:pt x="164" y="201"/>
                    <a:pt x="163" y="200"/>
                    <a:pt x="162" y="200"/>
                  </a:cubicBezTo>
                  <a:cubicBezTo>
                    <a:pt x="161" y="197"/>
                    <a:pt x="164" y="198"/>
                    <a:pt x="164" y="194"/>
                  </a:cubicBezTo>
                  <a:cubicBezTo>
                    <a:pt x="165" y="195"/>
                    <a:pt x="167" y="192"/>
                    <a:pt x="166" y="196"/>
                  </a:cubicBezTo>
                  <a:cubicBezTo>
                    <a:pt x="170" y="191"/>
                    <a:pt x="171" y="185"/>
                    <a:pt x="173" y="179"/>
                  </a:cubicBezTo>
                  <a:cubicBezTo>
                    <a:pt x="173" y="180"/>
                    <a:pt x="173" y="180"/>
                    <a:pt x="174" y="181"/>
                  </a:cubicBezTo>
                  <a:cubicBezTo>
                    <a:pt x="174" y="181"/>
                    <a:pt x="174" y="181"/>
                    <a:pt x="174" y="182"/>
                  </a:cubicBezTo>
                  <a:cubicBezTo>
                    <a:pt x="174" y="182"/>
                    <a:pt x="174" y="182"/>
                    <a:pt x="174" y="183"/>
                  </a:cubicBezTo>
                  <a:cubicBezTo>
                    <a:pt x="175" y="184"/>
                    <a:pt x="175" y="185"/>
                    <a:pt x="176" y="186"/>
                  </a:cubicBezTo>
                  <a:cubicBezTo>
                    <a:pt x="175" y="185"/>
                    <a:pt x="175" y="185"/>
                    <a:pt x="175" y="184"/>
                  </a:cubicBezTo>
                  <a:cubicBezTo>
                    <a:pt x="175" y="185"/>
                    <a:pt x="175" y="186"/>
                    <a:pt x="176" y="187"/>
                  </a:cubicBezTo>
                  <a:cubicBezTo>
                    <a:pt x="176" y="187"/>
                    <a:pt x="176" y="187"/>
                    <a:pt x="176" y="187"/>
                  </a:cubicBezTo>
                  <a:cubicBezTo>
                    <a:pt x="177" y="189"/>
                    <a:pt x="177" y="190"/>
                    <a:pt x="178" y="191"/>
                  </a:cubicBezTo>
                  <a:cubicBezTo>
                    <a:pt x="176" y="191"/>
                    <a:pt x="176" y="191"/>
                    <a:pt x="176" y="191"/>
                  </a:cubicBezTo>
                  <a:cubicBezTo>
                    <a:pt x="176" y="194"/>
                    <a:pt x="188" y="201"/>
                    <a:pt x="189" y="198"/>
                  </a:cubicBezTo>
                  <a:cubicBezTo>
                    <a:pt x="205" y="196"/>
                    <a:pt x="210" y="186"/>
                    <a:pt x="213" y="179"/>
                  </a:cubicBezTo>
                  <a:cubicBezTo>
                    <a:pt x="214" y="178"/>
                    <a:pt x="214" y="178"/>
                    <a:pt x="214" y="178"/>
                  </a:cubicBezTo>
                  <a:cubicBezTo>
                    <a:pt x="214" y="178"/>
                    <a:pt x="214" y="178"/>
                    <a:pt x="214" y="178"/>
                  </a:cubicBezTo>
                  <a:cubicBezTo>
                    <a:pt x="214" y="178"/>
                    <a:pt x="214" y="177"/>
                    <a:pt x="214" y="177"/>
                  </a:cubicBezTo>
                  <a:cubicBezTo>
                    <a:pt x="214" y="177"/>
                    <a:pt x="215" y="177"/>
                    <a:pt x="215" y="177"/>
                  </a:cubicBezTo>
                  <a:cubicBezTo>
                    <a:pt x="219" y="183"/>
                    <a:pt x="215" y="181"/>
                    <a:pt x="216" y="184"/>
                  </a:cubicBezTo>
                  <a:cubicBezTo>
                    <a:pt x="224" y="191"/>
                    <a:pt x="234" y="187"/>
                    <a:pt x="239" y="182"/>
                  </a:cubicBezTo>
                  <a:cubicBezTo>
                    <a:pt x="239" y="182"/>
                    <a:pt x="240" y="183"/>
                    <a:pt x="239" y="183"/>
                  </a:cubicBezTo>
                  <a:cubicBezTo>
                    <a:pt x="244" y="179"/>
                    <a:pt x="250" y="173"/>
                    <a:pt x="253" y="167"/>
                  </a:cubicBezTo>
                  <a:cubicBezTo>
                    <a:pt x="255" y="173"/>
                    <a:pt x="258" y="178"/>
                    <a:pt x="262" y="183"/>
                  </a:cubicBezTo>
                  <a:cubicBezTo>
                    <a:pt x="272" y="194"/>
                    <a:pt x="282" y="179"/>
                    <a:pt x="282" y="172"/>
                  </a:cubicBezTo>
                  <a:cubicBezTo>
                    <a:pt x="282" y="171"/>
                    <a:pt x="283" y="172"/>
                    <a:pt x="283" y="173"/>
                  </a:cubicBezTo>
                  <a:cubicBezTo>
                    <a:pt x="283" y="162"/>
                    <a:pt x="288" y="150"/>
                    <a:pt x="283" y="141"/>
                  </a:cubicBezTo>
                  <a:cubicBezTo>
                    <a:pt x="281" y="138"/>
                    <a:pt x="281" y="138"/>
                    <a:pt x="281" y="138"/>
                  </a:cubicBezTo>
                  <a:cubicBezTo>
                    <a:pt x="282" y="136"/>
                    <a:pt x="283" y="136"/>
                    <a:pt x="284" y="134"/>
                  </a:cubicBezTo>
                  <a:cubicBezTo>
                    <a:pt x="283" y="132"/>
                    <a:pt x="283" y="124"/>
                    <a:pt x="282" y="122"/>
                  </a:cubicBezTo>
                  <a:cubicBezTo>
                    <a:pt x="283" y="121"/>
                    <a:pt x="283" y="123"/>
                    <a:pt x="283" y="123"/>
                  </a:cubicBezTo>
                  <a:cubicBezTo>
                    <a:pt x="284" y="122"/>
                    <a:pt x="284" y="121"/>
                    <a:pt x="284" y="120"/>
                  </a:cubicBezTo>
                  <a:cubicBezTo>
                    <a:pt x="285" y="120"/>
                    <a:pt x="286" y="120"/>
                    <a:pt x="287" y="120"/>
                  </a:cubicBezTo>
                  <a:cubicBezTo>
                    <a:pt x="293" y="141"/>
                    <a:pt x="294" y="171"/>
                    <a:pt x="312" y="180"/>
                  </a:cubicBezTo>
                  <a:cubicBezTo>
                    <a:pt x="316" y="182"/>
                    <a:pt x="313" y="183"/>
                    <a:pt x="315" y="184"/>
                  </a:cubicBezTo>
                  <a:cubicBezTo>
                    <a:pt x="325" y="187"/>
                    <a:pt x="336" y="188"/>
                    <a:pt x="347" y="188"/>
                  </a:cubicBezTo>
                  <a:cubicBezTo>
                    <a:pt x="346" y="189"/>
                    <a:pt x="345" y="190"/>
                    <a:pt x="344" y="191"/>
                  </a:cubicBezTo>
                  <a:cubicBezTo>
                    <a:pt x="346" y="193"/>
                    <a:pt x="342" y="195"/>
                    <a:pt x="343" y="196"/>
                  </a:cubicBezTo>
                  <a:cubicBezTo>
                    <a:pt x="343" y="196"/>
                    <a:pt x="343" y="196"/>
                    <a:pt x="343" y="195"/>
                  </a:cubicBezTo>
                  <a:cubicBezTo>
                    <a:pt x="340" y="201"/>
                    <a:pt x="343" y="196"/>
                    <a:pt x="338" y="200"/>
                  </a:cubicBezTo>
                  <a:cubicBezTo>
                    <a:pt x="327" y="213"/>
                    <a:pt x="329" y="230"/>
                    <a:pt x="329" y="240"/>
                  </a:cubicBezTo>
                  <a:cubicBezTo>
                    <a:pt x="330" y="251"/>
                    <a:pt x="331" y="257"/>
                    <a:pt x="326" y="263"/>
                  </a:cubicBezTo>
                  <a:cubicBezTo>
                    <a:pt x="327" y="267"/>
                    <a:pt x="324" y="267"/>
                    <a:pt x="325" y="270"/>
                  </a:cubicBezTo>
                  <a:cubicBezTo>
                    <a:pt x="324" y="269"/>
                    <a:pt x="324" y="269"/>
                    <a:pt x="324" y="269"/>
                  </a:cubicBezTo>
                  <a:cubicBezTo>
                    <a:pt x="324" y="271"/>
                    <a:pt x="323" y="270"/>
                    <a:pt x="321" y="270"/>
                  </a:cubicBezTo>
                  <a:cubicBezTo>
                    <a:pt x="321" y="271"/>
                    <a:pt x="320" y="271"/>
                    <a:pt x="321" y="272"/>
                  </a:cubicBezTo>
                  <a:cubicBezTo>
                    <a:pt x="322" y="274"/>
                    <a:pt x="319" y="270"/>
                    <a:pt x="318" y="271"/>
                  </a:cubicBezTo>
                  <a:cubicBezTo>
                    <a:pt x="318" y="271"/>
                    <a:pt x="319" y="272"/>
                    <a:pt x="318" y="272"/>
                  </a:cubicBezTo>
                  <a:cubicBezTo>
                    <a:pt x="317" y="275"/>
                    <a:pt x="318" y="271"/>
                    <a:pt x="315" y="270"/>
                  </a:cubicBezTo>
                  <a:cubicBezTo>
                    <a:pt x="311" y="273"/>
                    <a:pt x="306" y="276"/>
                    <a:pt x="302" y="277"/>
                  </a:cubicBezTo>
                  <a:cubicBezTo>
                    <a:pt x="302" y="277"/>
                    <a:pt x="303" y="278"/>
                    <a:pt x="302" y="278"/>
                  </a:cubicBezTo>
                  <a:cubicBezTo>
                    <a:pt x="301" y="275"/>
                    <a:pt x="301" y="280"/>
                    <a:pt x="299" y="279"/>
                  </a:cubicBezTo>
                  <a:cubicBezTo>
                    <a:pt x="300" y="277"/>
                    <a:pt x="300" y="277"/>
                    <a:pt x="300" y="277"/>
                  </a:cubicBezTo>
                  <a:cubicBezTo>
                    <a:pt x="297" y="277"/>
                    <a:pt x="296" y="279"/>
                    <a:pt x="293" y="279"/>
                  </a:cubicBezTo>
                  <a:cubicBezTo>
                    <a:pt x="292" y="280"/>
                    <a:pt x="288" y="279"/>
                    <a:pt x="287" y="281"/>
                  </a:cubicBezTo>
                  <a:cubicBezTo>
                    <a:pt x="287" y="280"/>
                    <a:pt x="286" y="280"/>
                    <a:pt x="285" y="280"/>
                  </a:cubicBezTo>
                  <a:cubicBezTo>
                    <a:pt x="285" y="284"/>
                    <a:pt x="281" y="280"/>
                    <a:pt x="280" y="284"/>
                  </a:cubicBezTo>
                  <a:cubicBezTo>
                    <a:pt x="280" y="283"/>
                    <a:pt x="280" y="283"/>
                    <a:pt x="280" y="283"/>
                  </a:cubicBezTo>
                  <a:cubicBezTo>
                    <a:pt x="274" y="287"/>
                    <a:pt x="267" y="290"/>
                    <a:pt x="263" y="297"/>
                  </a:cubicBezTo>
                  <a:cubicBezTo>
                    <a:pt x="260" y="300"/>
                    <a:pt x="256" y="300"/>
                    <a:pt x="254" y="305"/>
                  </a:cubicBezTo>
                  <a:cubicBezTo>
                    <a:pt x="254" y="306"/>
                    <a:pt x="255" y="306"/>
                    <a:pt x="255" y="307"/>
                  </a:cubicBezTo>
                  <a:cubicBezTo>
                    <a:pt x="255" y="308"/>
                    <a:pt x="254" y="306"/>
                    <a:pt x="254" y="306"/>
                  </a:cubicBezTo>
                  <a:cubicBezTo>
                    <a:pt x="254" y="309"/>
                    <a:pt x="251" y="310"/>
                    <a:pt x="250" y="312"/>
                  </a:cubicBezTo>
                  <a:cubicBezTo>
                    <a:pt x="250" y="313"/>
                    <a:pt x="250" y="314"/>
                    <a:pt x="251" y="314"/>
                  </a:cubicBezTo>
                  <a:cubicBezTo>
                    <a:pt x="247" y="315"/>
                    <a:pt x="248" y="320"/>
                    <a:pt x="245" y="322"/>
                  </a:cubicBezTo>
                  <a:cubicBezTo>
                    <a:pt x="248" y="322"/>
                    <a:pt x="246" y="324"/>
                    <a:pt x="247" y="325"/>
                  </a:cubicBezTo>
                  <a:cubicBezTo>
                    <a:pt x="246" y="326"/>
                    <a:pt x="245" y="326"/>
                    <a:pt x="245" y="325"/>
                  </a:cubicBezTo>
                  <a:cubicBezTo>
                    <a:pt x="245" y="327"/>
                    <a:pt x="244" y="328"/>
                    <a:pt x="243" y="330"/>
                  </a:cubicBezTo>
                  <a:cubicBezTo>
                    <a:pt x="243" y="332"/>
                    <a:pt x="244" y="333"/>
                    <a:pt x="243" y="334"/>
                  </a:cubicBezTo>
                  <a:cubicBezTo>
                    <a:pt x="241" y="334"/>
                    <a:pt x="242" y="336"/>
                    <a:pt x="241" y="338"/>
                  </a:cubicBezTo>
                  <a:cubicBezTo>
                    <a:pt x="243" y="338"/>
                    <a:pt x="244" y="340"/>
                    <a:pt x="243" y="341"/>
                  </a:cubicBezTo>
                  <a:cubicBezTo>
                    <a:pt x="240" y="340"/>
                    <a:pt x="240" y="340"/>
                    <a:pt x="240" y="340"/>
                  </a:cubicBezTo>
                  <a:cubicBezTo>
                    <a:pt x="241" y="344"/>
                    <a:pt x="237" y="350"/>
                    <a:pt x="240" y="355"/>
                  </a:cubicBezTo>
                  <a:cubicBezTo>
                    <a:pt x="238" y="355"/>
                    <a:pt x="238" y="355"/>
                    <a:pt x="238" y="355"/>
                  </a:cubicBezTo>
                  <a:cubicBezTo>
                    <a:pt x="239" y="360"/>
                    <a:pt x="236" y="365"/>
                    <a:pt x="239" y="370"/>
                  </a:cubicBezTo>
                  <a:cubicBezTo>
                    <a:pt x="238" y="371"/>
                    <a:pt x="237" y="373"/>
                    <a:pt x="237" y="374"/>
                  </a:cubicBezTo>
                  <a:cubicBezTo>
                    <a:pt x="239" y="376"/>
                    <a:pt x="238" y="376"/>
                    <a:pt x="241" y="378"/>
                  </a:cubicBezTo>
                  <a:cubicBezTo>
                    <a:pt x="241" y="378"/>
                    <a:pt x="239" y="379"/>
                    <a:pt x="239" y="379"/>
                  </a:cubicBezTo>
                  <a:cubicBezTo>
                    <a:pt x="238" y="381"/>
                    <a:pt x="236" y="383"/>
                    <a:pt x="238" y="385"/>
                  </a:cubicBezTo>
                  <a:cubicBezTo>
                    <a:pt x="237" y="385"/>
                    <a:pt x="237" y="385"/>
                    <a:pt x="237" y="385"/>
                  </a:cubicBezTo>
                  <a:cubicBezTo>
                    <a:pt x="238" y="387"/>
                    <a:pt x="240" y="389"/>
                    <a:pt x="238" y="391"/>
                  </a:cubicBezTo>
                  <a:cubicBezTo>
                    <a:pt x="239" y="391"/>
                    <a:pt x="239" y="393"/>
                    <a:pt x="241" y="393"/>
                  </a:cubicBezTo>
                  <a:cubicBezTo>
                    <a:pt x="241" y="393"/>
                    <a:pt x="239" y="393"/>
                    <a:pt x="240" y="394"/>
                  </a:cubicBezTo>
                  <a:cubicBezTo>
                    <a:pt x="238" y="393"/>
                    <a:pt x="238" y="393"/>
                    <a:pt x="238" y="393"/>
                  </a:cubicBezTo>
                  <a:cubicBezTo>
                    <a:pt x="237" y="397"/>
                    <a:pt x="238" y="401"/>
                    <a:pt x="239" y="405"/>
                  </a:cubicBezTo>
                  <a:cubicBezTo>
                    <a:pt x="236" y="406"/>
                    <a:pt x="239" y="409"/>
                    <a:pt x="237" y="411"/>
                  </a:cubicBezTo>
                  <a:cubicBezTo>
                    <a:pt x="239" y="412"/>
                    <a:pt x="237" y="415"/>
                    <a:pt x="240" y="416"/>
                  </a:cubicBezTo>
                  <a:cubicBezTo>
                    <a:pt x="238" y="416"/>
                    <a:pt x="238" y="416"/>
                    <a:pt x="238" y="416"/>
                  </a:cubicBezTo>
                  <a:cubicBezTo>
                    <a:pt x="238" y="418"/>
                    <a:pt x="238" y="420"/>
                    <a:pt x="237" y="423"/>
                  </a:cubicBezTo>
                  <a:cubicBezTo>
                    <a:pt x="237" y="424"/>
                    <a:pt x="239" y="424"/>
                    <a:pt x="240" y="425"/>
                  </a:cubicBezTo>
                  <a:cubicBezTo>
                    <a:pt x="238" y="425"/>
                    <a:pt x="238" y="425"/>
                    <a:pt x="238" y="425"/>
                  </a:cubicBezTo>
                  <a:cubicBezTo>
                    <a:pt x="239" y="426"/>
                    <a:pt x="241" y="427"/>
                    <a:pt x="243" y="427"/>
                  </a:cubicBezTo>
                  <a:cubicBezTo>
                    <a:pt x="242" y="428"/>
                    <a:pt x="243" y="428"/>
                    <a:pt x="242" y="429"/>
                  </a:cubicBezTo>
                  <a:cubicBezTo>
                    <a:pt x="241" y="428"/>
                    <a:pt x="239" y="428"/>
                    <a:pt x="237" y="427"/>
                  </a:cubicBezTo>
                  <a:cubicBezTo>
                    <a:pt x="237" y="428"/>
                    <a:pt x="240" y="430"/>
                    <a:pt x="238" y="431"/>
                  </a:cubicBezTo>
                  <a:cubicBezTo>
                    <a:pt x="238" y="432"/>
                    <a:pt x="239" y="433"/>
                    <a:pt x="241" y="433"/>
                  </a:cubicBezTo>
                  <a:cubicBezTo>
                    <a:pt x="240" y="433"/>
                    <a:pt x="239" y="434"/>
                    <a:pt x="239" y="433"/>
                  </a:cubicBezTo>
                  <a:cubicBezTo>
                    <a:pt x="239" y="434"/>
                    <a:pt x="239" y="435"/>
                    <a:pt x="240" y="435"/>
                  </a:cubicBezTo>
                  <a:cubicBezTo>
                    <a:pt x="240" y="435"/>
                    <a:pt x="240" y="435"/>
                    <a:pt x="240" y="435"/>
                  </a:cubicBezTo>
                  <a:cubicBezTo>
                    <a:pt x="241" y="435"/>
                    <a:pt x="241" y="436"/>
                    <a:pt x="243" y="436"/>
                  </a:cubicBezTo>
                  <a:cubicBezTo>
                    <a:pt x="243" y="435"/>
                    <a:pt x="243" y="435"/>
                    <a:pt x="243" y="435"/>
                  </a:cubicBezTo>
                  <a:cubicBezTo>
                    <a:pt x="244" y="435"/>
                    <a:pt x="245" y="436"/>
                    <a:pt x="243" y="437"/>
                  </a:cubicBezTo>
                  <a:cubicBezTo>
                    <a:pt x="242" y="437"/>
                    <a:pt x="241" y="436"/>
                    <a:pt x="240" y="437"/>
                  </a:cubicBezTo>
                  <a:cubicBezTo>
                    <a:pt x="244" y="439"/>
                    <a:pt x="244" y="439"/>
                    <a:pt x="244" y="439"/>
                  </a:cubicBezTo>
                  <a:cubicBezTo>
                    <a:pt x="243" y="439"/>
                    <a:pt x="244" y="438"/>
                    <a:pt x="245" y="438"/>
                  </a:cubicBezTo>
                  <a:cubicBezTo>
                    <a:pt x="244" y="437"/>
                    <a:pt x="244" y="437"/>
                    <a:pt x="244" y="437"/>
                  </a:cubicBezTo>
                  <a:cubicBezTo>
                    <a:pt x="246" y="437"/>
                    <a:pt x="246" y="437"/>
                    <a:pt x="246" y="437"/>
                  </a:cubicBezTo>
                  <a:cubicBezTo>
                    <a:pt x="245" y="435"/>
                    <a:pt x="246" y="434"/>
                    <a:pt x="245" y="432"/>
                  </a:cubicBezTo>
                  <a:cubicBezTo>
                    <a:pt x="244" y="433"/>
                    <a:pt x="244" y="433"/>
                    <a:pt x="244" y="433"/>
                  </a:cubicBezTo>
                  <a:cubicBezTo>
                    <a:pt x="243" y="432"/>
                    <a:pt x="241" y="431"/>
                    <a:pt x="243" y="430"/>
                  </a:cubicBezTo>
                  <a:cubicBezTo>
                    <a:pt x="244" y="430"/>
                    <a:pt x="244" y="430"/>
                    <a:pt x="245" y="430"/>
                  </a:cubicBezTo>
                  <a:cubicBezTo>
                    <a:pt x="245" y="430"/>
                    <a:pt x="244" y="430"/>
                    <a:pt x="244" y="429"/>
                  </a:cubicBezTo>
                  <a:cubicBezTo>
                    <a:pt x="247" y="430"/>
                    <a:pt x="247" y="430"/>
                    <a:pt x="247" y="430"/>
                  </a:cubicBezTo>
                  <a:cubicBezTo>
                    <a:pt x="243" y="429"/>
                    <a:pt x="246" y="427"/>
                    <a:pt x="245" y="427"/>
                  </a:cubicBezTo>
                  <a:cubicBezTo>
                    <a:pt x="246" y="427"/>
                    <a:pt x="246" y="427"/>
                    <a:pt x="246" y="427"/>
                  </a:cubicBezTo>
                  <a:cubicBezTo>
                    <a:pt x="247" y="425"/>
                    <a:pt x="244" y="427"/>
                    <a:pt x="244" y="426"/>
                  </a:cubicBezTo>
                  <a:cubicBezTo>
                    <a:pt x="245" y="425"/>
                    <a:pt x="247" y="426"/>
                    <a:pt x="248" y="425"/>
                  </a:cubicBezTo>
                  <a:cubicBezTo>
                    <a:pt x="248" y="423"/>
                    <a:pt x="246" y="421"/>
                    <a:pt x="248" y="419"/>
                  </a:cubicBezTo>
                  <a:cubicBezTo>
                    <a:pt x="248" y="418"/>
                    <a:pt x="247" y="416"/>
                    <a:pt x="246" y="415"/>
                  </a:cubicBezTo>
                  <a:cubicBezTo>
                    <a:pt x="246" y="414"/>
                    <a:pt x="248" y="415"/>
                    <a:pt x="247" y="414"/>
                  </a:cubicBezTo>
                  <a:cubicBezTo>
                    <a:pt x="248" y="414"/>
                    <a:pt x="249" y="414"/>
                    <a:pt x="250" y="414"/>
                  </a:cubicBezTo>
                  <a:cubicBezTo>
                    <a:pt x="249" y="414"/>
                    <a:pt x="250" y="412"/>
                    <a:pt x="248" y="413"/>
                  </a:cubicBezTo>
                  <a:cubicBezTo>
                    <a:pt x="249" y="411"/>
                    <a:pt x="249" y="409"/>
                    <a:pt x="249" y="407"/>
                  </a:cubicBezTo>
                  <a:cubicBezTo>
                    <a:pt x="249" y="408"/>
                    <a:pt x="250" y="408"/>
                    <a:pt x="251" y="407"/>
                  </a:cubicBezTo>
                  <a:cubicBezTo>
                    <a:pt x="250" y="406"/>
                    <a:pt x="249" y="405"/>
                    <a:pt x="249" y="403"/>
                  </a:cubicBezTo>
                  <a:cubicBezTo>
                    <a:pt x="248" y="403"/>
                    <a:pt x="248" y="404"/>
                    <a:pt x="246" y="403"/>
                  </a:cubicBezTo>
                  <a:cubicBezTo>
                    <a:pt x="246" y="403"/>
                    <a:pt x="245" y="403"/>
                    <a:pt x="245" y="402"/>
                  </a:cubicBezTo>
                  <a:cubicBezTo>
                    <a:pt x="247" y="402"/>
                    <a:pt x="250" y="403"/>
                    <a:pt x="250" y="401"/>
                  </a:cubicBezTo>
                  <a:cubicBezTo>
                    <a:pt x="253" y="402"/>
                    <a:pt x="249" y="404"/>
                    <a:pt x="252" y="403"/>
                  </a:cubicBezTo>
                  <a:cubicBezTo>
                    <a:pt x="254" y="404"/>
                    <a:pt x="254" y="406"/>
                    <a:pt x="253" y="407"/>
                  </a:cubicBezTo>
                  <a:cubicBezTo>
                    <a:pt x="255" y="408"/>
                    <a:pt x="253" y="406"/>
                    <a:pt x="256" y="406"/>
                  </a:cubicBezTo>
                  <a:cubicBezTo>
                    <a:pt x="256" y="405"/>
                    <a:pt x="254" y="405"/>
                    <a:pt x="254" y="403"/>
                  </a:cubicBezTo>
                  <a:cubicBezTo>
                    <a:pt x="253" y="403"/>
                    <a:pt x="253" y="403"/>
                    <a:pt x="252" y="402"/>
                  </a:cubicBezTo>
                  <a:cubicBezTo>
                    <a:pt x="249" y="401"/>
                    <a:pt x="254" y="401"/>
                    <a:pt x="254" y="400"/>
                  </a:cubicBezTo>
                  <a:cubicBezTo>
                    <a:pt x="254" y="401"/>
                    <a:pt x="254" y="401"/>
                    <a:pt x="254" y="401"/>
                  </a:cubicBezTo>
                  <a:cubicBezTo>
                    <a:pt x="255" y="400"/>
                    <a:pt x="254" y="400"/>
                    <a:pt x="254" y="399"/>
                  </a:cubicBezTo>
                  <a:cubicBezTo>
                    <a:pt x="257" y="398"/>
                    <a:pt x="254" y="400"/>
                    <a:pt x="256" y="401"/>
                  </a:cubicBezTo>
                  <a:cubicBezTo>
                    <a:pt x="258" y="400"/>
                    <a:pt x="258" y="400"/>
                    <a:pt x="258" y="400"/>
                  </a:cubicBezTo>
                  <a:cubicBezTo>
                    <a:pt x="259" y="399"/>
                    <a:pt x="256" y="400"/>
                    <a:pt x="257" y="398"/>
                  </a:cubicBezTo>
                  <a:cubicBezTo>
                    <a:pt x="258" y="398"/>
                    <a:pt x="258" y="398"/>
                    <a:pt x="258" y="398"/>
                  </a:cubicBezTo>
                  <a:cubicBezTo>
                    <a:pt x="257" y="397"/>
                    <a:pt x="257" y="397"/>
                    <a:pt x="257" y="397"/>
                  </a:cubicBezTo>
                  <a:cubicBezTo>
                    <a:pt x="256" y="397"/>
                    <a:pt x="254" y="397"/>
                    <a:pt x="254" y="398"/>
                  </a:cubicBezTo>
                  <a:cubicBezTo>
                    <a:pt x="251" y="397"/>
                    <a:pt x="254" y="397"/>
                    <a:pt x="254" y="396"/>
                  </a:cubicBezTo>
                  <a:cubicBezTo>
                    <a:pt x="252" y="395"/>
                    <a:pt x="254" y="396"/>
                    <a:pt x="252" y="396"/>
                  </a:cubicBezTo>
                  <a:cubicBezTo>
                    <a:pt x="250" y="396"/>
                    <a:pt x="250" y="395"/>
                    <a:pt x="250" y="394"/>
                  </a:cubicBezTo>
                  <a:cubicBezTo>
                    <a:pt x="250" y="393"/>
                    <a:pt x="252" y="394"/>
                    <a:pt x="253" y="393"/>
                  </a:cubicBezTo>
                  <a:cubicBezTo>
                    <a:pt x="254" y="394"/>
                    <a:pt x="254" y="395"/>
                    <a:pt x="253" y="394"/>
                  </a:cubicBezTo>
                  <a:cubicBezTo>
                    <a:pt x="254" y="396"/>
                    <a:pt x="256" y="394"/>
                    <a:pt x="258" y="395"/>
                  </a:cubicBezTo>
                  <a:cubicBezTo>
                    <a:pt x="259" y="394"/>
                    <a:pt x="257" y="394"/>
                    <a:pt x="256" y="393"/>
                  </a:cubicBezTo>
                  <a:cubicBezTo>
                    <a:pt x="256" y="394"/>
                    <a:pt x="254" y="393"/>
                    <a:pt x="254" y="393"/>
                  </a:cubicBezTo>
                  <a:cubicBezTo>
                    <a:pt x="249" y="391"/>
                    <a:pt x="257" y="392"/>
                    <a:pt x="257" y="390"/>
                  </a:cubicBezTo>
                  <a:cubicBezTo>
                    <a:pt x="253" y="390"/>
                    <a:pt x="252" y="387"/>
                    <a:pt x="249" y="389"/>
                  </a:cubicBezTo>
                  <a:cubicBezTo>
                    <a:pt x="248" y="388"/>
                    <a:pt x="248" y="387"/>
                    <a:pt x="248" y="387"/>
                  </a:cubicBezTo>
                  <a:cubicBezTo>
                    <a:pt x="250" y="388"/>
                    <a:pt x="250" y="386"/>
                    <a:pt x="252" y="387"/>
                  </a:cubicBezTo>
                  <a:cubicBezTo>
                    <a:pt x="252" y="386"/>
                    <a:pt x="252" y="386"/>
                    <a:pt x="252" y="386"/>
                  </a:cubicBezTo>
                  <a:cubicBezTo>
                    <a:pt x="254" y="388"/>
                    <a:pt x="254" y="388"/>
                    <a:pt x="254" y="388"/>
                  </a:cubicBezTo>
                  <a:cubicBezTo>
                    <a:pt x="256" y="387"/>
                    <a:pt x="257" y="385"/>
                    <a:pt x="258" y="386"/>
                  </a:cubicBezTo>
                  <a:cubicBezTo>
                    <a:pt x="257" y="385"/>
                    <a:pt x="256" y="386"/>
                    <a:pt x="256" y="385"/>
                  </a:cubicBezTo>
                  <a:cubicBezTo>
                    <a:pt x="257" y="385"/>
                    <a:pt x="258" y="385"/>
                    <a:pt x="258" y="384"/>
                  </a:cubicBezTo>
                  <a:cubicBezTo>
                    <a:pt x="257" y="385"/>
                    <a:pt x="255" y="384"/>
                    <a:pt x="254" y="383"/>
                  </a:cubicBezTo>
                  <a:cubicBezTo>
                    <a:pt x="255" y="382"/>
                    <a:pt x="257" y="382"/>
                    <a:pt x="257" y="382"/>
                  </a:cubicBezTo>
                  <a:cubicBezTo>
                    <a:pt x="259" y="383"/>
                    <a:pt x="259" y="383"/>
                    <a:pt x="259" y="383"/>
                  </a:cubicBezTo>
                  <a:cubicBezTo>
                    <a:pt x="257" y="382"/>
                    <a:pt x="260" y="383"/>
                    <a:pt x="259" y="382"/>
                  </a:cubicBezTo>
                  <a:cubicBezTo>
                    <a:pt x="258" y="381"/>
                    <a:pt x="256" y="381"/>
                    <a:pt x="255" y="380"/>
                  </a:cubicBezTo>
                  <a:cubicBezTo>
                    <a:pt x="254" y="380"/>
                    <a:pt x="256" y="379"/>
                    <a:pt x="256" y="379"/>
                  </a:cubicBezTo>
                  <a:cubicBezTo>
                    <a:pt x="257" y="380"/>
                    <a:pt x="257" y="380"/>
                    <a:pt x="257" y="380"/>
                  </a:cubicBezTo>
                  <a:cubicBezTo>
                    <a:pt x="256" y="379"/>
                    <a:pt x="260" y="380"/>
                    <a:pt x="259" y="379"/>
                  </a:cubicBezTo>
                  <a:cubicBezTo>
                    <a:pt x="258" y="378"/>
                    <a:pt x="258" y="378"/>
                    <a:pt x="258" y="378"/>
                  </a:cubicBezTo>
                  <a:cubicBezTo>
                    <a:pt x="258" y="378"/>
                    <a:pt x="259" y="378"/>
                    <a:pt x="259" y="378"/>
                  </a:cubicBezTo>
                  <a:cubicBezTo>
                    <a:pt x="258" y="378"/>
                    <a:pt x="258" y="377"/>
                    <a:pt x="258" y="377"/>
                  </a:cubicBezTo>
                  <a:cubicBezTo>
                    <a:pt x="259" y="377"/>
                    <a:pt x="259" y="377"/>
                    <a:pt x="259" y="377"/>
                  </a:cubicBezTo>
                  <a:cubicBezTo>
                    <a:pt x="258" y="376"/>
                    <a:pt x="256" y="375"/>
                    <a:pt x="258" y="375"/>
                  </a:cubicBezTo>
                  <a:cubicBezTo>
                    <a:pt x="256" y="375"/>
                    <a:pt x="258" y="376"/>
                    <a:pt x="257" y="376"/>
                  </a:cubicBezTo>
                  <a:cubicBezTo>
                    <a:pt x="255" y="377"/>
                    <a:pt x="255" y="375"/>
                    <a:pt x="255" y="375"/>
                  </a:cubicBezTo>
                  <a:cubicBezTo>
                    <a:pt x="258" y="375"/>
                    <a:pt x="255" y="374"/>
                    <a:pt x="255" y="373"/>
                  </a:cubicBezTo>
                  <a:cubicBezTo>
                    <a:pt x="256" y="373"/>
                    <a:pt x="257" y="372"/>
                    <a:pt x="258" y="372"/>
                  </a:cubicBezTo>
                  <a:cubicBezTo>
                    <a:pt x="256" y="372"/>
                    <a:pt x="256" y="372"/>
                    <a:pt x="256" y="372"/>
                  </a:cubicBezTo>
                  <a:cubicBezTo>
                    <a:pt x="259" y="372"/>
                    <a:pt x="255" y="370"/>
                    <a:pt x="256" y="370"/>
                  </a:cubicBezTo>
                  <a:cubicBezTo>
                    <a:pt x="257" y="370"/>
                    <a:pt x="259" y="370"/>
                    <a:pt x="259" y="370"/>
                  </a:cubicBezTo>
                  <a:cubicBezTo>
                    <a:pt x="257" y="370"/>
                    <a:pt x="256" y="368"/>
                    <a:pt x="254" y="368"/>
                  </a:cubicBezTo>
                  <a:cubicBezTo>
                    <a:pt x="255" y="367"/>
                    <a:pt x="258" y="369"/>
                    <a:pt x="260" y="369"/>
                  </a:cubicBezTo>
                  <a:cubicBezTo>
                    <a:pt x="258" y="368"/>
                    <a:pt x="261" y="367"/>
                    <a:pt x="258" y="366"/>
                  </a:cubicBezTo>
                  <a:cubicBezTo>
                    <a:pt x="257" y="367"/>
                    <a:pt x="257" y="366"/>
                    <a:pt x="256" y="366"/>
                  </a:cubicBezTo>
                  <a:cubicBezTo>
                    <a:pt x="256" y="365"/>
                    <a:pt x="257" y="366"/>
                    <a:pt x="258" y="365"/>
                  </a:cubicBezTo>
                  <a:cubicBezTo>
                    <a:pt x="258" y="365"/>
                    <a:pt x="256" y="364"/>
                    <a:pt x="255" y="365"/>
                  </a:cubicBezTo>
                  <a:cubicBezTo>
                    <a:pt x="255" y="364"/>
                    <a:pt x="253" y="363"/>
                    <a:pt x="255" y="362"/>
                  </a:cubicBezTo>
                  <a:cubicBezTo>
                    <a:pt x="256" y="362"/>
                    <a:pt x="255" y="364"/>
                    <a:pt x="257" y="363"/>
                  </a:cubicBezTo>
                  <a:cubicBezTo>
                    <a:pt x="257" y="362"/>
                    <a:pt x="253" y="362"/>
                    <a:pt x="252" y="360"/>
                  </a:cubicBezTo>
                  <a:cubicBezTo>
                    <a:pt x="251" y="361"/>
                    <a:pt x="248" y="360"/>
                    <a:pt x="248" y="359"/>
                  </a:cubicBezTo>
                  <a:cubicBezTo>
                    <a:pt x="249" y="357"/>
                    <a:pt x="248" y="360"/>
                    <a:pt x="251" y="360"/>
                  </a:cubicBezTo>
                  <a:cubicBezTo>
                    <a:pt x="250" y="359"/>
                    <a:pt x="250" y="359"/>
                    <a:pt x="250" y="359"/>
                  </a:cubicBezTo>
                  <a:cubicBezTo>
                    <a:pt x="254" y="358"/>
                    <a:pt x="255" y="362"/>
                    <a:pt x="257" y="361"/>
                  </a:cubicBezTo>
                  <a:cubicBezTo>
                    <a:pt x="257" y="360"/>
                    <a:pt x="257" y="360"/>
                    <a:pt x="257" y="360"/>
                  </a:cubicBezTo>
                  <a:cubicBezTo>
                    <a:pt x="257" y="360"/>
                    <a:pt x="259" y="361"/>
                    <a:pt x="260" y="361"/>
                  </a:cubicBezTo>
                  <a:cubicBezTo>
                    <a:pt x="258" y="360"/>
                    <a:pt x="259" y="359"/>
                    <a:pt x="259" y="359"/>
                  </a:cubicBezTo>
                  <a:cubicBezTo>
                    <a:pt x="257" y="358"/>
                    <a:pt x="259" y="359"/>
                    <a:pt x="258" y="359"/>
                  </a:cubicBezTo>
                  <a:cubicBezTo>
                    <a:pt x="258" y="358"/>
                    <a:pt x="255" y="357"/>
                    <a:pt x="256" y="356"/>
                  </a:cubicBezTo>
                  <a:cubicBezTo>
                    <a:pt x="257" y="357"/>
                    <a:pt x="259" y="356"/>
                    <a:pt x="259" y="357"/>
                  </a:cubicBezTo>
                  <a:cubicBezTo>
                    <a:pt x="260" y="356"/>
                    <a:pt x="257" y="356"/>
                    <a:pt x="259" y="356"/>
                  </a:cubicBezTo>
                  <a:cubicBezTo>
                    <a:pt x="260" y="356"/>
                    <a:pt x="260" y="356"/>
                    <a:pt x="260" y="356"/>
                  </a:cubicBezTo>
                  <a:cubicBezTo>
                    <a:pt x="260" y="353"/>
                    <a:pt x="261" y="349"/>
                    <a:pt x="257" y="345"/>
                  </a:cubicBezTo>
                  <a:cubicBezTo>
                    <a:pt x="259" y="345"/>
                    <a:pt x="260" y="344"/>
                    <a:pt x="261" y="343"/>
                  </a:cubicBezTo>
                  <a:cubicBezTo>
                    <a:pt x="261" y="343"/>
                    <a:pt x="260" y="343"/>
                    <a:pt x="260" y="342"/>
                  </a:cubicBezTo>
                  <a:cubicBezTo>
                    <a:pt x="262" y="342"/>
                    <a:pt x="262" y="342"/>
                    <a:pt x="262" y="342"/>
                  </a:cubicBezTo>
                  <a:cubicBezTo>
                    <a:pt x="263" y="341"/>
                    <a:pt x="262" y="340"/>
                    <a:pt x="261" y="339"/>
                  </a:cubicBezTo>
                  <a:cubicBezTo>
                    <a:pt x="262" y="339"/>
                    <a:pt x="262" y="339"/>
                    <a:pt x="262" y="339"/>
                  </a:cubicBezTo>
                  <a:cubicBezTo>
                    <a:pt x="264" y="338"/>
                    <a:pt x="261" y="338"/>
                    <a:pt x="261" y="337"/>
                  </a:cubicBezTo>
                  <a:cubicBezTo>
                    <a:pt x="263" y="337"/>
                    <a:pt x="263" y="337"/>
                    <a:pt x="263" y="337"/>
                  </a:cubicBezTo>
                  <a:cubicBezTo>
                    <a:pt x="261" y="337"/>
                    <a:pt x="261" y="337"/>
                    <a:pt x="261" y="337"/>
                  </a:cubicBezTo>
                  <a:cubicBezTo>
                    <a:pt x="261" y="336"/>
                    <a:pt x="262" y="335"/>
                    <a:pt x="264" y="336"/>
                  </a:cubicBezTo>
                  <a:cubicBezTo>
                    <a:pt x="263" y="335"/>
                    <a:pt x="263" y="335"/>
                    <a:pt x="262" y="335"/>
                  </a:cubicBezTo>
                  <a:cubicBezTo>
                    <a:pt x="264" y="335"/>
                    <a:pt x="264" y="332"/>
                    <a:pt x="264" y="331"/>
                  </a:cubicBezTo>
                  <a:cubicBezTo>
                    <a:pt x="263" y="331"/>
                    <a:pt x="263" y="331"/>
                    <a:pt x="261" y="330"/>
                  </a:cubicBezTo>
                  <a:cubicBezTo>
                    <a:pt x="259" y="329"/>
                    <a:pt x="262" y="330"/>
                    <a:pt x="261" y="329"/>
                  </a:cubicBezTo>
                  <a:cubicBezTo>
                    <a:pt x="262" y="329"/>
                    <a:pt x="263" y="329"/>
                    <a:pt x="263" y="330"/>
                  </a:cubicBezTo>
                  <a:cubicBezTo>
                    <a:pt x="266" y="329"/>
                    <a:pt x="266" y="326"/>
                    <a:pt x="268" y="325"/>
                  </a:cubicBezTo>
                  <a:cubicBezTo>
                    <a:pt x="267" y="324"/>
                    <a:pt x="267" y="324"/>
                    <a:pt x="267" y="324"/>
                  </a:cubicBezTo>
                  <a:cubicBezTo>
                    <a:pt x="270" y="323"/>
                    <a:pt x="268" y="321"/>
                    <a:pt x="270" y="320"/>
                  </a:cubicBezTo>
                  <a:cubicBezTo>
                    <a:pt x="269" y="320"/>
                    <a:pt x="267" y="318"/>
                    <a:pt x="268" y="317"/>
                  </a:cubicBezTo>
                  <a:cubicBezTo>
                    <a:pt x="266" y="315"/>
                    <a:pt x="270" y="318"/>
                    <a:pt x="271" y="318"/>
                  </a:cubicBezTo>
                  <a:cubicBezTo>
                    <a:pt x="271" y="317"/>
                    <a:pt x="271" y="316"/>
                    <a:pt x="271" y="316"/>
                  </a:cubicBezTo>
                  <a:cubicBezTo>
                    <a:pt x="272" y="316"/>
                    <a:pt x="272" y="316"/>
                    <a:pt x="272" y="316"/>
                  </a:cubicBezTo>
                  <a:cubicBezTo>
                    <a:pt x="271" y="315"/>
                    <a:pt x="271" y="314"/>
                    <a:pt x="272" y="314"/>
                  </a:cubicBezTo>
                  <a:cubicBezTo>
                    <a:pt x="272" y="314"/>
                    <a:pt x="272" y="314"/>
                    <a:pt x="272" y="314"/>
                  </a:cubicBezTo>
                  <a:cubicBezTo>
                    <a:pt x="273" y="314"/>
                    <a:pt x="274" y="314"/>
                    <a:pt x="274" y="313"/>
                  </a:cubicBezTo>
                  <a:cubicBezTo>
                    <a:pt x="274" y="311"/>
                    <a:pt x="275" y="312"/>
                    <a:pt x="274" y="310"/>
                  </a:cubicBezTo>
                  <a:cubicBezTo>
                    <a:pt x="275" y="311"/>
                    <a:pt x="275" y="311"/>
                    <a:pt x="275" y="311"/>
                  </a:cubicBezTo>
                  <a:cubicBezTo>
                    <a:pt x="273" y="310"/>
                    <a:pt x="273" y="310"/>
                    <a:pt x="273" y="310"/>
                  </a:cubicBezTo>
                  <a:cubicBezTo>
                    <a:pt x="275" y="309"/>
                    <a:pt x="275" y="309"/>
                    <a:pt x="275" y="309"/>
                  </a:cubicBezTo>
                  <a:cubicBezTo>
                    <a:pt x="276" y="311"/>
                    <a:pt x="276" y="311"/>
                    <a:pt x="276" y="311"/>
                  </a:cubicBezTo>
                  <a:cubicBezTo>
                    <a:pt x="277" y="311"/>
                    <a:pt x="275" y="310"/>
                    <a:pt x="275" y="309"/>
                  </a:cubicBezTo>
                  <a:cubicBezTo>
                    <a:pt x="274" y="308"/>
                    <a:pt x="275" y="309"/>
                    <a:pt x="276" y="309"/>
                  </a:cubicBezTo>
                  <a:cubicBezTo>
                    <a:pt x="277" y="310"/>
                    <a:pt x="276" y="309"/>
                    <a:pt x="276" y="309"/>
                  </a:cubicBezTo>
                  <a:cubicBezTo>
                    <a:pt x="276" y="310"/>
                    <a:pt x="276" y="309"/>
                    <a:pt x="277" y="310"/>
                  </a:cubicBezTo>
                  <a:cubicBezTo>
                    <a:pt x="277" y="310"/>
                    <a:pt x="276" y="308"/>
                    <a:pt x="276" y="308"/>
                  </a:cubicBezTo>
                  <a:cubicBezTo>
                    <a:pt x="277" y="308"/>
                    <a:pt x="277" y="307"/>
                    <a:pt x="278" y="308"/>
                  </a:cubicBezTo>
                  <a:cubicBezTo>
                    <a:pt x="278" y="307"/>
                    <a:pt x="279" y="307"/>
                    <a:pt x="278" y="306"/>
                  </a:cubicBezTo>
                  <a:cubicBezTo>
                    <a:pt x="278" y="306"/>
                    <a:pt x="277" y="307"/>
                    <a:pt x="276" y="306"/>
                  </a:cubicBezTo>
                  <a:cubicBezTo>
                    <a:pt x="276" y="305"/>
                    <a:pt x="277" y="305"/>
                    <a:pt x="277" y="305"/>
                  </a:cubicBezTo>
                  <a:cubicBezTo>
                    <a:pt x="277" y="306"/>
                    <a:pt x="277" y="306"/>
                    <a:pt x="277" y="306"/>
                  </a:cubicBezTo>
                  <a:cubicBezTo>
                    <a:pt x="277" y="305"/>
                    <a:pt x="278" y="305"/>
                    <a:pt x="277" y="304"/>
                  </a:cubicBezTo>
                  <a:cubicBezTo>
                    <a:pt x="279" y="305"/>
                    <a:pt x="279" y="305"/>
                    <a:pt x="279" y="305"/>
                  </a:cubicBezTo>
                  <a:cubicBezTo>
                    <a:pt x="278" y="304"/>
                    <a:pt x="279" y="303"/>
                    <a:pt x="279" y="303"/>
                  </a:cubicBezTo>
                  <a:cubicBezTo>
                    <a:pt x="280" y="304"/>
                    <a:pt x="281" y="306"/>
                    <a:pt x="282" y="306"/>
                  </a:cubicBezTo>
                  <a:cubicBezTo>
                    <a:pt x="282" y="304"/>
                    <a:pt x="282" y="304"/>
                    <a:pt x="282" y="304"/>
                  </a:cubicBezTo>
                  <a:cubicBezTo>
                    <a:pt x="282" y="303"/>
                    <a:pt x="283" y="304"/>
                    <a:pt x="283" y="304"/>
                  </a:cubicBezTo>
                  <a:cubicBezTo>
                    <a:pt x="285" y="304"/>
                    <a:pt x="282" y="299"/>
                    <a:pt x="284" y="300"/>
                  </a:cubicBezTo>
                  <a:cubicBezTo>
                    <a:pt x="285" y="302"/>
                    <a:pt x="285" y="302"/>
                    <a:pt x="286" y="302"/>
                  </a:cubicBezTo>
                  <a:cubicBezTo>
                    <a:pt x="286" y="301"/>
                    <a:pt x="286" y="301"/>
                    <a:pt x="286" y="301"/>
                  </a:cubicBezTo>
                  <a:cubicBezTo>
                    <a:pt x="285" y="300"/>
                    <a:pt x="286" y="302"/>
                    <a:pt x="285" y="301"/>
                  </a:cubicBezTo>
                  <a:cubicBezTo>
                    <a:pt x="285" y="300"/>
                    <a:pt x="285" y="300"/>
                    <a:pt x="285" y="300"/>
                  </a:cubicBezTo>
                  <a:cubicBezTo>
                    <a:pt x="288" y="303"/>
                    <a:pt x="290" y="299"/>
                    <a:pt x="293" y="300"/>
                  </a:cubicBezTo>
                  <a:cubicBezTo>
                    <a:pt x="292" y="298"/>
                    <a:pt x="294" y="299"/>
                    <a:pt x="294" y="298"/>
                  </a:cubicBezTo>
                  <a:cubicBezTo>
                    <a:pt x="294" y="300"/>
                    <a:pt x="295" y="297"/>
                    <a:pt x="296" y="298"/>
                  </a:cubicBezTo>
                  <a:cubicBezTo>
                    <a:pt x="295" y="296"/>
                    <a:pt x="295" y="296"/>
                    <a:pt x="295" y="296"/>
                  </a:cubicBezTo>
                  <a:cubicBezTo>
                    <a:pt x="296" y="297"/>
                    <a:pt x="295" y="291"/>
                    <a:pt x="297" y="294"/>
                  </a:cubicBezTo>
                  <a:cubicBezTo>
                    <a:pt x="298" y="295"/>
                    <a:pt x="298" y="296"/>
                    <a:pt x="297" y="296"/>
                  </a:cubicBezTo>
                  <a:cubicBezTo>
                    <a:pt x="299" y="299"/>
                    <a:pt x="300" y="293"/>
                    <a:pt x="301" y="296"/>
                  </a:cubicBezTo>
                  <a:cubicBezTo>
                    <a:pt x="301" y="295"/>
                    <a:pt x="300" y="294"/>
                    <a:pt x="301" y="292"/>
                  </a:cubicBezTo>
                  <a:cubicBezTo>
                    <a:pt x="302" y="293"/>
                    <a:pt x="304" y="294"/>
                    <a:pt x="304" y="294"/>
                  </a:cubicBezTo>
                  <a:cubicBezTo>
                    <a:pt x="304" y="294"/>
                    <a:pt x="304" y="293"/>
                    <a:pt x="305" y="294"/>
                  </a:cubicBezTo>
                  <a:cubicBezTo>
                    <a:pt x="305" y="294"/>
                    <a:pt x="305" y="294"/>
                    <a:pt x="305" y="295"/>
                  </a:cubicBezTo>
                  <a:cubicBezTo>
                    <a:pt x="306" y="295"/>
                    <a:pt x="307" y="294"/>
                    <a:pt x="308" y="293"/>
                  </a:cubicBezTo>
                  <a:cubicBezTo>
                    <a:pt x="309" y="294"/>
                    <a:pt x="310" y="293"/>
                    <a:pt x="312" y="293"/>
                  </a:cubicBezTo>
                  <a:cubicBezTo>
                    <a:pt x="312" y="291"/>
                    <a:pt x="315" y="293"/>
                    <a:pt x="314" y="290"/>
                  </a:cubicBezTo>
                  <a:cubicBezTo>
                    <a:pt x="314" y="291"/>
                    <a:pt x="314" y="291"/>
                    <a:pt x="314" y="291"/>
                  </a:cubicBezTo>
                  <a:cubicBezTo>
                    <a:pt x="314" y="290"/>
                    <a:pt x="314" y="288"/>
                    <a:pt x="315" y="288"/>
                  </a:cubicBezTo>
                  <a:cubicBezTo>
                    <a:pt x="315" y="290"/>
                    <a:pt x="315" y="290"/>
                    <a:pt x="315" y="290"/>
                  </a:cubicBezTo>
                  <a:cubicBezTo>
                    <a:pt x="316" y="292"/>
                    <a:pt x="317" y="290"/>
                    <a:pt x="318" y="291"/>
                  </a:cubicBezTo>
                  <a:cubicBezTo>
                    <a:pt x="316" y="289"/>
                    <a:pt x="318" y="291"/>
                    <a:pt x="318" y="289"/>
                  </a:cubicBezTo>
                  <a:cubicBezTo>
                    <a:pt x="318" y="288"/>
                    <a:pt x="318" y="288"/>
                    <a:pt x="318" y="288"/>
                  </a:cubicBezTo>
                  <a:cubicBezTo>
                    <a:pt x="319" y="287"/>
                    <a:pt x="318" y="287"/>
                    <a:pt x="319" y="286"/>
                  </a:cubicBezTo>
                  <a:cubicBezTo>
                    <a:pt x="320" y="286"/>
                    <a:pt x="321" y="288"/>
                    <a:pt x="320" y="288"/>
                  </a:cubicBezTo>
                  <a:cubicBezTo>
                    <a:pt x="321" y="289"/>
                    <a:pt x="322" y="288"/>
                    <a:pt x="322" y="287"/>
                  </a:cubicBezTo>
                  <a:cubicBezTo>
                    <a:pt x="322" y="287"/>
                    <a:pt x="322" y="287"/>
                    <a:pt x="322" y="287"/>
                  </a:cubicBezTo>
                  <a:cubicBezTo>
                    <a:pt x="322" y="287"/>
                    <a:pt x="322" y="287"/>
                    <a:pt x="322" y="287"/>
                  </a:cubicBezTo>
                  <a:cubicBezTo>
                    <a:pt x="323" y="287"/>
                    <a:pt x="323" y="287"/>
                    <a:pt x="323" y="287"/>
                  </a:cubicBezTo>
                  <a:cubicBezTo>
                    <a:pt x="323" y="287"/>
                    <a:pt x="323" y="287"/>
                    <a:pt x="323" y="287"/>
                  </a:cubicBezTo>
                  <a:cubicBezTo>
                    <a:pt x="323" y="287"/>
                    <a:pt x="323" y="287"/>
                    <a:pt x="322" y="287"/>
                  </a:cubicBezTo>
                  <a:cubicBezTo>
                    <a:pt x="323" y="287"/>
                    <a:pt x="323" y="287"/>
                    <a:pt x="323" y="287"/>
                  </a:cubicBezTo>
                  <a:cubicBezTo>
                    <a:pt x="323" y="287"/>
                    <a:pt x="323" y="287"/>
                    <a:pt x="323" y="287"/>
                  </a:cubicBezTo>
                  <a:cubicBezTo>
                    <a:pt x="324" y="287"/>
                    <a:pt x="324" y="287"/>
                    <a:pt x="324" y="287"/>
                  </a:cubicBezTo>
                  <a:cubicBezTo>
                    <a:pt x="325" y="289"/>
                    <a:pt x="325" y="289"/>
                    <a:pt x="325" y="289"/>
                  </a:cubicBezTo>
                  <a:cubicBezTo>
                    <a:pt x="325" y="289"/>
                    <a:pt x="326" y="286"/>
                    <a:pt x="326" y="286"/>
                  </a:cubicBezTo>
                  <a:cubicBezTo>
                    <a:pt x="328" y="286"/>
                    <a:pt x="331" y="283"/>
                    <a:pt x="332" y="281"/>
                  </a:cubicBezTo>
                  <a:cubicBezTo>
                    <a:pt x="332" y="282"/>
                    <a:pt x="332" y="282"/>
                    <a:pt x="332" y="282"/>
                  </a:cubicBezTo>
                  <a:cubicBezTo>
                    <a:pt x="332" y="281"/>
                    <a:pt x="332" y="279"/>
                    <a:pt x="333" y="280"/>
                  </a:cubicBezTo>
                  <a:cubicBezTo>
                    <a:pt x="333" y="279"/>
                    <a:pt x="334" y="280"/>
                    <a:pt x="335" y="280"/>
                  </a:cubicBezTo>
                  <a:cubicBezTo>
                    <a:pt x="335" y="280"/>
                    <a:pt x="334" y="279"/>
                    <a:pt x="334" y="279"/>
                  </a:cubicBezTo>
                  <a:cubicBezTo>
                    <a:pt x="337" y="279"/>
                    <a:pt x="337" y="275"/>
                    <a:pt x="339" y="274"/>
                  </a:cubicBezTo>
                  <a:cubicBezTo>
                    <a:pt x="339" y="274"/>
                    <a:pt x="340" y="275"/>
                    <a:pt x="340" y="276"/>
                  </a:cubicBezTo>
                  <a:cubicBezTo>
                    <a:pt x="341" y="274"/>
                    <a:pt x="341" y="272"/>
                    <a:pt x="341" y="270"/>
                  </a:cubicBezTo>
                  <a:cubicBezTo>
                    <a:pt x="341" y="270"/>
                    <a:pt x="342" y="270"/>
                    <a:pt x="342" y="271"/>
                  </a:cubicBezTo>
                  <a:cubicBezTo>
                    <a:pt x="342" y="270"/>
                    <a:pt x="343" y="269"/>
                    <a:pt x="342" y="267"/>
                  </a:cubicBezTo>
                  <a:cubicBezTo>
                    <a:pt x="341" y="268"/>
                    <a:pt x="343" y="268"/>
                    <a:pt x="342" y="268"/>
                  </a:cubicBezTo>
                  <a:cubicBezTo>
                    <a:pt x="341" y="268"/>
                    <a:pt x="340" y="266"/>
                    <a:pt x="341" y="266"/>
                  </a:cubicBezTo>
                  <a:cubicBezTo>
                    <a:pt x="341" y="266"/>
                    <a:pt x="341" y="266"/>
                    <a:pt x="341" y="266"/>
                  </a:cubicBezTo>
                  <a:cubicBezTo>
                    <a:pt x="342" y="265"/>
                    <a:pt x="341" y="265"/>
                    <a:pt x="342" y="263"/>
                  </a:cubicBezTo>
                  <a:cubicBezTo>
                    <a:pt x="343" y="263"/>
                    <a:pt x="342" y="264"/>
                    <a:pt x="343" y="264"/>
                  </a:cubicBezTo>
                  <a:cubicBezTo>
                    <a:pt x="345" y="265"/>
                    <a:pt x="345" y="262"/>
                    <a:pt x="346" y="262"/>
                  </a:cubicBezTo>
                  <a:cubicBezTo>
                    <a:pt x="344" y="261"/>
                    <a:pt x="344" y="261"/>
                    <a:pt x="344" y="261"/>
                  </a:cubicBezTo>
                  <a:cubicBezTo>
                    <a:pt x="344" y="260"/>
                    <a:pt x="346" y="261"/>
                    <a:pt x="346" y="260"/>
                  </a:cubicBezTo>
                  <a:cubicBezTo>
                    <a:pt x="342" y="256"/>
                    <a:pt x="342" y="256"/>
                    <a:pt x="342" y="256"/>
                  </a:cubicBezTo>
                  <a:cubicBezTo>
                    <a:pt x="342" y="257"/>
                    <a:pt x="344" y="256"/>
                    <a:pt x="345" y="257"/>
                  </a:cubicBezTo>
                  <a:cubicBezTo>
                    <a:pt x="346" y="255"/>
                    <a:pt x="342" y="254"/>
                    <a:pt x="341" y="253"/>
                  </a:cubicBezTo>
                  <a:cubicBezTo>
                    <a:pt x="342" y="252"/>
                    <a:pt x="341" y="250"/>
                    <a:pt x="341" y="250"/>
                  </a:cubicBezTo>
                  <a:cubicBezTo>
                    <a:pt x="342" y="250"/>
                    <a:pt x="341" y="250"/>
                    <a:pt x="342" y="250"/>
                  </a:cubicBezTo>
                  <a:cubicBezTo>
                    <a:pt x="343" y="250"/>
                    <a:pt x="343" y="250"/>
                    <a:pt x="343" y="250"/>
                  </a:cubicBezTo>
                  <a:cubicBezTo>
                    <a:pt x="343" y="251"/>
                    <a:pt x="346" y="250"/>
                    <a:pt x="347" y="251"/>
                  </a:cubicBezTo>
                  <a:cubicBezTo>
                    <a:pt x="346" y="249"/>
                    <a:pt x="347" y="247"/>
                    <a:pt x="347" y="246"/>
                  </a:cubicBezTo>
                  <a:cubicBezTo>
                    <a:pt x="345" y="247"/>
                    <a:pt x="346" y="244"/>
                    <a:pt x="343" y="244"/>
                  </a:cubicBezTo>
                  <a:cubicBezTo>
                    <a:pt x="343" y="242"/>
                    <a:pt x="346" y="243"/>
                    <a:pt x="346" y="242"/>
                  </a:cubicBezTo>
                  <a:cubicBezTo>
                    <a:pt x="345" y="240"/>
                    <a:pt x="346" y="239"/>
                    <a:pt x="345" y="237"/>
                  </a:cubicBezTo>
                  <a:cubicBezTo>
                    <a:pt x="346" y="237"/>
                    <a:pt x="346" y="237"/>
                    <a:pt x="346" y="237"/>
                  </a:cubicBezTo>
                  <a:cubicBezTo>
                    <a:pt x="345" y="236"/>
                    <a:pt x="346" y="233"/>
                    <a:pt x="344" y="232"/>
                  </a:cubicBezTo>
                  <a:cubicBezTo>
                    <a:pt x="345" y="232"/>
                    <a:pt x="345" y="232"/>
                    <a:pt x="345" y="232"/>
                  </a:cubicBezTo>
                  <a:cubicBezTo>
                    <a:pt x="346" y="231"/>
                    <a:pt x="342" y="232"/>
                    <a:pt x="343" y="230"/>
                  </a:cubicBezTo>
                  <a:cubicBezTo>
                    <a:pt x="345" y="231"/>
                    <a:pt x="345" y="231"/>
                    <a:pt x="345" y="231"/>
                  </a:cubicBezTo>
                  <a:cubicBezTo>
                    <a:pt x="343" y="230"/>
                    <a:pt x="346" y="229"/>
                    <a:pt x="344" y="227"/>
                  </a:cubicBezTo>
                  <a:cubicBezTo>
                    <a:pt x="344" y="227"/>
                    <a:pt x="345" y="227"/>
                    <a:pt x="345" y="228"/>
                  </a:cubicBezTo>
                  <a:cubicBezTo>
                    <a:pt x="344" y="226"/>
                    <a:pt x="345" y="225"/>
                    <a:pt x="343" y="224"/>
                  </a:cubicBezTo>
                  <a:cubicBezTo>
                    <a:pt x="344" y="224"/>
                    <a:pt x="345" y="224"/>
                    <a:pt x="345" y="225"/>
                  </a:cubicBezTo>
                  <a:cubicBezTo>
                    <a:pt x="346" y="224"/>
                    <a:pt x="343" y="223"/>
                    <a:pt x="344" y="222"/>
                  </a:cubicBezTo>
                  <a:cubicBezTo>
                    <a:pt x="344" y="222"/>
                    <a:pt x="345" y="222"/>
                    <a:pt x="346" y="222"/>
                  </a:cubicBezTo>
                  <a:cubicBezTo>
                    <a:pt x="344" y="221"/>
                    <a:pt x="345" y="219"/>
                    <a:pt x="344" y="219"/>
                  </a:cubicBezTo>
                  <a:cubicBezTo>
                    <a:pt x="345" y="219"/>
                    <a:pt x="346" y="218"/>
                    <a:pt x="347" y="218"/>
                  </a:cubicBezTo>
                  <a:cubicBezTo>
                    <a:pt x="348" y="213"/>
                    <a:pt x="351" y="208"/>
                    <a:pt x="353" y="202"/>
                  </a:cubicBezTo>
                  <a:cubicBezTo>
                    <a:pt x="355" y="203"/>
                    <a:pt x="353" y="204"/>
                    <a:pt x="355" y="204"/>
                  </a:cubicBezTo>
                  <a:cubicBezTo>
                    <a:pt x="353" y="203"/>
                    <a:pt x="355" y="203"/>
                    <a:pt x="355" y="202"/>
                  </a:cubicBezTo>
                  <a:cubicBezTo>
                    <a:pt x="356" y="202"/>
                    <a:pt x="356" y="202"/>
                    <a:pt x="356" y="202"/>
                  </a:cubicBezTo>
                  <a:cubicBezTo>
                    <a:pt x="356" y="201"/>
                    <a:pt x="357" y="202"/>
                    <a:pt x="357" y="201"/>
                  </a:cubicBezTo>
                  <a:cubicBezTo>
                    <a:pt x="357" y="200"/>
                    <a:pt x="357" y="200"/>
                    <a:pt x="357" y="200"/>
                  </a:cubicBezTo>
                  <a:cubicBezTo>
                    <a:pt x="356" y="199"/>
                    <a:pt x="360" y="201"/>
                    <a:pt x="358" y="199"/>
                  </a:cubicBezTo>
                  <a:cubicBezTo>
                    <a:pt x="360" y="200"/>
                    <a:pt x="360" y="200"/>
                    <a:pt x="360" y="200"/>
                  </a:cubicBezTo>
                  <a:cubicBezTo>
                    <a:pt x="359" y="197"/>
                    <a:pt x="361" y="199"/>
                    <a:pt x="361" y="197"/>
                  </a:cubicBezTo>
                  <a:cubicBezTo>
                    <a:pt x="361" y="197"/>
                    <a:pt x="361" y="197"/>
                    <a:pt x="361" y="197"/>
                  </a:cubicBezTo>
                  <a:cubicBezTo>
                    <a:pt x="363" y="198"/>
                    <a:pt x="362" y="194"/>
                    <a:pt x="363" y="195"/>
                  </a:cubicBezTo>
                  <a:cubicBezTo>
                    <a:pt x="364" y="194"/>
                    <a:pt x="365" y="193"/>
                    <a:pt x="364" y="191"/>
                  </a:cubicBezTo>
                  <a:cubicBezTo>
                    <a:pt x="365" y="193"/>
                    <a:pt x="365" y="193"/>
                    <a:pt x="365" y="193"/>
                  </a:cubicBezTo>
                  <a:cubicBezTo>
                    <a:pt x="366" y="192"/>
                    <a:pt x="368" y="191"/>
                    <a:pt x="369" y="190"/>
                  </a:cubicBezTo>
                  <a:cubicBezTo>
                    <a:pt x="374" y="190"/>
                    <a:pt x="379" y="190"/>
                    <a:pt x="383" y="191"/>
                  </a:cubicBezTo>
                  <a:cubicBezTo>
                    <a:pt x="386" y="192"/>
                    <a:pt x="388" y="193"/>
                    <a:pt x="390" y="194"/>
                  </a:cubicBezTo>
                  <a:cubicBezTo>
                    <a:pt x="389" y="196"/>
                    <a:pt x="388" y="198"/>
                    <a:pt x="388" y="200"/>
                  </a:cubicBezTo>
                  <a:cubicBezTo>
                    <a:pt x="387" y="201"/>
                    <a:pt x="386" y="199"/>
                    <a:pt x="386" y="199"/>
                  </a:cubicBezTo>
                  <a:cubicBezTo>
                    <a:pt x="384" y="205"/>
                    <a:pt x="377" y="203"/>
                    <a:pt x="373" y="209"/>
                  </a:cubicBezTo>
                  <a:cubicBezTo>
                    <a:pt x="369" y="210"/>
                    <a:pt x="365" y="215"/>
                    <a:pt x="365" y="215"/>
                  </a:cubicBezTo>
                  <a:cubicBezTo>
                    <a:pt x="382" y="216"/>
                    <a:pt x="389" y="211"/>
                    <a:pt x="399" y="205"/>
                  </a:cubicBezTo>
                  <a:cubicBezTo>
                    <a:pt x="401" y="203"/>
                    <a:pt x="402" y="201"/>
                    <a:pt x="403" y="198"/>
                  </a:cubicBezTo>
                  <a:cubicBezTo>
                    <a:pt x="405" y="199"/>
                    <a:pt x="406" y="199"/>
                    <a:pt x="406" y="198"/>
                  </a:cubicBezTo>
                  <a:cubicBezTo>
                    <a:pt x="405" y="197"/>
                    <a:pt x="404" y="197"/>
                    <a:pt x="404" y="196"/>
                  </a:cubicBezTo>
                  <a:cubicBezTo>
                    <a:pt x="404" y="194"/>
                    <a:pt x="405" y="191"/>
                    <a:pt x="406" y="188"/>
                  </a:cubicBezTo>
                  <a:cubicBezTo>
                    <a:pt x="398" y="164"/>
                    <a:pt x="382" y="170"/>
                    <a:pt x="375" y="170"/>
                  </a:cubicBezTo>
                  <a:cubicBezTo>
                    <a:pt x="367" y="172"/>
                    <a:pt x="361" y="175"/>
                    <a:pt x="356" y="179"/>
                  </a:cubicBezTo>
                  <a:cubicBezTo>
                    <a:pt x="356" y="179"/>
                    <a:pt x="356" y="179"/>
                    <a:pt x="357" y="180"/>
                  </a:cubicBezTo>
                  <a:cubicBezTo>
                    <a:pt x="354" y="179"/>
                    <a:pt x="351" y="179"/>
                    <a:pt x="349" y="179"/>
                  </a:cubicBezTo>
                  <a:cubicBezTo>
                    <a:pt x="332" y="177"/>
                    <a:pt x="315" y="175"/>
                    <a:pt x="313" y="163"/>
                  </a:cubicBezTo>
                  <a:cubicBezTo>
                    <a:pt x="308" y="154"/>
                    <a:pt x="303" y="139"/>
                    <a:pt x="301" y="128"/>
                  </a:cubicBezTo>
                  <a:cubicBezTo>
                    <a:pt x="300" y="124"/>
                    <a:pt x="300" y="121"/>
                    <a:pt x="299" y="117"/>
                  </a:cubicBezTo>
                  <a:cubicBezTo>
                    <a:pt x="323" y="112"/>
                    <a:pt x="296" y="118"/>
                    <a:pt x="307" y="115"/>
                  </a:cubicBezTo>
                  <a:cubicBezTo>
                    <a:pt x="307" y="115"/>
                    <a:pt x="307" y="115"/>
                    <a:pt x="307" y="115"/>
                  </a:cubicBezTo>
                  <a:cubicBezTo>
                    <a:pt x="307" y="114"/>
                    <a:pt x="307" y="114"/>
                    <a:pt x="307" y="114"/>
                  </a:cubicBezTo>
                  <a:cubicBezTo>
                    <a:pt x="306" y="113"/>
                    <a:pt x="306" y="113"/>
                    <a:pt x="306" y="113"/>
                  </a:cubicBezTo>
                  <a:cubicBezTo>
                    <a:pt x="306" y="110"/>
                    <a:pt x="306" y="110"/>
                    <a:pt x="306" y="110"/>
                  </a:cubicBezTo>
                  <a:cubicBezTo>
                    <a:pt x="303" y="103"/>
                    <a:pt x="304" y="96"/>
                    <a:pt x="292" y="85"/>
                  </a:cubicBezTo>
                  <a:cubicBezTo>
                    <a:pt x="277" y="75"/>
                    <a:pt x="266" y="83"/>
                    <a:pt x="261" y="92"/>
                  </a:cubicBezTo>
                  <a:cubicBezTo>
                    <a:pt x="260" y="93"/>
                    <a:pt x="259" y="94"/>
                    <a:pt x="258" y="95"/>
                  </a:cubicBezTo>
                  <a:cubicBezTo>
                    <a:pt x="257" y="95"/>
                    <a:pt x="257" y="95"/>
                    <a:pt x="257" y="95"/>
                  </a:cubicBezTo>
                  <a:cubicBezTo>
                    <a:pt x="255" y="97"/>
                    <a:pt x="253" y="98"/>
                    <a:pt x="251" y="102"/>
                  </a:cubicBezTo>
                  <a:cubicBezTo>
                    <a:pt x="251" y="102"/>
                    <a:pt x="251" y="102"/>
                    <a:pt x="251" y="102"/>
                  </a:cubicBezTo>
                  <a:cubicBezTo>
                    <a:pt x="251" y="106"/>
                    <a:pt x="245" y="110"/>
                    <a:pt x="247" y="113"/>
                  </a:cubicBezTo>
                  <a:cubicBezTo>
                    <a:pt x="245" y="115"/>
                    <a:pt x="245" y="115"/>
                    <a:pt x="245" y="115"/>
                  </a:cubicBezTo>
                  <a:cubicBezTo>
                    <a:pt x="246" y="120"/>
                    <a:pt x="243" y="122"/>
                    <a:pt x="245" y="127"/>
                  </a:cubicBezTo>
                  <a:cubicBezTo>
                    <a:pt x="244" y="126"/>
                    <a:pt x="244" y="126"/>
                    <a:pt x="244" y="126"/>
                  </a:cubicBezTo>
                  <a:cubicBezTo>
                    <a:pt x="243" y="133"/>
                    <a:pt x="248" y="140"/>
                    <a:pt x="246" y="142"/>
                  </a:cubicBezTo>
                  <a:cubicBezTo>
                    <a:pt x="246" y="144"/>
                    <a:pt x="246" y="145"/>
                    <a:pt x="247" y="147"/>
                  </a:cubicBezTo>
                  <a:cubicBezTo>
                    <a:pt x="241" y="158"/>
                    <a:pt x="234" y="167"/>
                    <a:pt x="228" y="171"/>
                  </a:cubicBezTo>
                  <a:cubicBezTo>
                    <a:pt x="228" y="169"/>
                    <a:pt x="226" y="166"/>
                    <a:pt x="223" y="162"/>
                  </a:cubicBezTo>
                  <a:cubicBezTo>
                    <a:pt x="223" y="162"/>
                    <a:pt x="223" y="162"/>
                    <a:pt x="224" y="162"/>
                  </a:cubicBezTo>
                  <a:cubicBezTo>
                    <a:pt x="224" y="162"/>
                    <a:pt x="223" y="161"/>
                    <a:pt x="223" y="161"/>
                  </a:cubicBezTo>
                  <a:cubicBezTo>
                    <a:pt x="223" y="161"/>
                    <a:pt x="223" y="161"/>
                    <a:pt x="223" y="160"/>
                  </a:cubicBezTo>
                  <a:cubicBezTo>
                    <a:pt x="228" y="153"/>
                    <a:pt x="228" y="143"/>
                    <a:pt x="231" y="134"/>
                  </a:cubicBezTo>
                  <a:cubicBezTo>
                    <a:pt x="231" y="134"/>
                    <a:pt x="232" y="136"/>
                    <a:pt x="232" y="137"/>
                  </a:cubicBezTo>
                  <a:cubicBezTo>
                    <a:pt x="233" y="129"/>
                    <a:pt x="233" y="121"/>
                    <a:pt x="230" y="115"/>
                  </a:cubicBezTo>
                  <a:cubicBezTo>
                    <a:pt x="231" y="115"/>
                    <a:pt x="231" y="115"/>
                    <a:pt x="232" y="117"/>
                  </a:cubicBezTo>
                  <a:cubicBezTo>
                    <a:pt x="231" y="111"/>
                    <a:pt x="229" y="105"/>
                    <a:pt x="227" y="103"/>
                  </a:cubicBezTo>
                  <a:cubicBezTo>
                    <a:pt x="227" y="107"/>
                    <a:pt x="228" y="103"/>
                    <a:pt x="228" y="106"/>
                  </a:cubicBezTo>
                  <a:cubicBezTo>
                    <a:pt x="228" y="110"/>
                    <a:pt x="225" y="104"/>
                    <a:pt x="223" y="100"/>
                  </a:cubicBezTo>
                  <a:cubicBezTo>
                    <a:pt x="223" y="100"/>
                    <a:pt x="223" y="100"/>
                    <a:pt x="223" y="100"/>
                  </a:cubicBezTo>
                  <a:cubicBezTo>
                    <a:pt x="220" y="96"/>
                    <a:pt x="218" y="95"/>
                    <a:pt x="213" y="96"/>
                  </a:cubicBezTo>
                  <a:cubicBezTo>
                    <a:pt x="209" y="95"/>
                    <a:pt x="216" y="95"/>
                    <a:pt x="214" y="94"/>
                  </a:cubicBezTo>
                  <a:cubicBezTo>
                    <a:pt x="211" y="90"/>
                    <a:pt x="201" y="99"/>
                    <a:pt x="201" y="100"/>
                  </a:cubicBezTo>
                  <a:cubicBezTo>
                    <a:pt x="200" y="102"/>
                    <a:pt x="199" y="104"/>
                    <a:pt x="200" y="104"/>
                  </a:cubicBezTo>
                  <a:cubicBezTo>
                    <a:pt x="198" y="108"/>
                    <a:pt x="198" y="105"/>
                    <a:pt x="197" y="108"/>
                  </a:cubicBezTo>
                  <a:cubicBezTo>
                    <a:pt x="196" y="112"/>
                    <a:pt x="197" y="116"/>
                    <a:pt x="199" y="120"/>
                  </a:cubicBezTo>
                  <a:cubicBezTo>
                    <a:pt x="198" y="119"/>
                    <a:pt x="196" y="123"/>
                    <a:pt x="195" y="120"/>
                  </a:cubicBezTo>
                  <a:cubicBezTo>
                    <a:pt x="196" y="129"/>
                    <a:pt x="200" y="133"/>
                    <a:pt x="202" y="137"/>
                  </a:cubicBezTo>
                  <a:cubicBezTo>
                    <a:pt x="202" y="140"/>
                    <a:pt x="205" y="147"/>
                    <a:pt x="207" y="149"/>
                  </a:cubicBezTo>
                  <a:cubicBezTo>
                    <a:pt x="206" y="151"/>
                    <a:pt x="206" y="147"/>
                    <a:pt x="205" y="147"/>
                  </a:cubicBezTo>
                  <a:cubicBezTo>
                    <a:pt x="205" y="151"/>
                    <a:pt x="205" y="151"/>
                    <a:pt x="205" y="151"/>
                  </a:cubicBezTo>
                  <a:cubicBezTo>
                    <a:pt x="202" y="146"/>
                    <a:pt x="203" y="153"/>
                    <a:pt x="201" y="150"/>
                  </a:cubicBezTo>
                  <a:cubicBezTo>
                    <a:pt x="202" y="153"/>
                    <a:pt x="204" y="158"/>
                    <a:pt x="206" y="163"/>
                  </a:cubicBezTo>
                  <a:cubicBezTo>
                    <a:pt x="203" y="170"/>
                    <a:pt x="201" y="172"/>
                    <a:pt x="194" y="178"/>
                  </a:cubicBezTo>
                  <a:cubicBezTo>
                    <a:pt x="195" y="178"/>
                    <a:pt x="192" y="180"/>
                    <a:pt x="194" y="181"/>
                  </a:cubicBezTo>
                  <a:cubicBezTo>
                    <a:pt x="194" y="183"/>
                    <a:pt x="192" y="183"/>
                    <a:pt x="191" y="183"/>
                  </a:cubicBezTo>
                  <a:cubicBezTo>
                    <a:pt x="192" y="182"/>
                    <a:pt x="193" y="182"/>
                    <a:pt x="192" y="176"/>
                  </a:cubicBezTo>
                  <a:cubicBezTo>
                    <a:pt x="186" y="156"/>
                    <a:pt x="180" y="130"/>
                    <a:pt x="179" y="108"/>
                  </a:cubicBezTo>
                  <a:cubicBezTo>
                    <a:pt x="179" y="110"/>
                    <a:pt x="178" y="110"/>
                    <a:pt x="178" y="108"/>
                  </a:cubicBezTo>
                  <a:cubicBezTo>
                    <a:pt x="181" y="106"/>
                    <a:pt x="176" y="101"/>
                    <a:pt x="177" y="97"/>
                  </a:cubicBezTo>
                  <a:cubicBezTo>
                    <a:pt x="178" y="97"/>
                    <a:pt x="178" y="99"/>
                    <a:pt x="178" y="100"/>
                  </a:cubicBezTo>
                  <a:cubicBezTo>
                    <a:pt x="179" y="89"/>
                    <a:pt x="176" y="81"/>
                    <a:pt x="177" y="71"/>
                  </a:cubicBezTo>
                  <a:cubicBezTo>
                    <a:pt x="175" y="62"/>
                    <a:pt x="178" y="51"/>
                    <a:pt x="176" y="45"/>
                  </a:cubicBezTo>
                  <a:cubicBezTo>
                    <a:pt x="177" y="46"/>
                    <a:pt x="176" y="41"/>
                    <a:pt x="177" y="39"/>
                  </a:cubicBezTo>
                  <a:cubicBezTo>
                    <a:pt x="176" y="36"/>
                    <a:pt x="176" y="34"/>
                    <a:pt x="176" y="31"/>
                  </a:cubicBezTo>
                  <a:cubicBezTo>
                    <a:pt x="176" y="30"/>
                    <a:pt x="176" y="29"/>
                    <a:pt x="176" y="28"/>
                  </a:cubicBezTo>
                  <a:cubicBezTo>
                    <a:pt x="176" y="27"/>
                    <a:pt x="176" y="27"/>
                    <a:pt x="176" y="27"/>
                  </a:cubicBezTo>
                  <a:cubicBezTo>
                    <a:pt x="176" y="23"/>
                    <a:pt x="177" y="18"/>
                    <a:pt x="176" y="14"/>
                  </a:cubicBezTo>
                  <a:cubicBezTo>
                    <a:pt x="176" y="13"/>
                    <a:pt x="175" y="2"/>
                    <a:pt x="174" y="1"/>
                  </a:cubicBezTo>
                  <a:cubicBezTo>
                    <a:pt x="173" y="0"/>
                    <a:pt x="172" y="6"/>
                    <a:pt x="170" y="6"/>
                  </a:cubicBezTo>
                  <a:cubicBezTo>
                    <a:pt x="162" y="5"/>
                    <a:pt x="168" y="10"/>
                    <a:pt x="161" y="11"/>
                  </a:cubicBezTo>
                  <a:cubicBezTo>
                    <a:pt x="157" y="12"/>
                    <a:pt x="156" y="13"/>
                    <a:pt x="154" y="16"/>
                  </a:cubicBezTo>
                  <a:cubicBezTo>
                    <a:pt x="155" y="20"/>
                    <a:pt x="155" y="24"/>
                    <a:pt x="155" y="28"/>
                  </a:cubicBezTo>
                  <a:cubicBezTo>
                    <a:pt x="156" y="67"/>
                    <a:pt x="156" y="67"/>
                    <a:pt x="156" y="67"/>
                  </a:cubicBezTo>
                  <a:cubicBezTo>
                    <a:pt x="156" y="75"/>
                    <a:pt x="154" y="84"/>
                    <a:pt x="153" y="92"/>
                  </a:cubicBezTo>
                  <a:cubicBezTo>
                    <a:pt x="148" y="91"/>
                    <a:pt x="142" y="91"/>
                    <a:pt x="139" y="94"/>
                  </a:cubicBezTo>
                  <a:cubicBezTo>
                    <a:pt x="137" y="95"/>
                    <a:pt x="135" y="96"/>
                    <a:pt x="134" y="98"/>
                  </a:cubicBezTo>
                  <a:cubicBezTo>
                    <a:pt x="125" y="103"/>
                    <a:pt x="119" y="113"/>
                    <a:pt x="119" y="118"/>
                  </a:cubicBezTo>
                  <a:cubicBezTo>
                    <a:pt x="118" y="121"/>
                    <a:pt x="118" y="124"/>
                    <a:pt x="118" y="127"/>
                  </a:cubicBezTo>
                  <a:cubicBezTo>
                    <a:pt x="115" y="132"/>
                    <a:pt x="113" y="140"/>
                    <a:pt x="112" y="144"/>
                  </a:cubicBezTo>
                  <a:cubicBezTo>
                    <a:pt x="111" y="152"/>
                    <a:pt x="111" y="155"/>
                    <a:pt x="111" y="160"/>
                  </a:cubicBezTo>
                  <a:cubicBezTo>
                    <a:pt x="111" y="163"/>
                    <a:pt x="109" y="164"/>
                    <a:pt x="108" y="165"/>
                  </a:cubicBezTo>
                  <a:cubicBezTo>
                    <a:pt x="105" y="174"/>
                    <a:pt x="100" y="181"/>
                    <a:pt x="100" y="189"/>
                  </a:cubicBezTo>
                  <a:cubicBezTo>
                    <a:pt x="99" y="189"/>
                    <a:pt x="99" y="189"/>
                    <a:pt x="99" y="189"/>
                  </a:cubicBezTo>
                  <a:cubicBezTo>
                    <a:pt x="98" y="195"/>
                    <a:pt x="93" y="208"/>
                    <a:pt x="88" y="208"/>
                  </a:cubicBezTo>
                  <a:cubicBezTo>
                    <a:pt x="88" y="210"/>
                    <a:pt x="83" y="208"/>
                    <a:pt x="85" y="211"/>
                  </a:cubicBezTo>
                  <a:cubicBezTo>
                    <a:pt x="82" y="210"/>
                    <a:pt x="85" y="209"/>
                    <a:pt x="82" y="208"/>
                  </a:cubicBezTo>
                  <a:cubicBezTo>
                    <a:pt x="83" y="209"/>
                    <a:pt x="84" y="208"/>
                    <a:pt x="85" y="208"/>
                  </a:cubicBezTo>
                  <a:cubicBezTo>
                    <a:pt x="78" y="200"/>
                    <a:pt x="79" y="178"/>
                    <a:pt x="79" y="161"/>
                  </a:cubicBezTo>
                  <a:cubicBezTo>
                    <a:pt x="81" y="156"/>
                    <a:pt x="80" y="144"/>
                    <a:pt x="81" y="133"/>
                  </a:cubicBezTo>
                  <a:cubicBezTo>
                    <a:pt x="81" y="131"/>
                    <a:pt x="81" y="131"/>
                    <a:pt x="81" y="131"/>
                  </a:cubicBezTo>
                  <a:cubicBezTo>
                    <a:pt x="82" y="131"/>
                    <a:pt x="82" y="131"/>
                    <a:pt x="83" y="131"/>
                  </a:cubicBezTo>
                  <a:cubicBezTo>
                    <a:pt x="83" y="131"/>
                    <a:pt x="83" y="130"/>
                    <a:pt x="83" y="130"/>
                  </a:cubicBezTo>
                  <a:cubicBezTo>
                    <a:pt x="83" y="129"/>
                    <a:pt x="83" y="129"/>
                    <a:pt x="83" y="129"/>
                  </a:cubicBezTo>
                  <a:cubicBezTo>
                    <a:pt x="83" y="128"/>
                    <a:pt x="83" y="128"/>
                    <a:pt x="83" y="128"/>
                  </a:cubicBezTo>
                  <a:cubicBezTo>
                    <a:pt x="82" y="128"/>
                    <a:pt x="82" y="128"/>
                    <a:pt x="81" y="128"/>
                  </a:cubicBezTo>
                  <a:cubicBezTo>
                    <a:pt x="81" y="127"/>
                    <a:pt x="81" y="127"/>
                    <a:pt x="81" y="127"/>
                  </a:cubicBezTo>
                  <a:cubicBezTo>
                    <a:pt x="82" y="128"/>
                    <a:pt x="82" y="128"/>
                    <a:pt x="83" y="128"/>
                  </a:cubicBezTo>
                  <a:cubicBezTo>
                    <a:pt x="83" y="128"/>
                    <a:pt x="83" y="128"/>
                    <a:pt x="83" y="128"/>
                  </a:cubicBezTo>
                  <a:cubicBezTo>
                    <a:pt x="83" y="127"/>
                    <a:pt x="83" y="127"/>
                    <a:pt x="83" y="127"/>
                  </a:cubicBezTo>
                  <a:cubicBezTo>
                    <a:pt x="83" y="127"/>
                    <a:pt x="83" y="127"/>
                    <a:pt x="83" y="127"/>
                  </a:cubicBezTo>
                  <a:cubicBezTo>
                    <a:pt x="83" y="127"/>
                    <a:pt x="83" y="127"/>
                    <a:pt x="83" y="127"/>
                  </a:cubicBezTo>
                  <a:cubicBezTo>
                    <a:pt x="83" y="127"/>
                    <a:pt x="83" y="127"/>
                    <a:pt x="83" y="127"/>
                  </a:cubicBezTo>
                  <a:cubicBezTo>
                    <a:pt x="83" y="127"/>
                    <a:pt x="82" y="127"/>
                    <a:pt x="81" y="127"/>
                  </a:cubicBezTo>
                  <a:cubicBezTo>
                    <a:pt x="81" y="126"/>
                    <a:pt x="81" y="126"/>
                    <a:pt x="81" y="126"/>
                  </a:cubicBezTo>
                  <a:cubicBezTo>
                    <a:pt x="62" y="125"/>
                    <a:pt x="75" y="126"/>
                    <a:pt x="71" y="127"/>
                  </a:cubicBezTo>
                  <a:cubicBezTo>
                    <a:pt x="71" y="127"/>
                    <a:pt x="71" y="127"/>
                    <a:pt x="71" y="127"/>
                  </a:cubicBezTo>
                  <a:cubicBezTo>
                    <a:pt x="66" y="126"/>
                    <a:pt x="63" y="126"/>
                    <a:pt x="69" y="126"/>
                  </a:cubicBezTo>
                  <a:cubicBezTo>
                    <a:pt x="69" y="127"/>
                    <a:pt x="69" y="127"/>
                    <a:pt x="69" y="127"/>
                  </a:cubicBezTo>
                  <a:cubicBezTo>
                    <a:pt x="69" y="127"/>
                    <a:pt x="69" y="127"/>
                    <a:pt x="69" y="127"/>
                  </a:cubicBezTo>
                  <a:cubicBezTo>
                    <a:pt x="70" y="127"/>
                    <a:pt x="70" y="127"/>
                    <a:pt x="71" y="127"/>
                  </a:cubicBezTo>
                  <a:cubicBezTo>
                    <a:pt x="71" y="127"/>
                    <a:pt x="71" y="127"/>
                    <a:pt x="71" y="127"/>
                  </a:cubicBezTo>
                  <a:cubicBezTo>
                    <a:pt x="70" y="127"/>
                    <a:pt x="70" y="127"/>
                    <a:pt x="69" y="127"/>
                  </a:cubicBezTo>
                  <a:cubicBezTo>
                    <a:pt x="69" y="129"/>
                    <a:pt x="69" y="131"/>
                    <a:pt x="71" y="129"/>
                  </a:cubicBezTo>
                  <a:cubicBezTo>
                    <a:pt x="71" y="129"/>
                    <a:pt x="71" y="129"/>
                    <a:pt x="71" y="130"/>
                  </a:cubicBezTo>
                  <a:cubicBezTo>
                    <a:pt x="71" y="130"/>
                    <a:pt x="71" y="130"/>
                    <a:pt x="71" y="130"/>
                  </a:cubicBezTo>
                  <a:cubicBezTo>
                    <a:pt x="70" y="132"/>
                    <a:pt x="70" y="134"/>
                    <a:pt x="70" y="136"/>
                  </a:cubicBezTo>
                  <a:cubicBezTo>
                    <a:pt x="70" y="138"/>
                    <a:pt x="70" y="139"/>
                    <a:pt x="70" y="140"/>
                  </a:cubicBezTo>
                  <a:cubicBezTo>
                    <a:pt x="70" y="140"/>
                    <a:pt x="70" y="140"/>
                    <a:pt x="70" y="140"/>
                  </a:cubicBezTo>
                  <a:cubicBezTo>
                    <a:pt x="69" y="144"/>
                    <a:pt x="69" y="147"/>
                    <a:pt x="68" y="151"/>
                  </a:cubicBezTo>
                  <a:cubicBezTo>
                    <a:pt x="68" y="151"/>
                    <a:pt x="67" y="151"/>
                    <a:pt x="67" y="152"/>
                  </a:cubicBezTo>
                  <a:cubicBezTo>
                    <a:pt x="67" y="153"/>
                    <a:pt x="67" y="155"/>
                    <a:pt x="67" y="156"/>
                  </a:cubicBezTo>
                  <a:cubicBezTo>
                    <a:pt x="67" y="160"/>
                    <a:pt x="66" y="164"/>
                    <a:pt x="64" y="168"/>
                  </a:cubicBezTo>
                  <a:cubicBezTo>
                    <a:pt x="64" y="168"/>
                    <a:pt x="64" y="169"/>
                    <a:pt x="64" y="169"/>
                  </a:cubicBezTo>
                  <a:cubicBezTo>
                    <a:pt x="63" y="164"/>
                    <a:pt x="64" y="157"/>
                    <a:pt x="65" y="155"/>
                  </a:cubicBezTo>
                  <a:cubicBezTo>
                    <a:pt x="63" y="149"/>
                    <a:pt x="64" y="160"/>
                    <a:pt x="62" y="159"/>
                  </a:cubicBezTo>
                  <a:cubicBezTo>
                    <a:pt x="62" y="163"/>
                    <a:pt x="62" y="166"/>
                    <a:pt x="63" y="171"/>
                  </a:cubicBezTo>
                  <a:cubicBezTo>
                    <a:pt x="62" y="174"/>
                    <a:pt x="63" y="175"/>
                    <a:pt x="61" y="179"/>
                  </a:cubicBezTo>
                  <a:cubicBezTo>
                    <a:pt x="60" y="178"/>
                    <a:pt x="60" y="178"/>
                    <a:pt x="60" y="178"/>
                  </a:cubicBezTo>
                  <a:cubicBezTo>
                    <a:pt x="58" y="183"/>
                    <a:pt x="58" y="185"/>
                    <a:pt x="58" y="188"/>
                  </a:cubicBezTo>
                  <a:cubicBezTo>
                    <a:pt x="54" y="190"/>
                    <a:pt x="55" y="191"/>
                    <a:pt x="51" y="193"/>
                  </a:cubicBezTo>
                  <a:cubicBezTo>
                    <a:pt x="54" y="190"/>
                    <a:pt x="55" y="186"/>
                    <a:pt x="55" y="183"/>
                  </a:cubicBezTo>
                  <a:cubicBezTo>
                    <a:pt x="51" y="187"/>
                    <a:pt x="48" y="194"/>
                    <a:pt x="43" y="194"/>
                  </a:cubicBezTo>
                  <a:cubicBezTo>
                    <a:pt x="38" y="196"/>
                    <a:pt x="35" y="199"/>
                    <a:pt x="35" y="201"/>
                  </a:cubicBezTo>
                  <a:cubicBezTo>
                    <a:pt x="36" y="200"/>
                    <a:pt x="31" y="201"/>
                    <a:pt x="34" y="199"/>
                  </a:cubicBezTo>
                  <a:cubicBezTo>
                    <a:pt x="32" y="200"/>
                    <a:pt x="30" y="201"/>
                    <a:pt x="29" y="201"/>
                  </a:cubicBezTo>
                  <a:cubicBezTo>
                    <a:pt x="29" y="201"/>
                    <a:pt x="29" y="201"/>
                    <a:pt x="29" y="201"/>
                  </a:cubicBezTo>
                  <a:cubicBezTo>
                    <a:pt x="28" y="201"/>
                    <a:pt x="28" y="200"/>
                    <a:pt x="28" y="199"/>
                  </a:cubicBezTo>
                  <a:cubicBezTo>
                    <a:pt x="26" y="197"/>
                    <a:pt x="23" y="193"/>
                    <a:pt x="19" y="196"/>
                  </a:cubicBezTo>
                  <a:cubicBezTo>
                    <a:pt x="19" y="194"/>
                    <a:pt x="19" y="194"/>
                    <a:pt x="19" y="194"/>
                  </a:cubicBezTo>
                  <a:cubicBezTo>
                    <a:pt x="16" y="196"/>
                    <a:pt x="12" y="198"/>
                    <a:pt x="9" y="198"/>
                  </a:cubicBezTo>
                  <a:cubicBezTo>
                    <a:pt x="9" y="200"/>
                    <a:pt x="8" y="202"/>
                    <a:pt x="10" y="203"/>
                  </a:cubicBezTo>
                  <a:cubicBezTo>
                    <a:pt x="9" y="204"/>
                    <a:pt x="7" y="201"/>
                    <a:pt x="8" y="203"/>
                  </a:cubicBezTo>
                  <a:cubicBezTo>
                    <a:pt x="7" y="201"/>
                    <a:pt x="7" y="201"/>
                    <a:pt x="7" y="201"/>
                  </a:cubicBezTo>
                  <a:cubicBezTo>
                    <a:pt x="1" y="206"/>
                    <a:pt x="3" y="212"/>
                    <a:pt x="3" y="217"/>
                  </a:cubicBezTo>
                  <a:cubicBezTo>
                    <a:pt x="0" y="218"/>
                    <a:pt x="3" y="221"/>
                    <a:pt x="2" y="224"/>
                  </a:cubicBezTo>
                  <a:cubicBezTo>
                    <a:pt x="3" y="226"/>
                    <a:pt x="2" y="229"/>
                    <a:pt x="5" y="229"/>
                  </a:cubicBezTo>
                  <a:cubicBezTo>
                    <a:pt x="4" y="230"/>
                    <a:pt x="4" y="230"/>
                    <a:pt x="4" y="230"/>
                  </a:cubicBezTo>
                  <a:cubicBezTo>
                    <a:pt x="4" y="232"/>
                    <a:pt x="4" y="235"/>
                    <a:pt x="5" y="237"/>
                  </a:cubicBezTo>
                  <a:cubicBezTo>
                    <a:pt x="5" y="239"/>
                    <a:pt x="7" y="238"/>
                    <a:pt x="8" y="239"/>
                  </a:cubicBezTo>
                  <a:cubicBezTo>
                    <a:pt x="7" y="240"/>
                    <a:pt x="7" y="240"/>
                    <a:pt x="7" y="240"/>
                  </a:cubicBezTo>
                  <a:cubicBezTo>
                    <a:pt x="8" y="241"/>
                    <a:pt x="10" y="240"/>
                    <a:pt x="12" y="240"/>
                  </a:cubicBezTo>
                  <a:cubicBezTo>
                    <a:pt x="12" y="241"/>
                    <a:pt x="12" y="241"/>
                    <a:pt x="12" y="242"/>
                  </a:cubicBezTo>
                  <a:cubicBezTo>
                    <a:pt x="11" y="242"/>
                    <a:pt x="9" y="242"/>
                    <a:pt x="7" y="242"/>
                  </a:cubicBezTo>
                  <a:cubicBezTo>
                    <a:pt x="8" y="244"/>
                    <a:pt x="11" y="244"/>
                    <a:pt x="10" y="246"/>
                  </a:cubicBezTo>
                  <a:cubicBezTo>
                    <a:pt x="11" y="247"/>
                    <a:pt x="12" y="248"/>
                    <a:pt x="14" y="247"/>
                  </a:cubicBezTo>
                  <a:cubicBezTo>
                    <a:pt x="13" y="247"/>
                    <a:pt x="14" y="248"/>
                    <a:pt x="13" y="248"/>
                  </a:cubicBezTo>
                  <a:cubicBezTo>
                    <a:pt x="13" y="249"/>
                    <a:pt x="14" y="249"/>
                    <a:pt x="15" y="249"/>
                  </a:cubicBezTo>
                  <a:cubicBezTo>
                    <a:pt x="15" y="249"/>
                    <a:pt x="15" y="249"/>
                    <a:pt x="15" y="249"/>
                  </a:cubicBezTo>
                  <a:cubicBezTo>
                    <a:pt x="16" y="248"/>
                    <a:pt x="17" y="249"/>
                    <a:pt x="18" y="247"/>
                  </a:cubicBezTo>
                  <a:cubicBezTo>
                    <a:pt x="17" y="247"/>
                    <a:pt x="17" y="247"/>
                    <a:pt x="17" y="246"/>
                  </a:cubicBezTo>
                  <a:cubicBezTo>
                    <a:pt x="18" y="246"/>
                    <a:pt x="19" y="246"/>
                    <a:pt x="19" y="248"/>
                  </a:cubicBezTo>
                  <a:cubicBezTo>
                    <a:pt x="18" y="249"/>
                    <a:pt x="16" y="249"/>
                    <a:pt x="17" y="250"/>
                  </a:cubicBezTo>
                  <a:cubicBezTo>
                    <a:pt x="18" y="250"/>
                    <a:pt x="20" y="249"/>
                    <a:pt x="21" y="248"/>
                  </a:cubicBezTo>
                  <a:cubicBezTo>
                    <a:pt x="20" y="249"/>
                    <a:pt x="19" y="248"/>
                    <a:pt x="20" y="246"/>
                  </a:cubicBezTo>
                  <a:cubicBezTo>
                    <a:pt x="19" y="247"/>
                    <a:pt x="19" y="247"/>
                    <a:pt x="19" y="247"/>
                  </a:cubicBezTo>
                  <a:cubicBezTo>
                    <a:pt x="20" y="246"/>
                    <a:pt x="20" y="246"/>
                    <a:pt x="20" y="246"/>
                  </a:cubicBezTo>
                  <a:cubicBezTo>
                    <a:pt x="18" y="245"/>
                    <a:pt x="19" y="243"/>
                    <a:pt x="17" y="243"/>
                  </a:cubicBezTo>
                  <a:cubicBezTo>
                    <a:pt x="16" y="245"/>
                    <a:pt x="16" y="245"/>
                    <a:pt x="16" y="245"/>
                  </a:cubicBezTo>
                  <a:cubicBezTo>
                    <a:pt x="15" y="244"/>
                    <a:pt x="13" y="244"/>
                    <a:pt x="13" y="243"/>
                  </a:cubicBezTo>
                  <a:cubicBezTo>
                    <a:pt x="14" y="243"/>
                    <a:pt x="15" y="242"/>
                    <a:pt x="15" y="241"/>
                  </a:cubicBezTo>
                  <a:cubicBezTo>
                    <a:pt x="15" y="241"/>
                    <a:pt x="14" y="241"/>
                    <a:pt x="15" y="241"/>
                  </a:cubicBezTo>
                  <a:cubicBezTo>
                    <a:pt x="17" y="240"/>
                    <a:pt x="17" y="240"/>
                    <a:pt x="17" y="240"/>
                  </a:cubicBezTo>
                  <a:cubicBezTo>
                    <a:pt x="14" y="242"/>
                    <a:pt x="15" y="238"/>
                    <a:pt x="14" y="238"/>
                  </a:cubicBezTo>
                  <a:cubicBezTo>
                    <a:pt x="15" y="238"/>
                    <a:pt x="15" y="238"/>
                    <a:pt x="15" y="238"/>
                  </a:cubicBezTo>
                  <a:cubicBezTo>
                    <a:pt x="15" y="236"/>
                    <a:pt x="13" y="239"/>
                    <a:pt x="13" y="238"/>
                  </a:cubicBezTo>
                  <a:cubicBezTo>
                    <a:pt x="13" y="237"/>
                    <a:pt x="15" y="237"/>
                    <a:pt x="16" y="235"/>
                  </a:cubicBezTo>
                  <a:cubicBezTo>
                    <a:pt x="15" y="234"/>
                    <a:pt x="12" y="233"/>
                    <a:pt x="14" y="230"/>
                  </a:cubicBezTo>
                  <a:cubicBezTo>
                    <a:pt x="13" y="229"/>
                    <a:pt x="12" y="228"/>
                    <a:pt x="11" y="227"/>
                  </a:cubicBezTo>
                  <a:cubicBezTo>
                    <a:pt x="10" y="226"/>
                    <a:pt x="13" y="227"/>
                    <a:pt x="12" y="226"/>
                  </a:cubicBezTo>
                  <a:cubicBezTo>
                    <a:pt x="13" y="226"/>
                    <a:pt x="14" y="225"/>
                    <a:pt x="15" y="225"/>
                  </a:cubicBezTo>
                  <a:cubicBezTo>
                    <a:pt x="14" y="225"/>
                    <a:pt x="15" y="223"/>
                    <a:pt x="12" y="224"/>
                  </a:cubicBezTo>
                  <a:cubicBezTo>
                    <a:pt x="13" y="222"/>
                    <a:pt x="13" y="221"/>
                    <a:pt x="13" y="219"/>
                  </a:cubicBezTo>
                  <a:cubicBezTo>
                    <a:pt x="13" y="219"/>
                    <a:pt x="14" y="219"/>
                    <a:pt x="15" y="219"/>
                  </a:cubicBezTo>
                  <a:cubicBezTo>
                    <a:pt x="14" y="218"/>
                    <a:pt x="12" y="217"/>
                    <a:pt x="13" y="216"/>
                  </a:cubicBezTo>
                  <a:cubicBezTo>
                    <a:pt x="12" y="215"/>
                    <a:pt x="12" y="216"/>
                    <a:pt x="10" y="215"/>
                  </a:cubicBezTo>
                  <a:cubicBezTo>
                    <a:pt x="10" y="215"/>
                    <a:pt x="9" y="215"/>
                    <a:pt x="9" y="214"/>
                  </a:cubicBezTo>
                  <a:cubicBezTo>
                    <a:pt x="11" y="214"/>
                    <a:pt x="14" y="215"/>
                    <a:pt x="14" y="214"/>
                  </a:cubicBezTo>
                  <a:cubicBezTo>
                    <a:pt x="17" y="215"/>
                    <a:pt x="13" y="216"/>
                    <a:pt x="16" y="216"/>
                  </a:cubicBezTo>
                  <a:cubicBezTo>
                    <a:pt x="18" y="216"/>
                    <a:pt x="18" y="218"/>
                    <a:pt x="17" y="219"/>
                  </a:cubicBezTo>
                  <a:cubicBezTo>
                    <a:pt x="19" y="220"/>
                    <a:pt x="17" y="218"/>
                    <a:pt x="19" y="218"/>
                  </a:cubicBezTo>
                  <a:cubicBezTo>
                    <a:pt x="19" y="217"/>
                    <a:pt x="18" y="217"/>
                    <a:pt x="18" y="216"/>
                  </a:cubicBezTo>
                  <a:cubicBezTo>
                    <a:pt x="18" y="216"/>
                    <a:pt x="17" y="216"/>
                    <a:pt x="17" y="216"/>
                  </a:cubicBezTo>
                  <a:cubicBezTo>
                    <a:pt x="17" y="215"/>
                    <a:pt x="18" y="215"/>
                    <a:pt x="18" y="215"/>
                  </a:cubicBezTo>
                  <a:cubicBezTo>
                    <a:pt x="18" y="215"/>
                    <a:pt x="18" y="215"/>
                    <a:pt x="18" y="215"/>
                  </a:cubicBezTo>
                  <a:cubicBezTo>
                    <a:pt x="17" y="216"/>
                    <a:pt x="17" y="216"/>
                    <a:pt x="17" y="216"/>
                  </a:cubicBezTo>
                  <a:cubicBezTo>
                    <a:pt x="17" y="216"/>
                    <a:pt x="17" y="216"/>
                    <a:pt x="17" y="216"/>
                  </a:cubicBezTo>
                  <a:cubicBezTo>
                    <a:pt x="17" y="216"/>
                    <a:pt x="17" y="216"/>
                    <a:pt x="17" y="216"/>
                  </a:cubicBezTo>
                  <a:cubicBezTo>
                    <a:pt x="17" y="215"/>
                    <a:pt x="17" y="215"/>
                    <a:pt x="17" y="215"/>
                  </a:cubicBezTo>
                  <a:cubicBezTo>
                    <a:pt x="17" y="215"/>
                    <a:pt x="17" y="216"/>
                    <a:pt x="17" y="216"/>
                  </a:cubicBezTo>
                  <a:cubicBezTo>
                    <a:pt x="17" y="216"/>
                    <a:pt x="17" y="216"/>
                    <a:pt x="17" y="216"/>
                  </a:cubicBezTo>
                  <a:cubicBezTo>
                    <a:pt x="17" y="215"/>
                    <a:pt x="17" y="215"/>
                    <a:pt x="17" y="215"/>
                  </a:cubicBezTo>
                  <a:cubicBezTo>
                    <a:pt x="17" y="215"/>
                    <a:pt x="17" y="215"/>
                    <a:pt x="17" y="215"/>
                  </a:cubicBezTo>
                  <a:cubicBezTo>
                    <a:pt x="18" y="214"/>
                    <a:pt x="18" y="214"/>
                    <a:pt x="18" y="214"/>
                  </a:cubicBezTo>
                  <a:cubicBezTo>
                    <a:pt x="18" y="214"/>
                    <a:pt x="18" y="214"/>
                    <a:pt x="18" y="214"/>
                  </a:cubicBezTo>
                  <a:cubicBezTo>
                    <a:pt x="17" y="215"/>
                    <a:pt x="17" y="215"/>
                    <a:pt x="17" y="216"/>
                  </a:cubicBezTo>
                  <a:cubicBezTo>
                    <a:pt x="17" y="216"/>
                    <a:pt x="17" y="216"/>
                    <a:pt x="17" y="216"/>
                  </a:cubicBezTo>
                  <a:cubicBezTo>
                    <a:pt x="16" y="216"/>
                    <a:pt x="16" y="215"/>
                    <a:pt x="16" y="215"/>
                  </a:cubicBezTo>
                  <a:cubicBezTo>
                    <a:pt x="14" y="214"/>
                    <a:pt x="17" y="214"/>
                    <a:pt x="18" y="214"/>
                  </a:cubicBezTo>
                  <a:cubicBezTo>
                    <a:pt x="18" y="214"/>
                    <a:pt x="18" y="214"/>
                    <a:pt x="18" y="214"/>
                  </a:cubicBezTo>
                  <a:cubicBezTo>
                    <a:pt x="18" y="214"/>
                    <a:pt x="18" y="214"/>
                    <a:pt x="18" y="214"/>
                  </a:cubicBezTo>
                  <a:cubicBezTo>
                    <a:pt x="18" y="214"/>
                    <a:pt x="18" y="214"/>
                    <a:pt x="18" y="214"/>
                  </a:cubicBezTo>
                  <a:cubicBezTo>
                    <a:pt x="17" y="214"/>
                    <a:pt x="17" y="215"/>
                    <a:pt x="17" y="215"/>
                  </a:cubicBezTo>
                  <a:cubicBezTo>
                    <a:pt x="17" y="215"/>
                    <a:pt x="17" y="215"/>
                    <a:pt x="17" y="215"/>
                  </a:cubicBezTo>
                  <a:cubicBezTo>
                    <a:pt x="17" y="216"/>
                    <a:pt x="17" y="216"/>
                    <a:pt x="17" y="216"/>
                  </a:cubicBezTo>
                  <a:cubicBezTo>
                    <a:pt x="18" y="215"/>
                    <a:pt x="18" y="215"/>
                    <a:pt x="18" y="215"/>
                  </a:cubicBezTo>
                  <a:cubicBezTo>
                    <a:pt x="18" y="215"/>
                    <a:pt x="18" y="214"/>
                    <a:pt x="18" y="214"/>
                  </a:cubicBezTo>
                  <a:cubicBezTo>
                    <a:pt x="18" y="214"/>
                    <a:pt x="18" y="214"/>
                    <a:pt x="18" y="214"/>
                  </a:cubicBezTo>
                  <a:cubicBezTo>
                    <a:pt x="18" y="215"/>
                    <a:pt x="17" y="215"/>
                    <a:pt x="17" y="215"/>
                  </a:cubicBezTo>
                  <a:cubicBezTo>
                    <a:pt x="17" y="215"/>
                    <a:pt x="17" y="215"/>
                    <a:pt x="18" y="215"/>
                  </a:cubicBezTo>
                  <a:cubicBezTo>
                    <a:pt x="17" y="215"/>
                    <a:pt x="17" y="215"/>
                    <a:pt x="17" y="215"/>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9" y="212"/>
                  </a:cubicBezTo>
                  <a:cubicBezTo>
                    <a:pt x="19" y="212"/>
                    <a:pt x="19" y="212"/>
                    <a:pt x="19" y="212"/>
                  </a:cubicBezTo>
                  <a:cubicBezTo>
                    <a:pt x="19" y="212"/>
                    <a:pt x="19" y="212"/>
                    <a:pt x="19" y="212"/>
                  </a:cubicBezTo>
                  <a:cubicBezTo>
                    <a:pt x="19" y="212"/>
                    <a:pt x="19" y="212"/>
                    <a:pt x="19" y="212"/>
                  </a:cubicBezTo>
                  <a:cubicBezTo>
                    <a:pt x="20" y="212"/>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8" y="213"/>
                  </a:cubicBezTo>
                  <a:cubicBezTo>
                    <a:pt x="19" y="213"/>
                    <a:pt x="19" y="213"/>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9" y="213"/>
                    <a:pt x="19" y="213"/>
                  </a:cubicBezTo>
                  <a:cubicBezTo>
                    <a:pt x="18" y="213"/>
                    <a:pt x="18" y="213"/>
                    <a:pt x="18" y="213"/>
                  </a:cubicBezTo>
                  <a:cubicBezTo>
                    <a:pt x="18" y="213"/>
                    <a:pt x="18" y="214"/>
                    <a:pt x="18" y="214"/>
                  </a:cubicBezTo>
                  <a:cubicBezTo>
                    <a:pt x="18" y="214"/>
                    <a:pt x="18" y="214"/>
                    <a:pt x="18" y="213"/>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6"/>
                    <a:pt x="18" y="216"/>
                    <a:pt x="18" y="216"/>
                  </a:cubicBezTo>
                  <a:cubicBezTo>
                    <a:pt x="18" y="216"/>
                    <a:pt x="18" y="216"/>
                    <a:pt x="18" y="216"/>
                  </a:cubicBezTo>
                  <a:cubicBezTo>
                    <a:pt x="19" y="216"/>
                    <a:pt x="18" y="215"/>
                    <a:pt x="19" y="215"/>
                  </a:cubicBezTo>
                  <a:cubicBezTo>
                    <a:pt x="19" y="215"/>
                    <a:pt x="19" y="215"/>
                    <a:pt x="19" y="215"/>
                  </a:cubicBezTo>
                  <a:cubicBezTo>
                    <a:pt x="19" y="215"/>
                    <a:pt x="19" y="215"/>
                    <a:pt x="19" y="215"/>
                  </a:cubicBezTo>
                  <a:cubicBezTo>
                    <a:pt x="19" y="215"/>
                    <a:pt x="19" y="216"/>
                    <a:pt x="19" y="216"/>
                  </a:cubicBezTo>
                  <a:cubicBezTo>
                    <a:pt x="19" y="216"/>
                    <a:pt x="19" y="216"/>
                    <a:pt x="19" y="215"/>
                  </a:cubicBezTo>
                  <a:cubicBezTo>
                    <a:pt x="19" y="216"/>
                    <a:pt x="19" y="216"/>
                    <a:pt x="19" y="216"/>
                  </a:cubicBezTo>
                  <a:cubicBezTo>
                    <a:pt x="19" y="215"/>
                    <a:pt x="20" y="217"/>
                    <a:pt x="20" y="215"/>
                  </a:cubicBezTo>
                  <a:cubicBezTo>
                    <a:pt x="19" y="215"/>
                    <a:pt x="19" y="215"/>
                    <a:pt x="19" y="215"/>
                  </a:cubicBezTo>
                  <a:cubicBezTo>
                    <a:pt x="20" y="215"/>
                    <a:pt x="18" y="215"/>
                    <a:pt x="19" y="214"/>
                  </a:cubicBezTo>
                  <a:cubicBezTo>
                    <a:pt x="19" y="214"/>
                    <a:pt x="19" y="214"/>
                    <a:pt x="19" y="214"/>
                  </a:cubicBezTo>
                  <a:cubicBezTo>
                    <a:pt x="19" y="214"/>
                    <a:pt x="19" y="214"/>
                    <a:pt x="19" y="213"/>
                  </a:cubicBezTo>
                  <a:cubicBezTo>
                    <a:pt x="19" y="213"/>
                    <a:pt x="19" y="214"/>
                    <a:pt x="19" y="214"/>
                  </a:cubicBezTo>
                  <a:cubicBezTo>
                    <a:pt x="19" y="214"/>
                    <a:pt x="19" y="214"/>
                    <a:pt x="19" y="214"/>
                  </a:cubicBezTo>
                  <a:cubicBezTo>
                    <a:pt x="19" y="214"/>
                    <a:pt x="20" y="214"/>
                    <a:pt x="20" y="214"/>
                  </a:cubicBezTo>
                  <a:cubicBezTo>
                    <a:pt x="20" y="214"/>
                    <a:pt x="19" y="214"/>
                    <a:pt x="20" y="215"/>
                  </a:cubicBezTo>
                  <a:cubicBezTo>
                    <a:pt x="22" y="215"/>
                    <a:pt x="22" y="215"/>
                    <a:pt x="22" y="215"/>
                  </a:cubicBezTo>
                  <a:cubicBezTo>
                    <a:pt x="21" y="216"/>
                    <a:pt x="21" y="216"/>
                    <a:pt x="21" y="216"/>
                  </a:cubicBezTo>
                  <a:cubicBezTo>
                    <a:pt x="20" y="216"/>
                    <a:pt x="20" y="216"/>
                    <a:pt x="20" y="216"/>
                  </a:cubicBezTo>
                  <a:cubicBezTo>
                    <a:pt x="21" y="216"/>
                    <a:pt x="21" y="216"/>
                    <a:pt x="21" y="216"/>
                  </a:cubicBezTo>
                  <a:cubicBezTo>
                    <a:pt x="20" y="217"/>
                    <a:pt x="20" y="217"/>
                    <a:pt x="20" y="217"/>
                  </a:cubicBezTo>
                  <a:cubicBezTo>
                    <a:pt x="21" y="216"/>
                    <a:pt x="21" y="216"/>
                    <a:pt x="21" y="216"/>
                  </a:cubicBezTo>
                  <a:cubicBezTo>
                    <a:pt x="21" y="217"/>
                    <a:pt x="21" y="217"/>
                    <a:pt x="21" y="217"/>
                  </a:cubicBezTo>
                  <a:cubicBezTo>
                    <a:pt x="20" y="218"/>
                    <a:pt x="23" y="217"/>
                    <a:pt x="22" y="218"/>
                  </a:cubicBezTo>
                  <a:cubicBezTo>
                    <a:pt x="21" y="218"/>
                    <a:pt x="20" y="219"/>
                    <a:pt x="20" y="219"/>
                  </a:cubicBezTo>
                  <a:cubicBezTo>
                    <a:pt x="22" y="218"/>
                    <a:pt x="23" y="219"/>
                    <a:pt x="25" y="218"/>
                  </a:cubicBezTo>
                  <a:cubicBezTo>
                    <a:pt x="24" y="219"/>
                    <a:pt x="21" y="219"/>
                    <a:pt x="20" y="220"/>
                  </a:cubicBezTo>
                  <a:cubicBezTo>
                    <a:pt x="22" y="220"/>
                    <a:pt x="19" y="222"/>
                    <a:pt x="22" y="221"/>
                  </a:cubicBezTo>
                  <a:cubicBezTo>
                    <a:pt x="22" y="220"/>
                    <a:pt x="23" y="221"/>
                    <a:pt x="25" y="220"/>
                  </a:cubicBezTo>
                  <a:cubicBezTo>
                    <a:pt x="25" y="222"/>
                    <a:pt x="23" y="221"/>
                    <a:pt x="23" y="222"/>
                  </a:cubicBezTo>
                  <a:cubicBezTo>
                    <a:pt x="23" y="222"/>
                    <a:pt x="25" y="222"/>
                    <a:pt x="26" y="221"/>
                  </a:cubicBezTo>
                  <a:cubicBezTo>
                    <a:pt x="26" y="222"/>
                    <a:pt x="28" y="222"/>
                    <a:pt x="27" y="223"/>
                  </a:cubicBezTo>
                  <a:cubicBezTo>
                    <a:pt x="25" y="224"/>
                    <a:pt x="26" y="222"/>
                    <a:pt x="25" y="223"/>
                  </a:cubicBezTo>
                  <a:cubicBezTo>
                    <a:pt x="25" y="224"/>
                    <a:pt x="29" y="222"/>
                    <a:pt x="30" y="224"/>
                  </a:cubicBezTo>
                  <a:cubicBezTo>
                    <a:pt x="31" y="223"/>
                    <a:pt x="34" y="223"/>
                    <a:pt x="35" y="224"/>
                  </a:cubicBezTo>
                  <a:cubicBezTo>
                    <a:pt x="35" y="226"/>
                    <a:pt x="34" y="223"/>
                    <a:pt x="32" y="224"/>
                  </a:cubicBezTo>
                  <a:cubicBezTo>
                    <a:pt x="32" y="225"/>
                    <a:pt x="32" y="225"/>
                    <a:pt x="32" y="225"/>
                  </a:cubicBezTo>
                  <a:cubicBezTo>
                    <a:pt x="30" y="227"/>
                    <a:pt x="27" y="224"/>
                    <a:pt x="25" y="225"/>
                  </a:cubicBezTo>
                  <a:cubicBezTo>
                    <a:pt x="26" y="226"/>
                    <a:pt x="26" y="226"/>
                    <a:pt x="26" y="226"/>
                  </a:cubicBezTo>
                  <a:cubicBezTo>
                    <a:pt x="25" y="226"/>
                    <a:pt x="24" y="226"/>
                    <a:pt x="23" y="227"/>
                  </a:cubicBezTo>
                  <a:cubicBezTo>
                    <a:pt x="25" y="226"/>
                    <a:pt x="24" y="228"/>
                    <a:pt x="25" y="228"/>
                  </a:cubicBezTo>
                  <a:cubicBezTo>
                    <a:pt x="26" y="228"/>
                    <a:pt x="24" y="228"/>
                    <a:pt x="25" y="228"/>
                  </a:cubicBezTo>
                  <a:cubicBezTo>
                    <a:pt x="26" y="228"/>
                    <a:pt x="29" y="228"/>
                    <a:pt x="28" y="230"/>
                  </a:cubicBezTo>
                  <a:cubicBezTo>
                    <a:pt x="27" y="229"/>
                    <a:pt x="26" y="230"/>
                    <a:pt x="25" y="230"/>
                  </a:cubicBezTo>
                  <a:cubicBezTo>
                    <a:pt x="24" y="231"/>
                    <a:pt x="27" y="230"/>
                    <a:pt x="26" y="231"/>
                  </a:cubicBezTo>
                  <a:cubicBezTo>
                    <a:pt x="25" y="231"/>
                    <a:pt x="25" y="231"/>
                    <a:pt x="25" y="231"/>
                  </a:cubicBezTo>
                  <a:cubicBezTo>
                    <a:pt x="25" y="233"/>
                    <a:pt x="26" y="241"/>
                    <a:pt x="32" y="242"/>
                  </a:cubicBezTo>
                  <a:cubicBezTo>
                    <a:pt x="31" y="243"/>
                    <a:pt x="31" y="245"/>
                    <a:pt x="30" y="247"/>
                  </a:cubicBezTo>
                  <a:cubicBezTo>
                    <a:pt x="31" y="246"/>
                    <a:pt x="32" y="246"/>
                    <a:pt x="33" y="247"/>
                  </a:cubicBezTo>
                  <a:cubicBezTo>
                    <a:pt x="31" y="248"/>
                    <a:pt x="31" y="248"/>
                    <a:pt x="31" y="248"/>
                  </a:cubicBezTo>
                  <a:cubicBezTo>
                    <a:pt x="30" y="250"/>
                    <a:pt x="33" y="251"/>
                    <a:pt x="34" y="251"/>
                  </a:cubicBezTo>
                  <a:cubicBezTo>
                    <a:pt x="33" y="252"/>
                    <a:pt x="33" y="252"/>
                    <a:pt x="33" y="252"/>
                  </a:cubicBezTo>
                  <a:cubicBezTo>
                    <a:pt x="32" y="254"/>
                    <a:pt x="34" y="253"/>
                    <a:pt x="35" y="253"/>
                  </a:cubicBezTo>
                  <a:cubicBezTo>
                    <a:pt x="34" y="254"/>
                    <a:pt x="34" y="254"/>
                    <a:pt x="34" y="254"/>
                  </a:cubicBezTo>
                  <a:cubicBezTo>
                    <a:pt x="35" y="254"/>
                    <a:pt x="35" y="254"/>
                    <a:pt x="35" y="254"/>
                  </a:cubicBezTo>
                  <a:cubicBezTo>
                    <a:pt x="36" y="255"/>
                    <a:pt x="36" y="256"/>
                    <a:pt x="34" y="257"/>
                  </a:cubicBezTo>
                  <a:cubicBezTo>
                    <a:pt x="35" y="257"/>
                    <a:pt x="35" y="257"/>
                    <a:pt x="36" y="256"/>
                  </a:cubicBezTo>
                  <a:cubicBezTo>
                    <a:pt x="35" y="258"/>
                    <a:pt x="36" y="261"/>
                    <a:pt x="38" y="262"/>
                  </a:cubicBezTo>
                  <a:cubicBezTo>
                    <a:pt x="38" y="261"/>
                    <a:pt x="39" y="261"/>
                    <a:pt x="40" y="260"/>
                  </a:cubicBezTo>
                  <a:cubicBezTo>
                    <a:pt x="42" y="259"/>
                    <a:pt x="40" y="260"/>
                    <a:pt x="41" y="260"/>
                  </a:cubicBezTo>
                  <a:cubicBezTo>
                    <a:pt x="41" y="261"/>
                    <a:pt x="40" y="262"/>
                    <a:pt x="39" y="262"/>
                  </a:cubicBezTo>
                  <a:cubicBezTo>
                    <a:pt x="38" y="265"/>
                    <a:pt x="42" y="267"/>
                    <a:pt x="44" y="270"/>
                  </a:cubicBezTo>
                  <a:cubicBezTo>
                    <a:pt x="44" y="270"/>
                    <a:pt x="44" y="270"/>
                    <a:pt x="45" y="270"/>
                  </a:cubicBezTo>
                  <a:cubicBezTo>
                    <a:pt x="44" y="273"/>
                    <a:pt x="48" y="273"/>
                    <a:pt x="48" y="276"/>
                  </a:cubicBezTo>
                  <a:cubicBezTo>
                    <a:pt x="49" y="275"/>
                    <a:pt x="51" y="273"/>
                    <a:pt x="52" y="274"/>
                  </a:cubicBezTo>
                  <a:cubicBezTo>
                    <a:pt x="54" y="274"/>
                    <a:pt x="50" y="276"/>
                    <a:pt x="50" y="279"/>
                  </a:cubicBezTo>
                  <a:cubicBezTo>
                    <a:pt x="51" y="278"/>
                    <a:pt x="52" y="279"/>
                    <a:pt x="53" y="279"/>
                  </a:cubicBezTo>
                  <a:cubicBezTo>
                    <a:pt x="52" y="280"/>
                    <a:pt x="52" y="280"/>
                    <a:pt x="52" y="280"/>
                  </a:cubicBezTo>
                  <a:cubicBezTo>
                    <a:pt x="54" y="279"/>
                    <a:pt x="55" y="280"/>
                    <a:pt x="55" y="281"/>
                  </a:cubicBezTo>
                  <a:cubicBezTo>
                    <a:pt x="55" y="281"/>
                    <a:pt x="55" y="281"/>
                    <a:pt x="55" y="281"/>
                  </a:cubicBezTo>
                  <a:cubicBezTo>
                    <a:pt x="55" y="282"/>
                    <a:pt x="55" y="283"/>
                    <a:pt x="56" y="284"/>
                  </a:cubicBezTo>
                  <a:cubicBezTo>
                    <a:pt x="57" y="282"/>
                    <a:pt x="58" y="284"/>
                    <a:pt x="59" y="283"/>
                  </a:cubicBezTo>
                  <a:cubicBezTo>
                    <a:pt x="59" y="284"/>
                    <a:pt x="59" y="284"/>
                    <a:pt x="59" y="284"/>
                  </a:cubicBezTo>
                  <a:cubicBezTo>
                    <a:pt x="60" y="283"/>
                    <a:pt x="60" y="283"/>
                    <a:pt x="60" y="283"/>
                  </a:cubicBezTo>
                  <a:cubicBezTo>
                    <a:pt x="61" y="285"/>
                    <a:pt x="61" y="285"/>
                    <a:pt x="61" y="285"/>
                  </a:cubicBezTo>
                  <a:cubicBezTo>
                    <a:pt x="59" y="285"/>
                    <a:pt x="59" y="285"/>
                    <a:pt x="59" y="285"/>
                  </a:cubicBezTo>
                  <a:cubicBezTo>
                    <a:pt x="60" y="287"/>
                    <a:pt x="60" y="285"/>
                    <a:pt x="62" y="284"/>
                  </a:cubicBezTo>
                  <a:cubicBezTo>
                    <a:pt x="63" y="284"/>
                    <a:pt x="62" y="285"/>
                    <a:pt x="62" y="286"/>
                  </a:cubicBezTo>
                  <a:cubicBezTo>
                    <a:pt x="62" y="287"/>
                    <a:pt x="62" y="285"/>
                    <a:pt x="61" y="285"/>
                  </a:cubicBezTo>
                  <a:cubicBezTo>
                    <a:pt x="60" y="286"/>
                    <a:pt x="62" y="286"/>
                    <a:pt x="61" y="287"/>
                  </a:cubicBezTo>
                  <a:cubicBezTo>
                    <a:pt x="62" y="287"/>
                    <a:pt x="63" y="286"/>
                    <a:pt x="63" y="286"/>
                  </a:cubicBezTo>
                  <a:cubicBezTo>
                    <a:pt x="64" y="287"/>
                    <a:pt x="65" y="287"/>
                    <a:pt x="65" y="289"/>
                  </a:cubicBezTo>
                  <a:cubicBezTo>
                    <a:pt x="65" y="288"/>
                    <a:pt x="66" y="289"/>
                    <a:pt x="67" y="288"/>
                  </a:cubicBezTo>
                  <a:cubicBezTo>
                    <a:pt x="66" y="288"/>
                    <a:pt x="66" y="287"/>
                    <a:pt x="66" y="286"/>
                  </a:cubicBezTo>
                  <a:cubicBezTo>
                    <a:pt x="67" y="286"/>
                    <a:pt x="68" y="286"/>
                    <a:pt x="68" y="287"/>
                  </a:cubicBezTo>
                  <a:cubicBezTo>
                    <a:pt x="67" y="287"/>
                    <a:pt x="67" y="287"/>
                    <a:pt x="67" y="287"/>
                  </a:cubicBezTo>
                  <a:cubicBezTo>
                    <a:pt x="68" y="287"/>
                    <a:pt x="69" y="288"/>
                    <a:pt x="69" y="286"/>
                  </a:cubicBezTo>
                  <a:cubicBezTo>
                    <a:pt x="69" y="289"/>
                    <a:pt x="69" y="289"/>
                    <a:pt x="69" y="289"/>
                  </a:cubicBezTo>
                  <a:cubicBezTo>
                    <a:pt x="70" y="288"/>
                    <a:pt x="71" y="288"/>
                    <a:pt x="72" y="288"/>
                  </a:cubicBezTo>
                  <a:cubicBezTo>
                    <a:pt x="71" y="290"/>
                    <a:pt x="69" y="291"/>
                    <a:pt x="71" y="292"/>
                  </a:cubicBezTo>
                  <a:cubicBezTo>
                    <a:pt x="73" y="291"/>
                    <a:pt x="73" y="291"/>
                    <a:pt x="73" y="291"/>
                  </a:cubicBezTo>
                  <a:cubicBezTo>
                    <a:pt x="74" y="291"/>
                    <a:pt x="74" y="292"/>
                    <a:pt x="74" y="293"/>
                  </a:cubicBezTo>
                  <a:cubicBezTo>
                    <a:pt x="76" y="294"/>
                    <a:pt x="77" y="289"/>
                    <a:pt x="79" y="291"/>
                  </a:cubicBezTo>
                  <a:cubicBezTo>
                    <a:pt x="78" y="293"/>
                    <a:pt x="78" y="293"/>
                    <a:pt x="79" y="294"/>
                  </a:cubicBezTo>
                  <a:cubicBezTo>
                    <a:pt x="79" y="293"/>
                    <a:pt x="79" y="293"/>
                    <a:pt x="80" y="293"/>
                  </a:cubicBezTo>
                  <a:cubicBezTo>
                    <a:pt x="80" y="292"/>
                    <a:pt x="79" y="294"/>
                    <a:pt x="79" y="293"/>
                  </a:cubicBezTo>
                  <a:cubicBezTo>
                    <a:pt x="79" y="291"/>
                    <a:pt x="80" y="292"/>
                    <a:pt x="80" y="292"/>
                  </a:cubicBezTo>
                  <a:cubicBezTo>
                    <a:pt x="81" y="296"/>
                    <a:pt x="86" y="294"/>
                    <a:pt x="88" y="296"/>
                  </a:cubicBezTo>
                  <a:cubicBezTo>
                    <a:pt x="88" y="294"/>
                    <a:pt x="90" y="295"/>
                    <a:pt x="90" y="295"/>
                  </a:cubicBezTo>
                  <a:cubicBezTo>
                    <a:pt x="90" y="297"/>
                    <a:pt x="92" y="294"/>
                    <a:pt x="93" y="296"/>
                  </a:cubicBezTo>
                  <a:cubicBezTo>
                    <a:pt x="92" y="293"/>
                    <a:pt x="92" y="293"/>
                    <a:pt x="92" y="293"/>
                  </a:cubicBezTo>
                  <a:cubicBezTo>
                    <a:pt x="94" y="295"/>
                    <a:pt x="95" y="290"/>
                    <a:pt x="96" y="293"/>
                  </a:cubicBezTo>
                  <a:cubicBezTo>
                    <a:pt x="97" y="293"/>
                    <a:pt x="96" y="294"/>
                    <a:pt x="95" y="295"/>
                  </a:cubicBezTo>
                  <a:cubicBezTo>
                    <a:pt x="96" y="298"/>
                    <a:pt x="99" y="293"/>
                    <a:pt x="100" y="296"/>
                  </a:cubicBezTo>
                  <a:cubicBezTo>
                    <a:pt x="100" y="295"/>
                    <a:pt x="99" y="293"/>
                    <a:pt x="101" y="292"/>
                  </a:cubicBezTo>
                  <a:cubicBezTo>
                    <a:pt x="101" y="294"/>
                    <a:pt x="103" y="295"/>
                    <a:pt x="103" y="295"/>
                  </a:cubicBezTo>
                  <a:cubicBezTo>
                    <a:pt x="104" y="295"/>
                    <a:pt x="104" y="294"/>
                    <a:pt x="105" y="295"/>
                  </a:cubicBezTo>
                  <a:cubicBezTo>
                    <a:pt x="104" y="296"/>
                    <a:pt x="104" y="296"/>
                    <a:pt x="104" y="296"/>
                  </a:cubicBezTo>
                  <a:cubicBezTo>
                    <a:pt x="105" y="297"/>
                    <a:pt x="106" y="296"/>
                    <a:pt x="107" y="295"/>
                  </a:cubicBezTo>
                  <a:cubicBezTo>
                    <a:pt x="108" y="297"/>
                    <a:pt x="110" y="296"/>
                    <a:pt x="111" y="297"/>
                  </a:cubicBezTo>
                  <a:cubicBezTo>
                    <a:pt x="112" y="295"/>
                    <a:pt x="113" y="299"/>
                    <a:pt x="113" y="295"/>
                  </a:cubicBezTo>
                  <a:cubicBezTo>
                    <a:pt x="114" y="296"/>
                    <a:pt x="114" y="296"/>
                    <a:pt x="114" y="296"/>
                  </a:cubicBezTo>
                  <a:cubicBezTo>
                    <a:pt x="114" y="296"/>
                    <a:pt x="115" y="294"/>
                    <a:pt x="115" y="294"/>
                  </a:cubicBezTo>
                  <a:cubicBezTo>
                    <a:pt x="115" y="296"/>
                    <a:pt x="115" y="296"/>
                    <a:pt x="115" y="296"/>
                  </a:cubicBezTo>
                  <a:cubicBezTo>
                    <a:pt x="114" y="298"/>
                    <a:pt x="117" y="296"/>
                    <a:pt x="117" y="298"/>
                  </a:cubicBezTo>
                  <a:cubicBezTo>
                    <a:pt x="116" y="296"/>
                    <a:pt x="117" y="298"/>
                    <a:pt x="118" y="296"/>
                  </a:cubicBezTo>
                  <a:cubicBezTo>
                    <a:pt x="118" y="296"/>
                    <a:pt x="118" y="296"/>
                    <a:pt x="118" y="296"/>
                  </a:cubicBezTo>
                  <a:cubicBezTo>
                    <a:pt x="120" y="296"/>
                    <a:pt x="119" y="295"/>
                    <a:pt x="120" y="295"/>
                  </a:cubicBezTo>
                  <a:cubicBezTo>
                    <a:pt x="121" y="295"/>
                    <a:pt x="120" y="297"/>
                    <a:pt x="120" y="297"/>
                  </a:cubicBezTo>
                  <a:cubicBezTo>
                    <a:pt x="120" y="298"/>
                    <a:pt x="121" y="298"/>
                    <a:pt x="122" y="297"/>
                  </a:cubicBezTo>
                  <a:cubicBezTo>
                    <a:pt x="122" y="298"/>
                    <a:pt x="122" y="298"/>
                    <a:pt x="123" y="298"/>
                  </a:cubicBezTo>
                  <a:cubicBezTo>
                    <a:pt x="123" y="298"/>
                    <a:pt x="123" y="298"/>
                    <a:pt x="123" y="298"/>
                  </a:cubicBezTo>
                  <a:cubicBezTo>
                    <a:pt x="123" y="298"/>
                    <a:pt x="124" y="298"/>
                    <a:pt x="124" y="299"/>
                  </a:cubicBezTo>
                  <a:cubicBezTo>
                    <a:pt x="123" y="300"/>
                    <a:pt x="123" y="300"/>
                    <a:pt x="123" y="300"/>
                  </a:cubicBezTo>
                  <a:cubicBezTo>
                    <a:pt x="124" y="300"/>
                    <a:pt x="125" y="299"/>
                    <a:pt x="125" y="298"/>
                  </a:cubicBezTo>
                  <a:cubicBezTo>
                    <a:pt x="127" y="300"/>
                    <a:pt x="131" y="300"/>
                    <a:pt x="132" y="300"/>
                  </a:cubicBezTo>
                  <a:cubicBezTo>
                    <a:pt x="131" y="299"/>
                    <a:pt x="131" y="301"/>
                    <a:pt x="131" y="300"/>
                  </a:cubicBezTo>
                  <a:cubicBezTo>
                    <a:pt x="132" y="300"/>
                    <a:pt x="133" y="299"/>
                    <a:pt x="133" y="300"/>
                  </a:cubicBezTo>
                  <a:cubicBezTo>
                    <a:pt x="134" y="300"/>
                    <a:pt x="133" y="301"/>
                    <a:pt x="134" y="302"/>
                  </a:cubicBezTo>
                  <a:cubicBezTo>
                    <a:pt x="133" y="302"/>
                    <a:pt x="135" y="300"/>
                    <a:pt x="134" y="300"/>
                  </a:cubicBezTo>
                  <a:cubicBezTo>
                    <a:pt x="134" y="303"/>
                    <a:pt x="138" y="301"/>
                    <a:pt x="139" y="304"/>
                  </a:cubicBezTo>
                  <a:cubicBezTo>
                    <a:pt x="139" y="303"/>
                    <a:pt x="138" y="304"/>
                    <a:pt x="137" y="305"/>
                  </a:cubicBezTo>
                  <a:cubicBezTo>
                    <a:pt x="139" y="305"/>
                    <a:pt x="141" y="305"/>
                    <a:pt x="143" y="304"/>
                  </a:cubicBezTo>
                  <a:cubicBezTo>
                    <a:pt x="142" y="305"/>
                    <a:pt x="142" y="305"/>
                    <a:pt x="141" y="305"/>
                  </a:cubicBezTo>
                  <a:cubicBezTo>
                    <a:pt x="142" y="306"/>
                    <a:pt x="143" y="307"/>
                    <a:pt x="144" y="306"/>
                  </a:cubicBezTo>
                  <a:cubicBezTo>
                    <a:pt x="145" y="305"/>
                    <a:pt x="144" y="307"/>
                    <a:pt x="144" y="306"/>
                  </a:cubicBezTo>
                  <a:cubicBezTo>
                    <a:pt x="144" y="305"/>
                    <a:pt x="146" y="305"/>
                    <a:pt x="146" y="306"/>
                  </a:cubicBezTo>
                  <a:cubicBezTo>
                    <a:pt x="146" y="306"/>
                    <a:pt x="146" y="306"/>
                    <a:pt x="146" y="306"/>
                  </a:cubicBezTo>
                  <a:cubicBezTo>
                    <a:pt x="147" y="307"/>
                    <a:pt x="147" y="306"/>
                    <a:pt x="148" y="307"/>
                  </a:cubicBezTo>
                  <a:cubicBezTo>
                    <a:pt x="148" y="308"/>
                    <a:pt x="147" y="307"/>
                    <a:pt x="147" y="308"/>
                  </a:cubicBezTo>
                  <a:cubicBezTo>
                    <a:pt x="145" y="310"/>
                    <a:pt x="147" y="311"/>
                    <a:pt x="147" y="311"/>
                  </a:cubicBezTo>
                  <a:cubicBezTo>
                    <a:pt x="149" y="311"/>
                    <a:pt x="149" y="311"/>
                    <a:pt x="149" y="311"/>
                  </a:cubicBezTo>
                  <a:cubicBezTo>
                    <a:pt x="150" y="311"/>
                    <a:pt x="148" y="312"/>
                    <a:pt x="148" y="312"/>
                  </a:cubicBezTo>
                  <a:cubicBezTo>
                    <a:pt x="154" y="312"/>
                    <a:pt x="154" y="312"/>
                    <a:pt x="154" y="312"/>
                  </a:cubicBezTo>
                  <a:cubicBezTo>
                    <a:pt x="153" y="312"/>
                    <a:pt x="152" y="314"/>
                    <a:pt x="151" y="314"/>
                  </a:cubicBezTo>
                  <a:cubicBezTo>
                    <a:pt x="152" y="315"/>
                    <a:pt x="155" y="315"/>
                    <a:pt x="157" y="315"/>
                  </a:cubicBezTo>
                  <a:cubicBezTo>
                    <a:pt x="157" y="316"/>
                    <a:pt x="158" y="317"/>
                    <a:pt x="159" y="318"/>
                  </a:cubicBezTo>
                  <a:cubicBezTo>
                    <a:pt x="158" y="319"/>
                    <a:pt x="159" y="317"/>
                    <a:pt x="158" y="318"/>
                  </a:cubicBezTo>
                  <a:cubicBezTo>
                    <a:pt x="157" y="319"/>
                    <a:pt x="157" y="319"/>
                    <a:pt x="157" y="319"/>
                  </a:cubicBezTo>
                  <a:cubicBezTo>
                    <a:pt x="156" y="318"/>
                    <a:pt x="154" y="320"/>
                    <a:pt x="153" y="320"/>
                  </a:cubicBezTo>
                  <a:cubicBezTo>
                    <a:pt x="155" y="320"/>
                    <a:pt x="154" y="323"/>
                    <a:pt x="154" y="325"/>
                  </a:cubicBezTo>
                  <a:cubicBezTo>
                    <a:pt x="157" y="323"/>
                    <a:pt x="156" y="326"/>
                    <a:pt x="159" y="325"/>
                  </a:cubicBezTo>
                  <a:cubicBezTo>
                    <a:pt x="160" y="327"/>
                    <a:pt x="157" y="327"/>
                    <a:pt x="156" y="328"/>
                  </a:cubicBezTo>
                  <a:cubicBezTo>
                    <a:pt x="158" y="329"/>
                    <a:pt x="158" y="331"/>
                    <a:pt x="158" y="333"/>
                  </a:cubicBezTo>
                  <a:cubicBezTo>
                    <a:pt x="158" y="333"/>
                    <a:pt x="158" y="333"/>
                    <a:pt x="158" y="333"/>
                  </a:cubicBezTo>
                  <a:cubicBezTo>
                    <a:pt x="159" y="334"/>
                    <a:pt x="158" y="337"/>
                    <a:pt x="161" y="338"/>
                  </a:cubicBezTo>
                  <a:cubicBezTo>
                    <a:pt x="160" y="338"/>
                    <a:pt x="160" y="338"/>
                    <a:pt x="159" y="338"/>
                  </a:cubicBezTo>
                  <a:cubicBezTo>
                    <a:pt x="159" y="340"/>
                    <a:pt x="163" y="338"/>
                    <a:pt x="162" y="340"/>
                  </a:cubicBezTo>
                  <a:cubicBezTo>
                    <a:pt x="160" y="339"/>
                    <a:pt x="160" y="339"/>
                    <a:pt x="160" y="339"/>
                  </a:cubicBezTo>
                  <a:cubicBezTo>
                    <a:pt x="162" y="340"/>
                    <a:pt x="160" y="342"/>
                    <a:pt x="162" y="343"/>
                  </a:cubicBezTo>
                  <a:cubicBezTo>
                    <a:pt x="161" y="343"/>
                    <a:pt x="161" y="343"/>
                    <a:pt x="160" y="343"/>
                  </a:cubicBezTo>
                  <a:cubicBezTo>
                    <a:pt x="161" y="344"/>
                    <a:pt x="161" y="345"/>
                    <a:pt x="163" y="346"/>
                  </a:cubicBezTo>
                  <a:cubicBezTo>
                    <a:pt x="162" y="347"/>
                    <a:pt x="161" y="346"/>
                    <a:pt x="160" y="346"/>
                  </a:cubicBezTo>
                  <a:cubicBezTo>
                    <a:pt x="160" y="347"/>
                    <a:pt x="163" y="347"/>
                    <a:pt x="162" y="348"/>
                  </a:cubicBezTo>
                  <a:cubicBezTo>
                    <a:pt x="162" y="349"/>
                    <a:pt x="161" y="349"/>
                    <a:pt x="161" y="349"/>
                  </a:cubicBezTo>
                  <a:cubicBezTo>
                    <a:pt x="162" y="350"/>
                    <a:pt x="162" y="351"/>
                    <a:pt x="163" y="352"/>
                  </a:cubicBezTo>
                  <a:cubicBezTo>
                    <a:pt x="162" y="352"/>
                    <a:pt x="162" y="353"/>
                    <a:pt x="161" y="353"/>
                  </a:cubicBezTo>
                  <a:cubicBezTo>
                    <a:pt x="161" y="360"/>
                    <a:pt x="162" y="366"/>
                    <a:pt x="164" y="372"/>
                  </a:cubicBezTo>
                  <a:cubicBezTo>
                    <a:pt x="161" y="374"/>
                    <a:pt x="162" y="371"/>
                    <a:pt x="161" y="372"/>
                  </a:cubicBezTo>
                  <a:cubicBezTo>
                    <a:pt x="163" y="372"/>
                    <a:pt x="161" y="373"/>
                    <a:pt x="162" y="375"/>
                  </a:cubicBezTo>
                  <a:cubicBezTo>
                    <a:pt x="162" y="375"/>
                    <a:pt x="162" y="375"/>
                    <a:pt x="162" y="375"/>
                  </a:cubicBezTo>
                  <a:cubicBezTo>
                    <a:pt x="162" y="376"/>
                    <a:pt x="161" y="376"/>
                    <a:pt x="162" y="377"/>
                  </a:cubicBezTo>
                  <a:cubicBezTo>
                    <a:pt x="162" y="377"/>
                    <a:pt x="162" y="377"/>
                    <a:pt x="162" y="377"/>
                  </a:cubicBezTo>
                  <a:cubicBezTo>
                    <a:pt x="164" y="378"/>
                    <a:pt x="159" y="379"/>
                    <a:pt x="162" y="379"/>
                  </a:cubicBezTo>
                  <a:cubicBezTo>
                    <a:pt x="161" y="380"/>
                    <a:pt x="161" y="380"/>
                    <a:pt x="161" y="380"/>
                  </a:cubicBezTo>
                  <a:cubicBezTo>
                    <a:pt x="163" y="381"/>
                    <a:pt x="160" y="382"/>
                    <a:pt x="162" y="383"/>
                  </a:cubicBezTo>
                  <a:cubicBezTo>
                    <a:pt x="162" y="383"/>
                    <a:pt x="162" y="383"/>
                    <a:pt x="162" y="383"/>
                  </a:cubicBezTo>
                  <a:cubicBezTo>
                    <a:pt x="161" y="384"/>
                    <a:pt x="165" y="386"/>
                    <a:pt x="163" y="386"/>
                  </a:cubicBezTo>
                  <a:cubicBezTo>
                    <a:pt x="163" y="388"/>
                    <a:pt x="164" y="389"/>
                    <a:pt x="166" y="389"/>
                  </a:cubicBezTo>
                  <a:cubicBezTo>
                    <a:pt x="165" y="390"/>
                    <a:pt x="164" y="389"/>
                    <a:pt x="163" y="389"/>
                  </a:cubicBezTo>
                  <a:cubicBezTo>
                    <a:pt x="164" y="394"/>
                    <a:pt x="164" y="400"/>
                    <a:pt x="167" y="404"/>
                  </a:cubicBezTo>
                  <a:cubicBezTo>
                    <a:pt x="166" y="404"/>
                    <a:pt x="166" y="404"/>
                    <a:pt x="165" y="404"/>
                  </a:cubicBezTo>
                  <a:cubicBezTo>
                    <a:pt x="168" y="406"/>
                    <a:pt x="163" y="409"/>
                    <a:pt x="168" y="411"/>
                  </a:cubicBezTo>
                  <a:cubicBezTo>
                    <a:pt x="170" y="412"/>
                    <a:pt x="170" y="412"/>
                    <a:pt x="170" y="412"/>
                  </a:cubicBezTo>
                  <a:cubicBezTo>
                    <a:pt x="169" y="412"/>
                    <a:pt x="168" y="412"/>
                    <a:pt x="167" y="413"/>
                  </a:cubicBezTo>
                  <a:cubicBezTo>
                    <a:pt x="168" y="413"/>
                    <a:pt x="167" y="415"/>
                    <a:pt x="169" y="416"/>
                  </a:cubicBezTo>
                  <a:cubicBezTo>
                    <a:pt x="168" y="416"/>
                    <a:pt x="168" y="416"/>
                    <a:pt x="168" y="416"/>
                  </a:cubicBezTo>
                  <a:cubicBezTo>
                    <a:pt x="167" y="417"/>
                    <a:pt x="170" y="418"/>
                    <a:pt x="169" y="419"/>
                  </a:cubicBezTo>
                  <a:cubicBezTo>
                    <a:pt x="169" y="419"/>
                    <a:pt x="169" y="419"/>
                    <a:pt x="169" y="419"/>
                  </a:cubicBezTo>
                  <a:cubicBezTo>
                    <a:pt x="166" y="425"/>
                    <a:pt x="163" y="434"/>
                    <a:pt x="168" y="438"/>
                  </a:cubicBezTo>
                  <a:cubicBezTo>
                    <a:pt x="169" y="440"/>
                    <a:pt x="166" y="439"/>
                    <a:pt x="166" y="440"/>
                  </a:cubicBezTo>
                  <a:cubicBezTo>
                    <a:pt x="170" y="444"/>
                    <a:pt x="167" y="452"/>
                    <a:pt x="173" y="453"/>
                  </a:cubicBezTo>
                  <a:cubicBezTo>
                    <a:pt x="173" y="454"/>
                    <a:pt x="173" y="454"/>
                    <a:pt x="173" y="455"/>
                  </a:cubicBezTo>
                  <a:cubicBezTo>
                    <a:pt x="173" y="455"/>
                    <a:pt x="173" y="456"/>
                    <a:pt x="174" y="456"/>
                  </a:cubicBezTo>
                  <a:cubicBezTo>
                    <a:pt x="171" y="457"/>
                    <a:pt x="174" y="460"/>
                    <a:pt x="172" y="462"/>
                  </a:cubicBezTo>
                  <a:cubicBezTo>
                    <a:pt x="175" y="462"/>
                    <a:pt x="174" y="463"/>
                    <a:pt x="174" y="464"/>
                  </a:cubicBezTo>
                  <a:cubicBezTo>
                    <a:pt x="174" y="464"/>
                    <a:pt x="173" y="464"/>
                    <a:pt x="173" y="464"/>
                  </a:cubicBezTo>
                  <a:cubicBezTo>
                    <a:pt x="173" y="466"/>
                    <a:pt x="173" y="466"/>
                    <a:pt x="172" y="468"/>
                  </a:cubicBezTo>
                  <a:cubicBezTo>
                    <a:pt x="172" y="469"/>
                    <a:pt x="174" y="469"/>
                    <a:pt x="173" y="470"/>
                  </a:cubicBezTo>
                  <a:cubicBezTo>
                    <a:pt x="171" y="471"/>
                    <a:pt x="173" y="472"/>
                    <a:pt x="172" y="473"/>
                  </a:cubicBezTo>
                  <a:cubicBezTo>
                    <a:pt x="174" y="473"/>
                    <a:pt x="175" y="474"/>
                    <a:pt x="175" y="475"/>
                  </a:cubicBezTo>
                  <a:cubicBezTo>
                    <a:pt x="172" y="475"/>
                    <a:pt x="172" y="475"/>
                    <a:pt x="172" y="475"/>
                  </a:cubicBezTo>
                  <a:cubicBezTo>
                    <a:pt x="174" y="477"/>
                    <a:pt x="170" y="481"/>
                    <a:pt x="174" y="485"/>
                  </a:cubicBezTo>
                  <a:cubicBezTo>
                    <a:pt x="172" y="485"/>
                    <a:pt x="172" y="485"/>
                    <a:pt x="172" y="485"/>
                  </a:cubicBezTo>
                  <a:cubicBezTo>
                    <a:pt x="174" y="488"/>
                    <a:pt x="173" y="491"/>
                    <a:pt x="176" y="494"/>
                  </a:cubicBezTo>
                  <a:cubicBezTo>
                    <a:pt x="175" y="495"/>
                    <a:pt x="175" y="496"/>
                    <a:pt x="175" y="497"/>
                  </a:cubicBezTo>
                  <a:cubicBezTo>
                    <a:pt x="176" y="498"/>
                    <a:pt x="176" y="499"/>
                    <a:pt x="178" y="499"/>
                  </a:cubicBezTo>
                  <a:cubicBezTo>
                    <a:pt x="178" y="500"/>
                    <a:pt x="177" y="500"/>
                    <a:pt x="177" y="500"/>
                  </a:cubicBezTo>
                  <a:cubicBezTo>
                    <a:pt x="176" y="501"/>
                    <a:pt x="174" y="504"/>
                    <a:pt x="177" y="504"/>
                  </a:cubicBezTo>
                  <a:cubicBezTo>
                    <a:pt x="175" y="505"/>
                    <a:pt x="175" y="505"/>
                    <a:pt x="175" y="505"/>
                  </a:cubicBezTo>
                  <a:cubicBezTo>
                    <a:pt x="177" y="506"/>
                    <a:pt x="179" y="507"/>
                    <a:pt x="177" y="508"/>
                  </a:cubicBezTo>
                  <a:cubicBezTo>
                    <a:pt x="178" y="509"/>
                    <a:pt x="179" y="510"/>
                    <a:pt x="181" y="509"/>
                  </a:cubicBezTo>
                  <a:cubicBezTo>
                    <a:pt x="181" y="510"/>
                    <a:pt x="178" y="510"/>
                    <a:pt x="180" y="510"/>
                  </a:cubicBezTo>
                  <a:cubicBezTo>
                    <a:pt x="178" y="510"/>
                    <a:pt x="178" y="510"/>
                    <a:pt x="178" y="510"/>
                  </a:cubicBezTo>
                  <a:cubicBezTo>
                    <a:pt x="177" y="513"/>
                    <a:pt x="179" y="515"/>
                    <a:pt x="180" y="518"/>
                  </a:cubicBezTo>
                  <a:cubicBezTo>
                    <a:pt x="178" y="519"/>
                    <a:pt x="181" y="520"/>
                    <a:pt x="179" y="522"/>
                  </a:cubicBezTo>
                  <a:cubicBezTo>
                    <a:pt x="181" y="523"/>
                    <a:pt x="179" y="525"/>
                    <a:pt x="182" y="525"/>
                  </a:cubicBezTo>
                  <a:cubicBezTo>
                    <a:pt x="181" y="525"/>
                    <a:pt x="181" y="525"/>
                    <a:pt x="181" y="525"/>
                  </a:cubicBezTo>
                  <a:cubicBezTo>
                    <a:pt x="181" y="526"/>
                    <a:pt x="181" y="528"/>
                    <a:pt x="180" y="530"/>
                  </a:cubicBezTo>
                  <a:cubicBezTo>
                    <a:pt x="180" y="531"/>
                    <a:pt x="182" y="530"/>
                    <a:pt x="183" y="531"/>
                  </a:cubicBezTo>
                  <a:cubicBezTo>
                    <a:pt x="182" y="531"/>
                    <a:pt x="182" y="531"/>
                    <a:pt x="182" y="531"/>
                  </a:cubicBezTo>
                  <a:cubicBezTo>
                    <a:pt x="183" y="532"/>
                    <a:pt x="185" y="532"/>
                    <a:pt x="186" y="532"/>
                  </a:cubicBezTo>
                  <a:cubicBezTo>
                    <a:pt x="185" y="533"/>
                    <a:pt x="186" y="533"/>
                    <a:pt x="185" y="533"/>
                  </a:cubicBezTo>
                  <a:cubicBezTo>
                    <a:pt x="185" y="533"/>
                    <a:pt x="183" y="533"/>
                    <a:pt x="181" y="532"/>
                  </a:cubicBezTo>
                  <a:cubicBezTo>
                    <a:pt x="181" y="534"/>
                    <a:pt x="184" y="534"/>
                    <a:pt x="182" y="535"/>
                  </a:cubicBezTo>
                  <a:cubicBezTo>
                    <a:pt x="182" y="536"/>
                    <a:pt x="182" y="536"/>
                    <a:pt x="184" y="536"/>
                  </a:cubicBezTo>
                  <a:cubicBezTo>
                    <a:pt x="184" y="536"/>
                    <a:pt x="183" y="537"/>
                    <a:pt x="182" y="537"/>
                  </a:cubicBezTo>
                  <a:cubicBezTo>
                    <a:pt x="183" y="537"/>
                    <a:pt x="183" y="538"/>
                    <a:pt x="184" y="538"/>
                  </a:cubicBezTo>
                  <a:cubicBezTo>
                    <a:pt x="184" y="538"/>
                    <a:pt x="184" y="537"/>
                    <a:pt x="184" y="537"/>
                  </a:cubicBezTo>
                  <a:cubicBezTo>
                    <a:pt x="185" y="537"/>
                    <a:pt x="185" y="538"/>
                    <a:pt x="187" y="538"/>
                  </a:cubicBezTo>
                  <a:cubicBezTo>
                    <a:pt x="187" y="537"/>
                    <a:pt x="186" y="537"/>
                    <a:pt x="186" y="537"/>
                  </a:cubicBezTo>
                  <a:cubicBezTo>
                    <a:pt x="188" y="537"/>
                    <a:pt x="188" y="538"/>
                    <a:pt x="187" y="538"/>
                  </a:cubicBezTo>
                  <a:cubicBezTo>
                    <a:pt x="186" y="539"/>
                    <a:pt x="185" y="538"/>
                    <a:pt x="184" y="539"/>
                  </a:cubicBezTo>
                  <a:cubicBezTo>
                    <a:pt x="188" y="540"/>
                    <a:pt x="188" y="540"/>
                    <a:pt x="188" y="540"/>
                  </a:cubicBezTo>
                  <a:cubicBezTo>
                    <a:pt x="186" y="540"/>
                    <a:pt x="187" y="539"/>
                    <a:pt x="189" y="539"/>
                  </a:cubicBezTo>
                  <a:cubicBezTo>
                    <a:pt x="188" y="538"/>
                    <a:pt x="188" y="538"/>
                    <a:pt x="188" y="538"/>
                  </a:cubicBezTo>
                  <a:cubicBezTo>
                    <a:pt x="189" y="538"/>
                    <a:pt x="189" y="538"/>
                    <a:pt x="189" y="538"/>
                  </a:cubicBezTo>
                  <a:cubicBezTo>
                    <a:pt x="189" y="537"/>
                    <a:pt x="190" y="536"/>
                    <a:pt x="189" y="535"/>
                  </a:cubicBezTo>
                  <a:cubicBezTo>
                    <a:pt x="187" y="536"/>
                    <a:pt x="187" y="536"/>
                    <a:pt x="187" y="536"/>
                  </a:cubicBezTo>
                  <a:cubicBezTo>
                    <a:pt x="187" y="535"/>
                    <a:pt x="185" y="535"/>
                    <a:pt x="187" y="534"/>
                  </a:cubicBezTo>
                  <a:cubicBezTo>
                    <a:pt x="187" y="534"/>
                    <a:pt x="188" y="534"/>
                    <a:pt x="189" y="534"/>
                  </a:cubicBezTo>
                  <a:cubicBezTo>
                    <a:pt x="189" y="534"/>
                    <a:pt x="188" y="533"/>
                    <a:pt x="188" y="533"/>
                  </a:cubicBezTo>
                  <a:cubicBezTo>
                    <a:pt x="191" y="533"/>
                    <a:pt x="191" y="533"/>
                    <a:pt x="191" y="533"/>
                  </a:cubicBezTo>
                  <a:cubicBezTo>
                    <a:pt x="187" y="533"/>
                    <a:pt x="189" y="532"/>
                    <a:pt x="189" y="531"/>
                  </a:cubicBezTo>
                  <a:cubicBezTo>
                    <a:pt x="189" y="531"/>
                    <a:pt x="189" y="531"/>
                    <a:pt x="189" y="531"/>
                  </a:cubicBezTo>
                  <a:cubicBezTo>
                    <a:pt x="190" y="530"/>
                    <a:pt x="188" y="532"/>
                    <a:pt x="188" y="531"/>
                  </a:cubicBezTo>
                  <a:cubicBezTo>
                    <a:pt x="188" y="530"/>
                    <a:pt x="191" y="530"/>
                    <a:pt x="192" y="530"/>
                  </a:cubicBezTo>
                  <a:cubicBezTo>
                    <a:pt x="191" y="529"/>
                    <a:pt x="189" y="527"/>
                    <a:pt x="191" y="526"/>
                  </a:cubicBezTo>
                  <a:cubicBezTo>
                    <a:pt x="190" y="525"/>
                    <a:pt x="189" y="524"/>
                    <a:pt x="188" y="524"/>
                  </a:cubicBezTo>
                  <a:cubicBezTo>
                    <a:pt x="188" y="523"/>
                    <a:pt x="191" y="523"/>
                    <a:pt x="190" y="523"/>
                  </a:cubicBezTo>
                  <a:cubicBezTo>
                    <a:pt x="190" y="523"/>
                    <a:pt x="191" y="522"/>
                    <a:pt x="192" y="522"/>
                  </a:cubicBezTo>
                  <a:cubicBezTo>
                    <a:pt x="191" y="522"/>
                    <a:pt x="192" y="521"/>
                    <a:pt x="190" y="522"/>
                  </a:cubicBezTo>
                  <a:cubicBezTo>
                    <a:pt x="190" y="520"/>
                    <a:pt x="191" y="519"/>
                    <a:pt x="190" y="518"/>
                  </a:cubicBezTo>
                  <a:cubicBezTo>
                    <a:pt x="190" y="518"/>
                    <a:pt x="192" y="518"/>
                    <a:pt x="193" y="518"/>
                  </a:cubicBezTo>
                  <a:cubicBezTo>
                    <a:pt x="191" y="517"/>
                    <a:pt x="190" y="516"/>
                    <a:pt x="190" y="515"/>
                  </a:cubicBezTo>
                  <a:cubicBezTo>
                    <a:pt x="189" y="515"/>
                    <a:pt x="189" y="516"/>
                    <a:pt x="187" y="516"/>
                  </a:cubicBezTo>
                  <a:cubicBezTo>
                    <a:pt x="187" y="516"/>
                    <a:pt x="186" y="516"/>
                    <a:pt x="186" y="515"/>
                  </a:cubicBezTo>
                  <a:cubicBezTo>
                    <a:pt x="188" y="515"/>
                    <a:pt x="191" y="515"/>
                    <a:pt x="191" y="514"/>
                  </a:cubicBezTo>
                  <a:cubicBezTo>
                    <a:pt x="193" y="514"/>
                    <a:pt x="190" y="515"/>
                    <a:pt x="193" y="515"/>
                  </a:cubicBezTo>
                  <a:cubicBezTo>
                    <a:pt x="195" y="515"/>
                    <a:pt x="196" y="517"/>
                    <a:pt x="194" y="517"/>
                  </a:cubicBezTo>
                  <a:cubicBezTo>
                    <a:pt x="197" y="518"/>
                    <a:pt x="195" y="516"/>
                    <a:pt x="197" y="516"/>
                  </a:cubicBezTo>
                  <a:cubicBezTo>
                    <a:pt x="197" y="516"/>
                    <a:pt x="195" y="515"/>
                    <a:pt x="195" y="514"/>
                  </a:cubicBezTo>
                  <a:cubicBezTo>
                    <a:pt x="194" y="514"/>
                    <a:pt x="194" y="515"/>
                    <a:pt x="193" y="514"/>
                  </a:cubicBezTo>
                  <a:cubicBezTo>
                    <a:pt x="190" y="514"/>
                    <a:pt x="194" y="513"/>
                    <a:pt x="194" y="513"/>
                  </a:cubicBezTo>
                  <a:cubicBezTo>
                    <a:pt x="195" y="513"/>
                    <a:pt x="195" y="513"/>
                    <a:pt x="195" y="513"/>
                  </a:cubicBezTo>
                  <a:cubicBezTo>
                    <a:pt x="196" y="512"/>
                    <a:pt x="194" y="512"/>
                    <a:pt x="194" y="511"/>
                  </a:cubicBezTo>
                  <a:cubicBezTo>
                    <a:pt x="197" y="511"/>
                    <a:pt x="195" y="513"/>
                    <a:pt x="197" y="513"/>
                  </a:cubicBezTo>
                  <a:cubicBezTo>
                    <a:pt x="199" y="512"/>
                    <a:pt x="199" y="512"/>
                    <a:pt x="199" y="512"/>
                  </a:cubicBezTo>
                  <a:cubicBezTo>
                    <a:pt x="199" y="511"/>
                    <a:pt x="196" y="512"/>
                    <a:pt x="197" y="511"/>
                  </a:cubicBezTo>
                  <a:cubicBezTo>
                    <a:pt x="198" y="511"/>
                    <a:pt x="198" y="511"/>
                    <a:pt x="198" y="511"/>
                  </a:cubicBezTo>
                  <a:cubicBezTo>
                    <a:pt x="197" y="510"/>
                    <a:pt x="197" y="510"/>
                    <a:pt x="197" y="510"/>
                  </a:cubicBezTo>
                  <a:cubicBezTo>
                    <a:pt x="196" y="510"/>
                    <a:pt x="194" y="510"/>
                    <a:pt x="195" y="511"/>
                  </a:cubicBezTo>
                  <a:cubicBezTo>
                    <a:pt x="191" y="511"/>
                    <a:pt x="194" y="511"/>
                    <a:pt x="193" y="510"/>
                  </a:cubicBezTo>
                  <a:cubicBezTo>
                    <a:pt x="192" y="509"/>
                    <a:pt x="194" y="510"/>
                    <a:pt x="192" y="510"/>
                  </a:cubicBezTo>
                  <a:cubicBezTo>
                    <a:pt x="190" y="510"/>
                    <a:pt x="190" y="510"/>
                    <a:pt x="190" y="509"/>
                  </a:cubicBezTo>
                  <a:cubicBezTo>
                    <a:pt x="190" y="508"/>
                    <a:pt x="192" y="509"/>
                    <a:pt x="193" y="508"/>
                  </a:cubicBezTo>
                  <a:cubicBezTo>
                    <a:pt x="193" y="508"/>
                    <a:pt x="193" y="509"/>
                    <a:pt x="192" y="509"/>
                  </a:cubicBezTo>
                  <a:cubicBezTo>
                    <a:pt x="194" y="510"/>
                    <a:pt x="196" y="508"/>
                    <a:pt x="197" y="509"/>
                  </a:cubicBezTo>
                  <a:cubicBezTo>
                    <a:pt x="198" y="508"/>
                    <a:pt x="196" y="508"/>
                    <a:pt x="196" y="508"/>
                  </a:cubicBezTo>
                  <a:cubicBezTo>
                    <a:pt x="195" y="508"/>
                    <a:pt x="194" y="508"/>
                    <a:pt x="193" y="508"/>
                  </a:cubicBezTo>
                  <a:cubicBezTo>
                    <a:pt x="188" y="507"/>
                    <a:pt x="197" y="507"/>
                    <a:pt x="196" y="506"/>
                  </a:cubicBezTo>
                  <a:cubicBezTo>
                    <a:pt x="193" y="506"/>
                    <a:pt x="191" y="504"/>
                    <a:pt x="188" y="506"/>
                  </a:cubicBezTo>
                  <a:cubicBezTo>
                    <a:pt x="187" y="505"/>
                    <a:pt x="187" y="505"/>
                    <a:pt x="187" y="505"/>
                  </a:cubicBezTo>
                  <a:cubicBezTo>
                    <a:pt x="189" y="505"/>
                    <a:pt x="189" y="504"/>
                    <a:pt x="191" y="504"/>
                  </a:cubicBezTo>
                  <a:cubicBezTo>
                    <a:pt x="191" y="504"/>
                    <a:pt x="191" y="504"/>
                    <a:pt x="191" y="504"/>
                  </a:cubicBezTo>
                  <a:cubicBezTo>
                    <a:pt x="193" y="504"/>
                    <a:pt x="193" y="504"/>
                    <a:pt x="193" y="504"/>
                  </a:cubicBezTo>
                  <a:cubicBezTo>
                    <a:pt x="195" y="504"/>
                    <a:pt x="196" y="503"/>
                    <a:pt x="197" y="503"/>
                  </a:cubicBezTo>
                  <a:cubicBezTo>
                    <a:pt x="196" y="502"/>
                    <a:pt x="195" y="503"/>
                    <a:pt x="194" y="502"/>
                  </a:cubicBezTo>
                  <a:cubicBezTo>
                    <a:pt x="195" y="502"/>
                    <a:pt x="195" y="502"/>
                    <a:pt x="196" y="502"/>
                  </a:cubicBezTo>
                  <a:cubicBezTo>
                    <a:pt x="195" y="502"/>
                    <a:pt x="193" y="503"/>
                    <a:pt x="193" y="502"/>
                  </a:cubicBezTo>
                  <a:cubicBezTo>
                    <a:pt x="193" y="501"/>
                    <a:pt x="195" y="500"/>
                    <a:pt x="195" y="501"/>
                  </a:cubicBezTo>
                  <a:cubicBezTo>
                    <a:pt x="197" y="501"/>
                    <a:pt x="197" y="501"/>
                    <a:pt x="197" y="501"/>
                  </a:cubicBezTo>
                  <a:cubicBezTo>
                    <a:pt x="195" y="501"/>
                    <a:pt x="198" y="501"/>
                    <a:pt x="197" y="500"/>
                  </a:cubicBezTo>
                  <a:cubicBezTo>
                    <a:pt x="196" y="500"/>
                    <a:pt x="194" y="500"/>
                    <a:pt x="193" y="500"/>
                  </a:cubicBezTo>
                  <a:cubicBezTo>
                    <a:pt x="192" y="499"/>
                    <a:pt x="194" y="499"/>
                    <a:pt x="193" y="499"/>
                  </a:cubicBezTo>
                  <a:cubicBezTo>
                    <a:pt x="195" y="500"/>
                    <a:pt x="195" y="500"/>
                    <a:pt x="195" y="500"/>
                  </a:cubicBezTo>
                  <a:cubicBezTo>
                    <a:pt x="194" y="499"/>
                    <a:pt x="198" y="499"/>
                    <a:pt x="197" y="498"/>
                  </a:cubicBezTo>
                  <a:cubicBezTo>
                    <a:pt x="195" y="498"/>
                    <a:pt x="195" y="498"/>
                    <a:pt x="195" y="498"/>
                  </a:cubicBezTo>
                  <a:cubicBezTo>
                    <a:pt x="196" y="498"/>
                    <a:pt x="196" y="498"/>
                    <a:pt x="197" y="498"/>
                  </a:cubicBezTo>
                  <a:cubicBezTo>
                    <a:pt x="196" y="498"/>
                    <a:pt x="196" y="497"/>
                    <a:pt x="196" y="497"/>
                  </a:cubicBezTo>
                  <a:cubicBezTo>
                    <a:pt x="197" y="497"/>
                    <a:pt x="197" y="497"/>
                    <a:pt x="197" y="497"/>
                  </a:cubicBezTo>
                  <a:cubicBezTo>
                    <a:pt x="196" y="497"/>
                    <a:pt x="193" y="496"/>
                    <a:pt x="196" y="496"/>
                  </a:cubicBezTo>
                  <a:cubicBezTo>
                    <a:pt x="193" y="496"/>
                    <a:pt x="196" y="496"/>
                    <a:pt x="194" y="497"/>
                  </a:cubicBezTo>
                  <a:cubicBezTo>
                    <a:pt x="192" y="497"/>
                    <a:pt x="193" y="496"/>
                    <a:pt x="192" y="496"/>
                  </a:cubicBezTo>
                  <a:cubicBezTo>
                    <a:pt x="195" y="496"/>
                    <a:pt x="192" y="495"/>
                    <a:pt x="192" y="495"/>
                  </a:cubicBezTo>
                  <a:cubicBezTo>
                    <a:pt x="193" y="494"/>
                    <a:pt x="194" y="494"/>
                    <a:pt x="194" y="494"/>
                  </a:cubicBezTo>
                  <a:cubicBezTo>
                    <a:pt x="193" y="494"/>
                    <a:pt x="193" y="494"/>
                    <a:pt x="193" y="494"/>
                  </a:cubicBezTo>
                  <a:cubicBezTo>
                    <a:pt x="196" y="493"/>
                    <a:pt x="192" y="493"/>
                    <a:pt x="193" y="492"/>
                  </a:cubicBezTo>
                  <a:cubicBezTo>
                    <a:pt x="194" y="492"/>
                    <a:pt x="195" y="492"/>
                    <a:pt x="196" y="492"/>
                  </a:cubicBezTo>
                  <a:cubicBezTo>
                    <a:pt x="193" y="493"/>
                    <a:pt x="193" y="491"/>
                    <a:pt x="191" y="491"/>
                  </a:cubicBezTo>
                  <a:cubicBezTo>
                    <a:pt x="192" y="490"/>
                    <a:pt x="194" y="492"/>
                    <a:pt x="196" y="491"/>
                  </a:cubicBezTo>
                  <a:cubicBezTo>
                    <a:pt x="194" y="491"/>
                    <a:pt x="197" y="490"/>
                    <a:pt x="195" y="490"/>
                  </a:cubicBezTo>
                  <a:cubicBezTo>
                    <a:pt x="194" y="491"/>
                    <a:pt x="193" y="490"/>
                    <a:pt x="192" y="490"/>
                  </a:cubicBezTo>
                  <a:cubicBezTo>
                    <a:pt x="192" y="489"/>
                    <a:pt x="193" y="490"/>
                    <a:pt x="194" y="489"/>
                  </a:cubicBezTo>
                  <a:cubicBezTo>
                    <a:pt x="193" y="489"/>
                    <a:pt x="191" y="488"/>
                    <a:pt x="191" y="489"/>
                  </a:cubicBezTo>
                  <a:cubicBezTo>
                    <a:pt x="191" y="488"/>
                    <a:pt x="189" y="488"/>
                    <a:pt x="190" y="487"/>
                  </a:cubicBezTo>
                  <a:cubicBezTo>
                    <a:pt x="192" y="487"/>
                    <a:pt x="191" y="488"/>
                    <a:pt x="192" y="488"/>
                  </a:cubicBezTo>
                  <a:cubicBezTo>
                    <a:pt x="192" y="487"/>
                    <a:pt x="188" y="488"/>
                    <a:pt x="187" y="487"/>
                  </a:cubicBezTo>
                  <a:cubicBezTo>
                    <a:pt x="187" y="487"/>
                    <a:pt x="184" y="487"/>
                    <a:pt x="183" y="486"/>
                  </a:cubicBezTo>
                  <a:cubicBezTo>
                    <a:pt x="183" y="485"/>
                    <a:pt x="184" y="487"/>
                    <a:pt x="186" y="486"/>
                  </a:cubicBezTo>
                  <a:cubicBezTo>
                    <a:pt x="185" y="486"/>
                    <a:pt x="185" y="486"/>
                    <a:pt x="185" y="486"/>
                  </a:cubicBezTo>
                  <a:cubicBezTo>
                    <a:pt x="188" y="485"/>
                    <a:pt x="190" y="487"/>
                    <a:pt x="193" y="486"/>
                  </a:cubicBezTo>
                  <a:cubicBezTo>
                    <a:pt x="192" y="486"/>
                    <a:pt x="192" y="486"/>
                    <a:pt x="192" y="486"/>
                  </a:cubicBezTo>
                  <a:cubicBezTo>
                    <a:pt x="195" y="486"/>
                    <a:pt x="195" y="486"/>
                    <a:pt x="195" y="486"/>
                  </a:cubicBezTo>
                  <a:cubicBezTo>
                    <a:pt x="193" y="486"/>
                    <a:pt x="194" y="485"/>
                    <a:pt x="194" y="484"/>
                  </a:cubicBezTo>
                  <a:cubicBezTo>
                    <a:pt x="192" y="484"/>
                    <a:pt x="194" y="485"/>
                    <a:pt x="193" y="485"/>
                  </a:cubicBezTo>
                  <a:cubicBezTo>
                    <a:pt x="192" y="484"/>
                    <a:pt x="190" y="484"/>
                    <a:pt x="191" y="483"/>
                  </a:cubicBezTo>
                  <a:cubicBezTo>
                    <a:pt x="192" y="484"/>
                    <a:pt x="193" y="483"/>
                    <a:pt x="194" y="483"/>
                  </a:cubicBezTo>
                  <a:cubicBezTo>
                    <a:pt x="195" y="483"/>
                    <a:pt x="192" y="483"/>
                    <a:pt x="193" y="482"/>
                  </a:cubicBezTo>
                  <a:cubicBezTo>
                    <a:pt x="194" y="483"/>
                    <a:pt x="194" y="483"/>
                    <a:pt x="194" y="483"/>
                  </a:cubicBezTo>
                  <a:cubicBezTo>
                    <a:pt x="194" y="480"/>
                    <a:pt x="194" y="478"/>
                    <a:pt x="190" y="476"/>
                  </a:cubicBezTo>
                  <a:cubicBezTo>
                    <a:pt x="191" y="475"/>
                    <a:pt x="191" y="475"/>
                    <a:pt x="193" y="474"/>
                  </a:cubicBezTo>
                  <a:cubicBezTo>
                    <a:pt x="192" y="474"/>
                    <a:pt x="191" y="474"/>
                    <a:pt x="191" y="473"/>
                  </a:cubicBezTo>
                  <a:cubicBezTo>
                    <a:pt x="193" y="473"/>
                    <a:pt x="193" y="473"/>
                    <a:pt x="193" y="473"/>
                  </a:cubicBezTo>
                  <a:cubicBezTo>
                    <a:pt x="194" y="472"/>
                    <a:pt x="192" y="472"/>
                    <a:pt x="191" y="471"/>
                  </a:cubicBezTo>
                  <a:cubicBezTo>
                    <a:pt x="193" y="471"/>
                    <a:pt x="193" y="471"/>
                    <a:pt x="193" y="471"/>
                  </a:cubicBezTo>
                  <a:cubicBezTo>
                    <a:pt x="194" y="471"/>
                    <a:pt x="192" y="470"/>
                    <a:pt x="191" y="470"/>
                  </a:cubicBezTo>
                  <a:cubicBezTo>
                    <a:pt x="193" y="470"/>
                    <a:pt x="193" y="470"/>
                    <a:pt x="193" y="470"/>
                  </a:cubicBezTo>
                  <a:cubicBezTo>
                    <a:pt x="191" y="470"/>
                    <a:pt x="191" y="470"/>
                    <a:pt x="191" y="470"/>
                  </a:cubicBezTo>
                  <a:cubicBezTo>
                    <a:pt x="191" y="469"/>
                    <a:pt x="191" y="468"/>
                    <a:pt x="193" y="469"/>
                  </a:cubicBezTo>
                  <a:cubicBezTo>
                    <a:pt x="193" y="469"/>
                    <a:pt x="192" y="468"/>
                    <a:pt x="192" y="468"/>
                  </a:cubicBezTo>
                  <a:cubicBezTo>
                    <a:pt x="193" y="468"/>
                    <a:pt x="193" y="467"/>
                    <a:pt x="193" y="466"/>
                  </a:cubicBezTo>
                  <a:cubicBezTo>
                    <a:pt x="192" y="466"/>
                    <a:pt x="191" y="466"/>
                    <a:pt x="190" y="466"/>
                  </a:cubicBezTo>
                  <a:cubicBezTo>
                    <a:pt x="188" y="465"/>
                    <a:pt x="190" y="466"/>
                    <a:pt x="189" y="465"/>
                  </a:cubicBezTo>
                  <a:cubicBezTo>
                    <a:pt x="190" y="465"/>
                    <a:pt x="191" y="465"/>
                    <a:pt x="192" y="465"/>
                  </a:cubicBezTo>
                  <a:cubicBezTo>
                    <a:pt x="195" y="465"/>
                    <a:pt x="192" y="462"/>
                    <a:pt x="193" y="461"/>
                  </a:cubicBezTo>
                  <a:cubicBezTo>
                    <a:pt x="192" y="460"/>
                    <a:pt x="192" y="460"/>
                    <a:pt x="192" y="460"/>
                  </a:cubicBezTo>
                  <a:cubicBezTo>
                    <a:pt x="195" y="460"/>
                    <a:pt x="193" y="459"/>
                    <a:pt x="194" y="458"/>
                  </a:cubicBezTo>
                  <a:cubicBezTo>
                    <a:pt x="193" y="458"/>
                    <a:pt x="191" y="457"/>
                    <a:pt x="191" y="456"/>
                  </a:cubicBezTo>
                  <a:cubicBezTo>
                    <a:pt x="189" y="455"/>
                    <a:pt x="193" y="457"/>
                    <a:pt x="195" y="457"/>
                  </a:cubicBezTo>
                  <a:cubicBezTo>
                    <a:pt x="194" y="456"/>
                    <a:pt x="194" y="456"/>
                    <a:pt x="194" y="456"/>
                  </a:cubicBezTo>
                  <a:cubicBezTo>
                    <a:pt x="194" y="456"/>
                    <a:pt x="194" y="456"/>
                    <a:pt x="194" y="456"/>
                  </a:cubicBezTo>
                  <a:cubicBezTo>
                    <a:pt x="194" y="455"/>
                    <a:pt x="193" y="454"/>
                    <a:pt x="194" y="454"/>
                  </a:cubicBezTo>
                  <a:cubicBezTo>
                    <a:pt x="194" y="454"/>
                    <a:pt x="194" y="454"/>
                    <a:pt x="194" y="454"/>
                  </a:cubicBezTo>
                  <a:cubicBezTo>
                    <a:pt x="195" y="454"/>
                    <a:pt x="196" y="455"/>
                    <a:pt x="196" y="454"/>
                  </a:cubicBezTo>
                  <a:cubicBezTo>
                    <a:pt x="194" y="453"/>
                    <a:pt x="196" y="453"/>
                    <a:pt x="194" y="452"/>
                  </a:cubicBezTo>
                  <a:cubicBezTo>
                    <a:pt x="195" y="452"/>
                    <a:pt x="195" y="452"/>
                    <a:pt x="195" y="452"/>
                  </a:cubicBezTo>
                  <a:cubicBezTo>
                    <a:pt x="194" y="451"/>
                    <a:pt x="194" y="451"/>
                    <a:pt x="194" y="451"/>
                  </a:cubicBezTo>
                  <a:cubicBezTo>
                    <a:pt x="195" y="451"/>
                    <a:pt x="195" y="451"/>
                    <a:pt x="195" y="451"/>
                  </a:cubicBezTo>
                  <a:cubicBezTo>
                    <a:pt x="196" y="453"/>
                    <a:pt x="196" y="453"/>
                    <a:pt x="196" y="453"/>
                  </a:cubicBezTo>
                  <a:cubicBezTo>
                    <a:pt x="197" y="452"/>
                    <a:pt x="195" y="452"/>
                    <a:pt x="194" y="451"/>
                  </a:cubicBezTo>
                  <a:cubicBezTo>
                    <a:pt x="193" y="450"/>
                    <a:pt x="195" y="450"/>
                    <a:pt x="195" y="451"/>
                  </a:cubicBezTo>
                  <a:cubicBezTo>
                    <a:pt x="196" y="451"/>
                    <a:pt x="195" y="451"/>
                    <a:pt x="195" y="451"/>
                  </a:cubicBezTo>
                  <a:cubicBezTo>
                    <a:pt x="196" y="452"/>
                    <a:pt x="196" y="451"/>
                    <a:pt x="196" y="452"/>
                  </a:cubicBezTo>
                  <a:cubicBezTo>
                    <a:pt x="196" y="451"/>
                    <a:pt x="195" y="450"/>
                    <a:pt x="195" y="450"/>
                  </a:cubicBezTo>
                  <a:cubicBezTo>
                    <a:pt x="195" y="451"/>
                    <a:pt x="196" y="450"/>
                    <a:pt x="197" y="451"/>
                  </a:cubicBezTo>
                  <a:cubicBezTo>
                    <a:pt x="196" y="450"/>
                    <a:pt x="197" y="450"/>
                    <a:pt x="196" y="450"/>
                  </a:cubicBezTo>
                  <a:cubicBezTo>
                    <a:pt x="196" y="450"/>
                    <a:pt x="195" y="449"/>
                    <a:pt x="194" y="449"/>
                  </a:cubicBezTo>
                  <a:cubicBezTo>
                    <a:pt x="194" y="448"/>
                    <a:pt x="194" y="448"/>
                    <a:pt x="195" y="448"/>
                  </a:cubicBezTo>
                  <a:cubicBezTo>
                    <a:pt x="195" y="449"/>
                    <a:pt x="195" y="449"/>
                    <a:pt x="195" y="449"/>
                  </a:cubicBezTo>
                  <a:cubicBezTo>
                    <a:pt x="195" y="448"/>
                    <a:pt x="196" y="448"/>
                    <a:pt x="194" y="447"/>
                  </a:cubicBezTo>
                  <a:cubicBezTo>
                    <a:pt x="196" y="449"/>
                    <a:pt x="196" y="449"/>
                    <a:pt x="196" y="449"/>
                  </a:cubicBezTo>
                  <a:cubicBezTo>
                    <a:pt x="196" y="448"/>
                    <a:pt x="196" y="448"/>
                    <a:pt x="196" y="447"/>
                  </a:cubicBezTo>
                  <a:cubicBezTo>
                    <a:pt x="197" y="448"/>
                    <a:pt x="198" y="450"/>
                    <a:pt x="199" y="450"/>
                  </a:cubicBezTo>
                  <a:cubicBezTo>
                    <a:pt x="198" y="448"/>
                    <a:pt x="198" y="448"/>
                    <a:pt x="198" y="448"/>
                  </a:cubicBezTo>
                  <a:cubicBezTo>
                    <a:pt x="199" y="448"/>
                    <a:pt x="199" y="448"/>
                    <a:pt x="199" y="449"/>
                  </a:cubicBezTo>
                  <a:cubicBezTo>
                    <a:pt x="200" y="449"/>
                    <a:pt x="198" y="444"/>
                    <a:pt x="199" y="445"/>
                  </a:cubicBezTo>
                  <a:cubicBezTo>
                    <a:pt x="200" y="447"/>
                    <a:pt x="200" y="447"/>
                    <a:pt x="201" y="447"/>
                  </a:cubicBezTo>
                  <a:cubicBezTo>
                    <a:pt x="200" y="446"/>
                    <a:pt x="200" y="446"/>
                    <a:pt x="200" y="446"/>
                  </a:cubicBezTo>
                  <a:cubicBezTo>
                    <a:pt x="200" y="446"/>
                    <a:pt x="201" y="448"/>
                    <a:pt x="200" y="447"/>
                  </a:cubicBezTo>
                  <a:cubicBezTo>
                    <a:pt x="199" y="446"/>
                    <a:pt x="200" y="446"/>
                    <a:pt x="200" y="445"/>
                  </a:cubicBezTo>
                  <a:cubicBezTo>
                    <a:pt x="200" y="446"/>
                    <a:pt x="201" y="447"/>
                    <a:pt x="202" y="447"/>
                  </a:cubicBezTo>
                  <a:cubicBezTo>
                    <a:pt x="202" y="447"/>
                    <a:pt x="202" y="447"/>
                    <a:pt x="202" y="447"/>
                  </a:cubicBezTo>
                  <a:cubicBezTo>
                    <a:pt x="205" y="449"/>
                    <a:pt x="200" y="450"/>
                    <a:pt x="204" y="454"/>
                  </a:cubicBezTo>
                  <a:cubicBezTo>
                    <a:pt x="205" y="456"/>
                    <a:pt x="206" y="463"/>
                    <a:pt x="206" y="463"/>
                  </a:cubicBezTo>
                  <a:cubicBezTo>
                    <a:pt x="214" y="451"/>
                    <a:pt x="212" y="449"/>
                    <a:pt x="214" y="446"/>
                  </a:cubicBezTo>
                  <a:cubicBezTo>
                    <a:pt x="214" y="447"/>
                    <a:pt x="214" y="447"/>
                    <a:pt x="214" y="447"/>
                  </a:cubicBezTo>
                  <a:cubicBezTo>
                    <a:pt x="214" y="446"/>
                    <a:pt x="214" y="446"/>
                    <a:pt x="214" y="446"/>
                  </a:cubicBezTo>
                  <a:cubicBezTo>
                    <a:pt x="214" y="446"/>
                    <a:pt x="215" y="446"/>
                    <a:pt x="215" y="446"/>
                  </a:cubicBezTo>
                  <a:cubicBezTo>
                    <a:pt x="215" y="446"/>
                    <a:pt x="215" y="447"/>
                    <a:pt x="216" y="445"/>
                  </a:cubicBezTo>
                  <a:cubicBezTo>
                    <a:pt x="216" y="445"/>
                    <a:pt x="216" y="445"/>
                    <a:pt x="216" y="445"/>
                  </a:cubicBezTo>
                  <a:cubicBezTo>
                    <a:pt x="216" y="445"/>
                    <a:pt x="217" y="443"/>
                    <a:pt x="217" y="443"/>
                  </a:cubicBezTo>
                  <a:cubicBezTo>
                    <a:pt x="216" y="445"/>
                    <a:pt x="216" y="445"/>
                    <a:pt x="216" y="445"/>
                  </a:cubicBezTo>
                  <a:cubicBezTo>
                    <a:pt x="216" y="447"/>
                    <a:pt x="217" y="446"/>
                    <a:pt x="217" y="447"/>
                  </a:cubicBezTo>
                  <a:cubicBezTo>
                    <a:pt x="217" y="445"/>
                    <a:pt x="217" y="447"/>
                    <a:pt x="218" y="445"/>
                  </a:cubicBezTo>
                  <a:cubicBezTo>
                    <a:pt x="218" y="445"/>
                    <a:pt x="218" y="445"/>
                    <a:pt x="218" y="445"/>
                  </a:cubicBezTo>
                  <a:cubicBezTo>
                    <a:pt x="219" y="445"/>
                    <a:pt x="219" y="444"/>
                    <a:pt x="220" y="444"/>
                  </a:cubicBezTo>
                  <a:cubicBezTo>
                    <a:pt x="220" y="444"/>
                    <a:pt x="219" y="446"/>
                    <a:pt x="219" y="446"/>
                  </a:cubicBezTo>
                  <a:cubicBezTo>
                    <a:pt x="219" y="447"/>
                    <a:pt x="219" y="447"/>
                    <a:pt x="220" y="447"/>
                  </a:cubicBezTo>
                  <a:cubicBezTo>
                    <a:pt x="220" y="447"/>
                    <a:pt x="220" y="446"/>
                    <a:pt x="220" y="446"/>
                  </a:cubicBezTo>
                  <a:cubicBezTo>
                    <a:pt x="220" y="446"/>
                    <a:pt x="220" y="446"/>
                    <a:pt x="220" y="447"/>
                  </a:cubicBezTo>
                  <a:cubicBezTo>
                    <a:pt x="220" y="446"/>
                    <a:pt x="220" y="446"/>
                    <a:pt x="220" y="446"/>
                  </a:cubicBezTo>
                  <a:cubicBezTo>
                    <a:pt x="220" y="446"/>
                    <a:pt x="220" y="446"/>
                    <a:pt x="220" y="447"/>
                  </a:cubicBezTo>
                  <a:cubicBezTo>
                    <a:pt x="220" y="447"/>
                    <a:pt x="220" y="447"/>
                    <a:pt x="220" y="447"/>
                  </a:cubicBezTo>
                  <a:cubicBezTo>
                    <a:pt x="220" y="447"/>
                    <a:pt x="220" y="447"/>
                    <a:pt x="220" y="447"/>
                  </a:cubicBezTo>
                  <a:cubicBezTo>
                    <a:pt x="220" y="447"/>
                    <a:pt x="220" y="447"/>
                    <a:pt x="220" y="447"/>
                  </a:cubicBezTo>
                  <a:cubicBezTo>
                    <a:pt x="220" y="447"/>
                    <a:pt x="220" y="447"/>
                    <a:pt x="220" y="448"/>
                  </a:cubicBezTo>
                  <a:cubicBezTo>
                    <a:pt x="220" y="449"/>
                    <a:pt x="220" y="449"/>
                    <a:pt x="220" y="449"/>
                  </a:cubicBezTo>
                  <a:cubicBezTo>
                    <a:pt x="220" y="449"/>
                    <a:pt x="221" y="448"/>
                    <a:pt x="221" y="447"/>
                  </a:cubicBezTo>
                  <a:cubicBezTo>
                    <a:pt x="222" y="449"/>
                    <a:pt x="224" y="448"/>
                    <a:pt x="225" y="448"/>
                  </a:cubicBezTo>
                  <a:cubicBezTo>
                    <a:pt x="225" y="448"/>
                    <a:pt x="224" y="449"/>
                    <a:pt x="225" y="449"/>
                  </a:cubicBezTo>
                  <a:cubicBezTo>
                    <a:pt x="225" y="449"/>
                    <a:pt x="226" y="448"/>
                    <a:pt x="226" y="449"/>
                  </a:cubicBezTo>
                  <a:cubicBezTo>
                    <a:pt x="226" y="448"/>
                    <a:pt x="225" y="450"/>
                    <a:pt x="225" y="450"/>
                  </a:cubicBezTo>
                  <a:cubicBezTo>
                    <a:pt x="225" y="451"/>
                    <a:pt x="226" y="449"/>
                    <a:pt x="226" y="449"/>
                  </a:cubicBezTo>
                  <a:cubicBezTo>
                    <a:pt x="225" y="452"/>
                    <a:pt x="229" y="450"/>
                    <a:pt x="229" y="452"/>
                  </a:cubicBezTo>
                  <a:cubicBezTo>
                    <a:pt x="229" y="451"/>
                    <a:pt x="228" y="452"/>
                    <a:pt x="227" y="452"/>
                  </a:cubicBezTo>
                  <a:cubicBezTo>
                    <a:pt x="228" y="452"/>
                    <a:pt x="229" y="452"/>
                    <a:pt x="232" y="452"/>
                  </a:cubicBezTo>
                  <a:cubicBezTo>
                    <a:pt x="230" y="453"/>
                    <a:pt x="230" y="453"/>
                    <a:pt x="230" y="453"/>
                  </a:cubicBezTo>
                  <a:cubicBezTo>
                    <a:pt x="230" y="453"/>
                    <a:pt x="231" y="453"/>
                    <a:pt x="232" y="453"/>
                  </a:cubicBezTo>
                  <a:cubicBezTo>
                    <a:pt x="233" y="452"/>
                    <a:pt x="234" y="452"/>
                    <a:pt x="234" y="452"/>
                  </a:cubicBezTo>
                  <a:cubicBezTo>
                    <a:pt x="234" y="452"/>
                    <a:pt x="234" y="452"/>
                    <a:pt x="234" y="452"/>
                  </a:cubicBezTo>
                  <a:cubicBezTo>
                    <a:pt x="235" y="453"/>
                    <a:pt x="235" y="452"/>
                    <a:pt x="236" y="453"/>
                  </a:cubicBezTo>
                  <a:cubicBezTo>
                    <a:pt x="235" y="454"/>
                    <a:pt x="235" y="453"/>
                    <a:pt x="234" y="454"/>
                  </a:cubicBezTo>
                  <a:cubicBezTo>
                    <a:pt x="232" y="455"/>
                    <a:pt x="233" y="456"/>
                    <a:pt x="233" y="456"/>
                  </a:cubicBezTo>
                  <a:cubicBezTo>
                    <a:pt x="235" y="456"/>
                    <a:pt x="235" y="456"/>
                    <a:pt x="235" y="456"/>
                  </a:cubicBezTo>
                  <a:cubicBezTo>
                    <a:pt x="236" y="456"/>
                    <a:pt x="234" y="457"/>
                    <a:pt x="234" y="457"/>
                  </a:cubicBezTo>
                  <a:cubicBezTo>
                    <a:pt x="239" y="456"/>
                    <a:pt x="239" y="456"/>
                    <a:pt x="239" y="456"/>
                  </a:cubicBezTo>
                  <a:cubicBezTo>
                    <a:pt x="238" y="456"/>
                    <a:pt x="237" y="458"/>
                    <a:pt x="236" y="457"/>
                  </a:cubicBezTo>
                  <a:cubicBezTo>
                    <a:pt x="237" y="458"/>
                    <a:pt x="240" y="458"/>
                    <a:pt x="241" y="458"/>
                  </a:cubicBezTo>
                  <a:cubicBezTo>
                    <a:pt x="241" y="459"/>
                    <a:pt x="243" y="459"/>
                    <a:pt x="243" y="460"/>
                  </a:cubicBezTo>
                  <a:cubicBezTo>
                    <a:pt x="242" y="460"/>
                    <a:pt x="243" y="459"/>
                    <a:pt x="242" y="460"/>
                  </a:cubicBezTo>
                  <a:cubicBezTo>
                    <a:pt x="240" y="461"/>
                    <a:pt x="240" y="461"/>
                    <a:pt x="240" y="461"/>
                  </a:cubicBezTo>
                  <a:cubicBezTo>
                    <a:pt x="240" y="460"/>
                    <a:pt x="238" y="461"/>
                    <a:pt x="237" y="461"/>
                  </a:cubicBezTo>
                  <a:cubicBezTo>
                    <a:pt x="238" y="462"/>
                    <a:pt x="238" y="463"/>
                    <a:pt x="237" y="464"/>
                  </a:cubicBezTo>
                  <a:cubicBezTo>
                    <a:pt x="240" y="463"/>
                    <a:pt x="239" y="465"/>
                    <a:pt x="242" y="465"/>
                  </a:cubicBezTo>
                  <a:cubicBezTo>
                    <a:pt x="242" y="466"/>
                    <a:pt x="240" y="466"/>
                    <a:pt x="239" y="466"/>
                  </a:cubicBezTo>
                  <a:cubicBezTo>
                    <a:pt x="240" y="467"/>
                    <a:pt x="240" y="468"/>
                    <a:pt x="240" y="469"/>
                  </a:cubicBezTo>
                  <a:cubicBezTo>
                    <a:pt x="240" y="469"/>
                    <a:pt x="240" y="469"/>
                    <a:pt x="240" y="469"/>
                  </a:cubicBezTo>
                  <a:cubicBezTo>
                    <a:pt x="240" y="470"/>
                    <a:pt x="240" y="472"/>
                    <a:pt x="242" y="472"/>
                  </a:cubicBezTo>
                  <a:cubicBezTo>
                    <a:pt x="241" y="472"/>
                    <a:pt x="241" y="472"/>
                    <a:pt x="241" y="472"/>
                  </a:cubicBezTo>
                  <a:cubicBezTo>
                    <a:pt x="240" y="473"/>
                    <a:pt x="244" y="472"/>
                    <a:pt x="243" y="474"/>
                  </a:cubicBezTo>
                  <a:cubicBezTo>
                    <a:pt x="242" y="473"/>
                    <a:pt x="242" y="473"/>
                    <a:pt x="242" y="473"/>
                  </a:cubicBezTo>
                  <a:cubicBezTo>
                    <a:pt x="243" y="474"/>
                    <a:pt x="241" y="475"/>
                    <a:pt x="243" y="476"/>
                  </a:cubicBezTo>
                  <a:cubicBezTo>
                    <a:pt x="242" y="476"/>
                    <a:pt x="242" y="476"/>
                    <a:pt x="241" y="475"/>
                  </a:cubicBezTo>
                  <a:cubicBezTo>
                    <a:pt x="242" y="476"/>
                    <a:pt x="242" y="477"/>
                    <a:pt x="243" y="478"/>
                  </a:cubicBezTo>
                  <a:cubicBezTo>
                    <a:pt x="241" y="478"/>
                    <a:pt x="241" y="478"/>
                    <a:pt x="241" y="478"/>
                  </a:cubicBezTo>
                  <a:cubicBezTo>
                    <a:pt x="240" y="478"/>
                    <a:pt x="244" y="478"/>
                    <a:pt x="243" y="479"/>
                  </a:cubicBezTo>
                  <a:cubicBezTo>
                    <a:pt x="243" y="479"/>
                    <a:pt x="242" y="480"/>
                    <a:pt x="242" y="480"/>
                  </a:cubicBezTo>
                  <a:cubicBezTo>
                    <a:pt x="243" y="480"/>
                    <a:pt x="243" y="481"/>
                    <a:pt x="243" y="481"/>
                  </a:cubicBezTo>
                  <a:cubicBezTo>
                    <a:pt x="241" y="482"/>
                    <a:pt x="241" y="482"/>
                    <a:pt x="241" y="482"/>
                  </a:cubicBezTo>
                  <a:cubicBezTo>
                    <a:pt x="241" y="486"/>
                    <a:pt x="241" y="490"/>
                    <a:pt x="243" y="494"/>
                  </a:cubicBezTo>
                  <a:cubicBezTo>
                    <a:pt x="240" y="494"/>
                    <a:pt x="241" y="493"/>
                    <a:pt x="240" y="493"/>
                  </a:cubicBezTo>
                  <a:cubicBezTo>
                    <a:pt x="242" y="493"/>
                    <a:pt x="240" y="494"/>
                    <a:pt x="241" y="495"/>
                  </a:cubicBezTo>
                  <a:cubicBezTo>
                    <a:pt x="241" y="495"/>
                    <a:pt x="241" y="495"/>
                    <a:pt x="241" y="495"/>
                  </a:cubicBezTo>
                  <a:cubicBezTo>
                    <a:pt x="241" y="496"/>
                    <a:pt x="240" y="496"/>
                    <a:pt x="240" y="497"/>
                  </a:cubicBezTo>
                  <a:cubicBezTo>
                    <a:pt x="241" y="497"/>
                    <a:pt x="241" y="497"/>
                    <a:pt x="241" y="497"/>
                  </a:cubicBezTo>
                  <a:cubicBezTo>
                    <a:pt x="242" y="497"/>
                    <a:pt x="238" y="498"/>
                    <a:pt x="241" y="498"/>
                  </a:cubicBezTo>
                  <a:cubicBezTo>
                    <a:pt x="239" y="499"/>
                    <a:pt x="239" y="499"/>
                    <a:pt x="239" y="499"/>
                  </a:cubicBezTo>
                  <a:cubicBezTo>
                    <a:pt x="242" y="499"/>
                    <a:pt x="238" y="499"/>
                    <a:pt x="240" y="500"/>
                  </a:cubicBezTo>
                  <a:cubicBezTo>
                    <a:pt x="240" y="500"/>
                    <a:pt x="240" y="500"/>
                    <a:pt x="240" y="500"/>
                  </a:cubicBezTo>
                  <a:cubicBezTo>
                    <a:pt x="239" y="501"/>
                    <a:pt x="243" y="502"/>
                    <a:pt x="241" y="502"/>
                  </a:cubicBezTo>
                  <a:cubicBezTo>
                    <a:pt x="241" y="503"/>
                    <a:pt x="242" y="504"/>
                    <a:pt x="244" y="504"/>
                  </a:cubicBezTo>
                  <a:cubicBezTo>
                    <a:pt x="241" y="504"/>
                    <a:pt x="241" y="504"/>
                    <a:pt x="241" y="504"/>
                  </a:cubicBezTo>
                  <a:cubicBezTo>
                    <a:pt x="242" y="507"/>
                    <a:pt x="241" y="511"/>
                    <a:pt x="244" y="513"/>
                  </a:cubicBezTo>
                  <a:cubicBezTo>
                    <a:pt x="243" y="513"/>
                    <a:pt x="243" y="513"/>
                    <a:pt x="243" y="513"/>
                  </a:cubicBezTo>
                  <a:cubicBezTo>
                    <a:pt x="245" y="515"/>
                    <a:pt x="241" y="517"/>
                    <a:pt x="245" y="518"/>
                  </a:cubicBezTo>
                  <a:cubicBezTo>
                    <a:pt x="247" y="518"/>
                    <a:pt x="247" y="518"/>
                    <a:pt x="247" y="518"/>
                  </a:cubicBezTo>
                  <a:cubicBezTo>
                    <a:pt x="244" y="519"/>
                    <a:pt x="244" y="519"/>
                    <a:pt x="244" y="519"/>
                  </a:cubicBezTo>
                  <a:cubicBezTo>
                    <a:pt x="246" y="519"/>
                    <a:pt x="245" y="520"/>
                    <a:pt x="247" y="521"/>
                  </a:cubicBezTo>
                  <a:cubicBezTo>
                    <a:pt x="245" y="521"/>
                    <a:pt x="245" y="521"/>
                    <a:pt x="245" y="521"/>
                  </a:cubicBezTo>
                  <a:cubicBezTo>
                    <a:pt x="245" y="521"/>
                    <a:pt x="247" y="522"/>
                    <a:pt x="247" y="523"/>
                  </a:cubicBezTo>
                  <a:cubicBezTo>
                    <a:pt x="246" y="523"/>
                    <a:pt x="246" y="523"/>
                    <a:pt x="246" y="523"/>
                  </a:cubicBezTo>
                  <a:cubicBezTo>
                    <a:pt x="243" y="527"/>
                    <a:pt x="241" y="532"/>
                    <a:pt x="246" y="534"/>
                  </a:cubicBezTo>
                  <a:cubicBezTo>
                    <a:pt x="247" y="535"/>
                    <a:pt x="243" y="535"/>
                    <a:pt x="244" y="536"/>
                  </a:cubicBezTo>
                  <a:cubicBezTo>
                    <a:pt x="247" y="538"/>
                    <a:pt x="245" y="541"/>
                    <a:pt x="247" y="543"/>
                  </a:cubicBezTo>
                  <a:cubicBezTo>
                    <a:pt x="246" y="546"/>
                    <a:pt x="244" y="545"/>
                    <a:pt x="243" y="548"/>
                  </a:cubicBezTo>
                  <a:cubicBezTo>
                    <a:pt x="243" y="547"/>
                    <a:pt x="243" y="547"/>
                    <a:pt x="243" y="547"/>
                  </a:cubicBezTo>
                  <a:cubicBezTo>
                    <a:pt x="242" y="549"/>
                    <a:pt x="241" y="547"/>
                    <a:pt x="240" y="546"/>
                  </a:cubicBezTo>
                  <a:cubicBezTo>
                    <a:pt x="240" y="547"/>
                    <a:pt x="239" y="547"/>
                    <a:pt x="240" y="549"/>
                  </a:cubicBezTo>
                  <a:cubicBezTo>
                    <a:pt x="239" y="550"/>
                    <a:pt x="238" y="546"/>
                    <a:pt x="238" y="547"/>
                  </a:cubicBezTo>
                  <a:cubicBezTo>
                    <a:pt x="238" y="546"/>
                    <a:pt x="238" y="548"/>
                    <a:pt x="238" y="548"/>
                  </a:cubicBezTo>
                  <a:cubicBezTo>
                    <a:pt x="236" y="550"/>
                    <a:pt x="238" y="546"/>
                    <a:pt x="235" y="545"/>
                  </a:cubicBezTo>
                  <a:cubicBezTo>
                    <a:pt x="232" y="546"/>
                    <a:pt x="228" y="548"/>
                    <a:pt x="225" y="547"/>
                  </a:cubicBezTo>
                  <a:cubicBezTo>
                    <a:pt x="225" y="547"/>
                    <a:pt x="225" y="549"/>
                    <a:pt x="225" y="549"/>
                  </a:cubicBezTo>
                  <a:cubicBezTo>
                    <a:pt x="224" y="546"/>
                    <a:pt x="224" y="550"/>
                    <a:pt x="223" y="549"/>
                  </a:cubicBezTo>
                  <a:cubicBezTo>
                    <a:pt x="223" y="548"/>
                    <a:pt x="223" y="548"/>
                    <a:pt x="223" y="547"/>
                  </a:cubicBezTo>
                  <a:cubicBezTo>
                    <a:pt x="222" y="546"/>
                    <a:pt x="220" y="548"/>
                    <a:pt x="219" y="547"/>
                  </a:cubicBezTo>
                  <a:cubicBezTo>
                    <a:pt x="218" y="549"/>
                    <a:pt x="216" y="546"/>
                    <a:pt x="215" y="548"/>
                  </a:cubicBezTo>
                  <a:cubicBezTo>
                    <a:pt x="215" y="546"/>
                    <a:pt x="214" y="547"/>
                    <a:pt x="214" y="546"/>
                  </a:cubicBezTo>
                  <a:cubicBezTo>
                    <a:pt x="213" y="550"/>
                    <a:pt x="211" y="545"/>
                    <a:pt x="210" y="547"/>
                  </a:cubicBezTo>
                  <a:cubicBezTo>
                    <a:pt x="210" y="547"/>
                    <a:pt x="210" y="547"/>
                    <a:pt x="210" y="547"/>
                  </a:cubicBezTo>
                  <a:cubicBezTo>
                    <a:pt x="206" y="547"/>
                    <a:pt x="202" y="547"/>
                    <a:pt x="198" y="549"/>
                  </a:cubicBezTo>
                  <a:cubicBezTo>
                    <a:pt x="195" y="549"/>
                    <a:pt x="193" y="546"/>
                    <a:pt x="190" y="547"/>
                  </a:cubicBezTo>
                  <a:cubicBezTo>
                    <a:pt x="190" y="548"/>
                    <a:pt x="190" y="549"/>
                    <a:pt x="190" y="549"/>
                  </a:cubicBezTo>
                  <a:cubicBezTo>
                    <a:pt x="189" y="549"/>
                    <a:pt x="190" y="548"/>
                    <a:pt x="190" y="547"/>
                  </a:cubicBezTo>
                  <a:cubicBezTo>
                    <a:pt x="188" y="549"/>
                    <a:pt x="187" y="547"/>
                    <a:pt x="185" y="547"/>
                  </a:cubicBezTo>
                  <a:cubicBezTo>
                    <a:pt x="185" y="548"/>
                    <a:pt x="184" y="548"/>
                    <a:pt x="185" y="549"/>
                  </a:cubicBezTo>
                  <a:cubicBezTo>
                    <a:pt x="183" y="546"/>
                    <a:pt x="181" y="550"/>
                    <a:pt x="179" y="548"/>
                  </a:cubicBezTo>
                  <a:cubicBezTo>
                    <a:pt x="179" y="552"/>
                    <a:pt x="178" y="550"/>
                    <a:pt x="177" y="551"/>
                  </a:cubicBezTo>
                  <a:cubicBezTo>
                    <a:pt x="177" y="551"/>
                    <a:pt x="177" y="550"/>
                    <a:pt x="177" y="549"/>
                  </a:cubicBezTo>
                  <a:cubicBezTo>
                    <a:pt x="175" y="550"/>
                    <a:pt x="175" y="550"/>
                    <a:pt x="173" y="549"/>
                  </a:cubicBezTo>
                  <a:cubicBezTo>
                    <a:pt x="172" y="549"/>
                    <a:pt x="172" y="551"/>
                    <a:pt x="171" y="551"/>
                  </a:cubicBezTo>
                  <a:cubicBezTo>
                    <a:pt x="171" y="548"/>
                    <a:pt x="170" y="550"/>
                    <a:pt x="169" y="550"/>
                  </a:cubicBezTo>
                  <a:cubicBezTo>
                    <a:pt x="169" y="552"/>
                    <a:pt x="168" y="553"/>
                    <a:pt x="167" y="552"/>
                  </a:cubicBezTo>
                  <a:cubicBezTo>
                    <a:pt x="168" y="549"/>
                    <a:pt x="168" y="549"/>
                    <a:pt x="168" y="549"/>
                  </a:cubicBezTo>
                  <a:cubicBezTo>
                    <a:pt x="165" y="551"/>
                    <a:pt x="162" y="548"/>
                    <a:pt x="159" y="551"/>
                  </a:cubicBezTo>
                  <a:cubicBezTo>
                    <a:pt x="159" y="549"/>
                    <a:pt x="159" y="549"/>
                    <a:pt x="159" y="549"/>
                  </a:cubicBezTo>
                  <a:cubicBezTo>
                    <a:pt x="156" y="550"/>
                    <a:pt x="154" y="548"/>
                    <a:pt x="151" y="549"/>
                  </a:cubicBezTo>
                  <a:cubicBezTo>
                    <a:pt x="150" y="548"/>
                    <a:pt x="150" y="547"/>
                    <a:pt x="149" y="547"/>
                  </a:cubicBezTo>
                  <a:cubicBezTo>
                    <a:pt x="148" y="548"/>
                    <a:pt x="148" y="548"/>
                    <a:pt x="146" y="549"/>
                  </a:cubicBezTo>
                  <a:cubicBezTo>
                    <a:pt x="146" y="549"/>
                    <a:pt x="146" y="548"/>
                    <a:pt x="147" y="547"/>
                  </a:cubicBezTo>
                  <a:cubicBezTo>
                    <a:pt x="146" y="546"/>
                    <a:pt x="147" y="544"/>
                    <a:pt x="145" y="545"/>
                  </a:cubicBezTo>
                  <a:cubicBezTo>
                    <a:pt x="146" y="545"/>
                    <a:pt x="146" y="545"/>
                    <a:pt x="146" y="545"/>
                  </a:cubicBezTo>
                  <a:cubicBezTo>
                    <a:pt x="145" y="545"/>
                    <a:pt x="143" y="545"/>
                    <a:pt x="144" y="544"/>
                  </a:cubicBezTo>
                  <a:cubicBezTo>
                    <a:pt x="143" y="544"/>
                    <a:pt x="142" y="543"/>
                    <a:pt x="140" y="544"/>
                  </a:cubicBezTo>
                  <a:cubicBezTo>
                    <a:pt x="140" y="543"/>
                    <a:pt x="143" y="543"/>
                    <a:pt x="141" y="543"/>
                  </a:cubicBezTo>
                  <a:cubicBezTo>
                    <a:pt x="143" y="543"/>
                    <a:pt x="143" y="543"/>
                    <a:pt x="143" y="543"/>
                  </a:cubicBezTo>
                  <a:cubicBezTo>
                    <a:pt x="143" y="541"/>
                    <a:pt x="142" y="539"/>
                    <a:pt x="142" y="537"/>
                  </a:cubicBezTo>
                  <a:cubicBezTo>
                    <a:pt x="145" y="537"/>
                    <a:pt x="142" y="534"/>
                    <a:pt x="144" y="534"/>
                  </a:cubicBezTo>
                  <a:cubicBezTo>
                    <a:pt x="143" y="533"/>
                    <a:pt x="146" y="532"/>
                    <a:pt x="143" y="530"/>
                  </a:cubicBezTo>
                  <a:cubicBezTo>
                    <a:pt x="144" y="531"/>
                    <a:pt x="144" y="531"/>
                    <a:pt x="144" y="531"/>
                  </a:cubicBezTo>
                  <a:cubicBezTo>
                    <a:pt x="145" y="530"/>
                    <a:pt x="146" y="528"/>
                    <a:pt x="147" y="527"/>
                  </a:cubicBezTo>
                  <a:cubicBezTo>
                    <a:pt x="148" y="527"/>
                    <a:pt x="146" y="526"/>
                    <a:pt x="146" y="525"/>
                  </a:cubicBezTo>
                  <a:cubicBezTo>
                    <a:pt x="147" y="525"/>
                    <a:pt x="147" y="525"/>
                    <a:pt x="147" y="525"/>
                  </a:cubicBezTo>
                  <a:cubicBezTo>
                    <a:pt x="147" y="524"/>
                    <a:pt x="145" y="523"/>
                    <a:pt x="145" y="522"/>
                  </a:cubicBezTo>
                  <a:cubicBezTo>
                    <a:pt x="146" y="522"/>
                    <a:pt x="145" y="521"/>
                    <a:pt x="146" y="521"/>
                  </a:cubicBezTo>
                  <a:cubicBezTo>
                    <a:pt x="146" y="522"/>
                    <a:pt x="147" y="523"/>
                    <a:pt x="149" y="525"/>
                  </a:cubicBezTo>
                  <a:cubicBezTo>
                    <a:pt x="150" y="525"/>
                    <a:pt x="147" y="522"/>
                    <a:pt x="149" y="523"/>
                  </a:cubicBezTo>
                  <a:cubicBezTo>
                    <a:pt x="150" y="522"/>
                    <a:pt x="150" y="521"/>
                    <a:pt x="149" y="520"/>
                  </a:cubicBezTo>
                  <a:cubicBezTo>
                    <a:pt x="149" y="521"/>
                    <a:pt x="150" y="520"/>
                    <a:pt x="150" y="521"/>
                  </a:cubicBezTo>
                  <a:cubicBezTo>
                    <a:pt x="151" y="521"/>
                    <a:pt x="151" y="520"/>
                    <a:pt x="151" y="520"/>
                  </a:cubicBezTo>
                  <a:cubicBezTo>
                    <a:pt x="150" y="520"/>
                    <a:pt x="150" y="520"/>
                    <a:pt x="150" y="520"/>
                  </a:cubicBezTo>
                  <a:cubicBezTo>
                    <a:pt x="149" y="519"/>
                    <a:pt x="150" y="518"/>
                    <a:pt x="148" y="517"/>
                  </a:cubicBezTo>
                  <a:cubicBezTo>
                    <a:pt x="148" y="517"/>
                    <a:pt x="149" y="518"/>
                    <a:pt x="148" y="518"/>
                  </a:cubicBezTo>
                  <a:cubicBezTo>
                    <a:pt x="147" y="517"/>
                    <a:pt x="148" y="516"/>
                    <a:pt x="149" y="516"/>
                  </a:cubicBezTo>
                  <a:cubicBezTo>
                    <a:pt x="150" y="517"/>
                    <a:pt x="150" y="519"/>
                    <a:pt x="151" y="519"/>
                  </a:cubicBezTo>
                  <a:cubicBezTo>
                    <a:pt x="150" y="515"/>
                    <a:pt x="150" y="515"/>
                    <a:pt x="150" y="515"/>
                  </a:cubicBezTo>
                  <a:cubicBezTo>
                    <a:pt x="150" y="516"/>
                    <a:pt x="149" y="516"/>
                    <a:pt x="148" y="515"/>
                  </a:cubicBezTo>
                  <a:cubicBezTo>
                    <a:pt x="148" y="516"/>
                    <a:pt x="148" y="516"/>
                    <a:pt x="148" y="516"/>
                  </a:cubicBezTo>
                  <a:cubicBezTo>
                    <a:pt x="147" y="515"/>
                    <a:pt x="147" y="515"/>
                    <a:pt x="147" y="515"/>
                  </a:cubicBezTo>
                  <a:cubicBezTo>
                    <a:pt x="147" y="516"/>
                    <a:pt x="145" y="516"/>
                    <a:pt x="145" y="517"/>
                  </a:cubicBezTo>
                  <a:cubicBezTo>
                    <a:pt x="147" y="518"/>
                    <a:pt x="147" y="518"/>
                    <a:pt x="147" y="518"/>
                  </a:cubicBezTo>
                  <a:cubicBezTo>
                    <a:pt x="146" y="519"/>
                    <a:pt x="147" y="521"/>
                    <a:pt x="146" y="520"/>
                  </a:cubicBezTo>
                  <a:cubicBezTo>
                    <a:pt x="145" y="519"/>
                    <a:pt x="145" y="519"/>
                    <a:pt x="144" y="519"/>
                  </a:cubicBezTo>
                  <a:cubicBezTo>
                    <a:pt x="144" y="519"/>
                    <a:pt x="144" y="519"/>
                    <a:pt x="144" y="519"/>
                  </a:cubicBezTo>
                  <a:cubicBezTo>
                    <a:pt x="142" y="518"/>
                    <a:pt x="142" y="518"/>
                    <a:pt x="142" y="518"/>
                  </a:cubicBezTo>
                  <a:cubicBezTo>
                    <a:pt x="145" y="520"/>
                    <a:pt x="142" y="520"/>
                    <a:pt x="142" y="521"/>
                  </a:cubicBezTo>
                  <a:cubicBezTo>
                    <a:pt x="142" y="520"/>
                    <a:pt x="142" y="520"/>
                    <a:pt x="142" y="520"/>
                  </a:cubicBezTo>
                  <a:cubicBezTo>
                    <a:pt x="140" y="521"/>
                    <a:pt x="143" y="521"/>
                    <a:pt x="143" y="522"/>
                  </a:cubicBezTo>
                  <a:cubicBezTo>
                    <a:pt x="142" y="522"/>
                    <a:pt x="140" y="520"/>
                    <a:pt x="139" y="520"/>
                  </a:cubicBezTo>
                  <a:cubicBezTo>
                    <a:pt x="138" y="521"/>
                    <a:pt x="139" y="524"/>
                    <a:pt x="137" y="524"/>
                  </a:cubicBezTo>
                  <a:cubicBezTo>
                    <a:pt x="136" y="525"/>
                    <a:pt x="137" y="526"/>
                    <a:pt x="137" y="528"/>
                  </a:cubicBezTo>
                  <a:cubicBezTo>
                    <a:pt x="137" y="529"/>
                    <a:pt x="135" y="527"/>
                    <a:pt x="136" y="528"/>
                  </a:cubicBezTo>
                  <a:cubicBezTo>
                    <a:pt x="135" y="527"/>
                    <a:pt x="134" y="527"/>
                    <a:pt x="133" y="527"/>
                  </a:cubicBezTo>
                  <a:cubicBezTo>
                    <a:pt x="134" y="527"/>
                    <a:pt x="132" y="528"/>
                    <a:pt x="135" y="529"/>
                  </a:cubicBezTo>
                  <a:cubicBezTo>
                    <a:pt x="133" y="529"/>
                    <a:pt x="132" y="532"/>
                    <a:pt x="133" y="533"/>
                  </a:cubicBezTo>
                  <a:cubicBezTo>
                    <a:pt x="133" y="533"/>
                    <a:pt x="131" y="532"/>
                    <a:pt x="130" y="532"/>
                  </a:cubicBezTo>
                  <a:cubicBezTo>
                    <a:pt x="131" y="534"/>
                    <a:pt x="132" y="535"/>
                    <a:pt x="131" y="536"/>
                  </a:cubicBezTo>
                  <a:cubicBezTo>
                    <a:pt x="133" y="537"/>
                    <a:pt x="133" y="536"/>
                    <a:pt x="135" y="537"/>
                  </a:cubicBezTo>
                  <a:cubicBezTo>
                    <a:pt x="135" y="537"/>
                    <a:pt x="136" y="537"/>
                    <a:pt x="136" y="537"/>
                  </a:cubicBezTo>
                  <a:cubicBezTo>
                    <a:pt x="134" y="537"/>
                    <a:pt x="131" y="537"/>
                    <a:pt x="131" y="538"/>
                  </a:cubicBezTo>
                  <a:cubicBezTo>
                    <a:pt x="128" y="538"/>
                    <a:pt x="132" y="536"/>
                    <a:pt x="129" y="536"/>
                  </a:cubicBezTo>
                  <a:cubicBezTo>
                    <a:pt x="126" y="535"/>
                    <a:pt x="127" y="533"/>
                    <a:pt x="128" y="533"/>
                  </a:cubicBezTo>
                  <a:cubicBezTo>
                    <a:pt x="126" y="531"/>
                    <a:pt x="128" y="533"/>
                    <a:pt x="126" y="533"/>
                  </a:cubicBezTo>
                  <a:cubicBezTo>
                    <a:pt x="126" y="534"/>
                    <a:pt x="127" y="535"/>
                    <a:pt x="127" y="536"/>
                  </a:cubicBezTo>
                  <a:cubicBezTo>
                    <a:pt x="128" y="537"/>
                    <a:pt x="128" y="536"/>
                    <a:pt x="129" y="537"/>
                  </a:cubicBezTo>
                  <a:cubicBezTo>
                    <a:pt x="131" y="539"/>
                    <a:pt x="127" y="539"/>
                    <a:pt x="127" y="539"/>
                  </a:cubicBezTo>
                  <a:cubicBezTo>
                    <a:pt x="126" y="538"/>
                    <a:pt x="126" y="538"/>
                    <a:pt x="126" y="538"/>
                  </a:cubicBezTo>
                  <a:cubicBezTo>
                    <a:pt x="125" y="539"/>
                    <a:pt x="127" y="540"/>
                    <a:pt x="127" y="541"/>
                  </a:cubicBezTo>
                  <a:cubicBezTo>
                    <a:pt x="124" y="541"/>
                    <a:pt x="126" y="539"/>
                    <a:pt x="124" y="538"/>
                  </a:cubicBezTo>
                  <a:cubicBezTo>
                    <a:pt x="122" y="539"/>
                    <a:pt x="122" y="539"/>
                    <a:pt x="122" y="539"/>
                  </a:cubicBezTo>
                  <a:cubicBezTo>
                    <a:pt x="122" y="542"/>
                    <a:pt x="125" y="540"/>
                    <a:pt x="124" y="542"/>
                  </a:cubicBezTo>
                  <a:cubicBezTo>
                    <a:pt x="123" y="542"/>
                    <a:pt x="123" y="542"/>
                    <a:pt x="123" y="542"/>
                  </a:cubicBezTo>
                  <a:cubicBezTo>
                    <a:pt x="124" y="543"/>
                    <a:pt x="124" y="543"/>
                    <a:pt x="124" y="543"/>
                  </a:cubicBezTo>
                  <a:cubicBezTo>
                    <a:pt x="125" y="543"/>
                    <a:pt x="127" y="543"/>
                    <a:pt x="126" y="542"/>
                  </a:cubicBezTo>
                  <a:cubicBezTo>
                    <a:pt x="130" y="542"/>
                    <a:pt x="127" y="543"/>
                    <a:pt x="128" y="544"/>
                  </a:cubicBezTo>
                  <a:cubicBezTo>
                    <a:pt x="130" y="545"/>
                    <a:pt x="127" y="544"/>
                    <a:pt x="129" y="543"/>
                  </a:cubicBezTo>
                  <a:cubicBezTo>
                    <a:pt x="131" y="543"/>
                    <a:pt x="131" y="544"/>
                    <a:pt x="131" y="545"/>
                  </a:cubicBezTo>
                  <a:cubicBezTo>
                    <a:pt x="132" y="546"/>
                    <a:pt x="130" y="546"/>
                    <a:pt x="129" y="547"/>
                  </a:cubicBezTo>
                  <a:cubicBezTo>
                    <a:pt x="128" y="546"/>
                    <a:pt x="128" y="545"/>
                    <a:pt x="129" y="545"/>
                  </a:cubicBezTo>
                  <a:cubicBezTo>
                    <a:pt x="127" y="544"/>
                    <a:pt x="125" y="547"/>
                    <a:pt x="124" y="546"/>
                  </a:cubicBezTo>
                  <a:cubicBezTo>
                    <a:pt x="123" y="548"/>
                    <a:pt x="125" y="547"/>
                    <a:pt x="126" y="548"/>
                  </a:cubicBezTo>
                  <a:cubicBezTo>
                    <a:pt x="126" y="547"/>
                    <a:pt x="128" y="547"/>
                    <a:pt x="128" y="547"/>
                  </a:cubicBezTo>
                  <a:cubicBezTo>
                    <a:pt x="133" y="548"/>
                    <a:pt x="125" y="549"/>
                    <a:pt x="127" y="551"/>
                  </a:cubicBezTo>
                  <a:cubicBezTo>
                    <a:pt x="130" y="550"/>
                    <a:pt x="132" y="552"/>
                    <a:pt x="134" y="549"/>
                  </a:cubicBezTo>
                  <a:cubicBezTo>
                    <a:pt x="135" y="549"/>
                    <a:pt x="136" y="550"/>
                    <a:pt x="136" y="550"/>
                  </a:cubicBezTo>
                  <a:cubicBezTo>
                    <a:pt x="134" y="551"/>
                    <a:pt x="135" y="552"/>
                    <a:pt x="133" y="552"/>
                  </a:cubicBezTo>
                  <a:cubicBezTo>
                    <a:pt x="133" y="553"/>
                    <a:pt x="133" y="553"/>
                    <a:pt x="133" y="553"/>
                  </a:cubicBezTo>
                  <a:cubicBezTo>
                    <a:pt x="130" y="553"/>
                    <a:pt x="130" y="553"/>
                    <a:pt x="130" y="553"/>
                  </a:cubicBezTo>
                  <a:cubicBezTo>
                    <a:pt x="130" y="554"/>
                    <a:pt x="129" y="557"/>
                    <a:pt x="129" y="558"/>
                  </a:cubicBezTo>
                  <a:cubicBezTo>
                    <a:pt x="130" y="558"/>
                    <a:pt x="130" y="556"/>
                    <a:pt x="131" y="557"/>
                  </a:cubicBezTo>
                  <a:cubicBezTo>
                    <a:pt x="130" y="557"/>
                    <a:pt x="130" y="559"/>
                    <a:pt x="131" y="559"/>
                  </a:cubicBezTo>
                  <a:cubicBezTo>
                    <a:pt x="130" y="558"/>
                    <a:pt x="133" y="557"/>
                    <a:pt x="134" y="557"/>
                  </a:cubicBezTo>
                  <a:cubicBezTo>
                    <a:pt x="134" y="558"/>
                    <a:pt x="134" y="560"/>
                    <a:pt x="133" y="560"/>
                  </a:cubicBezTo>
                  <a:cubicBezTo>
                    <a:pt x="131" y="561"/>
                    <a:pt x="131" y="561"/>
                    <a:pt x="131" y="561"/>
                  </a:cubicBezTo>
                  <a:cubicBezTo>
                    <a:pt x="133" y="560"/>
                    <a:pt x="131" y="562"/>
                    <a:pt x="132" y="562"/>
                  </a:cubicBezTo>
                  <a:cubicBezTo>
                    <a:pt x="133" y="561"/>
                    <a:pt x="135" y="560"/>
                    <a:pt x="136" y="559"/>
                  </a:cubicBezTo>
                  <a:cubicBezTo>
                    <a:pt x="137" y="559"/>
                    <a:pt x="136" y="561"/>
                    <a:pt x="137" y="561"/>
                  </a:cubicBezTo>
                  <a:cubicBezTo>
                    <a:pt x="135" y="561"/>
                    <a:pt x="135" y="561"/>
                    <a:pt x="135" y="561"/>
                  </a:cubicBezTo>
                  <a:cubicBezTo>
                    <a:pt x="136" y="562"/>
                    <a:pt x="133" y="564"/>
                    <a:pt x="135" y="564"/>
                  </a:cubicBezTo>
                  <a:cubicBezTo>
                    <a:pt x="136" y="563"/>
                    <a:pt x="136" y="563"/>
                    <a:pt x="136" y="563"/>
                  </a:cubicBezTo>
                  <a:cubicBezTo>
                    <a:pt x="136" y="564"/>
                    <a:pt x="136" y="564"/>
                    <a:pt x="135" y="564"/>
                  </a:cubicBezTo>
                  <a:close/>
                  <a:moveTo>
                    <a:pt x="181" y="303"/>
                  </a:moveTo>
                  <a:cubicBezTo>
                    <a:pt x="181" y="303"/>
                    <a:pt x="181" y="303"/>
                    <a:pt x="181" y="303"/>
                  </a:cubicBezTo>
                  <a:cubicBezTo>
                    <a:pt x="181" y="303"/>
                    <a:pt x="181" y="303"/>
                    <a:pt x="181" y="303"/>
                  </a:cubicBezTo>
                  <a:cubicBezTo>
                    <a:pt x="181" y="303"/>
                    <a:pt x="181" y="303"/>
                    <a:pt x="181" y="303"/>
                  </a:cubicBezTo>
                  <a:close/>
                  <a:moveTo>
                    <a:pt x="191" y="308"/>
                  </a:moveTo>
                  <a:cubicBezTo>
                    <a:pt x="190" y="307"/>
                    <a:pt x="190" y="306"/>
                    <a:pt x="190" y="306"/>
                  </a:cubicBezTo>
                  <a:cubicBezTo>
                    <a:pt x="191" y="308"/>
                    <a:pt x="191" y="308"/>
                    <a:pt x="191" y="308"/>
                  </a:cubicBezTo>
                  <a:cubicBezTo>
                    <a:pt x="191" y="308"/>
                    <a:pt x="191" y="308"/>
                    <a:pt x="191" y="308"/>
                  </a:cubicBezTo>
                  <a:close/>
                  <a:moveTo>
                    <a:pt x="199" y="323"/>
                  </a:moveTo>
                  <a:cubicBezTo>
                    <a:pt x="199" y="323"/>
                    <a:pt x="199" y="323"/>
                    <a:pt x="199" y="324"/>
                  </a:cubicBezTo>
                  <a:cubicBezTo>
                    <a:pt x="199" y="324"/>
                    <a:pt x="199" y="324"/>
                    <a:pt x="199" y="324"/>
                  </a:cubicBezTo>
                  <a:cubicBezTo>
                    <a:pt x="199" y="324"/>
                    <a:pt x="199" y="324"/>
                    <a:pt x="199" y="324"/>
                  </a:cubicBezTo>
                  <a:cubicBezTo>
                    <a:pt x="199" y="324"/>
                    <a:pt x="200" y="324"/>
                    <a:pt x="200" y="324"/>
                  </a:cubicBezTo>
                  <a:cubicBezTo>
                    <a:pt x="200" y="324"/>
                    <a:pt x="200" y="324"/>
                    <a:pt x="200" y="324"/>
                  </a:cubicBezTo>
                  <a:cubicBezTo>
                    <a:pt x="198" y="324"/>
                    <a:pt x="198" y="324"/>
                    <a:pt x="199" y="323"/>
                  </a:cubicBezTo>
                  <a:close/>
                  <a:moveTo>
                    <a:pt x="198" y="307"/>
                  </a:moveTo>
                  <a:cubicBezTo>
                    <a:pt x="198" y="307"/>
                    <a:pt x="198" y="307"/>
                    <a:pt x="198" y="307"/>
                  </a:cubicBezTo>
                  <a:cubicBezTo>
                    <a:pt x="198" y="307"/>
                    <a:pt x="198" y="306"/>
                    <a:pt x="198" y="306"/>
                  </a:cubicBezTo>
                  <a:cubicBezTo>
                    <a:pt x="198" y="307"/>
                    <a:pt x="198" y="307"/>
                    <a:pt x="198" y="307"/>
                  </a:cubicBezTo>
                  <a:cubicBezTo>
                    <a:pt x="197" y="308"/>
                    <a:pt x="197" y="304"/>
                    <a:pt x="197" y="307"/>
                  </a:cubicBezTo>
                  <a:cubicBezTo>
                    <a:pt x="197" y="305"/>
                    <a:pt x="197" y="305"/>
                    <a:pt x="197" y="305"/>
                  </a:cubicBezTo>
                  <a:cubicBezTo>
                    <a:pt x="196" y="308"/>
                    <a:pt x="196" y="304"/>
                    <a:pt x="196" y="306"/>
                  </a:cubicBezTo>
                  <a:cubicBezTo>
                    <a:pt x="196" y="306"/>
                    <a:pt x="196" y="306"/>
                    <a:pt x="196" y="306"/>
                  </a:cubicBezTo>
                  <a:cubicBezTo>
                    <a:pt x="195" y="305"/>
                    <a:pt x="194" y="309"/>
                    <a:pt x="194" y="307"/>
                  </a:cubicBezTo>
                  <a:cubicBezTo>
                    <a:pt x="194" y="307"/>
                    <a:pt x="193" y="307"/>
                    <a:pt x="193" y="309"/>
                  </a:cubicBezTo>
                  <a:cubicBezTo>
                    <a:pt x="193" y="307"/>
                    <a:pt x="193" y="307"/>
                    <a:pt x="193" y="307"/>
                  </a:cubicBezTo>
                  <a:cubicBezTo>
                    <a:pt x="192" y="307"/>
                    <a:pt x="192" y="307"/>
                    <a:pt x="191" y="308"/>
                  </a:cubicBezTo>
                  <a:cubicBezTo>
                    <a:pt x="191" y="307"/>
                    <a:pt x="191" y="307"/>
                    <a:pt x="191" y="307"/>
                  </a:cubicBezTo>
                  <a:cubicBezTo>
                    <a:pt x="190" y="306"/>
                    <a:pt x="189" y="304"/>
                    <a:pt x="189" y="304"/>
                  </a:cubicBezTo>
                  <a:cubicBezTo>
                    <a:pt x="188" y="302"/>
                    <a:pt x="189" y="304"/>
                    <a:pt x="189" y="303"/>
                  </a:cubicBezTo>
                  <a:cubicBezTo>
                    <a:pt x="189" y="302"/>
                    <a:pt x="189" y="303"/>
                    <a:pt x="188" y="302"/>
                  </a:cubicBezTo>
                  <a:cubicBezTo>
                    <a:pt x="188" y="300"/>
                    <a:pt x="188" y="300"/>
                    <a:pt x="188" y="300"/>
                  </a:cubicBezTo>
                  <a:cubicBezTo>
                    <a:pt x="188" y="300"/>
                    <a:pt x="189" y="302"/>
                    <a:pt x="190" y="303"/>
                  </a:cubicBezTo>
                  <a:cubicBezTo>
                    <a:pt x="190" y="303"/>
                    <a:pt x="190" y="303"/>
                    <a:pt x="189" y="302"/>
                  </a:cubicBezTo>
                  <a:cubicBezTo>
                    <a:pt x="190" y="304"/>
                    <a:pt x="191" y="305"/>
                    <a:pt x="191" y="307"/>
                  </a:cubicBezTo>
                  <a:cubicBezTo>
                    <a:pt x="192" y="308"/>
                    <a:pt x="190" y="305"/>
                    <a:pt x="191" y="305"/>
                  </a:cubicBezTo>
                  <a:cubicBezTo>
                    <a:pt x="191" y="306"/>
                    <a:pt x="190" y="304"/>
                    <a:pt x="190" y="303"/>
                  </a:cubicBezTo>
                  <a:cubicBezTo>
                    <a:pt x="188" y="298"/>
                    <a:pt x="192" y="306"/>
                    <a:pt x="192" y="305"/>
                  </a:cubicBezTo>
                  <a:cubicBezTo>
                    <a:pt x="190" y="302"/>
                    <a:pt x="191" y="301"/>
                    <a:pt x="189" y="298"/>
                  </a:cubicBezTo>
                  <a:cubicBezTo>
                    <a:pt x="189" y="297"/>
                    <a:pt x="189" y="296"/>
                    <a:pt x="189" y="297"/>
                  </a:cubicBezTo>
                  <a:cubicBezTo>
                    <a:pt x="190" y="299"/>
                    <a:pt x="190" y="298"/>
                    <a:pt x="190" y="300"/>
                  </a:cubicBezTo>
                  <a:cubicBezTo>
                    <a:pt x="191" y="300"/>
                    <a:pt x="191" y="300"/>
                    <a:pt x="191" y="300"/>
                  </a:cubicBezTo>
                  <a:cubicBezTo>
                    <a:pt x="191" y="302"/>
                    <a:pt x="191" y="302"/>
                    <a:pt x="191" y="302"/>
                  </a:cubicBezTo>
                  <a:cubicBezTo>
                    <a:pt x="193" y="306"/>
                    <a:pt x="193" y="306"/>
                    <a:pt x="193" y="306"/>
                  </a:cubicBezTo>
                  <a:cubicBezTo>
                    <a:pt x="193" y="305"/>
                    <a:pt x="192" y="304"/>
                    <a:pt x="193" y="303"/>
                  </a:cubicBezTo>
                  <a:cubicBezTo>
                    <a:pt x="193" y="304"/>
                    <a:pt x="193" y="305"/>
                    <a:pt x="193" y="305"/>
                  </a:cubicBezTo>
                  <a:cubicBezTo>
                    <a:pt x="193" y="304"/>
                    <a:pt x="192" y="302"/>
                    <a:pt x="192" y="302"/>
                  </a:cubicBezTo>
                  <a:cubicBezTo>
                    <a:pt x="193" y="301"/>
                    <a:pt x="194" y="303"/>
                    <a:pt x="194" y="304"/>
                  </a:cubicBezTo>
                  <a:cubicBezTo>
                    <a:pt x="194" y="306"/>
                    <a:pt x="194" y="306"/>
                    <a:pt x="194" y="306"/>
                  </a:cubicBezTo>
                  <a:cubicBezTo>
                    <a:pt x="194" y="304"/>
                    <a:pt x="194" y="306"/>
                    <a:pt x="194" y="306"/>
                  </a:cubicBezTo>
                  <a:cubicBezTo>
                    <a:pt x="194" y="304"/>
                    <a:pt x="194" y="303"/>
                    <a:pt x="193" y="301"/>
                  </a:cubicBezTo>
                  <a:cubicBezTo>
                    <a:pt x="193" y="301"/>
                    <a:pt x="194" y="302"/>
                    <a:pt x="194" y="302"/>
                  </a:cubicBezTo>
                  <a:cubicBezTo>
                    <a:pt x="194" y="303"/>
                    <a:pt x="194" y="303"/>
                    <a:pt x="194" y="303"/>
                  </a:cubicBezTo>
                  <a:cubicBezTo>
                    <a:pt x="194" y="303"/>
                    <a:pt x="195" y="306"/>
                    <a:pt x="195" y="305"/>
                  </a:cubicBezTo>
                  <a:cubicBezTo>
                    <a:pt x="195" y="304"/>
                    <a:pt x="195" y="304"/>
                    <a:pt x="195" y="304"/>
                  </a:cubicBezTo>
                  <a:cubicBezTo>
                    <a:pt x="195" y="304"/>
                    <a:pt x="195" y="305"/>
                    <a:pt x="195" y="305"/>
                  </a:cubicBezTo>
                  <a:cubicBezTo>
                    <a:pt x="195" y="304"/>
                    <a:pt x="195" y="304"/>
                    <a:pt x="195" y="304"/>
                  </a:cubicBezTo>
                  <a:cubicBezTo>
                    <a:pt x="196" y="305"/>
                    <a:pt x="196" y="305"/>
                    <a:pt x="196" y="305"/>
                  </a:cubicBezTo>
                  <a:cubicBezTo>
                    <a:pt x="196" y="304"/>
                    <a:pt x="195" y="302"/>
                    <a:pt x="196" y="304"/>
                  </a:cubicBezTo>
                  <a:cubicBezTo>
                    <a:pt x="195" y="301"/>
                    <a:pt x="196" y="304"/>
                    <a:pt x="195" y="303"/>
                  </a:cubicBezTo>
                  <a:cubicBezTo>
                    <a:pt x="194" y="301"/>
                    <a:pt x="195" y="301"/>
                    <a:pt x="195" y="301"/>
                  </a:cubicBezTo>
                  <a:cubicBezTo>
                    <a:pt x="196" y="303"/>
                    <a:pt x="195" y="301"/>
                    <a:pt x="196" y="301"/>
                  </a:cubicBezTo>
                  <a:cubicBezTo>
                    <a:pt x="196" y="302"/>
                    <a:pt x="196" y="302"/>
                    <a:pt x="196" y="303"/>
                  </a:cubicBezTo>
                  <a:cubicBezTo>
                    <a:pt x="196" y="301"/>
                    <a:pt x="196" y="301"/>
                    <a:pt x="196" y="301"/>
                  </a:cubicBezTo>
                  <a:cubicBezTo>
                    <a:pt x="197" y="304"/>
                    <a:pt x="196" y="300"/>
                    <a:pt x="197" y="301"/>
                  </a:cubicBezTo>
                  <a:cubicBezTo>
                    <a:pt x="197" y="302"/>
                    <a:pt x="197" y="303"/>
                    <a:pt x="198" y="304"/>
                  </a:cubicBezTo>
                  <a:cubicBezTo>
                    <a:pt x="197" y="301"/>
                    <a:pt x="197" y="301"/>
                    <a:pt x="196" y="299"/>
                  </a:cubicBezTo>
                  <a:cubicBezTo>
                    <a:pt x="197" y="300"/>
                    <a:pt x="197" y="302"/>
                    <a:pt x="198" y="304"/>
                  </a:cubicBezTo>
                  <a:cubicBezTo>
                    <a:pt x="198" y="302"/>
                    <a:pt x="199" y="305"/>
                    <a:pt x="198" y="302"/>
                  </a:cubicBezTo>
                  <a:cubicBezTo>
                    <a:pt x="198" y="302"/>
                    <a:pt x="198" y="301"/>
                    <a:pt x="197" y="300"/>
                  </a:cubicBezTo>
                  <a:cubicBezTo>
                    <a:pt x="198" y="300"/>
                    <a:pt x="198" y="301"/>
                    <a:pt x="198" y="302"/>
                  </a:cubicBezTo>
                  <a:cubicBezTo>
                    <a:pt x="198" y="301"/>
                    <a:pt x="198" y="299"/>
                    <a:pt x="198" y="299"/>
                  </a:cubicBezTo>
                  <a:cubicBezTo>
                    <a:pt x="198" y="299"/>
                    <a:pt x="198" y="296"/>
                    <a:pt x="198" y="298"/>
                  </a:cubicBezTo>
                  <a:cubicBezTo>
                    <a:pt x="199" y="300"/>
                    <a:pt x="198" y="299"/>
                    <a:pt x="198" y="300"/>
                  </a:cubicBezTo>
                  <a:cubicBezTo>
                    <a:pt x="199" y="300"/>
                    <a:pt x="198" y="296"/>
                    <a:pt x="198" y="295"/>
                  </a:cubicBezTo>
                  <a:cubicBezTo>
                    <a:pt x="198" y="294"/>
                    <a:pt x="197" y="291"/>
                    <a:pt x="197" y="290"/>
                  </a:cubicBezTo>
                  <a:cubicBezTo>
                    <a:pt x="198" y="291"/>
                    <a:pt x="197" y="291"/>
                    <a:pt x="198" y="293"/>
                  </a:cubicBezTo>
                  <a:cubicBezTo>
                    <a:pt x="198" y="293"/>
                    <a:pt x="198" y="293"/>
                    <a:pt x="198" y="293"/>
                  </a:cubicBezTo>
                  <a:cubicBezTo>
                    <a:pt x="199" y="296"/>
                    <a:pt x="198" y="298"/>
                    <a:pt x="199" y="300"/>
                  </a:cubicBezTo>
                  <a:cubicBezTo>
                    <a:pt x="199" y="299"/>
                    <a:pt x="199" y="299"/>
                    <a:pt x="199" y="299"/>
                  </a:cubicBezTo>
                  <a:cubicBezTo>
                    <a:pt x="200" y="302"/>
                    <a:pt x="200" y="302"/>
                    <a:pt x="200" y="302"/>
                  </a:cubicBezTo>
                  <a:cubicBezTo>
                    <a:pt x="200" y="300"/>
                    <a:pt x="200" y="301"/>
                    <a:pt x="200" y="301"/>
                  </a:cubicBezTo>
                  <a:cubicBezTo>
                    <a:pt x="200" y="299"/>
                    <a:pt x="200" y="302"/>
                    <a:pt x="200" y="300"/>
                  </a:cubicBezTo>
                  <a:cubicBezTo>
                    <a:pt x="200" y="300"/>
                    <a:pt x="200" y="297"/>
                    <a:pt x="200" y="298"/>
                  </a:cubicBezTo>
                  <a:cubicBezTo>
                    <a:pt x="201" y="301"/>
                    <a:pt x="201" y="301"/>
                    <a:pt x="201" y="301"/>
                  </a:cubicBezTo>
                  <a:cubicBezTo>
                    <a:pt x="201" y="302"/>
                    <a:pt x="201" y="299"/>
                    <a:pt x="201" y="300"/>
                  </a:cubicBezTo>
                  <a:cubicBezTo>
                    <a:pt x="201" y="301"/>
                    <a:pt x="201" y="301"/>
                    <a:pt x="201" y="301"/>
                  </a:cubicBezTo>
                  <a:cubicBezTo>
                    <a:pt x="202" y="301"/>
                    <a:pt x="203" y="301"/>
                    <a:pt x="204" y="297"/>
                  </a:cubicBezTo>
                  <a:cubicBezTo>
                    <a:pt x="204" y="298"/>
                    <a:pt x="204" y="299"/>
                    <a:pt x="205" y="300"/>
                  </a:cubicBezTo>
                  <a:cubicBezTo>
                    <a:pt x="205" y="299"/>
                    <a:pt x="205" y="298"/>
                    <a:pt x="205" y="298"/>
                  </a:cubicBezTo>
                  <a:cubicBezTo>
                    <a:pt x="205" y="300"/>
                    <a:pt x="205" y="300"/>
                    <a:pt x="205" y="300"/>
                  </a:cubicBezTo>
                  <a:cubicBezTo>
                    <a:pt x="206" y="301"/>
                    <a:pt x="206" y="299"/>
                    <a:pt x="206" y="298"/>
                  </a:cubicBezTo>
                  <a:cubicBezTo>
                    <a:pt x="206" y="299"/>
                    <a:pt x="206" y="299"/>
                    <a:pt x="206" y="299"/>
                  </a:cubicBezTo>
                  <a:cubicBezTo>
                    <a:pt x="207" y="300"/>
                    <a:pt x="207" y="298"/>
                    <a:pt x="207" y="298"/>
                  </a:cubicBezTo>
                  <a:cubicBezTo>
                    <a:pt x="207" y="299"/>
                    <a:pt x="207" y="299"/>
                    <a:pt x="207" y="299"/>
                  </a:cubicBezTo>
                  <a:cubicBezTo>
                    <a:pt x="207" y="298"/>
                    <a:pt x="207" y="298"/>
                    <a:pt x="207" y="298"/>
                  </a:cubicBezTo>
                  <a:cubicBezTo>
                    <a:pt x="207" y="297"/>
                    <a:pt x="207" y="297"/>
                    <a:pt x="207" y="299"/>
                  </a:cubicBezTo>
                  <a:cubicBezTo>
                    <a:pt x="208" y="298"/>
                    <a:pt x="208" y="298"/>
                    <a:pt x="208" y="298"/>
                  </a:cubicBezTo>
                  <a:cubicBezTo>
                    <a:pt x="208" y="299"/>
                    <a:pt x="208" y="299"/>
                    <a:pt x="209" y="298"/>
                  </a:cubicBezTo>
                  <a:cubicBezTo>
                    <a:pt x="209" y="298"/>
                    <a:pt x="209" y="297"/>
                    <a:pt x="209" y="296"/>
                  </a:cubicBezTo>
                  <a:cubicBezTo>
                    <a:pt x="209" y="293"/>
                    <a:pt x="209" y="296"/>
                    <a:pt x="209" y="295"/>
                  </a:cubicBezTo>
                  <a:cubicBezTo>
                    <a:pt x="209" y="297"/>
                    <a:pt x="209" y="297"/>
                    <a:pt x="209" y="297"/>
                  </a:cubicBezTo>
                  <a:cubicBezTo>
                    <a:pt x="209" y="300"/>
                    <a:pt x="210" y="298"/>
                    <a:pt x="211" y="299"/>
                  </a:cubicBezTo>
                  <a:cubicBezTo>
                    <a:pt x="211" y="297"/>
                    <a:pt x="211" y="297"/>
                    <a:pt x="211" y="297"/>
                  </a:cubicBezTo>
                  <a:cubicBezTo>
                    <a:pt x="211" y="300"/>
                    <a:pt x="212" y="297"/>
                    <a:pt x="212" y="299"/>
                  </a:cubicBezTo>
                  <a:cubicBezTo>
                    <a:pt x="213" y="298"/>
                    <a:pt x="213" y="295"/>
                    <a:pt x="214" y="295"/>
                  </a:cubicBezTo>
                  <a:cubicBezTo>
                    <a:pt x="214" y="293"/>
                    <a:pt x="213" y="298"/>
                    <a:pt x="213" y="299"/>
                  </a:cubicBezTo>
                  <a:cubicBezTo>
                    <a:pt x="213" y="298"/>
                    <a:pt x="214" y="298"/>
                    <a:pt x="214" y="298"/>
                  </a:cubicBezTo>
                  <a:cubicBezTo>
                    <a:pt x="214" y="298"/>
                    <a:pt x="214" y="298"/>
                    <a:pt x="214" y="298"/>
                  </a:cubicBezTo>
                  <a:cubicBezTo>
                    <a:pt x="214" y="297"/>
                    <a:pt x="215" y="296"/>
                    <a:pt x="215" y="297"/>
                  </a:cubicBezTo>
                  <a:cubicBezTo>
                    <a:pt x="214" y="298"/>
                    <a:pt x="214" y="298"/>
                    <a:pt x="214" y="298"/>
                  </a:cubicBezTo>
                  <a:cubicBezTo>
                    <a:pt x="215" y="298"/>
                    <a:pt x="214" y="299"/>
                    <a:pt x="215" y="299"/>
                  </a:cubicBezTo>
                  <a:cubicBezTo>
                    <a:pt x="215" y="297"/>
                    <a:pt x="215" y="298"/>
                    <a:pt x="216" y="297"/>
                  </a:cubicBezTo>
                  <a:cubicBezTo>
                    <a:pt x="215" y="298"/>
                    <a:pt x="215" y="298"/>
                    <a:pt x="215" y="298"/>
                  </a:cubicBezTo>
                  <a:cubicBezTo>
                    <a:pt x="216" y="296"/>
                    <a:pt x="216" y="296"/>
                    <a:pt x="216" y="296"/>
                  </a:cubicBezTo>
                  <a:cubicBezTo>
                    <a:pt x="216" y="297"/>
                    <a:pt x="216" y="297"/>
                    <a:pt x="216" y="297"/>
                  </a:cubicBezTo>
                  <a:cubicBezTo>
                    <a:pt x="215" y="299"/>
                    <a:pt x="215" y="299"/>
                    <a:pt x="215" y="299"/>
                  </a:cubicBezTo>
                  <a:cubicBezTo>
                    <a:pt x="215" y="300"/>
                    <a:pt x="216" y="297"/>
                    <a:pt x="216" y="297"/>
                  </a:cubicBezTo>
                  <a:cubicBezTo>
                    <a:pt x="217" y="296"/>
                    <a:pt x="216" y="297"/>
                    <a:pt x="216" y="298"/>
                  </a:cubicBezTo>
                  <a:cubicBezTo>
                    <a:pt x="216" y="298"/>
                    <a:pt x="216" y="297"/>
                    <a:pt x="216" y="298"/>
                  </a:cubicBezTo>
                  <a:cubicBezTo>
                    <a:pt x="215" y="299"/>
                    <a:pt x="216" y="298"/>
                    <a:pt x="215" y="299"/>
                  </a:cubicBezTo>
                  <a:cubicBezTo>
                    <a:pt x="215" y="299"/>
                    <a:pt x="216" y="297"/>
                    <a:pt x="216" y="298"/>
                  </a:cubicBezTo>
                  <a:cubicBezTo>
                    <a:pt x="216" y="298"/>
                    <a:pt x="217" y="298"/>
                    <a:pt x="216" y="299"/>
                  </a:cubicBezTo>
                  <a:cubicBezTo>
                    <a:pt x="216" y="298"/>
                    <a:pt x="216" y="299"/>
                    <a:pt x="217" y="298"/>
                  </a:cubicBezTo>
                  <a:cubicBezTo>
                    <a:pt x="217" y="298"/>
                    <a:pt x="217" y="297"/>
                    <a:pt x="217" y="296"/>
                  </a:cubicBezTo>
                  <a:cubicBezTo>
                    <a:pt x="218" y="296"/>
                    <a:pt x="218" y="296"/>
                    <a:pt x="218" y="296"/>
                  </a:cubicBezTo>
                  <a:cubicBezTo>
                    <a:pt x="217" y="297"/>
                    <a:pt x="217" y="297"/>
                    <a:pt x="217" y="297"/>
                  </a:cubicBezTo>
                  <a:cubicBezTo>
                    <a:pt x="218" y="296"/>
                    <a:pt x="218" y="297"/>
                    <a:pt x="218" y="296"/>
                  </a:cubicBezTo>
                  <a:cubicBezTo>
                    <a:pt x="217" y="298"/>
                    <a:pt x="217" y="298"/>
                    <a:pt x="217" y="298"/>
                  </a:cubicBezTo>
                  <a:cubicBezTo>
                    <a:pt x="218" y="297"/>
                    <a:pt x="218" y="297"/>
                    <a:pt x="219" y="297"/>
                  </a:cubicBezTo>
                  <a:cubicBezTo>
                    <a:pt x="218" y="298"/>
                    <a:pt x="216" y="300"/>
                    <a:pt x="216" y="300"/>
                  </a:cubicBezTo>
                  <a:cubicBezTo>
                    <a:pt x="218" y="299"/>
                    <a:pt x="218" y="299"/>
                    <a:pt x="218" y="299"/>
                  </a:cubicBezTo>
                  <a:cubicBezTo>
                    <a:pt x="218" y="299"/>
                    <a:pt x="218" y="299"/>
                    <a:pt x="217" y="300"/>
                  </a:cubicBezTo>
                  <a:cubicBezTo>
                    <a:pt x="217" y="301"/>
                    <a:pt x="220" y="296"/>
                    <a:pt x="220" y="298"/>
                  </a:cubicBezTo>
                  <a:cubicBezTo>
                    <a:pt x="218" y="299"/>
                    <a:pt x="218" y="299"/>
                    <a:pt x="218" y="300"/>
                  </a:cubicBezTo>
                  <a:cubicBezTo>
                    <a:pt x="219" y="299"/>
                    <a:pt x="219" y="299"/>
                    <a:pt x="219" y="299"/>
                  </a:cubicBezTo>
                  <a:cubicBezTo>
                    <a:pt x="219" y="298"/>
                    <a:pt x="218" y="300"/>
                    <a:pt x="219" y="299"/>
                  </a:cubicBezTo>
                  <a:cubicBezTo>
                    <a:pt x="219" y="298"/>
                    <a:pt x="219" y="298"/>
                    <a:pt x="220" y="298"/>
                  </a:cubicBezTo>
                  <a:cubicBezTo>
                    <a:pt x="217" y="301"/>
                    <a:pt x="219" y="300"/>
                    <a:pt x="218" y="301"/>
                  </a:cubicBezTo>
                  <a:cubicBezTo>
                    <a:pt x="220" y="300"/>
                    <a:pt x="219" y="301"/>
                    <a:pt x="219" y="301"/>
                  </a:cubicBezTo>
                  <a:cubicBezTo>
                    <a:pt x="217" y="302"/>
                    <a:pt x="220" y="301"/>
                    <a:pt x="218" y="302"/>
                  </a:cubicBezTo>
                  <a:cubicBezTo>
                    <a:pt x="221" y="300"/>
                    <a:pt x="221" y="300"/>
                    <a:pt x="221" y="300"/>
                  </a:cubicBezTo>
                  <a:cubicBezTo>
                    <a:pt x="219" y="301"/>
                    <a:pt x="224" y="299"/>
                    <a:pt x="222" y="300"/>
                  </a:cubicBezTo>
                  <a:cubicBezTo>
                    <a:pt x="221" y="301"/>
                    <a:pt x="220" y="301"/>
                    <a:pt x="220" y="301"/>
                  </a:cubicBezTo>
                  <a:cubicBezTo>
                    <a:pt x="217" y="303"/>
                    <a:pt x="222" y="301"/>
                    <a:pt x="219" y="302"/>
                  </a:cubicBezTo>
                  <a:cubicBezTo>
                    <a:pt x="223" y="301"/>
                    <a:pt x="223" y="301"/>
                    <a:pt x="223" y="301"/>
                  </a:cubicBezTo>
                  <a:cubicBezTo>
                    <a:pt x="222" y="302"/>
                    <a:pt x="221" y="302"/>
                    <a:pt x="220" y="303"/>
                  </a:cubicBezTo>
                  <a:cubicBezTo>
                    <a:pt x="221" y="302"/>
                    <a:pt x="221" y="302"/>
                    <a:pt x="221" y="303"/>
                  </a:cubicBezTo>
                  <a:cubicBezTo>
                    <a:pt x="220" y="303"/>
                    <a:pt x="220" y="303"/>
                    <a:pt x="220" y="303"/>
                  </a:cubicBezTo>
                  <a:cubicBezTo>
                    <a:pt x="219" y="303"/>
                    <a:pt x="220" y="303"/>
                    <a:pt x="221" y="303"/>
                  </a:cubicBezTo>
                  <a:cubicBezTo>
                    <a:pt x="219" y="303"/>
                    <a:pt x="221" y="304"/>
                    <a:pt x="219" y="304"/>
                  </a:cubicBezTo>
                  <a:cubicBezTo>
                    <a:pt x="222" y="304"/>
                    <a:pt x="218" y="304"/>
                    <a:pt x="222" y="304"/>
                  </a:cubicBezTo>
                  <a:cubicBezTo>
                    <a:pt x="221" y="304"/>
                    <a:pt x="221" y="304"/>
                    <a:pt x="221" y="304"/>
                  </a:cubicBezTo>
                  <a:cubicBezTo>
                    <a:pt x="222" y="304"/>
                    <a:pt x="223" y="304"/>
                    <a:pt x="224" y="305"/>
                  </a:cubicBezTo>
                  <a:cubicBezTo>
                    <a:pt x="222" y="305"/>
                    <a:pt x="222" y="305"/>
                    <a:pt x="222" y="305"/>
                  </a:cubicBezTo>
                  <a:cubicBezTo>
                    <a:pt x="221" y="305"/>
                    <a:pt x="221" y="305"/>
                    <a:pt x="221" y="305"/>
                  </a:cubicBezTo>
                  <a:cubicBezTo>
                    <a:pt x="221" y="305"/>
                    <a:pt x="221" y="304"/>
                    <a:pt x="221" y="304"/>
                  </a:cubicBezTo>
                  <a:cubicBezTo>
                    <a:pt x="221" y="304"/>
                    <a:pt x="221" y="305"/>
                    <a:pt x="221" y="305"/>
                  </a:cubicBezTo>
                  <a:cubicBezTo>
                    <a:pt x="219" y="305"/>
                    <a:pt x="221" y="305"/>
                    <a:pt x="220" y="305"/>
                  </a:cubicBezTo>
                  <a:cubicBezTo>
                    <a:pt x="222" y="305"/>
                    <a:pt x="220" y="305"/>
                    <a:pt x="221" y="305"/>
                  </a:cubicBezTo>
                  <a:cubicBezTo>
                    <a:pt x="221" y="305"/>
                    <a:pt x="221" y="305"/>
                    <a:pt x="221" y="305"/>
                  </a:cubicBezTo>
                  <a:cubicBezTo>
                    <a:pt x="221" y="306"/>
                    <a:pt x="222" y="306"/>
                    <a:pt x="222" y="306"/>
                  </a:cubicBezTo>
                  <a:cubicBezTo>
                    <a:pt x="222" y="306"/>
                    <a:pt x="221" y="305"/>
                    <a:pt x="221" y="305"/>
                  </a:cubicBezTo>
                  <a:cubicBezTo>
                    <a:pt x="222" y="305"/>
                    <a:pt x="222" y="305"/>
                    <a:pt x="222" y="305"/>
                  </a:cubicBezTo>
                  <a:cubicBezTo>
                    <a:pt x="223" y="306"/>
                    <a:pt x="223" y="306"/>
                    <a:pt x="223" y="306"/>
                  </a:cubicBezTo>
                  <a:cubicBezTo>
                    <a:pt x="223" y="306"/>
                    <a:pt x="222" y="306"/>
                    <a:pt x="222" y="306"/>
                  </a:cubicBezTo>
                  <a:cubicBezTo>
                    <a:pt x="222" y="306"/>
                    <a:pt x="221" y="306"/>
                    <a:pt x="222" y="306"/>
                  </a:cubicBezTo>
                  <a:cubicBezTo>
                    <a:pt x="221" y="306"/>
                    <a:pt x="221" y="306"/>
                    <a:pt x="221" y="306"/>
                  </a:cubicBezTo>
                  <a:cubicBezTo>
                    <a:pt x="220"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7"/>
                    <a:pt x="221" y="307"/>
                    <a:pt x="222" y="307"/>
                  </a:cubicBezTo>
                  <a:cubicBezTo>
                    <a:pt x="222" y="307"/>
                    <a:pt x="221" y="307"/>
                    <a:pt x="221" y="307"/>
                  </a:cubicBezTo>
                  <a:cubicBezTo>
                    <a:pt x="221" y="307"/>
                    <a:pt x="221" y="307"/>
                    <a:pt x="221"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8"/>
                    <a:pt x="222" y="308"/>
                    <a:pt x="222" y="309"/>
                  </a:cubicBezTo>
                  <a:cubicBezTo>
                    <a:pt x="222" y="307"/>
                    <a:pt x="222" y="307"/>
                    <a:pt x="222" y="307"/>
                  </a:cubicBezTo>
                  <a:cubicBezTo>
                    <a:pt x="222" y="308"/>
                    <a:pt x="222" y="308"/>
                    <a:pt x="222" y="309"/>
                  </a:cubicBezTo>
                  <a:cubicBezTo>
                    <a:pt x="222" y="310"/>
                    <a:pt x="222" y="309"/>
                    <a:pt x="222" y="309"/>
                  </a:cubicBezTo>
                  <a:cubicBezTo>
                    <a:pt x="222" y="310"/>
                    <a:pt x="222" y="312"/>
                    <a:pt x="222" y="311"/>
                  </a:cubicBezTo>
                  <a:cubicBezTo>
                    <a:pt x="222" y="311"/>
                    <a:pt x="222" y="311"/>
                    <a:pt x="222" y="311"/>
                  </a:cubicBezTo>
                  <a:cubicBezTo>
                    <a:pt x="222" y="311"/>
                    <a:pt x="222" y="312"/>
                    <a:pt x="221" y="312"/>
                  </a:cubicBezTo>
                  <a:cubicBezTo>
                    <a:pt x="221" y="311"/>
                    <a:pt x="221" y="311"/>
                    <a:pt x="221" y="310"/>
                  </a:cubicBezTo>
                  <a:cubicBezTo>
                    <a:pt x="221" y="308"/>
                    <a:pt x="221" y="309"/>
                    <a:pt x="220" y="309"/>
                  </a:cubicBezTo>
                  <a:cubicBezTo>
                    <a:pt x="220" y="310"/>
                    <a:pt x="220" y="310"/>
                    <a:pt x="220" y="310"/>
                  </a:cubicBezTo>
                  <a:cubicBezTo>
                    <a:pt x="220" y="311"/>
                    <a:pt x="220" y="309"/>
                    <a:pt x="220" y="309"/>
                  </a:cubicBezTo>
                  <a:cubicBezTo>
                    <a:pt x="219" y="314"/>
                    <a:pt x="219" y="314"/>
                    <a:pt x="219" y="314"/>
                  </a:cubicBezTo>
                  <a:cubicBezTo>
                    <a:pt x="219" y="313"/>
                    <a:pt x="219" y="311"/>
                    <a:pt x="219" y="310"/>
                  </a:cubicBezTo>
                  <a:cubicBezTo>
                    <a:pt x="219" y="311"/>
                    <a:pt x="218" y="314"/>
                    <a:pt x="217" y="315"/>
                  </a:cubicBezTo>
                  <a:cubicBezTo>
                    <a:pt x="217" y="315"/>
                    <a:pt x="216" y="316"/>
                    <a:pt x="216" y="316"/>
                  </a:cubicBezTo>
                  <a:cubicBezTo>
                    <a:pt x="216" y="314"/>
                    <a:pt x="216" y="316"/>
                    <a:pt x="216" y="315"/>
                  </a:cubicBezTo>
                  <a:cubicBezTo>
                    <a:pt x="216" y="313"/>
                    <a:pt x="216" y="313"/>
                    <a:pt x="216" y="313"/>
                  </a:cubicBezTo>
                  <a:cubicBezTo>
                    <a:pt x="217" y="313"/>
                    <a:pt x="217" y="311"/>
                    <a:pt x="217" y="310"/>
                  </a:cubicBezTo>
                  <a:cubicBezTo>
                    <a:pt x="217" y="311"/>
                    <a:pt x="216" y="309"/>
                    <a:pt x="216" y="309"/>
                  </a:cubicBezTo>
                  <a:cubicBezTo>
                    <a:pt x="215" y="312"/>
                    <a:pt x="215" y="310"/>
                    <a:pt x="214" y="313"/>
                  </a:cubicBezTo>
                  <a:cubicBezTo>
                    <a:pt x="214" y="313"/>
                    <a:pt x="214" y="311"/>
                    <a:pt x="214" y="310"/>
                  </a:cubicBezTo>
                  <a:cubicBezTo>
                    <a:pt x="213" y="311"/>
                    <a:pt x="213" y="310"/>
                    <a:pt x="212" y="310"/>
                  </a:cubicBezTo>
                  <a:cubicBezTo>
                    <a:pt x="213" y="310"/>
                    <a:pt x="213" y="310"/>
                    <a:pt x="213" y="310"/>
                  </a:cubicBezTo>
                  <a:cubicBezTo>
                    <a:pt x="212" y="310"/>
                    <a:pt x="211" y="309"/>
                    <a:pt x="210" y="312"/>
                  </a:cubicBezTo>
                  <a:cubicBezTo>
                    <a:pt x="211" y="310"/>
                    <a:pt x="211" y="310"/>
                    <a:pt x="211" y="310"/>
                  </a:cubicBezTo>
                  <a:cubicBezTo>
                    <a:pt x="210" y="309"/>
                    <a:pt x="210" y="313"/>
                    <a:pt x="209" y="312"/>
                  </a:cubicBezTo>
                  <a:cubicBezTo>
                    <a:pt x="210" y="310"/>
                    <a:pt x="210" y="310"/>
                    <a:pt x="210" y="310"/>
                  </a:cubicBezTo>
                  <a:cubicBezTo>
                    <a:pt x="209" y="312"/>
                    <a:pt x="209" y="309"/>
                    <a:pt x="208" y="311"/>
                  </a:cubicBezTo>
                  <a:cubicBezTo>
                    <a:pt x="209" y="310"/>
                    <a:pt x="209" y="310"/>
                    <a:pt x="209" y="310"/>
                  </a:cubicBezTo>
                  <a:cubicBezTo>
                    <a:pt x="208" y="310"/>
                    <a:pt x="208" y="310"/>
                    <a:pt x="207" y="311"/>
                  </a:cubicBezTo>
                  <a:cubicBezTo>
                    <a:pt x="208" y="309"/>
                    <a:pt x="208" y="309"/>
                    <a:pt x="208" y="309"/>
                  </a:cubicBezTo>
                  <a:cubicBezTo>
                    <a:pt x="208" y="308"/>
                    <a:pt x="207" y="311"/>
                    <a:pt x="207" y="311"/>
                  </a:cubicBezTo>
                  <a:cubicBezTo>
                    <a:pt x="207" y="310"/>
                    <a:pt x="207" y="309"/>
                    <a:pt x="207" y="309"/>
                  </a:cubicBezTo>
                  <a:cubicBezTo>
                    <a:pt x="206" y="310"/>
                    <a:pt x="206" y="310"/>
                    <a:pt x="205" y="311"/>
                  </a:cubicBezTo>
                  <a:cubicBezTo>
                    <a:pt x="206" y="309"/>
                    <a:pt x="206" y="309"/>
                    <a:pt x="206" y="309"/>
                  </a:cubicBezTo>
                  <a:cubicBezTo>
                    <a:pt x="203" y="308"/>
                    <a:pt x="201" y="307"/>
                    <a:pt x="199" y="309"/>
                  </a:cubicBezTo>
                  <a:cubicBezTo>
                    <a:pt x="199" y="306"/>
                    <a:pt x="199" y="308"/>
                    <a:pt x="199" y="306"/>
                  </a:cubicBezTo>
                  <a:cubicBezTo>
                    <a:pt x="199" y="308"/>
                    <a:pt x="199" y="306"/>
                    <a:pt x="198" y="307"/>
                  </a:cubicBezTo>
                  <a:close/>
                  <a:moveTo>
                    <a:pt x="221" y="306"/>
                  </a:moveTo>
                  <a:cubicBezTo>
                    <a:pt x="221" y="306"/>
                    <a:pt x="222" y="306"/>
                    <a:pt x="222" y="306"/>
                  </a:cubicBezTo>
                  <a:cubicBezTo>
                    <a:pt x="222" y="306"/>
                    <a:pt x="222" y="306"/>
                    <a:pt x="222" y="306"/>
                  </a:cubicBezTo>
                  <a:cubicBezTo>
                    <a:pt x="222" y="306"/>
                    <a:pt x="222" y="306"/>
                    <a:pt x="222" y="306"/>
                  </a:cubicBezTo>
                  <a:cubicBezTo>
                    <a:pt x="222" y="306"/>
                    <a:pt x="222" y="306"/>
                    <a:pt x="222" y="306"/>
                  </a:cubicBezTo>
                  <a:cubicBezTo>
                    <a:pt x="222" y="306"/>
                    <a:pt x="222" y="307"/>
                    <a:pt x="222" y="307"/>
                  </a:cubicBezTo>
                  <a:cubicBezTo>
                    <a:pt x="222" y="307"/>
                    <a:pt x="222" y="307"/>
                    <a:pt x="222" y="307"/>
                  </a:cubicBezTo>
                  <a:cubicBezTo>
                    <a:pt x="222" y="307"/>
                    <a:pt x="222" y="306"/>
                    <a:pt x="222" y="306"/>
                  </a:cubicBezTo>
                  <a:cubicBezTo>
                    <a:pt x="222" y="306"/>
                    <a:pt x="221" y="306"/>
                    <a:pt x="221" y="306"/>
                  </a:cubicBezTo>
                  <a:close/>
                  <a:moveTo>
                    <a:pt x="222" y="306"/>
                  </a:moveTo>
                  <a:cubicBezTo>
                    <a:pt x="222" y="306"/>
                    <a:pt x="222" y="306"/>
                    <a:pt x="222" y="306"/>
                  </a:cubicBezTo>
                  <a:cubicBezTo>
                    <a:pt x="221" y="306"/>
                    <a:pt x="221" y="306"/>
                    <a:pt x="221" y="306"/>
                  </a:cubicBezTo>
                  <a:cubicBezTo>
                    <a:pt x="222" y="306"/>
                    <a:pt x="222" y="306"/>
                    <a:pt x="222" y="306"/>
                  </a:cubicBezTo>
                  <a:close/>
                  <a:moveTo>
                    <a:pt x="222" y="307"/>
                  </a:moveTo>
                  <a:cubicBezTo>
                    <a:pt x="222" y="307"/>
                    <a:pt x="222" y="307"/>
                    <a:pt x="222" y="307"/>
                  </a:cubicBez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6"/>
                    <a:pt x="222" y="307"/>
                    <a:pt x="222" y="307"/>
                  </a:cubicBezTo>
                  <a:close/>
                  <a:moveTo>
                    <a:pt x="382" y="181"/>
                  </a:moveTo>
                  <a:cubicBezTo>
                    <a:pt x="383" y="179"/>
                    <a:pt x="383" y="179"/>
                    <a:pt x="383" y="179"/>
                  </a:cubicBezTo>
                  <a:cubicBezTo>
                    <a:pt x="384" y="180"/>
                    <a:pt x="384" y="181"/>
                    <a:pt x="384" y="182"/>
                  </a:cubicBezTo>
                  <a:cubicBezTo>
                    <a:pt x="385" y="180"/>
                    <a:pt x="387" y="181"/>
                    <a:pt x="387" y="180"/>
                  </a:cubicBezTo>
                  <a:cubicBezTo>
                    <a:pt x="388" y="180"/>
                    <a:pt x="387" y="181"/>
                    <a:pt x="387" y="181"/>
                  </a:cubicBezTo>
                  <a:cubicBezTo>
                    <a:pt x="388" y="181"/>
                    <a:pt x="391" y="180"/>
                    <a:pt x="392" y="181"/>
                  </a:cubicBezTo>
                  <a:cubicBezTo>
                    <a:pt x="391" y="182"/>
                    <a:pt x="391" y="182"/>
                    <a:pt x="391" y="182"/>
                  </a:cubicBezTo>
                  <a:cubicBezTo>
                    <a:pt x="393" y="184"/>
                    <a:pt x="393" y="186"/>
                    <a:pt x="393" y="188"/>
                  </a:cubicBezTo>
                  <a:cubicBezTo>
                    <a:pt x="389" y="186"/>
                    <a:pt x="384" y="185"/>
                    <a:pt x="380" y="183"/>
                  </a:cubicBezTo>
                  <a:cubicBezTo>
                    <a:pt x="381" y="183"/>
                    <a:pt x="382" y="183"/>
                    <a:pt x="382" y="181"/>
                  </a:cubicBezTo>
                  <a:close/>
                  <a:moveTo>
                    <a:pt x="262" y="151"/>
                  </a:moveTo>
                  <a:cubicBezTo>
                    <a:pt x="262" y="150"/>
                    <a:pt x="262" y="150"/>
                    <a:pt x="262" y="150"/>
                  </a:cubicBezTo>
                  <a:cubicBezTo>
                    <a:pt x="262" y="150"/>
                    <a:pt x="262" y="150"/>
                    <a:pt x="262" y="150"/>
                  </a:cubicBezTo>
                  <a:cubicBezTo>
                    <a:pt x="263" y="148"/>
                    <a:pt x="264" y="146"/>
                    <a:pt x="264" y="144"/>
                  </a:cubicBezTo>
                  <a:cubicBezTo>
                    <a:pt x="265" y="144"/>
                    <a:pt x="265" y="145"/>
                    <a:pt x="265" y="146"/>
                  </a:cubicBezTo>
                  <a:cubicBezTo>
                    <a:pt x="267" y="141"/>
                    <a:pt x="267" y="135"/>
                    <a:pt x="267" y="130"/>
                  </a:cubicBezTo>
                  <a:cubicBezTo>
                    <a:pt x="268" y="130"/>
                    <a:pt x="268" y="131"/>
                    <a:pt x="269" y="133"/>
                  </a:cubicBezTo>
                  <a:cubicBezTo>
                    <a:pt x="271" y="128"/>
                    <a:pt x="267" y="127"/>
                    <a:pt x="269" y="122"/>
                  </a:cubicBezTo>
                  <a:cubicBezTo>
                    <a:pt x="270" y="121"/>
                    <a:pt x="271" y="118"/>
                    <a:pt x="271" y="119"/>
                  </a:cubicBezTo>
                  <a:cubicBezTo>
                    <a:pt x="271" y="117"/>
                    <a:pt x="272" y="109"/>
                    <a:pt x="271" y="107"/>
                  </a:cubicBezTo>
                  <a:cubicBezTo>
                    <a:pt x="272" y="106"/>
                    <a:pt x="272" y="105"/>
                    <a:pt x="273" y="103"/>
                  </a:cubicBezTo>
                  <a:cubicBezTo>
                    <a:pt x="274" y="104"/>
                    <a:pt x="274" y="105"/>
                    <a:pt x="275" y="107"/>
                  </a:cubicBezTo>
                  <a:cubicBezTo>
                    <a:pt x="274" y="107"/>
                    <a:pt x="273" y="107"/>
                    <a:pt x="272" y="107"/>
                  </a:cubicBezTo>
                  <a:cubicBezTo>
                    <a:pt x="272" y="107"/>
                    <a:pt x="272" y="107"/>
                    <a:pt x="272" y="107"/>
                  </a:cubicBezTo>
                  <a:cubicBezTo>
                    <a:pt x="272" y="107"/>
                    <a:pt x="272" y="107"/>
                    <a:pt x="272" y="107"/>
                  </a:cubicBezTo>
                  <a:cubicBezTo>
                    <a:pt x="272" y="108"/>
                    <a:pt x="272" y="108"/>
                    <a:pt x="272" y="108"/>
                  </a:cubicBezTo>
                  <a:cubicBezTo>
                    <a:pt x="272" y="111"/>
                    <a:pt x="272" y="111"/>
                    <a:pt x="272" y="111"/>
                  </a:cubicBezTo>
                  <a:cubicBezTo>
                    <a:pt x="272" y="120"/>
                    <a:pt x="272" y="120"/>
                    <a:pt x="272" y="120"/>
                  </a:cubicBezTo>
                  <a:cubicBezTo>
                    <a:pt x="272" y="133"/>
                    <a:pt x="272" y="145"/>
                    <a:pt x="271" y="156"/>
                  </a:cubicBezTo>
                  <a:cubicBezTo>
                    <a:pt x="271" y="160"/>
                    <a:pt x="271" y="162"/>
                    <a:pt x="270" y="164"/>
                  </a:cubicBezTo>
                  <a:cubicBezTo>
                    <a:pt x="268" y="161"/>
                    <a:pt x="265" y="157"/>
                    <a:pt x="265" y="152"/>
                  </a:cubicBezTo>
                  <a:cubicBezTo>
                    <a:pt x="265" y="155"/>
                    <a:pt x="263" y="153"/>
                    <a:pt x="262" y="151"/>
                  </a:cubicBezTo>
                  <a:cubicBezTo>
                    <a:pt x="262" y="151"/>
                    <a:pt x="262" y="151"/>
                    <a:pt x="262" y="151"/>
                  </a:cubicBezTo>
                  <a:close/>
                  <a:moveTo>
                    <a:pt x="212" y="121"/>
                  </a:moveTo>
                  <a:cubicBezTo>
                    <a:pt x="212" y="118"/>
                    <a:pt x="212" y="116"/>
                    <a:pt x="213" y="114"/>
                  </a:cubicBezTo>
                  <a:cubicBezTo>
                    <a:pt x="215" y="119"/>
                    <a:pt x="215" y="127"/>
                    <a:pt x="213" y="134"/>
                  </a:cubicBezTo>
                  <a:cubicBezTo>
                    <a:pt x="212" y="129"/>
                    <a:pt x="211" y="125"/>
                    <a:pt x="212" y="121"/>
                  </a:cubicBezTo>
                  <a:close/>
                  <a:moveTo>
                    <a:pt x="191" y="185"/>
                  </a:moveTo>
                  <a:cubicBezTo>
                    <a:pt x="191" y="185"/>
                    <a:pt x="191" y="184"/>
                    <a:pt x="191" y="185"/>
                  </a:cubicBezTo>
                  <a:cubicBezTo>
                    <a:pt x="190" y="185"/>
                    <a:pt x="190" y="184"/>
                    <a:pt x="190" y="184"/>
                  </a:cubicBezTo>
                  <a:cubicBezTo>
                    <a:pt x="190" y="184"/>
                    <a:pt x="191" y="184"/>
                    <a:pt x="191" y="185"/>
                  </a:cubicBezTo>
                  <a:close/>
                  <a:moveTo>
                    <a:pt x="148" y="192"/>
                  </a:moveTo>
                  <a:cubicBezTo>
                    <a:pt x="148" y="191"/>
                    <a:pt x="148" y="192"/>
                    <a:pt x="148" y="192"/>
                  </a:cubicBezTo>
                  <a:cubicBezTo>
                    <a:pt x="148" y="192"/>
                    <a:pt x="148" y="192"/>
                    <a:pt x="148" y="191"/>
                  </a:cubicBezTo>
                  <a:cubicBezTo>
                    <a:pt x="148" y="191"/>
                    <a:pt x="148" y="192"/>
                    <a:pt x="148" y="192"/>
                  </a:cubicBezTo>
                  <a:close/>
                  <a:moveTo>
                    <a:pt x="134" y="148"/>
                  </a:moveTo>
                  <a:cubicBezTo>
                    <a:pt x="136" y="149"/>
                    <a:pt x="136" y="149"/>
                    <a:pt x="136" y="149"/>
                  </a:cubicBezTo>
                  <a:cubicBezTo>
                    <a:pt x="135" y="142"/>
                    <a:pt x="136" y="133"/>
                    <a:pt x="139" y="125"/>
                  </a:cubicBezTo>
                  <a:cubicBezTo>
                    <a:pt x="140" y="124"/>
                    <a:pt x="140" y="124"/>
                    <a:pt x="140" y="124"/>
                  </a:cubicBezTo>
                  <a:cubicBezTo>
                    <a:pt x="140" y="124"/>
                    <a:pt x="140" y="124"/>
                    <a:pt x="139" y="124"/>
                  </a:cubicBezTo>
                  <a:cubicBezTo>
                    <a:pt x="140" y="123"/>
                    <a:pt x="140" y="123"/>
                    <a:pt x="140" y="122"/>
                  </a:cubicBezTo>
                  <a:cubicBezTo>
                    <a:pt x="140" y="121"/>
                    <a:pt x="141" y="120"/>
                    <a:pt x="141" y="120"/>
                  </a:cubicBezTo>
                  <a:cubicBezTo>
                    <a:pt x="142" y="120"/>
                    <a:pt x="142" y="121"/>
                    <a:pt x="142" y="120"/>
                  </a:cubicBezTo>
                  <a:cubicBezTo>
                    <a:pt x="142" y="119"/>
                    <a:pt x="144" y="118"/>
                    <a:pt x="145" y="117"/>
                  </a:cubicBezTo>
                  <a:cubicBezTo>
                    <a:pt x="146" y="117"/>
                    <a:pt x="147" y="118"/>
                    <a:pt x="149" y="118"/>
                  </a:cubicBezTo>
                  <a:cubicBezTo>
                    <a:pt x="142" y="122"/>
                    <a:pt x="144" y="121"/>
                    <a:pt x="149" y="118"/>
                  </a:cubicBezTo>
                  <a:cubicBezTo>
                    <a:pt x="149" y="118"/>
                    <a:pt x="150" y="119"/>
                    <a:pt x="151" y="119"/>
                  </a:cubicBezTo>
                  <a:cubicBezTo>
                    <a:pt x="151" y="121"/>
                    <a:pt x="151" y="121"/>
                    <a:pt x="151" y="121"/>
                  </a:cubicBezTo>
                  <a:cubicBezTo>
                    <a:pt x="152" y="121"/>
                    <a:pt x="154" y="120"/>
                    <a:pt x="155" y="120"/>
                  </a:cubicBezTo>
                  <a:cubicBezTo>
                    <a:pt x="155" y="123"/>
                    <a:pt x="154" y="119"/>
                    <a:pt x="153" y="121"/>
                  </a:cubicBezTo>
                  <a:cubicBezTo>
                    <a:pt x="155" y="129"/>
                    <a:pt x="153" y="139"/>
                    <a:pt x="153" y="149"/>
                  </a:cubicBezTo>
                  <a:cubicBezTo>
                    <a:pt x="154" y="151"/>
                    <a:pt x="154" y="153"/>
                    <a:pt x="155" y="153"/>
                  </a:cubicBezTo>
                  <a:cubicBezTo>
                    <a:pt x="152" y="164"/>
                    <a:pt x="154" y="178"/>
                    <a:pt x="149" y="185"/>
                  </a:cubicBezTo>
                  <a:cubicBezTo>
                    <a:pt x="153" y="184"/>
                    <a:pt x="150" y="189"/>
                    <a:pt x="149" y="191"/>
                  </a:cubicBezTo>
                  <a:cubicBezTo>
                    <a:pt x="148" y="189"/>
                    <a:pt x="146" y="186"/>
                    <a:pt x="144" y="183"/>
                  </a:cubicBezTo>
                  <a:cubicBezTo>
                    <a:pt x="143" y="180"/>
                    <a:pt x="140" y="179"/>
                    <a:pt x="140" y="174"/>
                  </a:cubicBezTo>
                  <a:cubicBezTo>
                    <a:pt x="141" y="170"/>
                    <a:pt x="137" y="163"/>
                    <a:pt x="137" y="158"/>
                  </a:cubicBezTo>
                  <a:cubicBezTo>
                    <a:pt x="136" y="160"/>
                    <a:pt x="133" y="153"/>
                    <a:pt x="134" y="148"/>
                  </a:cubicBezTo>
                  <a:close/>
                  <a:moveTo>
                    <a:pt x="65" y="183"/>
                  </a:moveTo>
                  <a:cubicBezTo>
                    <a:pt x="65" y="185"/>
                    <a:pt x="63" y="186"/>
                    <a:pt x="63" y="187"/>
                  </a:cubicBezTo>
                  <a:cubicBezTo>
                    <a:pt x="63" y="187"/>
                    <a:pt x="63" y="187"/>
                    <a:pt x="63" y="187"/>
                  </a:cubicBezTo>
                  <a:cubicBezTo>
                    <a:pt x="64" y="186"/>
                    <a:pt x="64" y="186"/>
                    <a:pt x="63" y="186"/>
                  </a:cubicBezTo>
                  <a:cubicBezTo>
                    <a:pt x="63" y="184"/>
                    <a:pt x="63" y="184"/>
                    <a:pt x="63" y="184"/>
                  </a:cubicBezTo>
                  <a:cubicBezTo>
                    <a:pt x="64" y="183"/>
                    <a:pt x="65" y="183"/>
                    <a:pt x="65" y="183"/>
                  </a:cubicBezTo>
                  <a:close/>
                  <a:moveTo>
                    <a:pt x="63" y="185"/>
                  </a:moveTo>
                  <a:cubicBezTo>
                    <a:pt x="63" y="185"/>
                    <a:pt x="63" y="186"/>
                    <a:pt x="63" y="186"/>
                  </a:cubicBezTo>
                  <a:cubicBezTo>
                    <a:pt x="62" y="186"/>
                    <a:pt x="62" y="186"/>
                    <a:pt x="63" y="185"/>
                  </a:cubicBezTo>
                  <a:close/>
                  <a:moveTo>
                    <a:pt x="62" y="188"/>
                  </a:moveTo>
                  <a:cubicBezTo>
                    <a:pt x="62" y="188"/>
                    <a:pt x="62" y="188"/>
                    <a:pt x="63" y="187"/>
                  </a:cubicBezTo>
                  <a:cubicBezTo>
                    <a:pt x="63" y="190"/>
                    <a:pt x="64" y="192"/>
                    <a:pt x="64" y="196"/>
                  </a:cubicBezTo>
                  <a:cubicBezTo>
                    <a:pt x="62" y="197"/>
                    <a:pt x="62" y="192"/>
                    <a:pt x="62" y="188"/>
                  </a:cubicBezTo>
                  <a:close/>
                  <a:moveTo>
                    <a:pt x="16" y="210"/>
                  </a:moveTo>
                  <a:cubicBezTo>
                    <a:pt x="16" y="210"/>
                    <a:pt x="16" y="210"/>
                    <a:pt x="16" y="210"/>
                  </a:cubicBezTo>
                  <a:cubicBezTo>
                    <a:pt x="16" y="210"/>
                    <a:pt x="16" y="210"/>
                    <a:pt x="16" y="210"/>
                  </a:cubicBezTo>
                  <a:cubicBezTo>
                    <a:pt x="16" y="210"/>
                    <a:pt x="16" y="210"/>
                    <a:pt x="16" y="210"/>
                  </a:cubicBezTo>
                  <a:close/>
                  <a:moveTo>
                    <a:pt x="17" y="208"/>
                  </a:moveTo>
                  <a:cubicBezTo>
                    <a:pt x="17" y="208"/>
                    <a:pt x="17" y="208"/>
                    <a:pt x="17" y="207"/>
                  </a:cubicBezTo>
                  <a:cubicBezTo>
                    <a:pt x="17" y="207"/>
                    <a:pt x="17" y="206"/>
                    <a:pt x="18" y="206"/>
                  </a:cubicBezTo>
                  <a:cubicBezTo>
                    <a:pt x="18" y="207"/>
                    <a:pt x="18" y="207"/>
                    <a:pt x="18" y="208"/>
                  </a:cubicBezTo>
                  <a:cubicBezTo>
                    <a:pt x="18" y="208"/>
                    <a:pt x="18" y="208"/>
                    <a:pt x="17" y="208"/>
                  </a:cubicBezTo>
                  <a:close/>
                  <a:moveTo>
                    <a:pt x="18" y="212"/>
                  </a:moveTo>
                  <a:cubicBezTo>
                    <a:pt x="18" y="212"/>
                    <a:pt x="18" y="212"/>
                    <a:pt x="18" y="212"/>
                  </a:cubicBezTo>
                  <a:cubicBezTo>
                    <a:pt x="18" y="212"/>
                    <a:pt x="18" y="212"/>
                    <a:pt x="18" y="212"/>
                  </a:cubicBezTo>
                  <a:close/>
                  <a:moveTo>
                    <a:pt x="19" y="213"/>
                  </a:moveTo>
                  <a:cubicBezTo>
                    <a:pt x="19" y="213"/>
                    <a:pt x="19" y="213"/>
                    <a:pt x="19" y="213"/>
                  </a:cubicBezTo>
                  <a:cubicBezTo>
                    <a:pt x="19" y="213"/>
                    <a:pt x="19" y="213"/>
                    <a:pt x="19" y="213"/>
                  </a:cubicBezTo>
                  <a:cubicBezTo>
                    <a:pt x="19" y="213"/>
                    <a:pt x="19" y="213"/>
                    <a:pt x="19" y="213"/>
                  </a:cubicBezTo>
                  <a:close/>
                  <a:moveTo>
                    <a:pt x="20" y="214"/>
                  </a:moveTo>
                  <a:cubicBezTo>
                    <a:pt x="20" y="214"/>
                    <a:pt x="20" y="214"/>
                    <a:pt x="20" y="214"/>
                  </a:cubicBezTo>
                  <a:cubicBezTo>
                    <a:pt x="20" y="214"/>
                    <a:pt x="20" y="214"/>
                    <a:pt x="20" y="214"/>
                  </a:cubicBezTo>
                  <a:cubicBezTo>
                    <a:pt x="20" y="214"/>
                    <a:pt x="20" y="214"/>
                    <a:pt x="21" y="214"/>
                  </a:cubicBezTo>
                  <a:cubicBezTo>
                    <a:pt x="21" y="214"/>
                    <a:pt x="20" y="214"/>
                    <a:pt x="20" y="214"/>
                  </a:cubicBezTo>
                  <a:close/>
                  <a:moveTo>
                    <a:pt x="21" y="217"/>
                  </a:moveTo>
                  <a:cubicBezTo>
                    <a:pt x="21" y="216"/>
                    <a:pt x="21" y="216"/>
                    <a:pt x="21" y="216"/>
                  </a:cubicBezTo>
                  <a:cubicBezTo>
                    <a:pt x="22" y="216"/>
                    <a:pt x="22" y="216"/>
                    <a:pt x="22" y="216"/>
                  </a:cubicBezTo>
                  <a:cubicBezTo>
                    <a:pt x="22" y="216"/>
                    <a:pt x="21" y="216"/>
                    <a:pt x="21" y="217"/>
                  </a:cubicBezTo>
                  <a:close/>
                  <a:moveTo>
                    <a:pt x="21" y="214"/>
                  </a:moveTo>
                  <a:cubicBezTo>
                    <a:pt x="21" y="214"/>
                    <a:pt x="21" y="214"/>
                    <a:pt x="21" y="214"/>
                  </a:cubicBezTo>
                  <a:cubicBezTo>
                    <a:pt x="21" y="214"/>
                    <a:pt x="21" y="214"/>
                    <a:pt x="21" y="214"/>
                  </a:cubicBezTo>
                  <a:cubicBezTo>
                    <a:pt x="21" y="214"/>
                    <a:pt x="21" y="214"/>
                    <a:pt x="21" y="214"/>
                  </a:cubicBezTo>
                  <a:cubicBezTo>
                    <a:pt x="21" y="214"/>
                    <a:pt x="20" y="214"/>
                    <a:pt x="20" y="214"/>
                  </a:cubicBezTo>
                  <a:cubicBezTo>
                    <a:pt x="21" y="214"/>
                    <a:pt x="21" y="214"/>
                    <a:pt x="21" y="214"/>
                  </a:cubicBezTo>
                  <a:cubicBezTo>
                    <a:pt x="21" y="214"/>
                    <a:pt x="21" y="214"/>
                    <a:pt x="21" y="214"/>
                  </a:cubicBezTo>
                  <a:cubicBezTo>
                    <a:pt x="22" y="214"/>
                    <a:pt x="22" y="214"/>
                    <a:pt x="22" y="214"/>
                  </a:cubicBezTo>
                  <a:lnTo>
                    <a:pt x="21" y="214"/>
                  </a:lnTo>
                  <a:close/>
                  <a:moveTo>
                    <a:pt x="122" y="297"/>
                  </a:moveTo>
                  <a:cubicBezTo>
                    <a:pt x="122" y="297"/>
                    <a:pt x="122" y="297"/>
                    <a:pt x="122" y="297"/>
                  </a:cubicBezTo>
                  <a:cubicBezTo>
                    <a:pt x="122" y="297"/>
                    <a:pt x="122" y="297"/>
                    <a:pt x="122" y="297"/>
                  </a:cubicBezTo>
                  <a:close/>
                  <a:moveTo>
                    <a:pt x="123" y="297"/>
                  </a:moveTo>
                  <a:cubicBezTo>
                    <a:pt x="122" y="298"/>
                    <a:pt x="122" y="297"/>
                    <a:pt x="122" y="297"/>
                  </a:cubicBezTo>
                  <a:cubicBezTo>
                    <a:pt x="122" y="297"/>
                    <a:pt x="122" y="297"/>
                    <a:pt x="123" y="297"/>
                  </a:cubicBezTo>
                  <a:cubicBezTo>
                    <a:pt x="123" y="297"/>
                    <a:pt x="123" y="297"/>
                    <a:pt x="123" y="297"/>
                  </a:cubicBezTo>
                  <a:close/>
                  <a:moveTo>
                    <a:pt x="213" y="429"/>
                  </a:moveTo>
                  <a:cubicBezTo>
                    <a:pt x="213" y="429"/>
                    <a:pt x="213" y="429"/>
                    <a:pt x="213" y="429"/>
                  </a:cubicBezTo>
                  <a:cubicBezTo>
                    <a:pt x="213" y="429"/>
                    <a:pt x="213" y="429"/>
                    <a:pt x="213" y="429"/>
                  </a:cubicBezTo>
                  <a:cubicBezTo>
                    <a:pt x="213" y="429"/>
                    <a:pt x="213" y="429"/>
                    <a:pt x="213" y="429"/>
                  </a:cubicBezTo>
                  <a:cubicBezTo>
                    <a:pt x="213" y="429"/>
                    <a:pt x="213" y="429"/>
                    <a:pt x="213" y="429"/>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 name="Freeform 437"/>
            <p:cNvSpPr/>
            <p:nvPr/>
          </p:nvSpPr>
          <p:spPr bwMode="auto">
            <a:xfrm>
              <a:off x="3695" y="2760"/>
              <a:ext cx="4" cy="2"/>
            </a:xfrm>
            <a:custGeom>
              <a:avLst/>
              <a:gdLst>
                <a:gd name="T0" fmla="*/ 1 w 2"/>
                <a:gd name="T1" fmla="*/ 0 h 1"/>
                <a:gd name="T2" fmla="*/ 2 w 2"/>
                <a:gd name="T3" fmla="*/ 0 h 1"/>
                <a:gd name="T4" fmla="*/ 1 w 2"/>
                <a:gd name="T5" fmla="*/ 0 h 1"/>
              </a:gdLst>
              <a:ahLst/>
              <a:cxnLst>
                <a:cxn ang="0">
                  <a:pos x="T0" y="T1"/>
                </a:cxn>
                <a:cxn ang="0">
                  <a:pos x="T2" y="T3"/>
                </a:cxn>
                <a:cxn ang="0">
                  <a:pos x="T4" y="T5"/>
                </a:cxn>
              </a:cxnLst>
              <a:rect l="0" t="0" r="r" b="b"/>
              <a:pathLst>
                <a:path w="2" h="1">
                  <a:moveTo>
                    <a:pt x="1" y="0"/>
                  </a:moveTo>
                  <a:cubicBezTo>
                    <a:pt x="0" y="0"/>
                    <a:pt x="1" y="1"/>
                    <a:pt x="2"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 name="Freeform 438"/>
            <p:cNvSpPr/>
            <p:nvPr/>
          </p:nvSpPr>
          <p:spPr bwMode="auto">
            <a:xfrm>
              <a:off x="3699" y="2760"/>
              <a:ext cx="5" cy="4"/>
            </a:xfrm>
            <a:custGeom>
              <a:avLst/>
              <a:gdLst>
                <a:gd name="T0" fmla="*/ 1 w 2"/>
                <a:gd name="T1" fmla="*/ 2 h 2"/>
                <a:gd name="T2" fmla="*/ 2 w 2"/>
                <a:gd name="T3" fmla="*/ 1 h 2"/>
                <a:gd name="T4" fmla="*/ 1 w 2"/>
                <a:gd name="T5" fmla="*/ 2 h 2"/>
              </a:gdLst>
              <a:ahLst/>
              <a:cxnLst>
                <a:cxn ang="0">
                  <a:pos x="T0" y="T1"/>
                </a:cxn>
                <a:cxn ang="0">
                  <a:pos x="T2" y="T3"/>
                </a:cxn>
                <a:cxn ang="0">
                  <a:pos x="T4" y="T5"/>
                </a:cxn>
              </a:cxnLst>
              <a:rect l="0" t="0" r="r" b="b"/>
              <a:pathLst>
                <a:path w="2" h="2">
                  <a:moveTo>
                    <a:pt x="1" y="2"/>
                  </a:moveTo>
                  <a:cubicBezTo>
                    <a:pt x="1" y="2"/>
                    <a:pt x="2" y="1"/>
                    <a:pt x="2" y="1"/>
                  </a:cubicBezTo>
                  <a:cubicBezTo>
                    <a:pt x="0" y="0"/>
                    <a:pt x="2"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 name="Freeform 439"/>
            <p:cNvSpPr/>
            <p:nvPr/>
          </p:nvSpPr>
          <p:spPr bwMode="auto">
            <a:xfrm>
              <a:off x="3916" y="2586"/>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0" y="0"/>
                    <a:pt x="2" y="0"/>
                    <a:pt x="1" y="0"/>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 name="Freeform 440"/>
            <p:cNvSpPr/>
            <p:nvPr/>
          </p:nvSpPr>
          <p:spPr bwMode="auto">
            <a:xfrm>
              <a:off x="3941" y="2610"/>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 name="Freeform 441"/>
            <p:cNvSpPr/>
            <p:nvPr/>
          </p:nvSpPr>
          <p:spPr bwMode="auto">
            <a:xfrm>
              <a:off x="3729" y="2272"/>
              <a:ext cx="2" cy="5"/>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0" y="1"/>
                    <a:pt x="1" y="0"/>
                    <a:pt x="1" y="1"/>
                  </a:cubicBezTo>
                  <a:cubicBezTo>
                    <a:pt x="1" y="1"/>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 name="Freeform 442"/>
            <p:cNvSpPr/>
            <p:nvPr/>
          </p:nvSpPr>
          <p:spPr bwMode="auto">
            <a:xfrm>
              <a:off x="3852" y="271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 name="Freeform 443"/>
            <p:cNvSpPr/>
            <p:nvPr/>
          </p:nvSpPr>
          <p:spPr bwMode="auto">
            <a:xfrm>
              <a:off x="3850" y="2692"/>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1"/>
                    <a:pt x="1"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 name="Freeform 444"/>
            <p:cNvSpPr/>
            <p:nvPr/>
          </p:nvSpPr>
          <p:spPr bwMode="auto">
            <a:xfrm>
              <a:off x="3848" y="2686"/>
              <a:ext cx="2"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1"/>
                    <a:pt x="0" y="1"/>
                    <a:pt x="0" y="1"/>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 name="Freeform 445"/>
            <p:cNvSpPr/>
            <p:nvPr/>
          </p:nvSpPr>
          <p:spPr bwMode="auto">
            <a:xfrm>
              <a:off x="3846" y="2711"/>
              <a:ext cx="4" cy="3"/>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1"/>
                    <a:pt x="1" y="0"/>
                    <a:pt x="2" y="0"/>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 name="Freeform 446"/>
            <p:cNvSpPr/>
            <p:nvPr/>
          </p:nvSpPr>
          <p:spPr bwMode="auto">
            <a:xfrm>
              <a:off x="3822" y="2773"/>
              <a:ext cx="5"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6" name="Freeform 447"/>
            <p:cNvSpPr/>
            <p:nvPr/>
          </p:nvSpPr>
          <p:spPr bwMode="auto">
            <a:xfrm>
              <a:off x="3765" y="2315"/>
              <a:ext cx="4" cy="0"/>
            </a:xfrm>
            <a:custGeom>
              <a:avLst/>
              <a:gdLst>
                <a:gd name="T0" fmla="*/ 0 w 4"/>
                <a:gd name="T1" fmla="*/ 0 w 4"/>
                <a:gd name="T2" fmla="*/ 4 w 4"/>
                <a:gd name="T3" fmla="*/ 0 w 4"/>
              </a:gdLst>
              <a:ahLst/>
              <a:cxnLst>
                <a:cxn ang="0">
                  <a:pos x="T0" y="0"/>
                </a:cxn>
                <a:cxn ang="0">
                  <a:pos x="T1" y="0"/>
                </a:cxn>
                <a:cxn ang="0">
                  <a:pos x="T2" y="0"/>
                </a:cxn>
                <a:cxn ang="0">
                  <a:pos x="T3" y="0"/>
                </a:cxn>
              </a:cxnLst>
              <a:rect l="0" t="0" r="r" b="b"/>
              <a:pathLst>
                <a:path w="4">
                  <a:moveTo>
                    <a:pt x="0" y="0"/>
                  </a:moveTo>
                  <a:lnTo>
                    <a:pt x="0" y="0"/>
                  </a:lnTo>
                  <a:lnTo>
                    <a:pt x="4"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7" name="Freeform 448"/>
            <p:cNvSpPr/>
            <p:nvPr/>
          </p:nvSpPr>
          <p:spPr bwMode="auto">
            <a:xfrm>
              <a:off x="3842" y="2733"/>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8" name="Freeform 449"/>
            <p:cNvSpPr/>
            <p:nvPr/>
          </p:nvSpPr>
          <p:spPr bwMode="auto">
            <a:xfrm>
              <a:off x="3822" y="2769"/>
              <a:ext cx="7" cy="2"/>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9" name="Freeform 450"/>
            <p:cNvSpPr/>
            <p:nvPr/>
          </p:nvSpPr>
          <p:spPr bwMode="auto">
            <a:xfrm>
              <a:off x="3846" y="273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0" name="Freeform 451"/>
            <p:cNvSpPr/>
            <p:nvPr/>
          </p:nvSpPr>
          <p:spPr bwMode="auto">
            <a:xfrm>
              <a:off x="3844" y="2724"/>
              <a:ext cx="4" cy="2"/>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2" y="1"/>
                    <a:pt x="2" y="1"/>
                    <a:pt x="2" y="1"/>
                  </a:cubicBezTo>
                  <a:cubicBezTo>
                    <a:pt x="2"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1" name="Freeform 452"/>
            <p:cNvSpPr/>
            <p:nvPr/>
          </p:nvSpPr>
          <p:spPr bwMode="auto">
            <a:xfrm>
              <a:off x="3844" y="2728"/>
              <a:ext cx="8" cy="3"/>
            </a:xfrm>
            <a:custGeom>
              <a:avLst/>
              <a:gdLst>
                <a:gd name="T0" fmla="*/ 0 w 4"/>
                <a:gd name="T1" fmla="*/ 1 h 1"/>
                <a:gd name="T2" fmla="*/ 1 w 4"/>
                <a:gd name="T3" fmla="*/ 1 h 1"/>
                <a:gd name="T4" fmla="*/ 2 w 4"/>
                <a:gd name="T5" fmla="*/ 0 h 1"/>
                <a:gd name="T6" fmla="*/ 4 w 4"/>
                <a:gd name="T7" fmla="*/ 0 h 1"/>
                <a:gd name="T8" fmla="*/ 0 w 4"/>
                <a:gd name="T9" fmla="*/ 1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1" y="1"/>
                    <a:pt x="1" y="1"/>
                  </a:cubicBezTo>
                  <a:cubicBezTo>
                    <a:pt x="2" y="1"/>
                    <a:pt x="3" y="0"/>
                    <a:pt x="2" y="0"/>
                  </a:cubicBezTo>
                  <a:cubicBezTo>
                    <a:pt x="3" y="0"/>
                    <a:pt x="4" y="0"/>
                    <a:pt x="4" y="0"/>
                  </a:cubicBezTo>
                  <a:cubicBezTo>
                    <a:pt x="3" y="0"/>
                    <a:pt x="1" y="0"/>
                    <a:pt x="0" y="1"/>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grpSp>
        <p:nvGrpSpPr>
          <p:cNvPr id="452" name="组合 451"/>
          <p:cNvGrpSpPr/>
          <p:nvPr/>
        </p:nvGrpSpPr>
        <p:grpSpPr>
          <a:xfrm>
            <a:off x="1393752" y="2207853"/>
            <a:ext cx="2700381" cy="3841198"/>
            <a:chOff x="1289955" y="1628061"/>
            <a:chExt cx="3941631" cy="5174701"/>
          </a:xfrm>
        </p:grpSpPr>
        <p:sp>
          <p:nvSpPr>
            <p:cNvPr id="453" name="Shape 209"/>
            <p:cNvSpPr/>
            <p:nvPr/>
          </p:nvSpPr>
          <p:spPr>
            <a:xfrm rot="3758493">
              <a:off x="2721879" y="4293055"/>
              <a:ext cx="2954498" cy="2064916"/>
            </a:xfrm>
            <a:custGeom>
              <a:avLst/>
              <a:gdLst/>
              <a:ahLst/>
              <a:cxnLst>
                <a:cxn ang="0">
                  <a:pos x="wd2" y="hd2"/>
                </a:cxn>
                <a:cxn ang="5400000">
                  <a:pos x="wd2" y="hd2"/>
                </a:cxn>
                <a:cxn ang="10800000">
                  <a:pos x="wd2" y="hd2"/>
                </a:cxn>
                <a:cxn ang="16200000">
                  <a:pos x="wd2" y="hd2"/>
                </a:cxn>
              </a:cxnLst>
              <a:rect l="0" t="0" r="r" b="b"/>
              <a:pathLst>
                <a:path w="21600" h="21014" extrusionOk="0">
                  <a:moveTo>
                    <a:pt x="0" y="11730"/>
                  </a:moveTo>
                  <a:cubicBezTo>
                    <a:pt x="550" y="11385"/>
                    <a:pt x="818" y="11200"/>
                    <a:pt x="1446" y="10869"/>
                  </a:cubicBezTo>
                  <a:cubicBezTo>
                    <a:pt x="3278" y="9905"/>
                    <a:pt x="4075" y="10600"/>
                    <a:pt x="4893" y="12949"/>
                  </a:cubicBezTo>
                  <a:cubicBezTo>
                    <a:pt x="5476" y="14623"/>
                    <a:pt x="6411" y="21325"/>
                    <a:pt x="8440" y="21003"/>
                  </a:cubicBezTo>
                  <a:cubicBezTo>
                    <a:pt x="10807" y="20628"/>
                    <a:pt x="9528" y="13017"/>
                    <a:pt x="9431" y="11082"/>
                  </a:cubicBezTo>
                  <a:cubicBezTo>
                    <a:pt x="9316" y="8800"/>
                    <a:pt x="8806" y="3250"/>
                    <a:pt x="11582" y="4352"/>
                  </a:cubicBezTo>
                  <a:cubicBezTo>
                    <a:pt x="13589" y="5149"/>
                    <a:pt x="14535" y="10567"/>
                    <a:pt x="16445" y="10863"/>
                  </a:cubicBezTo>
                  <a:cubicBezTo>
                    <a:pt x="18644" y="11204"/>
                    <a:pt x="17737" y="6638"/>
                    <a:pt x="17704" y="4600"/>
                  </a:cubicBezTo>
                  <a:cubicBezTo>
                    <a:pt x="17639" y="584"/>
                    <a:pt x="18794" y="-275"/>
                    <a:pt x="21600" y="69"/>
                  </a:cubicBezTo>
                </a:path>
              </a:pathLst>
            </a:custGeom>
            <a:noFill/>
            <a:ln w="38100" cap="flat">
              <a:solidFill>
                <a:schemeClr val="tx1"/>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rotWithShape="0">
                      <a:srgbClr val="000000">
                        <a:alpha val="50000"/>
                      </a:srgbClr>
                    </a:outerShdw>
                  </a:effectLst>
                </a:defRPr>
              </a:pPr>
              <a:endParaRPr>
                <a:latin typeface="Senty小丸子" panose="03000600000000000000" pitchFamily="66" charset="-122"/>
                <a:ea typeface="Senty小丸子" panose="03000600000000000000" pitchFamily="66" charset="-122"/>
              </a:endParaRPr>
            </a:p>
          </p:txBody>
        </p:sp>
        <p:grpSp>
          <p:nvGrpSpPr>
            <p:cNvPr id="454" name="组 13"/>
            <p:cNvGrpSpPr/>
            <p:nvPr/>
          </p:nvGrpSpPr>
          <p:grpSpPr>
            <a:xfrm>
              <a:off x="1289955" y="1628061"/>
              <a:ext cx="2187025" cy="2569107"/>
              <a:chOff x="5943842" y="1013911"/>
              <a:chExt cx="2187025" cy="2569107"/>
            </a:xfrm>
          </p:grpSpPr>
          <p:sp>
            <p:nvSpPr>
              <p:cNvPr id="455" name="Shape 202"/>
              <p:cNvSpPr/>
              <p:nvPr/>
            </p:nvSpPr>
            <p:spPr>
              <a:xfrm rot="3758493">
                <a:off x="6440283" y="1924630"/>
                <a:ext cx="1816414" cy="510440"/>
              </a:xfrm>
              <a:custGeom>
                <a:avLst/>
                <a:gdLst/>
                <a:ahLst/>
                <a:cxnLst>
                  <a:cxn ang="0">
                    <a:pos x="wd2" y="hd2"/>
                  </a:cxn>
                  <a:cxn ang="5400000">
                    <a:pos x="wd2" y="hd2"/>
                  </a:cxn>
                  <a:cxn ang="10800000">
                    <a:pos x="wd2" y="hd2"/>
                  </a:cxn>
                  <a:cxn ang="16200000">
                    <a:pos x="wd2" y="hd2"/>
                  </a:cxn>
                </a:cxnLst>
                <a:rect l="0" t="0" r="r" b="b"/>
                <a:pathLst>
                  <a:path w="21600" h="20522" extrusionOk="0">
                    <a:moveTo>
                      <a:pt x="21600" y="743"/>
                    </a:moveTo>
                    <a:cubicBezTo>
                      <a:pt x="19799" y="-786"/>
                      <a:pt x="18140" y="461"/>
                      <a:pt x="16279" y="823"/>
                    </a:cubicBezTo>
                    <a:cubicBezTo>
                      <a:pt x="10853" y="1876"/>
                      <a:pt x="5372" y="1461"/>
                      <a:pt x="0" y="4698"/>
                    </a:cubicBezTo>
                    <a:lnTo>
                      <a:pt x="0" y="20521"/>
                    </a:lnTo>
                    <a:lnTo>
                      <a:pt x="1843" y="19747"/>
                    </a:lnTo>
                    <a:cubicBezTo>
                      <a:pt x="4727" y="19759"/>
                      <a:pt x="13025" y="19305"/>
                      <a:pt x="15903" y="19016"/>
                    </a:cubicBezTo>
                    <a:cubicBezTo>
                      <a:pt x="17715" y="18834"/>
                      <a:pt x="19629" y="20814"/>
                      <a:pt x="21376" y="20485"/>
                    </a:cubicBezTo>
                  </a:path>
                </a:pathLst>
              </a:custGeom>
              <a:solidFill>
                <a:schemeClr val="bg1"/>
              </a:solidFill>
              <a:ln w="38100" cap="flat">
                <a:solidFill>
                  <a:schemeClr val="tx1"/>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rotWithShape="0">
                        <a:srgbClr val="000000">
                          <a:alpha val="50000"/>
                        </a:srgbClr>
                      </a:outerShdw>
                    </a:effectLst>
                  </a:defRPr>
                </a:pPr>
                <a:endParaRPr>
                  <a:latin typeface="Senty小丸子" panose="03000600000000000000" pitchFamily="66" charset="-122"/>
                  <a:ea typeface="Senty小丸子" panose="03000600000000000000" pitchFamily="66" charset="-122"/>
                </a:endParaRPr>
              </a:p>
            </p:txBody>
          </p:sp>
          <p:sp>
            <p:nvSpPr>
              <p:cNvPr id="456" name="Shape 203"/>
              <p:cNvSpPr/>
              <p:nvPr/>
            </p:nvSpPr>
            <p:spPr>
              <a:xfrm rot="3758493">
                <a:off x="7743128" y="2715926"/>
                <a:ext cx="42879" cy="488621"/>
              </a:xfrm>
              <a:custGeom>
                <a:avLst/>
                <a:gdLst/>
                <a:ahLst/>
                <a:cxnLst>
                  <a:cxn ang="0">
                    <a:pos x="wd2" y="hd2"/>
                  </a:cxn>
                  <a:cxn ang="5400000">
                    <a:pos x="wd2" y="hd2"/>
                  </a:cxn>
                  <a:cxn ang="10800000">
                    <a:pos x="wd2" y="hd2"/>
                  </a:cxn>
                  <a:cxn ang="16200000">
                    <a:pos x="wd2" y="hd2"/>
                  </a:cxn>
                </a:cxnLst>
                <a:rect l="0" t="0" r="r" b="b"/>
                <a:pathLst>
                  <a:path w="17274" h="21600" extrusionOk="0">
                    <a:moveTo>
                      <a:pt x="0" y="0"/>
                    </a:moveTo>
                    <a:cubicBezTo>
                      <a:pt x="21600" y="2677"/>
                      <a:pt x="19974" y="16418"/>
                      <a:pt x="11161" y="21600"/>
                    </a:cubicBezTo>
                  </a:path>
                </a:pathLst>
              </a:custGeom>
              <a:noFill/>
              <a:ln w="38100" cap="flat">
                <a:solidFill>
                  <a:schemeClr val="tx1"/>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rotWithShape="0">
                        <a:srgbClr val="000000">
                          <a:alpha val="50000"/>
                        </a:srgbClr>
                      </a:outerShdw>
                    </a:effectLst>
                  </a:defRPr>
                </a:pPr>
                <a:endParaRPr>
                  <a:latin typeface="Senty小丸子" panose="03000600000000000000" pitchFamily="66" charset="-122"/>
                  <a:ea typeface="Senty小丸子" panose="03000600000000000000" pitchFamily="66" charset="-122"/>
                </a:endParaRPr>
              </a:p>
            </p:txBody>
          </p:sp>
          <p:sp>
            <p:nvSpPr>
              <p:cNvPr id="457" name="Shape 204"/>
              <p:cNvSpPr/>
              <p:nvPr/>
            </p:nvSpPr>
            <p:spPr>
              <a:xfrm rot="3758493">
                <a:off x="6688919" y="1820269"/>
                <a:ext cx="124286" cy="341787"/>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cubicBezTo>
                      <a:pt x="9761" y="15753"/>
                      <a:pt x="1840" y="7112"/>
                      <a:pt x="0" y="0"/>
                    </a:cubicBezTo>
                  </a:path>
                </a:pathLst>
              </a:custGeom>
              <a:noFill/>
              <a:ln w="38100" cap="flat">
                <a:solidFill>
                  <a:schemeClr val="tx1"/>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rotWithShape="0">
                        <a:srgbClr val="000000">
                          <a:alpha val="50000"/>
                        </a:srgbClr>
                      </a:outerShdw>
                    </a:effectLst>
                  </a:defRPr>
                </a:pPr>
                <a:endParaRPr>
                  <a:latin typeface="Senty小丸子" panose="03000600000000000000" pitchFamily="66" charset="-122"/>
                  <a:ea typeface="Senty小丸子" panose="03000600000000000000" pitchFamily="66" charset="-122"/>
                </a:endParaRPr>
              </a:p>
            </p:txBody>
          </p:sp>
          <p:sp>
            <p:nvSpPr>
              <p:cNvPr id="458" name="Shape 205"/>
              <p:cNvSpPr/>
              <p:nvPr/>
            </p:nvSpPr>
            <p:spPr>
              <a:xfrm rot="3758493">
                <a:off x="6847335" y="1900060"/>
                <a:ext cx="869668" cy="1031590"/>
              </a:xfrm>
              <a:custGeom>
                <a:avLst/>
                <a:gdLst/>
                <a:ahLst/>
                <a:cxnLst>
                  <a:cxn ang="0">
                    <a:pos x="wd2" y="hd2"/>
                  </a:cxn>
                  <a:cxn ang="5400000">
                    <a:pos x="wd2" y="hd2"/>
                  </a:cxn>
                  <a:cxn ang="10800000">
                    <a:pos x="wd2" y="hd2"/>
                  </a:cxn>
                  <a:cxn ang="16200000">
                    <a:pos x="wd2" y="hd2"/>
                  </a:cxn>
                </a:cxnLst>
                <a:rect l="0" t="0" r="r" b="b"/>
                <a:pathLst>
                  <a:path w="19469" h="16954" extrusionOk="0">
                    <a:moveTo>
                      <a:pt x="0" y="11121"/>
                    </a:moveTo>
                    <a:cubicBezTo>
                      <a:pt x="167" y="10786"/>
                      <a:pt x="-956" y="-4646"/>
                      <a:pt x="4852" y="2248"/>
                    </a:cubicBezTo>
                    <a:cubicBezTo>
                      <a:pt x="5261" y="461"/>
                      <a:pt x="6192" y="-121"/>
                      <a:pt x="7478" y="78"/>
                    </a:cubicBezTo>
                    <a:cubicBezTo>
                      <a:pt x="8279" y="78"/>
                      <a:pt x="9110" y="711"/>
                      <a:pt x="9174" y="2178"/>
                    </a:cubicBezTo>
                    <a:cubicBezTo>
                      <a:pt x="10318" y="734"/>
                      <a:pt x="10808" y="-213"/>
                      <a:pt x="12478" y="41"/>
                    </a:cubicBezTo>
                    <a:cubicBezTo>
                      <a:pt x="13434" y="0"/>
                      <a:pt x="13608" y="1386"/>
                      <a:pt x="13442" y="1960"/>
                    </a:cubicBezTo>
                    <a:cubicBezTo>
                      <a:pt x="19959" y="-3583"/>
                      <a:pt x="20644" y="13929"/>
                      <a:pt x="18086" y="16954"/>
                    </a:cubicBezTo>
                  </a:path>
                </a:pathLst>
              </a:custGeom>
              <a:solidFill>
                <a:schemeClr val="bg1"/>
              </a:solidFill>
              <a:ln w="38100" cap="flat">
                <a:solidFill>
                  <a:schemeClr val="tx1"/>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rotWithShape="0">
                        <a:srgbClr val="000000">
                          <a:alpha val="50000"/>
                        </a:srgbClr>
                      </a:outerShdw>
                    </a:effectLst>
                  </a:defRPr>
                </a:pPr>
                <a:endParaRPr>
                  <a:latin typeface="Senty小丸子" panose="03000600000000000000" pitchFamily="66" charset="-122"/>
                  <a:ea typeface="Senty小丸子" panose="03000600000000000000" pitchFamily="66" charset="-122"/>
                </a:endParaRPr>
              </a:p>
            </p:txBody>
          </p:sp>
          <p:sp>
            <p:nvSpPr>
              <p:cNvPr id="459" name="Shape 206"/>
              <p:cNvSpPr/>
              <p:nvPr/>
            </p:nvSpPr>
            <p:spPr>
              <a:xfrm rot="3758493">
                <a:off x="6164716" y="2541971"/>
                <a:ext cx="1046419" cy="281861"/>
              </a:xfrm>
              <a:custGeom>
                <a:avLst/>
                <a:gdLst/>
                <a:ahLst/>
                <a:cxnLst>
                  <a:cxn ang="0">
                    <a:pos x="wd2" y="hd2"/>
                  </a:cxn>
                  <a:cxn ang="5400000">
                    <a:pos x="wd2" y="hd2"/>
                  </a:cxn>
                  <a:cxn ang="10800000">
                    <a:pos x="wd2" y="hd2"/>
                  </a:cxn>
                  <a:cxn ang="16200000">
                    <a:pos x="wd2" y="hd2"/>
                  </a:cxn>
                </a:cxnLst>
                <a:rect l="0" t="0" r="r" b="b"/>
                <a:pathLst>
                  <a:path w="21600" h="21574" extrusionOk="0">
                    <a:moveTo>
                      <a:pt x="1076" y="12061"/>
                    </a:moveTo>
                    <a:cubicBezTo>
                      <a:pt x="497" y="8498"/>
                      <a:pt x="228" y="3669"/>
                      <a:pt x="0" y="0"/>
                    </a:cubicBezTo>
                    <a:cubicBezTo>
                      <a:pt x="6860" y="545"/>
                      <a:pt x="13608" y="-26"/>
                      <a:pt x="20206" y="3388"/>
                    </a:cubicBezTo>
                    <a:cubicBezTo>
                      <a:pt x="20298" y="9884"/>
                      <a:pt x="21430" y="15807"/>
                      <a:pt x="21600" y="21574"/>
                    </a:cubicBezTo>
                  </a:path>
                </a:pathLst>
              </a:custGeom>
              <a:solidFill>
                <a:schemeClr val="tx1">
                  <a:lumMod val="75000"/>
                  <a:lumOff val="25000"/>
                </a:schemeClr>
              </a:solidFill>
              <a:ln w="38100" cap="flat">
                <a:solidFill>
                  <a:schemeClr val="tx1"/>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rotWithShape="0">
                        <a:srgbClr val="000000">
                          <a:alpha val="50000"/>
                        </a:srgbClr>
                      </a:outerShdw>
                    </a:effectLst>
                  </a:defRPr>
                </a:pPr>
                <a:endParaRPr>
                  <a:latin typeface="Senty小丸子" panose="03000600000000000000" pitchFamily="66" charset="-122"/>
                  <a:ea typeface="Senty小丸子" panose="03000600000000000000" pitchFamily="66" charset="-122"/>
                </a:endParaRPr>
              </a:p>
            </p:txBody>
          </p:sp>
          <p:sp>
            <p:nvSpPr>
              <p:cNvPr id="460" name="Shape 207"/>
              <p:cNvSpPr/>
              <p:nvPr/>
            </p:nvSpPr>
            <p:spPr>
              <a:xfrm rot="3758493">
                <a:off x="5742745" y="2584036"/>
                <a:ext cx="1200079" cy="797886"/>
              </a:xfrm>
              <a:custGeom>
                <a:avLst/>
                <a:gdLst/>
                <a:ahLst/>
                <a:cxnLst>
                  <a:cxn ang="0">
                    <a:pos x="wd2" y="hd2"/>
                  </a:cxn>
                  <a:cxn ang="5400000">
                    <a:pos x="wd2" y="hd2"/>
                  </a:cxn>
                  <a:cxn ang="10800000">
                    <a:pos x="wd2" y="hd2"/>
                  </a:cxn>
                  <a:cxn ang="16200000">
                    <a:pos x="wd2" y="hd2"/>
                  </a:cxn>
                </a:cxnLst>
                <a:rect l="0" t="0" r="r" b="b"/>
                <a:pathLst>
                  <a:path w="21600" h="20676" extrusionOk="0">
                    <a:moveTo>
                      <a:pt x="1467" y="19871"/>
                    </a:moveTo>
                    <a:cubicBezTo>
                      <a:pt x="2596" y="15187"/>
                      <a:pt x="1342" y="5194"/>
                      <a:pt x="0" y="486"/>
                    </a:cubicBezTo>
                    <a:cubicBezTo>
                      <a:pt x="6032" y="-924"/>
                      <a:pt x="11979" y="1155"/>
                      <a:pt x="18133" y="1422"/>
                    </a:cubicBezTo>
                    <a:cubicBezTo>
                      <a:pt x="19277" y="7634"/>
                      <a:pt x="21219" y="14259"/>
                      <a:pt x="21600" y="20676"/>
                    </a:cubicBezTo>
                  </a:path>
                </a:pathLst>
              </a:custGeom>
              <a:noFill/>
              <a:ln w="38100" cap="flat">
                <a:solidFill>
                  <a:schemeClr val="tx1"/>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rotWithShape="0">
                        <a:srgbClr val="000000">
                          <a:alpha val="50000"/>
                        </a:srgbClr>
                      </a:outerShdw>
                    </a:effectLst>
                  </a:defRPr>
                </a:pPr>
                <a:endParaRPr>
                  <a:latin typeface="Senty小丸子" panose="03000600000000000000" pitchFamily="66" charset="-122"/>
                  <a:ea typeface="Senty小丸子" panose="03000600000000000000" pitchFamily="66" charset="-122"/>
                </a:endParaRPr>
              </a:p>
            </p:txBody>
          </p:sp>
          <p:sp>
            <p:nvSpPr>
              <p:cNvPr id="461" name="Shape 208"/>
              <p:cNvSpPr/>
              <p:nvPr/>
            </p:nvSpPr>
            <p:spPr>
              <a:xfrm rot="3758493">
                <a:off x="6601321" y="998391"/>
                <a:ext cx="383966" cy="415006"/>
              </a:xfrm>
              <a:custGeom>
                <a:avLst/>
                <a:gdLst/>
                <a:ahLst/>
                <a:cxnLst>
                  <a:cxn ang="0">
                    <a:pos x="wd2" y="hd2"/>
                  </a:cxn>
                  <a:cxn ang="5400000">
                    <a:pos x="wd2" y="hd2"/>
                  </a:cxn>
                  <a:cxn ang="10800000">
                    <a:pos x="wd2" y="hd2"/>
                  </a:cxn>
                  <a:cxn ang="16200000">
                    <a:pos x="wd2" y="hd2"/>
                  </a:cxn>
                </a:cxnLst>
                <a:rect l="0" t="0" r="r" b="b"/>
                <a:pathLst>
                  <a:path w="21399" h="21600" extrusionOk="0">
                    <a:moveTo>
                      <a:pt x="21399" y="0"/>
                    </a:moveTo>
                    <a:cubicBezTo>
                      <a:pt x="14641" y="0"/>
                      <a:pt x="6540" y="886"/>
                      <a:pt x="325" y="1003"/>
                    </a:cubicBezTo>
                    <a:cubicBezTo>
                      <a:pt x="-42" y="7726"/>
                      <a:pt x="-201" y="14997"/>
                      <a:pt x="411" y="21600"/>
                    </a:cubicBezTo>
                    <a:cubicBezTo>
                      <a:pt x="6724" y="20829"/>
                      <a:pt x="13779" y="19988"/>
                      <a:pt x="20126" y="20284"/>
                    </a:cubicBezTo>
                  </a:path>
                </a:pathLst>
              </a:custGeom>
              <a:noFill/>
              <a:ln w="38100" cap="flat">
                <a:solidFill>
                  <a:schemeClr val="tx1"/>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rotWithShape="0">
                        <a:srgbClr val="000000">
                          <a:alpha val="50000"/>
                        </a:srgbClr>
                      </a:outerShdw>
                    </a:effectLst>
                  </a:defRPr>
                </a:pPr>
                <a:endParaRPr>
                  <a:latin typeface="Senty小丸子" panose="03000600000000000000" pitchFamily="66" charset="-122"/>
                  <a:ea typeface="Senty小丸子" panose="03000600000000000000" pitchFamily="66" charset="-122"/>
                </a:endParaRPr>
              </a:p>
            </p:txBody>
          </p:sp>
          <p:sp>
            <p:nvSpPr>
              <p:cNvPr id="462" name="Shape 210"/>
              <p:cNvSpPr/>
              <p:nvPr/>
            </p:nvSpPr>
            <p:spPr>
              <a:xfrm rot="3758493">
                <a:off x="7598750" y="2950768"/>
                <a:ext cx="573187" cy="491046"/>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cubicBezTo>
                      <a:pt x="7302" y="21128"/>
                      <a:pt x="15635" y="15045"/>
                      <a:pt x="21600" y="9996"/>
                    </a:cubicBezTo>
                    <a:cubicBezTo>
                      <a:pt x="14594" y="7013"/>
                      <a:pt x="7961" y="2130"/>
                      <a:pt x="709" y="0"/>
                    </a:cubicBezTo>
                  </a:path>
                </a:pathLst>
              </a:custGeom>
              <a:noFill/>
              <a:ln w="38100" cap="flat">
                <a:solidFill>
                  <a:schemeClr val="tx1"/>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rotWithShape="0">
                        <a:srgbClr val="000000">
                          <a:alpha val="50000"/>
                        </a:srgbClr>
                      </a:outerShdw>
                    </a:effectLst>
                  </a:defRPr>
                </a:pPr>
                <a:endParaRPr>
                  <a:latin typeface="Senty小丸子" panose="03000600000000000000" pitchFamily="66" charset="-122"/>
                  <a:ea typeface="Senty小丸子" panose="03000600000000000000" pitchFamily="66" charset="-122"/>
                </a:endParaRPr>
              </a:p>
            </p:txBody>
          </p:sp>
        </p:grpSp>
      </p:grpSp>
      <p:sp>
        <p:nvSpPr>
          <p:cNvPr id="463" name="任意多边形 462"/>
          <p:cNvSpPr/>
          <p:nvPr/>
        </p:nvSpPr>
        <p:spPr>
          <a:xfrm>
            <a:off x="6883424" y="2425390"/>
            <a:ext cx="3240000" cy="18000"/>
          </a:xfrm>
          <a:custGeom>
            <a:avLst/>
            <a:gdLst>
              <a:gd name="connsiteX0" fmla="*/ 0 w 3513221"/>
              <a:gd name="connsiteY0" fmla="*/ 32084 h 64281"/>
              <a:gd name="connsiteX1" fmla="*/ 930442 w 3513221"/>
              <a:gd name="connsiteY1" fmla="*/ 16042 h 64281"/>
              <a:gd name="connsiteX2" fmla="*/ 1892968 w 3513221"/>
              <a:gd name="connsiteY2" fmla="*/ 64168 h 64281"/>
              <a:gd name="connsiteX3" fmla="*/ 3513221 w 3513221"/>
              <a:gd name="connsiteY3" fmla="*/ 0 h 64281"/>
            </a:gdLst>
            <a:ahLst/>
            <a:cxnLst>
              <a:cxn ang="0">
                <a:pos x="connsiteX0" y="connsiteY0"/>
              </a:cxn>
              <a:cxn ang="0">
                <a:pos x="connsiteX1" y="connsiteY1"/>
              </a:cxn>
              <a:cxn ang="0">
                <a:pos x="connsiteX2" y="connsiteY2"/>
              </a:cxn>
              <a:cxn ang="0">
                <a:pos x="connsiteX3" y="connsiteY3"/>
              </a:cxn>
            </a:cxnLst>
            <a:rect l="l" t="t" r="r" b="b"/>
            <a:pathLst>
              <a:path w="3513221" h="64281">
                <a:moveTo>
                  <a:pt x="0" y="32084"/>
                </a:moveTo>
                <a:cubicBezTo>
                  <a:pt x="307473" y="21389"/>
                  <a:pt x="614947" y="10695"/>
                  <a:pt x="930442" y="16042"/>
                </a:cubicBezTo>
                <a:cubicBezTo>
                  <a:pt x="1245937" y="21389"/>
                  <a:pt x="1462505" y="66842"/>
                  <a:pt x="1892968" y="64168"/>
                </a:cubicBezTo>
                <a:cubicBezTo>
                  <a:pt x="2323431" y="61494"/>
                  <a:pt x="2918326" y="30747"/>
                  <a:pt x="3513221" y="0"/>
                </a:cubicBezTo>
              </a:path>
            </a:pathLst>
          </a:custGeom>
          <a:noFill/>
          <a:ln w="22225" cap="rnd">
            <a:solidFill>
              <a:schemeClr val="tx1">
                <a:lumMod val="75000"/>
                <a:lumOff val="25000"/>
              </a:schemeClr>
            </a:solidFill>
            <a:prstDash val="lg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Senty小丸子" panose="03000600000000000000" pitchFamily="66" charset="-122"/>
              <a:ea typeface="Senty小丸子" panose="03000600000000000000" pitchFamily="66" charset="-122"/>
            </a:endParaRPr>
          </a:p>
        </p:txBody>
      </p:sp>
      <p:sp>
        <p:nvSpPr>
          <p:cNvPr id="464" name="椭圆 31"/>
          <p:cNvSpPr/>
          <p:nvPr/>
        </p:nvSpPr>
        <p:spPr>
          <a:xfrm>
            <a:off x="5674552" y="2016963"/>
            <a:ext cx="904457" cy="483157"/>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noFill/>
          <a:ln w="22225" cap="rnd">
            <a:solidFill>
              <a:schemeClr val="tx1">
                <a:lumMod val="75000"/>
                <a:lumOff val="25000"/>
              </a:schemeClr>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en-US" altLang="zh-CN" sz="3200" b="1" spc="-300" dirty="0" smtClean="0">
                <a:solidFill>
                  <a:schemeClr val="tx1"/>
                </a:solidFill>
                <a:latin typeface="Senty小丸子" panose="03000600000000000000" pitchFamily="66" charset="-122"/>
                <a:ea typeface="Senty小丸子" panose="03000600000000000000" pitchFamily="66" charset="-122"/>
              </a:rPr>
              <a:t>01</a:t>
            </a:r>
            <a:endParaRPr lang="zh-CN" altLang="en-US" sz="3200" b="1" spc="-300" dirty="0">
              <a:solidFill>
                <a:schemeClr val="tx1"/>
              </a:solidFill>
              <a:latin typeface="Senty小丸子" panose="03000600000000000000" pitchFamily="66" charset="-122"/>
              <a:ea typeface="Senty小丸子" panose="03000600000000000000" pitchFamily="66" charset="-122"/>
            </a:endParaRPr>
          </a:p>
        </p:txBody>
      </p:sp>
      <p:sp>
        <p:nvSpPr>
          <p:cNvPr id="465" name="任意多边形 464"/>
          <p:cNvSpPr/>
          <p:nvPr/>
        </p:nvSpPr>
        <p:spPr>
          <a:xfrm>
            <a:off x="6883424" y="3474566"/>
            <a:ext cx="3240000" cy="18000"/>
          </a:xfrm>
          <a:custGeom>
            <a:avLst/>
            <a:gdLst>
              <a:gd name="connsiteX0" fmla="*/ 0 w 3513221"/>
              <a:gd name="connsiteY0" fmla="*/ 32084 h 64281"/>
              <a:gd name="connsiteX1" fmla="*/ 930442 w 3513221"/>
              <a:gd name="connsiteY1" fmla="*/ 16042 h 64281"/>
              <a:gd name="connsiteX2" fmla="*/ 1892968 w 3513221"/>
              <a:gd name="connsiteY2" fmla="*/ 64168 h 64281"/>
              <a:gd name="connsiteX3" fmla="*/ 3513221 w 3513221"/>
              <a:gd name="connsiteY3" fmla="*/ 0 h 64281"/>
            </a:gdLst>
            <a:ahLst/>
            <a:cxnLst>
              <a:cxn ang="0">
                <a:pos x="connsiteX0" y="connsiteY0"/>
              </a:cxn>
              <a:cxn ang="0">
                <a:pos x="connsiteX1" y="connsiteY1"/>
              </a:cxn>
              <a:cxn ang="0">
                <a:pos x="connsiteX2" y="connsiteY2"/>
              </a:cxn>
              <a:cxn ang="0">
                <a:pos x="connsiteX3" y="connsiteY3"/>
              </a:cxn>
            </a:cxnLst>
            <a:rect l="l" t="t" r="r" b="b"/>
            <a:pathLst>
              <a:path w="3513221" h="64281">
                <a:moveTo>
                  <a:pt x="0" y="32084"/>
                </a:moveTo>
                <a:cubicBezTo>
                  <a:pt x="307473" y="21389"/>
                  <a:pt x="614947" y="10695"/>
                  <a:pt x="930442" y="16042"/>
                </a:cubicBezTo>
                <a:cubicBezTo>
                  <a:pt x="1245937" y="21389"/>
                  <a:pt x="1462505" y="66842"/>
                  <a:pt x="1892968" y="64168"/>
                </a:cubicBezTo>
                <a:cubicBezTo>
                  <a:pt x="2323431" y="61494"/>
                  <a:pt x="2918326" y="30747"/>
                  <a:pt x="3513221" y="0"/>
                </a:cubicBezTo>
              </a:path>
            </a:pathLst>
          </a:custGeom>
          <a:noFill/>
          <a:ln w="22225" cap="rnd">
            <a:solidFill>
              <a:schemeClr val="tx1">
                <a:lumMod val="75000"/>
                <a:lumOff val="25000"/>
              </a:schemeClr>
            </a:solidFill>
            <a:prstDash val="lg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Senty小丸子" panose="03000600000000000000" pitchFamily="66" charset="-122"/>
              <a:ea typeface="Senty小丸子" panose="03000600000000000000" pitchFamily="66" charset="-122"/>
            </a:endParaRPr>
          </a:p>
        </p:txBody>
      </p:sp>
      <p:sp>
        <p:nvSpPr>
          <p:cNvPr id="466" name="椭圆 31"/>
          <p:cNvSpPr/>
          <p:nvPr/>
        </p:nvSpPr>
        <p:spPr>
          <a:xfrm>
            <a:off x="5674552" y="3066139"/>
            <a:ext cx="904457" cy="483157"/>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noFill/>
          <a:ln w="22225" cap="rnd">
            <a:solidFill>
              <a:schemeClr val="tx1">
                <a:lumMod val="75000"/>
                <a:lumOff val="25000"/>
              </a:schemeClr>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en-US" altLang="zh-CN" sz="3200" b="1" spc="-300" dirty="0" smtClean="0">
                <a:solidFill>
                  <a:schemeClr val="tx1"/>
                </a:solidFill>
                <a:latin typeface="Senty小丸子" panose="03000600000000000000" pitchFamily="66" charset="-122"/>
                <a:ea typeface="Senty小丸子" panose="03000600000000000000" pitchFamily="66" charset="-122"/>
              </a:rPr>
              <a:t>02</a:t>
            </a:r>
            <a:endParaRPr lang="zh-CN" altLang="en-US" sz="3200" b="1" spc="-300" dirty="0">
              <a:solidFill>
                <a:schemeClr val="tx1"/>
              </a:solidFill>
              <a:latin typeface="Senty小丸子" panose="03000600000000000000" pitchFamily="66" charset="-122"/>
              <a:ea typeface="Senty小丸子" panose="03000600000000000000" pitchFamily="66" charset="-122"/>
            </a:endParaRPr>
          </a:p>
        </p:txBody>
      </p:sp>
      <p:sp>
        <p:nvSpPr>
          <p:cNvPr id="467" name="任意多边形 466"/>
          <p:cNvSpPr/>
          <p:nvPr/>
        </p:nvSpPr>
        <p:spPr>
          <a:xfrm>
            <a:off x="6883424" y="4523527"/>
            <a:ext cx="3240000" cy="18000"/>
          </a:xfrm>
          <a:custGeom>
            <a:avLst/>
            <a:gdLst>
              <a:gd name="connsiteX0" fmla="*/ 0 w 3513221"/>
              <a:gd name="connsiteY0" fmla="*/ 32084 h 64281"/>
              <a:gd name="connsiteX1" fmla="*/ 930442 w 3513221"/>
              <a:gd name="connsiteY1" fmla="*/ 16042 h 64281"/>
              <a:gd name="connsiteX2" fmla="*/ 1892968 w 3513221"/>
              <a:gd name="connsiteY2" fmla="*/ 64168 h 64281"/>
              <a:gd name="connsiteX3" fmla="*/ 3513221 w 3513221"/>
              <a:gd name="connsiteY3" fmla="*/ 0 h 64281"/>
            </a:gdLst>
            <a:ahLst/>
            <a:cxnLst>
              <a:cxn ang="0">
                <a:pos x="connsiteX0" y="connsiteY0"/>
              </a:cxn>
              <a:cxn ang="0">
                <a:pos x="connsiteX1" y="connsiteY1"/>
              </a:cxn>
              <a:cxn ang="0">
                <a:pos x="connsiteX2" y="connsiteY2"/>
              </a:cxn>
              <a:cxn ang="0">
                <a:pos x="connsiteX3" y="connsiteY3"/>
              </a:cxn>
            </a:cxnLst>
            <a:rect l="l" t="t" r="r" b="b"/>
            <a:pathLst>
              <a:path w="3513221" h="64281">
                <a:moveTo>
                  <a:pt x="0" y="32084"/>
                </a:moveTo>
                <a:cubicBezTo>
                  <a:pt x="307473" y="21389"/>
                  <a:pt x="614947" y="10695"/>
                  <a:pt x="930442" y="16042"/>
                </a:cubicBezTo>
                <a:cubicBezTo>
                  <a:pt x="1245937" y="21389"/>
                  <a:pt x="1462505" y="66842"/>
                  <a:pt x="1892968" y="64168"/>
                </a:cubicBezTo>
                <a:cubicBezTo>
                  <a:pt x="2323431" y="61494"/>
                  <a:pt x="2918326" y="30747"/>
                  <a:pt x="3513221" y="0"/>
                </a:cubicBezTo>
              </a:path>
            </a:pathLst>
          </a:custGeom>
          <a:noFill/>
          <a:ln w="22225" cap="rnd">
            <a:solidFill>
              <a:schemeClr val="tx1">
                <a:lumMod val="75000"/>
                <a:lumOff val="25000"/>
              </a:schemeClr>
            </a:solidFill>
            <a:prstDash val="lg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Senty小丸子" panose="03000600000000000000" pitchFamily="66" charset="-122"/>
              <a:ea typeface="Senty小丸子" panose="03000600000000000000" pitchFamily="66" charset="-122"/>
            </a:endParaRPr>
          </a:p>
        </p:txBody>
      </p:sp>
      <p:sp>
        <p:nvSpPr>
          <p:cNvPr id="468" name="椭圆 31"/>
          <p:cNvSpPr/>
          <p:nvPr/>
        </p:nvSpPr>
        <p:spPr>
          <a:xfrm>
            <a:off x="5674552" y="4115100"/>
            <a:ext cx="904457" cy="483157"/>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noFill/>
          <a:ln w="22225" cap="rnd">
            <a:solidFill>
              <a:schemeClr val="tx1">
                <a:lumMod val="75000"/>
                <a:lumOff val="25000"/>
              </a:schemeClr>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en-US" altLang="zh-CN" sz="3200" b="1" spc="-300" dirty="0" smtClean="0">
                <a:solidFill>
                  <a:schemeClr val="tx1"/>
                </a:solidFill>
                <a:latin typeface="Senty小丸子" panose="03000600000000000000" pitchFamily="66" charset="-122"/>
                <a:ea typeface="Senty小丸子" panose="03000600000000000000" pitchFamily="66" charset="-122"/>
              </a:rPr>
              <a:t>03</a:t>
            </a:r>
            <a:endParaRPr lang="zh-CN" altLang="en-US" sz="3200" b="1" spc="-300" dirty="0">
              <a:solidFill>
                <a:schemeClr val="tx1"/>
              </a:solidFill>
              <a:latin typeface="Senty小丸子" panose="03000600000000000000" pitchFamily="66" charset="-122"/>
              <a:ea typeface="Senty小丸子" panose="03000600000000000000" pitchFamily="66" charset="-122"/>
            </a:endParaRPr>
          </a:p>
        </p:txBody>
      </p:sp>
      <p:sp>
        <p:nvSpPr>
          <p:cNvPr id="469" name="任意多边形 468"/>
          <p:cNvSpPr/>
          <p:nvPr/>
        </p:nvSpPr>
        <p:spPr>
          <a:xfrm>
            <a:off x="6883424" y="5537475"/>
            <a:ext cx="3240000" cy="18000"/>
          </a:xfrm>
          <a:custGeom>
            <a:avLst/>
            <a:gdLst>
              <a:gd name="connsiteX0" fmla="*/ 0 w 3513221"/>
              <a:gd name="connsiteY0" fmla="*/ 32084 h 64281"/>
              <a:gd name="connsiteX1" fmla="*/ 930442 w 3513221"/>
              <a:gd name="connsiteY1" fmla="*/ 16042 h 64281"/>
              <a:gd name="connsiteX2" fmla="*/ 1892968 w 3513221"/>
              <a:gd name="connsiteY2" fmla="*/ 64168 h 64281"/>
              <a:gd name="connsiteX3" fmla="*/ 3513221 w 3513221"/>
              <a:gd name="connsiteY3" fmla="*/ 0 h 64281"/>
            </a:gdLst>
            <a:ahLst/>
            <a:cxnLst>
              <a:cxn ang="0">
                <a:pos x="connsiteX0" y="connsiteY0"/>
              </a:cxn>
              <a:cxn ang="0">
                <a:pos x="connsiteX1" y="connsiteY1"/>
              </a:cxn>
              <a:cxn ang="0">
                <a:pos x="connsiteX2" y="connsiteY2"/>
              </a:cxn>
              <a:cxn ang="0">
                <a:pos x="connsiteX3" y="connsiteY3"/>
              </a:cxn>
            </a:cxnLst>
            <a:rect l="l" t="t" r="r" b="b"/>
            <a:pathLst>
              <a:path w="3513221" h="64281">
                <a:moveTo>
                  <a:pt x="0" y="32084"/>
                </a:moveTo>
                <a:cubicBezTo>
                  <a:pt x="307473" y="21389"/>
                  <a:pt x="614947" y="10695"/>
                  <a:pt x="930442" y="16042"/>
                </a:cubicBezTo>
                <a:cubicBezTo>
                  <a:pt x="1245937" y="21389"/>
                  <a:pt x="1462505" y="66842"/>
                  <a:pt x="1892968" y="64168"/>
                </a:cubicBezTo>
                <a:cubicBezTo>
                  <a:pt x="2323431" y="61494"/>
                  <a:pt x="2918326" y="30747"/>
                  <a:pt x="3513221" y="0"/>
                </a:cubicBezTo>
              </a:path>
            </a:pathLst>
          </a:custGeom>
          <a:noFill/>
          <a:ln w="22225" cap="rnd">
            <a:solidFill>
              <a:schemeClr val="tx1">
                <a:lumMod val="75000"/>
                <a:lumOff val="25000"/>
              </a:schemeClr>
            </a:solidFill>
            <a:prstDash val="lg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Senty小丸子" panose="03000600000000000000" pitchFamily="66" charset="-122"/>
              <a:ea typeface="Senty小丸子" panose="03000600000000000000" pitchFamily="66" charset="-122"/>
            </a:endParaRPr>
          </a:p>
        </p:txBody>
      </p:sp>
      <p:sp>
        <p:nvSpPr>
          <p:cNvPr id="470" name="椭圆 31"/>
          <p:cNvSpPr/>
          <p:nvPr/>
        </p:nvSpPr>
        <p:spPr>
          <a:xfrm>
            <a:off x="5674552" y="5129048"/>
            <a:ext cx="904457" cy="483157"/>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noFill/>
          <a:ln w="22225" cap="rnd">
            <a:solidFill>
              <a:schemeClr val="tx1">
                <a:lumMod val="75000"/>
                <a:lumOff val="25000"/>
              </a:schemeClr>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en-US" altLang="zh-CN" sz="3200" b="1" spc="-300" dirty="0" smtClean="0">
                <a:solidFill>
                  <a:schemeClr val="tx1"/>
                </a:solidFill>
                <a:latin typeface="Senty小丸子" panose="03000600000000000000" pitchFamily="66" charset="-122"/>
                <a:ea typeface="Senty小丸子" panose="03000600000000000000" pitchFamily="66" charset="-122"/>
              </a:rPr>
              <a:t>04</a:t>
            </a:r>
            <a:endParaRPr lang="zh-CN" altLang="en-US" sz="3200" b="1" spc="-300" dirty="0">
              <a:solidFill>
                <a:schemeClr val="tx1"/>
              </a:solidFill>
              <a:latin typeface="Senty小丸子" panose="03000600000000000000" pitchFamily="66" charset="-122"/>
              <a:ea typeface="Senty小丸子" panose="03000600000000000000" pitchFamily="66" charset="-122"/>
            </a:endParaRPr>
          </a:p>
        </p:txBody>
      </p:sp>
      <p:sp>
        <p:nvSpPr>
          <p:cNvPr id="471" name="文本框 470"/>
          <p:cNvSpPr txBox="1"/>
          <p:nvPr/>
        </p:nvSpPr>
        <p:spPr>
          <a:xfrm>
            <a:off x="6738703" y="1994111"/>
            <a:ext cx="4585784" cy="421269"/>
          </a:xfrm>
          <a:prstGeom prst="rect">
            <a:avLst/>
          </a:prstGeom>
          <a:noFill/>
        </p:spPr>
        <p:txBody>
          <a:bodyPr wrap="square" rtlCol="0">
            <a:spAutoFit/>
          </a:bodyPr>
          <a:lstStyle/>
          <a:p>
            <a:pPr algn="just">
              <a:lnSpc>
                <a:spcPct val="125000"/>
              </a:lnSpc>
            </a:pPr>
            <a:r>
              <a:rPr lang="zh-CN" altLang="en-US" dirty="0" smtClean="0">
                <a:latin typeface="Senty小丸子" panose="03000600000000000000" pitchFamily="66" charset="-122"/>
                <a:ea typeface="Senty小丸子" panose="03000600000000000000" pitchFamily="66" charset="-122"/>
              </a:rPr>
              <a:t>请在这里输入文字请在这里输入</a:t>
            </a:r>
            <a:endParaRPr lang="zh-CN" altLang="en-US" dirty="0">
              <a:latin typeface="Senty小丸子" panose="03000600000000000000" pitchFamily="66" charset="-122"/>
              <a:ea typeface="Senty小丸子" panose="03000600000000000000" pitchFamily="66" charset="-122"/>
            </a:endParaRPr>
          </a:p>
        </p:txBody>
      </p:sp>
      <p:sp>
        <p:nvSpPr>
          <p:cNvPr id="472" name="文本框 471"/>
          <p:cNvSpPr txBox="1"/>
          <p:nvPr/>
        </p:nvSpPr>
        <p:spPr>
          <a:xfrm>
            <a:off x="6738703" y="3043287"/>
            <a:ext cx="4585784" cy="421269"/>
          </a:xfrm>
          <a:prstGeom prst="rect">
            <a:avLst/>
          </a:prstGeom>
          <a:noFill/>
        </p:spPr>
        <p:txBody>
          <a:bodyPr wrap="square" rtlCol="0">
            <a:spAutoFit/>
          </a:bodyPr>
          <a:lstStyle/>
          <a:p>
            <a:pPr algn="just">
              <a:lnSpc>
                <a:spcPct val="125000"/>
              </a:lnSpc>
            </a:pPr>
            <a:r>
              <a:rPr lang="zh-CN" altLang="en-US" dirty="0" smtClean="0">
                <a:latin typeface="Senty小丸子" panose="03000600000000000000" pitchFamily="66" charset="-122"/>
                <a:ea typeface="Senty小丸子" panose="03000600000000000000" pitchFamily="66" charset="-122"/>
              </a:rPr>
              <a:t>请在这里输入文字请在</a:t>
            </a:r>
            <a:r>
              <a:rPr lang="zh-CN" altLang="en-US" smtClean="0">
                <a:latin typeface="Senty小丸子" panose="03000600000000000000" pitchFamily="66" charset="-122"/>
                <a:ea typeface="Senty小丸子" panose="03000600000000000000" pitchFamily="66" charset="-122"/>
              </a:rPr>
              <a:t>这里输入</a:t>
            </a:r>
            <a:endParaRPr lang="zh-CN" altLang="en-US" dirty="0">
              <a:latin typeface="Senty小丸子" panose="03000600000000000000" pitchFamily="66" charset="-122"/>
              <a:ea typeface="Senty小丸子" panose="03000600000000000000" pitchFamily="66" charset="-122"/>
            </a:endParaRPr>
          </a:p>
        </p:txBody>
      </p:sp>
      <p:sp>
        <p:nvSpPr>
          <p:cNvPr id="473" name="文本框 472"/>
          <p:cNvSpPr txBox="1"/>
          <p:nvPr/>
        </p:nvSpPr>
        <p:spPr>
          <a:xfrm>
            <a:off x="6738703" y="4092248"/>
            <a:ext cx="4585784" cy="421269"/>
          </a:xfrm>
          <a:prstGeom prst="rect">
            <a:avLst/>
          </a:prstGeom>
          <a:noFill/>
        </p:spPr>
        <p:txBody>
          <a:bodyPr wrap="square" rtlCol="0">
            <a:spAutoFit/>
          </a:bodyPr>
          <a:lstStyle/>
          <a:p>
            <a:pPr algn="just">
              <a:lnSpc>
                <a:spcPct val="125000"/>
              </a:lnSpc>
            </a:pPr>
            <a:r>
              <a:rPr lang="zh-CN" altLang="en-US" dirty="0" smtClean="0">
                <a:latin typeface="Senty小丸子" panose="03000600000000000000" pitchFamily="66" charset="-122"/>
                <a:ea typeface="Senty小丸子" panose="03000600000000000000" pitchFamily="66" charset="-122"/>
              </a:rPr>
              <a:t>请在这里输入文字请在</a:t>
            </a:r>
            <a:r>
              <a:rPr lang="zh-CN" altLang="en-US" smtClean="0">
                <a:latin typeface="Senty小丸子" panose="03000600000000000000" pitchFamily="66" charset="-122"/>
                <a:ea typeface="Senty小丸子" panose="03000600000000000000" pitchFamily="66" charset="-122"/>
              </a:rPr>
              <a:t>这里输入</a:t>
            </a:r>
            <a:endParaRPr lang="zh-CN" altLang="en-US" dirty="0">
              <a:latin typeface="Senty小丸子" panose="03000600000000000000" pitchFamily="66" charset="-122"/>
              <a:ea typeface="Senty小丸子" panose="03000600000000000000" pitchFamily="66" charset="-122"/>
            </a:endParaRPr>
          </a:p>
        </p:txBody>
      </p:sp>
      <p:sp>
        <p:nvSpPr>
          <p:cNvPr id="474" name="文本框 473"/>
          <p:cNvSpPr txBox="1"/>
          <p:nvPr/>
        </p:nvSpPr>
        <p:spPr>
          <a:xfrm>
            <a:off x="6738703" y="5106196"/>
            <a:ext cx="4585784" cy="421269"/>
          </a:xfrm>
          <a:prstGeom prst="rect">
            <a:avLst/>
          </a:prstGeom>
          <a:noFill/>
        </p:spPr>
        <p:txBody>
          <a:bodyPr wrap="square" rtlCol="0">
            <a:spAutoFit/>
          </a:bodyPr>
          <a:lstStyle/>
          <a:p>
            <a:pPr algn="just">
              <a:lnSpc>
                <a:spcPct val="125000"/>
              </a:lnSpc>
            </a:pPr>
            <a:r>
              <a:rPr lang="zh-CN" altLang="en-US" dirty="0" smtClean="0">
                <a:latin typeface="Senty小丸子" panose="03000600000000000000" pitchFamily="66" charset="-122"/>
                <a:ea typeface="Senty小丸子" panose="03000600000000000000" pitchFamily="66" charset="-122"/>
              </a:rPr>
              <a:t>请在这里输入文字请在</a:t>
            </a:r>
            <a:r>
              <a:rPr lang="zh-CN" altLang="en-US" smtClean="0">
                <a:latin typeface="Senty小丸子" panose="03000600000000000000" pitchFamily="66" charset="-122"/>
                <a:ea typeface="Senty小丸子" panose="03000600000000000000" pitchFamily="66" charset="-122"/>
              </a:rPr>
              <a:t>这里输入</a:t>
            </a:r>
            <a:endParaRPr lang="zh-CN" altLang="en-US" dirty="0">
              <a:latin typeface="Senty小丸子" panose="03000600000000000000" pitchFamily="66" charset="-122"/>
              <a:ea typeface="Senty小丸子" panose="03000600000000000000" pitchFamily="66"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mc:AlternateContent xmlns:mc="http://schemas.openxmlformats.org/markup-compatibility/2006">
    <mc:Choice xmlns:p14="http://schemas.microsoft.com/office/powerpoint/2010/main"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 presetClass="entr" presetSubtype="4" accel="56000" fill="hold" nodeType="afterEffect" p14:presetBounceEnd="56000">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14:bounceEnd="56000">
                                          <p:cBhvr additive="base">
                                            <p:cTn id="11" dur="1000" fill="hold"/>
                                            <p:tgtEl>
                                              <p:spTgt spid="3"/>
                                            </p:tgtEl>
                                            <p:attrNameLst>
                                              <p:attrName>ppt_x</p:attrName>
                                            </p:attrNameLst>
                                          </p:cBhvr>
                                          <p:tavLst>
                                            <p:tav tm="0">
                                              <p:val>
                                                <p:strVal val="#ppt_x"/>
                                              </p:val>
                                            </p:tav>
                                            <p:tav tm="100000">
                                              <p:val>
                                                <p:strVal val="#ppt_x"/>
                                              </p:val>
                                            </p:tav>
                                          </p:tavLst>
                                        </p:anim>
                                        <p:anim calcmode="lin" valueType="num" p14:bounceEnd="56000">
                                          <p:cBhvr additive="base">
                                            <p:cTn id="12" dur="10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452"/>
                                            </p:tgtEl>
                                            <p:attrNameLst>
                                              <p:attrName>style.visibility</p:attrName>
                                            </p:attrNameLst>
                                          </p:cBhvr>
                                          <p:to>
                                            <p:strVal val="visible"/>
                                          </p:to>
                                        </p:set>
                                        <p:animEffect transition="in" filter="wipe(up)">
                                          <p:cBhvr>
                                            <p:cTn id="17" dur="500"/>
                                            <p:tgtEl>
                                              <p:spTgt spid="452"/>
                                            </p:tgtEl>
                                          </p:cBhvr>
                                        </p:animEffect>
                                      </p:childTnLst>
                                    </p:cTn>
                                  </p:par>
                                </p:childTnLst>
                              </p:cTn>
                            </p:par>
                            <p:par>
                              <p:cTn id="18" fill="hold">
                                <p:stCondLst>
                                  <p:cond delay="500"/>
                                </p:stCondLst>
                                <p:childTnLst>
                                  <p:par>
                                    <p:cTn id="19" presetID="25" presetClass="entr" presetSubtype="0" fill="hold" grpId="0" nodeType="afterEffect">
                                      <p:stCondLst>
                                        <p:cond delay="0"/>
                                      </p:stCondLst>
                                      <p:childTnLst>
                                        <p:set>
                                          <p:cBhvr>
                                            <p:cTn id="20" dur="1" fill="hold">
                                              <p:stCondLst>
                                                <p:cond delay="0"/>
                                              </p:stCondLst>
                                            </p:cTn>
                                            <p:tgtEl>
                                              <p:spTgt spid="464"/>
                                            </p:tgtEl>
                                            <p:attrNameLst>
                                              <p:attrName>style.visibility</p:attrName>
                                            </p:attrNameLst>
                                          </p:cBhvr>
                                          <p:to>
                                            <p:strVal val="visible"/>
                                          </p:to>
                                        </p:set>
                                        <p:anim calcmode="lin" valueType="num">
                                          <p:cBhvr>
                                            <p:cTn id="21" dur="500" decel="50000" fill="hold">
                                              <p:stCondLst>
                                                <p:cond delay="0"/>
                                              </p:stCondLst>
                                            </p:cTn>
                                            <p:tgtEl>
                                              <p:spTgt spid="464"/>
                                            </p:tgtEl>
                                            <p:attrNameLst>
                                              <p:attrName>style.rotation</p:attrName>
                                            </p:attrNameLst>
                                          </p:cBhvr>
                                          <p:tavLst>
                                            <p:tav tm="0">
                                              <p:val>
                                                <p:fltVal val="-90"/>
                                              </p:val>
                                            </p:tav>
                                            <p:tav tm="100000">
                                              <p:val>
                                                <p:fltVal val="0"/>
                                              </p:val>
                                            </p:tav>
                                          </p:tavLst>
                                        </p:anim>
                                        <p:anim calcmode="lin" valueType="num">
                                          <p:cBhvr>
                                            <p:cTn id="22" dur="500" decel="50000" fill="hold">
                                              <p:stCondLst>
                                                <p:cond delay="0"/>
                                              </p:stCondLst>
                                            </p:cTn>
                                            <p:tgtEl>
                                              <p:spTgt spid="464"/>
                                            </p:tgtEl>
                                            <p:attrNameLst>
                                              <p:attrName>ppt_w</p:attrName>
                                            </p:attrNameLst>
                                          </p:cBhvr>
                                          <p:tavLst>
                                            <p:tav tm="0">
                                              <p:val>
                                                <p:strVal val="#ppt_w"/>
                                              </p:val>
                                            </p:tav>
                                            <p:tav tm="100000">
                                              <p:val>
                                                <p:strVal val="#ppt_w*.05"/>
                                              </p:val>
                                            </p:tav>
                                          </p:tavLst>
                                        </p:anim>
                                        <p:anim calcmode="lin" valueType="num">
                                          <p:cBhvr>
                                            <p:cTn id="23" dur="500" accel="50000" fill="hold">
                                              <p:stCondLst>
                                                <p:cond delay="500"/>
                                              </p:stCondLst>
                                            </p:cTn>
                                            <p:tgtEl>
                                              <p:spTgt spid="464"/>
                                            </p:tgtEl>
                                            <p:attrNameLst>
                                              <p:attrName>ppt_w</p:attrName>
                                            </p:attrNameLst>
                                          </p:cBhvr>
                                          <p:tavLst>
                                            <p:tav tm="0">
                                              <p:val>
                                                <p:strVal val="#ppt_w*.05"/>
                                              </p:val>
                                            </p:tav>
                                            <p:tav tm="100000">
                                              <p:val>
                                                <p:strVal val="#ppt_w"/>
                                              </p:val>
                                            </p:tav>
                                          </p:tavLst>
                                        </p:anim>
                                        <p:anim calcmode="lin" valueType="num">
                                          <p:cBhvr>
                                            <p:cTn id="24" dur="1000" fill="hold"/>
                                            <p:tgtEl>
                                              <p:spTgt spid="464"/>
                                            </p:tgtEl>
                                            <p:attrNameLst>
                                              <p:attrName>ppt_h</p:attrName>
                                            </p:attrNameLst>
                                          </p:cBhvr>
                                          <p:tavLst>
                                            <p:tav tm="0">
                                              <p:val>
                                                <p:strVal val="#ppt_h"/>
                                              </p:val>
                                            </p:tav>
                                            <p:tav tm="100000">
                                              <p:val>
                                                <p:strVal val="#ppt_h"/>
                                              </p:val>
                                            </p:tav>
                                          </p:tavLst>
                                        </p:anim>
                                        <p:anim calcmode="lin" valueType="num">
                                          <p:cBhvr>
                                            <p:cTn id="25" dur="500" decel="50000" fill="hold">
                                              <p:stCondLst>
                                                <p:cond delay="0"/>
                                              </p:stCondLst>
                                            </p:cTn>
                                            <p:tgtEl>
                                              <p:spTgt spid="464"/>
                                            </p:tgtEl>
                                            <p:attrNameLst>
                                              <p:attrName>ppt_x</p:attrName>
                                            </p:attrNameLst>
                                          </p:cBhvr>
                                          <p:tavLst>
                                            <p:tav tm="0">
                                              <p:val>
                                                <p:strVal val="#ppt_x+.4"/>
                                              </p:val>
                                            </p:tav>
                                            <p:tav tm="100000">
                                              <p:val>
                                                <p:strVal val="#ppt_x"/>
                                              </p:val>
                                            </p:tav>
                                          </p:tavLst>
                                        </p:anim>
                                        <p:anim calcmode="lin" valueType="num">
                                          <p:cBhvr>
                                            <p:cTn id="26" dur="500" decel="50000" fill="hold">
                                              <p:stCondLst>
                                                <p:cond delay="0"/>
                                              </p:stCondLst>
                                            </p:cTn>
                                            <p:tgtEl>
                                              <p:spTgt spid="464"/>
                                            </p:tgtEl>
                                            <p:attrNameLst>
                                              <p:attrName>ppt_y</p:attrName>
                                            </p:attrNameLst>
                                          </p:cBhvr>
                                          <p:tavLst>
                                            <p:tav tm="0">
                                              <p:val>
                                                <p:strVal val="#ppt_y-.2"/>
                                              </p:val>
                                            </p:tav>
                                            <p:tav tm="100000">
                                              <p:val>
                                                <p:strVal val="#ppt_y+.1"/>
                                              </p:val>
                                            </p:tav>
                                          </p:tavLst>
                                        </p:anim>
                                        <p:anim calcmode="lin" valueType="num">
                                          <p:cBhvr>
                                            <p:cTn id="27" dur="500" accel="50000" fill="hold">
                                              <p:stCondLst>
                                                <p:cond delay="500"/>
                                              </p:stCondLst>
                                            </p:cTn>
                                            <p:tgtEl>
                                              <p:spTgt spid="464"/>
                                            </p:tgtEl>
                                            <p:attrNameLst>
                                              <p:attrName>ppt_y</p:attrName>
                                            </p:attrNameLst>
                                          </p:cBhvr>
                                          <p:tavLst>
                                            <p:tav tm="0">
                                              <p:val>
                                                <p:strVal val="#ppt_y+.1"/>
                                              </p:val>
                                            </p:tav>
                                            <p:tav tm="100000">
                                              <p:val>
                                                <p:strVal val="#ppt_y"/>
                                              </p:val>
                                            </p:tav>
                                          </p:tavLst>
                                        </p:anim>
                                        <p:animEffect transition="in" filter="fade">
                                          <p:cBhvr>
                                            <p:cTn id="28" dur="1000" decel="50000">
                                              <p:stCondLst>
                                                <p:cond delay="0"/>
                                              </p:stCondLst>
                                            </p:cTn>
                                            <p:tgtEl>
                                              <p:spTgt spid="464"/>
                                            </p:tgtEl>
                                          </p:cBhvr>
                                        </p:animEffect>
                                      </p:childTnLst>
                                    </p:cTn>
                                  </p:par>
                                  <p:par>
                                    <p:cTn id="29" presetID="25" presetClass="entr" presetSubtype="0" fill="hold" grpId="0" nodeType="withEffect">
                                      <p:stCondLst>
                                        <p:cond delay="250"/>
                                      </p:stCondLst>
                                      <p:childTnLst>
                                        <p:set>
                                          <p:cBhvr>
                                            <p:cTn id="30" dur="1" fill="hold">
                                              <p:stCondLst>
                                                <p:cond delay="0"/>
                                              </p:stCondLst>
                                            </p:cTn>
                                            <p:tgtEl>
                                              <p:spTgt spid="466"/>
                                            </p:tgtEl>
                                            <p:attrNameLst>
                                              <p:attrName>style.visibility</p:attrName>
                                            </p:attrNameLst>
                                          </p:cBhvr>
                                          <p:to>
                                            <p:strVal val="visible"/>
                                          </p:to>
                                        </p:set>
                                        <p:anim calcmode="lin" valueType="num">
                                          <p:cBhvr>
                                            <p:cTn id="31" dur="500" decel="50000" fill="hold">
                                              <p:stCondLst>
                                                <p:cond delay="0"/>
                                              </p:stCondLst>
                                            </p:cTn>
                                            <p:tgtEl>
                                              <p:spTgt spid="466"/>
                                            </p:tgtEl>
                                            <p:attrNameLst>
                                              <p:attrName>style.rotation</p:attrName>
                                            </p:attrNameLst>
                                          </p:cBhvr>
                                          <p:tavLst>
                                            <p:tav tm="0">
                                              <p:val>
                                                <p:fltVal val="-90"/>
                                              </p:val>
                                            </p:tav>
                                            <p:tav tm="100000">
                                              <p:val>
                                                <p:fltVal val="0"/>
                                              </p:val>
                                            </p:tav>
                                          </p:tavLst>
                                        </p:anim>
                                        <p:anim calcmode="lin" valueType="num">
                                          <p:cBhvr>
                                            <p:cTn id="32" dur="500" decel="50000" fill="hold">
                                              <p:stCondLst>
                                                <p:cond delay="0"/>
                                              </p:stCondLst>
                                            </p:cTn>
                                            <p:tgtEl>
                                              <p:spTgt spid="466"/>
                                            </p:tgtEl>
                                            <p:attrNameLst>
                                              <p:attrName>ppt_w</p:attrName>
                                            </p:attrNameLst>
                                          </p:cBhvr>
                                          <p:tavLst>
                                            <p:tav tm="0">
                                              <p:val>
                                                <p:strVal val="#ppt_w"/>
                                              </p:val>
                                            </p:tav>
                                            <p:tav tm="100000">
                                              <p:val>
                                                <p:strVal val="#ppt_w*.05"/>
                                              </p:val>
                                            </p:tav>
                                          </p:tavLst>
                                        </p:anim>
                                        <p:anim calcmode="lin" valueType="num">
                                          <p:cBhvr>
                                            <p:cTn id="33" dur="500" accel="50000" fill="hold">
                                              <p:stCondLst>
                                                <p:cond delay="500"/>
                                              </p:stCondLst>
                                            </p:cTn>
                                            <p:tgtEl>
                                              <p:spTgt spid="466"/>
                                            </p:tgtEl>
                                            <p:attrNameLst>
                                              <p:attrName>ppt_w</p:attrName>
                                            </p:attrNameLst>
                                          </p:cBhvr>
                                          <p:tavLst>
                                            <p:tav tm="0">
                                              <p:val>
                                                <p:strVal val="#ppt_w*.05"/>
                                              </p:val>
                                            </p:tav>
                                            <p:tav tm="100000">
                                              <p:val>
                                                <p:strVal val="#ppt_w"/>
                                              </p:val>
                                            </p:tav>
                                          </p:tavLst>
                                        </p:anim>
                                        <p:anim calcmode="lin" valueType="num">
                                          <p:cBhvr>
                                            <p:cTn id="34" dur="1000" fill="hold"/>
                                            <p:tgtEl>
                                              <p:spTgt spid="466"/>
                                            </p:tgtEl>
                                            <p:attrNameLst>
                                              <p:attrName>ppt_h</p:attrName>
                                            </p:attrNameLst>
                                          </p:cBhvr>
                                          <p:tavLst>
                                            <p:tav tm="0">
                                              <p:val>
                                                <p:strVal val="#ppt_h"/>
                                              </p:val>
                                            </p:tav>
                                            <p:tav tm="100000">
                                              <p:val>
                                                <p:strVal val="#ppt_h"/>
                                              </p:val>
                                            </p:tav>
                                          </p:tavLst>
                                        </p:anim>
                                        <p:anim calcmode="lin" valueType="num">
                                          <p:cBhvr>
                                            <p:cTn id="35" dur="500" decel="50000" fill="hold">
                                              <p:stCondLst>
                                                <p:cond delay="0"/>
                                              </p:stCondLst>
                                            </p:cTn>
                                            <p:tgtEl>
                                              <p:spTgt spid="466"/>
                                            </p:tgtEl>
                                            <p:attrNameLst>
                                              <p:attrName>ppt_x</p:attrName>
                                            </p:attrNameLst>
                                          </p:cBhvr>
                                          <p:tavLst>
                                            <p:tav tm="0">
                                              <p:val>
                                                <p:strVal val="#ppt_x+.4"/>
                                              </p:val>
                                            </p:tav>
                                            <p:tav tm="100000">
                                              <p:val>
                                                <p:strVal val="#ppt_x"/>
                                              </p:val>
                                            </p:tav>
                                          </p:tavLst>
                                        </p:anim>
                                        <p:anim calcmode="lin" valueType="num">
                                          <p:cBhvr>
                                            <p:cTn id="36" dur="500" decel="50000" fill="hold">
                                              <p:stCondLst>
                                                <p:cond delay="0"/>
                                              </p:stCondLst>
                                            </p:cTn>
                                            <p:tgtEl>
                                              <p:spTgt spid="466"/>
                                            </p:tgtEl>
                                            <p:attrNameLst>
                                              <p:attrName>ppt_y</p:attrName>
                                            </p:attrNameLst>
                                          </p:cBhvr>
                                          <p:tavLst>
                                            <p:tav tm="0">
                                              <p:val>
                                                <p:strVal val="#ppt_y-.2"/>
                                              </p:val>
                                            </p:tav>
                                            <p:tav tm="100000">
                                              <p:val>
                                                <p:strVal val="#ppt_y+.1"/>
                                              </p:val>
                                            </p:tav>
                                          </p:tavLst>
                                        </p:anim>
                                        <p:anim calcmode="lin" valueType="num">
                                          <p:cBhvr>
                                            <p:cTn id="37" dur="500" accel="50000" fill="hold">
                                              <p:stCondLst>
                                                <p:cond delay="500"/>
                                              </p:stCondLst>
                                            </p:cTn>
                                            <p:tgtEl>
                                              <p:spTgt spid="466"/>
                                            </p:tgtEl>
                                            <p:attrNameLst>
                                              <p:attrName>ppt_y</p:attrName>
                                            </p:attrNameLst>
                                          </p:cBhvr>
                                          <p:tavLst>
                                            <p:tav tm="0">
                                              <p:val>
                                                <p:strVal val="#ppt_y+.1"/>
                                              </p:val>
                                            </p:tav>
                                            <p:tav tm="100000">
                                              <p:val>
                                                <p:strVal val="#ppt_y"/>
                                              </p:val>
                                            </p:tav>
                                          </p:tavLst>
                                        </p:anim>
                                        <p:animEffect transition="in" filter="fade">
                                          <p:cBhvr>
                                            <p:cTn id="38" dur="1000" decel="50000">
                                              <p:stCondLst>
                                                <p:cond delay="0"/>
                                              </p:stCondLst>
                                            </p:cTn>
                                            <p:tgtEl>
                                              <p:spTgt spid="466"/>
                                            </p:tgtEl>
                                          </p:cBhvr>
                                        </p:animEffect>
                                      </p:childTnLst>
                                    </p:cTn>
                                  </p:par>
                                  <p:par>
                                    <p:cTn id="39" presetID="25" presetClass="entr" presetSubtype="0" fill="hold" grpId="0" nodeType="withEffect">
                                      <p:stCondLst>
                                        <p:cond delay="500"/>
                                      </p:stCondLst>
                                      <p:childTnLst>
                                        <p:set>
                                          <p:cBhvr>
                                            <p:cTn id="40" dur="1" fill="hold">
                                              <p:stCondLst>
                                                <p:cond delay="0"/>
                                              </p:stCondLst>
                                            </p:cTn>
                                            <p:tgtEl>
                                              <p:spTgt spid="468"/>
                                            </p:tgtEl>
                                            <p:attrNameLst>
                                              <p:attrName>style.visibility</p:attrName>
                                            </p:attrNameLst>
                                          </p:cBhvr>
                                          <p:to>
                                            <p:strVal val="visible"/>
                                          </p:to>
                                        </p:set>
                                        <p:anim calcmode="lin" valueType="num">
                                          <p:cBhvr>
                                            <p:cTn id="41" dur="500" decel="50000" fill="hold">
                                              <p:stCondLst>
                                                <p:cond delay="0"/>
                                              </p:stCondLst>
                                            </p:cTn>
                                            <p:tgtEl>
                                              <p:spTgt spid="468"/>
                                            </p:tgtEl>
                                            <p:attrNameLst>
                                              <p:attrName>style.rotation</p:attrName>
                                            </p:attrNameLst>
                                          </p:cBhvr>
                                          <p:tavLst>
                                            <p:tav tm="0">
                                              <p:val>
                                                <p:fltVal val="-90"/>
                                              </p:val>
                                            </p:tav>
                                            <p:tav tm="100000">
                                              <p:val>
                                                <p:fltVal val="0"/>
                                              </p:val>
                                            </p:tav>
                                          </p:tavLst>
                                        </p:anim>
                                        <p:anim calcmode="lin" valueType="num">
                                          <p:cBhvr>
                                            <p:cTn id="42" dur="500" decel="50000" fill="hold">
                                              <p:stCondLst>
                                                <p:cond delay="0"/>
                                              </p:stCondLst>
                                            </p:cTn>
                                            <p:tgtEl>
                                              <p:spTgt spid="468"/>
                                            </p:tgtEl>
                                            <p:attrNameLst>
                                              <p:attrName>ppt_w</p:attrName>
                                            </p:attrNameLst>
                                          </p:cBhvr>
                                          <p:tavLst>
                                            <p:tav tm="0">
                                              <p:val>
                                                <p:strVal val="#ppt_w"/>
                                              </p:val>
                                            </p:tav>
                                            <p:tav tm="100000">
                                              <p:val>
                                                <p:strVal val="#ppt_w*.05"/>
                                              </p:val>
                                            </p:tav>
                                          </p:tavLst>
                                        </p:anim>
                                        <p:anim calcmode="lin" valueType="num">
                                          <p:cBhvr>
                                            <p:cTn id="43" dur="500" accel="50000" fill="hold">
                                              <p:stCondLst>
                                                <p:cond delay="500"/>
                                              </p:stCondLst>
                                            </p:cTn>
                                            <p:tgtEl>
                                              <p:spTgt spid="468"/>
                                            </p:tgtEl>
                                            <p:attrNameLst>
                                              <p:attrName>ppt_w</p:attrName>
                                            </p:attrNameLst>
                                          </p:cBhvr>
                                          <p:tavLst>
                                            <p:tav tm="0">
                                              <p:val>
                                                <p:strVal val="#ppt_w*.05"/>
                                              </p:val>
                                            </p:tav>
                                            <p:tav tm="100000">
                                              <p:val>
                                                <p:strVal val="#ppt_w"/>
                                              </p:val>
                                            </p:tav>
                                          </p:tavLst>
                                        </p:anim>
                                        <p:anim calcmode="lin" valueType="num">
                                          <p:cBhvr>
                                            <p:cTn id="44" dur="1000" fill="hold"/>
                                            <p:tgtEl>
                                              <p:spTgt spid="468"/>
                                            </p:tgtEl>
                                            <p:attrNameLst>
                                              <p:attrName>ppt_h</p:attrName>
                                            </p:attrNameLst>
                                          </p:cBhvr>
                                          <p:tavLst>
                                            <p:tav tm="0">
                                              <p:val>
                                                <p:strVal val="#ppt_h"/>
                                              </p:val>
                                            </p:tav>
                                            <p:tav tm="100000">
                                              <p:val>
                                                <p:strVal val="#ppt_h"/>
                                              </p:val>
                                            </p:tav>
                                          </p:tavLst>
                                        </p:anim>
                                        <p:anim calcmode="lin" valueType="num">
                                          <p:cBhvr>
                                            <p:cTn id="45" dur="500" decel="50000" fill="hold">
                                              <p:stCondLst>
                                                <p:cond delay="0"/>
                                              </p:stCondLst>
                                            </p:cTn>
                                            <p:tgtEl>
                                              <p:spTgt spid="468"/>
                                            </p:tgtEl>
                                            <p:attrNameLst>
                                              <p:attrName>ppt_x</p:attrName>
                                            </p:attrNameLst>
                                          </p:cBhvr>
                                          <p:tavLst>
                                            <p:tav tm="0">
                                              <p:val>
                                                <p:strVal val="#ppt_x+.4"/>
                                              </p:val>
                                            </p:tav>
                                            <p:tav tm="100000">
                                              <p:val>
                                                <p:strVal val="#ppt_x"/>
                                              </p:val>
                                            </p:tav>
                                          </p:tavLst>
                                        </p:anim>
                                        <p:anim calcmode="lin" valueType="num">
                                          <p:cBhvr>
                                            <p:cTn id="46" dur="500" decel="50000" fill="hold">
                                              <p:stCondLst>
                                                <p:cond delay="0"/>
                                              </p:stCondLst>
                                            </p:cTn>
                                            <p:tgtEl>
                                              <p:spTgt spid="468"/>
                                            </p:tgtEl>
                                            <p:attrNameLst>
                                              <p:attrName>ppt_y</p:attrName>
                                            </p:attrNameLst>
                                          </p:cBhvr>
                                          <p:tavLst>
                                            <p:tav tm="0">
                                              <p:val>
                                                <p:strVal val="#ppt_y-.2"/>
                                              </p:val>
                                            </p:tav>
                                            <p:tav tm="100000">
                                              <p:val>
                                                <p:strVal val="#ppt_y+.1"/>
                                              </p:val>
                                            </p:tav>
                                          </p:tavLst>
                                        </p:anim>
                                        <p:anim calcmode="lin" valueType="num">
                                          <p:cBhvr>
                                            <p:cTn id="47" dur="500" accel="50000" fill="hold">
                                              <p:stCondLst>
                                                <p:cond delay="500"/>
                                              </p:stCondLst>
                                            </p:cTn>
                                            <p:tgtEl>
                                              <p:spTgt spid="468"/>
                                            </p:tgtEl>
                                            <p:attrNameLst>
                                              <p:attrName>ppt_y</p:attrName>
                                            </p:attrNameLst>
                                          </p:cBhvr>
                                          <p:tavLst>
                                            <p:tav tm="0">
                                              <p:val>
                                                <p:strVal val="#ppt_y+.1"/>
                                              </p:val>
                                            </p:tav>
                                            <p:tav tm="100000">
                                              <p:val>
                                                <p:strVal val="#ppt_y"/>
                                              </p:val>
                                            </p:tav>
                                          </p:tavLst>
                                        </p:anim>
                                        <p:animEffect transition="in" filter="fade">
                                          <p:cBhvr>
                                            <p:cTn id="48" dur="1000" decel="50000">
                                              <p:stCondLst>
                                                <p:cond delay="0"/>
                                              </p:stCondLst>
                                            </p:cTn>
                                            <p:tgtEl>
                                              <p:spTgt spid="468"/>
                                            </p:tgtEl>
                                          </p:cBhvr>
                                        </p:animEffect>
                                      </p:childTnLst>
                                    </p:cTn>
                                  </p:par>
                                  <p:par>
                                    <p:cTn id="49" presetID="25" presetClass="entr" presetSubtype="0" fill="hold" grpId="0" nodeType="withEffect">
                                      <p:stCondLst>
                                        <p:cond delay="750"/>
                                      </p:stCondLst>
                                      <p:childTnLst>
                                        <p:set>
                                          <p:cBhvr>
                                            <p:cTn id="50" dur="1" fill="hold">
                                              <p:stCondLst>
                                                <p:cond delay="0"/>
                                              </p:stCondLst>
                                            </p:cTn>
                                            <p:tgtEl>
                                              <p:spTgt spid="470"/>
                                            </p:tgtEl>
                                            <p:attrNameLst>
                                              <p:attrName>style.visibility</p:attrName>
                                            </p:attrNameLst>
                                          </p:cBhvr>
                                          <p:to>
                                            <p:strVal val="visible"/>
                                          </p:to>
                                        </p:set>
                                        <p:anim calcmode="lin" valueType="num">
                                          <p:cBhvr>
                                            <p:cTn id="51" dur="500" decel="50000" fill="hold">
                                              <p:stCondLst>
                                                <p:cond delay="0"/>
                                              </p:stCondLst>
                                            </p:cTn>
                                            <p:tgtEl>
                                              <p:spTgt spid="470"/>
                                            </p:tgtEl>
                                            <p:attrNameLst>
                                              <p:attrName>style.rotation</p:attrName>
                                            </p:attrNameLst>
                                          </p:cBhvr>
                                          <p:tavLst>
                                            <p:tav tm="0">
                                              <p:val>
                                                <p:fltVal val="-90"/>
                                              </p:val>
                                            </p:tav>
                                            <p:tav tm="100000">
                                              <p:val>
                                                <p:fltVal val="0"/>
                                              </p:val>
                                            </p:tav>
                                          </p:tavLst>
                                        </p:anim>
                                        <p:anim calcmode="lin" valueType="num">
                                          <p:cBhvr>
                                            <p:cTn id="52" dur="500" decel="50000" fill="hold">
                                              <p:stCondLst>
                                                <p:cond delay="0"/>
                                              </p:stCondLst>
                                            </p:cTn>
                                            <p:tgtEl>
                                              <p:spTgt spid="470"/>
                                            </p:tgtEl>
                                            <p:attrNameLst>
                                              <p:attrName>ppt_w</p:attrName>
                                            </p:attrNameLst>
                                          </p:cBhvr>
                                          <p:tavLst>
                                            <p:tav tm="0">
                                              <p:val>
                                                <p:strVal val="#ppt_w"/>
                                              </p:val>
                                            </p:tav>
                                            <p:tav tm="100000">
                                              <p:val>
                                                <p:strVal val="#ppt_w*.05"/>
                                              </p:val>
                                            </p:tav>
                                          </p:tavLst>
                                        </p:anim>
                                        <p:anim calcmode="lin" valueType="num">
                                          <p:cBhvr>
                                            <p:cTn id="53" dur="500" accel="50000" fill="hold">
                                              <p:stCondLst>
                                                <p:cond delay="500"/>
                                              </p:stCondLst>
                                            </p:cTn>
                                            <p:tgtEl>
                                              <p:spTgt spid="470"/>
                                            </p:tgtEl>
                                            <p:attrNameLst>
                                              <p:attrName>ppt_w</p:attrName>
                                            </p:attrNameLst>
                                          </p:cBhvr>
                                          <p:tavLst>
                                            <p:tav tm="0">
                                              <p:val>
                                                <p:strVal val="#ppt_w*.05"/>
                                              </p:val>
                                            </p:tav>
                                            <p:tav tm="100000">
                                              <p:val>
                                                <p:strVal val="#ppt_w"/>
                                              </p:val>
                                            </p:tav>
                                          </p:tavLst>
                                        </p:anim>
                                        <p:anim calcmode="lin" valueType="num">
                                          <p:cBhvr>
                                            <p:cTn id="54" dur="1000" fill="hold"/>
                                            <p:tgtEl>
                                              <p:spTgt spid="470"/>
                                            </p:tgtEl>
                                            <p:attrNameLst>
                                              <p:attrName>ppt_h</p:attrName>
                                            </p:attrNameLst>
                                          </p:cBhvr>
                                          <p:tavLst>
                                            <p:tav tm="0">
                                              <p:val>
                                                <p:strVal val="#ppt_h"/>
                                              </p:val>
                                            </p:tav>
                                            <p:tav tm="100000">
                                              <p:val>
                                                <p:strVal val="#ppt_h"/>
                                              </p:val>
                                            </p:tav>
                                          </p:tavLst>
                                        </p:anim>
                                        <p:anim calcmode="lin" valueType="num">
                                          <p:cBhvr>
                                            <p:cTn id="55" dur="500" decel="50000" fill="hold">
                                              <p:stCondLst>
                                                <p:cond delay="0"/>
                                              </p:stCondLst>
                                            </p:cTn>
                                            <p:tgtEl>
                                              <p:spTgt spid="470"/>
                                            </p:tgtEl>
                                            <p:attrNameLst>
                                              <p:attrName>ppt_x</p:attrName>
                                            </p:attrNameLst>
                                          </p:cBhvr>
                                          <p:tavLst>
                                            <p:tav tm="0">
                                              <p:val>
                                                <p:strVal val="#ppt_x+.4"/>
                                              </p:val>
                                            </p:tav>
                                            <p:tav tm="100000">
                                              <p:val>
                                                <p:strVal val="#ppt_x"/>
                                              </p:val>
                                            </p:tav>
                                          </p:tavLst>
                                        </p:anim>
                                        <p:anim calcmode="lin" valueType="num">
                                          <p:cBhvr>
                                            <p:cTn id="56" dur="500" decel="50000" fill="hold">
                                              <p:stCondLst>
                                                <p:cond delay="0"/>
                                              </p:stCondLst>
                                            </p:cTn>
                                            <p:tgtEl>
                                              <p:spTgt spid="470"/>
                                            </p:tgtEl>
                                            <p:attrNameLst>
                                              <p:attrName>ppt_y</p:attrName>
                                            </p:attrNameLst>
                                          </p:cBhvr>
                                          <p:tavLst>
                                            <p:tav tm="0">
                                              <p:val>
                                                <p:strVal val="#ppt_y-.2"/>
                                              </p:val>
                                            </p:tav>
                                            <p:tav tm="100000">
                                              <p:val>
                                                <p:strVal val="#ppt_y+.1"/>
                                              </p:val>
                                            </p:tav>
                                          </p:tavLst>
                                        </p:anim>
                                        <p:anim calcmode="lin" valueType="num">
                                          <p:cBhvr>
                                            <p:cTn id="57" dur="500" accel="50000" fill="hold">
                                              <p:stCondLst>
                                                <p:cond delay="500"/>
                                              </p:stCondLst>
                                            </p:cTn>
                                            <p:tgtEl>
                                              <p:spTgt spid="470"/>
                                            </p:tgtEl>
                                            <p:attrNameLst>
                                              <p:attrName>ppt_y</p:attrName>
                                            </p:attrNameLst>
                                          </p:cBhvr>
                                          <p:tavLst>
                                            <p:tav tm="0">
                                              <p:val>
                                                <p:strVal val="#ppt_y+.1"/>
                                              </p:val>
                                            </p:tav>
                                            <p:tav tm="100000">
                                              <p:val>
                                                <p:strVal val="#ppt_y"/>
                                              </p:val>
                                            </p:tav>
                                          </p:tavLst>
                                        </p:anim>
                                        <p:animEffect transition="in" filter="fade">
                                          <p:cBhvr>
                                            <p:cTn id="58" dur="1000" decel="50000">
                                              <p:stCondLst>
                                                <p:cond delay="0"/>
                                              </p:stCondLst>
                                            </p:cTn>
                                            <p:tgtEl>
                                              <p:spTgt spid="470"/>
                                            </p:tgtEl>
                                          </p:cBhvr>
                                        </p:animEffect>
                                      </p:childTnLst>
                                    </p:cTn>
                                  </p:par>
                                </p:childTnLst>
                              </p:cTn>
                            </p:par>
                            <p:par>
                              <p:cTn id="59" fill="hold">
                                <p:stCondLst>
                                  <p:cond delay="1500"/>
                                </p:stCondLst>
                                <p:childTnLst>
                                  <p:par>
                                    <p:cTn id="60" presetID="22" presetClass="entr" presetSubtype="8" fill="hold" grpId="0" nodeType="afterEffect">
                                      <p:stCondLst>
                                        <p:cond delay="0"/>
                                      </p:stCondLst>
                                      <p:childTnLst>
                                        <p:set>
                                          <p:cBhvr>
                                            <p:cTn id="61" dur="1" fill="hold">
                                              <p:stCondLst>
                                                <p:cond delay="0"/>
                                              </p:stCondLst>
                                            </p:cTn>
                                            <p:tgtEl>
                                              <p:spTgt spid="463"/>
                                            </p:tgtEl>
                                            <p:attrNameLst>
                                              <p:attrName>style.visibility</p:attrName>
                                            </p:attrNameLst>
                                          </p:cBhvr>
                                          <p:to>
                                            <p:strVal val="visible"/>
                                          </p:to>
                                        </p:set>
                                        <p:animEffect transition="in" filter="wipe(left)">
                                          <p:cBhvr>
                                            <p:cTn id="62" dur="500"/>
                                            <p:tgtEl>
                                              <p:spTgt spid="463"/>
                                            </p:tgtEl>
                                          </p:cBhvr>
                                        </p:animEffect>
                                      </p:childTnLst>
                                    </p:cTn>
                                  </p:par>
                                  <p:par>
                                    <p:cTn id="63" presetID="22" presetClass="entr" presetSubtype="8" fill="hold" grpId="0" nodeType="withEffect">
                                      <p:stCondLst>
                                        <p:cond delay="0"/>
                                      </p:stCondLst>
                                      <p:childTnLst>
                                        <p:set>
                                          <p:cBhvr>
                                            <p:cTn id="64" dur="1" fill="hold">
                                              <p:stCondLst>
                                                <p:cond delay="0"/>
                                              </p:stCondLst>
                                            </p:cTn>
                                            <p:tgtEl>
                                              <p:spTgt spid="465"/>
                                            </p:tgtEl>
                                            <p:attrNameLst>
                                              <p:attrName>style.visibility</p:attrName>
                                            </p:attrNameLst>
                                          </p:cBhvr>
                                          <p:to>
                                            <p:strVal val="visible"/>
                                          </p:to>
                                        </p:set>
                                        <p:animEffect transition="in" filter="wipe(left)">
                                          <p:cBhvr>
                                            <p:cTn id="65" dur="500"/>
                                            <p:tgtEl>
                                              <p:spTgt spid="465"/>
                                            </p:tgtEl>
                                          </p:cBhvr>
                                        </p:animEffect>
                                      </p:childTnLst>
                                    </p:cTn>
                                  </p:par>
                                  <p:par>
                                    <p:cTn id="66" presetID="22" presetClass="entr" presetSubtype="8" fill="hold" grpId="0" nodeType="withEffect">
                                      <p:stCondLst>
                                        <p:cond delay="0"/>
                                      </p:stCondLst>
                                      <p:childTnLst>
                                        <p:set>
                                          <p:cBhvr>
                                            <p:cTn id="67" dur="1" fill="hold">
                                              <p:stCondLst>
                                                <p:cond delay="0"/>
                                              </p:stCondLst>
                                            </p:cTn>
                                            <p:tgtEl>
                                              <p:spTgt spid="467"/>
                                            </p:tgtEl>
                                            <p:attrNameLst>
                                              <p:attrName>style.visibility</p:attrName>
                                            </p:attrNameLst>
                                          </p:cBhvr>
                                          <p:to>
                                            <p:strVal val="visible"/>
                                          </p:to>
                                        </p:set>
                                        <p:animEffect transition="in" filter="wipe(left)">
                                          <p:cBhvr>
                                            <p:cTn id="68" dur="500"/>
                                            <p:tgtEl>
                                              <p:spTgt spid="467"/>
                                            </p:tgtEl>
                                          </p:cBhvr>
                                        </p:animEffect>
                                      </p:childTnLst>
                                    </p:cTn>
                                  </p:par>
                                  <p:par>
                                    <p:cTn id="69" presetID="22" presetClass="entr" presetSubtype="8" fill="hold" grpId="0" nodeType="withEffect">
                                      <p:stCondLst>
                                        <p:cond delay="0"/>
                                      </p:stCondLst>
                                      <p:childTnLst>
                                        <p:set>
                                          <p:cBhvr>
                                            <p:cTn id="70" dur="1" fill="hold">
                                              <p:stCondLst>
                                                <p:cond delay="0"/>
                                              </p:stCondLst>
                                            </p:cTn>
                                            <p:tgtEl>
                                              <p:spTgt spid="469"/>
                                            </p:tgtEl>
                                            <p:attrNameLst>
                                              <p:attrName>style.visibility</p:attrName>
                                            </p:attrNameLst>
                                          </p:cBhvr>
                                          <p:to>
                                            <p:strVal val="visible"/>
                                          </p:to>
                                        </p:set>
                                        <p:animEffect transition="in" filter="wipe(left)">
                                          <p:cBhvr>
                                            <p:cTn id="71" dur="500"/>
                                            <p:tgtEl>
                                              <p:spTgt spid="469"/>
                                            </p:tgtEl>
                                          </p:cBhvr>
                                        </p:animEffect>
                                      </p:childTnLst>
                                    </p:cTn>
                                  </p:par>
                                </p:childTnLst>
                              </p:cTn>
                            </p:par>
                            <p:par>
                              <p:cTn id="72" fill="hold">
                                <p:stCondLst>
                                  <p:cond delay="2000"/>
                                </p:stCondLst>
                                <p:childTnLst>
                                  <p:par>
                                    <p:cTn id="73" presetID="10" presetClass="entr" presetSubtype="0" fill="hold" grpId="0" nodeType="afterEffect">
                                      <p:stCondLst>
                                        <p:cond delay="0"/>
                                      </p:stCondLst>
                                      <p:childTnLst>
                                        <p:set>
                                          <p:cBhvr>
                                            <p:cTn id="74" dur="1" fill="hold">
                                              <p:stCondLst>
                                                <p:cond delay="0"/>
                                              </p:stCondLst>
                                            </p:cTn>
                                            <p:tgtEl>
                                              <p:spTgt spid="471"/>
                                            </p:tgtEl>
                                            <p:attrNameLst>
                                              <p:attrName>style.visibility</p:attrName>
                                            </p:attrNameLst>
                                          </p:cBhvr>
                                          <p:to>
                                            <p:strVal val="visible"/>
                                          </p:to>
                                        </p:set>
                                        <p:animEffect transition="in" filter="fade">
                                          <p:cBhvr>
                                            <p:cTn id="75" dur="500"/>
                                            <p:tgtEl>
                                              <p:spTgt spid="471"/>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472"/>
                                            </p:tgtEl>
                                            <p:attrNameLst>
                                              <p:attrName>style.visibility</p:attrName>
                                            </p:attrNameLst>
                                          </p:cBhvr>
                                          <p:to>
                                            <p:strVal val="visible"/>
                                          </p:to>
                                        </p:set>
                                        <p:animEffect transition="in" filter="fade">
                                          <p:cBhvr>
                                            <p:cTn id="78" dur="500"/>
                                            <p:tgtEl>
                                              <p:spTgt spid="472"/>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473"/>
                                            </p:tgtEl>
                                            <p:attrNameLst>
                                              <p:attrName>style.visibility</p:attrName>
                                            </p:attrNameLst>
                                          </p:cBhvr>
                                          <p:to>
                                            <p:strVal val="visible"/>
                                          </p:to>
                                        </p:set>
                                        <p:animEffect transition="in" filter="fade">
                                          <p:cBhvr>
                                            <p:cTn id="81" dur="500"/>
                                            <p:tgtEl>
                                              <p:spTgt spid="473"/>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474"/>
                                            </p:tgtEl>
                                            <p:attrNameLst>
                                              <p:attrName>style.visibility</p:attrName>
                                            </p:attrNameLst>
                                          </p:cBhvr>
                                          <p:to>
                                            <p:strVal val="visible"/>
                                          </p:to>
                                        </p:set>
                                        <p:animEffect transition="in" filter="fade">
                                          <p:cBhvr>
                                            <p:cTn id="84" dur="500"/>
                                            <p:tgtEl>
                                              <p:spTgt spid="4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63" grpId="0" animBg="1"/>
          <p:bldP spid="464" grpId="0" animBg="1"/>
          <p:bldP spid="465" grpId="0" animBg="1"/>
          <p:bldP spid="466" grpId="0" animBg="1"/>
          <p:bldP spid="467" grpId="0" animBg="1"/>
          <p:bldP spid="468" grpId="0" animBg="1"/>
          <p:bldP spid="469" grpId="0" animBg="1"/>
          <p:bldP spid="470" grpId="0" animBg="1"/>
          <p:bldP spid="471" grpId="0"/>
          <p:bldP spid="472" grpId="0"/>
          <p:bldP spid="473" grpId="0"/>
          <p:bldP spid="474" grpId="0"/>
        </p:bldLst>
      </p:timing>
    </mc:Choice>
    <mc:Fallback>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 presetClass="entr" presetSubtype="4" accel="5600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000" fill="hold"/>
                                            <p:tgtEl>
                                              <p:spTgt spid="3"/>
                                            </p:tgtEl>
                                            <p:attrNameLst>
                                              <p:attrName>ppt_x</p:attrName>
                                            </p:attrNameLst>
                                          </p:cBhvr>
                                          <p:tavLst>
                                            <p:tav tm="0">
                                              <p:val>
                                                <p:strVal val="#ppt_x"/>
                                              </p:val>
                                            </p:tav>
                                            <p:tav tm="100000">
                                              <p:val>
                                                <p:strVal val="#ppt_x"/>
                                              </p:val>
                                            </p:tav>
                                          </p:tavLst>
                                        </p:anim>
                                        <p:anim calcmode="lin" valueType="num">
                                          <p:cBhvr additive="base">
                                            <p:cTn id="12" dur="10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452"/>
                                            </p:tgtEl>
                                            <p:attrNameLst>
                                              <p:attrName>style.visibility</p:attrName>
                                            </p:attrNameLst>
                                          </p:cBhvr>
                                          <p:to>
                                            <p:strVal val="visible"/>
                                          </p:to>
                                        </p:set>
                                        <p:animEffect transition="in" filter="wipe(up)">
                                          <p:cBhvr>
                                            <p:cTn id="17" dur="500"/>
                                            <p:tgtEl>
                                              <p:spTgt spid="452"/>
                                            </p:tgtEl>
                                          </p:cBhvr>
                                        </p:animEffect>
                                      </p:childTnLst>
                                    </p:cTn>
                                  </p:par>
                                </p:childTnLst>
                              </p:cTn>
                            </p:par>
                            <p:par>
                              <p:cTn id="18" fill="hold">
                                <p:stCondLst>
                                  <p:cond delay="500"/>
                                </p:stCondLst>
                                <p:childTnLst>
                                  <p:par>
                                    <p:cTn id="19" presetID="25" presetClass="entr" presetSubtype="0" fill="hold" grpId="0" nodeType="afterEffect">
                                      <p:stCondLst>
                                        <p:cond delay="0"/>
                                      </p:stCondLst>
                                      <p:childTnLst>
                                        <p:set>
                                          <p:cBhvr>
                                            <p:cTn id="20" dur="1" fill="hold">
                                              <p:stCondLst>
                                                <p:cond delay="0"/>
                                              </p:stCondLst>
                                            </p:cTn>
                                            <p:tgtEl>
                                              <p:spTgt spid="464"/>
                                            </p:tgtEl>
                                            <p:attrNameLst>
                                              <p:attrName>style.visibility</p:attrName>
                                            </p:attrNameLst>
                                          </p:cBhvr>
                                          <p:to>
                                            <p:strVal val="visible"/>
                                          </p:to>
                                        </p:set>
                                        <p:anim calcmode="lin" valueType="num">
                                          <p:cBhvr>
                                            <p:cTn id="21" dur="500" decel="50000" fill="hold">
                                              <p:stCondLst>
                                                <p:cond delay="0"/>
                                              </p:stCondLst>
                                            </p:cTn>
                                            <p:tgtEl>
                                              <p:spTgt spid="464"/>
                                            </p:tgtEl>
                                            <p:attrNameLst>
                                              <p:attrName>style.rotation</p:attrName>
                                            </p:attrNameLst>
                                          </p:cBhvr>
                                          <p:tavLst>
                                            <p:tav tm="0">
                                              <p:val>
                                                <p:fltVal val="-90"/>
                                              </p:val>
                                            </p:tav>
                                            <p:tav tm="100000">
                                              <p:val>
                                                <p:fltVal val="0"/>
                                              </p:val>
                                            </p:tav>
                                          </p:tavLst>
                                        </p:anim>
                                        <p:anim calcmode="lin" valueType="num">
                                          <p:cBhvr>
                                            <p:cTn id="22" dur="500" decel="50000" fill="hold">
                                              <p:stCondLst>
                                                <p:cond delay="0"/>
                                              </p:stCondLst>
                                            </p:cTn>
                                            <p:tgtEl>
                                              <p:spTgt spid="464"/>
                                            </p:tgtEl>
                                            <p:attrNameLst>
                                              <p:attrName>ppt_w</p:attrName>
                                            </p:attrNameLst>
                                          </p:cBhvr>
                                          <p:tavLst>
                                            <p:tav tm="0">
                                              <p:val>
                                                <p:strVal val="#ppt_w"/>
                                              </p:val>
                                            </p:tav>
                                            <p:tav tm="100000">
                                              <p:val>
                                                <p:strVal val="#ppt_w*.05"/>
                                              </p:val>
                                            </p:tav>
                                          </p:tavLst>
                                        </p:anim>
                                        <p:anim calcmode="lin" valueType="num">
                                          <p:cBhvr>
                                            <p:cTn id="23" dur="500" accel="50000" fill="hold">
                                              <p:stCondLst>
                                                <p:cond delay="500"/>
                                              </p:stCondLst>
                                            </p:cTn>
                                            <p:tgtEl>
                                              <p:spTgt spid="464"/>
                                            </p:tgtEl>
                                            <p:attrNameLst>
                                              <p:attrName>ppt_w</p:attrName>
                                            </p:attrNameLst>
                                          </p:cBhvr>
                                          <p:tavLst>
                                            <p:tav tm="0">
                                              <p:val>
                                                <p:strVal val="#ppt_w*.05"/>
                                              </p:val>
                                            </p:tav>
                                            <p:tav tm="100000">
                                              <p:val>
                                                <p:strVal val="#ppt_w"/>
                                              </p:val>
                                            </p:tav>
                                          </p:tavLst>
                                        </p:anim>
                                        <p:anim calcmode="lin" valueType="num">
                                          <p:cBhvr>
                                            <p:cTn id="24" dur="1000" fill="hold"/>
                                            <p:tgtEl>
                                              <p:spTgt spid="464"/>
                                            </p:tgtEl>
                                            <p:attrNameLst>
                                              <p:attrName>ppt_h</p:attrName>
                                            </p:attrNameLst>
                                          </p:cBhvr>
                                          <p:tavLst>
                                            <p:tav tm="0">
                                              <p:val>
                                                <p:strVal val="#ppt_h"/>
                                              </p:val>
                                            </p:tav>
                                            <p:tav tm="100000">
                                              <p:val>
                                                <p:strVal val="#ppt_h"/>
                                              </p:val>
                                            </p:tav>
                                          </p:tavLst>
                                        </p:anim>
                                        <p:anim calcmode="lin" valueType="num">
                                          <p:cBhvr>
                                            <p:cTn id="25" dur="500" decel="50000" fill="hold">
                                              <p:stCondLst>
                                                <p:cond delay="0"/>
                                              </p:stCondLst>
                                            </p:cTn>
                                            <p:tgtEl>
                                              <p:spTgt spid="464"/>
                                            </p:tgtEl>
                                            <p:attrNameLst>
                                              <p:attrName>ppt_x</p:attrName>
                                            </p:attrNameLst>
                                          </p:cBhvr>
                                          <p:tavLst>
                                            <p:tav tm="0">
                                              <p:val>
                                                <p:strVal val="#ppt_x+.4"/>
                                              </p:val>
                                            </p:tav>
                                            <p:tav tm="100000">
                                              <p:val>
                                                <p:strVal val="#ppt_x"/>
                                              </p:val>
                                            </p:tav>
                                          </p:tavLst>
                                        </p:anim>
                                        <p:anim calcmode="lin" valueType="num">
                                          <p:cBhvr>
                                            <p:cTn id="26" dur="500" decel="50000" fill="hold">
                                              <p:stCondLst>
                                                <p:cond delay="0"/>
                                              </p:stCondLst>
                                            </p:cTn>
                                            <p:tgtEl>
                                              <p:spTgt spid="464"/>
                                            </p:tgtEl>
                                            <p:attrNameLst>
                                              <p:attrName>ppt_y</p:attrName>
                                            </p:attrNameLst>
                                          </p:cBhvr>
                                          <p:tavLst>
                                            <p:tav tm="0">
                                              <p:val>
                                                <p:strVal val="#ppt_y-.2"/>
                                              </p:val>
                                            </p:tav>
                                            <p:tav tm="100000">
                                              <p:val>
                                                <p:strVal val="#ppt_y+.1"/>
                                              </p:val>
                                            </p:tav>
                                          </p:tavLst>
                                        </p:anim>
                                        <p:anim calcmode="lin" valueType="num">
                                          <p:cBhvr>
                                            <p:cTn id="27" dur="500" accel="50000" fill="hold">
                                              <p:stCondLst>
                                                <p:cond delay="500"/>
                                              </p:stCondLst>
                                            </p:cTn>
                                            <p:tgtEl>
                                              <p:spTgt spid="464"/>
                                            </p:tgtEl>
                                            <p:attrNameLst>
                                              <p:attrName>ppt_y</p:attrName>
                                            </p:attrNameLst>
                                          </p:cBhvr>
                                          <p:tavLst>
                                            <p:tav tm="0">
                                              <p:val>
                                                <p:strVal val="#ppt_y+.1"/>
                                              </p:val>
                                            </p:tav>
                                            <p:tav tm="100000">
                                              <p:val>
                                                <p:strVal val="#ppt_y"/>
                                              </p:val>
                                            </p:tav>
                                          </p:tavLst>
                                        </p:anim>
                                        <p:animEffect transition="in" filter="fade">
                                          <p:cBhvr>
                                            <p:cTn id="28" dur="1000" decel="50000">
                                              <p:stCondLst>
                                                <p:cond delay="0"/>
                                              </p:stCondLst>
                                            </p:cTn>
                                            <p:tgtEl>
                                              <p:spTgt spid="464"/>
                                            </p:tgtEl>
                                          </p:cBhvr>
                                        </p:animEffect>
                                      </p:childTnLst>
                                    </p:cTn>
                                  </p:par>
                                  <p:par>
                                    <p:cTn id="29" presetID="25" presetClass="entr" presetSubtype="0" fill="hold" grpId="0" nodeType="withEffect">
                                      <p:stCondLst>
                                        <p:cond delay="250"/>
                                      </p:stCondLst>
                                      <p:childTnLst>
                                        <p:set>
                                          <p:cBhvr>
                                            <p:cTn id="30" dur="1" fill="hold">
                                              <p:stCondLst>
                                                <p:cond delay="0"/>
                                              </p:stCondLst>
                                            </p:cTn>
                                            <p:tgtEl>
                                              <p:spTgt spid="466"/>
                                            </p:tgtEl>
                                            <p:attrNameLst>
                                              <p:attrName>style.visibility</p:attrName>
                                            </p:attrNameLst>
                                          </p:cBhvr>
                                          <p:to>
                                            <p:strVal val="visible"/>
                                          </p:to>
                                        </p:set>
                                        <p:anim calcmode="lin" valueType="num">
                                          <p:cBhvr>
                                            <p:cTn id="31" dur="500" decel="50000" fill="hold">
                                              <p:stCondLst>
                                                <p:cond delay="0"/>
                                              </p:stCondLst>
                                            </p:cTn>
                                            <p:tgtEl>
                                              <p:spTgt spid="466"/>
                                            </p:tgtEl>
                                            <p:attrNameLst>
                                              <p:attrName>style.rotation</p:attrName>
                                            </p:attrNameLst>
                                          </p:cBhvr>
                                          <p:tavLst>
                                            <p:tav tm="0">
                                              <p:val>
                                                <p:fltVal val="-90"/>
                                              </p:val>
                                            </p:tav>
                                            <p:tav tm="100000">
                                              <p:val>
                                                <p:fltVal val="0"/>
                                              </p:val>
                                            </p:tav>
                                          </p:tavLst>
                                        </p:anim>
                                        <p:anim calcmode="lin" valueType="num">
                                          <p:cBhvr>
                                            <p:cTn id="32" dur="500" decel="50000" fill="hold">
                                              <p:stCondLst>
                                                <p:cond delay="0"/>
                                              </p:stCondLst>
                                            </p:cTn>
                                            <p:tgtEl>
                                              <p:spTgt spid="466"/>
                                            </p:tgtEl>
                                            <p:attrNameLst>
                                              <p:attrName>ppt_w</p:attrName>
                                            </p:attrNameLst>
                                          </p:cBhvr>
                                          <p:tavLst>
                                            <p:tav tm="0">
                                              <p:val>
                                                <p:strVal val="#ppt_w"/>
                                              </p:val>
                                            </p:tav>
                                            <p:tav tm="100000">
                                              <p:val>
                                                <p:strVal val="#ppt_w*.05"/>
                                              </p:val>
                                            </p:tav>
                                          </p:tavLst>
                                        </p:anim>
                                        <p:anim calcmode="lin" valueType="num">
                                          <p:cBhvr>
                                            <p:cTn id="33" dur="500" accel="50000" fill="hold">
                                              <p:stCondLst>
                                                <p:cond delay="500"/>
                                              </p:stCondLst>
                                            </p:cTn>
                                            <p:tgtEl>
                                              <p:spTgt spid="466"/>
                                            </p:tgtEl>
                                            <p:attrNameLst>
                                              <p:attrName>ppt_w</p:attrName>
                                            </p:attrNameLst>
                                          </p:cBhvr>
                                          <p:tavLst>
                                            <p:tav tm="0">
                                              <p:val>
                                                <p:strVal val="#ppt_w*.05"/>
                                              </p:val>
                                            </p:tav>
                                            <p:tav tm="100000">
                                              <p:val>
                                                <p:strVal val="#ppt_w"/>
                                              </p:val>
                                            </p:tav>
                                          </p:tavLst>
                                        </p:anim>
                                        <p:anim calcmode="lin" valueType="num">
                                          <p:cBhvr>
                                            <p:cTn id="34" dur="1000" fill="hold"/>
                                            <p:tgtEl>
                                              <p:spTgt spid="466"/>
                                            </p:tgtEl>
                                            <p:attrNameLst>
                                              <p:attrName>ppt_h</p:attrName>
                                            </p:attrNameLst>
                                          </p:cBhvr>
                                          <p:tavLst>
                                            <p:tav tm="0">
                                              <p:val>
                                                <p:strVal val="#ppt_h"/>
                                              </p:val>
                                            </p:tav>
                                            <p:tav tm="100000">
                                              <p:val>
                                                <p:strVal val="#ppt_h"/>
                                              </p:val>
                                            </p:tav>
                                          </p:tavLst>
                                        </p:anim>
                                        <p:anim calcmode="lin" valueType="num">
                                          <p:cBhvr>
                                            <p:cTn id="35" dur="500" decel="50000" fill="hold">
                                              <p:stCondLst>
                                                <p:cond delay="0"/>
                                              </p:stCondLst>
                                            </p:cTn>
                                            <p:tgtEl>
                                              <p:spTgt spid="466"/>
                                            </p:tgtEl>
                                            <p:attrNameLst>
                                              <p:attrName>ppt_x</p:attrName>
                                            </p:attrNameLst>
                                          </p:cBhvr>
                                          <p:tavLst>
                                            <p:tav tm="0">
                                              <p:val>
                                                <p:strVal val="#ppt_x+.4"/>
                                              </p:val>
                                            </p:tav>
                                            <p:tav tm="100000">
                                              <p:val>
                                                <p:strVal val="#ppt_x"/>
                                              </p:val>
                                            </p:tav>
                                          </p:tavLst>
                                        </p:anim>
                                        <p:anim calcmode="lin" valueType="num">
                                          <p:cBhvr>
                                            <p:cTn id="36" dur="500" decel="50000" fill="hold">
                                              <p:stCondLst>
                                                <p:cond delay="0"/>
                                              </p:stCondLst>
                                            </p:cTn>
                                            <p:tgtEl>
                                              <p:spTgt spid="466"/>
                                            </p:tgtEl>
                                            <p:attrNameLst>
                                              <p:attrName>ppt_y</p:attrName>
                                            </p:attrNameLst>
                                          </p:cBhvr>
                                          <p:tavLst>
                                            <p:tav tm="0">
                                              <p:val>
                                                <p:strVal val="#ppt_y-.2"/>
                                              </p:val>
                                            </p:tav>
                                            <p:tav tm="100000">
                                              <p:val>
                                                <p:strVal val="#ppt_y+.1"/>
                                              </p:val>
                                            </p:tav>
                                          </p:tavLst>
                                        </p:anim>
                                        <p:anim calcmode="lin" valueType="num">
                                          <p:cBhvr>
                                            <p:cTn id="37" dur="500" accel="50000" fill="hold">
                                              <p:stCondLst>
                                                <p:cond delay="500"/>
                                              </p:stCondLst>
                                            </p:cTn>
                                            <p:tgtEl>
                                              <p:spTgt spid="466"/>
                                            </p:tgtEl>
                                            <p:attrNameLst>
                                              <p:attrName>ppt_y</p:attrName>
                                            </p:attrNameLst>
                                          </p:cBhvr>
                                          <p:tavLst>
                                            <p:tav tm="0">
                                              <p:val>
                                                <p:strVal val="#ppt_y+.1"/>
                                              </p:val>
                                            </p:tav>
                                            <p:tav tm="100000">
                                              <p:val>
                                                <p:strVal val="#ppt_y"/>
                                              </p:val>
                                            </p:tav>
                                          </p:tavLst>
                                        </p:anim>
                                        <p:animEffect transition="in" filter="fade">
                                          <p:cBhvr>
                                            <p:cTn id="38" dur="1000" decel="50000">
                                              <p:stCondLst>
                                                <p:cond delay="0"/>
                                              </p:stCondLst>
                                            </p:cTn>
                                            <p:tgtEl>
                                              <p:spTgt spid="466"/>
                                            </p:tgtEl>
                                          </p:cBhvr>
                                        </p:animEffect>
                                      </p:childTnLst>
                                    </p:cTn>
                                  </p:par>
                                  <p:par>
                                    <p:cTn id="39" presetID="25" presetClass="entr" presetSubtype="0" fill="hold" grpId="0" nodeType="withEffect">
                                      <p:stCondLst>
                                        <p:cond delay="500"/>
                                      </p:stCondLst>
                                      <p:childTnLst>
                                        <p:set>
                                          <p:cBhvr>
                                            <p:cTn id="40" dur="1" fill="hold">
                                              <p:stCondLst>
                                                <p:cond delay="0"/>
                                              </p:stCondLst>
                                            </p:cTn>
                                            <p:tgtEl>
                                              <p:spTgt spid="468"/>
                                            </p:tgtEl>
                                            <p:attrNameLst>
                                              <p:attrName>style.visibility</p:attrName>
                                            </p:attrNameLst>
                                          </p:cBhvr>
                                          <p:to>
                                            <p:strVal val="visible"/>
                                          </p:to>
                                        </p:set>
                                        <p:anim calcmode="lin" valueType="num">
                                          <p:cBhvr>
                                            <p:cTn id="41" dur="500" decel="50000" fill="hold">
                                              <p:stCondLst>
                                                <p:cond delay="0"/>
                                              </p:stCondLst>
                                            </p:cTn>
                                            <p:tgtEl>
                                              <p:spTgt spid="468"/>
                                            </p:tgtEl>
                                            <p:attrNameLst>
                                              <p:attrName>style.rotation</p:attrName>
                                            </p:attrNameLst>
                                          </p:cBhvr>
                                          <p:tavLst>
                                            <p:tav tm="0">
                                              <p:val>
                                                <p:fltVal val="-90"/>
                                              </p:val>
                                            </p:tav>
                                            <p:tav tm="100000">
                                              <p:val>
                                                <p:fltVal val="0"/>
                                              </p:val>
                                            </p:tav>
                                          </p:tavLst>
                                        </p:anim>
                                        <p:anim calcmode="lin" valueType="num">
                                          <p:cBhvr>
                                            <p:cTn id="42" dur="500" decel="50000" fill="hold">
                                              <p:stCondLst>
                                                <p:cond delay="0"/>
                                              </p:stCondLst>
                                            </p:cTn>
                                            <p:tgtEl>
                                              <p:spTgt spid="468"/>
                                            </p:tgtEl>
                                            <p:attrNameLst>
                                              <p:attrName>ppt_w</p:attrName>
                                            </p:attrNameLst>
                                          </p:cBhvr>
                                          <p:tavLst>
                                            <p:tav tm="0">
                                              <p:val>
                                                <p:strVal val="#ppt_w"/>
                                              </p:val>
                                            </p:tav>
                                            <p:tav tm="100000">
                                              <p:val>
                                                <p:strVal val="#ppt_w*.05"/>
                                              </p:val>
                                            </p:tav>
                                          </p:tavLst>
                                        </p:anim>
                                        <p:anim calcmode="lin" valueType="num">
                                          <p:cBhvr>
                                            <p:cTn id="43" dur="500" accel="50000" fill="hold">
                                              <p:stCondLst>
                                                <p:cond delay="500"/>
                                              </p:stCondLst>
                                            </p:cTn>
                                            <p:tgtEl>
                                              <p:spTgt spid="468"/>
                                            </p:tgtEl>
                                            <p:attrNameLst>
                                              <p:attrName>ppt_w</p:attrName>
                                            </p:attrNameLst>
                                          </p:cBhvr>
                                          <p:tavLst>
                                            <p:tav tm="0">
                                              <p:val>
                                                <p:strVal val="#ppt_w*.05"/>
                                              </p:val>
                                            </p:tav>
                                            <p:tav tm="100000">
                                              <p:val>
                                                <p:strVal val="#ppt_w"/>
                                              </p:val>
                                            </p:tav>
                                          </p:tavLst>
                                        </p:anim>
                                        <p:anim calcmode="lin" valueType="num">
                                          <p:cBhvr>
                                            <p:cTn id="44" dur="1000" fill="hold"/>
                                            <p:tgtEl>
                                              <p:spTgt spid="468"/>
                                            </p:tgtEl>
                                            <p:attrNameLst>
                                              <p:attrName>ppt_h</p:attrName>
                                            </p:attrNameLst>
                                          </p:cBhvr>
                                          <p:tavLst>
                                            <p:tav tm="0">
                                              <p:val>
                                                <p:strVal val="#ppt_h"/>
                                              </p:val>
                                            </p:tav>
                                            <p:tav tm="100000">
                                              <p:val>
                                                <p:strVal val="#ppt_h"/>
                                              </p:val>
                                            </p:tav>
                                          </p:tavLst>
                                        </p:anim>
                                        <p:anim calcmode="lin" valueType="num">
                                          <p:cBhvr>
                                            <p:cTn id="45" dur="500" decel="50000" fill="hold">
                                              <p:stCondLst>
                                                <p:cond delay="0"/>
                                              </p:stCondLst>
                                            </p:cTn>
                                            <p:tgtEl>
                                              <p:spTgt spid="468"/>
                                            </p:tgtEl>
                                            <p:attrNameLst>
                                              <p:attrName>ppt_x</p:attrName>
                                            </p:attrNameLst>
                                          </p:cBhvr>
                                          <p:tavLst>
                                            <p:tav tm="0">
                                              <p:val>
                                                <p:strVal val="#ppt_x+.4"/>
                                              </p:val>
                                            </p:tav>
                                            <p:tav tm="100000">
                                              <p:val>
                                                <p:strVal val="#ppt_x"/>
                                              </p:val>
                                            </p:tav>
                                          </p:tavLst>
                                        </p:anim>
                                        <p:anim calcmode="lin" valueType="num">
                                          <p:cBhvr>
                                            <p:cTn id="46" dur="500" decel="50000" fill="hold">
                                              <p:stCondLst>
                                                <p:cond delay="0"/>
                                              </p:stCondLst>
                                            </p:cTn>
                                            <p:tgtEl>
                                              <p:spTgt spid="468"/>
                                            </p:tgtEl>
                                            <p:attrNameLst>
                                              <p:attrName>ppt_y</p:attrName>
                                            </p:attrNameLst>
                                          </p:cBhvr>
                                          <p:tavLst>
                                            <p:tav tm="0">
                                              <p:val>
                                                <p:strVal val="#ppt_y-.2"/>
                                              </p:val>
                                            </p:tav>
                                            <p:tav tm="100000">
                                              <p:val>
                                                <p:strVal val="#ppt_y+.1"/>
                                              </p:val>
                                            </p:tav>
                                          </p:tavLst>
                                        </p:anim>
                                        <p:anim calcmode="lin" valueType="num">
                                          <p:cBhvr>
                                            <p:cTn id="47" dur="500" accel="50000" fill="hold">
                                              <p:stCondLst>
                                                <p:cond delay="500"/>
                                              </p:stCondLst>
                                            </p:cTn>
                                            <p:tgtEl>
                                              <p:spTgt spid="468"/>
                                            </p:tgtEl>
                                            <p:attrNameLst>
                                              <p:attrName>ppt_y</p:attrName>
                                            </p:attrNameLst>
                                          </p:cBhvr>
                                          <p:tavLst>
                                            <p:tav tm="0">
                                              <p:val>
                                                <p:strVal val="#ppt_y+.1"/>
                                              </p:val>
                                            </p:tav>
                                            <p:tav tm="100000">
                                              <p:val>
                                                <p:strVal val="#ppt_y"/>
                                              </p:val>
                                            </p:tav>
                                          </p:tavLst>
                                        </p:anim>
                                        <p:animEffect transition="in" filter="fade">
                                          <p:cBhvr>
                                            <p:cTn id="48" dur="1000" decel="50000">
                                              <p:stCondLst>
                                                <p:cond delay="0"/>
                                              </p:stCondLst>
                                            </p:cTn>
                                            <p:tgtEl>
                                              <p:spTgt spid="468"/>
                                            </p:tgtEl>
                                          </p:cBhvr>
                                        </p:animEffect>
                                      </p:childTnLst>
                                    </p:cTn>
                                  </p:par>
                                  <p:par>
                                    <p:cTn id="49" presetID="25" presetClass="entr" presetSubtype="0" fill="hold" grpId="0" nodeType="withEffect">
                                      <p:stCondLst>
                                        <p:cond delay="750"/>
                                      </p:stCondLst>
                                      <p:childTnLst>
                                        <p:set>
                                          <p:cBhvr>
                                            <p:cTn id="50" dur="1" fill="hold">
                                              <p:stCondLst>
                                                <p:cond delay="0"/>
                                              </p:stCondLst>
                                            </p:cTn>
                                            <p:tgtEl>
                                              <p:spTgt spid="470"/>
                                            </p:tgtEl>
                                            <p:attrNameLst>
                                              <p:attrName>style.visibility</p:attrName>
                                            </p:attrNameLst>
                                          </p:cBhvr>
                                          <p:to>
                                            <p:strVal val="visible"/>
                                          </p:to>
                                        </p:set>
                                        <p:anim calcmode="lin" valueType="num">
                                          <p:cBhvr>
                                            <p:cTn id="51" dur="500" decel="50000" fill="hold">
                                              <p:stCondLst>
                                                <p:cond delay="0"/>
                                              </p:stCondLst>
                                            </p:cTn>
                                            <p:tgtEl>
                                              <p:spTgt spid="470"/>
                                            </p:tgtEl>
                                            <p:attrNameLst>
                                              <p:attrName>style.rotation</p:attrName>
                                            </p:attrNameLst>
                                          </p:cBhvr>
                                          <p:tavLst>
                                            <p:tav tm="0">
                                              <p:val>
                                                <p:fltVal val="-90"/>
                                              </p:val>
                                            </p:tav>
                                            <p:tav tm="100000">
                                              <p:val>
                                                <p:fltVal val="0"/>
                                              </p:val>
                                            </p:tav>
                                          </p:tavLst>
                                        </p:anim>
                                        <p:anim calcmode="lin" valueType="num">
                                          <p:cBhvr>
                                            <p:cTn id="52" dur="500" decel="50000" fill="hold">
                                              <p:stCondLst>
                                                <p:cond delay="0"/>
                                              </p:stCondLst>
                                            </p:cTn>
                                            <p:tgtEl>
                                              <p:spTgt spid="470"/>
                                            </p:tgtEl>
                                            <p:attrNameLst>
                                              <p:attrName>ppt_w</p:attrName>
                                            </p:attrNameLst>
                                          </p:cBhvr>
                                          <p:tavLst>
                                            <p:tav tm="0">
                                              <p:val>
                                                <p:strVal val="#ppt_w"/>
                                              </p:val>
                                            </p:tav>
                                            <p:tav tm="100000">
                                              <p:val>
                                                <p:strVal val="#ppt_w*.05"/>
                                              </p:val>
                                            </p:tav>
                                          </p:tavLst>
                                        </p:anim>
                                        <p:anim calcmode="lin" valueType="num">
                                          <p:cBhvr>
                                            <p:cTn id="53" dur="500" accel="50000" fill="hold">
                                              <p:stCondLst>
                                                <p:cond delay="500"/>
                                              </p:stCondLst>
                                            </p:cTn>
                                            <p:tgtEl>
                                              <p:spTgt spid="470"/>
                                            </p:tgtEl>
                                            <p:attrNameLst>
                                              <p:attrName>ppt_w</p:attrName>
                                            </p:attrNameLst>
                                          </p:cBhvr>
                                          <p:tavLst>
                                            <p:tav tm="0">
                                              <p:val>
                                                <p:strVal val="#ppt_w*.05"/>
                                              </p:val>
                                            </p:tav>
                                            <p:tav tm="100000">
                                              <p:val>
                                                <p:strVal val="#ppt_w"/>
                                              </p:val>
                                            </p:tav>
                                          </p:tavLst>
                                        </p:anim>
                                        <p:anim calcmode="lin" valueType="num">
                                          <p:cBhvr>
                                            <p:cTn id="54" dur="1000" fill="hold"/>
                                            <p:tgtEl>
                                              <p:spTgt spid="470"/>
                                            </p:tgtEl>
                                            <p:attrNameLst>
                                              <p:attrName>ppt_h</p:attrName>
                                            </p:attrNameLst>
                                          </p:cBhvr>
                                          <p:tavLst>
                                            <p:tav tm="0">
                                              <p:val>
                                                <p:strVal val="#ppt_h"/>
                                              </p:val>
                                            </p:tav>
                                            <p:tav tm="100000">
                                              <p:val>
                                                <p:strVal val="#ppt_h"/>
                                              </p:val>
                                            </p:tav>
                                          </p:tavLst>
                                        </p:anim>
                                        <p:anim calcmode="lin" valueType="num">
                                          <p:cBhvr>
                                            <p:cTn id="55" dur="500" decel="50000" fill="hold">
                                              <p:stCondLst>
                                                <p:cond delay="0"/>
                                              </p:stCondLst>
                                            </p:cTn>
                                            <p:tgtEl>
                                              <p:spTgt spid="470"/>
                                            </p:tgtEl>
                                            <p:attrNameLst>
                                              <p:attrName>ppt_x</p:attrName>
                                            </p:attrNameLst>
                                          </p:cBhvr>
                                          <p:tavLst>
                                            <p:tav tm="0">
                                              <p:val>
                                                <p:strVal val="#ppt_x+.4"/>
                                              </p:val>
                                            </p:tav>
                                            <p:tav tm="100000">
                                              <p:val>
                                                <p:strVal val="#ppt_x"/>
                                              </p:val>
                                            </p:tav>
                                          </p:tavLst>
                                        </p:anim>
                                        <p:anim calcmode="lin" valueType="num">
                                          <p:cBhvr>
                                            <p:cTn id="56" dur="500" decel="50000" fill="hold">
                                              <p:stCondLst>
                                                <p:cond delay="0"/>
                                              </p:stCondLst>
                                            </p:cTn>
                                            <p:tgtEl>
                                              <p:spTgt spid="470"/>
                                            </p:tgtEl>
                                            <p:attrNameLst>
                                              <p:attrName>ppt_y</p:attrName>
                                            </p:attrNameLst>
                                          </p:cBhvr>
                                          <p:tavLst>
                                            <p:tav tm="0">
                                              <p:val>
                                                <p:strVal val="#ppt_y-.2"/>
                                              </p:val>
                                            </p:tav>
                                            <p:tav tm="100000">
                                              <p:val>
                                                <p:strVal val="#ppt_y+.1"/>
                                              </p:val>
                                            </p:tav>
                                          </p:tavLst>
                                        </p:anim>
                                        <p:anim calcmode="lin" valueType="num">
                                          <p:cBhvr>
                                            <p:cTn id="57" dur="500" accel="50000" fill="hold">
                                              <p:stCondLst>
                                                <p:cond delay="500"/>
                                              </p:stCondLst>
                                            </p:cTn>
                                            <p:tgtEl>
                                              <p:spTgt spid="470"/>
                                            </p:tgtEl>
                                            <p:attrNameLst>
                                              <p:attrName>ppt_y</p:attrName>
                                            </p:attrNameLst>
                                          </p:cBhvr>
                                          <p:tavLst>
                                            <p:tav tm="0">
                                              <p:val>
                                                <p:strVal val="#ppt_y+.1"/>
                                              </p:val>
                                            </p:tav>
                                            <p:tav tm="100000">
                                              <p:val>
                                                <p:strVal val="#ppt_y"/>
                                              </p:val>
                                            </p:tav>
                                          </p:tavLst>
                                        </p:anim>
                                        <p:animEffect transition="in" filter="fade">
                                          <p:cBhvr>
                                            <p:cTn id="58" dur="1000" decel="50000">
                                              <p:stCondLst>
                                                <p:cond delay="0"/>
                                              </p:stCondLst>
                                            </p:cTn>
                                            <p:tgtEl>
                                              <p:spTgt spid="470"/>
                                            </p:tgtEl>
                                          </p:cBhvr>
                                        </p:animEffect>
                                      </p:childTnLst>
                                    </p:cTn>
                                  </p:par>
                                </p:childTnLst>
                              </p:cTn>
                            </p:par>
                            <p:par>
                              <p:cTn id="59" fill="hold">
                                <p:stCondLst>
                                  <p:cond delay="1500"/>
                                </p:stCondLst>
                                <p:childTnLst>
                                  <p:par>
                                    <p:cTn id="60" presetID="22" presetClass="entr" presetSubtype="8" fill="hold" grpId="0" nodeType="afterEffect">
                                      <p:stCondLst>
                                        <p:cond delay="0"/>
                                      </p:stCondLst>
                                      <p:childTnLst>
                                        <p:set>
                                          <p:cBhvr>
                                            <p:cTn id="61" dur="1" fill="hold">
                                              <p:stCondLst>
                                                <p:cond delay="0"/>
                                              </p:stCondLst>
                                            </p:cTn>
                                            <p:tgtEl>
                                              <p:spTgt spid="463"/>
                                            </p:tgtEl>
                                            <p:attrNameLst>
                                              <p:attrName>style.visibility</p:attrName>
                                            </p:attrNameLst>
                                          </p:cBhvr>
                                          <p:to>
                                            <p:strVal val="visible"/>
                                          </p:to>
                                        </p:set>
                                        <p:animEffect transition="in" filter="wipe(left)">
                                          <p:cBhvr>
                                            <p:cTn id="62" dur="500"/>
                                            <p:tgtEl>
                                              <p:spTgt spid="463"/>
                                            </p:tgtEl>
                                          </p:cBhvr>
                                        </p:animEffect>
                                      </p:childTnLst>
                                    </p:cTn>
                                  </p:par>
                                  <p:par>
                                    <p:cTn id="63" presetID="22" presetClass="entr" presetSubtype="8" fill="hold" grpId="0" nodeType="withEffect">
                                      <p:stCondLst>
                                        <p:cond delay="0"/>
                                      </p:stCondLst>
                                      <p:childTnLst>
                                        <p:set>
                                          <p:cBhvr>
                                            <p:cTn id="64" dur="1" fill="hold">
                                              <p:stCondLst>
                                                <p:cond delay="0"/>
                                              </p:stCondLst>
                                            </p:cTn>
                                            <p:tgtEl>
                                              <p:spTgt spid="465"/>
                                            </p:tgtEl>
                                            <p:attrNameLst>
                                              <p:attrName>style.visibility</p:attrName>
                                            </p:attrNameLst>
                                          </p:cBhvr>
                                          <p:to>
                                            <p:strVal val="visible"/>
                                          </p:to>
                                        </p:set>
                                        <p:animEffect transition="in" filter="wipe(left)">
                                          <p:cBhvr>
                                            <p:cTn id="65" dur="500"/>
                                            <p:tgtEl>
                                              <p:spTgt spid="465"/>
                                            </p:tgtEl>
                                          </p:cBhvr>
                                        </p:animEffect>
                                      </p:childTnLst>
                                    </p:cTn>
                                  </p:par>
                                  <p:par>
                                    <p:cTn id="66" presetID="22" presetClass="entr" presetSubtype="8" fill="hold" grpId="0" nodeType="withEffect">
                                      <p:stCondLst>
                                        <p:cond delay="0"/>
                                      </p:stCondLst>
                                      <p:childTnLst>
                                        <p:set>
                                          <p:cBhvr>
                                            <p:cTn id="67" dur="1" fill="hold">
                                              <p:stCondLst>
                                                <p:cond delay="0"/>
                                              </p:stCondLst>
                                            </p:cTn>
                                            <p:tgtEl>
                                              <p:spTgt spid="467"/>
                                            </p:tgtEl>
                                            <p:attrNameLst>
                                              <p:attrName>style.visibility</p:attrName>
                                            </p:attrNameLst>
                                          </p:cBhvr>
                                          <p:to>
                                            <p:strVal val="visible"/>
                                          </p:to>
                                        </p:set>
                                        <p:animEffect transition="in" filter="wipe(left)">
                                          <p:cBhvr>
                                            <p:cTn id="68" dur="500"/>
                                            <p:tgtEl>
                                              <p:spTgt spid="467"/>
                                            </p:tgtEl>
                                          </p:cBhvr>
                                        </p:animEffect>
                                      </p:childTnLst>
                                    </p:cTn>
                                  </p:par>
                                  <p:par>
                                    <p:cTn id="69" presetID="22" presetClass="entr" presetSubtype="8" fill="hold" grpId="0" nodeType="withEffect">
                                      <p:stCondLst>
                                        <p:cond delay="0"/>
                                      </p:stCondLst>
                                      <p:childTnLst>
                                        <p:set>
                                          <p:cBhvr>
                                            <p:cTn id="70" dur="1" fill="hold">
                                              <p:stCondLst>
                                                <p:cond delay="0"/>
                                              </p:stCondLst>
                                            </p:cTn>
                                            <p:tgtEl>
                                              <p:spTgt spid="469"/>
                                            </p:tgtEl>
                                            <p:attrNameLst>
                                              <p:attrName>style.visibility</p:attrName>
                                            </p:attrNameLst>
                                          </p:cBhvr>
                                          <p:to>
                                            <p:strVal val="visible"/>
                                          </p:to>
                                        </p:set>
                                        <p:animEffect transition="in" filter="wipe(left)">
                                          <p:cBhvr>
                                            <p:cTn id="71" dur="500"/>
                                            <p:tgtEl>
                                              <p:spTgt spid="469"/>
                                            </p:tgtEl>
                                          </p:cBhvr>
                                        </p:animEffect>
                                      </p:childTnLst>
                                    </p:cTn>
                                  </p:par>
                                </p:childTnLst>
                              </p:cTn>
                            </p:par>
                            <p:par>
                              <p:cTn id="72" fill="hold">
                                <p:stCondLst>
                                  <p:cond delay="2000"/>
                                </p:stCondLst>
                                <p:childTnLst>
                                  <p:par>
                                    <p:cTn id="73" presetID="10" presetClass="entr" presetSubtype="0" fill="hold" grpId="0" nodeType="afterEffect">
                                      <p:stCondLst>
                                        <p:cond delay="0"/>
                                      </p:stCondLst>
                                      <p:childTnLst>
                                        <p:set>
                                          <p:cBhvr>
                                            <p:cTn id="74" dur="1" fill="hold">
                                              <p:stCondLst>
                                                <p:cond delay="0"/>
                                              </p:stCondLst>
                                            </p:cTn>
                                            <p:tgtEl>
                                              <p:spTgt spid="471"/>
                                            </p:tgtEl>
                                            <p:attrNameLst>
                                              <p:attrName>style.visibility</p:attrName>
                                            </p:attrNameLst>
                                          </p:cBhvr>
                                          <p:to>
                                            <p:strVal val="visible"/>
                                          </p:to>
                                        </p:set>
                                        <p:animEffect transition="in" filter="fade">
                                          <p:cBhvr>
                                            <p:cTn id="75" dur="500"/>
                                            <p:tgtEl>
                                              <p:spTgt spid="471"/>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472"/>
                                            </p:tgtEl>
                                            <p:attrNameLst>
                                              <p:attrName>style.visibility</p:attrName>
                                            </p:attrNameLst>
                                          </p:cBhvr>
                                          <p:to>
                                            <p:strVal val="visible"/>
                                          </p:to>
                                        </p:set>
                                        <p:animEffect transition="in" filter="fade">
                                          <p:cBhvr>
                                            <p:cTn id="78" dur="500"/>
                                            <p:tgtEl>
                                              <p:spTgt spid="472"/>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473"/>
                                            </p:tgtEl>
                                            <p:attrNameLst>
                                              <p:attrName>style.visibility</p:attrName>
                                            </p:attrNameLst>
                                          </p:cBhvr>
                                          <p:to>
                                            <p:strVal val="visible"/>
                                          </p:to>
                                        </p:set>
                                        <p:animEffect transition="in" filter="fade">
                                          <p:cBhvr>
                                            <p:cTn id="81" dur="500"/>
                                            <p:tgtEl>
                                              <p:spTgt spid="473"/>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474"/>
                                            </p:tgtEl>
                                            <p:attrNameLst>
                                              <p:attrName>style.visibility</p:attrName>
                                            </p:attrNameLst>
                                          </p:cBhvr>
                                          <p:to>
                                            <p:strVal val="visible"/>
                                          </p:to>
                                        </p:set>
                                        <p:animEffect transition="in" filter="fade">
                                          <p:cBhvr>
                                            <p:cTn id="84" dur="500"/>
                                            <p:tgtEl>
                                              <p:spTgt spid="4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63" grpId="0" animBg="1"/>
          <p:bldP spid="464" grpId="0" animBg="1"/>
          <p:bldP spid="465" grpId="0" animBg="1"/>
          <p:bldP spid="466" grpId="0" animBg="1"/>
          <p:bldP spid="467" grpId="0" animBg="1"/>
          <p:bldP spid="468" grpId="0" animBg="1"/>
          <p:bldP spid="469" grpId="0" animBg="1"/>
          <p:bldP spid="470" grpId="0" animBg="1"/>
          <p:bldP spid="471" grpId="0"/>
          <p:bldP spid="472" grpId="0"/>
          <p:bldP spid="473" grpId="0"/>
          <p:bldP spid="474" grpId="0"/>
        </p:bldLst>
      </p:timing>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718097" y="215973"/>
            <a:ext cx="2794359" cy="584775"/>
          </a:xfrm>
          <a:prstGeom prst="rect">
            <a:avLst/>
          </a:prstGeom>
          <a:noFill/>
        </p:spPr>
        <p:txBody>
          <a:bodyPr wrap="square" rtlCol="0">
            <a:spAutoFit/>
          </a:bodyPr>
          <a:lstStyle/>
          <a:p>
            <a:r>
              <a:rPr lang="en-US" altLang="zh-CN" sz="3200" dirty="0" smtClean="0">
                <a:latin typeface="Senty小丸子" panose="03000600000000000000" pitchFamily="66" charset="-122"/>
                <a:ea typeface="Senty小丸子" panose="03000600000000000000" pitchFamily="66" charset="-122"/>
              </a:rPr>
              <a:t>04 </a:t>
            </a:r>
            <a:r>
              <a:rPr lang="zh-CN" altLang="en-US" sz="3200" dirty="0" smtClean="0">
                <a:latin typeface="Senty小丸子" panose="03000600000000000000" pitchFamily="66" charset="-122"/>
                <a:ea typeface="Senty小丸子" panose="03000600000000000000" pitchFamily="66" charset="-122"/>
              </a:rPr>
              <a:t>教学反思</a:t>
            </a:r>
            <a:endParaRPr lang="zh-CN" altLang="en-US" sz="3200" dirty="0">
              <a:latin typeface="Senty小丸子" panose="03000600000000000000" pitchFamily="66" charset="-122"/>
              <a:ea typeface="Senty小丸子" panose="03000600000000000000" pitchFamily="66" charset="-122"/>
            </a:endParaRPr>
          </a:p>
        </p:txBody>
      </p:sp>
      <p:grpSp>
        <p:nvGrpSpPr>
          <p:cNvPr id="3" name="Group 4"/>
          <p:cNvGrpSpPr>
            <a:grpSpLocks noChangeAspect="1"/>
          </p:cNvGrpSpPr>
          <p:nvPr/>
        </p:nvGrpSpPr>
        <p:grpSpPr bwMode="auto">
          <a:xfrm>
            <a:off x="145143" y="171426"/>
            <a:ext cx="439541" cy="518530"/>
            <a:chOff x="3082" y="1214"/>
            <a:chExt cx="1623" cy="1896"/>
          </a:xfrm>
          <a:solidFill>
            <a:schemeClr val="tx1"/>
          </a:solidFill>
        </p:grpSpPr>
        <p:grpSp>
          <p:nvGrpSpPr>
            <p:cNvPr id="4" name="Group 205"/>
            <p:cNvGrpSpPr/>
            <p:nvPr/>
          </p:nvGrpSpPr>
          <p:grpSpPr bwMode="auto">
            <a:xfrm>
              <a:off x="3082" y="1214"/>
              <a:ext cx="1623" cy="1603"/>
              <a:chOff x="3082" y="1214"/>
              <a:chExt cx="1623" cy="1603"/>
            </a:xfrm>
            <a:grpFill/>
          </p:grpSpPr>
          <p:sp>
            <p:nvSpPr>
              <p:cNvPr id="252" name="Freeform 5"/>
              <p:cNvSpPr/>
              <p:nvPr/>
            </p:nvSpPr>
            <p:spPr bwMode="auto">
              <a:xfrm>
                <a:off x="3608" y="2103"/>
                <a:ext cx="13" cy="0"/>
              </a:xfrm>
              <a:custGeom>
                <a:avLst/>
                <a:gdLst>
                  <a:gd name="T0" fmla="*/ 0 w 6"/>
                  <a:gd name="T1" fmla="*/ 6 w 6"/>
                  <a:gd name="T2" fmla="*/ 0 w 6"/>
                </a:gdLst>
                <a:ahLst/>
                <a:cxnLst>
                  <a:cxn ang="0">
                    <a:pos x="T0" y="0"/>
                  </a:cxn>
                  <a:cxn ang="0">
                    <a:pos x="T1" y="0"/>
                  </a:cxn>
                  <a:cxn ang="0">
                    <a:pos x="T2" y="0"/>
                  </a:cxn>
                </a:cxnLst>
                <a:rect l="0" t="0" r="r" b="b"/>
                <a:pathLst>
                  <a:path w="6">
                    <a:moveTo>
                      <a:pt x="0" y="0"/>
                    </a:moveTo>
                    <a:cubicBezTo>
                      <a:pt x="1" y="0"/>
                      <a:pt x="3" y="0"/>
                      <a:pt x="6" y="0"/>
                    </a:cubicBezTo>
                    <a:cubicBezTo>
                      <a:pt x="3" y="0"/>
                      <a:pt x="2"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3" name="Freeform 6"/>
              <p:cNvSpPr/>
              <p:nvPr/>
            </p:nvSpPr>
            <p:spPr bwMode="auto">
              <a:xfrm>
                <a:off x="3576" y="1893"/>
                <a:ext cx="5"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0" y="0"/>
                      <a:pt x="0" y="0"/>
                    </a:cubicBezTo>
                    <a:cubicBezTo>
                      <a:pt x="0" y="0"/>
                      <a:pt x="0" y="0"/>
                      <a:pt x="0" y="0"/>
                    </a:cubicBezTo>
                    <a:cubicBezTo>
                      <a:pt x="0" y="0"/>
                      <a:pt x="0" y="0"/>
                      <a:pt x="0" y="0"/>
                    </a:cubicBezTo>
                    <a:cubicBezTo>
                      <a:pt x="1" y="0"/>
                      <a:pt x="1" y="0"/>
                      <a:pt x="2" y="0"/>
                    </a:cubicBezTo>
                    <a:cubicBezTo>
                      <a:pt x="2" y="0"/>
                      <a:pt x="2" y="0"/>
                      <a:pt x="2"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4" name="Freeform 7"/>
              <p:cNvSpPr/>
              <p:nvPr/>
            </p:nvSpPr>
            <p:spPr bwMode="auto">
              <a:xfrm>
                <a:off x="3615" y="1903"/>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0"/>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5" name="Freeform 8"/>
              <p:cNvSpPr/>
              <p:nvPr/>
            </p:nvSpPr>
            <p:spPr bwMode="auto">
              <a:xfrm>
                <a:off x="3566" y="1893"/>
                <a:ext cx="6" cy="0"/>
              </a:xfrm>
              <a:custGeom>
                <a:avLst/>
                <a:gdLst>
                  <a:gd name="T0" fmla="*/ 3 w 3"/>
                  <a:gd name="T1" fmla="*/ 3 w 3"/>
                </a:gdLst>
                <a:ahLst/>
                <a:cxnLst>
                  <a:cxn ang="0">
                    <a:pos x="T0" y="0"/>
                  </a:cxn>
                  <a:cxn ang="0">
                    <a:pos x="T1" y="0"/>
                  </a:cxn>
                </a:cxnLst>
                <a:rect l="0" t="0" r="r" b="b"/>
                <a:pathLst>
                  <a:path w="3">
                    <a:moveTo>
                      <a:pt x="3" y="0"/>
                    </a:moveTo>
                    <a:cubicBezTo>
                      <a:pt x="0" y="0"/>
                      <a:pt x="1"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6" name="Freeform 9"/>
              <p:cNvSpPr/>
              <p:nvPr/>
            </p:nvSpPr>
            <p:spPr bwMode="auto">
              <a:xfrm>
                <a:off x="3820" y="2304"/>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7" name="Freeform 10"/>
              <p:cNvSpPr/>
              <p:nvPr/>
            </p:nvSpPr>
            <p:spPr bwMode="auto">
              <a:xfrm>
                <a:off x="3642" y="2209"/>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8" name="Freeform 11"/>
              <p:cNvSpPr/>
              <p:nvPr/>
            </p:nvSpPr>
            <p:spPr bwMode="auto">
              <a:xfrm>
                <a:off x="3549" y="2154"/>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0"/>
                      <a:pt x="1" y="1"/>
                      <a:pt x="1"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9" name="Freeform 12"/>
              <p:cNvSpPr/>
              <p:nvPr/>
            </p:nvSpPr>
            <p:spPr bwMode="auto">
              <a:xfrm>
                <a:off x="3610" y="1895"/>
                <a:ext cx="9" cy="8"/>
              </a:xfrm>
              <a:custGeom>
                <a:avLst/>
                <a:gdLst>
                  <a:gd name="T0" fmla="*/ 1 w 4"/>
                  <a:gd name="T1" fmla="*/ 1 h 4"/>
                  <a:gd name="T2" fmla="*/ 1 w 4"/>
                  <a:gd name="T3" fmla="*/ 2 h 4"/>
                  <a:gd name="T4" fmla="*/ 0 w 4"/>
                  <a:gd name="T5" fmla="*/ 2 h 4"/>
                  <a:gd name="T6" fmla="*/ 2 w 4"/>
                  <a:gd name="T7" fmla="*/ 4 h 4"/>
                  <a:gd name="T8" fmla="*/ 2 w 4"/>
                  <a:gd name="T9" fmla="*/ 2 h 4"/>
                  <a:gd name="T10" fmla="*/ 3 w 4"/>
                  <a:gd name="T11" fmla="*/ 1 h 4"/>
                  <a:gd name="T12" fmla="*/ 4 w 4"/>
                  <a:gd name="T13" fmla="*/ 0 h 4"/>
                  <a:gd name="T14" fmla="*/ 4 w 4"/>
                  <a:gd name="T15" fmla="*/ 0 h 4"/>
                  <a:gd name="T16" fmla="*/ 4 w 4"/>
                  <a:gd name="T17" fmla="*/ 0 h 4"/>
                  <a:gd name="T18" fmla="*/ 2 w 4"/>
                  <a:gd name="T19" fmla="*/ 0 h 4"/>
                  <a:gd name="T20" fmla="*/ 2 w 4"/>
                  <a:gd name="T21" fmla="*/ 0 h 4"/>
                  <a:gd name="T22" fmla="*/ 1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1" y="1"/>
                    </a:moveTo>
                    <a:cubicBezTo>
                      <a:pt x="1" y="2"/>
                      <a:pt x="1" y="2"/>
                      <a:pt x="1" y="2"/>
                    </a:cubicBezTo>
                    <a:cubicBezTo>
                      <a:pt x="1" y="2"/>
                      <a:pt x="0" y="2"/>
                      <a:pt x="0" y="2"/>
                    </a:cubicBezTo>
                    <a:cubicBezTo>
                      <a:pt x="1" y="2"/>
                      <a:pt x="2" y="3"/>
                      <a:pt x="2" y="4"/>
                    </a:cubicBezTo>
                    <a:cubicBezTo>
                      <a:pt x="2" y="3"/>
                      <a:pt x="2" y="3"/>
                      <a:pt x="2" y="2"/>
                    </a:cubicBezTo>
                    <a:cubicBezTo>
                      <a:pt x="3" y="1"/>
                      <a:pt x="3" y="1"/>
                      <a:pt x="3" y="1"/>
                    </a:cubicBezTo>
                    <a:cubicBezTo>
                      <a:pt x="4" y="0"/>
                      <a:pt x="4" y="0"/>
                      <a:pt x="4" y="0"/>
                    </a:cubicBezTo>
                    <a:cubicBezTo>
                      <a:pt x="4" y="0"/>
                      <a:pt x="4" y="0"/>
                      <a:pt x="4" y="0"/>
                    </a:cubicBezTo>
                    <a:cubicBezTo>
                      <a:pt x="4" y="0"/>
                      <a:pt x="4" y="0"/>
                      <a:pt x="4" y="0"/>
                    </a:cubicBezTo>
                    <a:cubicBezTo>
                      <a:pt x="3" y="0"/>
                      <a:pt x="2" y="0"/>
                      <a:pt x="2" y="0"/>
                    </a:cubicBezTo>
                    <a:cubicBezTo>
                      <a:pt x="2" y="0"/>
                      <a:pt x="2" y="0"/>
                      <a:pt x="2" y="0"/>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0" name="Freeform 13"/>
              <p:cNvSpPr/>
              <p:nvPr/>
            </p:nvSpPr>
            <p:spPr bwMode="auto">
              <a:xfrm>
                <a:off x="3926" y="1914"/>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1" name="Freeform 14"/>
              <p:cNvSpPr/>
              <p:nvPr/>
            </p:nvSpPr>
            <p:spPr bwMode="auto">
              <a:xfrm>
                <a:off x="3810" y="1774"/>
                <a:ext cx="2" cy="4"/>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0" y="2"/>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2" name="Freeform 15"/>
              <p:cNvSpPr/>
              <p:nvPr/>
            </p:nvSpPr>
            <p:spPr bwMode="auto">
              <a:xfrm>
                <a:off x="3846" y="2474"/>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3" name="Freeform 16"/>
              <p:cNvSpPr/>
              <p:nvPr/>
            </p:nvSpPr>
            <p:spPr bwMode="auto">
              <a:xfrm>
                <a:off x="3943" y="2546"/>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4" name="Freeform 17"/>
              <p:cNvSpPr/>
              <p:nvPr/>
            </p:nvSpPr>
            <p:spPr bwMode="auto">
              <a:xfrm>
                <a:off x="3846" y="2474"/>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5" name="Freeform 18"/>
              <p:cNvSpPr/>
              <p:nvPr/>
            </p:nvSpPr>
            <p:spPr bwMode="auto">
              <a:xfrm>
                <a:off x="4156" y="22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6" name="Freeform 19"/>
              <p:cNvSpPr/>
              <p:nvPr/>
            </p:nvSpPr>
            <p:spPr bwMode="auto">
              <a:xfrm>
                <a:off x="4056" y="2213"/>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7" name="Freeform 20"/>
              <p:cNvSpPr/>
              <p:nvPr/>
            </p:nvSpPr>
            <p:spPr bwMode="auto">
              <a:xfrm>
                <a:off x="3837" y="2470"/>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8" name="Freeform 21"/>
              <p:cNvSpPr/>
              <p:nvPr/>
            </p:nvSpPr>
            <p:spPr bwMode="auto">
              <a:xfrm>
                <a:off x="3954" y="2311"/>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9" name="Freeform 22"/>
              <p:cNvSpPr/>
              <p:nvPr/>
            </p:nvSpPr>
            <p:spPr bwMode="auto">
              <a:xfrm>
                <a:off x="3576" y="18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0" name="Freeform 23"/>
              <p:cNvSpPr/>
              <p:nvPr/>
            </p:nvSpPr>
            <p:spPr bwMode="auto">
              <a:xfrm>
                <a:off x="3281" y="254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1" name="Freeform 24"/>
              <p:cNvSpPr/>
              <p:nvPr/>
            </p:nvSpPr>
            <p:spPr bwMode="auto">
              <a:xfrm>
                <a:off x="3364" y="2470"/>
                <a:ext cx="2" cy="4"/>
              </a:xfrm>
              <a:custGeom>
                <a:avLst/>
                <a:gdLst>
                  <a:gd name="T0" fmla="*/ 1 w 1"/>
                  <a:gd name="T1" fmla="*/ 2 h 2"/>
                  <a:gd name="T2" fmla="*/ 1 w 1"/>
                  <a:gd name="T3" fmla="*/ 1 h 2"/>
                  <a:gd name="T4" fmla="*/ 1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0" y="0"/>
                      <a:pt x="1" y="1"/>
                      <a:pt x="1" y="1"/>
                    </a:cubicBezTo>
                    <a:cubicBezTo>
                      <a:pt x="1" y="1"/>
                      <a:pt x="1"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2" name="Freeform 25"/>
              <p:cNvSpPr/>
              <p:nvPr/>
            </p:nvSpPr>
            <p:spPr bwMode="auto">
              <a:xfrm>
                <a:off x="3360" y="2470"/>
                <a:ext cx="2"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3" name="Freeform 26"/>
              <p:cNvSpPr/>
              <p:nvPr/>
            </p:nvSpPr>
            <p:spPr bwMode="auto">
              <a:xfrm>
                <a:off x="3353" y="2470"/>
                <a:ext cx="3" cy="4"/>
              </a:xfrm>
              <a:custGeom>
                <a:avLst/>
                <a:gdLst>
                  <a:gd name="T0" fmla="*/ 1 w 1"/>
                  <a:gd name="T1" fmla="*/ 2 h 2"/>
                  <a:gd name="T2" fmla="*/ 0 w 1"/>
                  <a:gd name="T3" fmla="*/ 1 h 2"/>
                  <a:gd name="T4" fmla="*/ 1 w 1"/>
                  <a:gd name="T5" fmla="*/ 2 h 2"/>
                </a:gdLst>
                <a:ahLst/>
                <a:cxnLst>
                  <a:cxn ang="0">
                    <a:pos x="T0" y="T1"/>
                  </a:cxn>
                  <a:cxn ang="0">
                    <a:pos x="T2" y="T3"/>
                  </a:cxn>
                  <a:cxn ang="0">
                    <a:pos x="T4" y="T5"/>
                  </a:cxn>
                </a:cxnLst>
                <a:rect l="0" t="0" r="r" b="b"/>
                <a:pathLst>
                  <a:path w="1" h="2">
                    <a:moveTo>
                      <a:pt x="1" y="2"/>
                    </a:moveTo>
                    <a:cubicBezTo>
                      <a:pt x="0" y="0"/>
                      <a:pt x="1" y="1"/>
                      <a:pt x="0" y="1"/>
                    </a:cubicBezTo>
                    <a:cubicBezTo>
                      <a:pt x="1" y="1"/>
                      <a:pt x="1"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4" name="Freeform 27"/>
              <p:cNvSpPr/>
              <p:nvPr/>
            </p:nvSpPr>
            <p:spPr bwMode="auto">
              <a:xfrm>
                <a:off x="3392" y="2482"/>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1"/>
                      <a:pt x="1" y="1"/>
                    </a:cubicBezTo>
                    <a:cubicBezTo>
                      <a:pt x="0" y="0"/>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5" name="Freeform 28"/>
              <p:cNvSpPr/>
              <p:nvPr/>
            </p:nvSpPr>
            <p:spPr bwMode="auto">
              <a:xfrm>
                <a:off x="3390" y="2480"/>
                <a:ext cx="2" cy="7"/>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0"/>
                      <a:pt x="0" y="0"/>
                      <a:pt x="0" y="0"/>
                    </a:cubicBezTo>
                    <a:cubicBezTo>
                      <a:pt x="0" y="2"/>
                      <a:pt x="1" y="2"/>
                      <a:pt x="1"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6" name="Freeform 29"/>
              <p:cNvSpPr/>
              <p:nvPr/>
            </p:nvSpPr>
            <p:spPr bwMode="auto">
              <a:xfrm>
                <a:off x="3341" y="2474"/>
                <a:ext cx="2" cy="4"/>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1"/>
                      <a:pt x="1" y="1"/>
                      <a:pt x="1" y="2"/>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7" name="Freeform 30"/>
              <p:cNvSpPr/>
              <p:nvPr/>
            </p:nvSpPr>
            <p:spPr bwMode="auto">
              <a:xfrm>
                <a:off x="3822" y="2279"/>
                <a:ext cx="5" cy="4"/>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0" y="1"/>
                      <a:pt x="0" y="1"/>
                    </a:cubicBezTo>
                    <a:cubicBezTo>
                      <a:pt x="0" y="2"/>
                      <a:pt x="0" y="2"/>
                      <a:pt x="0" y="2"/>
                    </a:cubicBezTo>
                    <a:cubicBezTo>
                      <a:pt x="1" y="1"/>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8" name="Freeform 31"/>
              <p:cNvSpPr/>
              <p:nvPr/>
            </p:nvSpPr>
            <p:spPr bwMode="auto">
              <a:xfrm>
                <a:off x="3292" y="2529"/>
                <a:ext cx="2" cy="2"/>
              </a:xfrm>
              <a:custGeom>
                <a:avLst/>
                <a:gdLst>
                  <a:gd name="T0" fmla="*/ 2 w 2"/>
                  <a:gd name="T1" fmla="*/ 2 h 2"/>
                  <a:gd name="T2" fmla="*/ 0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0" y="0"/>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9" name="Freeform 32"/>
              <p:cNvSpPr/>
              <p:nvPr/>
            </p:nvSpPr>
            <p:spPr bwMode="auto">
              <a:xfrm>
                <a:off x="3699" y="2796"/>
                <a:ext cx="7" cy="5"/>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3" y="1"/>
                      <a:pt x="2" y="0"/>
                      <a:pt x="2" y="0"/>
                    </a:cubicBezTo>
                    <a:cubicBezTo>
                      <a:pt x="0" y="0"/>
                      <a:pt x="3"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0" name="Freeform 33"/>
              <p:cNvSpPr/>
              <p:nvPr/>
            </p:nvSpPr>
            <p:spPr bwMode="auto">
              <a:xfrm>
                <a:off x="4616" y="1870"/>
                <a:ext cx="2"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1" name="Freeform 34"/>
              <p:cNvSpPr/>
              <p:nvPr/>
            </p:nvSpPr>
            <p:spPr bwMode="auto">
              <a:xfrm>
                <a:off x="3262" y="2567"/>
                <a:ext cx="4" cy="4"/>
              </a:xfrm>
              <a:custGeom>
                <a:avLst/>
                <a:gdLst>
                  <a:gd name="T0" fmla="*/ 0 w 4"/>
                  <a:gd name="T1" fmla="*/ 2 h 4"/>
                  <a:gd name="T2" fmla="*/ 4 w 4"/>
                  <a:gd name="T3" fmla="*/ 4 h 4"/>
                  <a:gd name="T4" fmla="*/ 0 w 4"/>
                  <a:gd name="T5" fmla="*/ 0 h 4"/>
                  <a:gd name="T6" fmla="*/ 0 w 4"/>
                  <a:gd name="T7" fmla="*/ 2 h 4"/>
                </a:gdLst>
                <a:ahLst/>
                <a:cxnLst>
                  <a:cxn ang="0">
                    <a:pos x="T0" y="T1"/>
                  </a:cxn>
                  <a:cxn ang="0">
                    <a:pos x="T2" y="T3"/>
                  </a:cxn>
                  <a:cxn ang="0">
                    <a:pos x="T4" y="T5"/>
                  </a:cxn>
                  <a:cxn ang="0">
                    <a:pos x="T6" y="T7"/>
                  </a:cxn>
                </a:cxnLst>
                <a:rect l="0" t="0" r="r" b="b"/>
                <a:pathLst>
                  <a:path w="4" h="4">
                    <a:moveTo>
                      <a:pt x="0" y="2"/>
                    </a:moveTo>
                    <a:lnTo>
                      <a:pt x="4" y="4"/>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2" name="Freeform 35"/>
              <p:cNvSpPr/>
              <p:nvPr/>
            </p:nvSpPr>
            <p:spPr bwMode="auto">
              <a:xfrm>
                <a:off x="3570" y="1893"/>
                <a:ext cx="6" cy="6"/>
              </a:xfrm>
              <a:custGeom>
                <a:avLst/>
                <a:gdLst>
                  <a:gd name="T0" fmla="*/ 1 w 3"/>
                  <a:gd name="T1" fmla="*/ 0 h 3"/>
                  <a:gd name="T2" fmla="*/ 1 w 3"/>
                  <a:gd name="T3" fmla="*/ 0 h 3"/>
                  <a:gd name="T4" fmla="*/ 1 w 3"/>
                  <a:gd name="T5" fmla="*/ 0 h 3"/>
                  <a:gd name="T6" fmla="*/ 1 w 3"/>
                  <a:gd name="T7" fmla="*/ 0 h 3"/>
                  <a:gd name="T8" fmla="*/ 1 w 3"/>
                  <a:gd name="T9" fmla="*/ 0 h 3"/>
                  <a:gd name="T10" fmla="*/ 2 w 3"/>
                  <a:gd name="T11" fmla="*/ 1 h 3"/>
                  <a:gd name="T12" fmla="*/ 0 w 3"/>
                  <a:gd name="T13" fmla="*/ 2 h 3"/>
                  <a:gd name="T14" fmla="*/ 2 w 3"/>
                  <a:gd name="T15" fmla="*/ 2 h 3"/>
                  <a:gd name="T16" fmla="*/ 3 w 3"/>
                  <a:gd name="T17" fmla="*/ 0 h 3"/>
                  <a:gd name="T18" fmla="*/ 1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1" y="0"/>
                    </a:moveTo>
                    <a:cubicBezTo>
                      <a:pt x="1" y="0"/>
                      <a:pt x="1" y="0"/>
                      <a:pt x="1" y="0"/>
                    </a:cubicBezTo>
                    <a:cubicBezTo>
                      <a:pt x="1" y="0"/>
                      <a:pt x="1" y="0"/>
                      <a:pt x="1" y="0"/>
                    </a:cubicBezTo>
                    <a:cubicBezTo>
                      <a:pt x="1" y="0"/>
                      <a:pt x="1" y="0"/>
                      <a:pt x="1" y="0"/>
                    </a:cubicBezTo>
                    <a:cubicBezTo>
                      <a:pt x="1" y="0"/>
                      <a:pt x="1" y="0"/>
                      <a:pt x="1" y="0"/>
                    </a:cubicBezTo>
                    <a:cubicBezTo>
                      <a:pt x="2" y="1"/>
                      <a:pt x="2" y="1"/>
                      <a:pt x="2" y="1"/>
                    </a:cubicBezTo>
                    <a:cubicBezTo>
                      <a:pt x="1" y="2"/>
                      <a:pt x="0" y="0"/>
                      <a:pt x="0" y="2"/>
                    </a:cubicBezTo>
                    <a:cubicBezTo>
                      <a:pt x="0" y="3"/>
                      <a:pt x="1" y="3"/>
                      <a:pt x="2" y="2"/>
                    </a:cubicBezTo>
                    <a:cubicBezTo>
                      <a:pt x="3" y="0"/>
                      <a:pt x="3" y="0"/>
                      <a:pt x="3" y="0"/>
                    </a:cubicBezTo>
                    <a:cubicBezTo>
                      <a:pt x="3"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3" name="Freeform 36"/>
              <p:cNvSpPr/>
              <p:nvPr/>
            </p:nvSpPr>
            <p:spPr bwMode="auto">
              <a:xfrm>
                <a:off x="3207" y="2465"/>
                <a:ext cx="183" cy="174"/>
              </a:xfrm>
              <a:custGeom>
                <a:avLst/>
                <a:gdLst>
                  <a:gd name="T0" fmla="*/ 83 w 86"/>
                  <a:gd name="T1" fmla="*/ 5 h 82"/>
                  <a:gd name="T2" fmla="*/ 80 w 86"/>
                  <a:gd name="T3" fmla="*/ 4 h 82"/>
                  <a:gd name="T4" fmla="*/ 77 w 86"/>
                  <a:gd name="T5" fmla="*/ 8 h 82"/>
                  <a:gd name="T6" fmla="*/ 76 w 86"/>
                  <a:gd name="T7" fmla="*/ 6 h 82"/>
                  <a:gd name="T8" fmla="*/ 72 w 86"/>
                  <a:gd name="T9" fmla="*/ 7 h 82"/>
                  <a:gd name="T10" fmla="*/ 70 w 86"/>
                  <a:gd name="T11" fmla="*/ 4 h 82"/>
                  <a:gd name="T12" fmla="*/ 67 w 86"/>
                  <a:gd name="T13" fmla="*/ 1 h 82"/>
                  <a:gd name="T14" fmla="*/ 68 w 86"/>
                  <a:gd name="T15" fmla="*/ 6 h 82"/>
                  <a:gd name="T16" fmla="*/ 70 w 86"/>
                  <a:gd name="T17" fmla="*/ 10 h 82"/>
                  <a:gd name="T18" fmla="*/ 65 w 86"/>
                  <a:gd name="T19" fmla="*/ 6 h 82"/>
                  <a:gd name="T20" fmla="*/ 65 w 86"/>
                  <a:gd name="T21" fmla="*/ 8 h 82"/>
                  <a:gd name="T22" fmla="*/ 62 w 86"/>
                  <a:gd name="T23" fmla="*/ 6 h 82"/>
                  <a:gd name="T24" fmla="*/ 61 w 86"/>
                  <a:gd name="T25" fmla="*/ 8 h 82"/>
                  <a:gd name="T26" fmla="*/ 59 w 86"/>
                  <a:gd name="T27" fmla="*/ 9 h 82"/>
                  <a:gd name="T28" fmla="*/ 62 w 86"/>
                  <a:gd name="T29" fmla="*/ 15 h 82"/>
                  <a:gd name="T30" fmla="*/ 58 w 86"/>
                  <a:gd name="T31" fmla="*/ 10 h 82"/>
                  <a:gd name="T32" fmla="*/ 57 w 86"/>
                  <a:gd name="T33" fmla="*/ 12 h 82"/>
                  <a:gd name="T34" fmla="*/ 53 w 86"/>
                  <a:gd name="T35" fmla="*/ 17 h 82"/>
                  <a:gd name="T36" fmla="*/ 51 w 86"/>
                  <a:gd name="T37" fmla="*/ 19 h 82"/>
                  <a:gd name="T38" fmla="*/ 48 w 86"/>
                  <a:gd name="T39" fmla="*/ 22 h 82"/>
                  <a:gd name="T40" fmla="*/ 48 w 86"/>
                  <a:gd name="T41" fmla="*/ 24 h 82"/>
                  <a:gd name="T42" fmla="*/ 46 w 86"/>
                  <a:gd name="T43" fmla="*/ 24 h 82"/>
                  <a:gd name="T44" fmla="*/ 45 w 86"/>
                  <a:gd name="T45" fmla="*/ 25 h 82"/>
                  <a:gd name="T46" fmla="*/ 46 w 86"/>
                  <a:gd name="T47" fmla="*/ 27 h 82"/>
                  <a:gd name="T48" fmla="*/ 43 w 86"/>
                  <a:gd name="T49" fmla="*/ 28 h 82"/>
                  <a:gd name="T50" fmla="*/ 40 w 86"/>
                  <a:gd name="T51" fmla="*/ 30 h 82"/>
                  <a:gd name="T52" fmla="*/ 38 w 86"/>
                  <a:gd name="T53" fmla="*/ 32 h 82"/>
                  <a:gd name="T54" fmla="*/ 36 w 86"/>
                  <a:gd name="T55" fmla="*/ 34 h 82"/>
                  <a:gd name="T56" fmla="*/ 36 w 86"/>
                  <a:gd name="T57" fmla="*/ 37 h 82"/>
                  <a:gd name="T58" fmla="*/ 34 w 86"/>
                  <a:gd name="T59" fmla="*/ 36 h 82"/>
                  <a:gd name="T60" fmla="*/ 34 w 86"/>
                  <a:gd name="T61" fmla="*/ 37 h 82"/>
                  <a:gd name="T62" fmla="*/ 31 w 86"/>
                  <a:gd name="T63" fmla="*/ 41 h 82"/>
                  <a:gd name="T64" fmla="*/ 32 w 86"/>
                  <a:gd name="T65" fmla="*/ 45 h 82"/>
                  <a:gd name="T66" fmla="*/ 31 w 86"/>
                  <a:gd name="T67" fmla="*/ 48 h 82"/>
                  <a:gd name="T68" fmla="*/ 28 w 86"/>
                  <a:gd name="T69" fmla="*/ 47 h 82"/>
                  <a:gd name="T70" fmla="*/ 25 w 86"/>
                  <a:gd name="T71" fmla="*/ 53 h 82"/>
                  <a:gd name="T72" fmla="*/ 24 w 86"/>
                  <a:gd name="T73" fmla="*/ 55 h 82"/>
                  <a:gd name="T74" fmla="*/ 18 w 86"/>
                  <a:gd name="T75" fmla="*/ 59 h 82"/>
                  <a:gd name="T76" fmla="*/ 15 w 86"/>
                  <a:gd name="T77" fmla="*/ 59 h 82"/>
                  <a:gd name="T78" fmla="*/ 14 w 86"/>
                  <a:gd name="T79" fmla="*/ 60 h 82"/>
                  <a:gd name="T80" fmla="*/ 11 w 86"/>
                  <a:gd name="T81" fmla="*/ 69 h 82"/>
                  <a:gd name="T82" fmla="*/ 2 w 86"/>
                  <a:gd name="T83" fmla="*/ 75 h 82"/>
                  <a:gd name="T84" fmla="*/ 23 w 86"/>
                  <a:gd name="T85" fmla="*/ 72 h 82"/>
                  <a:gd name="T86" fmla="*/ 28 w 86"/>
                  <a:gd name="T87" fmla="*/ 68 h 82"/>
                  <a:gd name="T88" fmla="*/ 42 w 86"/>
                  <a:gd name="T89" fmla="*/ 48 h 82"/>
                  <a:gd name="T90" fmla="*/ 49 w 86"/>
                  <a:gd name="T91" fmla="*/ 45 h 82"/>
                  <a:gd name="T92" fmla="*/ 55 w 86"/>
                  <a:gd name="T93" fmla="*/ 43 h 82"/>
                  <a:gd name="T94" fmla="*/ 63 w 86"/>
                  <a:gd name="T95" fmla="*/ 35 h 82"/>
                  <a:gd name="T96" fmla="*/ 68 w 86"/>
                  <a:gd name="T97" fmla="*/ 31 h 82"/>
                  <a:gd name="T98" fmla="*/ 74 w 86"/>
                  <a:gd name="T99" fmla="*/ 23 h 82"/>
                  <a:gd name="T100" fmla="*/ 75 w 86"/>
                  <a:gd name="T101" fmla="*/ 16 h 82"/>
                  <a:gd name="T102" fmla="*/ 82 w 86"/>
                  <a:gd name="T103" fmla="*/ 14 h 82"/>
                  <a:gd name="T104" fmla="*/ 84 w 86"/>
                  <a:gd name="T105" fmla="*/ 13 h 82"/>
                  <a:gd name="T106" fmla="*/ 84 w 86"/>
                  <a:gd name="T107" fmla="*/ 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82">
                    <a:moveTo>
                      <a:pt x="84" y="7"/>
                    </a:moveTo>
                    <a:cubicBezTo>
                      <a:pt x="85" y="8"/>
                      <a:pt x="85" y="9"/>
                      <a:pt x="86" y="10"/>
                    </a:cubicBezTo>
                    <a:cubicBezTo>
                      <a:pt x="85" y="6"/>
                      <a:pt x="85" y="6"/>
                      <a:pt x="85" y="6"/>
                    </a:cubicBezTo>
                    <a:cubicBezTo>
                      <a:pt x="85" y="7"/>
                      <a:pt x="85" y="6"/>
                      <a:pt x="84" y="5"/>
                    </a:cubicBezTo>
                    <a:cubicBezTo>
                      <a:pt x="84" y="6"/>
                      <a:pt x="84" y="6"/>
                      <a:pt x="84" y="6"/>
                    </a:cubicBezTo>
                    <a:cubicBezTo>
                      <a:pt x="83" y="5"/>
                      <a:pt x="83" y="5"/>
                      <a:pt x="83" y="5"/>
                    </a:cubicBezTo>
                    <a:cubicBezTo>
                      <a:pt x="83" y="5"/>
                      <a:pt x="82" y="4"/>
                      <a:pt x="82" y="6"/>
                    </a:cubicBezTo>
                    <a:cubicBezTo>
                      <a:pt x="83" y="7"/>
                      <a:pt x="83" y="7"/>
                      <a:pt x="83" y="7"/>
                    </a:cubicBezTo>
                    <a:cubicBezTo>
                      <a:pt x="83" y="7"/>
                      <a:pt x="84" y="9"/>
                      <a:pt x="83" y="8"/>
                    </a:cubicBezTo>
                    <a:cubicBezTo>
                      <a:pt x="82" y="6"/>
                      <a:pt x="82" y="6"/>
                      <a:pt x="82" y="6"/>
                    </a:cubicBezTo>
                    <a:cubicBezTo>
                      <a:pt x="82" y="6"/>
                      <a:pt x="82" y="6"/>
                      <a:pt x="82" y="6"/>
                    </a:cubicBezTo>
                    <a:cubicBezTo>
                      <a:pt x="80" y="4"/>
                      <a:pt x="80" y="4"/>
                      <a:pt x="80" y="4"/>
                    </a:cubicBezTo>
                    <a:cubicBezTo>
                      <a:pt x="82" y="7"/>
                      <a:pt x="80" y="5"/>
                      <a:pt x="81" y="6"/>
                    </a:cubicBezTo>
                    <a:cubicBezTo>
                      <a:pt x="80" y="6"/>
                      <a:pt x="80" y="6"/>
                      <a:pt x="80" y="6"/>
                    </a:cubicBezTo>
                    <a:cubicBezTo>
                      <a:pt x="79" y="5"/>
                      <a:pt x="81" y="7"/>
                      <a:pt x="81" y="7"/>
                    </a:cubicBezTo>
                    <a:cubicBezTo>
                      <a:pt x="80" y="7"/>
                      <a:pt x="79" y="5"/>
                      <a:pt x="79" y="4"/>
                    </a:cubicBezTo>
                    <a:cubicBezTo>
                      <a:pt x="78" y="4"/>
                      <a:pt x="79" y="6"/>
                      <a:pt x="77" y="5"/>
                    </a:cubicBezTo>
                    <a:cubicBezTo>
                      <a:pt x="77" y="5"/>
                      <a:pt x="77" y="6"/>
                      <a:pt x="77" y="8"/>
                    </a:cubicBezTo>
                    <a:cubicBezTo>
                      <a:pt x="77" y="8"/>
                      <a:pt x="76" y="5"/>
                      <a:pt x="76" y="6"/>
                    </a:cubicBezTo>
                    <a:cubicBezTo>
                      <a:pt x="75" y="5"/>
                      <a:pt x="74" y="3"/>
                      <a:pt x="74" y="2"/>
                    </a:cubicBezTo>
                    <a:cubicBezTo>
                      <a:pt x="74" y="2"/>
                      <a:pt x="73" y="1"/>
                      <a:pt x="73" y="2"/>
                    </a:cubicBezTo>
                    <a:cubicBezTo>
                      <a:pt x="73" y="1"/>
                      <a:pt x="72" y="0"/>
                      <a:pt x="72" y="0"/>
                    </a:cubicBezTo>
                    <a:cubicBezTo>
                      <a:pt x="73" y="1"/>
                      <a:pt x="74" y="3"/>
                      <a:pt x="74" y="3"/>
                    </a:cubicBezTo>
                    <a:cubicBezTo>
                      <a:pt x="76" y="5"/>
                      <a:pt x="74" y="4"/>
                      <a:pt x="76" y="6"/>
                    </a:cubicBezTo>
                    <a:cubicBezTo>
                      <a:pt x="75" y="6"/>
                      <a:pt x="74" y="6"/>
                      <a:pt x="74" y="7"/>
                    </a:cubicBezTo>
                    <a:cubicBezTo>
                      <a:pt x="74" y="7"/>
                      <a:pt x="73" y="5"/>
                      <a:pt x="73" y="4"/>
                    </a:cubicBezTo>
                    <a:cubicBezTo>
                      <a:pt x="73" y="6"/>
                      <a:pt x="73" y="7"/>
                      <a:pt x="73" y="7"/>
                    </a:cubicBezTo>
                    <a:cubicBezTo>
                      <a:pt x="74" y="8"/>
                      <a:pt x="74" y="8"/>
                      <a:pt x="75" y="10"/>
                    </a:cubicBezTo>
                    <a:cubicBezTo>
                      <a:pt x="75" y="10"/>
                      <a:pt x="75" y="11"/>
                      <a:pt x="75" y="11"/>
                    </a:cubicBezTo>
                    <a:cubicBezTo>
                      <a:pt x="74" y="9"/>
                      <a:pt x="72" y="7"/>
                      <a:pt x="72" y="7"/>
                    </a:cubicBezTo>
                    <a:cubicBezTo>
                      <a:pt x="71" y="5"/>
                      <a:pt x="73" y="7"/>
                      <a:pt x="71" y="5"/>
                    </a:cubicBezTo>
                    <a:cubicBezTo>
                      <a:pt x="70" y="3"/>
                      <a:pt x="71" y="2"/>
                      <a:pt x="72" y="3"/>
                    </a:cubicBezTo>
                    <a:cubicBezTo>
                      <a:pt x="71" y="1"/>
                      <a:pt x="71" y="3"/>
                      <a:pt x="70" y="1"/>
                    </a:cubicBezTo>
                    <a:cubicBezTo>
                      <a:pt x="70" y="1"/>
                      <a:pt x="70" y="3"/>
                      <a:pt x="70" y="3"/>
                    </a:cubicBezTo>
                    <a:cubicBezTo>
                      <a:pt x="71" y="4"/>
                      <a:pt x="71" y="4"/>
                      <a:pt x="71" y="5"/>
                    </a:cubicBezTo>
                    <a:cubicBezTo>
                      <a:pt x="72" y="8"/>
                      <a:pt x="70" y="4"/>
                      <a:pt x="70" y="4"/>
                    </a:cubicBezTo>
                    <a:cubicBezTo>
                      <a:pt x="69" y="3"/>
                      <a:pt x="69" y="3"/>
                      <a:pt x="69" y="3"/>
                    </a:cubicBezTo>
                    <a:cubicBezTo>
                      <a:pt x="69" y="3"/>
                      <a:pt x="69" y="4"/>
                      <a:pt x="69" y="4"/>
                    </a:cubicBezTo>
                    <a:cubicBezTo>
                      <a:pt x="67" y="2"/>
                      <a:pt x="69" y="4"/>
                      <a:pt x="68" y="2"/>
                    </a:cubicBezTo>
                    <a:cubicBezTo>
                      <a:pt x="67" y="0"/>
                      <a:pt x="67" y="0"/>
                      <a:pt x="67" y="0"/>
                    </a:cubicBezTo>
                    <a:cubicBezTo>
                      <a:pt x="66" y="0"/>
                      <a:pt x="68" y="2"/>
                      <a:pt x="67" y="2"/>
                    </a:cubicBezTo>
                    <a:cubicBezTo>
                      <a:pt x="67" y="1"/>
                      <a:pt x="67" y="1"/>
                      <a:pt x="67" y="1"/>
                    </a:cubicBezTo>
                    <a:cubicBezTo>
                      <a:pt x="67" y="2"/>
                      <a:pt x="67" y="2"/>
                      <a:pt x="67" y="2"/>
                    </a:cubicBezTo>
                    <a:cubicBezTo>
                      <a:pt x="68" y="3"/>
                      <a:pt x="69" y="4"/>
                      <a:pt x="69" y="4"/>
                    </a:cubicBezTo>
                    <a:cubicBezTo>
                      <a:pt x="70" y="7"/>
                      <a:pt x="69" y="4"/>
                      <a:pt x="69" y="5"/>
                    </a:cubicBezTo>
                    <a:cubicBezTo>
                      <a:pt x="69" y="7"/>
                      <a:pt x="69" y="5"/>
                      <a:pt x="70" y="6"/>
                    </a:cubicBezTo>
                    <a:cubicBezTo>
                      <a:pt x="71" y="8"/>
                      <a:pt x="70" y="8"/>
                      <a:pt x="70" y="8"/>
                    </a:cubicBezTo>
                    <a:cubicBezTo>
                      <a:pt x="70" y="9"/>
                      <a:pt x="69" y="7"/>
                      <a:pt x="68" y="6"/>
                    </a:cubicBezTo>
                    <a:cubicBezTo>
                      <a:pt x="68" y="6"/>
                      <a:pt x="68" y="5"/>
                      <a:pt x="69" y="6"/>
                    </a:cubicBezTo>
                    <a:cubicBezTo>
                      <a:pt x="68" y="4"/>
                      <a:pt x="67" y="3"/>
                      <a:pt x="66" y="2"/>
                    </a:cubicBezTo>
                    <a:cubicBezTo>
                      <a:pt x="65" y="1"/>
                      <a:pt x="67" y="4"/>
                      <a:pt x="67" y="4"/>
                    </a:cubicBezTo>
                    <a:cubicBezTo>
                      <a:pt x="67" y="3"/>
                      <a:pt x="68" y="5"/>
                      <a:pt x="68" y="6"/>
                    </a:cubicBezTo>
                    <a:cubicBezTo>
                      <a:pt x="70" y="10"/>
                      <a:pt x="66" y="3"/>
                      <a:pt x="66" y="4"/>
                    </a:cubicBezTo>
                    <a:cubicBezTo>
                      <a:pt x="68" y="6"/>
                      <a:pt x="67" y="8"/>
                      <a:pt x="70" y="10"/>
                    </a:cubicBezTo>
                    <a:cubicBezTo>
                      <a:pt x="70" y="11"/>
                      <a:pt x="70" y="12"/>
                      <a:pt x="70" y="12"/>
                    </a:cubicBezTo>
                    <a:cubicBezTo>
                      <a:pt x="69" y="10"/>
                      <a:pt x="69" y="10"/>
                      <a:pt x="68" y="8"/>
                    </a:cubicBezTo>
                    <a:cubicBezTo>
                      <a:pt x="68" y="9"/>
                      <a:pt x="68" y="9"/>
                      <a:pt x="68" y="9"/>
                    </a:cubicBezTo>
                    <a:cubicBezTo>
                      <a:pt x="66" y="6"/>
                      <a:pt x="66" y="6"/>
                      <a:pt x="66" y="6"/>
                    </a:cubicBezTo>
                    <a:cubicBezTo>
                      <a:pt x="64" y="3"/>
                      <a:pt x="64" y="3"/>
                      <a:pt x="64" y="3"/>
                    </a:cubicBezTo>
                    <a:cubicBezTo>
                      <a:pt x="64" y="4"/>
                      <a:pt x="65" y="5"/>
                      <a:pt x="65" y="6"/>
                    </a:cubicBezTo>
                    <a:cubicBezTo>
                      <a:pt x="64" y="5"/>
                      <a:pt x="64" y="4"/>
                      <a:pt x="64" y="4"/>
                    </a:cubicBezTo>
                    <a:cubicBezTo>
                      <a:pt x="64" y="5"/>
                      <a:pt x="65" y="7"/>
                      <a:pt x="65" y="7"/>
                    </a:cubicBezTo>
                    <a:cubicBezTo>
                      <a:pt x="65" y="7"/>
                      <a:pt x="64" y="6"/>
                      <a:pt x="63" y="5"/>
                    </a:cubicBezTo>
                    <a:cubicBezTo>
                      <a:pt x="63" y="4"/>
                      <a:pt x="63" y="4"/>
                      <a:pt x="63" y="4"/>
                    </a:cubicBezTo>
                    <a:cubicBezTo>
                      <a:pt x="63" y="5"/>
                      <a:pt x="62" y="3"/>
                      <a:pt x="62" y="4"/>
                    </a:cubicBezTo>
                    <a:cubicBezTo>
                      <a:pt x="63" y="5"/>
                      <a:pt x="64" y="6"/>
                      <a:pt x="65" y="8"/>
                    </a:cubicBezTo>
                    <a:cubicBezTo>
                      <a:pt x="65" y="8"/>
                      <a:pt x="64" y="7"/>
                      <a:pt x="64" y="7"/>
                    </a:cubicBezTo>
                    <a:cubicBezTo>
                      <a:pt x="63" y="6"/>
                      <a:pt x="63" y="6"/>
                      <a:pt x="63" y="6"/>
                    </a:cubicBezTo>
                    <a:cubicBezTo>
                      <a:pt x="63" y="7"/>
                      <a:pt x="62" y="4"/>
                      <a:pt x="62" y="5"/>
                    </a:cubicBezTo>
                    <a:cubicBezTo>
                      <a:pt x="62" y="6"/>
                      <a:pt x="62" y="6"/>
                      <a:pt x="62" y="6"/>
                    </a:cubicBezTo>
                    <a:cubicBezTo>
                      <a:pt x="62" y="6"/>
                      <a:pt x="62" y="5"/>
                      <a:pt x="61" y="5"/>
                    </a:cubicBezTo>
                    <a:cubicBezTo>
                      <a:pt x="62" y="6"/>
                      <a:pt x="62" y="6"/>
                      <a:pt x="62" y="6"/>
                    </a:cubicBezTo>
                    <a:cubicBezTo>
                      <a:pt x="61" y="5"/>
                      <a:pt x="61" y="5"/>
                      <a:pt x="61" y="5"/>
                    </a:cubicBezTo>
                    <a:cubicBezTo>
                      <a:pt x="62" y="6"/>
                      <a:pt x="63" y="8"/>
                      <a:pt x="61" y="6"/>
                    </a:cubicBezTo>
                    <a:cubicBezTo>
                      <a:pt x="63" y="8"/>
                      <a:pt x="61" y="6"/>
                      <a:pt x="62" y="7"/>
                    </a:cubicBezTo>
                    <a:cubicBezTo>
                      <a:pt x="64" y="9"/>
                      <a:pt x="63" y="9"/>
                      <a:pt x="63" y="9"/>
                    </a:cubicBezTo>
                    <a:cubicBezTo>
                      <a:pt x="62" y="7"/>
                      <a:pt x="63" y="9"/>
                      <a:pt x="63" y="9"/>
                    </a:cubicBezTo>
                    <a:cubicBezTo>
                      <a:pt x="61" y="8"/>
                      <a:pt x="61" y="8"/>
                      <a:pt x="61" y="8"/>
                    </a:cubicBezTo>
                    <a:cubicBezTo>
                      <a:pt x="62" y="9"/>
                      <a:pt x="62" y="9"/>
                      <a:pt x="62" y="9"/>
                    </a:cubicBezTo>
                    <a:cubicBezTo>
                      <a:pt x="60" y="6"/>
                      <a:pt x="62" y="10"/>
                      <a:pt x="61" y="10"/>
                    </a:cubicBezTo>
                    <a:cubicBezTo>
                      <a:pt x="61" y="9"/>
                      <a:pt x="60" y="7"/>
                      <a:pt x="60" y="7"/>
                    </a:cubicBezTo>
                    <a:cubicBezTo>
                      <a:pt x="61" y="9"/>
                      <a:pt x="61" y="10"/>
                      <a:pt x="62" y="11"/>
                    </a:cubicBezTo>
                    <a:cubicBezTo>
                      <a:pt x="61" y="11"/>
                      <a:pt x="60" y="9"/>
                      <a:pt x="59" y="7"/>
                    </a:cubicBezTo>
                    <a:cubicBezTo>
                      <a:pt x="60" y="9"/>
                      <a:pt x="58" y="7"/>
                      <a:pt x="59" y="9"/>
                    </a:cubicBezTo>
                    <a:cubicBezTo>
                      <a:pt x="60" y="9"/>
                      <a:pt x="60" y="10"/>
                      <a:pt x="61" y="11"/>
                    </a:cubicBezTo>
                    <a:cubicBezTo>
                      <a:pt x="61" y="11"/>
                      <a:pt x="60" y="10"/>
                      <a:pt x="60" y="10"/>
                    </a:cubicBezTo>
                    <a:cubicBezTo>
                      <a:pt x="60" y="10"/>
                      <a:pt x="61" y="12"/>
                      <a:pt x="61" y="12"/>
                    </a:cubicBezTo>
                    <a:cubicBezTo>
                      <a:pt x="61" y="12"/>
                      <a:pt x="62" y="14"/>
                      <a:pt x="61" y="13"/>
                    </a:cubicBezTo>
                    <a:cubicBezTo>
                      <a:pt x="60" y="12"/>
                      <a:pt x="61" y="12"/>
                      <a:pt x="60" y="11"/>
                    </a:cubicBezTo>
                    <a:cubicBezTo>
                      <a:pt x="60" y="11"/>
                      <a:pt x="62" y="15"/>
                      <a:pt x="62" y="15"/>
                    </a:cubicBezTo>
                    <a:cubicBezTo>
                      <a:pt x="63" y="16"/>
                      <a:pt x="65" y="18"/>
                      <a:pt x="65" y="19"/>
                    </a:cubicBezTo>
                    <a:cubicBezTo>
                      <a:pt x="64" y="19"/>
                      <a:pt x="65" y="18"/>
                      <a:pt x="63" y="17"/>
                    </a:cubicBezTo>
                    <a:cubicBezTo>
                      <a:pt x="63" y="17"/>
                      <a:pt x="63" y="17"/>
                      <a:pt x="63" y="17"/>
                    </a:cubicBezTo>
                    <a:cubicBezTo>
                      <a:pt x="61" y="15"/>
                      <a:pt x="61" y="13"/>
                      <a:pt x="59" y="11"/>
                    </a:cubicBezTo>
                    <a:cubicBezTo>
                      <a:pt x="60" y="12"/>
                      <a:pt x="60" y="12"/>
                      <a:pt x="60" y="12"/>
                    </a:cubicBezTo>
                    <a:cubicBezTo>
                      <a:pt x="59" y="12"/>
                      <a:pt x="58" y="10"/>
                      <a:pt x="58" y="10"/>
                    </a:cubicBezTo>
                    <a:cubicBezTo>
                      <a:pt x="59" y="12"/>
                      <a:pt x="57" y="11"/>
                      <a:pt x="58" y="11"/>
                    </a:cubicBezTo>
                    <a:cubicBezTo>
                      <a:pt x="59" y="12"/>
                      <a:pt x="58" y="11"/>
                      <a:pt x="58" y="12"/>
                    </a:cubicBezTo>
                    <a:cubicBezTo>
                      <a:pt x="58" y="12"/>
                      <a:pt x="60" y="14"/>
                      <a:pt x="59" y="14"/>
                    </a:cubicBezTo>
                    <a:cubicBezTo>
                      <a:pt x="57" y="11"/>
                      <a:pt x="57" y="11"/>
                      <a:pt x="57" y="11"/>
                    </a:cubicBezTo>
                    <a:cubicBezTo>
                      <a:pt x="56" y="11"/>
                      <a:pt x="58" y="13"/>
                      <a:pt x="57" y="12"/>
                    </a:cubicBezTo>
                    <a:cubicBezTo>
                      <a:pt x="57" y="12"/>
                      <a:pt x="57" y="12"/>
                      <a:pt x="57" y="12"/>
                    </a:cubicBezTo>
                    <a:cubicBezTo>
                      <a:pt x="56" y="12"/>
                      <a:pt x="55" y="13"/>
                      <a:pt x="57" y="17"/>
                    </a:cubicBezTo>
                    <a:cubicBezTo>
                      <a:pt x="56" y="16"/>
                      <a:pt x="55" y="16"/>
                      <a:pt x="54" y="15"/>
                    </a:cubicBezTo>
                    <a:cubicBezTo>
                      <a:pt x="55" y="16"/>
                      <a:pt x="55" y="17"/>
                      <a:pt x="55" y="17"/>
                    </a:cubicBezTo>
                    <a:cubicBezTo>
                      <a:pt x="54" y="16"/>
                      <a:pt x="54" y="16"/>
                      <a:pt x="54" y="16"/>
                    </a:cubicBezTo>
                    <a:cubicBezTo>
                      <a:pt x="53" y="15"/>
                      <a:pt x="54" y="17"/>
                      <a:pt x="54" y="18"/>
                    </a:cubicBezTo>
                    <a:cubicBezTo>
                      <a:pt x="53" y="17"/>
                      <a:pt x="53" y="17"/>
                      <a:pt x="53" y="17"/>
                    </a:cubicBezTo>
                    <a:cubicBezTo>
                      <a:pt x="52" y="16"/>
                      <a:pt x="54" y="18"/>
                      <a:pt x="54" y="18"/>
                    </a:cubicBezTo>
                    <a:cubicBezTo>
                      <a:pt x="53" y="17"/>
                      <a:pt x="53" y="17"/>
                      <a:pt x="53" y="17"/>
                    </a:cubicBezTo>
                    <a:cubicBezTo>
                      <a:pt x="54" y="18"/>
                      <a:pt x="54" y="18"/>
                      <a:pt x="54" y="18"/>
                    </a:cubicBezTo>
                    <a:cubicBezTo>
                      <a:pt x="54" y="19"/>
                      <a:pt x="53" y="19"/>
                      <a:pt x="52" y="17"/>
                    </a:cubicBezTo>
                    <a:cubicBezTo>
                      <a:pt x="53" y="18"/>
                      <a:pt x="53" y="18"/>
                      <a:pt x="53" y="18"/>
                    </a:cubicBezTo>
                    <a:cubicBezTo>
                      <a:pt x="52" y="18"/>
                      <a:pt x="51" y="18"/>
                      <a:pt x="51" y="19"/>
                    </a:cubicBezTo>
                    <a:cubicBezTo>
                      <a:pt x="52" y="19"/>
                      <a:pt x="52" y="20"/>
                      <a:pt x="53" y="21"/>
                    </a:cubicBezTo>
                    <a:cubicBezTo>
                      <a:pt x="55" y="22"/>
                      <a:pt x="53" y="20"/>
                      <a:pt x="54" y="22"/>
                    </a:cubicBezTo>
                    <a:cubicBezTo>
                      <a:pt x="53" y="21"/>
                      <a:pt x="52" y="20"/>
                      <a:pt x="52" y="20"/>
                    </a:cubicBezTo>
                    <a:cubicBezTo>
                      <a:pt x="49" y="18"/>
                      <a:pt x="50" y="21"/>
                      <a:pt x="50" y="20"/>
                    </a:cubicBezTo>
                    <a:cubicBezTo>
                      <a:pt x="50" y="21"/>
                      <a:pt x="50" y="21"/>
                      <a:pt x="50" y="21"/>
                    </a:cubicBezTo>
                    <a:cubicBezTo>
                      <a:pt x="48" y="20"/>
                      <a:pt x="50" y="22"/>
                      <a:pt x="48" y="22"/>
                    </a:cubicBezTo>
                    <a:cubicBezTo>
                      <a:pt x="49" y="22"/>
                      <a:pt x="51" y="25"/>
                      <a:pt x="51" y="25"/>
                    </a:cubicBezTo>
                    <a:cubicBezTo>
                      <a:pt x="52" y="26"/>
                      <a:pt x="49" y="23"/>
                      <a:pt x="48" y="22"/>
                    </a:cubicBezTo>
                    <a:cubicBezTo>
                      <a:pt x="48" y="23"/>
                      <a:pt x="48" y="23"/>
                      <a:pt x="48" y="23"/>
                    </a:cubicBezTo>
                    <a:cubicBezTo>
                      <a:pt x="48" y="23"/>
                      <a:pt x="48" y="23"/>
                      <a:pt x="48" y="23"/>
                    </a:cubicBezTo>
                    <a:cubicBezTo>
                      <a:pt x="48" y="24"/>
                      <a:pt x="49" y="25"/>
                      <a:pt x="48" y="24"/>
                    </a:cubicBezTo>
                    <a:cubicBezTo>
                      <a:pt x="48" y="24"/>
                      <a:pt x="48" y="24"/>
                      <a:pt x="48" y="24"/>
                    </a:cubicBezTo>
                    <a:cubicBezTo>
                      <a:pt x="48" y="24"/>
                      <a:pt x="47" y="23"/>
                      <a:pt x="47" y="23"/>
                    </a:cubicBezTo>
                    <a:cubicBezTo>
                      <a:pt x="48" y="25"/>
                      <a:pt x="47" y="24"/>
                      <a:pt x="48" y="25"/>
                    </a:cubicBezTo>
                    <a:cubicBezTo>
                      <a:pt x="47" y="25"/>
                      <a:pt x="47" y="25"/>
                      <a:pt x="47" y="25"/>
                    </a:cubicBezTo>
                    <a:cubicBezTo>
                      <a:pt x="48" y="26"/>
                      <a:pt x="48" y="26"/>
                      <a:pt x="48" y="26"/>
                    </a:cubicBezTo>
                    <a:cubicBezTo>
                      <a:pt x="47" y="26"/>
                      <a:pt x="47" y="26"/>
                      <a:pt x="47" y="26"/>
                    </a:cubicBezTo>
                    <a:cubicBezTo>
                      <a:pt x="46" y="24"/>
                      <a:pt x="46" y="24"/>
                      <a:pt x="46" y="24"/>
                    </a:cubicBezTo>
                    <a:cubicBezTo>
                      <a:pt x="45" y="24"/>
                      <a:pt x="47" y="25"/>
                      <a:pt x="47" y="26"/>
                    </a:cubicBezTo>
                    <a:cubicBezTo>
                      <a:pt x="48" y="27"/>
                      <a:pt x="47" y="26"/>
                      <a:pt x="46" y="26"/>
                    </a:cubicBezTo>
                    <a:cubicBezTo>
                      <a:pt x="46" y="25"/>
                      <a:pt x="47" y="26"/>
                      <a:pt x="47" y="25"/>
                    </a:cubicBezTo>
                    <a:cubicBezTo>
                      <a:pt x="46" y="24"/>
                      <a:pt x="46" y="25"/>
                      <a:pt x="46" y="25"/>
                    </a:cubicBezTo>
                    <a:cubicBezTo>
                      <a:pt x="46" y="25"/>
                      <a:pt x="47" y="26"/>
                      <a:pt x="46" y="26"/>
                    </a:cubicBezTo>
                    <a:cubicBezTo>
                      <a:pt x="46" y="26"/>
                      <a:pt x="46" y="26"/>
                      <a:pt x="45" y="25"/>
                    </a:cubicBezTo>
                    <a:cubicBezTo>
                      <a:pt x="46" y="26"/>
                      <a:pt x="45" y="26"/>
                      <a:pt x="46" y="27"/>
                    </a:cubicBezTo>
                    <a:cubicBezTo>
                      <a:pt x="46" y="27"/>
                      <a:pt x="47" y="27"/>
                      <a:pt x="47" y="28"/>
                    </a:cubicBezTo>
                    <a:cubicBezTo>
                      <a:pt x="47" y="28"/>
                      <a:pt x="47" y="28"/>
                      <a:pt x="47" y="28"/>
                    </a:cubicBezTo>
                    <a:cubicBezTo>
                      <a:pt x="47" y="27"/>
                      <a:pt x="47" y="27"/>
                      <a:pt x="47" y="27"/>
                    </a:cubicBezTo>
                    <a:cubicBezTo>
                      <a:pt x="47" y="28"/>
                      <a:pt x="46" y="28"/>
                      <a:pt x="47" y="29"/>
                    </a:cubicBezTo>
                    <a:cubicBezTo>
                      <a:pt x="46" y="27"/>
                      <a:pt x="46" y="27"/>
                      <a:pt x="46" y="27"/>
                    </a:cubicBezTo>
                    <a:cubicBezTo>
                      <a:pt x="47" y="28"/>
                      <a:pt x="46" y="28"/>
                      <a:pt x="46" y="29"/>
                    </a:cubicBezTo>
                    <a:cubicBezTo>
                      <a:pt x="45" y="27"/>
                      <a:pt x="44" y="26"/>
                      <a:pt x="44" y="26"/>
                    </a:cubicBezTo>
                    <a:cubicBezTo>
                      <a:pt x="44" y="27"/>
                      <a:pt x="44" y="27"/>
                      <a:pt x="44" y="27"/>
                    </a:cubicBezTo>
                    <a:cubicBezTo>
                      <a:pt x="44" y="28"/>
                      <a:pt x="44" y="27"/>
                      <a:pt x="43" y="27"/>
                    </a:cubicBezTo>
                    <a:cubicBezTo>
                      <a:pt x="42" y="26"/>
                      <a:pt x="46" y="31"/>
                      <a:pt x="45" y="30"/>
                    </a:cubicBezTo>
                    <a:cubicBezTo>
                      <a:pt x="44" y="28"/>
                      <a:pt x="43" y="28"/>
                      <a:pt x="43" y="28"/>
                    </a:cubicBezTo>
                    <a:cubicBezTo>
                      <a:pt x="43" y="29"/>
                      <a:pt x="43" y="29"/>
                      <a:pt x="43" y="29"/>
                    </a:cubicBezTo>
                    <a:cubicBezTo>
                      <a:pt x="44" y="29"/>
                      <a:pt x="42" y="28"/>
                      <a:pt x="44" y="28"/>
                    </a:cubicBezTo>
                    <a:cubicBezTo>
                      <a:pt x="44" y="29"/>
                      <a:pt x="44" y="29"/>
                      <a:pt x="44" y="30"/>
                    </a:cubicBezTo>
                    <a:cubicBezTo>
                      <a:pt x="41" y="27"/>
                      <a:pt x="42" y="30"/>
                      <a:pt x="40" y="29"/>
                    </a:cubicBezTo>
                    <a:cubicBezTo>
                      <a:pt x="42" y="30"/>
                      <a:pt x="41" y="29"/>
                      <a:pt x="41" y="30"/>
                    </a:cubicBezTo>
                    <a:cubicBezTo>
                      <a:pt x="39" y="28"/>
                      <a:pt x="41" y="31"/>
                      <a:pt x="40" y="30"/>
                    </a:cubicBezTo>
                    <a:cubicBezTo>
                      <a:pt x="42" y="32"/>
                      <a:pt x="42" y="32"/>
                      <a:pt x="42" y="32"/>
                    </a:cubicBezTo>
                    <a:cubicBezTo>
                      <a:pt x="40" y="31"/>
                      <a:pt x="44" y="35"/>
                      <a:pt x="41" y="33"/>
                    </a:cubicBezTo>
                    <a:cubicBezTo>
                      <a:pt x="40" y="31"/>
                      <a:pt x="40" y="31"/>
                      <a:pt x="40" y="31"/>
                    </a:cubicBezTo>
                    <a:cubicBezTo>
                      <a:pt x="38" y="29"/>
                      <a:pt x="41" y="33"/>
                      <a:pt x="39" y="31"/>
                    </a:cubicBezTo>
                    <a:cubicBezTo>
                      <a:pt x="39" y="32"/>
                      <a:pt x="40" y="33"/>
                      <a:pt x="41" y="34"/>
                    </a:cubicBezTo>
                    <a:cubicBezTo>
                      <a:pt x="40" y="33"/>
                      <a:pt x="39" y="33"/>
                      <a:pt x="38" y="32"/>
                    </a:cubicBezTo>
                    <a:cubicBezTo>
                      <a:pt x="39" y="33"/>
                      <a:pt x="39" y="33"/>
                      <a:pt x="38" y="33"/>
                    </a:cubicBezTo>
                    <a:cubicBezTo>
                      <a:pt x="38" y="32"/>
                      <a:pt x="38" y="32"/>
                      <a:pt x="38" y="32"/>
                    </a:cubicBezTo>
                    <a:cubicBezTo>
                      <a:pt x="37" y="32"/>
                      <a:pt x="38" y="33"/>
                      <a:pt x="38" y="33"/>
                    </a:cubicBezTo>
                    <a:cubicBezTo>
                      <a:pt x="37" y="32"/>
                      <a:pt x="37" y="33"/>
                      <a:pt x="36" y="33"/>
                    </a:cubicBezTo>
                    <a:cubicBezTo>
                      <a:pt x="37" y="35"/>
                      <a:pt x="35" y="32"/>
                      <a:pt x="37" y="35"/>
                    </a:cubicBezTo>
                    <a:cubicBezTo>
                      <a:pt x="36" y="34"/>
                      <a:pt x="36" y="34"/>
                      <a:pt x="36" y="34"/>
                    </a:cubicBezTo>
                    <a:cubicBezTo>
                      <a:pt x="37" y="35"/>
                      <a:pt x="38" y="36"/>
                      <a:pt x="38" y="37"/>
                    </a:cubicBezTo>
                    <a:cubicBezTo>
                      <a:pt x="36" y="35"/>
                      <a:pt x="36" y="35"/>
                      <a:pt x="36" y="35"/>
                    </a:cubicBezTo>
                    <a:cubicBezTo>
                      <a:pt x="35" y="33"/>
                      <a:pt x="36" y="35"/>
                      <a:pt x="35" y="34"/>
                    </a:cubicBezTo>
                    <a:cubicBezTo>
                      <a:pt x="36" y="35"/>
                      <a:pt x="35" y="34"/>
                      <a:pt x="36" y="35"/>
                    </a:cubicBezTo>
                    <a:cubicBezTo>
                      <a:pt x="36" y="36"/>
                      <a:pt x="36" y="36"/>
                      <a:pt x="36" y="36"/>
                    </a:cubicBezTo>
                    <a:cubicBezTo>
                      <a:pt x="36" y="37"/>
                      <a:pt x="36" y="37"/>
                      <a:pt x="36" y="37"/>
                    </a:cubicBezTo>
                    <a:cubicBezTo>
                      <a:pt x="36" y="38"/>
                      <a:pt x="35" y="36"/>
                      <a:pt x="35" y="36"/>
                    </a:cubicBezTo>
                    <a:cubicBezTo>
                      <a:pt x="34" y="35"/>
                      <a:pt x="34" y="36"/>
                      <a:pt x="35" y="36"/>
                    </a:cubicBezTo>
                    <a:cubicBezTo>
                      <a:pt x="35" y="36"/>
                      <a:pt x="35" y="36"/>
                      <a:pt x="35" y="37"/>
                    </a:cubicBezTo>
                    <a:cubicBezTo>
                      <a:pt x="35" y="36"/>
                      <a:pt x="35" y="36"/>
                      <a:pt x="35" y="36"/>
                    </a:cubicBezTo>
                    <a:cubicBezTo>
                      <a:pt x="35" y="36"/>
                      <a:pt x="35" y="36"/>
                      <a:pt x="35" y="37"/>
                    </a:cubicBezTo>
                    <a:cubicBezTo>
                      <a:pt x="35" y="36"/>
                      <a:pt x="35" y="36"/>
                      <a:pt x="34" y="36"/>
                    </a:cubicBezTo>
                    <a:cubicBezTo>
                      <a:pt x="34" y="36"/>
                      <a:pt x="34" y="36"/>
                      <a:pt x="35" y="36"/>
                    </a:cubicBezTo>
                    <a:cubicBezTo>
                      <a:pt x="34" y="36"/>
                      <a:pt x="34" y="36"/>
                      <a:pt x="34" y="36"/>
                    </a:cubicBezTo>
                    <a:cubicBezTo>
                      <a:pt x="34" y="36"/>
                      <a:pt x="34" y="36"/>
                      <a:pt x="34" y="36"/>
                    </a:cubicBezTo>
                    <a:cubicBezTo>
                      <a:pt x="34" y="36"/>
                      <a:pt x="34" y="36"/>
                      <a:pt x="34" y="36"/>
                    </a:cubicBezTo>
                    <a:cubicBezTo>
                      <a:pt x="33" y="35"/>
                      <a:pt x="33" y="35"/>
                      <a:pt x="33" y="35"/>
                    </a:cubicBezTo>
                    <a:cubicBezTo>
                      <a:pt x="33" y="35"/>
                      <a:pt x="33" y="36"/>
                      <a:pt x="34" y="37"/>
                    </a:cubicBezTo>
                    <a:cubicBezTo>
                      <a:pt x="32" y="36"/>
                      <a:pt x="33" y="38"/>
                      <a:pt x="33" y="39"/>
                    </a:cubicBezTo>
                    <a:cubicBezTo>
                      <a:pt x="33" y="39"/>
                      <a:pt x="32" y="38"/>
                      <a:pt x="33" y="38"/>
                    </a:cubicBezTo>
                    <a:cubicBezTo>
                      <a:pt x="33" y="39"/>
                      <a:pt x="33" y="40"/>
                      <a:pt x="33" y="39"/>
                    </a:cubicBezTo>
                    <a:cubicBezTo>
                      <a:pt x="33" y="40"/>
                      <a:pt x="32" y="38"/>
                      <a:pt x="32" y="38"/>
                    </a:cubicBezTo>
                    <a:cubicBezTo>
                      <a:pt x="31" y="38"/>
                      <a:pt x="33" y="40"/>
                      <a:pt x="32" y="40"/>
                    </a:cubicBezTo>
                    <a:cubicBezTo>
                      <a:pt x="30" y="38"/>
                      <a:pt x="33" y="42"/>
                      <a:pt x="31" y="41"/>
                    </a:cubicBezTo>
                    <a:cubicBezTo>
                      <a:pt x="31" y="41"/>
                      <a:pt x="31" y="40"/>
                      <a:pt x="30" y="39"/>
                    </a:cubicBezTo>
                    <a:cubicBezTo>
                      <a:pt x="30" y="40"/>
                      <a:pt x="30" y="41"/>
                      <a:pt x="31" y="43"/>
                    </a:cubicBezTo>
                    <a:cubicBezTo>
                      <a:pt x="30" y="41"/>
                      <a:pt x="30" y="41"/>
                      <a:pt x="30" y="41"/>
                    </a:cubicBezTo>
                    <a:cubicBezTo>
                      <a:pt x="30" y="41"/>
                      <a:pt x="30" y="42"/>
                      <a:pt x="31" y="43"/>
                    </a:cubicBezTo>
                    <a:cubicBezTo>
                      <a:pt x="32" y="44"/>
                      <a:pt x="32" y="45"/>
                      <a:pt x="32" y="45"/>
                    </a:cubicBezTo>
                    <a:cubicBezTo>
                      <a:pt x="32" y="45"/>
                      <a:pt x="32" y="45"/>
                      <a:pt x="32" y="45"/>
                    </a:cubicBezTo>
                    <a:cubicBezTo>
                      <a:pt x="32" y="46"/>
                      <a:pt x="32" y="46"/>
                      <a:pt x="32" y="46"/>
                    </a:cubicBezTo>
                    <a:cubicBezTo>
                      <a:pt x="31" y="45"/>
                      <a:pt x="31" y="45"/>
                      <a:pt x="31" y="45"/>
                    </a:cubicBezTo>
                    <a:cubicBezTo>
                      <a:pt x="29" y="43"/>
                      <a:pt x="29" y="44"/>
                      <a:pt x="29" y="44"/>
                    </a:cubicBezTo>
                    <a:cubicBezTo>
                      <a:pt x="30" y="45"/>
                      <a:pt x="30" y="45"/>
                      <a:pt x="30" y="45"/>
                    </a:cubicBezTo>
                    <a:cubicBezTo>
                      <a:pt x="30" y="46"/>
                      <a:pt x="29" y="44"/>
                      <a:pt x="29" y="44"/>
                    </a:cubicBezTo>
                    <a:cubicBezTo>
                      <a:pt x="31" y="48"/>
                      <a:pt x="31" y="48"/>
                      <a:pt x="31" y="48"/>
                    </a:cubicBezTo>
                    <a:cubicBezTo>
                      <a:pt x="31" y="48"/>
                      <a:pt x="30" y="47"/>
                      <a:pt x="29" y="46"/>
                    </a:cubicBezTo>
                    <a:cubicBezTo>
                      <a:pt x="29" y="46"/>
                      <a:pt x="31" y="49"/>
                      <a:pt x="31" y="50"/>
                    </a:cubicBezTo>
                    <a:cubicBezTo>
                      <a:pt x="31" y="50"/>
                      <a:pt x="31" y="51"/>
                      <a:pt x="31" y="51"/>
                    </a:cubicBezTo>
                    <a:cubicBezTo>
                      <a:pt x="30" y="50"/>
                      <a:pt x="31" y="51"/>
                      <a:pt x="31" y="51"/>
                    </a:cubicBezTo>
                    <a:cubicBezTo>
                      <a:pt x="30" y="50"/>
                      <a:pt x="30" y="50"/>
                      <a:pt x="30" y="50"/>
                    </a:cubicBezTo>
                    <a:cubicBezTo>
                      <a:pt x="30" y="49"/>
                      <a:pt x="28" y="48"/>
                      <a:pt x="28" y="47"/>
                    </a:cubicBezTo>
                    <a:cubicBezTo>
                      <a:pt x="28" y="48"/>
                      <a:pt x="27" y="47"/>
                      <a:pt x="26" y="47"/>
                    </a:cubicBezTo>
                    <a:cubicBezTo>
                      <a:pt x="28" y="49"/>
                      <a:pt x="27" y="49"/>
                      <a:pt x="28" y="51"/>
                    </a:cubicBezTo>
                    <a:cubicBezTo>
                      <a:pt x="28" y="51"/>
                      <a:pt x="27" y="49"/>
                      <a:pt x="26" y="49"/>
                    </a:cubicBezTo>
                    <a:cubicBezTo>
                      <a:pt x="27" y="50"/>
                      <a:pt x="26" y="50"/>
                      <a:pt x="25" y="50"/>
                    </a:cubicBezTo>
                    <a:cubicBezTo>
                      <a:pt x="25" y="50"/>
                      <a:pt x="25" y="50"/>
                      <a:pt x="25" y="50"/>
                    </a:cubicBezTo>
                    <a:cubicBezTo>
                      <a:pt x="25" y="51"/>
                      <a:pt x="24" y="51"/>
                      <a:pt x="25" y="53"/>
                    </a:cubicBezTo>
                    <a:cubicBezTo>
                      <a:pt x="25" y="52"/>
                      <a:pt x="25" y="52"/>
                      <a:pt x="25" y="52"/>
                    </a:cubicBezTo>
                    <a:cubicBezTo>
                      <a:pt x="24" y="51"/>
                      <a:pt x="27" y="54"/>
                      <a:pt x="25" y="53"/>
                    </a:cubicBezTo>
                    <a:cubicBezTo>
                      <a:pt x="25" y="52"/>
                      <a:pt x="25" y="52"/>
                      <a:pt x="25" y="52"/>
                    </a:cubicBezTo>
                    <a:cubicBezTo>
                      <a:pt x="25" y="53"/>
                      <a:pt x="23" y="52"/>
                      <a:pt x="24" y="54"/>
                    </a:cubicBezTo>
                    <a:cubicBezTo>
                      <a:pt x="24" y="53"/>
                      <a:pt x="24" y="53"/>
                      <a:pt x="24" y="53"/>
                    </a:cubicBezTo>
                    <a:cubicBezTo>
                      <a:pt x="24" y="53"/>
                      <a:pt x="23" y="53"/>
                      <a:pt x="24" y="55"/>
                    </a:cubicBezTo>
                    <a:cubicBezTo>
                      <a:pt x="23" y="53"/>
                      <a:pt x="23" y="53"/>
                      <a:pt x="23" y="53"/>
                    </a:cubicBezTo>
                    <a:cubicBezTo>
                      <a:pt x="22" y="52"/>
                      <a:pt x="24" y="55"/>
                      <a:pt x="23" y="55"/>
                    </a:cubicBezTo>
                    <a:cubicBezTo>
                      <a:pt x="23" y="55"/>
                      <a:pt x="22" y="54"/>
                      <a:pt x="22" y="54"/>
                    </a:cubicBezTo>
                    <a:cubicBezTo>
                      <a:pt x="23" y="55"/>
                      <a:pt x="22" y="55"/>
                      <a:pt x="23" y="55"/>
                    </a:cubicBezTo>
                    <a:cubicBezTo>
                      <a:pt x="21" y="54"/>
                      <a:pt x="21" y="54"/>
                      <a:pt x="21" y="54"/>
                    </a:cubicBezTo>
                    <a:cubicBezTo>
                      <a:pt x="20" y="55"/>
                      <a:pt x="18" y="56"/>
                      <a:pt x="18" y="59"/>
                    </a:cubicBezTo>
                    <a:cubicBezTo>
                      <a:pt x="16" y="57"/>
                      <a:pt x="17" y="57"/>
                      <a:pt x="16" y="56"/>
                    </a:cubicBezTo>
                    <a:cubicBezTo>
                      <a:pt x="18" y="58"/>
                      <a:pt x="16" y="57"/>
                      <a:pt x="16" y="58"/>
                    </a:cubicBezTo>
                    <a:cubicBezTo>
                      <a:pt x="16" y="57"/>
                      <a:pt x="16" y="57"/>
                      <a:pt x="16" y="57"/>
                    </a:cubicBezTo>
                    <a:cubicBezTo>
                      <a:pt x="16" y="58"/>
                      <a:pt x="15" y="57"/>
                      <a:pt x="16" y="58"/>
                    </a:cubicBezTo>
                    <a:cubicBezTo>
                      <a:pt x="16" y="58"/>
                      <a:pt x="16" y="58"/>
                      <a:pt x="16" y="58"/>
                    </a:cubicBezTo>
                    <a:cubicBezTo>
                      <a:pt x="17" y="59"/>
                      <a:pt x="14" y="56"/>
                      <a:pt x="15" y="59"/>
                    </a:cubicBezTo>
                    <a:cubicBezTo>
                      <a:pt x="14" y="57"/>
                      <a:pt x="14" y="57"/>
                      <a:pt x="14" y="57"/>
                    </a:cubicBezTo>
                    <a:cubicBezTo>
                      <a:pt x="16" y="60"/>
                      <a:pt x="13" y="57"/>
                      <a:pt x="15" y="59"/>
                    </a:cubicBezTo>
                    <a:cubicBezTo>
                      <a:pt x="14" y="59"/>
                      <a:pt x="14" y="59"/>
                      <a:pt x="14" y="59"/>
                    </a:cubicBezTo>
                    <a:cubicBezTo>
                      <a:pt x="13" y="58"/>
                      <a:pt x="15" y="61"/>
                      <a:pt x="14" y="60"/>
                    </a:cubicBezTo>
                    <a:cubicBezTo>
                      <a:pt x="14" y="60"/>
                      <a:pt x="14" y="61"/>
                      <a:pt x="15" y="63"/>
                    </a:cubicBezTo>
                    <a:cubicBezTo>
                      <a:pt x="14" y="60"/>
                      <a:pt x="14" y="60"/>
                      <a:pt x="14" y="60"/>
                    </a:cubicBezTo>
                    <a:cubicBezTo>
                      <a:pt x="13" y="62"/>
                      <a:pt x="12" y="63"/>
                      <a:pt x="13" y="65"/>
                    </a:cubicBezTo>
                    <a:cubicBezTo>
                      <a:pt x="12" y="65"/>
                      <a:pt x="12" y="65"/>
                      <a:pt x="12" y="65"/>
                    </a:cubicBezTo>
                    <a:cubicBezTo>
                      <a:pt x="13" y="67"/>
                      <a:pt x="9" y="64"/>
                      <a:pt x="12" y="67"/>
                    </a:cubicBezTo>
                    <a:cubicBezTo>
                      <a:pt x="13" y="69"/>
                      <a:pt x="13" y="69"/>
                      <a:pt x="13" y="69"/>
                    </a:cubicBezTo>
                    <a:cubicBezTo>
                      <a:pt x="11" y="67"/>
                      <a:pt x="11" y="67"/>
                      <a:pt x="11" y="67"/>
                    </a:cubicBezTo>
                    <a:cubicBezTo>
                      <a:pt x="11" y="68"/>
                      <a:pt x="10" y="68"/>
                      <a:pt x="11" y="69"/>
                    </a:cubicBezTo>
                    <a:cubicBezTo>
                      <a:pt x="10" y="68"/>
                      <a:pt x="10" y="68"/>
                      <a:pt x="10" y="68"/>
                    </a:cubicBezTo>
                    <a:cubicBezTo>
                      <a:pt x="10" y="68"/>
                      <a:pt x="11" y="70"/>
                      <a:pt x="11" y="70"/>
                    </a:cubicBezTo>
                    <a:cubicBezTo>
                      <a:pt x="10" y="69"/>
                      <a:pt x="10" y="69"/>
                      <a:pt x="10" y="69"/>
                    </a:cubicBezTo>
                    <a:cubicBezTo>
                      <a:pt x="7" y="68"/>
                      <a:pt x="4" y="67"/>
                      <a:pt x="5" y="71"/>
                    </a:cubicBezTo>
                    <a:cubicBezTo>
                      <a:pt x="5" y="72"/>
                      <a:pt x="3" y="70"/>
                      <a:pt x="3" y="70"/>
                    </a:cubicBezTo>
                    <a:cubicBezTo>
                      <a:pt x="5" y="73"/>
                      <a:pt x="0" y="70"/>
                      <a:pt x="2" y="75"/>
                    </a:cubicBezTo>
                    <a:cubicBezTo>
                      <a:pt x="2" y="77"/>
                      <a:pt x="6" y="82"/>
                      <a:pt x="6" y="82"/>
                    </a:cubicBezTo>
                    <a:cubicBezTo>
                      <a:pt x="7" y="78"/>
                      <a:pt x="10" y="79"/>
                      <a:pt x="14" y="80"/>
                    </a:cubicBezTo>
                    <a:cubicBezTo>
                      <a:pt x="14" y="79"/>
                      <a:pt x="14" y="77"/>
                      <a:pt x="15" y="78"/>
                    </a:cubicBezTo>
                    <a:cubicBezTo>
                      <a:pt x="18" y="75"/>
                      <a:pt x="23" y="77"/>
                      <a:pt x="24" y="73"/>
                    </a:cubicBezTo>
                    <a:cubicBezTo>
                      <a:pt x="23" y="73"/>
                      <a:pt x="23" y="72"/>
                      <a:pt x="23" y="71"/>
                    </a:cubicBezTo>
                    <a:cubicBezTo>
                      <a:pt x="23" y="72"/>
                      <a:pt x="23" y="72"/>
                      <a:pt x="23" y="72"/>
                    </a:cubicBezTo>
                    <a:cubicBezTo>
                      <a:pt x="22" y="71"/>
                      <a:pt x="22" y="71"/>
                      <a:pt x="22" y="71"/>
                    </a:cubicBezTo>
                    <a:cubicBezTo>
                      <a:pt x="23" y="70"/>
                      <a:pt x="24" y="72"/>
                      <a:pt x="24" y="72"/>
                    </a:cubicBezTo>
                    <a:cubicBezTo>
                      <a:pt x="25" y="71"/>
                      <a:pt x="25" y="70"/>
                      <a:pt x="26" y="70"/>
                    </a:cubicBezTo>
                    <a:cubicBezTo>
                      <a:pt x="25" y="68"/>
                      <a:pt x="27" y="69"/>
                      <a:pt x="25" y="67"/>
                    </a:cubicBezTo>
                    <a:cubicBezTo>
                      <a:pt x="26" y="68"/>
                      <a:pt x="26" y="68"/>
                      <a:pt x="26" y="68"/>
                    </a:cubicBezTo>
                    <a:cubicBezTo>
                      <a:pt x="26" y="67"/>
                      <a:pt x="26" y="67"/>
                      <a:pt x="28" y="68"/>
                    </a:cubicBezTo>
                    <a:cubicBezTo>
                      <a:pt x="32" y="68"/>
                      <a:pt x="33" y="64"/>
                      <a:pt x="36" y="63"/>
                    </a:cubicBezTo>
                    <a:cubicBezTo>
                      <a:pt x="39" y="60"/>
                      <a:pt x="40" y="57"/>
                      <a:pt x="43" y="54"/>
                    </a:cubicBezTo>
                    <a:cubicBezTo>
                      <a:pt x="41" y="51"/>
                      <a:pt x="42" y="52"/>
                      <a:pt x="41" y="49"/>
                    </a:cubicBezTo>
                    <a:cubicBezTo>
                      <a:pt x="42" y="50"/>
                      <a:pt x="42" y="50"/>
                      <a:pt x="42" y="50"/>
                    </a:cubicBezTo>
                    <a:cubicBezTo>
                      <a:pt x="41" y="48"/>
                      <a:pt x="42" y="49"/>
                      <a:pt x="44" y="50"/>
                    </a:cubicBezTo>
                    <a:cubicBezTo>
                      <a:pt x="43" y="49"/>
                      <a:pt x="44" y="50"/>
                      <a:pt x="42" y="48"/>
                    </a:cubicBezTo>
                    <a:cubicBezTo>
                      <a:pt x="41" y="47"/>
                      <a:pt x="44" y="50"/>
                      <a:pt x="44" y="49"/>
                    </a:cubicBezTo>
                    <a:cubicBezTo>
                      <a:pt x="45" y="50"/>
                      <a:pt x="43" y="48"/>
                      <a:pt x="44" y="49"/>
                    </a:cubicBezTo>
                    <a:cubicBezTo>
                      <a:pt x="43" y="46"/>
                      <a:pt x="44" y="50"/>
                      <a:pt x="47" y="50"/>
                    </a:cubicBezTo>
                    <a:cubicBezTo>
                      <a:pt x="47" y="49"/>
                      <a:pt x="47" y="46"/>
                      <a:pt x="49" y="46"/>
                    </a:cubicBezTo>
                    <a:cubicBezTo>
                      <a:pt x="49" y="46"/>
                      <a:pt x="48" y="45"/>
                      <a:pt x="48" y="45"/>
                    </a:cubicBezTo>
                    <a:cubicBezTo>
                      <a:pt x="50" y="47"/>
                      <a:pt x="48" y="44"/>
                      <a:pt x="49" y="45"/>
                    </a:cubicBezTo>
                    <a:cubicBezTo>
                      <a:pt x="50" y="46"/>
                      <a:pt x="50" y="46"/>
                      <a:pt x="50" y="46"/>
                    </a:cubicBezTo>
                    <a:cubicBezTo>
                      <a:pt x="51" y="46"/>
                      <a:pt x="50" y="45"/>
                      <a:pt x="52" y="45"/>
                    </a:cubicBezTo>
                    <a:cubicBezTo>
                      <a:pt x="51" y="44"/>
                      <a:pt x="54" y="45"/>
                      <a:pt x="53" y="44"/>
                    </a:cubicBezTo>
                    <a:cubicBezTo>
                      <a:pt x="54" y="45"/>
                      <a:pt x="54" y="44"/>
                      <a:pt x="54" y="45"/>
                    </a:cubicBezTo>
                    <a:cubicBezTo>
                      <a:pt x="52" y="42"/>
                      <a:pt x="56" y="45"/>
                      <a:pt x="55" y="43"/>
                    </a:cubicBezTo>
                    <a:cubicBezTo>
                      <a:pt x="55" y="43"/>
                      <a:pt x="55" y="43"/>
                      <a:pt x="55" y="43"/>
                    </a:cubicBezTo>
                    <a:cubicBezTo>
                      <a:pt x="56" y="42"/>
                      <a:pt x="58" y="42"/>
                      <a:pt x="58" y="39"/>
                    </a:cubicBezTo>
                    <a:cubicBezTo>
                      <a:pt x="59" y="38"/>
                      <a:pt x="62" y="40"/>
                      <a:pt x="62" y="38"/>
                    </a:cubicBezTo>
                    <a:cubicBezTo>
                      <a:pt x="61" y="37"/>
                      <a:pt x="61" y="37"/>
                      <a:pt x="61" y="37"/>
                    </a:cubicBezTo>
                    <a:cubicBezTo>
                      <a:pt x="61" y="36"/>
                      <a:pt x="62" y="37"/>
                      <a:pt x="62" y="38"/>
                    </a:cubicBezTo>
                    <a:cubicBezTo>
                      <a:pt x="61" y="36"/>
                      <a:pt x="63" y="37"/>
                      <a:pt x="64" y="37"/>
                    </a:cubicBezTo>
                    <a:cubicBezTo>
                      <a:pt x="63" y="36"/>
                      <a:pt x="63" y="36"/>
                      <a:pt x="63" y="35"/>
                    </a:cubicBezTo>
                    <a:cubicBezTo>
                      <a:pt x="66" y="36"/>
                      <a:pt x="63" y="33"/>
                      <a:pt x="66" y="34"/>
                    </a:cubicBezTo>
                    <a:cubicBezTo>
                      <a:pt x="63" y="32"/>
                      <a:pt x="65" y="33"/>
                      <a:pt x="64" y="32"/>
                    </a:cubicBezTo>
                    <a:cubicBezTo>
                      <a:pt x="64" y="32"/>
                      <a:pt x="65" y="33"/>
                      <a:pt x="65" y="33"/>
                    </a:cubicBezTo>
                    <a:cubicBezTo>
                      <a:pt x="66" y="33"/>
                      <a:pt x="66" y="32"/>
                      <a:pt x="67" y="33"/>
                    </a:cubicBezTo>
                    <a:cubicBezTo>
                      <a:pt x="67" y="32"/>
                      <a:pt x="66" y="31"/>
                      <a:pt x="66" y="31"/>
                    </a:cubicBezTo>
                    <a:cubicBezTo>
                      <a:pt x="68" y="33"/>
                      <a:pt x="67" y="31"/>
                      <a:pt x="68" y="31"/>
                    </a:cubicBezTo>
                    <a:cubicBezTo>
                      <a:pt x="66" y="29"/>
                      <a:pt x="66" y="28"/>
                      <a:pt x="66" y="28"/>
                    </a:cubicBezTo>
                    <a:cubicBezTo>
                      <a:pt x="68" y="31"/>
                      <a:pt x="68" y="31"/>
                      <a:pt x="68" y="31"/>
                    </a:cubicBezTo>
                    <a:cubicBezTo>
                      <a:pt x="68" y="29"/>
                      <a:pt x="71" y="30"/>
                      <a:pt x="70" y="27"/>
                    </a:cubicBezTo>
                    <a:cubicBezTo>
                      <a:pt x="71" y="28"/>
                      <a:pt x="71" y="28"/>
                      <a:pt x="71" y="28"/>
                    </a:cubicBezTo>
                    <a:cubicBezTo>
                      <a:pt x="71" y="25"/>
                      <a:pt x="73" y="26"/>
                      <a:pt x="72" y="23"/>
                    </a:cubicBezTo>
                    <a:cubicBezTo>
                      <a:pt x="73" y="23"/>
                      <a:pt x="73" y="24"/>
                      <a:pt x="74" y="23"/>
                    </a:cubicBezTo>
                    <a:cubicBezTo>
                      <a:pt x="73" y="22"/>
                      <a:pt x="73" y="22"/>
                      <a:pt x="72" y="20"/>
                    </a:cubicBezTo>
                    <a:cubicBezTo>
                      <a:pt x="72" y="20"/>
                      <a:pt x="73" y="21"/>
                      <a:pt x="74" y="21"/>
                    </a:cubicBezTo>
                    <a:cubicBezTo>
                      <a:pt x="74" y="21"/>
                      <a:pt x="76" y="23"/>
                      <a:pt x="75" y="20"/>
                    </a:cubicBezTo>
                    <a:cubicBezTo>
                      <a:pt x="76" y="21"/>
                      <a:pt x="76" y="21"/>
                      <a:pt x="76" y="21"/>
                    </a:cubicBezTo>
                    <a:cubicBezTo>
                      <a:pt x="76" y="20"/>
                      <a:pt x="75" y="18"/>
                      <a:pt x="76" y="19"/>
                    </a:cubicBezTo>
                    <a:cubicBezTo>
                      <a:pt x="76" y="18"/>
                      <a:pt x="76" y="17"/>
                      <a:pt x="75" y="16"/>
                    </a:cubicBezTo>
                    <a:cubicBezTo>
                      <a:pt x="75" y="16"/>
                      <a:pt x="76" y="18"/>
                      <a:pt x="76" y="17"/>
                    </a:cubicBezTo>
                    <a:cubicBezTo>
                      <a:pt x="77" y="19"/>
                      <a:pt x="77" y="19"/>
                      <a:pt x="77" y="19"/>
                    </a:cubicBezTo>
                    <a:cubicBezTo>
                      <a:pt x="78" y="18"/>
                      <a:pt x="78" y="17"/>
                      <a:pt x="79" y="15"/>
                    </a:cubicBezTo>
                    <a:cubicBezTo>
                      <a:pt x="80" y="17"/>
                      <a:pt x="80" y="15"/>
                      <a:pt x="81" y="15"/>
                    </a:cubicBezTo>
                    <a:cubicBezTo>
                      <a:pt x="81" y="14"/>
                      <a:pt x="82" y="15"/>
                      <a:pt x="81" y="13"/>
                    </a:cubicBezTo>
                    <a:cubicBezTo>
                      <a:pt x="82" y="14"/>
                      <a:pt x="82" y="14"/>
                      <a:pt x="82" y="14"/>
                    </a:cubicBezTo>
                    <a:cubicBezTo>
                      <a:pt x="82" y="14"/>
                      <a:pt x="83" y="13"/>
                      <a:pt x="84" y="14"/>
                    </a:cubicBezTo>
                    <a:cubicBezTo>
                      <a:pt x="84" y="14"/>
                      <a:pt x="83" y="12"/>
                      <a:pt x="83" y="11"/>
                    </a:cubicBezTo>
                    <a:cubicBezTo>
                      <a:pt x="84" y="12"/>
                      <a:pt x="84" y="12"/>
                      <a:pt x="84" y="12"/>
                    </a:cubicBezTo>
                    <a:cubicBezTo>
                      <a:pt x="84" y="11"/>
                      <a:pt x="83" y="10"/>
                      <a:pt x="82" y="8"/>
                    </a:cubicBezTo>
                    <a:cubicBezTo>
                      <a:pt x="83" y="9"/>
                      <a:pt x="82" y="8"/>
                      <a:pt x="83" y="9"/>
                    </a:cubicBezTo>
                    <a:cubicBezTo>
                      <a:pt x="83" y="10"/>
                      <a:pt x="84" y="11"/>
                      <a:pt x="84" y="13"/>
                    </a:cubicBezTo>
                    <a:cubicBezTo>
                      <a:pt x="85" y="13"/>
                      <a:pt x="84" y="10"/>
                      <a:pt x="85" y="11"/>
                    </a:cubicBezTo>
                    <a:cubicBezTo>
                      <a:pt x="86" y="12"/>
                      <a:pt x="86" y="11"/>
                      <a:pt x="85" y="9"/>
                    </a:cubicBezTo>
                    <a:cubicBezTo>
                      <a:pt x="85" y="10"/>
                      <a:pt x="85" y="10"/>
                      <a:pt x="86" y="11"/>
                    </a:cubicBezTo>
                    <a:cubicBezTo>
                      <a:pt x="86" y="11"/>
                      <a:pt x="86" y="11"/>
                      <a:pt x="86" y="10"/>
                    </a:cubicBezTo>
                    <a:cubicBezTo>
                      <a:pt x="86" y="10"/>
                      <a:pt x="85" y="10"/>
                      <a:pt x="85" y="10"/>
                    </a:cubicBezTo>
                    <a:cubicBezTo>
                      <a:pt x="85" y="9"/>
                      <a:pt x="85" y="8"/>
                      <a:pt x="84" y="7"/>
                    </a:cubicBezTo>
                    <a:cubicBezTo>
                      <a:pt x="84" y="7"/>
                      <a:pt x="84" y="7"/>
                      <a:pt x="84" y="7"/>
                    </a:cubicBezTo>
                    <a:cubicBezTo>
                      <a:pt x="83" y="6"/>
                      <a:pt x="84" y="5"/>
                      <a:pt x="84"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4" name="Freeform 37"/>
              <p:cNvSpPr/>
              <p:nvPr/>
            </p:nvSpPr>
            <p:spPr bwMode="auto">
              <a:xfrm>
                <a:off x="3725" y="2268"/>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5" name="Freeform 38"/>
              <p:cNvSpPr/>
              <p:nvPr/>
            </p:nvSpPr>
            <p:spPr bwMode="auto">
              <a:xfrm>
                <a:off x="3474"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6" name="Freeform 39"/>
              <p:cNvSpPr/>
              <p:nvPr/>
            </p:nvSpPr>
            <p:spPr bwMode="auto">
              <a:xfrm>
                <a:off x="3799" y="2608"/>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7" name="Freeform 40"/>
              <p:cNvSpPr/>
              <p:nvPr/>
            </p:nvSpPr>
            <p:spPr bwMode="auto">
              <a:xfrm>
                <a:off x="3470" y="2079"/>
                <a:ext cx="2" cy="3"/>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8" name="Freeform 41"/>
              <p:cNvSpPr/>
              <p:nvPr/>
            </p:nvSpPr>
            <p:spPr bwMode="auto">
              <a:xfrm>
                <a:off x="3825" y="27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9" name="Freeform 42"/>
              <p:cNvSpPr/>
              <p:nvPr/>
            </p:nvSpPr>
            <p:spPr bwMode="auto">
              <a:xfrm>
                <a:off x="3466" y="215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0" name="Freeform 43"/>
              <p:cNvSpPr/>
              <p:nvPr/>
            </p:nvSpPr>
            <p:spPr bwMode="auto">
              <a:xfrm>
                <a:off x="3916" y="258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1" name="Freeform 44"/>
              <p:cNvSpPr/>
              <p:nvPr/>
            </p:nvSpPr>
            <p:spPr bwMode="auto">
              <a:xfrm>
                <a:off x="3899" y="27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2" name="Freeform 45"/>
              <p:cNvSpPr/>
              <p:nvPr/>
            </p:nvSpPr>
            <p:spPr bwMode="auto">
              <a:xfrm>
                <a:off x="3926" y="2582"/>
                <a:ext cx="3" cy="2"/>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3" name="Freeform 46"/>
              <p:cNvSpPr/>
              <p:nvPr/>
            </p:nvSpPr>
            <p:spPr bwMode="auto">
              <a:xfrm>
                <a:off x="3850" y="2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4" name="Freeform 47"/>
              <p:cNvSpPr/>
              <p:nvPr/>
            </p:nvSpPr>
            <p:spPr bwMode="auto">
              <a:xfrm>
                <a:off x="3926" y="25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5" name="Freeform 48"/>
              <p:cNvSpPr/>
              <p:nvPr/>
            </p:nvSpPr>
            <p:spPr bwMode="auto">
              <a:xfrm>
                <a:off x="3810" y="27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6" name="Freeform 49"/>
              <p:cNvSpPr/>
              <p:nvPr/>
            </p:nvSpPr>
            <p:spPr bwMode="auto">
              <a:xfrm>
                <a:off x="3827" y="2270"/>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7" name="Freeform 50"/>
              <p:cNvSpPr/>
              <p:nvPr/>
            </p:nvSpPr>
            <p:spPr bwMode="auto">
              <a:xfrm>
                <a:off x="3470" y="2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8" name="Freeform 51"/>
              <p:cNvSpPr/>
              <p:nvPr/>
            </p:nvSpPr>
            <p:spPr bwMode="auto">
              <a:xfrm>
                <a:off x="4497" y="2332"/>
                <a:ext cx="2" cy="4"/>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1"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9" name="Freeform 52"/>
              <p:cNvSpPr/>
              <p:nvPr/>
            </p:nvSpPr>
            <p:spPr bwMode="auto">
              <a:xfrm>
                <a:off x="4468" y="2319"/>
                <a:ext cx="2" cy="2"/>
              </a:xfrm>
              <a:custGeom>
                <a:avLst/>
                <a:gdLst>
                  <a:gd name="T0" fmla="*/ 2 w 2"/>
                  <a:gd name="T1" fmla="*/ 2 h 2"/>
                  <a:gd name="T2" fmla="*/ 2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2"/>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0" name="Freeform 53"/>
              <p:cNvSpPr/>
              <p:nvPr/>
            </p:nvSpPr>
            <p:spPr bwMode="auto">
              <a:xfrm>
                <a:off x="4451" y="227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1" name="Freeform 54"/>
              <p:cNvSpPr/>
              <p:nvPr/>
            </p:nvSpPr>
            <p:spPr bwMode="auto">
              <a:xfrm>
                <a:off x="4385" y="228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2" name="Freeform 55"/>
              <p:cNvSpPr/>
              <p:nvPr/>
            </p:nvSpPr>
            <p:spPr bwMode="auto">
              <a:xfrm>
                <a:off x="4381" y="2277"/>
                <a:ext cx="4" cy="2"/>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0" y="1"/>
                      <a:pt x="1" y="1"/>
                      <a:pt x="1" y="1"/>
                    </a:cubicBezTo>
                    <a:cubicBezTo>
                      <a:pt x="1" y="0"/>
                      <a:pt x="2" y="0"/>
                      <a:pt x="1" y="0"/>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3" name="Freeform 56"/>
              <p:cNvSpPr/>
              <p:nvPr/>
            </p:nvSpPr>
            <p:spPr bwMode="auto">
              <a:xfrm>
                <a:off x="4383" y="2281"/>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4" name="Freeform 57"/>
              <p:cNvSpPr/>
              <p:nvPr/>
            </p:nvSpPr>
            <p:spPr bwMode="auto">
              <a:xfrm>
                <a:off x="4504" y="23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5" name="Freeform 58"/>
              <p:cNvSpPr/>
              <p:nvPr/>
            </p:nvSpPr>
            <p:spPr bwMode="auto">
              <a:xfrm>
                <a:off x="3602" y="1893"/>
                <a:ext cx="27" cy="2"/>
              </a:xfrm>
              <a:custGeom>
                <a:avLst/>
                <a:gdLst>
                  <a:gd name="T0" fmla="*/ 4 w 13"/>
                  <a:gd name="T1" fmla="*/ 1 h 1"/>
                  <a:gd name="T2" fmla="*/ 6 w 13"/>
                  <a:gd name="T3" fmla="*/ 1 h 1"/>
                  <a:gd name="T4" fmla="*/ 6 w 13"/>
                  <a:gd name="T5" fmla="*/ 1 h 1"/>
                  <a:gd name="T6" fmla="*/ 6 w 13"/>
                  <a:gd name="T7" fmla="*/ 1 h 1"/>
                  <a:gd name="T8" fmla="*/ 6 w 13"/>
                  <a:gd name="T9" fmla="*/ 1 h 1"/>
                  <a:gd name="T10" fmla="*/ 6 w 13"/>
                  <a:gd name="T11" fmla="*/ 1 h 1"/>
                  <a:gd name="T12" fmla="*/ 6 w 13"/>
                  <a:gd name="T13" fmla="*/ 1 h 1"/>
                  <a:gd name="T14" fmla="*/ 6 w 13"/>
                  <a:gd name="T15" fmla="*/ 1 h 1"/>
                  <a:gd name="T16" fmla="*/ 4 w 13"/>
                  <a:gd name="T17" fmla="*/ 1 h 1"/>
                  <a:gd name="T18" fmla="*/ 4 w 1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
                    <a:moveTo>
                      <a:pt x="4" y="1"/>
                    </a:moveTo>
                    <a:cubicBezTo>
                      <a:pt x="4" y="1"/>
                      <a:pt x="5"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0" y="0"/>
                      <a:pt x="13" y="1"/>
                      <a:pt x="4" y="1"/>
                    </a:cubicBezTo>
                    <a:cubicBezTo>
                      <a:pt x="4" y="1"/>
                      <a:pt x="4" y="1"/>
                      <a:pt x="4"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6" name="Freeform 59"/>
              <p:cNvSpPr/>
              <p:nvPr/>
            </p:nvSpPr>
            <p:spPr bwMode="auto">
              <a:xfrm>
                <a:off x="4495" y="233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7" name="Freeform 60"/>
              <p:cNvSpPr/>
              <p:nvPr/>
            </p:nvSpPr>
            <p:spPr bwMode="auto">
              <a:xfrm>
                <a:off x="4381" y="2277"/>
                <a:ext cx="4" cy="8"/>
              </a:xfrm>
              <a:custGeom>
                <a:avLst/>
                <a:gdLst>
                  <a:gd name="T0" fmla="*/ 2 w 2"/>
                  <a:gd name="T1" fmla="*/ 1 h 4"/>
                  <a:gd name="T2" fmla="*/ 2 w 2"/>
                  <a:gd name="T3" fmla="*/ 0 h 4"/>
                  <a:gd name="T4" fmla="*/ 1 w 2"/>
                  <a:gd name="T5" fmla="*/ 2 h 4"/>
                  <a:gd name="T6" fmla="*/ 1 w 2"/>
                  <a:gd name="T7" fmla="*/ 2 h 4"/>
                  <a:gd name="T8" fmla="*/ 0 w 2"/>
                  <a:gd name="T9" fmla="*/ 4 h 4"/>
                  <a:gd name="T10" fmla="*/ 2 w 2"/>
                  <a:gd name="T11" fmla="*/ 1 h 4"/>
                </a:gdLst>
                <a:ahLst/>
                <a:cxnLst>
                  <a:cxn ang="0">
                    <a:pos x="T0" y="T1"/>
                  </a:cxn>
                  <a:cxn ang="0">
                    <a:pos x="T2" y="T3"/>
                  </a:cxn>
                  <a:cxn ang="0">
                    <a:pos x="T4" y="T5"/>
                  </a:cxn>
                  <a:cxn ang="0">
                    <a:pos x="T6" y="T7"/>
                  </a:cxn>
                  <a:cxn ang="0">
                    <a:pos x="T8" y="T9"/>
                  </a:cxn>
                  <a:cxn ang="0">
                    <a:pos x="T10" y="T11"/>
                  </a:cxn>
                </a:cxnLst>
                <a:rect l="0" t="0" r="r" b="b"/>
                <a:pathLst>
                  <a:path w="2" h="4">
                    <a:moveTo>
                      <a:pt x="2" y="1"/>
                    </a:moveTo>
                    <a:cubicBezTo>
                      <a:pt x="2" y="1"/>
                      <a:pt x="2" y="0"/>
                      <a:pt x="2" y="0"/>
                    </a:cubicBezTo>
                    <a:cubicBezTo>
                      <a:pt x="1" y="1"/>
                      <a:pt x="1" y="1"/>
                      <a:pt x="1" y="2"/>
                    </a:cubicBezTo>
                    <a:cubicBezTo>
                      <a:pt x="1" y="2"/>
                      <a:pt x="0" y="3"/>
                      <a:pt x="1" y="2"/>
                    </a:cubicBezTo>
                    <a:cubicBezTo>
                      <a:pt x="0" y="3"/>
                      <a:pt x="0" y="4"/>
                      <a:pt x="0" y="4"/>
                    </a:cubicBezTo>
                    <a:cubicBezTo>
                      <a:pt x="1" y="3"/>
                      <a:pt x="1" y="1"/>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8" name="Freeform 61"/>
              <p:cNvSpPr/>
              <p:nvPr/>
            </p:nvSpPr>
            <p:spPr bwMode="auto">
              <a:xfrm>
                <a:off x="4519" y="2328"/>
                <a:ext cx="2" cy="2"/>
              </a:xfrm>
              <a:custGeom>
                <a:avLst/>
                <a:gdLst>
                  <a:gd name="T0" fmla="*/ 0 w 2"/>
                  <a:gd name="T1" fmla="*/ 2 h 2"/>
                  <a:gd name="T2" fmla="*/ 0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0" y="2"/>
                    </a:lnTo>
                    <a:lnTo>
                      <a:pt x="2"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9" name="Freeform 62"/>
              <p:cNvSpPr/>
              <p:nvPr/>
            </p:nvSpPr>
            <p:spPr bwMode="auto">
              <a:xfrm>
                <a:off x="4504" y="2325"/>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0" name="Freeform 63"/>
              <p:cNvSpPr/>
              <p:nvPr/>
            </p:nvSpPr>
            <p:spPr bwMode="auto">
              <a:xfrm>
                <a:off x="4391" y="2294"/>
                <a:ext cx="4" cy="4"/>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0" y="2"/>
                      <a:pt x="1" y="1"/>
                      <a:pt x="1" y="1"/>
                    </a:cubicBezTo>
                    <a:cubicBezTo>
                      <a:pt x="2" y="0"/>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1" name="Freeform 64"/>
              <p:cNvSpPr/>
              <p:nvPr/>
            </p:nvSpPr>
            <p:spPr bwMode="auto">
              <a:xfrm>
                <a:off x="4381" y="2281"/>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2" name="Freeform 65"/>
              <p:cNvSpPr/>
              <p:nvPr/>
            </p:nvSpPr>
            <p:spPr bwMode="auto">
              <a:xfrm>
                <a:off x="3332" y="1903"/>
                <a:ext cx="2" cy="7"/>
              </a:xfrm>
              <a:custGeom>
                <a:avLst/>
                <a:gdLst>
                  <a:gd name="T0" fmla="*/ 0 w 1"/>
                  <a:gd name="T1" fmla="*/ 3 h 3"/>
                  <a:gd name="T2" fmla="*/ 1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1" y="3"/>
                    </a:cubicBezTo>
                    <a:cubicBezTo>
                      <a:pt x="1" y="2"/>
                      <a:pt x="1" y="1"/>
                      <a:pt x="1" y="0"/>
                    </a:cubicBezTo>
                    <a:lnTo>
                      <a:pt x="0" y="3"/>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3" name="Freeform 66"/>
              <p:cNvSpPr/>
              <p:nvPr/>
            </p:nvSpPr>
            <p:spPr bwMode="auto">
              <a:xfrm>
                <a:off x="3566" y="2372"/>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4" name="Freeform 67"/>
              <p:cNvSpPr/>
              <p:nvPr/>
            </p:nvSpPr>
            <p:spPr bwMode="auto">
              <a:xfrm>
                <a:off x="3474" y="2073"/>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5" name="Freeform 68"/>
              <p:cNvSpPr/>
              <p:nvPr/>
            </p:nvSpPr>
            <p:spPr bwMode="auto">
              <a:xfrm>
                <a:off x="4060" y="1568"/>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6" name="Freeform 69"/>
              <p:cNvSpPr/>
              <p:nvPr/>
            </p:nvSpPr>
            <p:spPr bwMode="auto">
              <a:xfrm>
                <a:off x="3472" y="2073"/>
                <a:ext cx="2"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0" y="0"/>
                      <a:pt x="0" y="0"/>
                      <a:pt x="0" y="0"/>
                    </a:cubicBezTo>
                    <a:cubicBezTo>
                      <a:pt x="0" y="0"/>
                      <a:pt x="0" y="0"/>
                      <a:pt x="1"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7" name="Freeform 70"/>
              <p:cNvSpPr/>
              <p:nvPr/>
            </p:nvSpPr>
            <p:spPr bwMode="auto">
              <a:xfrm>
                <a:off x="3474" y="2073"/>
                <a:ext cx="0" cy="2"/>
              </a:xfrm>
              <a:custGeom>
                <a:avLst/>
                <a:gdLst>
                  <a:gd name="T0" fmla="*/ 0 h 1"/>
                  <a:gd name="T1" fmla="*/ 1 h 1"/>
                  <a:gd name="T2" fmla="*/ 1 h 1"/>
                  <a:gd name="T3" fmla="*/ 1 h 1"/>
                  <a:gd name="T4" fmla="*/ 1 h 1"/>
                  <a:gd name="T5" fmla="*/ 1 h 1"/>
                  <a:gd name="T6" fmla="*/ 0 h 1"/>
                  <a:gd name="T7" fmla="*/ 0 h 1"/>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
                    <a:moveTo>
                      <a:pt x="0" y="0"/>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8" name="Freeform 71"/>
              <p:cNvSpPr/>
              <p:nvPr/>
            </p:nvSpPr>
            <p:spPr bwMode="auto">
              <a:xfrm>
                <a:off x="3702" y="1530"/>
                <a:ext cx="4" cy="2"/>
              </a:xfrm>
              <a:custGeom>
                <a:avLst/>
                <a:gdLst>
                  <a:gd name="T0" fmla="*/ 0 w 2"/>
                  <a:gd name="T1" fmla="*/ 1 h 1"/>
                  <a:gd name="T2" fmla="*/ 0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0" y="1"/>
                      <a:pt x="1" y="0"/>
                      <a:pt x="2"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9" name="Freeform 72"/>
              <p:cNvSpPr/>
              <p:nvPr/>
            </p:nvSpPr>
            <p:spPr bwMode="auto">
              <a:xfrm>
                <a:off x="3421" y="2084"/>
                <a:ext cx="17" cy="15"/>
              </a:xfrm>
              <a:custGeom>
                <a:avLst/>
                <a:gdLst>
                  <a:gd name="T0" fmla="*/ 2 w 8"/>
                  <a:gd name="T1" fmla="*/ 5 h 7"/>
                  <a:gd name="T2" fmla="*/ 4 w 8"/>
                  <a:gd name="T3" fmla="*/ 2 h 7"/>
                  <a:gd name="T4" fmla="*/ 2 w 8"/>
                  <a:gd name="T5" fmla="*/ 5 h 7"/>
                </a:gdLst>
                <a:ahLst/>
                <a:cxnLst>
                  <a:cxn ang="0">
                    <a:pos x="T0" y="T1"/>
                  </a:cxn>
                  <a:cxn ang="0">
                    <a:pos x="T2" y="T3"/>
                  </a:cxn>
                  <a:cxn ang="0">
                    <a:pos x="T4" y="T5"/>
                  </a:cxn>
                </a:cxnLst>
                <a:rect l="0" t="0" r="r" b="b"/>
                <a:pathLst>
                  <a:path w="8" h="7">
                    <a:moveTo>
                      <a:pt x="2" y="5"/>
                    </a:moveTo>
                    <a:cubicBezTo>
                      <a:pt x="8" y="0"/>
                      <a:pt x="0" y="7"/>
                      <a:pt x="4" y="2"/>
                    </a:cubicBezTo>
                    <a:cubicBezTo>
                      <a:pt x="2" y="3"/>
                      <a:pt x="2" y="4"/>
                      <a:pt x="2" y="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0" name="Freeform 73"/>
              <p:cNvSpPr/>
              <p:nvPr/>
            </p:nvSpPr>
            <p:spPr bwMode="auto">
              <a:xfrm>
                <a:off x="4381" y="2247"/>
                <a:ext cx="2" cy="4"/>
              </a:xfrm>
              <a:custGeom>
                <a:avLst/>
                <a:gdLst>
                  <a:gd name="T0" fmla="*/ 0 w 1"/>
                  <a:gd name="T1" fmla="*/ 1 h 2"/>
                  <a:gd name="T2" fmla="*/ 1 w 1"/>
                  <a:gd name="T3" fmla="*/ 0 h 2"/>
                  <a:gd name="T4" fmla="*/ 0 w 1"/>
                  <a:gd name="T5" fmla="*/ 1 h 2"/>
                </a:gdLst>
                <a:ahLst/>
                <a:cxnLst>
                  <a:cxn ang="0">
                    <a:pos x="T0" y="T1"/>
                  </a:cxn>
                  <a:cxn ang="0">
                    <a:pos x="T2" y="T3"/>
                  </a:cxn>
                  <a:cxn ang="0">
                    <a:pos x="T4" y="T5"/>
                  </a:cxn>
                </a:cxnLst>
                <a:rect l="0" t="0" r="r" b="b"/>
                <a:pathLst>
                  <a:path w="1" h="2">
                    <a:moveTo>
                      <a:pt x="0" y="1"/>
                    </a:moveTo>
                    <a:cubicBezTo>
                      <a:pt x="0" y="2"/>
                      <a:pt x="0" y="0"/>
                      <a:pt x="1" y="0"/>
                    </a:cubicBezTo>
                    <a:cubicBezTo>
                      <a:pt x="1" y="0"/>
                      <a:pt x="1"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1" name="Freeform 74"/>
              <p:cNvSpPr/>
              <p:nvPr/>
            </p:nvSpPr>
            <p:spPr bwMode="auto">
              <a:xfrm>
                <a:off x="4381" y="2247"/>
                <a:ext cx="2" cy="6"/>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2" name="Freeform 75"/>
              <p:cNvSpPr/>
              <p:nvPr/>
            </p:nvSpPr>
            <p:spPr bwMode="auto">
              <a:xfrm>
                <a:off x="3914" y="15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3" name="Freeform 76"/>
              <p:cNvSpPr/>
              <p:nvPr/>
            </p:nvSpPr>
            <p:spPr bwMode="auto">
              <a:xfrm>
                <a:off x="3317" y="1492"/>
                <a:ext cx="1064" cy="1219"/>
              </a:xfrm>
              <a:custGeom>
                <a:avLst/>
                <a:gdLst>
                  <a:gd name="T0" fmla="*/ 307 w 501"/>
                  <a:gd name="T1" fmla="*/ 7 h 575"/>
                  <a:gd name="T2" fmla="*/ 204 w 501"/>
                  <a:gd name="T3" fmla="*/ 13 h 575"/>
                  <a:gd name="T4" fmla="*/ 130 w 501"/>
                  <a:gd name="T5" fmla="*/ 42 h 575"/>
                  <a:gd name="T6" fmla="*/ 23 w 501"/>
                  <a:gd name="T7" fmla="*/ 152 h 575"/>
                  <a:gd name="T8" fmla="*/ 0 w 501"/>
                  <a:gd name="T9" fmla="*/ 247 h 575"/>
                  <a:gd name="T10" fmla="*/ 50 w 501"/>
                  <a:gd name="T11" fmla="*/ 385 h 575"/>
                  <a:gd name="T12" fmla="*/ 111 w 501"/>
                  <a:gd name="T13" fmla="*/ 430 h 575"/>
                  <a:gd name="T14" fmla="*/ 184 w 501"/>
                  <a:gd name="T15" fmla="*/ 490 h 575"/>
                  <a:gd name="T16" fmla="*/ 202 w 501"/>
                  <a:gd name="T17" fmla="*/ 528 h 575"/>
                  <a:gd name="T18" fmla="*/ 213 w 501"/>
                  <a:gd name="T19" fmla="*/ 562 h 575"/>
                  <a:gd name="T20" fmla="*/ 214 w 501"/>
                  <a:gd name="T21" fmla="*/ 567 h 575"/>
                  <a:gd name="T22" fmla="*/ 211 w 501"/>
                  <a:gd name="T23" fmla="*/ 536 h 575"/>
                  <a:gd name="T24" fmla="*/ 199 w 501"/>
                  <a:gd name="T25" fmla="*/ 494 h 575"/>
                  <a:gd name="T26" fmla="*/ 165 w 501"/>
                  <a:gd name="T27" fmla="*/ 454 h 575"/>
                  <a:gd name="T28" fmla="*/ 164 w 501"/>
                  <a:gd name="T29" fmla="*/ 451 h 575"/>
                  <a:gd name="T30" fmla="*/ 135 w 501"/>
                  <a:gd name="T31" fmla="*/ 430 h 575"/>
                  <a:gd name="T32" fmla="*/ 134 w 501"/>
                  <a:gd name="T33" fmla="*/ 428 h 575"/>
                  <a:gd name="T34" fmla="*/ 125 w 501"/>
                  <a:gd name="T35" fmla="*/ 419 h 575"/>
                  <a:gd name="T36" fmla="*/ 97 w 501"/>
                  <a:gd name="T37" fmla="*/ 407 h 575"/>
                  <a:gd name="T38" fmla="*/ 85 w 501"/>
                  <a:gd name="T39" fmla="*/ 394 h 575"/>
                  <a:gd name="T40" fmla="*/ 77 w 501"/>
                  <a:gd name="T41" fmla="*/ 384 h 575"/>
                  <a:gd name="T42" fmla="*/ 63 w 501"/>
                  <a:gd name="T43" fmla="*/ 368 h 575"/>
                  <a:gd name="T44" fmla="*/ 49 w 501"/>
                  <a:gd name="T45" fmla="*/ 353 h 575"/>
                  <a:gd name="T46" fmla="*/ 40 w 501"/>
                  <a:gd name="T47" fmla="*/ 338 h 575"/>
                  <a:gd name="T48" fmla="*/ 25 w 501"/>
                  <a:gd name="T49" fmla="*/ 323 h 575"/>
                  <a:gd name="T50" fmla="*/ 29 w 501"/>
                  <a:gd name="T51" fmla="*/ 315 h 575"/>
                  <a:gd name="T52" fmla="*/ 21 w 501"/>
                  <a:gd name="T53" fmla="*/ 247 h 575"/>
                  <a:gd name="T54" fmla="*/ 23 w 501"/>
                  <a:gd name="T55" fmla="*/ 221 h 575"/>
                  <a:gd name="T56" fmla="*/ 26 w 501"/>
                  <a:gd name="T57" fmla="*/ 191 h 575"/>
                  <a:gd name="T58" fmla="*/ 56 w 501"/>
                  <a:gd name="T59" fmla="*/ 133 h 575"/>
                  <a:gd name="T60" fmla="*/ 74 w 501"/>
                  <a:gd name="T61" fmla="*/ 107 h 575"/>
                  <a:gd name="T62" fmla="*/ 84 w 501"/>
                  <a:gd name="T63" fmla="*/ 99 h 575"/>
                  <a:gd name="T64" fmla="*/ 90 w 501"/>
                  <a:gd name="T65" fmla="*/ 91 h 575"/>
                  <a:gd name="T66" fmla="*/ 110 w 501"/>
                  <a:gd name="T67" fmla="*/ 80 h 575"/>
                  <a:gd name="T68" fmla="*/ 129 w 501"/>
                  <a:gd name="T69" fmla="*/ 65 h 575"/>
                  <a:gd name="T70" fmla="*/ 182 w 501"/>
                  <a:gd name="T71" fmla="*/ 36 h 575"/>
                  <a:gd name="T72" fmla="*/ 211 w 501"/>
                  <a:gd name="T73" fmla="*/ 29 h 575"/>
                  <a:gd name="T74" fmla="*/ 253 w 501"/>
                  <a:gd name="T75" fmla="*/ 19 h 575"/>
                  <a:gd name="T76" fmla="*/ 281 w 501"/>
                  <a:gd name="T77" fmla="*/ 19 h 575"/>
                  <a:gd name="T78" fmla="*/ 284 w 501"/>
                  <a:gd name="T79" fmla="*/ 19 h 575"/>
                  <a:gd name="T80" fmla="*/ 320 w 501"/>
                  <a:gd name="T81" fmla="*/ 24 h 575"/>
                  <a:gd name="T82" fmla="*/ 369 w 501"/>
                  <a:gd name="T83" fmla="*/ 42 h 575"/>
                  <a:gd name="T84" fmla="*/ 388 w 501"/>
                  <a:gd name="T85" fmla="*/ 53 h 575"/>
                  <a:gd name="T86" fmla="*/ 407 w 501"/>
                  <a:gd name="T87" fmla="*/ 71 h 575"/>
                  <a:gd name="T88" fmla="*/ 435 w 501"/>
                  <a:gd name="T89" fmla="*/ 107 h 575"/>
                  <a:gd name="T90" fmla="*/ 462 w 501"/>
                  <a:gd name="T91" fmla="*/ 154 h 575"/>
                  <a:gd name="T92" fmla="*/ 471 w 501"/>
                  <a:gd name="T93" fmla="*/ 184 h 575"/>
                  <a:gd name="T94" fmla="*/ 464 w 501"/>
                  <a:gd name="T95" fmla="*/ 279 h 575"/>
                  <a:gd name="T96" fmla="*/ 451 w 501"/>
                  <a:gd name="T97" fmla="*/ 307 h 575"/>
                  <a:gd name="T98" fmla="*/ 395 w 501"/>
                  <a:gd name="T99" fmla="*/ 377 h 575"/>
                  <a:gd name="T100" fmla="*/ 368 w 501"/>
                  <a:gd name="T101" fmla="*/ 412 h 575"/>
                  <a:gd name="T102" fmla="*/ 363 w 501"/>
                  <a:gd name="T103" fmla="*/ 573 h 575"/>
                  <a:gd name="T104" fmla="*/ 446 w 501"/>
                  <a:gd name="T105" fmla="*/ 342 h 575"/>
                  <a:gd name="T106" fmla="*/ 463 w 501"/>
                  <a:gd name="T107" fmla="*/ 118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1" h="575">
                    <a:moveTo>
                      <a:pt x="463" y="118"/>
                    </a:moveTo>
                    <a:cubicBezTo>
                      <a:pt x="439" y="74"/>
                      <a:pt x="402" y="38"/>
                      <a:pt x="355" y="17"/>
                    </a:cubicBezTo>
                    <a:cubicBezTo>
                      <a:pt x="347" y="17"/>
                      <a:pt x="337" y="12"/>
                      <a:pt x="328" y="12"/>
                    </a:cubicBezTo>
                    <a:cubicBezTo>
                      <a:pt x="328" y="11"/>
                      <a:pt x="328" y="11"/>
                      <a:pt x="328" y="11"/>
                    </a:cubicBezTo>
                    <a:cubicBezTo>
                      <a:pt x="320" y="11"/>
                      <a:pt x="319" y="8"/>
                      <a:pt x="310" y="5"/>
                    </a:cubicBezTo>
                    <a:cubicBezTo>
                      <a:pt x="309" y="7"/>
                      <a:pt x="306" y="5"/>
                      <a:pt x="307" y="7"/>
                    </a:cubicBezTo>
                    <a:cubicBezTo>
                      <a:pt x="303" y="8"/>
                      <a:pt x="301" y="3"/>
                      <a:pt x="296" y="4"/>
                    </a:cubicBezTo>
                    <a:cubicBezTo>
                      <a:pt x="296" y="3"/>
                      <a:pt x="296" y="5"/>
                      <a:pt x="295" y="4"/>
                    </a:cubicBezTo>
                    <a:cubicBezTo>
                      <a:pt x="282" y="5"/>
                      <a:pt x="298" y="3"/>
                      <a:pt x="282" y="0"/>
                    </a:cubicBezTo>
                    <a:cubicBezTo>
                      <a:pt x="259" y="0"/>
                      <a:pt x="236" y="5"/>
                      <a:pt x="215" y="9"/>
                    </a:cubicBezTo>
                    <a:cubicBezTo>
                      <a:pt x="216" y="9"/>
                      <a:pt x="217" y="10"/>
                      <a:pt x="215" y="11"/>
                    </a:cubicBezTo>
                    <a:cubicBezTo>
                      <a:pt x="212" y="8"/>
                      <a:pt x="208" y="13"/>
                      <a:pt x="204" y="13"/>
                    </a:cubicBezTo>
                    <a:cubicBezTo>
                      <a:pt x="204" y="12"/>
                      <a:pt x="206" y="12"/>
                      <a:pt x="207" y="11"/>
                    </a:cubicBezTo>
                    <a:cubicBezTo>
                      <a:pt x="197" y="13"/>
                      <a:pt x="190" y="17"/>
                      <a:pt x="181" y="19"/>
                    </a:cubicBezTo>
                    <a:cubicBezTo>
                      <a:pt x="173" y="24"/>
                      <a:pt x="163" y="25"/>
                      <a:pt x="158" y="29"/>
                    </a:cubicBezTo>
                    <a:cubicBezTo>
                      <a:pt x="159" y="27"/>
                      <a:pt x="154" y="30"/>
                      <a:pt x="152" y="30"/>
                    </a:cubicBezTo>
                    <a:cubicBezTo>
                      <a:pt x="148" y="37"/>
                      <a:pt x="136" y="37"/>
                      <a:pt x="131" y="43"/>
                    </a:cubicBezTo>
                    <a:cubicBezTo>
                      <a:pt x="130" y="42"/>
                      <a:pt x="130" y="42"/>
                      <a:pt x="130" y="42"/>
                    </a:cubicBezTo>
                    <a:cubicBezTo>
                      <a:pt x="110" y="54"/>
                      <a:pt x="88" y="68"/>
                      <a:pt x="70" y="87"/>
                    </a:cubicBezTo>
                    <a:cubicBezTo>
                      <a:pt x="59" y="96"/>
                      <a:pt x="48" y="108"/>
                      <a:pt x="39" y="121"/>
                    </a:cubicBezTo>
                    <a:cubicBezTo>
                      <a:pt x="38" y="123"/>
                      <a:pt x="40" y="122"/>
                      <a:pt x="39" y="124"/>
                    </a:cubicBezTo>
                    <a:cubicBezTo>
                      <a:pt x="37" y="127"/>
                      <a:pt x="38" y="123"/>
                      <a:pt x="37" y="124"/>
                    </a:cubicBezTo>
                    <a:cubicBezTo>
                      <a:pt x="34" y="132"/>
                      <a:pt x="28" y="140"/>
                      <a:pt x="23" y="148"/>
                    </a:cubicBezTo>
                    <a:cubicBezTo>
                      <a:pt x="23" y="150"/>
                      <a:pt x="22" y="152"/>
                      <a:pt x="23" y="152"/>
                    </a:cubicBezTo>
                    <a:cubicBezTo>
                      <a:pt x="17" y="161"/>
                      <a:pt x="14" y="176"/>
                      <a:pt x="9" y="185"/>
                    </a:cubicBezTo>
                    <a:cubicBezTo>
                      <a:pt x="14" y="183"/>
                      <a:pt x="10" y="192"/>
                      <a:pt x="10" y="196"/>
                    </a:cubicBezTo>
                    <a:cubicBezTo>
                      <a:pt x="9" y="198"/>
                      <a:pt x="8" y="198"/>
                      <a:pt x="8" y="197"/>
                    </a:cubicBezTo>
                    <a:cubicBezTo>
                      <a:pt x="6" y="205"/>
                      <a:pt x="5" y="209"/>
                      <a:pt x="3" y="219"/>
                    </a:cubicBezTo>
                    <a:cubicBezTo>
                      <a:pt x="2" y="223"/>
                      <a:pt x="4" y="225"/>
                      <a:pt x="3" y="230"/>
                    </a:cubicBezTo>
                    <a:cubicBezTo>
                      <a:pt x="0" y="233"/>
                      <a:pt x="1" y="241"/>
                      <a:pt x="0" y="247"/>
                    </a:cubicBezTo>
                    <a:cubicBezTo>
                      <a:pt x="2" y="245"/>
                      <a:pt x="4" y="252"/>
                      <a:pt x="3" y="257"/>
                    </a:cubicBezTo>
                    <a:cubicBezTo>
                      <a:pt x="0" y="256"/>
                      <a:pt x="0" y="256"/>
                      <a:pt x="0" y="256"/>
                    </a:cubicBezTo>
                    <a:cubicBezTo>
                      <a:pt x="1" y="272"/>
                      <a:pt x="0" y="297"/>
                      <a:pt x="9" y="316"/>
                    </a:cubicBezTo>
                    <a:cubicBezTo>
                      <a:pt x="8" y="318"/>
                      <a:pt x="8" y="318"/>
                      <a:pt x="8" y="318"/>
                    </a:cubicBezTo>
                    <a:cubicBezTo>
                      <a:pt x="17" y="337"/>
                      <a:pt x="25" y="356"/>
                      <a:pt x="39" y="370"/>
                    </a:cubicBezTo>
                    <a:cubicBezTo>
                      <a:pt x="42" y="375"/>
                      <a:pt x="47" y="381"/>
                      <a:pt x="50" y="385"/>
                    </a:cubicBezTo>
                    <a:cubicBezTo>
                      <a:pt x="56" y="390"/>
                      <a:pt x="58" y="391"/>
                      <a:pt x="63" y="393"/>
                    </a:cubicBezTo>
                    <a:cubicBezTo>
                      <a:pt x="65" y="395"/>
                      <a:pt x="65" y="397"/>
                      <a:pt x="65" y="398"/>
                    </a:cubicBezTo>
                    <a:cubicBezTo>
                      <a:pt x="71" y="405"/>
                      <a:pt x="76" y="411"/>
                      <a:pt x="83" y="414"/>
                    </a:cubicBezTo>
                    <a:cubicBezTo>
                      <a:pt x="83" y="415"/>
                      <a:pt x="83" y="415"/>
                      <a:pt x="83" y="415"/>
                    </a:cubicBezTo>
                    <a:cubicBezTo>
                      <a:pt x="89" y="419"/>
                      <a:pt x="98" y="423"/>
                      <a:pt x="104" y="429"/>
                    </a:cubicBezTo>
                    <a:cubicBezTo>
                      <a:pt x="106" y="429"/>
                      <a:pt x="113" y="433"/>
                      <a:pt x="111" y="430"/>
                    </a:cubicBezTo>
                    <a:cubicBezTo>
                      <a:pt x="114" y="431"/>
                      <a:pt x="111" y="433"/>
                      <a:pt x="115" y="433"/>
                    </a:cubicBezTo>
                    <a:cubicBezTo>
                      <a:pt x="111" y="433"/>
                      <a:pt x="111" y="433"/>
                      <a:pt x="111" y="433"/>
                    </a:cubicBezTo>
                    <a:cubicBezTo>
                      <a:pt x="125" y="443"/>
                      <a:pt x="138" y="450"/>
                      <a:pt x="152" y="459"/>
                    </a:cubicBezTo>
                    <a:cubicBezTo>
                      <a:pt x="154" y="464"/>
                      <a:pt x="165" y="469"/>
                      <a:pt x="170" y="476"/>
                    </a:cubicBezTo>
                    <a:cubicBezTo>
                      <a:pt x="175" y="479"/>
                      <a:pt x="180" y="487"/>
                      <a:pt x="185" y="489"/>
                    </a:cubicBezTo>
                    <a:cubicBezTo>
                      <a:pt x="184" y="490"/>
                      <a:pt x="184" y="490"/>
                      <a:pt x="184" y="490"/>
                    </a:cubicBezTo>
                    <a:cubicBezTo>
                      <a:pt x="188" y="495"/>
                      <a:pt x="194" y="503"/>
                      <a:pt x="196" y="512"/>
                    </a:cubicBezTo>
                    <a:cubicBezTo>
                      <a:pt x="198" y="518"/>
                      <a:pt x="200" y="517"/>
                      <a:pt x="202" y="521"/>
                    </a:cubicBezTo>
                    <a:cubicBezTo>
                      <a:pt x="201" y="521"/>
                      <a:pt x="201" y="521"/>
                      <a:pt x="201" y="521"/>
                    </a:cubicBezTo>
                    <a:cubicBezTo>
                      <a:pt x="203" y="525"/>
                      <a:pt x="206" y="526"/>
                      <a:pt x="207" y="528"/>
                    </a:cubicBezTo>
                    <a:cubicBezTo>
                      <a:pt x="207" y="532"/>
                      <a:pt x="208" y="532"/>
                      <a:pt x="208" y="536"/>
                    </a:cubicBezTo>
                    <a:cubicBezTo>
                      <a:pt x="207" y="532"/>
                      <a:pt x="205" y="530"/>
                      <a:pt x="202" y="528"/>
                    </a:cubicBezTo>
                    <a:cubicBezTo>
                      <a:pt x="203" y="534"/>
                      <a:pt x="207" y="539"/>
                      <a:pt x="206" y="543"/>
                    </a:cubicBezTo>
                    <a:cubicBezTo>
                      <a:pt x="207" y="547"/>
                      <a:pt x="207" y="551"/>
                      <a:pt x="209" y="551"/>
                    </a:cubicBezTo>
                    <a:cubicBezTo>
                      <a:pt x="209" y="552"/>
                      <a:pt x="208" y="555"/>
                      <a:pt x="207" y="552"/>
                    </a:cubicBezTo>
                    <a:cubicBezTo>
                      <a:pt x="208" y="556"/>
                      <a:pt x="208" y="558"/>
                      <a:pt x="209" y="560"/>
                    </a:cubicBezTo>
                    <a:cubicBezTo>
                      <a:pt x="209" y="560"/>
                      <a:pt x="209" y="559"/>
                      <a:pt x="209" y="558"/>
                    </a:cubicBezTo>
                    <a:cubicBezTo>
                      <a:pt x="211" y="560"/>
                      <a:pt x="211" y="563"/>
                      <a:pt x="213" y="562"/>
                    </a:cubicBezTo>
                    <a:cubicBezTo>
                      <a:pt x="212" y="561"/>
                      <a:pt x="212" y="560"/>
                      <a:pt x="212" y="558"/>
                    </a:cubicBezTo>
                    <a:cubicBezTo>
                      <a:pt x="213" y="559"/>
                      <a:pt x="214" y="565"/>
                      <a:pt x="213" y="567"/>
                    </a:cubicBezTo>
                    <a:cubicBezTo>
                      <a:pt x="212" y="569"/>
                      <a:pt x="210" y="563"/>
                      <a:pt x="210" y="566"/>
                    </a:cubicBezTo>
                    <a:cubicBezTo>
                      <a:pt x="213" y="575"/>
                      <a:pt x="213" y="575"/>
                      <a:pt x="213" y="575"/>
                    </a:cubicBezTo>
                    <a:cubicBezTo>
                      <a:pt x="213" y="573"/>
                      <a:pt x="214" y="570"/>
                      <a:pt x="215" y="571"/>
                    </a:cubicBezTo>
                    <a:cubicBezTo>
                      <a:pt x="214" y="567"/>
                      <a:pt x="214" y="567"/>
                      <a:pt x="214" y="567"/>
                    </a:cubicBezTo>
                    <a:cubicBezTo>
                      <a:pt x="215" y="567"/>
                      <a:pt x="215" y="567"/>
                      <a:pt x="215" y="567"/>
                    </a:cubicBezTo>
                    <a:cubicBezTo>
                      <a:pt x="214" y="560"/>
                      <a:pt x="215" y="555"/>
                      <a:pt x="214" y="548"/>
                    </a:cubicBezTo>
                    <a:cubicBezTo>
                      <a:pt x="212" y="551"/>
                      <a:pt x="212" y="551"/>
                      <a:pt x="212" y="551"/>
                    </a:cubicBezTo>
                    <a:cubicBezTo>
                      <a:pt x="212" y="547"/>
                      <a:pt x="209" y="543"/>
                      <a:pt x="210" y="539"/>
                    </a:cubicBezTo>
                    <a:cubicBezTo>
                      <a:pt x="211" y="541"/>
                      <a:pt x="211" y="539"/>
                      <a:pt x="212" y="539"/>
                    </a:cubicBezTo>
                    <a:cubicBezTo>
                      <a:pt x="212" y="538"/>
                      <a:pt x="211" y="537"/>
                      <a:pt x="211" y="536"/>
                    </a:cubicBezTo>
                    <a:cubicBezTo>
                      <a:pt x="214" y="538"/>
                      <a:pt x="214" y="538"/>
                      <a:pt x="214" y="538"/>
                    </a:cubicBezTo>
                    <a:cubicBezTo>
                      <a:pt x="210" y="536"/>
                      <a:pt x="210" y="526"/>
                      <a:pt x="210" y="525"/>
                    </a:cubicBezTo>
                    <a:cubicBezTo>
                      <a:pt x="210" y="525"/>
                      <a:pt x="210" y="525"/>
                      <a:pt x="210" y="525"/>
                    </a:cubicBezTo>
                    <a:cubicBezTo>
                      <a:pt x="209" y="519"/>
                      <a:pt x="209" y="527"/>
                      <a:pt x="208" y="523"/>
                    </a:cubicBezTo>
                    <a:cubicBezTo>
                      <a:pt x="207" y="519"/>
                      <a:pt x="210" y="520"/>
                      <a:pt x="210" y="517"/>
                    </a:cubicBezTo>
                    <a:cubicBezTo>
                      <a:pt x="207" y="511"/>
                      <a:pt x="202" y="501"/>
                      <a:pt x="199" y="494"/>
                    </a:cubicBezTo>
                    <a:cubicBezTo>
                      <a:pt x="196" y="489"/>
                      <a:pt x="191" y="484"/>
                      <a:pt x="186" y="481"/>
                    </a:cubicBezTo>
                    <a:cubicBezTo>
                      <a:pt x="183" y="477"/>
                      <a:pt x="189" y="480"/>
                      <a:pt x="184" y="476"/>
                    </a:cubicBezTo>
                    <a:cubicBezTo>
                      <a:pt x="186" y="476"/>
                      <a:pt x="186" y="475"/>
                      <a:pt x="186" y="474"/>
                    </a:cubicBezTo>
                    <a:cubicBezTo>
                      <a:pt x="185" y="474"/>
                      <a:pt x="179" y="467"/>
                      <a:pt x="181" y="471"/>
                    </a:cubicBezTo>
                    <a:cubicBezTo>
                      <a:pt x="176" y="466"/>
                      <a:pt x="169" y="460"/>
                      <a:pt x="163" y="455"/>
                    </a:cubicBezTo>
                    <a:cubicBezTo>
                      <a:pt x="165" y="457"/>
                      <a:pt x="167" y="456"/>
                      <a:pt x="165" y="454"/>
                    </a:cubicBezTo>
                    <a:cubicBezTo>
                      <a:pt x="162" y="453"/>
                      <a:pt x="156" y="450"/>
                      <a:pt x="151" y="445"/>
                    </a:cubicBezTo>
                    <a:cubicBezTo>
                      <a:pt x="150" y="447"/>
                      <a:pt x="152" y="448"/>
                      <a:pt x="150" y="449"/>
                    </a:cubicBezTo>
                    <a:cubicBezTo>
                      <a:pt x="149" y="449"/>
                      <a:pt x="147" y="449"/>
                      <a:pt x="146" y="447"/>
                    </a:cubicBezTo>
                    <a:cubicBezTo>
                      <a:pt x="147" y="445"/>
                      <a:pt x="148" y="443"/>
                      <a:pt x="144" y="440"/>
                    </a:cubicBezTo>
                    <a:cubicBezTo>
                      <a:pt x="146" y="438"/>
                      <a:pt x="152" y="446"/>
                      <a:pt x="151" y="442"/>
                    </a:cubicBezTo>
                    <a:cubicBezTo>
                      <a:pt x="154" y="442"/>
                      <a:pt x="163" y="448"/>
                      <a:pt x="164" y="451"/>
                    </a:cubicBezTo>
                    <a:cubicBezTo>
                      <a:pt x="170" y="452"/>
                      <a:pt x="161" y="448"/>
                      <a:pt x="163" y="447"/>
                    </a:cubicBezTo>
                    <a:cubicBezTo>
                      <a:pt x="159" y="444"/>
                      <a:pt x="157" y="444"/>
                      <a:pt x="151" y="440"/>
                    </a:cubicBezTo>
                    <a:cubicBezTo>
                      <a:pt x="150" y="440"/>
                      <a:pt x="152" y="442"/>
                      <a:pt x="148" y="441"/>
                    </a:cubicBezTo>
                    <a:cubicBezTo>
                      <a:pt x="142" y="439"/>
                      <a:pt x="143" y="435"/>
                      <a:pt x="141" y="434"/>
                    </a:cubicBezTo>
                    <a:cubicBezTo>
                      <a:pt x="144" y="435"/>
                      <a:pt x="144" y="435"/>
                      <a:pt x="144" y="435"/>
                    </a:cubicBezTo>
                    <a:cubicBezTo>
                      <a:pt x="141" y="432"/>
                      <a:pt x="139" y="432"/>
                      <a:pt x="135" y="430"/>
                    </a:cubicBezTo>
                    <a:cubicBezTo>
                      <a:pt x="136" y="426"/>
                      <a:pt x="142" y="434"/>
                      <a:pt x="144" y="433"/>
                    </a:cubicBezTo>
                    <a:cubicBezTo>
                      <a:pt x="143" y="429"/>
                      <a:pt x="143" y="429"/>
                      <a:pt x="143" y="429"/>
                    </a:cubicBezTo>
                    <a:cubicBezTo>
                      <a:pt x="137" y="425"/>
                      <a:pt x="140" y="430"/>
                      <a:pt x="134" y="425"/>
                    </a:cubicBezTo>
                    <a:cubicBezTo>
                      <a:pt x="135" y="425"/>
                      <a:pt x="135" y="425"/>
                      <a:pt x="135" y="425"/>
                    </a:cubicBezTo>
                    <a:cubicBezTo>
                      <a:pt x="131" y="423"/>
                      <a:pt x="131" y="423"/>
                      <a:pt x="131" y="423"/>
                    </a:cubicBezTo>
                    <a:cubicBezTo>
                      <a:pt x="131" y="424"/>
                      <a:pt x="130" y="426"/>
                      <a:pt x="134" y="428"/>
                    </a:cubicBezTo>
                    <a:cubicBezTo>
                      <a:pt x="130" y="429"/>
                      <a:pt x="131" y="427"/>
                      <a:pt x="125" y="424"/>
                    </a:cubicBezTo>
                    <a:cubicBezTo>
                      <a:pt x="122" y="424"/>
                      <a:pt x="127" y="425"/>
                      <a:pt x="126" y="427"/>
                    </a:cubicBezTo>
                    <a:cubicBezTo>
                      <a:pt x="126" y="428"/>
                      <a:pt x="123" y="426"/>
                      <a:pt x="120" y="425"/>
                    </a:cubicBezTo>
                    <a:cubicBezTo>
                      <a:pt x="116" y="422"/>
                      <a:pt x="119" y="421"/>
                      <a:pt x="118" y="419"/>
                    </a:cubicBezTo>
                    <a:cubicBezTo>
                      <a:pt x="119" y="420"/>
                      <a:pt x="122" y="422"/>
                      <a:pt x="121" y="422"/>
                    </a:cubicBezTo>
                    <a:cubicBezTo>
                      <a:pt x="127" y="424"/>
                      <a:pt x="121" y="418"/>
                      <a:pt x="125" y="419"/>
                    </a:cubicBezTo>
                    <a:cubicBezTo>
                      <a:pt x="122" y="415"/>
                      <a:pt x="121" y="417"/>
                      <a:pt x="118" y="416"/>
                    </a:cubicBezTo>
                    <a:cubicBezTo>
                      <a:pt x="119" y="417"/>
                      <a:pt x="117" y="418"/>
                      <a:pt x="117" y="419"/>
                    </a:cubicBezTo>
                    <a:cubicBezTo>
                      <a:pt x="108" y="418"/>
                      <a:pt x="115" y="413"/>
                      <a:pt x="108" y="409"/>
                    </a:cubicBezTo>
                    <a:cubicBezTo>
                      <a:pt x="108" y="413"/>
                      <a:pt x="98" y="407"/>
                      <a:pt x="100" y="413"/>
                    </a:cubicBezTo>
                    <a:cubicBezTo>
                      <a:pt x="98" y="412"/>
                      <a:pt x="96" y="411"/>
                      <a:pt x="95" y="410"/>
                    </a:cubicBezTo>
                    <a:cubicBezTo>
                      <a:pt x="98" y="409"/>
                      <a:pt x="93" y="407"/>
                      <a:pt x="97" y="407"/>
                    </a:cubicBezTo>
                    <a:cubicBezTo>
                      <a:pt x="95" y="405"/>
                      <a:pt x="95" y="405"/>
                      <a:pt x="95" y="405"/>
                    </a:cubicBezTo>
                    <a:cubicBezTo>
                      <a:pt x="100" y="406"/>
                      <a:pt x="100" y="406"/>
                      <a:pt x="100" y="406"/>
                    </a:cubicBezTo>
                    <a:cubicBezTo>
                      <a:pt x="98" y="403"/>
                      <a:pt x="95" y="399"/>
                      <a:pt x="94" y="397"/>
                    </a:cubicBezTo>
                    <a:cubicBezTo>
                      <a:pt x="91" y="395"/>
                      <a:pt x="94" y="399"/>
                      <a:pt x="90" y="397"/>
                    </a:cubicBezTo>
                    <a:cubicBezTo>
                      <a:pt x="92" y="397"/>
                      <a:pt x="91" y="394"/>
                      <a:pt x="89" y="393"/>
                    </a:cubicBezTo>
                    <a:cubicBezTo>
                      <a:pt x="92" y="396"/>
                      <a:pt x="87" y="395"/>
                      <a:pt x="85" y="394"/>
                    </a:cubicBezTo>
                    <a:cubicBezTo>
                      <a:pt x="82" y="392"/>
                      <a:pt x="81" y="388"/>
                      <a:pt x="81" y="388"/>
                    </a:cubicBezTo>
                    <a:cubicBezTo>
                      <a:pt x="86" y="389"/>
                      <a:pt x="86" y="389"/>
                      <a:pt x="86" y="389"/>
                    </a:cubicBezTo>
                    <a:cubicBezTo>
                      <a:pt x="82" y="388"/>
                      <a:pt x="85" y="388"/>
                      <a:pt x="82" y="386"/>
                    </a:cubicBezTo>
                    <a:cubicBezTo>
                      <a:pt x="81" y="386"/>
                      <a:pt x="78" y="386"/>
                      <a:pt x="77" y="387"/>
                    </a:cubicBezTo>
                    <a:cubicBezTo>
                      <a:pt x="75" y="385"/>
                      <a:pt x="74" y="383"/>
                      <a:pt x="73" y="383"/>
                    </a:cubicBezTo>
                    <a:cubicBezTo>
                      <a:pt x="77" y="384"/>
                      <a:pt x="77" y="384"/>
                      <a:pt x="77" y="384"/>
                    </a:cubicBezTo>
                    <a:cubicBezTo>
                      <a:pt x="73" y="381"/>
                      <a:pt x="79" y="381"/>
                      <a:pt x="74" y="378"/>
                    </a:cubicBezTo>
                    <a:cubicBezTo>
                      <a:pt x="72" y="378"/>
                      <a:pt x="72" y="378"/>
                      <a:pt x="72" y="378"/>
                    </a:cubicBezTo>
                    <a:cubicBezTo>
                      <a:pt x="72" y="377"/>
                      <a:pt x="72" y="376"/>
                      <a:pt x="73" y="377"/>
                    </a:cubicBezTo>
                    <a:cubicBezTo>
                      <a:pt x="71" y="377"/>
                      <a:pt x="69" y="375"/>
                      <a:pt x="68" y="374"/>
                    </a:cubicBezTo>
                    <a:cubicBezTo>
                      <a:pt x="69" y="373"/>
                      <a:pt x="69" y="373"/>
                      <a:pt x="69" y="373"/>
                    </a:cubicBezTo>
                    <a:cubicBezTo>
                      <a:pt x="67" y="372"/>
                      <a:pt x="63" y="371"/>
                      <a:pt x="63" y="368"/>
                    </a:cubicBezTo>
                    <a:cubicBezTo>
                      <a:pt x="62" y="371"/>
                      <a:pt x="65" y="370"/>
                      <a:pt x="66" y="373"/>
                    </a:cubicBezTo>
                    <a:cubicBezTo>
                      <a:pt x="66" y="377"/>
                      <a:pt x="62" y="372"/>
                      <a:pt x="62" y="371"/>
                    </a:cubicBezTo>
                    <a:cubicBezTo>
                      <a:pt x="64" y="370"/>
                      <a:pt x="58" y="367"/>
                      <a:pt x="56" y="364"/>
                    </a:cubicBezTo>
                    <a:cubicBezTo>
                      <a:pt x="56" y="363"/>
                      <a:pt x="55" y="361"/>
                      <a:pt x="55" y="360"/>
                    </a:cubicBezTo>
                    <a:cubicBezTo>
                      <a:pt x="53" y="360"/>
                      <a:pt x="53" y="360"/>
                      <a:pt x="53" y="360"/>
                    </a:cubicBezTo>
                    <a:cubicBezTo>
                      <a:pt x="56" y="357"/>
                      <a:pt x="49" y="356"/>
                      <a:pt x="49" y="353"/>
                    </a:cubicBezTo>
                    <a:cubicBezTo>
                      <a:pt x="50" y="354"/>
                      <a:pt x="51" y="353"/>
                      <a:pt x="51" y="351"/>
                    </a:cubicBezTo>
                    <a:cubicBezTo>
                      <a:pt x="50" y="355"/>
                      <a:pt x="45" y="349"/>
                      <a:pt x="44" y="350"/>
                    </a:cubicBezTo>
                    <a:cubicBezTo>
                      <a:pt x="42" y="345"/>
                      <a:pt x="48" y="349"/>
                      <a:pt x="48" y="347"/>
                    </a:cubicBezTo>
                    <a:cubicBezTo>
                      <a:pt x="45" y="346"/>
                      <a:pt x="46" y="341"/>
                      <a:pt x="43" y="341"/>
                    </a:cubicBezTo>
                    <a:cubicBezTo>
                      <a:pt x="44" y="345"/>
                      <a:pt x="41" y="341"/>
                      <a:pt x="40" y="341"/>
                    </a:cubicBezTo>
                    <a:cubicBezTo>
                      <a:pt x="38" y="337"/>
                      <a:pt x="41" y="341"/>
                      <a:pt x="40" y="338"/>
                    </a:cubicBezTo>
                    <a:cubicBezTo>
                      <a:pt x="39" y="336"/>
                      <a:pt x="36" y="335"/>
                      <a:pt x="37" y="338"/>
                    </a:cubicBezTo>
                    <a:cubicBezTo>
                      <a:pt x="36" y="335"/>
                      <a:pt x="32" y="333"/>
                      <a:pt x="32" y="330"/>
                    </a:cubicBezTo>
                    <a:cubicBezTo>
                      <a:pt x="33" y="328"/>
                      <a:pt x="36" y="335"/>
                      <a:pt x="36" y="333"/>
                    </a:cubicBezTo>
                    <a:cubicBezTo>
                      <a:pt x="32" y="326"/>
                      <a:pt x="30" y="331"/>
                      <a:pt x="27" y="325"/>
                    </a:cubicBezTo>
                    <a:cubicBezTo>
                      <a:pt x="27" y="328"/>
                      <a:pt x="24" y="327"/>
                      <a:pt x="22" y="324"/>
                    </a:cubicBezTo>
                    <a:cubicBezTo>
                      <a:pt x="19" y="317"/>
                      <a:pt x="24" y="327"/>
                      <a:pt x="25" y="323"/>
                    </a:cubicBezTo>
                    <a:cubicBezTo>
                      <a:pt x="23" y="321"/>
                      <a:pt x="23" y="321"/>
                      <a:pt x="23" y="321"/>
                    </a:cubicBezTo>
                    <a:cubicBezTo>
                      <a:pt x="25" y="316"/>
                      <a:pt x="31" y="327"/>
                      <a:pt x="32" y="322"/>
                    </a:cubicBezTo>
                    <a:cubicBezTo>
                      <a:pt x="30" y="320"/>
                      <a:pt x="30" y="320"/>
                      <a:pt x="30" y="320"/>
                    </a:cubicBezTo>
                    <a:cubicBezTo>
                      <a:pt x="31" y="320"/>
                      <a:pt x="32" y="321"/>
                      <a:pt x="33" y="319"/>
                    </a:cubicBezTo>
                    <a:cubicBezTo>
                      <a:pt x="30" y="319"/>
                      <a:pt x="30" y="313"/>
                      <a:pt x="29" y="312"/>
                    </a:cubicBezTo>
                    <a:cubicBezTo>
                      <a:pt x="27" y="312"/>
                      <a:pt x="30" y="315"/>
                      <a:pt x="29" y="315"/>
                    </a:cubicBezTo>
                    <a:cubicBezTo>
                      <a:pt x="27" y="312"/>
                      <a:pt x="24" y="311"/>
                      <a:pt x="24" y="306"/>
                    </a:cubicBezTo>
                    <a:cubicBezTo>
                      <a:pt x="26" y="308"/>
                      <a:pt x="26" y="304"/>
                      <a:pt x="27" y="305"/>
                    </a:cubicBezTo>
                    <a:cubicBezTo>
                      <a:pt x="27" y="303"/>
                      <a:pt x="25" y="305"/>
                      <a:pt x="25" y="301"/>
                    </a:cubicBezTo>
                    <a:cubicBezTo>
                      <a:pt x="26" y="301"/>
                      <a:pt x="26" y="301"/>
                      <a:pt x="26" y="301"/>
                    </a:cubicBezTo>
                    <a:cubicBezTo>
                      <a:pt x="23" y="289"/>
                      <a:pt x="22" y="272"/>
                      <a:pt x="18" y="260"/>
                    </a:cubicBezTo>
                    <a:cubicBezTo>
                      <a:pt x="20" y="258"/>
                      <a:pt x="20" y="254"/>
                      <a:pt x="21" y="247"/>
                    </a:cubicBezTo>
                    <a:cubicBezTo>
                      <a:pt x="21" y="250"/>
                      <a:pt x="19" y="247"/>
                      <a:pt x="19" y="246"/>
                    </a:cubicBezTo>
                    <a:cubicBezTo>
                      <a:pt x="21" y="242"/>
                      <a:pt x="21" y="242"/>
                      <a:pt x="21" y="242"/>
                    </a:cubicBezTo>
                    <a:cubicBezTo>
                      <a:pt x="23" y="239"/>
                      <a:pt x="22" y="233"/>
                      <a:pt x="21" y="230"/>
                    </a:cubicBezTo>
                    <a:cubicBezTo>
                      <a:pt x="22" y="229"/>
                      <a:pt x="22" y="229"/>
                      <a:pt x="23" y="229"/>
                    </a:cubicBezTo>
                    <a:cubicBezTo>
                      <a:pt x="24" y="225"/>
                      <a:pt x="22" y="225"/>
                      <a:pt x="22" y="224"/>
                    </a:cubicBezTo>
                    <a:cubicBezTo>
                      <a:pt x="23" y="221"/>
                      <a:pt x="23" y="221"/>
                      <a:pt x="23" y="221"/>
                    </a:cubicBezTo>
                    <a:cubicBezTo>
                      <a:pt x="22" y="221"/>
                      <a:pt x="22" y="221"/>
                      <a:pt x="22" y="221"/>
                    </a:cubicBezTo>
                    <a:cubicBezTo>
                      <a:pt x="22" y="217"/>
                      <a:pt x="23" y="213"/>
                      <a:pt x="25" y="213"/>
                    </a:cubicBezTo>
                    <a:cubicBezTo>
                      <a:pt x="25" y="212"/>
                      <a:pt x="25" y="211"/>
                      <a:pt x="24" y="212"/>
                    </a:cubicBezTo>
                    <a:cubicBezTo>
                      <a:pt x="26" y="209"/>
                      <a:pt x="28" y="200"/>
                      <a:pt x="29" y="193"/>
                    </a:cubicBezTo>
                    <a:cubicBezTo>
                      <a:pt x="28" y="196"/>
                      <a:pt x="27" y="196"/>
                      <a:pt x="26" y="196"/>
                    </a:cubicBezTo>
                    <a:cubicBezTo>
                      <a:pt x="24" y="194"/>
                      <a:pt x="27" y="194"/>
                      <a:pt x="26" y="191"/>
                    </a:cubicBezTo>
                    <a:cubicBezTo>
                      <a:pt x="27" y="192"/>
                      <a:pt x="28" y="189"/>
                      <a:pt x="28" y="192"/>
                    </a:cubicBezTo>
                    <a:cubicBezTo>
                      <a:pt x="33" y="185"/>
                      <a:pt x="36" y="173"/>
                      <a:pt x="40" y="164"/>
                    </a:cubicBezTo>
                    <a:cubicBezTo>
                      <a:pt x="40" y="162"/>
                      <a:pt x="40" y="162"/>
                      <a:pt x="39" y="161"/>
                    </a:cubicBezTo>
                    <a:cubicBezTo>
                      <a:pt x="45" y="156"/>
                      <a:pt x="47" y="148"/>
                      <a:pt x="51" y="142"/>
                    </a:cubicBezTo>
                    <a:cubicBezTo>
                      <a:pt x="49" y="143"/>
                      <a:pt x="48" y="139"/>
                      <a:pt x="50" y="136"/>
                    </a:cubicBezTo>
                    <a:cubicBezTo>
                      <a:pt x="51" y="131"/>
                      <a:pt x="53" y="136"/>
                      <a:pt x="56" y="133"/>
                    </a:cubicBezTo>
                    <a:cubicBezTo>
                      <a:pt x="57" y="131"/>
                      <a:pt x="59" y="128"/>
                      <a:pt x="60" y="127"/>
                    </a:cubicBezTo>
                    <a:cubicBezTo>
                      <a:pt x="60" y="127"/>
                      <a:pt x="60" y="127"/>
                      <a:pt x="60" y="127"/>
                    </a:cubicBezTo>
                    <a:cubicBezTo>
                      <a:pt x="61" y="125"/>
                      <a:pt x="63" y="121"/>
                      <a:pt x="65" y="120"/>
                    </a:cubicBezTo>
                    <a:cubicBezTo>
                      <a:pt x="65" y="120"/>
                      <a:pt x="65" y="120"/>
                      <a:pt x="65" y="120"/>
                    </a:cubicBezTo>
                    <a:cubicBezTo>
                      <a:pt x="67" y="118"/>
                      <a:pt x="69" y="117"/>
                      <a:pt x="71" y="115"/>
                    </a:cubicBezTo>
                    <a:cubicBezTo>
                      <a:pt x="70" y="113"/>
                      <a:pt x="75" y="109"/>
                      <a:pt x="74" y="107"/>
                    </a:cubicBezTo>
                    <a:cubicBezTo>
                      <a:pt x="75" y="107"/>
                      <a:pt x="74" y="107"/>
                      <a:pt x="75" y="107"/>
                    </a:cubicBezTo>
                    <a:cubicBezTo>
                      <a:pt x="74" y="106"/>
                      <a:pt x="74" y="106"/>
                      <a:pt x="74" y="106"/>
                    </a:cubicBezTo>
                    <a:cubicBezTo>
                      <a:pt x="78" y="103"/>
                      <a:pt x="78" y="103"/>
                      <a:pt x="78" y="103"/>
                    </a:cubicBezTo>
                    <a:cubicBezTo>
                      <a:pt x="78" y="104"/>
                      <a:pt x="78" y="105"/>
                      <a:pt x="78" y="106"/>
                    </a:cubicBezTo>
                    <a:cubicBezTo>
                      <a:pt x="82" y="103"/>
                      <a:pt x="78" y="104"/>
                      <a:pt x="79" y="101"/>
                    </a:cubicBezTo>
                    <a:cubicBezTo>
                      <a:pt x="81" y="98"/>
                      <a:pt x="82" y="99"/>
                      <a:pt x="84" y="99"/>
                    </a:cubicBezTo>
                    <a:cubicBezTo>
                      <a:pt x="84" y="100"/>
                      <a:pt x="82" y="100"/>
                      <a:pt x="81" y="101"/>
                    </a:cubicBezTo>
                    <a:cubicBezTo>
                      <a:pt x="81" y="103"/>
                      <a:pt x="83" y="100"/>
                      <a:pt x="84" y="101"/>
                    </a:cubicBezTo>
                    <a:cubicBezTo>
                      <a:pt x="85" y="100"/>
                      <a:pt x="84" y="98"/>
                      <a:pt x="86" y="97"/>
                    </a:cubicBezTo>
                    <a:cubicBezTo>
                      <a:pt x="88" y="96"/>
                      <a:pt x="92" y="92"/>
                      <a:pt x="92" y="93"/>
                    </a:cubicBezTo>
                    <a:cubicBezTo>
                      <a:pt x="93" y="91"/>
                      <a:pt x="95" y="90"/>
                      <a:pt x="96" y="88"/>
                    </a:cubicBezTo>
                    <a:cubicBezTo>
                      <a:pt x="94" y="89"/>
                      <a:pt x="91" y="91"/>
                      <a:pt x="90" y="91"/>
                    </a:cubicBezTo>
                    <a:cubicBezTo>
                      <a:pt x="91" y="90"/>
                      <a:pt x="94" y="87"/>
                      <a:pt x="94" y="87"/>
                    </a:cubicBezTo>
                    <a:cubicBezTo>
                      <a:pt x="94" y="88"/>
                      <a:pt x="94" y="88"/>
                      <a:pt x="94" y="88"/>
                    </a:cubicBezTo>
                    <a:cubicBezTo>
                      <a:pt x="94" y="87"/>
                      <a:pt x="99" y="84"/>
                      <a:pt x="96" y="85"/>
                    </a:cubicBezTo>
                    <a:cubicBezTo>
                      <a:pt x="100" y="84"/>
                      <a:pt x="100" y="84"/>
                      <a:pt x="100" y="84"/>
                    </a:cubicBezTo>
                    <a:cubicBezTo>
                      <a:pt x="100" y="82"/>
                      <a:pt x="103" y="80"/>
                      <a:pt x="105" y="78"/>
                    </a:cubicBezTo>
                    <a:cubicBezTo>
                      <a:pt x="106" y="80"/>
                      <a:pt x="106" y="82"/>
                      <a:pt x="110" y="80"/>
                    </a:cubicBezTo>
                    <a:cubicBezTo>
                      <a:pt x="113" y="76"/>
                      <a:pt x="113" y="76"/>
                      <a:pt x="113" y="76"/>
                    </a:cubicBezTo>
                    <a:cubicBezTo>
                      <a:pt x="115" y="74"/>
                      <a:pt x="116" y="74"/>
                      <a:pt x="116" y="75"/>
                    </a:cubicBezTo>
                    <a:cubicBezTo>
                      <a:pt x="124" y="71"/>
                      <a:pt x="121" y="66"/>
                      <a:pt x="128" y="64"/>
                    </a:cubicBezTo>
                    <a:cubicBezTo>
                      <a:pt x="126" y="67"/>
                      <a:pt x="129" y="66"/>
                      <a:pt x="132" y="65"/>
                    </a:cubicBezTo>
                    <a:cubicBezTo>
                      <a:pt x="131" y="65"/>
                      <a:pt x="131" y="64"/>
                      <a:pt x="132" y="63"/>
                    </a:cubicBezTo>
                    <a:cubicBezTo>
                      <a:pt x="131" y="63"/>
                      <a:pt x="132" y="65"/>
                      <a:pt x="129" y="65"/>
                    </a:cubicBezTo>
                    <a:cubicBezTo>
                      <a:pt x="128" y="65"/>
                      <a:pt x="131" y="63"/>
                      <a:pt x="132" y="62"/>
                    </a:cubicBezTo>
                    <a:cubicBezTo>
                      <a:pt x="139" y="63"/>
                      <a:pt x="150" y="53"/>
                      <a:pt x="160" y="50"/>
                    </a:cubicBezTo>
                    <a:cubicBezTo>
                      <a:pt x="158" y="48"/>
                      <a:pt x="163" y="48"/>
                      <a:pt x="164" y="46"/>
                    </a:cubicBezTo>
                    <a:cubicBezTo>
                      <a:pt x="165" y="49"/>
                      <a:pt x="169" y="43"/>
                      <a:pt x="172" y="44"/>
                    </a:cubicBezTo>
                    <a:cubicBezTo>
                      <a:pt x="170" y="42"/>
                      <a:pt x="170" y="42"/>
                      <a:pt x="170" y="42"/>
                    </a:cubicBezTo>
                    <a:cubicBezTo>
                      <a:pt x="176" y="41"/>
                      <a:pt x="177" y="34"/>
                      <a:pt x="182" y="36"/>
                    </a:cubicBezTo>
                    <a:cubicBezTo>
                      <a:pt x="185" y="35"/>
                      <a:pt x="182" y="38"/>
                      <a:pt x="181" y="39"/>
                    </a:cubicBezTo>
                    <a:cubicBezTo>
                      <a:pt x="186" y="40"/>
                      <a:pt x="191" y="32"/>
                      <a:pt x="196" y="34"/>
                    </a:cubicBezTo>
                    <a:cubicBezTo>
                      <a:pt x="196" y="33"/>
                      <a:pt x="194" y="32"/>
                      <a:pt x="197" y="30"/>
                    </a:cubicBezTo>
                    <a:cubicBezTo>
                      <a:pt x="201" y="30"/>
                      <a:pt x="207" y="29"/>
                      <a:pt x="207" y="29"/>
                    </a:cubicBezTo>
                    <a:cubicBezTo>
                      <a:pt x="209" y="28"/>
                      <a:pt x="210" y="27"/>
                      <a:pt x="213" y="27"/>
                    </a:cubicBezTo>
                    <a:cubicBezTo>
                      <a:pt x="213" y="28"/>
                      <a:pt x="212" y="28"/>
                      <a:pt x="211" y="29"/>
                    </a:cubicBezTo>
                    <a:cubicBezTo>
                      <a:pt x="215" y="28"/>
                      <a:pt x="219" y="26"/>
                      <a:pt x="222" y="24"/>
                    </a:cubicBezTo>
                    <a:cubicBezTo>
                      <a:pt x="225" y="26"/>
                      <a:pt x="233" y="23"/>
                      <a:pt x="238" y="23"/>
                    </a:cubicBezTo>
                    <a:cubicBezTo>
                      <a:pt x="241" y="20"/>
                      <a:pt x="247" y="23"/>
                      <a:pt x="247" y="20"/>
                    </a:cubicBezTo>
                    <a:cubicBezTo>
                      <a:pt x="247" y="20"/>
                      <a:pt x="247" y="20"/>
                      <a:pt x="248" y="21"/>
                    </a:cubicBezTo>
                    <a:cubicBezTo>
                      <a:pt x="249" y="19"/>
                      <a:pt x="251" y="17"/>
                      <a:pt x="253" y="17"/>
                    </a:cubicBezTo>
                    <a:cubicBezTo>
                      <a:pt x="253" y="19"/>
                      <a:pt x="253" y="19"/>
                      <a:pt x="253" y="19"/>
                    </a:cubicBezTo>
                    <a:cubicBezTo>
                      <a:pt x="252" y="22"/>
                      <a:pt x="260" y="19"/>
                      <a:pt x="261" y="20"/>
                    </a:cubicBezTo>
                    <a:cubicBezTo>
                      <a:pt x="258" y="19"/>
                      <a:pt x="263" y="20"/>
                      <a:pt x="263" y="18"/>
                    </a:cubicBezTo>
                    <a:cubicBezTo>
                      <a:pt x="266" y="18"/>
                      <a:pt x="266" y="18"/>
                      <a:pt x="266" y="18"/>
                    </a:cubicBezTo>
                    <a:cubicBezTo>
                      <a:pt x="271" y="17"/>
                      <a:pt x="267" y="17"/>
                      <a:pt x="273" y="16"/>
                    </a:cubicBezTo>
                    <a:cubicBezTo>
                      <a:pt x="276" y="16"/>
                      <a:pt x="274" y="19"/>
                      <a:pt x="273" y="19"/>
                    </a:cubicBezTo>
                    <a:cubicBezTo>
                      <a:pt x="275" y="20"/>
                      <a:pt x="278" y="19"/>
                      <a:pt x="281" y="19"/>
                    </a:cubicBezTo>
                    <a:cubicBezTo>
                      <a:pt x="280" y="18"/>
                      <a:pt x="280" y="18"/>
                      <a:pt x="281" y="18"/>
                    </a:cubicBezTo>
                    <a:cubicBezTo>
                      <a:pt x="281" y="18"/>
                      <a:pt x="281" y="18"/>
                      <a:pt x="281" y="19"/>
                    </a:cubicBezTo>
                    <a:cubicBezTo>
                      <a:pt x="282" y="18"/>
                      <a:pt x="283" y="18"/>
                      <a:pt x="285" y="18"/>
                    </a:cubicBezTo>
                    <a:cubicBezTo>
                      <a:pt x="285" y="19"/>
                      <a:pt x="285" y="19"/>
                      <a:pt x="285" y="19"/>
                    </a:cubicBezTo>
                    <a:cubicBezTo>
                      <a:pt x="283" y="19"/>
                      <a:pt x="282" y="19"/>
                      <a:pt x="281" y="19"/>
                    </a:cubicBezTo>
                    <a:cubicBezTo>
                      <a:pt x="282" y="19"/>
                      <a:pt x="283" y="19"/>
                      <a:pt x="284" y="19"/>
                    </a:cubicBezTo>
                    <a:cubicBezTo>
                      <a:pt x="285" y="19"/>
                      <a:pt x="285" y="19"/>
                      <a:pt x="285" y="19"/>
                    </a:cubicBezTo>
                    <a:cubicBezTo>
                      <a:pt x="286" y="19"/>
                      <a:pt x="287" y="19"/>
                      <a:pt x="288" y="20"/>
                    </a:cubicBezTo>
                    <a:cubicBezTo>
                      <a:pt x="287" y="21"/>
                      <a:pt x="287" y="21"/>
                      <a:pt x="287" y="21"/>
                    </a:cubicBezTo>
                    <a:cubicBezTo>
                      <a:pt x="289" y="22"/>
                      <a:pt x="294" y="20"/>
                      <a:pt x="294" y="20"/>
                    </a:cubicBezTo>
                    <a:cubicBezTo>
                      <a:pt x="303" y="22"/>
                      <a:pt x="318" y="23"/>
                      <a:pt x="322" y="24"/>
                    </a:cubicBezTo>
                    <a:cubicBezTo>
                      <a:pt x="319" y="23"/>
                      <a:pt x="318" y="24"/>
                      <a:pt x="320" y="24"/>
                    </a:cubicBezTo>
                    <a:cubicBezTo>
                      <a:pt x="323" y="25"/>
                      <a:pt x="326" y="24"/>
                      <a:pt x="326" y="25"/>
                    </a:cubicBezTo>
                    <a:cubicBezTo>
                      <a:pt x="329" y="25"/>
                      <a:pt x="328" y="27"/>
                      <a:pt x="332" y="28"/>
                    </a:cubicBezTo>
                    <a:cubicBezTo>
                      <a:pt x="332" y="29"/>
                      <a:pt x="333" y="27"/>
                      <a:pt x="332" y="27"/>
                    </a:cubicBezTo>
                    <a:cubicBezTo>
                      <a:pt x="337" y="31"/>
                      <a:pt x="347" y="31"/>
                      <a:pt x="354" y="36"/>
                    </a:cubicBezTo>
                    <a:cubicBezTo>
                      <a:pt x="353" y="36"/>
                      <a:pt x="352" y="36"/>
                      <a:pt x="351" y="37"/>
                    </a:cubicBezTo>
                    <a:cubicBezTo>
                      <a:pt x="357" y="38"/>
                      <a:pt x="363" y="41"/>
                      <a:pt x="369" y="42"/>
                    </a:cubicBezTo>
                    <a:cubicBezTo>
                      <a:pt x="368" y="42"/>
                      <a:pt x="368" y="43"/>
                      <a:pt x="366" y="43"/>
                    </a:cubicBezTo>
                    <a:cubicBezTo>
                      <a:pt x="369" y="44"/>
                      <a:pt x="372" y="46"/>
                      <a:pt x="375" y="47"/>
                    </a:cubicBezTo>
                    <a:cubicBezTo>
                      <a:pt x="375" y="47"/>
                      <a:pt x="375" y="47"/>
                      <a:pt x="375" y="47"/>
                    </a:cubicBezTo>
                    <a:cubicBezTo>
                      <a:pt x="373" y="44"/>
                      <a:pt x="378" y="46"/>
                      <a:pt x="381" y="48"/>
                    </a:cubicBezTo>
                    <a:cubicBezTo>
                      <a:pt x="380" y="48"/>
                      <a:pt x="380" y="48"/>
                      <a:pt x="380" y="48"/>
                    </a:cubicBezTo>
                    <a:cubicBezTo>
                      <a:pt x="384" y="51"/>
                      <a:pt x="385" y="50"/>
                      <a:pt x="388" y="53"/>
                    </a:cubicBezTo>
                    <a:cubicBezTo>
                      <a:pt x="390" y="55"/>
                      <a:pt x="386" y="52"/>
                      <a:pt x="386" y="53"/>
                    </a:cubicBezTo>
                    <a:cubicBezTo>
                      <a:pt x="386" y="56"/>
                      <a:pt x="393" y="61"/>
                      <a:pt x="394" y="62"/>
                    </a:cubicBezTo>
                    <a:cubicBezTo>
                      <a:pt x="395" y="62"/>
                      <a:pt x="396" y="63"/>
                      <a:pt x="397" y="62"/>
                    </a:cubicBezTo>
                    <a:cubicBezTo>
                      <a:pt x="400" y="64"/>
                      <a:pt x="397" y="64"/>
                      <a:pt x="399" y="66"/>
                    </a:cubicBezTo>
                    <a:cubicBezTo>
                      <a:pt x="409" y="69"/>
                      <a:pt x="409" y="69"/>
                      <a:pt x="409" y="69"/>
                    </a:cubicBezTo>
                    <a:cubicBezTo>
                      <a:pt x="408" y="69"/>
                      <a:pt x="410" y="73"/>
                      <a:pt x="407" y="71"/>
                    </a:cubicBezTo>
                    <a:cubicBezTo>
                      <a:pt x="412" y="76"/>
                      <a:pt x="417" y="77"/>
                      <a:pt x="422" y="80"/>
                    </a:cubicBezTo>
                    <a:cubicBezTo>
                      <a:pt x="423" y="82"/>
                      <a:pt x="428" y="87"/>
                      <a:pt x="430" y="89"/>
                    </a:cubicBezTo>
                    <a:cubicBezTo>
                      <a:pt x="429" y="90"/>
                      <a:pt x="428" y="87"/>
                      <a:pt x="427" y="87"/>
                    </a:cubicBezTo>
                    <a:cubicBezTo>
                      <a:pt x="428" y="91"/>
                      <a:pt x="428" y="91"/>
                      <a:pt x="428" y="91"/>
                    </a:cubicBezTo>
                    <a:cubicBezTo>
                      <a:pt x="425" y="87"/>
                      <a:pt x="427" y="93"/>
                      <a:pt x="424" y="91"/>
                    </a:cubicBezTo>
                    <a:cubicBezTo>
                      <a:pt x="428" y="94"/>
                      <a:pt x="432" y="102"/>
                      <a:pt x="435" y="107"/>
                    </a:cubicBezTo>
                    <a:cubicBezTo>
                      <a:pt x="435" y="102"/>
                      <a:pt x="440" y="113"/>
                      <a:pt x="443" y="111"/>
                    </a:cubicBezTo>
                    <a:cubicBezTo>
                      <a:pt x="447" y="117"/>
                      <a:pt x="443" y="115"/>
                      <a:pt x="443" y="118"/>
                    </a:cubicBezTo>
                    <a:cubicBezTo>
                      <a:pt x="448" y="124"/>
                      <a:pt x="451" y="130"/>
                      <a:pt x="453" y="136"/>
                    </a:cubicBezTo>
                    <a:cubicBezTo>
                      <a:pt x="453" y="136"/>
                      <a:pt x="453" y="136"/>
                      <a:pt x="453" y="136"/>
                    </a:cubicBezTo>
                    <a:cubicBezTo>
                      <a:pt x="456" y="141"/>
                      <a:pt x="459" y="150"/>
                      <a:pt x="464" y="155"/>
                    </a:cubicBezTo>
                    <a:cubicBezTo>
                      <a:pt x="463" y="154"/>
                      <a:pt x="463" y="155"/>
                      <a:pt x="462" y="154"/>
                    </a:cubicBezTo>
                    <a:cubicBezTo>
                      <a:pt x="463" y="160"/>
                      <a:pt x="465" y="154"/>
                      <a:pt x="466" y="161"/>
                    </a:cubicBezTo>
                    <a:cubicBezTo>
                      <a:pt x="465" y="160"/>
                      <a:pt x="465" y="160"/>
                      <a:pt x="465" y="160"/>
                    </a:cubicBezTo>
                    <a:cubicBezTo>
                      <a:pt x="467" y="164"/>
                      <a:pt x="467" y="169"/>
                      <a:pt x="470" y="173"/>
                    </a:cubicBezTo>
                    <a:cubicBezTo>
                      <a:pt x="469" y="174"/>
                      <a:pt x="469" y="173"/>
                      <a:pt x="468" y="172"/>
                    </a:cubicBezTo>
                    <a:cubicBezTo>
                      <a:pt x="470" y="177"/>
                      <a:pt x="471" y="182"/>
                      <a:pt x="474" y="186"/>
                    </a:cubicBezTo>
                    <a:cubicBezTo>
                      <a:pt x="473" y="186"/>
                      <a:pt x="472" y="186"/>
                      <a:pt x="471" y="184"/>
                    </a:cubicBezTo>
                    <a:cubicBezTo>
                      <a:pt x="471" y="189"/>
                      <a:pt x="474" y="189"/>
                      <a:pt x="474" y="193"/>
                    </a:cubicBezTo>
                    <a:cubicBezTo>
                      <a:pt x="475" y="194"/>
                      <a:pt x="474" y="197"/>
                      <a:pt x="474" y="196"/>
                    </a:cubicBezTo>
                    <a:cubicBezTo>
                      <a:pt x="475" y="198"/>
                      <a:pt x="476" y="205"/>
                      <a:pt x="477" y="207"/>
                    </a:cubicBezTo>
                    <a:cubicBezTo>
                      <a:pt x="476" y="208"/>
                      <a:pt x="476" y="209"/>
                      <a:pt x="475" y="212"/>
                    </a:cubicBezTo>
                    <a:cubicBezTo>
                      <a:pt x="478" y="236"/>
                      <a:pt x="473" y="260"/>
                      <a:pt x="467" y="283"/>
                    </a:cubicBezTo>
                    <a:cubicBezTo>
                      <a:pt x="463" y="286"/>
                      <a:pt x="467" y="277"/>
                      <a:pt x="464" y="279"/>
                    </a:cubicBezTo>
                    <a:cubicBezTo>
                      <a:pt x="467" y="280"/>
                      <a:pt x="464" y="283"/>
                      <a:pt x="461" y="290"/>
                    </a:cubicBezTo>
                    <a:cubicBezTo>
                      <a:pt x="461" y="290"/>
                      <a:pt x="461" y="290"/>
                      <a:pt x="461" y="290"/>
                    </a:cubicBezTo>
                    <a:cubicBezTo>
                      <a:pt x="460" y="293"/>
                      <a:pt x="458" y="294"/>
                      <a:pt x="457" y="297"/>
                    </a:cubicBezTo>
                    <a:cubicBezTo>
                      <a:pt x="458" y="297"/>
                      <a:pt x="458" y="297"/>
                      <a:pt x="458" y="297"/>
                    </a:cubicBezTo>
                    <a:cubicBezTo>
                      <a:pt x="458" y="301"/>
                      <a:pt x="452" y="303"/>
                      <a:pt x="453" y="306"/>
                    </a:cubicBezTo>
                    <a:cubicBezTo>
                      <a:pt x="451" y="307"/>
                      <a:pt x="451" y="307"/>
                      <a:pt x="451" y="307"/>
                    </a:cubicBezTo>
                    <a:cubicBezTo>
                      <a:pt x="451" y="312"/>
                      <a:pt x="447" y="312"/>
                      <a:pt x="447" y="316"/>
                    </a:cubicBezTo>
                    <a:cubicBezTo>
                      <a:pt x="447" y="316"/>
                      <a:pt x="447" y="316"/>
                      <a:pt x="447" y="316"/>
                    </a:cubicBezTo>
                    <a:cubicBezTo>
                      <a:pt x="443" y="320"/>
                      <a:pt x="442" y="327"/>
                      <a:pt x="439" y="328"/>
                    </a:cubicBezTo>
                    <a:cubicBezTo>
                      <a:pt x="437" y="332"/>
                      <a:pt x="434" y="337"/>
                      <a:pt x="435" y="339"/>
                    </a:cubicBezTo>
                    <a:cubicBezTo>
                      <a:pt x="433" y="339"/>
                      <a:pt x="433" y="338"/>
                      <a:pt x="433" y="337"/>
                    </a:cubicBezTo>
                    <a:cubicBezTo>
                      <a:pt x="422" y="352"/>
                      <a:pt x="406" y="365"/>
                      <a:pt x="395" y="377"/>
                    </a:cubicBezTo>
                    <a:cubicBezTo>
                      <a:pt x="394" y="378"/>
                      <a:pt x="395" y="377"/>
                      <a:pt x="395" y="376"/>
                    </a:cubicBezTo>
                    <a:cubicBezTo>
                      <a:pt x="389" y="385"/>
                      <a:pt x="378" y="390"/>
                      <a:pt x="378" y="398"/>
                    </a:cubicBezTo>
                    <a:cubicBezTo>
                      <a:pt x="377" y="402"/>
                      <a:pt x="377" y="402"/>
                      <a:pt x="377" y="402"/>
                    </a:cubicBezTo>
                    <a:cubicBezTo>
                      <a:pt x="375" y="403"/>
                      <a:pt x="375" y="402"/>
                      <a:pt x="373" y="403"/>
                    </a:cubicBezTo>
                    <a:cubicBezTo>
                      <a:pt x="373" y="406"/>
                      <a:pt x="368" y="411"/>
                      <a:pt x="369" y="413"/>
                    </a:cubicBezTo>
                    <a:cubicBezTo>
                      <a:pt x="368" y="414"/>
                      <a:pt x="369" y="412"/>
                      <a:pt x="368" y="412"/>
                    </a:cubicBezTo>
                    <a:cubicBezTo>
                      <a:pt x="365" y="416"/>
                      <a:pt x="365" y="422"/>
                      <a:pt x="363" y="426"/>
                    </a:cubicBezTo>
                    <a:cubicBezTo>
                      <a:pt x="363" y="424"/>
                      <a:pt x="363" y="424"/>
                      <a:pt x="363" y="424"/>
                    </a:cubicBezTo>
                    <a:cubicBezTo>
                      <a:pt x="349" y="443"/>
                      <a:pt x="340" y="473"/>
                      <a:pt x="342" y="493"/>
                    </a:cubicBezTo>
                    <a:cubicBezTo>
                      <a:pt x="343" y="498"/>
                      <a:pt x="340" y="495"/>
                      <a:pt x="340" y="497"/>
                    </a:cubicBezTo>
                    <a:cubicBezTo>
                      <a:pt x="342" y="517"/>
                      <a:pt x="338" y="542"/>
                      <a:pt x="349" y="558"/>
                    </a:cubicBezTo>
                    <a:cubicBezTo>
                      <a:pt x="355" y="570"/>
                      <a:pt x="363" y="573"/>
                      <a:pt x="363" y="573"/>
                    </a:cubicBezTo>
                    <a:cubicBezTo>
                      <a:pt x="346" y="542"/>
                      <a:pt x="349" y="513"/>
                      <a:pt x="356" y="481"/>
                    </a:cubicBezTo>
                    <a:cubicBezTo>
                      <a:pt x="356" y="470"/>
                      <a:pt x="359" y="457"/>
                      <a:pt x="363" y="448"/>
                    </a:cubicBezTo>
                    <a:cubicBezTo>
                      <a:pt x="376" y="404"/>
                      <a:pt x="410" y="388"/>
                      <a:pt x="444" y="349"/>
                    </a:cubicBezTo>
                    <a:cubicBezTo>
                      <a:pt x="442" y="350"/>
                      <a:pt x="443" y="348"/>
                      <a:pt x="444" y="346"/>
                    </a:cubicBezTo>
                    <a:cubicBezTo>
                      <a:pt x="445" y="345"/>
                      <a:pt x="445" y="345"/>
                      <a:pt x="445" y="345"/>
                    </a:cubicBezTo>
                    <a:cubicBezTo>
                      <a:pt x="446" y="342"/>
                      <a:pt x="446" y="342"/>
                      <a:pt x="446" y="342"/>
                    </a:cubicBezTo>
                    <a:cubicBezTo>
                      <a:pt x="448" y="339"/>
                      <a:pt x="449" y="341"/>
                      <a:pt x="447" y="344"/>
                    </a:cubicBezTo>
                    <a:cubicBezTo>
                      <a:pt x="459" y="329"/>
                      <a:pt x="467" y="314"/>
                      <a:pt x="475" y="297"/>
                    </a:cubicBezTo>
                    <a:cubicBezTo>
                      <a:pt x="474" y="295"/>
                      <a:pt x="479" y="288"/>
                      <a:pt x="477" y="286"/>
                    </a:cubicBezTo>
                    <a:cubicBezTo>
                      <a:pt x="478" y="286"/>
                      <a:pt x="478" y="286"/>
                      <a:pt x="478" y="287"/>
                    </a:cubicBezTo>
                    <a:cubicBezTo>
                      <a:pt x="481" y="274"/>
                      <a:pt x="482" y="274"/>
                      <a:pt x="487" y="263"/>
                    </a:cubicBezTo>
                    <a:cubicBezTo>
                      <a:pt x="501" y="211"/>
                      <a:pt x="485" y="161"/>
                      <a:pt x="463" y="118"/>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4" name="Rectangle 77"/>
              <p:cNvSpPr>
                <a:spLocks noChangeArrowheads="1"/>
              </p:cNvSpPr>
              <p:nvPr/>
            </p:nvSpPr>
            <p:spPr bwMode="auto">
              <a:xfrm>
                <a:off x="4586" y="1893"/>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5" name="Freeform 78"/>
              <p:cNvSpPr/>
              <p:nvPr/>
            </p:nvSpPr>
            <p:spPr bwMode="auto">
              <a:xfrm>
                <a:off x="3937" y="2817"/>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6" name="Freeform 79"/>
              <p:cNvSpPr/>
              <p:nvPr/>
            </p:nvSpPr>
            <p:spPr bwMode="auto">
              <a:xfrm>
                <a:off x="4629" y="1859"/>
                <a:ext cx="2" cy="2"/>
              </a:xfrm>
              <a:custGeom>
                <a:avLst/>
                <a:gdLst>
                  <a:gd name="T0" fmla="*/ 2 w 2"/>
                  <a:gd name="T1" fmla="*/ 2 h 2"/>
                  <a:gd name="T2" fmla="*/ 2 w 2"/>
                  <a:gd name="T3" fmla="*/ 2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2"/>
                    </a:lnTo>
                    <a:lnTo>
                      <a:pt x="0" y="0"/>
                    </a:lnTo>
                    <a:lnTo>
                      <a:pt x="2"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7" name="Freeform 80"/>
              <p:cNvSpPr/>
              <p:nvPr/>
            </p:nvSpPr>
            <p:spPr bwMode="auto">
              <a:xfrm>
                <a:off x="3967" y="28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8" name="Freeform 81"/>
              <p:cNvSpPr/>
              <p:nvPr/>
            </p:nvSpPr>
            <p:spPr bwMode="auto">
              <a:xfrm>
                <a:off x="4618" y="1878"/>
                <a:ext cx="2" cy="4"/>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0"/>
                      <a:pt x="1" y="2"/>
                      <a:pt x="1" y="2"/>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9" name="Freeform 82"/>
              <p:cNvSpPr/>
              <p:nvPr/>
            </p:nvSpPr>
            <p:spPr bwMode="auto">
              <a:xfrm>
                <a:off x="3814" y="226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0" name="Freeform 83"/>
              <p:cNvSpPr/>
              <p:nvPr/>
            </p:nvSpPr>
            <p:spPr bwMode="auto">
              <a:xfrm>
                <a:off x="3876" y="243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1" name="Freeform 84"/>
              <p:cNvSpPr/>
              <p:nvPr/>
            </p:nvSpPr>
            <p:spPr bwMode="auto">
              <a:xfrm>
                <a:off x="4618" y="187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2" name="Freeform 85"/>
              <p:cNvSpPr/>
              <p:nvPr/>
            </p:nvSpPr>
            <p:spPr bwMode="auto">
              <a:xfrm>
                <a:off x="3801" y="227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3" name="Freeform 86"/>
              <p:cNvSpPr/>
              <p:nvPr/>
            </p:nvSpPr>
            <p:spPr bwMode="auto">
              <a:xfrm>
                <a:off x="3808" y="2266"/>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0"/>
                      <a:pt x="1" y="1"/>
                      <a:pt x="1"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4" name="Freeform 87"/>
              <p:cNvSpPr/>
              <p:nvPr/>
            </p:nvSpPr>
            <p:spPr bwMode="auto">
              <a:xfrm>
                <a:off x="3878" y="2393"/>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5" name="Freeform 88"/>
              <p:cNvSpPr/>
              <p:nvPr/>
            </p:nvSpPr>
            <p:spPr bwMode="auto">
              <a:xfrm>
                <a:off x="3810" y="2266"/>
                <a:ext cx="6" cy="0"/>
              </a:xfrm>
              <a:custGeom>
                <a:avLst/>
                <a:gdLst>
                  <a:gd name="T0" fmla="*/ 1 w 3"/>
                  <a:gd name="T1" fmla="*/ 0 w 3"/>
                  <a:gd name="T2" fmla="*/ 1 w 3"/>
                </a:gdLst>
                <a:ahLst/>
                <a:cxnLst>
                  <a:cxn ang="0">
                    <a:pos x="T0" y="0"/>
                  </a:cxn>
                  <a:cxn ang="0">
                    <a:pos x="T1" y="0"/>
                  </a:cxn>
                  <a:cxn ang="0">
                    <a:pos x="T2" y="0"/>
                  </a:cxn>
                </a:cxnLst>
                <a:rect l="0" t="0" r="r" b="b"/>
                <a:pathLst>
                  <a:path w="3">
                    <a:moveTo>
                      <a:pt x="1" y="0"/>
                    </a:moveTo>
                    <a:cubicBezTo>
                      <a:pt x="0" y="0"/>
                      <a:pt x="0" y="0"/>
                      <a:pt x="0" y="0"/>
                    </a:cubicBezTo>
                    <a:cubicBezTo>
                      <a:pt x="3"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6" name="Freeform 89"/>
              <p:cNvSpPr/>
              <p:nvPr/>
            </p:nvSpPr>
            <p:spPr bwMode="auto">
              <a:xfrm>
                <a:off x="3935" y="224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7" name="Freeform 90"/>
              <p:cNvSpPr/>
              <p:nvPr/>
            </p:nvSpPr>
            <p:spPr bwMode="auto">
              <a:xfrm>
                <a:off x="3876" y="2213"/>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8" name="Oval 91"/>
              <p:cNvSpPr>
                <a:spLocks noChangeArrowheads="1"/>
              </p:cNvSpPr>
              <p:nvPr/>
            </p:nvSpPr>
            <p:spPr bwMode="auto">
              <a:xfrm>
                <a:off x="3814" y="2266"/>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9" name="Freeform 92"/>
              <p:cNvSpPr/>
              <p:nvPr/>
            </p:nvSpPr>
            <p:spPr bwMode="auto">
              <a:xfrm>
                <a:off x="3801" y="2007"/>
                <a:ext cx="5" cy="7"/>
              </a:xfrm>
              <a:custGeom>
                <a:avLst/>
                <a:gdLst>
                  <a:gd name="T0" fmla="*/ 1 w 2"/>
                  <a:gd name="T1" fmla="*/ 0 h 3"/>
                  <a:gd name="T2" fmla="*/ 2 w 2"/>
                  <a:gd name="T3" fmla="*/ 3 h 3"/>
                  <a:gd name="T4" fmla="*/ 1 w 2"/>
                  <a:gd name="T5" fmla="*/ 2 h 3"/>
                  <a:gd name="T6" fmla="*/ 1 w 2"/>
                  <a:gd name="T7" fmla="*/ 0 h 3"/>
                </a:gdLst>
                <a:ahLst/>
                <a:cxnLst>
                  <a:cxn ang="0">
                    <a:pos x="T0" y="T1"/>
                  </a:cxn>
                  <a:cxn ang="0">
                    <a:pos x="T2" y="T3"/>
                  </a:cxn>
                  <a:cxn ang="0">
                    <a:pos x="T4" y="T5"/>
                  </a:cxn>
                  <a:cxn ang="0">
                    <a:pos x="T6" y="T7"/>
                  </a:cxn>
                </a:cxnLst>
                <a:rect l="0" t="0" r="r" b="b"/>
                <a:pathLst>
                  <a:path w="2" h="3">
                    <a:moveTo>
                      <a:pt x="1" y="0"/>
                    </a:moveTo>
                    <a:cubicBezTo>
                      <a:pt x="0" y="0"/>
                      <a:pt x="0" y="1"/>
                      <a:pt x="2" y="3"/>
                    </a:cubicBezTo>
                    <a:cubicBezTo>
                      <a:pt x="1" y="2"/>
                      <a:pt x="1" y="2"/>
                      <a:pt x="1" y="2"/>
                    </a:cubicBezTo>
                    <a:cubicBezTo>
                      <a:pt x="1" y="1"/>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0" name="Freeform 93"/>
              <p:cNvSpPr/>
              <p:nvPr/>
            </p:nvSpPr>
            <p:spPr bwMode="auto">
              <a:xfrm>
                <a:off x="3837" y="24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1" name="Freeform 94"/>
              <p:cNvSpPr/>
              <p:nvPr/>
            </p:nvSpPr>
            <p:spPr bwMode="auto">
              <a:xfrm>
                <a:off x="4398" y="2296"/>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2" name="Freeform 95"/>
              <p:cNvSpPr/>
              <p:nvPr/>
            </p:nvSpPr>
            <p:spPr bwMode="auto">
              <a:xfrm>
                <a:off x="4376" y="2249"/>
                <a:ext cx="227" cy="119"/>
              </a:xfrm>
              <a:custGeom>
                <a:avLst/>
                <a:gdLst>
                  <a:gd name="T0" fmla="*/ 90 w 107"/>
                  <a:gd name="T1" fmla="*/ 34 h 56"/>
                  <a:gd name="T2" fmla="*/ 75 w 107"/>
                  <a:gd name="T3" fmla="*/ 23 h 56"/>
                  <a:gd name="T4" fmla="*/ 59 w 107"/>
                  <a:gd name="T5" fmla="*/ 22 h 56"/>
                  <a:gd name="T6" fmla="*/ 54 w 107"/>
                  <a:gd name="T7" fmla="*/ 18 h 56"/>
                  <a:gd name="T8" fmla="*/ 44 w 107"/>
                  <a:gd name="T9" fmla="*/ 13 h 56"/>
                  <a:gd name="T10" fmla="*/ 37 w 107"/>
                  <a:gd name="T11" fmla="*/ 9 h 56"/>
                  <a:gd name="T12" fmla="*/ 30 w 107"/>
                  <a:gd name="T13" fmla="*/ 11 h 56"/>
                  <a:gd name="T14" fmla="*/ 20 w 107"/>
                  <a:gd name="T15" fmla="*/ 8 h 56"/>
                  <a:gd name="T16" fmla="*/ 15 w 107"/>
                  <a:gd name="T17" fmla="*/ 6 h 56"/>
                  <a:gd name="T18" fmla="*/ 9 w 107"/>
                  <a:gd name="T19" fmla="*/ 1 h 56"/>
                  <a:gd name="T20" fmla="*/ 6 w 107"/>
                  <a:gd name="T21" fmla="*/ 1 h 56"/>
                  <a:gd name="T22" fmla="*/ 3 w 107"/>
                  <a:gd name="T23" fmla="*/ 3 h 56"/>
                  <a:gd name="T24" fmla="*/ 0 w 107"/>
                  <a:gd name="T25" fmla="*/ 5 h 56"/>
                  <a:gd name="T26" fmla="*/ 1 w 107"/>
                  <a:gd name="T27" fmla="*/ 8 h 56"/>
                  <a:gd name="T28" fmla="*/ 6 w 107"/>
                  <a:gd name="T29" fmla="*/ 9 h 56"/>
                  <a:gd name="T30" fmla="*/ 8 w 107"/>
                  <a:gd name="T31" fmla="*/ 14 h 56"/>
                  <a:gd name="T32" fmla="*/ 3 w 107"/>
                  <a:gd name="T33" fmla="*/ 19 h 56"/>
                  <a:gd name="T34" fmla="*/ 5 w 107"/>
                  <a:gd name="T35" fmla="*/ 20 h 56"/>
                  <a:gd name="T36" fmla="*/ 8 w 107"/>
                  <a:gd name="T37" fmla="*/ 18 h 56"/>
                  <a:gd name="T38" fmla="*/ 8 w 107"/>
                  <a:gd name="T39" fmla="*/ 20 h 56"/>
                  <a:gd name="T40" fmla="*/ 12 w 107"/>
                  <a:gd name="T41" fmla="*/ 17 h 56"/>
                  <a:gd name="T42" fmla="*/ 11 w 107"/>
                  <a:gd name="T43" fmla="*/ 22 h 56"/>
                  <a:gd name="T44" fmla="*/ 11 w 107"/>
                  <a:gd name="T45" fmla="*/ 25 h 56"/>
                  <a:gd name="T46" fmla="*/ 13 w 107"/>
                  <a:gd name="T47" fmla="*/ 23 h 56"/>
                  <a:gd name="T48" fmla="*/ 14 w 107"/>
                  <a:gd name="T49" fmla="*/ 25 h 56"/>
                  <a:gd name="T50" fmla="*/ 17 w 107"/>
                  <a:gd name="T51" fmla="*/ 22 h 56"/>
                  <a:gd name="T52" fmla="*/ 21 w 107"/>
                  <a:gd name="T53" fmla="*/ 18 h 56"/>
                  <a:gd name="T54" fmla="*/ 20 w 107"/>
                  <a:gd name="T55" fmla="*/ 23 h 56"/>
                  <a:gd name="T56" fmla="*/ 24 w 107"/>
                  <a:gd name="T57" fmla="*/ 26 h 56"/>
                  <a:gd name="T58" fmla="*/ 26 w 107"/>
                  <a:gd name="T59" fmla="*/ 27 h 56"/>
                  <a:gd name="T60" fmla="*/ 28 w 107"/>
                  <a:gd name="T61" fmla="*/ 27 h 56"/>
                  <a:gd name="T62" fmla="*/ 33 w 107"/>
                  <a:gd name="T63" fmla="*/ 29 h 56"/>
                  <a:gd name="T64" fmla="*/ 35 w 107"/>
                  <a:gd name="T65" fmla="*/ 30 h 56"/>
                  <a:gd name="T66" fmla="*/ 36 w 107"/>
                  <a:gd name="T67" fmla="*/ 30 h 56"/>
                  <a:gd name="T68" fmla="*/ 38 w 107"/>
                  <a:gd name="T69" fmla="*/ 28 h 56"/>
                  <a:gd name="T70" fmla="*/ 39 w 107"/>
                  <a:gd name="T71" fmla="*/ 31 h 56"/>
                  <a:gd name="T72" fmla="*/ 41 w 107"/>
                  <a:gd name="T73" fmla="*/ 30 h 56"/>
                  <a:gd name="T74" fmla="*/ 44 w 107"/>
                  <a:gd name="T75" fmla="*/ 33 h 56"/>
                  <a:gd name="T76" fmla="*/ 48 w 107"/>
                  <a:gd name="T77" fmla="*/ 34 h 56"/>
                  <a:gd name="T78" fmla="*/ 50 w 107"/>
                  <a:gd name="T79" fmla="*/ 37 h 56"/>
                  <a:gd name="T80" fmla="*/ 52 w 107"/>
                  <a:gd name="T81" fmla="*/ 36 h 56"/>
                  <a:gd name="T82" fmla="*/ 52 w 107"/>
                  <a:gd name="T83" fmla="*/ 37 h 56"/>
                  <a:gd name="T84" fmla="*/ 55 w 107"/>
                  <a:gd name="T85" fmla="*/ 37 h 56"/>
                  <a:gd name="T86" fmla="*/ 58 w 107"/>
                  <a:gd name="T87" fmla="*/ 38 h 56"/>
                  <a:gd name="T88" fmla="*/ 61 w 107"/>
                  <a:gd name="T89" fmla="*/ 38 h 56"/>
                  <a:gd name="T90" fmla="*/ 67 w 107"/>
                  <a:gd name="T91" fmla="*/ 33 h 56"/>
                  <a:gd name="T92" fmla="*/ 67 w 107"/>
                  <a:gd name="T93" fmla="*/ 38 h 56"/>
                  <a:gd name="T94" fmla="*/ 71 w 107"/>
                  <a:gd name="T95" fmla="*/ 39 h 56"/>
                  <a:gd name="T96" fmla="*/ 73 w 107"/>
                  <a:gd name="T97" fmla="*/ 40 h 56"/>
                  <a:gd name="T98" fmla="*/ 79 w 107"/>
                  <a:gd name="T99" fmla="*/ 44 h 56"/>
                  <a:gd name="T100" fmla="*/ 81 w 107"/>
                  <a:gd name="T101" fmla="*/ 46 h 56"/>
                  <a:gd name="T102" fmla="*/ 90 w 107"/>
                  <a:gd name="T103" fmla="*/ 46 h 56"/>
                  <a:gd name="T104" fmla="*/ 93 w 107"/>
                  <a:gd name="T105" fmla="*/ 4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56">
                    <a:moveTo>
                      <a:pt x="102" y="41"/>
                    </a:moveTo>
                    <a:cubicBezTo>
                      <a:pt x="101" y="41"/>
                      <a:pt x="100" y="41"/>
                      <a:pt x="100" y="40"/>
                    </a:cubicBezTo>
                    <a:cubicBezTo>
                      <a:pt x="96" y="38"/>
                      <a:pt x="96" y="32"/>
                      <a:pt x="92" y="32"/>
                    </a:cubicBezTo>
                    <a:cubicBezTo>
                      <a:pt x="91" y="33"/>
                      <a:pt x="91" y="34"/>
                      <a:pt x="90" y="34"/>
                    </a:cubicBezTo>
                    <a:cubicBezTo>
                      <a:pt x="91" y="33"/>
                      <a:pt x="91" y="33"/>
                      <a:pt x="91" y="33"/>
                    </a:cubicBezTo>
                    <a:cubicBezTo>
                      <a:pt x="90" y="34"/>
                      <a:pt x="90" y="34"/>
                      <a:pt x="90" y="34"/>
                    </a:cubicBezTo>
                    <a:cubicBezTo>
                      <a:pt x="89" y="34"/>
                      <a:pt x="90" y="33"/>
                      <a:pt x="91" y="33"/>
                    </a:cubicBezTo>
                    <a:cubicBezTo>
                      <a:pt x="89" y="32"/>
                      <a:pt x="88" y="32"/>
                      <a:pt x="87" y="31"/>
                    </a:cubicBezTo>
                    <a:cubicBezTo>
                      <a:pt x="86" y="32"/>
                      <a:pt x="86" y="30"/>
                      <a:pt x="85" y="32"/>
                    </a:cubicBezTo>
                    <a:cubicBezTo>
                      <a:pt x="86" y="31"/>
                      <a:pt x="86" y="31"/>
                      <a:pt x="86" y="31"/>
                    </a:cubicBezTo>
                    <a:cubicBezTo>
                      <a:pt x="84" y="32"/>
                      <a:pt x="84" y="32"/>
                      <a:pt x="85" y="29"/>
                    </a:cubicBezTo>
                    <a:cubicBezTo>
                      <a:pt x="82" y="25"/>
                      <a:pt x="78" y="26"/>
                      <a:pt x="75" y="23"/>
                    </a:cubicBezTo>
                    <a:cubicBezTo>
                      <a:pt x="72" y="22"/>
                      <a:pt x="68" y="22"/>
                      <a:pt x="64" y="21"/>
                    </a:cubicBezTo>
                    <a:cubicBezTo>
                      <a:pt x="62" y="24"/>
                      <a:pt x="62" y="23"/>
                      <a:pt x="60" y="25"/>
                    </a:cubicBezTo>
                    <a:cubicBezTo>
                      <a:pt x="61" y="24"/>
                      <a:pt x="61" y="24"/>
                      <a:pt x="61" y="24"/>
                    </a:cubicBezTo>
                    <a:cubicBezTo>
                      <a:pt x="60" y="25"/>
                      <a:pt x="60" y="24"/>
                      <a:pt x="60" y="22"/>
                    </a:cubicBezTo>
                    <a:cubicBezTo>
                      <a:pt x="60" y="23"/>
                      <a:pt x="60" y="22"/>
                      <a:pt x="59" y="24"/>
                    </a:cubicBezTo>
                    <a:cubicBezTo>
                      <a:pt x="58" y="26"/>
                      <a:pt x="60" y="21"/>
                      <a:pt x="59" y="22"/>
                    </a:cubicBezTo>
                    <a:cubicBezTo>
                      <a:pt x="60" y="21"/>
                      <a:pt x="59" y="23"/>
                      <a:pt x="59" y="22"/>
                    </a:cubicBezTo>
                    <a:cubicBezTo>
                      <a:pt x="57" y="24"/>
                      <a:pt x="60" y="22"/>
                      <a:pt x="59" y="19"/>
                    </a:cubicBezTo>
                    <a:cubicBezTo>
                      <a:pt x="57" y="19"/>
                      <a:pt x="55" y="20"/>
                      <a:pt x="54" y="19"/>
                    </a:cubicBezTo>
                    <a:cubicBezTo>
                      <a:pt x="54" y="19"/>
                      <a:pt x="54" y="20"/>
                      <a:pt x="54" y="20"/>
                    </a:cubicBezTo>
                    <a:cubicBezTo>
                      <a:pt x="55" y="17"/>
                      <a:pt x="53" y="21"/>
                      <a:pt x="53" y="19"/>
                    </a:cubicBezTo>
                    <a:cubicBezTo>
                      <a:pt x="53" y="19"/>
                      <a:pt x="53" y="19"/>
                      <a:pt x="54" y="18"/>
                    </a:cubicBezTo>
                    <a:cubicBezTo>
                      <a:pt x="54" y="17"/>
                      <a:pt x="52" y="18"/>
                      <a:pt x="52" y="17"/>
                    </a:cubicBezTo>
                    <a:cubicBezTo>
                      <a:pt x="51" y="18"/>
                      <a:pt x="52" y="15"/>
                      <a:pt x="51" y="16"/>
                    </a:cubicBezTo>
                    <a:cubicBezTo>
                      <a:pt x="51" y="15"/>
                      <a:pt x="51" y="15"/>
                      <a:pt x="51" y="15"/>
                    </a:cubicBezTo>
                    <a:cubicBezTo>
                      <a:pt x="49" y="18"/>
                      <a:pt x="50" y="13"/>
                      <a:pt x="49" y="15"/>
                    </a:cubicBezTo>
                    <a:cubicBezTo>
                      <a:pt x="49" y="14"/>
                      <a:pt x="49" y="14"/>
                      <a:pt x="49" y="14"/>
                    </a:cubicBezTo>
                    <a:cubicBezTo>
                      <a:pt x="47" y="14"/>
                      <a:pt x="46" y="12"/>
                      <a:pt x="44" y="13"/>
                    </a:cubicBezTo>
                    <a:cubicBezTo>
                      <a:pt x="43" y="13"/>
                      <a:pt x="43" y="10"/>
                      <a:pt x="41" y="11"/>
                    </a:cubicBezTo>
                    <a:cubicBezTo>
                      <a:pt x="40" y="12"/>
                      <a:pt x="40" y="12"/>
                      <a:pt x="40" y="12"/>
                    </a:cubicBezTo>
                    <a:cubicBezTo>
                      <a:pt x="40" y="12"/>
                      <a:pt x="41" y="11"/>
                      <a:pt x="41" y="11"/>
                    </a:cubicBezTo>
                    <a:cubicBezTo>
                      <a:pt x="40" y="12"/>
                      <a:pt x="40" y="10"/>
                      <a:pt x="39" y="10"/>
                    </a:cubicBezTo>
                    <a:cubicBezTo>
                      <a:pt x="39" y="10"/>
                      <a:pt x="39" y="10"/>
                      <a:pt x="39" y="11"/>
                    </a:cubicBezTo>
                    <a:cubicBezTo>
                      <a:pt x="39" y="9"/>
                      <a:pt x="37" y="11"/>
                      <a:pt x="37" y="9"/>
                    </a:cubicBezTo>
                    <a:cubicBezTo>
                      <a:pt x="35" y="12"/>
                      <a:pt x="35" y="11"/>
                      <a:pt x="35" y="11"/>
                    </a:cubicBezTo>
                    <a:cubicBezTo>
                      <a:pt x="35" y="11"/>
                      <a:pt x="35" y="10"/>
                      <a:pt x="35" y="10"/>
                    </a:cubicBezTo>
                    <a:cubicBezTo>
                      <a:pt x="35" y="10"/>
                      <a:pt x="34" y="10"/>
                      <a:pt x="34" y="9"/>
                    </a:cubicBezTo>
                    <a:cubicBezTo>
                      <a:pt x="34" y="9"/>
                      <a:pt x="33" y="11"/>
                      <a:pt x="33" y="10"/>
                    </a:cubicBezTo>
                    <a:cubicBezTo>
                      <a:pt x="34" y="8"/>
                      <a:pt x="32" y="10"/>
                      <a:pt x="32" y="9"/>
                    </a:cubicBezTo>
                    <a:cubicBezTo>
                      <a:pt x="31" y="10"/>
                      <a:pt x="30" y="12"/>
                      <a:pt x="30" y="11"/>
                    </a:cubicBezTo>
                    <a:cubicBezTo>
                      <a:pt x="32" y="8"/>
                      <a:pt x="32" y="8"/>
                      <a:pt x="32" y="8"/>
                    </a:cubicBezTo>
                    <a:cubicBezTo>
                      <a:pt x="30" y="9"/>
                      <a:pt x="30" y="6"/>
                      <a:pt x="27" y="8"/>
                    </a:cubicBezTo>
                    <a:cubicBezTo>
                      <a:pt x="28" y="7"/>
                      <a:pt x="28" y="7"/>
                      <a:pt x="28" y="7"/>
                    </a:cubicBezTo>
                    <a:cubicBezTo>
                      <a:pt x="26" y="8"/>
                      <a:pt x="25" y="5"/>
                      <a:pt x="23" y="7"/>
                    </a:cubicBezTo>
                    <a:cubicBezTo>
                      <a:pt x="23" y="6"/>
                      <a:pt x="23" y="6"/>
                      <a:pt x="22" y="5"/>
                    </a:cubicBezTo>
                    <a:cubicBezTo>
                      <a:pt x="21" y="7"/>
                      <a:pt x="21" y="6"/>
                      <a:pt x="20" y="8"/>
                    </a:cubicBezTo>
                    <a:cubicBezTo>
                      <a:pt x="19" y="8"/>
                      <a:pt x="20" y="7"/>
                      <a:pt x="20" y="6"/>
                    </a:cubicBezTo>
                    <a:cubicBezTo>
                      <a:pt x="20" y="6"/>
                      <a:pt x="21" y="3"/>
                      <a:pt x="19" y="5"/>
                    </a:cubicBezTo>
                    <a:cubicBezTo>
                      <a:pt x="20" y="4"/>
                      <a:pt x="20" y="4"/>
                      <a:pt x="20" y="4"/>
                    </a:cubicBezTo>
                    <a:cubicBezTo>
                      <a:pt x="18" y="5"/>
                      <a:pt x="17" y="6"/>
                      <a:pt x="17" y="5"/>
                    </a:cubicBezTo>
                    <a:cubicBezTo>
                      <a:pt x="16" y="6"/>
                      <a:pt x="16" y="6"/>
                      <a:pt x="15" y="7"/>
                    </a:cubicBezTo>
                    <a:cubicBezTo>
                      <a:pt x="15" y="7"/>
                      <a:pt x="16" y="5"/>
                      <a:pt x="15" y="6"/>
                    </a:cubicBezTo>
                    <a:cubicBezTo>
                      <a:pt x="16" y="5"/>
                      <a:pt x="16" y="5"/>
                      <a:pt x="16" y="5"/>
                    </a:cubicBezTo>
                    <a:cubicBezTo>
                      <a:pt x="16" y="4"/>
                      <a:pt x="14" y="4"/>
                      <a:pt x="13" y="4"/>
                    </a:cubicBezTo>
                    <a:cubicBezTo>
                      <a:pt x="14" y="2"/>
                      <a:pt x="11" y="4"/>
                      <a:pt x="12" y="2"/>
                    </a:cubicBezTo>
                    <a:cubicBezTo>
                      <a:pt x="11" y="3"/>
                      <a:pt x="11" y="1"/>
                      <a:pt x="9" y="4"/>
                    </a:cubicBezTo>
                    <a:cubicBezTo>
                      <a:pt x="10" y="3"/>
                      <a:pt x="10" y="3"/>
                      <a:pt x="10" y="3"/>
                    </a:cubicBezTo>
                    <a:cubicBezTo>
                      <a:pt x="9" y="2"/>
                      <a:pt x="9" y="2"/>
                      <a:pt x="9" y="1"/>
                    </a:cubicBezTo>
                    <a:cubicBezTo>
                      <a:pt x="8" y="0"/>
                      <a:pt x="7" y="2"/>
                      <a:pt x="7" y="3"/>
                    </a:cubicBezTo>
                    <a:cubicBezTo>
                      <a:pt x="7" y="1"/>
                      <a:pt x="7" y="1"/>
                      <a:pt x="7" y="1"/>
                    </a:cubicBezTo>
                    <a:cubicBezTo>
                      <a:pt x="7" y="2"/>
                      <a:pt x="5" y="4"/>
                      <a:pt x="4" y="5"/>
                    </a:cubicBezTo>
                    <a:cubicBezTo>
                      <a:pt x="5" y="4"/>
                      <a:pt x="4" y="5"/>
                      <a:pt x="4" y="4"/>
                    </a:cubicBezTo>
                    <a:cubicBezTo>
                      <a:pt x="5" y="3"/>
                      <a:pt x="6" y="2"/>
                      <a:pt x="7" y="1"/>
                    </a:cubicBezTo>
                    <a:cubicBezTo>
                      <a:pt x="7" y="0"/>
                      <a:pt x="5" y="3"/>
                      <a:pt x="6" y="1"/>
                    </a:cubicBezTo>
                    <a:cubicBezTo>
                      <a:pt x="6" y="0"/>
                      <a:pt x="5" y="0"/>
                      <a:pt x="4" y="2"/>
                    </a:cubicBezTo>
                    <a:cubicBezTo>
                      <a:pt x="5" y="1"/>
                      <a:pt x="5" y="1"/>
                      <a:pt x="5" y="0"/>
                    </a:cubicBezTo>
                    <a:cubicBezTo>
                      <a:pt x="5" y="0"/>
                      <a:pt x="5" y="0"/>
                      <a:pt x="4" y="1"/>
                    </a:cubicBezTo>
                    <a:cubicBezTo>
                      <a:pt x="4" y="1"/>
                      <a:pt x="4" y="1"/>
                      <a:pt x="4" y="1"/>
                    </a:cubicBezTo>
                    <a:cubicBezTo>
                      <a:pt x="3" y="2"/>
                      <a:pt x="3" y="2"/>
                      <a:pt x="2" y="4"/>
                    </a:cubicBezTo>
                    <a:cubicBezTo>
                      <a:pt x="2" y="3"/>
                      <a:pt x="3" y="3"/>
                      <a:pt x="3" y="3"/>
                    </a:cubicBezTo>
                    <a:cubicBezTo>
                      <a:pt x="2" y="4"/>
                      <a:pt x="1" y="5"/>
                      <a:pt x="2" y="3"/>
                    </a:cubicBezTo>
                    <a:cubicBezTo>
                      <a:pt x="2" y="2"/>
                      <a:pt x="3" y="2"/>
                      <a:pt x="4" y="1"/>
                    </a:cubicBezTo>
                    <a:cubicBezTo>
                      <a:pt x="1" y="3"/>
                      <a:pt x="1" y="3"/>
                      <a:pt x="1" y="3"/>
                    </a:cubicBezTo>
                    <a:cubicBezTo>
                      <a:pt x="2" y="2"/>
                      <a:pt x="1" y="3"/>
                      <a:pt x="0" y="5"/>
                    </a:cubicBezTo>
                    <a:cubicBezTo>
                      <a:pt x="1" y="4"/>
                      <a:pt x="1" y="4"/>
                      <a:pt x="1" y="4"/>
                    </a:cubicBezTo>
                    <a:cubicBezTo>
                      <a:pt x="0" y="5"/>
                      <a:pt x="0" y="5"/>
                      <a:pt x="0" y="5"/>
                    </a:cubicBezTo>
                    <a:cubicBezTo>
                      <a:pt x="1" y="5"/>
                      <a:pt x="0" y="6"/>
                      <a:pt x="2" y="6"/>
                    </a:cubicBezTo>
                    <a:cubicBezTo>
                      <a:pt x="2" y="4"/>
                      <a:pt x="2" y="4"/>
                      <a:pt x="2" y="4"/>
                    </a:cubicBezTo>
                    <a:cubicBezTo>
                      <a:pt x="3" y="4"/>
                      <a:pt x="4" y="3"/>
                      <a:pt x="3" y="4"/>
                    </a:cubicBezTo>
                    <a:cubicBezTo>
                      <a:pt x="2" y="6"/>
                      <a:pt x="2" y="6"/>
                      <a:pt x="2" y="6"/>
                    </a:cubicBezTo>
                    <a:cubicBezTo>
                      <a:pt x="2" y="6"/>
                      <a:pt x="3" y="6"/>
                      <a:pt x="3" y="6"/>
                    </a:cubicBezTo>
                    <a:cubicBezTo>
                      <a:pt x="1" y="8"/>
                      <a:pt x="1" y="8"/>
                      <a:pt x="1" y="8"/>
                    </a:cubicBezTo>
                    <a:cubicBezTo>
                      <a:pt x="3" y="5"/>
                      <a:pt x="3" y="7"/>
                      <a:pt x="3" y="7"/>
                    </a:cubicBezTo>
                    <a:cubicBezTo>
                      <a:pt x="3" y="7"/>
                      <a:pt x="3" y="7"/>
                      <a:pt x="3" y="7"/>
                    </a:cubicBezTo>
                    <a:cubicBezTo>
                      <a:pt x="2" y="9"/>
                      <a:pt x="3" y="6"/>
                      <a:pt x="4" y="6"/>
                    </a:cubicBezTo>
                    <a:cubicBezTo>
                      <a:pt x="4" y="7"/>
                      <a:pt x="2" y="9"/>
                      <a:pt x="2" y="10"/>
                    </a:cubicBezTo>
                    <a:cubicBezTo>
                      <a:pt x="2" y="10"/>
                      <a:pt x="4" y="9"/>
                      <a:pt x="3" y="11"/>
                    </a:cubicBezTo>
                    <a:cubicBezTo>
                      <a:pt x="4" y="10"/>
                      <a:pt x="5" y="10"/>
                      <a:pt x="6" y="9"/>
                    </a:cubicBezTo>
                    <a:cubicBezTo>
                      <a:pt x="6" y="9"/>
                      <a:pt x="4" y="11"/>
                      <a:pt x="5" y="11"/>
                    </a:cubicBezTo>
                    <a:cubicBezTo>
                      <a:pt x="5" y="11"/>
                      <a:pt x="4" y="12"/>
                      <a:pt x="4" y="13"/>
                    </a:cubicBezTo>
                    <a:cubicBezTo>
                      <a:pt x="5" y="12"/>
                      <a:pt x="4" y="13"/>
                      <a:pt x="5" y="11"/>
                    </a:cubicBezTo>
                    <a:cubicBezTo>
                      <a:pt x="6" y="12"/>
                      <a:pt x="6" y="13"/>
                      <a:pt x="7" y="12"/>
                    </a:cubicBezTo>
                    <a:cubicBezTo>
                      <a:pt x="7" y="12"/>
                      <a:pt x="6" y="14"/>
                      <a:pt x="5" y="15"/>
                    </a:cubicBezTo>
                    <a:cubicBezTo>
                      <a:pt x="6" y="13"/>
                      <a:pt x="7" y="13"/>
                      <a:pt x="8" y="14"/>
                    </a:cubicBezTo>
                    <a:cubicBezTo>
                      <a:pt x="9" y="12"/>
                      <a:pt x="8" y="12"/>
                      <a:pt x="9" y="11"/>
                    </a:cubicBezTo>
                    <a:cubicBezTo>
                      <a:pt x="10" y="10"/>
                      <a:pt x="10" y="10"/>
                      <a:pt x="10" y="10"/>
                    </a:cubicBezTo>
                    <a:cubicBezTo>
                      <a:pt x="9" y="11"/>
                      <a:pt x="8" y="14"/>
                      <a:pt x="8" y="14"/>
                    </a:cubicBezTo>
                    <a:cubicBezTo>
                      <a:pt x="6" y="16"/>
                      <a:pt x="8" y="13"/>
                      <a:pt x="6" y="16"/>
                    </a:cubicBezTo>
                    <a:cubicBezTo>
                      <a:pt x="5" y="18"/>
                      <a:pt x="4" y="17"/>
                      <a:pt x="5" y="16"/>
                    </a:cubicBezTo>
                    <a:cubicBezTo>
                      <a:pt x="3" y="18"/>
                      <a:pt x="5" y="17"/>
                      <a:pt x="3" y="19"/>
                    </a:cubicBezTo>
                    <a:cubicBezTo>
                      <a:pt x="4" y="19"/>
                      <a:pt x="5" y="18"/>
                      <a:pt x="5" y="18"/>
                    </a:cubicBezTo>
                    <a:cubicBezTo>
                      <a:pt x="6" y="17"/>
                      <a:pt x="6" y="16"/>
                      <a:pt x="7" y="16"/>
                    </a:cubicBezTo>
                    <a:cubicBezTo>
                      <a:pt x="8" y="14"/>
                      <a:pt x="6" y="17"/>
                      <a:pt x="6" y="18"/>
                    </a:cubicBezTo>
                    <a:cubicBezTo>
                      <a:pt x="6" y="18"/>
                      <a:pt x="6" y="18"/>
                      <a:pt x="6" y="18"/>
                    </a:cubicBezTo>
                    <a:cubicBezTo>
                      <a:pt x="6" y="19"/>
                      <a:pt x="7" y="18"/>
                      <a:pt x="7" y="18"/>
                    </a:cubicBezTo>
                    <a:cubicBezTo>
                      <a:pt x="5" y="21"/>
                      <a:pt x="6" y="18"/>
                      <a:pt x="5" y="20"/>
                    </a:cubicBezTo>
                    <a:cubicBezTo>
                      <a:pt x="4" y="22"/>
                      <a:pt x="4" y="22"/>
                      <a:pt x="4" y="22"/>
                    </a:cubicBezTo>
                    <a:cubicBezTo>
                      <a:pt x="4" y="22"/>
                      <a:pt x="6" y="19"/>
                      <a:pt x="6" y="20"/>
                    </a:cubicBezTo>
                    <a:cubicBezTo>
                      <a:pt x="5" y="21"/>
                      <a:pt x="5" y="21"/>
                      <a:pt x="5" y="21"/>
                    </a:cubicBezTo>
                    <a:cubicBezTo>
                      <a:pt x="6" y="21"/>
                      <a:pt x="6" y="21"/>
                      <a:pt x="6" y="21"/>
                    </a:cubicBezTo>
                    <a:cubicBezTo>
                      <a:pt x="6" y="20"/>
                      <a:pt x="7" y="18"/>
                      <a:pt x="7" y="18"/>
                    </a:cubicBezTo>
                    <a:cubicBezTo>
                      <a:pt x="9" y="16"/>
                      <a:pt x="7" y="18"/>
                      <a:pt x="8" y="18"/>
                    </a:cubicBezTo>
                    <a:cubicBezTo>
                      <a:pt x="9" y="16"/>
                      <a:pt x="8" y="18"/>
                      <a:pt x="9" y="16"/>
                    </a:cubicBezTo>
                    <a:cubicBezTo>
                      <a:pt x="9" y="15"/>
                      <a:pt x="10" y="15"/>
                      <a:pt x="10" y="15"/>
                    </a:cubicBezTo>
                    <a:cubicBezTo>
                      <a:pt x="10" y="15"/>
                      <a:pt x="9" y="17"/>
                      <a:pt x="9" y="18"/>
                    </a:cubicBezTo>
                    <a:cubicBezTo>
                      <a:pt x="9" y="18"/>
                      <a:pt x="8" y="18"/>
                      <a:pt x="9" y="17"/>
                    </a:cubicBezTo>
                    <a:cubicBezTo>
                      <a:pt x="7" y="19"/>
                      <a:pt x="7" y="21"/>
                      <a:pt x="6" y="21"/>
                    </a:cubicBezTo>
                    <a:cubicBezTo>
                      <a:pt x="6" y="23"/>
                      <a:pt x="7" y="20"/>
                      <a:pt x="8" y="20"/>
                    </a:cubicBezTo>
                    <a:cubicBezTo>
                      <a:pt x="7" y="21"/>
                      <a:pt x="8" y="19"/>
                      <a:pt x="9" y="18"/>
                    </a:cubicBezTo>
                    <a:cubicBezTo>
                      <a:pt x="12" y="14"/>
                      <a:pt x="7" y="21"/>
                      <a:pt x="8" y="21"/>
                    </a:cubicBezTo>
                    <a:cubicBezTo>
                      <a:pt x="10" y="18"/>
                      <a:pt x="11" y="18"/>
                      <a:pt x="12" y="15"/>
                    </a:cubicBezTo>
                    <a:cubicBezTo>
                      <a:pt x="13" y="14"/>
                      <a:pt x="13" y="14"/>
                      <a:pt x="13" y="14"/>
                    </a:cubicBezTo>
                    <a:cubicBezTo>
                      <a:pt x="12" y="16"/>
                      <a:pt x="13" y="16"/>
                      <a:pt x="11" y="17"/>
                    </a:cubicBezTo>
                    <a:cubicBezTo>
                      <a:pt x="12" y="17"/>
                      <a:pt x="12" y="17"/>
                      <a:pt x="12" y="17"/>
                    </a:cubicBezTo>
                    <a:cubicBezTo>
                      <a:pt x="10" y="19"/>
                      <a:pt x="10" y="19"/>
                      <a:pt x="10" y="19"/>
                    </a:cubicBezTo>
                    <a:cubicBezTo>
                      <a:pt x="10" y="21"/>
                      <a:pt x="9" y="22"/>
                      <a:pt x="9" y="23"/>
                    </a:cubicBezTo>
                    <a:cubicBezTo>
                      <a:pt x="10" y="22"/>
                      <a:pt x="10" y="21"/>
                      <a:pt x="10" y="21"/>
                    </a:cubicBezTo>
                    <a:cubicBezTo>
                      <a:pt x="10" y="22"/>
                      <a:pt x="9" y="23"/>
                      <a:pt x="10" y="23"/>
                    </a:cubicBezTo>
                    <a:cubicBezTo>
                      <a:pt x="10" y="22"/>
                      <a:pt x="11" y="20"/>
                      <a:pt x="11" y="20"/>
                    </a:cubicBezTo>
                    <a:cubicBezTo>
                      <a:pt x="12" y="20"/>
                      <a:pt x="11" y="22"/>
                      <a:pt x="11" y="22"/>
                    </a:cubicBezTo>
                    <a:cubicBezTo>
                      <a:pt x="10" y="24"/>
                      <a:pt x="10" y="24"/>
                      <a:pt x="10" y="24"/>
                    </a:cubicBezTo>
                    <a:cubicBezTo>
                      <a:pt x="11" y="23"/>
                      <a:pt x="9" y="24"/>
                      <a:pt x="10" y="24"/>
                    </a:cubicBezTo>
                    <a:cubicBezTo>
                      <a:pt x="12" y="20"/>
                      <a:pt x="12" y="20"/>
                      <a:pt x="12" y="20"/>
                    </a:cubicBezTo>
                    <a:cubicBezTo>
                      <a:pt x="13" y="20"/>
                      <a:pt x="12" y="21"/>
                      <a:pt x="12" y="21"/>
                    </a:cubicBezTo>
                    <a:cubicBezTo>
                      <a:pt x="11" y="22"/>
                      <a:pt x="11" y="22"/>
                      <a:pt x="11" y="22"/>
                    </a:cubicBezTo>
                    <a:cubicBezTo>
                      <a:pt x="12" y="22"/>
                      <a:pt x="10" y="25"/>
                      <a:pt x="11" y="25"/>
                    </a:cubicBezTo>
                    <a:cubicBezTo>
                      <a:pt x="12" y="23"/>
                      <a:pt x="12" y="23"/>
                      <a:pt x="12" y="23"/>
                    </a:cubicBezTo>
                    <a:cubicBezTo>
                      <a:pt x="11" y="25"/>
                      <a:pt x="11" y="25"/>
                      <a:pt x="11" y="25"/>
                    </a:cubicBezTo>
                    <a:cubicBezTo>
                      <a:pt x="11" y="24"/>
                      <a:pt x="12" y="24"/>
                      <a:pt x="12" y="24"/>
                    </a:cubicBezTo>
                    <a:cubicBezTo>
                      <a:pt x="11" y="25"/>
                      <a:pt x="11" y="25"/>
                      <a:pt x="11" y="25"/>
                    </a:cubicBezTo>
                    <a:cubicBezTo>
                      <a:pt x="12" y="24"/>
                      <a:pt x="13" y="22"/>
                      <a:pt x="12" y="24"/>
                    </a:cubicBezTo>
                    <a:cubicBezTo>
                      <a:pt x="14" y="22"/>
                      <a:pt x="12" y="24"/>
                      <a:pt x="13" y="23"/>
                    </a:cubicBezTo>
                    <a:cubicBezTo>
                      <a:pt x="13" y="21"/>
                      <a:pt x="14" y="21"/>
                      <a:pt x="14" y="21"/>
                    </a:cubicBezTo>
                    <a:cubicBezTo>
                      <a:pt x="13" y="24"/>
                      <a:pt x="14" y="22"/>
                      <a:pt x="14" y="22"/>
                    </a:cubicBezTo>
                    <a:cubicBezTo>
                      <a:pt x="14" y="23"/>
                      <a:pt x="14" y="23"/>
                      <a:pt x="14" y="24"/>
                    </a:cubicBezTo>
                    <a:cubicBezTo>
                      <a:pt x="15" y="22"/>
                      <a:pt x="15" y="22"/>
                      <a:pt x="15" y="22"/>
                    </a:cubicBezTo>
                    <a:cubicBezTo>
                      <a:pt x="13" y="25"/>
                      <a:pt x="15" y="22"/>
                      <a:pt x="15" y="23"/>
                    </a:cubicBezTo>
                    <a:cubicBezTo>
                      <a:pt x="14" y="24"/>
                      <a:pt x="14" y="25"/>
                      <a:pt x="14" y="25"/>
                    </a:cubicBezTo>
                    <a:cubicBezTo>
                      <a:pt x="15" y="23"/>
                      <a:pt x="16" y="23"/>
                      <a:pt x="16" y="21"/>
                    </a:cubicBezTo>
                    <a:cubicBezTo>
                      <a:pt x="16" y="22"/>
                      <a:pt x="15" y="24"/>
                      <a:pt x="14" y="26"/>
                    </a:cubicBezTo>
                    <a:cubicBezTo>
                      <a:pt x="15" y="24"/>
                      <a:pt x="14" y="27"/>
                      <a:pt x="15" y="25"/>
                    </a:cubicBezTo>
                    <a:cubicBezTo>
                      <a:pt x="15" y="24"/>
                      <a:pt x="16" y="23"/>
                      <a:pt x="17" y="22"/>
                    </a:cubicBezTo>
                    <a:cubicBezTo>
                      <a:pt x="17" y="23"/>
                      <a:pt x="16" y="23"/>
                      <a:pt x="16" y="24"/>
                    </a:cubicBezTo>
                    <a:cubicBezTo>
                      <a:pt x="16" y="24"/>
                      <a:pt x="17" y="23"/>
                      <a:pt x="17" y="22"/>
                    </a:cubicBezTo>
                    <a:cubicBezTo>
                      <a:pt x="17" y="22"/>
                      <a:pt x="19" y="20"/>
                      <a:pt x="18" y="22"/>
                    </a:cubicBezTo>
                    <a:cubicBezTo>
                      <a:pt x="18" y="23"/>
                      <a:pt x="17" y="22"/>
                      <a:pt x="17" y="23"/>
                    </a:cubicBezTo>
                    <a:cubicBezTo>
                      <a:pt x="17" y="24"/>
                      <a:pt x="19" y="20"/>
                      <a:pt x="20" y="20"/>
                    </a:cubicBezTo>
                    <a:cubicBezTo>
                      <a:pt x="20" y="19"/>
                      <a:pt x="22" y="16"/>
                      <a:pt x="22" y="15"/>
                    </a:cubicBezTo>
                    <a:cubicBezTo>
                      <a:pt x="23" y="16"/>
                      <a:pt x="22" y="16"/>
                      <a:pt x="21" y="18"/>
                    </a:cubicBezTo>
                    <a:cubicBezTo>
                      <a:pt x="21" y="18"/>
                      <a:pt x="21" y="18"/>
                      <a:pt x="21" y="18"/>
                    </a:cubicBezTo>
                    <a:cubicBezTo>
                      <a:pt x="20" y="21"/>
                      <a:pt x="18" y="22"/>
                      <a:pt x="18" y="24"/>
                    </a:cubicBezTo>
                    <a:cubicBezTo>
                      <a:pt x="18" y="23"/>
                      <a:pt x="18" y="23"/>
                      <a:pt x="18" y="23"/>
                    </a:cubicBezTo>
                    <a:cubicBezTo>
                      <a:pt x="17" y="26"/>
                      <a:pt x="17" y="26"/>
                      <a:pt x="17" y="26"/>
                    </a:cubicBezTo>
                    <a:cubicBezTo>
                      <a:pt x="18" y="24"/>
                      <a:pt x="18" y="26"/>
                      <a:pt x="18" y="26"/>
                    </a:cubicBezTo>
                    <a:cubicBezTo>
                      <a:pt x="19" y="24"/>
                      <a:pt x="17" y="26"/>
                      <a:pt x="18" y="25"/>
                    </a:cubicBezTo>
                    <a:cubicBezTo>
                      <a:pt x="19" y="25"/>
                      <a:pt x="20" y="22"/>
                      <a:pt x="20" y="23"/>
                    </a:cubicBezTo>
                    <a:cubicBezTo>
                      <a:pt x="18" y="26"/>
                      <a:pt x="18" y="26"/>
                      <a:pt x="18" y="26"/>
                    </a:cubicBezTo>
                    <a:cubicBezTo>
                      <a:pt x="18" y="27"/>
                      <a:pt x="19" y="24"/>
                      <a:pt x="19" y="25"/>
                    </a:cubicBezTo>
                    <a:cubicBezTo>
                      <a:pt x="19" y="26"/>
                      <a:pt x="19" y="26"/>
                      <a:pt x="19" y="26"/>
                    </a:cubicBezTo>
                    <a:cubicBezTo>
                      <a:pt x="19" y="27"/>
                      <a:pt x="21" y="28"/>
                      <a:pt x="23" y="24"/>
                    </a:cubicBezTo>
                    <a:cubicBezTo>
                      <a:pt x="23" y="26"/>
                      <a:pt x="23" y="26"/>
                      <a:pt x="23" y="27"/>
                    </a:cubicBezTo>
                    <a:cubicBezTo>
                      <a:pt x="23" y="27"/>
                      <a:pt x="24" y="26"/>
                      <a:pt x="24" y="26"/>
                    </a:cubicBezTo>
                    <a:cubicBezTo>
                      <a:pt x="23" y="28"/>
                      <a:pt x="23" y="28"/>
                      <a:pt x="23" y="28"/>
                    </a:cubicBezTo>
                    <a:cubicBezTo>
                      <a:pt x="23" y="29"/>
                      <a:pt x="24" y="27"/>
                      <a:pt x="25" y="26"/>
                    </a:cubicBezTo>
                    <a:cubicBezTo>
                      <a:pt x="25" y="28"/>
                      <a:pt x="25" y="28"/>
                      <a:pt x="25" y="28"/>
                    </a:cubicBezTo>
                    <a:cubicBezTo>
                      <a:pt x="24" y="29"/>
                      <a:pt x="25" y="27"/>
                      <a:pt x="26" y="26"/>
                    </a:cubicBezTo>
                    <a:cubicBezTo>
                      <a:pt x="25" y="28"/>
                      <a:pt x="25" y="28"/>
                      <a:pt x="25" y="28"/>
                    </a:cubicBezTo>
                    <a:cubicBezTo>
                      <a:pt x="26" y="27"/>
                      <a:pt x="26" y="27"/>
                      <a:pt x="26" y="27"/>
                    </a:cubicBezTo>
                    <a:cubicBezTo>
                      <a:pt x="26" y="26"/>
                      <a:pt x="27" y="26"/>
                      <a:pt x="26" y="28"/>
                    </a:cubicBezTo>
                    <a:cubicBezTo>
                      <a:pt x="26" y="27"/>
                      <a:pt x="26" y="27"/>
                      <a:pt x="26" y="27"/>
                    </a:cubicBezTo>
                    <a:cubicBezTo>
                      <a:pt x="26" y="28"/>
                      <a:pt x="27" y="29"/>
                      <a:pt x="27" y="28"/>
                    </a:cubicBezTo>
                    <a:cubicBezTo>
                      <a:pt x="28" y="28"/>
                      <a:pt x="28" y="27"/>
                      <a:pt x="28" y="26"/>
                    </a:cubicBezTo>
                    <a:cubicBezTo>
                      <a:pt x="29" y="24"/>
                      <a:pt x="28" y="26"/>
                      <a:pt x="29" y="25"/>
                    </a:cubicBezTo>
                    <a:cubicBezTo>
                      <a:pt x="28" y="27"/>
                      <a:pt x="28" y="27"/>
                      <a:pt x="28" y="27"/>
                    </a:cubicBezTo>
                    <a:cubicBezTo>
                      <a:pt x="27" y="30"/>
                      <a:pt x="29" y="28"/>
                      <a:pt x="30" y="29"/>
                    </a:cubicBezTo>
                    <a:cubicBezTo>
                      <a:pt x="31" y="28"/>
                      <a:pt x="31" y="28"/>
                      <a:pt x="31" y="28"/>
                    </a:cubicBezTo>
                    <a:cubicBezTo>
                      <a:pt x="30" y="30"/>
                      <a:pt x="32" y="28"/>
                      <a:pt x="32" y="30"/>
                    </a:cubicBezTo>
                    <a:cubicBezTo>
                      <a:pt x="32" y="29"/>
                      <a:pt x="33" y="26"/>
                      <a:pt x="34" y="26"/>
                    </a:cubicBezTo>
                    <a:cubicBezTo>
                      <a:pt x="35" y="25"/>
                      <a:pt x="33" y="29"/>
                      <a:pt x="32" y="30"/>
                    </a:cubicBezTo>
                    <a:cubicBezTo>
                      <a:pt x="33" y="29"/>
                      <a:pt x="33" y="29"/>
                      <a:pt x="33" y="29"/>
                    </a:cubicBezTo>
                    <a:cubicBezTo>
                      <a:pt x="33" y="30"/>
                      <a:pt x="33" y="30"/>
                      <a:pt x="33" y="30"/>
                    </a:cubicBezTo>
                    <a:cubicBezTo>
                      <a:pt x="34" y="29"/>
                      <a:pt x="34" y="28"/>
                      <a:pt x="34" y="29"/>
                    </a:cubicBezTo>
                    <a:cubicBezTo>
                      <a:pt x="34" y="29"/>
                      <a:pt x="34" y="29"/>
                      <a:pt x="34" y="29"/>
                    </a:cubicBezTo>
                    <a:cubicBezTo>
                      <a:pt x="34" y="30"/>
                      <a:pt x="34" y="31"/>
                      <a:pt x="34" y="31"/>
                    </a:cubicBezTo>
                    <a:cubicBezTo>
                      <a:pt x="35" y="29"/>
                      <a:pt x="35" y="30"/>
                      <a:pt x="36" y="29"/>
                    </a:cubicBezTo>
                    <a:cubicBezTo>
                      <a:pt x="35" y="30"/>
                      <a:pt x="35" y="30"/>
                      <a:pt x="35" y="30"/>
                    </a:cubicBezTo>
                    <a:cubicBezTo>
                      <a:pt x="36" y="28"/>
                      <a:pt x="36" y="28"/>
                      <a:pt x="36" y="28"/>
                    </a:cubicBezTo>
                    <a:cubicBezTo>
                      <a:pt x="36" y="29"/>
                      <a:pt x="36" y="29"/>
                      <a:pt x="36" y="29"/>
                    </a:cubicBezTo>
                    <a:cubicBezTo>
                      <a:pt x="35" y="31"/>
                      <a:pt x="35" y="31"/>
                      <a:pt x="35" y="31"/>
                    </a:cubicBezTo>
                    <a:cubicBezTo>
                      <a:pt x="35" y="32"/>
                      <a:pt x="36" y="29"/>
                      <a:pt x="36" y="29"/>
                    </a:cubicBezTo>
                    <a:cubicBezTo>
                      <a:pt x="37" y="28"/>
                      <a:pt x="37" y="29"/>
                      <a:pt x="36" y="30"/>
                    </a:cubicBezTo>
                    <a:cubicBezTo>
                      <a:pt x="36" y="30"/>
                      <a:pt x="36" y="29"/>
                      <a:pt x="36" y="30"/>
                    </a:cubicBezTo>
                    <a:cubicBezTo>
                      <a:pt x="35" y="31"/>
                      <a:pt x="36" y="30"/>
                      <a:pt x="36" y="31"/>
                    </a:cubicBezTo>
                    <a:cubicBezTo>
                      <a:pt x="36" y="31"/>
                      <a:pt x="37" y="29"/>
                      <a:pt x="37" y="30"/>
                    </a:cubicBezTo>
                    <a:cubicBezTo>
                      <a:pt x="37" y="30"/>
                      <a:pt x="37" y="30"/>
                      <a:pt x="37" y="31"/>
                    </a:cubicBezTo>
                    <a:cubicBezTo>
                      <a:pt x="37" y="30"/>
                      <a:pt x="37" y="31"/>
                      <a:pt x="38" y="30"/>
                    </a:cubicBezTo>
                    <a:cubicBezTo>
                      <a:pt x="38" y="30"/>
                      <a:pt x="38" y="29"/>
                      <a:pt x="38" y="28"/>
                    </a:cubicBezTo>
                    <a:cubicBezTo>
                      <a:pt x="38" y="28"/>
                      <a:pt x="39" y="28"/>
                      <a:pt x="38" y="28"/>
                    </a:cubicBezTo>
                    <a:cubicBezTo>
                      <a:pt x="38" y="29"/>
                      <a:pt x="38" y="29"/>
                      <a:pt x="38" y="29"/>
                    </a:cubicBezTo>
                    <a:cubicBezTo>
                      <a:pt x="38" y="28"/>
                      <a:pt x="38" y="29"/>
                      <a:pt x="39" y="28"/>
                    </a:cubicBezTo>
                    <a:cubicBezTo>
                      <a:pt x="38" y="30"/>
                      <a:pt x="38" y="30"/>
                      <a:pt x="38" y="30"/>
                    </a:cubicBezTo>
                    <a:cubicBezTo>
                      <a:pt x="39" y="29"/>
                      <a:pt x="39" y="29"/>
                      <a:pt x="39" y="29"/>
                    </a:cubicBezTo>
                    <a:cubicBezTo>
                      <a:pt x="39" y="30"/>
                      <a:pt x="38" y="32"/>
                      <a:pt x="38" y="32"/>
                    </a:cubicBezTo>
                    <a:cubicBezTo>
                      <a:pt x="39" y="31"/>
                      <a:pt x="39" y="31"/>
                      <a:pt x="39" y="31"/>
                    </a:cubicBezTo>
                    <a:cubicBezTo>
                      <a:pt x="39" y="31"/>
                      <a:pt x="39" y="31"/>
                      <a:pt x="39" y="32"/>
                    </a:cubicBezTo>
                    <a:cubicBezTo>
                      <a:pt x="39" y="33"/>
                      <a:pt x="41" y="28"/>
                      <a:pt x="41" y="30"/>
                    </a:cubicBezTo>
                    <a:cubicBezTo>
                      <a:pt x="40" y="31"/>
                      <a:pt x="40" y="32"/>
                      <a:pt x="40" y="32"/>
                    </a:cubicBezTo>
                    <a:cubicBezTo>
                      <a:pt x="40" y="32"/>
                      <a:pt x="41" y="31"/>
                      <a:pt x="41" y="31"/>
                    </a:cubicBezTo>
                    <a:cubicBezTo>
                      <a:pt x="41" y="31"/>
                      <a:pt x="40" y="33"/>
                      <a:pt x="40" y="31"/>
                    </a:cubicBezTo>
                    <a:cubicBezTo>
                      <a:pt x="41" y="30"/>
                      <a:pt x="41" y="31"/>
                      <a:pt x="41" y="30"/>
                    </a:cubicBezTo>
                    <a:cubicBezTo>
                      <a:pt x="40" y="35"/>
                      <a:pt x="42" y="32"/>
                      <a:pt x="42" y="34"/>
                    </a:cubicBezTo>
                    <a:cubicBezTo>
                      <a:pt x="43" y="32"/>
                      <a:pt x="43" y="34"/>
                      <a:pt x="43" y="33"/>
                    </a:cubicBezTo>
                    <a:cubicBezTo>
                      <a:pt x="42" y="35"/>
                      <a:pt x="44" y="33"/>
                      <a:pt x="43" y="34"/>
                    </a:cubicBezTo>
                    <a:cubicBezTo>
                      <a:pt x="44" y="32"/>
                      <a:pt x="44" y="32"/>
                      <a:pt x="44" y="32"/>
                    </a:cubicBezTo>
                    <a:cubicBezTo>
                      <a:pt x="44" y="33"/>
                      <a:pt x="46" y="29"/>
                      <a:pt x="45" y="31"/>
                    </a:cubicBezTo>
                    <a:cubicBezTo>
                      <a:pt x="45" y="32"/>
                      <a:pt x="45" y="33"/>
                      <a:pt x="44" y="33"/>
                    </a:cubicBezTo>
                    <a:cubicBezTo>
                      <a:pt x="44" y="36"/>
                      <a:pt x="46" y="32"/>
                      <a:pt x="45" y="35"/>
                    </a:cubicBezTo>
                    <a:cubicBezTo>
                      <a:pt x="46" y="34"/>
                      <a:pt x="46" y="32"/>
                      <a:pt x="47" y="31"/>
                    </a:cubicBezTo>
                    <a:cubicBezTo>
                      <a:pt x="47" y="33"/>
                      <a:pt x="47" y="34"/>
                      <a:pt x="46" y="34"/>
                    </a:cubicBezTo>
                    <a:cubicBezTo>
                      <a:pt x="47" y="34"/>
                      <a:pt x="47" y="33"/>
                      <a:pt x="47" y="34"/>
                    </a:cubicBezTo>
                    <a:cubicBezTo>
                      <a:pt x="47" y="35"/>
                      <a:pt x="47" y="35"/>
                      <a:pt x="46" y="35"/>
                    </a:cubicBezTo>
                    <a:cubicBezTo>
                      <a:pt x="46" y="36"/>
                      <a:pt x="47" y="35"/>
                      <a:pt x="48" y="34"/>
                    </a:cubicBezTo>
                    <a:cubicBezTo>
                      <a:pt x="47" y="36"/>
                      <a:pt x="48" y="35"/>
                      <a:pt x="48" y="37"/>
                    </a:cubicBezTo>
                    <a:cubicBezTo>
                      <a:pt x="49" y="35"/>
                      <a:pt x="48" y="38"/>
                      <a:pt x="49" y="35"/>
                    </a:cubicBezTo>
                    <a:cubicBezTo>
                      <a:pt x="49" y="36"/>
                      <a:pt x="49" y="36"/>
                      <a:pt x="49" y="36"/>
                    </a:cubicBezTo>
                    <a:cubicBezTo>
                      <a:pt x="50" y="35"/>
                      <a:pt x="51" y="33"/>
                      <a:pt x="51" y="33"/>
                    </a:cubicBezTo>
                    <a:cubicBezTo>
                      <a:pt x="50" y="35"/>
                      <a:pt x="50" y="35"/>
                      <a:pt x="50" y="35"/>
                    </a:cubicBezTo>
                    <a:cubicBezTo>
                      <a:pt x="49" y="37"/>
                      <a:pt x="50" y="36"/>
                      <a:pt x="50" y="37"/>
                    </a:cubicBezTo>
                    <a:cubicBezTo>
                      <a:pt x="50" y="35"/>
                      <a:pt x="50" y="37"/>
                      <a:pt x="51" y="36"/>
                    </a:cubicBezTo>
                    <a:cubicBezTo>
                      <a:pt x="51" y="35"/>
                      <a:pt x="51" y="35"/>
                      <a:pt x="51" y="35"/>
                    </a:cubicBezTo>
                    <a:cubicBezTo>
                      <a:pt x="52" y="35"/>
                      <a:pt x="52" y="34"/>
                      <a:pt x="52" y="34"/>
                    </a:cubicBezTo>
                    <a:cubicBezTo>
                      <a:pt x="52" y="34"/>
                      <a:pt x="51" y="36"/>
                      <a:pt x="51" y="36"/>
                    </a:cubicBezTo>
                    <a:cubicBezTo>
                      <a:pt x="51" y="37"/>
                      <a:pt x="51" y="37"/>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7"/>
                      <a:pt x="52" y="37"/>
                      <a:pt x="52" y="37"/>
                    </a:cubicBezTo>
                    <a:cubicBezTo>
                      <a:pt x="52" y="37"/>
                      <a:pt x="52" y="37"/>
                      <a:pt x="52" y="37"/>
                    </a:cubicBezTo>
                    <a:cubicBezTo>
                      <a:pt x="52" y="37"/>
                      <a:pt x="52" y="37"/>
                      <a:pt x="52" y="37"/>
                    </a:cubicBezTo>
                    <a:cubicBezTo>
                      <a:pt x="51" y="39"/>
                      <a:pt x="51" y="39"/>
                      <a:pt x="51" y="39"/>
                    </a:cubicBezTo>
                    <a:cubicBezTo>
                      <a:pt x="51" y="39"/>
                      <a:pt x="52" y="37"/>
                      <a:pt x="53" y="37"/>
                    </a:cubicBezTo>
                    <a:cubicBezTo>
                      <a:pt x="53" y="38"/>
                      <a:pt x="54" y="37"/>
                      <a:pt x="55" y="37"/>
                    </a:cubicBezTo>
                    <a:cubicBezTo>
                      <a:pt x="55" y="37"/>
                      <a:pt x="54" y="38"/>
                      <a:pt x="55" y="37"/>
                    </a:cubicBezTo>
                    <a:cubicBezTo>
                      <a:pt x="55" y="37"/>
                      <a:pt x="56" y="36"/>
                      <a:pt x="55" y="37"/>
                    </a:cubicBezTo>
                    <a:cubicBezTo>
                      <a:pt x="56" y="36"/>
                      <a:pt x="55" y="38"/>
                      <a:pt x="55" y="38"/>
                    </a:cubicBezTo>
                    <a:cubicBezTo>
                      <a:pt x="55" y="38"/>
                      <a:pt x="56" y="37"/>
                      <a:pt x="56" y="37"/>
                    </a:cubicBezTo>
                    <a:cubicBezTo>
                      <a:pt x="55" y="39"/>
                      <a:pt x="58" y="36"/>
                      <a:pt x="57" y="38"/>
                    </a:cubicBezTo>
                    <a:cubicBezTo>
                      <a:pt x="58" y="37"/>
                      <a:pt x="57" y="38"/>
                      <a:pt x="57" y="39"/>
                    </a:cubicBezTo>
                    <a:cubicBezTo>
                      <a:pt x="57" y="38"/>
                      <a:pt x="58" y="38"/>
                      <a:pt x="59" y="36"/>
                    </a:cubicBezTo>
                    <a:cubicBezTo>
                      <a:pt x="58" y="38"/>
                      <a:pt x="58" y="38"/>
                      <a:pt x="58" y="38"/>
                    </a:cubicBezTo>
                    <a:cubicBezTo>
                      <a:pt x="59" y="38"/>
                      <a:pt x="59" y="38"/>
                      <a:pt x="60" y="37"/>
                    </a:cubicBezTo>
                    <a:cubicBezTo>
                      <a:pt x="60" y="36"/>
                      <a:pt x="61" y="35"/>
                      <a:pt x="61" y="35"/>
                    </a:cubicBezTo>
                    <a:cubicBezTo>
                      <a:pt x="61" y="35"/>
                      <a:pt x="61" y="35"/>
                      <a:pt x="61" y="35"/>
                    </a:cubicBezTo>
                    <a:cubicBezTo>
                      <a:pt x="61" y="36"/>
                      <a:pt x="62" y="35"/>
                      <a:pt x="62" y="35"/>
                    </a:cubicBezTo>
                    <a:cubicBezTo>
                      <a:pt x="62" y="36"/>
                      <a:pt x="62" y="35"/>
                      <a:pt x="61" y="36"/>
                    </a:cubicBezTo>
                    <a:cubicBezTo>
                      <a:pt x="60" y="39"/>
                      <a:pt x="61" y="38"/>
                      <a:pt x="61" y="38"/>
                    </a:cubicBezTo>
                    <a:cubicBezTo>
                      <a:pt x="62" y="37"/>
                      <a:pt x="62" y="37"/>
                      <a:pt x="62" y="37"/>
                    </a:cubicBezTo>
                    <a:cubicBezTo>
                      <a:pt x="63" y="36"/>
                      <a:pt x="61" y="38"/>
                      <a:pt x="62" y="38"/>
                    </a:cubicBezTo>
                    <a:cubicBezTo>
                      <a:pt x="64" y="34"/>
                      <a:pt x="64" y="34"/>
                      <a:pt x="64" y="34"/>
                    </a:cubicBezTo>
                    <a:cubicBezTo>
                      <a:pt x="64" y="34"/>
                      <a:pt x="64" y="36"/>
                      <a:pt x="63" y="37"/>
                    </a:cubicBezTo>
                    <a:cubicBezTo>
                      <a:pt x="64" y="37"/>
                      <a:pt x="65" y="34"/>
                      <a:pt x="66" y="33"/>
                    </a:cubicBezTo>
                    <a:cubicBezTo>
                      <a:pt x="66" y="34"/>
                      <a:pt x="67" y="33"/>
                      <a:pt x="67" y="33"/>
                    </a:cubicBezTo>
                    <a:cubicBezTo>
                      <a:pt x="67" y="34"/>
                      <a:pt x="67" y="33"/>
                      <a:pt x="67" y="34"/>
                    </a:cubicBezTo>
                    <a:cubicBezTo>
                      <a:pt x="66" y="35"/>
                      <a:pt x="66" y="35"/>
                      <a:pt x="66" y="35"/>
                    </a:cubicBezTo>
                    <a:cubicBezTo>
                      <a:pt x="66" y="35"/>
                      <a:pt x="65" y="37"/>
                      <a:pt x="65" y="38"/>
                    </a:cubicBezTo>
                    <a:cubicBezTo>
                      <a:pt x="65" y="37"/>
                      <a:pt x="66" y="39"/>
                      <a:pt x="66" y="39"/>
                    </a:cubicBezTo>
                    <a:cubicBezTo>
                      <a:pt x="67" y="36"/>
                      <a:pt x="67" y="38"/>
                      <a:pt x="68" y="36"/>
                    </a:cubicBezTo>
                    <a:cubicBezTo>
                      <a:pt x="69" y="36"/>
                      <a:pt x="67" y="38"/>
                      <a:pt x="67" y="38"/>
                    </a:cubicBezTo>
                    <a:cubicBezTo>
                      <a:pt x="68" y="38"/>
                      <a:pt x="68" y="39"/>
                      <a:pt x="69" y="39"/>
                    </a:cubicBezTo>
                    <a:cubicBezTo>
                      <a:pt x="69" y="39"/>
                      <a:pt x="69" y="39"/>
                      <a:pt x="69" y="39"/>
                    </a:cubicBezTo>
                    <a:cubicBezTo>
                      <a:pt x="69" y="38"/>
                      <a:pt x="70" y="39"/>
                      <a:pt x="71" y="38"/>
                    </a:cubicBezTo>
                    <a:cubicBezTo>
                      <a:pt x="70" y="39"/>
                      <a:pt x="70" y="39"/>
                      <a:pt x="70" y="39"/>
                    </a:cubicBezTo>
                    <a:cubicBezTo>
                      <a:pt x="70" y="40"/>
                      <a:pt x="72" y="36"/>
                      <a:pt x="72" y="37"/>
                    </a:cubicBezTo>
                    <a:cubicBezTo>
                      <a:pt x="71" y="39"/>
                      <a:pt x="71" y="39"/>
                      <a:pt x="71" y="39"/>
                    </a:cubicBezTo>
                    <a:cubicBezTo>
                      <a:pt x="72" y="38"/>
                      <a:pt x="71" y="40"/>
                      <a:pt x="72" y="38"/>
                    </a:cubicBezTo>
                    <a:cubicBezTo>
                      <a:pt x="72" y="39"/>
                      <a:pt x="72" y="39"/>
                      <a:pt x="72" y="39"/>
                    </a:cubicBezTo>
                    <a:cubicBezTo>
                      <a:pt x="72" y="39"/>
                      <a:pt x="73" y="39"/>
                      <a:pt x="74" y="38"/>
                    </a:cubicBezTo>
                    <a:cubicBezTo>
                      <a:pt x="73" y="40"/>
                      <a:pt x="73" y="40"/>
                      <a:pt x="73" y="40"/>
                    </a:cubicBezTo>
                    <a:cubicBezTo>
                      <a:pt x="72" y="41"/>
                      <a:pt x="74" y="38"/>
                      <a:pt x="74" y="39"/>
                    </a:cubicBezTo>
                    <a:cubicBezTo>
                      <a:pt x="74" y="39"/>
                      <a:pt x="74" y="40"/>
                      <a:pt x="73" y="40"/>
                    </a:cubicBezTo>
                    <a:cubicBezTo>
                      <a:pt x="74" y="39"/>
                      <a:pt x="75" y="39"/>
                      <a:pt x="75" y="39"/>
                    </a:cubicBezTo>
                    <a:cubicBezTo>
                      <a:pt x="74" y="41"/>
                      <a:pt x="74" y="41"/>
                      <a:pt x="74" y="41"/>
                    </a:cubicBezTo>
                    <a:cubicBezTo>
                      <a:pt x="76" y="42"/>
                      <a:pt x="77" y="43"/>
                      <a:pt x="80" y="42"/>
                    </a:cubicBezTo>
                    <a:cubicBezTo>
                      <a:pt x="79" y="44"/>
                      <a:pt x="79" y="43"/>
                      <a:pt x="78" y="45"/>
                    </a:cubicBezTo>
                    <a:cubicBezTo>
                      <a:pt x="79" y="43"/>
                      <a:pt x="79" y="44"/>
                      <a:pt x="79" y="44"/>
                    </a:cubicBezTo>
                    <a:cubicBezTo>
                      <a:pt x="79" y="44"/>
                      <a:pt x="79" y="44"/>
                      <a:pt x="79" y="44"/>
                    </a:cubicBezTo>
                    <a:cubicBezTo>
                      <a:pt x="80" y="44"/>
                      <a:pt x="79" y="45"/>
                      <a:pt x="80" y="45"/>
                    </a:cubicBezTo>
                    <a:cubicBezTo>
                      <a:pt x="80" y="44"/>
                      <a:pt x="80" y="44"/>
                      <a:pt x="80" y="44"/>
                    </a:cubicBezTo>
                    <a:cubicBezTo>
                      <a:pt x="81" y="43"/>
                      <a:pt x="79" y="47"/>
                      <a:pt x="81" y="45"/>
                    </a:cubicBezTo>
                    <a:cubicBezTo>
                      <a:pt x="80" y="46"/>
                      <a:pt x="80" y="46"/>
                      <a:pt x="80" y="46"/>
                    </a:cubicBezTo>
                    <a:cubicBezTo>
                      <a:pt x="81" y="44"/>
                      <a:pt x="80" y="47"/>
                      <a:pt x="81" y="46"/>
                    </a:cubicBezTo>
                    <a:cubicBezTo>
                      <a:pt x="81" y="46"/>
                      <a:pt x="81" y="46"/>
                      <a:pt x="81" y="46"/>
                    </a:cubicBezTo>
                    <a:cubicBezTo>
                      <a:pt x="81" y="47"/>
                      <a:pt x="83" y="44"/>
                      <a:pt x="82" y="46"/>
                    </a:cubicBezTo>
                    <a:cubicBezTo>
                      <a:pt x="83" y="46"/>
                      <a:pt x="83" y="46"/>
                      <a:pt x="84" y="44"/>
                    </a:cubicBezTo>
                    <a:cubicBezTo>
                      <a:pt x="83" y="46"/>
                      <a:pt x="83" y="46"/>
                      <a:pt x="83" y="46"/>
                    </a:cubicBezTo>
                    <a:cubicBezTo>
                      <a:pt x="85" y="46"/>
                      <a:pt x="86" y="47"/>
                      <a:pt x="88" y="46"/>
                    </a:cubicBezTo>
                    <a:cubicBezTo>
                      <a:pt x="87" y="47"/>
                      <a:pt x="87" y="47"/>
                      <a:pt x="87" y="47"/>
                    </a:cubicBezTo>
                    <a:cubicBezTo>
                      <a:pt x="89" y="45"/>
                      <a:pt x="87" y="49"/>
                      <a:pt x="90" y="46"/>
                    </a:cubicBezTo>
                    <a:cubicBezTo>
                      <a:pt x="92" y="45"/>
                      <a:pt x="92" y="45"/>
                      <a:pt x="92" y="45"/>
                    </a:cubicBezTo>
                    <a:cubicBezTo>
                      <a:pt x="90" y="47"/>
                      <a:pt x="90" y="47"/>
                      <a:pt x="90" y="47"/>
                    </a:cubicBezTo>
                    <a:cubicBezTo>
                      <a:pt x="91" y="46"/>
                      <a:pt x="91" y="47"/>
                      <a:pt x="92" y="46"/>
                    </a:cubicBezTo>
                    <a:cubicBezTo>
                      <a:pt x="91" y="47"/>
                      <a:pt x="91" y="47"/>
                      <a:pt x="91" y="47"/>
                    </a:cubicBezTo>
                    <a:cubicBezTo>
                      <a:pt x="91" y="47"/>
                      <a:pt x="93" y="45"/>
                      <a:pt x="93" y="46"/>
                    </a:cubicBezTo>
                    <a:cubicBezTo>
                      <a:pt x="93" y="47"/>
                      <a:pt x="93" y="47"/>
                      <a:pt x="93" y="47"/>
                    </a:cubicBezTo>
                    <a:cubicBezTo>
                      <a:pt x="92" y="50"/>
                      <a:pt x="93" y="54"/>
                      <a:pt x="96" y="51"/>
                    </a:cubicBezTo>
                    <a:cubicBezTo>
                      <a:pt x="97" y="51"/>
                      <a:pt x="95" y="53"/>
                      <a:pt x="95" y="53"/>
                    </a:cubicBezTo>
                    <a:cubicBezTo>
                      <a:pt x="99" y="51"/>
                      <a:pt x="97" y="56"/>
                      <a:pt x="101" y="53"/>
                    </a:cubicBezTo>
                    <a:cubicBezTo>
                      <a:pt x="103" y="52"/>
                      <a:pt x="107" y="48"/>
                      <a:pt x="107" y="48"/>
                    </a:cubicBezTo>
                    <a:cubicBezTo>
                      <a:pt x="103" y="48"/>
                      <a:pt x="103" y="45"/>
                      <a:pt x="102" y="4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3" name="Freeform 96"/>
              <p:cNvSpPr/>
              <p:nvPr/>
            </p:nvSpPr>
            <p:spPr bwMode="auto">
              <a:xfrm>
                <a:off x="4117" y="22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4" name="Freeform 97"/>
              <p:cNvSpPr/>
              <p:nvPr/>
            </p:nvSpPr>
            <p:spPr bwMode="auto">
              <a:xfrm>
                <a:off x="4487" y="23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5" name="Freeform 98"/>
              <p:cNvSpPr/>
              <p:nvPr/>
            </p:nvSpPr>
            <p:spPr bwMode="auto">
              <a:xfrm>
                <a:off x="4387" y="2285"/>
                <a:ext cx="2" cy="4"/>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1"/>
                      <a:pt x="0"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6" name="Freeform 99"/>
              <p:cNvSpPr/>
              <p:nvPr/>
            </p:nvSpPr>
            <p:spPr bwMode="auto">
              <a:xfrm>
                <a:off x="4508" y="193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7" name="Freeform 100"/>
              <p:cNvSpPr/>
              <p:nvPr/>
            </p:nvSpPr>
            <p:spPr bwMode="auto">
              <a:xfrm>
                <a:off x="4487" y="2285"/>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8" name="Freeform 101"/>
              <p:cNvSpPr/>
              <p:nvPr/>
            </p:nvSpPr>
            <p:spPr bwMode="auto">
              <a:xfrm>
                <a:off x="4514" y="1929"/>
                <a:ext cx="0" cy="4"/>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9" name="Freeform 102"/>
              <p:cNvSpPr/>
              <p:nvPr/>
            </p:nvSpPr>
            <p:spPr bwMode="auto">
              <a:xfrm>
                <a:off x="4506" y="1927"/>
                <a:ext cx="0" cy="4"/>
              </a:xfrm>
              <a:custGeom>
                <a:avLst/>
                <a:gdLst>
                  <a:gd name="T0" fmla="*/ 1 h 2"/>
                  <a:gd name="T1" fmla="*/ 0 h 2"/>
                  <a:gd name="T2" fmla="*/ 1 h 2"/>
                </a:gdLst>
                <a:ahLst/>
                <a:cxnLst>
                  <a:cxn ang="0">
                    <a:pos x="0" y="T0"/>
                  </a:cxn>
                  <a:cxn ang="0">
                    <a:pos x="0" y="T1"/>
                  </a:cxn>
                  <a:cxn ang="0">
                    <a:pos x="0" y="T2"/>
                  </a:cxn>
                </a:cxnLst>
                <a:rect l="0" t="0" r="r" b="b"/>
                <a:pathLst>
                  <a:path h="2">
                    <a:moveTo>
                      <a:pt x="0" y="1"/>
                    </a:moveTo>
                    <a:cubicBezTo>
                      <a:pt x="0" y="1"/>
                      <a:pt x="0" y="0"/>
                      <a:pt x="0" y="0"/>
                    </a:cubicBezTo>
                    <a:cubicBezTo>
                      <a:pt x="0" y="2"/>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0" name="Freeform 103"/>
              <p:cNvSpPr/>
              <p:nvPr/>
            </p:nvSpPr>
            <p:spPr bwMode="auto">
              <a:xfrm>
                <a:off x="4516" y="1927"/>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1" name="Freeform 104"/>
              <p:cNvSpPr/>
              <p:nvPr/>
            </p:nvSpPr>
            <p:spPr bwMode="auto">
              <a:xfrm>
                <a:off x="4495" y="1925"/>
                <a:ext cx="2" cy="4"/>
              </a:xfrm>
              <a:custGeom>
                <a:avLst/>
                <a:gdLst>
                  <a:gd name="T0" fmla="*/ 1 w 1"/>
                  <a:gd name="T1" fmla="*/ 1 h 2"/>
                  <a:gd name="T2" fmla="*/ 0 w 1"/>
                  <a:gd name="T3" fmla="*/ 0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1"/>
                      <a:pt x="1" y="1"/>
                      <a:pt x="1"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2" name="Freeform 105"/>
              <p:cNvSpPr/>
              <p:nvPr/>
            </p:nvSpPr>
            <p:spPr bwMode="auto">
              <a:xfrm>
                <a:off x="3201" y="2162"/>
                <a:ext cx="0" cy="4"/>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3" name="Freeform 106"/>
              <p:cNvSpPr/>
              <p:nvPr/>
            </p:nvSpPr>
            <p:spPr bwMode="auto">
              <a:xfrm>
                <a:off x="3544" y="154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4" name="Freeform 107"/>
              <p:cNvSpPr/>
              <p:nvPr/>
            </p:nvSpPr>
            <p:spPr bwMode="auto">
              <a:xfrm>
                <a:off x="3914" y="141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5" name="Freeform 108"/>
              <p:cNvSpPr/>
              <p:nvPr/>
            </p:nvSpPr>
            <p:spPr bwMode="auto">
              <a:xfrm>
                <a:off x="3916" y="1409"/>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2" y="1"/>
                      <a:pt x="0" y="1"/>
                      <a:pt x="1" y="0"/>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6" name="Freeform 109"/>
              <p:cNvSpPr/>
              <p:nvPr/>
            </p:nvSpPr>
            <p:spPr bwMode="auto">
              <a:xfrm>
                <a:off x="3893" y="1441"/>
                <a:ext cx="4" cy="4"/>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0"/>
                      <a:pt x="1" y="1"/>
                      <a:pt x="1" y="1"/>
                    </a:cubicBezTo>
                    <a:cubicBezTo>
                      <a:pt x="0" y="2"/>
                      <a:pt x="1" y="1"/>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7" name="Freeform 110"/>
              <p:cNvSpPr/>
              <p:nvPr/>
            </p:nvSpPr>
            <p:spPr bwMode="auto">
              <a:xfrm>
                <a:off x="3893" y="1437"/>
                <a:ext cx="6" cy="6"/>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cubicBezTo>
                      <a:pt x="3" y="0"/>
                      <a:pt x="3" y="0"/>
                      <a:pt x="3" y="0"/>
                    </a:cubicBezTo>
                    <a:cubicBezTo>
                      <a:pt x="1" y="1"/>
                      <a:pt x="1"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8" name="Freeform 111"/>
              <p:cNvSpPr/>
              <p:nvPr/>
            </p:nvSpPr>
            <p:spPr bwMode="auto">
              <a:xfrm>
                <a:off x="3909" y="1418"/>
                <a:ext cx="5"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2"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9" name="Freeform 112"/>
              <p:cNvSpPr/>
              <p:nvPr/>
            </p:nvSpPr>
            <p:spPr bwMode="auto">
              <a:xfrm>
                <a:off x="3912" y="1416"/>
                <a:ext cx="4"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0" name="Freeform 113"/>
              <p:cNvSpPr/>
              <p:nvPr/>
            </p:nvSpPr>
            <p:spPr bwMode="auto">
              <a:xfrm>
                <a:off x="4472" y="1804"/>
                <a:ext cx="233" cy="133"/>
              </a:xfrm>
              <a:custGeom>
                <a:avLst/>
                <a:gdLst>
                  <a:gd name="T0" fmla="*/ 86 w 110"/>
                  <a:gd name="T1" fmla="*/ 5 h 63"/>
                  <a:gd name="T2" fmla="*/ 79 w 110"/>
                  <a:gd name="T3" fmla="*/ 7 h 63"/>
                  <a:gd name="T4" fmla="*/ 58 w 110"/>
                  <a:gd name="T5" fmla="*/ 24 h 63"/>
                  <a:gd name="T6" fmla="*/ 50 w 110"/>
                  <a:gd name="T7" fmla="*/ 26 h 63"/>
                  <a:gd name="T8" fmla="*/ 44 w 110"/>
                  <a:gd name="T9" fmla="*/ 26 h 63"/>
                  <a:gd name="T10" fmla="*/ 34 w 110"/>
                  <a:gd name="T11" fmla="*/ 31 h 63"/>
                  <a:gd name="T12" fmla="*/ 28 w 110"/>
                  <a:gd name="T13" fmla="*/ 33 h 63"/>
                  <a:gd name="T14" fmla="*/ 17 w 110"/>
                  <a:gd name="T15" fmla="*/ 38 h 63"/>
                  <a:gd name="T16" fmla="*/ 13 w 110"/>
                  <a:gd name="T17" fmla="*/ 45 h 63"/>
                  <a:gd name="T18" fmla="*/ 5 w 110"/>
                  <a:gd name="T19" fmla="*/ 47 h 63"/>
                  <a:gd name="T20" fmla="*/ 1 w 110"/>
                  <a:gd name="T21" fmla="*/ 50 h 63"/>
                  <a:gd name="T22" fmla="*/ 3 w 110"/>
                  <a:gd name="T23" fmla="*/ 55 h 63"/>
                  <a:gd name="T24" fmla="*/ 3 w 110"/>
                  <a:gd name="T25" fmla="*/ 56 h 63"/>
                  <a:gd name="T26" fmla="*/ 5 w 110"/>
                  <a:gd name="T27" fmla="*/ 55 h 63"/>
                  <a:gd name="T28" fmla="*/ 9 w 110"/>
                  <a:gd name="T29" fmla="*/ 56 h 63"/>
                  <a:gd name="T30" fmla="*/ 12 w 110"/>
                  <a:gd name="T31" fmla="*/ 58 h 63"/>
                  <a:gd name="T32" fmla="*/ 12 w 110"/>
                  <a:gd name="T33" fmla="*/ 51 h 63"/>
                  <a:gd name="T34" fmla="*/ 15 w 110"/>
                  <a:gd name="T35" fmla="*/ 57 h 63"/>
                  <a:gd name="T36" fmla="*/ 18 w 110"/>
                  <a:gd name="T37" fmla="*/ 61 h 63"/>
                  <a:gd name="T38" fmla="*/ 16 w 110"/>
                  <a:gd name="T39" fmla="*/ 54 h 63"/>
                  <a:gd name="T40" fmla="*/ 19 w 110"/>
                  <a:gd name="T41" fmla="*/ 59 h 63"/>
                  <a:gd name="T42" fmla="*/ 21 w 110"/>
                  <a:gd name="T43" fmla="*/ 60 h 63"/>
                  <a:gd name="T44" fmla="*/ 22 w 110"/>
                  <a:gd name="T45" fmla="*/ 60 h 63"/>
                  <a:gd name="T46" fmla="*/ 23 w 110"/>
                  <a:gd name="T47" fmla="*/ 60 h 63"/>
                  <a:gd name="T48" fmla="*/ 23 w 110"/>
                  <a:gd name="T49" fmla="*/ 55 h 63"/>
                  <a:gd name="T50" fmla="*/ 26 w 110"/>
                  <a:gd name="T51" fmla="*/ 58 h 63"/>
                  <a:gd name="T52" fmla="*/ 26 w 110"/>
                  <a:gd name="T53" fmla="*/ 54 h 63"/>
                  <a:gd name="T54" fmla="*/ 27 w 110"/>
                  <a:gd name="T55" fmla="*/ 54 h 63"/>
                  <a:gd name="T56" fmla="*/ 29 w 110"/>
                  <a:gd name="T57" fmla="*/ 54 h 63"/>
                  <a:gd name="T58" fmla="*/ 34 w 110"/>
                  <a:gd name="T59" fmla="*/ 51 h 63"/>
                  <a:gd name="T60" fmla="*/ 36 w 110"/>
                  <a:gd name="T61" fmla="*/ 51 h 63"/>
                  <a:gd name="T62" fmla="*/ 40 w 110"/>
                  <a:gd name="T63" fmla="*/ 49 h 63"/>
                  <a:gd name="T64" fmla="*/ 44 w 110"/>
                  <a:gd name="T65" fmla="*/ 47 h 63"/>
                  <a:gd name="T66" fmla="*/ 45 w 110"/>
                  <a:gd name="T67" fmla="*/ 45 h 63"/>
                  <a:gd name="T68" fmla="*/ 46 w 110"/>
                  <a:gd name="T69" fmla="*/ 45 h 63"/>
                  <a:gd name="T70" fmla="*/ 46 w 110"/>
                  <a:gd name="T71" fmla="*/ 42 h 63"/>
                  <a:gd name="T72" fmla="*/ 49 w 110"/>
                  <a:gd name="T73" fmla="*/ 42 h 63"/>
                  <a:gd name="T74" fmla="*/ 53 w 110"/>
                  <a:gd name="T75" fmla="*/ 42 h 63"/>
                  <a:gd name="T76" fmla="*/ 55 w 110"/>
                  <a:gd name="T77" fmla="*/ 39 h 63"/>
                  <a:gd name="T78" fmla="*/ 60 w 110"/>
                  <a:gd name="T79" fmla="*/ 39 h 63"/>
                  <a:gd name="T80" fmla="*/ 61 w 110"/>
                  <a:gd name="T81" fmla="*/ 38 h 63"/>
                  <a:gd name="T82" fmla="*/ 62 w 110"/>
                  <a:gd name="T83" fmla="*/ 38 h 63"/>
                  <a:gd name="T84" fmla="*/ 64 w 110"/>
                  <a:gd name="T85" fmla="*/ 40 h 63"/>
                  <a:gd name="T86" fmla="*/ 66 w 110"/>
                  <a:gd name="T87" fmla="*/ 35 h 63"/>
                  <a:gd name="T88" fmla="*/ 68 w 110"/>
                  <a:gd name="T89" fmla="*/ 30 h 63"/>
                  <a:gd name="T90" fmla="*/ 71 w 110"/>
                  <a:gd name="T91" fmla="*/ 31 h 63"/>
                  <a:gd name="T92" fmla="*/ 72 w 110"/>
                  <a:gd name="T93" fmla="*/ 26 h 63"/>
                  <a:gd name="T94" fmla="*/ 76 w 110"/>
                  <a:gd name="T95" fmla="*/ 26 h 63"/>
                  <a:gd name="T96" fmla="*/ 79 w 110"/>
                  <a:gd name="T97" fmla="*/ 24 h 63"/>
                  <a:gd name="T98" fmla="*/ 82 w 110"/>
                  <a:gd name="T99" fmla="*/ 23 h 63"/>
                  <a:gd name="T100" fmla="*/ 88 w 110"/>
                  <a:gd name="T101" fmla="*/ 20 h 63"/>
                  <a:gd name="T102" fmla="*/ 91 w 110"/>
                  <a:gd name="T103" fmla="*/ 16 h 63"/>
                  <a:gd name="T104" fmla="*/ 97 w 110"/>
                  <a:gd name="T105" fmla="*/ 13 h 63"/>
                  <a:gd name="T106" fmla="*/ 105 w 110"/>
                  <a:gd name="T107" fmla="*/ 1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 h="63">
                    <a:moveTo>
                      <a:pt x="108" y="1"/>
                    </a:moveTo>
                    <a:cubicBezTo>
                      <a:pt x="106" y="4"/>
                      <a:pt x="103" y="2"/>
                      <a:pt x="100" y="0"/>
                    </a:cubicBezTo>
                    <a:cubicBezTo>
                      <a:pt x="99" y="1"/>
                      <a:pt x="98" y="2"/>
                      <a:pt x="97" y="1"/>
                    </a:cubicBezTo>
                    <a:cubicBezTo>
                      <a:pt x="94" y="3"/>
                      <a:pt x="88" y="0"/>
                      <a:pt x="85" y="3"/>
                    </a:cubicBezTo>
                    <a:cubicBezTo>
                      <a:pt x="86" y="4"/>
                      <a:pt x="86" y="5"/>
                      <a:pt x="86" y="5"/>
                    </a:cubicBezTo>
                    <a:cubicBezTo>
                      <a:pt x="86" y="5"/>
                      <a:pt x="86" y="5"/>
                      <a:pt x="86" y="5"/>
                    </a:cubicBezTo>
                    <a:cubicBezTo>
                      <a:pt x="86" y="6"/>
                      <a:pt x="86" y="6"/>
                      <a:pt x="86" y="6"/>
                    </a:cubicBezTo>
                    <a:cubicBezTo>
                      <a:pt x="86" y="7"/>
                      <a:pt x="85" y="5"/>
                      <a:pt x="85" y="5"/>
                    </a:cubicBezTo>
                    <a:cubicBezTo>
                      <a:pt x="84" y="5"/>
                      <a:pt x="83" y="6"/>
                      <a:pt x="82" y="6"/>
                    </a:cubicBezTo>
                    <a:cubicBezTo>
                      <a:pt x="82" y="8"/>
                      <a:pt x="81" y="7"/>
                      <a:pt x="82" y="9"/>
                    </a:cubicBezTo>
                    <a:cubicBezTo>
                      <a:pt x="81" y="8"/>
                      <a:pt x="81" y="8"/>
                      <a:pt x="81" y="8"/>
                    </a:cubicBezTo>
                    <a:cubicBezTo>
                      <a:pt x="81" y="10"/>
                      <a:pt x="81" y="10"/>
                      <a:pt x="79" y="7"/>
                    </a:cubicBezTo>
                    <a:cubicBezTo>
                      <a:pt x="75" y="7"/>
                      <a:pt x="72" y="10"/>
                      <a:pt x="68" y="11"/>
                    </a:cubicBezTo>
                    <a:cubicBezTo>
                      <a:pt x="65" y="13"/>
                      <a:pt x="63" y="16"/>
                      <a:pt x="60" y="19"/>
                    </a:cubicBezTo>
                    <a:cubicBezTo>
                      <a:pt x="60" y="22"/>
                      <a:pt x="59" y="21"/>
                      <a:pt x="60" y="24"/>
                    </a:cubicBezTo>
                    <a:cubicBezTo>
                      <a:pt x="59" y="23"/>
                      <a:pt x="59" y="23"/>
                      <a:pt x="59" y="23"/>
                    </a:cubicBezTo>
                    <a:cubicBezTo>
                      <a:pt x="59" y="24"/>
                      <a:pt x="59" y="23"/>
                      <a:pt x="57" y="22"/>
                    </a:cubicBezTo>
                    <a:cubicBezTo>
                      <a:pt x="58" y="23"/>
                      <a:pt x="57" y="22"/>
                      <a:pt x="58" y="24"/>
                    </a:cubicBezTo>
                    <a:cubicBezTo>
                      <a:pt x="59" y="26"/>
                      <a:pt x="57" y="22"/>
                      <a:pt x="57" y="23"/>
                    </a:cubicBezTo>
                    <a:cubicBezTo>
                      <a:pt x="56" y="22"/>
                      <a:pt x="57" y="24"/>
                      <a:pt x="57" y="23"/>
                    </a:cubicBezTo>
                    <a:cubicBezTo>
                      <a:pt x="57" y="26"/>
                      <a:pt x="56" y="22"/>
                      <a:pt x="55" y="21"/>
                    </a:cubicBezTo>
                    <a:cubicBezTo>
                      <a:pt x="53" y="22"/>
                      <a:pt x="53" y="25"/>
                      <a:pt x="51" y="25"/>
                    </a:cubicBezTo>
                    <a:cubicBezTo>
                      <a:pt x="51" y="24"/>
                      <a:pt x="51" y="26"/>
                      <a:pt x="51" y="26"/>
                    </a:cubicBezTo>
                    <a:cubicBezTo>
                      <a:pt x="50" y="23"/>
                      <a:pt x="51" y="27"/>
                      <a:pt x="50" y="26"/>
                    </a:cubicBezTo>
                    <a:cubicBezTo>
                      <a:pt x="50" y="25"/>
                      <a:pt x="50" y="25"/>
                      <a:pt x="50" y="25"/>
                    </a:cubicBezTo>
                    <a:cubicBezTo>
                      <a:pt x="49" y="24"/>
                      <a:pt x="49" y="26"/>
                      <a:pt x="48" y="25"/>
                    </a:cubicBezTo>
                    <a:cubicBezTo>
                      <a:pt x="48" y="26"/>
                      <a:pt x="46" y="24"/>
                      <a:pt x="46" y="26"/>
                    </a:cubicBezTo>
                    <a:cubicBezTo>
                      <a:pt x="46" y="24"/>
                      <a:pt x="46" y="25"/>
                      <a:pt x="45" y="24"/>
                    </a:cubicBezTo>
                    <a:cubicBezTo>
                      <a:pt x="46" y="28"/>
                      <a:pt x="44" y="24"/>
                      <a:pt x="44" y="26"/>
                    </a:cubicBezTo>
                    <a:cubicBezTo>
                      <a:pt x="44" y="26"/>
                      <a:pt x="44" y="26"/>
                      <a:pt x="44" y="26"/>
                    </a:cubicBezTo>
                    <a:cubicBezTo>
                      <a:pt x="42" y="26"/>
                      <a:pt x="40" y="26"/>
                      <a:pt x="39" y="29"/>
                    </a:cubicBezTo>
                    <a:cubicBezTo>
                      <a:pt x="39" y="29"/>
                      <a:pt x="36" y="27"/>
                      <a:pt x="36" y="29"/>
                    </a:cubicBezTo>
                    <a:cubicBezTo>
                      <a:pt x="36" y="30"/>
                      <a:pt x="36" y="30"/>
                      <a:pt x="36" y="30"/>
                    </a:cubicBezTo>
                    <a:cubicBezTo>
                      <a:pt x="36" y="30"/>
                      <a:pt x="36" y="29"/>
                      <a:pt x="36" y="29"/>
                    </a:cubicBezTo>
                    <a:cubicBezTo>
                      <a:pt x="36" y="30"/>
                      <a:pt x="34" y="29"/>
                      <a:pt x="34" y="29"/>
                    </a:cubicBezTo>
                    <a:cubicBezTo>
                      <a:pt x="34" y="30"/>
                      <a:pt x="34" y="30"/>
                      <a:pt x="34" y="31"/>
                    </a:cubicBezTo>
                    <a:cubicBezTo>
                      <a:pt x="32" y="29"/>
                      <a:pt x="33" y="33"/>
                      <a:pt x="31" y="31"/>
                    </a:cubicBezTo>
                    <a:cubicBezTo>
                      <a:pt x="32" y="34"/>
                      <a:pt x="32" y="33"/>
                      <a:pt x="32" y="34"/>
                    </a:cubicBezTo>
                    <a:cubicBezTo>
                      <a:pt x="32" y="33"/>
                      <a:pt x="31" y="33"/>
                      <a:pt x="31" y="32"/>
                    </a:cubicBezTo>
                    <a:cubicBezTo>
                      <a:pt x="31" y="32"/>
                      <a:pt x="30" y="33"/>
                      <a:pt x="30" y="32"/>
                    </a:cubicBezTo>
                    <a:cubicBezTo>
                      <a:pt x="29" y="32"/>
                      <a:pt x="30" y="34"/>
                      <a:pt x="29" y="34"/>
                    </a:cubicBezTo>
                    <a:cubicBezTo>
                      <a:pt x="28" y="32"/>
                      <a:pt x="28" y="34"/>
                      <a:pt x="28" y="33"/>
                    </a:cubicBezTo>
                    <a:cubicBezTo>
                      <a:pt x="28" y="35"/>
                      <a:pt x="28" y="37"/>
                      <a:pt x="28" y="36"/>
                    </a:cubicBezTo>
                    <a:cubicBezTo>
                      <a:pt x="27" y="33"/>
                      <a:pt x="27" y="33"/>
                      <a:pt x="27" y="33"/>
                    </a:cubicBezTo>
                    <a:cubicBezTo>
                      <a:pt x="26" y="35"/>
                      <a:pt x="24" y="32"/>
                      <a:pt x="23" y="36"/>
                    </a:cubicBezTo>
                    <a:cubicBezTo>
                      <a:pt x="23" y="35"/>
                      <a:pt x="23" y="35"/>
                      <a:pt x="23" y="35"/>
                    </a:cubicBezTo>
                    <a:cubicBezTo>
                      <a:pt x="22" y="37"/>
                      <a:pt x="20" y="36"/>
                      <a:pt x="19" y="39"/>
                    </a:cubicBezTo>
                    <a:cubicBezTo>
                      <a:pt x="18" y="38"/>
                      <a:pt x="18" y="38"/>
                      <a:pt x="17" y="38"/>
                    </a:cubicBezTo>
                    <a:cubicBezTo>
                      <a:pt x="17" y="40"/>
                      <a:pt x="17" y="40"/>
                      <a:pt x="17" y="42"/>
                    </a:cubicBezTo>
                    <a:cubicBezTo>
                      <a:pt x="17" y="42"/>
                      <a:pt x="16" y="41"/>
                      <a:pt x="16" y="40"/>
                    </a:cubicBezTo>
                    <a:cubicBezTo>
                      <a:pt x="15" y="40"/>
                      <a:pt x="14" y="38"/>
                      <a:pt x="14" y="41"/>
                    </a:cubicBezTo>
                    <a:cubicBezTo>
                      <a:pt x="14" y="39"/>
                      <a:pt x="14" y="39"/>
                      <a:pt x="14" y="39"/>
                    </a:cubicBezTo>
                    <a:cubicBezTo>
                      <a:pt x="14" y="41"/>
                      <a:pt x="13" y="43"/>
                      <a:pt x="12" y="42"/>
                    </a:cubicBezTo>
                    <a:cubicBezTo>
                      <a:pt x="13" y="43"/>
                      <a:pt x="12" y="44"/>
                      <a:pt x="13" y="45"/>
                    </a:cubicBezTo>
                    <a:cubicBezTo>
                      <a:pt x="13" y="45"/>
                      <a:pt x="12" y="43"/>
                      <a:pt x="12" y="44"/>
                    </a:cubicBezTo>
                    <a:cubicBezTo>
                      <a:pt x="12" y="42"/>
                      <a:pt x="12" y="42"/>
                      <a:pt x="12" y="42"/>
                    </a:cubicBezTo>
                    <a:cubicBezTo>
                      <a:pt x="10" y="43"/>
                      <a:pt x="9" y="44"/>
                      <a:pt x="8" y="46"/>
                    </a:cubicBezTo>
                    <a:cubicBezTo>
                      <a:pt x="7" y="44"/>
                      <a:pt x="7" y="46"/>
                      <a:pt x="6" y="45"/>
                    </a:cubicBezTo>
                    <a:cubicBezTo>
                      <a:pt x="6" y="47"/>
                      <a:pt x="4" y="46"/>
                      <a:pt x="6" y="48"/>
                    </a:cubicBezTo>
                    <a:cubicBezTo>
                      <a:pt x="5" y="47"/>
                      <a:pt x="5" y="47"/>
                      <a:pt x="5" y="47"/>
                    </a:cubicBezTo>
                    <a:cubicBezTo>
                      <a:pt x="4" y="47"/>
                      <a:pt x="4" y="48"/>
                      <a:pt x="2" y="48"/>
                    </a:cubicBezTo>
                    <a:cubicBezTo>
                      <a:pt x="2" y="48"/>
                      <a:pt x="3" y="50"/>
                      <a:pt x="3" y="51"/>
                    </a:cubicBezTo>
                    <a:cubicBezTo>
                      <a:pt x="2" y="50"/>
                      <a:pt x="2" y="50"/>
                      <a:pt x="2" y="50"/>
                    </a:cubicBezTo>
                    <a:cubicBezTo>
                      <a:pt x="2" y="51"/>
                      <a:pt x="4" y="52"/>
                      <a:pt x="5" y="53"/>
                    </a:cubicBezTo>
                    <a:cubicBezTo>
                      <a:pt x="4" y="53"/>
                      <a:pt x="4" y="54"/>
                      <a:pt x="4" y="53"/>
                    </a:cubicBezTo>
                    <a:cubicBezTo>
                      <a:pt x="3" y="52"/>
                      <a:pt x="2" y="51"/>
                      <a:pt x="1" y="50"/>
                    </a:cubicBezTo>
                    <a:cubicBezTo>
                      <a:pt x="0" y="50"/>
                      <a:pt x="2" y="53"/>
                      <a:pt x="1" y="51"/>
                    </a:cubicBezTo>
                    <a:cubicBezTo>
                      <a:pt x="0" y="51"/>
                      <a:pt x="0" y="52"/>
                      <a:pt x="1" y="53"/>
                    </a:cubicBezTo>
                    <a:cubicBezTo>
                      <a:pt x="1" y="53"/>
                      <a:pt x="0" y="53"/>
                      <a:pt x="0" y="52"/>
                    </a:cubicBezTo>
                    <a:cubicBezTo>
                      <a:pt x="0" y="52"/>
                      <a:pt x="0" y="53"/>
                      <a:pt x="0" y="53"/>
                    </a:cubicBezTo>
                    <a:cubicBezTo>
                      <a:pt x="0" y="53"/>
                      <a:pt x="0" y="53"/>
                      <a:pt x="0" y="53"/>
                    </a:cubicBezTo>
                    <a:cubicBezTo>
                      <a:pt x="1" y="54"/>
                      <a:pt x="1" y="54"/>
                      <a:pt x="3" y="55"/>
                    </a:cubicBezTo>
                    <a:cubicBezTo>
                      <a:pt x="3" y="55"/>
                      <a:pt x="2" y="55"/>
                      <a:pt x="3" y="55"/>
                    </a:cubicBezTo>
                    <a:cubicBezTo>
                      <a:pt x="4" y="56"/>
                      <a:pt x="4" y="56"/>
                      <a:pt x="3" y="56"/>
                    </a:cubicBezTo>
                    <a:cubicBezTo>
                      <a:pt x="1" y="55"/>
                      <a:pt x="1" y="54"/>
                      <a:pt x="0" y="54"/>
                    </a:cubicBezTo>
                    <a:cubicBezTo>
                      <a:pt x="2" y="56"/>
                      <a:pt x="2" y="56"/>
                      <a:pt x="2" y="56"/>
                    </a:cubicBezTo>
                    <a:cubicBezTo>
                      <a:pt x="2" y="56"/>
                      <a:pt x="3" y="56"/>
                      <a:pt x="4" y="57"/>
                    </a:cubicBezTo>
                    <a:cubicBezTo>
                      <a:pt x="3" y="56"/>
                      <a:pt x="3" y="56"/>
                      <a:pt x="3" y="56"/>
                    </a:cubicBezTo>
                    <a:cubicBezTo>
                      <a:pt x="4" y="57"/>
                      <a:pt x="4" y="57"/>
                      <a:pt x="4" y="57"/>
                    </a:cubicBezTo>
                    <a:cubicBezTo>
                      <a:pt x="4" y="56"/>
                      <a:pt x="6" y="57"/>
                      <a:pt x="5" y="56"/>
                    </a:cubicBezTo>
                    <a:cubicBezTo>
                      <a:pt x="4" y="55"/>
                      <a:pt x="4" y="55"/>
                      <a:pt x="4" y="55"/>
                    </a:cubicBezTo>
                    <a:cubicBezTo>
                      <a:pt x="4" y="55"/>
                      <a:pt x="3" y="53"/>
                      <a:pt x="4" y="54"/>
                    </a:cubicBezTo>
                    <a:cubicBezTo>
                      <a:pt x="6" y="56"/>
                      <a:pt x="6" y="56"/>
                      <a:pt x="6" y="56"/>
                    </a:cubicBezTo>
                    <a:cubicBezTo>
                      <a:pt x="6" y="56"/>
                      <a:pt x="5" y="55"/>
                      <a:pt x="5" y="55"/>
                    </a:cubicBezTo>
                    <a:cubicBezTo>
                      <a:pt x="7" y="57"/>
                      <a:pt x="7" y="57"/>
                      <a:pt x="7" y="57"/>
                    </a:cubicBezTo>
                    <a:cubicBezTo>
                      <a:pt x="5" y="55"/>
                      <a:pt x="7" y="56"/>
                      <a:pt x="7" y="55"/>
                    </a:cubicBezTo>
                    <a:cubicBezTo>
                      <a:pt x="7" y="56"/>
                      <a:pt x="7" y="56"/>
                      <a:pt x="7" y="56"/>
                    </a:cubicBezTo>
                    <a:cubicBezTo>
                      <a:pt x="8" y="56"/>
                      <a:pt x="6" y="55"/>
                      <a:pt x="6" y="54"/>
                    </a:cubicBezTo>
                    <a:cubicBezTo>
                      <a:pt x="6" y="55"/>
                      <a:pt x="8" y="56"/>
                      <a:pt x="9" y="57"/>
                    </a:cubicBezTo>
                    <a:cubicBezTo>
                      <a:pt x="9" y="57"/>
                      <a:pt x="8" y="55"/>
                      <a:pt x="9" y="56"/>
                    </a:cubicBezTo>
                    <a:cubicBezTo>
                      <a:pt x="9" y="56"/>
                      <a:pt x="9" y="55"/>
                      <a:pt x="9" y="53"/>
                    </a:cubicBezTo>
                    <a:cubicBezTo>
                      <a:pt x="9" y="53"/>
                      <a:pt x="10" y="56"/>
                      <a:pt x="10" y="55"/>
                    </a:cubicBezTo>
                    <a:cubicBezTo>
                      <a:pt x="11" y="56"/>
                      <a:pt x="12" y="58"/>
                      <a:pt x="12" y="59"/>
                    </a:cubicBezTo>
                    <a:cubicBezTo>
                      <a:pt x="13" y="59"/>
                      <a:pt x="14" y="60"/>
                      <a:pt x="13" y="60"/>
                    </a:cubicBezTo>
                    <a:cubicBezTo>
                      <a:pt x="13" y="60"/>
                      <a:pt x="14" y="61"/>
                      <a:pt x="14" y="61"/>
                    </a:cubicBezTo>
                    <a:cubicBezTo>
                      <a:pt x="14" y="60"/>
                      <a:pt x="12" y="58"/>
                      <a:pt x="12" y="58"/>
                    </a:cubicBezTo>
                    <a:cubicBezTo>
                      <a:pt x="11" y="56"/>
                      <a:pt x="12" y="57"/>
                      <a:pt x="11" y="55"/>
                    </a:cubicBezTo>
                    <a:cubicBezTo>
                      <a:pt x="11" y="55"/>
                      <a:pt x="12" y="55"/>
                      <a:pt x="12" y="55"/>
                    </a:cubicBezTo>
                    <a:cubicBezTo>
                      <a:pt x="12" y="55"/>
                      <a:pt x="13" y="56"/>
                      <a:pt x="14" y="57"/>
                    </a:cubicBezTo>
                    <a:cubicBezTo>
                      <a:pt x="13" y="56"/>
                      <a:pt x="13" y="55"/>
                      <a:pt x="14" y="55"/>
                    </a:cubicBezTo>
                    <a:cubicBezTo>
                      <a:pt x="13" y="53"/>
                      <a:pt x="13" y="53"/>
                      <a:pt x="12" y="52"/>
                    </a:cubicBezTo>
                    <a:cubicBezTo>
                      <a:pt x="12" y="51"/>
                      <a:pt x="12" y="51"/>
                      <a:pt x="12" y="51"/>
                    </a:cubicBezTo>
                    <a:cubicBezTo>
                      <a:pt x="13" y="52"/>
                      <a:pt x="14" y="55"/>
                      <a:pt x="14" y="55"/>
                    </a:cubicBezTo>
                    <a:cubicBezTo>
                      <a:pt x="15" y="57"/>
                      <a:pt x="14" y="55"/>
                      <a:pt x="15" y="57"/>
                    </a:cubicBezTo>
                    <a:cubicBezTo>
                      <a:pt x="16" y="59"/>
                      <a:pt x="15" y="60"/>
                      <a:pt x="14" y="58"/>
                    </a:cubicBezTo>
                    <a:cubicBezTo>
                      <a:pt x="15" y="61"/>
                      <a:pt x="15" y="59"/>
                      <a:pt x="16" y="61"/>
                    </a:cubicBezTo>
                    <a:cubicBezTo>
                      <a:pt x="16" y="61"/>
                      <a:pt x="15" y="59"/>
                      <a:pt x="16" y="59"/>
                    </a:cubicBezTo>
                    <a:cubicBezTo>
                      <a:pt x="15" y="58"/>
                      <a:pt x="15" y="58"/>
                      <a:pt x="15" y="57"/>
                    </a:cubicBezTo>
                    <a:cubicBezTo>
                      <a:pt x="14" y="54"/>
                      <a:pt x="16" y="58"/>
                      <a:pt x="16" y="58"/>
                    </a:cubicBezTo>
                    <a:cubicBezTo>
                      <a:pt x="16" y="59"/>
                      <a:pt x="16" y="59"/>
                      <a:pt x="16" y="59"/>
                    </a:cubicBezTo>
                    <a:cubicBezTo>
                      <a:pt x="17" y="60"/>
                      <a:pt x="16" y="58"/>
                      <a:pt x="17" y="58"/>
                    </a:cubicBezTo>
                    <a:cubicBezTo>
                      <a:pt x="18" y="61"/>
                      <a:pt x="16" y="58"/>
                      <a:pt x="17" y="60"/>
                    </a:cubicBezTo>
                    <a:cubicBezTo>
                      <a:pt x="18" y="62"/>
                      <a:pt x="18" y="62"/>
                      <a:pt x="18" y="62"/>
                    </a:cubicBezTo>
                    <a:cubicBezTo>
                      <a:pt x="19" y="63"/>
                      <a:pt x="17" y="60"/>
                      <a:pt x="18" y="61"/>
                    </a:cubicBezTo>
                    <a:cubicBezTo>
                      <a:pt x="18" y="62"/>
                      <a:pt x="18" y="62"/>
                      <a:pt x="18" y="62"/>
                    </a:cubicBezTo>
                    <a:cubicBezTo>
                      <a:pt x="18" y="61"/>
                      <a:pt x="18" y="61"/>
                      <a:pt x="18" y="61"/>
                    </a:cubicBezTo>
                    <a:cubicBezTo>
                      <a:pt x="18" y="60"/>
                      <a:pt x="17" y="58"/>
                      <a:pt x="17" y="58"/>
                    </a:cubicBezTo>
                    <a:cubicBezTo>
                      <a:pt x="16" y="55"/>
                      <a:pt x="17" y="58"/>
                      <a:pt x="17" y="57"/>
                    </a:cubicBezTo>
                    <a:cubicBezTo>
                      <a:pt x="16" y="55"/>
                      <a:pt x="17" y="57"/>
                      <a:pt x="16" y="56"/>
                    </a:cubicBezTo>
                    <a:cubicBezTo>
                      <a:pt x="16" y="54"/>
                      <a:pt x="16" y="54"/>
                      <a:pt x="16" y="54"/>
                    </a:cubicBezTo>
                    <a:cubicBezTo>
                      <a:pt x="16" y="54"/>
                      <a:pt x="17" y="55"/>
                      <a:pt x="17" y="57"/>
                    </a:cubicBezTo>
                    <a:cubicBezTo>
                      <a:pt x="17" y="57"/>
                      <a:pt x="17" y="57"/>
                      <a:pt x="17" y="56"/>
                    </a:cubicBezTo>
                    <a:cubicBezTo>
                      <a:pt x="17" y="58"/>
                      <a:pt x="18" y="60"/>
                      <a:pt x="19" y="61"/>
                    </a:cubicBezTo>
                    <a:cubicBezTo>
                      <a:pt x="19" y="62"/>
                      <a:pt x="18" y="60"/>
                      <a:pt x="18" y="59"/>
                    </a:cubicBezTo>
                    <a:cubicBezTo>
                      <a:pt x="18" y="59"/>
                      <a:pt x="18" y="57"/>
                      <a:pt x="18" y="57"/>
                    </a:cubicBezTo>
                    <a:cubicBezTo>
                      <a:pt x="16" y="52"/>
                      <a:pt x="19" y="60"/>
                      <a:pt x="19" y="59"/>
                    </a:cubicBezTo>
                    <a:cubicBezTo>
                      <a:pt x="18" y="56"/>
                      <a:pt x="18" y="55"/>
                      <a:pt x="17" y="52"/>
                    </a:cubicBezTo>
                    <a:cubicBezTo>
                      <a:pt x="17" y="51"/>
                      <a:pt x="17" y="50"/>
                      <a:pt x="17" y="51"/>
                    </a:cubicBezTo>
                    <a:cubicBezTo>
                      <a:pt x="18" y="53"/>
                      <a:pt x="18" y="52"/>
                      <a:pt x="18" y="54"/>
                    </a:cubicBezTo>
                    <a:cubicBezTo>
                      <a:pt x="18" y="54"/>
                      <a:pt x="18" y="54"/>
                      <a:pt x="18" y="54"/>
                    </a:cubicBezTo>
                    <a:cubicBezTo>
                      <a:pt x="19" y="56"/>
                      <a:pt x="19" y="56"/>
                      <a:pt x="19" y="56"/>
                    </a:cubicBezTo>
                    <a:cubicBezTo>
                      <a:pt x="21" y="60"/>
                      <a:pt x="21" y="60"/>
                      <a:pt x="21" y="60"/>
                    </a:cubicBezTo>
                    <a:cubicBezTo>
                      <a:pt x="21" y="59"/>
                      <a:pt x="20" y="58"/>
                      <a:pt x="20" y="57"/>
                    </a:cubicBezTo>
                    <a:cubicBezTo>
                      <a:pt x="20" y="58"/>
                      <a:pt x="21" y="59"/>
                      <a:pt x="21" y="59"/>
                    </a:cubicBezTo>
                    <a:cubicBezTo>
                      <a:pt x="20" y="59"/>
                      <a:pt x="20" y="56"/>
                      <a:pt x="20" y="56"/>
                    </a:cubicBezTo>
                    <a:cubicBezTo>
                      <a:pt x="20" y="56"/>
                      <a:pt x="21" y="58"/>
                      <a:pt x="21" y="58"/>
                    </a:cubicBezTo>
                    <a:cubicBezTo>
                      <a:pt x="22" y="60"/>
                      <a:pt x="22" y="60"/>
                      <a:pt x="22" y="60"/>
                    </a:cubicBezTo>
                    <a:cubicBezTo>
                      <a:pt x="21" y="58"/>
                      <a:pt x="22" y="61"/>
                      <a:pt x="22" y="60"/>
                    </a:cubicBezTo>
                    <a:cubicBezTo>
                      <a:pt x="22" y="59"/>
                      <a:pt x="21" y="57"/>
                      <a:pt x="21" y="56"/>
                    </a:cubicBezTo>
                    <a:cubicBezTo>
                      <a:pt x="21" y="55"/>
                      <a:pt x="22" y="56"/>
                      <a:pt x="22" y="56"/>
                    </a:cubicBezTo>
                    <a:cubicBezTo>
                      <a:pt x="22" y="57"/>
                      <a:pt x="22" y="57"/>
                      <a:pt x="22" y="57"/>
                    </a:cubicBezTo>
                    <a:cubicBezTo>
                      <a:pt x="22" y="57"/>
                      <a:pt x="23" y="61"/>
                      <a:pt x="23" y="60"/>
                    </a:cubicBezTo>
                    <a:cubicBezTo>
                      <a:pt x="22" y="58"/>
                      <a:pt x="22" y="58"/>
                      <a:pt x="22" y="58"/>
                    </a:cubicBezTo>
                    <a:cubicBezTo>
                      <a:pt x="23" y="58"/>
                      <a:pt x="23" y="59"/>
                      <a:pt x="23" y="60"/>
                    </a:cubicBezTo>
                    <a:cubicBezTo>
                      <a:pt x="23" y="58"/>
                      <a:pt x="23" y="59"/>
                      <a:pt x="23" y="58"/>
                    </a:cubicBezTo>
                    <a:cubicBezTo>
                      <a:pt x="23" y="59"/>
                      <a:pt x="23" y="59"/>
                      <a:pt x="23" y="59"/>
                    </a:cubicBezTo>
                    <a:cubicBezTo>
                      <a:pt x="23" y="58"/>
                      <a:pt x="23" y="56"/>
                      <a:pt x="24" y="58"/>
                    </a:cubicBezTo>
                    <a:cubicBezTo>
                      <a:pt x="23" y="56"/>
                      <a:pt x="23" y="58"/>
                      <a:pt x="23" y="57"/>
                    </a:cubicBezTo>
                    <a:cubicBezTo>
                      <a:pt x="22" y="55"/>
                      <a:pt x="22" y="55"/>
                      <a:pt x="22" y="55"/>
                    </a:cubicBezTo>
                    <a:cubicBezTo>
                      <a:pt x="23" y="58"/>
                      <a:pt x="23" y="55"/>
                      <a:pt x="23" y="55"/>
                    </a:cubicBezTo>
                    <a:cubicBezTo>
                      <a:pt x="24" y="56"/>
                      <a:pt x="24" y="56"/>
                      <a:pt x="24" y="57"/>
                    </a:cubicBezTo>
                    <a:cubicBezTo>
                      <a:pt x="24" y="55"/>
                      <a:pt x="24" y="55"/>
                      <a:pt x="24" y="55"/>
                    </a:cubicBezTo>
                    <a:cubicBezTo>
                      <a:pt x="25" y="59"/>
                      <a:pt x="24" y="54"/>
                      <a:pt x="24" y="55"/>
                    </a:cubicBezTo>
                    <a:cubicBezTo>
                      <a:pt x="25" y="56"/>
                      <a:pt x="25" y="58"/>
                      <a:pt x="25" y="58"/>
                    </a:cubicBezTo>
                    <a:cubicBezTo>
                      <a:pt x="24" y="56"/>
                      <a:pt x="25" y="55"/>
                      <a:pt x="24" y="53"/>
                    </a:cubicBezTo>
                    <a:cubicBezTo>
                      <a:pt x="25" y="54"/>
                      <a:pt x="25" y="56"/>
                      <a:pt x="26" y="58"/>
                    </a:cubicBezTo>
                    <a:cubicBezTo>
                      <a:pt x="25" y="56"/>
                      <a:pt x="26" y="59"/>
                      <a:pt x="26" y="57"/>
                    </a:cubicBezTo>
                    <a:cubicBezTo>
                      <a:pt x="25" y="56"/>
                      <a:pt x="25" y="55"/>
                      <a:pt x="25" y="54"/>
                    </a:cubicBezTo>
                    <a:cubicBezTo>
                      <a:pt x="26" y="54"/>
                      <a:pt x="25" y="55"/>
                      <a:pt x="26" y="56"/>
                    </a:cubicBezTo>
                    <a:cubicBezTo>
                      <a:pt x="26" y="56"/>
                      <a:pt x="26" y="54"/>
                      <a:pt x="25" y="53"/>
                    </a:cubicBezTo>
                    <a:cubicBezTo>
                      <a:pt x="26" y="53"/>
                      <a:pt x="25" y="51"/>
                      <a:pt x="26" y="52"/>
                    </a:cubicBezTo>
                    <a:cubicBezTo>
                      <a:pt x="26" y="54"/>
                      <a:pt x="26" y="53"/>
                      <a:pt x="26" y="54"/>
                    </a:cubicBezTo>
                    <a:cubicBezTo>
                      <a:pt x="27" y="54"/>
                      <a:pt x="25" y="50"/>
                      <a:pt x="26" y="50"/>
                    </a:cubicBezTo>
                    <a:cubicBezTo>
                      <a:pt x="25" y="49"/>
                      <a:pt x="25" y="46"/>
                      <a:pt x="25" y="45"/>
                    </a:cubicBezTo>
                    <a:cubicBezTo>
                      <a:pt x="25" y="45"/>
                      <a:pt x="25" y="46"/>
                      <a:pt x="25" y="48"/>
                    </a:cubicBezTo>
                    <a:cubicBezTo>
                      <a:pt x="25" y="48"/>
                      <a:pt x="25" y="48"/>
                      <a:pt x="25" y="48"/>
                    </a:cubicBezTo>
                    <a:cubicBezTo>
                      <a:pt x="27" y="50"/>
                      <a:pt x="26" y="52"/>
                      <a:pt x="27" y="55"/>
                    </a:cubicBezTo>
                    <a:cubicBezTo>
                      <a:pt x="27" y="54"/>
                      <a:pt x="27" y="54"/>
                      <a:pt x="27" y="54"/>
                    </a:cubicBezTo>
                    <a:cubicBezTo>
                      <a:pt x="28" y="57"/>
                      <a:pt x="28" y="57"/>
                      <a:pt x="28" y="57"/>
                    </a:cubicBezTo>
                    <a:cubicBezTo>
                      <a:pt x="27" y="55"/>
                      <a:pt x="28" y="56"/>
                      <a:pt x="28" y="55"/>
                    </a:cubicBezTo>
                    <a:cubicBezTo>
                      <a:pt x="28" y="54"/>
                      <a:pt x="28" y="56"/>
                      <a:pt x="28" y="55"/>
                    </a:cubicBezTo>
                    <a:cubicBezTo>
                      <a:pt x="28" y="54"/>
                      <a:pt x="27" y="51"/>
                      <a:pt x="28" y="52"/>
                    </a:cubicBezTo>
                    <a:cubicBezTo>
                      <a:pt x="29" y="55"/>
                      <a:pt x="29" y="55"/>
                      <a:pt x="29" y="55"/>
                    </a:cubicBezTo>
                    <a:cubicBezTo>
                      <a:pt x="29" y="56"/>
                      <a:pt x="28" y="53"/>
                      <a:pt x="29" y="54"/>
                    </a:cubicBezTo>
                    <a:cubicBezTo>
                      <a:pt x="29" y="55"/>
                      <a:pt x="29" y="55"/>
                      <a:pt x="29" y="55"/>
                    </a:cubicBezTo>
                    <a:cubicBezTo>
                      <a:pt x="30" y="55"/>
                      <a:pt x="32" y="55"/>
                      <a:pt x="31" y="51"/>
                    </a:cubicBezTo>
                    <a:cubicBezTo>
                      <a:pt x="32" y="52"/>
                      <a:pt x="32" y="52"/>
                      <a:pt x="33" y="53"/>
                    </a:cubicBezTo>
                    <a:cubicBezTo>
                      <a:pt x="33" y="53"/>
                      <a:pt x="33" y="51"/>
                      <a:pt x="33" y="51"/>
                    </a:cubicBezTo>
                    <a:cubicBezTo>
                      <a:pt x="34" y="53"/>
                      <a:pt x="34" y="53"/>
                      <a:pt x="34" y="53"/>
                    </a:cubicBezTo>
                    <a:cubicBezTo>
                      <a:pt x="34" y="54"/>
                      <a:pt x="34" y="52"/>
                      <a:pt x="34" y="51"/>
                    </a:cubicBezTo>
                    <a:cubicBezTo>
                      <a:pt x="35" y="52"/>
                      <a:pt x="35" y="52"/>
                      <a:pt x="35" y="52"/>
                    </a:cubicBezTo>
                    <a:cubicBezTo>
                      <a:pt x="35" y="54"/>
                      <a:pt x="35" y="51"/>
                      <a:pt x="35" y="51"/>
                    </a:cubicBezTo>
                    <a:cubicBezTo>
                      <a:pt x="35" y="52"/>
                      <a:pt x="35" y="52"/>
                      <a:pt x="35" y="52"/>
                    </a:cubicBezTo>
                    <a:cubicBezTo>
                      <a:pt x="35" y="51"/>
                      <a:pt x="35" y="51"/>
                      <a:pt x="35" y="51"/>
                    </a:cubicBezTo>
                    <a:cubicBezTo>
                      <a:pt x="35" y="50"/>
                      <a:pt x="35" y="50"/>
                      <a:pt x="36" y="52"/>
                    </a:cubicBezTo>
                    <a:cubicBezTo>
                      <a:pt x="36" y="51"/>
                      <a:pt x="36" y="51"/>
                      <a:pt x="36" y="51"/>
                    </a:cubicBezTo>
                    <a:cubicBezTo>
                      <a:pt x="37" y="52"/>
                      <a:pt x="37" y="52"/>
                      <a:pt x="38" y="51"/>
                    </a:cubicBezTo>
                    <a:cubicBezTo>
                      <a:pt x="37" y="51"/>
                      <a:pt x="37" y="50"/>
                      <a:pt x="37" y="49"/>
                    </a:cubicBezTo>
                    <a:cubicBezTo>
                      <a:pt x="36" y="46"/>
                      <a:pt x="37" y="49"/>
                      <a:pt x="37" y="47"/>
                    </a:cubicBezTo>
                    <a:cubicBezTo>
                      <a:pt x="37" y="48"/>
                      <a:pt x="38" y="49"/>
                      <a:pt x="38" y="50"/>
                    </a:cubicBezTo>
                    <a:cubicBezTo>
                      <a:pt x="39" y="52"/>
                      <a:pt x="39" y="50"/>
                      <a:pt x="40" y="50"/>
                    </a:cubicBezTo>
                    <a:cubicBezTo>
                      <a:pt x="40" y="49"/>
                      <a:pt x="40" y="49"/>
                      <a:pt x="40" y="49"/>
                    </a:cubicBezTo>
                    <a:cubicBezTo>
                      <a:pt x="42" y="51"/>
                      <a:pt x="41" y="48"/>
                      <a:pt x="42" y="49"/>
                    </a:cubicBezTo>
                    <a:cubicBezTo>
                      <a:pt x="42" y="48"/>
                      <a:pt x="41" y="45"/>
                      <a:pt x="41" y="45"/>
                    </a:cubicBezTo>
                    <a:cubicBezTo>
                      <a:pt x="41" y="43"/>
                      <a:pt x="42" y="47"/>
                      <a:pt x="43" y="48"/>
                    </a:cubicBezTo>
                    <a:cubicBezTo>
                      <a:pt x="43" y="48"/>
                      <a:pt x="43" y="47"/>
                      <a:pt x="43" y="47"/>
                    </a:cubicBezTo>
                    <a:cubicBezTo>
                      <a:pt x="43" y="48"/>
                      <a:pt x="43" y="48"/>
                      <a:pt x="43" y="48"/>
                    </a:cubicBezTo>
                    <a:cubicBezTo>
                      <a:pt x="43" y="47"/>
                      <a:pt x="43" y="46"/>
                      <a:pt x="44" y="47"/>
                    </a:cubicBezTo>
                    <a:cubicBezTo>
                      <a:pt x="44" y="47"/>
                      <a:pt x="44" y="47"/>
                      <a:pt x="44" y="47"/>
                    </a:cubicBezTo>
                    <a:cubicBezTo>
                      <a:pt x="44" y="47"/>
                      <a:pt x="45" y="48"/>
                      <a:pt x="45" y="48"/>
                    </a:cubicBezTo>
                    <a:cubicBezTo>
                      <a:pt x="44" y="46"/>
                      <a:pt x="45" y="47"/>
                      <a:pt x="45" y="45"/>
                    </a:cubicBezTo>
                    <a:cubicBezTo>
                      <a:pt x="45" y="46"/>
                      <a:pt x="45" y="46"/>
                      <a:pt x="45" y="46"/>
                    </a:cubicBezTo>
                    <a:cubicBezTo>
                      <a:pt x="45" y="44"/>
                      <a:pt x="45" y="44"/>
                      <a:pt x="45" y="44"/>
                    </a:cubicBezTo>
                    <a:cubicBezTo>
                      <a:pt x="45" y="45"/>
                      <a:pt x="45" y="45"/>
                      <a:pt x="45" y="45"/>
                    </a:cubicBezTo>
                    <a:cubicBezTo>
                      <a:pt x="46" y="47"/>
                      <a:pt x="46" y="47"/>
                      <a:pt x="46" y="47"/>
                    </a:cubicBezTo>
                    <a:cubicBezTo>
                      <a:pt x="46" y="48"/>
                      <a:pt x="45" y="45"/>
                      <a:pt x="45" y="45"/>
                    </a:cubicBezTo>
                    <a:cubicBezTo>
                      <a:pt x="45" y="43"/>
                      <a:pt x="46" y="45"/>
                      <a:pt x="46" y="45"/>
                    </a:cubicBezTo>
                    <a:cubicBezTo>
                      <a:pt x="46" y="46"/>
                      <a:pt x="46" y="45"/>
                      <a:pt x="46" y="45"/>
                    </a:cubicBezTo>
                    <a:cubicBezTo>
                      <a:pt x="46" y="47"/>
                      <a:pt x="46" y="46"/>
                      <a:pt x="46" y="47"/>
                    </a:cubicBezTo>
                    <a:cubicBezTo>
                      <a:pt x="46" y="47"/>
                      <a:pt x="46" y="45"/>
                      <a:pt x="46" y="45"/>
                    </a:cubicBezTo>
                    <a:cubicBezTo>
                      <a:pt x="46" y="45"/>
                      <a:pt x="47" y="45"/>
                      <a:pt x="47" y="46"/>
                    </a:cubicBezTo>
                    <a:cubicBezTo>
                      <a:pt x="47" y="45"/>
                      <a:pt x="47" y="45"/>
                      <a:pt x="47" y="45"/>
                    </a:cubicBezTo>
                    <a:cubicBezTo>
                      <a:pt x="47" y="44"/>
                      <a:pt x="46" y="44"/>
                      <a:pt x="46" y="43"/>
                    </a:cubicBezTo>
                    <a:cubicBezTo>
                      <a:pt x="46" y="43"/>
                      <a:pt x="46" y="42"/>
                      <a:pt x="46" y="43"/>
                    </a:cubicBezTo>
                    <a:cubicBezTo>
                      <a:pt x="46" y="43"/>
                      <a:pt x="46" y="43"/>
                      <a:pt x="46" y="43"/>
                    </a:cubicBezTo>
                    <a:cubicBezTo>
                      <a:pt x="46" y="43"/>
                      <a:pt x="47" y="43"/>
                      <a:pt x="46" y="42"/>
                    </a:cubicBezTo>
                    <a:cubicBezTo>
                      <a:pt x="47" y="44"/>
                      <a:pt x="47" y="44"/>
                      <a:pt x="47" y="44"/>
                    </a:cubicBezTo>
                    <a:cubicBezTo>
                      <a:pt x="47" y="43"/>
                      <a:pt x="47" y="43"/>
                      <a:pt x="47" y="42"/>
                    </a:cubicBezTo>
                    <a:cubicBezTo>
                      <a:pt x="48" y="44"/>
                      <a:pt x="49" y="46"/>
                      <a:pt x="49" y="46"/>
                    </a:cubicBezTo>
                    <a:cubicBezTo>
                      <a:pt x="49" y="44"/>
                      <a:pt x="49" y="44"/>
                      <a:pt x="49" y="44"/>
                    </a:cubicBezTo>
                    <a:cubicBezTo>
                      <a:pt x="49" y="44"/>
                      <a:pt x="49" y="44"/>
                      <a:pt x="50" y="45"/>
                    </a:cubicBezTo>
                    <a:cubicBezTo>
                      <a:pt x="51" y="46"/>
                      <a:pt x="48" y="40"/>
                      <a:pt x="49" y="42"/>
                    </a:cubicBezTo>
                    <a:cubicBezTo>
                      <a:pt x="50" y="44"/>
                      <a:pt x="50" y="44"/>
                      <a:pt x="51" y="44"/>
                    </a:cubicBezTo>
                    <a:cubicBezTo>
                      <a:pt x="50" y="43"/>
                      <a:pt x="50" y="43"/>
                      <a:pt x="50" y="43"/>
                    </a:cubicBezTo>
                    <a:cubicBezTo>
                      <a:pt x="50" y="42"/>
                      <a:pt x="51" y="45"/>
                      <a:pt x="50" y="43"/>
                    </a:cubicBezTo>
                    <a:cubicBezTo>
                      <a:pt x="50" y="42"/>
                      <a:pt x="50" y="42"/>
                      <a:pt x="50" y="42"/>
                    </a:cubicBezTo>
                    <a:cubicBezTo>
                      <a:pt x="52" y="46"/>
                      <a:pt x="52" y="42"/>
                      <a:pt x="54" y="44"/>
                    </a:cubicBezTo>
                    <a:cubicBezTo>
                      <a:pt x="52" y="42"/>
                      <a:pt x="54" y="43"/>
                      <a:pt x="53" y="42"/>
                    </a:cubicBezTo>
                    <a:cubicBezTo>
                      <a:pt x="54" y="45"/>
                      <a:pt x="54" y="42"/>
                      <a:pt x="54" y="43"/>
                    </a:cubicBezTo>
                    <a:cubicBezTo>
                      <a:pt x="53" y="41"/>
                      <a:pt x="53" y="41"/>
                      <a:pt x="53" y="41"/>
                    </a:cubicBezTo>
                    <a:cubicBezTo>
                      <a:pt x="54" y="42"/>
                      <a:pt x="53" y="37"/>
                      <a:pt x="54" y="40"/>
                    </a:cubicBezTo>
                    <a:cubicBezTo>
                      <a:pt x="55" y="40"/>
                      <a:pt x="55" y="41"/>
                      <a:pt x="55" y="42"/>
                    </a:cubicBezTo>
                    <a:cubicBezTo>
                      <a:pt x="56" y="44"/>
                      <a:pt x="55" y="39"/>
                      <a:pt x="56" y="42"/>
                    </a:cubicBezTo>
                    <a:cubicBezTo>
                      <a:pt x="56" y="41"/>
                      <a:pt x="55" y="40"/>
                      <a:pt x="55" y="39"/>
                    </a:cubicBezTo>
                    <a:cubicBezTo>
                      <a:pt x="56" y="40"/>
                      <a:pt x="57" y="41"/>
                      <a:pt x="57" y="41"/>
                    </a:cubicBezTo>
                    <a:cubicBezTo>
                      <a:pt x="57" y="41"/>
                      <a:pt x="57" y="40"/>
                      <a:pt x="57" y="40"/>
                    </a:cubicBezTo>
                    <a:cubicBezTo>
                      <a:pt x="57" y="41"/>
                      <a:pt x="57" y="41"/>
                      <a:pt x="57" y="42"/>
                    </a:cubicBezTo>
                    <a:cubicBezTo>
                      <a:pt x="58" y="42"/>
                      <a:pt x="58" y="41"/>
                      <a:pt x="58" y="40"/>
                    </a:cubicBezTo>
                    <a:cubicBezTo>
                      <a:pt x="59" y="41"/>
                      <a:pt x="59" y="40"/>
                      <a:pt x="60" y="41"/>
                    </a:cubicBezTo>
                    <a:cubicBezTo>
                      <a:pt x="59" y="39"/>
                      <a:pt x="61" y="42"/>
                      <a:pt x="60" y="39"/>
                    </a:cubicBezTo>
                    <a:cubicBezTo>
                      <a:pt x="60" y="40"/>
                      <a:pt x="60" y="40"/>
                      <a:pt x="60" y="40"/>
                    </a:cubicBezTo>
                    <a:cubicBezTo>
                      <a:pt x="60" y="39"/>
                      <a:pt x="59" y="37"/>
                      <a:pt x="59" y="37"/>
                    </a:cubicBezTo>
                    <a:cubicBezTo>
                      <a:pt x="60" y="39"/>
                      <a:pt x="60" y="39"/>
                      <a:pt x="60" y="39"/>
                    </a:cubicBezTo>
                    <a:cubicBezTo>
                      <a:pt x="61" y="41"/>
                      <a:pt x="61" y="39"/>
                      <a:pt x="61" y="40"/>
                    </a:cubicBezTo>
                    <a:cubicBezTo>
                      <a:pt x="60" y="38"/>
                      <a:pt x="62" y="40"/>
                      <a:pt x="61" y="38"/>
                    </a:cubicBezTo>
                    <a:cubicBezTo>
                      <a:pt x="61" y="38"/>
                      <a:pt x="61" y="38"/>
                      <a:pt x="61" y="38"/>
                    </a:cubicBezTo>
                    <a:cubicBezTo>
                      <a:pt x="61" y="37"/>
                      <a:pt x="60" y="37"/>
                      <a:pt x="61" y="36"/>
                    </a:cubicBezTo>
                    <a:cubicBezTo>
                      <a:pt x="61" y="36"/>
                      <a:pt x="62" y="38"/>
                      <a:pt x="62" y="38"/>
                    </a:cubicBezTo>
                    <a:cubicBezTo>
                      <a:pt x="62" y="39"/>
                      <a:pt x="62" y="38"/>
                      <a:pt x="62" y="38"/>
                    </a:cubicBezTo>
                    <a:cubicBezTo>
                      <a:pt x="62" y="38"/>
                      <a:pt x="62" y="38"/>
                      <a:pt x="62" y="37"/>
                    </a:cubicBezTo>
                    <a:cubicBezTo>
                      <a:pt x="62" y="38"/>
                      <a:pt x="62" y="38"/>
                      <a:pt x="62" y="38"/>
                    </a:cubicBezTo>
                    <a:cubicBezTo>
                      <a:pt x="62" y="38"/>
                      <a:pt x="62" y="38"/>
                      <a:pt x="62" y="38"/>
                    </a:cubicBezTo>
                    <a:cubicBezTo>
                      <a:pt x="62" y="38"/>
                      <a:pt x="62" y="38"/>
                      <a:pt x="62" y="38"/>
                    </a:cubicBezTo>
                    <a:cubicBezTo>
                      <a:pt x="62" y="38"/>
                      <a:pt x="62" y="38"/>
                      <a:pt x="62" y="38"/>
                    </a:cubicBezTo>
                    <a:cubicBezTo>
                      <a:pt x="62" y="38"/>
                      <a:pt x="63" y="38"/>
                      <a:pt x="63" y="38"/>
                    </a:cubicBezTo>
                    <a:cubicBezTo>
                      <a:pt x="63" y="38"/>
                      <a:pt x="63" y="38"/>
                      <a:pt x="63" y="38"/>
                    </a:cubicBezTo>
                    <a:cubicBezTo>
                      <a:pt x="63" y="38"/>
                      <a:pt x="63" y="38"/>
                      <a:pt x="63" y="38"/>
                    </a:cubicBezTo>
                    <a:cubicBezTo>
                      <a:pt x="64" y="40"/>
                      <a:pt x="64" y="40"/>
                      <a:pt x="64" y="40"/>
                    </a:cubicBezTo>
                    <a:cubicBezTo>
                      <a:pt x="64" y="40"/>
                      <a:pt x="64" y="38"/>
                      <a:pt x="63" y="37"/>
                    </a:cubicBezTo>
                    <a:cubicBezTo>
                      <a:pt x="64" y="38"/>
                      <a:pt x="65" y="36"/>
                      <a:pt x="65" y="36"/>
                    </a:cubicBezTo>
                    <a:cubicBezTo>
                      <a:pt x="65" y="36"/>
                      <a:pt x="65" y="37"/>
                      <a:pt x="65" y="36"/>
                    </a:cubicBezTo>
                    <a:cubicBezTo>
                      <a:pt x="65" y="36"/>
                      <a:pt x="65" y="34"/>
                      <a:pt x="65" y="35"/>
                    </a:cubicBezTo>
                    <a:cubicBezTo>
                      <a:pt x="65" y="35"/>
                      <a:pt x="66" y="36"/>
                      <a:pt x="66" y="36"/>
                    </a:cubicBezTo>
                    <a:cubicBezTo>
                      <a:pt x="66" y="37"/>
                      <a:pt x="66" y="35"/>
                      <a:pt x="66" y="35"/>
                    </a:cubicBezTo>
                    <a:cubicBezTo>
                      <a:pt x="67" y="37"/>
                      <a:pt x="66" y="33"/>
                      <a:pt x="67" y="34"/>
                    </a:cubicBezTo>
                    <a:cubicBezTo>
                      <a:pt x="67" y="34"/>
                      <a:pt x="68" y="35"/>
                      <a:pt x="68" y="36"/>
                    </a:cubicBezTo>
                    <a:cubicBezTo>
                      <a:pt x="68" y="35"/>
                      <a:pt x="68" y="34"/>
                      <a:pt x="68" y="32"/>
                    </a:cubicBezTo>
                    <a:cubicBezTo>
                      <a:pt x="68" y="34"/>
                      <a:pt x="68" y="34"/>
                      <a:pt x="68" y="34"/>
                    </a:cubicBezTo>
                    <a:cubicBezTo>
                      <a:pt x="69" y="34"/>
                      <a:pt x="69" y="33"/>
                      <a:pt x="69" y="32"/>
                    </a:cubicBezTo>
                    <a:cubicBezTo>
                      <a:pt x="68" y="31"/>
                      <a:pt x="68" y="30"/>
                      <a:pt x="68" y="30"/>
                    </a:cubicBezTo>
                    <a:cubicBezTo>
                      <a:pt x="68" y="30"/>
                      <a:pt x="68" y="30"/>
                      <a:pt x="68" y="30"/>
                    </a:cubicBezTo>
                    <a:cubicBezTo>
                      <a:pt x="68" y="29"/>
                      <a:pt x="68" y="29"/>
                      <a:pt x="68" y="29"/>
                    </a:cubicBezTo>
                    <a:cubicBezTo>
                      <a:pt x="69" y="30"/>
                      <a:pt x="68" y="30"/>
                      <a:pt x="69" y="30"/>
                    </a:cubicBezTo>
                    <a:cubicBezTo>
                      <a:pt x="70" y="33"/>
                      <a:pt x="70" y="31"/>
                      <a:pt x="70" y="32"/>
                    </a:cubicBezTo>
                    <a:cubicBezTo>
                      <a:pt x="70" y="30"/>
                      <a:pt x="70" y="30"/>
                      <a:pt x="70" y="30"/>
                    </a:cubicBezTo>
                    <a:cubicBezTo>
                      <a:pt x="70" y="29"/>
                      <a:pt x="71" y="31"/>
                      <a:pt x="71" y="31"/>
                    </a:cubicBezTo>
                    <a:cubicBezTo>
                      <a:pt x="69" y="26"/>
                      <a:pt x="69" y="26"/>
                      <a:pt x="69" y="26"/>
                    </a:cubicBezTo>
                    <a:cubicBezTo>
                      <a:pt x="69" y="27"/>
                      <a:pt x="71" y="28"/>
                      <a:pt x="71" y="29"/>
                    </a:cubicBezTo>
                    <a:cubicBezTo>
                      <a:pt x="71" y="29"/>
                      <a:pt x="70" y="26"/>
                      <a:pt x="70" y="24"/>
                    </a:cubicBezTo>
                    <a:cubicBezTo>
                      <a:pt x="70" y="25"/>
                      <a:pt x="70" y="24"/>
                      <a:pt x="70" y="23"/>
                    </a:cubicBezTo>
                    <a:cubicBezTo>
                      <a:pt x="71" y="25"/>
                      <a:pt x="70" y="23"/>
                      <a:pt x="71" y="24"/>
                    </a:cubicBezTo>
                    <a:cubicBezTo>
                      <a:pt x="72" y="26"/>
                      <a:pt x="72" y="26"/>
                      <a:pt x="72" y="26"/>
                    </a:cubicBezTo>
                    <a:cubicBezTo>
                      <a:pt x="71" y="26"/>
                      <a:pt x="73" y="28"/>
                      <a:pt x="73" y="29"/>
                    </a:cubicBezTo>
                    <a:cubicBezTo>
                      <a:pt x="73" y="28"/>
                      <a:pt x="74" y="28"/>
                      <a:pt x="75" y="29"/>
                    </a:cubicBezTo>
                    <a:cubicBezTo>
                      <a:pt x="73" y="26"/>
                      <a:pt x="74" y="27"/>
                      <a:pt x="73" y="25"/>
                    </a:cubicBezTo>
                    <a:cubicBezTo>
                      <a:pt x="74" y="24"/>
                      <a:pt x="74" y="27"/>
                      <a:pt x="75" y="27"/>
                    </a:cubicBezTo>
                    <a:cubicBezTo>
                      <a:pt x="75" y="26"/>
                      <a:pt x="76" y="26"/>
                      <a:pt x="76" y="26"/>
                    </a:cubicBezTo>
                    <a:cubicBezTo>
                      <a:pt x="76" y="26"/>
                      <a:pt x="76" y="26"/>
                      <a:pt x="76" y="26"/>
                    </a:cubicBezTo>
                    <a:cubicBezTo>
                      <a:pt x="76" y="25"/>
                      <a:pt x="77" y="26"/>
                      <a:pt x="77" y="23"/>
                    </a:cubicBezTo>
                    <a:cubicBezTo>
                      <a:pt x="77" y="25"/>
                      <a:pt x="77" y="25"/>
                      <a:pt x="77" y="25"/>
                    </a:cubicBezTo>
                    <a:cubicBezTo>
                      <a:pt x="78" y="25"/>
                      <a:pt x="76" y="22"/>
                      <a:pt x="77" y="23"/>
                    </a:cubicBezTo>
                    <a:cubicBezTo>
                      <a:pt x="78" y="24"/>
                      <a:pt x="78" y="24"/>
                      <a:pt x="78" y="24"/>
                    </a:cubicBezTo>
                    <a:cubicBezTo>
                      <a:pt x="78" y="23"/>
                      <a:pt x="79" y="25"/>
                      <a:pt x="78" y="23"/>
                    </a:cubicBezTo>
                    <a:cubicBezTo>
                      <a:pt x="79" y="24"/>
                      <a:pt x="79" y="24"/>
                      <a:pt x="79" y="24"/>
                    </a:cubicBezTo>
                    <a:cubicBezTo>
                      <a:pt x="79" y="23"/>
                      <a:pt x="79" y="24"/>
                      <a:pt x="79" y="22"/>
                    </a:cubicBezTo>
                    <a:cubicBezTo>
                      <a:pt x="80" y="24"/>
                      <a:pt x="80" y="24"/>
                      <a:pt x="80" y="24"/>
                    </a:cubicBezTo>
                    <a:cubicBezTo>
                      <a:pt x="80" y="25"/>
                      <a:pt x="79" y="22"/>
                      <a:pt x="80" y="22"/>
                    </a:cubicBezTo>
                    <a:cubicBezTo>
                      <a:pt x="80" y="22"/>
                      <a:pt x="81" y="23"/>
                      <a:pt x="81" y="23"/>
                    </a:cubicBezTo>
                    <a:cubicBezTo>
                      <a:pt x="80" y="22"/>
                      <a:pt x="81" y="22"/>
                      <a:pt x="81" y="21"/>
                    </a:cubicBezTo>
                    <a:cubicBezTo>
                      <a:pt x="82" y="23"/>
                      <a:pt x="82" y="23"/>
                      <a:pt x="82" y="23"/>
                    </a:cubicBezTo>
                    <a:cubicBezTo>
                      <a:pt x="84" y="22"/>
                      <a:pt x="86" y="22"/>
                      <a:pt x="86" y="19"/>
                    </a:cubicBezTo>
                    <a:cubicBezTo>
                      <a:pt x="88" y="21"/>
                      <a:pt x="87" y="21"/>
                      <a:pt x="87" y="22"/>
                    </a:cubicBezTo>
                    <a:cubicBezTo>
                      <a:pt x="87" y="20"/>
                      <a:pt x="87" y="22"/>
                      <a:pt x="88" y="21"/>
                    </a:cubicBezTo>
                    <a:cubicBezTo>
                      <a:pt x="88" y="21"/>
                      <a:pt x="88" y="21"/>
                      <a:pt x="88" y="21"/>
                    </a:cubicBezTo>
                    <a:cubicBezTo>
                      <a:pt x="88" y="20"/>
                      <a:pt x="89" y="22"/>
                      <a:pt x="89" y="21"/>
                    </a:cubicBezTo>
                    <a:cubicBezTo>
                      <a:pt x="88" y="20"/>
                      <a:pt x="88" y="20"/>
                      <a:pt x="88" y="20"/>
                    </a:cubicBezTo>
                    <a:cubicBezTo>
                      <a:pt x="88" y="19"/>
                      <a:pt x="90" y="23"/>
                      <a:pt x="89" y="20"/>
                    </a:cubicBezTo>
                    <a:cubicBezTo>
                      <a:pt x="90" y="22"/>
                      <a:pt x="90" y="22"/>
                      <a:pt x="90" y="22"/>
                    </a:cubicBezTo>
                    <a:cubicBezTo>
                      <a:pt x="89" y="19"/>
                      <a:pt x="91" y="22"/>
                      <a:pt x="90" y="20"/>
                    </a:cubicBezTo>
                    <a:cubicBezTo>
                      <a:pt x="90" y="20"/>
                      <a:pt x="90" y="20"/>
                      <a:pt x="90" y="20"/>
                    </a:cubicBezTo>
                    <a:cubicBezTo>
                      <a:pt x="91" y="21"/>
                      <a:pt x="90" y="17"/>
                      <a:pt x="91" y="19"/>
                    </a:cubicBezTo>
                    <a:cubicBezTo>
                      <a:pt x="91" y="19"/>
                      <a:pt x="91" y="18"/>
                      <a:pt x="91" y="16"/>
                    </a:cubicBezTo>
                    <a:cubicBezTo>
                      <a:pt x="92" y="19"/>
                      <a:pt x="92" y="19"/>
                      <a:pt x="92" y="19"/>
                    </a:cubicBezTo>
                    <a:cubicBezTo>
                      <a:pt x="93" y="17"/>
                      <a:pt x="94" y="17"/>
                      <a:pt x="94" y="14"/>
                    </a:cubicBezTo>
                    <a:cubicBezTo>
                      <a:pt x="95" y="15"/>
                      <a:pt x="95" y="15"/>
                      <a:pt x="95" y="15"/>
                    </a:cubicBezTo>
                    <a:cubicBezTo>
                      <a:pt x="95" y="13"/>
                      <a:pt x="97" y="17"/>
                      <a:pt x="96" y="13"/>
                    </a:cubicBezTo>
                    <a:cubicBezTo>
                      <a:pt x="96" y="11"/>
                      <a:pt x="96" y="11"/>
                      <a:pt x="96" y="11"/>
                    </a:cubicBezTo>
                    <a:cubicBezTo>
                      <a:pt x="97" y="13"/>
                      <a:pt x="97" y="13"/>
                      <a:pt x="97" y="13"/>
                    </a:cubicBezTo>
                    <a:cubicBezTo>
                      <a:pt x="97" y="12"/>
                      <a:pt x="98" y="13"/>
                      <a:pt x="97" y="11"/>
                    </a:cubicBezTo>
                    <a:cubicBezTo>
                      <a:pt x="98" y="13"/>
                      <a:pt x="98" y="13"/>
                      <a:pt x="98" y="13"/>
                    </a:cubicBezTo>
                    <a:cubicBezTo>
                      <a:pt x="98" y="13"/>
                      <a:pt x="98" y="10"/>
                      <a:pt x="98" y="11"/>
                    </a:cubicBezTo>
                    <a:cubicBezTo>
                      <a:pt x="98" y="11"/>
                      <a:pt x="98" y="11"/>
                      <a:pt x="98" y="11"/>
                    </a:cubicBezTo>
                    <a:cubicBezTo>
                      <a:pt x="101" y="14"/>
                      <a:pt x="104" y="15"/>
                      <a:pt x="104" y="11"/>
                    </a:cubicBezTo>
                    <a:cubicBezTo>
                      <a:pt x="104" y="10"/>
                      <a:pt x="105" y="13"/>
                      <a:pt x="105" y="13"/>
                    </a:cubicBezTo>
                    <a:cubicBezTo>
                      <a:pt x="106" y="9"/>
                      <a:pt x="109" y="14"/>
                      <a:pt x="109" y="8"/>
                    </a:cubicBezTo>
                    <a:cubicBezTo>
                      <a:pt x="110" y="6"/>
                      <a:pt x="108" y="1"/>
                      <a:pt x="108"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1" name="Freeform 114"/>
              <p:cNvSpPr/>
              <p:nvPr/>
            </p:nvSpPr>
            <p:spPr bwMode="auto">
              <a:xfrm>
                <a:off x="3897" y="1269"/>
                <a:ext cx="6" cy="2"/>
              </a:xfrm>
              <a:custGeom>
                <a:avLst/>
                <a:gdLst>
                  <a:gd name="T0" fmla="*/ 6 w 6"/>
                  <a:gd name="T1" fmla="*/ 0 h 2"/>
                  <a:gd name="T2" fmla="*/ 6 w 6"/>
                  <a:gd name="T3" fmla="*/ 0 h 2"/>
                  <a:gd name="T4" fmla="*/ 0 w 6"/>
                  <a:gd name="T5" fmla="*/ 2 h 2"/>
                  <a:gd name="T6" fmla="*/ 6 w 6"/>
                  <a:gd name="T7" fmla="*/ 0 h 2"/>
                </a:gdLst>
                <a:ahLst/>
                <a:cxnLst>
                  <a:cxn ang="0">
                    <a:pos x="T0" y="T1"/>
                  </a:cxn>
                  <a:cxn ang="0">
                    <a:pos x="T2" y="T3"/>
                  </a:cxn>
                  <a:cxn ang="0">
                    <a:pos x="T4" y="T5"/>
                  </a:cxn>
                  <a:cxn ang="0">
                    <a:pos x="T6" y="T7"/>
                  </a:cxn>
                </a:cxnLst>
                <a:rect l="0" t="0" r="r" b="b"/>
                <a:pathLst>
                  <a:path w="6" h="2">
                    <a:moveTo>
                      <a:pt x="6" y="0"/>
                    </a:moveTo>
                    <a:lnTo>
                      <a:pt x="6" y="0"/>
                    </a:lnTo>
                    <a:lnTo>
                      <a:pt x="0" y="2"/>
                    </a:lnTo>
                    <a:lnTo>
                      <a:pt x="6"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2" name="Freeform 115"/>
              <p:cNvSpPr/>
              <p:nvPr/>
            </p:nvSpPr>
            <p:spPr bwMode="auto">
              <a:xfrm>
                <a:off x="3935" y="1214"/>
                <a:ext cx="78" cy="253"/>
              </a:xfrm>
              <a:custGeom>
                <a:avLst/>
                <a:gdLst>
                  <a:gd name="T0" fmla="*/ 15 w 37"/>
                  <a:gd name="T1" fmla="*/ 54 h 119"/>
                  <a:gd name="T2" fmla="*/ 12 w 37"/>
                  <a:gd name="T3" fmla="*/ 62 h 119"/>
                  <a:gd name="T4" fmla="*/ 8 w 37"/>
                  <a:gd name="T5" fmla="*/ 67 h 119"/>
                  <a:gd name="T6" fmla="*/ 6 w 37"/>
                  <a:gd name="T7" fmla="*/ 78 h 119"/>
                  <a:gd name="T8" fmla="*/ 4 w 37"/>
                  <a:gd name="T9" fmla="*/ 84 h 119"/>
                  <a:gd name="T10" fmla="*/ 2 w 37"/>
                  <a:gd name="T11" fmla="*/ 96 h 119"/>
                  <a:gd name="T12" fmla="*/ 5 w 37"/>
                  <a:gd name="T13" fmla="*/ 103 h 119"/>
                  <a:gd name="T14" fmla="*/ 2 w 37"/>
                  <a:gd name="T15" fmla="*/ 111 h 119"/>
                  <a:gd name="T16" fmla="*/ 2 w 37"/>
                  <a:gd name="T17" fmla="*/ 115 h 119"/>
                  <a:gd name="T18" fmla="*/ 7 w 37"/>
                  <a:gd name="T19" fmla="*/ 117 h 119"/>
                  <a:gd name="T20" fmla="*/ 8 w 37"/>
                  <a:gd name="T21" fmla="*/ 117 h 119"/>
                  <a:gd name="T22" fmla="*/ 9 w 37"/>
                  <a:gd name="T23" fmla="*/ 115 h 119"/>
                  <a:gd name="T24" fmla="*/ 12 w 37"/>
                  <a:gd name="T25" fmla="*/ 113 h 119"/>
                  <a:gd name="T26" fmla="*/ 15 w 37"/>
                  <a:gd name="T27" fmla="*/ 110 h 119"/>
                  <a:gd name="T28" fmla="*/ 17 w 37"/>
                  <a:gd name="T29" fmla="*/ 110 h 119"/>
                  <a:gd name="T30" fmla="*/ 17 w 37"/>
                  <a:gd name="T31" fmla="*/ 108 h 119"/>
                  <a:gd name="T32" fmla="*/ 18 w 37"/>
                  <a:gd name="T33" fmla="*/ 108 h 119"/>
                  <a:gd name="T34" fmla="*/ 21 w 37"/>
                  <a:gd name="T35" fmla="*/ 108 h 119"/>
                  <a:gd name="T36" fmla="*/ 15 w 37"/>
                  <a:gd name="T37" fmla="*/ 104 h 119"/>
                  <a:gd name="T38" fmla="*/ 18 w 37"/>
                  <a:gd name="T39" fmla="*/ 104 h 119"/>
                  <a:gd name="T40" fmla="*/ 20 w 37"/>
                  <a:gd name="T41" fmla="*/ 104 h 119"/>
                  <a:gd name="T42" fmla="*/ 22 w 37"/>
                  <a:gd name="T43" fmla="*/ 102 h 119"/>
                  <a:gd name="T44" fmla="*/ 20 w 37"/>
                  <a:gd name="T45" fmla="*/ 100 h 119"/>
                  <a:gd name="T46" fmla="*/ 22 w 37"/>
                  <a:gd name="T47" fmla="*/ 99 h 119"/>
                  <a:gd name="T48" fmla="*/ 15 w 37"/>
                  <a:gd name="T49" fmla="*/ 95 h 119"/>
                  <a:gd name="T50" fmla="*/ 21 w 37"/>
                  <a:gd name="T51" fmla="*/ 97 h 119"/>
                  <a:gd name="T52" fmla="*/ 24 w 37"/>
                  <a:gd name="T53" fmla="*/ 92 h 119"/>
                  <a:gd name="T54" fmla="*/ 24 w 37"/>
                  <a:gd name="T55" fmla="*/ 89 h 119"/>
                  <a:gd name="T56" fmla="*/ 21 w 37"/>
                  <a:gd name="T57" fmla="*/ 85 h 119"/>
                  <a:gd name="T58" fmla="*/ 26 w 37"/>
                  <a:gd name="T59" fmla="*/ 81 h 119"/>
                  <a:gd name="T60" fmla="*/ 24 w 37"/>
                  <a:gd name="T61" fmla="*/ 78 h 119"/>
                  <a:gd name="T62" fmla="*/ 25 w 37"/>
                  <a:gd name="T63" fmla="*/ 77 h 119"/>
                  <a:gd name="T64" fmla="*/ 23 w 37"/>
                  <a:gd name="T65" fmla="*/ 75 h 119"/>
                  <a:gd name="T66" fmla="*/ 27 w 37"/>
                  <a:gd name="T67" fmla="*/ 75 h 119"/>
                  <a:gd name="T68" fmla="*/ 26 w 37"/>
                  <a:gd name="T69" fmla="*/ 72 h 119"/>
                  <a:gd name="T70" fmla="*/ 25 w 37"/>
                  <a:gd name="T71" fmla="*/ 67 h 119"/>
                  <a:gd name="T72" fmla="*/ 29 w 37"/>
                  <a:gd name="T73" fmla="*/ 65 h 119"/>
                  <a:gd name="T74" fmla="*/ 28 w 37"/>
                  <a:gd name="T75" fmla="*/ 61 h 119"/>
                  <a:gd name="T76" fmla="*/ 29 w 37"/>
                  <a:gd name="T77" fmla="*/ 59 h 119"/>
                  <a:gd name="T78" fmla="*/ 29 w 37"/>
                  <a:gd name="T79" fmla="*/ 59 h 119"/>
                  <a:gd name="T80" fmla="*/ 29 w 37"/>
                  <a:gd name="T81" fmla="*/ 56 h 119"/>
                  <a:gd name="T82" fmla="*/ 27 w 37"/>
                  <a:gd name="T83" fmla="*/ 51 h 119"/>
                  <a:gd name="T84" fmla="*/ 25 w 37"/>
                  <a:gd name="T85" fmla="*/ 49 h 119"/>
                  <a:gd name="T86" fmla="*/ 27 w 37"/>
                  <a:gd name="T87" fmla="*/ 47 h 119"/>
                  <a:gd name="T88" fmla="*/ 29 w 37"/>
                  <a:gd name="T89" fmla="*/ 44 h 119"/>
                  <a:gd name="T90" fmla="*/ 27 w 37"/>
                  <a:gd name="T91" fmla="*/ 39 h 119"/>
                  <a:gd name="T92" fmla="*/ 28 w 37"/>
                  <a:gd name="T93" fmla="*/ 37 h 119"/>
                  <a:gd name="T94" fmla="*/ 31 w 37"/>
                  <a:gd name="T95" fmla="*/ 30 h 119"/>
                  <a:gd name="T96" fmla="*/ 32 w 37"/>
                  <a:gd name="T97" fmla="*/ 27 h 119"/>
                  <a:gd name="T98" fmla="*/ 29 w 37"/>
                  <a:gd name="T99" fmla="*/ 19 h 119"/>
                  <a:gd name="T100" fmla="*/ 30 w 37"/>
                  <a:gd name="T101" fmla="*/ 16 h 119"/>
                  <a:gd name="T102" fmla="*/ 26 w 37"/>
                  <a:gd name="T103" fmla="*/ 0 h 119"/>
                  <a:gd name="T104" fmla="*/ 18 w 37"/>
                  <a:gd name="T105" fmla="*/ 21 h 119"/>
                  <a:gd name="T106" fmla="*/ 11 w 37"/>
                  <a:gd name="T107" fmla="*/ 3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 h="119">
                    <a:moveTo>
                      <a:pt x="11" y="38"/>
                    </a:moveTo>
                    <a:cubicBezTo>
                      <a:pt x="11" y="42"/>
                      <a:pt x="12" y="46"/>
                      <a:pt x="12" y="50"/>
                    </a:cubicBezTo>
                    <a:cubicBezTo>
                      <a:pt x="15" y="51"/>
                      <a:pt x="13" y="52"/>
                      <a:pt x="16" y="53"/>
                    </a:cubicBezTo>
                    <a:cubicBezTo>
                      <a:pt x="15" y="53"/>
                      <a:pt x="15" y="53"/>
                      <a:pt x="15" y="53"/>
                    </a:cubicBezTo>
                    <a:cubicBezTo>
                      <a:pt x="16" y="53"/>
                      <a:pt x="14" y="53"/>
                      <a:pt x="13" y="54"/>
                    </a:cubicBezTo>
                    <a:cubicBezTo>
                      <a:pt x="14" y="54"/>
                      <a:pt x="13" y="54"/>
                      <a:pt x="15" y="54"/>
                    </a:cubicBezTo>
                    <a:cubicBezTo>
                      <a:pt x="17" y="55"/>
                      <a:pt x="12" y="54"/>
                      <a:pt x="13" y="55"/>
                    </a:cubicBezTo>
                    <a:cubicBezTo>
                      <a:pt x="13" y="55"/>
                      <a:pt x="14" y="55"/>
                      <a:pt x="14" y="55"/>
                    </a:cubicBezTo>
                    <a:cubicBezTo>
                      <a:pt x="16" y="56"/>
                      <a:pt x="13" y="55"/>
                      <a:pt x="11" y="55"/>
                    </a:cubicBezTo>
                    <a:cubicBezTo>
                      <a:pt x="11" y="57"/>
                      <a:pt x="13" y="59"/>
                      <a:pt x="11" y="61"/>
                    </a:cubicBezTo>
                    <a:cubicBezTo>
                      <a:pt x="11" y="60"/>
                      <a:pt x="13" y="61"/>
                      <a:pt x="13" y="61"/>
                    </a:cubicBezTo>
                    <a:cubicBezTo>
                      <a:pt x="9" y="60"/>
                      <a:pt x="13" y="62"/>
                      <a:pt x="12" y="62"/>
                    </a:cubicBezTo>
                    <a:cubicBezTo>
                      <a:pt x="11" y="61"/>
                      <a:pt x="11" y="61"/>
                      <a:pt x="11" y="61"/>
                    </a:cubicBezTo>
                    <a:cubicBezTo>
                      <a:pt x="9" y="62"/>
                      <a:pt x="11" y="63"/>
                      <a:pt x="10" y="63"/>
                    </a:cubicBezTo>
                    <a:cubicBezTo>
                      <a:pt x="11" y="64"/>
                      <a:pt x="8" y="64"/>
                      <a:pt x="9" y="65"/>
                    </a:cubicBezTo>
                    <a:cubicBezTo>
                      <a:pt x="8" y="64"/>
                      <a:pt x="8" y="65"/>
                      <a:pt x="8" y="65"/>
                    </a:cubicBezTo>
                    <a:cubicBezTo>
                      <a:pt x="11" y="66"/>
                      <a:pt x="6" y="66"/>
                      <a:pt x="8" y="67"/>
                    </a:cubicBezTo>
                    <a:cubicBezTo>
                      <a:pt x="8" y="67"/>
                      <a:pt x="8" y="67"/>
                      <a:pt x="8" y="67"/>
                    </a:cubicBezTo>
                    <a:cubicBezTo>
                      <a:pt x="8" y="68"/>
                      <a:pt x="6" y="70"/>
                      <a:pt x="8" y="72"/>
                    </a:cubicBezTo>
                    <a:cubicBezTo>
                      <a:pt x="8" y="73"/>
                      <a:pt x="4" y="73"/>
                      <a:pt x="5" y="75"/>
                    </a:cubicBezTo>
                    <a:cubicBezTo>
                      <a:pt x="7" y="76"/>
                      <a:pt x="7" y="76"/>
                      <a:pt x="7" y="76"/>
                    </a:cubicBezTo>
                    <a:cubicBezTo>
                      <a:pt x="7" y="76"/>
                      <a:pt x="6" y="75"/>
                      <a:pt x="5" y="75"/>
                    </a:cubicBezTo>
                    <a:cubicBezTo>
                      <a:pt x="7" y="76"/>
                      <a:pt x="5" y="76"/>
                      <a:pt x="5" y="77"/>
                    </a:cubicBezTo>
                    <a:cubicBezTo>
                      <a:pt x="5" y="77"/>
                      <a:pt x="5" y="78"/>
                      <a:pt x="6" y="78"/>
                    </a:cubicBezTo>
                    <a:cubicBezTo>
                      <a:pt x="4" y="78"/>
                      <a:pt x="7" y="80"/>
                      <a:pt x="5" y="80"/>
                    </a:cubicBezTo>
                    <a:cubicBezTo>
                      <a:pt x="8" y="81"/>
                      <a:pt x="6" y="80"/>
                      <a:pt x="7" y="81"/>
                    </a:cubicBezTo>
                    <a:cubicBezTo>
                      <a:pt x="7" y="81"/>
                      <a:pt x="6" y="81"/>
                      <a:pt x="5" y="81"/>
                    </a:cubicBezTo>
                    <a:cubicBezTo>
                      <a:pt x="6" y="81"/>
                      <a:pt x="6" y="82"/>
                      <a:pt x="4" y="82"/>
                    </a:cubicBezTo>
                    <a:cubicBezTo>
                      <a:pt x="5" y="82"/>
                      <a:pt x="6" y="83"/>
                      <a:pt x="6" y="83"/>
                    </a:cubicBezTo>
                    <a:cubicBezTo>
                      <a:pt x="3" y="83"/>
                      <a:pt x="5" y="84"/>
                      <a:pt x="4" y="84"/>
                    </a:cubicBezTo>
                    <a:cubicBezTo>
                      <a:pt x="6" y="85"/>
                      <a:pt x="8" y="86"/>
                      <a:pt x="7" y="86"/>
                    </a:cubicBezTo>
                    <a:cubicBezTo>
                      <a:pt x="4" y="85"/>
                      <a:pt x="4" y="85"/>
                      <a:pt x="4" y="85"/>
                    </a:cubicBezTo>
                    <a:cubicBezTo>
                      <a:pt x="5" y="86"/>
                      <a:pt x="2" y="87"/>
                      <a:pt x="4" y="90"/>
                    </a:cubicBezTo>
                    <a:cubicBezTo>
                      <a:pt x="3" y="89"/>
                      <a:pt x="3" y="89"/>
                      <a:pt x="3" y="89"/>
                    </a:cubicBezTo>
                    <a:cubicBezTo>
                      <a:pt x="4" y="91"/>
                      <a:pt x="1" y="92"/>
                      <a:pt x="4" y="95"/>
                    </a:cubicBezTo>
                    <a:cubicBezTo>
                      <a:pt x="3" y="95"/>
                      <a:pt x="2" y="95"/>
                      <a:pt x="2" y="96"/>
                    </a:cubicBezTo>
                    <a:cubicBezTo>
                      <a:pt x="3" y="97"/>
                      <a:pt x="3" y="97"/>
                      <a:pt x="5" y="98"/>
                    </a:cubicBezTo>
                    <a:cubicBezTo>
                      <a:pt x="5" y="98"/>
                      <a:pt x="4" y="98"/>
                      <a:pt x="3" y="98"/>
                    </a:cubicBezTo>
                    <a:cubicBezTo>
                      <a:pt x="2" y="98"/>
                      <a:pt x="0" y="98"/>
                      <a:pt x="2" y="99"/>
                    </a:cubicBezTo>
                    <a:cubicBezTo>
                      <a:pt x="1" y="99"/>
                      <a:pt x="1" y="99"/>
                      <a:pt x="1" y="99"/>
                    </a:cubicBezTo>
                    <a:cubicBezTo>
                      <a:pt x="2" y="100"/>
                      <a:pt x="4" y="101"/>
                      <a:pt x="2" y="102"/>
                    </a:cubicBezTo>
                    <a:cubicBezTo>
                      <a:pt x="3" y="102"/>
                      <a:pt x="3" y="103"/>
                      <a:pt x="5" y="103"/>
                    </a:cubicBezTo>
                    <a:cubicBezTo>
                      <a:pt x="5" y="103"/>
                      <a:pt x="3" y="103"/>
                      <a:pt x="4" y="103"/>
                    </a:cubicBezTo>
                    <a:cubicBezTo>
                      <a:pt x="2" y="102"/>
                      <a:pt x="2" y="102"/>
                      <a:pt x="2" y="102"/>
                    </a:cubicBezTo>
                    <a:cubicBezTo>
                      <a:pt x="1" y="104"/>
                      <a:pt x="2" y="105"/>
                      <a:pt x="3" y="107"/>
                    </a:cubicBezTo>
                    <a:cubicBezTo>
                      <a:pt x="0" y="107"/>
                      <a:pt x="3" y="108"/>
                      <a:pt x="1" y="109"/>
                    </a:cubicBezTo>
                    <a:cubicBezTo>
                      <a:pt x="2" y="110"/>
                      <a:pt x="0" y="110"/>
                      <a:pt x="3" y="111"/>
                    </a:cubicBezTo>
                    <a:cubicBezTo>
                      <a:pt x="2" y="111"/>
                      <a:pt x="2" y="111"/>
                      <a:pt x="2" y="111"/>
                    </a:cubicBezTo>
                    <a:cubicBezTo>
                      <a:pt x="1" y="111"/>
                      <a:pt x="2" y="112"/>
                      <a:pt x="1" y="113"/>
                    </a:cubicBezTo>
                    <a:cubicBezTo>
                      <a:pt x="1" y="114"/>
                      <a:pt x="3" y="114"/>
                      <a:pt x="4" y="114"/>
                    </a:cubicBezTo>
                    <a:cubicBezTo>
                      <a:pt x="2" y="114"/>
                      <a:pt x="2" y="114"/>
                      <a:pt x="2" y="114"/>
                    </a:cubicBezTo>
                    <a:cubicBezTo>
                      <a:pt x="3" y="115"/>
                      <a:pt x="5" y="115"/>
                      <a:pt x="7" y="115"/>
                    </a:cubicBezTo>
                    <a:cubicBezTo>
                      <a:pt x="6" y="115"/>
                      <a:pt x="7" y="115"/>
                      <a:pt x="6" y="115"/>
                    </a:cubicBezTo>
                    <a:cubicBezTo>
                      <a:pt x="5" y="115"/>
                      <a:pt x="4" y="115"/>
                      <a:pt x="2" y="115"/>
                    </a:cubicBezTo>
                    <a:cubicBezTo>
                      <a:pt x="1" y="116"/>
                      <a:pt x="5" y="116"/>
                      <a:pt x="3" y="117"/>
                    </a:cubicBezTo>
                    <a:cubicBezTo>
                      <a:pt x="2" y="117"/>
                      <a:pt x="3" y="118"/>
                      <a:pt x="5" y="117"/>
                    </a:cubicBezTo>
                    <a:cubicBezTo>
                      <a:pt x="4" y="117"/>
                      <a:pt x="4" y="118"/>
                      <a:pt x="3" y="118"/>
                    </a:cubicBezTo>
                    <a:cubicBezTo>
                      <a:pt x="3" y="118"/>
                      <a:pt x="3" y="118"/>
                      <a:pt x="4" y="118"/>
                    </a:cubicBezTo>
                    <a:cubicBezTo>
                      <a:pt x="4" y="118"/>
                      <a:pt x="4" y="118"/>
                      <a:pt x="4" y="118"/>
                    </a:cubicBezTo>
                    <a:cubicBezTo>
                      <a:pt x="5" y="118"/>
                      <a:pt x="5" y="118"/>
                      <a:pt x="7" y="117"/>
                    </a:cubicBezTo>
                    <a:cubicBezTo>
                      <a:pt x="7" y="117"/>
                      <a:pt x="6" y="117"/>
                      <a:pt x="7" y="117"/>
                    </a:cubicBezTo>
                    <a:cubicBezTo>
                      <a:pt x="8" y="117"/>
                      <a:pt x="8" y="117"/>
                      <a:pt x="7" y="118"/>
                    </a:cubicBezTo>
                    <a:cubicBezTo>
                      <a:pt x="6" y="118"/>
                      <a:pt x="5" y="118"/>
                      <a:pt x="4" y="119"/>
                    </a:cubicBezTo>
                    <a:cubicBezTo>
                      <a:pt x="7" y="118"/>
                      <a:pt x="7" y="118"/>
                      <a:pt x="7" y="118"/>
                    </a:cubicBezTo>
                    <a:cubicBezTo>
                      <a:pt x="7" y="118"/>
                      <a:pt x="8" y="118"/>
                      <a:pt x="9" y="117"/>
                    </a:cubicBezTo>
                    <a:cubicBezTo>
                      <a:pt x="8" y="117"/>
                      <a:pt x="8" y="117"/>
                      <a:pt x="8" y="117"/>
                    </a:cubicBezTo>
                    <a:cubicBezTo>
                      <a:pt x="9" y="117"/>
                      <a:pt x="9" y="117"/>
                      <a:pt x="9" y="117"/>
                    </a:cubicBezTo>
                    <a:cubicBezTo>
                      <a:pt x="9" y="117"/>
                      <a:pt x="10" y="116"/>
                      <a:pt x="9" y="116"/>
                    </a:cubicBezTo>
                    <a:cubicBezTo>
                      <a:pt x="7" y="116"/>
                      <a:pt x="7" y="116"/>
                      <a:pt x="7" y="116"/>
                    </a:cubicBezTo>
                    <a:cubicBezTo>
                      <a:pt x="7" y="116"/>
                      <a:pt x="5" y="116"/>
                      <a:pt x="7" y="116"/>
                    </a:cubicBezTo>
                    <a:cubicBezTo>
                      <a:pt x="9" y="115"/>
                      <a:pt x="9" y="115"/>
                      <a:pt x="9" y="115"/>
                    </a:cubicBezTo>
                    <a:cubicBezTo>
                      <a:pt x="9" y="115"/>
                      <a:pt x="8" y="115"/>
                      <a:pt x="9" y="115"/>
                    </a:cubicBezTo>
                    <a:cubicBezTo>
                      <a:pt x="11" y="115"/>
                      <a:pt x="11" y="115"/>
                      <a:pt x="11" y="115"/>
                    </a:cubicBezTo>
                    <a:cubicBezTo>
                      <a:pt x="8" y="115"/>
                      <a:pt x="10" y="114"/>
                      <a:pt x="9" y="114"/>
                    </a:cubicBezTo>
                    <a:cubicBezTo>
                      <a:pt x="10" y="114"/>
                      <a:pt x="10" y="114"/>
                      <a:pt x="10" y="114"/>
                    </a:cubicBezTo>
                    <a:cubicBezTo>
                      <a:pt x="11" y="114"/>
                      <a:pt x="8" y="114"/>
                      <a:pt x="8" y="114"/>
                    </a:cubicBezTo>
                    <a:cubicBezTo>
                      <a:pt x="9" y="114"/>
                      <a:pt x="11" y="114"/>
                      <a:pt x="12" y="114"/>
                    </a:cubicBezTo>
                    <a:cubicBezTo>
                      <a:pt x="12" y="113"/>
                      <a:pt x="10" y="113"/>
                      <a:pt x="12" y="113"/>
                    </a:cubicBezTo>
                    <a:cubicBezTo>
                      <a:pt x="11" y="112"/>
                      <a:pt x="10" y="112"/>
                      <a:pt x="9" y="111"/>
                    </a:cubicBezTo>
                    <a:cubicBezTo>
                      <a:pt x="9" y="111"/>
                      <a:pt x="12" y="112"/>
                      <a:pt x="11" y="111"/>
                    </a:cubicBezTo>
                    <a:cubicBezTo>
                      <a:pt x="12" y="111"/>
                      <a:pt x="13" y="111"/>
                      <a:pt x="14" y="111"/>
                    </a:cubicBezTo>
                    <a:cubicBezTo>
                      <a:pt x="13" y="111"/>
                      <a:pt x="14" y="111"/>
                      <a:pt x="12" y="111"/>
                    </a:cubicBezTo>
                    <a:cubicBezTo>
                      <a:pt x="12" y="110"/>
                      <a:pt x="13" y="110"/>
                      <a:pt x="12" y="109"/>
                    </a:cubicBezTo>
                    <a:cubicBezTo>
                      <a:pt x="12" y="109"/>
                      <a:pt x="14" y="110"/>
                      <a:pt x="15" y="110"/>
                    </a:cubicBezTo>
                    <a:cubicBezTo>
                      <a:pt x="13" y="109"/>
                      <a:pt x="13" y="109"/>
                      <a:pt x="13" y="108"/>
                    </a:cubicBezTo>
                    <a:cubicBezTo>
                      <a:pt x="11" y="108"/>
                      <a:pt x="11" y="108"/>
                      <a:pt x="10" y="108"/>
                    </a:cubicBezTo>
                    <a:cubicBezTo>
                      <a:pt x="9" y="108"/>
                      <a:pt x="9" y="107"/>
                      <a:pt x="9" y="107"/>
                    </a:cubicBezTo>
                    <a:cubicBezTo>
                      <a:pt x="11" y="108"/>
                      <a:pt x="13" y="108"/>
                      <a:pt x="14" y="108"/>
                    </a:cubicBezTo>
                    <a:cubicBezTo>
                      <a:pt x="16" y="108"/>
                      <a:pt x="13" y="108"/>
                      <a:pt x="16" y="109"/>
                    </a:cubicBezTo>
                    <a:cubicBezTo>
                      <a:pt x="18" y="109"/>
                      <a:pt x="18" y="110"/>
                      <a:pt x="17" y="110"/>
                    </a:cubicBezTo>
                    <a:cubicBezTo>
                      <a:pt x="19" y="111"/>
                      <a:pt x="17" y="110"/>
                      <a:pt x="19" y="110"/>
                    </a:cubicBezTo>
                    <a:cubicBezTo>
                      <a:pt x="19" y="110"/>
                      <a:pt x="18" y="110"/>
                      <a:pt x="18" y="109"/>
                    </a:cubicBezTo>
                    <a:cubicBezTo>
                      <a:pt x="17" y="109"/>
                      <a:pt x="16" y="109"/>
                      <a:pt x="15" y="108"/>
                    </a:cubicBezTo>
                    <a:cubicBezTo>
                      <a:pt x="13" y="108"/>
                      <a:pt x="17" y="108"/>
                      <a:pt x="17" y="108"/>
                    </a:cubicBezTo>
                    <a:cubicBezTo>
                      <a:pt x="18" y="109"/>
                      <a:pt x="18" y="109"/>
                      <a:pt x="18" y="109"/>
                    </a:cubicBezTo>
                    <a:cubicBezTo>
                      <a:pt x="19" y="109"/>
                      <a:pt x="17" y="108"/>
                      <a:pt x="17" y="108"/>
                    </a:cubicBezTo>
                    <a:cubicBezTo>
                      <a:pt x="21" y="109"/>
                      <a:pt x="18" y="108"/>
                      <a:pt x="20" y="109"/>
                    </a:cubicBezTo>
                    <a:cubicBezTo>
                      <a:pt x="22" y="109"/>
                      <a:pt x="22" y="109"/>
                      <a:pt x="22" y="109"/>
                    </a:cubicBezTo>
                    <a:cubicBezTo>
                      <a:pt x="22" y="109"/>
                      <a:pt x="19" y="109"/>
                      <a:pt x="20" y="108"/>
                    </a:cubicBezTo>
                    <a:cubicBezTo>
                      <a:pt x="21" y="109"/>
                      <a:pt x="21" y="109"/>
                      <a:pt x="21" y="109"/>
                    </a:cubicBezTo>
                    <a:cubicBezTo>
                      <a:pt x="21" y="108"/>
                      <a:pt x="21" y="108"/>
                      <a:pt x="21" y="108"/>
                    </a:cubicBezTo>
                    <a:cubicBezTo>
                      <a:pt x="20" y="108"/>
                      <a:pt x="18" y="108"/>
                      <a:pt x="18" y="108"/>
                    </a:cubicBezTo>
                    <a:cubicBezTo>
                      <a:pt x="15" y="107"/>
                      <a:pt x="18" y="108"/>
                      <a:pt x="17" y="107"/>
                    </a:cubicBezTo>
                    <a:cubicBezTo>
                      <a:pt x="15" y="106"/>
                      <a:pt x="17" y="107"/>
                      <a:pt x="16" y="107"/>
                    </a:cubicBezTo>
                    <a:cubicBezTo>
                      <a:pt x="14" y="106"/>
                      <a:pt x="14" y="106"/>
                      <a:pt x="14" y="106"/>
                    </a:cubicBezTo>
                    <a:cubicBezTo>
                      <a:pt x="14" y="105"/>
                      <a:pt x="16" y="106"/>
                      <a:pt x="17" y="106"/>
                    </a:cubicBezTo>
                    <a:cubicBezTo>
                      <a:pt x="17" y="106"/>
                      <a:pt x="17" y="107"/>
                      <a:pt x="16" y="106"/>
                    </a:cubicBezTo>
                    <a:cubicBezTo>
                      <a:pt x="18" y="107"/>
                      <a:pt x="20" y="107"/>
                      <a:pt x="21" y="108"/>
                    </a:cubicBezTo>
                    <a:cubicBezTo>
                      <a:pt x="22" y="108"/>
                      <a:pt x="20" y="107"/>
                      <a:pt x="20" y="107"/>
                    </a:cubicBezTo>
                    <a:cubicBezTo>
                      <a:pt x="19" y="107"/>
                      <a:pt x="18" y="107"/>
                      <a:pt x="17" y="106"/>
                    </a:cubicBezTo>
                    <a:cubicBezTo>
                      <a:pt x="13" y="105"/>
                      <a:pt x="21" y="107"/>
                      <a:pt x="20" y="106"/>
                    </a:cubicBezTo>
                    <a:cubicBezTo>
                      <a:pt x="17" y="106"/>
                      <a:pt x="16" y="104"/>
                      <a:pt x="13" y="104"/>
                    </a:cubicBezTo>
                    <a:cubicBezTo>
                      <a:pt x="12" y="104"/>
                      <a:pt x="12" y="103"/>
                      <a:pt x="12" y="103"/>
                    </a:cubicBezTo>
                    <a:cubicBezTo>
                      <a:pt x="14" y="104"/>
                      <a:pt x="13" y="103"/>
                      <a:pt x="15" y="104"/>
                    </a:cubicBezTo>
                    <a:cubicBezTo>
                      <a:pt x="15" y="104"/>
                      <a:pt x="15" y="104"/>
                      <a:pt x="15" y="104"/>
                    </a:cubicBezTo>
                    <a:cubicBezTo>
                      <a:pt x="18" y="105"/>
                      <a:pt x="18" y="105"/>
                      <a:pt x="18" y="105"/>
                    </a:cubicBezTo>
                    <a:cubicBezTo>
                      <a:pt x="22" y="106"/>
                      <a:pt x="22" y="106"/>
                      <a:pt x="22" y="106"/>
                    </a:cubicBezTo>
                    <a:cubicBezTo>
                      <a:pt x="21" y="105"/>
                      <a:pt x="20" y="105"/>
                      <a:pt x="19" y="105"/>
                    </a:cubicBezTo>
                    <a:cubicBezTo>
                      <a:pt x="20" y="105"/>
                      <a:pt x="21" y="105"/>
                      <a:pt x="21" y="105"/>
                    </a:cubicBezTo>
                    <a:cubicBezTo>
                      <a:pt x="20" y="105"/>
                      <a:pt x="18" y="104"/>
                      <a:pt x="18" y="104"/>
                    </a:cubicBezTo>
                    <a:cubicBezTo>
                      <a:pt x="18" y="103"/>
                      <a:pt x="20" y="104"/>
                      <a:pt x="20" y="104"/>
                    </a:cubicBezTo>
                    <a:cubicBezTo>
                      <a:pt x="22" y="105"/>
                      <a:pt x="22" y="105"/>
                      <a:pt x="22" y="105"/>
                    </a:cubicBezTo>
                    <a:cubicBezTo>
                      <a:pt x="21" y="104"/>
                      <a:pt x="23" y="105"/>
                      <a:pt x="22" y="105"/>
                    </a:cubicBezTo>
                    <a:cubicBezTo>
                      <a:pt x="21" y="104"/>
                      <a:pt x="20" y="104"/>
                      <a:pt x="18" y="103"/>
                    </a:cubicBezTo>
                    <a:cubicBezTo>
                      <a:pt x="18" y="103"/>
                      <a:pt x="19" y="103"/>
                      <a:pt x="19" y="103"/>
                    </a:cubicBezTo>
                    <a:cubicBezTo>
                      <a:pt x="20" y="104"/>
                      <a:pt x="20" y="104"/>
                      <a:pt x="20" y="104"/>
                    </a:cubicBezTo>
                    <a:cubicBezTo>
                      <a:pt x="20" y="103"/>
                      <a:pt x="23" y="104"/>
                      <a:pt x="23" y="104"/>
                    </a:cubicBezTo>
                    <a:cubicBezTo>
                      <a:pt x="21" y="103"/>
                      <a:pt x="21" y="103"/>
                      <a:pt x="21" y="103"/>
                    </a:cubicBezTo>
                    <a:cubicBezTo>
                      <a:pt x="23" y="104"/>
                      <a:pt x="23" y="104"/>
                      <a:pt x="23" y="104"/>
                    </a:cubicBezTo>
                    <a:cubicBezTo>
                      <a:pt x="22" y="103"/>
                      <a:pt x="22" y="103"/>
                      <a:pt x="21" y="103"/>
                    </a:cubicBezTo>
                    <a:cubicBezTo>
                      <a:pt x="23" y="103"/>
                      <a:pt x="23" y="103"/>
                      <a:pt x="23" y="103"/>
                    </a:cubicBezTo>
                    <a:cubicBezTo>
                      <a:pt x="22" y="103"/>
                      <a:pt x="20" y="102"/>
                      <a:pt x="22" y="102"/>
                    </a:cubicBezTo>
                    <a:cubicBezTo>
                      <a:pt x="19" y="102"/>
                      <a:pt x="22" y="103"/>
                      <a:pt x="20" y="102"/>
                    </a:cubicBezTo>
                    <a:cubicBezTo>
                      <a:pt x="19" y="102"/>
                      <a:pt x="19" y="101"/>
                      <a:pt x="19" y="101"/>
                    </a:cubicBezTo>
                    <a:cubicBezTo>
                      <a:pt x="21" y="102"/>
                      <a:pt x="19" y="101"/>
                      <a:pt x="19" y="101"/>
                    </a:cubicBezTo>
                    <a:cubicBezTo>
                      <a:pt x="20" y="101"/>
                      <a:pt x="21" y="101"/>
                      <a:pt x="21" y="101"/>
                    </a:cubicBezTo>
                    <a:cubicBezTo>
                      <a:pt x="19" y="101"/>
                      <a:pt x="19" y="101"/>
                      <a:pt x="19" y="101"/>
                    </a:cubicBezTo>
                    <a:cubicBezTo>
                      <a:pt x="23" y="102"/>
                      <a:pt x="19" y="100"/>
                      <a:pt x="20" y="100"/>
                    </a:cubicBezTo>
                    <a:cubicBezTo>
                      <a:pt x="21" y="101"/>
                      <a:pt x="22" y="101"/>
                      <a:pt x="23" y="101"/>
                    </a:cubicBezTo>
                    <a:cubicBezTo>
                      <a:pt x="20" y="100"/>
                      <a:pt x="20" y="99"/>
                      <a:pt x="18" y="99"/>
                    </a:cubicBezTo>
                    <a:cubicBezTo>
                      <a:pt x="19" y="99"/>
                      <a:pt x="21" y="100"/>
                      <a:pt x="23" y="101"/>
                    </a:cubicBezTo>
                    <a:cubicBezTo>
                      <a:pt x="21" y="100"/>
                      <a:pt x="25" y="101"/>
                      <a:pt x="22" y="100"/>
                    </a:cubicBezTo>
                    <a:cubicBezTo>
                      <a:pt x="21" y="100"/>
                      <a:pt x="21" y="99"/>
                      <a:pt x="19" y="99"/>
                    </a:cubicBezTo>
                    <a:cubicBezTo>
                      <a:pt x="20" y="98"/>
                      <a:pt x="21" y="99"/>
                      <a:pt x="22" y="99"/>
                    </a:cubicBezTo>
                    <a:cubicBezTo>
                      <a:pt x="21" y="99"/>
                      <a:pt x="19" y="98"/>
                      <a:pt x="19" y="98"/>
                    </a:cubicBezTo>
                    <a:cubicBezTo>
                      <a:pt x="19" y="98"/>
                      <a:pt x="17" y="97"/>
                      <a:pt x="19" y="97"/>
                    </a:cubicBezTo>
                    <a:cubicBezTo>
                      <a:pt x="20" y="98"/>
                      <a:pt x="19" y="98"/>
                      <a:pt x="20" y="98"/>
                    </a:cubicBezTo>
                    <a:cubicBezTo>
                      <a:pt x="21" y="98"/>
                      <a:pt x="17" y="96"/>
                      <a:pt x="16" y="96"/>
                    </a:cubicBezTo>
                    <a:cubicBezTo>
                      <a:pt x="15" y="95"/>
                      <a:pt x="13" y="94"/>
                      <a:pt x="12" y="94"/>
                    </a:cubicBezTo>
                    <a:cubicBezTo>
                      <a:pt x="13" y="93"/>
                      <a:pt x="13" y="94"/>
                      <a:pt x="15" y="95"/>
                    </a:cubicBezTo>
                    <a:cubicBezTo>
                      <a:pt x="14" y="94"/>
                      <a:pt x="14" y="94"/>
                      <a:pt x="14" y="94"/>
                    </a:cubicBezTo>
                    <a:cubicBezTo>
                      <a:pt x="17" y="95"/>
                      <a:pt x="19" y="97"/>
                      <a:pt x="21" y="97"/>
                    </a:cubicBezTo>
                    <a:cubicBezTo>
                      <a:pt x="20" y="97"/>
                      <a:pt x="20" y="97"/>
                      <a:pt x="20" y="97"/>
                    </a:cubicBezTo>
                    <a:cubicBezTo>
                      <a:pt x="23" y="98"/>
                      <a:pt x="23" y="98"/>
                      <a:pt x="23" y="98"/>
                    </a:cubicBezTo>
                    <a:cubicBezTo>
                      <a:pt x="21" y="97"/>
                      <a:pt x="23" y="97"/>
                      <a:pt x="22" y="97"/>
                    </a:cubicBezTo>
                    <a:cubicBezTo>
                      <a:pt x="21" y="96"/>
                      <a:pt x="23" y="97"/>
                      <a:pt x="21" y="97"/>
                    </a:cubicBezTo>
                    <a:cubicBezTo>
                      <a:pt x="21" y="97"/>
                      <a:pt x="19" y="95"/>
                      <a:pt x="20" y="95"/>
                    </a:cubicBezTo>
                    <a:cubicBezTo>
                      <a:pt x="23" y="97"/>
                      <a:pt x="23" y="97"/>
                      <a:pt x="23" y="97"/>
                    </a:cubicBezTo>
                    <a:cubicBezTo>
                      <a:pt x="23" y="97"/>
                      <a:pt x="21" y="96"/>
                      <a:pt x="22" y="96"/>
                    </a:cubicBezTo>
                    <a:cubicBezTo>
                      <a:pt x="23" y="96"/>
                      <a:pt x="23" y="96"/>
                      <a:pt x="23" y="96"/>
                    </a:cubicBezTo>
                    <a:cubicBezTo>
                      <a:pt x="23" y="96"/>
                      <a:pt x="24" y="94"/>
                      <a:pt x="20" y="92"/>
                    </a:cubicBezTo>
                    <a:cubicBezTo>
                      <a:pt x="22" y="92"/>
                      <a:pt x="22" y="92"/>
                      <a:pt x="24" y="92"/>
                    </a:cubicBezTo>
                    <a:cubicBezTo>
                      <a:pt x="23" y="92"/>
                      <a:pt x="22" y="91"/>
                      <a:pt x="22" y="91"/>
                    </a:cubicBezTo>
                    <a:cubicBezTo>
                      <a:pt x="24" y="91"/>
                      <a:pt x="24" y="91"/>
                      <a:pt x="24" y="91"/>
                    </a:cubicBezTo>
                    <a:cubicBezTo>
                      <a:pt x="25" y="91"/>
                      <a:pt x="23" y="90"/>
                      <a:pt x="23" y="90"/>
                    </a:cubicBezTo>
                    <a:cubicBezTo>
                      <a:pt x="24" y="90"/>
                      <a:pt x="24" y="90"/>
                      <a:pt x="24" y="90"/>
                    </a:cubicBezTo>
                    <a:cubicBezTo>
                      <a:pt x="25" y="90"/>
                      <a:pt x="23" y="89"/>
                      <a:pt x="23" y="89"/>
                    </a:cubicBezTo>
                    <a:cubicBezTo>
                      <a:pt x="24" y="89"/>
                      <a:pt x="24" y="89"/>
                      <a:pt x="24" y="89"/>
                    </a:cubicBezTo>
                    <a:cubicBezTo>
                      <a:pt x="23" y="89"/>
                      <a:pt x="23" y="89"/>
                      <a:pt x="23" y="89"/>
                    </a:cubicBezTo>
                    <a:cubicBezTo>
                      <a:pt x="22" y="88"/>
                      <a:pt x="23" y="88"/>
                      <a:pt x="25" y="89"/>
                    </a:cubicBezTo>
                    <a:cubicBezTo>
                      <a:pt x="23" y="88"/>
                      <a:pt x="23" y="88"/>
                      <a:pt x="23" y="88"/>
                    </a:cubicBezTo>
                    <a:cubicBezTo>
                      <a:pt x="25" y="88"/>
                      <a:pt x="25" y="88"/>
                      <a:pt x="25" y="86"/>
                    </a:cubicBezTo>
                    <a:cubicBezTo>
                      <a:pt x="24" y="87"/>
                      <a:pt x="23" y="86"/>
                      <a:pt x="22" y="86"/>
                    </a:cubicBezTo>
                    <a:cubicBezTo>
                      <a:pt x="20" y="86"/>
                      <a:pt x="22" y="86"/>
                      <a:pt x="21" y="85"/>
                    </a:cubicBezTo>
                    <a:cubicBezTo>
                      <a:pt x="24" y="86"/>
                      <a:pt x="24" y="86"/>
                      <a:pt x="24" y="86"/>
                    </a:cubicBezTo>
                    <a:cubicBezTo>
                      <a:pt x="27" y="86"/>
                      <a:pt x="25" y="85"/>
                      <a:pt x="25" y="84"/>
                    </a:cubicBezTo>
                    <a:cubicBezTo>
                      <a:pt x="24" y="83"/>
                      <a:pt x="24" y="83"/>
                      <a:pt x="24" y="83"/>
                    </a:cubicBezTo>
                    <a:cubicBezTo>
                      <a:pt x="27" y="83"/>
                      <a:pt x="24" y="82"/>
                      <a:pt x="25" y="82"/>
                    </a:cubicBezTo>
                    <a:cubicBezTo>
                      <a:pt x="24" y="82"/>
                      <a:pt x="22" y="81"/>
                      <a:pt x="22" y="80"/>
                    </a:cubicBezTo>
                    <a:cubicBezTo>
                      <a:pt x="20" y="79"/>
                      <a:pt x="25" y="81"/>
                      <a:pt x="26" y="81"/>
                    </a:cubicBezTo>
                    <a:cubicBezTo>
                      <a:pt x="25" y="80"/>
                      <a:pt x="25" y="80"/>
                      <a:pt x="25" y="80"/>
                    </a:cubicBezTo>
                    <a:cubicBezTo>
                      <a:pt x="25" y="80"/>
                      <a:pt x="25" y="80"/>
                      <a:pt x="25" y="80"/>
                    </a:cubicBezTo>
                    <a:cubicBezTo>
                      <a:pt x="24" y="80"/>
                      <a:pt x="24" y="79"/>
                      <a:pt x="25" y="79"/>
                    </a:cubicBezTo>
                    <a:cubicBezTo>
                      <a:pt x="25" y="79"/>
                      <a:pt x="25" y="79"/>
                      <a:pt x="25" y="79"/>
                    </a:cubicBezTo>
                    <a:cubicBezTo>
                      <a:pt x="25" y="79"/>
                      <a:pt x="26" y="79"/>
                      <a:pt x="26" y="79"/>
                    </a:cubicBezTo>
                    <a:cubicBezTo>
                      <a:pt x="24" y="78"/>
                      <a:pt x="26" y="78"/>
                      <a:pt x="24" y="78"/>
                    </a:cubicBezTo>
                    <a:cubicBezTo>
                      <a:pt x="25" y="78"/>
                      <a:pt x="25" y="78"/>
                      <a:pt x="25" y="78"/>
                    </a:cubicBezTo>
                    <a:cubicBezTo>
                      <a:pt x="23" y="77"/>
                      <a:pt x="23" y="77"/>
                      <a:pt x="23" y="77"/>
                    </a:cubicBezTo>
                    <a:cubicBezTo>
                      <a:pt x="24" y="77"/>
                      <a:pt x="24" y="77"/>
                      <a:pt x="24" y="77"/>
                    </a:cubicBezTo>
                    <a:cubicBezTo>
                      <a:pt x="26" y="78"/>
                      <a:pt x="26" y="78"/>
                      <a:pt x="26" y="78"/>
                    </a:cubicBezTo>
                    <a:cubicBezTo>
                      <a:pt x="27" y="78"/>
                      <a:pt x="25" y="77"/>
                      <a:pt x="24" y="77"/>
                    </a:cubicBezTo>
                    <a:cubicBezTo>
                      <a:pt x="23" y="76"/>
                      <a:pt x="24" y="77"/>
                      <a:pt x="25" y="77"/>
                    </a:cubicBezTo>
                    <a:cubicBezTo>
                      <a:pt x="26" y="77"/>
                      <a:pt x="25" y="77"/>
                      <a:pt x="25" y="77"/>
                    </a:cubicBezTo>
                    <a:cubicBezTo>
                      <a:pt x="26" y="78"/>
                      <a:pt x="25" y="77"/>
                      <a:pt x="26" y="77"/>
                    </a:cubicBezTo>
                    <a:cubicBezTo>
                      <a:pt x="26" y="77"/>
                      <a:pt x="24" y="77"/>
                      <a:pt x="25" y="77"/>
                    </a:cubicBezTo>
                    <a:cubicBezTo>
                      <a:pt x="25" y="76"/>
                      <a:pt x="25" y="76"/>
                      <a:pt x="26" y="76"/>
                    </a:cubicBezTo>
                    <a:cubicBezTo>
                      <a:pt x="26" y="76"/>
                      <a:pt x="26" y="76"/>
                      <a:pt x="25" y="75"/>
                    </a:cubicBezTo>
                    <a:cubicBezTo>
                      <a:pt x="25" y="76"/>
                      <a:pt x="24" y="76"/>
                      <a:pt x="23" y="75"/>
                    </a:cubicBezTo>
                    <a:cubicBezTo>
                      <a:pt x="23" y="75"/>
                      <a:pt x="23" y="75"/>
                      <a:pt x="23" y="75"/>
                    </a:cubicBezTo>
                    <a:cubicBezTo>
                      <a:pt x="24" y="75"/>
                      <a:pt x="24" y="75"/>
                      <a:pt x="24" y="75"/>
                    </a:cubicBezTo>
                    <a:cubicBezTo>
                      <a:pt x="23" y="75"/>
                      <a:pt x="24" y="75"/>
                      <a:pt x="22" y="75"/>
                    </a:cubicBezTo>
                    <a:cubicBezTo>
                      <a:pt x="25" y="75"/>
                      <a:pt x="25" y="75"/>
                      <a:pt x="25" y="75"/>
                    </a:cubicBezTo>
                    <a:cubicBezTo>
                      <a:pt x="23" y="74"/>
                      <a:pt x="23" y="74"/>
                      <a:pt x="23" y="74"/>
                    </a:cubicBezTo>
                    <a:cubicBezTo>
                      <a:pt x="25" y="74"/>
                      <a:pt x="27" y="75"/>
                      <a:pt x="27" y="75"/>
                    </a:cubicBezTo>
                    <a:cubicBezTo>
                      <a:pt x="26" y="74"/>
                      <a:pt x="26" y="74"/>
                      <a:pt x="26" y="74"/>
                    </a:cubicBezTo>
                    <a:cubicBezTo>
                      <a:pt x="26" y="73"/>
                      <a:pt x="26" y="74"/>
                      <a:pt x="27" y="74"/>
                    </a:cubicBezTo>
                    <a:cubicBezTo>
                      <a:pt x="28" y="73"/>
                      <a:pt x="22" y="72"/>
                      <a:pt x="24" y="72"/>
                    </a:cubicBezTo>
                    <a:cubicBezTo>
                      <a:pt x="26" y="72"/>
                      <a:pt x="26" y="72"/>
                      <a:pt x="27" y="72"/>
                    </a:cubicBezTo>
                    <a:cubicBezTo>
                      <a:pt x="27" y="72"/>
                      <a:pt x="26" y="72"/>
                      <a:pt x="26" y="72"/>
                    </a:cubicBezTo>
                    <a:cubicBezTo>
                      <a:pt x="25" y="72"/>
                      <a:pt x="27" y="72"/>
                      <a:pt x="26" y="72"/>
                    </a:cubicBezTo>
                    <a:cubicBezTo>
                      <a:pt x="25" y="72"/>
                      <a:pt x="25" y="72"/>
                      <a:pt x="25" y="72"/>
                    </a:cubicBezTo>
                    <a:cubicBezTo>
                      <a:pt x="29" y="72"/>
                      <a:pt x="26" y="70"/>
                      <a:pt x="28" y="70"/>
                    </a:cubicBezTo>
                    <a:cubicBezTo>
                      <a:pt x="26" y="69"/>
                      <a:pt x="28" y="69"/>
                      <a:pt x="27" y="69"/>
                    </a:cubicBezTo>
                    <a:cubicBezTo>
                      <a:pt x="29" y="70"/>
                      <a:pt x="27" y="68"/>
                      <a:pt x="28" y="69"/>
                    </a:cubicBezTo>
                    <a:cubicBezTo>
                      <a:pt x="26" y="68"/>
                      <a:pt x="26" y="68"/>
                      <a:pt x="26" y="68"/>
                    </a:cubicBezTo>
                    <a:cubicBezTo>
                      <a:pt x="27" y="68"/>
                      <a:pt x="22" y="66"/>
                      <a:pt x="25" y="67"/>
                    </a:cubicBezTo>
                    <a:cubicBezTo>
                      <a:pt x="26" y="67"/>
                      <a:pt x="27" y="67"/>
                      <a:pt x="27" y="68"/>
                    </a:cubicBezTo>
                    <a:cubicBezTo>
                      <a:pt x="30" y="68"/>
                      <a:pt x="25" y="66"/>
                      <a:pt x="29" y="67"/>
                    </a:cubicBezTo>
                    <a:cubicBezTo>
                      <a:pt x="28" y="66"/>
                      <a:pt x="26" y="66"/>
                      <a:pt x="25" y="65"/>
                    </a:cubicBezTo>
                    <a:cubicBezTo>
                      <a:pt x="26" y="65"/>
                      <a:pt x="28" y="65"/>
                      <a:pt x="28" y="65"/>
                    </a:cubicBezTo>
                    <a:cubicBezTo>
                      <a:pt x="28" y="65"/>
                      <a:pt x="27" y="65"/>
                      <a:pt x="28" y="65"/>
                    </a:cubicBezTo>
                    <a:cubicBezTo>
                      <a:pt x="28" y="65"/>
                      <a:pt x="28" y="65"/>
                      <a:pt x="29" y="65"/>
                    </a:cubicBezTo>
                    <a:cubicBezTo>
                      <a:pt x="30" y="65"/>
                      <a:pt x="28" y="64"/>
                      <a:pt x="28" y="64"/>
                    </a:cubicBezTo>
                    <a:cubicBezTo>
                      <a:pt x="30" y="64"/>
                      <a:pt x="29" y="63"/>
                      <a:pt x="30" y="63"/>
                    </a:cubicBezTo>
                    <a:cubicBezTo>
                      <a:pt x="28" y="62"/>
                      <a:pt x="31" y="63"/>
                      <a:pt x="28" y="62"/>
                    </a:cubicBezTo>
                    <a:cubicBezTo>
                      <a:pt x="29" y="62"/>
                      <a:pt x="29" y="62"/>
                      <a:pt x="29" y="62"/>
                    </a:cubicBezTo>
                    <a:cubicBezTo>
                      <a:pt x="28" y="62"/>
                      <a:pt x="26" y="61"/>
                      <a:pt x="26" y="61"/>
                    </a:cubicBezTo>
                    <a:cubicBezTo>
                      <a:pt x="28" y="61"/>
                      <a:pt x="28" y="61"/>
                      <a:pt x="28" y="61"/>
                    </a:cubicBezTo>
                    <a:cubicBezTo>
                      <a:pt x="30" y="62"/>
                      <a:pt x="29" y="61"/>
                      <a:pt x="30" y="61"/>
                    </a:cubicBezTo>
                    <a:cubicBezTo>
                      <a:pt x="28" y="61"/>
                      <a:pt x="30" y="61"/>
                      <a:pt x="28" y="61"/>
                    </a:cubicBezTo>
                    <a:cubicBezTo>
                      <a:pt x="28" y="60"/>
                      <a:pt x="28" y="60"/>
                      <a:pt x="28" y="60"/>
                    </a:cubicBezTo>
                    <a:cubicBezTo>
                      <a:pt x="27" y="60"/>
                      <a:pt x="27" y="60"/>
                      <a:pt x="27" y="59"/>
                    </a:cubicBezTo>
                    <a:cubicBezTo>
                      <a:pt x="27" y="59"/>
                      <a:pt x="29" y="60"/>
                      <a:pt x="29" y="60"/>
                    </a:cubicBezTo>
                    <a:cubicBezTo>
                      <a:pt x="30" y="60"/>
                      <a:pt x="29" y="60"/>
                      <a:pt x="29" y="59"/>
                    </a:cubicBezTo>
                    <a:cubicBezTo>
                      <a:pt x="29" y="59"/>
                      <a:pt x="29" y="59"/>
                      <a:pt x="28"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30" y="59"/>
                    </a:cubicBezTo>
                    <a:cubicBezTo>
                      <a:pt x="31" y="59"/>
                      <a:pt x="31" y="59"/>
                      <a:pt x="31" y="59"/>
                    </a:cubicBezTo>
                    <a:cubicBezTo>
                      <a:pt x="31" y="59"/>
                      <a:pt x="30" y="58"/>
                      <a:pt x="29" y="58"/>
                    </a:cubicBezTo>
                    <a:cubicBezTo>
                      <a:pt x="30" y="58"/>
                      <a:pt x="29" y="56"/>
                      <a:pt x="28" y="56"/>
                    </a:cubicBezTo>
                    <a:cubicBezTo>
                      <a:pt x="28" y="56"/>
                      <a:pt x="30" y="56"/>
                      <a:pt x="29" y="56"/>
                    </a:cubicBezTo>
                    <a:cubicBezTo>
                      <a:pt x="29" y="56"/>
                      <a:pt x="27" y="55"/>
                      <a:pt x="28" y="55"/>
                    </a:cubicBezTo>
                    <a:cubicBezTo>
                      <a:pt x="28" y="55"/>
                      <a:pt x="30" y="55"/>
                      <a:pt x="30" y="55"/>
                    </a:cubicBezTo>
                    <a:cubicBezTo>
                      <a:pt x="30" y="55"/>
                      <a:pt x="28" y="55"/>
                      <a:pt x="28" y="55"/>
                    </a:cubicBezTo>
                    <a:cubicBezTo>
                      <a:pt x="31" y="55"/>
                      <a:pt x="27" y="53"/>
                      <a:pt x="29" y="53"/>
                    </a:cubicBezTo>
                    <a:cubicBezTo>
                      <a:pt x="29" y="53"/>
                      <a:pt x="30" y="53"/>
                      <a:pt x="30" y="53"/>
                    </a:cubicBezTo>
                    <a:cubicBezTo>
                      <a:pt x="30" y="53"/>
                      <a:pt x="29" y="52"/>
                      <a:pt x="27" y="51"/>
                    </a:cubicBezTo>
                    <a:cubicBezTo>
                      <a:pt x="29" y="52"/>
                      <a:pt x="29" y="52"/>
                      <a:pt x="29" y="52"/>
                    </a:cubicBezTo>
                    <a:cubicBezTo>
                      <a:pt x="29" y="51"/>
                      <a:pt x="29" y="51"/>
                      <a:pt x="27" y="50"/>
                    </a:cubicBezTo>
                    <a:cubicBezTo>
                      <a:pt x="27" y="51"/>
                      <a:pt x="28" y="51"/>
                      <a:pt x="28" y="51"/>
                    </a:cubicBezTo>
                    <a:cubicBezTo>
                      <a:pt x="27" y="51"/>
                      <a:pt x="25" y="50"/>
                      <a:pt x="26" y="50"/>
                    </a:cubicBezTo>
                    <a:cubicBezTo>
                      <a:pt x="26" y="50"/>
                      <a:pt x="26" y="50"/>
                      <a:pt x="26" y="50"/>
                    </a:cubicBezTo>
                    <a:cubicBezTo>
                      <a:pt x="26" y="50"/>
                      <a:pt x="25" y="49"/>
                      <a:pt x="25" y="49"/>
                    </a:cubicBezTo>
                    <a:cubicBezTo>
                      <a:pt x="26" y="49"/>
                      <a:pt x="26" y="49"/>
                      <a:pt x="27" y="49"/>
                    </a:cubicBezTo>
                    <a:cubicBezTo>
                      <a:pt x="29" y="50"/>
                      <a:pt x="28" y="49"/>
                      <a:pt x="29" y="49"/>
                    </a:cubicBezTo>
                    <a:cubicBezTo>
                      <a:pt x="27" y="48"/>
                      <a:pt x="27" y="48"/>
                      <a:pt x="27" y="48"/>
                    </a:cubicBezTo>
                    <a:cubicBezTo>
                      <a:pt x="26" y="48"/>
                      <a:pt x="29" y="49"/>
                      <a:pt x="29" y="48"/>
                    </a:cubicBezTo>
                    <a:cubicBezTo>
                      <a:pt x="24" y="47"/>
                      <a:pt x="24" y="47"/>
                      <a:pt x="24" y="47"/>
                    </a:cubicBezTo>
                    <a:cubicBezTo>
                      <a:pt x="24" y="47"/>
                      <a:pt x="26" y="47"/>
                      <a:pt x="27" y="47"/>
                    </a:cubicBezTo>
                    <a:cubicBezTo>
                      <a:pt x="27" y="47"/>
                      <a:pt x="24" y="46"/>
                      <a:pt x="22" y="45"/>
                    </a:cubicBezTo>
                    <a:cubicBezTo>
                      <a:pt x="23" y="45"/>
                      <a:pt x="22" y="44"/>
                      <a:pt x="22" y="44"/>
                    </a:cubicBezTo>
                    <a:cubicBezTo>
                      <a:pt x="23" y="44"/>
                      <a:pt x="22" y="44"/>
                      <a:pt x="23" y="44"/>
                    </a:cubicBezTo>
                    <a:cubicBezTo>
                      <a:pt x="25" y="44"/>
                      <a:pt x="25" y="44"/>
                      <a:pt x="25" y="44"/>
                    </a:cubicBezTo>
                    <a:cubicBezTo>
                      <a:pt x="25" y="45"/>
                      <a:pt x="27" y="45"/>
                      <a:pt x="28" y="45"/>
                    </a:cubicBezTo>
                    <a:cubicBezTo>
                      <a:pt x="27" y="45"/>
                      <a:pt x="28" y="44"/>
                      <a:pt x="29" y="44"/>
                    </a:cubicBezTo>
                    <a:cubicBezTo>
                      <a:pt x="26" y="44"/>
                      <a:pt x="27" y="43"/>
                      <a:pt x="25" y="42"/>
                    </a:cubicBezTo>
                    <a:cubicBezTo>
                      <a:pt x="24" y="42"/>
                      <a:pt x="27" y="43"/>
                      <a:pt x="28" y="43"/>
                    </a:cubicBezTo>
                    <a:cubicBezTo>
                      <a:pt x="27" y="42"/>
                      <a:pt x="27" y="41"/>
                      <a:pt x="27" y="41"/>
                    </a:cubicBezTo>
                    <a:cubicBezTo>
                      <a:pt x="28" y="41"/>
                      <a:pt x="28" y="41"/>
                      <a:pt x="28" y="41"/>
                    </a:cubicBezTo>
                    <a:cubicBezTo>
                      <a:pt x="27" y="40"/>
                      <a:pt x="28" y="40"/>
                      <a:pt x="26" y="39"/>
                    </a:cubicBezTo>
                    <a:cubicBezTo>
                      <a:pt x="27" y="39"/>
                      <a:pt x="27" y="39"/>
                      <a:pt x="27" y="39"/>
                    </a:cubicBezTo>
                    <a:cubicBezTo>
                      <a:pt x="28" y="39"/>
                      <a:pt x="24" y="38"/>
                      <a:pt x="26" y="38"/>
                    </a:cubicBezTo>
                    <a:cubicBezTo>
                      <a:pt x="27" y="39"/>
                      <a:pt x="27" y="39"/>
                      <a:pt x="27" y="39"/>
                    </a:cubicBezTo>
                    <a:cubicBezTo>
                      <a:pt x="26" y="38"/>
                      <a:pt x="28" y="38"/>
                      <a:pt x="26" y="37"/>
                    </a:cubicBezTo>
                    <a:cubicBezTo>
                      <a:pt x="27" y="37"/>
                      <a:pt x="27" y="38"/>
                      <a:pt x="28" y="38"/>
                    </a:cubicBezTo>
                    <a:cubicBezTo>
                      <a:pt x="27" y="37"/>
                      <a:pt x="27" y="37"/>
                      <a:pt x="26" y="36"/>
                    </a:cubicBezTo>
                    <a:cubicBezTo>
                      <a:pt x="28" y="37"/>
                      <a:pt x="28" y="37"/>
                      <a:pt x="28" y="37"/>
                    </a:cubicBezTo>
                    <a:cubicBezTo>
                      <a:pt x="29" y="37"/>
                      <a:pt x="26" y="36"/>
                      <a:pt x="27" y="36"/>
                    </a:cubicBezTo>
                    <a:cubicBezTo>
                      <a:pt x="27" y="36"/>
                      <a:pt x="28" y="36"/>
                      <a:pt x="28" y="36"/>
                    </a:cubicBezTo>
                    <a:cubicBezTo>
                      <a:pt x="27" y="35"/>
                      <a:pt x="27" y="35"/>
                      <a:pt x="27" y="35"/>
                    </a:cubicBezTo>
                    <a:cubicBezTo>
                      <a:pt x="29" y="35"/>
                      <a:pt x="29" y="35"/>
                      <a:pt x="29" y="35"/>
                    </a:cubicBezTo>
                    <a:cubicBezTo>
                      <a:pt x="29" y="33"/>
                      <a:pt x="30" y="31"/>
                      <a:pt x="28" y="29"/>
                    </a:cubicBezTo>
                    <a:cubicBezTo>
                      <a:pt x="31" y="29"/>
                      <a:pt x="30" y="30"/>
                      <a:pt x="31" y="30"/>
                    </a:cubicBezTo>
                    <a:cubicBezTo>
                      <a:pt x="29" y="29"/>
                      <a:pt x="31" y="29"/>
                      <a:pt x="30" y="29"/>
                    </a:cubicBezTo>
                    <a:cubicBezTo>
                      <a:pt x="30" y="29"/>
                      <a:pt x="30" y="29"/>
                      <a:pt x="30" y="29"/>
                    </a:cubicBezTo>
                    <a:cubicBezTo>
                      <a:pt x="30" y="28"/>
                      <a:pt x="31" y="28"/>
                      <a:pt x="31" y="28"/>
                    </a:cubicBezTo>
                    <a:cubicBezTo>
                      <a:pt x="30" y="28"/>
                      <a:pt x="30" y="28"/>
                      <a:pt x="30" y="28"/>
                    </a:cubicBezTo>
                    <a:cubicBezTo>
                      <a:pt x="29" y="27"/>
                      <a:pt x="33" y="28"/>
                      <a:pt x="30" y="27"/>
                    </a:cubicBezTo>
                    <a:cubicBezTo>
                      <a:pt x="32" y="27"/>
                      <a:pt x="32" y="27"/>
                      <a:pt x="32" y="27"/>
                    </a:cubicBezTo>
                    <a:cubicBezTo>
                      <a:pt x="30" y="26"/>
                      <a:pt x="33" y="27"/>
                      <a:pt x="31" y="26"/>
                    </a:cubicBezTo>
                    <a:cubicBezTo>
                      <a:pt x="31" y="26"/>
                      <a:pt x="31" y="26"/>
                      <a:pt x="31" y="26"/>
                    </a:cubicBezTo>
                    <a:cubicBezTo>
                      <a:pt x="33" y="26"/>
                      <a:pt x="29" y="25"/>
                      <a:pt x="31" y="25"/>
                    </a:cubicBezTo>
                    <a:cubicBezTo>
                      <a:pt x="31" y="25"/>
                      <a:pt x="30" y="24"/>
                      <a:pt x="28" y="24"/>
                    </a:cubicBezTo>
                    <a:cubicBezTo>
                      <a:pt x="31" y="24"/>
                      <a:pt x="31" y="24"/>
                      <a:pt x="31" y="24"/>
                    </a:cubicBezTo>
                    <a:cubicBezTo>
                      <a:pt x="30" y="23"/>
                      <a:pt x="31" y="21"/>
                      <a:pt x="29" y="19"/>
                    </a:cubicBezTo>
                    <a:cubicBezTo>
                      <a:pt x="30" y="20"/>
                      <a:pt x="30" y="20"/>
                      <a:pt x="30" y="20"/>
                    </a:cubicBezTo>
                    <a:cubicBezTo>
                      <a:pt x="28" y="18"/>
                      <a:pt x="33" y="19"/>
                      <a:pt x="29" y="17"/>
                    </a:cubicBezTo>
                    <a:cubicBezTo>
                      <a:pt x="27" y="16"/>
                      <a:pt x="27" y="16"/>
                      <a:pt x="27" y="16"/>
                    </a:cubicBezTo>
                    <a:cubicBezTo>
                      <a:pt x="30" y="17"/>
                      <a:pt x="30" y="17"/>
                      <a:pt x="30" y="17"/>
                    </a:cubicBezTo>
                    <a:cubicBezTo>
                      <a:pt x="29" y="16"/>
                      <a:pt x="30" y="16"/>
                      <a:pt x="28" y="15"/>
                    </a:cubicBezTo>
                    <a:cubicBezTo>
                      <a:pt x="30" y="16"/>
                      <a:pt x="30" y="16"/>
                      <a:pt x="30" y="16"/>
                    </a:cubicBezTo>
                    <a:cubicBezTo>
                      <a:pt x="30" y="15"/>
                      <a:pt x="28" y="14"/>
                      <a:pt x="28" y="14"/>
                    </a:cubicBezTo>
                    <a:cubicBezTo>
                      <a:pt x="29" y="14"/>
                      <a:pt x="29" y="14"/>
                      <a:pt x="29" y="14"/>
                    </a:cubicBezTo>
                    <a:cubicBezTo>
                      <a:pt x="33" y="14"/>
                      <a:pt x="36" y="12"/>
                      <a:pt x="32" y="9"/>
                    </a:cubicBezTo>
                    <a:cubicBezTo>
                      <a:pt x="32" y="9"/>
                      <a:pt x="35" y="10"/>
                      <a:pt x="34" y="10"/>
                    </a:cubicBezTo>
                    <a:cubicBezTo>
                      <a:pt x="32" y="7"/>
                      <a:pt x="37" y="7"/>
                      <a:pt x="33" y="4"/>
                    </a:cubicBezTo>
                    <a:cubicBezTo>
                      <a:pt x="32" y="2"/>
                      <a:pt x="26" y="0"/>
                      <a:pt x="26" y="0"/>
                    </a:cubicBezTo>
                    <a:cubicBezTo>
                      <a:pt x="28" y="3"/>
                      <a:pt x="24" y="5"/>
                      <a:pt x="21" y="7"/>
                    </a:cubicBezTo>
                    <a:cubicBezTo>
                      <a:pt x="21" y="8"/>
                      <a:pt x="21" y="9"/>
                      <a:pt x="20" y="10"/>
                    </a:cubicBezTo>
                    <a:cubicBezTo>
                      <a:pt x="20" y="13"/>
                      <a:pt x="14" y="16"/>
                      <a:pt x="15" y="20"/>
                    </a:cubicBezTo>
                    <a:cubicBezTo>
                      <a:pt x="16" y="20"/>
                      <a:pt x="17" y="21"/>
                      <a:pt x="17" y="21"/>
                    </a:cubicBezTo>
                    <a:cubicBezTo>
                      <a:pt x="16" y="21"/>
                      <a:pt x="16" y="21"/>
                      <a:pt x="16" y="21"/>
                    </a:cubicBezTo>
                    <a:cubicBezTo>
                      <a:pt x="18" y="21"/>
                      <a:pt x="18" y="21"/>
                      <a:pt x="18" y="21"/>
                    </a:cubicBezTo>
                    <a:cubicBezTo>
                      <a:pt x="18" y="22"/>
                      <a:pt x="16" y="21"/>
                      <a:pt x="16" y="21"/>
                    </a:cubicBezTo>
                    <a:cubicBezTo>
                      <a:pt x="15" y="22"/>
                      <a:pt x="16" y="24"/>
                      <a:pt x="15" y="25"/>
                    </a:cubicBezTo>
                    <a:cubicBezTo>
                      <a:pt x="17" y="25"/>
                      <a:pt x="15" y="26"/>
                      <a:pt x="17" y="26"/>
                    </a:cubicBezTo>
                    <a:cubicBezTo>
                      <a:pt x="16" y="26"/>
                      <a:pt x="16" y="26"/>
                      <a:pt x="16" y="26"/>
                    </a:cubicBezTo>
                    <a:cubicBezTo>
                      <a:pt x="17" y="27"/>
                      <a:pt x="17" y="27"/>
                      <a:pt x="14" y="28"/>
                    </a:cubicBezTo>
                    <a:cubicBezTo>
                      <a:pt x="12" y="31"/>
                      <a:pt x="12" y="35"/>
                      <a:pt x="11" y="38"/>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3" name="Freeform 116"/>
              <p:cNvSpPr/>
              <p:nvPr/>
            </p:nvSpPr>
            <p:spPr bwMode="auto">
              <a:xfrm>
                <a:off x="3914" y="130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4" name="Freeform 117"/>
              <p:cNvSpPr/>
              <p:nvPr/>
            </p:nvSpPr>
            <p:spPr bwMode="auto">
              <a:xfrm>
                <a:off x="3364" y="24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5" name="Freeform 118"/>
              <p:cNvSpPr/>
              <p:nvPr/>
            </p:nvSpPr>
            <p:spPr bwMode="auto">
              <a:xfrm>
                <a:off x="3920" y="1403"/>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6" name="Freeform 119"/>
              <p:cNvSpPr/>
              <p:nvPr/>
            </p:nvSpPr>
            <p:spPr bwMode="auto">
              <a:xfrm>
                <a:off x="3918" y="1401"/>
                <a:ext cx="4"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2"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7" name="Freeform 120"/>
              <p:cNvSpPr/>
              <p:nvPr/>
            </p:nvSpPr>
            <p:spPr bwMode="auto">
              <a:xfrm>
                <a:off x="3920" y="1411"/>
                <a:ext cx="4"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8" name="Freeform 121"/>
              <p:cNvSpPr/>
              <p:nvPr/>
            </p:nvSpPr>
            <p:spPr bwMode="auto">
              <a:xfrm>
                <a:off x="3477" y="150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9" name="Freeform 122"/>
              <p:cNvSpPr/>
              <p:nvPr/>
            </p:nvSpPr>
            <p:spPr bwMode="auto">
              <a:xfrm>
                <a:off x="3453" y="145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0" name="Freeform 123"/>
              <p:cNvSpPr/>
              <p:nvPr/>
            </p:nvSpPr>
            <p:spPr bwMode="auto">
              <a:xfrm>
                <a:off x="3477" y="142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1" name="Freeform 124"/>
              <p:cNvSpPr/>
              <p:nvPr/>
            </p:nvSpPr>
            <p:spPr bwMode="auto">
              <a:xfrm>
                <a:off x="4603" y="18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2" name="Freeform 125"/>
              <p:cNvSpPr/>
              <p:nvPr/>
            </p:nvSpPr>
            <p:spPr bwMode="auto">
              <a:xfrm>
                <a:off x="3540" y="1530"/>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0" y="0"/>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3" name="Rectangle 126"/>
              <p:cNvSpPr>
                <a:spLocks noChangeArrowheads="1"/>
              </p:cNvSpPr>
              <p:nvPr/>
            </p:nvSpPr>
            <p:spPr bwMode="auto">
              <a:xfrm>
                <a:off x="3489" y="1441"/>
                <a:ext cx="2"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4" name="Freeform 127"/>
              <p:cNvSpPr/>
              <p:nvPr/>
            </p:nvSpPr>
            <p:spPr bwMode="auto">
              <a:xfrm>
                <a:off x="3375" y="1310"/>
                <a:ext cx="174" cy="269"/>
              </a:xfrm>
              <a:custGeom>
                <a:avLst/>
                <a:gdLst>
                  <a:gd name="T0" fmla="*/ 11 w 82"/>
                  <a:gd name="T1" fmla="*/ 27 h 127"/>
                  <a:gd name="T2" fmla="*/ 20 w 82"/>
                  <a:gd name="T3" fmla="*/ 47 h 127"/>
                  <a:gd name="T4" fmla="*/ 34 w 82"/>
                  <a:gd name="T5" fmla="*/ 60 h 127"/>
                  <a:gd name="T6" fmla="*/ 37 w 82"/>
                  <a:gd name="T7" fmla="*/ 68 h 127"/>
                  <a:gd name="T8" fmla="*/ 43 w 82"/>
                  <a:gd name="T9" fmla="*/ 80 h 127"/>
                  <a:gd name="T10" fmla="*/ 47 w 82"/>
                  <a:gd name="T11" fmla="*/ 89 h 127"/>
                  <a:gd name="T12" fmla="*/ 53 w 82"/>
                  <a:gd name="T13" fmla="*/ 94 h 127"/>
                  <a:gd name="T14" fmla="*/ 60 w 82"/>
                  <a:gd name="T15" fmla="*/ 105 h 127"/>
                  <a:gd name="T16" fmla="*/ 63 w 82"/>
                  <a:gd name="T17" fmla="*/ 111 h 127"/>
                  <a:gd name="T18" fmla="*/ 63 w 82"/>
                  <a:gd name="T19" fmla="*/ 121 h 127"/>
                  <a:gd name="T20" fmla="*/ 65 w 82"/>
                  <a:gd name="T21" fmla="*/ 124 h 127"/>
                  <a:gd name="T22" fmla="*/ 69 w 82"/>
                  <a:gd name="T23" fmla="*/ 126 h 127"/>
                  <a:gd name="T24" fmla="*/ 72 w 82"/>
                  <a:gd name="T25" fmla="*/ 126 h 127"/>
                  <a:gd name="T26" fmla="*/ 73 w 82"/>
                  <a:gd name="T27" fmla="*/ 123 h 127"/>
                  <a:gd name="T28" fmla="*/ 71 w 82"/>
                  <a:gd name="T29" fmla="*/ 118 h 127"/>
                  <a:gd name="T30" fmla="*/ 73 w 82"/>
                  <a:gd name="T31" fmla="*/ 112 h 127"/>
                  <a:gd name="T32" fmla="*/ 80 w 82"/>
                  <a:gd name="T33" fmla="*/ 112 h 127"/>
                  <a:gd name="T34" fmla="*/ 80 w 82"/>
                  <a:gd name="T35" fmla="*/ 109 h 127"/>
                  <a:gd name="T36" fmla="*/ 76 w 82"/>
                  <a:gd name="T37" fmla="*/ 108 h 127"/>
                  <a:gd name="T38" fmla="*/ 78 w 82"/>
                  <a:gd name="T39" fmla="*/ 107 h 127"/>
                  <a:gd name="T40" fmla="*/ 73 w 82"/>
                  <a:gd name="T41" fmla="*/ 105 h 127"/>
                  <a:gd name="T42" fmla="*/ 77 w 82"/>
                  <a:gd name="T43" fmla="*/ 102 h 127"/>
                  <a:gd name="T44" fmla="*/ 78 w 82"/>
                  <a:gd name="T45" fmla="*/ 100 h 127"/>
                  <a:gd name="T46" fmla="*/ 76 w 82"/>
                  <a:gd name="T47" fmla="*/ 100 h 127"/>
                  <a:gd name="T48" fmla="*/ 76 w 82"/>
                  <a:gd name="T49" fmla="*/ 96 h 127"/>
                  <a:gd name="T50" fmla="*/ 71 w 82"/>
                  <a:gd name="T51" fmla="*/ 96 h 127"/>
                  <a:gd name="T52" fmla="*/ 65 w 82"/>
                  <a:gd name="T53" fmla="*/ 95 h 127"/>
                  <a:gd name="T54" fmla="*/ 70 w 82"/>
                  <a:gd name="T55" fmla="*/ 92 h 127"/>
                  <a:gd name="T56" fmla="*/ 68 w 82"/>
                  <a:gd name="T57" fmla="*/ 86 h 127"/>
                  <a:gd name="T58" fmla="*/ 67 w 82"/>
                  <a:gd name="T59" fmla="*/ 84 h 127"/>
                  <a:gd name="T60" fmla="*/ 65 w 82"/>
                  <a:gd name="T61" fmla="*/ 81 h 127"/>
                  <a:gd name="T62" fmla="*/ 62 w 82"/>
                  <a:gd name="T63" fmla="*/ 75 h 127"/>
                  <a:gd name="T64" fmla="*/ 60 w 82"/>
                  <a:gd name="T65" fmla="*/ 73 h 127"/>
                  <a:gd name="T66" fmla="*/ 59 w 82"/>
                  <a:gd name="T67" fmla="*/ 72 h 127"/>
                  <a:gd name="T68" fmla="*/ 57 w 82"/>
                  <a:gd name="T69" fmla="*/ 71 h 127"/>
                  <a:gd name="T70" fmla="*/ 58 w 82"/>
                  <a:gd name="T71" fmla="*/ 68 h 127"/>
                  <a:gd name="T72" fmla="*/ 55 w 82"/>
                  <a:gd name="T73" fmla="*/ 67 h 127"/>
                  <a:gd name="T74" fmla="*/ 54 w 82"/>
                  <a:gd name="T75" fmla="*/ 62 h 127"/>
                  <a:gd name="T76" fmla="*/ 51 w 82"/>
                  <a:gd name="T77" fmla="*/ 58 h 127"/>
                  <a:gd name="T78" fmla="*/ 51 w 82"/>
                  <a:gd name="T79" fmla="*/ 54 h 127"/>
                  <a:gd name="T80" fmla="*/ 48 w 82"/>
                  <a:gd name="T81" fmla="*/ 53 h 127"/>
                  <a:gd name="T82" fmla="*/ 49 w 82"/>
                  <a:gd name="T83" fmla="*/ 53 h 127"/>
                  <a:gd name="T84" fmla="*/ 45 w 82"/>
                  <a:gd name="T85" fmla="*/ 50 h 127"/>
                  <a:gd name="T86" fmla="*/ 43 w 82"/>
                  <a:gd name="T87" fmla="*/ 46 h 127"/>
                  <a:gd name="T88" fmla="*/ 41 w 82"/>
                  <a:gd name="T89" fmla="*/ 44 h 127"/>
                  <a:gd name="T90" fmla="*/ 32 w 82"/>
                  <a:gd name="T91" fmla="*/ 44 h 127"/>
                  <a:gd name="T92" fmla="*/ 35 w 82"/>
                  <a:gd name="T93" fmla="*/ 39 h 127"/>
                  <a:gd name="T94" fmla="*/ 31 w 82"/>
                  <a:gd name="T95" fmla="*/ 36 h 127"/>
                  <a:gd name="T96" fmla="*/ 30 w 82"/>
                  <a:gd name="T97" fmla="*/ 32 h 127"/>
                  <a:gd name="T98" fmla="*/ 26 w 82"/>
                  <a:gd name="T99" fmla="*/ 24 h 127"/>
                  <a:gd name="T100" fmla="*/ 25 w 82"/>
                  <a:gd name="T101" fmla="*/ 21 h 127"/>
                  <a:gd name="T102" fmla="*/ 15 w 82"/>
                  <a:gd name="T103" fmla="*/ 15 h 127"/>
                  <a:gd name="T104" fmla="*/ 13 w 82"/>
                  <a:gd name="T105" fmla="*/ 1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 h="127">
                    <a:moveTo>
                      <a:pt x="1" y="12"/>
                    </a:moveTo>
                    <a:cubicBezTo>
                      <a:pt x="2" y="13"/>
                      <a:pt x="4" y="14"/>
                      <a:pt x="3" y="15"/>
                    </a:cubicBezTo>
                    <a:cubicBezTo>
                      <a:pt x="6" y="19"/>
                      <a:pt x="4" y="25"/>
                      <a:pt x="8" y="28"/>
                    </a:cubicBezTo>
                    <a:cubicBezTo>
                      <a:pt x="9" y="27"/>
                      <a:pt x="10" y="27"/>
                      <a:pt x="10" y="27"/>
                    </a:cubicBezTo>
                    <a:cubicBezTo>
                      <a:pt x="10" y="27"/>
                      <a:pt x="10" y="27"/>
                      <a:pt x="10" y="27"/>
                    </a:cubicBezTo>
                    <a:cubicBezTo>
                      <a:pt x="11" y="27"/>
                      <a:pt x="11" y="27"/>
                      <a:pt x="11" y="27"/>
                    </a:cubicBezTo>
                    <a:cubicBezTo>
                      <a:pt x="11" y="27"/>
                      <a:pt x="10" y="28"/>
                      <a:pt x="9" y="28"/>
                    </a:cubicBezTo>
                    <a:cubicBezTo>
                      <a:pt x="10" y="29"/>
                      <a:pt x="12" y="30"/>
                      <a:pt x="12" y="32"/>
                    </a:cubicBezTo>
                    <a:cubicBezTo>
                      <a:pt x="14" y="31"/>
                      <a:pt x="13" y="33"/>
                      <a:pt x="15" y="32"/>
                    </a:cubicBezTo>
                    <a:cubicBezTo>
                      <a:pt x="14" y="32"/>
                      <a:pt x="14" y="32"/>
                      <a:pt x="14" y="32"/>
                    </a:cubicBezTo>
                    <a:cubicBezTo>
                      <a:pt x="15" y="33"/>
                      <a:pt x="15" y="33"/>
                      <a:pt x="13" y="35"/>
                    </a:cubicBezTo>
                    <a:cubicBezTo>
                      <a:pt x="14" y="40"/>
                      <a:pt x="18" y="43"/>
                      <a:pt x="20" y="47"/>
                    </a:cubicBezTo>
                    <a:cubicBezTo>
                      <a:pt x="22" y="50"/>
                      <a:pt x="26" y="53"/>
                      <a:pt x="29" y="57"/>
                    </a:cubicBezTo>
                    <a:cubicBezTo>
                      <a:pt x="32" y="56"/>
                      <a:pt x="31" y="57"/>
                      <a:pt x="34" y="56"/>
                    </a:cubicBezTo>
                    <a:cubicBezTo>
                      <a:pt x="33" y="57"/>
                      <a:pt x="33" y="57"/>
                      <a:pt x="33" y="57"/>
                    </a:cubicBezTo>
                    <a:cubicBezTo>
                      <a:pt x="35" y="57"/>
                      <a:pt x="34" y="58"/>
                      <a:pt x="33" y="59"/>
                    </a:cubicBezTo>
                    <a:cubicBezTo>
                      <a:pt x="34" y="59"/>
                      <a:pt x="33" y="59"/>
                      <a:pt x="35" y="58"/>
                    </a:cubicBezTo>
                    <a:cubicBezTo>
                      <a:pt x="37" y="58"/>
                      <a:pt x="33" y="60"/>
                      <a:pt x="34" y="60"/>
                    </a:cubicBezTo>
                    <a:cubicBezTo>
                      <a:pt x="33" y="60"/>
                      <a:pt x="35" y="59"/>
                      <a:pt x="35" y="60"/>
                    </a:cubicBezTo>
                    <a:cubicBezTo>
                      <a:pt x="37" y="60"/>
                      <a:pt x="33" y="60"/>
                      <a:pt x="32" y="62"/>
                    </a:cubicBezTo>
                    <a:cubicBezTo>
                      <a:pt x="34" y="64"/>
                      <a:pt x="37" y="65"/>
                      <a:pt x="37" y="67"/>
                    </a:cubicBezTo>
                    <a:cubicBezTo>
                      <a:pt x="37" y="67"/>
                      <a:pt x="38" y="66"/>
                      <a:pt x="38" y="66"/>
                    </a:cubicBezTo>
                    <a:cubicBezTo>
                      <a:pt x="35" y="68"/>
                      <a:pt x="39" y="66"/>
                      <a:pt x="38" y="67"/>
                    </a:cubicBezTo>
                    <a:cubicBezTo>
                      <a:pt x="37" y="68"/>
                      <a:pt x="37" y="68"/>
                      <a:pt x="37" y="68"/>
                    </a:cubicBezTo>
                    <a:cubicBezTo>
                      <a:pt x="36" y="69"/>
                      <a:pt x="39" y="69"/>
                      <a:pt x="38" y="70"/>
                    </a:cubicBezTo>
                    <a:cubicBezTo>
                      <a:pt x="39" y="70"/>
                      <a:pt x="37" y="72"/>
                      <a:pt x="39" y="72"/>
                    </a:cubicBezTo>
                    <a:cubicBezTo>
                      <a:pt x="38" y="72"/>
                      <a:pt x="38" y="73"/>
                      <a:pt x="38" y="73"/>
                    </a:cubicBezTo>
                    <a:cubicBezTo>
                      <a:pt x="41" y="72"/>
                      <a:pt x="37" y="75"/>
                      <a:pt x="40" y="74"/>
                    </a:cubicBezTo>
                    <a:cubicBezTo>
                      <a:pt x="39" y="75"/>
                      <a:pt x="39" y="75"/>
                      <a:pt x="39" y="75"/>
                    </a:cubicBezTo>
                    <a:cubicBezTo>
                      <a:pt x="41" y="76"/>
                      <a:pt x="41" y="79"/>
                      <a:pt x="43" y="80"/>
                    </a:cubicBezTo>
                    <a:cubicBezTo>
                      <a:pt x="44" y="81"/>
                      <a:pt x="42" y="84"/>
                      <a:pt x="44" y="84"/>
                    </a:cubicBezTo>
                    <a:cubicBezTo>
                      <a:pt x="46" y="84"/>
                      <a:pt x="46" y="84"/>
                      <a:pt x="46" y="84"/>
                    </a:cubicBezTo>
                    <a:cubicBezTo>
                      <a:pt x="46" y="84"/>
                      <a:pt x="45" y="84"/>
                      <a:pt x="44" y="84"/>
                    </a:cubicBezTo>
                    <a:cubicBezTo>
                      <a:pt x="46" y="84"/>
                      <a:pt x="45" y="86"/>
                      <a:pt x="45" y="87"/>
                    </a:cubicBezTo>
                    <a:cubicBezTo>
                      <a:pt x="46" y="87"/>
                      <a:pt x="46" y="87"/>
                      <a:pt x="47" y="86"/>
                    </a:cubicBezTo>
                    <a:cubicBezTo>
                      <a:pt x="45" y="88"/>
                      <a:pt x="48" y="88"/>
                      <a:pt x="47" y="89"/>
                    </a:cubicBezTo>
                    <a:cubicBezTo>
                      <a:pt x="50" y="88"/>
                      <a:pt x="49" y="89"/>
                      <a:pt x="50" y="89"/>
                    </a:cubicBezTo>
                    <a:cubicBezTo>
                      <a:pt x="50" y="89"/>
                      <a:pt x="49" y="90"/>
                      <a:pt x="48" y="90"/>
                    </a:cubicBezTo>
                    <a:cubicBezTo>
                      <a:pt x="49" y="91"/>
                      <a:pt x="49" y="91"/>
                      <a:pt x="49" y="92"/>
                    </a:cubicBezTo>
                    <a:cubicBezTo>
                      <a:pt x="49" y="92"/>
                      <a:pt x="51" y="92"/>
                      <a:pt x="51" y="92"/>
                    </a:cubicBezTo>
                    <a:cubicBezTo>
                      <a:pt x="49" y="93"/>
                      <a:pt x="51" y="93"/>
                      <a:pt x="50" y="94"/>
                    </a:cubicBezTo>
                    <a:cubicBezTo>
                      <a:pt x="52" y="93"/>
                      <a:pt x="54" y="93"/>
                      <a:pt x="53" y="94"/>
                    </a:cubicBezTo>
                    <a:cubicBezTo>
                      <a:pt x="51" y="95"/>
                      <a:pt x="51" y="95"/>
                      <a:pt x="51" y="95"/>
                    </a:cubicBezTo>
                    <a:cubicBezTo>
                      <a:pt x="53" y="95"/>
                      <a:pt x="51" y="98"/>
                      <a:pt x="55" y="99"/>
                    </a:cubicBezTo>
                    <a:cubicBezTo>
                      <a:pt x="53" y="99"/>
                      <a:pt x="53" y="99"/>
                      <a:pt x="53" y="99"/>
                    </a:cubicBezTo>
                    <a:cubicBezTo>
                      <a:pt x="56" y="100"/>
                      <a:pt x="54" y="103"/>
                      <a:pt x="58" y="103"/>
                    </a:cubicBezTo>
                    <a:cubicBezTo>
                      <a:pt x="57" y="104"/>
                      <a:pt x="56" y="105"/>
                      <a:pt x="57" y="105"/>
                    </a:cubicBezTo>
                    <a:cubicBezTo>
                      <a:pt x="58" y="105"/>
                      <a:pt x="58" y="106"/>
                      <a:pt x="60" y="105"/>
                    </a:cubicBezTo>
                    <a:cubicBezTo>
                      <a:pt x="61" y="106"/>
                      <a:pt x="59" y="106"/>
                      <a:pt x="59" y="106"/>
                    </a:cubicBezTo>
                    <a:cubicBezTo>
                      <a:pt x="59" y="107"/>
                      <a:pt x="57" y="108"/>
                      <a:pt x="59" y="108"/>
                    </a:cubicBezTo>
                    <a:cubicBezTo>
                      <a:pt x="58" y="109"/>
                      <a:pt x="58" y="109"/>
                      <a:pt x="58" y="109"/>
                    </a:cubicBezTo>
                    <a:cubicBezTo>
                      <a:pt x="59" y="109"/>
                      <a:pt x="61" y="109"/>
                      <a:pt x="60" y="110"/>
                    </a:cubicBezTo>
                    <a:cubicBezTo>
                      <a:pt x="61" y="110"/>
                      <a:pt x="62" y="111"/>
                      <a:pt x="64" y="110"/>
                    </a:cubicBezTo>
                    <a:cubicBezTo>
                      <a:pt x="64" y="110"/>
                      <a:pt x="61" y="111"/>
                      <a:pt x="63" y="111"/>
                    </a:cubicBezTo>
                    <a:cubicBezTo>
                      <a:pt x="61" y="111"/>
                      <a:pt x="61" y="111"/>
                      <a:pt x="61" y="111"/>
                    </a:cubicBezTo>
                    <a:cubicBezTo>
                      <a:pt x="61" y="113"/>
                      <a:pt x="62" y="114"/>
                      <a:pt x="63" y="115"/>
                    </a:cubicBezTo>
                    <a:cubicBezTo>
                      <a:pt x="61" y="116"/>
                      <a:pt x="64" y="116"/>
                      <a:pt x="62" y="117"/>
                    </a:cubicBezTo>
                    <a:cubicBezTo>
                      <a:pt x="64" y="118"/>
                      <a:pt x="62" y="119"/>
                      <a:pt x="65" y="119"/>
                    </a:cubicBezTo>
                    <a:cubicBezTo>
                      <a:pt x="64" y="119"/>
                      <a:pt x="64" y="119"/>
                      <a:pt x="64" y="119"/>
                    </a:cubicBezTo>
                    <a:cubicBezTo>
                      <a:pt x="64" y="120"/>
                      <a:pt x="64" y="121"/>
                      <a:pt x="63" y="121"/>
                    </a:cubicBezTo>
                    <a:cubicBezTo>
                      <a:pt x="63" y="122"/>
                      <a:pt x="65" y="122"/>
                      <a:pt x="66" y="122"/>
                    </a:cubicBezTo>
                    <a:cubicBezTo>
                      <a:pt x="64" y="122"/>
                      <a:pt x="64" y="122"/>
                      <a:pt x="64" y="122"/>
                    </a:cubicBezTo>
                    <a:cubicBezTo>
                      <a:pt x="65" y="123"/>
                      <a:pt x="67" y="123"/>
                      <a:pt x="69" y="123"/>
                    </a:cubicBezTo>
                    <a:cubicBezTo>
                      <a:pt x="68" y="123"/>
                      <a:pt x="69" y="123"/>
                      <a:pt x="68" y="124"/>
                    </a:cubicBezTo>
                    <a:cubicBezTo>
                      <a:pt x="67" y="123"/>
                      <a:pt x="66" y="123"/>
                      <a:pt x="64" y="123"/>
                    </a:cubicBezTo>
                    <a:cubicBezTo>
                      <a:pt x="63" y="123"/>
                      <a:pt x="67" y="124"/>
                      <a:pt x="65" y="124"/>
                    </a:cubicBezTo>
                    <a:cubicBezTo>
                      <a:pt x="64" y="125"/>
                      <a:pt x="65" y="125"/>
                      <a:pt x="67" y="125"/>
                    </a:cubicBezTo>
                    <a:cubicBezTo>
                      <a:pt x="66" y="125"/>
                      <a:pt x="66" y="125"/>
                      <a:pt x="65" y="125"/>
                    </a:cubicBezTo>
                    <a:cubicBezTo>
                      <a:pt x="65" y="126"/>
                      <a:pt x="65" y="126"/>
                      <a:pt x="66" y="126"/>
                    </a:cubicBezTo>
                    <a:cubicBezTo>
                      <a:pt x="66" y="126"/>
                      <a:pt x="66" y="126"/>
                      <a:pt x="66" y="126"/>
                    </a:cubicBezTo>
                    <a:cubicBezTo>
                      <a:pt x="67" y="126"/>
                      <a:pt x="67" y="126"/>
                      <a:pt x="69" y="126"/>
                    </a:cubicBezTo>
                    <a:cubicBezTo>
                      <a:pt x="69" y="126"/>
                      <a:pt x="68" y="126"/>
                      <a:pt x="69" y="126"/>
                    </a:cubicBezTo>
                    <a:cubicBezTo>
                      <a:pt x="70" y="126"/>
                      <a:pt x="71" y="126"/>
                      <a:pt x="69" y="126"/>
                    </a:cubicBezTo>
                    <a:cubicBezTo>
                      <a:pt x="68" y="127"/>
                      <a:pt x="67" y="126"/>
                      <a:pt x="66" y="126"/>
                    </a:cubicBezTo>
                    <a:cubicBezTo>
                      <a:pt x="70" y="127"/>
                      <a:pt x="70" y="127"/>
                      <a:pt x="70" y="127"/>
                    </a:cubicBezTo>
                    <a:cubicBezTo>
                      <a:pt x="69" y="127"/>
                      <a:pt x="69" y="127"/>
                      <a:pt x="71" y="127"/>
                    </a:cubicBezTo>
                    <a:cubicBezTo>
                      <a:pt x="70" y="126"/>
                      <a:pt x="70" y="126"/>
                      <a:pt x="70" y="126"/>
                    </a:cubicBezTo>
                    <a:cubicBezTo>
                      <a:pt x="72" y="126"/>
                      <a:pt x="72" y="126"/>
                      <a:pt x="72" y="126"/>
                    </a:cubicBezTo>
                    <a:cubicBezTo>
                      <a:pt x="71" y="126"/>
                      <a:pt x="72" y="125"/>
                      <a:pt x="71" y="125"/>
                    </a:cubicBezTo>
                    <a:cubicBezTo>
                      <a:pt x="70" y="125"/>
                      <a:pt x="70" y="125"/>
                      <a:pt x="70" y="125"/>
                    </a:cubicBezTo>
                    <a:cubicBezTo>
                      <a:pt x="69" y="125"/>
                      <a:pt x="67" y="124"/>
                      <a:pt x="69" y="124"/>
                    </a:cubicBezTo>
                    <a:cubicBezTo>
                      <a:pt x="71" y="124"/>
                      <a:pt x="71" y="124"/>
                      <a:pt x="71" y="124"/>
                    </a:cubicBezTo>
                    <a:cubicBezTo>
                      <a:pt x="71" y="124"/>
                      <a:pt x="70" y="124"/>
                      <a:pt x="71" y="123"/>
                    </a:cubicBezTo>
                    <a:cubicBezTo>
                      <a:pt x="73" y="123"/>
                      <a:pt x="73" y="123"/>
                      <a:pt x="73" y="123"/>
                    </a:cubicBezTo>
                    <a:cubicBezTo>
                      <a:pt x="70" y="124"/>
                      <a:pt x="72" y="122"/>
                      <a:pt x="71" y="122"/>
                    </a:cubicBezTo>
                    <a:cubicBezTo>
                      <a:pt x="72" y="122"/>
                      <a:pt x="72" y="122"/>
                      <a:pt x="72" y="122"/>
                    </a:cubicBezTo>
                    <a:cubicBezTo>
                      <a:pt x="73" y="122"/>
                      <a:pt x="70" y="123"/>
                      <a:pt x="70" y="122"/>
                    </a:cubicBezTo>
                    <a:cubicBezTo>
                      <a:pt x="71" y="122"/>
                      <a:pt x="73" y="122"/>
                      <a:pt x="74" y="121"/>
                    </a:cubicBezTo>
                    <a:cubicBezTo>
                      <a:pt x="74" y="121"/>
                      <a:pt x="72" y="120"/>
                      <a:pt x="74" y="119"/>
                    </a:cubicBezTo>
                    <a:cubicBezTo>
                      <a:pt x="73" y="118"/>
                      <a:pt x="72" y="118"/>
                      <a:pt x="71" y="118"/>
                    </a:cubicBezTo>
                    <a:cubicBezTo>
                      <a:pt x="71" y="117"/>
                      <a:pt x="74" y="117"/>
                      <a:pt x="73" y="117"/>
                    </a:cubicBezTo>
                    <a:cubicBezTo>
                      <a:pt x="74" y="117"/>
                      <a:pt x="75" y="117"/>
                      <a:pt x="75" y="116"/>
                    </a:cubicBezTo>
                    <a:cubicBezTo>
                      <a:pt x="74" y="116"/>
                      <a:pt x="75" y="115"/>
                      <a:pt x="73" y="116"/>
                    </a:cubicBezTo>
                    <a:cubicBezTo>
                      <a:pt x="74" y="115"/>
                      <a:pt x="74" y="114"/>
                      <a:pt x="73" y="114"/>
                    </a:cubicBezTo>
                    <a:cubicBezTo>
                      <a:pt x="73" y="114"/>
                      <a:pt x="75" y="114"/>
                      <a:pt x="76" y="113"/>
                    </a:cubicBezTo>
                    <a:cubicBezTo>
                      <a:pt x="74" y="113"/>
                      <a:pt x="73" y="113"/>
                      <a:pt x="73" y="112"/>
                    </a:cubicBezTo>
                    <a:cubicBezTo>
                      <a:pt x="72" y="112"/>
                      <a:pt x="72" y="113"/>
                      <a:pt x="70" y="113"/>
                    </a:cubicBezTo>
                    <a:cubicBezTo>
                      <a:pt x="70" y="113"/>
                      <a:pt x="69" y="113"/>
                      <a:pt x="69" y="113"/>
                    </a:cubicBezTo>
                    <a:cubicBezTo>
                      <a:pt x="71" y="112"/>
                      <a:pt x="74" y="112"/>
                      <a:pt x="74" y="111"/>
                    </a:cubicBezTo>
                    <a:cubicBezTo>
                      <a:pt x="77" y="111"/>
                      <a:pt x="73" y="112"/>
                      <a:pt x="76" y="111"/>
                    </a:cubicBezTo>
                    <a:cubicBezTo>
                      <a:pt x="78" y="111"/>
                      <a:pt x="79" y="112"/>
                      <a:pt x="77" y="113"/>
                    </a:cubicBezTo>
                    <a:cubicBezTo>
                      <a:pt x="80" y="113"/>
                      <a:pt x="78" y="112"/>
                      <a:pt x="80" y="112"/>
                    </a:cubicBezTo>
                    <a:cubicBezTo>
                      <a:pt x="80" y="111"/>
                      <a:pt x="78" y="111"/>
                      <a:pt x="78" y="111"/>
                    </a:cubicBezTo>
                    <a:cubicBezTo>
                      <a:pt x="77" y="111"/>
                      <a:pt x="77" y="111"/>
                      <a:pt x="76" y="111"/>
                    </a:cubicBezTo>
                    <a:cubicBezTo>
                      <a:pt x="73" y="111"/>
                      <a:pt x="77" y="110"/>
                      <a:pt x="77" y="110"/>
                    </a:cubicBezTo>
                    <a:cubicBezTo>
                      <a:pt x="78" y="110"/>
                      <a:pt x="78" y="110"/>
                      <a:pt x="78" y="110"/>
                    </a:cubicBezTo>
                    <a:cubicBezTo>
                      <a:pt x="79" y="109"/>
                      <a:pt x="77" y="110"/>
                      <a:pt x="77" y="109"/>
                    </a:cubicBezTo>
                    <a:cubicBezTo>
                      <a:pt x="80" y="108"/>
                      <a:pt x="78" y="110"/>
                      <a:pt x="80" y="109"/>
                    </a:cubicBezTo>
                    <a:cubicBezTo>
                      <a:pt x="82" y="109"/>
                      <a:pt x="82" y="109"/>
                      <a:pt x="82" y="109"/>
                    </a:cubicBezTo>
                    <a:cubicBezTo>
                      <a:pt x="82" y="108"/>
                      <a:pt x="79" y="109"/>
                      <a:pt x="80" y="108"/>
                    </a:cubicBezTo>
                    <a:cubicBezTo>
                      <a:pt x="81" y="108"/>
                      <a:pt x="81" y="108"/>
                      <a:pt x="81" y="108"/>
                    </a:cubicBezTo>
                    <a:cubicBezTo>
                      <a:pt x="80" y="108"/>
                      <a:pt x="80" y="108"/>
                      <a:pt x="80" y="108"/>
                    </a:cubicBezTo>
                    <a:cubicBezTo>
                      <a:pt x="79" y="108"/>
                      <a:pt x="77" y="108"/>
                      <a:pt x="77" y="109"/>
                    </a:cubicBezTo>
                    <a:cubicBezTo>
                      <a:pt x="74" y="109"/>
                      <a:pt x="77" y="109"/>
                      <a:pt x="76" y="108"/>
                    </a:cubicBezTo>
                    <a:cubicBezTo>
                      <a:pt x="74" y="108"/>
                      <a:pt x="76" y="108"/>
                      <a:pt x="75" y="109"/>
                    </a:cubicBezTo>
                    <a:cubicBezTo>
                      <a:pt x="73" y="109"/>
                      <a:pt x="73" y="109"/>
                      <a:pt x="73" y="108"/>
                    </a:cubicBezTo>
                    <a:cubicBezTo>
                      <a:pt x="72" y="108"/>
                      <a:pt x="74" y="108"/>
                      <a:pt x="75" y="107"/>
                    </a:cubicBezTo>
                    <a:cubicBezTo>
                      <a:pt x="76" y="107"/>
                      <a:pt x="76" y="108"/>
                      <a:pt x="75" y="108"/>
                    </a:cubicBezTo>
                    <a:cubicBezTo>
                      <a:pt x="77" y="108"/>
                      <a:pt x="79" y="107"/>
                      <a:pt x="80" y="107"/>
                    </a:cubicBezTo>
                    <a:cubicBezTo>
                      <a:pt x="81" y="106"/>
                      <a:pt x="79" y="107"/>
                      <a:pt x="78" y="107"/>
                    </a:cubicBezTo>
                    <a:cubicBezTo>
                      <a:pt x="78" y="107"/>
                      <a:pt x="76" y="107"/>
                      <a:pt x="76" y="107"/>
                    </a:cubicBezTo>
                    <a:cubicBezTo>
                      <a:pt x="71" y="107"/>
                      <a:pt x="79" y="106"/>
                      <a:pt x="78" y="105"/>
                    </a:cubicBezTo>
                    <a:cubicBezTo>
                      <a:pt x="75" y="106"/>
                      <a:pt x="74" y="105"/>
                      <a:pt x="70" y="107"/>
                    </a:cubicBezTo>
                    <a:cubicBezTo>
                      <a:pt x="70" y="107"/>
                      <a:pt x="69" y="107"/>
                      <a:pt x="69" y="106"/>
                    </a:cubicBezTo>
                    <a:cubicBezTo>
                      <a:pt x="71" y="106"/>
                      <a:pt x="71" y="106"/>
                      <a:pt x="73" y="105"/>
                    </a:cubicBezTo>
                    <a:cubicBezTo>
                      <a:pt x="73" y="105"/>
                      <a:pt x="73" y="105"/>
                      <a:pt x="73" y="105"/>
                    </a:cubicBezTo>
                    <a:cubicBezTo>
                      <a:pt x="75" y="105"/>
                      <a:pt x="75" y="105"/>
                      <a:pt x="75" y="105"/>
                    </a:cubicBezTo>
                    <a:cubicBezTo>
                      <a:pt x="79" y="103"/>
                      <a:pt x="79" y="103"/>
                      <a:pt x="79" y="103"/>
                    </a:cubicBezTo>
                    <a:cubicBezTo>
                      <a:pt x="78" y="103"/>
                      <a:pt x="77" y="104"/>
                      <a:pt x="76" y="103"/>
                    </a:cubicBezTo>
                    <a:cubicBezTo>
                      <a:pt x="77" y="103"/>
                      <a:pt x="78" y="103"/>
                      <a:pt x="78" y="102"/>
                    </a:cubicBezTo>
                    <a:cubicBezTo>
                      <a:pt x="77" y="103"/>
                      <a:pt x="75" y="103"/>
                      <a:pt x="75" y="103"/>
                    </a:cubicBezTo>
                    <a:cubicBezTo>
                      <a:pt x="74" y="103"/>
                      <a:pt x="76" y="102"/>
                      <a:pt x="77" y="102"/>
                    </a:cubicBezTo>
                    <a:cubicBezTo>
                      <a:pt x="79" y="102"/>
                      <a:pt x="79" y="102"/>
                      <a:pt x="79" y="102"/>
                    </a:cubicBezTo>
                    <a:cubicBezTo>
                      <a:pt x="77" y="102"/>
                      <a:pt x="79" y="101"/>
                      <a:pt x="79" y="101"/>
                    </a:cubicBezTo>
                    <a:cubicBezTo>
                      <a:pt x="77" y="101"/>
                      <a:pt x="76" y="102"/>
                      <a:pt x="74" y="102"/>
                    </a:cubicBezTo>
                    <a:cubicBezTo>
                      <a:pt x="74" y="102"/>
                      <a:pt x="75" y="101"/>
                      <a:pt x="75" y="101"/>
                    </a:cubicBezTo>
                    <a:cubicBezTo>
                      <a:pt x="76" y="101"/>
                      <a:pt x="76" y="101"/>
                      <a:pt x="76" y="101"/>
                    </a:cubicBezTo>
                    <a:cubicBezTo>
                      <a:pt x="76" y="101"/>
                      <a:pt x="79" y="100"/>
                      <a:pt x="78" y="100"/>
                    </a:cubicBezTo>
                    <a:cubicBezTo>
                      <a:pt x="77" y="100"/>
                      <a:pt x="77" y="100"/>
                      <a:pt x="77" y="100"/>
                    </a:cubicBezTo>
                    <a:cubicBezTo>
                      <a:pt x="77" y="100"/>
                      <a:pt x="78" y="100"/>
                      <a:pt x="78" y="100"/>
                    </a:cubicBezTo>
                    <a:cubicBezTo>
                      <a:pt x="77" y="100"/>
                      <a:pt x="77" y="99"/>
                      <a:pt x="77" y="99"/>
                    </a:cubicBezTo>
                    <a:cubicBezTo>
                      <a:pt x="78" y="99"/>
                      <a:pt x="78" y="99"/>
                      <a:pt x="78" y="99"/>
                    </a:cubicBezTo>
                    <a:cubicBezTo>
                      <a:pt x="77" y="99"/>
                      <a:pt x="75" y="99"/>
                      <a:pt x="76" y="99"/>
                    </a:cubicBezTo>
                    <a:cubicBezTo>
                      <a:pt x="74" y="100"/>
                      <a:pt x="77" y="99"/>
                      <a:pt x="76" y="100"/>
                    </a:cubicBezTo>
                    <a:cubicBezTo>
                      <a:pt x="74" y="100"/>
                      <a:pt x="74" y="100"/>
                      <a:pt x="73" y="100"/>
                    </a:cubicBezTo>
                    <a:cubicBezTo>
                      <a:pt x="76" y="99"/>
                      <a:pt x="73" y="99"/>
                      <a:pt x="73" y="99"/>
                    </a:cubicBezTo>
                    <a:cubicBezTo>
                      <a:pt x="74" y="98"/>
                      <a:pt x="75" y="98"/>
                      <a:pt x="75" y="98"/>
                    </a:cubicBezTo>
                    <a:cubicBezTo>
                      <a:pt x="73" y="98"/>
                      <a:pt x="73" y="98"/>
                      <a:pt x="73" y="98"/>
                    </a:cubicBezTo>
                    <a:cubicBezTo>
                      <a:pt x="77" y="97"/>
                      <a:pt x="73" y="98"/>
                      <a:pt x="73" y="97"/>
                    </a:cubicBezTo>
                    <a:cubicBezTo>
                      <a:pt x="75" y="97"/>
                      <a:pt x="76" y="96"/>
                      <a:pt x="76" y="96"/>
                    </a:cubicBezTo>
                    <a:cubicBezTo>
                      <a:pt x="74" y="97"/>
                      <a:pt x="73" y="97"/>
                      <a:pt x="71" y="97"/>
                    </a:cubicBezTo>
                    <a:cubicBezTo>
                      <a:pt x="72" y="96"/>
                      <a:pt x="75" y="96"/>
                      <a:pt x="76" y="96"/>
                    </a:cubicBezTo>
                    <a:cubicBezTo>
                      <a:pt x="74" y="96"/>
                      <a:pt x="77" y="94"/>
                      <a:pt x="75" y="95"/>
                    </a:cubicBezTo>
                    <a:cubicBezTo>
                      <a:pt x="74" y="96"/>
                      <a:pt x="73" y="96"/>
                      <a:pt x="72" y="96"/>
                    </a:cubicBezTo>
                    <a:cubicBezTo>
                      <a:pt x="72" y="95"/>
                      <a:pt x="73" y="96"/>
                      <a:pt x="74" y="95"/>
                    </a:cubicBezTo>
                    <a:cubicBezTo>
                      <a:pt x="74" y="95"/>
                      <a:pt x="72" y="95"/>
                      <a:pt x="71" y="96"/>
                    </a:cubicBezTo>
                    <a:cubicBezTo>
                      <a:pt x="71" y="95"/>
                      <a:pt x="69" y="96"/>
                      <a:pt x="70" y="95"/>
                    </a:cubicBezTo>
                    <a:cubicBezTo>
                      <a:pt x="72" y="94"/>
                      <a:pt x="71" y="95"/>
                      <a:pt x="72" y="95"/>
                    </a:cubicBezTo>
                    <a:cubicBezTo>
                      <a:pt x="72" y="94"/>
                      <a:pt x="68" y="96"/>
                      <a:pt x="68" y="95"/>
                    </a:cubicBezTo>
                    <a:cubicBezTo>
                      <a:pt x="67" y="96"/>
                      <a:pt x="64" y="97"/>
                      <a:pt x="63" y="97"/>
                    </a:cubicBezTo>
                    <a:cubicBezTo>
                      <a:pt x="63" y="96"/>
                      <a:pt x="64" y="97"/>
                      <a:pt x="66" y="96"/>
                    </a:cubicBezTo>
                    <a:cubicBezTo>
                      <a:pt x="65" y="95"/>
                      <a:pt x="65" y="95"/>
                      <a:pt x="65" y="95"/>
                    </a:cubicBezTo>
                    <a:cubicBezTo>
                      <a:pt x="68" y="94"/>
                      <a:pt x="70" y="95"/>
                      <a:pt x="72" y="93"/>
                    </a:cubicBezTo>
                    <a:cubicBezTo>
                      <a:pt x="71" y="93"/>
                      <a:pt x="71" y="93"/>
                      <a:pt x="71" y="93"/>
                    </a:cubicBezTo>
                    <a:cubicBezTo>
                      <a:pt x="72" y="93"/>
                      <a:pt x="74" y="93"/>
                      <a:pt x="74" y="92"/>
                    </a:cubicBezTo>
                    <a:cubicBezTo>
                      <a:pt x="72" y="93"/>
                      <a:pt x="74" y="92"/>
                      <a:pt x="73" y="92"/>
                    </a:cubicBezTo>
                    <a:cubicBezTo>
                      <a:pt x="71" y="92"/>
                      <a:pt x="74" y="92"/>
                      <a:pt x="72" y="92"/>
                    </a:cubicBezTo>
                    <a:cubicBezTo>
                      <a:pt x="72" y="92"/>
                      <a:pt x="69" y="93"/>
                      <a:pt x="70" y="92"/>
                    </a:cubicBezTo>
                    <a:cubicBezTo>
                      <a:pt x="73" y="91"/>
                      <a:pt x="73" y="91"/>
                      <a:pt x="73" y="91"/>
                    </a:cubicBezTo>
                    <a:cubicBezTo>
                      <a:pt x="74" y="91"/>
                      <a:pt x="71" y="92"/>
                      <a:pt x="72" y="91"/>
                    </a:cubicBezTo>
                    <a:cubicBezTo>
                      <a:pt x="73" y="91"/>
                      <a:pt x="73" y="91"/>
                      <a:pt x="73" y="91"/>
                    </a:cubicBezTo>
                    <a:cubicBezTo>
                      <a:pt x="72" y="89"/>
                      <a:pt x="72" y="88"/>
                      <a:pt x="67" y="88"/>
                    </a:cubicBezTo>
                    <a:cubicBezTo>
                      <a:pt x="69" y="87"/>
                      <a:pt x="69" y="87"/>
                      <a:pt x="70" y="86"/>
                    </a:cubicBezTo>
                    <a:cubicBezTo>
                      <a:pt x="69" y="86"/>
                      <a:pt x="68" y="86"/>
                      <a:pt x="68" y="86"/>
                    </a:cubicBezTo>
                    <a:cubicBezTo>
                      <a:pt x="69" y="85"/>
                      <a:pt x="69" y="85"/>
                      <a:pt x="69" y="85"/>
                    </a:cubicBezTo>
                    <a:cubicBezTo>
                      <a:pt x="70" y="84"/>
                      <a:pt x="68" y="85"/>
                      <a:pt x="67" y="85"/>
                    </a:cubicBezTo>
                    <a:cubicBezTo>
                      <a:pt x="68" y="84"/>
                      <a:pt x="68" y="84"/>
                      <a:pt x="68" y="84"/>
                    </a:cubicBezTo>
                    <a:cubicBezTo>
                      <a:pt x="69" y="83"/>
                      <a:pt x="67" y="84"/>
                      <a:pt x="67" y="84"/>
                    </a:cubicBezTo>
                    <a:cubicBezTo>
                      <a:pt x="68" y="84"/>
                      <a:pt x="68" y="84"/>
                      <a:pt x="68" y="84"/>
                    </a:cubicBezTo>
                    <a:cubicBezTo>
                      <a:pt x="67" y="84"/>
                      <a:pt x="67" y="84"/>
                      <a:pt x="67" y="84"/>
                    </a:cubicBezTo>
                    <a:cubicBezTo>
                      <a:pt x="66" y="84"/>
                      <a:pt x="66" y="83"/>
                      <a:pt x="68" y="83"/>
                    </a:cubicBezTo>
                    <a:cubicBezTo>
                      <a:pt x="67" y="83"/>
                      <a:pt x="67" y="83"/>
                      <a:pt x="67" y="83"/>
                    </a:cubicBezTo>
                    <a:cubicBezTo>
                      <a:pt x="68" y="82"/>
                      <a:pt x="67" y="81"/>
                      <a:pt x="66" y="81"/>
                    </a:cubicBezTo>
                    <a:cubicBezTo>
                      <a:pt x="66" y="82"/>
                      <a:pt x="65" y="82"/>
                      <a:pt x="64" y="82"/>
                    </a:cubicBezTo>
                    <a:cubicBezTo>
                      <a:pt x="62" y="83"/>
                      <a:pt x="64" y="82"/>
                      <a:pt x="63" y="82"/>
                    </a:cubicBezTo>
                    <a:cubicBezTo>
                      <a:pt x="64" y="82"/>
                      <a:pt x="64" y="81"/>
                      <a:pt x="65" y="81"/>
                    </a:cubicBezTo>
                    <a:cubicBezTo>
                      <a:pt x="68" y="79"/>
                      <a:pt x="65" y="79"/>
                      <a:pt x="65" y="78"/>
                    </a:cubicBezTo>
                    <a:cubicBezTo>
                      <a:pt x="64" y="78"/>
                      <a:pt x="64" y="78"/>
                      <a:pt x="64" y="78"/>
                    </a:cubicBezTo>
                    <a:cubicBezTo>
                      <a:pt x="66" y="77"/>
                      <a:pt x="63" y="77"/>
                      <a:pt x="64" y="76"/>
                    </a:cubicBezTo>
                    <a:cubicBezTo>
                      <a:pt x="63" y="76"/>
                      <a:pt x="60" y="77"/>
                      <a:pt x="60" y="77"/>
                    </a:cubicBezTo>
                    <a:cubicBezTo>
                      <a:pt x="58" y="78"/>
                      <a:pt x="62" y="76"/>
                      <a:pt x="63" y="75"/>
                    </a:cubicBezTo>
                    <a:cubicBezTo>
                      <a:pt x="62" y="75"/>
                      <a:pt x="62" y="75"/>
                      <a:pt x="62" y="75"/>
                    </a:cubicBezTo>
                    <a:cubicBezTo>
                      <a:pt x="62" y="75"/>
                      <a:pt x="62" y="75"/>
                      <a:pt x="62" y="75"/>
                    </a:cubicBezTo>
                    <a:cubicBezTo>
                      <a:pt x="61" y="75"/>
                      <a:pt x="60" y="75"/>
                      <a:pt x="61" y="74"/>
                    </a:cubicBezTo>
                    <a:cubicBezTo>
                      <a:pt x="61" y="74"/>
                      <a:pt x="61" y="74"/>
                      <a:pt x="61" y="74"/>
                    </a:cubicBezTo>
                    <a:cubicBezTo>
                      <a:pt x="61" y="74"/>
                      <a:pt x="62" y="73"/>
                      <a:pt x="62" y="73"/>
                    </a:cubicBezTo>
                    <a:cubicBezTo>
                      <a:pt x="60" y="74"/>
                      <a:pt x="61" y="72"/>
                      <a:pt x="59" y="73"/>
                    </a:cubicBezTo>
                    <a:cubicBezTo>
                      <a:pt x="60" y="73"/>
                      <a:pt x="60" y="73"/>
                      <a:pt x="60" y="73"/>
                    </a:cubicBezTo>
                    <a:cubicBezTo>
                      <a:pt x="59" y="73"/>
                      <a:pt x="59" y="73"/>
                      <a:pt x="59" y="73"/>
                    </a:cubicBezTo>
                    <a:cubicBezTo>
                      <a:pt x="59" y="73"/>
                      <a:pt x="59" y="73"/>
                      <a:pt x="59" y="73"/>
                    </a:cubicBezTo>
                    <a:cubicBezTo>
                      <a:pt x="61" y="72"/>
                      <a:pt x="61" y="72"/>
                      <a:pt x="61" y="72"/>
                    </a:cubicBezTo>
                    <a:cubicBezTo>
                      <a:pt x="62" y="71"/>
                      <a:pt x="60" y="72"/>
                      <a:pt x="59" y="73"/>
                    </a:cubicBezTo>
                    <a:cubicBezTo>
                      <a:pt x="57" y="73"/>
                      <a:pt x="59" y="72"/>
                      <a:pt x="59" y="72"/>
                    </a:cubicBezTo>
                    <a:cubicBezTo>
                      <a:pt x="60" y="71"/>
                      <a:pt x="59" y="72"/>
                      <a:pt x="59" y="72"/>
                    </a:cubicBezTo>
                    <a:cubicBezTo>
                      <a:pt x="61" y="72"/>
                      <a:pt x="60" y="72"/>
                      <a:pt x="61" y="71"/>
                    </a:cubicBezTo>
                    <a:cubicBezTo>
                      <a:pt x="61" y="71"/>
                      <a:pt x="59" y="72"/>
                      <a:pt x="59" y="72"/>
                    </a:cubicBezTo>
                    <a:cubicBezTo>
                      <a:pt x="59" y="71"/>
                      <a:pt x="58" y="71"/>
                      <a:pt x="60" y="70"/>
                    </a:cubicBezTo>
                    <a:cubicBezTo>
                      <a:pt x="59" y="71"/>
                      <a:pt x="59" y="70"/>
                      <a:pt x="58" y="70"/>
                    </a:cubicBezTo>
                    <a:cubicBezTo>
                      <a:pt x="58" y="71"/>
                      <a:pt x="58" y="71"/>
                      <a:pt x="57" y="72"/>
                    </a:cubicBezTo>
                    <a:cubicBezTo>
                      <a:pt x="57" y="72"/>
                      <a:pt x="56" y="72"/>
                      <a:pt x="57" y="71"/>
                    </a:cubicBezTo>
                    <a:cubicBezTo>
                      <a:pt x="57" y="71"/>
                      <a:pt x="57" y="71"/>
                      <a:pt x="57" y="71"/>
                    </a:cubicBezTo>
                    <a:cubicBezTo>
                      <a:pt x="57" y="71"/>
                      <a:pt x="57" y="71"/>
                      <a:pt x="56" y="72"/>
                    </a:cubicBezTo>
                    <a:cubicBezTo>
                      <a:pt x="58" y="70"/>
                      <a:pt x="58" y="70"/>
                      <a:pt x="58" y="70"/>
                    </a:cubicBezTo>
                    <a:cubicBezTo>
                      <a:pt x="56" y="71"/>
                      <a:pt x="56" y="70"/>
                      <a:pt x="56" y="70"/>
                    </a:cubicBezTo>
                    <a:cubicBezTo>
                      <a:pt x="57" y="69"/>
                      <a:pt x="59" y="69"/>
                      <a:pt x="59" y="68"/>
                    </a:cubicBezTo>
                    <a:cubicBezTo>
                      <a:pt x="58" y="68"/>
                      <a:pt x="58" y="68"/>
                      <a:pt x="58" y="68"/>
                    </a:cubicBezTo>
                    <a:cubicBezTo>
                      <a:pt x="57" y="68"/>
                      <a:pt x="58" y="68"/>
                      <a:pt x="59" y="68"/>
                    </a:cubicBezTo>
                    <a:cubicBezTo>
                      <a:pt x="59" y="66"/>
                      <a:pt x="54" y="69"/>
                      <a:pt x="55" y="68"/>
                    </a:cubicBezTo>
                    <a:cubicBezTo>
                      <a:pt x="57" y="67"/>
                      <a:pt x="57" y="67"/>
                      <a:pt x="57" y="66"/>
                    </a:cubicBezTo>
                    <a:cubicBezTo>
                      <a:pt x="56" y="67"/>
                      <a:pt x="56" y="67"/>
                      <a:pt x="56" y="67"/>
                    </a:cubicBezTo>
                    <a:cubicBezTo>
                      <a:pt x="55" y="67"/>
                      <a:pt x="58" y="66"/>
                      <a:pt x="56" y="67"/>
                    </a:cubicBezTo>
                    <a:cubicBezTo>
                      <a:pt x="55" y="68"/>
                      <a:pt x="56" y="67"/>
                      <a:pt x="55" y="67"/>
                    </a:cubicBezTo>
                    <a:cubicBezTo>
                      <a:pt x="59" y="65"/>
                      <a:pt x="55" y="65"/>
                      <a:pt x="57" y="63"/>
                    </a:cubicBezTo>
                    <a:cubicBezTo>
                      <a:pt x="54" y="64"/>
                      <a:pt x="56" y="63"/>
                      <a:pt x="55" y="63"/>
                    </a:cubicBezTo>
                    <a:cubicBezTo>
                      <a:pt x="57" y="62"/>
                      <a:pt x="54" y="63"/>
                      <a:pt x="55" y="62"/>
                    </a:cubicBezTo>
                    <a:cubicBezTo>
                      <a:pt x="53" y="63"/>
                      <a:pt x="53" y="63"/>
                      <a:pt x="53" y="63"/>
                    </a:cubicBezTo>
                    <a:cubicBezTo>
                      <a:pt x="54" y="62"/>
                      <a:pt x="49" y="64"/>
                      <a:pt x="52" y="63"/>
                    </a:cubicBezTo>
                    <a:cubicBezTo>
                      <a:pt x="52" y="62"/>
                      <a:pt x="54" y="62"/>
                      <a:pt x="54" y="62"/>
                    </a:cubicBezTo>
                    <a:cubicBezTo>
                      <a:pt x="56" y="60"/>
                      <a:pt x="51" y="62"/>
                      <a:pt x="54" y="60"/>
                    </a:cubicBezTo>
                    <a:cubicBezTo>
                      <a:pt x="53" y="60"/>
                      <a:pt x="52" y="61"/>
                      <a:pt x="51" y="61"/>
                    </a:cubicBezTo>
                    <a:cubicBezTo>
                      <a:pt x="52" y="61"/>
                      <a:pt x="52" y="59"/>
                      <a:pt x="53" y="59"/>
                    </a:cubicBezTo>
                    <a:cubicBezTo>
                      <a:pt x="52" y="59"/>
                      <a:pt x="52" y="60"/>
                      <a:pt x="52" y="59"/>
                    </a:cubicBezTo>
                    <a:cubicBezTo>
                      <a:pt x="53" y="59"/>
                      <a:pt x="53" y="59"/>
                      <a:pt x="53" y="59"/>
                    </a:cubicBezTo>
                    <a:cubicBezTo>
                      <a:pt x="54" y="58"/>
                      <a:pt x="52" y="58"/>
                      <a:pt x="51" y="58"/>
                    </a:cubicBezTo>
                    <a:cubicBezTo>
                      <a:pt x="53" y="57"/>
                      <a:pt x="52" y="57"/>
                      <a:pt x="52" y="56"/>
                    </a:cubicBezTo>
                    <a:cubicBezTo>
                      <a:pt x="50" y="57"/>
                      <a:pt x="53" y="55"/>
                      <a:pt x="50" y="56"/>
                    </a:cubicBezTo>
                    <a:cubicBezTo>
                      <a:pt x="51" y="56"/>
                      <a:pt x="51" y="56"/>
                      <a:pt x="51" y="56"/>
                    </a:cubicBezTo>
                    <a:cubicBezTo>
                      <a:pt x="50" y="56"/>
                      <a:pt x="48" y="57"/>
                      <a:pt x="48" y="57"/>
                    </a:cubicBezTo>
                    <a:cubicBezTo>
                      <a:pt x="50" y="56"/>
                      <a:pt x="50" y="56"/>
                      <a:pt x="50" y="56"/>
                    </a:cubicBezTo>
                    <a:cubicBezTo>
                      <a:pt x="52" y="54"/>
                      <a:pt x="50" y="55"/>
                      <a:pt x="51" y="54"/>
                    </a:cubicBezTo>
                    <a:cubicBezTo>
                      <a:pt x="49" y="55"/>
                      <a:pt x="51" y="54"/>
                      <a:pt x="49" y="55"/>
                    </a:cubicBezTo>
                    <a:cubicBezTo>
                      <a:pt x="49" y="55"/>
                      <a:pt x="49" y="55"/>
                      <a:pt x="49" y="55"/>
                    </a:cubicBezTo>
                    <a:cubicBezTo>
                      <a:pt x="48" y="55"/>
                      <a:pt x="48" y="55"/>
                      <a:pt x="47" y="55"/>
                    </a:cubicBezTo>
                    <a:cubicBezTo>
                      <a:pt x="47" y="55"/>
                      <a:pt x="49" y="54"/>
                      <a:pt x="49" y="54"/>
                    </a:cubicBezTo>
                    <a:cubicBezTo>
                      <a:pt x="50" y="53"/>
                      <a:pt x="49" y="53"/>
                      <a:pt x="49" y="53"/>
                    </a:cubicBezTo>
                    <a:cubicBezTo>
                      <a:pt x="49" y="53"/>
                      <a:pt x="49" y="53"/>
                      <a:pt x="48" y="53"/>
                    </a:cubicBezTo>
                    <a:cubicBezTo>
                      <a:pt x="48" y="53"/>
                      <a:pt x="48" y="53"/>
                      <a:pt x="48" y="53"/>
                    </a:cubicBezTo>
                    <a:cubicBezTo>
                      <a:pt x="48" y="53"/>
                      <a:pt x="48" y="53"/>
                      <a:pt x="48" y="53"/>
                    </a:cubicBezTo>
                    <a:cubicBezTo>
                      <a:pt x="48" y="53"/>
                      <a:pt x="48" y="53"/>
                      <a:pt x="48" y="53"/>
                    </a:cubicBezTo>
                    <a:cubicBezTo>
                      <a:pt x="48" y="53"/>
                      <a:pt x="48" y="53"/>
                      <a:pt x="49" y="53"/>
                    </a:cubicBezTo>
                    <a:cubicBezTo>
                      <a:pt x="49" y="53"/>
                      <a:pt x="49" y="53"/>
                      <a:pt x="49" y="53"/>
                    </a:cubicBezTo>
                    <a:cubicBezTo>
                      <a:pt x="49" y="53"/>
                      <a:pt x="49" y="53"/>
                      <a:pt x="49" y="53"/>
                    </a:cubicBezTo>
                    <a:cubicBezTo>
                      <a:pt x="49" y="52"/>
                      <a:pt x="49" y="52"/>
                      <a:pt x="49" y="52"/>
                    </a:cubicBezTo>
                    <a:cubicBezTo>
                      <a:pt x="50" y="51"/>
                      <a:pt x="50" y="51"/>
                      <a:pt x="50" y="51"/>
                    </a:cubicBezTo>
                    <a:cubicBezTo>
                      <a:pt x="50" y="51"/>
                      <a:pt x="48" y="52"/>
                      <a:pt x="48" y="52"/>
                    </a:cubicBezTo>
                    <a:cubicBezTo>
                      <a:pt x="49" y="50"/>
                      <a:pt x="46" y="50"/>
                      <a:pt x="46" y="50"/>
                    </a:cubicBezTo>
                    <a:cubicBezTo>
                      <a:pt x="46" y="50"/>
                      <a:pt x="47" y="50"/>
                      <a:pt x="46" y="50"/>
                    </a:cubicBezTo>
                    <a:cubicBezTo>
                      <a:pt x="46" y="50"/>
                      <a:pt x="44" y="50"/>
                      <a:pt x="45" y="50"/>
                    </a:cubicBezTo>
                    <a:cubicBezTo>
                      <a:pt x="45" y="50"/>
                      <a:pt x="46" y="49"/>
                      <a:pt x="46" y="49"/>
                    </a:cubicBezTo>
                    <a:cubicBezTo>
                      <a:pt x="46" y="48"/>
                      <a:pt x="45" y="49"/>
                      <a:pt x="45" y="49"/>
                    </a:cubicBezTo>
                    <a:cubicBezTo>
                      <a:pt x="47" y="47"/>
                      <a:pt x="43" y="49"/>
                      <a:pt x="44" y="47"/>
                    </a:cubicBezTo>
                    <a:cubicBezTo>
                      <a:pt x="44" y="47"/>
                      <a:pt x="45" y="47"/>
                      <a:pt x="45" y="47"/>
                    </a:cubicBezTo>
                    <a:cubicBezTo>
                      <a:pt x="44" y="47"/>
                      <a:pt x="43" y="46"/>
                      <a:pt x="41" y="47"/>
                    </a:cubicBezTo>
                    <a:cubicBezTo>
                      <a:pt x="43" y="46"/>
                      <a:pt x="43" y="46"/>
                      <a:pt x="43" y="46"/>
                    </a:cubicBezTo>
                    <a:cubicBezTo>
                      <a:pt x="43" y="46"/>
                      <a:pt x="42" y="46"/>
                      <a:pt x="41" y="46"/>
                    </a:cubicBezTo>
                    <a:cubicBezTo>
                      <a:pt x="40" y="47"/>
                      <a:pt x="39" y="47"/>
                      <a:pt x="39" y="47"/>
                    </a:cubicBezTo>
                    <a:cubicBezTo>
                      <a:pt x="39" y="47"/>
                      <a:pt x="39" y="47"/>
                      <a:pt x="39" y="47"/>
                    </a:cubicBezTo>
                    <a:cubicBezTo>
                      <a:pt x="38" y="46"/>
                      <a:pt x="38" y="46"/>
                      <a:pt x="38" y="46"/>
                    </a:cubicBezTo>
                    <a:cubicBezTo>
                      <a:pt x="39" y="46"/>
                      <a:pt x="39" y="46"/>
                      <a:pt x="39" y="46"/>
                    </a:cubicBezTo>
                    <a:cubicBezTo>
                      <a:pt x="42" y="44"/>
                      <a:pt x="40" y="44"/>
                      <a:pt x="41" y="44"/>
                    </a:cubicBezTo>
                    <a:cubicBezTo>
                      <a:pt x="39" y="44"/>
                      <a:pt x="39" y="44"/>
                      <a:pt x="39" y="44"/>
                    </a:cubicBezTo>
                    <a:cubicBezTo>
                      <a:pt x="38" y="44"/>
                      <a:pt x="40" y="43"/>
                      <a:pt x="40" y="43"/>
                    </a:cubicBezTo>
                    <a:cubicBezTo>
                      <a:pt x="35" y="45"/>
                      <a:pt x="35" y="45"/>
                      <a:pt x="35" y="45"/>
                    </a:cubicBezTo>
                    <a:cubicBezTo>
                      <a:pt x="36" y="45"/>
                      <a:pt x="37" y="44"/>
                      <a:pt x="38" y="43"/>
                    </a:cubicBezTo>
                    <a:cubicBezTo>
                      <a:pt x="37" y="43"/>
                      <a:pt x="35" y="44"/>
                      <a:pt x="33" y="45"/>
                    </a:cubicBezTo>
                    <a:cubicBezTo>
                      <a:pt x="33" y="44"/>
                      <a:pt x="32" y="44"/>
                      <a:pt x="32" y="44"/>
                    </a:cubicBezTo>
                    <a:cubicBezTo>
                      <a:pt x="33" y="43"/>
                      <a:pt x="32" y="44"/>
                      <a:pt x="33" y="44"/>
                    </a:cubicBezTo>
                    <a:cubicBezTo>
                      <a:pt x="34" y="43"/>
                      <a:pt x="34" y="43"/>
                      <a:pt x="34" y="43"/>
                    </a:cubicBezTo>
                    <a:cubicBezTo>
                      <a:pt x="34" y="43"/>
                      <a:pt x="36" y="41"/>
                      <a:pt x="37" y="41"/>
                    </a:cubicBezTo>
                    <a:cubicBezTo>
                      <a:pt x="36" y="41"/>
                      <a:pt x="36" y="40"/>
                      <a:pt x="36" y="39"/>
                    </a:cubicBezTo>
                    <a:cubicBezTo>
                      <a:pt x="34" y="41"/>
                      <a:pt x="35" y="39"/>
                      <a:pt x="33" y="41"/>
                    </a:cubicBezTo>
                    <a:cubicBezTo>
                      <a:pt x="32" y="40"/>
                      <a:pt x="34" y="39"/>
                      <a:pt x="35" y="39"/>
                    </a:cubicBezTo>
                    <a:cubicBezTo>
                      <a:pt x="33" y="39"/>
                      <a:pt x="34" y="38"/>
                      <a:pt x="33" y="37"/>
                    </a:cubicBezTo>
                    <a:cubicBezTo>
                      <a:pt x="34" y="37"/>
                      <a:pt x="34" y="37"/>
                      <a:pt x="34" y="37"/>
                    </a:cubicBezTo>
                    <a:cubicBezTo>
                      <a:pt x="33" y="37"/>
                      <a:pt x="33" y="36"/>
                      <a:pt x="31" y="37"/>
                    </a:cubicBezTo>
                    <a:cubicBezTo>
                      <a:pt x="32" y="36"/>
                      <a:pt x="32" y="36"/>
                      <a:pt x="32" y="36"/>
                    </a:cubicBezTo>
                    <a:cubicBezTo>
                      <a:pt x="32" y="35"/>
                      <a:pt x="29" y="38"/>
                      <a:pt x="30" y="36"/>
                    </a:cubicBezTo>
                    <a:cubicBezTo>
                      <a:pt x="31" y="36"/>
                      <a:pt x="31" y="36"/>
                      <a:pt x="31" y="36"/>
                    </a:cubicBezTo>
                    <a:cubicBezTo>
                      <a:pt x="30" y="36"/>
                      <a:pt x="32" y="34"/>
                      <a:pt x="30" y="35"/>
                    </a:cubicBezTo>
                    <a:cubicBezTo>
                      <a:pt x="31" y="34"/>
                      <a:pt x="31" y="34"/>
                      <a:pt x="31" y="34"/>
                    </a:cubicBezTo>
                    <a:cubicBezTo>
                      <a:pt x="30" y="34"/>
                      <a:pt x="30" y="34"/>
                      <a:pt x="28" y="34"/>
                    </a:cubicBezTo>
                    <a:cubicBezTo>
                      <a:pt x="30" y="33"/>
                      <a:pt x="30" y="33"/>
                      <a:pt x="30" y="33"/>
                    </a:cubicBezTo>
                    <a:cubicBezTo>
                      <a:pt x="31" y="32"/>
                      <a:pt x="28" y="34"/>
                      <a:pt x="29" y="33"/>
                    </a:cubicBezTo>
                    <a:cubicBezTo>
                      <a:pt x="29" y="33"/>
                      <a:pt x="29" y="32"/>
                      <a:pt x="30" y="32"/>
                    </a:cubicBezTo>
                    <a:cubicBezTo>
                      <a:pt x="28" y="33"/>
                      <a:pt x="28" y="32"/>
                      <a:pt x="28" y="32"/>
                    </a:cubicBezTo>
                    <a:cubicBezTo>
                      <a:pt x="29" y="31"/>
                      <a:pt x="29" y="31"/>
                      <a:pt x="29" y="31"/>
                    </a:cubicBezTo>
                    <a:cubicBezTo>
                      <a:pt x="28" y="29"/>
                      <a:pt x="27" y="27"/>
                      <a:pt x="24" y="26"/>
                    </a:cubicBezTo>
                    <a:cubicBezTo>
                      <a:pt x="26" y="24"/>
                      <a:pt x="26" y="26"/>
                      <a:pt x="27" y="24"/>
                    </a:cubicBezTo>
                    <a:cubicBezTo>
                      <a:pt x="25" y="26"/>
                      <a:pt x="26" y="24"/>
                      <a:pt x="25" y="24"/>
                    </a:cubicBezTo>
                    <a:cubicBezTo>
                      <a:pt x="26" y="24"/>
                      <a:pt x="26" y="24"/>
                      <a:pt x="26" y="24"/>
                    </a:cubicBezTo>
                    <a:cubicBezTo>
                      <a:pt x="25" y="24"/>
                      <a:pt x="26" y="23"/>
                      <a:pt x="25" y="23"/>
                    </a:cubicBezTo>
                    <a:cubicBezTo>
                      <a:pt x="25" y="24"/>
                      <a:pt x="25" y="24"/>
                      <a:pt x="25" y="24"/>
                    </a:cubicBezTo>
                    <a:cubicBezTo>
                      <a:pt x="24" y="24"/>
                      <a:pt x="27" y="21"/>
                      <a:pt x="25" y="23"/>
                    </a:cubicBezTo>
                    <a:cubicBezTo>
                      <a:pt x="26" y="22"/>
                      <a:pt x="26" y="22"/>
                      <a:pt x="26" y="22"/>
                    </a:cubicBezTo>
                    <a:cubicBezTo>
                      <a:pt x="23" y="23"/>
                      <a:pt x="26" y="21"/>
                      <a:pt x="24" y="22"/>
                    </a:cubicBezTo>
                    <a:cubicBezTo>
                      <a:pt x="25" y="21"/>
                      <a:pt x="25" y="21"/>
                      <a:pt x="25" y="21"/>
                    </a:cubicBezTo>
                    <a:cubicBezTo>
                      <a:pt x="25" y="20"/>
                      <a:pt x="22" y="22"/>
                      <a:pt x="23" y="21"/>
                    </a:cubicBezTo>
                    <a:cubicBezTo>
                      <a:pt x="23" y="20"/>
                      <a:pt x="22" y="20"/>
                      <a:pt x="20" y="21"/>
                    </a:cubicBezTo>
                    <a:cubicBezTo>
                      <a:pt x="23" y="20"/>
                      <a:pt x="23" y="20"/>
                      <a:pt x="23" y="20"/>
                    </a:cubicBezTo>
                    <a:cubicBezTo>
                      <a:pt x="21" y="19"/>
                      <a:pt x="20" y="17"/>
                      <a:pt x="17" y="17"/>
                    </a:cubicBezTo>
                    <a:cubicBezTo>
                      <a:pt x="18" y="16"/>
                      <a:pt x="18" y="16"/>
                      <a:pt x="18" y="16"/>
                    </a:cubicBezTo>
                    <a:cubicBezTo>
                      <a:pt x="16" y="17"/>
                      <a:pt x="19" y="13"/>
                      <a:pt x="15" y="15"/>
                    </a:cubicBezTo>
                    <a:cubicBezTo>
                      <a:pt x="13" y="16"/>
                      <a:pt x="13" y="16"/>
                      <a:pt x="13" y="16"/>
                    </a:cubicBezTo>
                    <a:cubicBezTo>
                      <a:pt x="15" y="14"/>
                      <a:pt x="15" y="14"/>
                      <a:pt x="15" y="14"/>
                    </a:cubicBezTo>
                    <a:cubicBezTo>
                      <a:pt x="14" y="14"/>
                      <a:pt x="15" y="13"/>
                      <a:pt x="13" y="14"/>
                    </a:cubicBezTo>
                    <a:cubicBezTo>
                      <a:pt x="15" y="13"/>
                      <a:pt x="15" y="13"/>
                      <a:pt x="15" y="13"/>
                    </a:cubicBezTo>
                    <a:cubicBezTo>
                      <a:pt x="15" y="13"/>
                      <a:pt x="12" y="14"/>
                      <a:pt x="12" y="13"/>
                    </a:cubicBezTo>
                    <a:cubicBezTo>
                      <a:pt x="13" y="13"/>
                      <a:pt x="13" y="13"/>
                      <a:pt x="13" y="13"/>
                    </a:cubicBezTo>
                    <a:cubicBezTo>
                      <a:pt x="15" y="9"/>
                      <a:pt x="16" y="6"/>
                      <a:pt x="11" y="6"/>
                    </a:cubicBezTo>
                    <a:cubicBezTo>
                      <a:pt x="11" y="6"/>
                      <a:pt x="13" y="4"/>
                      <a:pt x="13" y="4"/>
                    </a:cubicBezTo>
                    <a:cubicBezTo>
                      <a:pt x="9" y="4"/>
                      <a:pt x="13" y="0"/>
                      <a:pt x="7" y="1"/>
                    </a:cubicBezTo>
                    <a:cubicBezTo>
                      <a:pt x="6" y="0"/>
                      <a:pt x="0" y="2"/>
                      <a:pt x="0" y="2"/>
                    </a:cubicBezTo>
                    <a:cubicBezTo>
                      <a:pt x="3" y="4"/>
                      <a:pt x="3" y="8"/>
                      <a:pt x="1" y="1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5" name="Freeform 128"/>
              <p:cNvSpPr/>
              <p:nvPr/>
            </p:nvSpPr>
            <p:spPr bwMode="auto">
              <a:xfrm>
                <a:off x="3538" y="1526"/>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6" name="Freeform 129"/>
              <p:cNvSpPr/>
              <p:nvPr/>
            </p:nvSpPr>
            <p:spPr bwMode="auto">
              <a:xfrm>
                <a:off x="3460" y="1407"/>
                <a:ext cx="2"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7" name="Freeform 130"/>
              <p:cNvSpPr/>
              <p:nvPr/>
            </p:nvSpPr>
            <p:spPr bwMode="auto">
              <a:xfrm>
                <a:off x="3445" y="1392"/>
                <a:ext cx="4" cy="2"/>
              </a:xfrm>
              <a:custGeom>
                <a:avLst/>
                <a:gdLst>
                  <a:gd name="T0" fmla="*/ 4 w 4"/>
                  <a:gd name="T1" fmla="*/ 0 h 2"/>
                  <a:gd name="T2" fmla="*/ 4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4" y="0"/>
                    </a:lnTo>
                    <a:lnTo>
                      <a:pt x="0" y="2"/>
                    </a:lnTo>
                    <a:lnTo>
                      <a:pt x="4"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8" name="Freeform 131"/>
              <p:cNvSpPr/>
              <p:nvPr/>
            </p:nvSpPr>
            <p:spPr bwMode="auto">
              <a:xfrm>
                <a:off x="3468" y="1405"/>
                <a:ext cx="4"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2" y="0"/>
                      <a:pt x="0" y="0"/>
                      <a:pt x="1" y="0"/>
                    </a:cubicBezTo>
                    <a:cubicBezTo>
                      <a:pt x="1" y="0"/>
                      <a:pt x="2"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9" name="Freeform 132"/>
              <p:cNvSpPr/>
              <p:nvPr/>
            </p:nvSpPr>
            <p:spPr bwMode="auto">
              <a:xfrm>
                <a:off x="3515" y="15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0" name="Freeform 133"/>
              <p:cNvSpPr/>
              <p:nvPr/>
            </p:nvSpPr>
            <p:spPr bwMode="auto">
              <a:xfrm>
                <a:off x="3470" y="140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1" name="Freeform 134"/>
              <p:cNvSpPr/>
              <p:nvPr/>
            </p:nvSpPr>
            <p:spPr bwMode="auto">
              <a:xfrm>
                <a:off x="3462" y="140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2" name="Freeform 135"/>
              <p:cNvSpPr/>
              <p:nvPr/>
            </p:nvSpPr>
            <p:spPr bwMode="auto">
              <a:xfrm>
                <a:off x="3909" y="1416"/>
                <a:ext cx="11" cy="2"/>
              </a:xfrm>
              <a:custGeom>
                <a:avLst/>
                <a:gdLst>
                  <a:gd name="T0" fmla="*/ 1 w 5"/>
                  <a:gd name="T1" fmla="*/ 1 h 1"/>
                  <a:gd name="T2" fmla="*/ 0 w 5"/>
                  <a:gd name="T3" fmla="*/ 1 h 1"/>
                  <a:gd name="T4" fmla="*/ 2 w 5"/>
                  <a:gd name="T5" fmla="*/ 1 h 1"/>
                  <a:gd name="T6" fmla="*/ 3 w 5"/>
                  <a:gd name="T7" fmla="*/ 1 h 1"/>
                  <a:gd name="T8" fmla="*/ 5 w 5"/>
                  <a:gd name="T9" fmla="*/ 0 h 1"/>
                  <a:gd name="T10" fmla="*/ 1 w 5"/>
                  <a:gd name="T11" fmla="*/ 1 h 1"/>
                </a:gdLst>
                <a:ahLst/>
                <a:cxnLst>
                  <a:cxn ang="0">
                    <a:pos x="T0" y="T1"/>
                  </a:cxn>
                  <a:cxn ang="0">
                    <a:pos x="T2" y="T3"/>
                  </a:cxn>
                  <a:cxn ang="0">
                    <a:pos x="T4" y="T5"/>
                  </a:cxn>
                  <a:cxn ang="0">
                    <a:pos x="T6" y="T7"/>
                  </a:cxn>
                  <a:cxn ang="0">
                    <a:pos x="T8" y="T9"/>
                  </a:cxn>
                  <a:cxn ang="0">
                    <a:pos x="T10" y="T11"/>
                  </a:cxn>
                </a:cxnLst>
                <a:rect l="0" t="0" r="r" b="b"/>
                <a:pathLst>
                  <a:path w="5" h="1">
                    <a:moveTo>
                      <a:pt x="1" y="1"/>
                    </a:moveTo>
                    <a:cubicBezTo>
                      <a:pt x="1" y="1"/>
                      <a:pt x="1" y="1"/>
                      <a:pt x="0" y="1"/>
                    </a:cubicBezTo>
                    <a:cubicBezTo>
                      <a:pt x="1" y="1"/>
                      <a:pt x="2" y="1"/>
                      <a:pt x="2" y="1"/>
                    </a:cubicBezTo>
                    <a:cubicBezTo>
                      <a:pt x="3" y="1"/>
                      <a:pt x="4" y="1"/>
                      <a:pt x="3" y="1"/>
                    </a:cubicBezTo>
                    <a:cubicBezTo>
                      <a:pt x="4" y="0"/>
                      <a:pt x="5" y="0"/>
                      <a:pt x="5" y="0"/>
                    </a:cubicBezTo>
                    <a:cubicBezTo>
                      <a:pt x="4" y="0"/>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3" name="Freeform 136"/>
              <p:cNvSpPr/>
              <p:nvPr/>
            </p:nvSpPr>
            <p:spPr bwMode="auto">
              <a:xfrm>
                <a:off x="4491" y="1382"/>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4" name="Freeform 137"/>
              <p:cNvSpPr/>
              <p:nvPr/>
            </p:nvSpPr>
            <p:spPr bwMode="auto">
              <a:xfrm>
                <a:off x="4368" y="1484"/>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5" name="Freeform 138"/>
              <p:cNvSpPr/>
              <p:nvPr/>
            </p:nvSpPr>
            <p:spPr bwMode="auto">
              <a:xfrm>
                <a:off x="4504" y="1378"/>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6" name="Freeform 139"/>
              <p:cNvSpPr/>
              <p:nvPr/>
            </p:nvSpPr>
            <p:spPr bwMode="auto">
              <a:xfrm>
                <a:off x="4506" y="138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7" name="Freeform 140"/>
              <p:cNvSpPr/>
              <p:nvPr/>
            </p:nvSpPr>
            <p:spPr bwMode="auto">
              <a:xfrm>
                <a:off x="4368" y="14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8" name="Freeform 141"/>
              <p:cNvSpPr/>
              <p:nvPr/>
            </p:nvSpPr>
            <p:spPr bwMode="auto">
              <a:xfrm>
                <a:off x="4364" y="1484"/>
                <a:ext cx="2" cy="4"/>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0"/>
                      <a:pt x="0" y="0"/>
                    </a:cubicBezTo>
                    <a:cubicBezTo>
                      <a:pt x="0" y="0"/>
                      <a:pt x="1"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9" name="Freeform 142"/>
              <p:cNvSpPr/>
              <p:nvPr/>
            </p:nvSpPr>
            <p:spPr bwMode="auto">
              <a:xfrm>
                <a:off x="4368" y="1492"/>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0" name="Freeform 143"/>
              <p:cNvSpPr/>
              <p:nvPr/>
            </p:nvSpPr>
            <p:spPr bwMode="auto">
              <a:xfrm>
                <a:off x="4487" y="1388"/>
                <a:ext cx="2"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1"/>
                      <a:pt x="0" y="1"/>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1" name="Freeform 144"/>
              <p:cNvSpPr/>
              <p:nvPr/>
            </p:nvSpPr>
            <p:spPr bwMode="auto">
              <a:xfrm>
                <a:off x="4514" y="1382"/>
                <a:ext cx="2" cy="4"/>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0" y="0"/>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2" name="Freeform 145"/>
              <p:cNvSpPr/>
              <p:nvPr/>
            </p:nvSpPr>
            <p:spPr bwMode="auto">
              <a:xfrm>
                <a:off x="4548" y="1397"/>
                <a:ext cx="2" cy="6"/>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3" name="Freeform 146"/>
              <p:cNvSpPr/>
              <p:nvPr/>
            </p:nvSpPr>
            <p:spPr bwMode="auto">
              <a:xfrm>
                <a:off x="4550" y="1399"/>
                <a:ext cx="3" cy="4"/>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2"/>
                      <a:pt x="1" y="1"/>
                    </a:cubicBezTo>
                    <a:cubicBezTo>
                      <a:pt x="0" y="0"/>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4" name="Freeform 147"/>
              <p:cNvSpPr/>
              <p:nvPr/>
            </p:nvSpPr>
            <p:spPr bwMode="auto">
              <a:xfrm>
                <a:off x="4521" y="1382"/>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5" name="Freeform 148"/>
              <p:cNvSpPr/>
              <p:nvPr/>
            </p:nvSpPr>
            <p:spPr bwMode="auto">
              <a:xfrm>
                <a:off x="4516" y="1378"/>
                <a:ext cx="5" cy="8"/>
              </a:xfrm>
              <a:custGeom>
                <a:avLst/>
                <a:gdLst>
                  <a:gd name="T0" fmla="*/ 2 w 2"/>
                  <a:gd name="T1" fmla="*/ 4 h 4"/>
                  <a:gd name="T2" fmla="*/ 1 w 2"/>
                  <a:gd name="T3" fmla="*/ 2 h 4"/>
                  <a:gd name="T4" fmla="*/ 0 w 2"/>
                  <a:gd name="T5" fmla="*/ 2 h 4"/>
                  <a:gd name="T6" fmla="*/ 0 w 2"/>
                  <a:gd name="T7" fmla="*/ 0 h 4"/>
                  <a:gd name="T8" fmla="*/ 2 w 2"/>
                  <a:gd name="T9" fmla="*/ 4 h 4"/>
                  <a:gd name="T10" fmla="*/ 2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2" y="4"/>
                    </a:moveTo>
                    <a:cubicBezTo>
                      <a:pt x="2" y="3"/>
                      <a:pt x="1" y="3"/>
                      <a:pt x="1" y="2"/>
                    </a:cubicBezTo>
                    <a:cubicBezTo>
                      <a:pt x="1" y="2"/>
                      <a:pt x="0" y="1"/>
                      <a:pt x="0" y="2"/>
                    </a:cubicBezTo>
                    <a:cubicBezTo>
                      <a:pt x="0" y="1"/>
                      <a:pt x="0" y="0"/>
                      <a:pt x="0" y="0"/>
                    </a:cubicBezTo>
                    <a:cubicBezTo>
                      <a:pt x="0" y="1"/>
                      <a:pt x="1" y="3"/>
                      <a:pt x="2" y="4"/>
                    </a:cubicBezTo>
                    <a:cubicBezTo>
                      <a:pt x="2" y="4"/>
                      <a:pt x="2" y="4"/>
                      <a:pt x="2" y="4"/>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6" name="Freeform 149"/>
              <p:cNvSpPr/>
              <p:nvPr/>
            </p:nvSpPr>
            <p:spPr bwMode="auto">
              <a:xfrm>
                <a:off x="4519" y="1380"/>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7" name="Freeform 150"/>
              <p:cNvSpPr/>
              <p:nvPr/>
            </p:nvSpPr>
            <p:spPr bwMode="auto">
              <a:xfrm>
                <a:off x="3876" y="13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8" name="Freeform 151"/>
              <p:cNvSpPr/>
              <p:nvPr/>
            </p:nvSpPr>
            <p:spPr bwMode="auto">
              <a:xfrm>
                <a:off x="4465" y="1920"/>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9" name="Freeform 152"/>
              <p:cNvSpPr/>
              <p:nvPr/>
            </p:nvSpPr>
            <p:spPr bwMode="auto">
              <a:xfrm>
                <a:off x="4468" y="1918"/>
                <a:ext cx="6"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0" name="Freeform 153"/>
              <p:cNvSpPr/>
              <p:nvPr/>
            </p:nvSpPr>
            <p:spPr bwMode="auto">
              <a:xfrm>
                <a:off x="3912" y="1286"/>
                <a:ext cx="4" cy="2"/>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2" y="1"/>
                      <a:pt x="0" y="1"/>
                      <a:pt x="1" y="1"/>
                    </a:cubicBezTo>
                    <a:cubicBezTo>
                      <a:pt x="1" y="0"/>
                      <a:pt x="2"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1" name="Freeform 154"/>
              <p:cNvSpPr/>
              <p:nvPr/>
            </p:nvSpPr>
            <p:spPr bwMode="auto">
              <a:xfrm>
                <a:off x="3876" y="132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2" name="Rectangle 155"/>
              <p:cNvSpPr>
                <a:spLocks noChangeArrowheads="1"/>
              </p:cNvSpPr>
              <p:nvPr/>
            </p:nvSpPr>
            <p:spPr bwMode="auto">
              <a:xfrm>
                <a:off x="4402" y="1454"/>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3" name="Freeform 156"/>
              <p:cNvSpPr/>
              <p:nvPr/>
            </p:nvSpPr>
            <p:spPr bwMode="auto">
              <a:xfrm>
                <a:off x="4546" y="140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4" name="Freeform 157"/>
              <p:cNvSpPr/>
              <p:nvPr/>
            </p:nvSpPr>
            <p:spPr bwMode="auto">
              <a:xfrm>
                <a:off x="3914" y="12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5" name="Freeform 158"/>
              <p:cNvSpPr/>
              <p:nvPr/>
            </p:nvSpPr>
            <p:spPr bwMode="auto">
              <a:xfrm>
                <a:off x="4423" y="14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6" name="Freeform 159"/>
              <p:cNvSpPr/>
              <p:nvPr/>
            </p:nvSpPr>
            <p:spPr bwMode="auto">
              <a:xfrm>
                <a:off x="4465" y="1456"/>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7" name="Freeform 160"/>
              <p:cNvSpPr/>
              <p:nvPr/>
            </p:nvSpPr>
            <p:spPr bwMode="auto">
              <a:xfrm>
                <a:off x="4355" y="1509"/>
                <a:ext cx="4" cy="4"/>
              </a:xfrm>
              <a:custGeom>
                <a:avLst/>
                <a:gdLst>
                  <a:gd name="T0" fmla="*/ 0 w 4"/>
                  <a:gd name="T1" fmla="*/ 0 h 4"/>
                  <a:gd name="T2" fmla="*/ 0 w 4"/>
                  <a:gd name="T3" fmla="*/ 2 h 4"/>
                  <a:gd name="T4" fmla="*/ 4 w 4"/>
                  <a:gd name="T5" fmla="*/ 4 h 4"/>
                  <a:gd name="T6" fmla="*/ 0 w 4"/>
                  <a:gd name="T7" fmla="*/ 0 h 4"/>
                </a:gdLst>
                <a:ahLst/>
                <a:cxnLst>
                  <a:cxn ang="0">
                    <a:pos x="T0" y="T1"/>
                  </a:cxn>
                  <a:cxn ang="0">
                    <a:pos x="T2" y="T3"/>
                  </a:cxn>
                  <a:cxn ang="0">
                    <a:pos x="T4" y="T5"/>
                  </a:cxn>
                  <a:cxn ang="0">
                    <a:pos x="T6" y="T7"/>
                  </a:cxn>
                </a:cxnLst>
                <a:rect l="0" t="0" r="r" b="b"/>
                <a:pathLst>
                  <a:path w="4" h="4">
                    <a:moveTo>
                      <a:pt x="0" y="0"/>
                    </a:moveTo>
                    <a:lnTo>
                      <a:pt x="0" y="2"/>
                    </a:lnTo>
                    <a:lnTo>
                      <a:pt x="4"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8" name="Freeform 161"/>
              <p:cNvSpPr/>
              <p:nvPr/>
            </p:nvSpPr>
            <p:spPr bwMode="auto">
              <a:xfrm>
                <a:off x="4383" y="14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9" name="Freeform 162"/>
              <p:cNvSpPr/>
              <p:nvPr/>
            </p:nvSpPr>
            <p:spPr bwMode="auto">
              <a:xfrm>
                <a:off x="4287" y="1378"/>
                <a:ext cx="261" cy="237"/>
              </a:xfrm>
              <a:custGeom>
                <a:avLst/>
                <a:gdLst>
                  <a:gd name="T0" fmla="*/ 27 w 123"/>
                  <a:gd name="T1" fmla="*/ 92 h 112"/>
                  <a:gd name="T2" fmla="*/ 33 w 123"/>
                  <a:gd name="T3" fmla="*/ 85 h 112"/>
                  <a:gd name="T4" fmla="*/ 52 w 123"/>
                  <a:gd name="T5" fmla="*/ 57 h 112"/>
                  <a:gd name="T6" fmla="*/ 61 w 123"/>
                  <a:gd name="T7" fmla="*/ 52 h 112"/>
                  <a:gd name="T8" fmla="*/ 69 w 123"/>
                  <a:gd name="T9" fmla="*/ 49 h 112"/>
                  <a:gd name="T10" fmla="*/ 81 w 123"/>
                  <a:gd name="T11" fmla="*/ 39 h 112"/>
                  <a:gd name="T12" fmla="*/ 89 w 123"/>
                  <a:gd name="T13" fmla="*/ 34 h 112"/>
                  <a:gd name="T14" fmla="*/ 100 w 123"/>
                  <a:gd name="T15" fmla="*/ 25 h 112"/>
                  <a:gd name="T16" fmla="*/ 105 w 123"/>
                  <a:gd name="T17" fmla="*/ 17 h 112"/>
                  <a:gd name="T18" fmla="*/ 115 w 123"/>
                  <a:gd name="T19" fmla="*/ 15 h 112"/>
                  <a:gd name="T20" fmla="*/ 119 w 123"/>
                  <a:gd name="T21" fmla="*/ 14 h 112"/>
                  <a:gd name="T22" fmla="*/ 121 w 123"/>
                  <a:gd name="T23" fmla="*/ 8 h 112"/>
                  <a:gd name="T24" fmla="*/ 122 w 123"/>
                  <a:gd name="T25" fmla="*/ 7 h 112"/>
                  <a:gd name="T26" fmla="*/ 118 w 123"/>
                  <a:gd name="T27" fmla="*/ 7 h 112"/>
                  <a:gd name="T28" fmla="*/ 113 w 123"/>
                  <a:gd name="T29" fmla="*/ 5 h 112"/>
                  <a:gd name="T30" fmla="*/ 107 w 123"/>
                  <a:gd name="T31" fmla="*/ 4 h 112"/>
                  <a:gd name="T32" fmla="*/ 106 w 123"/>
                  <a:gd name="T33" fmla="*/ 3 h 112"/>
                  <a:gd name="T34" fmla="*/ 102 w 123"/>
                  <a:gd name="T35" fmla="*/ 4 h 112"/>
                  <a:gd name="T36" fmla="*/ 101 w 123"/>
                  <a:gd name="T37" fmla="*/ 4 h 112"/>
                  <a:gd name="T38" fmla="*/ 99 w 123"/>
                  <a:gd name="T39" fmla="*/ 2 h 112"/>
                  <a:gd name="T40" fmla="*/ 98 w 123"/>
                  <a:gd name="T41" fmla="*/ 9 h 112"/>
                  <a:gd name="T42" fmla="*/ 96 w 123"/>
                  <a:gd name="T43" fmla="*/ 8 h 112"/>
                  <a:gd name="T44" fmla="*/ 93 w 123"/>
                  <a:gd name="T45" fmla="*/ 7 h 112"/>
                  <a:gd name="T46" fmla="*/ 91 w 123"/>
                  <a:gd name="T47" fmla="*/ 7 h 112"/>
                  <a:gd name="T48" fmla="*/ 89 w 123"/>
                  <a:gd name="T49" fmla="*/ 10 h 112"/>
                  <a:gd name="T50" fmla="*/ 87 w 123"/>
                  <a:gd name="T51" fmla="*/ 10 h 112"/>
                  <a:gd name="T52" fmla="*/ 89 w 123"/>
                  <a:gd name="T53" fmla="*/ 18 h 112"/>
                  <a:gd name="T54" fmla="*/ 85 w 123"/>
                  <a:gd name="T55" fmla="*/ 12 h 112"/>
                  <a:gd name="T56" fmla="*/ 78 w 123"/>
                  <a:gd name="T57" fmla="*/ 16 h 112"/>
                  <a:gd name="T58" fmla="*/ 75 w 123"/>
                  <a:gd name="T59" fmla="*/ 18 h 112"/>
                  <a:gd name="T60" fmla="*/ 75 w 123"/>
                  <a:gd name="T61" fmla="*/ 24 h 112"/>
                  <a:gd name="T62" fmla="*/ 67 w 123"/>
                  <a:gd name="T63" fmla="*/ 25 h 112"/>
                  <a:gd name="T64" fmla="*/ 65 w 123"/>
                  <a:gd name="T65" fmla="*/ 29 h 112"/>
                  <a:gd name="T66" fmla="*/ 64 w 123"/>
                  <a:gd name="T67" fmla="*/ 29 h 112"/>
                  <a:gd name="T68" fmla="*/ 64 w 123"/>
                  <a:gd name="T69" fmla="*/ 32 h 112"/>
                  <a:gd name="T70" fmla="*/ 60 w 123"/>
                  <a:gd name="T71" fmla="*/ 30 h 112"/>
                  <a:gd name="T72" fmla="*/ 59 w 123"/>
                  <a:gd name="T73" fmla="*/ 34 h 112"/>
                  <a:gd name="T74" fmla="*/ 55 w 123"/>
                  <a:gd name="T75" fmla="*/ 39 h 112"/>
                  <a:gd name="T76" fmla="*/ 50 w 123"/>
                  <a:gd name="T77" fmla="*/ 39 h 112"/>
                  <a:gd name="T78" fmla="*/ 47 w 123"/>
                  <a:gd name="T79" fmla="*/ 43 h 112"/>
                  <a:gd name="T80" fmla="*/ 45 w 123"/>
                  <a:gd name="T81" fmla="*/ 45 h 112"/>
                  <a:gd name="T82" fmla="*/ 44 w 123"/>
                  <a:gd name="T83" fmla="*/ 45 h 112"/>
                  <a:gd name="T84" fmla="*/ 42 w 123"/>
                  <a:gd name="T85" fmla="*/ 48 h 112"/>
                  <a:gd name="T86" fmla="*/ 39 w 123"/>
                  <a:gd name="T87" fmla="*/ 54 h 112"/>
                  <a:gd name="T88" fmla="*/ 38 w 123"/>
                  <a:gd name="T89" fmla="*/ 56 h 112"/>
                  <a:gd name="T90" fmla="*/ 38 w 123"/>
                  <a:gd name="T91" fmla="*/ 63 h 112"/>
                  <a:gd name="T92" fmla="*/ 34 w 123"/>
                  <a:gd name="T93" fmla="*/ 65 h 112"/>
                  <a:gd name="T94" fmla="*/ 30 w 123"/>
                  <a:gd name="T95" fmla="*/ 69 h 112"/>
                  <a:gd name="T96" fmla="*/ 27 w 123"/>
                  <a:gd name="T97" fmla="*/ 71 h 112"/>
                  <a:gd name="T98" fmla="*/ 19 w 123"/>
                  <a:gd name="T99" fmla="*/ 78 h 112"/>
                  <a:gd name="T100" fmla="*/ 17 w 123"/>
                  <a:gd name="T101" fmla="*/ 80 h 112"/>
                  <a:gd name="T102" fmla="*/ 13 w 123"/>
                  <a:gd name="T103" fmla="*/ 88 h 112"/>
                  <a:gd name="T104" fmla="*/ 12 w 123"/>
                  <a:gd name="T105" fmla="*/ 9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12">
                    <a:moveTo>
                      <a:pt x="9" y="112"/>
                    </a:moveTo>
                    <a:cubicBezTo>
                      <a:pt x="9" y="108"/>
                      <a:pt x="13" y="106"/>
                      <a:pt x="17" y="105"/>
                    </a:cubicBezTo>
                    <a:cubicBezTo>
                      <a:pt x="17" y="104"/>
                      <a:pt x="17" y="102"/>
                      <a:pt x="18" y="102"/>
                    </a:cubicBezTo>
                    <a:cubicBezTo>
                      <a:pt x="20" y="98"/>
                      <a:pt x="27" y="98"/>
                      <a:pt x="28" y="93"/>
                    </a:cubicBezTo>
                    <a:cubicBezTo>
                      <a:pt x="27" y="93"/>
                      <a:pt x="27" y="92"/>
                      <a:pt x="26" y="91"/>
                    </a:cubicBezTo>
                    <a:cubicBezTo>
                      <a:pt x="27" y="92"/>
                      <a:pt x="27" y="92"/>
                      <a:pt x="27" y="92"/>
                    </a:cubicBezTo>
                    <a:cubicBezTo>
                      <a:pt x="26" y="91"/>
                      <a:pt x="26" y="91"/>
                      <a:pt x="26" y="91"/>
                    </a:cubicBezTo>
                    <a:cubicBezTo>
                      <a:pt x="26" y="90"/>
                      <a:pt x="28" y="92"/>
                      <a:pt x="28" y="92"/>
                    </a:cubicBezTo>
                    <a:cubicBezTo>
                      <a:pt x="29" y="91"/>
                      <a:pt x="29" y="89"/>
                      <a:pt x="31" y="88"/>
                    </a:cubicBezTo>
                    <a:cubicBezTo>
                      <a:pt x="29" y="86"/>
                      <a:pt x="31" y="87"/>
                      <a:pt x="29" y="85"/>
                    </a:cubicBezTo>
                    <a:cubicBezTo>
                      <a:pt x="30" y="86"/>
                      <a:pt x="30" y="86"/>
                      <a:pt x="30" y="86"/>
                    </a:cubicBezTo>
                    <a:cubicBezTo>
                      <a:pt x="30" y="84"/>
                      <a:pt x="30" y="84"/>
                      <a:pt x="33" y="85"/>
                    </a:cubicBezTo>
                    <a:cubicBezTo>
                      <a:pt x="38" y="83"/>
                      <a:pt x="40" y="79"/>
                      <a:pt x="43" y="76"/>
                    </a:cubicBezTo>
                    <a:cubicBezTo>
                      <a:pt x="46" y="72"/>
                      <a:pt x="48" y="68"/>
                      <a:pt x="52" y="64"/>
                    </a:cubicBezTo>
                    <a:cubicBezTo>
                      <a:pt x="50" y="61"/>
                      <a:pt x="52" y="61"/>
                      <a:pt x="50" y="59"/>
                    </a:cubicBezTo>
                    <a:cubicBezTo>
                      <a:pt x="51" y="59"/>
                      <a:pt x="51" y="59"/>
                      <a:pt x="51" y="59"/>
                    </a:cubicBezTo>
                    <a:cubicBezTo>
                      <a:pt x="51" y="58"/>
                      <a:pt x="52" y="59"/>
                      <a:pt x="54" y="59"/>
                    </a:cubicBezTo>
                    <a:cubicBezTo>
                      <a:pt x="53" y="58"/>
                      <a:pt x="54" y="59"/>
                      <a:pt x="52" y="57"/>
                    </a:cubicBezTo>
                    <a:cubicBezTo>
                      <a:pt x="51" y="56"/>
                      <a:pt x="55" y="59"/>
                      <a:pt x="54" y="58"/>
                    </a:cubicBezTo>
                    <a:cubicBezTo>
                      <a:pt x="55" y="59"/>
                      <a:pt x="53" y="57"/>
                      <a:pt x="54" y="58"/>
                    </a:cubicBezTo>
                    <a:cubicBezTo>
                      <a:pt x="53" y="55"/>
                      <a:pt x="55" y="59"/>
                      <a:pt x="57" y="59"/>
                    </a:cubicBezTo>
                    <a:cubicBezTo>
                      <a:pt x="58" y="57"/>
                      <a:pt x="58" y="54"/>
                      <a:pt x="61" y="54"/>
                    </a:cubicBezTo>
                    <a:cubicBezTo>
                      <a:pt x="61" y="54"/>
                      <a:pt x="60" y="52"/>
                      <a:pt x="60" y="52"/>
                    </a:cubicBezTo>
                    <a:cubicBezTo>
                      <a:pt x="62" y="55"/>
                      <a:pt x="60" y="51"/>
                      <a:pt x="61" y="52"/>
                    </a:cubicBezTo>
                    <a:cubicBezTo>
                      <a:pt x="62" y="53"/>
                      <a:pt x="62" y="53"/>
                      <a:pt x="62" y="53"/>
                    </a:cubicBezTo>
                    <a:cubicBezTo>
                      <a:pt x="63" y="54"/>
                      <a:pt x="63" y="51"/>
                      <a:pt x="64" y="52"/>
                    </a:cubicBezTo>
                    <a:cubicBezTo>
                      <a:pt x="64" y="50"/>
                      <a:pt x="67" y="52"/>
                      <a:pt x="66" y="50"/>
                    </a:cubicBezTo>
                    <a:cubicBezTo>
                      <a:pt x="67" y="52"/>
                      <a:pt x="67" y="51"/>
                      <a:pt x="68" y="51"/>
                    </a:cubicBezTo>
                    <a:cubicBezTo>
                      <a:pt x="66" y="48"/>
                      <a:pt x="70" y="51"/>
                      <a:pt x="69" y="49"/>
                    </a:cubicBezTo>
                    <a:cubicBezTo>
                      <a:pt x="69" y="49"/>
                      <a:pt x="69" y="49"/>
                      <a:pt x="69" y="49"/>
                    </a:cubicBezTo>
                    <a:cubicBezTo>
                      <a:pt x="71" y="48"/>
                      <a:pt x="73" y="47"/>
                      <a:pt x="74" y="44"/>
                    </a:cubicBezTo>
                    <a:cubicBezTo>
                      <a:pt x="75" y="43"/>
                      <a:pt x="78" y="45"/>
                      <a:pt x="79" y="42"/>
                    </a:cubicBezTo>
                    <a:cubicBezTo>
                      <a:pt x="78" y="41"/>
                      <a:pt x="78" y="41"/>
                      <a:pt x="78" y="41"/>
                    </a:cubicBezTo>
                    <a:cubicBezTo>
                      <a:pt x="78" y="41"/>
                      <a:pt x="79" y="42"/>
                      <a:pt x="79" y="42"/>
                    </a:cubicBezTo>
                    <a:cubicBezTo>
                      <a:pt x="79" y="40"/>
                      <a:pt x="81" y="41"/>
                      <a:pt x="81" y="41"/>
                    </a:cubicBezTo>
                    <a:cubicBezTo>
                      <a:pt x="81" y="40"/>
                      <a:pt x="81" y="40"/>
                      <a:pt x="81" y="39"/>
                    </a:cubicBezTo>
                    <a:cubicBezTo>
                      <a:pt x="83" y="41"/>
                      <a:pt x="82" y="37"/>
                      <a:pt x="84" y="38"/>
                    </a:cubicBezTo>
                    <a:cubicBezTo>
                      <a:pt x="82" y="36"/>
                      <a:pt x="84" y="37"/>
                      <a:pt x="84" y="36"/>
                    </a:cubicBezTo>
                    <a:cubicBezTo>
                      <a:pt x="84" y="36"/>
                      <a:pt x="84" y="36"/>
                      <a:pt x="85" y="37"/>
                    </a:cubicBezTo>
                    <a:cubicBezTo>
                      <a:pt x="85" y="36"/>
                      <a:pt x="85" y="36"/>
                      <a:pt x="87" y="36"/>
                    </a:cubicBezTo>
                    <a:cubicBezTo>
                      <a:pt x="87" y="36"/>
                      <a:pt x="86" y="34"/>
                      <a:pt x="87" y="34"/>
                    </a:cubicBezTo>
                    <a:cubicBezTo>
                      <a:pt x="88" y="36"/>
                      <a:pt x="88" y="34"/>
                      <a:pt x="89" y="34"/>
                    </a:cubicBezTo>
                    <a:cubicBezTo>
                      <a:pt x="87" y="32"/>
                      <a:pt x="87" y="31"/>
                      <a:pt x="88" y="31"/>
                    </a:cubicBezTo>
                    <a:cubicBezTo>
                      <a:pt x="89" y="34"/>
                      <a:pt x="89" y="34"/>
                      <a:pt x="89" y="34"/>
                    </a:cubicBezTo>
                    <a:cubicBezTo>
                      <a:pt x="90" y="31"/>
                      <a:pt x="93" y="33"/>
                      <a:pt x="93" y="29"/>
                    </a:cubicBezTo>
                    <a:cubicBezTo>
                      <a:pt x="94" y="30"/>
                      <a:pt x="94" y="30"/>
                      <a:pt x="94" y="30"/>
                    </a:cubicBezTo>
                    <a:cubicBezTo>
                      <a:pt x="95" y="28"/>
                      <a:pt x="98" y="29"/>
                      <a:pt x="98" y="25"/>
                    </a:cubicBezTo>
                    <a:cubicBezTo>
                      <a:pt x="99" y="25"/>
                      <a:pt x="100" y="26"/>
                      <a:pt x="100" y="25"/>
                    </a:cubicBezTo>
                    <a:cubicBezTo>
                      <a:pt x="100" y="24"/>
                      <a:pt x="101" y="24"/>
                      <a:pt x="100" y="22"/>
                    </a:cubicBezTo>
                    <a:cubicBezTo>
                      <a:pt x="100" y="21"/>
                      <a:pt x="101" y="22"/>
                      <a:pt x="101" y="23"/>
                    </a:cubicBezTo>
                    <a:cubicBezTo>
                      <a:pt x="102" y="23"/>
                      <a:pt x="104" y="25"/>
                      <a:pt x="103" y="22"/>
                    </a:cubicBezTo>
                    <a:cubicBezTo>
                      <a:pt x="104" y="23"/>
                      <a:pt x="104" y="23"/>
                      <a:pt x="104" y="23"/>
                    </a:cubicBezTo>
                    <a:cubicBezTo>
                      <a:pt x="104" y="22"/>
                      <a:pt x="104" y="20"/>
                      <a:pt x="106" y="21"/>
                    </a:cubicBezTo>
                    <a:cubicBezTo>
                      <a:pt x="105" y="19"/>
                      <a:pt x="106" y="19"/>
                      <a:pt x="105" y="17"/>
                    </a:cubicBezTo>
                    <a:cubicBezTo>
                      <a:pt x="105" y="17"/>
                      <a:pt x="106" y="19"/>
                      <a:pt x="106" y="18"/>
                    </a:cubicBezTo>
                    <a:cubicBezTo>
                      <a:pt x="106" y="20"/>
                      <a:pt x="106" y="20"/>
                      <a:pt x="106" y="20"/>
                    </a:cubicBezTo>
                    <a:cubicBezTo>
                      <a:pt x="108" y="20"/>
                      <a:pt x="109" y="18"/>
                      <a:pt x="110" y="16"/>
                    </a:cubicBezTo>
                    <a:cubicBezTo>
                      <a:pt x="112" y="19"/>
                      <a:pt x="112" y="16"/>
                      <a:pt x="113" y="17"/>
                    </a:cubicBezTo>
                    <a:cubicBezTo>
                      <a:pt x="113" y="15"/>
                      <a:pt x="115" y="17"/>
                      <a:pt x="114" y="14"/>
                    </a:cubicBezTo>
                    <a:cubicBezTo>
                      <a:pt x="115" y="15"/>
                      <a:pt x="115" y="15"/>
                      <a:pt x="115" y="15"/>
                    </a:cubicBezTo>
                    <a:cubicBezTo>
                      <a:pt x="115" y="15"/>
                      <a:pt x="116" y="15"/>
                      <a:pt x="117" y="15"/>
                    </a:cubicBezTo>
                    <a:cubicBezTo>
                      <a:pt x="118" y="16"/>
                      <a:pt x="118" y="14"/>
                      <a:pt x="118" y="13"/>
                    </a:cubicBezTo>
                    <a:cubicBezTo>
                      <a:pt x="118" y="14"/>
                      <a:pt x="118" y="14"/>
                      <a:pt x="118" y="14"/>
                    </a:cubicBezTo>
                    <a:cubicBezTo>
                      <a:pt x="118" y="13"/>
                      <a:pt x="118" y="11"/>
                      <a:pt x="118" y="9"/>
                    </a:cubicBezTo>
                    <a:cubicBezTo>
                      <a:pt x="119" y="10"/>
                      <a:pt x="118" y="9"/>
                      <a:pt x="119" y="10"/>
                    </a:cubicBezTo>
                    <a:cubicBezTo>
                      <a:pt x="119" y="11"/>
                      <a:pt x="119" y="13"/>
                      <a:pt x="119" y="14"/>
                    </a:cubicBezTo>
                    <a:cubicBezTo>
                      <a:pt x="120" y="15"/>
                      <a:pt x="119" y="11"/>
                      <a:pt x="120" y="13"/>
                    </a:cubicBezTo>
                    <a:cubicBezTo>
                      <a:pt x="121" y="14"/>
                      <a:pt x="121" y="13"/>
                      <a:pt x="121" y="11"/>
                    </a:cubicBezTo>
                    <a:cubicBezTo>
                      <a:pt x="121" y="12"/>
                      <a:pt x="121" y="12"/>
                      <a:pt x="121" y="13"/>
                    </a:cubicBezTo>
                    <a:cubicBezTo>
                      <a:pt x="122" y="13"/>
                      <a:pt x="122" y="13"/>
                      <a:pt x="122" y="12"/>
                    </a:cubicBezTo>
                    <a:cubicBezTo>
                      <a:pt x="122" y="12"/>
                      <a:pt x="122" y="12"/>
                      <a:pt x="122" y="12"/>
                    </a:cubicBezTo>
                    <a:cubicBezTo>
                      <a:pt x="122" y="10"/>
                      <a:pt x="122" y="10"/>
                      <a:pt x="121" y="8"/>
                    </a:cubicBezTo>
                    <a:cubicBezTo>
                      <a:pt x="121" y="9"/>
                      <a:pt x="121" y="9"/>
                      <a:pt x="121" y="9"/>
                    </a:cubicBezTo>
                    <a:cubicBezTo>
                      <a:pt x="121" y="7"/>
                      <a:pt x="121" y="7"/>
                      <a:pt x="122" y="8"/>
                    </a:cubicBezTo>
                    <a:cubicBezTo>
                      <a:pt x="122" y="10"/>
                      <a:pt x="122" y="11"/>
                      <a:pt x="122" y="11"/>
                    </a:cubicBezTo>
                    <a:cubicBezTo>
                      <a:pt x="123" y="7"/>
                      <a:pt x="123" y="7"/>
                      <a:pt x="123" y="7"/>
                    </a:cubicBezTo>
                    <a:cubicBezTo>
                      <a:pt x="123" y="9"/>
                      <a:pt x="122" y="8"/>
                      <a:pt x="122" y="6"/>
                    </a:cubicBezTo>
                    <a:cubicBezTo>
                      <a:pt x="122" y="7"/>
                      <a:pt x="122" y="7"/>
                      <a:pt x="122" y="7"/>
                    </a:cubicBezTo>
                    <a:cubicBezTo>
                      <a:pt x="122" y="6"/>
                      <a:pt x="122" y="6"/>
                      <a:pt x="122" y="6"/>
                    </a:cubicBezTo>
                    <a:cubicBezTo>
                      <a:pt x="121" y="7"/>
                      <a:pt x="120" y="5"/>
                      <a:pt x="120" y="7"/>
                    </a:cubicBezTo>
                    <a:cubicBezTo>
                      <a:pt x="120" y="8"/>
                      <a:pt x="120" y="8"/>
                      <a:pt x="120" y="8"/>
                    </a:cubicBezTo>
                    <a:cubicBezTo>
                      <a:pt x="120" y="8"/>
                      <a:pt x="120" y="11"/>
                      <a:pt x="119" y="9"/>
                    </a:cubicBezTo>
                    <a:cubicBezTo>
                      <a:pt x="119" y="7"/>
                      <a:pt x="119" y="7"/>
                      <a:pt x="119" y="7"/>
                    </a:cubicBezTo>
                    <a:cubicBezTo>
                      <a:pt x="119" y="7"/>
                      <a:pt x="119" y="8"/>
                      <a:pt x="118" y="7"/>
                    </a:cubicBezTo>
                    <a:cubicBezTo>
                      <a:pt x="118" y="5"/>
                      <a:pt x="118" y="5"/>
                      <a:pt x="118" y="5"/>
                    </a:cubicBezTo>
                    <a:cubicBezTo>
                      <a:pt x="119" y="8"/>
                      <a:pt x="117" y="6"/>
                      <a:pt x="117" y="7"/>
                    </a:cubicBezTo>
                    <a:cubicBezTo>
                      <a:pt x="117" y="6"/>
                      <a:pt x="117" y="6"/>
                      <a:pt x="117" y="6"/>
                    </a:cubicBezTo>
                    <a:cubicBezTo>
                      <a:pt x="116" y="6"/>
                      <a:pt x="117" y="8"/>
                      <a:pt x="117" y="8"/>
                    </a:cubicBezTo>
                    <a:cubicBezTo>
                      <a:pt x="117" y="8"/>
                      <a:pt x="116" y="5"/>
                      <a:pt x="115" y="4"/>
                    </a:cubicBezTo>
                    <a:cubicBezTo>
                      <a:pt x="115" y="5"/>
                      <a:pt x="114" y="7"/>
                      <a:pt x="113" y="5"/>
                    </a:cubicBezTo>
                    <a:cubicBezTo>
                      <a:pt x="112" y="6"/>
                      <a:pt x="112" y="7"/>
                      <a:pt x="112" y="8"/>
                    </a:cubicBezTo>
                    <a:cubicBezTo>
                      <a:pt x="111" y="8"/>
                      <a:pt x="111" y="6"/>
                      <a:pt x="111" y="7"/>
                    </a:cubicBezTo>
                    <a:cubicBezTo>
                      <a:pt x="111" y="6"/>
                      <a:pt x="110" y="5"/>
                      <a:pt x="110" y="4"/>
                    </a:cubicBezTo>
                    <a:cubicBezTo>
                      <a:pt x="110" y="5"/>
                      <a:pt x="109" y="4"/>
                      <a:pt x="110" y="7"/>
                    </a:cubicBezTo>
                    <a:cubicBezTo>
                      <a:pt x="109" y="6"/>
                      <a:pt x="108" y="6"/>
                      <a:pt x="107" y="7"/>
                    </a:cubicBezTo>
                    <a:cubicBezTo>
                      <a:pt x="108" y="7"/>
                      <a:pt x="107" y="5"/>
                      <a:pt x="107" y="4"/>
                    </a:cubicBezTo>
                    <a:cubicBezTo>
                      <a:pt x="107" y="6"/>
                      <a:pt x="106" y="7"/>
                      <a:pt x="106" y="7"/>
                    </a:cubicBezTo>
                    <a:cubicBezTo>
                      <a:pt x="106" y="9"/>
                      <a:pt x="106" y="9"/>
                      <a:pt x="107" y="10"/>
                    </a:cubicBezTo>
                    <a:cubicBezTo>
                      <a:pt x="107" y="10"/>
                      <a:pt x="107" y="11"/>
                      <a:pt x="107" y="11"/>
                    </a:cubicBezTo>
                    <a:cubicBezTo>
                      <a:pt x="106" y="9"/>
                      <a:pt x="105" y="7"/>
                      <a:pt x="104" y="7"/>
                    </a:cubicBezTo>
                    <a:cubicBezTo>
                      <a:pt x="104" y="4"/>
                      <a:pt x="106" y="7"/>
                      <a:pt x="104" y="4"/>
                    </a:cubicBezTo>
                    <a:cubicBezTo>
                      <a:pt x="104" y="2"/>
                      <a:pt x="105" y="2"/>
                      <a:pt x="106" y="3"/>
                    </a:cubicBezTo>
                    <a:cubicBezTo>
                      <a:pt x="105" y="1"/>
                      <a:pt x="105" y="3"/>
                      <a:pt x="104" y="1"/>
                    </a:cubicBezTo>
                    <a:cubicBezTo>
                      <a:pt x="104" y="1"/>
                      <a:pt x="104" y="2"/>
                      <a:pt x="103" y="3"/>
                    </a:cubicBezTo>
                    <a:cubicBezTo>
                      <a:pt x="104" y="4"/>
                      <a:pt x="104" y="4"/>
                      <a:pt x="104" y="5"/>
                    </a:cubicBezTo>
                    <a:cubicBezTo>
                      <a:pt x="105" y="8"/>
                      <a:pt x="103" y="4"/>
                      <a:pt x="103" y="4"/>
                    </a:cubicBezTo>
                    <a:cubicBezTo>
                      <a:pt x="103" y="3"/>
                      <a:pt x="103" y="3"/>
                      <a:pt x="103" y="3"/>
                    </a:cubicBezTo>
                    <a:cubicBezTo>
                      <a:pt x="102" y="2"/>
                      <a:pt x="102" y="4"/>
                      <a:pt x="102" y="4"/>
                    </a:cubicBezTo>
                    <a:cubicBezTo>
                      <a:pt x="100" y="1"/>
                      <a:pt x="102" y="3"/>
                      <a:pt x="102" y="1"/>
                    </a:cubicBezTo>
                    <a:cubicBezTo>
                      <a:pt x="101" y="0"/>
                      <a:pt x="101" y="0"/>
                      <a:pt x="101" y="0"/>
                    </a:cubicBezTo>
                    <a:cubicBezTo>
                      <a:pt x="100" y="0"/>
                      <a:pt x="101" y="2"/>
                      <a:pt x="100" y="2"/>
                    </a:cubicBezTo>
                    <a:cubicBezTo>
                      <a:pt x="100" y="1"/>
                      <a:pt x="100" y="1"/>
                      <a:pt x="100" y="1"/>
                    </a:cubicBezTo>
                    <a:cubicBezTo>
                      <a:pt x="100" y="1"/>
                      <a:pt x="100" y="1"/>
                      <a:pt x="100" y="1"/>
                    </a:cubicBezTo>
                    <a:cubicBezTo>
                      <a:pt x="100" y="3"/>
                      <a:pt x="101" y="4"/>
                      <a:pt x="101" y="4"/>
                    </a:cubicBezTo>
                    <a:cubicBezTo>
                      <a:pt x="102" y="7"/>
                      <a:pt x="101" y="4"/>
                      <a:pt x="101" y="5"/>
                    </a:cubicBezTo>
                    <a:cubicBezTo>
                      <a:pt x="101" y="7"/>
                      <a:pt x="101" y="5"/>
                      <a:pt x="102" y="7"/>
                    </a:cubicBezTo>
                    <a:cubicBezTo>
                      <a:pt x="102" y="8"/>
                      <a:pt x="102" y="8"/>
                      <a:pt x="102" y="9"/>
                    </a:cubicBezTo>
                    <a:cubicBezTo>
                      <a:pt x="101" y="9"/>
                      <a:pt x="101" y="7"/>
                      <a:pt x="100" y="6"/>
                    </a:cubicBezTo>
                    <a:cubicBezTo>
                      <a:pt x="100" y="6"/>
                      <a:pt x="100" y="5"/>
                      <a:pt x="101" y="6"/>
                    </a:cubicBezTo>
                    <a:cubicBezTo>
                      <a:pt x="101" y="4"/>
                      <a:pt x="99" y="3"/>
                      <a:pt x="99" y="2"/>
                    </a:cubicBezTo>
                    <a:cubicBezTo>
                      <a:pt x="98" y="1"/>
                      <a:pt x="99" y="4"/>
                      <a:pt x="99" y="4"/>
                    </a:cubicBezTo>
                    <a:cubicBezTo>
                      <a:pt x="99" y="3"/>
                      <a:pt x="99" y="5"/>
                      <a:pt x="100" y="6"/>
                    </a:cubicBezTo>
                    <a:cubicBezTo>
                      <a:pt x="101" y="11"/>
                      <a:pt x="98" y="3"/>
                      <a:pt x="97" y="4"/>
                    </a:cubicBezTo>
                    <a:cubicBezTo>
                      <a:pt x="99" y="7"/>
                      <a:pt x="98" y="8"/>
                      <a:pt x="100" y="11"/>
                    </a:cubicBezTo>
                    <a:cubicBezTo>
                      <a:pt x="100" y="12"/>
                      <a:pt x="100" y="13"/>
                      <a:pt x="100" y="12"/>
                    </a:cubicBezTo>
                    <a:cubicBezTo>
                      <a:pt x="99" y="10"/>
                      <a:pt x="99" y="11"/>
                      <a:pt x="98" y="9"/>
                    </a:cubicBezTo>
                    <a:cubicBezTo>
                      <a:pt x="98" y="9"/>
                      <a:pt x="98" y="9"/>
                      <a:pt x="98" y="9"/>
                    </a:cubicBezTo>
                    <a:cubicBezTo>
                      <a:pt x="98" y="7"/>
                      <a:pt x="98" y="7"/>
                      <a:pt x="98" y="7"/>
                    </a:cubicBezTo>
                    <a:cubicBezTo>
                      <a:pt x="97" y="5"/>
                      <a:pt x="95" y="4"/>
                      <a:pt x="95" y="4"/>
                    </a:cubicBezTo>
                    <a:cubicBezTo>
                      <a:pt x="95" y="5"/>
                      <a:pt x="96" y="5"/>
                      <a:pt x="96" y="6"/>
                    </a:cubicBezTo>
                    <a:cubicBezTo>
                      <a:pt x="95" y="5"/>
                      <a:pt x="95" y="4"/>
                      <a:pt x="94" y="4"/>
                    </a:cubicBezTo>
                    <a:cubicBezTo>
                      <a:pt x="95" y="5"/>
                      <a:pt x="96" y="7"/>
                      <a:pt x="96" y="8"/>
                    </a:cubicBezTo>
                    <a:cubicBezTo>
                      <a:pt x="95" y="8"/>
                      <a:pt x="94" y="6"/>
                      <a:pt x="94" y="6"/>
                    </a:cubicBezTo>
                    <a:cubicBezTo>
                      <a:pt x="94" y="4"/>
                      <a:pt x="94" y="4"/>
                      <a:pt x="94" y="4"/>
                    </a:cubicBezTo>
                    <a:cubicBezTo>
                      <a:pt x="94" y="6"/>
                      <a:pt x="93" y="3"/>
                      <a:pt x="93" y="4"/>
                    </a:cubicBezTo>
                    <a:cubicBezTo>
                      <a:pt x="93" y="5"/>
                      <a:pt x="94" y="7"/>
                      <a:pt x="94" y="8"/>
                    </a:cubicBezTo>
                    <a:cubicBezTo>
                      <a:pt x="94" y="9"/>
                      <a:pt x="94" y="8"/>
                      <a:pt x="94" y="8"/>
                    </a:cubicBezTo>
                    <a:cubicBezTo>
                      <a:pt x="93" y="7"/>
                      <a:pt x="93" y="7"/>
                      <a:pt x="93" y="7"/>
                    </a:cubicBezTo>
                    <a:cubicBezTo>
                      <a:pt x="93" y="7"/>
                      <a:pt x="92" y="4"/>
                      <a:pt x="92" y="5"/>
                    </a:cubicBezTo>
                    <a:cubicBezTo>
                      <a:pt x="92" y="6"/>
                      <a:pt x="92" y="6"/>
                      <a:pt x="92" y="6"/>
                    </a:cubicBezTo>
                    <a:cubicBezTo>
                      <a:pt x="92" y="6"/>
                      <a:pt x="92" y="6"/>
                      <a:pt x="91" y="5"/>
                    </a:cubicBezTo>
                    <a:cubicBezTo>
                      <a:pt x="92" y="6"/>
                      <a:pt x="91" y="6"/>
                      <a:pt x="92" y="6"/>
                    </a:cubicBezTo>
                    <a:cubicBezTo>
                      <a:pt x="91" y="5"/>
                      <a:pt x="91" y="5"/>
                      <a:pt x="91" y="5"/>
                    </a:cubicBezTo>
                    <a:cubicBezTo>
                      <a:pt x="91" y="6"/>
                      <a:pt x="92" y="9"/>
                      <a:pt x="91" y="7"/>
                    </a:cubicBezTo>
                    <a:cubicBezTo>
                      <a:pt x="92" y="9"/>
                      <a:pt x="91" y="7"/>
                      <a:pt x="92" y="8"/>
                    </a:cubicBezTo>
                    <a:cubicBezTo>
                      <a:pt x="93" y="9"/>
                      <a:pt x="92" y="9"/>
                      <a:pt x="92" y="10"/>
                    </a:cubicBezTo>
                    <a:cubicBezTo>
                      <a:pt x="91" y="7"/>
                      <a:pt x="91" y="10"/>
                      <a:pt x="91" y="10"/>
                    </a:cubicBezTo>
                    <a:cubicBezTo>
                      <a:pt x="91" y="9"/>
                      <a:pt x="90" y="9"/>
                      <a:pt x="90" y="8"/>
                    </a:cubicBezTo>
                    <a:cubicBezTo>
                      <a:pt x="91" y="10"/>
                      <a:pt x="91" y="10"/>
                      <a:pt x="91" y="10"/>
                    </a:cubicBezTo>
                    <a:cubicBezTo>
                      <a:pt x="89" y="7"/>
                      <a:pt x="90" y="11"/>
                      <a:pt x="89" y="10"/>
                    </a:cubicBezTo>
                    <a:cubicBezTo>
                      <a:pt x="89" y="9"/>
                      <a:pt x="88" y="8"/>
                      <a:pt x="88" y="7"/>
                    </a:cubicBezTo>
                    <a:cubicBezTo>
                      <a:pt x="90" y="10"/>
                      <a:pt x="89" y="11"/>
                      <a:pt x="90" y="12"/>
                    </a:cubicBezTo>
                    <a:cubicBezTo>
                      <a:pt x="89" y="12"/>
                      <a:pt x="88" y="9"/>
                      <a:pt x="87" y="8"/>
                    </a:cubicBezTo>
                    <a:cubicBezTo>
                      <a:pt x="88" y="10"/>
                      <a:pt x="86" y="7"/>
                      <a:pt x="87" y="9"/>
                    </a:cubicBezTo>
                    <a:cubicBezTo>
                      <a:pt x="88" y="10"/>
                      <a:pt x="88" y="11"/>
                      <a:pt x="88" y="12"/>
                    </a:cubicBezTo>
                    <a:cubicBezTo>
                      <a:pt x="88" y="12"/>
                      <a:pt x="88" y="11"/>
                      <a:pt x="87" y="10"/>
                    </a:cubicBezTo>
                    <a:cubicBezTo>
                      <a:pt x="87" y="10"/>
                      <a:pt x="88" y="12"/>
                      <a:pt x="88" y="13"/>
                    </a:cubicBezTo>
                    <a:cubicBezTo>
                      <a:pt x="88" y="13"/>
                      <a:pt x="89" y="15"/>
                      <a:pt x="88" y="14"/>
                    </a:cubicBezTo>
                    <a:cubicBezTo>
                      <a:pt x="87" y="12"/>
                      <a:pt x="88" y="13"/>
                      <a:pt x="87" y="12"/>
                    </a:cubicBezTo>
                    <a:cubicBezTo>
                      <a:pt x="86" y="12"/>
                      <a:pt x="89" y="16"/>
                      <a:pt x="88" y="16"/>
                    </a:cubicBezTo>
                    <a:cubicBezTo>
                      <a:pt x="89" y="17"/>
                      <a:pt x="90" y="20"/>
                      <a:pt x="90" y="21"/>
                    </a:cubicBezTo>
                    <a:cubicBezTo>
                      <a:pt x="89" y="21"/>
                      <a:pt x="90" y="20"/>
                      <a:pt x="89" y="18"/>
                    </a:cubicBezTo>
                    <a:cubicBezTo>
                      <a:pt x="89" y="18"/>
                      <a:pt x="89" y="18"/>
                      <a:pt x="89" y="18"/>
                    </a:cubicBezTo>
                    <a:cubicBezTo>
                      <a:pt x="87" y="16"/>
                      <a:pt x="87" y="14"/>
                      <a:pt x="86" y="12"/>
                    </a:cubicBezTo>
                    <a:cubicBezTo>
                      <a:pt x="86" y="13"/>
                      <a:pt x="86" y="13"/>
                      <a:pt x="86" y="13"/>
                    </a:cubicBezTo>
                    <a:cubicBezTo>
                      <a:pt x="85" y="12"/>
                      <a:pt x="85" y="11"/>
                      <a:pt x="84" y="10"/>
                    </a:cubicBezTo>
                    <a:cubicBezTo>
                      <a:pt x="85" y="12"/>
                      <a:pt x="84" y="11"/>
                      <a:pt x="84" y="11"/>
                    </a:cubicBezTo>
                    <a:cubicBezTo>
                      <a:pt x="85" y="13"/>
                      <a:pt x="84" y="11"/>
                      <a:pt x="85" y="12"/>
                    </a:cubicBezTo>
                    <a:cubicBezTo>
                      <a:pt x="84" y="13"/>
                      <a:pt x="86" y="15"/>
                      <a:pt x="85" y="15"/>
                    </a:cubicBezTo>
                    <a:cubicBezTo>
                      <a:pt x="83" y="12"/>
                      <a:pt x="83" y="12"/>
                      <a:pt x="83" y="12"/>
                    </a:cubicBezTo>
                    <a:cubicBezTo>
                      <a:pt x="82" y="11"/>
                      <a:pt x="84" y="14"/>
                      <a:pt x="83" y="13"/>
                    </a:cubicBezTo>
                    <a:cubicBezTo>
                      <a:pt x="83" y="12"/>
                      <a:pt x="83" y="12"/>
                      <a:pt x="83" y="12"/>
                    </a:cubicBezTo>
                    <a:cubicBezTo>
                      <a:pt x="81" y="13"/>
                      <a:pt x="80" y="14"/>
                      <a:pt x="81" y="18"/>
                    </a:cubicBezTo>
                    <a:cubicBezTo>
                      <a:pt x="80" y="17"/>
                      <a:pt x="79" y="17"/>
                      <a:pt x="78" y="16"/>
                    </a:cubicBezTo>
                    <a:cubicBezTo>
                      <a:pt x="78" y="17"/>
                      <a:pt x="79" y="18"/>
                      <a:pt x="79" y="18"/>
                    </a:cubicBezTo>
                    <a:cubicBezTo>
                      <a:pt x="77" y="17"/>
                      <a:pt x="77" y="17"/>
                      <a:pt x="77" y="17"/>
                    </a:cubicBezTo>
                    <a:cubicBezTo>
                      <a:pt x="76" y="16"/>
                      <a:pt x="77" y="18"/>
                      <a:pt x="77" y="19"/>
                    </a:cubicBezTo>
                    <a:cubicBezTo>
                      <a:pt x="76" y="18"/>
                      <a:pt x="76" y="18"/>
                      <a:pt x="76" y="18"/>
                    </a:cubicBezTo>
                    <a:cubicBezTo>
                      <a:pt x="75" y="17"/>
                      <a:pt x="76" y="19"/>
                      <a:pt x="76" y="19"/>
                    </a:cubicBezTo>
                    <a:cubicBezTo>
                      <a:pt x="75" y="18"/>
                      <a:pt x="75" y="18"/>
                      <a:pt x="75" y="18"/>
                    </a:cubicBezTo>
                    <a:cubicBezTo>
                      <a:pt x="76" y="20"/>
                      <a:pt x="76" y="20"/>
                      <a:pt x="76" y="20"/>
                    </a:cubicBezTo>
                    <a:cubicBezTo>
                      <a:pt x="76" y="20"/>
                      <a:pt x="76" y="20"/>
                      <a:pt x="74" y="19"/>
                    </a:cubicBezTo>
                    <a:cubicBezTo>
                      <a:pt x="75" y="19"/>
                      <a:pt x="75" y="19"/>
                      <a:pt x="75" y="20"/>
                    </a:cubicBezTo>
                    <a:cubicBezTo>
                      <a:pt x="74" y="19"/>
                      <a:pt x="73" y="20"/>
                      <a:pt x="73" y="21"/>
                    </a:cubicBezTo>
                    <a:cubicBezTo>
                      <a:pt x="74" y="21"/>
                      <a:pt x="74" y="21"/>
                      <a:pt x="75" y="23"/>
                    </a:cubicBezTo>
                    <a:cubicBezTo>
                      <a:pt x="76" y="25"/>
                      <a:pt x="74" y="22"/>
                      <a:pt x="75" y="24"/>
                    </a:cubicBezTo>
                    <a:cubicBezTo>
                      <a:pt x="74" y="23"/>
                      <a:pt x="74" y="22"/>
                      <a:pt x="73" y="22"/>
                    </a:cubicBezTo>
                    <a:cubicBezTo>
                      <a:pt x="71" y="20"/>
                      <a:pt x="71" y="22"/>
                      <a:pt x="70" y="23"/>
                    </a:cubicBezTo>
                    <a:cubicBezTo>
                      <a:pt x="70" y="24"/>
                      <a:pt x="70" y="24"/>
                      <a:pt x="70" y="24"/>
                    </a:cubicBezTo>
                    <a:cubicBezTo>
                      <a:pt x="68" y="22"/>
                      <a:pt x="69" y="25"/>
                      <a:pt x="68" y="24"/>
                    </a:cubicBezTo>
                    <a:cubicBezTo>
                      <a:pt x="68" y="25"/>
                      <a:pt x="70" y="28"/>
                      <a:pt x="69" y="28"/>
                    </a:cubicBezTo>
                    <a:cubicBezTo>
                      <a:pt x="70" y="30"/>
                      <a:pt x="68" y="26"/>
                      <a:pt x="67" y="25"/>
                    </a:cubicBezTo>
                    <a:cubicBezTo>
                      <a:pt x="67" y="26"/>
                      <a:pt x="67" y="26"/>
                      <a:pt x="67" y="26"/>
                    </a:cubicBezTo>
                    <a:cubicBezTo>
                      <a:pt x="66" y="26"/>
                      <a:pt x="66" y="26"/>
                      <a:pt x="66" y="26"/>
                    </a:cubicBezTo>
                    <a:cubicBezTo>
                      <a:pt x="67" y="27"/>
                      <a:pt x="67" y="28"/>
                      <a:pt x="66" y="27"/>
                    </a:cubicBezTo>
                    <a:cubicBezTo>
                      <a:pt x="66" y="27"/>
                      <a:pt x="66" y="27"/>
                      <a:pt x="66" y="27"/>
                    </a:cubicBezTo>
                    <a:cubicBezTo>
                      <a:pt x="66" y="27"/>
                      <a:pt x="65" y="26"/>
                      <a:pt x="64" y="27"/>
                    </a:cubicBezTo>
                    <a:cubicBezTo>
                      <a:pt x="65" y="28"/>
                      <a:pt x="64" y="28"/>
                      <a:pt x="65" y="29"/>
                    </a:cubicBezTo>
                    <a:cubicBezTo>
                      <a:pt x="65" y="28"/>
                      <a:pt x="65" y="28"/>
                      <a:pt x="65" y="28"/>
                    </a:cubicBezTo>
                    <a:cubicBezTo>
                      <a:pt x="65" y="30"/>
                      <a:pt x="65" y="30"/>
                      <a:pt x="65" y="30"/>
                    </a:cubicBezTo>
                    <a:cubicBezTo>
                      <a:pt x="65" y="29"/>
                      <a:pt x="65" y="29"/>
                      <a:pt x="65" y="29"/>
                    </a:cubicBezTo>
                    <a:cubicBezTo>
                      <a:pt x="64" y="28"/>
                      <a:pt x="64" y="28"/>
                      <a:pt x="64" y="28"/>
                    </a:cubicBezTo>
                    <a:cubicBezTo>
                      <a:pt x="63" y="27"/>
                      <a:pt x="64" y="29"/>
                      <a:pt x="65" y="30"/>
                    </a:cubicBezTo>
                    <a:cubicBezTo>
                      <a:pt x="65" y="31"/>
                      <a:pt x="64" y="30"/>
                      <a:pt x="64" y="29"/>
                    </a:cubicBezTo>
                    <a:cubicBezTo>
                      <a:pt x="63" y="29"/>
                      <a:pt x="64" y="30"/>
                      <a:pt x="64" y="29"/>
                    </a:cubicBezTo>
                    <a:cubicBezTo>
                      <a:pt x="63" y="28"/>
                      <a:pt x="63" y="29"/>
                      <a:pt x="63" y="28"/>
                    </a:cubicBezTo>
                    <a:cubicBezTo>
                      <a:pt x="63" y="28"/>
                      <a:pt x="64" y="30"/>
                      <a:pt x="63" y="30"/>
                    </a:cubicBezTo>
                    <a:cubicBezTo>
                      <a:pt x="63" y="30"/>
                      <a:pt x="63" y="31"/>
                      <a:pt x="62" y="29"/>
                    </a:cubicBezTo>
                    <a:cubicBezTo>
                      <a:pt x="62" y="30"/>
                      <a:pt x="62" y="30"/>
                      <a:pt x="62" y="31"/>
                    </a:cubicBezTo>
                    <a:cubicBezTo>
                      <a:pt x="63" y="31"/>
                      <a:pt x="63" y="31"/>
                      <a:pt x="64" y="32"/>
                    </a:cubicBezTo>
                    <a:cubicBezTo>
                      <a:pt x="64" y="32"/>
                      <a:pt x="64" y="33"/>
                      <a:pt x="63" y="32"/>
                    </a:cubicBezTo>
                    <a:cubicBezTo>
                      <a:pt x="63" y="32"/>
                      <a:pt x="63" y="32"/>
                      <a:pt x="63" y="32"/>
                    </a:cubicBezTo>
                    <a:cubicBezTo>
                      <a:pt x="63" y="32"/>
                      <a:pt x="63" y="32"/>
                      <a:pt x="64" y="33"/>
                    </a:cubicBezTo>
                    <a:cubicBezTo>
                      <a:pt x="62" y="32"/>
                      <a:pt x="62" y="32"/>
                      <a:pt x="62" y="32"/>
                    </a:cubicBezTo>
                    <a:cubicBezTo>
                      <a:pt x="63" y="33"/>
                      <a:pt x="62" y="33"/>
                      <a:pt x="62" y="33"/>
                    </a:cubicBezTo>
                    <a:cubicBezTo>
                      <a:pt x="61" y="32"/>
                      <a:pt x="60" y="30"/>
                      <a:pt x="60" y="30"/>
                    </a:cubicBezTo>
                    <a:cubicBezTo>
                      <a:pt x="60" y="32"/>
                      <a:pt x="60" y="32"/>
                      <a:pt x="60" y="32"/>
                    </a:cubicBezTo>
                    <a:cubicBezTo>
                      <a:pt x="60" y="32"/>
                      <a:pt x="60" y="32"/>
                      <a:pt x="59" y="31"/>
                    </a:cubicBezTo>
                    <a:cubicBezTo>
                      <a:pt x="58" y="31"/>
                      <a:pt x="61" y="36"/>
                      <a:pt x="60" y="35"/>
                    </a:cubicBezTo>
                    <a:cubicBezTo>
                      <a:pt x="59" y="33"/>
                      <a:pt x="59" y="33"/>
                      <a:pt x="58" y="33"/>
                    </a:cubicBezTo>
                    <a:cubicBezTo>
                      <a:pt x="58" y="34"/>
                      <a:pt x="58" y="34"/>
                      <a:pt x="58" y="34"/>
                    </a:cubicBezTo>
                    <a:cubicBezTo>
                      <a:pt x="59" y="35"/>
                      <a:pt x="58" y="33"/>
                      <a:pt x="59" y="34"/>
                    </a:cubicBezTo>
                    <a:cubicBezTo>
                      <a:pt x="60" y="34"/>
                      <a:pt x="59" y="34"/>
                      <a:pt x="59" y="35"/>
                    </a:cubicBezTo>
                    <a:cubicBezTo>
                      <a:pt x="56" y="32"/>
                      <a:pt x="57" y="35"/>
                      <a:pt x="55" y="34"/>
                    </a:cubicBezTo>
                    <a:cubicBezTo>
                      <a:pt x="56" y="36"/>
                      <a:pt x="55" y="35"/>
                      <a:pt x="55" y="36"/>
                    </a:cubicBezTo>
                    <a:cubicBezTo>
                      <a:pt x="54" y="34"/>
                      <a:pt x="55" y="37"/>
                      <a:pt x="54" y="36"/>
                    </a:cubicBezTo>
                    <a:cubicBezTo>
                      <a:pt x="55" y="38"/>
                      <a:pt x="55" y="38"/>
                      <a:pt x="55" y="38"/>
                    </a:cubicBezTo>
                    <a:cubicBezTo>
                      <a:pt x="54" y="37"/>
                      <a:pt x="57" y="41"/>
                      <a:pt x="55" y="39"/>
                    </a:cubicBezTo>
                    <a:cubicBezTo>
                      <a:pt x="54" y="39"/>
                      <a:pt x="54" y="38"/>
                      <a:pt x="53" y="37"/>
                    </a:cubicBezTo>
                    <a:cubicBezTo>
                      <a:pt x="51" y="35"/>
                      <a:pt x="54" y="40"/>
                      <a:pt x="52" y="38"/>
                    </a:cubicBezTo>
                    <a:cubicBezTo>
                      <a:pt x="52" y="38"/>
                      <a:pt x="53" y="40"/>
                      <a:pt x="54" y="41"/>
                    </a:cubicBezTo>
                    <a:cubicBezTo>
                      <a:pt x="53" y="40"/>
                      <a:pt x="51" y="39"/>
                      <a:pt x="51" y="39"/>
                    </a:cubicBezTo>
                    <a:cubicBezTo>
                      <a:pt x="51" y="40"/>
                      <a:pt x="51" y="40"/>
                      <a:pt x="51" y="40"/>
                    </a:cubicBezTo>
                    <a:cubicBezTo>
                      <a:pt x="50" y="39"/>
                      <a:pt x="50" y="39"/>
                      <a:pt x="50" y="39"/>
                    </a:cubicBezTo>
                    <a:cubicBezTo>
                      <a:pt x="49" y="39"/>
                      <a:pt x="50" y="40"/>
                      <a:pt x="50" y="41"/>
                    </a:cubicBezTo>
                    <a:cubicBezTo>
                      <a:pt x="49" y="39"/>
                      <a:pt x="48" y="41"/>
                      <a:pt x="47" y="40"/>
                    </a:cubicBezTo>
                    <a:cubicBezTo>
                      <a:pt x="49" y="42"/>
                      <a:pt x="46" y="40"/>
                      <a:pt x="48" y="43"/>
                    </a:cubicBezTo>
                    <a:cubicBezTo>
                      <a:pt x="47" y="42"/>
                      <a:pt x="47" y="42"/>
                      <a:pt x="47" y="42"/>
                    </a:cubicBezTo>
                    <a:cubicBezTo>
                      <a:pt x="48" y="43"/>
                      <a:pt x="49" y="44"/>
                      <a:pt x="49" y="45"/>
                    </a:cubicBezTo>
                    <a:cubicBezTo>
                      <a:pt x="47" y="43"/>
                      <a:pt x="47" y="43"/>
                      <a:pt x="47" y="43"/>
                    </a:cubicBezTo>
                    <a:cubicBezTo>
                      <a:pt x="46" y="41"/>
                      <a:pt x="47" y="43"/>
                      <a:pt x="46" y="42"/>
                    </a:cubicBezTo>
                    <a:cubicBezTo>
                      <a:pt x="47" y="43"/>
                      <a:pt x="45" y="42"/>
                      <a:pt x="46" y="44"/>
                    </a:cubicBezTo>
                    <a:cubicBezTo>
                      <a:pt x="47" y="44"/>
                      <a:pt x="47" y="44"/>
                      <a:pt x="47" y="44"/>
                    </a:cubicBezTo>
                    <a:cubicBezTo>
                      <a:pt x="47" y="45"/>
                      <a:pt x="47" y="45"/>
                      <a:pt x="47" y="46"/>
                    </a:cubicBezTo>
                    <a:cubicBezTo>
                      <a:pt x="47" y="46"/>
                      <a:pt x="45" y="44"/>
                      <a:pt x="45" y="44"/>
                    </a:cubicBezTo>
                    <a:cubicBezTo>
                      <a:pt x="45" y="44"/>
                      <a:pt x="45" y="44"/>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4" y="45"/>
                      <a:pt x="44" y="45"/>
                    </a:cubicBezTo>
                    <a:cubicBezTo>
                      <a:pt x="44" y="45"/>
                      <a:pt x="44" y="45"/>
                      <a:pt x="44" y="45"/>
                    </a:cubicBezTo>
                    <a:cubicBezTo>
                      <a:pt x="44" y="45"/>
                      <a:pt x="44" y="45"/>
                      <a:pt x="44" y="45"/>
                    </a:cubicBezTo>
                    <a:cubicBezTo>
                      <a:pt x="43" y="44"/>
                      <a:pt x="43" y="44"/>
                      <a:pt x="43" y="44"/>
                    </a:cubicBezTo>
                    <a:cubicBezTo>
                      <a:pt x="43" y="44"/>
                      <a:pt x="43" y="45"/>
                      <a:pt x="44" y="46"/>
                    </a:cubicBezTo>
                    <a:cubicBezTo>
                      <a:pt x="42" y="46"/>
                      <a:pt x="42" y="48"/>
                      <a:pt x="42" y="49"/>
                    </a:cubicBezTo>
                    <a:cubicBezTo>
                      <a:pt x="42" y="49"/>
                      <a:pt x="41" y="48"/>
                      <a:pt x="42" y="48"/>
                    </a:cubicBezTo>
                    <a:cubicBezTo>
                      <a:pt x="42" y="49"/>
                      <a:pt x="42" y="50"/>
                      <a:pt x="42" y="49"/>
                    </a:cubicBezTo>
                    <a:cubicBezTo>
                      <a:pt x="42" y="50"/>
                      <a:pt x="41" y="48"/>
                      <a:pt x="40" y="49"/>
                    </a:cubicBezTo>
                    <a:cubicBezTo>
                      <a:pt x="40" y="48"/>
                      <a:pt x="41" y="50"/>
                      <a:pt x="41" y="50"/>
                    </a:cubicBezTo>
                    <a:cubicBezTo>
                      <a:pt x="39" y="48"/>
                      <a:pt x="41" y="52"/>
                      <a:pt x="39" y="51"/>
                    </a:cubicBezTo>
                    <a:cubicBezTo>
                      <a:pt x="40" y="52"/>
                      <a:pt x="39" y="51"/>
                      <a:pt x="39" y="50"/>
                    </a:cubicBezTo>
                    <a:cubicBezTo>
                      <a:pt x="39" y="51"/>
                      <a:pt x="38" y="52"/>
                      <a:pt x="39" y="54"/>
                    </a:cubicBezTo>
                    <a:cubicBezTo>
                      <a:pt x="38" y="53"/>
                      <a:pt x="38" y="53"/>
                      <a:pt x="38" y="53"/>
                    </a:cubicBezTo>
                    <a:cubicBezTo>
                      <a:pt x="38" y="53"/>
                      <a:pt x="38" y="53"/>
                      <a:pt x="38" y="54"/>
                    </a:cubicBezTo>
                    <a:cubicBezTo>
                      <a:pt x="39" y="55"/>
                      <a:pt x="40" y="56"/>
                      <a:pt x="39" y="56"/>
                    </a:cubicBezTo>
                    <a:cubicBezTo>
                      <a:pt x="39" y="56"/>
                      <a:pt x="39" y="56"/>
                      <a:pt x="39" y="56"/>
                    </a:cubicBezTo>
                    <a:cubicBezTo>
                      <a:pt x="39" y="56"/>
                      <a:pt x="39" y="57"/>
                      <a:pt x="39" y="57"/>
                    </a:cubicBezTo>
                    <a:cubicBezTo>
                      <a:pt x="38" y="57"/>
                      <a:pt x="39" y="57"/>
                      <a:pt x="38" y="56"/>
                    </a:cubicBezTo>
                    <a:cubicBezTo>
                      <a:pt x="36" y="54"/>
                      <a:pt x="36" y="56"/>
                      <a:pt x="36" y="56"/>
                    </a:cubicBezTo>
                    <a:cubicBezTo>
                      <a:pt x="37" y="57"/>
                      <a:pt x="37" y="57"/>
                      <a:pt x="37" y="57"/>
                    </a:cubicBezTo>
                    <a:cubicBezTo>
                      <a:pt x="37" y="58"/>
                      <a:pt x="36" y="56"/>
                      <a:pt x="36" y="56"/>
                    </a:cubicBezTo>
                    <a:cubicBezTo>
                      <a:pt x="38" y="61"/>
                      <a:pt x="38" y="61"/>
                      <a:pt x="38" y="61"/>
                    </a:cubicBezTo>
                    <a:cubicBezTo>
                      <a:pt x="38" y="60"/>
                      <a:pt x="37" y="59"/>
                      <a:pt x="36" y="58"/>
                    </a:cubicBezTo>
                    <a:cubicBezTo>
                      <a:pt x="36" y="59"/>
                      <a:pt x="37" y="61"/>
                      <a:pt x="38" y="63"/>
                    </a:cubicBezTo>
                    <a:cubicBezTo>
                      <a:pt x="38" y="63"/>
                      <a:pt x="38" y="64"/>
                      <a:pt x="38" y="64"/>
                    </a:cubicBezTo>
                    <a:cubicBezTo>
                      <a:pt x="37" y="63"/>
                      <a:pt x="38" y="64"/>
                      <a:pt x="37" y="63"/>
                    </a:cubicBezTo>
                    <a:cubicBezTo>
                      <a:pt x="36" y="63"/>
                      <a:pt x="36" y="63"/>
                      <a:pt x="36" y="63"/>
                    </a:cubicBezTo>
                    <a:cubicBezTo>
                      <a:pt x="36" y="62"/>
                      <a:pt x="34" y="61"/>
                      <a:pt x="34" y="60"/>
                    </a:cubicBezTo>
                    <a:cubicBezTo>
                      <a:pt x="34" y="61"/>
                      <a:pt x="33" y="61"/>
                      <a:pt x="32" y="61"/>
                    </a:cubicBezTo>
                    <a:cubicBezTo>
                      <a:pt x="34" y="63"/>
                      <a:pt x="32" y="63"/>
                      <a:pt x="34" y="65"/>
                    </a:cubicBezTo>
                    <a:cubicBezTo>
                      <a:pt x="34" y="65"/>
                      <a:pt x="32" y="63"/>
                      <a:pt x="32" y="63"/>
                    </a:cubicBezTo>
                    <a:cubicBezTo>
                      <a:pt x="32" y="64"/>
                      <a:pt x="31" y="64"/>
                      <a:pt x="31" y="65"/>
                    </a:cubicBezTo>
                    <a:cubicBezTo>
                      <a:pt x="30" y="65"/>
                      <a:pt x="30" y="65"/>
                      <a:pt x="30" y="65"/>
                    </a:cubicBezTo>
                    <a:cubicBezTo>
                      <a:pt x="30" y="66"/>
                      <a:pt x="29" y="66"/>
                      <a:pt x="30" y="68"/>
                    </a:cubicBezTo>
                    <a:cubicBezTo>
                      <a:pt x="30" y="67"/>
                      <a:pt x="30" y="67"/>
                      <a:pt x="30" y="67"/>
                    </a:cubicBezTo>
                    <a:cubicBezTo>
                      <a:pt x="28" y="67"/>
                      <a:pt x="32" y="69"/>
                      <a:pt x="30" y="69"/>
                    </a:cubicBezTo>
                    <a:cubicBezTo>
                      <a:pt x="29" y="68"/>
                      <a:pt x="29" y="68"/>
                      <a:pt x="29" y="68"/>
                    </a:cubicBezTo>
                    <a:cubicBezTo>
                      <a:pt x="30" y="69"/>
                      <a:pt x="28" y="68"/>
                      <a:pt x="29" y="70"/>
                    </a:cubicBezTo>
                    <a:cubicBezTo>
                      <a:pt x="28" y="68"/>
                      <a:pt x="28" y="68"/>
                      <a:pt x="28" y="68"/>
                    </a:cubicBezTo>
                    <a:cubicBezTo>
                      <a:pt x="28" y="69"/>
                      <a:pt x="28" y="69"/>
                      <a:pt x="28" y="71"/>
                    </a:cubicBezTo>
                    <a:cubicBezTo>
                      <a:pt x="27" y="69"/>
                      <a:pt x="27" y="69"/>
                      <a:pt x="27" y="69"/>
                    </a:cubicBezTo>
                    <a:cubicBezTo>
                      <a:pt x="26" y="69"/>
                      <a:pt x="28" y="71"/>
                      <a:pt x="27" y="71"/>
                    </a:cubicBezTo>
                    <a:cubicBezTo>
                      <a:pt x="27" y="71"/>
                      <a:pt x="26" y="71"/>
                      <a:pt x="26" y="70"/>
                    </a:cubicBezTo>
                    <a:cubicBezTo>
                      <a:pt x="27" y="71"/>
                      <a:pt x="26" y="72"/>
                      <a:pt x="27" y="72"/>
                    </a:cubicBezTo>
                    <a:cubicBezTo>
                      <a:pt x="25" y="71"/>
                      <a:pt x="25" y="71"/>
                      <a:pt x="25" y="71"/>
                    </a:cubicBezTo>
                    <a:cubicBezTo>
                      <a:pt x="23" y="73"/>
                      <a:pt x="21" y="75"/>
                      <a:pt x="21" y="78"/>
                    </a:cubicBezTo>
                    <a:cubicBezTo>
                      <a:pt x="19" y="77"/>
                      <a:pt x="20" y="77"/>
                      <a:pt x="19" y="76"/>
                    </a:cubicBezTo>
                    <a:cubicBezTo>
                      <a:pt x="20" y="77"/>
                      <a:pt x="19" y="77"/>
                      <a:pt x="19" y="78"/>
                    </a:cubicBezTo>
                    <a:cubicBezTo>
                      <a:pt x="19" y="77"/>
                      <a:pt x="19" y="77"/>
                      <a:pt x="19" y="77"/>
                    </a:cubicBezTo>
                    <a:cubicBezTo>
                      <a:pt x="19" y="78"/>
                      <a:pt x="18" y="77"/>
                      <a:pt x="18" y="78"/>
                    </a:cubicBezTo>
                    <a:cubicBezTo>
                      <a:pt x="18" y="78"/>
                      <a:pt x="18" y="78"/>
                      <a:pt x="18" y="78"/>
                    </a:cubicBezTo>
                    <a:cubicBezTo>
                      <a:pt x="19" y="80"/>
                      <a:pt x="16" y="77"/>
                      <a:pt x="18" y="79"/>
                    </a:cubicBezTo>
                    <a:cubicBezTo>
                      <a:pt x="16" y="78"/>
                      <a:pt x="16" y="78"/>
                      <a:pt x="16" y="78"/>
                    </a:cubicBezTo>
                    <a:cubicBezTo>
                      <a:pt x="18" y="80"/>
                      <a:pt x="15" y="78"/>
                      <a:pt x="17" y="80"/>
                    </a:cubicBezTo>
                    <a:cubicBezTo>
                      <a:pt x="16" y="80"/>
                      <a:pt x="16" y="80"/>
                      <a:pt x="16" y="80"/>
                    </a:cubicBezTo>
                    <a:cubicBezTo>
                      <a:pt x="15" y="79"/>
                      <a:pt x="18" y="82"/>
                      <a:pt x="16" y="81"/>
                    </a:cubicBezTo>
                    <a:cubicBezTo>
                      <a:pt x="16" y="82"/>
                      <a:pt x="16" y="83"/>
                      <a:pt x="17" y="84"/>
                    </a:cubicBezTo>
                    <a:cubicBezTo>
                      <a:pt x="15" y="82"/>
                      <a:pt x="15" y="82"/>
                      <a:pt x="15" y="82"/>
                    </a:cubicBezTo>
                    <a:cubicBezTo>
                      <a:pt x="15" y="85"/>
                      <a:pt x="13" y="86"/>
                      <a:pt x="14" y="89"/>
                    </a:cubicBezTo>
                    <a:cubicBezTo>
                      <a:pt x="13" y="88"/>
                      <a:pt x="13" y="88"/>
                      <a:pt x="13" y="88"/>
                    </a:cubicBezTo>
                    <a:cubicBezTo>
                      <a:pt x="14" y="90"/>
                      <a:pt x="10" y="89"/>
                      <a:pt x="13" y="92"/>
                    </a:cubicBezTo>
                    <a:cubicBezTo>
                      <a:pt x="14" y="93"/>
                      <a:pt x="14" y="93"/>
                      <a:pt x="14" y="93"/>
                    </a:cubicBezTo>
                    <a:cubicBezTo>
                      <a:pt x="12" y="92"/>
                      <a:pt x="12" y="92"/>
                      <a:pt x="12" y="92"/>
                    </a:cubicBezTo>
                    <a:cubicBezTo>
                      <a:pt x="13" y="93"/>
                      <a:pt x="11" y="93"/>
                      <a:pt x="13" y="94"/>
                    </a:cubicBezTo>
                    <a:cubicBezTo>
                      <a:pt x="12" y="94"/>
                      <a:pt x="12" y="93"/>
                      <a:pt x="12" y="93"/>
                    </a:cubicBezTo>
                    <a:cubicBezTo>
                      <a:pt x="11" y="93"/>
                      <a:pt x="13" y="95"/>
                      <a:pt x="12" y="95"/>
                    </a:cubicBezTo>
                    <a:cubicBezTo>
                      <a:pt x="11" y="95"/>
                      <a:pt x="11" y="95"/>
                      <a:pt x="11" y="95"/>
                    </a:cubicBezTo>
                    <a:cubicBezTo>
                      <a:pt x="8" y="95"/>
                      <a:pt x="4" y="96"/>
                      <a:pt x="6" y="100"/>
                    </a:cubicBezTo>
                    <a:cubicBezTo>
                      <a:pt x="6" y="101"/>
                      <a:pt x="4" y="99"/>
                      <a:pt x="4" y="99"/>
                    </a:cubicBezTo>
                    <a:cubicBezTo>
                      <a:pt x="6" y="103"/>
                      <a:pt x="0" y="102"/>
                      <a:pt x="3" y="107"/>
                    </a:cubicBezTo>
                    <a:cubicBezTo>
                      <a:pt x="4" y="109"/>
                      <a:pt x="9" y="112"/>
                      <a:pt x="9" y="11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0" name="Freeform 163"/>
              <p:cNvSpPr/>
              <p:nvPr/>
            </p:nvSpPr>
            <p:spPr bwMode="auto">
              <a:xfrm>
                <a:off x="4499" y="1925"/>
                <a:ext cx="3"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1" y="2"/>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1" name="Freeform 164"/>
              <p:cNvSpPr/>
              <p:nvPr/>
            </p:nvSpPr>
            <p:spPr bwMode="auto">
              <a:xfrm>
                <a:off x="3914" y="1322"/>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2" name="Freeform 165"/>
              <p:cNvSpPr/>
              <p:nvPr/>
            </p:nvSpPr>
            <p:spPr bwMode="auto">
              <a:xfrm>
                <a:off x="3122" y="2198"/>
                <a:ext cx="2" cy="4"/>
              </a:xfrm>
              <a:custGeom>
                <a:avLst/>
                <a:gdLst>
                  <a:gd name="T0" fmla="*/ 0 w 2"/>
                  <a:gd name="T1" fmla="*/ 0 h 4"/>
                  <a:gd name="T2" fmla="*/ 0 w 2"/>
                  <a:gd name="T3" fmla="*/ 0 h 4"/>
                  <a:gd name="T4" fmla="*/ 2 w 2"/>
                  <a:gd name="T5" fmla="*/ 4 h 4"/>
                  <a:gd name="T6" fmla="*/ 0 w 2"/>
                  <a:gd name="T7" fmla="*/ 0 h 4"/>
                </a:gdLst>
                <a:ahLst/>
                <a:cxnLst>
                  <a:cxn ang="0">
                    <a:pos x="T0" y="T1"/>
                  </a:cxn>
                  <a:cxn ang="0">
                    <a:pos x="T2" y="T3"/>
                  </a:cxn>
                  <a:cxn ang="0">
                    <a:pos x="T4" y="T5"/>
                  </a:cxn>
                  <a:cxn ang="0">
                    <a:pos x="T6" y="T7"/>
                  </a:cxn>
                </a:cxnLst>
                <a:rect l="0" t="0" r="r" b="b"/>
                <a:pathLst>
                  <a:path w="2" h="4">
                    <a:moveTo>
                      <a:pt x="0" y="0"/>
                    </a:moveTo>
                    <a:lnTo>
                      <a:pt x="0" y="0"/>
                    </a:lnTo>
                    <a:lnTo>
                      <a:pt x="2"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3" name="Freeform 166"/>
              <p:cNvSpPr/>
              <p:nvPr/>
            </p:nvSpPr>
            <p:spPr bwMode="auto">
              <a:xfrm>
                <a:off x="3126" y="2183"/>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0" y="0"/>
                    </a:cubicBezTo>
                    <a:cubicBezTo>
                      <a:pt x="0"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4" name="Freeform 167"/>
              <p:cNvSpPr/>
              <p:nvPr/>
            </p:nvSpPr>
            <p:spPr bwMode="auto">
              <a:xfrm>
                <a:off x="3540" y="1543"/>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1"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5" name="Freeform 168"/>
              <p:cNvSpPr/>
              <p:nvPr/>
            </p:nvSpPr>
            <p:spPr bwMode="auto">
              <a:xfrm>
                <a:off x="3156" y="221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6" name="Freeform 169"/>
              <p:cNvSpPr/>
              <p:nvPr/>
            </p:nvSpPr>
            <p:spPr bwMode="auto">
              <a:xfrm>
                <a:off x="3129" y="218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7" name="Freeform 170"/>
              <p:cNvSpPr/>
              <p:nvPr/>
            </p:nvSpPr>
            <p:spPr bwMode="auto">
              <a:xfrm>
                <a:off x="3129" y="21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8" name="Freeform 171"/>
              <p:cNvSpPr/>
              <p:nvPr/>
            </p:nvSpPr>
            <p:spPr bwMode="auto">
              <a:xfrm>
                <a:off x="3129" y="219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9" name="Freeform 172"/>
              <p:cNvSpPr/>
              <p:nvPr/>
            </p:nvSpPr>
            <p:spPr bwMode="auto">
              <a:xfrm>
                <a:off x="3205" y="2162"/>
                <a:ext cx="2" cy="9"/>
              </a:xfrm>
              <a:custGeom>
                <a:avLst/>
                <a:gdLst>
                  <a:gd name="T0" fmla="*/ 1 w 1"/>
                  <a:gd name="T1" fmla="*/ 2 h 4"/>
                  <a:gd name="T2" fmla="*/ 1 w 1"/>
                  <a:gd name="T3" fmla="*/ 0 h 4"/>
                  <a:gd name="T4" fmla="*/ 1 w 1"/>
                  <a:gd name="T5" fmla="*/ 4 h 4"/>
                  <a:gd name="T6" fmla="*/ 1 w 1"/>
                  <a:gd name="T7" fmla="*/ 4 h 4"/>
                  <a:gd name="T8" fmla="*/ 1 w 1"/>
                  <a:gd name="T9" fmla="*/ 3 h 4"/>
                  <a:gd name="T10" fmla="*/ 1 w 1"/>
                  <a:gd name="T11" fmla="*/ 2 h 4"/>
                </a:gdLst>
                <a:ahLst/>
                <a:cxnLst>
                  <a:cxn ang="0">
                    <a:pos x="T0" y="T1"/>
                  </a:cxn>
                  <a:cxn ang="0">
                    <a:pos x="T2" y="T3"/>
                  </a:cxn>
                  <a:cxn ang="0">
                    <a:pos x="T4" y="T5"/>
                  </a:cxn>
                  <a:cxn ang="0">
                    <a:pos x="T6" y="T7"/>
                  </a:cxn>
                  <a:cxn ang="0">
                    <a:pos x="T8" y="T9"/>
                  </a:cxn>
                  <a:cxn ang="0">
                    <a:pos x="T10" y="T11"/>
                  </a:cxn>
                </a:cxnLst>
                <a:rect l="0" t="0" r="r" b="b"/>
                <a:pathLst>
                  <a:path w="1" h="4">
                    <a:moveTo>
                      <a:pt x="1" y="2"/>
                    </a:moveTo>
                    <a:cubicBezTo>
                      <a:pt x="1" y="1"/>
                      <a:pt x="1" y="0"/>
                      <a:pt x="1" y="0"/>
                    </a:cubicBezTo>
                    <a:cubicBezTo>
                      <a:pt x="1" y="1"/>
                      <a:pt x="0" y="3"/>
                      <a:pt x="1" y="4"/>
                    </a:cubicBezTo>
                    <a:cubicBezTo>
                      <a:pt x="1" y="4"/>
                      <a:pt x="1" y="4"/>
                      <a:pt x="1" y="4"/>
                    </a:cubicBezTo>
                    <a:cubicBezTo>
                      <a:pt x="1" y="4"/>
                      <a:pt x="1" y="3"/>
                      <a:pt x="1" y="3"/>
                    </a:cubicBezTo>
                    <a:cubicBezTo>
                      <a:pt x="1" y="3"/>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0" name="Freeform 173"/>
              <p:cNvSpPr/>
              <p:nvPr/>
            </p:nvSpPr>
            <p:spPr bwMode="auto">
              <a:xfrm>
                <a:off x="3207" y="216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1" name="Freeform 174"/>
              <p:cNvSpPr/>
              <p:nvPr/>
            </p:nvSpPr>
            <p:spPr bwMode="auto">
              <a:xfrm>
                <a:off x="3207" y="2169"/>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2" name="Freeform 175"/>
              <p:cNvSpPr/>
              <p:nvPr/>
            </p:nvSpPr>
            <p:spPr bwMode="auto">
              <a:xfrm>
                <a:off x="3194" y="2156"/>
                <a:ext cx="0" cy="6"/>
              </a:xfrm>
              <a:custGeom>
                <a:avLst/>
                <a:gdLst>
                  <a:gd name="T0" fmla="*/ 2 h 3"/>
                  <a:gd name="T1" fmla="*/ 2 h 3"/>
                  <a:gd name="T2" fmla="*/ 2 h 3"/>
                </a:gdLst>
                <a:ahLst/>
                <a:cxnLst>
                  <a:cxn ang="0">
                    <a:pos x="0" y="T0"/>
                  </a:cxn>
                  <a:cxn ang="0">
                    <a:pos x="0" y="T1"/>
                  </a:cxn>
                  <a:cxn ang="0">
                    <a:pos x="0" y="T2"/>
                  </a:cxn>
                </a:cxnLst>
                <a:rect l="0" t="0" r="r" b="b"/>
                <a:pathLst>
                  <a:path h="3">
                    <a:moveTo>
                      <a:pt x="0" y="2"/>
                    </a:moveTo>
                    <a:cubicBezTo>
                      <a:pt x="0" y="0"/>
                      <a:pt x="0" y="2"/>
                      <a:pt x="0" y="2"/>
                    </a:cubicBezTo>
                    <a:cubicBezTo>
                      <a:pt x="0" y="3"/>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3" name="Freeform 176"/>
              <p:cNvSpPr/>
              <p:nvPr/>
            </p:nvSpPr>
            <p:spPr bwMode="auto">
              <a:xfrm>
                <a:off x="3209" y="219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4" name="Freeform 177"/>
              <p:cNvSpPr/>
              <p:nvPr/>
            </p:nvSpPr>
            <p:spPr bwMode="auto">
              <a:xfrm>
                <a:off x="3472" y="20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5" name="Freeform 178"/>
              <p:cNvSpPr/>
              <p:nvPr/>
            </p:nvSpPr>
            <p:spPr bwMode="auto">
              <a:xfrm>
                <a:off x="3201" y="2158"/>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6" name="Freeform 179"/>
              <p:cNvSpPr/>
              <p:nvPr/>
            </p:nvSpPr>
            <p:spPr bwMode="auto">
              <a:xfrm>
                <a:off x="3211" y="2194"/>
                <a:ext cx="2" cy="4"/>
              </a:xfrm>
              <a:custGeom>
                <a:avLst/>
                <a:gdLst>
                  <a:gd name="T0" fmla="*/ 1 w 1"/>
                  <a:gd name="T1" fmla="*/ 1 h 2"/>
                  <a:gd name="T2" fmla="*/ 0 w 1"/>
                  <a:gd name="T3" fmla="*/ 2 h 2"/>
                  <a:gd name="T4" fmla="*/ 1 w 1"/>
                  <a:gd name="T5" fmla="*/ 1 h 2"/>
                </a:gdLst>
                <a:ahLst/>
                <a:cxnLst>
                  <a:cxn ang="0">
                    <a:pos x="T0" y="T1"/>
                  </a:cxn>
                  <a:cxn ang="0">
                    <a:pos x="T2" y="T3"/>
                  </a:cxn>
                  <a:cxn ang="0">
                    <a:pos x="T4" y="T5"/>
                  </a:cxn>
                </a:cxnLst>
                <a:rect l="0" t="0" r="r" b="b"/>
                <a:pathLst>
                  <a:path w="1" h="2">
                    <a:moveTo>
                      <a:pt x="1" y="1"/>
                    </a:moveTo>
                    <a:cubicBezTo>
                      <a:pt x="1" y="0"/>
                      <a:pt x="1" y="1"/>
                      <a:pt x="0" y="2"/>
                    </a:cubicBezTo>
                    <a:cubicBezTo>
                      <a:pt x="0" y="2"/>
                      <a:pt x="0"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7" name="Freeform 180"/>
              <p:cNvSpPr/>
              <p:nvPr/>
            </p:nvSpPr>
            <p:spPr bwMode="auto">
              <a:xfrm>
                <a:off x="3317" y="2561"/>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8" name="Freeform 181"/>
              <p:cNvSpPr/>
              <p:nvPr/>
            </p:nvSpPr>
            <p:spPr bwMode="auto">
              <a:xfrm>
                <a:off x="3345" y="2535"/>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9" name="Freeform 182"/>
              <p:cNvSpPr/>
              <p:nvPr/>
            </p:nvSpPr>
            <p:spPr bwMode="auto">
              <a:xfrm>
                <a:off x="3211" y="2192"/>
                <a:ext cx="2" cy="6"/>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0"/>
                      <a:pt x="1" y="0"/>
                      <a:pt x="1" y="0"/>
                    </a:cubicBezTo>
                    <a:cubicBezTo>
                      <a:pt x="0" y="1"/>
                      <a:pt x="0"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0" name="Freeform 183"/>
              <p:cNvSpPr/>
              <p:nvPr/>
            </p:nvSpPr>
            <p:spPr bwMode="auto">
              <a:xfrm>
                <a:off x="3266" y="254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1" name="Freeform 184"/>
              <p:cNvSpPr/>
              <p:nvPr/>
            </p:nvSpPr>
            <p:spPr bwMode="auto">
              <a:xfrm>
                <a:off x="3271" y="25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2" name="Freeform 185"/>
              <p:cNvSpPr/>
              <p:nvPr/>
            </p:nvSpPr>
            <p:spPr bwMode="auto">
              <a:xfrm>
                <a:off x="3273" y="255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3" name="Freeform 186"/>
              <p:cNvSpPr/>
              <p:nvPr/>
            </p:nvSpPr>
            <p:spPr bwMode="auto">
              <a:xfrm>
                <a:off x="3271" y="2557"/>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4" name="Freeform 187"/>
              <p:cNvSpPr/>
              <p:nvPr/>
            </p:nvSpPr>
            <p:spPr bwMode="auto">
              <a:xfrm>
                <a:off x="4616" y="18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5" name="Freeform 188"/>
              <p:cNvSpPr/>
              <p:nvPr/>
            </p:nvSpPr>
            <p:spPr bwMode="auto">
              <a:xfrm>
                <a:off x="3175" y="221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6" name="Freeform 189"/>
              <p:cNvSpPr/>
              <p:nvPr/>
            </p:nvSpPr>
            <p:spPr bwMode="auto">
              <a:xfrm>
                <a:off x="3137" y="218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7" name="Freeform 190"/>
              <p:cNvSpPr/>
              <p:nvPr/>
            </p:nvSpPr>
            <p:spPr bwMode="auto">
              <a:xfrm>
                <a:off x="3203" y="2166"/>
                <a:ext cx="2" cy="5"/>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0" y="2"/>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8" name="Freeform 191"/>
              <p:cNvSpPr/>
              <p:nvPr/>
            </p:nvSpPr>
            <p:spPr bwMode="auto">
              <a:xfrm>
                <a:off x="4497" y="192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9" name="Freeform 192"/>
              <p:cNvSpPr/>
              <p:nvPr/>
            </p:nvSpPr>
            <p:spPr bwMode="auto">
              <a:xfrm>
                <a:off x="3082" y="2156"/>
                <a:ext cx="131" cy="91"/>
              </a:xfrm>
              <a:custGeom>
                <a:avLst/>
                <a:gdLst>
                  <a:gd name="T0" fmla="*/ 46 w 62"/>
                  <a:gd name="T1" fmla="*/ 23 h 43"/>
                  <a:gd name="T2" fmla="*/ 51 w 62"/>
                  <a:gd name="T3" fmla="*/ 20 h 43"/>
                  <a:gd name="T4" fmla="*/ 54 w 62"/>
                  <a:gd name="T5" fmla="*/ 19 h 43"/>
                  <a:gd name="T6" fmla="*/ 58 w 62"/>
                  <a:gd name="T7" fmla="*/ 21 h 43"/>
                  <a:gd name="T8" fmla="*/ 60 w 62"/>
                  <a:gd name="T9" fmla="*/ 20 h 43"/>
                  <a:gd name="T10" fmla="*/ 61 w 62"/>
                  <a:gd name="T11" fmla="*/ 16 h 43"/>
                  <a:gd name="T12" fmla="*/ 62 w 62"/>
                  <a:gd name="T13" fmla="*/ 13 h 43"/>
                  <a:gd name="T14" fmla="*/ 62 w 62"/>
                  <a:gd name="T15" fmla="*/ 11 h 43"/>
                  <a:gd name="T16" fmla="*/ 58 w 62"/>
                  <a:gd name="T17" fmla="*/ 12 h 43"/>
                  <a:gd name="T18" fmla="*/ 56 w 62"/>
                  <a:gd name="T19" fmla="*/ 9 h 43"/>
                  <a:gd name="T20" fmla="*/ 57 w 62"/>
                  <a:gd name="T21" fmla="*/ 2 h 43"/>
                  <a:gd name="T22" fmla="*/ 56 w 62"/>
                  <a:gd name="T23" fmla="*/ 2 h 43"/>
                  <a:gd name="T24" fmla="*/ 55 w 62"/>
                  <a:gd name="T25" fmla="*/ 5 h 43"/>
                  <a:gd name="T26" fmla="*/ 54 w 62"/>
                  <a:gd name="T27" fmla="*/ 3 h 43"/>
                  <a:gd name="T28" fmla="*/ 53 w 62"/>
                  <a:gd name="T29" fmla="*/ 8 h 43"/>
                  <a:gd name="T30" fmla="*/ 51 w 62"/>
                  <a:gd name="T31" fmla="*/ 3 h 43"/>
                  <a:gd name="T32" fmla="*/ 51 w 62"/>
                  <a:gd name="T33" fmla="*/ 1 h 43"/>
                  <a:gd name="T34" fmla="*/ 50 w 62"/>
                  <a:gd name="T35" fmla="*/ 4 h 43"/>
                  <a:gd name="T36" fmla="*/ 49 w 62"/>
                  <a:gd name="T37" fmla="*/ 2 h 43"/>
                  <a:gd name="T38" fmla="*/ 48 w 62"/>
                  <a:gd name="T39" fmla="*/ 7 h 43"/>
                  <a:gd name="T40" fmla="*/ 47 w 62"/>
                  <a:gd name="T41" fmla="*/ 12 h 43"/>
                  <a:gd name="T42" fmla="*/ 46 w 62"/>
                  <a:gd name="T43" fmla="*/ 7 h 43"/>
                  <a:gd name="T44" fmla="*/ 43 w 62"/>
                  <a:gd name="T45" fmla="*/ 7 h 43"/>
                  <a:gd name="T46" fmla="*/ 42 w 62"/>
                  <a:gd name="T47" fmla="*/ 7 h 43"/>
                  <a:gd name="T48" fmla="*/ 40 w 62"/>
                  <a:gd name="T49" fmla="*/ 8 h 43"/>
                  <a:gd name="T50" fmla="*/ 37 w 62"/>
                  <a:gd name="T51" fmla="*/ 9 h 43"/>
                  <a:gd name="T52" fmla="*/ 36 w 62"/>
                  <a:gd name="T53" fmla="*/ 10 h 43"/>
                  <a:gd name="T54" fmla="*/ 36 w 62"/>
                  <a:gd name="T55" fmla="*/ 10 h 43"/>
                  <a:gd name="T56" fmla="*/ 35 w 62"/>
                  <a:gd name="T57" fmla="*/ 12 h 43"/>
                  <a:gd name="T58" fmla="*/ 34 w 62"/>
                  <a:gd name="T59" fmla="*/ 10 h 43"/>
                  <a:gd name="T60" fmla="*/ 33 w 62"/>
                  <a:gd name="T61" fmla="*/ 12 h 43"/>
                  <a:gd name="T62" fmla="*/ 30 w 62"/>
                  <a:gd name="T63" fmla="*/ 11 h 43"/>
                  <a:gd name="T64" fmla="*/ 28 w 62"/>
                  <a:gd name="T65" fmla="*/ 12 h 43"/>
                  <a:gd name="T66" fmla="*/ 26 w 62"/>
                  <a:gd name="T67" fmla="*/ 12 h 43"/>
                  <a:gd name="T68" fmla="*/ 26 w 62"/>
                  <a:gd name="T69" fmla="*/ 14 h 43"/>
                  <a:gd name="T70" fmla="*/ 25 w 62"/>
                  <a:gd name="T71" fmla="*/ 13 h 43"/>
                  <a:gd name="T72" fmla="*/ 24 w 62"/>
                  <a:gd name="T73" fmla="*/ 15 h 43"/>
                  <a:gd name="T74" fmla="*/ 22 w 62"/>
                  <a:gd name="T75" fmla="*/ 16 h 43"/>
                  <a:gd name="T76" fmla="*/ 21 w 62"/>
                  <a:gd name="T77" fmla="*/ 17 h 43"/>
                  <a:gd name="T78" fmla="*/ 22 w 62"/>
                  <a:gd name="T79" fmla="*/ 25 h 43"/>
                  <a:gd name="T80" fmla="*/ 19 w 62"/>
                  <a:gd name="T81" fmla="*/ 21 h 43"/>
                  <a:gd name="T82" fmla="*/ 17 w 62"/>
                  <a:gd name="T83" fmla="*/ 23 h 43"/>
                  <a:gd name="T84" fmla="*/ 16 w 62"/>
                  <a:gd name="T85" fmla="*/ 23 h 43"/>
                  <a:gd name="T86" fmla="*/ 11 w 62"/>
                  <a:gd name="T87" fmla="*/ 24 h 43"/>
                  <a:gd name="T88" fmla="*/ 10 w 62"/>
                  <a:gd name="T89" fmla="*/ 24 h 43"/>
                  <a:gd name="T90" fmla="*/ 8 w 62"/>
                  <a:gd name="T91" fmla="*/ 31 h 43"/>
                  <a:gd name="T92" fmla="*/ 7 w 62"/>
                  <a:gd name="T93" fmla="*/ 32 h 43"/>
                  <a:gd name="T94" fmla="*/ 12 w 62"/>
                  <a:gd name="T95" fmla="*/ 41 h 43"/>
                  <a:gd name="T96" fmla="*/ 18 w 62"/>
                  <a:gd name="T97" fmla="*/ 38 h 43"/>
                  <a:gd name="T98" fmla="*/ 28 w 62"/>
                  <a:gd name="T99" fmla="*/ 27 h 43"/>
                  <a:gd name="T100" fmla="*/ 31 w 62"/>
                  <a:gd name="T101" fmla="*/ 31 h 43"/>
                  <a:gd name="T102" fmla="*/ 36 w 62"/>
                  <a:gd name="T103" fmla="*/ 29 h 43"/>
                  <a:gd name="T104" fmla="*/ 41 w 62"/>
                  <a:gd name="T105"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43">
                    <a:moveTo>
                      <a:pt x="44" y="25"/>
                    </a:moveTo>
                    <a:cubicBezTo>
                      <a:pt x="44" y="25"/>
                      <a:pt x="44" y="26"/>
                      <a:pt x="44" y="26"/>
                    </a:cubicBezTo>
                    <a:cubicBezTo>
                      <a:pt x="44" y="26"/>
                      <a:pt x="44" y="26"/>
                      <a:pt x="45" y="27"/>
                    </a:cubicBezTo>
                    <a:cubicBezTo>
                      <a:pt x="45" y="26"/>
                      <a:pt x="45" y="25"/>
                      <a:pt x="45" y="25"/>
                    </a:cubicBezTo>
                    <a:cubicBezTo>
                      <a:pt x="46" y="27"/>
                      <a:pt x="46" y="25"/>
                      <a:pt x="46" y="26"/>
                    </a:cubicBezTo>
                    <a:cubicBezTo>
                      <a:pt x="46" y="24"/>
                      <a:pt x="46" y="22"/>
                      <a:pt x="46" y="23"/>
                    </a:cubicBezTo>
                    <a:cubicBezTo>
                      <a:pt x="46" y="26"/>
                      <a:pt x="46" y="26"/>
                      <a:pt x="46" y="26"/>
                    </a:cubicBezTo>
                    <a:cubicBezTo>
                      <a:pt x="47" y="24"/>
                      <a:pt x="48" y="27"/>
                      <a:pt x="48" y="23"/>
                    </a:cubicBezTo>
                    <a:cubicBezTo>
                      <a:pt x="48" y="25"/>
                      <a:pt x="48" y="25"/>
                      <a:pt x="48" y="25"/>
                    </a:cubicBezTo>
                    <a:cubicBezTo>
                      <a:pt x="49" y="23"/>
                      <a:pt x="50" y="25"/>
                      <a:pt x="50" y="22"/>
                    </a:cubicBezTo>
                    <a:cubicBezTo>
                      <a:pt x="50" y="23"/>
                      <a:pt x="51" y="23"/>
                      <a:pt x="51" y="23"/>
                    </a:cubicBezTo>
                    <a:cubicBezTo>
                      <a:pt x="51" y="22"/>
                      <a:pt x="51" y="22"/>
                      <a:pt x="51" y="20"/>
                    </a:cubicBezTo>
                    <a:cubicBezTo>
                      <a:pt x="51" y="20"/>
                      <a:pt x="52" y="21"/>
                      <a:pt x="52" y="21"/>
                    </a:cubicBezTo>
                    <a:cubicBezTo>
                      <a:pt x="52" y="22"/>
                      <a:pt x="52" y="24"/>
                      <a:pt x="52" y="22"/>
                    </a:cubicBezTo>
                    <a:cubicBezTo>
                      <a:pt x="52" y="23"/>
                      <a:pt x="52" y="23"/>
                      <a:pt x="52" y="23"/>
                    </a:cubicBezTo>
                    <a:cubicBezTo>
                      <a:pt x="53" y="22"/>
                      <a:pt x="53" y="20"/>
                      <a:pt x="53" y="21"/>
                    </a:cubicBezTo>
                    <a:cubicBezTo>
                      <a:pt x="54" y="20"/>
                      <a:pt x="54" y="20"/>
                      <a:pt x="54" y="18"/>
                    </a:cubicBezTo>
                    <a:cubicBezTo>
                      <a:pt x="54" y="18"/>
                      <a:pt x="54" y="20"/>
                      <a:pt x="54" y="19"/>
                    </a:cubicBezTo>
                    <a:cubicBezTo>
                      <a:pt x="54" y="21"/>
                      <a:pt x="54" y="21"/>
                      <a:pt x="54" y="21"/>
                    </a:cubicBezTo>
                    <a:cubicBezTo>
                      <a:pt x="54" y="21"/>
                      <a:pt x="55" y="20"/>
                      <a:pt x="56" y="19"/>
                    </a:cubicBezTo>
                    <a:cubicBezTo>
                      <a:pt x="56" y="22"/>
                      <a:pt x="56" y="19"/>
                      <a:pt x="57" y="21"/>
                    </a:cubicBezTo>
                    <a:cubicBezTo>
                      <a:pt x="57" y="19"/>
                      <a:pt x="57" y="21"/>
                      <a:pt x="58" y="18"/>
                    </a:cubicBezTo>
                    <a:cubicBezTo>
                      <a:pt x="57" y="20"/>
                      <a:pt x="57" y="20"/>
                      <a:pt x="57" y="20"/>
                    </a:cubicBezTo>
                    <a:cubicBezTo>
                      <a:pt x="58" y="20"/>
                      <a:pt x="58" y="20"/>
                      <a:pt x="58" y="21"/>
                    </a:cubicBezTo>
                    <a:cubicBezTo>
                      <a:pt x="58" y="21"/>
                      <a:pt x="59" y="19"/>
                      <a:pt x="59" y="18"/>
                    </a:cubicBezTo>
                    <a:cubicBezTo>
                      <a:pt x="59" y="20"/>
                      <a:pt x="59" y="20"/>
                      <a:pt x="59" y="20"/>
                    </a:cubicBezTo>
                    <a:cubicBezTo>
                      <a:pt x="59" y="19"/>
                      <a:pt x="60" y="17"/>
                      <a:pt x="60" y="15"/>
                    </a:cubicBezTo>
                    <a:cubicBezTo>
                      <a:pt x="60" y="16"/>
                      <a:pt x="60" y="15"/>
                      <a:pt x="60" y="16"/>
                    </a:cubicBezTo>
                    <a:cubicBezTo>
                      <a:pt x="60" y="17"/>
                      <a:pt x="59" y="19"/>
                      <a:pt x="59" y="20"/>
                    </a:cubicBezTo>
                    <a:cubicBezTo>
                      <a:pt x="59" y="21"/>
                      <a:pt x="60" y="18"/>
                      <a:pt x="60" y="20"/>
                    </a:cubicBezTo>
                    <a:cubicBezTo>
                      <a:pt x="60" y="20"/>
                      <a:pt x="60" y="20"/>
                      <a:pt x="60" y="18"/>
                    </a:cubicBezTo>
                    <a:cubicBezTo>
                      <a:pt x="60" y="20"/>
                      <a:pt x="60" y="20"/>
                      <a:pt x="60" y="20"/>
                    </a:cubicBezTo>
                    <a:cubicBezTo>
                      <a:pt x="60" y="20"/>
                      <a:pt x="60" y="20"/>
                      <a:pt x="60" y="19"/>
                    </a:cubicBezTo>
                    <a:cubicBezTo>
                      <a:pt x="60" y="19"/>
                      <a:pt x="60" y="19"/>
                      <a:pt x="60" y="19"/>
                    </a:cubicBezTo>
                    <a:cubicBezTo>
                      <a:pt x="61" y="17"/>
                      <a:pt x="61" y="17"/>
                      <a:pt x="62" y="15"/>
                    </a:cubicBezTo>
                    <a:cubicBezTo>
                      <a:pt x="61" y="16"/>
                      <a:pt x="61" y="16"/>
                      <a:pt x="61" y="16"/>
                    </a:cubicBezTo>
                    <a:cubicBezTo>
                      <a:pt x="62" y="15"/>
                      <a:pt x="62" y="14"/>
                      <a:pt x="62" y="16"/>
                    </a:cubicBezTo>
                    <a:cubicBezTo>
                      <a:pt x="61" y="17"/>
                      <a:pt x="61" y="18"/>
                      <a:pt x="61" y="19"/>
                    </a:cubicBezTo>
                    <a:cubicBezTo>
                      <a:pt x="62" y="15"/>
                      <a:pt x="62" y="15"/>
                      <a:pt x="62" y="15"/>
                    </a:cubicBezTo>
                    <a:cubicBezTo>
                      <a:pt x="62" y="16"/>
                      <a:pt x="62" y="16"/>
                      <a:pt x="62" y="14"/>
                    </a:cubicBezTo>
                    <a:cubicBezTo>
                      <a:pt x="62" y="15"/>
                      <a:pt x="62" y="15"/>
                      <a:pt x="62" y="15"/>
                    </a:cubicBezTo>
                    <a:cubicBezTo>
                      <a:pt x="62" y="13"/>
                      <a:pt x="62" y="13"/>
                      <a:pt x="62" y="13"/>
                    </a:cubicBezTo>
                    <a:cubicBezTo>
                      <a:pt x="62" y="14"/>
                      <a:pt x="62" y="12"/>
                      <a:pt x="61" y="14"/>
                    </a:cubicBezTo>
                    <a:cubicBezTo>
                      <a:pt x="61" y="15"/>
                      <a:pt x="61" y="15"/>
                      <a:pt x="61" y="15"/>
                    </a:cubicBezTo>
                    <a:cubicBezTo>
                      <a:pt x="61" y="15"/>
                      <a:pt x="60" y="17"/>
                      <a:pt x="61" y="15"/>
                    </a:cubicBezTo>
                    <a:cubicBezTo>
                      <a:pt x="61" y="13"/>
                      <a:pt x="61" y="13"/>
                      <a:pt x="61" y="13"/>
                    </a:cubicBezTo>
                    <a:cubicBezTo>
                      <a:pt x="61" y="13"/>
                      <a:pt x="61" y="14"/>
                      <a:pt x="61" y="14"/>
                    </a:cubicBezTo>
                    <a:cubicBezTo>
                      <a:pt x="62" y="11"/>
                      <a:pt x="62" y="11"/>
                      <a:pt x="62" y="11"/>
                    </a:cubicBezTo>
                    <a:cubicBezTo>
                      <a:pt x="61" y="15"/>
                      <a:pt x="61" y="12"/>
                      <a:pt x="60" y="13"/>
                    </a:cubicBezTo>
                    <a:cubicBezTo>
                      <a:pt x="61" y="12"/>
                      <a:pt x="61" y="12"/>
                      <a:pt x="61" y="12"/>
                    </a:cubicBezTo>
                    <a:cubicBezTo>
                      <a:pt x="61" y="11"/>
                      <a:pt x="60" y="14"/>
                      <a:pt x="60" y="14"/>
                    </a:cubicBezTo>
                    <a:cubicBezTo>
                      <a:pt x="60" y="13"/>
                      <a:pt x="61" y="11"/>
                      <a:pt x="61" y="10"/>
                    </a:cubicBezTo>
                    <a:cubicBezTo>
                      <a:pt x="60" y="10"/>
                      <a:pt x="59" y="12"/>
                      <a:pt x="59" y="10"/>
                    </a:cubicBezTo>
                    <a:cubicBezTo>
                      <a:pt x="59" y="10"/>
                      <a:pt x="59" y="11"/>
                      <a:pt x="58" y="12"/>
                    </a:cubicBezTo>
                    <a:cubicBezTo>
                      <a:pt x="58" y="12"/>
                      <a:pt x="59" y="9"/>
                      <a:pt x="58" y="11"/>
                    </a:cubicBezTo>
                    <a:cubicBezTo>
                      <a:pt x="58" y="10"/>
                      <a:pt x="58" y="9"/>
                      <a:pt x="59" y="8"/>
                    </a:cubicBezTo>
                    <a:cubicBezTo>
                      <a:pt x="58" y="9"/>
                      <a:pt x="58" y="8"/>
                      <a:pt x="58" y="10"/>
                    </a:cubicBezTo>
                    <a:cubicBezTo>
                      <a:pt x="58" y="9"/>
                      <a:pt x="57" y="9"/>
                      <a:pt x="57" y="9"/>
                    </a:cubicBezTo>
                    <a:cubicBezTo>
                      <a:pt x="57" y="9"/>
                      <a:pt x="57" y="8"/>
                      <a:pt x="57" y="7"/>
                    </a:cubicBezTo>
                    <a:cubicBezTo>
                      <a:pt x="57" y="8"/>
                      <a:pt x="56" y="9"/>
                      <a:pt x="56" y="9"/>
                    </a:cubicBezTo>
                    <a:cubicBezTo>
                      <a:pt x="56" y="11"/>
                      <a:pt x="56" y="11"/>
                      <a:pt x="56" y="12"/>
                    </a:cubicBezTo>
                    <a:cubicBezTo>
                      <a:pt x="56" y="13"/>
                      <a:pt x="56" y="13"/>
                      <a:pt x="56" y="13"/>
                    </a:cubicBezTo>
                    <a:cubicBezTo>
                      <a:pt x="56" y="11"/>
                      <a:pt x="56" y="9"/>
                      <a:pt x="56" y="9"/>
                    </a:cubicBezTo>
                    <a:cubicBezTo>
                      <a:pt x="56" y="6"/>
                      <a:pt x="56" y="9"/>
                      <a:pt x="56" y="6"/>
                    </a:cubicBezTo>
                    <a:cubicBezTo>
                      <a:pt x="56" y="4"/>
                      <a:pt x="57" y="4"/>
                      <a:pt x="57" y="5"/>
                    </a:cubicBezTo>
                    <a:cubicBezTo>
                      <a:pt x="58" y="3"/>
                      <a:pt x="57" y="5"/>
                      <a:pt x="57" y="2"/>
                    </a:cubicBezTo>
                    <a:cubicBezTo>
                      <a:pt x="57" y="3"/>
                      <a:pt x="57" y="4"/>
                      <a:pt x="56" y="4"/>
                    </a:cubicBezTo>
                    <a:cubicBezTo>
                      <a:pt x="56" y="5"/>
                      <a:pt x="56" y="6"/>
                      <a:pt x="56" y="7"/>
                    </a:cubicBezTo>
                    <a:cubicBezTo>
                      <a:pt x="56" y="9"/>
                      <a:pt x="56" y="5"/>
                      <a:pt x="56" y="5"/>
                    </a:cubicBezTo>
                    <a:cubicBezTo>
                      <a:pt x="56" y="4"/>
                      <a:pt x="56" y="4"/>
                      <a:pt x="56" y="4"/>
                    </a:cubicBezTo>
                    <a:cubicBezTo>
                      <a:pt x="56" y="3"/>
                      <a:pt x="55" y="5"/>
                      <a:pt x="55" y="5"/>
                    </a:cubicBezTo>
                    <a:cubicBezTo>
                      <a:pt x="55" y="1"/>
                      <a:pt x="56" y="4"/>
                      <a:pt x="56" y="2"/>
                    </a:cubicBezTo>
                    <a:cubicBezTo>
                      <a:pt x="56" y="0"/>
                      <a:pt x="56" y="0"/>
                      <a:pt x="56" y="0"/>
                    </a:cubicBezTo>
                    <a:cubicBezTo>
                      <a:pt x="55" y="0"/>
                      <a:pt x="56" y="3"/>
                      <a:pt x="55" y="2"/>
                    </a:cubicBezTo>
                    <a:cubicBezTo>
                      <a:pt x="55" y="1"/>
                      <a:pt x="55" y="1"/>
                      <a:pt x="55" y="1"/>
                    </a:cubicBezTo>
                    <a:cubicBezTo>
                      <a:pt x="55" y="1"/>
                      <a:pt x="55" y="1"/>
                      <a:pt x="55" y="1"/>
                    </a:cubicBezTo>
                    <a:cubicBezTo>
                      <a:pt x="55" y="3"/>
                      <a:pt x="55" y="4"/>
                      <a:pt x="55" y="4"/>
                    </a:cubicBezTo>
                    <a:cubicBezTo>
                      <a:pt x="55" y="7"/>
                      <a:pt x="55" y="5"/>
                      <a:pt x="55" y="5"/>
                    </a:cubicBezTo>
                    <a:cubicBezTo>
                      <a:pt x="54" y="7"/>
                      <a:pt x="55" y="5"/>
                      <a:pt x="55" y="7"/>
                    </a:cubicBezTo>
                    <a:cubicBezTo>
                      <a:pt x="55" y="8"/>
                      <a:pt x="54" y="9"/>
                      <a:pt x="54" y="9"/>
                    </a:cubicBezTo>
                    <a:cubicBezTo>
                      <a:pt x="54" y="9"/>
                      <a:pt x="54" y="7"/>
                      <a:pt x="54" y="6"/>
                    </a:cubicBezTo>
                    <a:cubicBezTo>
                      <a:pt x="54" y="5"/>
                      <a:pt x="54" y="5"/>
                      <a:pt x="54" y="6"/>
                    </a:cubicBezTo>
                    <a:cubicBezTo>
                      <a:pt x="55" y="4"/>
                      <a:pt x="54" y="3"/>
                      <a:pt x="55" y="1"/>
                    </a:cubicBezTo>
                    <a:cubicBezTo>
                      <a:pt x="54" y="0"/>
                      <a:pt x="54" y="2"/>
                      <a:pt x="54" y="3"/>
                    </a:cubicBezTo>
                    <a:cubicBezTo>
                      <a:pt x="54" y="3"/>
                      <a:pt x="54" y="5"/>
                      <a:pt x="54" y="5"/>
                    </a:cubicBezTo>
                    <a:cubicBezTo>
                      <a:pt x="54" y="10"/>
                      <a:pt x="54" y="2"/>
                      <a:pt x="53" y="3"/>
                    </a:cubicBezTo>
                    <a:cubicBezTo>
                      <a:pt x="53" y="6"/>
                      <a:pt x="53" y="7"/>
                      <a:pt x="53" y="10"/>
                    </a:cubicBezTo>
                    <a:cubicBezTo>
                      <a:pt x="53" y="11"/>
                      <a:pt x="53" y="12"/>
                      <a:pt x="53" y="11"/>
                    </a:cubicBezTo>
                    <a:cubicBezTo>
                      <a:pt x="53" y="9"/>
                      <a:pt x="53" y="10"/>
                      <a:pt x="53" y="8"/>
                    </a:cubicBezTo>
                    <a:cubicBezTo>
                      <a:pt x="53" y="8"/>
                      <a:pt x="53" y="8"/>
                      <a:pt x="53" y="8"/>
                    </a:cubicBezTo>
                    <a:cubicBezTo>
                      <a:pt x="53" y="5"/>
                      <a:pt x="53" y="5"/>
                      <a:pt x="53" y="5"/>
                    </a:cubicBezTo>
                    <a:cubicBezTo>
                      <a:pt x="53" y="4"/>
                      <a:pt x="52" y="2"/>
                      <a:pt x="52" y="1"/>
                    </a:cubicBezTo>
                    <a:cubicBezTo>
                      <a:pt x="52" y="2"/>
                      <a:pt x="52" y="3"/>
                      <a:pt x="52" y="4"/>
                    </a:cubicBezTo>
                    <a:cubicBezTo>
                      <a:pt x="52" y="3"/>
                      <a:pt x="52" y="2"/>
                      <a:pt x="52" y="2"/>
                    </a:cubicBezTo>
                    <a:cubicBezTo>
                      <a:pt x="52" y="3"/>
                      <a:pt x="52" y="5"/>
                      <a:pt x="52" y="5"/>
                    </a:cubicBezTo>
                    <a:cubicBezTo>
                      <a:pt x="52" y="5"/>
                      <a:pt x="51" y="3"/>
                      <a:pt x="51" y="3"/>
                    </a:cubicBezTo>
                    <a:cubicBezTo>
                      <a:pt x="52" y="1"/>
                      <a:pt x="52" y="1"/>
                      <a:pt x="52" y="1"/>
                    </a:cubicBezTo>
                    <a:cubicBezTo>
                      <a:pt x="52" y="3"/>
                      <a:pt x="52" y="0"/>
                      <a:pt x="51" y="1"/>
                    </a:cubicBezTo>
                    <a:cubicBezTo>
                      <a:pt x="51" y="2"/>
                      <a:pt x="51" y="4"/>
                      <a:pt x="51" y="5"/>
                    </a:cubicBezTo>
                    <a:cubicBezTo>
                      <a:pt x="51" y="6"/>
                      <a:pt x="51" y="4"/>
                      <a:pt x="51" y="5"/>
                    </a:cubicBezTo>
                    <a:cubicBezTo>
                      <a:pt x="51" y="3"/>
                      <a:pt x="51" y="3"/>
                      <a:pt x="51" y="3"/>
                    </a:cubicBezTo>
                    <a:cubicBezTo>
                      <a:pt x="51" y="4"/>
                      <a:pt x="51" y="0"/>
                      <a:pt x="51" y="1"/>
                    </a:cubicBezTo>
                    <a:cubicBezTo>
                      <a:pt x="51" y="3"/>
                      <a:pt x="51" y="3"/>
                      <a:pt x="51" y="3"/>
                    </a:cubicBezTo>
                    <a:cubicBezTo>
                      <a:pt x="51" y="2"/>
                      <a:pt x="51" y="2"/>
                      <a:pt x="51" y="1"/>
                    </a:cubicBezTo>
                    <a:cubicBezTo>
                      <a:pt x="51" y="2"/>
                      <a:pt x="50" y="2"/>
                      <a:pt x="50" y="2"/>
                    </a:cubicBezTo>
                    <a:cubicBezTo>
                      <a:pt x="50" y="1"/>
                      <a:pt x="50" y="1"/>
                      <a:pt x="50" y="1"/>
                    </a:cubicBezTo>
                    <a:cubicBezTo>
                      <a:pt x="50" y="2"/>
                      <a:pt x="50" y="4"/>
                      <a:pt x="50" y="2"/>
                    </a:cubicBezTo>
                    <a:cubicBezTo>
                      <a:pt x="50" y="5"/>
                      <a:pt x="50" y="2"/>
                      <a:pt x="50" y="4"/>
                    </a:cubicBezTo>
                    <a:cubicBezTo>
                      <a:pt x="51" y="5"/>
                      <a:pt x="50" y="5"/>
                      <a:pt x="50" y="6"/>
                    </a:cubicBezTo>
                    <a:cubicBezTo>
                      <a:pt x="50" y="3"/>
                      <a:pt x="50" y="5"/>
                      <a:pt x="50" y="5"/>
                    </a:cubicBezTo>
                    <a:cubicBezTo>
                      <a:pt x="50" y="4"/>
                      <a:pt x="49" y="4"/>
                      <a:pt x="49" y="3"/>
                    </a:cubicBezTo>
                    <a:cubicBezTo>
                      <a:pt x="49" y="5"/>
                      <a:pt x="49" y="5"/>
                      <a:pt x="49" y="5"/>
                    </a:cubicBezTo>
                    <a:cubicBezTo>
                      <a:pt x="49" y="2"/>
                      <a:pt x="49" y="6"/>
                      <a:pt x="49" y="5"/>
                    </a:cubicBezTo>
                    <a:cubicBezTo>
                      <a:pt x="49" y="4"/>
                      <a:pt x="49" y="2"/>
                      <a:pt x="49" y="2"/>
                    </a:cubicBezTo>
                    <a:cubicBezTo>
                      <a:pt x="49" y="4"/>
                      <a:pt x="49" y="5"/>
                      <a:pt x="49" y="7"/>
                    </a:cubicBezTo>
                    <a:cubicBezTo>
                      <a:pt x="48" y="6"/>
                      <a:pt x="49" y="4"/>
                      <a:pt x="48" y="2"/>
                    </a:cubicBezTo>
                    <a:cubicBezTo>
                      <a:pt x="48" y="4"/>
                      <a:pt x="48" y="0"/>
                      <a:pt x="48" y="3"/>
                    </a:cubicBezTo>
                    <a:cubicBezTo>
                      <a:pt x="48" y="6"/>
                      <a:pt x="48" y="6"/>
                      <a:pt x="48" y="6"/>
                    </a:cubicBezTo>
                    <a:cubicBezTo>
                      <a:pt x="48" y="6"/>
                      <a:pt x="48" y="5"/>
                      <a:pt x="48" y="4"/>
                    </a:cubicBezTo>
                    <a:cubicBezTo>
                      <a:pt x="48" y="4"/>
                      <a:pt x="48" y="6"/>
                      <a:pt x="48" y="7"/>
                    </a:cubicBezTo>
                    <a:cubicBezTo>
                      <a:pt x="48" y="6"/>
                      <a:pt x="48" y="9"/>
                      <a:pt x="47" y="7"/>
                    </a:cubicBezTo>
                    <a:cubicBezTo>
                      <a:pt x="47" y="6"/>
                      <a:pt x="48" y="7"/>
                      <a:pt x="48" y="5"/>
                    </a:cubicBezTo>
                    <a:cubicBezTo>
                      <a:pt x="47" y="5"/>
                      <a:pt x="48" y="9"/>
                      <a:pt x="47" y="10"/>
                    </a:cubicBezTo>
                    <a:cubicBezTo>
                      <a:pt x="48" y="11"/>
                      <a:pt x="48" y="14"/>
                      <a:pt x="48" y="15"/>
                    </a:cubicBezTo>
                    <a:cubicBezTo>
                      <a:pt x="47" y="14"/>
                      <a:pt x="48" y="14"/>
                      <a:pt x="47" y="12"/>
                    </a:cubicBezTo>
                    <a:cubicBezTo>
                      <a:pt x="47" y="12"/>
                      <a:pt x="47" y="12"/>
                      <a:pt x="47" y="12"/>
                    </a:cubicBezTo>
                    <a:cubicBezTo>
                      <a:pt x="47" y="9"/>
                      <a:pt x="47" y="7"/>
                      <a:pt x="47" y="5"/>
                    </a:cubicBezTo>
                    <a:cubicBezTo>
                      <a:pt x="47" y="6"/>
                      <a:pt x="47" y="6"/>
                      <a:pt x="47" y="6"/>
                    </a:cubicBezTo>
                    <a:cubicBezTo>
                      <a:pt x="47" y="3"/>
                      <a:pt x="47" y="3"/>
                      <a:pt x="47" y="3"/>
                    </a:cubicBezTo>
                    <a:cubicBezTo>
                      <a:pt x="47" y="5"/>
                      <a:pt x="46" y="3"/>
                      <a:pt x="46" y="4"/>
                    </a:cubicBezTo>
                    <a:cubicBezTo>
                      <a:pt x="46" y="6"/>
                      <a:pt x="46" y="3"/>
                      <a:pt x="46" y="5"/>
                    </a:cubicBezTo>
                    <a:cubicBezTo>
                      <a:pt x="46" y="5"/>
                      <a:pt x="47" y="8"/>
                      <a:pt x="46" y="7"/>
                    </a:cubicBezTo>
                    <a:cubicBezTo>
                      <a:pt x="46" y="4"/>
                      <a:pt x="46" y="4"/>
                      <a:pt x="46" y="4"/>
                    </a:cubicBezTo>
                    <a:cubicBezTo>
                      <a:pt x="46" y="3"/>
                      <a:pt x="46" y="6"/>
                      <a:pt x="46" y="5"/>
                    </a:cubicBezTo>
                    <a:cubicBezTo>
                      <a:pt x="46" y="4"/>
                      <a:pt x="46" y="4"/>
                      <a:pt x="46" y="4"/>
                    </a:cubicBezTo>
                    <a:cubicBezTo>
                      <a:pt x="45" y="4"/>
                      <a:pt x="44" y="4"/>
                      <a:pt x="44" y="8"/>
                    </a:cubicBezTo>
                    <a:cubicBezTo>
                      <a:pt x="44" y="6"/>
                      <a:pt x="43" y="6"/>
                      <a:pt x="43" y="5"/>
                    </a:cubicBezTo>
                    <a:cubicBezTo>
                      <a:pt x="43" y="6"/>
                      <a:pt x="43" y="7"/>
                      <a:pt x="43" y="7"/>
                    </a:cubicBezTo>
                    <a:cubicBezTo>
                      <a:pt x="43" y="5"/>
                      <a:pt x="43" y="5"/>
                      <a:pt x="43" y="5"/>
                    </a:cubicBezTo>
                    <a:cubicBezTo>
                      <a:pt x="42" y="4"/>
                      <a:pt x="42" y="6"/>
                      <a:pt x="42" y="7"/>
                    </a:cubicBezTo>
                    <a:cubicBezTo>
                      <a:pt x="42" y="6"/>
                      <a:pt x="42" y="6"/>
                      <a:pt x="42" y="6"/>
                    </a:cubicBezTo>
                    <a:cubicBezTo>
                      <a:pt x="42" y="4"/>
                      <a:pt x="42" y="7"/>
                      <a:pt x="42" y="7"/>
                    </a:cubicBezTo>
                    <a:cubicBezTo>
                      <a:pt x="42" y="6"/>
                      <a:pt x="42" y="6"/>
                      <a:pt x="42" y="6"/>
                    </a:cubicBezTo>
                    <a:cubicBezTo>
                      <a:pt x="42" y="7"/>
                      <a:pt x="42" y="7"/>
                      <a:pt x="42" y="7"/>
                    </a:cubicBezTo>
                    <a:cubicBezTo>
                      <a:pt x="42" y="8"/>
                      <a:pt x="42" y="8"/>
                      <a:pt x="41" y="6"/>
                    </a:cubicBezTo>
                    <a:cubicBezTo>
                      <a:pt x="41" y="7"/>
                      <a:pt x="41" y="7"/>
                      <a:pt x="41" y="7"/>
                    </a:cubicBezTo>
                    <a:cubicBezTo>
                      <a:pt x="41" y="6"/>
                      <a:pt x="41" y="6"/>
                      <a:pt x="40" y="7"/>
                    </a:cubicBezTo>
                    <a:cubicBezTo>
                      <a:pt x="41" y="7"/>
                      <a:pt x="41" y="8"/>
                      <a:pt x="41" y="9"/>
                    </a:cubicBezTo>
                    <a:cubicBezTo>
                      <a:pt x="41" y="12"/>
                      <a:pt x="41" y="9"/>
                      <a:pt x="41" y="10"/>
                    </a:cubicBezTo>
                    <a:cubicBezTo>
                      <a:pt x="40" y="8"/>
                      <a:pt x="40" y="8"/>
                      <a:pt x="40" y="8"/>
                    </a:cubicBezTo>
                    <a:cubicBezTo>
                      <a:pt x="40" y="5"/>
                      <a:pt x="39" y="7"/>
                      <a:pt x="39" y="7"/>
                    </a:cubicBezTo>
                    <a:cubicBezTo>
                      <a:pt x="39" y="8"/>
                      <a:pt x="39" y="8"/>
                      <a:pt x="39" y="8"/>
                    </a:cubicBezTo>
                    <a:cubicBezTo>
                      <a:pt x="38" y="6"/>
                      <a:pt x="38" y="8"/>
                      <a:pt x="38" y="8"/>
                    </a:cubicBezTo>
                    <a:cubicBezTo>
                      <a:pt x="38" y="9"/>
                      <a:pt x="38" y="11"/>
                      <a:pt x="38" y="11"/>
                    </a:cubicBezTo>
                    <a:cubicBezTo>
                      <a:pt x="38" y="13"/>
                      <a:pt x="38" y="9"/>
                      <a:pt x="37" y="8"/>
                    </a:cubicBezTo>
                    <a:cubicBezTo>
                      <a:pt x="37" y="9"/>
                      <a:pt x="37" y="9"/>
                      <a:pt x="37" y="9"/>
                    </a:cubicBezTo>
                    <a:cubicBezTo>
                      <a:pt x="37" y="8"/>
                      <a:pt x="37" y="8"/>
                      <a:pt x="37" y="8"/>
                    </a:cubicBezTo>
                    <a:cubicBezTo>
                      <a:pt x="37" y="9"/>
                      <a:pt x="37" y="10"/>
                      <a:pt x="37" y="9"/>
                    </a:cubicBezTo>
                    <a:cubicBezTo>
                      <a:pt x="37" y="9"/>
                      <a:pt x="37" y="9"/>
                      <a:pt x="37" y="9"/>
                    </a:cubicBezTo>
                    <a:cubicBezTo>
                      <a:pt x="36" y="9"/>
                      <a:pt x="36" y="8"/>
                      <a:pt x="36" y="8"/>
                    </a:cubicBezTo>
                    <a:cubicBezTo>
                      <a:pt x="36" y="10"/>
                      <a:pt x="36" y="9"/>
                      <a:pt x="36" y="10"/>
                    </a:cubicBezTo>
                    <a:cubicBezTo>
                      <a:pt x="36" y="10"/>
                      <a:pt x="36" y="10"/>
                      <a:pt x="36" y="10"/>
                    </a:cubicBezTo>
                    <a:cubicBezTo>
                      <a:pt x="36" y="11"/>
                      <a:pt x="36" y="11"/>
                      <a:pt x="36" y="11"/>
                    </a:cubicBezTo>
                    <a:cubicBezTo>
                      <a:pt x="36" y="10"/>
                      <a:pt x="36" y="10"/>
                      <a:pt x="36" y="10"/>
                    </a:cubicBezTo>
                    <a:cubicBezTo>
                      <a:pt x="36" y="9"/>
                      <a:pt x="36" y="9"/>
                      <a:pt x="36" y="9"/>
                    </a:cubicBezTo>
                    <a:cubicBezTo>
                      <a:pt x="35" y="8"/>
                      <a:pt x="36" y="10"/>
                      <a:pt x="36" y="11"/>
                    </a:cubicBezTo>
                    <a:cubicBezTo>
                      <a:pt x="36" y="12"/>
                      <a:pt x="36" y="11"/>
                      <a:pt x="35" y="10"/>
                    </a:cubicBezTo>
                    <a:cubicBezTo>
                      <a:pt x="35" y="9"/>
                      <a:pt x="36" y="10"/>
                      <a:pt x="36" y="10"/>
                    </a:cubicBezTo>
                    <a:cubicBezTo>
                      <a:pt x="35" y="9"/>
                      <a:pt x="35" y="9"/>
                      <a:pt x="35" y="9"/>
                    </a:cubicBezTo>
                    <a:cubicBezTo>
                      <a:pt x="35" y="9"/>
                      <a:pt x="36" y="10"/>
                      <a:pt x="35" y="10"/>
                    </a:cubicBezTo>
                    <a:cubicBezTo>
                      <a:pt x="35" y="10"/>
                      <a:pt x="35" y="10"/>
                      <a:pt x="35" y="9"/>
                    </a:cubicBezTo>
                    <a:cubicBezTo>
                      <a:pt x="35" y="10"/>
                      <a:pt x="35" y="10"/>
                      <a:pt x="35" y="10"/>
                    </a:cubicBezTo>
                    <a:cubicBezTo>
                      <a:pt x="35" y="11"/>
                      <a:pt x="35" y="11"/>
                      <a:pt x="35" y="12"/>
                    </a:cubicBezTo>
                    <a:cubicBezTo>
                      <a:pt x="35" y="12"/>
                      <a:pt x="35" y="13"/>
                      <a:pt x="35" y="12"/>
                    </a:cubicBezTo>
                    <a:cubicBezTo>
                      <a:pt x="35" y="12"/>
                      <a:pt x="35" y="12"/>
                      <a:pt x="35" y="12"/>
                    </a:cubicBezTo>
                    <a:cubicBezTo>
                      <a:pt x="35" y="12"/>
                      <a:pt x="35" y="12"/>
                      <a:pt x="35" y="13"/>
                    </a:cubicBezTo>
                    <a:cubicBezTo>
                      <a:pt x="35" y="11"/>
                      <a:pt x="35" y="11"/>
                      <a:pt x="35" y="11"/>
                    </a:cubicBezTo>
                    <a:cubicBezTo>
                      <a:pt x="35" y="12"/>
                      <a:pt x="35" y="12"/>
                      <a:pt x="35" y="13"/>
                    </a:cubicBezTo>
                    <a:cubicBezTo>
                      <a:pt x="34" y="11"/>
                      <a:pt x="34" y="9"/>
                      <a:pt x="33" y="9"/>
                    </a:cubicBezTo>
                    <a:cubicBezTo>
                      <a:pt x="34" y="10"/>
                      <a:pt x="34" y="10"/>
                      <a:pt x="34" y="10"/>
                    </a:cubicBezTo>
                    <a:cubicBezTo>
                      <a:pt x="34" y="11"/>
                      <a:pt x="33" y="10"/>
                      <a:pt x="33" y="9"/>
                    </a:cubicBezTo>
                    <a:cubicBezTo>
                      <a:pt x="33" y="8"/>
                      <a:pt x="34" y="14"/>
                      <a:pt x="33" y="13"/>
                    </a:cubicBezTo>
                    <a:cubicBezTo>
                      <a:pt x="33" y="11"/>
                      <a:pt x="33" y="10"/>
                      <a:pt x="32" y="10"/>
                    </a:cubicBezTo>
                    <a:cubicBezTo>
                      <a:pt x="33" y="10"/>
                      <a:pt x="33" y="11"/>
                      <a:pt x="33" y="11"/>
                    </a:cubicBezTo>
                    <a:cubicBezTo>
                      <a:pt x="33" y="12"/>
                      <a:pt x="32" y="10"/>
                      <a:pt x="33" y="11"/>
                    </a:cubicBezTo>
                    <a:cubicBezTo>
                      <a:pt x="33" y="12"/>
                      <a:pt x="33" y="12"/>
                      <a:pt x="33" y="12"/>
                    </a:cubicBezTo>
                    <a:cubicBezTo>
                      <a:pt x="32" y="8"/>
                      <a:pt x="32" y="11"/>
                      <a:pt x="31" y="9"/>
                    </a:cubicBezTo>
                    <a:cubicBezTo>
                      <a:pt x="31" y="12"/>
                      <a:pt x="31" y="10"/>
                      <a:pt x="31" y="11"/>
                    </a:cubicBezTo>
                    <a:cubicBezTo>
                      <a:pt x="30" y="9"/>
                      <a:pt x="31" y="12"/>
                      <a:pt x="30" y="10"/>
                    </a:cubicBezTo>
                    <a:cubicBezTo>
                      <a:pt x="31" y="13"/>
                      <a:pt x="31" y="13"/>
                      <a:pt x="31" y="13"/>
                    </a:cubicBezTo>
                    <a:cubicBezTo>
                      <a:pt x="30" y="11"/>
                      <a:pt x="32" y="16"/>
                      <a:pt x="31" y="13"/>
                    </a:cubicBezTo>
                    <a:cubicBezTo>
                      <a:pt x="30" y="13"/>
                      <a:pt x="30" y="12"/>
                      <a:pt x="30" y="11"/>
                    </a:cubicBezTo>
                    <a:cubicBezTo>
                      <a:pt x="29" y="9"/>
                      <a:pt x="30" y="14"/>
                      <a:pt x="29" y="11"/>
                    </a:cubicBezTo>
                    <a:cubicBezTo>
                      <a:pt x="30" y="14"/>
                      <a:pt x="30" y="14"/>
                      <a:pt x="30" y="14"/>
                    </a:cubicBezTo>
                    <a:cubicBezTo>
                      <a:pt x="30" y="13"/>
                      <a:pt x="29" y="12"/>
                      <a:pt x="29" y="11"/>
                    </a:cubicBezTo>
                    <a:cubicBezTo>
                      <a:pt x="29" y="12"/>
                      <a:pt x="29" y="13"/>
                      <a:pt x="29" y="12"/>
                    </a:cubicBezTo>
                    <a:cubicBezTo>
                      <a:pt x="28" y="11"/>
                      <a:pt x="28" y="11"/>
                      <a:pt x="28" y="11"/>
                    </a:cubicBezTo>
                    <a:cubicBezTo>
                      <a:pt x="28" y="10"/>
                      <a:pt x="28" y="11"/>
                      <a:pt x="28" y="12"/>
                    </a:cubicBezTo>
                    <a:cubicBezTo>
                      <a:pt x="28" y="11"/>
                      <a:pt x="28" y="12"/>
                      <a:pt x="27" y="11"/>
                    </a:cubicBezTo>
                    <a:cubicBezTo>
                      <a:pt x="28" y="13"/>
                      <a:pt x="26" y="10"/>
                      <a:pt x="27" y="13"/>
                    </a:cubicBezTo>
                    <a:cubicBezTo>
                      <a:pt x="27" y="12"/>
                      <a:pt x="27" y="12"/>
                      <a:pt x="27" y="12"/>
                    </a:cubicBezTo>
                    <a:cubicBezTo>
                      <a:pt x="27" y="13"/>
                      <a:pt x="28" y="15"/>
                      <a:pt x="28" y="15"/>
                    </a:cubicBezTo>
                    <a:cubicBezTo>
                      <a:pt x="27" y="13"/>
                      <a:pt x="27" y="13"/>
                      <a:pt x="27" y="13"/>
                    </a:cubicBezTo>
                    <a:cubicBezTo>
                      <a:pt x="26" y="11"/>
                      <a:pt x="27" y="13"/>
                      <a:pt x="26" y="12"/>
                    </a:cubicBezTo>
                    <a:cubicBezTo>
                      <a:pt x="27" y="13"/>
                      <a:pt x="26" y="12"/>
                      <a:pt x="26" y="13"/>
                    </a:cubicBezTo>
                    <a:cubicBezTo>
                      <a:pt x="26" y="14"/>
                      <a:pt x="26" y="14"/>
                      <a:pt x="26" y="14"/>
                    </a:cubicBezTo>
                    <a:cubicBezTo>
                      <a:pt x="27" y="15"/>
                      <a:pt x="27" y="15"/>
                      <a:pt x="27" y="15"/>
                    </a:cubicBezTo>
                    <a:cubicBezTo>
                      <a:pt x="26" y="15"/>
                      <a:pt x="26" y="13"/>
                      <a:pt x="26" y="13"/>
                    </a:cubicBezTo>
                    <a:cubicBezTo>
                      <a:pt x="25" y="12"/>
                      <a:pt x="26" y="13"/>
                      <a:pt x="26" y="13"/>
                    </a:cubicBezTo>
                    <a:cubicBezTo>
                      <a:pt x="26" y="13"/>
                      <a:pt x="26" y="13"/>
                      <a:pt x="26" y="14"/>
                    </a:cubicBezTo>
                    <a:cubicBezTo>
                      <a:pt x="26" y="13"/>
                      <a:pt x="26" y="13"/>
                      <a:pt x="26" y="13"/>
                    </a:cubicBezTo>
                    <a:cubicBezTo>
                      <a:pt x="26" y="13"/>
                      <a:pt x="26" y="13"/>
                      <a:pt x="26" y="14"/>
                    </a:cubicBezTo>
                    <a:cubicBezTo>
                      <a:pt x="26" y="13"/>
                      <a:pt x="26" y="13"/>
                      <a:pt x="25" y="13"/>
                    </a:cubicBezTo>
                    <a:cubicBezTo>
                      <a:pt x="26" y="13"/>
                      <a:pt x="26" y="13"/>
                      <a:pt x="26" y="13"/>
                    </a:cubicBezTo>
                    <a:cubicBezTo>
                      <a:pt x="25" y="13"/>
                      <a:pt x="25" y="13"/>
                      <a:pt x="25" y="13"/>
                    </a:cubicBezTo>
                    <a:cubicBezTo>
                      <a:pt x="25" y="13"/>
                      <a:pt x="25" y="13"/>
                      <a:pt x="25" y="13"/>
                    </a:cubicBezTo>
                    <a:cubicBezTo>
                      <a:pt x="25" y="13"/>
                      <a:pt x="25" y="13"/>
                      <a:pt x="25" y="13"/>
                    </a:cubicBezTo>
                    <a:cubicBezTo>
                      <a:pt x="25" y="11"/>
                      <a:pt x="25" y="11"/>
                      <a:pt x="25" y="11"/>
                    </a:cubicBezTo>
                    <a:cubicBezTo>
                      <a:pt x="24" y="11"/>
                      <a:pt x="25" y="13"/>
                      <a:pt x="25" y="13"/>
                    </a:cubicBezTo>
                    <a:cubicBezTo>
                      <a:pt x="24" y="12"/>
                      <a:pt x="24" y="14"/>
                      <a:pt x="24" y="15"/>
                    </a:cubicBezTo>
                    <a:cubicBezTo>
                      <a:pt x="24" y="15"/>
                      <a:pt x="24" y="14"/>
                      <a:pt x="24" y="14"/>
                    </a:cubicBezTo>
                    <a:cubicBezTo>
                      <a:pt x="24" y="15"/>
                      <a:pt x="24" y="16"/>
                      <a:pt x="24" y="15"/>
                    </a:cubicBezTo>
                    <a:cubicBezTo>
                      <a:pt x="24" y="16"/>
                      <a:pt x="23" y="14"/>
                      <a:pt x="23" y="14"/>
                    </a:cubicBezTo>
                    <a:cubicBezTo>
                      <a:pt x="23" y="14"/>
                      <a:pt x="24" y="15"/>
                      <a:pt x="24" y="15"/>
                    </a:cubicBezTo>
                    <a:cubicBezTo>
                      <a:pt x="23" y="13"/>
                      <a:pt x="23" y="17"/>
                      <a:pt x="23" y="15"/>
                    </a:cubicBezTo>
                    <a:cubicBezTo>
                      <a:pt x="23" y="15"/>
                      <a:pt x="22" y="14"/>
                      <a:pt x="22" y="14"/>
                    </a:cubicBezTo>
                    <a:cubicBezTo>
                      <a:pt x="22" y="15"/>
                      <a:pt x="22" y="16"/>
                      <a:pt x="23" y="17"/>
                    </a:cubicBezTo>
                    <a:cubicBezTo>
                      <a:pt x="22" y="16"/>
                      <a:pt x="22" y="16"/>
                      <a:pt x="22" y="16"/>
                    </a:cubicBezTo>
                    <a:cubicBezTo>
                      <a:pt x="22" y="16"/>
                      <a:pt x="22" y="16"/>
                      <a:pt x="22" y="17"/>
                    </a:cubicBezTo>
                    <a:cubicBezTo>
                      <a:pt x="23" y="18"/>
                      <a:pt x="23" y="20"/>
                      <a:pt x="23" y="19"/>
                    </a:cubicBezTo>
                    <a:cubicBezTo>
                      <a:pt x="23" y="19"/>
                      <a:pt x="23" y="19"/>
                      <a:pt x="23" y="19"/>
                    </a:cubicBezTo>
                    <a:cubicBezTo>
                      <a:pt x="22" y="20"/>
                      <a:pt x="22" y="20"/>
                      <a:pt x="22" y="20"/>
                    </a:cubicBezTo>
                    <a:cubicBezTo>
                      <a:pt x="22" y="19"/>
                      <a:pt x="22" y="20"/>
                      <a:pt x="22" y="19"/>
                    </a:cubicBezTo>
                    <a:cubicBezTo>
                      <a:pt x="21" y="16"/>
                      <a:pt x="21" y="17"/>
                      <a:pt x="21" y="17"/>
                    </a:cubicBezTo>
                    <a:cubicBezTo>
                      <a:pt x="21" y="19"/>
                      <a:pt x="21" y="19"/>
                      <a:pt x="21" y="19"/>
                    </a:cubicBezTo>
                    <a:cubicBezTo>
                      <a:pt x="21" y="19"/>
                      <a:pt x="21" y="17"/>
                      <a:pt x="21" y="17"/>
                    </a:cubicBezTo>
                    <a:cubicBezTo>
                      <a:pt x="22" y="22"/>
                      <a:pt x="22" y="22"/>
                      <a:pt x="22" y="22"/>
                    </a:cubicBezTo>
                    <a:cubicBezTo>
                      <a:pt x="22" y="22"/>
                      <a:pt x="21" y="20"/>
                      <a:pt x="21" y="19"/>
                    </a:cubicBezTo>
                    <a:cubicBezTo>
                      <a:pt x="21" y="20"/>
                      <a:pt x="22" y="22"/>
                      <a:pt x="22" y="24"/>
                    </a:cubicBezTo>
                    <a:cubicBezTo>
                      <a:pt x="22" y="24"/>
                      <a:pt x="22" y="25"/>
                      <a:pt x="22" y="25"/>
                    </a:cubicBezTo>
                    <a:cubicBezTo>
                      <a:pt x="21" y="24"/>
                      <a:pt x="22" y="25"/>
                      <a:pt x="22" y="24"/>
                    </a:cubicBezTo>
                    <a:cubicBezTo>
                      <a:pt x="21" y="22"/>
                      <a:pt x="21" y="22"/>
                      <a:pt x="21" y="22"/>
                    </a:cubicBezTo>
                    <a:cubicBezTo>
                      <a:pt x="21" y="22"/>
                      <a:pt x="20" y="20"/>
                      <a:pt x="20" y="19"/>
                    </a:cubicBezTo>
                    <a:cubicBezTo>
                      <a:pt x="20" y="20"/>
                      <a:pt x="19" y="19"/>
                      <a:pt x="19" y="19"/>
                    </a:cubicBezTo>
                    <a:cubicBezTo>
                      <a:pt x="20" y="22"/>
                      <a:pt x="19" y="21"/>
                      <a:pt x="20" y="23"/>
                    </a:cubicBezTo>
                    <a:cubicBezTo>
                      <a:pt x="20" y="24"/>
                      <a:pt x="19" y="21"/>
                      <a:pt x="19" y="21"/>
                    </a:cubicBezTo>
                    <a:cubicBezTo>
                      <a:pt x="19" y="22"/>
                      <a:pt x="18" y="21"/>
                      <a:pt x="18" y="22"/>
                    </a:cubicBezTo>
                    <a:cubicBezTo>
                      <a:pt x="18" y="21"/>
                      <a:pt x="18" y="21"/>
                      <a:pt x="18" y="21"/>
                    </a:cubicBezTo>
                    <a:cubicBezTo>
                      <a:pt x="18" y="22"/>
                      <a:pt x="17" y="21"/>
                      <a:pt x="18" y="24"/>
                    </a:cubicBezTo>
                    <a:cubicBezTo>
                      <a:pt x="17" y="22"/>
                      <a:pt x="17" y="22"/>
                      <a:pt x="17" y="22"/>
                    </a:cubicBezTo>
                    <a:cubicBezTo>
                      <a:pt x="17" y="22"/>
                      <a:pt x="19" y="25"/>
                      <a:pt x="18" y="24"/>
                    </a:cubicBezTo>
                    <a:cubicBezTo>
                      <a:pt x="17" y="23"/>
                      <a:pt x="17" y="23"/>
                      <a:pt x="17" y="23"/>
                    </a:cubicBezTo>
                    <a:cubicBezTo>
                      <a:pt x="18" y="24"/>
                      <a:pt x="16" y="22"/>
                      <a:pt x="17" y="24"/>
                    </a:cubicBezTo>
                    <a:cubicBezTo>
                      <a:pt x="17" y="23"/>
                      <a:pt x="17" y="23"/>
                      <a:pt x="17" y="23"/>
                    </a:cubicBezTo>
                    <a:cubicBezTo>
                      <a:pt x="17" y="23"/>
                      <a:pt x="16" y="23"/>
                      <a:pt x="17" y="25"/>
                    </a:cubicBezTo>
                    <a:cubicBezTo>
                      <a:pt x="16" y="23"/>
                      <a:pt x="16" y="23"/>
                      <a:pt x="16" y="23"/>
                    </a:cubicBezTo>
                    <a:cubicBezTo>
                      <a:pt x="15" y="22"/>
                      <a:pt x="17" y="25"/>
                      <a:pt x="16" y="24"/>
                    </a:cubicBezTo>
                    <a:cubicBezTo>
                      <a:pt x="16" y="24"/>
                      <a:pt x="16" y="23"/>
                      <a:pt x="16" y="23"/>
                    </a:cubicBezTo>
                    <a:cubicBezTo>
                      <a:pt x="16" y="24"/>
                      <a:pt x="16" y="24"/>
                      <a:pt x="16" y="25"/>
                    </a:cubicBezTo>
                    <a:cubicBezTo>
                      <a:pt x="15" y="23"/>
                      <a:pt x="15" y="23"/>
                      <a:pt x="15" y="23"/>
                    </a:cubicBezTo>
                    <a:cubicBezTo>
                      <a:pt x="14" y="23"/>
                      <a:pt x="13" y="23"/>
                      <a:pt x="13" y="26"/>
                    </a:cubicBezTo>
                    <a:cubicBezTo>
                      <a:pt x="11" y="24"/>
                      <a:pt x="12" y="24"/>
                      <a:pt x="11" y="23"/>
                    </a:cubicBezTo>
                    <a:cubicBezTo>
                      <a:pt x="12" y="25"/>
                      <a:pt x="11" y="24"/>
                      <a:pt x="11" y="24"/>
                    </a:cubicBezTo>
                    <a:cubicBezTo>
                      <a:pt x="11" y="24"/>
                      <a:pt x="11" y="24"/>
                      <a:pt x="11" y="24"/>
                    </a:cubicBezTo>
                    <a:cubicBezTo>
                      <a:pt x="11" y="25"/>
                      <a:pt x="11" y="23"/>
                      <a:pt x="11" y="24"/>
                    </a:cubicBezTo>
                    <a:cubicBezTo>
                      <a:pt x="11" y="25"/>
                      <a:pt x="11" y="25"/>
                      <a:pt x="11" y="25"/>
                    </a:cubicBezTo>
                    <a:cubicBezTo>
                      <a:pt x="12" y="26"/>
                      <a:pt x="10" y="22"/>
                      <a:pt x="11" y="25"/>
                    </a:cubicBezTo>
                    <a:cubicBezTo>
                      <a:pt x="10" y="23"/>
                      <a:pt x="10" y="23"/>
                      <a:pt x="10" y="23"/>
                    </a:cubicBezTo>
                    <a:cubicBezTo>
                      <a:pt x="11" y="26"/>
                      <a:pt x="9" y="23"/>
                      <a:pt x="10" y="25"/>
                    </a:cubicBezTo>
                    <a:cubicBezTo>
                      <a:pt x="10" y="24"/>
                      <a:pt x="10" y="24"/>
                      <a:pt x="10" y="24"/>
                    </a:cubicBezTo>
                    <a:cubicBezTo>
                      <a:pt x="9" y="24"/>
                      <a:pt x="11" y="27"/>
                      <a:pt x="10" y="25"/>
                    </a:cubicBezTo>
                    <a:cubicBezTo>
                      <a:pt x="10" y="26"/>
                      <a:pt x="10" y="26"/>
                      <a:pt x="11" y="28"/>
                    </a:cubicBezTo>
                    <a:cubicBezTo>
                      <a:pt x="9" y="26"/>
                      <a:pt x="9" y="26"/>
                      <a:pt x="9" y="26"/>
                    </a:cubicBezTo>
                    <a:cubicBezTo>
                      <a:pt x="9" y="27"/>
                      <a:pt x="8" y="27"/>
                      <a:pt x="9" y="30"/>
                    </a:cubicBezTo>
                    <a:cubicBezTo>
                      <a:pt x="8" y="29"/>
                      <a:pt x="8" y="29"/>
                      <a:pt x="8" y="29"/>
                    </a:cubicBezTo>
                    <a:cubicBezTo>
                      <a:pt x="9" y="31"/>
                      <a:pt x="6" y="27"/>
                      <a:pt x="8" y="31"/>
                    </a:cubicBezTo>
                    <a:cubicBezTo>
                      <a:pt x="9" y="33"/>
                      <a:pt x="9" y="33"/>
                      <a:pt x="9" y="33"/>
                    </a:cubicBezTo>
                    <a:cubicBezTo>
                      <a:pt x="8" y="30"/>
                      <a:pt x="8" y="30"/>
                      <a:pt x="8" y="30"/>
                    </a:cubicBezTo>
                    <a:cubicBezTo>
                      <a:pt x="8" y="32"/>
                      <a:pt x="7" y="31"/>
                      <a:pt x="8" y="32"/>
                    </a:cubicBezTo>
                    <a:cubicBezTo>
                      <a:pt x="7" y="31"/>
                      <a:pt x="7" y="31"/>
                      <a:pt x="7" y="31"/>
                    </a:cubicBezTo>
                    <a:cubicBezTo>
                      <a:pt x="7" y="31"/>
                      <a:pt x="8" y="33"/>
                      <a:pt x="8" y="33"/>
                    </a:cubicBezTo>
                    <a:cubicBezTo>
                      <a:pt x="7" y="32"/>
                      <a:pt x="7" y="32"/>
                      <a:pt x="7" y="32"/>
                    </a:cubicBezTo>
                    <a:cubicBezTo>
                      <a:pt x="5" y="30"/>
                      <a:pt x="2" y="29"/>
                      <a:pt x="4" y="33"/>
                    </a:cubicBezTo>
                    <a:cubicBezTo>
                      <a:pt x="4" y="33"/>
                      <a:pt x="3" y="31"/>
                      <a:pt x="3" y="31"/>
                    </a:cubicBezTo>
                    <a:cubicBezTo>
                      <a:pt x="4" y="34"/>
                      <a:pt x="0" y="30"/>
                      <a:pt x="2" y="35"/>
                    </a:cubicBezTo>
                    <a:cubicBezTo>
                      <a:pt x="3" y="36"/>
                      <a:pt x="6" y="41"/>
                      <a:pt x="6" y="41"/>
                    </a:cubicBezTo>
                    <a:cubicBezTo>
                      <a:pt x="6" y="39"/>
                      <a:pt x="9" y="40"/>
                      <a:pt x="11" y="42"/>
                    </a:cubicBezTo>
                    <a:cubicBezTo>
                      <a:pt x="11" y="41"/>
                      <a:pt x="11" y="40"/>
                      <a:pt x="12" y="41"/>
                    </a:cubicBezTo>
                    <a:cubicBezTo>
                      <a:pt x="13" y="40"/>
                      <a:pt x="17" y="43"/>
                      <a:pt x="17" y="40"/>
                    </a:cubicBezTo>
                    <a:cubicBezTo>
                      <a:pt x="17" y="40"/>
                      <a:pt x="16" y="39"/>
                      <a:pt x="16" y="38"/>
                    </a:cubicBezTo>
                    <a:cubicBezTo>
                      <a:pt x="17" y="39"/>
                      <a:pt x="17" y="39"/>
                      <a:pt x="17" y="39"/>
                    </a:cubicBezTo>
                    <a:cubicBezTo>
                      <a:pt x="16" y="38"/>
                      <a:pt x="16" y="38"/>
                      <a:pt x="16" y="38"/>
                    </a:cubicBezTo>
                    <a:cubicBezTo>
                      <a:pt x="16" y="37"/>
                      <a:pt x="17" y="39"/>
                      <a:pt x="17" y="39"/>
                    </a:cubicBezTo>
                    <a:cubicBezTo>
                      <a:pt x="17" y="39"/>
                      <a:pt x="18" y="38"/>
                      <a:pt x="18" y="38"/>
                    </a:cubicBezTo>
                    <a:cubicBezTo>
                      <a:pt x="18" y="36"/>
                      <a:pt x="19" y="38"/>
                      <a:pt x="18" y="36"/>
                    </a:cubicBezTo>
                    <a:cubicBezTo>
                      <a:pt x="18" y="37"/>
                      <a:pt x="18" y="37"/>
                      <a:pt x="18" y="37"/>
                    </a:cubicBezTo>
                    <a:cubicBezTo>
                      <a:pt x="18" y="36"/>
                      <a:pt x="18" y="35"/>
                      <a:pt x="20" y="38"/>
                    </a:cubicBezTo>
                    <a:cubicBezTo>
                      <a:pt x="22" y="39"/>
                      <a:pt x="23" y="37"/>
                      <a:pt x="25" y="37"/>
                    </a:cubicBezTo>
                    <a:cubicBezTo>
                      <a:pt x="26" y="35"/>
                      <a:pt x="27" y="33"/>
                      <a:pt x="29" y="32"/>
                    </a:cubicBezTo>
                    <a:cubicBezTo>
                      <a:pt x="28" y="28"/>
                      <a:pt x="29" y="30"/>
                      <a:pt x="28" y="27"/>
                    </a:cubicBezTo>
                    <a:cubicBezTo>
                      <a:pt x="29" y="28"/>
                      <a:pt x="29" y="28"/>
                      <a:pt x="29" y="28"/>
                    </a:cubicBezTo>
                    <a:cubicBezTo>
                      <a:pt x="28" y="26"/>
                      <a:pt x="29" y="28"/>
                      <a:pt x="30" y="29"/>
                    </a:cubicBezTo>
                    <a:cubicBezTo>
                      <a:pt x="29" y="28"/>
                      <a:pt x="30" y="29"/>
                      <a:pt x="29" y="27"/>
                    </a:cubicBezTo>
                    <a:cubicBezTo>
                      <a:pt x="29" y="25"/>
                      <a:pt x="30" y="30"/>
                      <a:pt x="30" y="29"/>
                    </a:cubicBezTo>
                    <a:cubicBezTo>
                      <a:pt x="30" y="29"/>
                      <a:pt x="30" y="27"/>
                      <a:pt x="30" y="28"/>
                    </a:cubicBezTo>
                    <a:cubicBezTo>
                      <a:pt x="30" y="26"/>
                      <a:pt x="30" y="29"/>
                      <a:pt x="31" y="31"/>
                    </a:cubicBezTo>
                    <a:cubicBezTo>
                      <a:pt x="32" y="30"/>
                      <a:pt x="32" y="28"/>
                      <a:pt x="33" y="29"/>
                    </a:cubicBezTo>
                    <a:cubicBezTo>
                      <a:pt x="33" y="29"/>
                      <a:pt x="33" y="27"/>
                      <a:pt x="33" y="27"/>
                    </a:cubicBezTo>
                    <a:cubicBezTo>
                      <a:pt x="34" y="30"/>
                      <a:pt x="33" y="26"/>
                      <a:pt x="33" y="27"/>
                    </a:cubicBezTo>
                    <a:cubicBezTo>
                      <a:pt x="34" y="28"/>
                      <a:pt x="34" y="28"/>
                      <a:pt x="34" y="28"/>
                    </a:cubicBezTo>
                    <a:cubicBezTo>
                      <a:pt x="34" y="30"/>
                      <a:pt x="34" y="28"/>
                      <a:pt x="35" y="29"/>
                    </a:cubicBezTo>
                    <a:cubicBezTo>
                      <a:pt x="35" y="28"/>
                      <a:pt x="36" y="30"/>
                      <a:pt x="36" y="29"/>
                    </a:cubicBezTo>
                    <a:cubicBezTo>
                      <a:pt x="36" y="30"/>
                      <a:pt x="36" y="29"/>
                      <a:pt x="36" y="30"/>
                    </a:cubicBezTo>
                    <a:cubicBezTo>
                      <a:pt x="36" y="26"/>
                      <a:pt x="37" y="31"/>
                      <a:pt x="37" y="29"/>
                    </a:cubicBezTo>
                    <a:cubicBezTo>
                      <a:pt x="37" y="29"/>
                      <a:pt x="37" y="29"/>
                      <a:pt x="37" y="29"/>
                    </a:cubicBezTo>
                    <a:cubicBezTo>
                      <a:pt x="38" y="29"/>
                      <a:pt x="39" y="29"/>
                      <a:pt x="40" y="27"/>
                    </a:cubicBezTo>
                    <a:cubicBezTo>
                      <a:pt x="40" y="27"/>
                      <a:pt x="41" y="30"/>
                      <a:pt x="41" y="28"/>
                    </a:cubicBezTo>
                    <a:cubicBezTo>
                      <a:pt x="41" y="27"/>
                      <a:pt x="41" y="27"/>
                      <a:pt x="41" y="27"/>
                    </a:cubicBezTo>
                    <a:cubicBezTo>
                      <a:pt x="41" y="27"/>
                      <a:pt x="41" y="28"/>
                      <a:pt x="42" y="28"/>
                    </a:cubicBezTo>
                    <a:cubicBezTo>
                      <a:pt x="42" y="27"/>
                      <a:pt x="42" y="28"/>
                      <a:pt x="43" y="28"/>
                    </a:cubicBezTo>
                    <a:cubicBezTo>
                      <a:pt x="43" y="28"/>
                      <a:pt x="43" y="27"/>
                      <a:pt x="42" y="27"/>
                    </a:cubicBezTo>
                    <a:cubicBezTo>
                      <a:pt x="43" y="29"/>
                      <a:pt x="43" y="26"/>
                      <a:pt x="44" y="27"/>
                    </a:cubicBezTo>
                    <a:cubicBezTo>
                      <a:pt x="43" y="24"/>
                      <a:pt x="44" y="26"/>
                      <a:pt x="44" y="2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0" name="Freeform 193"/>
              <p:cNvSpPr/>
              <p:nvPr/>
            </p:nvSpPr>
            <p:spPr bwMode="auto">
              <a:xfrm>
                <a:off x="3192" y="2160"/>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1" name="Freeform 194"/>
              <p:cNvSpPr/>
              <p:nvPr/>
            </p:nvSpPr>
            <p:spPr bwMode="auto">
              <a:xfrm>
                <a:off x="3146" y="2177"/>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2" name="Freeform 195"/>
              <p:cNvSpPr/>
              <p:nvPr/>
            </p:nvSpPr>
            <p:spPr bwMode="auto">
              <a:xfrm>
                <a:off x="3264" y="1853"/>
                <a:ext cx="2" cy="4"/>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1" y="0"/>
                      <a:pt x="0" y="2"/>
                      <a:pt x="0" y="1"/>
                    </a:cubicBezTo>
                    <a:cubicBezTo>
                      <a:pt x="0" y="2"/>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3" name="Freeform 196"/>
              <p:cNvSpPr/>
              <p:nvPr/>
            </p:nvSpPr>
            <p:spPr bwMode="auto">
              <a:xfrm>
                <a:off x="3209" y="1836"/>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4" name="Freeform 197"/>
              <p:cNvSpPr/>
              <p:nvPr/>
            </p:nvSpPr>
            <p:spPr bwMode="auto">
              <a:xfrm>
                <a:off x="3343" y="2470"/>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5" name="Freeform 198"/>
              <p:cNvSpPr/>
              <p:nvPr/>
            </p:nvSpPr>
            <p:spPr bwMode="auto">
              <a:xfrm>
                <a:off x="3186" y="18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6" name="Freeform 199"/>
              <p:cNvSpPr/>
              <p:nvPr/>
            </p:nvSpPr>
            <p:spPr bwMode="auto">
              <a:xfrm>
                <a:off x="3188" y="1825"/>
                <a:ext cx="2" cy="4"/>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0"/>
                      <a:pt x="0" y="2"/>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7" name="Freeform 200"/>
              <p:cNvSpPr/>
              <p:nvPr/>
            </p:nvSpPr>
            <p:spPr bwMode="auto">
              <a:xfrm>
                <a:off x="3184" y="1833"/>
                <a:ext cx="2"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8" name="Freeform 201"/>
              <p:cNvSpPr/>
              <p:nvPr/>
            </p:nvSpPr>
            <p:spPr bwMode="auto">
              <a:xfrm>
                <a:off x="3351" y="2465"/>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9" name="Freeform 202"/>
              <p:cNvSpPr/>
              <p:nvPr/>
            </p:nvSpPr>
            <p:spPr bwMode="auto">
              <a:xfrm>
                <a:off x="3173" y="1831"/>
                <a:ext cx="2" cy="5"/>
              </a:xfrm>
              <a:custGeom>
                <a:avLst/>
                <a:gdLst>
                  <a:gd name="T0" fmla="*/ 2 w 2"/>
                  <a:gd name="T1" fmla="*/ 0 h 5"/>
                  <a:gd name="T2" fmla="*/ 2 w 2"/>
                  <a:gd name="T3" fmla="*/ 0 h 5"/>
                  <a:gd name="T4" fmla="*/ 0 w 2"/>
                  <a:gd name="T5" fmla="*/ 5 h 5"/>
                  <a:gd name="T6" fmla="*/ 2 w 2"/>
                  <a:gd name="T7" fmla="*/ 0 h 5"/>
                </a:gdLst>
                <a:ahLst/>
                <a:cxnLst>
                  <a:cxn ang="0">
                    <a:pos x="T0" y="T1"/>
                  </a:cxn>
                  <a:cxn ang="0">
                    <a:pos x="T2" y="T3"/>
                  </a:cxn>
                  <a:cxn ang="0">
                    <a:pos x="T4" y="T5"/>
                  </a:cxn>
                  <a:cxn ang="0">
                    <a:pos x="T6" y="T7"/>
                  </a:cxn>
                </a:cxnLst>
                <a:rect l="0" t="0" r="r" b="b"/>
                <a:pathLst>
                  <a:path w="2" h="5">
                    <a:moveTo>
                      <a:pt x="2" y="0"/>
                    </a:moveTo>
                    <a:lnTo>
                      <a:pt x="2" y="0"/>
                    </a:lnTo>
                    <a:lnTo>
                      <a:pt x="0" y="5"/>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0" name="Freeform 203"/>
              <p:cNvSpPr/>
              <p:nvPr/>
            </p:nvSpPr>
            <p:spPr bwMode="auto">
              <a:xfrm>
                <a:off x="3536" y="1554"/>
                <a:ext cx="8" cy="2"/>
              </a:xfrm>
              <a:custGeom>
                <a:avLst/>
                <a:gdLst>
                  <a:gd name="T0" fmla="*/ 0 w 4"/>
                  <a:gd name="T1" fmla="*/ 1 h 1"/>
                  <a:gd name="T2" fmla="*/ 0 w 4"/>
                  <a:gd name="T3" fmla="*/ 1 h 1"/>
                  <a:gd name="T4" fmla="*/ 1 w 4"/>
                  <a:gd name="T5" fmla="*/ 1 h 1"/>
                  <a:gd name="T6" fmla="*/ 2 w 4"/>
                  <a:gd name="T7" fmla="*/ 0 h 1"/>
                  <a:gd name="T8" fmla="*/ 4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0" y="1"/>
                      <a:pt x="0" y="1"/>
                    </a:cubicBezTo>
                    <a:cubicBezTo>
                      <a:pt x="0" y="1"/>
                      <a:pt x="1" y="1"/>
                      <a:pt x="1" y="1"/>
                    </a:cubicBezTo>
                    <a:cubicBezTo>
                      <a:pt x="2" y="1"/>
                      <a:pt x="3" y="1"/>
                      <a:pt x="2" y="0"/>
                    </a:cubicBezTo>
                    <a:cubicBezTo>
                      <a:pt x="3" y="0"/>
                      <a:pt x="4" y="0"/>
                      <a:pt x="4" y="0"/>
                    </a:cubicBezTo>
                    <a:cubicBezTo>
                      <a:pt x="3"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1" name="Freeform 204"/>
              <p:cNvSpPr/>
              <p:nvPr/>
            </p:nvSpPr>
            <p:spPr bwMode="auto">
              <a:xfrm>
                <a:off x="3538" y="155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grpSp>
          <p:nvGrpSpPr>
            <p:cNvPr id="5" name="Group 406"/>
            <p:cNvGrpSpPr/>
            <p:nvPr/>
          </p:nvGrpSpPr>
          <p:grpSpPr bwMode="auto">
            <a:xfrm>
              <a:off x="3112" y="1551"/>
              <a:ext cx="1462" cy="1559"/>
              <a:chOff x="3112" y="1551"/>
              <a:chExt cx="1462" cy="1559"/>
            </a:xfrm>
            <a:grpFill/>
          </p:grpSpPr>
          <p:sp>
            <p:nvSpPr>
              <p:cNvPr id="52" name="Freeform 206"/>
              <p:cNvSpPr/>
              <p:nvPr/>
            </p:nvSpPr>
            <p:spPr bwMode="auto">
              <a:xfrm>
                <a:off x="3534" y="1558"/>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3" name="Freeform 207"/>
              <p:cNvSpPr/>
              <p:nvPr/>
            </p:nvSpPr>
            <p:spPr bwMode="auto">
              <a:xfrm>
                <a:off x="3513" y="1581"/>
                <a:ext cx="4"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4" name="Freeform 208"/>
              <p:cNvSpPr/>
              <p:nvPr/>
            </p:nvSpPr>
            <p:spPr bwMode="auto">
              <a:xfrm>
                <a:off x="3513" y="1579"/>
                <a:ext cx="6" cy="2"/>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5" name="Freeform 209"/>
              <p:cNvSpPr/>
              <p:nvPr/>
            </p:nvSpPr>
            <p:spPr bwMode="auto">
              <a:xfrm>
                <a:off x="3536" y="1551"/>
                <a:ext cx="4"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lnTo>
                      <a:pt x="2"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6" name="Freeform 210"/>
              <p:cNvSpPr/>
              <p:nvPr/>
            </p:nvSpPr>
            <p:spPr bwMode="auto">
              <a:xfrm>
                <a:off x="3112" y="1810"/>
                <a:ext cx="161" cy="87"/>
              </a:xfrm>
              <a:custGeom>
                <a:avLst/>
                <a:gdLst>
                  <a:gd name="T0" fmla="*/ 12 w 76"/>
                  <a:gd name="T1" fmla="*/ 18 h 41"/>
                  <a:gd name="T2" fmla="*/ 22 w 76"/>
                  <a:gd name="T3" fmla="*/ 26 h 41"/>
                  <a:gd name="T4" fmla="*/ 33 w 76"/>
                  <a:gd name="T5" fmla="*/ 25 h 41"/>
                  <a:gd name="T6" fmla="*/ 37 w 76"/>
                  <a:gd name="T7" fmla="*/ 28 h 41"/>
                  <a:gd name="T8" fmla="*/ 43 w 76"/>
                  <a:gd name="T9" fmla="*/ 32 h 41"/>
                  <a:gd name="T10" fmla="*/ 48 w 76"/>
                  <a:gd name="T11" fmla="*/ 35 h 41"/>
                  <a:gd name="T12" fmla="*/ 53 w 76"/>
                  <a:gd name="T13" fmla="*/ 33 h 41"/>
                  <a:gd name="T14" fmla="*/ 60 w 76"/>
                  <a:gd name="T15" fmla="*/ 35 h 41"/>
                  <a:gd name="T16" fmla="*/ 63 w 76"/>
                  <a:gd name="T17" fmla="*/ 36 h 41"/>
                  <a:gd name="T18" fmla="*/ 67 w 76"/>
                  <a:gd name="T19" fmla="*/ 40 h 41"/>
                  <a:gd name="T20" fmla="*/ 69 w 76"/>
                  <a:gd name="T21" fmla="*/ 40 h 41"/>
                  <a:gd name="T22" fmla="*/ 72 w 76"/>
                  <a:gd name="T23" fmla="*/ 38 h 41"/>
                  <a:gd name="T24" fmla="*/ 74 w 76"/>
                  <a:gd name="T25" fmla="*/ 36 h 41"/>
                  <a:gd name="T26" fmla="*/ 75 w 76"/>
                  <a:gd name="T27" fmla="*/ 34 h 41"/>
                  <a:gd name="T28" fmla="*/ 71 w 76"/>
                  <a:gd name="T29" fmla="*/ 33 h 41"/>
                  <a:gd name="T30" fmla="*/ 72 w 76"/>
                  <a:gd name="T31" fmla="*/ 31 h 41"/>
                  <a:gd name="T32" fmla="*/ 71 w 76"/>
                  <a:gd name="T33" fmla="*/ 29 h 41"/>
                  <a:gd name="T34" fmla="*/ 73 w 76"/>
                  <a:gd name="T35" fmla="*/ 25 h 41"/>
                  <a:gd name="T36" fmla="*/ 75 w 76"/>
                  <a:gd name="T37" fmla="*/ 22 h 41"/>
                  <a:gd name="T38" fmla="*/ 71 w 76"/>
                  <a:gd name="T39" fmla="*/ 25 h 41"/>
                  <a:gd name="T40" fmla="*/ 67 w 76"/>
                  <a:gd name="T41" fmla="*/ 28 h 41"/>
                  <a:gd name="T42" fmla="*/ 70 w 76"/>
                  <a:gd name="T43" fmla="*/ 22 h 41"/>
                  <a:gd name="T44" fmla="*/ 69 w 76"/>
                  <a:gd name="T45" fmla="*/ 23 h 41"/>
                  <a:gd name="T46" fmla="*/ 70 w 76"/>
                  <a:gd name="T47" fmla="*/ 20 h 41"/>
                  <a:gd name="T48" fmla="*/ 68 w 76"/>
                  <a:gd name="T49" fmla="*/ 20 h 41"/>
                  <a:gd name="T50" fmla="*/ 67 w 76"/>
                  <a:gd name="T51" fmla="*/ 19 h 41"/>
                  <a:gd name="T52" fmla="*/ 62 w 76"/>
                  <a:gd name="T53" fmla="*/ 24 h 41"/>
                  <a:gd name="T54" fmla="*/ 66 w 76"/>
                  <a:gd name="T55" fmla="*/ 18 h 41"/>
                  <a:gd name="T56" fmla="*/ 65 w 76"/>
                  <a:gd name="T57" fmla="*/ 18 h 41"/>
                  <a:gd name="T58" fmla="*/ 60 w 76"/>
                  <a:gd name="T59" fmla="*/ 17 h 41"/>
                  <a:gd name="T60" fmla="*/ 58 w 76"/>
                  <a:gd name="T61" fmla="*/ 17 h 41"/>
                  <a:gd name="T62" fmla="*/ 55 w 76"/>
                  <a:gd name="T63" fmla="*/ 15 h 41"/>
                  <a:gd name="T64" fmla="*/ 53 w 76"/>
                  <a:gd name="T65" fmla="*/ 16 h 41"/>
                  <a:gd name="T66" fmla="*/ 53 w 76"/>
                  <a:gd name="T67" fmla="*/ 15 h 41"/>
                  <a:gd name="T68" fmla="*/ 52 w 76"/>
                  <a:gd name="T69" fmla="*/ 14 h 41"/>
                  <a:gd name="T70" fmla="*/ 50 w 76"/>
                  <a:gd name="T71" fmla="*/ 16 h 41"/>
                  <a:gd name="T72" fmla="*/ 49 w 76"/>
                  <a:gd name="T73" fmla="*/ 13 h 41"/>
                  <a:gd name="T74" fmla="*/ 47 w 76"/>
                  <a:gd name="T75" fmla="*/ 12 h 41"/>
                  <a:gd name="T76" fmla="*/ 45 w 76"/>
                  <a:gd name="T77" fmla="*/ 12 h 41"/>
                  <a:gd name="T78" fmla="*/ 43 w 76"/>
                  <a:gd name="T79" fmla="*/ 11 h 41"/>
                  <a:gd name="T80" fmla="*/ 40 w 76"/>
                  <a:gd name="T81" fmla="*/ 13 h 41"/>
                  <a:gd name="T82" fmla="*/ 40 w 76"/>
                  <a:gd name="T83" fmla="*/ 11 h 41"/>
                  <a:gd name="T84" fmla="*/ 40 w 76"/>
                  <a:gd name="T85" fmla="*/ 11 h 41"/>
                  <a:gd name="T86" fmla="*/ 37 w 76"/>
                  <a:gd name="T87" fmla="*/ 10 h 41"/>
                  <a:gd name="T88" fmla="*/ 34 w 76"/>
                  <a:gd name="T89" fmla="*/ 13 h 41"/>
                  <a:gd name="T90" fmla="*/ 31 w 76"/>
                  <a:gd name="T91" fmla="*/ 14 h 41"/>
                  <a:gd name="T92" fmla="*/ 31 w 76"/>
                  <a:gd name="T93" fmla="*/ 10 h 41"/>
                  <a:gd name="T94" fmla="*/ 26 w 76"/>
                  <a:gd name="T95" fmla="*/ 12 h 41"/>
                  <a:gd name="T96" fmla="*/ 24 w 76"/>
                  <a:gd name="T97" fmla="*/ 12 h 41"/>
                  <a:gd name="T98" fmla="*/ 20 w 76"/>
                  <a:gd name="T99" fmla="*/ 9 h 41"/>
                  <a:gd name="T100" fmla="*/ 20 w 76"/>
                  <a:gd name="T101" fmla="*/ 7 h 41"/>
                  <a:gd name="T102" fmla="*/ 18 w 76"/>
                  <a:gd name="T103" fmla="*/ 6 h 41"/>
                  <a:gd name="T104" fmla="*/ 11 w 76"/>
                  <a:gd name="T105" fmla="*/ 8 h 41"/>
                  <a:gd name="T106" fmla="*/ 4 w 76"/>
                  <a:gd name="T107"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41">
                    <a:moveTo>
                      <a:pt x="3" y="15"/>
                    </a:moveTo>
                    <a:cubicBezTo>
                      <a:pt x="4" y="15"/>
                      <a:pt x="5" y="15"/>
                      <a:pt x="5" y="16"/>
                    </a:cubicBezTo>
                    <a:cubicBezTo>
                      <a:pt x="7" y="16"/>
                      <a:pt x="8" y="22"/>
                      <a:pt x="11" y="21"/>
                    </a:cubicBezTo>
                    <a:cubicBezTo>
                      <a:pt x="11" y="20"/>
                      <a:pt x="11" y="19"/>
                      <a:pt x="12" y="19"/>
                    </a:cubicBezTo>
                    <a:cubicBezTo>
                      <a:pt x="11" y="20"/>
                      <a:pt x="11" y="20"/>
                      <a:pt x="11" y="20"/>
                    </a:cubicBezTo>
                    <a:cubicBezTo>
                      <a:pt x="12" y="18"/>
                      <a:pt x="12" y="18"/>
                      <a:pt x="12" y="18"/>
                    </a:cubicBezTo>
                    <a:cubicBezTo>
                      <a:pt x="13" y="18"/>
                      <a:pt x="12" y="20"/>
                      <a:pt x="11" y="20"/>
                    </a:cubicBezTo>
                    <a:cubicBezTo>
                      <a:pt x="12" y="21"/>
                      <a:pt x="13" y="20"/>
                      <a:pt x="14" y="21"/>
                    </a:cubicBezTo>
                    <a:cubicBezTo>
                      <a:pt x="15" y="19"/>
                      <a:pt x="15" y="21"/>
                      <a:pt x="15" y="19"/>
                    </a:cubicBezTo>
                    <a:cubicBezTo>
                      <a:pt x="15" y="20"/>
                      <a:pt x="15" y="20"/>
                      <a:pt x="15" y="20"/>
                    </a:cubicBezTo>
                    <a:cubicBezTo>
                      <a:pt x="16" y="19"/>
                      <a:pt x="16" y="19"/>
                      <a:pt x="16" y="22"/>
                    </a:cubicBezTo>
                    <a:cubicBezTo>
                      <a:pt x="17" y="25"/>
                      <a:pt x="20" y="24"/>
                      <a:pt x="22" y="26"/>
                    </a:cubicBezTo>
                    <a:cubicBezTo>
                      <a:pt x="24" y="27"/>
                      <a:pt x="27" y="26"/>
                      <a:pt x="30" y="26"/>
                    </a:cubicBezTo>
                    <a:cubicBezTo>
                      <a:pt x="31" y="23"/>
                      <a:pt x="31" y="25"/>
                      <a:pt x="33" y="22"/>
                    </a:cubicBezTo>
                    <a:cubicBezTo>
                      <a:pt x="32" y="23"/>
                      <a:pt x="32" y="23"/>
                      <a:pt x="32" y="23"/>
                    </a:cubicBezTo>
                    <a:cubicBezTo>
                      <a:pt x="33" y="22"/>
                      <a:pt x="33" y="24"/>
                      <a:pt x="33" y="25"/>
                    </a:cubicBezTo>
                    <a:cubicBezTo>
                      <a:pt x="33" y="24"/>
                      <a:pt x="33" y="25"/>
                      <a:pt x="34" y="23"/>
                    </a:cubicBezTo>
                    <a:cubicBezTo>
                      <a:pt x="34" y="22"/>
                      <a:pt x="33" y="26"/>
                      <a:pt x="33" y="25"/>
                    </a:cubicBezTo>
                    <a:cubicBezTo>
                      <a:pt x="33" y="26"/>
                      <a:pt x="34" y="24"/>
                      <a:pt x="34" y="24"/>
                    </a:cubicBezTo>
                    <a:cubicBezTo>
                      <a:pt x="35" y="23"/>
                      <a:pt x="33" y="25"/>
                      <a:pt x="33" y="28"/>
                    </a:cubicBezTo>
                    <a:cubicBezTo>
                      <a:pt x="34" y="27"/>
                      <a:pt x="36" y="26"/>
                      <a:pt x="37" y="27"/>
                    </a:cubicBezTo>
                    <a:cubicBezTo>
                      <a:pt x="36" y="28"/>
                      <a:pt x="37" y="26"/>
                      <a:pt x="37" y="26"/>
                    </a:cubicBezTo>
                    <a:cubicBezTo>
                      <a:pt x="36" y="29"/>
                      <a:pt x="38" y="25"/>
                      <a:pt x="37" y="27"/>
                    </a:cubicBezTo>
                    <a:cubicBezTo>
                      <a:pt x="37" y="27"/>
                      <a:pt x="37" y="27"/>
                      <a:pt x="37" y="28"/>
                    </a:cubicBezTo>
                    <a:cubicBezTo>
                      <a:pt x="37" y="29"/>
                      <a:pt x="38" y="27"/>
                      <a:pt x="38" y="29"/>
                    </a:cubicBezTo>
                    <a:cubicBezTo>
                      <a:pt x="39" y="28"/>
                      <a:pt x="38" y="31"/>
                      <a:pt x="39" y="29"/>
                    </a:cubicBezTo>
                    <a:cubicBezTo>
                      <a:pt x="38" y="31"/>
                      <a:pt x="39" y="30"/>
                      <a:pt x="38" y="31"/>
                    </a:cubicBezTo>
                    <a:cubicBezTo>
                      <a:pt x="40" y="28"/>
                      <a:pt x="38" y="33"/>
                      <a:pt x="40" y="30"/>
                    </a:cubicBezTo>
                    <a:cubicBezTo>
                      <a:pt x="40" y="31"/>
                      <a:pt x="40" y="31"/>
                      <a:pt x="40" y="31"/>
                    </a:cubicBezTo>
                    <a:cubicBezTo>
                      <a:pt x="41" y="31"/>
                      <a:pt x="41" y="33"/>
                      <a:pt x="43" y="32"/>
                    </a:cubicBezTo>
                    <a:cubicBezTo>
                      <a:pt x="44" y="31"/>
                      <a:pt x="43" y="35"/>
                      <a:pt x="44" y="34"/>
                    </a:cubicBezTo>
                    <a:cubicBezTo>
                      <a:pt x="45" y="32"/>
                      <a:pt x="45" y="32"/>
                      <a:pt x="45" y="32"/>
                    </a:cubicBezTo>
                    <a:cubicBezTo>
                      <a:pt x="45" y="32"/>
                      <a:pt x="45" y="33"/>
                      <a:pt x="45" y="34"/>
                    </a:cubicBezTo>
                    <a:cubicBezTo>
                      <a:pt x="46" y="33"/>
                      <a:pt x="45" y="34"/>
                      <a:pt x="46" y="35"/>
                    </a:cubicBezTo>
                    <a:cubicBezTo>
                      <a:pt x="46" y="34"/>
                      <a:pt x="46" y="34"/>
                      <a:pt x="47" y="33"/>
                    </a:cubicBezTo>
                    <a:cubicBezTo>
                      <a:pt x="46" y="36"/>
                      <a:pt x="48" y="33"/>
                      <a:pt x="48" y="35"/>
                    </a:cubicBezTo>
                    <a:cubicBezTo>
                      <a:pt x="49" y="32"/>
                      <a:pt x="49" y="33"/>
                      <a:pt x="49" y="33"/>
                    </a:cubicBezTo>
                    <a:cubicBezTo>
                      <a:pt x="49" y="33"/>
                      <a:pt x="49" y="34"/>
                      <a:pt x="48" y="34"/>
                    </a:cubicBezTo>
                    <a:cubicBezTo>
                      <a:pt x="49" y="34"/>
                      <a:pt x="49" y="34"/>
                      <a:pt x="49" y="35"/>
                    </a:cubicBezTo>
                    <a:cubicBezTo>
                      <a:pt x="50" y="35"/>
                      <a:pt x="51" y="33"/>
                      <a:pt x="50" y="34"/>
                    </a:cubicBezTo>
                    <a:cubicBezTo>
                      <a:pt x="49" y="36"/>
                      <a:pt x="51" y="34"/>
                      <a:pt x="51" y="35"/>
                    </a:cubicBezTo>
                    <a:cubicBezTo>
                      <a:pt x="52" y="33"/>
                      <a:pt x="53" y="32"/>
                      <a:pt x="53" y="33"/>
                    </a:cubicBezTo>
                    <a:cubicBezTo>
                      <a:pt x="51" y="35"/>
                      <a:pt x="51" y="35"/>
                      <a:pt x="51" y="35"/>
                    </a:cubicBezTo>
                    <a:cubicBezTo>
                      <a:pt x="53" y="34"/>
                      <a:pt x="52" y="37"/>
                      <a:pt x="55" y="35"/>
                    </a:cubicBezTo>
                    <a:cubicBezTo>
                      <a:pt x="54" y="36"/>
                      <a:pt x="54" y="36"/>
                      <a:pt x="54" y="36"/>
                    </a:cubicBezTo>
                    <a:cubicBezTo>
                      <a:pt x="56" y="35"/>
                      <a:pt x="55" y="38"/>
                      <a:pt x="58" y="35"/>
                    </a:cubicBezTo>
                    <a:cubicBezTo>
                      <a:pt x="57" y="36"/>
                      <a:pt x="57" y="37"/>
                      <a:pt x="57" y="37"/>
                    </a:cubicBezTo>
                    <a:cubicBezTo>
                      <a:pt x="58" y="36"/>
                      <a:pt x="58" y="36"/>
                      <a:pt x="60" y="35"/>
                    </a:cubicBezTo>
                    <a:cubicBezTo>
                      <a:pt x="60" y="35"/>
                      <a:pt x="59" y="36"/>
                      <a:pt x="59" y="36"/>
                    </a:cubicBezTo>
                    <a:cubicBezTo>
                      <a:pt x="59" y="37"/>
                      <a:pt x="58" y="39"/>
                      <a:pt x="60" y="37"/>
                    </a:cubicBezTo>
                    <a:cubicBezTo>
                      <a:pt x="59" y="38"/>
                      <a:pt x="59" y="38"/>
                      <a:pt x="59" y="38"/>
                    </a:cubicBezTo>
                    <a:cubicBezTo>
                      <a:pt x="60" y="37"/>
                      <a:pt x="62" y="36"/>
                      <a:pt x="61" y="38"/>
                    </a:cubicBezTo>
                    <a:cubicBezTo>
                      <a:pt x="62" y="37"/>
                      <a:pt x="62" y="36"/>
                      <a:pt x="63" y="35"/>
                    </a:cubicBezTo>
                    <a:cubicBezTo>
                      <a:pt x="64" y="35"/>
                      <a:pt x="62" y="37"/>
                      <a:pt x="63" y="36"/>
                    </a:cubicBezTo>
                    <a:cubicBezTo>
                      <a:pt x="62" y="37"/>
                      <a:pt x="62" y="37"/>
                      <a:pt x="62" y="37"/>
                    </a:cubicBezTo>
                    <a:cubicBezTo>
                      <a:pt x="62" y="38"/>
                      <a:pt x="63" y="38"/>
                      <a:pt x="64" y="38"/>
                    </a:cubicBezTo>
                    <a:cubicBezTo>
                      <a:pt x="63" y="40"/>
                      <a:pt x="65" y="38"/>
                      <a:pt x="65" y="39"/>
                    </a:cubicBezTo>
                    <a:cubicBezTo>
                      <a:pt x="66" y="38"/>
                      <a:pt x="65" y="40"/>
                      <a:pt x="67" y="38"/>
                    </a:cubicBezTo>
                    <a:cubicBezTo>
                      <a:pt x="66" y="39"/>
                      <a:pt x="66" y="39"/>
                      <a:pt x="66" y="39"/>
                    </a:cubicBezTo>
                    <a:cubicBezTo>
                      <a:pt x="66" y="39"/>
                      <a:pt x="67" y="40"/>
                      <a:pt x="67" y="40"/>
                    </a:cubicBezTo>
                    <a:cubicBezTo>
                      <a:pt x="67" y="41"/>
                      <a:pt x="68" y="39"/>
                      <a:pt x="69" y="39"/>
                    </a:cubicBezTo>
                    <a:cubicBezTo>
                      <a:pt x="68" y="40"/>
                      <a:pt x="68" y="40"/>
                      <a:pt x="68" y="40"/>
                    </a:cubicBezTo>
                    <a:cubicBezTo>
                      <a:pt x="68" y="39"/>
                      <a:pt x="70" y="38"/>
                      <a:pt x="71" y="37"/>
                    </a:cubicBezTo>
                    <a:cubicBezTo>
                      <a:pt x="71" y="38"/>
                      <a:pt x="71" y="37"/>
                      <a:pt x="71" y="38"/>
                    </a:cubicBezTo>
                    <a:cubicBezTo>
                      <a:pt x="70" y="38"/>
                      <a:pt x="69" y="39"/>
                      <a:pt x="68" y="41"/>
                    </a:cubicBezTo>
                    <a:cubicBezTo>
                      <a:pt x="67" y="41"/>
                      <a:pt x="70" y="39"/>
                      <a:pt x="69" y="40"/>
                    </a:cubicBezTo>
                    <a:cubicBezTo>
                      <a:pt x="69" y="41"/>
                      <a:pt x="69" y="41"/>
                      <a:pt x="70" y="39"/>
                    </a:cubicBezTo>
                    <a:cubicBezTo>
                      <a:pt x="69" y="41"/>
                      <a:pt x="69" y="41"/>
                      <a:pt x="69" y="41"/>
                    </a:cubicBezTo>
                    <a:cubicBezTo>
                      <a:pt x="69" y="41"/>
                      <a:pt x="69" y="41"/>
                      <a:pt x="70" y="40"/>
                    </a:cubicBezTo>
                    <a:cubicBezTo>
                      <a:pt x="70" y="41"/>
                      <a:pt x="70" y="40"/>
                      <a:pt x="70" y="40"/>
                    </a:cubicBezTo>
                    <a:cubicBezTo>
                      <a:pt x="71" y="39"/>
                      <a:pt x="71" y="39"/>
                      <a:pt x="73" y="38"/>
                    </a:cubicBezTo>
                    <a:cubicBezTo>
                      <a:pt x="72" y="38"/>
                      <a:pt x="72" y="38"/>
                      <a:pt x="72" y="38"/>
                    </a:cubicBezTo>
                    <a:cubicBezTo>
                      <a:pt x="73" y="37"/>
                      <a:pt x="74" y="37"/>
                      <a:pt x="73" y="38"/>
                    </a:cubicBezTo>
                    <a:cubicBezTo>
                      <a:pt x="72" y="39"/>
                      <a:pt x="71" y="40"/>
                      <a:pt x="70" y="40"/>
                    </a:cubicBezTo>
                    <a:cubicBezTo>
                      <a:pt x="74" y="38"/>
                      <a:pt x="74" y="38"/>
                      <a:pt x="74" y="38"/>
                    </a:cubicBezTo>
                    <a:cubicBezTo>
                      <a:pt x="73" y="39"/>
                      <a:pt x="73" y="38"/>
                      <a:pt x="74" y="37"/>
                    </a:cubicBezTo>
                    <a:cubicBezTo>
                      <a:pt x="73" y="38"/>
                      <a:pt x="73" y="38"/>
                      <a:pt x="73" y="38"/>
                    </a:cubicBezTo>
                    <a:cubicBezTo>
                      <a:pt x="74" y="36"/>
                      <a:pt x="74" y="36"/>
                      <a:pt x="74" y="36"/>
                    </a:cubicBezTo>
                    <a:cubicBezTo>
                      <a:pt x="74" y="37"/>
                      <a:pt x="75" y="35"/>
                      <a:pt x="73" y="36"/>
                    </a:cubicBezTo>
                    <a:cubicBezTo>
                      <a:pt x="72" y="37"/>
                      <a:pt x="72" y="37"/>
                      <a:pt x="72" y="37"/>
                    </a:cubicBezTo>
                    <a:cubicBezTo>
                      <a:pt x="72" y="37"/>
                      <a:pt x="71" y="39"/>
                      <a:pt x="72" y="37"/>
                    </a:cubicBezTo>
                    <a:cubicBezTo>
                      <a:pt x="73" y="36"/>
                      <a:pt x="73" y="36"/>
                      <a:pt x="73" y="36"/>
                    </a:cubicBezTo>
                    <a:cubicBezTo>
                      <a:pt x="73" y="36"/>
                      <a:pt x="73" y="36"/>
                      <a:pt x="73" y="36"/>
                    </a:cubicBezTo>
                    <a:cubicBezTo>
                      <a:pt x="75" y="34"/>
                      <a:pt x="75" y="34"/>
                      <a:pt x="75" y="34"/>
                    </a:cubicBezTo>
                    <a:cubicBezTo>
                      <a:pt x="72" y="37"/>
                      <a:pt x="73" y="35"/>
                      <a:pt x="73" y="35"/>
                    </a:cubicBezTo>
                    <a:cubicBezTo>
                      <a:pt x="73" y="35"/>
                      <a:pt x="73" y="35"/>
                      <a:pt x="73" y="35"/>
                    </a:cubicBezTo>
                    <a:cubicBezTo>
                      <a:pt x="74" y="34"/>
                      <a:pt x="72" y="36"/>
                      <a:pt x="72" y="36"/>
                    </a:cubicBezTo>
                    <a:cubicBezTo>
                      <a:pt x="72" y="35"/>
                      <a:pt x="74" y="33"/>
                      <a:pt x="75" y="33"/>
                    </a:cubicBezTo>
                    <a:cubicBezTo>
                      <a:pt x="74" y="32"/>
                      <a:pt x="72" y="33"/>
                      <a:pt x="73" y="32"/>
                    </a:cubicBezTo>
                    <a:cubicBezTo>
                      <a:pt x="73" y="32"/>
                      <a:pt x="72" y="32"/>
                      <a:pt x="71" y="33"/>
                    </a:cubicBezTo>
                    <a:cubicBezTo>
                      <a:pt x="71" y="33"/>
                      <a:pt x="73" y="31"/>
                      <a:pt x="72" y="32"/>
                    </a:cubicBezTo>
                    <a:cubicBezTo>
                      <a:pt x="73" y="30"/>
                      <a:pt x="74" y="29"/>
                      <a:pt x="75" y="28"/>
                    </a:cubicBezTo>
                    <a:cubicBezTo>
                      <a:pt x="75" y="28"/>
                      <a:pt x="76" y="27"/>
                      <a:pt x="75" y="27"/>
                    </a:cubicBezTo>
                    <a:cubicBezTo>
                      <a:pt x="76" y="27"/>
                      <a:pt x="76" y="26"/>
                      <a:pt x="76" y="26"/>
                    </a:cubicBezTo>
                    <a:cubicBezTo>
                      <a:pt x="75" y="27"/>
                      <a:pt x="74" y="28"/>
                      <a:pt x="74" y="29"/>
                    </a:cubicBezTo>
                    <a:cubicBezTo>
                      <a:pt x="73" y="31"/>
                      <a:pt x="74" y="29"/>
                      <a:pt x="72" y="31"/>
                    </a:cubicBezTo>
                    <a:cubicBezTo>
                      <a:pt x="72" y="30"/>
                      <a:pt x="72" y="30"/>
                      <a:pt x="71" y="30"/>
                    </a:cubicBezTo>
                    <a:cubicBezTo>
                      <a:pt x="71" y="30"/>
                      <a:pt x="72" y="29"/>
                      <a:pt x="73" y="28"/>
                    </a:cubicBezTo>
                    <a:cubicBezTo>
                      <a:pt x="72" y="29"/>
                      <a:pt x="71" y="30"/>
                      <a:pt x="71" y="29"/>
                    </a:cubicBezTo>
                    <a:cubicBezTo>
                      <a:pt x="70" y="31"/>
                      <a:pt x="70" y="31"/>
                      <a:pt x="69" y="32"/>
                    </a:cubicBezTo>
                    <a:cubicBezTo>
                      <a:pt x="68" y="32"/>
                      <a:pt x="68" y="33"/>
                      <a:pt x="68" y="33"/>
                    </a:cubicBezTo>
                    <a:cubicBezTo>
                      <a:pt x="69" y="31"/>
                      <a:pt x="71" y="29"/>
                      <a:pt x="71" y="29"/>
                    </a:cubicBezTo>
                    <a:cubicBezTo>
                      <a:pt x="72" y="27"/>
                      <a:pt x="71" y="29"/>
                      <a:pt x="72" y="27"/>
                    </a:cubicBezTo>
                    <a:cubicBezTo>
                      <a:pt x="74" y="25"/>
                      <a:pt x="75" y="26"/>
                      <a:pt x="74" y="27"/>
                    </a:cubicBezTo>
                    <a:cubicBezTo>
                      <a:pt x="76" y="25"/>
                      <a:pt x="74" y="26"/>
                      <a:pt x="75" y="25"/>
                    </a:cubicBezTo>
                    <a:cubicBezTo>
                      <a:pt x="75" y="25"/>
                      <a:pt x="74" y="25"/>
                      <a:pt x="73" y="26"/>
                    </a:cubicBezTo>
                    <a:cubicBezTo>
                      <a:pt x="73" y="26"/>
                      <a:pt x="73" y="27"/>
                      <a:pt x="72" y="27"/>
                    </a:cubicBezTo>
                    <a:cubicBezTo>
                      <a:pt x="70" y="29"/>
                      <a:pt x="73" y="26"/>
                      <a:pt x="73" y="25"/>
                    </a:cubicBezTo>
                    <a:cubicBezTo>
                      <a:pt x="73" y="25"/>
                      <a:pt x="73" y="25"/>
                      <a:pt x="73" y="25"/>
                    </a:cubicBezTo>
                    <a:cubicBezTo>
                      <a:pt x="74" y="24"/>
                      <a:pt x="72" y="26"/>
                      <a:pt x="72" y="25"/>
                    </a:cubicBezTo>
                    <a:cubicBezTo>
                      <a:pt x="74" y="23"/>
                      <a:pt x="73" y="25"/>
                      <a:pt x="74" y="24"/>
                    </a:cubicBezTo>
                    <a:cubicBezTo>
                      <a:pt x="76" y="22"/>
                      <a:pt x="76" y="22"/>
                      <a:pt x="76" y="22"/>
                    </a:cubicBezTo>
                    <a:cubicBezTo>
                      <a:pt x="75" y="21"/>
                      <a:pt x="74" y="24"/>
                      <a:pt x="74" y="23"/>
                    </a:cubicBezTo>
                    <a:cubicBezTo>
                      <a:pt x="75" y="22"/>
                      <a:pt x="75" y="22"/>
                      <a:pt x="75" y="22"/>
                    </a:cubicBezTo>
                    <a:cubicBezTo>
                      <a:pt x="74" y="22"/>
                      <a:pt x="74" y="22"/>
                      <a:pt x="74" y="22"/>
                    </a:cubicBezTo>
                    <a:cubicBezTo>
                      <a:pt x="73" y="23"/>
                      <a:pt x="72" y="25"/>
                      <a:pt x="73" y="25"/>
                    </a:cubicBezTo>
                    <a:cubicBezTo>
                      <a:pt x="70" y="27"/>
                      <a:pt x="72" y="25"/>
                      <a:pt x="71" y="25"/>
                    </a:cubicBezTo>
                    <a:cubicBezTo>
                      <a:pt x="70" y="27"/>
                      <a:pt x="72" y="25"/>
                      <a:pt x="71" y="27"/>
                    </a:cubicBezTo>
                    <a:cubicBezTo>
                      <a:pt x="70" y="28"/>
                      <a:pt x="69" y="28"/>
                      <a:pt x="69" y="28"/>
                    </a:cubicBezTo>
                    <a:cubicBezTo>
                      <a:pt x="69" y="28"/>
                      <a:pt x="70" y="26"/>
                      <a:pt x="71" y="25"/>
                    </a:cubicBezTo>
                    <a:cubicBezTo>
                      <a:pt x="71" y="25"/>
                      <a:pt x="71" y="25"/>
                      <a:pt x="71" y="26"/>
                    </a:cubicBezTo>
                    <a:cubicBezTo>
                      <a:pt x="72" y="25"/>
                      <a:pt x="73" y="23"/>
                      <a:pt x="74" y="22"/>
                    </a:cubicBezTo>
                    <a:cubicBezTo>
                      <a:pt x="74" y="21"/>
                      <a:pt x="72" y="24"/>
                      <a:pt x="72" y="23"/>
                    </a:cubicBezTo>
                    <a:cubicBezTo>
                      <a:pt x="73" y="23"/>
                      <a:pt x="71" y="24"/>
                      <a:pt x="71" y="25"/>
                    </a:cubicBezTo>
                    <a:cubicBezTo>
                      <a:pt x="68" y="29"/>
                      <a:pt x="73" y="22"/>
                      <a:pt x="72" y="22"/>
                    </a:cubicBezTo>
                    <a:cubicBezTo>
                      <a:pt x="70" y="25"/>
                      <a:pt x="69" y="25"/>
                      <a:pt x="67" y="28"/>
                    </a:cubicBezTo>
                    <a:cubicBezTo>
                      <a:pt x="67" y="29"/>
                      <a:pt x="66" y="29"/>
                      <a:pt x="66" y="29"/>
                    </a:cubicBezTo>
                    <a:cubicBezTo>
                      <a:pt x="68" y="27"/>
                      <a:pt x="67" y="27"/>
                      <a:pt x="69" y="26"/>
                    </a:cubicBezTo>
                    <a:cubicBezTo>
                      <a:pt x="68" y="26"/>
                      <a:pt x="68" y="26"/>
                      <a:pt x="68" y="26"/>
                    </a:cubicBezTo>
                    <a:cubicBezTo>
                      <a:pt x="70" y="24"/>
                      <a:pt x="70" y="24"/>
                      <a:pt x="70" y="24"/>
                    </a:cubicBezTo>
                    <a:cubicBezTo>
                      <a:pt x="71" y="23"/>
                      <a:pt x="71" y="21"/>
                      <a:pt x="72" y="21"/>
                    </a:cubicBezTo>
                    <a:cubicBezTo>
                      <a:pt x="71" y="21"/>
                      <a:pt x="71" y="22"/>
                      <a:pt x="70" y="22"/>
                    </a:cubicBezTo>
                    <a:cubicBezTo>
                      <a:pt x="71" y="22"/>
                      <a:pt x="71" y="21"/>
                      <a:pt x="71" y="21"/>
                    </a:cubicBezTo>
                    <a:cubicBezTo>
                      <a:pt x="71" y="22"/>
                      <a:pt x="69" y="23"/>
                      <a:pt x="69" y="23"/>
                    </a:cubicBezTo>
                    <a:cubicBezTo>
                      <a:pt x="69" y="23"/>
                      <a:pt x="70" y="22"/>
                      <a:pt x="70" y="21"/>
                    </a:cubicBezTo>
                    <a:cubicBezTo>
                      <a:pt x="71" y="20"/>
                      <a:pt x="71" y="20"/>
                      <a:pt x="71" y="20"/>
                    </a:cubicBezTo>
                    <a:cubicBezTo>
                      <a:pt x="70" y="21"/>
                      <a:pt x="72" y="19"/>
                      <a:pt x="71" y="20"/>
                    </a:cubicBezTo>
                    <a:cubicBezTo>
                      <a:pt x="69" y="23"/>
                      <a:pt x="69" y="23"/>
                      <a:pt x="69" y="23"/>
                    </a:cubicBezTo>
                    <a:cubicBezTo>
                      <a:pt x="68" y="23"/>
                      <a:pt x="69" y="22"/>
                      <a:pt x="69" y="22"/>
                    </a:cubicBezTo>
                    <a:cubicBezTo>
                      <a:pt x="70" y="21"/>
                      <a:pt x="70" y="21"/>
                      <a:pt x="70" y="21"/>
                    </a:cubicBezTo>
                    <a:cubicBezTo>
                      <a:pt x="69" y="22"/>
                      <a:pt x="71" y="19"/>
                      <a:pt x="71" y="19"/>
                    </a:cubicBezTo>
                    <a:cubicBezTo>
                      <a:pt x="70" y="21"/>
                      <a:pt x="70" y="21"/>
                      <a:pt x="70" y="21"/>
                    </a:cubicBezTo>
                    <a:cubicBezTo>
                      <a:pt x="71" y="19"/>
                      <a:pt x="71" y="19"/>
                      <a:pt x="71" y="19"/>
                    </a:cubicBezTo>
                    <a:cubicBezTo>
                      <a:pt x="70" y="20"/>
                      <a:pt x="70" y="20"/>
                      <a:pt x="70" y="20"/>
                    </a:cubicBezTo>
                    <a:cubicBezTo>
                      <a:pt x="70" y="19"/>
                      <a:pt x="70" y="19"/>
                      <a:pt x="70" y="19"/>
                    </a:cubicBezTo>
                    <a:cubicBezTo>
                      <a:pt x="70" y="20"/>
                      <a:pt x="68" y="22"/>
                      <a:pt x="69" y="20"/>
                    </a:cubicBezTo>
                    <a:cubicBezTo>
                      <a:pt x="68" y="22"/>
                      <a:pt x="69" y="20"/>
                      <a:pt x="69" y="21"/>
                    </a:cubicBezTo>
                    <a:cubicBezTo>
                      <a:pt x="68" y="23"/>
                      <a:pt x="68" y="22"/>
                      <a:pt x="67" y="22"/>
                    </a:cubicBezTo>
                    <a:cubicBezTo>
                      <a:pt x="69" y="20"/>
                      <a:pt x="67" y="22"/>
                      <a:pt x="67" y="22"/>
                    </a:cubicBezTo>
                    <a:cubicBezTo>
                      <a:pt x="68" y="20"/>
                      <a:pt x="68" y="20"/>
                      <a:pt x="68" y="20"/>
                    </a:cubicBezTo>
                    <a:cubicBezTo>
                      <a:pt x="67" y="22"/>
                      <a:pt x="67" y="22"/>
                      <a:pt x="67" y="22"/>
                    </a:cubicBezTo>
                    <a:cubicBezTo>
                      <a:pt x="69" y="19"/>
                      <a:pt x="66" y="22"/>
                      <a:pt x="67" y="21"/>
                    </a:cubicBezTo>
                    <a:cubicBezTo>
                      <a:pt x="67" y="20"/>
                      <a:pt x="68" y="19"/>
                      <a:pt x="68" y="18"/>
                    </a:cubicBezTo>
                    <a:cubicBezTo>
                      <a:pt x="67" y="21"/>
                      <a:pt x="66" y="21"/>
                      <a:pt x="65" y="23"/>
                    </a:cubicBezTo>
                    <a:cubicBezTo>
                      <a:pt x="66" y="22"/>
                      <a:pt x="67" y="20"/>
                      <a:pt x="68" y="18"/>
                    </a:cubicBezTo>
                    <a:cubicBezTo>
                      <a:pt x="67" y="20"/>
                      <a:pt x="69" y="17"/>
                      <a:pt x="67" y="19"/>
                    </a:cubicBezTo>
                    <a:cubicBezTo>
                      <a:pt x="67" y="20"/>
                      <a:pt x="66" y="20"/>
                      <a:pt x="65" y="21"/>
                    </a:cubicBezTo>
                    <a:cubicBezTo>
                      <a:pt x="65" y="21"/>
                      <a:pt x="66" y="20"/>
                      <a:pt x="66" y="19"/>
                    </a:cubicBezTo>
                    <a:cubicBezTo>
                      <a:pt x="66" y="20"/>
                      <a:pt x="65" y="21"/>
                      <a:pt x="65" y="22"/>
                    </a:cubicBezTo>
                    <a:cubicBezTo>
                      <a:pt x="65" y="21"/>
                      <a:pt x="63" y="23"/>
                      <a:pt x="64" y="22"/>
                    </a:cubicBezTo>
                    <a:cubicBezTo>
                      <a:pt x="65" y="21"/>
                      <a:pt x="65" y="22"/>
                      <a:pt x="65" y="20"/>
                    </a:cubicBezTo>
                    <a:cubicBezTo>
                      <a:pt x="65" y="20"/>
                      <a:pt x="63" y="24"/>
                      <a:pt x="62" y="24"/>
                    </a:cubicBezTo>
                    <a:cubicBezTo>
                      <a:pt x="62" y="25"/>
                      <a:pt x="60" y="27"/>
                      <a:pt x="60" y="28"/>
                    </a:cubicBezTo>
                    <a:cubicBezTo>
                      <a:pt x="60" y="27"/>
                      <a:pt x="60" y="27"/>
                      <a:pt x="61" y="25"/>
                    </a:cubicBezTo>
                    <a:cubicBezTo>
                      <a:pt x="61" y="26"/>
                      <a:pt x="61" y="26"/>
                      <a:pt x="61" y="26"/>
                    </a:cubicBezTo>
                    <a:cubicBezTo>
                      <a:pt x="62" y="23"/>
                      <a:pt x="64" y="22"/>
                      <a:pt x="65" y="20"/>
                    </a:cubicBezTo>
                    <a:cubicBezTo>
                      <a:pt x="64" y="20"/>
                      <a:pt x="64" y="20"/>
                      <a:pt x="64" y="20"/>
                    </a:cubicBezTo>
                    <a:cubicBezTo>
                      <a:pt x="66" y="18"/>
                      <a:pt x="66" y="18"/>
                      <a:pt x="66" y="18"/>
                    </a:cubicBezTo>
                    <a:cubicBezTo>
                      <a:pt x="65" y="19"/>
                      <a:pt x="65" y="18"/>
                      <a:pt x="65" y="18"/>
                    </a:cubicBezTo>
                    <a:cubicBezTo>
                      <a:pt x="64" y="20"/>
                      <a:pt x="65" y="18"/>
                      <a:pt x="65" y="19"/>
                    </a:cubicBezTo>
                    <a:cubicBezTo>
                      <a:pt x="64" y="19"/>
                      <a:pt x="63" y="22"/>
                      <a:pt x="63" y="21"/>
                    </a:cubicBezTo>
                    <a:cubicBezTo>
                      <a:pt x="65" y="18"/>
                      <a:pt x="65" y="18"/>
                      <a:pt x="65" y="18"/>
                    </a:cubicBezTo>
                    <a:cubicBezTo>
                      <a:pt x="65" y="17"/>
                      <a:pt x="64" y="20"/>
                      <a:pt x="64" y="19"/>
                    </a:cubicBezTo>
                    <a:cubicBezTo>
                      <a:pt x="65" y="18"/>
                      <a:pt x="65" y="18"/>
                      <a:pt x="65" y="18"/>
                    </a:cubicBezTo>
                    <a:cubicBezTo>
                      <a:pt x="64" y="17"/>
                      <a:pt x="63" y="17"/>
                      <a:pt x="60" y="20"/>
                    </a:cubicBezTo>
                    <a:cubicBezTo>
                      <a:pt x="61" y="19"/>
                      <a:pt x="61" y="18"/>
                      <a:pt x="61" y="17"/>
                    </a:cubicBezTo>
                    <a:cubicBezTo>
                      <a:pt x="61" y="18"/>
                      <a:pt x="60" y="19"/>
                      <a:pt x="60" y="19"/>
                    </a:cubicBezTo>
                    <a:cubicBezTo>
                      <a:pt x="61" y="17"/>
                      <a:pt x="61" y="17"/>
                      <a:pt x="61" y="17"/>
                    </a:cubicBezTo>
                    <a:cubicBezTo>
                      <a:pt x="61" y="16"/>
                      <a:pt x="60" y="17"/>
                      <a:pt x="59" y="18"/>
                    </a:cubicBezTo>
                    <a:cubicBezTo>
                      <a:pt x="60" y="17"/>
                      <a:pt x="60" y="17"/>
                      <a:pt x="60" y="17"/>
                    </a:cubicBezTo>
                    <a:cubicBezTo>
                      <a:pt x="61" y="16"/>
                      <a:pt x="59" y="18"/>
                      <a:pt x="59" y="18"/>
                    </a:cubicBezTo>
                    <a:cubicBezTo>
                      <a:pt x="60" y="17"/>
                      <a:pt x="60" y="17"/>
                      <a:pt x="60" y="17"/>
                    </a:cubicBezTo>
                    <a:cubicBezTo>
                      <a:pt x="59" y="18"/>
                      <a:pt x="59" y="18"/>
                      <a:pt x="59" y="18"/>
                    </a:cubicBezTo>
                    <a:cubicBezTo>
                      <a:pt x="58" y="19"/>
                      <a:pt x="58" y="18"/>
                      <a:pt x="60" y="16"/>
                    </a:cubicBezTo>
                    <a:cubicBezTo>
                      <a:pt x="59" y="18"/>
                      <a:pt x="59" y="18"/>
                      <a:pt x="59" y="18"/>
                    </a:cubicBezTo>
                    <a:cubicBezTo>
                      <a:pt x="59" y="16"/>
                      <a:pt x="59" y="16"/>
                      <a:pt x="58" y="17"/>
                    </a:cubicBezTo>
                    <a:cubicBezTo>
                      <a:pt x="58" y="17"/>
                      <a:pt x="58" y="18"/>
                      <a:pt x="57" y="19"/>
                    </a:cubicBezTo>
                    <a:cubicBezTo>
                      <a:pt x="56" y="21"/>
                      <a:pt x="57" y="19"/>
                      <a:pt x="56" y="20"/>
                    </a:cubicBezTo>
                    <a:cubicBezTo>
                      <a:pt x="57" y="18"/>
                      <a:pt x="57" y="18"/>
                      <a:pt x="57" y="18"/>
                    </a:cubicBezTo>
                    <a:cubicBezTo>
                      <a:pt x="59" y="15"/>
                      <a:pt x="57" y="17"/>
                      <a:pt x="56" y="16"/>
                    </a:cubicBezTo>
                    <a:cubicBezTo>
                      <a:pt x="56" y="17"/>
                      <a:pt x="56" y="17"/>
                      <a:pt x="56" y="17"/>
                    </a:cubicBezTo>
                    <a:cubicBezTo>
                      <a:pt x="57" y="15"/>
                      <a:pt x="55" y="17"/>
                      <a:pt x="55" y="15"/>
                    </a:cubicBezTo>
                    <a:cubicBezTo>
                      <a:pt x="55" y="16"/>
                      <a:pt x="53" y="19"/>
                      <a:pt x="53" y="19"/>
                    </a:cubicBezTo>
                    <a:cubicBezTo>
                      <a:pt x="52" y="20"/>
                      <a:pt x="54" y="16"/>
                      <a:pt x="55" y="15"/>
                    </a:cubicBezTo>
                    <a:cubicBezTo>
                      <a:pt x="54" y="16"/>
                      <a:pt x="54" y="16"/>
                      <a:pt x="54" y="16"/>
                    </a:cubicBezTo>
                    <a:cubicBezTo>
                      <a:pt x="54" y="16"/>
                      <a:pt x="54" y="16"/>
                      <a:pt x="54" y="16"/>
                    </a:cubicBezTo>
                    <a:cubicBezTo>
                      <a:pt x="53" y="16"/>
                      <a:pt x="53" y="17"/>
                      <a:pt x="53" y="16"/>
                    </a:cubicBezTo>
                    <a:cubicBezTo>
                      <a:pt x="53" y="16"/>
                      <a:pt x="53" y="16"/>
                      <a:pt x="53" y="16"/>
                    </a:cubicBezTo>
                    <a:cubicBezTo>
                      <a:pt x="53" y="16"/>
                      <a:pt x="54" y="14"/>
                      <a:pt x="53" y="15"/>
                    </a:cubicBezTo>
                    <a:cubicBezTo>
                      <a:pt x="52" y="16"/>
                      <a:pt x="53" y="15"/>
                      <a:pt x="52" y="16"/>
                    </a:cubicBezTo>
                    <a:cubicBezTo>
                      <a:pt x="52" y="16"/>
                      <a:pt x="52" y="16"/>
                      <a:pt x="52" y="16"/>
                    </a:cubicBezTo>
                    <a:cubicBezTo>
                      <a:pt x="51" y="17"/>
                      <a:pt x="51" y="17"/>
                      <a:pt x="51" y="17"/>
                    </a:cubicBezTo>
                    <a:cubicBezTo>
                      <a:pt x="52" y="16"/>
                      <a:pt x="52" y="16"/>
                      <a:pt x="52" y="16"/>
                    </a:cubicBezTo>
                    <a:cubicBezTo>
                      <a:pt x="53" y="15"/>
                      <a:pt x="53" y="15"/>
                      <a:pt x="53" y="15"/>
                    </a:cubicBezTo>
                    <a:cubicBezTo>
                      <a:pt x="53" y="14"/>
                      <a:pt x="52" y="16"/>
                      <a:pt x="51" y="17"/>
                    </a:cubicBezTo>
                    <a:cubicBezTo>
                      <a:pt x="51" y="18"/>
                      <a:pt x="51" y="16"/>
                      <a:pt x="51" y="16"/>
                    </a:cubicBezTo>
                    <a:cubicBezTo>
                      <a:pt x="52" y="15"/>
                      <a:pt x="51" y="16"/>
                      <a:pt x="52" y="16"/>
                    </a:cubicBezTo>
                    <a:cubicBezTo>
                      <a:pt x="52" y="15"/>
                      <a:pt x="52" y="15"/>
                      <a:pt x="52" y="14"/>
                    </a:cubicBezTo>
                    <a:cubicBezTo>
                      <a:pt x="52" y="14"/>
                      <a:pt x="51" y="16"/>
                      <a:pt x="51" y="16"/>
                    </a:cubicBezTo>
                    <a:cubicBezTo>
                      <a:pt x="51" y="15"/>
                      <a:pt x="51" y="16"/>
                      <a:pt x="52" y="14"/>
                    </a:cubicBezTo>
                    <a:cubicBezTo>
                      <a:pt x="51" y="15"/>
                      <a:pt x="51" y="15"/>
                      <a:pt x="51" y="15"/>
                    </a:cubicBezTo>
                    <a:cubicBezTo>
                      <a:pt x="51" y="16"/>
                      <a:pt x="51" y="16"/>
                      <a:pt x="50" y="17"/>
                    </a:cubicBezTo>
                    <a:cubicBezTo>
                      <a:pt x="50" y="17"/>
                      <a:pt x="49" y="18"/>
                      <a:pt x="50" y="17"/>
                    </a:cubicBezTo>
                    <a:cubicBezTo>
                      <a:pt x="50" y="17"/>
                      <a:pt x="50" y="17"/>
                      <a:pt x="50" y="17"/>
                    </a:cubicBezTo>
                    <a:cubicBezTo>
                      <a:pt x="50" y="17"/>
                      <a:pt x="50" y="16"/>
                      <a:pt x="49" y="18"/>
                    </a:cubicBezTo>
                    <a:cubicBezTo>
                      <a:pt x="50" y="16"/>
                      <a:pt x="50" y="16"/>
                      <a:pt x="50" y="16"/>
                    </a:cubicBezTo>
                    <a:cubicBezTo>
                      <a:pt x="49" y="17"/>
                      <a:pt x="49" y="17"/>
                      <a:pt x="49" y="17"/>
                    </a:cubicBezTo>
                    <a:cubicBezTo>
                      <a:pt x="50" y="15"/>
                      <a:pt x="51" y="14"/>
                      <a:pt x="51" y="13"/>
                    </a:cubicBezTo>
                    <a:cubicBezTo>
                      <a:pt x="50" y="15"/>
                      <a:pt x="50" y="15"/>
                      <a:pt x="50" y="15"/>
                    </a:cubicBezTo>
                    <a:cubicBezTo>
                      <a:pt x="49" y="15"/>
                      <a:pt x="50" y="14"/>
                      <a:pt x="50" y="14"/>
                    </a:cubicBezTo>
                    <a:cubicBezTo>
                      <a:pt x="50" y="12"/>
                      <a:pt x="47" y="18"/>
                      <a:pt x="48" y="16"/>
                    </a:cubicBezTo>
                    <a:cubicBezTo>
                      <a:pt x="49" y="14"/>
                      <a:pt x="49" y="14"/>
                      <a:pt x="49" y="13"/>
                    </a:cubicBezTo>
                    <a:cubicBezTo>
                      <a:pt x="49" y="14"/>
                      <a:pt x="48" y="14"/>
                      <a:pt x="48" y="14"/>
                    </a:cubicBezTo>
                    <a:cubicBezTo>
                      <a:pt x="48" y="15"/>
                      <a:pt x="49" y="13"/>
                      <a:pt x="49" y="14"/>
                    </a:cubicBezTo>
                    <a:cubicBezTo>
                      <a:pt x="48" y="16"/>
                      <a:pt x="48" y="15"/>
                      <a:pt x="48" y="15"/>
                    </a:cubicBezTo>
                    <a:cubicBezTo>
                      <a:pt x="50" y="11"/>
                      <a:pt x="47" y="14"/>
                      <a:pt x="48" y="12"/>
                    </a:cubicBezTo>
                    <a:cubicBezTo>
                      <a:pt x="47" y="14"/>
                      <a:pt x="47" y="12"/>
                      <a:pt x="47" y="13"/>
                    </a:cubicBezTo>
                    <a:cubicBezTo>
                      <a:pt x="48" y="11"/>
                      <a:pt x="46" y="13"/>
                      <a:pt x="47" y="12"/>
                    </a:cubicBezTo>
                    <a:cubicBezTo>
                      <a:pt x="46" y="14"/>
                      <a:pt x="46" y="14"/>
                      <a:pt x="46" y="14"/>
                    </a:cubicBezTo>
                    <a:cubicBezTo>
                      <a:pt x="46" y="13"/>
                      <a:pt x="44" y="18"/>
                      <a:pt x="45" y="15"/>
                    </a:cubicBezTo>
                    <a:cubicBezTo>
                      <a:pt x="45" y="14"/>
                      <a:pt x="46" y="13"/>
                      <a:pt x="46" y="13"/>
                    </a:cubicBezTo>
                    <a:cubicBezTo>
                      <a:pt x="47" y="10"/>
                      <a:pt x="44" y="14"/>
                      <a:pt x="46" y="12"/>
                    </a:cubicBezTo>
                    <a:cubicBezTo>
                      <a:pt x="45" y="12"/>
                      <a:pt x="44" y="14"/>
                      <a:pt x="44" y="15"/>
                    </a:cubicBezTo>
                    <a:cubicBezTo>
                      <a:pt x="44" y="14"/>
                      <a:pt x="44" y="12"/>
                      <a:pt x="45" y="12"/>
                    </a:cubicBezTo>
                    <a:cubicBezTo>
                      <a:pt x="44" y="12"/>
                      <a:pt x="44" y="13"/>
                      <a:pt x="44" y="12"/>
                    </a:cubicBezTo>
                    <a:cubicBezTo>
                      <a:pt x="44" y="11"/>
                      <a:pt x="45" y="11"/>
                      <a:pt x="45" y="11"/>
                    </a:cubicBezTo>
                    <a:cubicBezTo>
                      <a:pt x="45" y="10"/>
                      <a:pt x="44" y="11"/>
                      <a:pt x="44" y="12"/>
                    </a:cubicBezTo>
                    <a:cubicBezTo>
                      <a:pt x="44" y="10"/>
                      <a:pt x="43" y="11"/>
                      <a:pt x="44" y="10"/>
                    </a:cubicBezTo>
                    <a:cubicBezTo>
                      <a:pt x="42" y="12"/>
                      <a:pt x="44" y="9"/>
                      <a:pt x="42" y="12"/>
                    </a:cubicBezTo>
                    <a:cubicBezTo>
                      <a:pt x="43" y="11"/>
                      <a:pt x="43" y="11"/>
                      <a:pt x="43" y="11"/>
                    </a:cubicBezTo>
                    <a:cubicBezTo>
                      <a:pt x="42" y="12"/>
                      <a:pt x="41" y="13"/>
                      <a:pt x="41" y="13"/>
                    </a:cubicBezTo>
                    <a:cubicBezTo>
                      <a:pt x="42" y="12"/>
                      <a:pt x="42" y="12"/>
                      <a:pt x="42" y="12"/>
                    </a:cubicBezTo>
                    <a:cubicBezTo>
                      <a:pt x="43" y="9"/>
                      <a:pt x="42" y="11"/>
                      <a:pt x="42" y="10"/>
                    </a:cubicBezTo>
                    <a:cubicBezTo>
                      <a:pt x="42" y="11"/>
                      <a:pt x="42" y="10"/>
                      <a:pt x="42" y="11"/>
                    </a:cubicBezTo>
                    <a:cubicBezTo>
                      <a:pt x="41" y="12"/>
                      <a:pt x="41" y="12"/>
                      <a:pt x="41" y="12"/>
                    </a:cubicBezTo>
                    <a:cubicBezTo>
                      <a:pt x="40" y="13"/>
                      <a:pt x="40" y="13"/>
                      <a:pt x="40" y="13"/>
                    </a:cubicBezTo>
                    <a:cubicBezTo>
                      <a:pt x="40" y="13"/>
                      <a:pt x="41" y="11"/>
                      <a:pt x="41" y="11"/>
                    </a:cubicBezTo>
                    <a:cubicBezTo>
                      <a:pt x="41" y="10"/>
                      <a:pt x="41" y="10"/>
                      <a:pt x="41" y="11"/>
                    </a:cubicBezTo>
                    <a:cubicBezTo>
                      <a:pt x="41" y="11"/>
                      <a:pt x="41" y="11"/>
                      <a:pt x="41" y="11"/>
                    </a:cubicBezTo>
                    <a:cubicBezTo>
                      <a:pt x="41" y="11"/>
                      <a:pt x="41" y="11"/>
                      <a:pt x="41" y="11"/>
                    </a:cubicBezTo>
                    <a:cubicBezTo>
                      <a:pt x="41" y="11"/>
                      <a:pt x="40" y="11"/>
                      <a:pt x="40" y="11"/>
                    </a:cubicBezTo>
                    <a:cubicBezTo>
                      <a:pt x="40" y="11"/>
                      <a:pt x="40" y="11"/>
                      <a:pt x="40" y="11"/>
                    </a:cubicBezTo>
                    <a:cubicBezTo>
                      <a:pt x="41" y="11"/>
                      <a:pt x="41" y="11"/>
                      <a:pt x="41" y="11"/>
                    </a:cubicBezTo>
                    <a:cubicBezTo>
                      <a:pt x="41" y="10"/>
                      <a:pt x="41" y="10"/>
                      <a:pt x="41" y="10"/>
                    </a:cubicBezTo>
                    <a:cubicBezTo>
                      <a:pt x="41" y="10"/>
                      <a:pt x="41" y="10"/>
                      <a:pt x="41" y="10"/>
                    </a:cubicBezTo>
                    <a:cubicBezTo>
                      <a:pt x="41" y="10"/>
                      <a:pt x="41" y="10"/>
                      <a:pt x="41" y="10"/>
                    </a:cubicBezTo>
                    <a:cubicBezTo>
                      <a:pt x="41" y="8"/>
                      <a:pt x="41" y="8"/>
                      <a:pt x="41" y="8"/>
                    </a:cubicBezTo>
                    <a:cubicBezTo>
                      <a:pt x="41" y="8"/>
                      <a:pt x="40" y="10"/>
                      <a:pt x="40" y="11"/>
                    </a:cubicBezTo>
                    <a:cubicBezTo>
                      <a:pt x="40" y="9"/>
                      <a:pt x="39" y="10"/>
                      <a:pt x="38" y="11"/>
                    </a:cubicBezTo>
                    <a:cubicBezTo>
                      <a:pt x="38" y="11"/>
                      <a:pt x="39" y="10"/>
                      <a:pt x="39" y="10"/>
                    </a:cubicBezTo>
                    <a:cubicBezTo>
                      <a:pt x="38" y="10"/>
                      <a:pt x="38" y="12"/>
                      <a:pt x="38" y="11"/>
                    </a:cubicBezTo>
                    <a:cubicBezTo>
                      <a:pt x="38" y="11"/>
                      <a:pt x="38" y="10"/>
                      <a:pt x="38" y="9"/>
                    </a:cubicBezTo>
                    <a:cubicBezTo>
                      <a:pt x="38" y="9"/>
                      <a:pt x="38" y="11"/>
                      <a:pt x="38" y="11"/>
                    </a:cubicBezTo>
                    <a:cubicBezTo>
                      <a:pt x="38" y="8"/>
                      <a:pt x="36" y="12"/>
                      <a:pt x="37" y="10"/>
                    </a:cubicBezTo>
                    <a:cubicBezTo>
                      <a:pt x="36" y="10"/>
                      <a:pt x="37" y="9"/>
                      <a:pt x="37" y="9"/>
                    </a:cubicBezTo>
                    <a:cubicBezTo>
                      <a:pt x="37" y="9"/>
                      <a:pt x="36" y="10"/>
                      <a:pt x="35" y="11"/>
                    </a:cubicBezTo>
                    <a:cubicBezTo>
                      <a:pt x="36" y="10"/>
                      <a:pt x="36" y="10"/>
                      <a:pt x="36" y="10"/>
                    </a:cubicBezTo>
                    <a:cubicBezTo>
                      <a:pt x="36" y="10"/>
                      <a:pt x="35" y="10"/>
                      <a:pt x="35" y="11"/>
                    </a:cubicBezTo>
                    <a:cubicBezTo>
                      <a:pt x="34" y="12"/>
                      <a:pt x="34" y="13"/>
                      <a:pt x="34" y="13"/>
                    </a:cubicBezTo>
                    <a:cubicBezTo>
                      <a:pt x="34" y="13"/>
                      <a:pt x="34" y="13"/>
                      <a:pt x="34" y="13"/>
                    </a:cubicBezTo>
                    <a:cubicBezTo>
                      <a:pt x="33" y="12"/>
                      <a:pt x="33" y="13"/>
                      <a:pt x="33" y="13"/>
                    </a:cubicBezTo>
                    <a:cubicBezTo>
                      <a:pt x="33" y="12"/>
                      <a:pt x="33" y="13"/>
                      <a:pt x="34" y="12"/>
                    </a:cubicBezTo>
                    <a:cubicBezTo>
                      <a:pt x="35" y="10"/>
                      <a:pt x="34" y="10"/>
                      <a:pt x="34" y="10"/>
                    </a:cubicBezTo>
                    <a:cubicBezTo>
                      <a:pt x="33" y="11"/>
                      <a:pt x="33" y="11"/>
                      <a:pt x="33" y="11"/>
                    </a:cubicBezTo>
                    <a:cubicBezTo>
                      <a:pt x="33" y="12"/>
                      <a:pt x="34" y="10"/>
                      <a:pt x="33" y="10"/>
                    </a:cubicBezTo>
                    <a:cubicBezTo>
                      <a:pt x="31" y="14"/>
                      <a:pt x="31" y="14"/>
                      <a:pt x="31" y="14"/>
                    </a:cubicBezTo>
                    <a:cubicBezTo>
                      <a:pt x="31" y="14"/>
                      <a:pt x="32" y="12"/>
                      <a:pt x="32" y="11"/>
                    </a:cubicBezTo>
                    <a:cubicBezTo>
                      <a:pt x="32" y="12"/>
                      <a:pt x="30" y="14"/>
                      <a:pt x="29" y="15"/>
                    </a:cubicBezTo>
                    <a:cubicBezTo>
                      <a:pt x="30" y="15"/>
                      <a:pt x="29" y="16"/>
                      <a:pt x="29" y="16"/>
                    </a:cubicBezTo>
                    <a:cubicBezTo>
                      <a:pt x="29" y="15"/>
                      <a:pt x="29" y="16"/>
                      <a:pt x="29" y="15"/>
                    </a:cubicBezTo>
                    <a:cubicBezTo>
                      <a:pt x="30" y="14"/>
                      <a:pt x="30" y="14"/>
                      <a:pt x="30" y="14"/>
                    </a:cubicBezTo>
                    <a:cubicBezTo>
                      <a:pt x="30" y="13"/>
                      <a:pt x="31" y="11"/>
                      <a:pt x="31" y="10"/>
                    </a:cubicBezTo>
                    <a:cubicBezTo>
                      <a:pt x="31" y="11"/>
                      <a:pt x="31" y="10"/>
                      <a:pt x="30" y="10"/>
                    </a:cubicBezTo>
                    <a:cubicBezTo>
                      <a:pt x="29" y="12"/>
                      <a:pt x="29" y="11"/>
                      <a:pt x="28" y="13"/>
                    </a:cubicBezTo>
                    <a:cubicBezTo>
                      <a:pt x="28" y="13"/>
                      <a:pt x="29" y="11"/>
                      <a:pt x="29" y="11"/>
                    </a:cubicBezTo>
                    <a:cubicBezTo>
                      <a:pt x="28" y="11"/>
                      <a:pt x="28" y="10"/>
                      <a:pt x="28" y="11"/>
                    </a:cubicBezTo>
                    <a:cubicBezTo>
                      <a:pt x="28" y="10"/>
                      <a:pt x="28" y="10"/>
                      <a:pt x="28" y="10"/>
                    </a:cubicBezTo>
                    <a:cubicBezTo>
                      <a:pt x="28" y="11"/>
                      <a:pt x="27" y="10"/>
                      <a:pt x="26" y="12"/>
                    </a:cubicBezTo>
                    <a:cubicBezTo>
                      <a:pt x="27" y="11"/>
                      <a:pt x="27" y="11"/>
                      <a:pt x="27" y="11"/>
                    </a:cubicBezTo>
                    <a:cubicBezTo>
                      <a:pt x="27" y="10"/>
                      <a:pt x="25" y="14"/>
                      <a:pt x="26" y="12"/>
                    </a:cubicBezTo>
                    <a:cubicBezTo>
                      <a:pt x="26" y="11"/>
                      <a:pt x="26" y="11"/>
                      <a:pt x="26" y="11"/>
                    </a:cubicBezTo>
                    <a:cubicBezTo>
                      <a:pt x="26" y="12"/>
                      <a:pt x="26" y="10"/>
                      <a:pt x="25" y="11"/>
                    </a:cubicBezTo>
                    <a:cubicBezTo>
                      <a:pt x="26" y="10"/>
                      <a:pt x="26" y="10"/>
                      <a:pt x="26" y="10"/>
                    </a:cubicBezTo>
                    <a:cubicBezTo>
                      <a:pt x="26" y="11"/>
                      <a:pt x="25" y="10"/>
                      <a:pt x="24" y="12"/>
                    </a:cubicBezTo>
                    <a:cubicBezTo>
                      <a:pt x="25" y="10"/>
                      <a:pt x="25" y="10"/>
                      <a:pt x="25" y="10"/>
                    </a:cubicBezTo>
                    <a:cubicBezTo>
                      <a:pt x="26" y="9"/>
                      <a:pt x="24" y="12"/>
                      <a:pt x="24" y="11"/>
                    </a:cubicBezTo>
                    <a:cubicBezTo>
                      <a:pt x="24" y="11"/>
                      <a:pt x="25" y="10"/>
                      <a:pt x="25" y="10"/>
                    </a:cubicBezTo>
                    <a:cubicBezTo>
                      <a:pt x="24" y="11"/>
                      <a:pt x="24" y="11"/>
                      <a:pt x="24" y="11"/>
                    </a:cubicBezTo>
                    <a:cubicBezTo>
                      <a:pt x="24" y="9"/>
                      <a:pt x="24" y="9"/>
                      <a:pt x="24" y="9"/>
                    </a:cubicBezTo>
                    <a:cubicBezTo>
                      <a:pt x="23" y="8"/>
                      <a:pt x="22" y="8"/>
                      <a:pt x="20" y="9"/>
                    </a:cubicBezTo>
                    <a:cubicBezTo>
                      <a:pt x="21" y="7"/>
                      <a:pt x="21" y="8"/>
                      <a:pt x="22" y="6"/>
                    </a:cubicBezTo>
                    <a:cubicBezTo>
                      <a:pt x="21" y="8"/>
                      <a:pt x="21" y="7"/>
                      <a:pt x="21" y="7"/>
                    </a:cubicBezTo>
                    <a:cubicBezTo>
                      <a:pt x="21" y="7"/>
                      <a:pt x="21" y="7"/>
                      <a:pt x="21" y="7"/>
                    </a:cubicBezTo>
                    <a:cubicBezTo>
                      <a:pt x="20" y="7"/>
                      <a:pt x="21" y="6"/>
                      <a:pt x="20" y="6"/>
                    </a:cubicBezTo>
                    <a:cubicBezTo>
                      <a:pt x="20" y="7"/>
                      <a:pt x="20" y="7"/>
                      <a:pt x="20" y="7"/>
                    </a:cubicBezTo>
                    <a:cubicBezTo>
                      <a:pt x="19" y="8"/>
                      <a:pt x="21" y="4"/>
                      <a:pt x="20" y="7"/>
                    </a:cubicBezTo>
                    <a:cubicBezTo>
                      <a:pt x="20" y="5"/>
                      <a:pt x="20" y="5"/>
                      <a:pt x="20" y="5"/>
                    </a:cubicBezTo>
                    <a:cubicBezTo>
                      <a:pt x="19" y="7"/>
                      <a:pt x="20" y="4"/>
                      <a:pt x="19" y="6"/>
                    </a:cubicBezTo>
                    <a:cubicBezTo>
                      <a:pt x="19" y="6"/>
                      <a:pt x="19" y="6"/>
                      <a:pt x="19" y="6"/>
                    </a:cubicBezTo>
                    <a:cubicBezTo>
                      <a:pt x="20" y="5"/>
                      <a:pt x="18" y="8"/>
                      <a:pt x="18" y="6"/>
                    </a:cubicBezTo>
                    <a:cubicBezTo>
                      <a:pt x="18" y="6"/>
                      <a:pt x="18" y="7"/>
                      <a:pt x="17" y="8"/>
                    </a:cubicBezTo>
                    <a:cubicBezTo>
                      <a:pt x="18" y="6"/>
                      <a:pt x="18" y="6"/>
                      <a:pt x="18" y="6"/>
                    </a:cubicBezTo>
                    <a:cubicBezTo>
                      <a:pt x="17" y="7"/>
                      <a:pt x="16" y="6"/>
                      <a:pt x="14" y="8"/>
                    </a:cubicBezTo>
                    <a:cubicBezTo>
                      <a:pt x="14" y="7"/>
                      <a:pt x="14" y="7"/>
                      <a:pt x="14" y="7"/>
                    </a:cubicBezTo>
                    <a:cubicBezTo>
                      <a:pt x="13" y="8"/>
                      <a:pt x="15" y="4"/>
                      <a:pt x="12" y="8"/>
                    </a:cubicBezTo>
                    <a:cubicBezTo>
                      <a:pt x="11" y="9"/>
                      <a:pt x="11" y="9"/>
                      <a:pt x="11" y="9"/>
                    </a:cubicBezTo>
                    <a:cubicBezTo>
                      <a:pt x="12" y="7"/>
                      <a:pt x="12" y="7"/>
                      <a:pt x="12" y="7"/>
                    </a:cubicBezTo>
                    <a:cubicBezTo>
                      <a:pt x="12" y="8"/>
                      <a:pt x="12" y="7"/>
                      <a:pt x="11" y="8"/>
                    </a:cubicBezTo>
                    <a:cubicBezTo>
                      <a:pt x="12" y="7"/>
                      <a:pt x="12" y="7"/>
                      <a:pt x="12" y="7"/>
                    </a:cubicBezTo>
                    <a:cubicBezTo>
                      <a:pt x="12" y="7"/>
                      <a:pt x="10" y="9"/>
                      <a:pt x="10" y="8"/>
                    </a:cubicBezTo>
                    <a:cubicBezTo>
                      <a:pt x="11" y="8"/>
                      <a:pt x="11" y="8"/>
                      <a:pt x="11" y="8"/>
                    </a:cubicBezTo>
                    <a:cubicBezTo>
                      <a:pt x="11" y="4"/>
                      <a:pt x="11" y="1"/>
                      <a:pt x="8" y="5"/>
                    </a:cubicBezTo>
                    <a:cubicBezTo>
                      <a:pt x="7" y="5"/>
                      <a:pt x="9" y="2"/>
                      <a:pt x="9" y="3"/>
                    </a:cubicBezTo>
                    <a:cubicBezTo>
                      <a:pt x="6" y="5"/>
                      <a:pt x="8" y="0"/>
                      <a:pt x="4" y="4"/>
                    </a:cubicBezTo>
                    <a:cubicBezTo>
                      <a:pt x="3" y="5"/>
                      <a:pt x="0" y="10"/>
                      <a:pt x="0" y="10"/>
                    </a:cubicBezTo>
                    <a:cubicBezTo>
                      <a:pt x="3" y="9"/>
                      <a:pt x="3" y="12"/>
                      <a:pt x="3" y="1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7" name="Freeform 211"/>
              <p:cNvSpPr/>
              <p:nvPr/>
            </p:nvSpPr>
            <p:spPr bwMode="auto">
              <a:xfrm>
                <a:off x="3266" y="1867"/>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0"/>
                      <a:pt x="0" y="1"/>
                    </a:cubicBez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8" name="Freeform 212"/>
              <p:cNvSpPr/>
              <p:nvPr/>
            </p:nvSpPr>
            <p:spPr bwMode="auto">
              <a:xfrm>
                <a:off x="3266" y="1861"/>
                <a:ext cx="3" cy="4"/>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0"/>
                      <a:pt x="0" y="1"/>
                      <a:pt x="1"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9" name="Freeform 213"/>
              <p:cNvSpPr/>
              <p:nvPr/>
            </p:nvSpPr>
            <p:spPr bwMode="auto">
              <a:xfrm>
                <a:off x="3260" y="185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0" name="Freeform 214"/>
              <p:cNvSpPr/>
              <p:nvPr/>
            </p:nvSpPr>
            <p:spPr bwMode="auto">
              <a:xfrm>
                <a:off x="3260" y="1893"/>
                <a:ext cx="4" cy="6"/>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1" y="1"/>
                      <a:pt x="1" y="2"/>
                      <a:pt x="0"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1" name="Freeform 215"/>
              <p:cNvSpPr/>
              <p:nvPr/>
            </p:nvSpPr>
            <p:spPr bwMode="auto">
              <a:xfrm>
                <a:off x="3269" y="1870"/>
                <a:ext cx="2" cy="4"/>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0" y="1"/>
                      <a:pt x="0" y="1"/>
                    </a:cubicBezTo>
                    <a:cubicBezTo>
                      <a:pt x="0" y="1"/>
                      <a:pt x="0" y="2"/>
                      <a:pt x="0" y="2"/>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2" name="Freeform 216"/>
              <p:cNvSpPr/>
              <p:nvPr/>
            </p:nvSpPr>
            <p:spPr bwMode="auto">
              <a:xfrm>
                <a:off x="3260" y="1895"/>
                <a:ext cx="4" cy="4"/>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2" y="0"/>
                      <a:pt x="1" y="2"/>
                      <a:pt x="1" y="2"/>
                    </a:cubicBezTo>
                    <a:cubicBezTo>
                      <a:pt x="0" y="2"/>
                      <a:pt x="1" y="2"/>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3" name="Freeform 217"/>
              <p:cNvSpPr/>
              <p:nvPr/>
            </p:nvSpPr>
            <p:spPr bwMode="auto">
              <a:xfrm>
                <a:off x="4538" y="18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4" name="Freeform 218"/>
              <p:cNvSpPr/>
              <p:nvPr/>
            </p:nvSpPr>
            <p:spPr bwMode="auto">
              <a:xfrm>
                <a:off x="3213" y="1882"/>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5" name="Freeform 219"/>
              <p:cNvSpPr/>
              <p:nvPr/>
            </p:nvSpPr>
            <p:spPr bwMode="auto">
              <a:xfrm>
                <a:off x="3190" y="182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6" name="Freeform 220"/>
              <p:cNvSpPr/>
              <p:nvPr/>
            </p:nvSpPr>
            <p:spPr bwMode="auto">
              <a:xfrm>
                <a:off x="3271" y="187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7" name="Freeform 221"/>
              <p:cNvSpPr/>
              <p:nvPr/>
            </p:nvSpPr>
            <p:spPr bwMode="auto">
              <a:xfrm>
                <a:off x="3190" y="187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8" name="Freeform 222"/>
              <p:cNvSpPr/>
              <p:nvPr/>
            </p:nvSpPr>
            <p:spPr bwMode="auto">
              <a:xfrm>
                <a:off x="4574" y="1855"/>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69" name="Freeform 223"/>
              <p:cNvSpPr/>
              <p:nvPr/>
            </p:nvSpPr>
            <p:spPr bwMode="auto">
              <a:xfrm>
                <a:off x="3199" y="18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0" name="Freeform 224"/>
              <p:cNvSpPr/>
              <p:nvPr/>
            </p:nvSpPr>
            <p:spPr bwMode="auto">
              <a:xfrm>
                <a:off x="3271" y="1859"/>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1" name="Freeform 225"/>
              <p:cNvSpPr/>
              <p:nvPr/>
            </p:nvSpPr>
            <p:spPr bwMode="auto">
              <a:xfrm>
                <a:off x="3742" y="3006"/>
                <a:ext cx="6" cy="9"/>
              </a:xfrm>
              <a:custGeom>
                <a:avLst/>
                <a:gdLst>
                  <a:gd name="T0" fmla="*/ 3 w 3"/>
                  <a:gd name="T1" fmla="*/ 0 h 4"/>
                  <a:gd name="T2" fmla="*/ 1 w 3"/>
                  <a:gd name="T3" fmla="*/ 1 h 4"/>
                  <a:gd name="T4" fmla="*/ 1 w 3"/>
                  <a:gd name="T5" fmla="*/ 3 h 4"/>
                  <a:gd name="T6" fmla="*/ 0 w 3"/>
                  <a:gd name="T7" fmla="*/ 4 h 4"/>
                  <a:gd name="T8" fmla="*/ 2 w 3"/>
                  <a:gd name="T9" fmla="*/ 1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cubicBezTo>
                      <a:pt x="2" y="1"/>
                      <a:pt x="2" y="1"/>
                      <a:pt x="1" y="1"/>
                    </a:cubicBezTo>
                    <a:cubicBezTo>
                      <a:pt x="1" y="2"/>
                      <a:pt x="0" y="3"/>
                      <a:pt x="1" y="3"/>
                    </a:cubicBezTo>
                    <a:cubicBezTo>
                      <a:pt x="1" y="3"/>
                      <a:pt x="0" y="4"/>
                      <a:pt x="0" y="4"/>
                    </a:cubicBezTo>
                    <a:cubicBezTo>
                      <a:pt x="1" y="4"/>
                      <a:pt x="2" y="2"/>
                      <a:pt x="2" y="1"/>
                    </a:cubicBezTo>
                    <a:cubicBezTo>
                      <a:pt x="3" y="1"/>
                      <a:pt x="3"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2" name="Freeform 226"/>
              <p:cNvSpPr/>
              <p:nvPr/>
            </p:nvSpPr>
            <p:spPr bwMode="auto">
              <a:xfrm>
                <a:off x="3988" y="30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3" name="Freeform 227"/>
              <p:cNvSpPr/>
              <p:nvPr/>
            </p:nvSpPr>
            <p:spPr bwMode="auto">
              <a:xfrm>
                <a:off x="3742" y="300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4" name="Rectangle 228"/>
              <p:cNvSpPr>
                <a:spLocks noChangeArrowheads="1"/>
              </p:cNvSpPr>
              <p:nvPr/>
            </p:nvSpPr>
            <p:spPr bwMode="auto">
              <a:xfrm>
                <a:off x="3748" y="3015"/>
                <a:ext cx="4"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5" name="Freeform 229"/>
              <p:cNvSpPr/>
              <p:nvPr/>
            </p:nvSpPr>
            <p:spPr bwMode="auto">
              <a:xfrm>
                <a:off x="3744" y="2894"/>
                <a:ext cx="2" cy="10"/>
              </a:xfrm>
              <a:custGeom>
                <a:avLst/>
                <a:gdLst>
                  <a:gd name="T0" fmla="*/ 0 w 1"/>
                  <a:gd name="T1" fmla="*/ 2 h 5"/>
                  <a:gd name="T2" fmla="*/ 1 w 1"/>
                  <a:gd name="T3" fmla="*/ 3 h 5"/>
                  <a:gd name="T4" fmla="*/ 0 w 1"/>
                  <a:gd name="T5" fmla="*/ 5 h 5"/>
                  <a:gd name="T6" fmla="*/ 1 w 1"/>
                  <a:gd name="T7" fmla="*/ 1 h 5"/>
                  <a:gd name="T8" fmla="*/ 1 w 1"/>
                  <a:gd name="T9" fmla="*/ 0 h 5"/>
                  <a:gd name="T10" fmla="*/ 0 w 1"/>
                  <a:gd name="T11" fmla="*/ 2 h 5"/>
                </a:gdLst>
                <a:ahLst/>
                <a:cxnLst>
                  <a:cxn ang="0">
                    <a:pos x="T0" y="T1"/>
                  </a:cxn>
                  <a:cxn ang="0">
                    <a:pos x="T2" y="T3"/>
                  </a:cxn>
                  <a:cxn ang="0">
                    <a:pos x="T4" y="T5"/>
                  </a:cxn>
                  <a:cxn ang="0">
                    <a:pos x="T6" y="T7"/>
                  </a:cxn>
                  <a:cxn ang="0">
                    <a:pos x="T8" y="T9"/>
                  </a:cxn>
                  <a:cxn ang="0">
                    <a:pos x="T10" y="T11"/>
                  </a:cxn>
                </a:cxnLst>
                <a:rect l="0" t="0" r="r" b="b"/>
                <a:pathLst>
                  <a:path w="1" h="5">
                    <a:moveTo>
                      <a:pt x="0" y="2"/>
                    </a:moveTo>
                    <a:cubicBezTo>
                      <a:pt x="0" y="2"/>
                      <a:pt x="0" y="4"/>
                      <a:pt x="1" y="3"/>
                    </a:cubicBezTo>
                    <a:cubicBezTo>
                      <a:pt x="1" y="3"/>
                      <a:pt x="0" y="4"/>
                      <a:pt x="0" y="5"/>
                    </a:cubicBezTo>
                    <a:cubicBezTo>
                      <a:pt x="1" y="4"/>
                      <a:pt x="1" y="1"/>
                      <a:pt x="1" y="1"/>
                    </a:cubicBezTo>
                    <a:cubicBezTo>
                      <a:pt x="1" y="0"/>
                      <a:pt x="1" y="0"/>
                      <a:pt x="1" y="0"/>
                    </a:cubicBezTo>
                    <a:cubicBezTo>
                      <a:pt x="1" y="1"/>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6" name="Freeform 230"/>
              <p:cNvSpPr/>
              <p:nvPr/>
            </p:nvSpPr>
            <p:spPr bwMode="auto">
              <a:xfrm>
                <a:off x="3744" y="3004"/>
                <a:ext cx="2"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1"/>
                      <a:pt x="0" y="1"/>
                      <a:pt x="0" y="1"/>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7" name="Freeform 231"/>
              <p:cNvSpPr/>
              <p:nvPr/>
            </p:nvSpPr>
            <p:spPr bwMode="auto">
              <a:xfrm>
                <a:off x="3742" y="2892"/>
                <a:ext cx="2" cy="4"/>
              </a:xfrm>
              <a:custGeom>
                <a:avLst/>
                <a:gdLst>
                  <a:gd name="T0" fmla="*/ 1 w 1"/>
                  <a:gd name="T1" fmla="*/ 1 h 2"/>
                  <a:gd name="T2" fmla="*/ 0 w 1"/>
                  <a:gd name="T3" fmla="*/ 2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2"/>
                      <a:pt x="0" y="2"/>
                    </a:cubicBezTo>
                    <a:cubicBezTo>
                      <a:pt x="0" y="2"/>
                      <a:pt x="1" y="1"/>
                      <a:pt x="1" y="1"/>
                    </a:cubicBezTo>
                    <a:cubicBezTo>
                      <a:pt x="1" y="1"/>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8" name="Freeform 232"/>
              <p:cNvSpPr/>
              <p:nvPr/>
            </p:nvSpPr>
            <p:spPr bwMode="auto">
              <a:xfrm>
                <a:off x="3772" y="3038"/>
                <a:ext cx="4" cy="4"/>
              </a:xfrm>
              <a:custGeom>
                <a:avLst/>
                <a:gdLst>
                  <a:gd name="T0" fmla="*/ 1 w 2"/>
                  <a:gd name="T1" fmla="*/ 0 h 2"/>
                  <a:gd name="T2" fmla="*/ 2 w 2"/>
                  <a:gd name="T3" fmla="*/ 1 h 2"/>
                  <a:gd name="T4" fmla="*/ 1 w 2"/>
                  <a:gd name="T5" fmla="*/ 0 h 2"/>
                </a:gdLst>
                <a:ahLst/>
                <a:cxnLst>
                  <a:cxn ang="0">
                    <a:pos x="T0" y="T1"/>
                  </a:cxn>
                  <a:cxn ang="0">
                    <a:pos x="T2" y="T3"/>
                  </a:cxn>
                  <a:cxn ang="0">
                    <a:pos x="T4" y="T5"/>
                  </a:cxn>
                </a:cxnLst>
                <a:rect l="0" t="0" r="r" b="b"/>
                <a:pathLst>
                  <a:path w="2" h="2">
                    <a:moveTo>
                      <a:pt x="1" y="0"/>
                    </a:moveTo>
                    <a:cubicBezTo>
                      <a:pt x="0" y="2"/>
                      <a:pt x="2" y="0"/>
                      <a:pt x="2"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9" name="Freeform 233"/>
              <p:cNvSpPr/>
              <p:nvPr/>
            </p:nvSpPr>
            <p:spPr bwMode="auto">
              <a:xfrm>
                <a:off x="3895" y="308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0" name="Freeform 234"/>
              <p:cNvSpPr/>
              <p:nvPr/>
            </p:nvSpPr>
            <p:spPr bwMode="auto">
              <a:xfrm>
                <a:off x="3602"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1" name="Freeform 235"/>
              <p:cNvSpPr/>
              <p:nvPr/>
            </p:nvSpPr>
            <p:spPr bwMode="auto">
              <a:xfrm>
                <a:off x="3742" y="289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2" name="Freeform 236"/>
              <p:cNvSpPr/>
              <p:nvPr/>
            </p:nvSpPr>
            <p:spPr bwMode="auto">
              <a:xfrm>
                <a:off x="3602" y="18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3" name="Freeform 237"/>
              <p:cNvSpPr/>
              <p:nvPr/>
            </p:nvSpPr>
            <p:spPr bwMode="auto">
              <a:xfrm>
                <a:off x="3755" y="3027"/>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4" name="Oval 238"/>
              <p:cNvSpPr>
                <a:spLocks noChangeArrowheads="1"/>
              </p:cNvSpPr>
              <p:nvPr/>
            </p:nvSpPr>
            <p:spPr bwMode="auto">
              <a:xfrm>
                <a:off x="3602" y="1823"/>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5" name="Freeform 239"/>
              <p:cNvSpPr/>
              <p:nvPr/>
            </p:nvSpPr>
            <p:spPr bwMode="auto">
              <a:xfrm>
                <a:off x="3922" y="2890"/>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6" name="Freeform 240"/>
              <p:cNvSpPr/>
              <p:nvPr/>
            </p:nvSpPr>
            <p:spPr bwMode="auto">
              <a:xfrm>
                <a:off x="3975" y="28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7" name="Freeform 241"/>
              <p:cNvSpPr/>
              <p:nvPr/>
            </p:nvSpPr>
            <p:spPr bwMode="auto">
              <a:xfrm>
                <a:off x="3954" y="288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8" name="Freeform 242"/>
              <p:cNvSpPr/>
              <p:nvPr/>
            </p:nvSpPr>
            <p:spPr bwMode="auto">
              <a:xfrm>
                <a:off x="3725" y="2760"/>
                <a:ext cx="399" cy="159"/>
              </a:xfrm>
              <a:custGeom>
                <a:avLst/>
                <a:gdLst>
                  <a:gd name="T0" fmla="*/ 11 w 188"/>
                  <a:gd name="T1" fmla="*/ 59 h 75"/>
                  <a:gd name="T2" fmla="*/ 17 w 188"/>
                  <a:gd name="T3" fmla="*/ 64 h 75"/>
                  <a:gd name="T4" fmla="*/ 14 w 188"/>
                  <a:gd name="T5" fmla="*/ 70 h 75"/>
                  <a:gd name="T6" fmla="*/ 17 w 188"/>
                  <a:gd name="T7" fmla="*/ 71 h 75"/>
                  <a:gd name="T8" fmla="*/ 21 w 188"/>
                  <a:gd name="T9" fmla="*/ 69 h 75"/>
                  <a:gd name="T10" fmla="*/ 22 w 188"/>
                  <a:gd name="T11" fmla="*/ 71 h 75"/>
                  <a:gd name="T12" fmla="*/ 27 w 188"/>
                  <a:gd name="T13" fmla="*/ 67 h 75"/>
                  <a:gd name="T14" fmla="*/ 30 w 188"/>
                  <a:gd name="T15" fmla="*/ 72 h 75"/>
                  <a:gd name="T16" fmla="*/ 31 w 188"/>
                  <a:gd name="T17" fmla="*/ 74 h 75"/>
                  <a:gd name="T18" fmla="*/ 33 w 188"/>
                  <a:gd name="T19" fmla="*/ 72 h 75"/>
                  <a:gd name="T20" fmla="*/ 37 w 188"/>
                  <a:gd name="T21" fmla="*/ 74 h 75"/>
                  <a:gd name="T22" fmla="*/ 40 w 188"/>
                  <a:gd name="T23" fmla="*/ 69 h 75"/>
                  <a:gd name="T24" fmla="*/ 43 w 188"/>
                  <a:gd name="T25" fmla="*/ 64 h 75"/>
                  <a:gd name="T26" fmla="*/ 45 w 188"/>
                  <a:gd name="T27" fmla="*/ 69 h 75"/>
                  <a:gd name="T28" fmla="*/ 54 w 188"/>
                  <a:gd name="T29" fmla="*/ 69 h 75"/>
                  <a:gd name="T30" fmla="*/ 58 w 188"/>
                  <a:gd name="T31" fmla="*/ 69 h 75"/>
                  <a:gd name="T32" fmla="*/ 62 w 188"/>
                  <a:gd name="T33" fmla="*/ 68 h 75"/>
                  <a:gd name="T34" fmla="*/ 73 w 188"/>
                  <a:gd name="T35" fmla="*/ 66 h 75"/>
                  <a:gd name="T36" fmla="*/ 76 w 188"/>
                  <a:gd name="T37" fmla="*/ 65 h 75"/>
                  <a:gd name="T38" fmla="*/ 77 w 188"/>
                  <a:gd name="T39" fmla="*/ 64 h 75"/>
                  <a:gd name="T40" fmla="*/ 80 w 188"/>
                  <a:gd name="T41" fmla="*/ 62 h 75"/>
                  <a:gd name="T42" fmla="*/ 83 w 188"/>
                  <a:gd name="T43" fmla="*/ 63 h 75"/>
                  <a:gd name="T44" fmla="*/ 86 w 188"/>
                  <a:gd name="T45" fmla="*/ 61 h 75"/>
                  <a:gd name="T46" fmla="*/ 94 w 188"/>
                  <a:gd name="T47" fmla="*/ 61 h 75"/>
                  <a:gd name="T48" fmla="*/ 100 w 188"/>
                  <a:gd name="T49" fmla="*/ 59 h 75"/>
                  <a:gd name="T50" fmla="*/ 105 w 188"/>
                  <a:gd name="T51" fmla="*/ 59 h 75"/>
                  <a:gd name="T52" fmla="*/ 108 w 188"/>
                  <a:gd name="T53" fmla="*/ 57 h 75"/>
                  <a:gd name="T54" fmla="*/ 109 w 188"/>
                  <a:gd name="T55" fmla="*/ 57 h 75"/>
                  <a:gd name="T56" fmla="*/ 114 w 188"/>
                  <a:gd name="T57" fmla="*/ 54 h 75"/>
                  <a:gd name="T58" fmla="*/ 120 w 188"/>
                  <a:gd name="T59" fmla="*/ 53 h 75"/>
                  <a:gd name="T60" fmla="*/ 124 w 188"/>
                  <a:gd name="T61" fmla="*/ 50 h 75"/>
                  <a:gd name="T62" fmla="*/ 127 w 188"/>
                  <a:gd name="T63" fmla="*/ 41 h 75"/>
                  <a:gd name="T64" fmla="*/ 133 w 188"/>
                  <a:gd name="T65" fmla="*/ 44 h 75"/>
                  <a:gd name="T66" fmla="*/ 139 w 188"/>
                  <a:gd name="T67" fmla="*/ 41 h 75"/>
                  <a:gd name="T68" fmla="*/ 144 w 188"/>
                  <a:gd name="T69" fmla="*/ 39 h 75"/>
                  <a:gd name="T70" fmla="*/ 156 w 188"/>
                  <a:gd name="T71" fmla="*/ 34 h 75"/>
                  <a:gd name="T72" fmla="*/ 160 w 188"/>
                  <a:gd name="T73" fmla="*/ 33 h 75"/>
                  <a:gd name="T74" fmla="*/ 170 w 188"/>
                  <a:gd name="T75" fmla="*/ 21 h 75"/>
                  <a:gd name="T76" fmla="*/ 173 w 188"/>
                  <a:gd name="T77" fmla="*/ 18 h 75"/>
                  <a:gd name="T78" fmla="*/ 169 w 188"/>
                  <a:gd name="T79" fmla="*/ 9 h 75"/>
                  <a:gd name="T80" fmla="*/ 149 w 188"/>
                  <a:gd name="T81" fmla="*/ 20 h 75"/>
                  <a:gd name="T82" fmla="*/ 110 w 188"/>
                  <a:gd name="T83" fmla="*/ 42 h 75"/>
                  <a:gd name="T84" fmla="*/ 103 w 188"/>
                  <a:gd name="T85" fmla="*/ 39 h 75"/>
                  <a:gd name="T86" fmla="*/ 88 w 188"/>
                  <a:gd name="T87" fmla="*/ 44 h 75"/>
                  <a:gd name="T88" fmla="*/ 69 w 188"/>
                  <a:gd name="T89" fmla="*/ 48 h 75"/>
                  <a:gd name="T90" fmla="*/ 59 w 188"/>
                  <a:gd name="T91" fmla="*/ 49 h 75"/>
                  <a:gd name="T92" fmla="*/ 44 w 188"/>
                  <a:gd name="T93" fmla="*/ 52 h 75"/>
                  <a:gd name="T94" fmla="*/ 29 w 188"/>
                  <a:gd name="T95" fmla="*/ 53 h 75"/>
                  <a:gd name="T96" fmla="*/ 19 w 188"/>
                  <a:gd name="T97" fmla="*/ 53 h 75"/>
                  <a:gd name="T98" fmla="*/ 10 w 188"/>
                  <a:gd name="T99" fmla="*/ 49 h 75"/>
                  <a:gd name="T100" fmla="*/ 7 w 188"/>
                  <a:gd name="T101" fmla="*/ 47 h 75"/>
                  <a:gd name="T102" fmla="*/ 5 w 188"/>
                  <a:gd name="T103" fmla="*/ 47 h 75"/>
                  <a:gd name="T104" fmla="*/ 3 w 188"/>
                  <a:gd name="T105" fmla="*/ 5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8" h="75">
                    <a:moveTo>
                      <a:pt x="5" y="55"/>
                    </a:moveTo>
                    <a:cubicBezTo>
                      <a:pt x="5" y="55"/>
                      <a:pt x="5" y="55"/>
                      <a:pt x="5" y="55"/>
                    </a:cubicBezTo>
                    <a:cubicBezTo>
                      <a:pt x="5" y="57"/>
                      <a:pt x="5" y="54"/>
                      <a:pt x="6" y="54"/>
                    </a:cubicBezTo>
                    <a:cubicBezTo>
                      <a:pt x="6" y="55"/>
                      <a:pt x="4" y="57"/>
                      <a:pt x="4" y="58"/>
                    </a:cubicBezTo>
                    <a:cubicBezTo>
                      <a:pt x="5" y="58"/>
                      <a:pt x="7" y="58"/>
                      <a:pt x="7" y="60"/>
                    </a:cubicBezTo>
                    <a:cubicBezTo>
                      <a:pt x="8" y="60"/>
                      <a:pt x="10" y="59"/>
                      <a:pt x="11" y="59"/>
                    </a:cubicBezTo>
                    <a:cubicBezTo>
                      <a:pt x="12" y="59"/>
                      <a:pt x="10" y="61"/>
                      <a:pt x="11" y="60"/>
                    </a:cubicBezTo>
                    <a:cubicBezTo>
                      <a:pt x="11" y="61"/>
                      <a:pt x="10" y="62"/>
                      <a:pt x="10" y="63"/>
                    </a:cubicBezTo>
                    <a:cubicBezTo>
                      <a:pt x="10" y="62"/>
                      <a:pt x="11" y="64"/>
                      <a:pt x="12" y="61"/>
                    </a:cubicBezTo>
                    <a:cubicBezTo>
                      <a:pt x="12" y="62"/>
                      <a:pt x="14" y="63"/>
                      <a:pt x="15" y="63"/>
                    </a:cubicBezTo>
                    <a:cubicBezTo>
                      <a:pt x="14" y="63"/>
                      <a:pt x="14" y="64"/>
                      <a:pt x="14" y="65"/>
                    </a:cubicBezTo>
                    <a:cubicBezTo>
                      <a:pt x="15" y="64"/>
                      <a:pt x="16" y="63"/>
                      <a:pt x="17" y="64"/>
                    </a:cubicBezTo>
                    <a:cubicBezTo>
                      <a:pt x="17" y="62"/>
                      <a:pt x="17" y="62"/>
                      <a:pt x="18" y="60"/>
                    </a:cubicBezTo>
                    <a:cubicBezTo>
                      <a:pt x="18" y="60"/>
                      <a:pt x="18" y="59"/>
                      <a:pt x="18" y="60"/>
                    </a:cubicBezTo>
                    <a:cubicBezTo>
                      <a:pt x="18" y="61"/>
                      <a:pt x="17" y="64"/>
                      <a:pt x="18" y="64"/>
                    </a:cubicBezTo>
                    <a:cubicBezTo>
                      <a:pt x="17" y="67"/>
                      <a:pt x="17" y="64"/>
                      <a:pt x="16" y="67"/>
                    </a:cubicBezTo>
                    <a:cubicBezTo>
                      <a:pt x="15" y="69"/>
                      <a:pt x="14" y="68"/>
                      <a:pt x="14" y="67"/>
                    </a:cubicBezTo>
                    <a:cubicBezTo>
                      <a:pt x="12" y="69"/>
                      <a:pt x="14" y="67"/>
                      <a:pt x="14" y="70"/>
                    </a:cubicBezTo>
                    <a:cubicBezTo>
                      <a:pt x="14" y="70"/>
                      <a:pt x="15" y="68"/>
                      <a:pt x="16" y="68"/>
                    </a:cubicBezTo>
                    <a:cubicBezTo>
                      <a:pt x="17" y="67"/>
                      <a:pt x="16" y="67"/>
                      <a:pt x="17" y="66"/>
                    </a:cubicBezTo>
                    <a:cubicBezTo>
                      <a:pt x="19" y="64"/>
                      <a:pt x="18" y="68"/>
                      <a:pt x="18" y="68"/>
                    </a:cubicBezTo>
                    <a:cubicBezTo>
                      <a:pt x="17" y="69"/>
                      <a:pt x="17" y="69"/>
                      <a:pt x="17" y="69"/>
                    </a:cubicBezTo>
                    <a:cubicBezTo>
                      <a:pt x="18" y="70"/>
                      <a:pt x="18" y="68"/>
                      <a:pt x="19" y="69"/>
                    </a:cubicBezTo>
                    <a:cubicBezTo>
                      <a:pt x="19" y="72"/>
                      <a:pt x="18" y="69"/>
                      <a:pt x="17" y="71"/>
                    </a:cubicBezTo>
                    <a:cubicBezTo>
                      <a:pt x="17" y="73"/>
                      <a:pt x="17" y="73"/>
                      <a:pt x="17" y="73"/>
                    </a:cubicBezTo>
                    <a:cubicBezTo>
                      <a:pt x="18" y="74"/>
                      <a:pt x="18" y="70"/>
                      <a:pt x="19" y="72"/>
                    </a:cubicBezTo>
                    <a:cubicBezTo>
                      <a:pt x="19" y="73"/>
                      <a:pt x="19" y="73"/>
                      <a:pt x="19" y="73"/>
                    </a:cubicBezTo>
                    <a:cubicBezTo>
                      <a:pt x="20" y="72"/>
                      <a:pt x="20" y="72"/>
                      <a:pt x="20" y="72"/>
                    </a:cubicBezTo>
                    <a:cubicBezTo>
                      <a:pt x="20" y="71"/>
                      <a:pt x="20" y="69"/>
                      <a:pt x="19" y="69"/>
                    </a:cubicBezTo>
                    <a:cubicBezTo>
                      <a:pt x="20" y="66"/>
                      <a:pt x="20" y="69"/>
                      <a:pt x="21" y="69"/>
                    </a:cubicBezTo>
                    <a:cubicBezTo>
                      <a:pt x="22" y="67"/>
                      <a:pt x="21" y="69"/>
                      <a:pt x="21" y="67"/>
                    </a:cubicBezTo>
                    <a:cubicBezTo>
                      <a:pt x="21" y="65"/>
                      <a:pt x="22" y="65"/>
                      <a:pt x="22" y="65"/>
                    </a:cubicBezTo>
                    <a:cubicBezTo>
                      <a:pt x="23" y="65"/>
                      <a:pt x="22" y="67"/>
                      <a:pt x="22" y="68"/>
                    </a:cubicBezTo>
                    <a:cubicBezTo>
                      <a:pt x="22" y="69"/>
                      <a:pt x="22" y="69"/>
                      <a:pt x="22" y="68"/>
                    </a:cubicBezTo>
                    <a:cubicBezTo>
                      <a:pt x="21" y="69"/>
                      <a:pt x="22" y="71"/>
                      <a:pt x="21" y="73"/>
                    </a:cubicBezTo>
                    <a:cubicBezTo>
                      <a:pt x="21" y="74"/>
                      <a:pt x="22" y="72"/>
                      <a:pt x="22" y="71"/>
                    </a:cubicBezTo>
                    <a:cubicBezTo>
                      <a:pt x="22" y="71"/>
                      <a:pt x="23" y="69"/>
                      <a:pt x="22" y="69"/>
                    </a:cubicBezTo>
                    <a:cubicBezTo>
                      <a:pt x="25" y="64"/>
                      <a:pt x="23" y="72"/>
                      <a:pt x="24" y="72"/>
                    </a:cubicBezTo>
                    <a:cubicBezTo>
                      <a:pt x="24" y="69"/>
                      <a:pt x="26" y="68"/>
                      <a:pt x="26" y="64"/>
                    </a:cubicBezTo>
                    <a:cubicBezTo>
                      <a:pt x="26" y="64"/>
                      <a:pt x="27" y="63"/>
                      <a:pt x="27" y="63"/>
                    </a:cubicBezTo>
                    <a:cubicBezTo>
                      <a:pt x="26" y="65"/>
                      <a:pt x="27" y="65"/>
                      <a:pt x="26" y="67"/>
                    </a:cubicBezTo>
                    <a:cubicBezTo>
                      <a:pt x="27" y="67"/>
                      <a:pt x="27" y="67"/>
                      <a:pt x="27" y="67"/>
                    </a:cubicBezTo>
                    <a:cubicBezTo>
                      <a:pt x="26" y="69"/>
                      <a:pt x="26" y="69"/>
                      <a:pt x="26" y="69"/>
                    </a:cubicBezTo>
                    <a:cubicBezTo>
                      <a:pt x="26" y="71"/>
                      <a:pt x="27" y="72"/>
                      <a:pt x="27" y="73"/>
                    </a:cubicBezTo>
                    <a:cubicBezTo>
                      <a:pt x="28" y="73"/>
                      <a:pt x="27" y="71"/>
                      <a:pt x="28" y="71"/>
                    </a:cubicBezTo>
                    <a:cubicBezTo>
                      <a:pt x="27" y="72"/>
                      <a:pt x="28" y="73"/>
                      <a:pt x="28" y="73"/>
                    </a:cubicBezTo>
                    <a:cubicBezTo>
                      <a:pt x="27" y="72"/>
                      <a:pt x="28" y="70"/>
                      <a:pt x="29" y="70"/>
                    </a:cubicBezTo>
                    <a:cubicBezTo>
                      <a:pt x="29" y="70"/>
                      <a:pt x="30" y="72"/>
                      <a:pt x="30" y="72"/>
                    </a:cubicBezTo>
                    <a:cubicBezTo>
                      <a:pt x="29" y="74"/>
                      <a:pt x="29" y="74"/>
                      <a:pt x="29" y="74"/>
                    </a:cubicBezTo>
                    <a:cubicBezTo>
                      <a:pt x="29" y="72"/>
                      <a:pt x="29" y="75"/>
                      <a:pt x="29" y="74"/>
                    </a:cubicBezTo>
                    <a:cubicBezTo>
                      <a:pt x="30" y="73"/>
                      <a:pt x="30" y="71"/>
                      <a:pt x="30" y="70"/>
                    </a:cubicBezTo>
                    <a:cubicBezTo>
                      <a:pt x="31" y="69"/>
                      <a:pt x="31" y="71"/>
                      <a:pt x="31" y="70"/>
                    </a:cubicBezTo>
                    <a:cubicBezTo>
                      <a:pt x="30" y="72"/>
                      <a:pt x="30" y="72"/>
                      <a:pt x="30" y="72"/>
                    </a:cubicBezTo>
                    <a:cubicBezTo>
                      <a:pt x="31" y="71"/>
                      <a:pt x="30" y="75"/>
                      <a:pt x="31" y="74"/>
                    </a:cubicBezTo>
                    <a:cubicBezTo>
                      <a:pt x="32" y="73"/>
                      <a:pt x="32" y="73"/>
                      <a:pt x="32" y="73"/>
                    </a:cubicBezTo>
                    <a:cubicBezTo>
                      <a:pt x="32" y="74"/>
                      <a:pt x="32" y="74"/>
                      <a:pt x="32" y="74"/>
                    </a:cubicBezTo>
                    <a:cubicBezTo>
                      <a:pt x="32" y="73"/>
                      <a:pt x="32" y="73"/>
                      <a:pt x="33" y="73"/>
                    </a:cubicBezTo>
                    <a:cubicBezTo>
                      <a:pt x="33" y="74"/>
                      <a:pt x="33" y="74"/>
                      <a:pt x="33" y="74"/>
                    </a:cubicBezTo>
                    <a:cubicBezTo>
                      <a:pt x="33" y="73"/>
                      <a:pt x="34" y="71"/>
                      <a:pt x="34" y="73"/>
                    </a:cubicBezTo>
                    <a:cubicBezTo>
                      <a:pt x="34" y="70"/>
                      <a:pt x="33" y="73"/>
                      <a:pt x="33" y="72"/>
                    </a:cubicBezTo>
                    <a:cubicBezTo>
                      <a:pt x="33" y="70"/>
                      <a:pt x="34" y="70"/>
                      <a:pt x="34" y="70"/>
                    </a:cubicBezTo>
                    <a:cubicBezTo>
                      <a:pt x="34" y="72"/>
                      <a:pt x="35" y="70"/>
                      <a:pt x="35" y="70"/>
                    </a:cubicBezTo>
                    <a:cubicBezTo>
                      <a:pt x="35" y="71"/>
                      <a:pt x="35" y="72"/>
                      <a:pt x="36" y="72"/>
                    </a:cubicBezTo>
                    <a:cubicBezTo>
                      <a:pt x="36" y="70"/>
                      <a:pt x="36" y="70"/>
                      <a:pt x="36" y="70"/>
                    </a:cubicBezTo>
                    <a:cubicBezTo>
                      <a:pt x="36" y="74"/>
                      <a:pt x="37" y="70"/>
                      <a:pt x="37" y="71"/>
                    </a:cubicBezTo>
                    <a:cubicBezTo>
                      <a:pt x="37" y="72"/>
                      <a:pt x="37" y="73"/>
                      <a:pt x="37" y="74"/>
                    </a:cubicBezTo>
                    <a:cubicBezTo>
                      <a:pt x="37" y="71"/>
                      <a:pt x="38" y="70"/>
                      <a:pt x="38" y="69"/>
                    </a:cubicBezTo>
                    <a:cubicBezTo>
                      <a:pt x="39" y="70"/>
                      <a:pt x="38" y="72"/>
                      <a:pt x="38" y="74"/>
                    </a:cubicBezTo>
                    <a:cubicBezTo>
                      <a:pt x="38" y="72"/>
                      <a:pt x="39" y="75"/>
                      <a:pt x="39" y="73"/>
                    </a:cubicBezTo>
                    <a:cubicBezTo>
                      <a:pt x="39" y="72"/>
                      <a:pt x="39" y="71"/>
                      <a:pt x="39" y="70"/>
                    </a:cubicBezTo>
                    <a:cubicBezTo>
                      <a:pt x="40" y="70"/>
                      <a:pt x="39" y="71"/>
                      <a:pt x="40" y="72"/>
                    </a:cubicBezTo>
                    <a:cubicBezTo>
                      <a:pt x="40" y="72"/>
                      <a:pt x="41" y="69"/>
                      <a:pt x="40" y="69"/>
                    </a:cubicBezTo>
                    <a:cubicBezTo>
                      <a:pt x="41" y="69"/>
                      <a:pt x="41" y="67"/>
                      <a:pt x="42" y="68"/>
                    </a:cubicBezTo>
                    <a:cubicBezTo>
                      <a:pt x="42" y="70"/>
                      <a:pt x="41" y="69"/>
                      <a:pt x="41" y="70"/>
                    </a:cubicBezTo>
                    <a:cubicBezTo>
                      <a:pt x="42" y="70"/>
                      <a:pt x="41" y="66"/>
                      <a:pt x="42" y="66"/>
                    </a:cubicBezTo>
                    <a:cubicBezTo>
                      <a:pt x="42" y="65"/>
                      <a:pt x="42" y="62"/>
                      <a:pt x="43" y="61"/>
                    </a:cubicBezTo>
                    <a:cubicBezTo>
                      <a:pt x="44" y="62"/>
                      <a:pt x="42" y="62"/>
                      <a:pt x="43" y="64"/>
                    </a:cubicBezTo>
                    <a:cubicBezTo>
                      <a:pt x="43" y="64"/>
                      <a:pt x="43" y="64"/>
                      <a:pt x="43" y="64"/>
                    </a:cubicBezTo>
                    <a:cubicBezTo>
                      <a:pt x="44" y="67"/>
                      <a:pt x="42" y="68"/>
                      <a:pt x="43" y="71"/>
                    </a:cubicBezTo>
                    <a:cubicBezTo>
                      <a:pt x="43" y="70"/>
                      <a:pt x="43" y="70"/>
                      <a:pt x="43" y="70"/>
                    </a:cubicBezTo>
                    <a:cubicBezTo>
                      <a:pt x="43" y="73"/>
                      <a:pt x="43" y="73"/>
                      <a:pt x="43" y="73"/>
                    </a:cubicBezTo>
                    <a:cubicBezTo>
                      <a:pt x="43" y="71"/>
                      <a:pt x="44" y="72"/>
                      <a:pt x="44" y="72"/>
                    </a:cubicBezTo>
                    <a:cubicBezTo>
                      <a:pt x="44" y="70"/>
                      <a:pt x="44" y="72"/>
                      <a:pt x="44" y="71"/>
                    </a:cubicBezTo>
                    <a:cubicBezTo>
                      <a:pt x="44" y="71"/>
                      <a:pt x="45" y="68"/>
                      <a:pt x="45" y="69"/>
                    </a:cubicBezTo>
                    <a:cubicBezTo>
                      <a:pt x="45" y="70"/>
                      <a:pt x="46" y="71"/>
                      <a:pt x="45" y="72"/>
                    </a:cubicBezTo>
                    <a:cubicBezTo>
                      <a:pt x="46" y="73"/>
                      <a:pt x="45" y="70"/>
                      <a:pt x="46" y="71"/>
                    </a:cubicBezTo>
                    <a:cubicBezTo>
                      <a:pt x="46" y="72"/>
                      <a:pt x="46" y="72"/>
                      <a:pt x="46" y="72"/>
                    </a:cubicBezTo>
                    <a:cubicBezTo>
                      <a:pt x="48" y="72"/>
                      <a:pt x="50" y="72"/>
                      <a:pt x="52" y="68"/>
                    </a:cubicBezTo>
                    <a:cubicBezTo>
                      <a:pt x="52" y="70"/>
                      <a:pt x="53" y="70"/>
                      <a:pt x="54" y="71"/>
                    </a:cubicBezTo>
                    <a:cubicBezTo>
                      <a:pt x="53" y="70"/>
                      <a:pt x="54" y="69"/>
                      <a:pt x="54" y="69"/>
                    </a:cubicBezTo>
                    <a:cubicBezTo>
                      <a:pt x="55" y="71"/>
                      <a:pt x="55" y="71"/>
                      <a:pt x="55" y="71"/>
                    </a:cubicBezTo>
                    <a:cubicBezTo>
                      <a:pt x="56" y="72"/>
                      <a:pt x="56" y="70"/>
                      <a:pt x="57" y="69"/>
                    </a:cubicBezTo>
                    <a:cubicBezTo>
                      <a:pt x="57" y="70"/>
                      <a:pt x="57" y="70"/>
                      <a:pt x="57" y="70"/>
                    </a:cubicBezTo>
                    <a:cubicBezTo>
                      <a:pt x="58" y="71"/>
                      <a:pt x="57" y="69"/>
                      <a:pt x="58" y="69"/>
                    </a:cubicBezTo>
                    <a:cubicBezTo>
                      <a:pt x="58" y="70"/>
                      <a:pt x="58" y="70"/>
                      <a:pt x="58" y="70"/>
                    </a:cubicBezTo>
                    <a:cubicBezTo>
                      <a:pt x="58" y="69"/>
                      <a:pt x="58" y="69"/>
                      <a:pt x="58" y="69"/>
                    </a:cubicBezTo>
                    <a:cubicBezTo>
                      <a:pt x="59" y="68"/>
                      <a:pt x="59" y="68"/>
                      <a:pt x="59" y="70"/>
                    </a:cubicBezTo>
                    <a:cubicBezTo>
                      <a:pt x="60" y="70"/>
                      <a:pt x="60" y="69"/>
                      <a:pt x="59" y="69"/>
                    </a:cubicBezTo>
                    <a:cubicBezTo>
                      <a:pt x="60" y="70"/>
                      <a:pt x="61" y="70"/>
                      <a:pt x="62" y="69"/>
                    </a:cubicBezTo>
                    <a:cubicBezTo>
                      <a:pt x="62" y="68"/>
                      <a:pt x="62" y="68"/>
                      <a:pt x="62" y="66"/>
                    </a:cubicBezTo>
                    <a:cubicBezTo>
                      <a:pt x="61" y="64"/>
                      <a:pt x="62" y="67"/>
                      <a:pt x="62" y="65"/>
                    </a:cubicBezTo>
                    <a:cubicBezTo>
                      <a:pt x="62" y="66"/>
                      <a:pt x="63" y="67"/>
                      <a:pt x="62" y="68"/>
                    </a:cubicBezTo>
                    <a:cubicBezTo>
                      <a:pt x="64" y="71"/>
                      <a:pt x="65" y="68"/>
                      <a:pt x="67" y="68"/>
                    </a:cubicBezTo>
                    <a:cubicBezTo>
                      <a:pt x="67" y="67"/>
                      <a:pt x="67" y="67"/>
                      <a:pt x="67" y="67"/>
                    </a:cubicBezTo>
                    <a:cubicBezTo>
                      <a:pt x="68" y="69"/>
                      <a:pt x="69" y="67"/>
                      <a:pt x="70" y="67"/>
                    </a:cubicBezTo>
                    <a:cubicBezTo>
                      <a:pt x="70" y="66"/>
                      <a:pt x="70" y="64"/>
                      <a:pt x="71" y="64"/>
                    </a:cubicBezTo>
                    <a:cubicBezTo>
                      <a:pt x="71" y="61"/>
                      <a:pt x="71" y="66"/>
                      <a:pt x="72" y="67"/>
                    </a:cubicBezTo>
                    <a:cubicBezTo>
                      <a:pt x="72" y="66"/>
                      <a:pt x="73" y="66"/>
                      <a:pt x="73" y="66"/>
                    </a:cubicBezTo>
                    <a:cubicBezTo>
                      <a:pt x="73" y="66"/>
                      <a:pt x="73" y="66"/>
                      <a:pt x="73" y="66"/>
                    </a:cubicBezTo>
                    <a:cubicBezTo>
                      <a:pt x="73" y="65"/>
                      <a:pt x="73" y="65"/>
                      <a:pt x="74" y="65"/>
                    </a:cubicBezTo>
                    <a:cubicBezTo>
                      <a:pt x="74" y="66"/>
                      <a:pt x="74" y="66"/>
                      <a:pt x="74" y="66"/>
                    </a:cubicBezTo>
                    <a:cubicBezTo>
                      <a:pt x="74" y="66"/>
                      <a:pt x="75" y="67"/>
                      <a:pt x="75" y="67"/>
                    </a:cubicBezTo>
                    <a:cubicBezTo>
                      <a:pt x="75" y="65"/>
                      <a:pt x="76" y="66"/>
                      <a:pt x="76" y="64"/>
                    </a:cubicBezTo>
                    <a:cubicBezTo>
                      <a:pt x="76" y="65"/>
                      <a:pt x="76" y="65"/>
                      <a:pt x="76" y="65"/>
                    </a:cubicBezTo>
                    <a:cubicBezTo>
                      <a:pt x="76" y="63"/>
                      <a:pt x="76" y="63"/>
                      <a:pt x="76" y="63"/>
                    </a:cubicBezTo>
                    <a:cubicBezTo>
                      <a:pt x="77" y="64"/>
                      <a:pt x="77" y="64"/>
                      <a:pt x="77" y="64"/>
                    </a:cubicBezTo>
                    <a:cubicBezTo>
                      <a:pt x="77" y="66"/>
                      <a:pt x="77" y="66"/>
                      <a:pt x="77" y="66"/>
                    </a:cubicBezTo>
                    <a:cubicBezTo>
                      <a:pt x="78" y="67"/>
                      <a:pt x="77" y="64"/>
                      <a:pt x="77" y="63"/>
                    </a:cubicBezTo>
                    <a:cubicBezTo>
                      <a:pt x="77" y="62"/>
                      <a:pt x="78" y="64"/>
                      <a:pt x="78" y="64"/>
                    </a:cubicBezTo>
                    <a:cubicBezTo>
                      <a:pt x="78" y="65"/>
                      <a:pt x="78" y="64"/>
                      <a:pt x="77" y="64"/>
                    </a:cubicBezTo>
                    <a:cubicBezTo>
                      <a:pt x="77" y="66"/>
                      <a:pt x="78" y="65"/>
                      <a:pt x="78" y="66"/>
                    </a:cubicBezTo>
                    <a:cubicBezTo>
                      <a:pt x="78" y="66"/>
                      <a:pt x="78" y="64"/>
                      <a:pt x="78" y="64"/>
                    </a:cubicBezTo>
                    <a:cubicBezTo>
                      <a:pt x="79" y="64"/>
                      <a:pt x="79" y="64"/>
                      <a:pt x="80" y="65"/>
                    </a:cubicBezTo>
                    <a:cubicBezTo>
                      <a:pt x="80" y="64"/>
                      <a:pt x="80" y="65"/>
                      <a:pt x="80" y="64"/>
                    </a:cubicBezTo>
                    <a:cubicBezTo>
                      <a:pt x="80" y="64"/>
                      <a:pt x="79" y="63"/>
                      <a:pt x="79" y="62"/>
                    </a:cubicBezTo>
                    <a:cubicBezTo>
                      <a:pt x="79" y="62"/>
                      <a:pt x="80" y="61"/>
                      <a:pt x="80" y="62"/>
                    </a:cubicBezTo>
                    <a:cubicBezTo>
                      <a:pt x="80" y="63"/>
                      <a:pt x="80" y="63"/>
                      <a:pt x="80" y="63"/>
                    </a:cubicBezTo>
                    <a:cubicBezTo>
                      <a:pt x="80" y="62"/>
                      <a:pt x="81" y="62"/>
                      <a:pt x="80" y="61"/>
                    </a:cubicBezTo>
                    <a:cubicBezTo>
                      <a:pt x="81" y="63"/>
                      <a:pt x="81" y="63"/>
                      <a:pt x="81" y="63"/>
                    </a:cubicBezTo>
                    <a:cubicBezTo>
                      <a:pt x="81" y="62"/>
                      <a:pt x="81" y="62"/>
                      <a:pt x="82" y="61"/>
                    </a:cubicBezTo>
                    <a:cubicBezTo>
                      <a:pt x="82" y="63"/>
                      <a:pt x="82" y="65"/>
                      <a:pt x="83" y="65"/>
                    </a:cubicBezTo>
                    <a:cubicBezTo>
                      <a:pt x="83" y="63"/>
                      <a:pt x="83" y="63"/>
                      <a:pt x="83" y="63"/>
                    </a:cubicBezTo>
                    <a:cubicBezTo>
                      <a:pt x="84" y="63"/>
                      <a:pt x="84" y="64"/>
                      <a:pt x="84" y="65"/>
                    </a:cubicBezTo>
                    <a:cubicBezTo>
                      <a:pt x="85" y="65"/>
                      <a:pt x="84" y="60"/>
                      <a:pt x="85" y="61"/>
                    </a:cubicBezTo>
                    <a:cubicBezTo>
                      <a:pt x="85" y="63"/>
                      <a:pt x="86" y="63"/>
                      <a:pt x="86" y="64"/>
                    </a:cubicBezTo>
                    <a:cubicBezTo>
                      <a:pt x="86" y="63"/>
                      <a:pt x="86" y="63"/>
                      <a:pt x="86" y="62"/>
                    </a:cubicBezTo>
                    <a:cubicBezTo>
                      <a:pt x="86" y="62"/>
                      <a:pt x="86" y="64"/>
                      <a:pt x="86" y="63"/>
                    </a:cubicBezTo>
                    <a:cubicBezTo>
                      <a:pt x="85" y="61"/>
                      <a:pt x="86" y="62"/>
                      <a:pt x="86" y="61"/>
                    </a:cubicBezTo>
                    <a:cubicBezTo>
                      <a:pt x="88" y="65"/>
                      <a:pt x="89" y="62"/>
                      <a:pt x="91" y="64"/>
                    </a:cubicBezTo>
                    <a:cubicBezTo>
                      <a:pt x="90" y="61"/>
                      <a:pt x="91" y="63"/>
                      <a:pt x="91" y="62"/>
                    </a:cubicBezTo>
                    <a:cubicBezTo>
                      <a:pt x="92" y="64"/>
                      <a:pt x="92" y="61"/>
                      <a:pt x="93" y="63"/>
                    </a:cubicBezTo>
                    <a:cubicBezTo>
                      <a:pt x="92" y="60"/>
                      <a:pt x="92" y="60"/>
                      <a:pt x="92" y="60"/>
                    </a:cubicBezTo>
                    <a:cubicBezTo>
                      <a:pt x="93" y="61"/>
                      <a:pt x="92" y="56"/>
                      <a:pt x="94" y="59"/>
                    </a:cubicBezTo>
                    <a:cubicBezTo>
                      <a:pt x="94" y="60"/>
                      <a:pt x="94" y="61"/>
                      <a:pt x="94" y="61"/>
                    </a:cubicBezTo>
                    <a:cubicBezTo>
                      <a:pt x="95" y="64"/>
                      <a:pt x="95" y="59"/>
                      <a:pt x="96" y="62"/>
                    </a:cubicBezTo>
                    <a:cubicBezTo>
                      <a:pt x="96" y="61"/>
                      <a:pt x="95" y="59"/>
                      <a:pt x="96" y="58"/>
                    </a:cubicBezTo>
                    <a:cubicBezTo>
                      <a:pt x="96" y="59"/>
                      <a:pt x="98" y="60"/>
                      <a:pt x="98" y="60"/>
                    </a:cubicBezTo>
                    <a:cubicBezTo>
                      <a:pt x="98" y="60"/>
                      <a:pt x="98" y="59"/>
                      <a:pt x="98" y="60"/>
                    </a:cubicBezTo>
                    <a:cubicBezTo>
                      <a:pt x="99" y="61"/>
                      <a:pt x="98" y="61"/>
                      <a:pt x="98" y="61"/>
                    </a:cubicBezTo>
                    <a:cubicBezTo>
                      <a:pt x="99" y="62"/>
                      <a:pt x="99" y="60"/>
                      <a:pt x="100" y="59"/>
                    </a:cubicBezTo>
                    <a:cubicBezTo>
                      <a:pt x="101" y="61"/>
                      <a:pt x="101" y="60"/>
                      <a:pt x="102" y="61"/>
                    </a:cubicBezTo>
                    <a:cubicBezTo>
                      <a:pt x="102" y="58"/>
                      <a:pt x="104" y="61"/>
                      <a:pt x="103" y="58"/>
                    </a:cubicBezTo>
                    <a:cubicBezTo>
                      <a:pt x="103" y="59"/>
                      <a:pt x="103" y="59"/>
                      <a:pt x="103" y="59"/>
                    </a:cubicBezTo>
                    <a:cubicBezTo>
                      <a:pt x="104" y="58"/>
                      <a:pt x="103" y="56"/>
                      <a:pt x="104" y="56"/>
                    </a:cubicBezTo>
                    <a:cubicBezTo>
                      <a:pt x="104" y="58"/>
                      <a:pt x="104" y="58"/>
                      <a:pt x="104" y="58"/>
                    </a:cubicBezTo>
                    <a:cubicBezTo>
                      <a:pt x="105" y="61"/>
                      <a:pt x="105" y="58"/>
                      <a:pt x="105" y="59"/>
                    </a:cubicBezTo>
                    <a:cubicBezTo>
                      <a:pt x="105" y="58"/>
                      <a:pt x="106" y="59"/>
                      <a:pt x="106" y="58"/>
                    </a:cubicBezTo>
                    <a:cubicBezTo>
                      <a:pt x="106" y="57"/>
                      <a:pt x="106" y="57"/>
                      <a:pt x="106" y="57"/>
                    </a:cubicBezTo>
                    <a:cubicBezTo>
                      <a:pt x="106" y="56"/>
                      <a:pt x="106" y="56"/>
                      <a:pt x="106" y="56"/>
                    </a:cubicBezTo>
                    <a:cubicBezTo>
                      <a:pt x="107" y="55"/>
                      <a:pt x="107" y="58"/>
                      <a:pt x="107" y="58"/>
                    </a:cubicBezTo>
                    <a:cubicBezTo>
                      <a:pt x="107" y="59"/>
                      <a:pt x="108" y="58"/>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9" y="57"/>
                    </a:cubicBezTo>
                    <a:cubicBezTo>
                      <a:pt x="109" y="57"/>
                      <a:pt x="109" y="57"/>
                      <a:pt x="109" y="57"/>
                    </a:cubicBezTo>
                    <a:cubicBezTo>
                      <a:pt x="109" y="57"/>
                      <a:pt x="109" y="57"/>
                      <a:pt x="109" y="58"/>
                    </a:cubicBezTo>
                    <a:cubicBezTo>
                      <a:pt x="109" y="59"/>
                      <a:pt x="109" y="59"/>
                      <a:pt x="109" y="59"/>
                    </a:cubicBezTo>
                    <a:cubicBezTo>
                      <a:pt x="110" y="59"/>
                      <a:pt x="110" y="57"/>
                      <a:pt x="110" y="57"/>
                    </a:cubicBezTo>
                    <a:cubicBezTo>
                      <a:pt x="111" y="58"/>
                      <a:pt x="113" y="56"/>
                      <a:pt x="113" y="55"/>
                    </a:cubicBezTo>
                    <a:cubicBezTo>
                      <a:pt x="113" y="55"/>
                      <a:pt x="113" y="56"/>
                      <a:pt x="113" y="55"/>
                    </a:cubicBezTo>
                    <a:cubicBezTo>
                      <a:pt x="114" y="55"/>
                      <a:pt x="114" y="53"/>
                      <a:pt x="114" y="54"/>
                    </a:cubicBezTo>
                    <a:cubicBezTo>
                      <a:pt x="114" y="54"/>
                      <a:pt x="115" y="55"/>
                      <a:pt x="115" y="55"/>
                    </a:cubicBezTo>
                    <a:cubicBezTo>
                      <a:pt x="115" y="56"/>
                      <a:pt x="115" y="54"/>
                      <a:pt x="115" y="54"/>
                    </a:cubicBezTo>
                    <a:cubicBezTo>
                      <a:pt x="116" y="56"/>
                      <a:pt x="116" y="52"/>
                      <a:pt x="118" y="53"/>
                    </a:cubicBezTo>
                    <a:cubicBezTo>
                      <a:pt x="118" y="53"/>
                      <a:pt x="118" y="54"/>
                      <a:pt x="118" y="55"/>
                    </a:cubicBezTo>
                    <a:cubicBezTo>
                      <a:pt x="119" y="54"/>
                      <a:pt x="119" y="53"/>
                      <a:pt x="120" y="51"/>
                    </a:cubicBezTo>
                    <a:cubicBezTo>
                      <a:pt x="120" y="53"/>
                      <a:pt x="120" y="53"/>
                      <a:pt x="120" y="53"/>
                    </a:cubicBezTo>
                    <a:cubicBezTo>
                      <a:pt x="120" y="52"/>
                      <a:pt x="121" y="52"/>
                      <a:pt x="121" y="51"/>
                    </a:cubicBezTo>
                    <a:cubicBezTo>
                      <a:pt x="120" y="50"/>
                      <a:pt x="120" y="48"/>
                      <a:pt x="121" y="49"/>
                    </a:cubicBezTo>
                    <a:cubicBezTo>
                      <a:pt x="121" y="49"/>
                      <a:pt x="121" y="49"/>
                      <a:pt x="121" y="49"/>
                    </a:cubicBezTo>
                    <a:cubicBezTo>
                      <a:pt x="122" y="48"/>
                      <a:pt x="122" y="48"/>
                      <a:pt x="122" y="48"/>
                    </a:cubicBezTo>
                    <a:cubicBezTo>
                      <a:pt x="122" y="48"/>
                      <a:pt x="122" y="48"/>
                      <a:pt x="122" y="49"/>
                    </a:cubicBezTo>
                    <a:cubicBezTo>
                      <a:pt x="123" y="51"/>
                      <a:pt x="124" y="50"/>
                      <a:pt x="124" y="50"/>
                    </a:cubicBezTo>
                    <a:cubicBezTo>
                      <a:pt x="124" y="49"/>
                      <a:pt x="124" y="49"/>
                      <a:pt x="124" y="49"/>
                    </a:cubicBezTo>
                    <a:cubicBezTo>
                      <a:pt x="124" y="48"/>
                      <a:pt x="125" y="50"/>
                      <a:pt x="125" y="50"/>
                    </a:cubicBezTo>
                    <a:cubicBezTo>
                      <a:pt x="125" y="45"/>
                      <a:pt x="125" y="45"/>
                      <a:pt x="125" y="45"/>
                    </a:cubicBezTo>
                    <a:cubicBezTo>
                      <a:pt x="125" y="45"/>
                      <a:pt x="126" y="47"/>
                      <a:pt x="126" y="48"/>
                    </a:cubicBezTo>
                    <a:cubicBezTo>
                      <a:pt x="127" y="47"/>
                      <a:pt x="126" y="44"/>
                      <a:pt x="126" y="42"/>
                    </a:cubicBezTo>
                    <a:cubicBezTo>
                      <a:pt x="127" y="43"/>
                      <a:pt x="127" y="41"/>
                      <a:pt x="127" y="41"/>
                    </a:cubicBezTo>
                    <a:cubicBezTo>
                      <a:pt x="128" y="42"/>
                      <a:pt x="127" y="41"/>
                      <a:pt x="127" y="42"/>
                    </a:cubicBezTo>
                    <a:cubicBezTo>
                      <a:pt x="128" y="43"/>
                      <a:pt x="128" y="43"/>
                      <a:pt x="128" y="43"/>
                    </a:cubicBezTo>
                    <a:cubicBezTo>
                      <a:pt x="128" y="44"/>
                      <a:pt x="129" y="46"/>
                      <a:pt x="129" y="47"/>
                    </a:cubicBezTo>
                    <a:cubicBezTo>
                      <a:pt x="129" y="46"/>
                      <a:pt x="131" y="46"/>
                      <a:pt x="132" y="46"/>
                    </a:cubicBezTo>
                    <a:cubicBezTo>
                      <a:pt x="130" y="44"/>
                      <a:pt x="132" y="45"/>
                      <a:pt x="132" y="42"/>
                    </a:cubicBezTo>
                    <a:cubicBezTo>
                      <a:pt x="132" y="41"/>
                      <a:pt x="133" y="44"/>
                      <a:pt x="133" y="44"/>
                    </a:cubicBezTo>
                    <a:cubicBezTo>
                      <a:pt x="134" y="43"/>
                      <a:pt x="135" y="44"/>
                      <a:pt x="136" y="43"/>
                    </a:cubicBezTo>
                    <a:cubicBezTo>
                      <a:pt x="136" y="43"/>
                      <a:pt x="136" y="43"/>
                      <a:pt x="136" y="43"/>
                    </a:cubicBezTo>
                    <a:cubicBezTo>
                      <a:pt x="136" y="42"/>
                      <a:pt x="138" y="43"/>
                      <a:pt x="138" y="40"/>
                    </a:cubicBezTo>
                    <a:cubicBezTo>
                      <a:pt x="138" y="42"/>
                      <a:pt x="138" y="42"/>
                      <a:pt x="138" y="42"/>
                    </a:cubicBezTo>
                    <a:cubicBezTo>
                      <a:pt x="139" y="42"/>
                      <a:pt x="137" y="39"/>
                      <a:pt x="139" y="40"/>
                    </a:cubicBezTo>
                    <a:cubicBezTo>
                      <a:pt x="139" y="41"/>
                      <a:pt x="139" y="41"/>
                      <a:pt x="139" y="41"/>
                    </a:cubicBezTo>
                    <a:cubicBezTo>
                      <a:pt x="139" y="40"/>
                      <a:pt x="140" y="42"/>
                      <a:pt x="140" y="39"/>
                    </a:cubicBezTo>
                    <a:cubicBezTo>
                      <a:pt x="141" y="41"/>
                      <a:pt x="141" y="41"/>
                      <a:pt x="141" y="41"/>
                    </a:cubicBezTo>
                    <a:cubicBezTo>
                      <a:pt x="141" y="40"/>
                      <a:pt x="142" y="40"/>
                      <a:pt x="142" y="38"/>
                    </a:cubicBezTo>
                    <a:cubicBezTo>
                      <a:pt x="142" y="40"/>
                      <a:pt x="142" y="40"/>
                      <a:pt x="142" y="40"/>
                    </a:cubicBezTo>
                    <a:cubicBezTo>
                      <a:pt x="143" y="41"/>
                      <a:pt x="142" y="38"/>
                      <a:pt x="143" y="38"/>
                    </a:cubicBezTo>
                    <a:cubicBezTo>
                      <a:pt x="143" y="38"/>
                      <a:pt x="144" y="39"/>
                      <a:pt x="144" y="39"/>
                    </a:cubicBezTo>
                    <a:cubicBezTo>
                      <a:pt x="143" y="38"/>
                      <a:pt x="144" y="38"/>
                      <a:pt x="144" y="37"/>
                    </a:cubicBezTo>
                    <a:cubicBezTo>
                      <a:pt x="146" y="39"/>
                      <a:pt x="146" y="39"/>
                      <a:pt x="146" y="39"/>
                    </a:cubicBezTo>
                    <a:cubicBezTo>
                      <a:pt x="149" y="37"/>
                      <a:pt x="152" y="36"/>
                      <a:pt x="154" y="33"/>
                    </a:cubicBezTo>
                    <a:cubicBezTo>
                      <a:pt x="156" y="35"/>
                      <a:pt x="154" y="35"/>
                      <a:pt x="155" y="36"/>
                    </a:cubicBezTo>
                    <a:cubicBezTo>
                      <a:pt x="154" y="34"/>
                      <a:pt x="155" y="35"/>
                      <a:pt x="156" y="34"/>
                    </a:cubicBezTo>
                    <a:cubicBezTo>
                      <a:pt x="156" y="34"/>
                      <a:pt x="156" y="34"/>
                      <a:pt x="156" y="34"/>
                    </a:cubicBezTo>
                    <a:cubicBezTo>
                      <a:pt x="156" y="34"/>
                      <a:pt x="157" y="35"/>
                      <a:pt x="157" y="34"/>
                    </a:cubicBezTo>
                    <a:cubicBezTo>
                      <a:pt x="157" y="34"/>
                      <a:pt x="157" y="34"/>
                      <a:pt x="157" y="34"/>
                    </a:cubicBezTo>
                    <a:cubicBezTo>
                      <a:pt x="157" y="32"/>
                      <a:pt x="159" y="36"/>
                      <a:pt x="158" y="33"/>
                    </a:cubicBezTo>
                    <a:cubicBezTo>
                      <a:pt x="159" y="34"/>
                      <a:pt x="159" y="34"/>
                      <a:pt x="159" y="34"/>
                    </a:cubicBezTo>
                    <a:cubicBezTo>
                      <a:pt x="158" y="32"/>
                      <a:pt x="160" y="35"/>
                      <a:pt x="160" y="33"/>
                    </a:cubicBezTo>
                    <a:cubicBezTo>
                      <a:pt x="160" y="33"/>
                      <a:pt x="160" y="33"/>
                      <a:pt x="160" y="33"/>
                    </a:cubicBezTo>
                    <a:cubicBezTo>
                      <a:pt x="161" y="34"/>
                      <a:pt x="160" y="30"/>
                      <a:pt x="161" y="32"/>
                    </a:cubicBezTo>
                    <a:cubicBezTo>
                      <a:pt x="162" y="31"/>
                      <a:pt x="162" y="30"/>
                      <a:pt x="161" y="28"/>
                    </a:cubicBezTo>
                    <a:cubicBezTo>
                      <a:pt x="162" y="30"/>
                      <a:pt x="162" y="30"/>
                      <a:pt x="162" y="30"/>
                    </a:cubicBezTo>
                    <a:cubicBezTo>
                      <a:pt x="164" y="28"/>
                      <a:pt x="167" y="27"/>
                      <a:pt x="167" y="24"/>
                    </a:cubicBezTo>
                    <a:cubicBezTo>
                      <a:pt x="168" y="25"/>
                      <a:pt x="168" y="25"/>
                      <a:pt x="168" y="25"/>
                    </a:cubicBezTo>
                    <a:cubicBezTo>
                      <a:pt x="167" y="22"/>
                      <a:pt x="171" y="25"/>
                      <a:pt x="170" y="21"/>
                    </a:cubicBezTo>
                    <a:cubicBezTo>
                      <a:pt x="169" y="19"/>
                      <a:pt x="169" y="19"/>
                      <a:pt x="169" y="19"/>
                    </a:cubicBezTo>
                    <a:cubicBezTo>
                      <a:pt x="171" y="21"/>
                      <a:pt x="171" y="21"/>
                      <a:pt x="171" y="21"/>
                    </a:cubicBezTo>
                    <a:cubicBezTo>
                      <a:pt x="170" y="20"/>
                      <a:pt x="172" y="20"/>
                      <a:pt x="171" y="19"/>
                    </a:cubicBezTo>
                    <a:cubicBezTo>
                      <a:pt x="171" y="19"/>
                      <a:pt x="171" y="19"/>
                      <a:pt x="172" y="20"/>
                    </a:cubicBezTo>
                    <a:cubicBezTo>
                      <a:pt x="172" y="20"/>
                      <a:pt x="171" y="17"/>
                      <a:pt x="172" y="17"/>
                    </a:cubicBezTo>
                    <a:cubicBezTo>
                      <a:pt x="173" y="18"/>
                      <a:pt x="173" y="18"/>
                      <a:pt x="173" y="18"/>
                    </a:cubicBezTo>
                    <a:cubicBezTo>
                      <a:pt x="177" y="19"/>
                      <a:pt x="182" y="18"/>
                      <a:pt x="181" y="13"/>
                    </a:cubicBezTo>
                    <a:cubicBezTo>
                      <a:pt x="181" y="12"/>
                      <a:pt x="183" y="14"/>
                      <a:pt x="183" y="14"/>
                    </a:cubicBezTo>
                    <a:cubicBezTo>
                      <a:pt x="182" y="10"/>
                      <a:pt x="188" y="11"/>
                      <a:pt x="186" y="6"/>
                    </a:cubicBezTo>
                    <a:cubicBezTo>
                      <a:pt x="186" y="4"/>
                      <a:pt x="182" y="0"/>
                      <a:pt x="182" y="0"/>
                    </a:cubicBezTo>
                    <a:cubicBezTo>
                      <a:pt x="180" y="4"/>
                      <a:pt x="176" y="5"/>
                      <a:pt x="171" y="6"/>
                    </a:cubicBezTo>
                    <a:cubicBezTo>
                      <a:pt x="171" y="7"/>
                      <a:pt x="170" y="9"/>
                      <a:pt x="169" y="9"/>
                    </a:cubicBezTo>
                    <a:cubicBezTo>
                      <a:pt x="165" y="12"/>
                      <a:pt x="158" y="11"/>
                      <a:pt x="154" y="16"/>
                    </a:cubicBezTo>
                    <a:cubicBezTo>
                      <a:pt x="155" y="16"/>
                      <a:pt x="155" y="18"/>
                      <a:pt x="155" y="18"/>
                    </a:cubicBezTo>
                    <a:cubicBezTo>
                      <a:pt x="155" y="18"/>
                      <a:pt x="155" y="18"/>
                      <a:pt x="155" y="18"/>
                    </a:cubicBezTo>
                    <a:cubicBezTo>
                      <a:pt x="155" y="19"/>
                      <a:pt x="155" y="19"/>
                      <a:pt x="155" y="19"/>
                    </a:cubicBezTo>
                    <a:cubicBezTo>
                      <a:pt x="155" y="19"/>
                      <a:pt x="154" y="18"/>
                      <a:pt x="154" y="17"/>
                    </a:cubicBezTo>
                    <a:cubicBezTo>
                      <a:pt x="153" y="19"/>
                      <a:pt x="151" y="20"/>
                      <a:pt x="149" y="20"/>
                    </a:cubicBezTo>
                    <a:cubicBezTo>
                      <a:pt x="150" y="22"/>
                      <a:pt x="148" y="21"/>
                      <a:pt x="149" y="23"/>
                    </a:cubicBezTo>
                    <a:cubicBezTo>
                      <a:pt x="148" y="22"/>
                      <a:pt x="148" y="22"/>
                      <a:pt x="148" y="22"/>
                    </a:cubicBezTo>
                    <a:cubicBezTo>
                      <a:pt x="147" y="24"/>
                      <a:pt x="147" y="24"/>
                      <a:pt x="145" y="22"/>
                    </a:cubicBezTo>
                    <a:cubicBezTo>
                      <a:pt x="139" y="23"/>
                      <a:pt x="134" y="27"/>
                      <a:pt x="128" y="28"/>
                    </a:cubicBezTo>
                    <a:cubicBezTo>
                      <a:pt x="123" y="30"/>
                      <a:pt x="118" y="35"/>
                      <a:pt x="112" y="37"/>
                    </a:cubicBezTo>
                    <a:cubicBezTo>
                      <a:pt x="112" y="40"/>
                      <a:pt x="110" y="39"/>
                      <a:pt x="110" y="42"/>
                    </a:cubicBezTo>
                    <a:cubicBezTo>
                      <a:pt x="110" y="41"/>
                      <a:pt x="110" y="41"/>
                      <a:pt x="110" y="41"/>
                    </a:cubicBezTo>
                    <a:cubicBezTo>
                      <a:pt x="109" y="43"/>
                      <a:pt x="109" y="41"/>
                      <a:pt x="107" y="40"/>
                    </a:cubicBezTo>
                    <a:cubicBezTo>
                      <a:pt x="107" y="42"/>
                      <a:pt x="107" y="41"/>
                      <a:pt x="107" y="43"/>
                    </a:cubicBezTo>
                    <a:cubicBezTo>
                      <a:pt x="107" y="45"/>
                      <a:pt x="106" y="40"/>
                      <a:pt x="106" y="41"/>
                    </a:cubicBezTo>
                    <a:cubicBezTo>
                      <a:pt x="105" y="41"/>
                      <a:pt x="106" y="42"/>
                      <a:pt x="106" y="42"/>
                    </a:cubicBezTo>
                    <a:cubicBezTo>
                      <a:pt x="105" y="45"/>
                      <a:pt x="106" y="41"/>
                      <a:pt x="103" y="39"/>
                    </a:cubicBezTo>
                    <a:cubicBezTo>
                      <a:pt x="101" y="41"/>
                      <a:pt x="98" y="44"/>
                      <a:pt x="95" y="43"/>
                    </a:cubicBezTo>
                    <a:cubicBezTo>
                      <a:pt x="95" y="43"/>
                      <a:pt x="96" y="44"/>
                      <a:pt x="96" y="44"/>
                    </a:cubicBezTo>
                    <a:cubicBezTo>
                      <a:pt x="95" y="41"/>
                      <a:pt x="95" y="46"/>
                      <a:pt x="94" y="44"/>
                    </a:cubicBezTo>
                    <a:cubicBezTo>
                      <a:pt x="94" y="44"/>
                      <a:pt x="94" y="43"/>
                      <a:pt x="94" y="43"/>
                    </a:cubicBezTo>
                    <a:cubicBezTo>
                      <a:pt x="93" y="42"/>
                      <a:pt x="92" y="44"/>
                      <a:pt x="91" y="43"/>
                    </a:cubicBezTo>
                    <a:cubicBezTo>
                      <a:pt x="90" y="45"/>
                      <a:pt x="88" y="42"/>
                      <a:pt x="88" y="44"/>
                    </a:cubicBezTo>
                    <a:cubicBezTo>
                      <a:pt x="88" y="43"/>
                      <a:pt x="87" y="43"/>
                      <a:pt x="87" y="43"/>
                    </a:cubicBezTo>
                    <a:cubicBezTo>
                      <a:pt x="87" y="47"/>
                      <a:pt x="84" y="42"/>
                      <a:pt x="84" y="44"/>
                    </a:cubicBezTo>
                    <a:cubicBezTo>
                      <a:pt x="84" y="44"/>
                      <a:pt x="84" y="44"/>
                      <a:pt x="84" y="44"/>
                    </a:cubicBezTo>
                    <a:cubicBezTo>
                      <a:pt x="81" y="45"/>
                      <a:pt x="77" y="45"/>
                      <a:pt x="75" y="47"/>
                    </a:cubicBezTo>
                    <a:cubicBezTo>
                      <a:pt x="73" y="47"/>
                      <a:pt x="70" y="44"/>
                      <a:pt x="69" y="46"/>
                    </a:cubicBezTo>
                    <a:cubicBezTo>
                      <a:pt x="69" y="48"/>
                      <a:pt x="69" y="48"/>
                      <a:pt x="69" y="48"/>
                    </a:cubicBezTo>
                    <a:cubicBezTo>
                      <a:pt x="68" y="48"/>
                      <a:pt x="69" y="47"/>
                      <a:pt x="68" y="46"/>
                    </a:cubicBezTo>
                    <a:cubicBezTo>
                      <a:pt x="68" y="48"/>
                      <a:pt x="66" y="47"/>
                      <a:pt x="65" y="47"/>
                    </a:cubicBezTo>
                    <a:cubicBezTo>
                      <a:pt x="65" y="47"/>
                      <a:pt x="65" y="48"/>
                      <a:pt x="65" y="49"/>
                    </a:cubicBezTo>
                    <a:cubicBezTo>
                      <a:pt x="63" y="46"/>
                      <a:pt x="62" y="50"/>
                      <a:pt x="60" y="48"/>
                    </a:cubicBezTo>
                    <a:cubicBezTo>
                      <a:pt x="61" y="51"/>
                      <a:pt x="60" y="50"/>
                      <a:pt x="59" y="51"/>
                    </a:cubicBezTo>
                    <a:cubicBezTo>
                      <a:pt x="59" y="51"/>
                      <a:pt x="59" y="50"/>
                      <a:pt x="59" y="49"/>
                    </a:cubicBezTo>
                    <a:cubicBezTo>
                      <a:pt x="58" y="50"/>
                      <a:pt x="57" y="50"/>
                      <a:pt x="56" y="49"/>
                    </a:cubicBezTo>
                    <a:cubicBezTo>
                      <a:pt x="56" y="49"/>
                      <a:pt x="56" y="51"/>
                      <a:pt x="55" y="51"/>
                    </a:cubicBezTo>
                    <a:cubicBezTo>
                      <a:pt x="54" y="49"/>
                      <a:pt x="54" y="51"/>
                      <a:pt x="53" y="50"/>
                    </a:cubicBezTo>
                    <a:cubicBezTo>
                      <a:pt x="54" y="52"/>
                      <a:pt x="52" y="54"/>
                      <a:pt x="52" y="53"/>
                    </a:cubicBezTo>
                    <a:cubicBezTo>
                      <a:pt x="52" y="50"/>
                      <a:pt x="52" y="50"/>
                      <a:pt x="52" y="50"/>
                    </a:cubicBezTo>
                    <a:cubicBezTo>
                      <a:pt x="50" y="52"/>
                      <a:pt x="47" y="49"/>
                      <a:pt x="44" y="52"/>
                    </a:cubicBezTo>
                    <a:cubicBezTo>
                      <a:pt x="44" y="51"/>
                      <a:pt x="44" y="51"/>
                      <a:pt x="44" y="51"/>
                    </a:cubicBezTo>
                    <a:cubicBezTo>
                      <a:pt x="42" y="53"/>
                      <a:pt x="39" y="51"/>
                      <a:pt x="37" y="54"/>
                    </a:cubicBezTo>
                    <a:cubicBezTo>
                      <a:pt x="36" y="53"/>
                      <a:pt x="35" y="52"/>
                      <a:pt x="35" y="52"/>
                    </a:cubicBezTo>
                    <a:cubicBezTo>
                      <a:pt x="34" y="53"/>
                      <a:pt x="33" y="53"/>
                      <a:pt x="32" y="55"/>
                    </a:cubicBezTo>
                    <a:cubicBezTo>
                      <a:pt x="32" y="56"/>
                      <a:pt x="32" y="54"/>
                      <a:pt x="32" y="54"/>
                    </a:cubicBezTo>
                    <a:cubicBezTo>
                      <a:pt x="31" y="53"/>
                      <a:pt x="30" y="51"/>
                      <a:pt x="29" y="53"/>
                    </a:cubicBezTo>
                    <a:cubicBezTo>
                      <a:pt x="29" y="52"/>
                      <a:pt x="29" y="52"/>
                      <a:pt x="29" y="52"/>
                    </a:cubicBezTo>
                    <a:cubicBezTo>
                      <a:pt x="28" y="53"/>
                      <a:pt x="27" y="55"/>
                      <a:pt x="26" y="53"/>
                    </a:cubicBezTo>
                    <a:cubicBezTo>
                      <a:pt x="25" y="54"/>
                      <a:pt x="24" y="55"/>
                      <a:pt x="25" y="56"/>
                    </a:cubicBezTo>
                    <a:cubicBezTo>
                      <a:pt x="24" y="56"/>
                      <a:pt x="25" y="54"/>
                      <a:pt x="24" y="55"/>
                    </a:cubicBezTo>
                    <a:cubicBezTo>
                      <a:pt x="25" y="53"/>
                      <a:pt x="25" y="53"/>
                      <a:pt x="25" y="53"/>
                    </a:cubicBezTo>
                    <a:cubicBezTo>
                      <a:pt x="23" y="52"/>
                      <a:pt x="21" y="53"/>
                      <a:pt x="19" y="53"/>
                    </a:cubicBezTo>
                    <a:cubicBezTo>
                      <a:pt x="19" y="51"/>
                      <a:pt x="17" y="53"/>
                      <a:pt x="16" y="51"/>
                    </a:cubicBezTo>
                    <a:cubicBezTo>
                      <a:pt x="15" y="52"/>
                      <a:pt x="15" y="50"/>
                      <a:pt x="13" y="53"/>
                    </a:cubicBezTo>
                    <a:cubicBezTo>
                      <a:pt x="14" y="51"/>
                      <a:pt x="14" y="51"/>
                      <a:pt x="14" y="51"/>
                    </a:cubicBezTo>
                    <a:cubicBezTo>
                      <a:pt x="13" y="51"/>
                      <a:pt x="12" y="51"/>
                      <a:pt x="11" y="49"/>
                    </a:cubicBezTo>
                    <a:cubicBezTo>
                      <a:pt x="11" y="49"/>
                      <a:pt x="10" y="50"/>
                      <a:pt x="9" y="51"/>
                    </a:cubicBezTo>
                    <a:cubicBezTo>
                      <a:pt x="10" y="49"/>
                      <a:pt x="10" y="49"/>
                      <a:pt x="10" y="49"/>
                    </a:cubicBezTo>
                    <a:cubicBezTo>
                      <a:pt x="9" y="50"/>
                      <a:pt x="7" y="51"/>
                      <a:pt x="6" y="52"/>
                    </a:cubicBezTo>
                    <a:cubicBezTo>
                      <a:pt x="6" y="51"/>
                      <a:pt x="6" y="52"/>
                      <a:pt x="6" y="51"/>
                    </a:cubicBezTo>
                    <a:cubicBezTo>
                      <a:pt x="7" y="51"/>
                      <a:pt x="8" y="50"/>
                      <a:pt x="9" y="48"/>
                    </a:cubicBezTo>
                    <a:cubicBezTo>
                      <a:pt x="9" y="48"/>
                      <a:pt x="6" y="50"/>
                      <a:pt x="7" y="48"/>
                    </a:cubicBezTo>
                    <a:cubicBezTo>
                      <a:pt x="7" y="47"/>
                      <a:pt x="7" y="47"/>
                      <a:pt x="5" y="49"/>
                    </a:cubicBezTo>
                    <a:cubicBezTo>
                      <a:pt x="6" y="48"/>
                      <a:pt x="6" y="48"/>
                      <a:pt x="7" y="47"/>
                    </a:cubicBezTo>
                    <a:cubicBezTo>
                      <a:pt x="6" y="47"/>
                      <a:pt x="6" y="47"/>
                      <a:pt x="5" y="47"/>
                    </a:cubicBezTo>
                    <a:cubicBezTo>
                      <a:pt x="6" y="47"/>
                      <a:pt x="5" y="47"/>
                      <a:pt x="5" y="48"/>
                    </a:cubicBezTo>
                    <a:cubicBezTo>
                      <a:pt x="4" y="48"/>
                      <a:pt x="4" y="48"/>
                      <a:pt x="2" y="49"/>
                    </a:cubicBezTo>
                    <a:cubicBezTo>
                      <a:pt x="3" y="49"/>
                      <a:pt x="3" y="49"/>
                      <a:pt x="3" y="49"/>
                    </a:cubicBezTo>
                    <a:cubicBezTo>
                      <a:pt x="2" y="50"/>
                      <a:pt x="1" y="50"/>
                      <a:pt x="2" y="49"/>
                    </a:cubicBezTo>
                    <a:cubicBezTo>
                      <a:pt x="3" y="48"/>
                      <a:pt x="4" y="48"/>
                      <a:pt x="5" y="47"/>
                    </a:cubicBezTo>
                    <a:cubicBezTo>
                      <a:pt x="1" y="48"/>
                      <a:pt x="1" y="48"/>
                      <a:pt x="1" y="48"/>
                    </a:cubicBezTo>
                    <a:cubicBezTo>
                      <a:pt x="2" y="48"/>
                      <a:pt x="2" y="49"/>
                      <a:pt x="1" y="49"/>
                    </a:cubicBezTo>
                    <a:cubicBezTo>
                      <a:pt x="2" y="49"/>
                      <a:pt x="2" y="49"/>
                      <a:pt x="2" y="49"/>
                    </a:cubicBezTo>
                    <a:cubicBezTo>
                      <a:pt x="0" y="50"/>
                      <a:pt x="0" y="50"/>
                      <a:pt x="0" y="50"/>
                    </a:cubicBezTo>
                    <a:cubicBezTo>
                      <a:pt x="1" y="51"/>
                      <a:pt x="1" y="52"/>
                      <a:pt x="2" y="52"/>
                    </a:cubicBezTo>
                    <a:cubicBezTo>
                      <a:pt x="3" y="51"/>
                      <a:pt x="3" y="51"/>
                      <a:pt x="3" y="51"/>
                    </a:cubicBezTo>
                    <a:cubicBezTo>
                      <a:pt x="4" y="51"/>
                      <a:pt x="5" y="50"/>
                      <a:pt x="5" y="52"/>
                    </a:cubicBezTo>
                    <a:cubicBezTo>
                      <a:pt x="4" y="52"/>
                      <a:pt x="4" y="53"/>
                      <a:pt x="3" y="53"/>
                    </a:cubicBezTo>
                    <a:cubicBezTo>
                      <a:pt x="4" y="53"/>
                      <a:pt x="4" y="53"/>
                      <a:pt x="4" y="53"/>
                    </a:cubicBezTo>
                    <a:cubicBezTo>
                      <a:pt x="2" y="55"/>
                      <a:pt x="2" y="55"/>
                      <a:pt x="2" y="55"/>
                    </a:cubicBezTo>
                    <a:cubicBezTo>
                      <a:pt x="5" y="52"/>
                      <a:pt x="4" y="55"/>
                      <a:pt x="5" y="5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9" name="Freeform 243"/>
              <p:cNvSpPr/>
              <p:nvPr/>
            </p:nvSpPr>
            <p:spPr bwMode="auto">
              <a:xfrm>
                <a:off x="4005" y="2851"/>
                <a:ext cx="2" cy="5"/>
              </a:xfrm>
              <a:custGeom>
                <a:avLst/>
                <a:gdLst>
                  <a:gd name="T0" fmla="*/ 2 w 2"/>
                  <a:gd name="T1" fmla="*/ 5 h 5"/>
                  <a:gd name="T2" fmla="*/ 2 w 2"/>
                  <a:gd name="T3" fmla="*/ 5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2" y="5"/>
                    </a:lnTo>
                    <a:lnTo>
                      <a:pt x="0" y="0"/>
                    </a:lnTo>
                    <a:lnTo>
                      <a:pt x="2" y="5"/>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0" name="Freeform 244"/>
              <p:cNvSpPr/>
              <p:nvPr/>
            </p:nvSpPr>
            <p:spPr bwMode="auto">
              <a:xfrm>
                <a:off x="3980" y="2866"/>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1" name="Freeform 245"/>
              <p:cNvSpPr/>
              <p:nvPr/>
            </p:nvSpPr>
            <p:spPr bwMode="auto">
              <a:xfrm>
                <a:off x="3982" y="28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2" name="Freeform 246"/>
              <p:cNvSpPr/>
              <p:nvPr/>
            </p:nvSpPr>
            <p:spPr bwMode="auto">
              <a:xfrm>
                <a:off x="3748" y="2898"/>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2"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3" name="Freeform 247"/>
              <p:cNvSpPr/>
              <p:nvPr/>
            </p:nvSpPr>
            <p:spPr bwMode="auto">
              <a:xfrm>
                <a:off x="3980" y="2875"/>
                <a:ext cx="2" cy="4"/>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0"/>
                      <a:pt x="0" y="2"/>
                      <a:pt x="1" y="2"/>
                    </a:cubicBezTo>
                    <a:cubicBezTo>
                      <a:pt x="1" y="2"/>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4" name="Freeform 248"/>
              <p:cNvSpPr/>
              <p:nvPr/>
            </p:nvSpPr>
            <p:spPr bwMode="auto">
              <a:xfrm>
                <a:off x="3757" y="2909"/>
                <a:ext cx="2" cy="4"/>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5" name="Freeform 249"/>
              <p:cNvSpPr/>
              <p:nvPr/>
            </p:nvSpPr>
            <p:spPr bwMode="auto">
              <a:xfrm>
                <a:off x="3776" y="2913"/>
                <a:ext cx="2" cy="4"/>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0"/>
                      <a:pt x="1" y="1"/>
                    </a:cubicBezTo>
                    <a:cubicBezTo>
                      <a:pt x="1"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6" name="Freeform 250"/>
              <p:cNvSpPr/>
              <p:nvPr/>
            </p:nvSpPr>
            <p:spPr bwMode="auto">
              <a:xfrm>
                <a:off x="3759" y="2904"/>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0"/>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7" name="Freeform 251"/>
              <p:cNvSpPr/>
              <p:nvPr/>
            </p:nvSpPr>
            <p:spPr bwMode="auto">
              <a:xfrm>
                <a:off x="3893" y="3080"/>
                <a:ext cx="4" cy="9"/>
              </a:xfrm>
              <a:custGeom>
                <a:avLst/>
                <a:gdLst>
                  <a:gd name="T0" fmla="*/ 2 w 2"/>
                  <a:gd name="T1" fmla="*/ 0 h 4"/>
                  <a:gd name="T2" fmla="*/ 1 w 2"/>
                  <a:gd name="T3" fmla="*/ 1 h 4"/>
                  <a:gd name="T4" fmla="*/ 1 w 2"/>
                  <a:gd name="T5" fmla="*/ 2 h 4"/>
                  <a:gd name="T6" fmla="*/ 0 w 2"/>
                  <a:gd name="T7" fmla="*/ 4 h 4"/>
                  <a:gd name="T8" fmla="*/ 2 w 2"/>
                  <a:gd name="T9" fmla="*/ 1 h 4"/>
                  <a:gd name="T10" fmla="*/ 2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2" y="0"/>
                    </a:moveTo>
                    <a:cubicBezTo>
                      <a:pt x="2" y="1"/>
                      <a:pt x="2" y="1"/>
                      <a:pt x="1" y="1"/>
                    </a:cubicBezTo>
                    <a:cubicBezTo>
                      <a:pt x="1" y="2"/>
                      <a:pt x="0" y="3"/>
                      <a:pt x="1" y="2"/>
                    </a:cubicBezTo>
                    <a:cubicBezTo>
                      <a:pt x="1" y="3"/>
                      <a:pt x="0" y="3"/>
                      <a:pt x="0" y="4"/>
                    </a:cubicBezTo>
                    <a:cubicBezTo>
                      <a:pt x="1" y="3"/>
                      <a:pt x="2" y="1"/>
                      <a:pt x="2" y="1"/>
                    </a:cubicBezTo>
                    <a:cubicBezTo>
                      <a:pt x="2" y="0"/>
                      <a:pt x="2" y="0"/>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8" name="Freeform 252"/>
              <p:cNvSpPr/>
              <p:nvPr/>
            </p:nvSpPr>
            <p:spPr bwMode="auto">
              <a:xfrm>
                <a:off x="3786" y="2913"/>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9" name="Freeform 253"/>
              <p:cNvSpPr/>
              <p:nvPr/>
            </p:nvSpPr>
            <p:spPr bwMode="auto">
              <a:xfrm>
                <a:off x="3952" y="30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0" name="Freeform 254"/>
              <p:cNvSpPr>
                <a:spLocks noEditPoints="1"/>
              </p:cNvSpPr>
              <p:nvPr/>
            </p:nvSpPr>
            <p:spPr bwMode="auto">
              <a:xfrm>
                <a:off x="3895" y="3015"/>
                <a:ext cx="152" cy="95"/>
              </a:xfrm>
              <a:custGeom>
                <a:avLst/>
                <a:gdLst>
                  <a:gd name="T0" fmla="*/ 54 w 72"/>
                  <a:gd name="T1" fmla="*/ 4 h 45"/>
                  <a:gd name="T2" fmla="*/ 55 w 72"/>
                  <a:gd name="T3" fmla="*/ 8 h 45"/>
                  <a:gd name="T4" fmla="*/ 44 w 72"/>
                  <a:gd name="T5" fmla="*/ 20 h 45"/>
                  <a:gd name="T6" fmla="*/ 38 w 72"/>
                  <a:gd name="T7" fmla="*/ 21 h 45"/>
                  <a:gd name="T8" fmla="*/ 35 w 72"/>
                  <a:gd name="T9" fmla="*/ 21 h 45"/>
                  <a:gd name="T10" fmla="*/ 30 w 72"/>
                  <a:gd name="T11" fmla="*/ 22 h 45"/>
                  <a:gd name="T12" fmla="*/ 27 w 72"/>
                  <a:gd name="T13" fmla="*/ 22 h 45"/>
                  <a:gd name="T14" fmla="*/ 21 w 72"/>
                  <a:gd name="T15" fmla="*/ 23 h 45"/>
                  <a:gd name="T16" fmla="*/ 16 w 72"/>
                  <a:gd name="T17" fmla="*/ 23 h 45"/>
                  <a:gd name="T18" fmla="*/ 11 w 72"/>
                  <a:gd name="T19" fmla="*/ 23 h 45"/>
                  <a:gd name="T20" fmla="*/ 9 w 72"/>
                  <a:gd name="T21" fmla="*/ 21 h 45"/>
                  <a:gd name="T22" fmla="*/ 8 w 72"/>
                  <a:gd name="T23" fmla="*/ 20 h 45"/>
                  <a:gd name="T24" fmla="*/ 7 w 72"/>
                  <a:gd name="T25" fmla="*/ 20 h 45"/>
                  <a:gd name="T26" fmla="*/ 4 w 72"/>
                  <a:gd name="T27" fmla="*/ 22 h 45"/>
                  <a:gd name="T28" fmla="*/ 2 w 72"/>
                  <a:gd name="T29" fmla="*/ 25 h 45"/>
                  <a:gd name="T30" fmla="*/ 2 w 72"/>
                  <a:gd name="T31" fmla="*/ 31 h 45"/>
                  <a:gd name="T32" fmla="*/ 8 w 72"/>
                  <a:gd name="T33" fmla="*/ 29 h 45"/>
                  <a:gd name="T34" fmla="*/ 4 w 72"/>
                  <a:gd name="T35" fmla="*/ 34 h 45"/>
                  <a:gd name="T36" fmla="*/ 3 w 72"/>
                  <a:gd name="T37" fmla="*/ 39 h 45"/>
                  <a:gd name="T38" fmla="*/ 8 w 72"/>
                  <a:gd name="T39" fmla="*/ 33 h 45"/>
                  <a:gd name="T40" fmla="*/ 6 w 72"/>
                  <a:gd name="T41" fmla="*/ 39 h 45"/>
                  <a:gd name="T42" fmla="*/ 7 w 72"/>
                  <a:gd name="T43" fmla="*/ 41 h 45"/>
                  <a:gd name="T44" fmla="*/ 8 w 72"/>
                  <a:gd name="T45" fmla="*/ 42 h 45"/>
                  <a:gd name="T46" fmla="*/ 9 w 72"/>
                  <a:gd name="T47" fmla="*/ 43 h 45"/>
                  <a:gd name="T48" fmla="*/ 12 w 72"/>
                  <a:gd name="T49" fmla="*/ 40 h 45"/>
                  <a:gd name="T50" fmla="*/ 13 w 72"/>
                  <a:gd name="T51" fmla="*/ 44 h 45"/>
                  <a:gd name="T52" fmla="*/ 15 w 72"/>
                  <a:gd name="T53" fmla="*/ 40 h 45"/>
                  <a:gd name="T54" fmla="*/ 16 w 72"/>
                  <a:gd name="T55" fmla="*/ 40 h 45"/>
                  <a:gd name="T56" fmla="*/ 17 w 72"/>
                  <a:gd name="T57" fmla="*/ 42 h 45"/>
                  <a:gd name="T58" fmla="*/ 23 w 72"/>
                  <a:gd name="T59" fmla="*/ 41 h 45"/>
                  <a:gd name="T60" fmla="*/ 24 w 72"/>
                  <a:gd name="T61" fmla="*/ 41 h 45"/>
                  <a:gd name="T62" fmla="*/ 28 w 72"/>
                  <a:gd name="T63" fmla="*/ 41 h 45"/>
                  <a:gd name="T64" fmla="*/ 31 w 72"/>
                  <a:gd name="T65" fmla="*/ 40 h 45"/>
                  <a:gd name="T66" fmla="*/ 33 w 72"/>
                  <a:gd name="T67" fmla="*/ 39 h 45"/>
                  <a:gd name="T68" fmla="*/ 34 w 72"/>
                  <a:gd name="T69" fmla="*/ 40 h 45"/>
                  <a:gd name="T70" fmla="*/ 34 w 72"/>
                  <a:gd name="T71" fmla="*/ 37 h 45"/>
                  <a:gd name="T72" fmla="*/ 37 w 72"/>
                  <a:gd name="T73" fmla="*/ 38 h 45"/>
                  <a:gd name="T74" fmla="*/ 41 w 72"/>
                  <a:gd name="T75" fmla="*/ 39 h 45"/>
                  <a:gd name="T76" fmla="*/ 43 w 72"/>
                  <a:gd name="T77" fmla="*/ 35 h 45"/>
                  <a:gd name="T78" fmla="*/ 46 w 72"/>
                  <a:gd name="T79" fmla="*/ 35 h 45"/>
                  <a:gd name="T80" fmla="*/ 47 w 72"/>
                  <a:gd name="T81" fmla="*/ 34 h 45"/>
                  <a:gd name="T82" fmla="*/ 49 w 72"/>
                  <a:gd name="T83" fmla="*/ 34 h 45"/>
                  <a:gd name="T84" fmla="*/ 50 w 72"/>
                  <a:gd name="T85" fmla="*/ 36 h 45"/>
                  <a:gd name="T86" fmla="*/ 51 w 72"/>
                  <a:gd name="T87" fmla="*/ 32 h 45"/>
                  <a:gd name="T88" fmla="*/ 52 w 72"/>
                  <a:gd name="T89" fmla="*/ 27 h 45"/>
                  <a:gd name="T90" fmla="*/ 54 w 72"/>
                  <a:gd name="T91" fmla="*/ 28 h 45"/>
                  <a:gd name="T92" fmla="*/ 54 w 72"/>
                  <a:gd name="T93" fmla="*/ 23 h 45"/>
                  <a:gd name="T94" fmla="*/ 58 w 72"/>
                  <a:gd name="T95" fmla="*/ 23 h 45"/>
                  <a:gd name="T96" fmla="*/ 59 w 72"/>
                  <a:gd name="T97" fmla="*/ 21 h 45"/>
                  <a:gd name="T98" fmla="*/ 61 w 72"/>
                  <a:gd name="T99" fmla="*/ 20 h 45"/>
                  <a:gd name="T100" fmla="*/ 65 w 72"/>
                  <a:gd name="T101" fmla="*/ 17 h 45"/>
                  <a:gd name="T102" fmla="*/ 65 w 72"/>
                  <a:gd name="T103" fmla="*/ 13 h 45"/>
                  <a:gd name="T104" fmla="*/ 67 w 72"/>
                  <a:gd name="T105" fmla="*/ 8 h 45"/>
                  <a:gd name="T106" fmla="*/ 61 w 72"/>
                  <a:gd name="T107"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 h="45">
                    <a:moveTo>
                      <a:pt x="68" y="4"/>
                    </a:moveTo>
                    <a:cubicBezTo>
                      <a:pt x="67" y="4"/>
                      <a:pt x="70" y="3"/>
                      <a:pt x="70" y="3"/>
                    </a:cubicBezTo>
                    <a:cubicBezTo>
                      <a:pt x="66" y="4"/>
                      <a:pt x="69" y="0"/>
                      <a:pt x="65" y="3"/>
                    </a:cubicBezTo>
                    <a:cubicBezTo>
                      <a:pt x="64" y="3"/>
                      <a:pt x="63" y="5"/>
                      <a:pt x="63" y="6"/>
                    </a:cubicBezTo>
                    <a:cubicBezTo>
                      <a:pt x="62" y="6"/>
                      <a:pt x="61" y="6"/>
                      <a:pt x="61" y="6"/>
                    </a:cubicBezTo>
                    <a:cubicBezTo>
                      <a:pt x="59" y="4"/>
                      <a:pt x="51" y="2"/>
                      <a:pt x="54" y="4"/>
                    </a:cubicBezTo>
                    <a:cubicBezTo>
                      <a:pt x="55" y="4"/>
                      <a:pt x="56" y="5"/>
                      <a:pt x="56" y="5"/>
                    </a:cubicBezTo>
                    <a:cubicBezTo>
                      <a:pt x="56" y="5"/>
                      <a:pt x="56" y="5"/>
                      <a:pt x="56" y="5"/>
                    </a:cubicBezTo>
                    <a:cubicBezTo>
                      <a:pt x="57" y="6"/>
                      <a:pt x="57" y="6"/>
                      <a:pt x="57" y="6"/>
                    </a:cubicBezTo>
                    <a:cubicBezTo>
                      <a:pt x="57" y="6"/>
                      <a:pt x="55" y="5"/>
                      <a:pt x="55" y="4"/>
                    </a:cubicBezTo>
                    <a:cubicBezTo>
                      <a:pt x="55" y="5"/>
                      <a:pt x="55" y="6"/>
                      <a:pt x="54" y="6"/>
                    </a:cubicBezTo>
                    <a:cubicBezTo>
                      <a:pt x="55" y="7"/>
                      <a:pt x="54" y="6"/>
                      <a:pt x="55" y="8"/>
                    </a:cubicBezTo>
                    <a:cubicBezTo>
                      <a:pt x="55" y="7"/>
                      <a:pt x="55" y="7"/>
                      <a:pt x="55" y="7"/>
                    </a:cubicBezTo>
                    <a:cubicBezTo>
                      <a:pt x="55" y="8"/>
                      <a:pt x="55" y="8"/>
                      <a:pt x="53" y="7"/>
                    </a:cubicBezTo>
                    <a:cubicBezTo>
                      <a:pt x="50" y="7"/>
                      <a:pt x="49" y="9"/>
                      <a:pt x="47" y="10"/>
                    </a:cubicBezTo>
                    <a:cubicBezTo>
                      <a:pt x="46" y="12"/>
                      <a:pt x="45" y="14"/>
                      <a:pt x="43" y="16"/>
                    </a:cubicBezTo>
                    <a:cubicBezTo>
                      <a:pt x="44" y="19"/>
                      <a:pt x="43" y="18"/>
                      <a:pt x="44" y="21"/>
                    </a:cubicBezTo>
                    <a:cubicBezTo>
                      <a:pt x="44" y="20"/>
                      <a:pt x="44" y="20"/>
                      <a:pt x="44" y="20"/>
                    </a:cubicBezTo>
                    <a:cubicBezTo>
                      <a:pt x="44" y="22"/>
                      <a:pt x="43" y="20"/>
                      <a:pt x="42" y="19"/>
                    </a:cubicBezTo>
                    <a:cubicBezTo>
                      <a:pt x="43" y="21"/>
                      <a:pt x="42" y="20"/>
                      <a:pt x="43" y="22"/>
                    </a:cubicBezTo>
                    <a:cubicBezTo>
                      <a:pt x="44" y="23"/>
                      <a:pt x="41" y="19"/>
                      <a:pt x="42" y="20"/>
                    </a:cubicBezTo>
                    <a:cubicBezTo>
                      <a:pt x="41" y="20"/>
                      <a:pt x="42" y="21"/>
                      <a:pt x="42" y="21"/>
                    </a:cubicBezTo>
                    <a:cubicBezTo>
                      <a:pt x="42" y="23"/>
                      <a:pt x="41" y="20"/>
                      <a:pt x="40" y="18"/>
                    </a:cubicBezTo>
                    <a:cubicBezTo>
                      <a:pt x="39" y="19"/>
                      <a:pt x="39" y="22"/>
                      <a:pt x="38" y="21"/>
                    </a:cubicBezTo>
                    <a:cubicBezTo>
                      <a:pt x="38" y="21"/>
                      <a:pt x="38" y="22"/>
                      <a:pt x="38" y="22"/>
                    </a:cubicBezTo>
                    <a:cubicBezTo>
                      <a:pt x="37" y="19"/>
                      <a:pt x="38" y="23"/>
                      <a:pt x="38" y="22"/>
                    </a:cubicBezTo>
                    <a:cubicBezTo>
                      <a:pt x="37" y="21"/>
                      <a:pt x="37" y="21"/>
                      <a:pt x="37" y="21"/>
                    </a:cubicBezTo>
                    <a:cubicBezTo>
                      <a:pt x="36" y="20"/>
                      <a:pt x="37" y="22"/>
                      <a:pt x="36" y="21"/>
                    </a:cubicBezTo>
                    <a:cubicBezTo>
                      <a:pt x="36" y="21"/>
                      <a:pt x="36" y="21"/>
                      <a:pt x="36" y="21"/>
                    </a:cubicBezTo>
                    <a:cubicBezTo>
                      <a:pt x="36" y="23"/>
                      <a:pt x="35" y="20"/>
                      <a:pt x="35" y="21"/>
                    </a:cubicBezTo>
                    <a:cubicBezTo>
                      <a:pt x="35" y="20"/>
                      <a:pt x="35" y="21"/>
                      <a:pt x="35" y="20"/>
                    </a:cubicBezTo>
                    <a:cubicBezTo>
                      <a:pt x="36" y="24"/>
                      <a:pt x="34" y="19"/>
                      <a:pt x="34" y="21"/>
                    </a:cubicBezTo>
                    <a:cubicBezTo>
                      <a:pt x="34" y="21"/>
                      <a:pt x="34" y="21"/>
                      <a:pt x="34" y="21"/>
                    </a:cubicBezTo>
                    <a:cubicBezTo>
                      <a:pt x="34" y="21"/>
                      <a:pt x="34" y="20"/>
                      <a:pt x="32" y="22"/>
                    </a:cubicBezTo>
                    <a:cubicBezTo>
                      <a:pt x="32" y="22"/>
                      <a:pt x="31" y="19"/>
                      <a:pt x="30" y="21"/>
                    </a:cubicBezTo>
                    <a:cubicBezTo>
                      <a:pt x="30" y="22"/>
                      <a:pt x="30" y="22"/>
                      <a:pt x="30" y="22"/>
                    </a:cubicBezTo>
                    <a:cubicBezTo>
                      <a:pt x="30" y="22"/>
                      <a:pt x="30" y="21"/>
                      <a:pt x="30" y="21"/>
                    </a:cubicBezTo>
                    <a:cubicBezTo>
                      <a:pt x="30" y="22"/>
                      <a:pt x="30" y="20"/>
                      <a:pt x="29" y="20"/>
                    </a:cubicBezTo>
                    <a:cubicBezTo>
                      <a:pt x="29" y="21"/>
                      <a:pt x="29" y="21"/>
                      <a:pt x="29" y="22"/>
                    </a:cubicBezTo>
                    <a:cubicBezTo>
                      <a:pt x="29" y="20"/>
                      <a:pt x="28" y="23"/>
                      <a:pt x="27" y="21"/>
                    </a:cubicBezTo>
                    <a:cubicBezTo>
                      <a:pt x="27" y="25"/>
                      <a:pt x="27" y="23"/>
                      <a:pt x="27" y="24"/>
                    </a:cubicBezTo>
                    <a:cubicBezTo>
                      <a:pt x="27" y="24"/>
                      <a:pt x="27" y="23"/>
                      <a:pt x="27" y="22"/>
                    </a:cubicBezTo>
                    <a:cubicBezTo>
                      <a:pt x="26" y="22"/>
                      <a:pt x="26" y="22"/>
                      <a:pt x="26" y="21"/>
                    </a:cubicBezTo>
                    <a:cubicBezTo>
                      <a:pt x="26" y="22"/>
                      <a:pt x="25" y="24"/>
                      <a:pt x="25" y="23"/>
                    </a:cubicBezTo>
                    <a:cubicBezTo>
                      <a:pt x="25" y="21"/>
                      <a:pt x="25" y="23"/>
                      <a:pt x="25" y="22"/>
                    </a:cubicBezTo>
                    <a:cubicBezTo>
                      <a:pt x="24" y="24"/>
                      <a:pt x="24" y="25"/>
                      <a:pt x="24" y="25"/>
                    </a:cubicBezTo>
                    <a:cubicBezTo>
                      <a:pt x="24" y="22"/>
                      <a:pt x="24" y="22"/>
                      <a:pt x="24" y="22"/>
                    </a:cubicBezTo>
                    <a:cubicBezTo>
                      <a:pt x="23" y="23"/>
                      <a:pt x="23" y="20"/>
                      <a:pt x="21" y="23"/>
                    </a:cubicBezTo>
                    <a:cubicBezTo>
                      <a:pt x="22" y="22"/>
                      <a:pt x="22" y="22"/>
                      <a:pt x="22" y="22"/>
                    </a:cubicBezTo>
                    <a:cubicBezTo>
                      <a:pt x="20" y="23"/>
                      <a:pt x="20" y="21"/>
                      <a:pt x="18" y="24"/>
                    </a:cubicBezTo>
                    <a:cubicBezTo>
                      <a:pt x="18" y="23"/>
                      <a:pt x="18" y="22"/>
                      <a:pt x="18" y="22"/>
                    </a:cubicBezTo>
                    <a:cubicBezTo>
                      <a:pt x="17" y="24"/>
                      <a:pt x="17" y="23"/>
                      <a:pt x="16" y="25"/>
                    </a:cubicBezTo>
                    <a:cubicBezTo>
                      <a:pt x="16" y="25"/>
                      <a:pt x="16" y="24"/>
                      <a:pt x="16" y="24"/>
                    </a:cubicBezTo>
                    <a:cubicBezTo>
                      <a:pt x="16" y="23"/>
                      <a:pt x="17" y="21"/>
                      <a:pt x="16" y="23"/>
                    </a:cubicBezTo>
                    <a:cubicBezTo>
                      <a:pt x="16" y="22"/>
                      <a:pt x="16" y="22"/>
                      <a:pt x="16" y="22"/>
                    </a:cubicBezTo>
                    <a:cubicBezTo>
                      <a:pt x="15" y="23"/>
                      <a:pt x="14" y="24"/>
                      <a:pt x="15" y="23"/>
                    </a:cubicBezTo>
                    <a:cubicBezTo>
                      <a:pt x="14" y="24"/>
                      <a:pt x="13" y="24"/>
                      <a:pt x="13" y="26"/>
                    </a:cubicBezTo>
                    <a:cubicBezTo>
                      <a:pt x="12" y="26"/>
                      <a:pt x="14" y="23"/>
                      <a:pt x="13" y="25"/>
                    </a:cubicBezTo>
                    <a:cubicBezTo>
                      <a:pt x="14" y="23"/>
                      <a:pt x="14" y="23"/>
                      <a:pt x="14" y="23"/>
                    </a:cubicBezTo>
                    <a:cubicBezTo>
                      <a:pt x="14" y="22"/>
                      <a:pt x="12" y="23"/>
                      <a:pt x="11" y="23"/>
                    </a:cubicBezTo>
                    <a:cubicBezTo>
                      <a:pt x="12" y="21"/>
                      <a:pt x="10" y="23"/>
                      <a:pt x="11" y="22"/>
                    </a:cubicBezTo>
                    <a:cubicBezTo>
                      <a:pt x="10" y="23"/>
                      <a:pt x="11" y="21"/>
                      <a:pt x="9" y="23"/>
                    </a:cubicBezTo>
                    <a:cubicBezTo>
                      <a:pt x="10" y="22"/>
                      <a:pt x="10" y="22"/>
                      <a:pt x="10" y="22"/>
                    </a:cubicBezTo>
                    <a:cubicBezTo>
                      <a:pt x="10" y="22"/>
                      <a:pt x="10" y="21"/>
                      <a:pt x="10" y="21"/>
                    </a:cubicBezTo>
                    <a:cubicBezTo>
                      <a:pt x="10" y="20"/>
                      <a:pt x="8" y="21"/>
                      <a:pt x="8" y="22"/>
                    </a:cubicBezTo>
                    <a:cubicBezTo>
                      <a:pt x="9" y="21"/>
                      <a:pt x="9" y="21"/>
                      <a:pt x="9" y="21"/>
                    </a:cubicBezTo>
                    <a:cubicBezTo>
                      <a:pt x="8" y="21"/>
                      <a:pt x="6" y="22"/>
                      <a:pt x="5" y="23"/>
                    </a:cubicBezTo>
                    <a:cubicBezTo>
                      <a:pt x="6" y="22"/>
                      <a:pt x="5" y="23"/>
                      <a:pt x="5" y="22"/>
                    </a:cubicBezTo>
                    <a:cubicBezTo>
                      <a:pt x="6" y="22"/>
                      <a:pt x="8" y="21"/>
                      <a:pt x="9" y="20"/>
                    </a:cubicBezTo>
                    <a:cubicBezTo>
                      <a:pt x="10" y="20"/>
                      <a:pt x="6" y="21"/>
                      <a:pt x="8" y="20"/>
                    </a:cubicBezTo>
                    <a:cubicBezTo>
                      <a:pt x="9" y="20"/>
                      <a:pt x="8" y="20"/>
                      <a:pt x="6" y="21"/>
                    </a:cubicBezTo>
                    <a:cubicBezTo>
                      <a:pt x="8" y="20"/>
                      <a:pt x="8" y="20"/>
                      <a:pt x="8" y="20"/>
                    </a:cubicBezTo>
                    <a:cubicBezTo>
                      <a:pt x="8" y="20"/>
                      <a:pt x="8" y="20"/>
                      <a:pt x="7" y="20"/>
                    </a:cubicBezTo>
                    <a:cubicBezTo>
                      <a:pt x="7" y="20"/>
                      <a:pt x="7" y="20"/>
                      <a:pt x="7" y="20"/>
                    </a:cubicBezTo>
                    <a:cubicBezTo>
                      <a:pt x="5" y="21"/>
                      <a:pt x="5" y="20"/>
                      <a:pt x="3" y="21"/>
                    </a:cubicBezTo>
                    <a:cubicBezTo>
                      <a:pt x="4" y="21"/>
                      <a:pt x="4" y="21"/>
                      <a:pt x="4" y="21"/>
                    </a:cubicBezTo>
                    <a:cubicBezTo>
                      <a:pt x="3" y="22"/>
                      <a:pt x="2" y="22"/>
                      <a:pt x="3" y="21"/>
                    </a:cubicBezTo>
                    <a:cubicBezTo>
                      <a:pt x="5" y="20"/>
                      <a:pt x="6" y="20"/>
                      <a:pt x="7" y="20"/>
                    </a:cubicBezTo>
                    <a:cubicBezTo>
                      <a:pt x="3" y="21"/>
                      <a:pt x="3" y="21"/>
                      <a:pt x="3" y="21"/>
                    </a:cubicBezTo>
                    <a:cubicBezTo>
                      <a:pt x="4" y="20"/>
                      <a:pt x="3" y="21"/>
                      <a:pt x="2" y="21"/>
                    </a:cubicBezTo>
                    <a:cubicBezTo>
                      <a:pt x="3" y="21"/>
                      <a:pt x="3" y="21"/>
                      <a:pt x="3" y="21"/>
                    </a:cubicBezTo>
                    <a:cubicBezTo>
                      <a:pt x="1" y="22"/>
                      <a:pt x="1" y="22"/>
                      <a:pt x="1" y="22"/>
                    </a:cubicBezTo>
                    <a:cubicBezTo>
                      <a:pt x="2" y="22"/>
                      <a:pt x="1" y="23"/>
                      <a:pt x="2" y="23"/>
                    </a:cubicBezTo>
                    <a:cubicBezTo>
                      <a:pt x="4" y="22"/>
                      <a:pt x="4" y="22"/>
                      <a:pt x="4" y="22"/>
                    </a:cubicBezTo>
                    <a:cubicBezTo>
                      <a:pt x="4" y="22"/>
                      <a:pt x="6" y="21"/>
                      <a:pt x="4" y="22"/>
                    </a:cubicBezTo>
                    <a:cubicBezTo>
                      <a:pt x="2" y="23"/>
                      <a:pt x="2" y="23"/>
                      <a:pt x="2" y="23"/>
                    </a:cubicBezTo>
                    <a:cubicBezTo>
                      <a:pt x="3" y="23"/>
                      <a:pt x="3" y="23"/>
                      <a:pt x="3" y="23"/>
                    </a:cubicBezTo>
                    <a:cubicBezTo>
                      <a:pt x="1" y="25"/>
                      <a:pt x="1" y="25"/>
                      <a:pt x="1" y="25"/>
                    </a:cubicBezTo>
                    <a:cubicBezTo>
                      <a:pt x="4" y="23"/>
                      <a:pt x="2" y="25"/>
                      <a:pt x="3" y="24"/>
                    </a:cubicBezTo>
                    <a:cubicBezTo>
                      <a:pt x="2" y="25"/>
                      <a:pt x="2" y="25"/>
                      <a:pt x="2" y="25"/>
                    </a:cubicBezTo>
                    <a:cubicBezTo>
                      <a:pt x="2" y="26"/>
                      <a:pt x="4" y="24"/>
                      <a:pt x="4" y="24"/>
                    </a:cubicBezTo>
                    <a:cubicBezTo>
                      <a:pt x="4" y="24"/>
                      <a:pt x="1" y="26"/>
                      <a:pt x="1" y="27"/>
                    </a:cubicBezTo>
                    <a:cubicBezTo>
                      <a:pt x="1" y="27"/>
                      <a:pt x="3" y="26"/>
                      <a:pt x="2" y="28"/>
                    </a:cubicBezTo>
                    <a:cubicBezTo>
                      <a:pt x="2" y="28"/>
                      <a:pt x="4" y="28"/>
                      <a:pt x="5" y="27"/>
                    </a:cubicBezTo>
                    <a:cubicBezTo>
                      <a:pt x="5" y="28"/>
                      <a:pt x="3" y="29"/>
                      <a:pt x="4" y="29"/>
                    </a:cubicBezTo>
                    <a:cubicBezTo>
                      <a:pt x="3" y="29"/>
                      <a:pt x="2" y="30"/>
                      <a:pt x="2" y="31"/>
                    </a:cubicBezTo>
                    <a:cubicBezTo>
                      <a:pt x="3" y="30"/>
                      <a:pt x="2" y="32"/>
                      <a:pt x="4" y="30"/>
                    </a:cubicBezTo>
                    <a:cubicBezTo>
                      <a:pt x="4" y="30"/>
                      <a:pt x="4" y="31"/>
                      <a:pt x="5" y="31"/>
                    </a:cubicBezTo>
                    <a:cubicBezTo>
                      <a:pt x="4" y="31"/>
                      <a:pt x="3" y="33"/>
                      <a:pt x="3" y="33"/>
                    </a:cubicBezTo>
                    <a:cubicBezTo>
                      <a:pt x="4" y="32"/>
                      <a:pt x="5" y="32"/>
                      <a:pt x="5" y="32"/>
                    </a:cubicBezTo>
                    <a:cubicBezTo>
                      <a:pt x="6" y="31"/>
                      <a:pt x="6" y="31"/>
                      <a:pt x="7" y="29"/>
                    </a:cubicBezTo>
                    <a:cubicBezTo>
                      <a:pt x="7" y="29"/>
                      <a:pt x="8" y="28"/>
                      <a:pt x="8" y="29"/>
                    </a:cubicBezTo>
                    <a:cubicBezTo>
                      <a:pt x="7" y="30"/>
                      <a:pt x="5" y="32"/>
                      <a:pt x="6" y="33"/>
                    </a:cubicBezTo>
                    <a:cubicBezTo>
                      <a:pt x="4" y="35"/>
                      <a:pt x="5" y="32"/>
                      <a:pt x="4" y="34"/>
                    </a:cubicBezTo>
                    <a:cubicBezTo>
                      <a:pt x="2" y="36"/>
                      <a:pt x="2" y="36"/>
                      <a:pt x="2" y="35"/>
                    </a:cubicBezTo>
                    <a:cubicBezTo>
                      <a:pt x="0" y="36"/>
                      <a:pt x="2" y="35"/>
                      <a:pt x="1" y="37"/>
                    </a:cubicBezTo>
                    <a:cubicBezTo>
                      <a:pt x="1" y="37"/>
                      <a:pt x="2" y="36"/>
                      <a:pt x="3" y="36"/>
                    </a:cubicBezTo>
                    <a:cubicBezTo>
                      <a:pt x="4" y="35"/>
                      <a:pt x="4" y="35"/>
                      <a:pt x="4" y="34"/>
                    </a:cubicBezTo>
                    <a:cubicBezTo>
                      <a:pt x="6" y="32"/>
                      <a:pt x="4" y="36"/>
                      <a:pt x="4" y="36"/>
                    </a:cubicBezTo>
                    <a:cubicBezTo>
                      <a:pt x="3" y="36"/>
                      <a:pt x="3" y="36"/>
                      <a:pt x="3" y="36"/>
                    </a:cubicBezTo>
                    <a:cubicBezTo>
                      <a:pt x="3" y="37"/>
                      <a:pt x="4" y="36"/>
                      <a:pt x="4" y="36"/>
                    </a:cubicBezTo>
                    <a:cubicBezTo>
                      <a:pt x="3" y="39"/>
                      <a:pt x="4" y="36"/>
                      <a:pt x="3" y="38"/>
                    </a:cubicBezTo>
                    <a:cubicBezTo>
                      <a:pt x="1" y="40"/>
                      <a:pt x="1" y="40"/>
                      <a:pt x="1" y="40"/>
                    </a:cubicBezTo>
                    <a:cubicBezTo>
                      <a:pt x="2" y="41"/>
                      <a:pt x="3" y="38"/>
                      <a:pt x="3" y="39"/>
                    </a:cubicBezTo>
                    <a:cubicBezTo>
                      <a:pt x="2" y="40"/>
                      <a:pt x="2" y="40"/>
                      <a:pt x="2" y="40"/>
                    </a:cubicBezTo>
                    <a:cubicBezTo>
                      <a:pt x="3" y="39"/>
                      <a:pt x="3" y="39"/>
                      <a:pt x="3" y="39"/>
                    </a:cubicBezTo>
                    <a:cubicBezTo>
                      <a:pt x="4" y="38"/>
                      <a:pt x="5" y="37"/>
                      <a:pt x="4" y="37"/>
                    </a:cubicBezTo>
                    <a:cubicBezTo>
                      <a:pt x="6" y="34"/>
                      <a:pt x="5" y="37"/>
                      <a:pt x="6" y="36"/>
                    </a:cubicBezTo>
                    <a:cubicBezTo>
                      <a:pt x="7" y="35"/>
                      <a:pt x="5" y="36"/>
                      <a:pt x="6" y="35"/>
                    </a:cubicBezTo>
                    <a:cubicBezTo>
                      <a:pt x="7" y="33"/>
                      <a:pt x="7" y="34"/>
                      <a:pt x="8" y="33"/>
                    </a:cubicBezTo>
                    <a:cubicBezTo>
                      <a:pt x="8" y="34"/>
                      <a:pt x="7" y="35"/>
                      <a:pt x="6" y="36"/>
                    </a:cubicBezTo>
                    <a:cubicBezTo>
                      <a:pt x="6" y="36"/>
                      <a:pt x="6" y="36"/>
                      <a:pt x="6" y="36"/>
                    </a:cubicBezTo>
                    <a:cubicBezTo>
                      <a:pt x="5" y="37"/>
                      <a:pt x="5" y="39"/>
                      <a:pt x="4" y="40"/>
                    </a:cubicBezTo>
                    <a:cubicBezTo>
                      <a:pt x="4" y="41"/>
                      <a:pt x="5" y="38"/>
                      <a:pt x="5" y="39"/>
                    </a:cubicBezTo>
                    <a:cubicBezTo>
                      <a:pt x="5" y="39"/>
                      <a:pt x="6" y="37"/>
                      <a:pt x="6" y="37"/>
                    </a:cubicBezTo>
                    <a:cubicBezTo>
                      <a:pt x="9" y="33"/>
                      <a:pt x="5" y="40"/>
                      <a:pt x="6" y="39"/>
                    </a:cubicBezTo>
                    <a:cubicBezTo>
                      <a:pt x="7" y="37"/>
                      <a:pt x="9" y="36"/>
                      <a:pt x="10" y="33"/>
                    </a:cubicBezTo>
                    <a:cubicBezTo>
                      <a:pt x="10" y="32"/>
                      <a:pt x="11" y="32"/>
                      <a:pt x="11" y="32"/>
                    </a:cubicBezTo>
                    <a:cubicBezTo>
                      <a:pt x="10" y="34"/>
                      <a:pt x="10" y="34"/>
                      <a:pt x="9" y="35"/>
                    </a:cubicBezTo>
                    <a:cubicBezTo>
                      <a:pt x="9" y="35"/>
                      <a:pt x="9" y="35"/>
                      <a:pt x="9" y="35"/>
                    </a:cubicBezTo>
                    <a:cubicBezTo>
                      <a:pt x="8" y="38"/>
                      <a:pt x="8" y="38"/>
                      <a:pt x="8" y="38"/>
                    </a:cubicBezTo>
                    <a:cubicBezTo>
                      <a:pt x="7" y="39"/>
                      <a:pt x="7" y="40"/>
                      <a:pt x="7" y="41"/>
                    </a:cubicBezTo>
                    <a:cubicBezTo>
                      <a:pt x="8" y="41"/>
                      <a:pt x="8" y="40"/>
                      <a:pt x="8" y="39"/>
                    </a:cubicBezTo>
                    <a:cubicBezTo>
                      <a:pt x="8" y="40"/>
                      <a:pt x="7" y="41"/>
                      <a:pt x="8" y="41"/>
                    </a:cubicBezTo>
                    <a:cubicBezTo>
                      <a:pt x="8" y="40"/>
                      <a:pt x="9" y="38"/>
                      <a:pt x="9" y="38"/>
                    </a:cubicBezTo>
                    <a:cubicBezTo>
                      <a:pt x="10" y="38"/>
                      <a:pt x="9" y="40"/>
                      <a:pt x="9" y="41"/>
                    </a:cubicBezTo>
                    <a:cubicBezTo>
                      <a:pt x="8" y="42"/>
                      <a:pt x="8" y="42"/>
                      <a:pt x="8" y="42"/>
                    </a:cubicBezTo>
                    <a:cubicBezTo>
                      <a:pt x="9" y="41"/>
                      <a:pt x="8" y="43"/>
                      <a:pt x="8" y="42"/>
                    </a:cubicBezTo>
                    <a:cubicBezTo>
                      <a:pt x="9" y="41"/>
                      <a:pt x="9" y="40"/>
                      <a:pt x="10" y="38"/>
                    </a:cubicBezTo>
                    <a:cubicBezTo>
                      <a:pt x="11" y="38"/>
                      <a:pt x="10" y="40"/>
                      <a:pt x="10" y="39"/>
                    </a:cubicBezTo>
                    <a:cubicBezTo>
                      <a:pt x="9" y="40"/>
                      <a:pt x="9" y="40"/>
                      <a:pt x="9" y="40"/>
                    </a:cubicBezTo>
                    <a:cubicBezTo>
                      <a:pt x="10" y="40"/>
                      <a:pt x="8" y="43"/>
                      <a:pt x="9" y="43"/>
                    </a:cubicBezTo>
                    <a:cubicBezTo>
                      <a:pt x="10" y="41"/>
                      <a:pt x="10" y="41"/>
                      <a:pt x="10" y="41"/>
                    </a:cubicBezTo>
                    <a:cubicBezTo>
                      <a:pt x="9" y="43"/>
                      <a:pt x="9" y="43"/>
                      <a:pt x="9" y="43"/>
                    </a:cubicBezTo>
                    <a:cubicBezTo>
                      <a:pt x="10" y="42"/>
                      <a:pt x="10" y="42"/>
                      <a:pt x="10" y="42"/>
                    </a:cubicBezTo>
                    <a:cubicBezTo>
                      <a:pt x="10" y="43"/>
                      <a:pt x="10" y="43"/>
                      <a:pt x="10" y="43"/>
                    </a:cubicBezTo>
                    <a:cubicBezTo>
                      <a:pt x="10" y="42"/>
                      <a:pt x="11" y="40"/>
                      <a:pt x="11" y="42"/>
                    </a:cubicBezTo>
                    <a:cubicBezTo>
                      <a:pt x="12" y="40"/>
                      <a:pt x="11" y="42"/>
                      <a:pt x="11" y="41"/>
                    </a:cubicBezTo>
                    <a:cubicBezTo>
                      <a:pt x="11" y="39"/>
                      <a:pt x="12" y="39"/>
                      <a:pt x="12" y="39"/>
                    </a:cubicBezTo>
                    <a:cubicBezTo>
                      <a:pt x="11" y="42"/>
                      <a:pt x="12" y="39"/>
                      <a:pt x="12" y="40"/>
                    </a:cubicBezTo>
                    <a:cubicBezTo>
                      <a:pt x="12" y="41"/>
                      <a:pt x="12" y="41"/>
                      <a:pt x="12" y="42"/>
                    </a:cubicBezTo>
                    <a:cubicBezTo>
                      <a:pt x="13" y="40"/>
                      <a:pt x="13" y="40"/>
                      <a:pt x="13" y="40"/>
                    </a:cubicBezTo>
                    <a:cubicBezTo>
                      <a:pt x="12" y="43"/>
                      <a:pt x="13" y="39"/>
                      <a:pt x="13" y="41"/>
                    </a:cubicBezTo>
                    <a:cubicBezTo>
                      <a:pt x="13" y="42"/>
                      <a:pt x="12" y="43"/>
                      <a:pt x="12" y="43"/>
                    </a:cubicBezTo>
                    <a:cubicBezTo>
                      <a:pt x="13" y="41"/>
                      <a:pt x="14" y="40"/>
                      <a:pt x="14" y="39"/>
                    </a:cubicBezTo>
                    <a:cubicBezTo>
                      <a:pt x="14" y="40"/>
                      <a:pt x="13" y="42"/>
                      <a:pt x="13" y="44"/>
                    </a:cubicBezTo>
                    <a:cubicBezTo>
                      <a:pt x="14" y="42"/>
                      <a:pt x="13" y="45"/>
                      <a:pt x="14" y="43"/>
                    </a:cubicBezTo>
                    <a:cubicBezTo>
                      <a:pt x="14" y="42"/>
                      <a:pt x="14" y="41"/>
                      <a:pt x="15" y="40"/>
                    </a:cubicBezTo>
                    <a:cubicBezTo>
                      <a:pt x="15" y="40"/>
                      <a:pt x="14" y="41"/>
                      <a:pt x="14" y="42"/>
                    </a:cubicBezTo>
                    <a:cubicBezTo>
                      <a:pt x="14" y="42"/>
                      <a:pt x="15" y="40"/>
                      <a:pt x="15" y="39"/>
                    </a:cubicBezTo>
                    <a:cubicBezTo>
                      <a:pt x="15" y="39"/>
                      <a:pt x="16" y="37"/>
                      <a:pt x="16" y="39"/>
                    </a:cubicBezTo>
                    <a:cubicBezTo>
                      <a:pt x="16" y="40"/>
                      <a:pt x="15" y="39"/>
                      <a:pt x="15" y="40"/>
                    </a:cubicBezTo>
                    <a:cubicBezTo>
                      <a:pt x="16" y="41"/>
                      <a:pt x="17" y="37"/>
                      <a:pt x="17" y="36"/>
                    </a:cubicBezTo>
                    <a:cubicBezTo>
                      <a:pt x="17" y="35"/>
                      <a:pt x="18" y="32"/>
                      <a:pt x="19" y="31"/>
                    </a:cubicBezTo>
                    <a:cubicBezTo>
                      <a:pt x="19" y="32"/>
                      <a:pt x="18" y="32"/>
                      <a:pt x="18" y="34"/>
                    </a:cubicBezTo>
                    <a:cubicBezTo>
                      <a:pt x="18" y="34"/>
                      <a:pt x="18" y="34"/>
                      <a:pt x="18" y="34"/>
                    </a:cubicBezTo>
                    <a:cubicBezTo>
                      <a:pt x="18" y="37"/>
                      <a:pt x="16" y="39"/>
                      <a:pt x="16" y="41"/>
                    </a:cubicBezTo>
                    <a:cubicBezTo>
                      <a:pt x="16" y="40"/>
                      <a:pt x="16" y="40"/>
                      <a:pt x="16" y="40"/>
                    </a:cubicBezTo>
                    <a:cubicBezTo>
                      <a:pt x="16" y="43"/>
                      <a:pt x="16" y="43"/>
                      <a:pt x="16" y="43"/>
                    </a:cubicBezTo>
                    <a:cubicBezTo>
                      <a:pt x="16" y="41"/>
                      <a:pt x="16" y="43"/>
                      <a:pt x="16" y="42"/>
                    </a:cubicBezTo>
                    <a:cubicBezTo>
                      <a:pt x="17" y="41"/>
                      <a:pt x="16" y="43"/>
                      <a:pt x="16" y="41"/>
                    </a:cubicBezTo>
                    <a:cubicBezTo>
                      <a:pt x="17" y="41"/>
                      <a:pt x="18" y="38"/>
                      <a:pt x="18" y="39"/>
                    </a:cubicBezTo>
                    <a:cubicBezTo>
                      <a:pt x="17" y="43"/>
                      <a:pt x="17" y="43"/>
                      <a:pt x="17" y="43"/>
                    </a:cubicBezTo>
                    <a:cubicBezTo>
                      <a:pt x="17" y="43"/>
                      <a:pt x="17" y="41"/>
                      <a:pt x="17" y="42"/>
                    </a:cubicBezTo>
                    <a:cubicBezTo>
                      <a:pt x="17" y="43"/>
                      <a:pt x="17" y="43"/>
                      <a:pt x="17" y="43"/>
                    </a:cubicBezTo>
                    <a:cubicBezTo>
                      <a:pt x="18" y="43"/>
                      <a:pt x="19" y="43"/>
                      <a:pt x="21" y="39"/>
                    </a:cubicBezTo>
                    <a:cubicBezTo>
                      <a:pt x="21" y="41"/>
                      <a:pt x="21" y="41"/>
                      <a:pt x="21" y="42"/>
                    </a:cubicBezTo>
                    <a:cubicBezTo>
                      <a:pt x="21" y="42"/>
                      <a:pt x="22" y="41"/>
                      <a:pt x="22" y="41"/>
                    </a:cubicBezTo>
                    <a:cubicBezTo>
                      <a:pt x="22" y="43"/>
                      <a:pt x="22" y="43"/>
                      <a:pt x="22" y="43"/>
                    </a:cubicBezTo>
                    <a:cubicBezTo>
                      <a:pt x="22" y="44"/>
                      <a:pt x="23" y="42"/>
                      <a:pt x="23" y="41"/>
                    </a:cubicBezTo>
                    <a:cubicBezTo>
                      <a:pt x="23" y="42"/>
                      <a:pt x="23" y="42"/>
                      <a:pt x="23" y="42"/>
                    </a:cubicBezTo>
                    <a:cubicBezTo>
                      <a:pt x="23" y="44"/>
                      <a:pt x="23" y="41"/>
                      <a:pt x="23" y="41"/>
                    </a:cubicBezTo>
                    <a:cubicBezTo>
                      <a:pt x="23" y="42"/>
                      <a:pt x="23" y="42"/>
                      <a:pt x="23" y="42"/>
                    </a:cubicBezTo>
                    <a:cubicBezTo>
                      <a:pt x="24" y="41"/>
                      <a:pt x="24" y="41"/>
                      <a:pt x="24" y="41"/>
                    </a:cubicBezTo>
                    <a:cubicBezTo>
                      <a:pt x="24" y="40"/>
                      <a:pt x="24" y="41"/>
                      <a:pt x="24" y="43"/>
                    </a:cubicBezTo>
                    <a:cubicBezTo>
                      <a:pt x="24" y="41"/>
                      <a:pt x="24" y="41"/>
                      <a:pt x="24" y="41"/>
                    </a:cubicBezTo>
                    <a:cubicBezTo>
                      <a:pt x="24" y="43"/>
                      <a:pt x="25" y="43"/>
                      <a:pt x="26" y="42"/>
                    </a:cubicBezTo>
                    <a:cubicBezTo>
                      <a:pt x="25" y="42"/>
                      <a:pt x="25" y="41"/>
                      <a:pt x="26" y="39"/>
                    </a:cubicBezTo>
                    <a:cubicBezTo>
                      <a:pt x="26" y="37"/>
                      <a:pt x="26" y="40"/>
                      <a:pt x="26" y="39"/>
                    </a:cubicBezTo>
                    <a:cubicBezTo>
                      <a:pt x="26" y="41"/>
                      <a:pt x="26" y="41"/>
                      <a:pt x="26" y="41"/>
                    </a:cubicBezTo>
                    <a:cubicBezTo>
                      <a:pt x="26" y="44"/>
                      <a:pt x="27" y="42"/>
                      <a:pt x="28" y="42"/>
                    </a:cubicBezTo>
                    <a:cubicBezTo>
                      <a:pt x="28" y="41"/>
                      <a:pt x="28" y="41"/>
                      <a:pt x="28" y="41"/>
                    </a:cubicBezTo>
                    <a:cubicBezTo>
                      <a:pt x="28" y="43"/>
                      <a:pt x="29" y="41"/>
                      <a:pt x="30" y="42"/>
                    </a:cubicBezTo>
                    <a:cubicBezTo>
                      <a:pt x="30" y="41"/>
                      <a:pt x="30" y="38"/>
                      <a:pt x="30" y="38"/>
                    </a:cubicBezTo>
                    <a:cubicBezTo>
                      <a:pt x="30" y="36"/>
                      <a:pt x="30" y="41"/>
                      <a:pt x="30" y="42"/>
                    </a:cubicBezTo>
                    <a:cubicBezTo>
                      <a:pt x="31" y="41"/>
                      <a:pt x="31" y="41"/>
                      <a:pt x="31" y="41"/>
                    </a:cubicBezTo>
                    <a:cubicBezTo>
                      <a:pt x="31" y="41"/>
                      <a:pt x="31" y="41"/>
                      <a:pt x="31" y="41"/>
                    </a:cubicBezTo>
                    <a:cubicBezTo>
                      <a:pt x="31" y="40"/>
                      <a:pt x="31" y="39"/>
                      <a:pt x="31" y="40"/>
                    </a:cubicBezTo>
                    <a:cubicBezTo>
                      <a:pt x="31" y="41"/>
                      <a:pt x="31" y="41"/>
                      <a:pt x="31" y="41"/>
                    </a:cubicBezTo>
                    <a:cubicBezTo>
                      <a:pt x="32" y="41"/>
                      <a:pt x="32" y="42"/>
                      <a:pt x="32" y="42"/>
                    </a:cubicBezTo>
                    <a:cubicBezTo>
                      <a:pt x="32" y="40"/>
                      <a:pt x="33" y="41"/>
                      <a:pt x="33" y="39"/>
                    </a:cubicBezTo>
                    <a:cubicBezTo>
                      <a:pt x="33" y="40"/>
                      <a:pt x="33" y="40"/>
                      <a:pt x="33" y="40"/>
                    </a:cubicBezTo>
                    <a:cubicBezTo>
                      <a:pt x="33" y="39"/>
                      <a:pt x="33" y="39"/>
                      <a:pt x="33" y="39"/>
                    </a:cubicBezTo>
                    <a:cubicBezTo>
                      <a:pt x="33" y="39"/>
                      <a:pt x="33" y="39"/>
                      <a:pt x="33" y="39"/>
                    </a:cubicBezTo>
                    <a:cubicBezTo>
                      <a:pt x="33" y="41"/>
                      <a:pt x="33" y="41"/>
                      <a:pt x="33" y="41"/>
                    </a:cubicBezTo>
                    <a:cubicBezTo>
                      <a:pt x="33" y="42"/>
                      <a:pt x="33" y="40"/>
                      <a:pt x="33" y="39"/>
                    </a:cubicBezTo>
                    <a:cubicBezTo>
                      <a:pt x="33" y="38"/>
                      <a:pt x="33" y="39"/>
                      <a:pt x="33" y="40"/>
                    </a:cubicBezTo>
                    <a:cubicBezTo>
                      <a:pt x="33" y="41"/>
                      <a:pt x="33" y="40"/>
                      <a:pt x="33" y="40"/>
                    </a:cubicBezTo>
                    <a:cubicBezTo>
                      <a:pt x="33" y="41"/>
                      <a:pt x="33" y="40"/>
                      <a:pt x="33" y="41"/>
                    </a:cubicBezTo>
                    <a:cubicBezTo>
                      <a:pt x="33" y="41"/>
                      <a:pt x="33" y="39"/>
                      <a:pt x="34" y="40"/>
                    </a:cubicBezTo>
                    <a:cubicBezTo>
                      <a:pt x="34" y="40"/>
                      <a:pt x="34" y="40"/>
                      <a:pt x="34" y="41"/>
                    </a:cubicBezTo>
                    <a:cubicBezTo>
                      <a:pt x="34" y="40"/>
                      <a:pt x="34" y="40"/>
                      <a:pt x="35" y="40"/>
                    </a:cubicBezTo>
                    <a:cubicBezTo>
                      <a:pt x="34" y="39"/>
                      <a:pt x="34" y="39"/>
                      <a:pt x="34" y="38"/>
                    </a:cubicBezTo>
                    <a:cubicBezTo>
                      <a:pt x="34" y="38"/>
                      <a:pt x="34" y="37"/>
                      <a:pt x="34" y="38"/>
                    </a:cubicBezTo>
                    <a:cubicBezTo>
                      <a:pt x="34" y="38"/>
                      <a:pt x="34" y="38"/>
                      <a:pt x="34" y="38"/>
                    </a:cubicBezTo>
                    <a:cubicBezTo>
                      <a:pt x="34" y="38"/>
                      <a:pt x="35" y="39"/>
                      <a:pt x="34" y="37"/>
                    </a:cubicBezTo>
                    <a:cubicBezTo>
                      <a:pt x="35" y="39"/>
                      <a:pt x="35" y="39"/>
                      <a:pt x="35" y="39"/>
                    </a:cubicBezTo>
                    <a:cubicBezTo>
                      <a:pt x="35" y="38"/>
                      <a:pt x="35" y="38"/>
                      <a:pt x="35" y="38"/>
                    </a:cubicBezTo>
                    <a:cubicBezTo>
                      <a:pt x="35" y="39"/>
                      <a:pt x="35" y="41"/>
                      <a:pt x="36" y="42"/>
                    </a:cubicBezTo>
                    <a:cubicBezTo>
                      <a:pt x="36" y="40"/>
                      <a:pt x="36" y="40"/>
                      <a:pt x="36" y="40"/>
                    </a:cubicBezTo>
                    <a:cubicBezTo>
                      <a:pt x="36" y="40"/>
                      <a:pt x="37" y="40"/>
                      <a:pt x="37" y="41"/>
                    </a:cubicBezTo>
                    <a:cubicBezTo>
                      <a:pt x="38" y="42"/>
                      <a:pt x="37" y="36"/>
                      <a:pt x="37" y="38"/>
                    </a:cubicBezTo>
                    <a:cubicBezTo>
                      <a:pt x="38" y="40"/>
                      <a:pt x="38" y="40"/>
                      <a:pt x="38" y="40"/>
                    </a:cubicBezTo>
                    <a:cubicBezTo>
                      <a:pt x="38" y="40"/>
                      <a:pt x="38" y="39"/>
                      <a:pt x="38" y="39"/>
                    </a:cubicBezTo>
                    <a:cubicBezTo>
                      <a:pt x="38" y="38"/>
                      <a:pt x="38" y="41"/>
                      <a:pt x="38" y="39"/>
                    </a:cubicBezTo>
                    <a:cubicBezTo>
                      <a:pt x="38" y="38"/>
                      <a:pt x="38" y="38"/>
                      <a:pt x="38" y="38"/>
                    </a:cubicBezTo>
                    <a:cubicBezTo>
                      <a:pt x="39" y="42"/>
                      <a:pt x="40" y="38"/>
                      <a:pt x="41" y="40"/>
                    </a:cubicBezTo>
                    <a:cubicBezTo>
                      <a:pt x="40" y="38"/>
                      <a:pt x="41" y="39"/>
                      <a:pt x="41" y="39"/>
                    </a:cubicBezTo>
                    <a:cubicBezTo>
                      <a:pt x="42" y="41"/>
                      <a:pt x="41" y="38"/>
                      <a:pt x="42" y="39"/>
                    </a:cubicBezTo>
                    <a:cubicBezTo>
                      <a:pt x="41" y="37"/>
                      <a:pt x="41" y="37"/>
                      <a:pt x="41" y="37"/>
                    </a:cubicBezTo>
                    <a:cubicBezTo>
                      <a:pt x="42" y="38"/>
                      <a:pt x="40" y="33"/>
                      <a:pt x="42" y="36"/>
                    </a:cubicBezTo>
                    <a:cubicBezTo>
                      <a:pt x="42" y="37"/>
                      <a:pt x="42" y="38"/>
                      <a:pt x="42" y="38"/>
                    </a:cubicBezTo>
                    <a:cubicBezTo>
                      <a:pt x="44" y="41"/>
                      <a:pt x="42" y="36"/>
                      <a:pt x="44" y="38"/>
                    </a:cubicBezTo>
                    <a:cubicBezTo>
                      <a:pt x="43" y="37"/>
                      <a:pt x="43" y="36"/>
                      <a:pt x="43" y="35"/>
                    </a:cubicBezTo>
                    <a:cubicBezTo>
                      <a:pt x="43" y="36"/>
                      <a:pt x="44" y="37"/>
                      <a:pt x="44" y="37"/>
                    </a:cubicBezTo>
                    <a:cubicBezTo>
                      <a:pt x="44" y="37"/>
                      <a:pt x="44" y="36"/>
                      <a:pt x="44" y="37"/>
                    </a:cubicBezTo>
                    <a:cubicBezTo>
                      <a:pt x="45" y="37"/>
                      <a:pt x="45" y="38"/>
                      <a:pt x="45" y="38"/>
                    </a:cubicBezTo>
                    <a:cubicBezTo>
                      <a:pt x="45" y="38"/>
                      <a:pt x="45" y="37"/>
                      <a:pt x="45" y="36"/>
                    </a:cubicBezTo>
                    <a:cubicBezTo>
                      <a:pt x="46" y="38"/>
                      <a:pt x="46" y="37"/>
                      <a:pt x="47" y="38"/>
                    </a:cubicBezTo>
                    <a:cubicBezTo>
                      <a:pt x="46" y="35"/>
                      <a:pt x="48" y="38"/>
                      <a:pt x="46" y="35"/>
                    </a:cubicBezTo>
                    <a:cubicBezTo>
                      <a:pt x="47" y="36"/>
                      <a:pt x="47" y="36"/>
                      <a:pt x="47" y="36"/>
                    </a:cubicBezTo>
                    <a:cubicBezTo>
                      <a:pt x="46" y="35"/>
                      <a:pt x="46" y="34"/>
                      <a:pt x="46" y="33"/>
                    </a:cubicBezTo>
                    <a:cubicBezTo>
                      <a:pt x="47" y="35"/>
                      <a:pt x="47" y="35"/>
                      <a:pt x="47" y="35"/>
                    </a:cubicBezTo>
                    <a:cubicBezTo>
                      <a:pt x="48" y="37"/>
                      <a:pt x="47" y="35"/>
                      <a:pt x="48" y="37"/>
                    </a:cubicBezTo>
                    <a:cubicBezTo>
                      <a:pt x="47" y="35"/>
                      <a:pt x="48" y="36"/>
                      <a:pt x="47" y="35"/>
                    </a:cubicBezTo>
                    <a:cubicBezTo>
                      <a:pt x="47" y="34"/>
                      <a:pt x="47" y="34"/>
                      <a:pt x="47" y="34"/>
                    </a:cubicBezTo>
                    <a:cubicBezTo>
                      <a:pt x="47" y="34"/>
                      <a:pt x="47" y="33"/>
                      <a:pt x="47" y="33"/>
                    </a:cubicBezTo>
                    <a:cubicBezTo>
                      <a:pt x="47" y="33"/>
                      <a:pt x="48" y="35"/>
                      <a:pt x="48" y="35"/>
                    </a:cubicBezTo>
                    <a:cubicBezTo>
                      <a:pt x="49" y="36"/>
                      <a:pt x="49" y="35"/>
                      <a:pt x="48" y="35"/>
                    </a:cubicBezTo>
                    <a:cubicBezTo>
                      <a:pt x="48" y="35"/>
                      <a:pt x="48" y="35"/>
                      <a:pt x="48" y="34"/>
                    </a:cubicBezTo>
                    <a:cubicBezTo>
                      <a:pt x="48" y="34"/>
                      <a:pt x="48" y="35"/>
                      <a:pt x="48" y="35"/>
                    </a:cubicBezTo>
                    <a:cubicBezTo>
                      <a:pt x="48" y="34"/>
                      <a:pt x="48" y="34"/>
                      <a:pt x="49" y="34"/>
                    </a:cubicBezTo>
                    <a:cubicBezTo>
                      <a:pt x="49" y="34"/>
                      <a:pt x="49" y="34"/>
                      <a:pt x="49" y="34"/>
                    </a:cubicBezTo>
                    <a:cubicBezTo>
                      <a:pt x="49" y="34"/>
                      <a:pt x="49" y="35"/>
                      <a:pt x="49" y="35"/>
                    </a:cubicBezTo>
                    <a:cubicBezTo>
                      <a:pt x="49" y="35"/>
                      <a:pt x="49" y="35"/>
                      <a:pt x="49" y="35"/>
                    </a:cubicBezTo>
                    <a:cubicBezTo>
                      <a:pt x="49" y="35"/>
                      <a:pt x="49" y="35"/>
                      <a:pt x="49" y="35"/>
                    </a:cubicBezTo>
                    <a:cubicBezTo>
                      <a:pt x="49" y="35"/>
                      <a:pt x="49" y="35"/>
                      <a:pt x="49" y="35"/>
                    </a:cubicBezTo>
                    <a:cubicBezTo>
                      <a:pt x="50" y="36"/>
                      <a:pt x="50" y="36"/>
                      <a:pt x="50" y="36"/>
                    </a:cubicBezTo>
                    <a:cubicBezTo>
                      <a:pt x="50" y="36"/>
                      <a:pt x="50" y="35"/>
                      <a:pt x="49" y="34"/>
                    </a:cubicBezTo>
                    <a:cubicBezTo>
                      <a:pt x="50" y="35"/>
                      <a:pt x="50" y="33"/>
                      <a:pt x="50" y="32"/>
                    </a:cubicBezTo>
                    <a:cubicBezTo>
                      <a:pt x="50" y="33"/>
                      <a:pt x="51" y="34"/>
                      <a:pt x="50" y="33"/>
                    </a:cubicBezTo>
                    <a:cubicBezTo>
                      <a:pt x="50" y="33"/>
                      <a:pt x="50" y="31"/>
                      <a:pt x="50" y="32"/>
                    </a:cubicBezTo>
                    <a:cubicBezTo>
                      <a:pt x="50" y="32"/>
                      <a:pt x="51" y="33"/>
                      <a:pt x="51" y="33"/>
                    </a:cubicBezTo>
                    <a:cubicBezTo>
                      <a:pt x="52" y="33"/>
                      <a:pt x="51" y="32"/>
                      <a:pt x="51" y="32"/>
                    </a:cubicBezTo>
                    <a:cubicBezTo>
                      <a:pt x="52" y="34"/>
                      <a:pt x="51" y="30"/>
                      <a:pt x="52" y="31"/>
                    </a:cubicBezTo>
                    <a:cubicBezTo>
                      <a:pt x="52" y="31"/>
                      <a:pt x="53" y="32"/>
                      <a:pt x="53" y="33"/>
                    </a:cubicBezTo>
                    <a:cubicBezTo>
                      <a:pt x="53" y="32"/>
                      <a:pt x="53" y="31"/>
                      <a:pt x="52" y="29"/>
                    </a:cubicBezTo>
                    <a:cubicBezTo>
                      <a:pt x="53" y="31"/>
                      <a:pt x="53" y="31"/>
                      <a:pt x="53" y="31"/>
                    </a:cubicBezTo>
                    <a:cubicBezTo>
                      <a:pt x="53" y="31"/>
                      <a:pt x="53" y="30"/>
                      <a:pt x="53" y="29"/>
                    </a:cubicBezTo>
                    <a:cubicBezTo>
                      <a:pt x="52" y="28"/>
                      <a:pt x="51" y="27"/>
                      <a:pt x="52" y="27"/>
                    </a:cubicBezTo>
                    <a:cubicBezTo>
                      <a:pt x="52" y="27"/>
                      <a:pt x="52" y="27"/>
                      <a:pt x="52" y="27"/>
                    </a:cubicBezTo>
                    <a:cubicBezTo>
                      <a:pt x="52" y="26"/>
                      <a:pt x="52" y="26"/>
                      <a:pt x="52" y="26"/>
                    </a:cubicBezTo>
                    <a:cubicBezTo>
                      <a:pt x="52" y="27"/>
                      <a:pt x="52" y="27"/>
                      <a:pt x="53" y="28"/>
                    </a:cubicBezTo>
                    <a:cubicBezTo>
                      <a:pt x="54" y="30"/>
                      <a:pt x="54" y="29"/>
                      <a:pt x="54" y="29"/>
                    </a:cubicBezTo>
                    <a:cubicBezTo>
                      <a:pt x="53" y="27"/>
                      <a:pt x="53" y="27"/>
                      <a:pt x="53" y="27"/>
                    </a:cubicBezTo>
                    <a:cubicBezTo>
                      <a:pt x="53" y="27"/>
                      <a:pt x="54" y="29"/>
                      <a:pt x="54" y="28"/>
                    </a:cubicBezTo>
                    <a:cubicBezTo>
                      <a:pt x="52" y="24"/>
                      <a:pt x="52" y="24"/>
                      <a:pt x="52" y="24"/>
                    </a:cubicBezTo>
                    <a:cubicBezTo>
                      <a:pt x="52" y="24"/>
                      <a:pt x="54" y="26"/>
                      <a:pt x="54" y="27"/>
                    </a:cubicBezTo>
                    <a:cubicBezTo>
                      <a:pt x="54" y="26"/>
                      <a:pt x="53" y="24"/>
                      <a:pt x="52" y="22"/>
                    </a:cubicBezTo>
                    <a:cubicBezTo>
                      <a:pt x="52" y="22"/>
                      <a:pt x="52" y="21"/>
                      <a:pt x="52" y="21"/>
                    </a:cubicBezTo>
                    <a:cubicBezTo>
                      <a:pt x="53" y="22"/>
                      <a:pt x="52" y="21"/>
                      <a:pt x="53" y="22"/>
                    </a:cubicBezTo>
                    <a:cubicBezTo>
                      <a:pt x="54" y="23"/>
                      <a:pt x="54" y="23"/>
                      <a:pt x="54" y="23"/>
                    </a:cubicBezTo>
                    <a:cubicBezTo>
                      <a:pt x="54" y="23"/>
                      <a:pt x="55" y="25"/>
                      <a:pt x="55" y="26"/>
                    </a:cubicBezTo>
                    <a:cubicBezTo>
                      <a:pt x="55" y="25"/>
                      <a:pt x="56" y="26"/>
                      <a:pt x="57" y="26"/>
                    </a:cubicBezTo>
                    <a:cubicBezTo>
                      <a:pt x="55" y="23"/>
                      <a:pt x="56" y="24"/>
                      <a:pt x="55" y="22"/>
                    </a:cubicBezTo>
                    <a:cubicBezTo>
                      <a:pt x="55" y="22"/>
                      <a:pt x="56" y="24"/>
                      <a:pt x="57" y="24"/>
                    </a:cubicBezTo>
                    <a:cubicBezTo>
                      <a:pt x="56" y="23"/>
                      <a:pt x="57" y="23"/>
                      <a:pt x="57" y="23"/>
                    </a:cubicBezTo>
                    <a:cubicBezTo>
                      <a:pt x="58" y="23"/>
                      <a:pt x="58" y="23"/>
                      <a:pt x="58" y="23"/>
                    </a:cubicBezTo>
                    <a:cubicBezTo>
                      <a:pt x="57" y="23"/>
                      <a:pt x="58" y="23"/>
                      <a:pt x="57" y="21"/>
                    </a:cubicBezTo>
                    <a:cubicBezTo>
                      <a:pt x="58" y="22"/>
                      <a:pt x="58" y="22"/>
                      <a:pt x="58" y="22"/>
                    </a:cubicBezTo>
                    <a:cubicBezTo>
                      <a:pt x="59" y="22"/>
                      <a:pt x="56" y="19"/>
                      <a:pt x="57" y="20"/>
                    </a:cubicBezTo>
                    <a:cubicBezTo>
                      <a:pt x="58" y="21"/>
                      <a:pt x="58" y="21"/>
                      <a:pt x="58" y="21"/>
                    </a:cubicBezTo>
                    <a:cubicBezTo>
                      <a:pt x="57" y="20"/>
                      <a:pt x="59" y="22"/>
                      <a:pt x="58" y="20"/>
                    </a:cubicBezTo>
                    <a:cubicBezTo>
                      <a:pt x="59" y="21"/>
                      <a:pt x="59" y="21"/>
                      <a:pt x="59" y="21"/>
                    </a:cubicBezTo>
                    <a:cubicBezTo>
                      <a:pt x="59" y="21"/>
                      <a:pt x="59" y="21"/>
                      <a:pt x="58" y="19"/>
                    </a:cubicBezTo>
                    <a:cubicBezTo>
                      <a:pt x="60" y="21"/>
                      <a:pt x="60" y="21"/>
                      <a:pt x="60" y="21"/>
                    </a:cubicBezTo>
                    <a:cubicBezTo>
                      <a:pt x="60" y="22"/>
                      <a:pt x="58" y="19"/>
                      <a:pt x="59" y="19"/>
                    </a:cubicBezTo>
                    <a:cubicBezTo>
                      <a:pt x="59" y="19"/>
                      <a:pt x="60" y="20"/>
                      <a:pt x="60" y="20"/>
                    </a:cubicBezTo>
                    <a:cubicBezTo>
                      <a:pt x="59" y="19"/>
                      <a:pt x="60" y="19"/>
                      <a:pt x="60" y="19"/>
                    </a:cubicBezTo>
                    <a:cubicBezTo>
                      <a:pt x="61" y="20"/>
                      <a:pt x="61" y="20"/>
                      <a:pt x="61" y="20"/>
                    </a:cubicBezTo>
                    <a:cubicBezTo>
                      <a:pt x="62" y="19"/>
                      <a:pt x="64" y="18"/>
                      <a:pt x="63" y="16"/>
                    </a:cubicBezTo>
                    <a:cubicBezTo>
                      <a:pt x="65" y="17"/>
                      <a:pt x="64" y="17"/>
                      <a:pt x="65" y="18"/>
                    </a:cubicBezTo>
                    <a:cubicBezTo>
                      <a:pt x="64" y="17"/>
                      <a:pt x="65" y="18"/>
                      <a:pt x="65" y="17"/>
                    </a:cubicBezTo>
                    <a:cubicBezTo>
                      <a:pt x="65" y="17"/>
                      <a:pt x="65" y="17"/>
                      <a:pt x="65" y="17"/>
                    </a:cubicBezTo>
                    <a:cubicBezTo>
                      <a:pt x="65" y="17"/>
                      <a:pt x="66" y="18"/>
                      <a:pt x="66" y="17"/>
                    </a:cubicBezTo>
                    <a:cubicBezTo>
                      <a:pt x="65" y="17"/>
                      <a:pt x="65" y="17"/>
                      <a:pt x="65" y="17"/>
                    </a:cubicBezTo>
                    <a:cubicBezTo>
                      <a:pt x="64" y="15"/>
                      <a:pt x="68" y="18"/>
                      <a:pt x="66" y="16"/>
                    </a:cubicBezTo>
                    <a:cubicBezTo>
                      <a:pt x="67" y="17"/>
                      <a:pt x="67" y="17"/>
                      <a:pt x="67" y="17"/>
                    </a:cubicBezTo>
                    <a:cubicBezTo>
                      <a:pt x="65" y="15"/>
                      <a:pt x="68" y="17"/>
                      <a:pt x="66" y="16"/>
                    </a:cubicBezTo>
                    <a:cubicBezTo>
                      <a:pt x="67" y="16"/>
                      <a:pt x="67" y="16"/>
                      <a:pt x="67" y="16"/>
                    </a:cubicBezTo>
                    <a:cubicBezTo>
                      <a:pt x="68" y="17"/>
                      <a:pt x="65" y="14"/>
                      <a:pt x="67" y="15"/>
                    </a:cubicBezTo>
                    <a:cubicBezTo>
                      <a:pt x="67" y="15"/>
                      <a:pt x="66" y="14"/>
                      <a:pt x="65" y="13"/>
                    </a:cubicBezTo>
                    <a:cubicBezTo>
                      <a:pt x="67" y="14"/>
                      <a:pt x="67" y="14"/>
                      <a:pt x="67" y="14"/>
                    </a:cubicBezTo>
                    <a:cubicBezTo>
                      <a:pt x="67" y="13"/>
                      <a:pt x="68" y="12"/>
                      <a:pt x="66" y="10"/>
                    </a:cubicBezTo>
                    <a:cubicBezTo>
                      <a:pt x="67" y="10"/>
                      <a:pt x="67" y="10"/>
                      <a:pt x="67" y="10"/>
                    </a:cubicBezTo>
                    <a:cubicBezTo>
                      <a:pt x="65" y="9"/>
                      <a:pt x="70" y="11"/>
                      <a:pt x="66" y="8"/>
                    </a:cubicBezTo>
                    <a:cubicBezTo>
                      <a:pt x="65" y="7"/>
                      <a:pt x="65" y="7"/>
                      <a:pt x="65" y="7"/>
                    </a:cubicBezTo>
                    <a:cubicBezTo>
                      <a:pt x="67" y="8"/>
                      <a:pt x="67" y="8"/>
                      <a:pt x="67" y="8"/>
                    </a:cubicBezTo>
                    <a:cubicBezTo>
                      <a:pt x="66" y="8"/>
                      <a:pt x="67" y="8"/>
                      <a:pt x="66" y="7"/>
                    </a:cubicBezTo>
                    <a:cubicBezTo>
                      <a:pt x="67" y="8"/>
                      <a:pt x="67" y="8"/>
                      <a:pt x="67" y="8"/>
                    </a:cubicBezTo>
                    <a:cubicBezTo>
                      <a:pt x="67" y="8"/>
                      <a:pt x="65" y="6"/>
                      <a:pt x="65" y="7"/>
                    </a:cubicBezTo>
                    <a:cubicBezTo>
                      <a:pt x="66" y="7"/>
                      <a:pt x="66" y="7"/>
                      <a:pt x="66" y="7"/>
                    </a:cubicBezTo>
                    <a:cubicBezTo>
                      <a:pt x="69" y="7"/>
                      <a:pt x="72" y="3"/>
                      <a:pt x="68" y="4"/>
                    </a:cubicBezTo>
                    <a:close/>
                    <a:moveTo>
                      <a:pt x="61" y="9"/>
                    </a:moveTo>
                    <a:cubicBezTo>
                      <a:pt x="60" y="9"/>
                      <a:pt x="61" y="7"/>
                      <a:pt x="62" y="6"/>
                    </a:cubicBezTo>
                    <a:cubicBezTo>
                      <a:pt x="62" y="8"/>
                      <a:pt x="61" y="9"/>
                      <a:pt x="61" y="9"/>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1" name="Freeform 255"/>
              <p:cNvSpPr/>
              <p:nvPr/>
            </p:nvSpPr>
            <p:spPr bwMode="auto">
              <a:xfrm>
                <a:off x="4011" y="3063"/>
                <a:ext cx="5" cy="5"/>
              </a:xfrm>
              <a:custGeom>
                <a:avLst/>
                <a:gdLst>
                  <a:gd name="T0" fmla="*/ 5 w 5"/>
                  <a:gd name="T1" fmla="*/ 5 h 5"/>
                  <a:gd name="T2" fmla="*/ 0 w 5"/>
                  <a:gd name="T3" fmla="*/ 0 h 5"/>
                  <a:gd name="T4" fmla="*/ 2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2" y="5"/>
                    </a:lnTo>
                    <a:lnTo>
                      <a:pt x="5" y="5"/>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2" name="Freeform 256"/>
              <p:cNvSpPr/>
              <p:nvPr/>
            </p:nvSpPr>
            <p:spPr bwMode="auto">
              <a:xfrm>
                <a:off x="3912" y="3100"/>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3" name="Freeform 257"/>
              <p:cNvSpPr/>
              <p:nvPr/>
            </p:nvSpPr>
            <p:spPr bwMode="auto">
              <a:xfrm>
                <a:off x="3996" y="3089"/>
                <a:ext cx="3"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4" name="Oval 258"/>
              <p:cNvSpPr>
                <a:spLocks noChangeArrowheads="1"/>
              </p:cNvSpPr>
              <p:nvPr/>
            </p:nvSpPr>
            <p:spPr bwMode="auto">
              <a:xfrm>
                <a:off x="3595" y="182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5" name="Freeform 259"/>
              <p:cNvSpPr/>
              <p:nvPr/>
            </p:nvSpPr>
            <p:spPr bwMode="auto">
              <a:xfrm>
                <a:off x="3598" y="1825"/>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6" name="Freeform 260"/>
              <p:cNvSpPr/>
              <p:nvPr/>
            </p:nvSpPr>
            <p:spPr bwMode="auto">
              <a:xfrm>
                <a:off x="3918" y="28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7" name="Freeform 261"/>
              <p:cNvSpPr/>
              <p:nvPr/>
            </p:nvSpPr>
            <p:spPr bwMode="auto">
              <a:xfrm>
                <a:off x="3924" y="3038"/>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8" name="Freeform 262"/>
              <p:cNvSpPr/>
              <p:nvPr/>
            </p:nvSpPr>
            <p:spPr bwMode="auto">
              <a:xfrm>
                <a:off x="3986" y="3027"/>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9" name="Freeform 263"/>
              <p:cNvSpPr/>
              <p:nvPr/>
            </p:nvSpPr>
            <p:spPr bwMode="auto">
              <a:xfrm>
                <a:off x="3899" y="3091"/>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0" name="Rectangle 264"/>
              <p:cNvSpPr>
                <a:spLocks noChangeArrowheads="1"/>
              </p:cNvSpPr>
              <p:nvPr/>
            </p:nvSpPr>
            <p:spPr bwMode="auto">
              <a:xfrm>
                <a:off x="4013" y="3004"/>
                <a:ext cx="1" cy="4"/>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1" name="Freeform 265"/>
              <p:cNvSpPr/>
              <p:nvPr/>
            </p:nvSpPr>
            <p:spPr bwMode="auto">
              <a:xfrm>
                <a:off x="3903" y="3055"/>
                <a:ext cx="6"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2" name="Freeform 266"/>
              <p:cNvSpPr/>
              <p:nvPr/>
            </p:nvSpPr>
            <p:spPr bwMode="auto">
              <a:xfrm>
                <a:off x="3905" y="3055"/>
                <a:ext cx="4"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0" y="0"/>
                      <a:pt x="1" y="0"/>
                      <a:pt x="2" y="0"/>
                    </a:cubicBezTo>
                    <a:cubicBezTo>
                      <a:pt x="2"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3" name="Freeform 267"/>
              <p:cNvSpPr/>
              <p:nvPr/>
            </p:nvSpPr>
            <p:spPr bwMode="auto">
              <a:xfrm>
                <a:off x="3897" y="3085"/>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1"/>
                      <a:pt x="2"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4" name="Freeform 268"/>
              <p:cNvSpPr/>
              <p:nvPr/>
            </p:nvSpPr>
            <p:spPr bwMode="auto">
              <a:xfrm>
                <a:off x="3897" y="309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5" name="Freeform 269"/>
              <p:cNvSpPr/>
              <p:nvPr/>
            </p:nvSpPr>
            <p:spPr bwMode="auto">
              <a:xfrm>
                <a:off x="3984" y="30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6" name="Freeform 270"/>
              <p:cNvSpPr/>
              <p:nvPr/>
            </p:nvSpPr>
            <p:spPr bwMode="auto">
              <a:xfrm>
                <a:off x="3600"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7" name="Freeform 271"/>
              <p:cNvSpPr/>
              <p:nvPr/>
            </p:nvSpPr>
            <p:spPr bwMode="auto">
              <a:xfrm>
                <a:off x="3905" y="3100"/>
                <a:ext cx="4" cy="4"/>
              </a:xfrm>
              <a:custGeom>
                <a:avLst/>
                <a:gdLst>
                  <a:gd name="T0" fmla="*/ 1 w 2"/>
                  <a:gd name="T1" fmla="*/ 0 h 2"/>
                  <a:gd name="T2" fmla="*/ 1 w 2"/>
                  <a:gd name="T3" fmla="*/ 1 h 2"/>
                  <a:gd name="T4" fmla="*/ 1 w 2"/>
                  <a:gd name="T5" fmla="*/ 0 h 2"/>
                </a:gdLst>
                <a:ahLst/>
                <a:cxnLst>
                  <a:cxn ang="0">
                    <a:pos x="T0" y="T1"/>
                  </a:cxn>
                  <a:cxn ang="0">
                    <a:pos x="T2" y="T3"/>
                  </a:cxn>
                  <a:cxn ang="0">
                    <a:pos x="T4" y="T5"/>
                  </a:cxn>
                </a:cxnLst>
                <a:rect l="0" t="0" r="r" b="b"/>
                <a:pathLst>
                  <a:path w="2" h="2">
                    <a:moveTo>
                      <a:pt x="1" y="0"/>
                    </a:moveTo>
                    <a:cubicBezTo>
                      <a:pt x="0" y="2"/>
                      <a:pt x="1" y="0"/>
                      <a:pt x="1"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8" name="Freeform 272"/>
              <p:cNvSpPr/>
              <p:nvPr/>
            </p:nvSpPr>
            <p:spPr bwMode="auto">
              <a:xfrm>
                <a:off x="4230" y="2480"/>
                <a:ext cx="4" cy="2"/>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0" y="1"/>
                      <a:pt x="1" y="1"/>
                      <a:pt x="2" y="1"/>
                    </a:cubicBezTo>
                    <a:cubicBezTo>
                      <a:pt x="2" y="0"/>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9" name="Freeform 273"/>
              <p:cNvSpPr/>
              <p:nvPr/>
            </p:nvSpPr>
            <p:spPr bwMode="auto">
              <a:xfrm>
                <a:off x="3895" y="3080"/>
                <a:ext cx="4" cy="3"/>
              </a:xfrm>
              <a:custGeom>
                <a:avLst/>
                <a:gdLst>
                  <a:gd name="T0" fmla="*/ 0 w 2"/>
                  <a:gd name="T1" fmla="*/ 0 h 1"/>
                  <a:gd name="T2" fmla="*/ 1 w 2"/>
                  <a:gd name="T3" fmla="*/ 0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1" y="0"/>
                      <a:pt x="1" y="0"/>
                    </a:cubicBezTo>
                    <a:cubicBezTo>
                      <a:pt x="1" y="0"/>
                      <a:pt x="2"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0" name="Freeform 274"/>
              <p:cNvSpPr/>
              <p:nvPr/>
            </p:nvSpPr>
            <p:spPr bwMode="auto">
              <a:xfrm>
                <a:off x="4007" y="30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1" name="Freeform 275"/>
              <p:cNvSpPr/>
              <p:nvPr/>
            </p:nvSpPr>
            <p:spPr bwMode="auto">
              <a:xfrm>
                <a:off x="3598" y="18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2" name="Freeform 276"/>
              <p:cNvSpPr/>
              <p:nvPr/>
            </p:nvSpPr>
            <p:spPr bwMode="auto">
              <a:xfrm>
                <a:off x="4005" y="3074"/>
                <a:ext cx="2"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0" y="1"/>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3" name="Freeform 277"/>
              <p:cNvSpPr/>
              <p:nvPr/>
            </p:nvSpPr>
            <p:spPr bwMode="auto">
              <a:xfrm>
                <a:off x="4007" y="30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4" name="Freeform 278"/>
              <p:cNvSpPr/>
              <p:nvPr/>
            </p:nvSpPr>
            <p:spPr bwMode="auto">
              <a:xfrm>
                <a:off x="3598" y="182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5" name="Freeform 279"/>
              <p:cNvSpPr/>
              <p:nvPr/>
            </p:nvSpPr>
            <p:spPr bwMode="auto">
              <a:xfrm>
                <a:off x="3598" y="1823"/>
                <a:ext cx="2" cy="0"/>
              </a:xfrm>
              <a:custGeom>
                <a:avLst/>
                <a:gdLst>
                  <a:gd name="T0" fmla="*/ 1 w 1"/>
                  <a:gd name="T1" fmla="*/ 1 w 1"/>
                  <a:gd name="T2" fmla="*/ 0 w 1"/>
                  <a:gd name="T3" fmla="*/ 0 w 1"/>
                  <a:gd name="T4" fmla="*/ 0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0" y="0"/>
                      <a:pt x="0" y="0"/>
                    </a:cubicBezTo>
                    <a:cubicBezTo>
                      <a:pt x="0"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6" name="Freeform 280"/>
              <p:cNvSpPr/>
              <p:nvPr/>
            </p:nvSpPr>
            <p:spPr bwMode="auto">
              <a:xfrm>
                <a:off x="4009" y="308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7" name="Freeform 281"/>
              <p:cNvSpPr/>
              <p:nvPr/>
            </p:nvSpPr>
            <p:spPr bwMode="auto">
              <a:xfrm>
                <a:off x="3602"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8" name="Freeform 282"/>
              <p:cNvSpPr/>
              <p:nvPr/>
            </p:nvSpPr>
            <p:spPr bwMode="auto">
              <a:xfrm>
                <a:off x="3929" y="1870"/>
                <a:ext cx="4" cy="8"/>
              </a:xfrm>
              <a:custGeom>
                <a:avLst/>
                <a:gdLst>
                  <a:gd name="T0" fmla="*/ 2 w 2"/>
                  <a:gd name="T1" fmla="*/ 1 h 4"/>
                  <a:gd name="T2" fmla="*/ 1 w 2"/>
                  <a:gd name="T3" fmla="*/ 4 h 4"/>
                  <a:gd name="T4" fmla="*/ 2 w 2"/>
                  <a:gd name="T5" fmla="*/ 1 h 4"/>
                </a:gdLst>
                <a:ahLst/>
                <a:cxnLst>
                  <a:cxn ang="0">
                    <a:pos x="T0" y="T1"/>
                  </a:cxn>
                  <a:cxn ang="0">
                    <a:pos x="T2" y="T3"/>
                  </a:cxn>
                  <a:cxn ang="0">
                    <a:pos x="T4" y="T5"/>
                  </a:cxn>
                </a:cxnLst>
                <a:rect l="0" t="0" r="r" b="b"/>
                <a:pathLst>
                  <a:path w="2" h="4">
                    <a:moveTo>
                      <a:pt x="2" y="1"/>
                    </a:moveTo>
                    <a:cubicBezTo>
                      <a:pt x="2" y="1"/>
                      <a:pt x="0" y="1"/>
                      <a:pt x="1" y="4"/>
                    </a:cubicBezTo>
                    <a:cubicBezTo>
                      <a:pt x="1" y="0"/>
                      <a:pt x="2" y="4"/>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9" name="Freeform 283"/>
              <p:cNvSpPr/>
              <p:nvPr/>
            </p:nvSpPr>
            <p:spPr bwMode="auto">
              <a:xfrm>
                <a:off x="3687" y="1579"/>
                <a:ext cx="4" cy="4"/>
              </a:xfrm>
              <a:custGeom>
                <a:avLst/>
                <a:gdLst>
                  <a:gd name="T0" fmla="*/ 0 w 4"/>
                  <a:gd name="T1" fmla="*/ 4 h 4"/>
                  <a:gd name="T2" fmla="*/ 4 w 4"/>
                  <a:gd name="T3" fmla="*/ 0 h 4"/>
                  <a:gd name="T4" fmla="*/ 0 w 4"/>
                  <a:gd name="T5" fmla="*/ 2 h 4"/>
                  <a:gd name="T6" fmla="*/ 0 w 4"/>
                  <a:gd name="T7" fmla="*/ 4 h 4"/>
                </a:gdLst>
                <a:ahLst/>
                <a:cxnLst>
                  <a:cxn ang="0">
                    <a:pos x="T0" y="T1"/>
                  </a:cxn>
                  <a:cxn ang="0">
                    <a:pos x="T2" y="T3"/>
                  </a:cxn>
                  <a:cxn ang="0">
                    <a:pos x="T4" y="T5"/>
                  </a:cxn>
                  <a:cxn ang="0">
                    <a:pos x="T6" y="T7"/>
                  </a:cxn>
                </a:cxnLst>
                <a:rect l="0" t="0" r="r" b="b"/>
                <a:pathLst>
                  <a:path w="4" h="4">
                    <a:moveTo>
                      <a:pt x="0" y="4"/>
                    </a:moveTo>
                    <a:lnTo>
                      <a:pt x="4" y="0"/>
                    </a:lnTo>
                    <a:lnTo>
                      <a:pt x="0" y="2"/>
                    </a:lnTo>
                    <a:lnTo>
                      <a:pt x="0"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0" name="Freeform 284"/>
              <p:cNvSpPr/>
              <p:nvPr/>
            </p:nvSpPr>
            <p:spPr bwMode="auto">
              <a:xfrm>
                <a:off x="4086" y="1583"/>
                <a:ext cx="8" cy="4"/>
              </a:xfrm>
              <a:custGeom>
                <a:avLst/>
                <a:gdLst>
                  <a:gd name="T0" fmla="*/ 2 w 4"/>
                  <a:gd name="T1" fmla="*/ 2 h 2"/>
                  <a:gd name="T2" fmla="*/ 1 w 4"/>
                  <a:gd name="T3" fmla="*/ 0 h 2"/>
                  <a:gd name="T4" fmla="*/ 2 w 4"/>
                  <a:gd name="T5" fmla="*/ 2 h 2"/>
                </a:gdLst>
                <a:ahLst/>
                <a:cxnLst>
                  <a:cxn ang="0">
                    <a:pos x="T0" y="T1"/>
                  </a:cxn>
                  <a:cxn ang="0">
                    <a:pos x="T2" y="T3"/>
                  </a:cxn>
                  <a:cxn ang="0">
                    <a:pos x="T4" y="T5"/>
                  </a:cxn>
                </a:cxnLst>
                <a:rect l="0" t="0" r="r" b="b"/>
                <a:pathLst>
                  <a:path w="4" h="2">
                    <a:moveTo>
                      <a:pt x="2" y="2"/>
                    </a:moveTo>
                    <a:cubicBezTo>
                      <a:pt x="2" y="2"/>
                      <a:pt x="3" y="1"/>
                      <a:pt x="1" y="0"/>
                    </a:cubicBezTo>
                    <a:cubicBezTo>
                      <a:pt x="4" y="2"/>
                      <a:pt x="0"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1" name="Freeform 285"/>
              <p:cNvSpPr/>
              <p:nvPr/>
            </p:nvSpPr>
            <p:spPr bwMode="auto">
              <a:xfrm>
                <a:off x="3574" y="1912"/>
                <a:ext cx="2" cy="21"/>
              </a:xfrm>
              <a:custGeom>
                <a:avLst/>
                <a:gdLst>
                  <a:gd name="T0" fmla="*/ 0 w 1"/>
                  <a:gd name="T1" fmla="*/ 0 h 10"/>
                  <a:gd name="T2" fmla="*/ 1 w 1"/>
                  <a:gd name="T3" fmla="*/ 10 h 10"/>
                  <a:gd name="T4" fmla="*/ 0 w 1"/>
                  <a:gd name="T5" fmla="*/ 0 h 10"/>
                </a:gdLst>
                <a:ahLst/>
                <a:cxnLst>
                  <a:cxn ang="0">
                    <a:pos x="T0" y="T1"/>
                  </a:cxn>
                  <a:cxn ang="0">
                    <a:pos x="T2" y="T3"/>
                  </a:cxn>
                  <a:cxn ang="0">
                    <a:pos x="T4" y="T5"/>
                  </a:cxn>
                </a:cxnLst>
                <a:rect l="0" t="0" r="r" b="b"/>
                <a:pathLst>
                  <a:path w="1" h="10">
                    <a:moveTo>
                      <a:pt x="0" y="0"/>
                    </a:moveTo>
                    <a:cubicBezTo>
                      <a:pt x="0" y="4"/>
                      <a:pt x="0" y="10"/>
                      <a:pt x="1" y="1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2" name="Freeform 286"/>
              <p:cNvSpPr>
                <a:spLocks noEditPoints="1"/>
              </p:cNvSpPr>
              <p:nvPr/>
            </p:nvSpPr>
            <p:spPr bwMode="auto">
              <a:xfrm>
                <a:off x="3559" y="1774"/>
                <a:ext cx="77" cy="91"/>
              </a:xfrm>
              <a:custGeom>
                <a:avLst/>
                <a:gdLst>
                  <a:gd name="T0" fmla="*/ 32 w 36"/>
                  <a:gd name="T1" fmla="*/ 19 h 43"/>
                  <a:gd name="T2" fmla="*/ 27 w 36"/>
                  <a:gd name="T3" fmla="*/ 2 h 43"/>
                  <a:gd name="T4" fmla="*/ 8 w 36"/>
                  <a:gd name="T5" fmla="*/ 14 h 43"/>
                  <a:gd name="T6" fmla="*/ 16 w 36"/>
                  <a:gd name="T7" fmla="*/ 25 h 43"/>
                  <a:gd name="T8" fmla="*/ 16 w 36"/>
                  <a:gd name="T9" fmla="*/ 24 h 43"/>
                  <a:gd name="T10" fmla="*/ 17 w 36"/>
                  <a:gd name="T11" fmla="*/ 24 h 43"/>
                  <a:gd name="T12" fmla="*/ 17 w 36"/>
                  <a:gd name="T13" fmla="*/ 23 h 43"/>
                  <a:gd name="T14" fmla="*/ 17 w 36"/>
                  <a:gd name="T15" fmla="*/ 24 h 43"/>
                  <a:gd name="T16" fmla="*/ 19 w 36"/>
                  <a:gd name="T17" fmla="*/ 23 h 43"/>
                  <a:gd name="T18" fmla="*/ 18 w 36"/>
                  <a:gd name="T19" fmla="*/ 24 h 43"/>
                  <a:gd name="T20" fmla="*/ 17 w 36"/>
                  <a:gd name="T21" fmla="*/ 24 h 43"/>
                  <a:gd name="T22" fmla="*/ 19 w 36"/>
                  <a:gd name="T23" fmla="*/ 23 h 43"/>
                  <a:gd name="T24" fmla="*/ 20 w 36"/>
                  <a:gd name="T25" fmla="*/ 23 h 43"/>
                  <a:gd name="T26" fmla="*/ 21 w 36"/>
                  <a:gd name="T27" fmla="*/ 24 h 43"/>
                  <a:gd name="T28" fmla="*/ 21 w 36"/>
                  <a:gd name="T29" fmla="*/ 23 h 43"/>
                  <a:gd name="T30" fmla="*/ 21 w 36"/>
                  <a:gd name="T31" fmla="*/ 23 h 43"/>
                  <a:gd name="T32" fmla="*/ 21 w 36"/>
                  <a:gd name="T33" fmla="*/ 23 h 43"/>
                  <a:gd name="T34" fmla="*/ 21 w 36"/>
                  <a:gd name="T35" fmla="*/ 24 h 43"/>
                  <a:gd name="T36" fmla="*/ 22 w 36"/>
                  <a:gd name="T37" fmla="*/ 24 h 43"/>
                  <a:gd name="T38" fmla="*/ 22 w 36"/>
                  <a:gd name="T39" fmla="*/ 24 h 43"/>
                  <a:gd name="T40" fmla="*/ 22 w 36"/>
                  <a:gd name="T41" fmla="*/ 19 h 43"/>
                  <a:gd name="T42" fmla="*/ 22 w 36"/>
                  <a:gd name="T43" fmla="*/ 19 h 43"/>
                  <a:gd name="T44" fmla="*/ 23 w 36"/>
                  <a:gd name="T45" fmla="*/ 23 h 43"/>
                  <a:gd name="T46" fmla="*/ 27 w 36"/>
                  <a:gd name="T47" fmla="*/ 24 h 43"/>
                  <a:gd name="T48" fmla="*/ 25 w 36"/>
                  <a:gd name="T49" fmla="*/ 24 h 43"/>
                  <a:gd name="T50" fmla="*/ 25 w 36"/>
                  <a:gd name="T51" fmla="*/ 24 h 43"/>
                  <a:gd name="T52" fmla="*/ 26 w 36"/>
                  <a:gd name="T53" fmla="*/ 23 h 43"/>
                  <a:gd name="T54" fmla="*/ 25 w 36"/>
                  <a:gd name="T55" fmla="*/ 24 h 43"/>
                  <a:gd name="T56" fmla="*/ 24 w 36"/>
                  <a:gd name="T57" fmla="*/ 24 h 43"/>
                  <a:gd name="T58" fmla="*/ 24 w 36"/>
                  <a:gd name="T59" fmla="*/ 22 h 43"/>
                  <a:gd name="T60" fmla="*/ 24 w 36"/>
                  <a:gd name="T61" fmla="*/ 24 h 43"/>
                  <a:gd name="T62" fmla="*/ 23 w 36"/>
                  <a:gd name="T63" fmla="*/ 24 h 43"/>
                  <a:gd name="T64" fmla="*/ 23 w 36"/>
                  <a:gd name="T65" fmla="*/ 24 h 43"/>
                  <a:gd name="T66" fmla="*/ 24 w 36"/>
                  <a:gd name="T67" fmla="*/ 24 h 43"/>
                  <a:gd name="T68" fmla="*/ 24 w 36"/>
                  <a:gd name="T69" fmla="*/ 24 h 43"/>
                  <a:gd name="T70" fmla="*/ 25 w 36"/>
                  <a:gd name="T71" fmla="*/ 24 h 43"/>
                  <a:gd name="T72" fmla="*/ 29 w 36"/>
                  <a:gd name="T73" fmla="*/ 24 h 43"/>
                  <a:gd name="T74" fmla="*/ 26 w 36"/>
                  <a:gd name="T75" fmla="*/ 24 h 43"/>
                  <a:gd name="T76" fmla="*/ 24 w 36"/>
                  <a:gd name="T77" fmla="*/ 22 h 43"/>
                  <a:gd name="T78" fmla="*/ 23 w 36"/>
                  <a:gd name="T79" fmla="*/ 21 h 43"/>
                  <a:gd name="T80" fmla="*/ 24 w 36"/>
                  <a:gd name="T81" fmla="*/ 21 h 43"/>
                  <a:gd name="T82" fmla="*/ 24 w 36"/>
                  <a:gd name="T83" fmla="*/ 21 h 43"/>
                  <a:gd name="T84" fmla="*/ 23 w 36"/>
                  <a:gd name="T85" fmla="*/ 20 h 43"/>
                  <a:gd name="T86" fmla="*/ 22 w 36"/>
                  <a:gd name="T87" fmla="*/ 19 h 43"/>
                  <a:gd name="T88" fmla="*/ 22 w 36"/>
                  <a:gd name="T89" fmla="*/ 20 h 43"/>
                  <a:gd name="T90" fmla="*/ 21 w 36"/>
                  <a:gd name="T91" fmla="*/ 19 h 43"/>
                  <a:gd name="T92" fmla="*/ 22 w 36"/>
                  <a:gd name="T93" fmla="*/ 21 h 43"/>
                  <a:gd name="T94" fmla="*/ 20 w 36"/>
                  <a:gd name="T95" fmla="*/ 21 h 43"/>
                  <a:gd name="T96" fmla="*/ 17 w 36"/>
                  <a:gd name="T97" fmla="*/ 20 h 43"/>
                  <a:gd name="T98" fmla="*/ 20 w 36"/>
                  <a:gd name="T99" fmla="*/ 19 h 43"/>
                  <a:gd name="T100" fmla="*/ 18 w 36"/>
                  <a:gd name="T101" fmla="*/ 18 h 43"/>
                  <a:gd name="T102" fmla="*/ 19 w 36"/>
                  <a:gd name="T103" fmla="*/ 18 h 43"/>
                  <a:gd name="T104" fmla="*/ 20 w 36"/>
                  <a:gd name="T105" fmla="*/ 18 h 43"/>
                  <a:gd name="T106" fmla="*/ 21 w 36"/>
                  <a:gd name="T107" fmla="*/ 19 h 43"/>
                  <a:gd name="T108" fmla="*/ 20 w 36"/>
                  <a:gd name="T109" fmla="*/ 18 h 43"/>
                  <a:gd name="T110" fmla="*/ 18 w 36"/>
                  <a:gd name="T111" fmla="*/ 18 h 43"/>
                  <a:gd name="T112" fmla="*/ 18 w 36"/>
                  <a:gd name="T113" fmla="*/ 18 h 43"/>
                  <a:gd name="T114" fmla="*/ 15 w 36"/>
                  <a:gd name="T115" fmla="*/ 18 h 43"/>
                  <a:gd name="T116" fmla="*/ 18 w 36"/>
                  <a:gd name="T117" fmla="*/ 18 h 43"/>
                  <a:gd name="T118" fmla="*/ 18 w 36"/>
                  <a:gd name="T119" fmla="*/ 18 h 43"/>
                  <a:gd name="T120" fmla="*/ 17 w 36"/>
                  <a:gd name="T121" fmla="*/ 19 h 43"/>
                  <a:gd name="T122" fmla="*/ 16 w 36"/>
                  <a:gd name="T123" fmla="*/ 25 h 43"/>
                  <a:gd name="T124" fmla="*/ 14 w 36"/>
                  <a:gd name="T125" fmla="*/ 2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 h="43">
                    <a:moveTo>
                      <a:pt x="5" y="16"/>
                    </a:moveTo>
                    <a:cubicBezTo>
                      <a:pt x="6" y="19"/>
                      <a:pt x="3" y="20"/>
                      <a:pt x="0" y="23"/>
                    </a:cubicBezTo>
                    <a:cubicBezTo>
                      <a:pt x="0" y="23"/>
                      <a:pt x="1" y="25"/>
                      <a:pt x="1" y="28"/>
                    </a:cubicBezTo>
                    <a:cubicBezTo>
                      <a:pt x="5" y="39"/>
                      <a:pt x="13" y="43"/>
                      <a:pt x="19" y="41"/>
                    </a:cubicBezTo>
                    <a:cubicBezTo>
                      <a:pt x="18" y="40"/>
                      <a:pt x="18" y="39"/>
                      <a:pt x="19" y="39"/>
                    </a:cubicBezTo>
                    <a:cubicBezTo>
                      <a:pt x="19" y="39"/>
                      <a:pt x="19" y="39"/>
                      <a:pt x="19" y="39"/>
                    </a:cubicBezTo>
                    <a:cubicBezTo>
                      <a:pt x="19" y="38"/>
                      <a:pt x="19" y="38"/>
                      <a:pt x="19" y="38"/>
                    </a:cubicBezTo>
                    <a:cubicBezTo>
                      <a:pt x="19" y="38"/>
                      <a:pt x="19" y="39"/>
                      <a:pt x="19" y="40"/>
                    </a:cubicBezTo>
                    <a:cubicBezTo>
                      <a:pt x="20" y="39"/>
                      <a:pt x="21" y="39"/>
                      <a:pt x="23" y="39"/>
                    </a:cubicBezTo>
                    <a:cubicBezTo>
                      <a:pt x="22" y="36"/>
                      <a:pt x="23" y="38"/>
                      <a:pt x="23" y="36"/>
                    </a:cubicBezTo>
                    <a:cubicBezTo>
                      <a:pt x="23" y="37"/>
                      <a:pt x="23" y="37"/>
                      <a:pt x="23" y="37"/>
                    </a:cubicBezTo>
                    <a:cubicBezTo>
                      <a:pt x="23" y="36"/>
                      <a:pt x="23" y="36"/>
                      <a:pt x="25" y="38"/>
                    </a:cubicBezTo>
                    <a:cubicBezTo>
                      <a:pt x="29" y="38"/>
                      <a:pt x="31" y="35"/>
                      <a:pt x="33" y="33"/>
                    </a:cubicBezTo>
                    <a:cubicBezTo>
                      <a:pt x="36" y="30"/>
                      <a:pt x="36" y="26"/>
                      <a:pt x="36" y="21"/>
                    </a:cubicBezTo>
                    <a:cubicBezTo>
                      <a:pt x="33" y="20"/>
                      <a:pt x="35" y="19"/>
                      <a:pt x="32" y="19"/>
                    </a:cubicBezTo>
                    <a:cubicBezTo>
                      <a:pt x="33" y="19"/>
                      <a:pt x="33" y="19"/>
                      <a:pt x="33" y="19"/>
                    </a:cubicBezTo>
                    <a:cubicBezTo>
                      <a:pt x="31" y="18"/>
                      <a:pt x="33" y="18"/>
                      <a:pt x="34" y="17"/>
                    </a:cubicBezTo>
                    <a:cubicBezTo>
                      <a:pt x="33" y="17"/>
                      <a:pt x="34" y="17"/>
                      <a:pt x="32" y="17"/>
                    </a:cubicBezTo>
                    <a:cubicBezTo>
                      <a:pt x="30" y="17"/>
                      <a:pt x="35" y="17"/>
                      <a:pt x="34" y="16"/>
                    </a:cubicBezTo>
                    <a:cubicBezTo>
                      <a:pt x="34" y="16"/>
                      <a:pt x="33" y="17"/>
                      <a:pt x="33" y="16"/>
                    </a:cubicBezTo>
                    <a:cubicBezTo>
                      <a:pt x="31" y="16"/>
                      <a:pt x="34" y="17"/>
                      <a:pt x="36" y="15"/>
                    </a:cubicBezTo>
                    <a:cubicBezTo>
                      <a:pt x="35" y="13"/>
                      <a:pt x="32" y="12"/>
                      <a:pt x="33" y="10"/>
                    </a:cubicBezTo>
                    <a:cubicBezTo>
                      <a:pt x="33" y="11"/>
                      <a:pt x="32" y="11"/>
                      <a:pt x="32" y="11"/>
                    </a:cubicBezTo>
                    <a:cubicBezTo>
                      <a:pt x="35" y="9"/>
                      <a:pt x="31" y="11"/>
                      <a:pt x="32" y="10"/>
                    </a:cubicBezTo>
                    <a:cubicBezTo>
                      <a:pt x="33" y="10"/>
                      <a:pt x="33" y="10"/>
                      <a:pt x="33" y="10"/>
                    </a:cubicBezTo>
                    <a:cubicBezTo>
                      <a:pt x="34" y="9"/>
                      <a:pt x="32" y="9"/>
                      <a:pt x="32" y="7"/>
                    </a:cubicBezTo>
                    <a:cubicBezTo>
                      <a:pt x="30" y="7"/>
                      <a:pt x="32" y="5"/>
                      <a:pt x="30" y="5"/>
                    </a:cubicBezTo>
                    <a:cubicBezTo>
                      <a:pt x="31" y="5"/>
                      <a:pt x="30" y="4"/>
                      <a:pt x="30" y="4"/>
                    </a:cubicBezTo>
                    <a:cubicBezTo>
                      <a:pt x="27" y="6"/>
                      <a:pt x="29" y="1"/>
                      <a:pt x="27" y="3"/>
                    </a:cubicBezTo>
                    <a:cubicBezTo>
                      <a:pt x="27" y="2"/>
                      <a:pt x="27" y="2"/>
                      <a:pt x="27" y="2"/>
                    </a:cubicBezTo>
                    <a:cubicBezTo>
                      <a:pt x="25" y="1"/>
                      <a:pt x="21" y="0"/>
                      <a:pt x="18" y="3"/>
                    </a:cubicBezTo>
                    <a:cubicBezTo>
                      <a:pt x="16" y="3"/>
                      <a:pt x="12" y="1"/>
                      <a:pt x="13" y="3"/>
                    </a:cubicBezTo>
                    <a:cubicBezTo>
                      <a:pt x="13" y="5"/>
                      <a:pt x="13" y="5"/>
                      <a:pt x="13" y="5"/>
                    </a:cubicBezTo>
                    <a:cubicBezTo>
                      <a:pt x="13" y="5"/>
                      <a:pt x="13" y="4"/>
                      <a:pt x="12" y="3"/>
                    </a:cubicBezTo>
                    <a:cubicBezTo>
                      <a:pt x="13" y="5"/>
                      <a:pt x="11" y="4"/>
                      <a:pt x="11" y="4"/>
                    </a:cubicBezTo>
                    <a:cubicBezTo>
                      <a:pt x="11" y="5"/>
                      <a:pt x="11" y="5"/>
                      <a:pt x="11" y="6"/>
                    </a:cubicBezTo>
                    <a:cubicBezTo>
                      <a:pt x="9" y="4"/>
                      <a:pt x="11" y="8"/>
                      <a:pt x="9" y="7"/>
                    </a:cubicBezTo>
                    <a:cubicBezTo>
                      <a:pt x="12" y="9"/>
                      <a:pt x="10" y="8"/>
                      <a:pt x="10" y="9"/>
                    </a:cubicBezTo>
                    <a:cubicBezTo>
                      <a:pt x="10" y="9"/>
                      <a:pt x="10" y="9"/>
                      <a:pt x="9" y="8"/>
                    </a:cubicBezTo>
                    <a:cubicBezTo>
                      <a:pt x="9" y="9"/>
                      <a:pt x="9" y="9"/>
                      <a:pt x="8" y="9"/>
                    </a:cubicBezTo>
                    <a:cubicBezTo>
                      <a:pt x="8" y="9"/>
                      <a:pt x="10" y="10"/>
                      <a:pt x="9" y="10"/>
                    </a:cubicBezTo>
                    <a:cubicBezTo>
                      <a:pt x="7" y="9"/>
                      <a:pt x="9" y="11"/>
                      <a:pt x="8" y="10"/>
                    </a:cubicBezTo>
                    <a:cubicBezTo>
                      <a:pt x="10" y="11"/>
                      <a:pt x="11" y="13"/>
                      <a:pt x="10" y="12"/>
                    </a:cubicBezTo>
                    <a:cubicBezTo>
                      <a:pt x="8" y="11"/>
                      <a:pt x="8" y="11"/>
                      <a:pt x="8" y="11"/>
                    </a:cubicBezTo>
                    <a:cubicBezTo>
                      <a:pt x="9" y="12"/>
                      <a:pt x="5" y="12"/>
                      <a:pt x="8" y="14"/>
                    </a:cubicBezTo>
                    <a:cubicBezTo>
                      <a:pt x="6" y="13"/>
                      <a:pt x="6" y="13"/>
                      <a:pt x="6" y="13"/>
                    </a:cubicBezTo>
                    <a:cubicBezTo>
                      <a:pt x="8" y="15"/>
                      <a:pt x="6" y="15"/>
                      <a:pt x="8" y="17"/>
                    </a:cubicBezTo>
                    <a:cubicBezTo>
                      <a:pt x="8" y="17"/>
                      <a:pt x="7" y="17"/>
                      <a:pt x="7" y="17"/>
                    </a:cubicBezTo>
                    <a:cubicBezTo>
                      <a:pt x="6" y="17"/>
                      <a:pt x="5" y="16"/>
                      <a:pt x="5" y="16"/>
                    </a:cubicBezTo>
                    <a:close/>
                    <a:moveTo>
                      <a:pt x="16" y="26"/>
                    </a:moveTo>
                    <a:cubicBezTo>
                      <a:pt x="16" y="26"/>
                      <a:pt x="16" y="26"/>
                      <a:pt x="16" y="26"/>
                    </a:cubicBezTo>
                    <a:cubicBezTo>
                      <a:pt x="16" y="27"/>
                      <a:pt x="16" y="27"/>
                      <a:pt x="16" y="26"/>
                    </a:cubicBezTo>
                    <a:close/>
                    <a:moveTo>
                      <a:pt x="17" y="24"/>
                    </a:moveTo>
                    <a:cubicBezTo>
                      <a:pt x="17" y="25"/>
                      <a:pt x="16" y="25"/>
                      <a:pt x="17" y="27"/>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7" y="24"/>
                    </a:cubicBezTo>
                    <a:cubicBezTo>
                      <a:pt x="17" y="25"/>
                      <a:pt x="17" y="25"/>
                      <a:pt x="17" y="24"/>
                    </a:cubicBezTo>
                    <a:close/>
                    <a:moveTo>
                      <a:pt x="16" y="25"/>
                    </a:move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6" y="24"/>
                    </a:cubicBezTo>
                    <a:cubicBezTo>
                      <a:pt x="16" y="25"/>
                      <a:pt x="17" y="23"/>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6" y="25"/>
                      <a:pt x="17" y="24"/>
                      <a:pt x="16" y="24"/>
                    </a:cubicBezTo>
                    <a:cubicBezTo>
                      <a:pt x="17" y="24"/>
                      <a:pt x="17" y="24"/>
                      <a:pt x="17" y="24"/>
                    </a:cubicBezTo>
                    <a:cubicBezTo>
                      <a:pt x="17" y="24"/>
                      <a:pt x="17" y="24"/>
                      <a:pt x="17" y="24"/>
                    </a:cubicBezTo>
                    <a:cubicBezTo>
                      <a:pt x="17" y="24"/>
                      <a:pt x="16" y="24"/>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lose/>
                    <a:moveTo>
                      <a:pt x="17" y="24"/>
                    </a:move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8" y="23"/>
                      <a:pt x="18" y="23"/>
                      <a:pt x="18" y="23"/>
                    </a:cubicBezTo>
                    <a:cubicBezTo>
                      <a:pt x="18"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ubicBezTo>
                      <a:pt x="18" y="25"/>
                      <a:pt x="17" y="24"/>
                      <a:pt x="17" y="24"/>
                    </a:cubicBezTo>
                    <a:close/>
                    <a:moveTo>
                      <a:pt x="18" y="24"/>
                    </a:moveTo>
                    <a:cubicBezTo>
                      <a:pt x="18" y="24"/>
                      <a:pt x="18" y="24"/>
                      <a:pt x="18" y="24"/>
                    </a:cubicBezTo>
                    <a:cubicBezTo>
                      <a:pt x="18" y="24"/>
                      <a:pt x="18" y="24"/>
                      <a:pt x="18" y="24"/>
                    </a:cubicBezTo>
                    <a:cubicBezTo>
                      <a:pt x="18" y="24"/>
                      <a:pt x="18" y="24"/>
                      <a:pt x="18" y="24"/>
                    </a:cubicBezTo>
                    <a:close/>
                    <a:moveTo>
                      <a:pt x="20" y="23"/>
                    </a:moveTo>
                    <a:cubicBezTo>
                      <a:pt x="20" y="23"/>
                      <a:pt x="20" y="23"/>
                      <a:pt x="20" y="23"/>
                    </a:cubicBezTo>
                    <a:cubicBezTo>
                      <a:pt x="20" y="23"/>
                      <a:pt x="19" y="23"/>
                      <a:pt x="19" y="23"/>
                    </a:cubicBezTo>
                    <a:cubicBezTo>
                      <a:pt x="19" y="23"/>
                      <a:pt x="18" y="23"/>
                      <a:pt x="18" y="24"/>
                    </a:cubicBezTo>
                    <a:cubicBezTo>
                      <a:pt x="18" y="24"/>
                      <a:pt x="18" y="24"/>
                      <a:pt x="18" y="24"/>
                    </a:cubicBezTo>
                    <a:cubicBezTo>
                      <a:pt x="19" y="23"/>
                      <a:pt x="19" y="23"/>
                      <a:pt x="18" y="24"/>
                    </a:cubicBezTo>
                    <a:cubicBezTo>
                      <a:pt x="19" y="23"/>
                      <a:pt x="19" y="23"/>
                      <a:pt x="19" y="23"/>
                    </a:cubicBezTo>
                    <a:cubicBezTo>
                      <a:pt x="19" y="23"/>
                      <a:pt x="19" y="23"/>
                      <a:pt x="19" y="24"/>
                    </a:cubicBezTo>
                    <a:cubicBezTo>
                      <a:pt x="19" y="24"/>
                      <a:pt x="19" y="24"/>
                      <a:pt x="19" y="24"/>
                    </a:cubicBezTo>
                    <a:cubicBezTo>
                      <a:pt x="19" y="24"/>
                      <a:pt x="19" y="24"/>
                      <a:pt x="19" y="24"/>
                    </a:cubicBezTo>
                    <a:cubicBezTo>
                      <a:pt x="19" y="24"/>
                      <a:pt x="19" y="24"/>
                      <a:pt x="19" y="24"/>
                    </a:cubicBezTo>
                    <a:cubicBezTo>
                      <a:pt x="19" y="24"/>
                      <a:pt x="18" y="25"/>
                      <a:pt x="19" y="26"/>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3"/>
                      <a:pt x="17" y="23"/>
                    </a:cubicBezTo>
                    <a:cubicBezTo>
                      <a:pt x="17" y="23"/>
                      <a:pt x="18" y="23"/>
                      <a:pt x="18" y="23"/>
                    </a:cubicBezTo>
                    <a:cubicBezTo>
                      <a:pt x="18" y="23"/>
                      <a:pt x="18" y="23"/>
                      <a:pt x="18" y="24"/>
                    </a:cubicBezTo>
                    <a:cubicBezTo>
                      <a:pt x="18" y="24"/>
                      <a:pt x="18" y="24"/>
                      <a:pt x="18" y="24"/>
                    </a:cubicBezTo>
                    <a:cubicBezTo>
                      <a:pt x="18" y="23"/>
                      <a:pt x="18" y="23"/>
                      <a:pt x="18" y="23"/>
                    </a:cubicBezTo>
                    <a:cubicBezTo>
                      <a:pt x="18" y="23"/>
                      <a:pt x="18" y="23"/>
                      <a:pt x="18" y="23"/>
                    </a:cubicBezTo>
                    <a:cubicBezTo>
                      <a:pt x="18" y="22"/>
                      <a:pt x="17" y="22"/>
                      <a:pt x="17" y="22"/>
                    </a:cubicBezTo>
                    <a:cubicBezTo>
                      <a:pt x="18" y="22"/>
                      <a:pt x="18" y="23"/>
                      <a:pt x="18" y="23"/>
                    </a:cubicBezTo>
                    <a:cubicBezTo>
                      <a:pt x="19" y="22"/>
                      <a:pt x="19" y="22"/>
                      <a:pt x="19" y="22"/>
                    </a:cubicBezTo>
                    <a:cubicBezTo>
                      <a:pt x="19" y="22"/>
                      <a:pt x="19" y="23"/>
                      <a:pt x="19" y="23"/>
                    </a:cubicBezTo>
                    <a:cubicBezTo>
                      <a:pt x="19"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1"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4"/>
                    </a:moveTo>
                    <a:cubicBezTo>
                      <a:pt x="21" y="24"/>
                      <a:pt x="21" y="24"/>
                      <a:pt x="21" y="24"/>
                    </a:cubicBezTo>
                    <a:cubicBezTo>
                      <a:pt x="20" y="24"/>
                      <a:pt x="20" y="24"/>
                      <a:pt x="20" y="24"/>
                    </a:cubicBezTo>
                    <a:cubicBezTo>
                      <a:pt x="20"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lose/>
                    <a:moveTo>
                      <a:pt x="20" y="24"/>
                    </a:moveTo>
                    <a:cubicBezTo>
                      <a:pt x="20" y="24"/>
                      <a:pt x="20" y="24"/>
                      <a:pt x="20" y="24"/>
                    </a:cubicBezTo>
                    <a:cubicBezTo>
                      <a:pt x="20" y="24"/>
                      <a:pt x="20" y="24"/>
                      <a:pt x="20" y="24"/>
                    </a:cubicBezTo>
                    <a:cubicBezTo>
                      <a:pt x="20" y="24"/>
                      <a:pt x="20" y="24"/>
                      <a:pt x="20" y="24"/>
                    </a:cubicBezTo>
                    <a:cubicBezTo>
                      <a:pt x="20" y="24"/>
                      <a:pt x="20" y="24"/>
                      <a:pt x="20" y="24"/>
                    </a:cubicBezTo>
                    <a:close/>
                    <a:moveTo>
                      <a:pt x="20" y="24"/>
                    </a:moveTo>
                    <a:cubicBezTo>
                      <a:pt x="20" y="24"/>
                      <a:pt x="20" y="24"/>
                      <a:pt x="20" y="24"/>
                    </a:cubicBezTo>
                    <a:cubicBezTo>
                      <a:pt x="21" y="24"/>
                      <a:pt x="21" y="24"/>
                      <a:pt x="21" y="25"/>
                    </a:cubicBezTo>
                    <a:lnTo>
                      <a:pt x="20" y="24"/>
                    </a:ln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2" y="25"/>
                    </a:cubicBezTo>
                    <a:lnTo>
                      <a:pt x="21" y="24"/>
                    </a:lnTo>
                    <a:close/>
                    <a:moveTo>
                      <a:pt x="22" y="23"/>
                    </a:moveTo>
                    <a:cubicBezTo>
                      <a:pt x="21" y="23"/>
                      <a:pt x="21" y="23"/>
                      <a:pt x="21" y="23"/>
                    </a:cubicBezTo>
                    <a:cubicBezTo>
                      <a:pt x="22" y="23"/>
                      <a:pt x="22" y="23"/>
                      <a:pt x="22" y="23"/>
                    </a:cubicBezTo>
                    <a:cubicBezTo>
                      <a:pt x="22" y="23"/>
                      <a:pt x="22" y="23"/>
                      <a:pt x="22" y="23"/>
                    </a:cubicBezTo>
                    <a:cubicBezTo>
                      <a:pt x="22" y="23"/>
                      <a:pt x="22" y="23"/>
                      <a:pt x="22" y="23"/>
                    </a:cubicBezTo>
                    <a:close/>
                    <a:moveTo>
                      <a:pt x="22" y="23"/>
                    </a:moveTo>
                    <a:cubicBezTo>
                      <a:pt x="22" y="23"/>
                      <a:pt x="22" y="23"/>
                      <a:pt x="22" y="23"/>
                    </a:cubicBezTo>
                    <a:cubicBezTo>
                      <a:pt x="22" y="24"/>
                      <a:pt x="22" y="24"/>
                      <a:pt x="22" y="24"/>
                    </a:cubicBezTo>
                    <a:cubicBezTo>
                      <a:pt x="22" y="24"/>
                      <a:pt x="22" y="24"/>
                      <a:pt x="22" y="24"/>
                    </a:cubicBezTo>
                    <a:cubicBezTo>
                      <a:pt x="22" y="24"/>
                      <a:pt x="22" y="24"/>
                      <a:pt x="22" y="24"/>
                    </a:cubicBezTo>
                    <a:lnTo>
                      <a:pt x="22" y="23"/>
                    </a:lnTo>
                    <a:close/>
                    <a:moveTo>
                      <a:pt x="22" y="23"/>
                    </a:moveTo>
                    <a:cubicBezTo>
                      <a:pt x="22" y="23"/>
                      <a:pt x="22" y="23"/>
                      <a:pt x="22" y="23"/>
                    </a:cubicBezTo>
                    <a:cubicBezTo>
                      <a:pt x="22" y="23"/>
                      <a:pt x="22" y="23"/>
                      <a:pt x="22" y="23"/>
                    </a:cubicBezTo>
                    <a:cubicBezTo>
                      <a:pt x="22" y="23"/>
                      <a:pt x="22" y="23"/>
                      <a:pt x="22" y="23"/>
                    </a:cubicBezTo>
                    <a:close/>
                    <a:moveTo>
                      <a:pt x="22" y="24"/>
                    </a:moveTo>
                    <a:cubicBezTo>
                      <a:pt x="22" y="24"/>
                      <a:pt x="22" y="24"/>
                      <a:pt x="22" y="24"/>
                    </a:cubicBezTo>
                    <a:cubicBezTo>
                      <a:pt x="22" y="24"/>
                      <a:pt x="22" y="24"/>
                      <a:pt x="22" y="24"/>
                    </a:cubicBez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ubicBezTo>
                      <a:pt x="22" y="24"/>
                      <a:pt x="23" y="24"/>
                      <a:pt x="22" y="24"/>
                    </a:cubicBezTo>
                    <a:close/>
                    <a:moveTo>
                      <a:pt x="22" y="22"/>
                    </a:moveTo>
                    <a:cubicBezTo>
                      <a:pt x="22" y="22"/>
                      <a:pt x="22" y="22"/>
                      <a:pt x="22" y="22"/>
                    </a:cubicBezTo>
                    <a:cubicBezTo>
                      <a:pt x="23"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3" y="22"/>
                      <a:pt x="23" y="22"/>
                    </a:cubicBezTo>
                    <a:cubicBezTo>
                      <a:pt x="23" y="22"/>
                      <a:pt x="23" y="22"/>
                      <a:pt x="22" y="22"/>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20"/>
                      <a:pt x="22" y="20"/>
                      <a:pt x="22" y="20"/>
                    </a:cubicBezTo>
                    <a:cubicBezTo>
                      <a:pt x="22" y="20"/>
                      <a:pt x="22" y="20"/>
                      <a:pt x="22" y="20"/>
                    </a:cubicBezTo>
                    <a:cubicBezTo>
                      <a:pt x="22" y="19"/>
                      <a:pt x="22" y="19"/>
                      <a:pt x="22" y="19"/>
                    </a:cubicBezTo>
                    <a:cubicBezTo>
                      <a:pt x="22" y="19"/>
                      <a:pt x="22" y="19"/>
                      <a:pt x="22" y="19"/>
                    </a:cubicBezTo>
                    <a:close/>
                    <a:moveTo>
                      <a:pt x="22" y="19"/>
                    </a:moveTo>
                    <a:cubicBezTo>
                      <a:pt x="23" y="20"/>
                      <a:pt x="23" y="20"/>
                      <a:pt x="23" y="20"/>
                    </a:cubicBezTo>
                    <a:cubicBezTo>
                      <a:pt x="23" y="20"/>
                      <a:pt x="22" y="20"/>
                      <a:pt x="22" y="20"/>
                    </a:cubicBezTo>
                    <a:cubicBezTo>
                      <a:pt x="22" y="20"/>
                      <a:pt x="22" y="19"/>
                      <a:pt x="22" y="19"/>
                    </a:cubicBezTo>
                    <a:close/>
                    <a:moveTo>
                      <a:pt x="22" y="19"/>
                    </a:moveTo>
                    <a:cubicBezTo>
                      <a:pt x="22" y="19"/>
                      <a:pt x="22" y="19"/>
                      <a:pt x="22" y="19"/>
                    </a:cubicBezTo>
                    <a:cubicBezTo>
                      <a:pt x="22" y="19"/>
                      <a:pt x="22" y="19"/>
                      <a:pt x="22" y="19"/>
                    </a:cubicBezTo>
                    <a:cubicBezTo>
                      <a:pt x="23" y="20"/>
                      <a:pt x="23" y="20"/>
                      <a:pt x="23" y="20"/>
                    </a:cubicBezTo>
                    <a:cubicBezTo>
                      <a:pt x="23" y="20"/>
                      <a:pt x="23" y="20"/>
                      <a:pt x="23" y="20"/>
                    </a:cubicBezTo>
                    <a:cubicBezTo>
                      <a:pt x="23" y="20"/>
                      <a:pt x="23" y="20"/>
                      <a:pt x="22" y="19"/>
                    </a:cubicBezTo>
                    <a:close/>
                    <a:moveTo>
                      <a:pt x="22" y="20"/>
                    </a:moveTo>
                    <a:cubicBezTo>
                      <a:pt x="22" y="20"/>
                      <a:pt x="22" y="20"/>
                      <a:pt x="22" y="20"/>
                    </a:cubicBezTo>
                    <a:cubicBezTo>
                      <a:pt x="22" y="20"/>
                      <a:pt x="22" y="20"/>
                      <a:pt x="22" y="20"/>
                    </a:cubicBezTo>
                    <a:cubicBezTo>
                      <a:pt x="22" y="20"/>
                      <a:pt x="22" y="20"/>
                      <a:pt x="22" y="20"/>
                    </a:cubicBezTo>
                    <a:close/>
                    <a:moveTo>
                      <a:pt x="23" y="23"/>
                    </a:moveTo>
                    <a:cubicBezTo>
                      <a:pt x="23" y="23"/>
                      <a:pt x="23" y="22"/>
                      <a:pt x="22" y="22"/>
                    </a:cubicBezTo>
                    <a:cubicBezTo>
                      <a:pt x="22" y="22"/>
                      <a:pt x="23" y="22"/>
                      <a:pt x="23" y="22"/>
                    </a:cubicBezTo>
                    <a:cubicBezTo>
                      <a:pt x="23" y="22"/>
                      <a:pt x="23" y="22"/>
                      <a:pt x="23" y="23"/>
                    </a:cubicBezTo>
                    <a:cubicBezTo>
                      <a:pt x="23" y="23"/>
                      <a:pt x="23" y="23"/>
                      <a:pt x="23" y="23"/>
                    </a:cubicBezTo>
                    <a:close/>
                    <a:moveTo>
                      <a:pt x="23" y="22"/>
                    </a:moveTo>
                    <a:cubicBezTo>
                      <a:pt x="23" y="22"/>
                      <a:pt x="23" y="22"/>
                      <a:pt x="23" y="22"/>
                    </a:cubicBezTo>
                    <a:cubicBezTo>
                      <a:pt x="23" y="22"/>
                      <a:pt x="23" y="22"/>
                      <a:pt x="23" y="23"/>
                    </a:cubicBezTo>
                    <a:cubicBezTo>
                      <a:pt x="23" y="23"/>
                      <a:pt x="23" y="23"/>
                      <a:pt x="23" y="23"/>
                    </a:cubicBezTo>
                    <a:cubicBezTo>
                      <a:pt x="23" y="23"/>
                      <a:pt x="23" y="22"/>
                      <a:pt x="23" y="22"/>
                    </a:cubicBezTo>
                    <a:close/>
                    <a:moveTo>
                      <a:pt x="27" y="24"/>
                    </a:moveTo>
                    <a:cubicBezTo>
                      <a:pt x="26" y="24"/>
                      <a:pt x="27" y="24"/>
                      <a:pt x="27" y="24"/>
                    </a:cubicBezTo>
                    <a:cubicBezTo>
                      <a:pt x="27" y="24"/>
                      <a:pt x="27" y="24"/>
                      <a:pt x="27" y="24"/>
                    </a:cubicBezTo>
                    <a:close/>
                    <a:moveTo>
                      <a:pt x="27" y="24"/>
                    </a:moveTo>
                    <a:cubicBezTo>
                      <a:pt x="27" y="24"/>
                      <a:pt x="27" y="24"/>
                      <a:pt x="27" y="24"/>
                    </a:cubicBezTo>
                    <a:cubicBezTo>
                      <a:pt x="27" y="24"/>
                      <a:pt x="27" y="24"/>
                      <a:pt x="27" y="24"/>
                    </a:cubicBezTo>
                    <a:cubicBezTo>
                      <a:pt x="27" y="24"/>
                      <a:pt x="27" y="24"/>
                      <a:pt x="27" y="24"/>
                    </a:cubicBezTo>
                    <a:cubicBezTo>
                      <a:pt x="27" y="24"/>
                      <a:pt x="27" y="24"/>
                      <a:pt x="27" y="24"/>
                    </a:cubicBezTo>
                    <a:close/>
                    <a:moveTo>
                      <a:pt x="27" y="24"/>
                    </a:moveTo>
                    <a:cubicBezTo>
                      <a:pt x="27" y="24"/>
                      <a:pt x="27" y="24"/>
                      <a:pt x="27" y="24"/>
                    </a:cubicBezTo>
                    <a:cubicBezTo>
                      <a:pt x="27"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4"/>
                    </a:moveTo>
                    <a:cubicBezTo>
                      <a:pt x="26" y="24"/>
                      <a:pt x="26" y="24"/>
                      <a:pt x="25" y="24"/>
                    </a:cubicBezTo>
                    <a:cubicBezTo>
                      <a:pt x="26" y="24"/>
                      <a:pt x="25" y="24"/>
                      <a:pt x="26" y="24"/>
                    </a:cubicBezTo>
                    <a:cubicBezTo>
                      <a:pt x="26" y="24"/>
                      <a:pt x="26" y="24"/>
                      <a:pt x="26" y="24"/>
                    </a:cubicBezTo>
                    <a:cubicBezTo>
                      <a:pt x="26" y="24"/>
                      <a:pt x="26" y="24"/>
                      <a:pt x="26" y="24"/>
                    </a:cubicBezTo>
                    <a:close/>
                    <a:moveTo>
                      <a:pt x="26" y="24"/>
                    </a:move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6" y="24"/>
                    </a:cubicBezTo>
                    <a:close/>
                    <a:moveTo>
                      <a:pt x="25" y="24"/>
                    </a:moveTo>
                    <a:cubicBezTo>
                      <a:pt x="25" y="24"/>
                      <a:pt x="25" y="24"/>
                      <a:pt x="25" y="24"/>
                    </a:cubicBezTo>
                    <a:cubicBezTo>
                      <a:pt x="25" y="24"/>
                      <a:pt x="25" y="24"/>
                      <a:pt x="26"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6" y="24"/>
                    </a:cubicBezTo>
                    <a:cubicBezTo>
                      <a:pt x="26" y="24"/>
                      <a:pt x="26" y="24"/>
                      <a:pt x="26" y="24"/>
                    </a:cubicBezTo>
                    <a:cubicBezTo>
                      <a:pt x="26" y="24"/>
                      <a:pt x="25" y="24"/>
                      <a:pt x="25"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3"/>
                    </a:moveTo>
                    <a:cubicBezTo>
                      <a:pt x="26" y="23"/>
                      <a:pt x="26" y="23"/>
                      <a:pt x="26" y="23"/>
                    </a:cubicBezTo>
                    <a:cubicBezTo>
                      <a:pt x="26" y="23"/>
                      <a:pt x="26" y="23"/>
                      <a:pt x="26" y="23"/>
                    </a:cubicBezTo>
                    <a:cubicBezTo>
                      <a:pt x="26" y="23"/>
                      <a:pt x="26" y="23"/>
                      <a:pt x="26" y="23"/>
                    </a:cubicBezTo>
                    <a:close/>
                    <a:moveTo>
                      <a:pt x="26" y="23"/>
                    </a:moveTo>
                    <a:cubicBezTo>
                      <a:pt x="25" y="23"/>
                      <a:pt x="25" y="23"/>
                      <a:pt x="25" y="23"/>
                    </a:cubicBezTo>
                    <a:cubicBezTo>
                      <a:pt x="25" y="23"/>
                      <a:pt x="26"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lose/>
                    <a:moveTo>
                      <a:pt x="25" y="23"/>
                    </a:moveTo>
                    <a:cubicBezTo>
                      <a:pt x="25" y="23"/>
                      <a:pt x="25" y="23"/>
                      <a:pt x="25" y="23"/>
                    </a:cubicBezTo>
                    <a:cubicBezTo>
                      <a:pt x="25" y="23"/>
                      <a:pt x="25" y="23"/>
                      <a:pt x="25" y="23"/>
                    </a:cubicBezTo>
                    <a:cubicBezTo>
                      <a:pt x="25" y="23"/>
                      <a:pt x="25" y="23"/>
                      <a:pt x="26" y="23"/>
                    </a:cubicBezTo>
                    <a:cubicBezTo>
                      <a:pt x="25" y="23"/>
                      <a:pt x="25" y="23"/>
                      <a:pt x="25" y="23"/>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4" y="24"/>
                    </a:moveTo>
                    <a:cubicBezTo>
                      <a:pt x="24" y="24"/>
                      <a:pt x="24" y="24"/>
                      <a:pt x="24" y="24"/>
                    </a:cubicBezTo>
                    <a:cubicBezTo>
                      <a:pt x="24" y="24"/>
                      <a:pt x="24" y="24"/>
                      <a:pt x="24" y="24"/>
                    </a:cubicBezTo>
                    <a:cubicBezTo>
                      <a:pt x="24" y="24"/>
                      <a:pt x="25" y="24"/>
                      <a:pt x="25"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3" y="22"/>
                      <a:pt x="23" y="22"/>
                      <a:pt x="23" y="22"/>
                    </a:cubicBezTo>
                    <a:lnTo>
                      <a:pt x="24" y="22"/>
                    </a:lnTo>
                    <a:close/>
                    <a:moveTo>
                      <a:pt x="24" y="22"/>
                    </a:moveTo>
                    <a:cubicBezTo>
                      <a:pt x="24" y="22"/>
                      <a:pt x="24" y="22"/>
                      <a:pt x="24" y="22"/>
                    </a:cubicBezTo>
                    <a:cubicBezTo>
                      <a:pt x="23" y="22"/>
                      <a:pt x="23" y="22"/>
                      <a:pt x="23" y="22"/>
                    </a:cubicBezTo>
                    <a:cubicBezTo>
                      <a:pt x="23" y="22"/>
                      <a:pt x="23" y="22"/>
                      <a:pt x="23" y="22"/>
                    </a:cubicBezTo>
                    <a:cubicBezTo>
                      <a:pt x="23" y="22"/>
                      <a:pt x="23" y="22"/>
                      <a:pt x="23" y="22"/>
                    </a:cubicBezTo>
                    <a:cubicBezTo>
                      <a:pt x="23" y="22"/>
                      <a:pt x="24" y="22"/>
                      <a:pt x="24" y="22"/>
                    </a:cubicBezTo>
                    <a:close/>
                    <a:moveTo>
                      <a:pt x="24" y="24"/>
                    </a:moveTo>
                    <a:cubicBezTo>
                      <a:pt x="24" y="24"/>
                      <a:pt x="24" y="24"/>
                      <a:pt x="24" y="24"/>
                    </a:cubicBezTo>
                    <a:cubicBezTo>
                      <a:pt x="24" y="24"/>
                      <a:pt x="24" y="24"/>
                      <a:pt x="24" y="24"/>
                    </a:cubicBezTo>
                    <a:cubicBezTo>
                      <a:pt x="24" y="24"/>
                      <a:pt x="24" y="24"/>
                      <a:pt x="24" y="24"/>
                    </a:cubicBezTo>
                    <a:close/>
                    <a:moveTo>
                      <a:pt x="23" y="22"/>
                    </a:moveTo>
                    <a:cubicBezTo>
                      <a:pt x="23" y="22"/>
                      <a:pt x="23" y="23"/>
                      <a:pt x="23" y="23"/>
                    </a:cubicBezTo>
                    <a:cubicBezTo>
                      <a:pt x="23" y="22"/>
                      <a:pt x="23" y="22"/>
                      <a:pt x="23" y="22"/>
                    </a:cubicBezTo>
                    <a:cubicBezTo>
                      <a:pt x="23" y="22"/>
                      <a:pt x="23" y="22"/>
                      <a:pt x="23" y="22"/>
                    </a:cubicBezTo>
                    <a:cubicBezTo>
                      <a:pt x="23" y="22"/>
                      <a:pt x="23" y="22"/>
                      <a:pt x="23" y="22"/>
                    </a:cubicBezTo>
                    <a:close/>
                    <a:moveTo>
                      <a:pt x="24" y="24"/>
                    </a:moveTo>
                    <a:cubicBezTo>
                      <a:pt x="24" y="24"/>
                      <a:pt x="24" y="24"/>
                      <a:pt x="24" y="24"/>
                    </a:cubicBezTo>
                    <a:cubicBezTo>
                      <a:pt x="24" y="24"/>
                      <a:pt x="24" y="24"/>
                      <a:pt x="24" y="24"/>
                    </a:cubicBezTo>
                    <a:cubicBezTo>
                      <a:pt x="24" y="24"/>
                      <a:pt x="24" y="24"/>
                      <a:pt x="24" y="24"/>
                    </a:cubicBezTo>
                    <a:close/>
                    <a:moveTo>
                      <a:pt x="23" y="24"/>
                    </a:move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3" y="24"/>
                    </a:cubicBezTo>
                    <a:cubicBezTo>
                      <a:pt x="24" y="24"/>
                      <a:pt x="24" y="24"/>
                      <a:pt x="24" y="24"/>
                    </a:cubicBezTo>
                    <a:cubicBezTo>
                      <a:pt x="24" y="24"/>
                      <a:pt x="24" y="24"/>
                      <a:pt x="23"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5" y="24"/>
                    </a:cubicBezTo>
                    <a:cubicBezTo>
                      <a:pt x="25" y="24"/>
                      <a:pt x="25" y="24"/>
                      <a:pt x="25" y="24"/>
                    </a:cubicBezTo>
                    <a:cubicBezTo>
                      <a:pt x="24" y="24"/>
                      <a:pt x="24" y="24"/>
                      <a:pt x="24" y="24"/>
                    </a:cubicBezTo>
                    <a:cubicBezTo>
                      <a:pt x="24" y="24"/>
                      <a:pt x="24" y="24"/>
                      <a:pt x="24" y="24"/>
                    </a:cubicBezTo>
                    <a:close/>
                    <a:moveTo>
                      <a:pt x="24" y="24"/>
                    </a:moveTo>
                    <a:cubicBezTo>
                      <a:pt x="25" y="24"/>
                      <a:pt x="25" y="24"/>
                      <a:pt x="26" y="24"/>
                    </a:cubicBezTo>
                    <a:cubicBezTo>
                      <a:pt x="26" y="25"/>
                      <a:pt x="26" y="25"/>
                      <a:pt x="26" y="25"/>
                    </a:cubicBezTo>
                    <a:cubicBezTo>
                      <a:pt x="26" y="24"/>
                      <a:pt x="26" y="24"/>
                      <a:pt x="26" y="24"/>
                    </a:cubicBezTo>
                    <a:cubicBezTo>
                      <a:pt x="26" y="24"/>
                      <a:pt x="25" y="24"/>
                      <a:pt x="25" y="24"/>
                    </a:cubicBezTo>
                    <a:cubicBezTo>
                      <a:pt x="25" y="24"/>
                      <a:pt x="25" y="24"/>
                      <a:pt x="25" y="24"/>
                    </a:cubicBezTo>
                    <a:cubicBezTo>
                      <a:pt x="25" y="24"/>
                      <a:pt x="25" y="24"/>
                      <a:pt x="25" y="24"/>
                    </a:cubicBezTo>
                    <a:cubicBezTo>
                      <a:pt x="25" y="24"/>
                      <a:pt x="26" y="24"/>
                      <a:pt x="26" y="24"/>
                    </a:cubicBezTo>
                    <a:cubicBezTo>
                      <a:pt x="26" y="24"/>
                      <a:pt x="26" y="24"/>
                      <a:pt x="26" y="24"/>
                    </a:cubicBezTo>
                    <a:cubicBezTo>
                      <a:pt x="26" y="25"/>
                      <a:pt x="27" y="25"/>
                      <a:pt x="27" y="25"/>
                    </a:cubicBezTo>
                    <a:cubicBezTo>
                      <a:pt x="26" y="24"/>
                      <a:pt x="25" y="24"/>
                      <a:pt x="24" y="24"/>
                    </a:cubicBezTo>
                    <a:close/>
                    <a:moveTo>
                      <a:pt x="27" y="25"/>
                    </a:moveTo>
                    <a:cubicBezTo>
                      <a:pt x="27" y="25"/>
                      <a:pt x="27" y="25"/>
                      <a:pt x="27" y="25"/>
                    </a:cubicBezTo>
                    <a:cubicBezTo>
                      <a:pt x="27" y="25"/>
                      <a:pt x="27" y="25"/>
                      <a:pt x="27" y="25"/>
                    </a:cubicBezTo>
                    <a:cubicBezTo>
                      <a:pt x="27" y="25"/>
                      <a:pt x="27" y="25"/>
                      <a:pt x="27" y="25"/>
                    </a:cubicBezTo>
                    <a:close/>
                    <a:moveTo>
                      <a:pt x="27" y="24"/>
                    </a:moveTo>
                    <a:cubicBezTo>
                      <a:pt x="27" y="24"/>
                      <a:pt x="27" y="24"/>
                      <a:pt x="27" y="24"/>
                    </a:cubicBezTo>
                    <a:cubicBezTo>
                      <a:pt x="27" y="24"/>
                      <a:pt x="27" y="24"/>
                      <a:pt x="27" y="24"/>
                    </a:cubicBezTo>
                    <a:cubicBezTo>
                      <a:pt x="28" y="24"/>
                      <a:pt x="28" y="24"/>
                      <a:pt x="27" y="24"/>
                    </a:cubicBezTo>
                    <a:close/>
                    <a:moveTo>
                      <a:pt x="29" y="24"/>
                    </a:moveTo>
                    <a:cubicBezTo>
                      <a:pt x="29" y="24"/>
                      <a:pt x="26" y="24"/>
                      <a:pt x="27" y="24"/>
                    </a:cubicBezTo>
                    <a:cubicBezTo>
                      <a:pt x="28" y="24"/>
                      <a:pt x="28" y="24"/>
                      <a:pt x="28" y="24"/>
                    </a:cubicBezTo>
                    <a:cubicBezTo>
                      <a:pt x="27" y="24"/>
                      <a:pt x="27" y="24"/>
                      <a:pt x="27" y="24"/>
                    </a:cubicBezTo>
                    <a:cubicBezTo>
                      <a:pt x="27" y="24"/>
                      <a:pt x="27" y="24"/>
                      <a:pt x="27" y="24"/>
                    </a:cubicBezTo>
                    <a:cubicBezTo>
                      <a:pt x="27" y="24"/>
                      <a:pt x="27" y="24"/>
                      <a:pt x="26" y="24"/>
                    </a:cubicBezTo>
                    <a:lnTo>
                      <a:pt x="29" y="24"/>
                    </a:lnTo>
                    <a:close/>
                    <a:moveTo>
                      <a:pt x="27" y="24"/>
                    </a:moveTo>
                    <a:cubicBezTo>
                      <a:pt x="27" y="24"/>
                      <a:pt x="26" y="24"/>
                      <a:pt x="26" y="24"/>
                    </a:cubicBezTo>
                    <a:cubicBezTo>
                      <a:pt x="26"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lose/>
                    <a:moveTo>
                      <a:pt x="26" y="22"/>
                    </a:moveTo>
                    <a:cubicBezTo>
                      <a:pt x="26" y="22"/>
                      <a:pt x="25" y="22"/>
                      <a:pt x="25" y="22"/>
                    </a:cubicBezTo>
                    <a:cubicBezTo>
                      <a:pt x="25" y="22"/>
                      <a:pt x="25" y="22"/>
                      <a:pt x="25" y="22"/>
                    </a:cubicBezTo>
                    <a:cubicBezTo>
                      <a:pt x="25" y="22"/>
                      <a:pt x="26" y="22"/>
                      <a:pt x="26" y="22"/>
                    </a:cubicBezTo>
                    <a:close/>
                    <a:moveTo>
                      <a:pt x="25" y="22"/>
                    </a:move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3"/>
                    </a:cubicBezTo>
                    <a:cubicBezTo>
                      <a:pt x="25" y="23"/>
                      <a:pt x="25" y="23"/>
                      <a:pt x="25" y="23"/>
                    </a:cubicBezTo>
                    <a:cubicBezTo>
                      <a:pt x="25" y="23"/>
                      <a:pt x="25" y="22"/>
                      <a:pt x="25" y="22"/>
                    </a:cubicBezTo>
                    <a:cubicBezTo>
                      <a:pt x="25" y="22"/>
                      <a:pt x="24" y="22"/>
                      <a:pt x="24" y="22"/>
                    </a:cubicBezTo>
                    <a:cubicBezTo>
                      <a:pt x="24" y="22"/>
                      <a:pt x="24" y="22"/>
                      <a:pt x="24" y="22"/>
                    </a:cubicBezTo>
                    <a:cubicBezTo>
                      <a:pt x="24" y="22"/>
                      <a:pt x="24" y="22"/>
                      <a:pt x="25" y="22"/>
                    </a:cubicBezTo>
                    <a:cubicBezTo>
                      <a:pt x="24" y="22"/>
                      <a:pt x="24" y="21"/>
                      <a:pt x="23" y="21"/>
                    </a:cubicBezTo>
                    <a:cubicBezTo>
                      <a:pt x="23" y="21"/>
                      <a:pt x="23" y="21"/>
                      <a:pt x="23" y="21"/>
                    </a:cubicBezTo>
                    <a:cubicBezTo>
                      <a:pt x="23" y="21"/>
                      <a:pt x="23" y="21"/>
                      <a:pt x="23" y="21"/>
                    </a:cubicBezTo>
                    <a:cubicBezTo>
                      <a:pt x="23" y="21"/>
                      <a:pt x="23" y="21"/>
                      <a:pt x="23" y="21"/>
                    </a:cubicBezTo>
                    <a:cubicBezTo>
                      <a:pt x="23" y="21"/>
                      <a:pt x="22" y="21"/>
                      <a:pt x="22" y="20"/>
                    </a:cubicBezTo>
                    <a:cubicBezTo>
                      <a:pt x="22" y="20"/>
                      <a:pt x="22" y="20"/>
                      <a:pt x="22" y="20"/>
                    </a:cubicBezTo>
                    <a:cubicBezTo>
                      <a:pt x="23" y="21"/>
                      <a:pt x="23" y="21"/>
                      <a:pt x="23" y="21"/>
                    </a:cubicBezTo>
                    <a:cubicBezTo>
                      <a:pt x="23" y="21"/>
                      <a:pt x="23" y="21"/>
                      <a:pt x="24" y="21"/>
                    </a:cubicBezTo>
                    <a:cubicBezTo>
                      <a:pt x="24" y="22"/>
                      <a:pt x="24" y="22"/>
                      <a:pt x="25" y="22"/>
                    </a:cubicBezTo>
                    <a:cubicBezTo>
                      <a:pt x="25" y="22"/>
                      <a:pt x="25" y="22"/>
                      <a:pt x="25" y="22"/>
                    </a:cubicBezTo>
                    <a:close/>
                    <a:moveTo>
                      <a:pt x="23" y="21"/>
                    </a:moveTo>
                    <a:cubicBezTo>
                      <a:pt x="24" y="21"/>
                      <a:pt x="24" y="21"/>
                      <a:pt x="24" y="21"/>
                    </a:cubicBezTo>
                    <a:cubicBezTo>
                      <a:pt x="24" y="21"/>
                      <a:pt x="24" y="21"/>
                      <a:pt x="24" y="21"/>
                    </a:cubicBezTo>
                    <a:cubicBezTo>
                      <a:pt x="23" y="21"/>
                      <a:pt x="23" y="21"/>
                      <a:pt x="23"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5" y="21"/>
                    </a:cubicBezTo>
                    <a:cubicBezTo>
                      <a:pt x="25" y="21"/>
                      <a:pt x="24" y="21"/>
                      <a:pt x="24" y="21"/>
                    </a:cubicBezTo>
                    <a:close/>
                    <a:moveTo>
                      <a:pt x="24" y="21"/>
                    </a:moveTo>
                    <a:cubicBezTo>
                      <a:pt x="25" y="21"/>
                      <a:pt x="25" y="21"/>
                      <a:pt x="25"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3" y="21"/>
                      <a:pt x="23" y="21"/>
                      <a:pt x="23" y="21"/>
                    </a:cubicBezTo>
                    <a:cubicBezTo>
                      <a:pt x="23" y="21"/>
                      <a:pt x="23" y="21"/>
                      <a:pt x="23" y="21"/>
                    </a:cubicBezTo>
                    <a:cubicBezTo>
                      <a:pt x="24" y="21"/>
                      <a:pt x="24" y="21"/>
                      <a:pt x="24" y="21"/>
                    </a:cubicBezTo>
                    <a:cubicBezTo>
                      <a:pt x="24" y="21"/>
                      <a:pt x="24" y="21"/>
                      <a:pt x="24" y="21"/>
                    </a:cubicBezTo>
                    <a:close/>
                    <a:moveTo>
                      <a:pt x="23" y="20"/>
                    </a:move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19"/>
                      <a:pt x="23" y="19"/>
                      <a:pt x="23" y="20"/>
                    </a:cubicBezTo>
                    <a:close/>
                    <a:moveTo>
                      <a:pt x="23" y="20"/>
                    </a:moveTo>
                    <a:cubicBezTo>
                      <a:pt x="23" y="20"/>
                      <a:pt x="23" y="20"/>
                      <a:pt x="23" y="20"/>
                    </a:cubicBezTo>
                    <a:cubicBezTo>
                      <a:pt x="22" y="19"/>
                      <a:pt x="22" y="18"/>
                      <a:pt x="22" y="18"/>
                    </a:cubicBezTo>
                    <a:cubicBezTo>
                      <a:pt x="21" y="17"/>
                      <a:pt x="22" y="18"/>
                      <a:pt x="23" y="20"/>
                    </a:cubicBezTo>
                    <a:close/>
                    <a:moveTo>
                      <a:pt x="22" y="19"/>
                    </a:move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0"/>
                      <a:pt x="22" y="20"/>
                      <a:pt x="22" y="20"/>
                    </a:cubicBezTo>
                    <a:cubicBezTo>
                      <a:pt x="22" y="20"/>
                      <a:pt x="22" y="20"/>
                      <a:pt x="22" y="20"/>
                    </a:cubicBezTo>
                    <a:close/>
                    <a:moveTo>
                      <a:pt x="22" y="19"/>
                    </a:move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1"/>
                      <a:pt x="22" y="21"/>
                      <a:pt x="22" y="21"/>
                    </a:cubicBezTo>
                    <a:cubicBezTo>
                      <a:pt x="22" y="21"/>
                      <a:pt x="22" y="21"/>
                      <a:pt x="22" y="21"/>
                    </a:cubicBezTo>
                    <a:cubicBezTo>
                      <a:pt x="22" y="21"/>
                      <a:pt x="22" y="20"/>
                      <a:pt x="22" y="20"/>
                    </a:cubicBezTo>
                    <a:cubicBezTo>
                      <a:pt x="22" y="20"/>
                      <a:pt x="22" y="20"/>
                      <a:pt x="22" y="20"/>
                    </a:cubicBezTo>
                    <a:close/>
                    <a:moveTo>
                      <a:pt x="21" y="19"/>
                    </a:moveTo>
                    <a:cubicBezTo>
                      <a:pt x="21"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lose/>
                    <a:moveTo>
                      <a:pt x="21" y="19"/>
                    </a:moveTo>
                    <a:cubicBezTo>
                      <a:pt x="22" y="20"/>
                      <a:pt x="22" y="20"/>
                      <a:pt x="22" y="20"/>
                    </a:cubicBezTo>
                    <a:cubicBezTo>
                      <a:pt x="22" y="20"/>
                      <a:pt x="22" y="20"/>
                      <a:pt x="22" y="20"/>
                    </a:cubicBezTo>
                    <a:cubicBezTo>
                      <a:pt x="22" y="20"/>
                      <a:pt x="22" y="20"/>
                      <a:pt x="22" y="20"/>
                    </a:cubicBezTo>
                    <a:cubicBezTo>
                      <a:pt x="22" y="20"/>
                      <a:pt x="22" y="20"/>
                      <a:pt x="22" y="20"/>
                    </a:cubicBezTo>
                    <a:cubicBezTo>
                      <a:pt x="22" y="20"/>
                      <a:pt x="21" y="20"/>
                      <a:pt x="21" y="20"/>
                    </a:cubicBezTo>
                    <a:cubicBezTo>
                      <a:pt x="21" y="20"/>
                      <a:pt x="21" y="20"/>
                      <a:pt x="21" y="20"/>
                    </a:cubicBezTo>
                    <a:cubicBezTo>
                      <a:pt x="21" y="20"/>
                      <a:pt x="21" y="20"/>
                      <a:pt x="21" y="20"/>
                    </a:cubicBezTo>
                    <a:cubicBezTo>
                      <a:pt x="21" y="20"/>
                      <a:pt x="21" y="20"/>
                      <a:pt x="21" y="19"/>
                    </a:cubicBezTo>
                    <a:close/>
                    <a:moveTo>
                      <a:pt x="22" y="21"/>
                    </a:moveTo>
                    <a:cubicBezTo>
                      <a:pt x="22" y="21"/>
                      <a:pt x="22" y="21"/>
                      <a:pt x="22" y="21"/>
                    </a:cubicBezTo>
                    <a:cubicBezTo>
                      <a:pt x="22" y="21"/>
                      <a:pt x="22" y="21"/>
                      <a:pt x="22" y="21"/>
                    </a:cubicBezTo>
                    <a:cubicBezTo>
                      <a:pt x="22" y="21"/>
                      <a:pt x="21" y="21"/>
                      <a:pt x="21" y="21"/>
                    </a:cubicBezTo>
                    <a:cubicBezTo>
                      <a:pt x="21" y="21"/>
                      <a:pt x="21" y="21"/>
                      <a:pt x="22" y="21"/>
                    </a:cubicBezTo>
                    <a:close/>
                    <a:moveTo>
                      <a:pt x="22" y="21"/>
                    </a:moveTo>
                    <a:cubicBezTo>
                      <a:pt x="22" y="22"/>
                      <a:pt x="22" y="22"/>
                      <a:pt x="22" y="22"/>
                    </a:cubicBezTo>
                    <a:cubicBezTo>
                      <a:pt x="22" y="21"/>
                      <a:pt x="22" y="21"/>
                      <a:pt x="22" y="21"/>
                    </a:cubicBezTo>
                    <a:cubicBezTo>
                      <a:pt x="22" y="21"/>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1" y="21"/>
                      <a:pt x="21" y="21"/>
                    </a:cubicBezTo>
                    <a:cubicBezTo>
                      <a:pt x="21" y="21"/>
                      <a:pt x="22" y="21"/>
                      <a:pt x="22" y="21"/>
                    </a:cubicBezTo>
                    <a:close/>
                    <a:moveTo>
                      <a:pt x="20" y="21"/>
                    </a:moveTo>
                    <a:cubicBezTo>
                      <a:pt x="20" y="21"/>
                      <a:pt x="20" y="22"/>
                      <a:pt x="20" y="22"/>
                    </a:cubicBezTo>
                    <a:cubicBezTo>
                      <a:pt x="20" y="21"/>
                      <a:pt x="20" y="21"/>
                      <a:pt x="20" y="21"/>
                    </a:cubicBezTo>
                    <a:cubicBezTo>
                      <a:pt x="20" y="21"/>
                      <a:pt x="20" y="21"/>
                      <a:pt x="20" y="21"/>
                    </a:cubicBezTo>
                    <a:cubicBezTo>
                      <a:pt x="20" y="21"/>
                      <a:pt x="20" y="21"/>
                      <a:pt x="20" y="21"/>
                    </a:cubicBezTo>
                    <a:cubicBezTo>
                      <a:pt x="20" y="21"/>
                      <a:pt x="20" y="21"/>
                      <a:pt x="20" y="20"/>
                    </a:cubicBezTo>
                    <a:cubicBezTo>
                      <a:pt x="19" y="20"/>
                      <a:pt x="19" y="20"/>
                      <a:pt x="19" y="20"/>
                    </a:cubicBezTo>
                    <a:cubicBezTo>
                      <a:pt x="19" y="20"/>
                      <a:pt x="19" y="20"/>
                      <a:pt x="19" y="20"/>
                    </a:cubicBezTo>
                    <a:cubicBezTo>
                      <a:pt x="19" y="20"/>
                      <a:pt x="19" y="20"/>
                      <a:pt x="19" y="20"/>
                    </a:cubicBezTo>
                    <a:cubicBezTo>
                      <a:pt x="19" y="20"/>
                      <a:pt x="19" y="20"/>
                      <a:pt x="19" y="20"/>
                    </a:cubicBezTo>
                    <a:cubicBezTo>
                      <a:pt x="18" y="21"/>
                      <a:pt x="18" y="20"/>
                      <a:pt x="17" y="21"/>
                    </a:cubicBezTo>
                    <a:cubicBezTo>
                      <a:pt x="18" y="20"/>
                      <a:pt x="18" y="20"/>
                      <a:pt x="18" y="20"/>
                    </a:cubicBezTo>
                    <a:cubicBezTo>
                      <a:pt x="18" y="20"/>
                      <a:pt x="18" y="20"/>
                      <a:pt x="18" y="20"/>
                    </a:cubicBezTo>
                    <a:cubicBezTo>
                      <a:pt x="17" y="20"/>
                      <a:pt x="18" y="20"/>
                      <a:pt x="18" y="20"/>
                    </a:cubicBezTo>
                    <a:cubicBezTo>
                      <a:pt x="18" y="20"/>
                      <a:pt x="18" y="20"/>
                      <a:pt x="18" y="20"/>
                    </a:cubicBezTo>
                    <a:cubicBezTo>
                      <a:pt x="18" y="20"/>
                      <a:pt x="18" y="20"/>
                      <a:pt x="18" y="20"/>
                    </a:cubicBezTo>
                    <a:cubicBezTo>
                      <a:pt x="18" y="20"/>
                      <a:pt x="18" y="19"/>
                      <a:pt x="18" y="19"/>
                    </a:cubicBezTo>
                    <a:cubicBezTo>
                      <a:pt x="18" y="19"/>
                      <a:pt x="18" y="19"/>
                      <a:pt x="18" y="19"/>
                    </a:cubicBezTo>
                    <a:cubicBezTo>
                      <a:pt x="18" y="20"/>
                      <a:pt x="18" y="20"/>
                      <a:pt x="18" y="20"/>
                    </a:cubicBezTo>
                    <a:cubicBezTo>
                      <a:pt x="18" y="20"/>
                      <a:pt x="17" y="20"/>
                      <a:pt x="17" y="20"/>
                    </a:cubicBezTo>
                    <a:cubicBezTo>
                      <a:pt x="18" y="19"/>
                      <a:pt x="18" y="19"/>
                      <a:pt x="18" y="19"/>
                    </a:cubicBezTo>
                    <a:cubicBezTo>
                      <a:pt x="18" y="19"/>
                      <a:pt x="17" y="19"/>
                      <a:pt x="17" y="19"/>
                    </a:cubicBezTo>
                    <a:cubicBezTo>
                      <a:pt x="18" y="19"/>
                      <a:pt x="18" y="19"/>
                      <a:pt x="18" y="19"/>
                    </a:cubicBezTo>
                    <a:cubicBezTo>
                      <a:pt x="18" y="19"/>
                      <a:pt x="18" y="19"/>
                      <a:pt x="18" y="19"/>
                    </a:cubicBezTo>
                    <a:cubicBezTo>
                      <a:pt x="19" y="18"/>
                      <a:pt x="19" y="18"/>
                      <a:pt x="19" y="18"/>
                    </a:cubicBezTo>
                    <a:cubicBezTo>
                      <a:pt x="19" y="18"/>
                      <a:pt x="19" y="18"/>
                      <a:pt x="20" y="18"/>
                    </a:cubicBezTo>
                    <a:cubicBezTo>
                      <a:pt x="20" y="18"/>
                      <a:pt x="20" y="18"/>
                      <a:pt x="20" y="18"/>
                    </a:cubicBezTo>
                    <a:cubicBezTo>
                      <a:pt x="19" y="18"/>
                      <a:pt x="19" y="18"/>
                      <a:pt x="19" y="18"/>
                    </a:cubicBezTo>
                    <a:cubicBezTo>
                      <a:pt x="19" y="18"/>
                      <a:pt x="19" y="18"/>
                      <a:pt x="20" y="18"/>
                    </a:cubicBezTo>
                    <a:cubicBezTo>
                      <a:pt x="19" y="19"/>
                      <a:pt x="19" y="20"/>
                      <a:pt x="19" y="20"/>
                    </a:cubicBezTo>
                    <a:cubicBezTo>
                      <a:pt x="19" y="20"/>
                      <a:pt x="19" y="20"/>
                      <a:pt x="19" y="20"/>
                    </a:cubicBezTo>
                    <a:cubicBezTo>
                      <a:pt x="19" y="19"/>
                      <a:pt x="19" y="19"/>
                      <a:pt x="19" y="19"/>
                    </a:cubicBezTo>
                    <a:cubicBezTo>
                      <a:pt x="20" y="18"/>
                      <a:pt x="19" y="21"/>
                      <a:pt x="20" y="19"/>
                    </a:cubicBezTo>
                    <a:cubicBezTo>
                      <a:pt x="20" y="19"/>
                      <a:pt x="20" y="19"/>
                      <a:pt x="20" y="19"/>
                    </a:cubicBezTo>
                    <a:cubicBezTo>
                      <a:pt x="20" y="19"/>
                      <a:pt x="20" y="19"/>
                      <a:pt x="20" y="19"/>
                    </a:cubicBezTo>
                    <a:cubicBezTo>
                      <a:pt x="20" y="20"/>
                      <a:pt x="19" y="20"/>
                      <a:pt x="19" y="20"/>
                    </a:cubicBezTo>
                    <a:cubicBezTo>
                      <a:pt x="19" y="20"/>
                      <a:pt x="19" y="20"/>
                      <a:pt x="20" y="20"/>
                    </a:cubicBezTo>
                    <a:cubicBezTo>
                      <a:pt x="20" y="20"/>
                      <a:pt x="20" y="19"/>
                      <a:pt x="20" y="19"/>
                    </a:cubicBezTo>
                    <a:cubicBezTo>
                      <a:pt x="21" y="19"/>
                      <a:pt x="21" y="19"/>
                      <a:pt x="21" y="19"/>
                    </a:cubicBezTo>
                    <a:cubicBezTo>
                      <a:pt x="21" y="19"/>
                      <a:pt x="21" y="19"/>
                      <a:pt x="21" y="19"/>
                    </a:cubicBezTo>
                    <a:cubicBezTo>
                      <a:pt x="20" y="19"/>
                      <a:pt x="20" y="19"/>
                      <a:pt x="20" y="19"/>
                    </a:cubicBezTo>
                    <a:cubicBezTo>
                      <a:pt x="21" y="19"/>
                      <a:pt x="21" y="19"/>
                      <a:pt x="21" y="19"/>
                    </a:cubicBezTo>
                    <a:cubicBezTo>
                      <a:pt x="21" y="19"/>
                      <a:pt x="20" y="20"/>
                      <a:pt x="20" y="20"/>
                    </a:cubicBezTo>
                    <a:cubicBezTo>
                      <a:pt x="20" y="20"/>
                      <a:pt x="20" y="20"/>
                      <a:pt x="20" y="20"/>
                    </a:cubicBezTo>
                    <a:cubicBezTo>
                      <a:pt x="20" y="20"/>
                      <a:pt x="20" y="20"/>
                      <a:pt x="20" y="20"/>
                    </a:cubicBezTo>
                    <a:cubicBezTo>
                      <a:pt x="20" y="20"/>
                      <a:pt x="20" y="21"/>
                      <a:pt x="20" y="21"/>
                    </a:cubicBezTo>
                    <a:cubicBezTo>
                      <a:pt x="21" y="21"/>
                      <a:pt x="21" y="21"/>
                      <a:pt x="21" y="21"/>
                    </a:cubicBezTo>
                    <a:cubicBezTo>
                      <a:pt x="21" y="21"/>
                      <a:pt x="21" y="21"/>
                      <a:pt x="21" y="21"/>
                    </a:cubicBezTo>
                    <a:cubicBezTo>
                      <a:pt x="21" y="21"/>
                      <a:pt x="21" y="21"/>
                      <a:pt x="20" y="21"/>
                    </a:cubicBezTo>
                    <a:close/>
                    <a:moveTo>
                      <a:pt x="18" y="18"/>
                    </a:moveTo>
                    <a:cubicBezTo>
                      <a:pt x="19" y="18"/>
                      <a:pt x="19" y="18"/>
                      <a:pt x="18" y="18"/>
                    </a:cubicBezTo>
                    <a:cubicBezTo>
                      <a:pt x="19" y="18"/>
                      <a:pt x="19"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lose/>
                    <a:moveTo>
                      <a:pt x="19" y="18"/>
                    </a:moveTo>
                    <a:cubicBezTo>
                      <a:pt x="19" y="18"/>
                      <a:pt x="19" y="18"/>
                      <a:pt x="19" y="18"/>
                    </a:cubicBezTo>
                    <a:cubicBezTo>
                      <a:pt x="19" y="18"/>
                      <a:pt x="19" y="18"/>
                      <a:pt x="19" y="18"/>
                    </a:cubicBezTo>
                    <a:cubicBezTo>
                      <a:pt x="19" y="18"/>
                      <a:pt x="19" y="18"/>
                      <a:pt x="19" y="18"/>
                    </a:cubicBezTo>
                    <a:close/>
                    <a:moveTo>
                      <a:pt x="19" y="18"/>
                    </a:moveTo>
                    <a:cubicBezTo>
                      <a:pt x="19" y="18"/>
                      <a:pt x="19" y="18"/>
                      <a:pt x="19" y="18"/>
                    </a:cubicBezTo>
                    <a:cubicBezTo>
                      <a:pt x="19" y="18"/>
                      <a:pt x="18" y="18"/>
                      <a:pt x="18" y="18"/>
                    </a:cubicBezTo>
                    <a:cubicBezTo>
                      <a:pt x="18" y="18"/>
                      <a:pt x="19" y="18"/>
                      <a:pt x="19" y="18"/>
                    </a:cubicBezTo>
                    <a:close/>
                    <a:moveTo>
                      <a:pt x="19" y="18"/>
                    </a:moveTo>
                    <a:cubicBezTo>
                      <a:pt x="19" y="18"/>
                      <a:pt x="19" y="18"/>
                      <a:pt x="19" y="18"/>
                    </a:cubicBezTo>
                    <a:cubicBezTo>
                      <a:pt x="19" y="18"/>
                      <a:pt x="20" y="18"/>
                      <a:pt x="19" y="18"/>
                    </a:cubicBezTo>
                    <a:cubicBezTo>
                      <a:pt x="19" y="18"/>
                      <a:pt x="19" y="18"/>
                      <a:pt x="19" y="18"/>
                    </a:cubicBezTo>
                    <a:close/>
                    <a:moveTo>
                      <a:pt x="19" y="18"/>
                    </a:moveTo>
                    <a:cubicBezTo>
                      <a:pt x="19" y="18"/>
                      <a:pt x="19" y="18"/>
                      <a:pt x="19" y="18"/>
                    </a:cubicBezTo>
                    <a:cubicBezTo>
                      <a:pt x="19" y="18"/>
                      <a:pt x="19" y="18"/>
                      <a:pt x="19" y="18"/>
                    </a:cubicBezTo>
                    <a:cubicBezTo>
                      <a:pt x="19" y="18"/>
                      <a:pt x="19" y="18"/>
                      <a:pt x="19" y="18"/>
                    </a:cubicBezTo>
                    <a:cubicBezTo>
                      <a:pt x="19" y="18"/>
                      <a:pt x="20" y="18"/>
                      <a:pt x="19" y="18"/>
                    </a:cubicBezTo>
                    <a:close/>
                    <a:moveTo>
                      <a:pt x="20" y="18"/>
                    </a:moveTo>
                    <a:cubicBezTo>
                      <a:pt x="20" y="18"/>
                      <a:pt x="20" y="19"/>
                      <a:pt x="20" y="19"/>
                    </a:cubicBezTo>
                    <a:cubicBezTo>
                      <a:pt x="20" y="19"/>
                      <a:pt x="20" y="19"/>
                      <a:pt x="20" y="19"/>
                    </a:cubicBezTo>
                    <a:cubicBezTo>
                      <a:pt x="20" y="18"/>
                      <a:pt x="20" y="18"/>
                      <a:pt x="20" y="18"/>
                    </a:cubicBezTo>
                    <a:cubicBezTo>
                      <a:pt x="20" y="18"/>
                      <a:pt x="20" y="18"/>
                      <a:pt x="20" y="18"/>
                    </a:cubicBezTo>
                    <a:close/>
                    <a:moveTo>
                      <a:pt x="20" y="18"/>
                    </a:moveTo>
                    <a:cubicBezTo>
                      <a:pt x="20" y="18"/>
                      <a:pt x="20" y="18"/>
                      <a:pt x="20" y="18"/>
                    </a:cubicBezTo>
                    <a:cubicBezTo>
                      <a:pt x="20" y="18"/>
                      <a:pt x="20" y="18"/>
                      <a:pt x="20" y="18"/>
                    </a:cubicBezTo>
                    <a:cubicBezTo>
                      <a:pt x="20" y="18"/>
                      <a:pt x="20" y="18"/>
                      <a:pt x="20" y="18"/>
                    </a:cubicBezTo>
                    <a:close/>
                    <a:moveTo>
                      <a:pt x="21" y="19"/>
                    </a:moveTo>
                    <a:cubicBezTo>
                      <a:pt x="21" y="19"/>
                      <a:pt x="21" y="19"/>
                      <a:pt x="21" y="19"/>
                    </a:cubicBezTo>
                    <a:cubicBezTo>
                      <a:pt x="20" y="19"/>
                      <a:pt x="20" y="19"/>
                      <a:pt x="20" y="19"/>
                    </a:cubicBezTo>
                    <a:cubicBezTo>
                      <a:pt x="20" y="19"/>
                      <a:pt x="20" y="19"/>
                      <a:pt x="20" y="18"/>
                    </a:cubicBezTo>
                    <a:cubicBezTo>
                      <a:pt x="20" y="19"/>
                      <a:pt x="20" y="19"/>
                      <a:pt x="21" y="19"/>
                    </a:cubicBezTo>
                    <a:close/>
                    <a:moveTo>
                      <a:pt x="20" y="18"/>
                    </a:moveTo>
                    <a:cubicBezTo>
                      <a:pt x="20" y="19"/>
                      <a:pt x="20" y="19"/>
                      <a:pt x="21" y="19"/>
                    </a:cubicBezTo>
                    <a:cubicBezTo>
                      <a:pt x="21" y="19"/>
                      <a:pt x="21" y="19"/>
                      <a:pt x="21" y="19"/>
                    </a:cubicBezTo>
                    <a:cubicBezTo>
                      <a:pt x="20" y="19"/>
                      <a:pt x="20" y="18"/>
                      <a:pt x="20" y="18"/>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0" y="18"/>
                    </a:moveTo>
                    <a:cubicBezTo>
                      <a:pt x="20" y="18"/>
                      <a:pt x="20" y="18"/>
                      <a:pt x="20" y="18"/>
                    </a:cubicBezTo>
                    <a:cubicBezTo>
                      <a:pt x="20" y="18"/>
                      <a:pt x="20" y="18"/>
                      <a:pt x="21" y="19"/>
                    </a:cubicBezTo>
                    <a:lnTo>
                      <a:pt x="20" y="18"/>
                    </a:lnTo>
                    <a:close/>
                    <a:moveTo>
                      <a:pt x="19" y="18"/>
                    </a:moveTo>
                    <a:cubicBezTo>
                      <a:pt x="20" y="17"/>
                      <a:pt x="20" y="17"/>
                      <a:pt x="20" y="17"/>
                    </a:cubicBezTo>
                    <a:cubicBezTo>
                      <a:pt x="19" y="18"/>
                      <a:pt x="19" y="18"/>
                      <a:pt x="19" y="18"/>
                    </a:cubicBezTo>
                    <a:cubicBezTo>
                      <a:pt x="19" y="18"/>
                      <a:pt x="19" y="18"/>
                      <a:pt x="19" y="18"/>
                    </a:cubicBezTo>
                    <a:close/>
                    <a:moveTo>
                      <a:pt x="19" y="18"/>
                    </a:moveTo>
                    <a:cubicBezTo>
                      <a:pt x="20" y="18"/>
                      <a:pt x="20" y="18"/>
                      <a:pt x="20" y="18"/>
                    </a:cubicBezTo>
                    <a:cubicBezTo>
                      <a:pt x="20" y="18"/>
                      <a:pt x="19" y="18"/>
                      <a:pt x="19" y="18"/>
                    </a:cubicBezTo>
                    <a:cubicBezTo>
                      <a:pt x="19" y="18"/>
                      <a:pt x="19" y="18"/>
                      <a:pt x="19" y="18"/>
                    </a:cubicBezTo>
                    <a:close/>
                    <a:moveTo>
                      <a:pt x="18" y="18"/>
                    </a:moveTo>
                    <a:cubicBezTo>
                      <a:pt x="19" y="18"/>
                      <a:pt x="19" y="18"/>
                      <a:pt x="19" y="18"/>
                    </a:cubicBezTo>
                    <a:cubicBezTo>
                      <a:pt x="19" y="18"/>
                      <a:pt x="19" y="18"/>
                      <a:pt x="19" y="18"/>
                    </a:cubicBezTo>
                    <a:cubicBezTo>
                      <a:pt x="18" y="18"/>
                      <a:pt x="18" y="18"/>
                      <a:pt x="18" y="18"/>
                    </a:cubicBezTo>
                    <a:close/>
                    <a:moveTo>
                      <a:pt x="18" y="18"/>
                    </a:moveTo>
                    <a:cubicBezTo>
                      <a:pt x="18" y="18"/>
                      <a:pt x="18" y="18"/>
                      <a:pt x="18" y="18"/>
                    </a:cubicBezTo>
                    <a:cubicBezTo>
                      <a:pt x="19" y="18"/>
                      <a:pt x="19" y="18"/>
                      <a:pt x="19" y="18"/>
                    </a:cubicBezTo>
                    <a:cubicBezTo>
                      <a:pt x="19" y="18"/>
                      <a:pt x="19" y="18"/>
                      <a:pt x="19" y="18"/>
                    </a:cubicBezTo>
                    <a:cubicBezTo>
                      <a:pt x="19"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7" y="18"/>
                      <a:pt x="17" y="18"/>
                      <a:pt x="17" y="18"/>
                    </a:cubicBezTo>
                    <a:cubicBezTo>
                      <a:pt x="17" y="18"/>
                      <a:pt x="18" y="18"/>
                      <a:pt x="18" y="18"/>
                    </a:cubicBezTo>
                    <a:cubicBezTo>
                      <a:pt x="18" y="18"/>
                      <a:pt x="18" y="18"/>
                      <a:pt x="18" y="18"/>
                    </a:cubicBezTo>
                    <a:cubicBezTo>
                      <a:pt x="16" y="19"/>
                      <a:pt x="18" y="18"/>
                      <a:pt x="16" y="18"/>
                    </a:cubicBezTo>
                    <a:cubicBezTo>
                      <a:pt x="18" y="18"/>
                      <a:pt x="16" y="18"/>
                      <a:pt x="18" y="18"/>
                    </a:cubicBezTo>
                    <a:cubicBezTo>
                      <a:pt x="18" y="18"/>
                      <a:pt x="18" y="18"/>
                      <a:pt x="18" y="18"/>
                    </a:cubicBezTo>
                    <a:cubicBezTo>
                      <a:pt x="18" y="18"/>
                      <a:pt x="18" y="18"/>
                      <a:pt x="18" y="18"/>
                    </a:cubicBezTo>
                    <a:cubicBezTo>
                      <a:pt x="18" y="18"/>
                      <a:pt x="18" y="18"/>
                      <a:pt x="18" y="18"/>
                    </a:cubicBezTo>
                    <a:cubicBezTo>
                      <a:pt x="16" y="18"/>
                      <a:pt x="17" y="18"/>
                      <a:pt x="18" y="18"/>
                    </a:cubicBezTo>
                    <a:cubicBezTo>
                      <a:pt x="18" y="18"/>
                      <a:pt x="18" y="18"/>
                      <a:pt x="18" y="18"/>
                    </a:cubicBezTo>
                    <a:cubicBezTo>
                      <a:pt x="17" y="18"/>
                      <a:pt x="18" y="18"/>
                      <a:pt x="17" y="18"/>
                    </a:cubicBezTo>
                    <a:cubicBezTo>
                      <a:pt x="17" y="18"/>
                      <a:pt x="17" y="18"/>
                      <a:pt x="17" y="18"/>
                    </a:cubicBezTo>
                    <a:cubicBezTo>
                      <a:pt x="15" y="18"/>
                      <a:pt x="15" y="18"/>
                      <a:pt x="15" y="18"/>
                    </a:cubicBezTo>
                    <a:cubicBezTo>
                      <a:pt x="15" y="18"/>
                      <a:pt x="17" y="18"/>
                      <a:pt x="18" y="18"/>
                    </a:cubicBezTo>
                    <a:cubicBezTo>
                      <a:pt x="17" y="18"/>
                      <a:pt x="17"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7" y="18"/>
                      <a:pt x="17" y="18"/>
                      <a:pt x="17" y="19"/>
                    </a:cubicBezTo>
                    <a:cubicBezTo>
                      <a:pt x="16" y="19"/>
                      <a:pt x="17" y="18"/>
                      <a:pt x="18" y="18"/>
                    </a:cubicBezTo>
                    <a:cubicBezTo>
                      <a:pt x="16" y="19"/>
                      <a:pt x="17" y="18"/>
                      <a:pt x="16" y="19"/>
                    </a:cubicBezTo>
                    <a:cubicBezTo>
                      <a:pt x="16" y="19"/>
                      <a:pt x="17" y="19"/>
                      <a:pt x="17" y="19"/>
                    </a:cubicBezTo>
                    <a:cubicBezTo>
                      <a:pt x="17" y="19"/>
                      <a:pt x="19" y="18"/>
                      <a:pt x="17" y="19"/>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9" y="18"/>
                    </a:cubicBezTo>
                    <a:cubicBezTo>
                      <a:pt x="18" y="18"/>
                      <a:pt x="18" y="19"/>
                      <a:pt x="18"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6" y="19"/>
                      <a:pt x="16" y="19"/>
                    </a:cubicBezTo>
                    <a:cubicBezTo>
                      <a:pt x="16" y="19"/>
                      <a:pt x="16" y="19"/>
                      <a:pt x="16" y="19"/>
                    </a:cubicBezTo>
                    <a:cubicBezTo>
                      <a:pt x="16" y="19"/>
                      <a:pt x="16" y="19"/>
                      <a:pt x="16" y="19"/>
                    </a:cubicBezTo>
                    <a:cubicBezTo>
                      <a:pt x="16" y="19"/>
                      <a:pt x="15" y="18"/>
                      <a:pt x="15" y="18"/>
                    </a:cubicBezTo>
                    <a:cubicBezTo>
                      <a:pt x="16" y="18"/>
                      <a:pt x="16" y="18"/>
                      <a:pt x="16" y="19"/>
                    </a:cubicBezTo>
                    <a:cubicBezTo>
                      <a:pt x="18" y="18"/>
                      <a:pt x="15" y="19"/>
                      <a:pt x="18" y="18"/>
                    </a:cubicBezTo>
                    <a:close/>
                    <a:moveTo>
                      <a:pt x="17" y="24"/>
                    </a:moveTo>
                    <a:cubicBezTo>
                      <a:pt x="17" y="24"/>
                      <a:pt x="17" y="24"/>
                      <a:pt x="17" y="24"/>
                    </a:cubicBezTo>
                    <a:cubicBezTo>
                      <a:pt x="17" y="24"/>
                      <a:pt x="16" y="24"/>
                      <a:pt x="16" y="24"/>
                    </a:cubicBezTo>
                    <a:cubicBezTo>
                      <a:pt x="16" y="24"/>
                      <a:pt x="15" y="24"/>
                      <a:pt x="15" y="23"/>
                    </a:cubicBezTo>
                    <a:cubicBezTo>
                      <a:pt x="16" y="23"/>
                      <a:pt x="16" y="24"/>
                      <a:pt x="17" y="24"/>
                    </a:cubicBezTo>
                    <a:close/>
                    <a:moveTo>
                      <a:pt x="15" y="26"/>
                    </a:moveTo>
                    <a:cubicBezTo>
                      <a:pt x="15" y="26"/>
                      <a:pt x="15" y="26"/>
                      <a:pt x="15" y="26"/>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5" y="26"/>
                      <a:pt x="15" y="26"/>
                      <a:pt x="15" y="27"/>
                    </a:cubicBezTo>
                    <a:cubicBezTo>
                      <a:pt x="15" y="26"/>
                      <a:pt x="15" y="26"/>
                      <a:pt x="15" y="26"/>
                    </a:cubicBezTo>
                    <a:cubicBezTo>
                      <a:pt x="15" y="26"/>
                      <a:pt x="15" y="26"/>
                      <a:pt x="15" y="26"/>
                    </a:cubicBezTo>
                    <a:close/>
                    <a:moveTo>
                      <a:pt x="15" y="26"/>
                    </a:moveTo>
                    <a:cubicBezTo>
                      <a:pt x="14" y="27"/>
                      <a:pt x="15" y="26"/>
                      <a:pt x="14" y="27"/>
                    </a:cubicBezTo>
                    <a:cubicBezTo>
                      <a:pt x="14" y="27"/>
                      <a:pt x="14" y="27"/>
                      <a:pt x="14" y="26"/>
                    </a:cubicBezTo>
                    <a:cubicBezTo>
                      <a:pt x="14" y="26"/>
                      <a:pt x="15" y="26"/>
                      <a:pt x="15" y="26"/>
                    </a:cubicBezTo>
                    <a:close/>
                    <a:moveTo>
                      <a:pt x="15" y="29"/>
                    </a:moveTo>
                    <a:cubicBezTo>
                      <a:pt x="14" y="30"/>
                      <a:pt x="14" y="30"/>
                      <a:pt x="14" y="29"/>
                    </a:cubicBezTo>
                    <a:cubicBezTo>
                      <a:pt x="14" y="29"/>
                      <a:pt x="14" y="29"/>
                      <a:pt x="15" y="29"/>
                    </a:cubicBezTo>
                    <a:close/>
                    <a:moveTo>
                      <a:pt x="13" y="28"/>
                    </a:moveTo>
                    <a:cubicBezTo>
                      <a:pt x="13" y="28"/>
                      <a:pt x="13" y="27"/>
                      <a:pt x="13" y="27"/>
                    </a:cubicBezTo>
                    <a:cubicBezTo>
                      <a:pt x="13" y="27"/>
                      <a:pt x="13" y="28"/>
                      <a:pt x="13" y="28"/>
                    </a:cubicBezTo>
                    <a:cubicBezTo>
                      <a:pt x="13" y="28"/>
                      <a:pt x="13" y="28"/>
                      <a:pt x="13" y="28"/>
                    </a:cubicBezTo>
                    <a:cubicBezTo>
                      <a:pt x="13" y="28"/>
                      <a:pt x="12" y="28"/>
                      <a:pt x="12" y="29"/>
                    </a:cubicBezTo>
                    <a:lnTo>
                      <a:pt x="13" y="28"/>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3" name="Freeform 287"/>
              <p:cNvSpPr/>
              <p:nvPr/>
            </p:nvSpPr>
            <p:spPr bwMode="auto">
              <a:xfrm>
                <a:off x="3608" y="1908"/>
                <a:ext cx="4" cy="6"/>
              </a:xfrm>
              <a:custGeom>
                <a:avLst/>
                <a:gdLst>
                  <a:gd name="T0" fmla="*/ 1 w 2"/>
                  <a:gd name="T1" fmla="*/ 0 h 3"/>
                  <a:gd name="T2" fmla="*/ 0 w 2"/>
                  <a:gd name="T3" fmla="*/ 2 h 3"/>
                  <a:gd name="T4" fmla="*/ 1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0" y="1"/>
                      <a:pt x="0" y="2"/>
                    </a:cubicBezTo>
                    <a:cubicBezTo>
                      <a:pt x="1" y="2"/>
                      <a:pt x="1" y="2"/>
                      <a:pt x="1" y="3"/>
                    </a:cubicBezTo>
                    <a:cubicBezTo>
                      <a:pt x="2" y="2"/>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4" name="Freeform 288"/>
              <p:cNvSpPr/>
              <p:nvPr/>
            </p:nvSpPr>
            <p:spPr bwMode="auto">
              <a:xfrm>
                <a:off x="4113" y="1587"/>
                <a:ext cx="4" cy="5"/>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1" y="2"/>
                      <a:pt x="1" y="2"/>
                      <a:pt x="2" y="2"/>
                    </a:cubicBezTo>
                    <a:cubicBezTo>
                      <a:pt x="0" y="0"/>
                      <a:pt x="1"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5" name="Freeform 289"/>
              <p:cNvSpPr/>
              <p:nvPr/>
            </p:nvSpPr>
            <p:spPr bwMode="auto">
              <a:xfrm>
                <a:off x="3593" y="182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6" name="Freeform 290"/>
              <p:cNvSpPr/>
              <p:nvPr/>
            </p:nvSpPr>
            <p:spPr bwMode="auto">
              <a:xfrm>
                <a:off x="4251" y="1730"/>
                <a:ext cx="4" cy="4"/>
              </a:xfrm>
              <a:custGeom>
                <a:avLst/>
                <a:gdLst>
                  <a:gd name="T0" fmla="*/ 0 w 4"/>
                  <a:gd name="T1" fmla="*/ 2 h 4"/>
                  <a:gd name="T2" fmla="*/ 2 w 4"/>
                  <a:gd name="T3" fmla="*/ 4 h 4"/>
                  <a:gd name="T4" fmla="*/ 4 w 4"/>
                  <a:gd name="T5" fmla="*/ 0 h 4"/>
                  <a:gd name="T6" fmla="*/ 0 w 4"/>
                  <a:gd name="T7" fmla="*/ 2 h 4"/>
                </a:gdLst>
                <a:ahLst/>
                <a:cxnLst>
                  <a:cxn ang="0">
                    <a:pos x="T0" y="T1"/>
                  </a:cxn>
                  <a:cxn ang="0">
                    <a:pos x="T2" y="T3"/>
                  </a:cxn>
                  <a:cxn ang="0">
                    <a:pos x="T4" y="T5"/>
                  </a:cxn>
                  <a:cxn ang="0">
                    <a:pos x="T6" y="T7"/>
                  </a:cxn>
                </a:cxnLst>
                <a:rect l="0" t="0" r="r" b="b"/>
                <a:pathLst>
                  <a:path w="4" h="4">
                    <a:moveTo>
                      <a:pt x="0" y="2"/>
                    </a:moveTo>
                    <a:lnTo>
                      <a:pt x="2" y="4"/>
                    </a:lnTo>
                    <a:lnTo>
                      <a:pt x="4"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7" name="Freeform 291"/>
              <p:cNvSpPr/>
              <p:nvPr/>
            </p:nvSpPr>
            <p:spPr bwMode="auto">
              <a:xfrm>
                <a:off x="3980" y="243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8" name="Freeform 292"/>
              <p:cNvSpPr/>
              <p:nvPr/>
            </p:nvSpPr>
            <p:spPr bwMode="auto">
              <a:xfrm>
                <a:off x="3980" y="2446"/>
                <a:ext cx="4" cy="5"/>
              </a:xfrm>
              <a:custGeom>
                <a:avLst/>
                <a:gdLst>
                  <a:gd name="T0" fmla="*/ 1 w 2"/>
                  <a:gd name="T1" fmla="*/ 1 h 2"/>
                  <a:gd name="T2" fmla="*/ 1 w 2"/>
                  <a:gd name="T3" fmla="*/ 0 h 2"/>
                  <a:gd name="T4" fmla="*/ 1 w 2"/>
                  <a:gd name="T5" fmla="*/ 1 h 2"/>
                </a:gdLst>
                <a:ahLst/>
                <a:cxnLst>
                  <a:cxn ang="0">
                    <a:pos x="T0" y="T1"/>
                  </a:cxn>
                  <a:cxn ang="0">
                    <a:pos x="T2" y="T3"/>
                  </a:cxn>
                  <a:cxn ang="0">
                    <a:pos x="T4" y="T5"/>
                  </a:cxn>
                </a:cxnLst>
                <a:rect l="0" t="0" r="r" b="b"/>
                <a:pathLst>
                  <a:path w="2" h="2">
                    <a:moveTo>
                      <a:pt x="1" y="1"/>
                    </a:moveTo>
                    <a:cubicBezTo>
                      <a:pt x="2" y="2"/>
                      <a:pt x="0" y="0"/>
                      <a:pt x="1" y="0"/>
                    </a:cubicBezTo>
                    <a:cubicBezTo>
                      <a:pt x="0" y="0"/>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9" name="Freeform 293"/>
              <p:cNvSpPr/>
              <p:nvPr/>
            </p:nvSpPr>
            <p:spPr bwMode="auto">
              <a:xfrm>
                <a:off x="4062" y="225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0" name="Freeform 294"/>
              <p:cNvSpPr/>
              <p:nvPr/>
            </p:nvSpPr>
            <p:spPr bwMode="auto">
              <a:xfrm>
                <a:off x="4162" y="2200"/>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1" y="2"/>
                      <a:pt x="1" y="1"/>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1" name="Freeform 295"/>
              <p:cNvSpPr/>
              <p:nvPr/>
            </p:nvSpPr>
            <p:spPr bwMode="auto">
              <a:xfrm>
                <a:off x="4164" y="2139"/>
                <a:ext cx="4" cy="2"/>
              </a:xfrm>
              <a:custGeom>
                <a:avLst/>
                <a:gdLst>
                  <a:gd name="T0" fmla="*/ 4 w 4"/>
                  <a:gd name="T1" fmla="*/ 2 h 2"/>
                  <a:gd name="T2" fmla="*/ 4 w 4"/>
                  <a:gd name="T3" fmla="*/ 0 h 2"/>
                  <a:gd name="T4" fmla="*/ 0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4" y="0"/>
                    </a:lnTo>
                    <a:lnTo>
                      <a:pt x="0" y="2"/>
                    </a:lnTo>
                    <a:lnTo>
                      <a:pt x="4"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2" name="Freeform 296"/>
              <p:cNvSpPr/>
              <p:nvPr/>
            </p:nvSpPr>
            <p:spPr bwMode="auto">
              <a:xfrm>
                <a:off x="3606" y="1819"/>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3" name="Oval 297"/>
              <p:cNvSpPr>
                <a:spLocks noChangeArrowheads="1"/>
              </p:cNvSpPr>
              <p:nvPr/>
            </p:nvSpPr>
            <p:spPr bwMode="auto">
              <a:xfrm>
                <a:off x="3598" y="1817"/>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4" name="Oval 298"/>
              <p:cNvSpPr>
                <a:spLocks noChangeArrowheads="1"/>
              </p:cNvSpPr>
              <p:nvPr/>
            </p:nvSpPr>
            <p:spPr bwMode="auto">
              <a:xfrm>
                <a:off x="3600" y="1817"/>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5" name="Freeform 299"/>
              <p:cNvSpPr/>
              <p:nvPr/>
            </p:nvSpPr>
            <p:spPr bwMode="auto">
              <a:xfrm>
                <a:off x="3598" y="1817"/>
                <a:ext cx="2" cy="0"/>
              </a:xfrm>
              <a:custGeom>
                <a:avLst/>
                <a:gdLst>
                  <a:gd name="T0" fmla="*/ 0 w 1"/>
                  <a:gd name="T1" fmla="*/ 0 w 1"/>
                  <a:gd name="T2" fmla="*/ 0 w 1"/>
                  <a:gd name="T3" fmla="*/ 0 w 1"/>
                  <a:gd name="T4" fmla="*/ 0 w 1"/>
                  <a:gd name="T5" fmla="*/ 1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6" name="Oval 300"/>
              <p:cNvSpPr>
                <a:spLocks noChangeArrowheads="1"/>
              </p:cNvSpPr>
              <p:nvPr/>
            </p:nvSpPr>
            <p:spPr bwMode="auto">
              <a:xfrm>
                <a:off x="3602" y="1819"/>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7" name="Freeform 301"/>
              <p:cNvSpPr/>
              <p:nvPr/>
            </p:nvSpPr>
            <p:spPr bwMode="auto">
              <a:xfrm>
                <a:off x="3602" y="1817"/>
                <a:ext cx="0" cy="2"/>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8" name="Freeform 302"/>
              <p:cNvSpPr/>
              <p:nvPr/>
            </p:nvSpPr>
            <p:spPr bwMode="auto">
              <a:xfrm>
                <a:off x="3602" y="1817"/>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9" name="Oval 303"/>
              <p:cNvSpPr>
                <a:spLocks noChangeArrowheads="1"/>
              </p:cNvSpPr>
              <p:nvPr/>
            </p:nvSpPr>
            <p:spPr bwMode="auto">
              <a:xfrm>
                <a:off x="3593" y="1814"/>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0" name="Freeform 304"/>
              <p:cNvSpPr/>
              <p:nvPr/>
            </p:nvSpPr>
            <p:spPr bwMode="auto">
              <a:xfrm>
                <a:off x="3598" y="1814"/>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1" name="Freeform 305"/>
              <p:cNvSpPr/>
              <p:nvPr/>
            </p:nvSpPr>
            <p:spPr bwMode="auto">
              <a:xfrm>
                <a:off x="3598" y="181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2" name="Oval 306"/>
              <p:cNvSpPr>
                <a:spLocks noChangeArrowheads="1"/>
              </p:cNvSpPr>
              <p:nvPr/>
            </p:nvSpPr>
            <p:spPr bwMode="auto">
              <a:xfrm>
                <a:off x="3612" y="1821"/>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3" name="Freeform 307"/>
              <p:cNvSpPr/>
              <p:nvPr/>
            </p:nvSpPr>
            <p:spPr bwMode="auto">
              <a:xfrm>
                <a:off x="3977" y="2478"/>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4" name="Freeform 308"/>
              <p:cNvSpPr/>
              <p:nvPr/>
            </p:nvSpPr>
            <p:spPr bwMode="auto">
              <a:xfrm>
                <a:off x="3595" y="1812"/>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1" y="0"/>
                      <a:pt x="1"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5" name="Freeform 309"/>
              <p:cNvSpPr/>
              <p:nvPr/>
            </p:nvSpPr>
            <p:spPr bwMode="auto">
              <a:xfrm>
                <a:off x="3598" y="181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6" name="Freeform 310"/>
              <p:cNvSpPr/>
              <p:nvPr/>
            </p:nvSpPr>
            <p:spPr bwMode="auto">
              <a:xfrm>
                <a:off x="3967" y="2491"/>
                <a:ext cx="4" cy="4"/>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7" name="Freeform 311"/>
              <p:cNvSpPr/>
              <p:nvPr/>
            </p:nvSpPr>
            <p:spPr bwMode="auto">
              <a:xfrm>
                <a:off x="3825" y="2268"/>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1"/>
                      <a:pt x="1" y="1"/>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8" name="Freeform 312"/>
              <p:cNvSpPr/>
              <p:nvPr/>
            </p:nvSpPr>
            <p:spPr bwMode="auto">
              <a:xfrm>
                <a:off x="3810" y="2268"/>
                <a:ext cx="8" cy="2"/>
              </a:xfrm>
              <a:custGeom>
                <a:avLst/>
                <a:gdLst>
                  <a:gd name="T0" fmla="*/ 4 w 4"/>
                  <a:gd name="T1" fmla="*/ 0 h 1"/>
                  <a:gd name="T2" fmla="*/ 0 w 4"/>
                  <a:gd name="T3" fmla="*/ 0 h 1"/>
                  <a:gd name="T4" fmla="*/ 4 w 4"/>
                  <a:gd name="T5" fmla="*/ 0 h 1"/>
                </a:gdLst>
                <a:ahLst/>
                <a:cxnLst>
                  <a:cxn ang="0">
                    <a:pos x="T0" y="T1"/>
                  </a:cxn>
                  <a:cxn ang="0">
                    <a:pos x="T2" y="T3"/>
                  </a:cxn>
                  <a:cxn ang="0">
                    <a:pos x="T4" y="T5"/>
                  </a:cxn>
                </a:cxnLst>
                <a:rect l="0" t="0" r="r" b="b"/>
                <a:pathLst>
                  <a:path w="4" h="1">
                    <a:moveTo>
                      <a:pt x="4" y="0"/>
                    </a:moveTo>
                    <a:cubicBezTo>
                      <a:pt x="0" y="0"/>
                      <a:pt x="0" y="0"/>
                      <a:pt x="0" y="0"/>
                    </a:cubicBezTo>
                    <a:cubicBezTo>
                      <a:pt x="2" y="1"/>
                      <a:pt x="2" y="0"/>
                      <a:pt x="4"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9" name="Freeform 313"/>
              <p:cNvSpPr/>
              <p:nvPr/>
            </p:nvSpPr>
            <p:spPr bwMode="auto">
              <a:xfrm>
                <a:off x="3835" y="2275"/>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0" name="Freeform 314"/>
              <p:cNvSpPr/>
              <p:nvPr/>
            </p:nvSpPr>
            <p:spPr bwMode="auto">
              <a:xfrm>
                <a:off x="3833" y="2268"/>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0"/>
                      <a:pt x="0" y="1"/>
                    </a:cubicBezTo>
                    <a:cubicBezTo>
                      <a:pt x="1" y="2"/>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1" name="Freeform 315"/>
              <p:cNvSpPr/>
              <p:nvPr/>
            </p:nvSpPr>
            <p:spPr bwMode="auto">
              <a:xfrm>
                <a:off x="3833" y="2328"/>
                <a:ext cx="9" cy="2"/>
              </a:xfrm>
              <a:custGeom>
                <a:avLst/>
                <a:gdLst>
                  <a:gd name="T0" fmla="*/ 0 w 4"/>
                  <a:gd name="T1" fmla="*/ 1 h 1"/>
                  <a:gd name="T2" fmla="*/ 4 w 4"/>
                  <a:gd name="T3" fmla="*/ 0 h 1"/>
                  <a:gd name="T4" fmla="*/ 4 w 4"/>
                  <a:gd name="T5" fmla="*/ 0 h 1"/>
                  <a:gd name="T6" fmla="*/ 3 w 4"/>
                  <a:gd name="T7" fmla="*/ 0 h 1"/>
                  <a:gd name="T8" fmla="*/ 2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1" y="1"/>
                      <a:pt x="3" y="0"/>
                      <a:pt x="4" y="0"/>
                    </a:cubicBezTo>
                    <a:cubicBezTo>
                      <a:pt x="4" y="0"/>
                      <a:pt x="4" y="0"/>
                      <a:pt x="4" y="0"/>
                    </a:cubicBezTo>
                    <a:cubicBezTo>
                      <a:pt x="4" y="0"/>
                      <a:pt x="3" y="0"/>
                      <a:pt x="3" y="0"/>
                    </a:cubicBezTo>
                    <a:cubicBezTo>
                      <a:pt x="2" y="0"/>
                      <a:pt x="1" y="0"/>
                      <a:pt x="2" y="0"/>
                    </a:cubicBezTo>
                    <a:cubicBezTo>
                      <a:pt x="1" y="1"/>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2" name="Freeform 316"/>
              <p:cNvSpPr/>
              <p:nvPr/>
            </p:nvSpPr>
            <p:spPr bwMode="auto">
              <a:xfrm>
                <a:off x="3837" y="2330"/>
                <a:ext cx="5" cy="2"/>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1"/>
                      <a:pt x="2"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3" name="Freeform 317"/>
              <p:cNvSpPr/>
              <p:nvPr/>
            </p:nvSpPr>
            <p:spPr bwMode="auto">
              <a:xfrm>
                <a:off x="3839" y="2328"/>
                <a:ext cx="5" cy="0"/>
              </a:xfrm>
              <a:custGeom>
                <a:avLst/>
                <a:gdLst>
                  <a:gd name="T0" fmla="*/ 1 w 2"/>
                  <a:gd name="T1" fmla="*/ 0 w 2"/>
                  <a:gd name="T2" fmla="*/ 1 w 2"/>
                  <a:gd name="T3" fmla="*/ 1 w 2"/>
                </a:gdLst>
                <a:ahLst/>
                <a:cxnLst>
                  <a:cxn ang="0">
                    <a:pos x="T0" y="0"/>
                  </a:cxn>
                  <a:cxn ang="0">
                    <a:pos x="T1" y="0"/>
                  </a:cxn>
                  <a:cxn ang="0">
                    <a:pos x="T2" y="0"/>
                  </a:cxn>
                  <a:cxn ang="0">
                    <a:pos x="T3" y="0"/>
                  </a:cxn>
                </a:cxnLst>
                <a:rect l="0" t="0" r="r" b="b"/>
                <a:pathLst>
                  <a:path w="2">
                    <a:moveTo>
                      <a:pt x="1" y="0"/>
                    </a:moveTo>
                    <a:cubicBezTo>
                      <a:pt x="1" y="0"/>
                      <a:pt x="0" y="0"/>
                      <a:pt x="0" y="0"/>
                    </a:cubicBezTo>
                    <a:cubicBezTo>
                      <a:pt x="0" y="0"/>
                      <a:pt x="1" y="0"/>
                      <a:pt x="1" y="0"/>
                    </a:cubicBezTo>
                    <a:cubicBezTo>
                      <a:pt x="1" y="0"/>
                      <a:pt x="2"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4" name="Freeform 318"/>
              <p:cNvSpPr/>
              <p:nvPr/>
            </p:nvSpPr>
            <p:spPr bwMode="auto">
              <a:xfrm>
                <a:off x="3827" y="2268"/>
                <a:ext cx="2"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0" y="0"/>
                    </a:cubicBezTo>
                    <a:lnTo>
                      <a:pt x="1"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5" name="Freeform 319"/>
              <p:cNvSpPr/>
              <p:nvPr/>
            </p:nvSpPr>
            <p:spPr bwMode="auto">
              <a:xfrm>
                <a:off x="3729" y="2856"/>
                <a:ext cx="6" cy="4"/>
              </a:xfrm>
              <a:custGeom>
                <a:avLst/>
                <a:gdLst>
                  <a:gd name="T0" fmla="*/ 3 w 3"/>
                  <a:gd name="T1" fmla="*/ 0 h 2"/>
                  <a:gd name="T2" fmla="*/ 0 w 3"/>
                  <a:gd name="T3" fmla="*/ 2 h 2"/>
                  <a:gd name="T4" fmla="*/ 3 w 3"/>
                  <a:gd name="T5" fmla="*/ 0 h 2"/>
                </a:gdLst>
                <a:ahLst/>
                <a:cxnLst>
                  <a:cxn ang="0">
                    <a:pos x="T0" y="T1"/>
                  </a:cxn>
                  <a:cxn ang="0">
                    <a:pos x="T2" y="T3"/>
                  </a:cxn>
                  <a:cxn ang="0">
                    <a:pos x="T4" y="T5"/>
                  </a:cxn>
                </a:cxnLst>
                <a:rect l="0" t="0" r="r" b="b"/>
                <a:pathLst>
                  <a:path w="3" h="2">
                    <a:moveTo>
                      <a:pt x="3" y="0"/>
                    </a:moveTo>
                    <a:cubicBezTo>
                      <a:pt x="0" y="2"/>
                      <a:pt x="0" y="2"/>
                      <a:pt x="0" y="2"/>
                    </a:cubicBezTo>
                    <a:cubicBezTo>
                      <a:pt x="2" y="1"/>
                      <a:pt x="2" y="1"/>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6" name="Freeform 320"/>
              <p:cNvSpPr/>
              <p:nvPr/>
            </p:nvSpPr>
            <p:spPr bwMode="auto">
              <a:xfrm>
                <a:off x="3731" y="2854"/>
                <a:ext cx="2" cy="4"/>
              </a:xfrm>
              <a:custGeom>
                <a:avLst/>
                <a:gdLst>
                  <a:gd name="T0" fmla="*/ 0 w 1"/>
                  <a:gd name="T1" fmla="*/ 0 h 2"/>
                  <a:gd name="T2" fmla="*/ 1 w 1"/>
                  <a:gd name="T3" fmla="*/ 0 h 2"/>
                  <a:gd name="T4" fmla="*/ 0 w 1"/>
                  <a:gd name="T5" fmla="*/ 0 h 2"/>
                </a:gdLst>
                <a:ahLst/>
                <a:cxnLst>
                  <a:cxn ang="0">
                    <a:pos x="T0" y="T1"/>
                  </a:cxn>
                  <a:cxn ang="0">
                    <a:pos x="T2" y="T3"/>
                  </a:cxn>
                  <a:cxn ang="0">
                    <a:pos x="T4" y="T5"/>
                  </a:cxn>
                </a:cxnLst>
                <a:rect l="0" t="0" r="r" b="b"/>
                <a:pathLst>
                  <a:path w="1" h="2">
                    <a:moveTo>
                      <a:pt x="0" y="0"/>
                    </a:moveTo>
                    <a:cubicBezTo>
                      <a:pt x="0" y="2"/>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7" name="Freeform 321"/>
              <p:cNvSpPr/>
              <p:nvPr/>
            </p:nvSpPr>
            <p:spPr bwMode="auto">
              <a:xfrm>
                <a:off x="3897" y="2822"/>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8" name="Freeform 322"/>
              <p:cNvSpPr/>
              <p:nvPr/>
            </p:nvSpPr>
            <p:spPr bwMode="auto">
              <a:xfrm>
                <a:off x="4007" y="2790"/>
                <a:ext cx="2" cy="4"/>
              </a:xfrm>
              <a:custGeom>
                <a:avLst/>
                <a:gdLst>
                  <a:gd name="T0" fmla="*/ 2 w 2"/>
                  <a:gd name="T1" fmla="*/ 4 h 4"/>
                  <a:gd name="T2" fmla="*/ 2 w 2"/>
                  <a:gd name="T3" fmla="*/ 4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2" y="4"/>
                    </a:lnTo>
                    <a:lnTo>
                      <a:pt x="0" y="0"/>
                    </a:lnTo>
                    <a:lnTo>
                      <a:pt x="2"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9" name="Freeform 323"/>
              <p:cNvSpPr/>
              <p:nvPr/>
            </p:nvSpPr>
            <p:spPr bwMode="auto">
              <a:xfrm>
                <a:off x="3971" y="2813"/>
                <a:ext cx="2" cy="4"/>
              </a:xfrm>
              <a:custGeom>
                <a:avLst/>
                <a:gdLst>
                  <a:gd name="T0" fmla="*/ 0 w 1"/>
                  <a:gd name="T1" fmla="*/ 0 h 2"/>
                  <a:gd name="T2" fmla="*/ 1 w 1"/>
                  <a:gd name="T3" fmla="*/ 1 h 2"/>
                  <a:gd name="T4" fmla="*/ 0 w 1"/>
                  <a:gd name="T5" fmla="*/ 0 h 2"/>
                </a:gdLst>
                <a:ahLst/>
                <a:cxnLst>
                  <a:cxn ang="0">
                    <a:pos x="T0" y="T1"/>
                  </a:cxn>
                  <a:cxn ang="0">
                    <a:pos x="T2" y="T3"/>
                  </a:cxn>
                  <a:cxn ang="0">
                    <a:pos x="T4" y="T5"/>
                  </a:cxn>
                </a:cxnLst>
                <a:rect l="0" t="0" r="r" b="b"/>
                <a:pathLst>
                  <a:path w="1" h="2">
                    <a:moveTo>
                      <a:pt x="0" y="0"/>
                    </a:moveTo>
                    <a:cubicBezTo>
                      <a:pt x="1" y="0"/>
                      <a:pt x="0" y="2"/>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0" name="Freeform 324"/>
              <p:cNvSpPr/>
              <p:nvPr/>
            </p:nvSpPr>
            <p:spPr bwMode="auto">
              <a:xfrm>
                <a:off x="3969" y="250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1" name="Freeform 325"/>
              <p:cNvSpPr/>
              <p:nvPr/>
            </p:nvSpPr>
            <p:spPr bwMode="auto">
              <a:xfrm>
                <a:off x="3850" y="28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2" name="Freeform 326"/>
              <p:cNvSpPr/>
              <p:nvPr/>
            </p:nvSpPr>
            <p:spPr bwMode="auto">
              <a:xfrm>
                <a:off x="3668" y="2060"/>
                <a:ext cx="8" cy="17"/>
              </a:xfrm>
              <a:custGeom>
                <a:avLst/>
                <a:gdLst>
                  <a:gd name="T0" fmla="*/ 4 w 4"/>
                  <a:gd name="T1" fmla="*/ 0 h 8"/>
                  <a:gd name="T2" fmla="*/ 0 w 4"/>
                  <a:gd name="T3" fmla="*/ 6 h 8"/>
                  <a:gd name="T4" fmla="*/ 4 w 4"/>
                  <a:gd name="T5" fmla="*/ 0 h 8"/>
                </a:gdLst>
                <a:ahLst/>
                <a:cxnLst>
                  <a:cxn ang="0">
                    <a:pos x="T0" y="T1"/>
                  </a:cxn>
                  <a:cxn ang="0">
                    <a:pos x="T2" y="T3"/>
                  </a:cxn>
                  <a:cxn ang="0">
                    <a:pos x="T4" y="T5"/>
                  </a:cxn>
                </a:cxnLst>
                <a:rect l="0" t="0" r="r" b="b"/>
                <a:pathLst>
                  <a:path w="4" h="8">
                    <a:moveTo>
                      <a:pt x="4" y="0"/>
                    </a:moveTo>
                    <a:cubicBezTo>
                      <a:pt x="2" y="1"/>
                      <a:pt x="1" y="5"/>
                      <a:pt x="0" y="6"/>
                    </a:cubicBezTo>
                    <a:cubicBezTo>
                      <a:pt x="1" y="8"/>
                      <a:pt x="3" y="1"/>
                      <a:pt x="4"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3" name="Freeform 327"/>
              <p:cNvSpPr/>
              <p:nvPr/>
            </p:nvSpPr>
            <p:spPr bwMode="auto">
              <a:xfrm>
                <a:off x="3837" y="232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4" name="Freeform 328"/>
              <p:cNvSpPr/>
              <p:nvPr/>
            </p:nvSpPr>
            <p:spPr bwMode="auto">
              <a:xfrm>
                <a:off x="3965" y="2504"/>
                <a:ext cx="4" cy="2"/>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1" y="0"/>
                      <a:pt x="1" y="0"/>
                      <a:pt x="1" y="1"/>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5" name="Freeform 329"/>
              <p:cNvSpPr/>
              <p:nvPr/>
            </p:nvSpPr>
            <p:spPr bwMode="auto">
              <a:xfrm>
                <a:off x="3973" y="2476"/>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0" y="0"/>
                      <a:pt x="1"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6" name="Freeform 330"/>
              <p:cNvSpPr/>
              <p:nvPr/>
            </p:nvSpPr>
            <p:spPr bwMode="auto">
              <a:xfrm>
                <a:off x="3965" y="2497"/>
                <a:ext cx="10" cy="4"/>
              </a:xfrm>
              <a:custGeom>
                <a:avLst/>
                <a:gdLst>
                  <a:gd name="T0" fmla="*/ 5 w 5"/>
                  <a:gd name="T1" fmla="*/ 1 h 2"/>
                  <a:gd name="T2" fmla="*/ 1 w 5"/>
                  <a:gd name="T3" fmla="*/ 2 h 2"/>
                  <a:gd name="T4" fmla="*/ 0 w 5"/>
                  <a:gd name="T5" fmla="*/ 2 h 2"/>
                  <a:gd name="T6" fmla="*/ 2 w 5"/>
                  <a:gd name="T7" fmla="*/ 2 h 2"/>
                  <a:gd name="T8" fmla="*/ 3 w 5"/>
                  <a:gd name="T9" fmla="*/ 1 h 2"/>
                  <a:gd name="T10" fmla="*/ 5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5" y="1"/>
                    </a:moveTo>
                    <a:cubicBezTo>
                      <a:pt x="4" y="0"/>
                      <a:pt x="2" y="1"/>
                      <a:pt x="1" y="2"/>
                    </a:cubicBezTo>
                    <a:cubicBezTo>
                      <a:pt x="1" y="2"/>
                      <a:pt x="1" y="2"/>
                      <a:pt x="0" y="2"/>
                    </a:cubicBezTo>
                    <a:cubicBezTo>
                      <a:pt x="1" y="2"/>
                      <a:pt x="2" y="2"/>
                      <a:pt x="2" y="2"/>
                    </a:cubicBezTo>
                    <a:cubicBezTo>
                      <a:pt x="2" y="2"/>
                      <a:pt x="4" y="2"/>
                      <a:pt x="3" y="1"/>
                    </a:cubicBezTo>
                    <a:cubicBezTo>
                      <a:pt x="4" y="1"/>
                      <a:pt x="5" y="1"/>
                      <a:pt x="5"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7" name="Freeform 331"/>
              <p:cNvSpPr/>
              <p:nvPr/>
            </p:nvSpPr>
            <p:spPr bwMode="auto">
              <a:xfrm>
                <a:off x="3835" y="2474"/>
                <a:ext cx="4" cy="0"/>
              </a:xfrm>
              <a:custGeom>
                <a:avLst/>
                <a:gdLst>
                  <a:gd name="T0" fmla="*/ 0 w 2"/>
                  <a:gd name="T1" fmla="*/ 1 w 2"/>
                  <a:gd name="T2" fmla="*/ 0 w 2"/>
                </a:gdLst>
                <a:ahLst/>
                <a:cxnLst>
                  <a:cxn ang="0">
                    <a:pos x="T0" y="0"/>
                  </a:cxn>
                  <a:cxn ang="0">
                    <a:pos x="T1" y="0"/>
                  </a:cxn>
                  <a:cxn ang="0">
                    <a:pos x="T2" y="0"/>
                  </a:cxn>
                </a:cxnLst>
                <a:rect l="0" t="0" r="r" b="b"/>
                <a:pathLst>
                  <a:path w="2">
                    <a:moveTo>
                      <a:pt x="0" y="0"/>
                    </a:moveTo>
                    <a:cubicBezTo>
                      <a:pt x="0" y="0"/>
                      <a:pt x="2"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8" name="Freeform 332"/>
              <p:cNvSpPr/>
              <p:nvPr/>
            </p:nvSpPr>
            <p:spPr bwMode="auto">
              <a:xfrm>
                <a:off x="3829" y="2345"/>
                <a:ext cx="4"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2" y="0"/>
                      <a:pt x="1" y="0"/>
                    </a:cubicBezTo>
                    <a:cubicBezTo>
                      <a:pt x="2"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9" name="Freeform 333"/>
              <p:cNvSpPr/>
              <p:nvPr/>
            </p:nvSpPr>
            <p:spPr bwMode="auto">
              <a:xfrm>
                <a:off x="3831" y="233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0" name="Freeform 334"/>
              <p:cNvSpPr/>
              <p:nvPr/>
            </p:nvSpPr>
            <p:spPr bwMode="auto">
              <a:xfrm>
                <a:off x="3850" y="2491"/>
                <a:ext cx="4" cy="2"/>
              </a:xfrm>
              <a:custGeom>
                <a:avLst/>
                <a:gdLst>
                  <a:gd name="T0" fmla="*/ 0 w 4"/>
                  <a:gd name="T1" fmla="*/ 2 h 2"/>
                  <a:gd name="T2" fmla="*/ 0 w 4"/>
                  <a:gd name="T3" fmla="*/ 2 h 2"/>
                  <a:gd name="T4" fmla="*/ 4 w 4"/>
                  <a:gd name="T5" fmla="*/ 0 h 2"/>
                  <a:gd name="T6" fmla="*/ 0 w 4"/>
                  <a:gd name="T7" fmla="*/ 2 h 2"/>
                </a:gdLst>
                <a:ahLst/>
                <a:cxnLst>
                  <a:cxn ang="0">
                    <a:pos x="T0" y="T1"/>
                  </a:cxn>
                  <a:cxn ang="0">
                    <a:pos x="T2" y="T3"/>
                  </a:cxn>
                  <a:cxn ang="0">
                    <a:pos x="T4" y="T5"/>
                  </a:cxn>
                  <a:cxn ang="0">
                    <a:pos x="T6" y="T7"/>
                  </a:cxn>
                </a:cxnLst>
                <a:rect l="0" t="0" r="r" b="b"/>
                <a:pathLst>
                  <a:path w="4" h="2">
                    <a:moveTo>
                      <a:pt x="0" y="2"/>
                    </a:moveTo>
                    <a:lnTo>
                      <a:pt x="0" y="2"/>
                    </a:lnTo>
                    <a:lnTo>
                      <a:pt x="4" y="0"/>
                    </a:lnTo>
                    <a:lnTo>
                      <a:pt x="0" y="2"/>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1" name="Freeform 335"/>
              <p:cNvSpPr/>
              <p:nvPr/>
            </p:nvSpPr>
            <p:spPr bwMode="auto">
              <a:xfrm>
                <a:off x="3835" y="233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1" y="0"/>
                      <a:pt x="0" y="0"/>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2" name="Rectangle 336"/>
              <p:cNvSpPr>
                <a:spLocks noChangeArrowheads="1"/>
              </p:cNvSpPr>
              <p:nvPr/>
            </p:nvSpPr>
            <p:spPr bwMode="auto">
              <a:xfrm>
                <a:off x="3835" y="2434"/>
                <a:ext cx="2"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3" name="Freeform 337"/>
              <p:cNvSpPr/>
              <p:nvPr/>
            </p:nvSpPr>
            <p:spPr bwMode="auto">
              <a:xfrm>
                <a:off x="3831" y="2349"/>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2" y="0"/>
                      <a:pt x="2"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4" name="Freeform 338"/>
              <p:cNvSpPr/>
              <p:nvPr/>
            </p:nvSpPr>
            <p:spPr bwMode="auto">
              <a:xfrm>
                <a:off x="3602" y="1823"/>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5" name="Freeform 339"/>
              <p:cNvSpPr/>
              <p:nvPr/>
            </p:nvSpPr>
            <p:spPr bwMode="auto">
              <a:xfrm>
                <a:off x="3905" y="227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6" name="Freeform 340"/>
              <p:cNvSpPr/>
              <p:nvPr/>
            </p:nvSpPr>
            <p:spPr bwMode="auto">
              <a:xfrm>
                <a:off x="3778" y="297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7" name="Freeform 341"/>
              <p:cNvSpPr/>
              <p:nvPr/>
            </p:nvSpPr>
            <p:spPr bwMode="auto">
              <a:xfrm>
                <a:off x="3746" y="2826"/>
                <a:ext cx="399" cy="167"/>
              </a:xfrm>
              <a:custGeom>
                <a:avLst/>
                <a:gdLst>
                  <a:gd name="T0" fmla="*/ 154 w 188"/>
                  <a:gd name="T1" fmla="*/ 20 h 79"/>
                  <a:gd name="T2" fmla="*/ 145 w 188"/>
                  <a:gd name="T3" fmla="*/ 25 h 79"/>
                  <a:gd name="T4" fmla="*/ 108 w 188"/>
                  <a:gd name="T5" fmla="*/ 47 h 79"/>
                  <a:gd name="T6" fmla="*/ 94 w 188"/>
                  <a:gd name="T7" fmla="*/ 49 h 79"/>
                  <a:gd name="T8" fmla="*/ 84 w 188"/>
                  <a:gd name="T9" fmla="*/ 48 h 79"/>
                  <a:gd name="T10" fmla="*/ 64 w 188"/>
                  <a:gd name="T11" fmla="*/ 52 h 79"/>
                  <a:gd name="T12" fmla="*/ 52 w 188"/>
                  <a:gd name="T13" fmla="*/ 54 h 79"/>
                  <a:gd name="T14" fmla="*/ 33 w 188"/>
                  <a:gd name="T15" fmla="*/ 56 h 79"/>
                  <a:gd name="T16" fmla="*/ 23 w 188"/>
                  <a:gd name="T17" fmla="*/ 60 h 79"/>
                  <a:gd name="T18" fmla="*/ 12 w 188"/>
                  <a:gd name="T19" fmla="*/ 55 h 79"/>
                  <a:gd name="T20" fmla="*/ 5 w 188"/>
                  <a:gd name="T21" fmla="*/ 55 h 79"/>
                  <a:gd name="T22" fmla="*/ 5 w 188"/>
                  <a:gd name="T23" fmla="*/ 53 h 79"/>
                  <a:gd name="T24" fmla="*/ 4 w 188"/>
                  <a:gd name="T25" fmla="*/ 51 h 79"/>
                  <a:gd name="T26" fmla="*/ 3 w 188"/>
                  <a:gd name="T27" fmla="*/ 53 h 79"/>
                  <a:gd name="T28" fmla="*/ 3 w 188"/>
                  <a:gd name="T29" fmla="*/ 56 h 79"/>
                  <a:gd name="T30" fmla="*/ 0 w 188"/>
                  <a:gd name="T31" fmla="*/ 58 h 79"/>
                  <a:gd name="T32" fmla="*/ 2 w 188"/>
                  <a:gd name="T33" fmla="*/ 61 h 79"/>
                  <a:gd name="T34" fmla="*/ 13 w 188"/>
                  <a:gd name="T35" fmla="*/ 66 h 79"/>
                  <a:gd name="T36" fmla="*/ 15 w 188"/>
                  <a:gd name="T37" fmla="*/ 70 h 79"/>
                  <a:gd name="T38" fmla="*/ 16 w 188"/>
                  <a:gd name="T39" fmla="*/ 72 h 79"/>
                  <a:gd name="T40" fmla="*/ 18 w 188"/>
                  <a:gd name="T41" fmla="*/ 76 h 79"/>
                  <a:gd name="T42" fmla="*/ 21 w 188"/>
                  <a:gd name="T43" fmla="*/ 71 h 79"/>
                  <a:gd name="T44" fmla="*/ 26 w 188"/>
                  <a:gd name="T45" fmla="*/ 67 h 79"/>
                  <a:gd name="T46" fmla="*/ 27 w 188"/>
                  <a:gd name="T47" fmla="*/ 76 h 79"/>
                  <a:gd name="T48" fmla="*/ 30 w 188"/>
                  <a:gd name="T49" fmla="*/ 74 h 79"/>
                  <a:gd name="T50" fmla="*/ 31 w 188"/>
                  <a:gd name="T51" fmla="*/ 78 h 79"/>
                  <a:gd name="T52" fmla="*/ 35 w 188"/>
                  <a:gd name="T53" fmla="*/ 74 h 79"/>
                  <a:gd name="T54" fmla="*/ 38 w 188"/>
                  <a:gd name="T55" fmla="*/ 73 h 79"/>
                  <a:gd name="T56" fmla="*/ 42 w 188"/>
                  <a:gd name="T57" fmla="*/ 64 h 79"/>
                  <a:gd name="T58" fmla="*/ 43 w 188"/>
                  <a:gd name="T59" fmla="*/ 76 h 79"/>
                  <a:gd name="T60" fmla="*/ 51 w 188"/>
                  <a:gd name="T61" fmla="*/ 72 h 79"/>
                  <a:gd name="T62" fmla="*/ 57 w 188"/>
                  <a:gd name="T63" fmla="*/ 72 h 79"/>
                  <a:gd name="T64" fmla="*/ 61 w 188"/>
                  <a:gd name="T65" fmla="*/ 70 h 79"/>
                  <a:gd name="T66" fmla="*/ 70 w 188"/>
                  <a:gd name="T67" fmla="*/ 68 h 79"/>
                  <a:gd name="T68" fmla="*/ 75 w 188"/>
                  <a:gd name="T69" fmla="*/ 71 h 79"/>
                  <a:gd name="T70" fmla="*/ 77 w 188"/>
                  <a:gd name="T71" fmla="*/ 68 h 79"/>
                  <a:gd name="T72" fmla="*/ 80 w 188"/>
                  <a:gd name="T73" fmla="*/ 68 h 79"/>
                  <a:gd name="T74" fmla="*/ 81 w 188"/>
                  <a:gd name="T75" fmla="*/ 66 h 79"/>
                  <a:gd name="T76" fmla="*/ 86 w 188"/>
                  <a:gd name="T77" fmla="*/ 67 h 79"/>
                  <a:gd name="T78" fmla="*/ 92 w 188"/>
                  <a:gd name="T79" fmla="*/ 65 h 79"/>
                  <a:gd name="T80" fmla="*/ 98 w 188"/>
                  <a:gd name="T81" fmla="*/ 64 h 79"/>
                  <a:gd name="T82" fmla="*/ 104 w 188"/>
                  <a:gd name="T83" fmla="*/ 60 h 79"/>
                  <a:gd name="T84" fmla="*/ 107 w 188"/>
                  <a:gd name="T85" fmla="*/ 62 h 79"/>
                  <a:gd name="T86" fmla="*/ 108 w 188"/>
                  <a:gd name="T87" fmla="*/ 62 h 79"/>
                  <a:gd name="T88" fmla="*/ 114 w 188"/>
                  <a:gd name="T89" fmla="*/ 59 h 79"/>
                  <a:gd name="T90" fmla="*/ 119 w 188"/>
                  <a:gd name="T91" fmla="*/ 59 h 79"/>
                  <a:gd name="T92" fmla="*/ 122 w 188"/>
                  <a:gd name="T93" fmla="*/ 52 h 79"/>
                  <a:gd name="T94" fmla="*/ 126 w 188"/>
                  <a:gd name="T95" fmla="*/ 52 h 79"/>
                  <a:gd name="T96" fmla="*/ 132 w 188"/>
                  <a:gd name="T97" fmla="*/ 50 h 79"/>
                  <a:gd name="T98" fmla="*/ 139 w 188"/>
                  <a:gd name="T99" fmla="*/ 45 h 79"/>
                  <a:gd name="T100" fmla="*/ 143 w 188"/>
                  <a:gd name="T101" fmla="*/ 43 h 79"/>
                  <a:gd name="T102" fmla="*/ 156 w 188"/>
                  <a:gd name="T103" fmla="*/ 39 h 79"/>
                  <a:gd name="T104" fmla="*/ 160 w 188"/>
                  <a:gd name="T105" fmla="*/ 37 h 79"/>
                  <a:gd name="T106" fmla="*/ 167 w 188"/>
                  <a:gd name="T107" fmla="*/ 26 h 79"/>
                  <a:gd name="T108" fmla="*/ 172 w 188"/>
                  <a:gd name="T109" fmla="*/ 21 h 79"/>
                  <a:gd name="T110" fmla="*/ 180 w 188"/>
                  <a:gd name="T11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79">
                    <a:moveTo>
                      <a:pt x="180" y="0"/>
                    </a:moveTo>
                    <a:cubicBezTo>
                      <a:pt x="179" y="5"/>
                      <a:pt x="175" y="6"/>
                      <a:pt x="171" y="7"/>
                    </a:cubicBezTo>
                    <a:cubicBezTo>
                      <a:pt x="170" y="8"/>
                      <a:pt x="169" y="10"/>
                      <a:pt x="168" y="10"/>
                    </a:cubicBezTo>
                    <a:cubicBezTo>
                      <a:pt x="164" y="15"/>
                      <a:pt x="157" y="14"/>
                      <a:pt x="154" y="19"/>
                    </a:cubicBezTo>
                    <a:cubicBezTo>
                      <a:pt x="155" y="19"/>
                      <a:pt x="155" y="20"/>
                      <a:pt x="155" y="21"/>
                    </a:cubicBezTo>
                    <a:cubicBezTo>
                      <a:pt x="154" y="20"/>
                      <a:pt x="154" y="20"/>
                      <a:pt x="154" y="20"/>
                    </a:cubicBezTo>
                    <a:cubicBezTo>
                      <a:pt x="155" y="22"/>
                      <a:pt x="155" y="22"/>
                      <a:pt x="155" y="22"/>
                    </a:cubicBezTo>
                    <a:cubicBezTo>
                      <a:pt x="155" y="22"/>
                      <a:pt x="154" y="20"/>
                      <a:pt x="154" y="20"/>
                    </a:cubicBezTo>
                    <a:cubicBezTo>
                      <a:pt x="152" y="21"/>
                      <a:pt x="151" y="23"/>
                      <a:pt x="149" y="23"/>
                    </a:cubicBezTo>
                    <a:cubicBezTo>
                      <a:pt x="149" y="25"/>
                      <a:pt x="148" y="24"/>
                      <a:pt x="149" y="26"/>
                    </a:cubicBezTo>
                    <a:cubicBezTo>
                      <a:pt x="148" y="25"/>
                      <a:pt x="148" y="25"/>
                      <a:pt x="148" y="25"/>
                    </a:cubicBezTo>
                    <a:cubicBezTo>
                      <a:pt x="147" y="27"/>
                      <a:pt x="147" y="27"/>
                      <a:pt x="145" y="25"/>
                    </a:cubicBezTo>
                    <a:cubicBezTo>
                      <a:pt x="139" y="27"/>
                      <a:pt x="134" y="30"/>
                      <a:pt x="128" y="32"/>
                    </a:cubicBezTo>
                    <a:cubicBezTo>
                      <a:pt x="123" y="34"/>
                      <a:pt x="118" y="39"/>
                      <a:pt x="112" y="41"/>
                    </a:cubicBezTo>
                    <a:cubicBezTo>
                      <a:pt x="112" y="45"/>
                      <a:pt x="111" y="43"/>
                      <a:pt x="110" y="47"/>
                    </a:cubicBezTo>
                    <a:cubicBezTo>
                      <a:pt x="110" y="46"/>
                      <a:pt x="110" y="46"/>
                      <a:pt x="110" y="46"/>
                    </a:cubicBezTo>
                    <a:cubicBezTo>
                      <a:pt x="110" y="47"/>
                      <a:pt x="109" y="46"/>
                      <a:pt x="107" y="45"/>
                    </a:cubicBezTo>
                    <a:cubicBezTo>
                      <a:pt x="108" y="46"/>
                      <a:pt x="107" y="45"/>
                      <a:pt x="108" y="47"/>
                    </a:cubicBezTo>
                    <a:cubicBezTo>
                      <a:pt x="108" y="49"/>
                      <a:pt x="106" y="45"/>
                      <a:pt x="106" y="46"/>
                    </a:cubicBezTo>
                    <a:cubicBezTo>
                      <a:pt x="105" y="45"/>
                      <a:pt x="106" y="47"/>
                      <a:pt x="106" y="46"/>
                    </a:cubicBezTo>
                    <a:cubicBezTo>
                      <a:pt x="105" y="49"/>
                      <a:pt x="106" y="45"/>
                      <a:pt x="103" y="44"/>
                    </a:cubicBezTo>
                    <a:cubicBezTo>
                      <a:pt x="101" y="45"/>
                      <a:pt x="98" y="48"/>
                      <a:pt x="95" y="47"/>
                    </a:cubicBezTo>
                    <a:cubicBezTo>
                      <a:pt x="95" y="47"/>
                      <a:pt x="96" y="49"/>
                      <a:pt x="96" y="49"/>
                    </a:cubicBezTo>
                    <a:cubicBezTo>
                      <a:pt x="95" y="46"/>
                      <a:pt x="95" y="50"/>
                      <a:pt x="94" y="49"/>
                    </a:cubicBezTo>
                    <a:cubicBezTo>
                      <a:pt x="94" y="48"/>
                      <a:pt x="94" y="48"/>
                      <a:pt x="94" y="48"/>
                    </a:cubicBezTo>
                    <a:cubicBezTo>
                      <a:pt x="93" y="47"/>
                      <a:pt x="92" y="49"/>
                      <a:pt x="91" y="48"/>
                    </a:cubicBezTo>
                    <a:cubicBezTo>
                      <a:pt x="90" y="49"/>
                      <a:pt x="88" y="47"/>
                      <a:pt x="88" y="49"/>
                    </a:cubicBezTo>
                    <a:cubicBezTo>
                      <a:pt x="88" y="47"/>
                      <a:pt x="87" y="48"/>
                      <a:pt x="87" y="47"/>
                    </a:cubicBezTo>
                    <a:cubicBezTo>
                      <a:pt x="87" y="51"/>
                      <a:pt x="84" y="46"/>
                      <a:pt x="84" y="49"/>
                    </a:cubicBezTo>
                    <a:cubicBezTo>
                      <a:pt x="84" y="48"/>
                      <a:pt x="84" y="48"/>
                      <a:pt x="84" y="48"/>
                    </a:cubicBezTo>
                    <a:cubicBezTo>
                      <a:pt x="81" y="49"/>
                      <a:pt x="77" y="49"/>
                      <a:pt x="74" y="51"/>
                    </a:cubicBezTo>
                    <a:cubicBezTo>
                      <a:pt x="73" y="52"/>
                      <a:pt x="70" y="48"/>
                      <a:pt x="69" y="50"/>
                    </a:cubicBezTo>
                    <a:cubicBezTo>
                      <a:pt x="68" y="52"/>
                      <a:pt x="68" y="52"/>
                      <a:pt x="68" y="52"/>
                    </a:cubicBezTo>
                    <a:cubicBezTo>
                      <a:pt x="68" y="52"/>
                      <a:pt x="68" y="51"/>
                      <a:pt x="68" y="51"/>
                    </a:cubicBezTo>
                    <a:cubicBezTo>
                      <a:pt x="67" y="52"/>
                      <a:pt x="66" y="51"/>
                      <a:pt x="65" y="51"/>
                    </a:cubicBezTo>
                    <a:cubicBezTo>
                      <a:pt x="65" y="51"/>
                      <a:pt x="64" y="52"/>
                      <a:pt x="64" y="52"/>
                    </a:cubicBezTo>
                    <a:cubicBezTo>
                      <a:pt x="63" y="50"/>
                      <a:pt x="61" y="54"/>
                      <a:pt x="60" y="52"/>
                    </a:cubicBezTo>
                    <a:cubicBezTo>
                      <a:pt x="61" y="55"/>
                      <a:pt x="59" y="54"/>
                      <a:pt x="59" y="55"/>
                    </a:cubicBezTo>
                    <a:cubicBezTo>
                      <a:pt x="58" y="55"/>
                      <a:pt x="58" y="54"/>
                      <a:pt x="58" y="53"/>
                    </a:cubicBezTo>
                    <a:cubicBezTo>
                      <a:pt x="57" y="53"/>
                      <a:pt x="57" y="54"/>
                      <a:pt x="56" y="53"/>
                    </a:cubicBezTo>
                    <a:cubicBezTo>
                      <a:pt x="55" y="53"/>
                      <a:pt x="55" y="55"/>
                      <a:pt x="54" y="55"/>
                    </a:cubicBezTo>
                    <a:cubicBezTo>
                      <a:pt x="54" y="52"/>
                      <a:pt x="53" y="54"/>
                      <a:pt x="52" y="54"/>
                    </a:cubicBezTo>
                    <a:cubicBezTo>
                      <a:pt x="52" y="56"/>
                      <a:pt x="52" y="57"/>
                      <a:pt x="51" y="56"/>
                    </a:cubicBezTo>
                    <a:cubicBezTo>
                      <a:pt x="51" y="54"/>
                      <a:pt x="51" y="54"/>
                      <a:pt x="51" y="54"/>
                    </a:cubicBezTo>
                    <a:cubicBezTo>
                      <a:pt x="49" y="56"/>
                      <a:pt x="46" y="53"/>
                      <a:pt x="43" y="56"/>
                    </a:cubicBezTo>
                    <a:cubicBezTo>
                      <a:pt x="43" y="54"/>
                      <a:pt x="43" y="54"/>
                      <a:pt x="43" y="54"/>
                    </a:cubicBezTo>
                    <a:cubicBezTo>
                      <a:pt x="41" y="56"/>
                      <a:pt x="38" y="54"/>
                      <a:pt x="36" y="57"/>
                    </a:cubicBezTo>
                    <a:cubicBezTo>
                      <a:pt x="35" y="56"/>
                      <a:pt x="34" y="56"/>
                      <a:pt x="33" y="56"/>
                    </a:cubicBezTo>
                    <a:cubicBezTo>
                      <a:pt x="32" y="57"/>
                      <a:pt x="32" y="57"/>
                      <a:pt x="31" y="59"/>
                    </a:cubicBezTo>
                    <a:cubicBezTo>
                      <a:pt x="31" y="59"/>
                      <a:pt x="31" y="58"/>
                      <a:pt x="31" y="57"/>
                    </a:cubicBezTo>
                    <a:cubicBezTo>
                      <a:pt x="30" y="57"/>
                      <a:pt x="29" y="54"/>
                      <a:pt x="28" y="57"/>
                    </a:cubicBezTo>
                    <a:cubicBezTo>
                      <a:pt x="28" y="55"/>
                      <a:pt x="28" y="55"/>
                      <a:pt x="28" y="55"/>
                    </a:cubicBezTo>
                    <a:cubicBezTo>
                      <a:pt x="27" y="57"/>
                      <a:pt x="25" y="58"/>
                      <a:pt x="25" y="57"/>
                    </a:cubicBezTo>
                    <a:cubicBezTo>
                      <a:pt x="24" y="58"/>
                      <a:pt x="23" y="58"/>
                      <a:pt x="23" y="60"/>
                    </a:cubicBezTo>
                    <a:cubicBezTo>
                      <a:pt x="23" y="60"/>
                      <a:pt x="23" y="57"/>
                      <a:pt x="23" y="59"/>
                    </a:cubicBezTo>
                    <a:cubicBezTo>
                      <a:pt x="23" y="57"/>
                      <a:pt x="23" y="57"/>
                      <a:pt x="23" y="57"/>
                    </a:cubicBezTo>
                    <a:cubicBezTo>
                      <a:pt x="21" y="56"/>
                      <a:pt x="19" y="56"/>
                      <a:pt x="17" y="57"/>
                    </a:cubicBezTo>
                    <a:cubicBezTo>
                      <a:pt x="17" y="55"/>
                      <a:pt x="15" y="57"/>
                      <a:pt x="14" y="55"/>
                    </a:cubicBezTo>
                    <a:cubicBezTo>
                      <a:pt x="13" y="56"/>
                      <a:pt x="13" y="54"/>
                      <a:pt x="11" y="56"/>
                    </a:cubicBezTo>
                    <a:cubicBezTo>
                      <a:pt x="12" y="55"/>
                      <a:pt x="12" y="55"/>
                      <a:pt x="12" y="55"/>
                    </a:cubicBezTo>
                    <a:cubicBezTo>
                      <a:pt x="11" y="54"/>
                      <a:pt x="10" y="54"/>
                      <a:pt x="9" y="53"/>
                    </a:cubicBezTo>
                    <a:cubicBezTo>
                      <a:pt x="9" y="52"/>
                      <a:pt x="8" y="54"/>
                      <a:pt x="7" y="54"/>
                    </a:cubicBezTo>
                    <a:cubicBezTo>
                      <a:pt x="8" y="53"/>
                      <a:pt x="8" y="53"/>
                      <a:pt x="8" y="53"/>
                    </a:cubicBezTo>
                    <a:cubicBezTo>
                      <a:pt x="8" y="53"/>
                      <a:pt x="7" y="54"/>
                      <a:pt x="6" y="55"/>
                    </a:cubicBezTo>
                    <a:cubicBezTo>
                      <a:pt x="6" y="54"/>
                      <a:pt x="6" y="54"/>
                      <a:pt x="6" y="54"/>
                    </a:cubicBezTo>
                    <a:cubicBezTo>
                      <a:pt x="5" y="55"/>
                      <a:pt x="5" y="55"/>
                      <a:pt x="5" y="55"/>
                    </a:cubicBezTo>
                    <a:cubicBezTo>
                      <a:pt x="5" y="55"/>
                      <a:pt x="5" y="56"/>
                      <a:pt x="5" y="56"/>
                    </a:cubicBezTo>
                    <a:cubicBezTo>
                      <a:pt x="5" y="55"/>
                      <a:pt x="4" y="56"/>
                      <a:pt x="4" y="54"/>
                    </a:cubicBezTo>
                    <a:cubicBezTo>
                      <a:pt x="5" y="54"/>
                      <a:pt x="7" y="53"/>
                      <a:pt x="8" y="52"/>
                    </a:cubicBezTo>
                    <a:cubicBezTo>
                      <a:pt x="8" y="51"/>
                      <a:pt x="5" y="53"/>
                      <a:pt x="6" y="52"/>
                    </a:cubicBezTo>
                    <a:cubicBezTo>
                      <a:pt x="6" y="51"/>
                      <a:pt x="6" y="51"/>
                      <a:pt x="5" y="51"/>
                    </a:cubicBezTo>
                    <a:cubicBezTo>
                      <a:pt x="5" y="52"/>
                      <a:pt x="5" y="52"/>
                      <a:pt x="5" y="53"/>
                    </a:cubicBezTo>
                    <a:cubicBezTo>
                      <a:pt x="5" y="53"/>
                      <a:pt x="5" y="52"/>
                      <a:pt x="5" y="52"/>
                    </a:cubicBezTo>
                    <a:cubicBezTo>
                      <a:pt x="4" y="52"/>
                      <a:pt x="4" y="52"/>
                      <a:pt x="4" y="52"/>
                    </a:cubicBezTo>
                    <a:cubicBezTo>
                      <a:pt x="4" y="52"/>
                      <a:pt x="4" y="52"/>
                      <a:pt x="5" y="52"/>
                    </a:cubicBezTo>
                    <a:cubicBezTo>
                      <a:pt x="5" y="51"/>
                      <a:pt x="5" y="51"/>
                      <a:pt x="5" y="51"/>
                    </a:cubicBezTo>
                    <a:cubicBezTo>
                      <a:pt x="4" y="52"/>
                      <a:pt x="4" y="52"/>
                      <a:pt x="4" y="52"/>
                    </a:cubicBezTo>
                    <a:cubicBezTo>
                      <a:pt x="4" y="51"/>
                      <a:pt x="4" y="51"/>
                      <a:pt x="4" y="51"/>
                    </a:cubicBezTo>
                    <a:cubicBezTo>
                      <a:pt x="3" y="51"/>
                      <a:pt x="3" y="51"/>
                      <a:pt x="2" y="50"/>
                    </a:cubicBezTo>
                    <a:cubicBezTo>
                      <a:pt x="1" y="52"/>
                      <a:pt x="4" y="46"/>
                      <a:pt x="0" y="55"/>
                    </a:cubicBezTo>
                    <a:cubicBezTo>
                      <a:pt x="1" y="55"/>
                      <a:pt x="1" y="55"/>
                      <a:pt x="1" y="55"/>
                    </a:cubicBezTo>
                    <a:cubicBezTo>
                      <a:pt x="2" y="54"/>
                      <a:pt x="2" y="54"/>
                      <a:pt x="2" y="54"/>
                    </a:cubicBezTo>
                    <a:cubicBezTo>
                      <a:pt x="2" y="54"/>
                      <a:pt x="3" y="54"/>
                      <a:pt x="3" y="54"/>
                    </a:cubicBezTo>
                    <a:cubicBezTo>
                      <a:pt x="3" y="54"/>
                      <a:pt x="3" y="53"/>
                      <a:pt x="3" y="53"/>
                    </a:cubicBezTo>
                    <a:cubicBezTo>
                      <a:pt x="3" y="53"/>
                      <a:pt x="3" y="54"/>
                      <a:pt x="3" y="53"/>
                    </a:cubicBezTo>
                    <a:cubicBezTo>
                      <a:pt x="3" y="52"/>
                      <a:pt x="4" y="51"/>
                      <a:pt x="4" y="53"/>
                    </a:cubicBezTo>
                    <a:cubicBezTo>
                      <a:pt x="4" y="54"/>
                      <a:pt x="4" y="54"/>
                      <a:pt x="4" y="55"/>
                    </a:cubicBezTo>
                    <a:cubicBezTo>
                      <a:pt x="4" y="55"/>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5"/>
                      <a:pt x="3" y="55"/>
                    </a:cubicBezTo>
                    <a:cubicBezTo>
                      <a:pt x="2" y="55"/>
                      <a:pt x="2" y="56"/>
                      <a:pt x="1" y="56"/>
                    </a:cubicBezTo>
                    <a:cubicBezTo>
                      <a:pt x="2" y="56"/>
                      <a:pt x="2" y="56"/>
                      <a:pt x="2" y="56"/>
                    </a:cubicBezTo>
                    <a:cubicBezTo>
                      <a:pt x="0" y="58"/>
                      <a:pt x="0" y="58"/>
                      <a:pt x="0" y="58"/>
                    </a:cubicBezTo>
                    <a:cubicBezTo>
                      <a:pt x="2" y="57"/>
                      <a:pt x="2" y="57"/>
                      <a:pt x="3" y="58"/>
                    </a:cubicBezTo>
                    <a:cubicBezTo>
                      <a:pt x="3" y="58"/>
                      <a:pt x="3" y="58"/>
                      <a:pt x="3" y="58"/>
                    </a:cubicBezTo>
                    <a:cubicBezTo>
                      <a:pt x="3" y="58"/>
                      <a:pt x="3" y="58"/>
                      <a:pt x="3" y="58"/>
                    </a:cubicBezTo>
                    <a:cubicBezTo>
                      <a:pt x="3" y="58"/>
                      <a:pt x="3" y="58"/>
                      <a:pt x="3" y="58"/>
                    </a:cubicBezTo>
                    <a:cubicBezTo>
                      <a:pt x="3" y="60"/>
                      <a:pt x="4" y="57"/>
                      <a:pt x="4" y="58"/>
                    </a:cubicBezTo>
                    <a:cubicBezTo>
                      <a:pt x="4" y="58"/>
                      <a:pt x="2" y="60"/>
                      <a:pt x="2" y="61"/>
                    </a:cubicBezTo>
                    <a:cubicBezTo>
                      <a:pt x="3" y="62"/>
                      <a:pt x="6" y="61"/>
                      <a:pt x="6" y="63"/>
                    </a:cubicBezTo>
                    <a:cubicBezTo>
                      <a:pt x="7" y="63"/>
                      <a:pt x="8" y="63"/>
                      <a:pt x="9" y="62"/>
                    </a:cubicBezTo>
                    <a:cubicBezTo>
                      <a:pt x="10" y="62"/>
                      <a:pt x="8" y="65"/>
                      <a:pt x="9" y="64"/>
                    </a:cubicBezTo>
                    <a:cubicBezTo>
                      <a:pt x="9" y="65"/>
                      <a:pt x="9" y="66"/>
                      <a:pt x="8" y="66"/>
                    </a:cubicBezTo>
                    <a:cubicBezTo>
                      <a:pt x="9" y="66"/>
                      <a:pt x="10" y="67"/>
                      <a:pt x="10" y="65"/>
                    </a:cubicBezTo>
                    <a:cubicBezTo>
                      <a:pt x="11" y="66"/>
                      <a:pt x="12" y="67"/>
                      <a:pt x="13" y="66"/>
                    </a:cubicBezTo>
                    <a:cubicBezTo>
                      <a:pt x="13" y="66"/>
                      <a:pt x="12" y="68"/>
                      <a:pt x="12" y="69"/>
                    </a:cubicBezTo>
                    <a:cubicBezTo>
                      <a:pt x="13" y="67"/>
                      <a:pt x="15" y="67"/>
                      <a:pt x="15" y="67"/>
                    </a:cubicBezTo>
                    <a:cubicBezTo>
                      <a:pt x="16" y="66"/>
                      <a:pt x="16" y="66"/>
                      <a:pt x="16" y="64"/>
                    </a:cubicBezTo>
                    <a:cubicBezTo>
                      <a:pt x="16" y="64"/>
                      <a:pt x="17" y="63"/>
                      <a:pt x="17" y="63"/>
                    </a:cubicBezTo>
                    <a:cubicBezTo>
                      <a:pt x="17" y="65"/>
                      <a:pt x="16" y="68"/>
                      <a:pt x="17" y="68"/>
                    </a:cubicBezTo>
                    <a:cubicBezTo>
                      <a:pt x="16" y="71"/>
                      <a:pt x="15" y="67"/>
                      <a:pt x="15" y="70"/>
                    </a:cubicBezTo>
                    <a:cubicBezTo>
                      <a:pt x="14" y="72"/>
                      <a:pt x="12" y="72"/>
                      <a:pt x="12" y="70"/>
                    </a:cubicBezTo>
                    <a:cubicBezTo>
                      <a:pt x="11" y="73"/>
                      <a:pt x="13" y="71"/>
                      <a:pt x="12" y="73"/>
                    </a:cubicBezTo>
                    <a:cubicBezTo>
                      <a:pt x="13" y="73"/>
                      <a:pt x="14" y="72"/>
                      <a:pt x="15" y="72"/>
                    </a:cubicBezTo>
                    <a:cubicBezTo>
                      <a:pt x="15" y="71"/>
                      <a:pt x="15" y="70"/>
                      <a:pt x="16" y="70"/>
                    </a:cubicBezTo>
                    <a:cubicBezTo>
                      <a:pt x="17" y="67"/>
                      <a:pt x="16" y="72"/>
                      <a:pt x="17" y="72"/>
                    </a:cubicBezTo>
                    <a:cubicBezTo>
                      <a:pt x="16" y="72"/>
                      <a:pt x="16" y="72"/>
                      <a:pt x="16" y="72"/>
                    </a:cubicBezTo>
                    <a:cubicBezTo>
                      <a:pt x="16" y="73"/>
                      <a:pt x="17" y="72"/>
                      <a:pt x="18" y="72"/>
                    </a:cubicBezTo>
                    <a:cubicBezTo>
                      <a:pt x="17" y="75"/>
                      <a:pt x="17" y="72"/>
                      <a:pt x="16" y="74"/>
                    </a:cubicBezTo>
                    <a:cubicBezTo>
                      <a:pt x="16" y="76"/>
                      <a:pt x="16" y="76"/>
                      <a:pt x="16" y="76"/>
                    </a:cubicBezTo>
                    <a:cubicBezTo>
                      <a:pt x="17" y="77"/>
                      <a:pt x="17" y="74"/>
                      <a:pt x="18" y="75"/>
                    </a:cubicBezTo>
                    <a:cubicBezTo>
                      <a:pt x="17" y="76"/>
                      <a:pt x="17" y="76"/>
                      <a:pt x="17" y="76"/>
                    </a:cubicBezTo>
                    <a:cubicBezTo>
                      <a:pt x="18" y="76"/>
                      <a:pt x="18" y="76"/>
                      <a:pt x="18" y="76"/>
                    </a:cubicBezTo>
                    <a:cubicBezTo>
                      <a:pt x="18" y="74"/>
                      <a:pt x="19" y="73"/>
                      <a:pt x="18" y="73"/>
                    </a:cubicBezTo>
                    <a:cubicBezTo>
                      <a:pt x="19" y="70"/>
                      <a:pt x="19" y="72"/>
                      <a:pt x="20" y="72"/>
                    </a:cubicBezTo>
                    <a:cubicBezTo>
                      <a:pt x="20" y="70"/>
                      <a:pt x="19" y="72"/>
                      <a:pt x="20" y="70"/>
                    </a:cubicBezTo>
                    <a:cubicBezTo>
                      <a:pt x="20" y="69"/>
                      <a:pt x="20" y="69"/>
                      <a:pt x="21" y="69"/>
                    </a:cubicBezTo>
                    <a:cubicBezTo>
                      <a:pt x="22" y="69"/>
                      <a:pt x="21" y="71"/>
                      <a:pt x="21" y="72"/>
                    </a:cubicBezTo>
                    <a:cubicBezTo>
                      <a:pt x="21" y="72"/>
                      <a:pt x="20" y="72"/>
                      <a:pt x="21" y="71"/>
                    </a:cubicBezTo>
                    <a:cubicBezTo>
                      <a:pt x="19" y="73"/>
                      <a:pt x="20" y="75"/>
                      <a:pt x="19" y="76"/>
                    </a:cubicBezTo>
                    <a:cubicBezTo>
                      <a:pt x="20" y="77"/>
                      <a:pt x="20" y="75"/>
                      <a:pt x="21" y="75"/>
                    </a:cubicBezTo>
                    <a:cubicBezTo>
                      <a:pt x="21" y="74"/>
                      <a:pt x="21" y="73"/>
                      <a:pt x="21" y="72"/>
                    </a:cubicBezTo>
                    <a:cubicBezTo>
                      <a:pt x="23" y="68"/>
                      <a:pt x="21" y="76"/>
                      <a:pt x="23" y="75"/>
                    </a:cubicBezTo>
                    <a:cubicBezTo>
                      <a:pt x="23" y="72"/>
                      <a:pt x="25" y="71"/>
                      <a:pt x="25" y="68"/>
                    </a:cubicBezTo>
                    <a:cubicBezTo>
                      <a:pt x="25" y="67"/>
                      <a:pt x="25" y="66"/>
                      <a:pt x="26" y="67"/>
                    </a:cubicBezTo>
                    <a:cubicBezTo>
                      <a:pt x="25" y="69"/>
                      <a:pt x="26" y="68"/>
                      <a:pt x="25" y="70"/>
                    </a:cubicBezTo>
                    <a:cubicBezTo>
                      <a:pt x="25" y="70"/>
                      <a:pt x="25" y="70"/>
                      <a:pt x="25" y="70"/>
                    </a:cubicBezTo>
                    <a:cubicBezTo>
                      <a:pt x="24" y="73"/>
                      <a:pt x="24" y="73"/>
                      <a:pt x="24" y="73"/>
                    </a:cubicBezTo>
                    <a:cubicBezTo>
                      <a:pt x="25" y="74"/>
                      <a:pt x="25" y="76"/>
                      <a:pt x="26" y="77"/>
                    </a:cubicBezTo>
                    <a:cubicBezTo>
                      <a:pt x="26" y="76"/>
                      <a:pt x="26" y="75"/>
                      <a:pt x="26" y="74"/>
                    </a:cubicBezTo>
                    <a:cubicBezTo>
                      <a:pt x="26" y="75"/>
                      <a:pt x="26" y="76"/>
                      <a:pt x="27" y="76"/>
                    </a:cubicBezTo>
                    <a:cubicBezTo>
                      <a:pt x="26" y="76"/>
                      <a:pt x="27" y="74"/>
                      <a:pt x="27" y="73"/>
                    </a:cubicBezTo>
                    <a:cubicBezTo>
                      <a:pt x="28" y="73"/>
                      <a:pt x="28" y="75"/>
                      <a:pt x="28" y="76"/>
                    </a:cubicBezTo>
                    <a:cubicBezTo>
                      <a:pt x="27" y="77"/>
                      <a:pt x="27" y="77"/>
                      <a:pt x="27" y="77"/>
                    </a:cubicBezTo>
                    <a:cubicBezTo>
                      <a:pt x="28" y="76"/>
                      <a:pt x="28" y="78"/>
                      <a:pt x="28" y="78"/>
                    </a:cubicBezTo>
                    <a:cubicBezTo>
                      <a:pt x="28" y="76"/>
                      <a:pt x="29" y="75"/>
                      <a:pt x="29" y="73"/>
                    </a:cubicBezTo>
                    <a:cubicBezTo>
                      <a:pt x="30" y="73"/>
                      <a:pt x="30" y="74"/>
                      <a:pt x="30" y="74"/>
                    </a:cubicBezTo>
                    <a:cubicBezTo>
                      <a:pt x="29" y="75"/>
                      <a:pt x="29" y="75"/>
                      <a:pt x="29" y="75"/>
                    </a:cubicBezTo>
                    <a:cubicBezTo>
                      <a:pt x="30" y="75"/>
                      <a:pt x="29" y="78"/>
                      <a:pt x="30" y="78"/>
                    </a:cubicBezTo>
                    <a:cubicBezTo>
                      <a:pt x="30" y="76"/>
                      <a:pt x="30" y="76"/>
                      <a:pt x="30" y="76"/>
                    </a:cubicBezTo>
                    <a:cubicBezTo>
                      <a:pt x="30" y="78"/>
                      <a:pt x="30" y="78"/>
                      <a:pt x="30" y="78"/>
                    </a:cubicBezTo>
                    <a:cubicBezTo>
                      <a:pt x="31" y="77"/>
                      <a:pt x="31" y="77"/>
                      <a:pt x="31" y="76"/>
                    </a:cubicBezTo>
                    <a:cubicBezTo>
                      <a:pt x="31" y="78"/>
                      <a:pt x="31" y="78"/>
                      <a:pt x="31" y="78"/>
                    </a:cubicBezTo>
                    <a:cubicBezTo>
                      <a:pt x="32" y="77"/>
                      <a:pt x="32" y="75"/>
                      <a:pt x="33" y="77"/>
                    </a:cubicBezTo>
                    <a:cubicBezTo>
                      <a:pt x="32" y="74"/>
                      <a:pt x="32" y="77"/>
                      <a:pt x="32" y="75"/>
                    </a:cubicBezTo>
                    <a:cubicBezTo>
                      <a:pt x="31" y="73"/>
                      <a:pt x="32" y="74"/>
                      <a:pt x="33" y="73"/>
                    </a:cubicBezTo>
                    <a:cubicBezTo>
                      <a:pt x="32" y="76"/>
                      <a:pt x="33" y="74"/>
                      <a:pt x="34" y="74"/>
                    </a:cubicBezTo>
                    <a:cubicBezTo>
                      <a:pt x="34" y="75"/>
                      <a:pt x="34" y="75"/>
                      <a:pt x="34" y="76"/>
                    </a:cubicBezTo>
                    <a:cubicBezTo>
                      <a:pt x="35" y="74"/>
                      <a:pt x="35" y="74"/>
                      <a:pt x="35" y="74"/>
                    </a:cubicBezTo>
                    <a:cubicBezTo>
                      <a:pt x="35" y="78"/>
                      <a:pt x="36" y="73"/>
                      <a:pt x="36" y="74"/>
                    </a:cubicBezTo>
                    <a:cubicBezTo>
                      <a:pt x="36" y="75"/>
                      <a:pt x="36" y="77"/>
                      <a:pt x="36" y="77"/>
                    </a:cubicBezTo>
                    <a:cubicBezTo>
                      <a:pt x="36" y="75"/>
                      <a:pt x="37" y="74"/>
                      <a:pt x="37" y="72"/>
                    </a:cubicBezTo>
                    <a:cubicBezTo>
                      <a:pt x="38" y="73"/>
                      <a:pt x="36" y="76"/>
                      <a:pt x="37" y="78"/>
                    </a:cubicBezTo>
                    <a:cubicBezTo>
                      <a:pt x="37" y="75"/>
                      <a:pt x="38" y="79"/>
                      <a:pt x="38" y="76"/>
                    </a:cubicBezTo>
                    <a:cubicBezTo>
                      <a:pt x="37" y="75"/>
                      <a:pt x="38" y="75"/>
                      <a:pt x="38" y="73"/>
                    </a:cubicBezTo>
                    <a:cubicBezTo>
                      <a:pt x="39" y="74"/>
                      <a:pt x="38" y="75"/>
                      <a:pt x="39" y="75"/>
                    </a:cubicBezTo>
                    <a:cubicBezTo>
                      <a:pt x="39" y="75"/>
                      <a:pt x="39" y="73"/>
                      <a:pt x="39" y="72"/>
                    </a:cubicBezTo>
                    <a:cubicBezTo>
                      <a:pt x="39" y="73"/>
                      <a:pt x="40" y="70"/>
                      <a:pt x="40" y="72"/>
                    </a:cubicBezTo>
                    <a:cubicBezTo>
                      <a:pt x="41" y="74"/>
                      <a:pt x="39" y="73"/>
                      <a:pt x="40" y="74"/>
                    </a:cubicBezTo>
                    <a:cubicBezTo>
                      <a:pt x="41" y="74"/>
                      <a:pt x="40" y="70"/>
                      <a:pt x="41" y="69"/>
                    </a:cubicBezTo>
                    <a:cubicBezTo>
                      <a:pt x="41" y="68"/>
                      <a:pt x="41" y="65"/>
                      <a:pt x="42" y="64"/>
                    </a:cubicBezTo>
                    <a:cubicBezTo>
                      <a:pt x="43" y="65"/>
                      <a:pt x="41" y="65"/>
                      <a:pt x="42" y="68"/>
                    </a:cubicBezTo>
                    <a:cubicBezTo>
                      <a:pt x="42" y="67"/>
                      <a:pt x="42" y="67"/>
                      <a:pt x="42" y="67"/>
                    </a:cubicBezTo>
                    <a:cubicBezTo>
                      <a:pt x="43" y="70"/>
                      <a:pt x="41" y="72"/>
                      <a:pt x="41" y="74"/>
                    </a:cubicBezTo>
                    <a:cubicBezTo>
                      <a:pt x="42" y="73"/>
                      <a:pt x="42" y="73"/>
                      <a:pt x="42" y="73"/>
                    </a:cubicBezTo>
                    <a:cubicBezTo>
                      <a:pt x="42" y="77"/>
                      <a:pt x="42" y="77"/>
                      <a:pt x="42" y="77"/>
                    </a:cubicBezTo>
                    <a:cubicBezTo>
                      <a:pt x="42" y="75"/>
                      <a:pt x="43" y="76"/>
                      <a:pt x="43" y="76"/>
                    </a:cubicBezTo>
                    <a:cubicBezTo>
                      <a:pt x="43" y="74"/>
                      <a:pt x="43" y="76"/>
                      <a:pt x="43" y="75"/>
                    </a:cubicBezTo>
                    <a:cubicBezTo>
                      <a:pt x="43" y="74"/>
                      <a:pt x="43" y="71"/>
                      <a:pt x="44" y="73"/>
                    </a:cubicBezTo>
                    <a:cubicBezTo>
                      <a:pt x="44" y="74"/>
                      <a:pt x="44" y="75"/>
                      <a:pt x="44" y="76"/>
                    </a:cubicBezTo>
                    <a:cubicBezTo>
                      <a:pt x="45" y="77"/>
                      <a:pt x="44" y="74"/>
                      <a:pt x="45" y="75"/>
                    </a:cubicBezTo>
                    <a:cubicBezTo>
                      <a:pt x="45" y="76"/>
                      <a:pt x="45" y="76"/>
                      <a:pt x="45" y="76"/>
                    </a:cubicBezTo>
                    <a:cubicBezTo>
                      <a:pt x="47" y="76"/>
                      <a:pt x="50" y="76"/>
                      <a:pt x="51" y="72"/>
                    </a:cubicBezTo>
                    <a:cubicBezTo>
                      <a:pt x="52" y="73"/>
                      <a:pt x="52" y="73"/>
                      <a:pt x="53" y="74"/>
                    </a:cubicBezTo>
                    <a:cubicBezTo>
                      <a:pt x="53" y="74"/>
                      <a:pt x="53" y="73"/>
                      <a:pt x="53" y="72"/>
                    </a:cubicBezTo>
                    <a:cubicBezTo>
                      <a:pt x="54" y="74"/>
                      <a:pt x="54" y="74"/>
                      <a:pt x="54" y="74"/>
                    </a:cubicBezTo>
                    <a:cubicBezTo>
                      <a:pt x="55" y="76"/>
                      <a:pt x="55" y="74"/>
                      <a:pt x="56" y="72"/>
                    </a:cubicBezTo>
                    <a:cubicBezTo>
                      <a:pt x="56" y="74"/>
                      <a:pt x="56" y="74"/>
                      <a:pt x="56" y="74"/>
                    </a:cubicBezTo>
                    <a:cubicBezTo>
                      <a:pt x="57" y="75"/>
                      <a:pt x="56" y="73"/>
                      <a:pt x="57" y="72"/>
                    </a:cubicBezTo>
                    <a:cubicBezTo>
                      <a:pt x="57" y="74"/>
                      <a:pt x="57" y="74"/>
                      <a:pt x="57" y="74"/>
                    </a:cubicBezTo>
                    <a:cubicBezTo>
                      <a:pt x="57" y="72"/>
                      <a:pt x="57" y="72"/>
                      <a:pt x="57" y="72"/>
                    </a:cubicBezTo>
                    <a:cubicBezTo>
                      <a:pt x="58" y="72"/>
                      <a:pt x="58" y="72"/>
                      <a:pt x="58" y="74"/>
                    </a:cubicBezTo>
                    <a:cubicBezTo>
                      <a:pt x="59" y="74"/>
                      <a:pt x="59" y="73"/>
                      <a:pt x="58" y="73"/>
                    </a:cubicBezTo>
                    <a:cubicBezTo>
                      <a:pt x="59" y="74"/>
                      <a:pt x="60" y="74"/>
                      <a:pt x="61" y="73"/>
                    </a:cubicBezTo>
                    <a:cubicBezTo>
                      <a:pt x="61" y="72"/>
                      <a:pt x="61" y="72"/>
                      <a:pt x="61" y="70"/>
                    </a:cubicBezTo>
                    <a:cubicBezTo>
                      <a:pt x="61" y="68"/>
                      <a:pt x="61" y="71"/>
                      <a:pt x="61" y="69"/>
                    </a:cubicBezTo>
                    <a:cubicBezTo>
                      <a:pt x="61" y="70"/>
                      <a:pt x="62" y="71"/>
                      <a:pt x="61" y="72"/>
                    </a:cubicBezTo>
                    <a:cubicBezTo>
                      <a:pt x="63" y="75"/>
                      <a:pt x="64" y="72"/>
                      <a:pt x="66" y="72"/>
                    </a:cubicBezTo>
                    <a:cubicBezTo>
                      <a:pt x="66" y="71"/>
                      <a:pt x="66" y="71"/>
                      <a:pt x="66" y="71"/>
                    </a:cubicBezTo>
                    <a:cubicBezTo>
                      <a:pt x="68" y="73"/>
                      <a:pt x="68" y="71"/>
                      <a:pt x="70" y="72"/>
                    </a:cubicBezTo>
                    <a:cubicBezTo>
                      <a:pt x="69" y="71"/>
                      <a:pt x="69" y="68"/>
                      <a:pt x="70" y="68"/>
                    </a:cubicBezTo>
                    <a:cubicBezTo>
                      <a:pt x="70" y="66"/>
                      <a:pt x="70" y="70"/>
                      <a:pt x="71" y="71"/>
                    </a:cubicBezTo>
                    <a:cubicBezTo>
                      <a:pt x="71" y="71"/>
                      <a:pt x="72" y="70"/>
                      <a:pt x="72" y="70"/>
                    </a:cubicBezTo>
                    <a:cubicBezTo>
                      <a:pt x="72" y="71"/>
                      <a:pt x="72" y="71"/>
                      <a:pt x="72" y="71"/>
                    </a:cubicBezTo>
                    <a:cubicBezTo>
                      <a:pt x="72" y="70"/>
                      <a:pt x="73" y="69"/>
                      <a:pt x="73" y="70"/>
                    </a:cubicBezTo>
                    <a:cubicBezTo>
                      <a:pt x="73" y="70"/>
                      <a:pt x="73" y="70"/>
                      <a:pt x="73" y="70"/>
                    </a:cubicBezTo>
                    <a:cubicBezTo>
                      <a:pt x="74" y="70"/>
                      <a:pt x="74" y="71"/>
                      <a:pt x="75" y="71"/>
                    </a:cubicBezTo>
                    <a:cubicBezTo>
                      <a:pt x="75" y="69"/>
                      <a:pt x="76" y="70"/>
                      <a:pt x="76" y="69"/>
                    </a:cubicBezTo>
                    <a:cubicBezTo>
                      <a:pt x="76" y="69"/>
                      <a:pt x="76" y="69"/>
                      <a:pt x="76" y="69"/>
                    </a:cubicBezTo>
                    <a:cubicBezTo>
                      <a:pt x="76" y="68"/>
                      <a:pt x="76" y="68"/>
                      <a:pt x="76" y="68"/>
                    </a:cubicBezTo>
                    <a:cubicBezTo>
                      <a:pt x="76" y="68"/>
                      <a:pt x="76" y="68"/>
                      <a:pt x="76" y="68"/>
                    </a:cubicBezTo>
                    <a:cubicBezTo>
                      <a:pt x="76" y="70"/>
                      <a:pt x="76" y="70"/>
                      <a:pt x="76" y="70"/>
                    </a:cubicBezTo>
                    <a:cubicBezTo>
                      <a:pt x="77" y="71"/>
                      <a:pt x="76" y="69"/>
                      <a:pt x="77" y="68"/>
                    </a:cubicBezTo>
                    <a:cubicBezTo>
                      <a:pt x="77" y="67"/>
                      <a:pt x="77" y="68"/>
                      <a:pt x="77" y="69"/>
                    </a:cubicBezTo>
                    <a:cubicBezTo>
                      <a:pt x="77" y="70"/>
                      <a:pt x="77" y="68"/>
                      <a:pt x="77" y="69"/>
                    </a:cubicBezTo>
                    <a:cubicBezTo>
                      <a:pt x="77" y="70"/>
                      <a:pt x="77" y="69"/>
                      <a:pt x="77" y="70"/>
                    </a:cubicBezTo>
                    <a:cubicBezTo>
                      <a:pt x="78" y="70"/>
                      <a:pt x="77" y="68"/>
                      <a:pt x="78" y="69"/>
                    </a:cubicBezTo>
                    <a:cubicBezTo>
                      <a:pt x="78" y="69"/>
                      <a:pt x="79" y="68"/>
                      <a:pt x="79" y="70"/>
                    </a:cubicBezTo>
                    <a:cubicBezTo>
                      <a:pt x="79" y="69"/>
                      <a:pt x="80" y="69"/>
                      <a:pt x="80" y="68"/>
                    </a:cubicBezTo>
                    <a:cubicBezTo>
                      <a:pt x="79" y="68"/>
                      <a:pt x="79" y="68"/>
                      <a:pt x="79" y="66"/>
                    </a:cubicBezTo>
                    <a:cubicBezTo>
                      <a:pt x="79" y="66"/>
                      <a:pt x="79" y="66"/>
                      <a:pt x="79" y="66"/>
                    </a:cubicBezTo>
                    <a:cubicBezTo>
                      <a:pt x="79" y="67"/>
                      <a:pt x="79" y="67"/>
                      <a:pt x="79" y="67"/>
                    </a:cubicBezTo>
                    <a:cubicBezTo>
                      <a:pt x="79" y="66"/>
                      <a:pt x="80" y="67"/>
                      <a:pt x="80" y="65"/>
                    </a:cubicBezTo>
                    <a:cubicBezTo>
                      <a:pt x="80" y="67"/>
                      <a:pt x="80" y="67"/>
                      <a:pt x="80" y="67"/>
                    </a:cubicBezTo>
                    <a:cubicBezTo>
                      <a:pt x="80" y="66"/>
                      <a:pt x="81" y="66"/>
                      <a:pt x="81" y="66"/>
                    </a:cubicBezTo>
                    <a:cubicBezTo>
                      <a:pt x="82" y="67"/>
                      <a:pt x="82" y="69"/>
                      <a:pt x="82" y="70"/>
                    </a:cubicBezTo>
                    <a:cubicBezTo>
                      <a:pt x="83" y="68"/>
                      <a:pt x="83" y="68"/>
                      <a:pt x="83" y="68"/>
                    </a:cubicBezTo>
                    <a:cubicBezTo>
                      <a:pt x="83" y="68"/>
                      <a:pt x="83" y="68"/>
                      <a:pt x="83" y="69"/>
                    </a:cubicBezTo>
                    <a:cubicBezTo>
                      <a:pt x="85" y="70"/>
                      <a:pt x="84" y="64"/>
                      <a:pt x="85" y="65"/>
                    </a:cubicBezTo>
                    <a:cubicBezTo>
                      <a:pt x="85" y="67"/>
                      <a:pt x="85" y="68"/>
                      <a:pt x="86" y="68"/>
                    </a:cubicBezTo>
                    <a:cubicBezTo>
                      <a:pt x="86" y="68"/>
                      <a:pt x="86" y="67"/>
                      <a:pt x="86" y="67"/>
                    </a:cubicBezTo>
                    <a:cubicBezTo>
                      <a:pt x="86" y="66"/>
                      <a:pt x="86" y="68"/>
                      <a:pt x="85" y="67"/>
                    </a:cubicBezTo>
                    <a:cubicBezTo>
                      <a:pt x="85" y="66"/>
                      <a:pt x="86" y="66"/>
                      <a:pt x="86" y="66"/>
                    </a:cubicBezTo>
                    <a:cubicBezTo>
                      <a:pt x="87" y="70"/>
                      <a:pt x="89" y="66"/>
                      <a:pt x="91" y="68"/>
                    </a:cubicBezTo>
                    <a:cubicBezTo>
                      <a:pt x="90" y="66"/>
                      <a:pt x="91" y="67"/>
                      <a:pt x="91" y="66"/>
                    </a:cubicBezTo>
                    <a:cubicBezTo>
                      <a:pt x="92" y="69"/>
                      <a:pt x="92" y="66"/>
                      <a:pt x="93" y="67"/>
                    </a:cubicBezTo>
                    <a:cubicBezTo>
                      <a:pt x="92" y="65"/>
                      <a:pt x="92" y="65"/>
                      <a:pt x="92" y="65"/>
                    </a:cubicBezTo>
                    <a:cubicBezTo>
                      <a:pt x="93" y="66"/>
                      <a:pt x="92" y="61"/>
                      <a:pt x="94" y="63"/>
                    </a:cubicBezTo>
                    <a:cubicBezTo>
                      <a:pt x="94" y="64"/>
                      <a:pt x="94" y="65"/>
                      <a:pt x="94" y="66"/>
                    </a:cubicBezTo>
                    <a:cubicBezTo>
                      <a:pt x="95" y="68"/>
                      <a:pt x="95" y="63"/>
                      <a:pt x="96" y="66"/>
                    </a:cubicBezTo>
                    <a:cubicBezTo>
                      <a:pt x="96" y="65"/>
                      <a:pt x="95" y="63"/>
                      <a:pt x="96" y="62"/>
                    </a:cubicBezTo>
                    <a:cubicBezTo>
                      <a:pt x="96" y="63"/>
                      <a:pt x="98" y="64"/>
                      <a:pt x="98" y="65"/>
                    </a:cubicBezTo>
                    <a:cubicBezTo>
                      <a:pt x="98" y="64"/>
                      <a:pt x="98" y="64"/>
                      <a:pt x="98" y="64"/>
                    </a:cubicBezTo>
                    <a:cubicBezTo>
                      <a:pt x="99" y="65"/>
                      <a:pt x="98" y="65"/>
                      <a:pt x="98" y="65"/>
                    </a:cubicBezTo>
                    <a:cubicBezTo>
                      <a:pt x="99" y="66"/>
                      <a:pt x="99" y="65"/>
                      <a:pt x="100" y="64"/>
                    </a:cubicBezTo>
                    <a:cubicBezTo>
                      <a:pt x="101" y="65"/>
                      <a:pt x="101" y="64"/>
                      <a:pt x="102" y="65"/>
                    </a:cubicBezTo>
                    <a:cubicBezTo>
                      <a:pt x="102" y="63"/>
                      <a:pt x="104" y="66"/>
                      <a:pt x="103" y="63"/>
                    </a:cubicBezTo>
                    <a:cubicBezTo>
                      <a:pt x="104" y="64"/>
                      <a:pt x="104" y="64"/>
                      <a:pt x="104" y="64"/>
                    </a:cubicBezTo>
                    <a:cubicBezTo>
                      <a:pt x="104" y="63"/>
                      <a:pt x="103" y="61"/>
                      <a:pt x="104" y="60"/>
                    </a:cubicBezTo>
                    <a:cubicBezTo>
                      <a:pt x="104" y="62"/>
                      <a:pt x="104" y="62"/>
                      <a:pt x="104" y="62"/>
                    </a:cubicBezTo>
                    <a:cubicBezTo>
                      <a:pt x="105" y="65"/>
                      <a:pt x="105" y="63"/>
                      <a:pt x="106" y="64"/>
                    </a:cubicBezTo>
                    <a:cubicBezTo>
                      <a:pt x="105" y="62"/>
                      <a:pt x="106" y="64"/>
                      <a:pt x="106" y="62"/>
                    </a:cubicBezTo>
                    <a:cubicBezTo>
                      <a:pt x="106" y="62"/>
                      <a:pt x="106" y="62"/>
                      <a:pt x="106" y="62"/>
                    </a:cubicBezTo>
                    <a:cubicBezTo>
                      <a:pt x="106" y="61"/>
                      <a:pt x="106" y="61"/>
                      <a:pt x="106" y="60"/>
                    </a:cubicBezTo>
                    <a:cubicBezTo>
                      <a:pt x="107" y="60"/>
                      <a:pt x="107" y="62"/>
                      <a:pt x="107" y="62"/>
                    </a:cubicBezTo>
                    <a:cubicBezTo>
                      <a:pt x="108" y="63"/>
                      <a:pt x="108" y="62"/>
                      <a:pt x="108" y="62"/>
                    </a:cubicBezTo>
                    <a:cubicBezTo>
                      <a:pt x="108" y="62"/>
                      <a:pt x="108" y="62"/>
                      <a:pt x="108" y="61"/>
                    </a:cubicBezTo>
                    <a:cubicBezTo>
                      <a:pt x="108" y="62"/>
                      <a:pt x="108" y="62"/>
                      <a:pt x="108" y="62"/>
                    </a:cubicBezTo>
                    <a:cubicBezTo>
                      <a:pt x="108" y="62"/>
                      <a:pt x="108" y="61"/>
                      <a:pt x="109" y="61"/>
                    </a:cubicBezTo>
                    <a:cubicBezTo>
                      <a:pt x="109" y="61"/>
                      <a:pt x="109" y="61"/>
                      <a:pt x="109" y="61"/>
                    </a:cubicBezTo>
                    <a:cubicBezTo>
                      <a:pt x="108" y="62"/>
                      <a:pt x="108" y="62"/>
                      <a:pt x="108" y="62"/>
                    </a:cubicBezTo>
                    <a:cubicBezTo>
                      <a:pt x="108" y="62"/>
                      <a:pt x="109" y="62"/>
                      <a:pt x="109" y="62"/>
                    </a:cubicBezTo>
                    <a:cubicBezTo>
                      <a:pt x="109" y="62"/>
                      <a:pt x="109" y="62"/>
                      <a:pt x="109" y="62"/>
                    </a:cubicBezTo>
                    <a:cubicBezTo>
                      <a:pt x="109" y="62"/>
                      <a:pt x="109" y="62"/>
                      <a:pt x="109" y="62"/>
                    </a:cubicBezTo>
                    <a:cubicBezTo>
                      <a:pt x="110" y="64"/>
                      <a:pt x="110" y="64"/>
                      <a:pt x="110" y="64"/>
                    </a:cubicBezTo>
                    <a:cubicBezTo>
                      <a:pt x="110" y="64"/>
                      <a:pt x="110" y="62"/>
                      <a:pt x="110" y="61"/>
                    </a:cubicBezTo>
                    <a:cubicBezTo>
                      <a:pt x="112" y="62"/>
                      <a:pt x="113" y="60"/>
                      <a:pt x="114" y="59"/>
                    </a:cubicBezTo>
                    <a:cubicBezTo>
                      <a:pt x="113" y="59"/>
                      <a:pt x="114" y="60"/>
                      <a:pt x="114" y="60"/>
                    </a:cubicBezTo>
                    <a:cubicBezTo>
                      <a:pt x="114" y="59"/>
                      <a:pt x="114" y="58"/>
                      <a:pt x="114" y="59"/>
                    </a:cubicBezTo>
                    <a:cubicBezTo>
                      <a:pt x="114" y="58"/>
                      <a:pt x="115" y="60"/>
                      <a:pt x="116" y="60"/>
                    </a:cubicBezTo>
                    <a:cubicBezTo>
                      <a:pt x="116" y="60"/>
                      <a:pt x="115" y="58"/>
                      <a:pt x="115" y="58"/>
                    </a:cubicBezTo>
                    <a:cubicBezTo>
                      <a:pt x="117" y="60"/>
                      <a:pt x="117" y="56"/>
                      <a:pt x="118" y="57"/>
                    </a:cubicBezTo>
                    <a:cubicBezTo>
                      <a:pt x="118" y="58"/>
                      <a:pt x="118" y="58"/>
                      <a:pt x="119" y="59"/>
                    </a:cubicBezTo>
                    <a:cubicBezTo>
                      <a:pt x="119" y="58"/>
                      <a:pt x="120" y="57"/>
                      <a:pt x="120" y="55"/>
                    </a:cubicBezTo>
                    <a:cubicBezTo>
                      <a:pt x="120" y="57"/>
                      <a:pt x="120" y="57"/>
                      <a:pt x="120" y="57"/>
                    </a:cubicBezTo>
                    <a:cubicBezTo>
                      <a:pt x="121" y="57"/>
                      <a:pt x="121" y="56"/>
                      <a:pt x="121" y="55"/>
                    </a:cubicBezTo>
                    <a:cubicBezTo>
                      <a:pt x="120" y="54"/>
                      <a:pt x="121" y="52"/>
                      <a:pt x="121" y="53"/>
                    </a:cubicBezTo>
                    <a:cubicBezTo>
                      <a:pt x="121" y="53"/>
                      <a:pt x="121" y="53"/>
                      <a:pt x="121" y="53"/>
                    </a:cubicBezTo>
                    <a:cubicBezTo>
                      <a:pt x="122" y="52"/>
                      <a:pt x="122" y="52"/>
                      <a:pt x="122" y="52"/>
                    </a:cubicBezTo>
                    <a:cubicBezTo>
                      <a:pt x="123" y="52"/>
                      <a:pt x="122" y="52"/>
                      <a:pt x="122" y="53"/>
                    </a:cubicBezTo>
                    <a:cubicBezTo>
                      <a:pt x="123" y="55"/>
                      <a:pt x="124" y="54"/>
                      <a:pt x="125" y="54"/>
                    </a:cubicBezTo>
                    <a:cubicBezTo>
                      <a:pt x="124" y="53"/>
                      <a:pt x="124" y="53"/>
                      <a:pt x="124" y="53"/>
                    </a:cubicBezTo>
                    <a:cubicBezTo>
                      <a:pt x="125" y="52"/>
                      <a:pt x="125" y="54"/>
                      <a:pt x="125" y="54"/>
                    </a:cubicBezTo>
                    <a:cubicBezTo>
                      <a:pt x="125" y="49"/>
                      <a:pt x="125" y="49"/>
                      <a:pt x="125" y="49"/>
                    </a:cubicBezTo>
                    <a:cubicBezTo>
                      <a:pt x="125" y="49"/>
                      <a:pt x="126" y="51"/>
                      <a:pt x="126" y="52"/>
                    </a:cubicBezTo>
                    <a:cubicBezTo>
                      <a:pt x="127" y="51"/>
                      <a:pt x="126" y="48"/>
                      <a:pt x="126" y="46"/>
                    </a:cubicBezTo>
                    <a:cubicBezTo>
                      <a:pt x="127" y="47"/>
                      <a:pt x="127" y="45"/>
                      <a:pt x="128" y="45"/>
                    </a:cubicBezTo>
                    <a:cubicBezTo>
                      <a:pt x="128" y="46"/>
                      <a:pt x="127" y="45"/>
                      <a:pt x="128" y="46"/>
                    </a:cubicBezTo>
                    <a:cubicBezTo>
                      <a:pt x="129" y="47"/>
                      <a:pt x="129" y="47"/>
                      <a:pt x="129" y="47"/>
                    </a:cubicBezTo>
                    <a:cubicBezTo>
                      <a:pt x="128" y="48"/>
                      <a:pt x="130" y="50"/>
                      <a:pt x="130" y="51"/>
                    </a:cubicBezTo>
                    <a:cubicBezTo>
                      <a:pt x="130" y="50"/>
                      <a:pt x="132" y="50"/>
                      <a:pt x="132" y="50"/>
                    </a:cubicBezTo>
                    <a:cubicBezTo>
                      <a:pt x="131" y="48"/>
                      <a:pt x="133" y="49"/>
                      <a:pt x="132" y="46"/>
                    </a:cubicBezTo>
                    <a:cubicBezTo>
                      <a:pt x="133" y="45"/>
                      <a:pt x="133" y="48"/>
                      <a:pt x="134" y="48"/>
                    </a:cubicBezTo>
                    <a:cubicBezTo>
                      <a:pt x="134" y="47"/>
                      <a:pt x="135" y="47"/>
                      <a:pt x="136" y="47"/>
                    </a:cubicBezTo>
                    <a:cubicBezTo>
                      <a:pt x="136" y="47"/>
                      <a:pt x="136" y="47"/>
                      <a:pt x="136" y="47"/>
                    </a:cubicBezTo>
                    <a:cubicBezTo>
                      <a:pt x="137" y="46"/>
                      <a:pt x="138" y="46"/>
                      <a:pt x="138" y="44"/>
                    </a:cubicBezTo>
                    <a:cubicBezTo>
                      <a:pt x="139" y="45"/>
                      <a:pt x="139" y="45"/>
                      <a:pt x="139" y="45"/>
                    </a:cubicBezTo>
                    <a:cubicBezTo>
                      <a:pt x="140" y="46"/>
                      <a:pt x="137" y="42"/>
                      <a:pt x="139" y="43"/>
                    </a:cubicBezTo>
                    <a:cubicBezTo>
                      <a:pt x="139" y="44"/>
                      <a:pt x="139" y="44"/>
                      <a:pt x="139" y="44"/>
                    </a:cubicBezTo>
                    <a:cubicBezTo>
                      <a:pt x="139" y="43"/>
                      <a:pt x="141" y="45"/>
                      <a:pt x="141" y="43"/>
                    </a:cubicBezTo>
                    <a:cubicBezTo>
                      <a:pt x="141" y="44"/>
                      <a:pt x="141" y="44"/>
                      <a:pt x="141" y="44"/>
                    </a:cubicBezTo>
                    <a:cubicBezTo>
                      <a:pt x="141" y="43"/>
                      <a:pt x="142" y="43"/>
                      <a:pt x="142" y="41"/>
                    </a:cubicBezTo>
                    <a:cubicBezTo>
                      <a:pt x="143" y="43"/>
                      <a:pt x="143" y="43"/>
                      <a:pt x="143" y="43"/>
                    </a:cubicBezTo>
                    <a:cubicBezTo>
                      <a:pt x="144" y="44"/>
                      <a:pt x="142" y="41"/>
                      <a:pt x="143" y="42"/>
                    </a:cubicBezTo>
                    <a:cubicBezTo>
                      <a:pt x="143" y="42"/>
                      <a:pt x="144" y="42"/>
                      <a:pt x="144" y="43"/>
                    </a:cubicBezTo>
                    <a:cubicBezTo>
                      <a:pt x="144" y="41"/>
                      <a:pt x="145" y="41"/>
                      <a:pt x="145" y="40"/>
                    </a:cubicBezTo>
                    <a:cubicBezTo>
                      <a:pt x="146" y="42"/>
                      <a:pt x="146" y="42"/>
                      <a:pt x="146" y="42"/>
                    </a:cubicBezTo>
                    <a:cubicBezTo>
                      <a:pt x="149" y="41"/>
                      <a:pt x="153" y="39"/>
                      <a:pt x="154" y="36"/>
                    </a:cubicBezTo>
                    <a:cubicBezTo>
                      <a:pt x="156" y="38"/>
                      <a:pt x="154" y="37"/>
                      <a:pt x="156" y="39"/>
                    </a:cubicBezTo>
                    <a:cubicBezTo>
                      <a:pt x="154" y="37"/>
                      <a:pt x="156" y="38"/>
                      <a:pt x="156" y="37"/>
                    </a:cubicBezTo>
                    <a:cubicBezTo>
                      <a:pt x="156" y="37"/>
                      <a:pt x="156" y="37"/>
                      <a:pt x="156" y="37"/>
                    </a:cubicBezTo>
                    <a:cubicBezTo>
                      <a:pt x="157" y="36"/>
                      <a:pt x="158" y="38"/>
                      <a:pt x="158" y="37"/>
                    </a:cubicBezTo>
                    <a:cubicBezTo>
                      <a:pt x="157" y="36"/>
                      <a:pt x="157" y="36"/>
                      <a:pt x="157" y="36"/>
                    </a:cubicBezTo>
                    <a:cubicBezTo>
                      <a:pt x="157" y="35"/>
                      <a:pt x="160" y="38"/>
                      <a:pt x="158" y="36"/>
                    </a:cubicBezTo>
                    <a:cubicBezTo>
                      <a:pt x="160" y="37"/>
                      <a:pt x="160" y="37"/>
                      <a:pt x="160" y="37"/>
                    </a:cubicBezTo>
                    <a:cubicBezTo>
                      <a:pt x="159" y="34"/>
                      <a:pt x="161" y="37"/>
                      <a:pt x="160" y="35"/>
                    </a:cubicBezTo>
                    <a:cubicBezTo>
                      <a:pt x="160" y="35"/>
                      <a:pt x="160" y="35"/>
                      <a:pt x="160" y="35"/>
                    </a:cubicBezTo>
                    <a:cubicBezTo>
                      <a:pt x="162" y="36"/>
                      <a:pt x="160" y="32"/>
                      <a:pt x="162" y="34"/>
                    </a:cubicBezTo>
                    <a:cubicBezTo>
                      <a:pt x="162" y="33"/>
                      <a:pt x="162" y="32"/>
                      <a:pt x="161" y="30"/>
                    </a:cubicBezTo>
                    <a:cubicBezTo>
                      <a:pt x="163" y="33"/>
                      <a:pt x="163" y="33"/>
                      <a:pt x="163" y="33"/>
                    </a:cubicBezTo>
                    <a:cubicBezTo>
                      <a:pt x="164" y="30"/>
                      <a:pt x="167" y="29"/>
                      <a:pt x="167" y="26"/>
                    </a:cubicBezTo>
                    <a:cubicBezTo>
                      <a:pt x="168" y="27"/>
                      <a:pt x="168" y="27"/>
                      <a:pt x="168" y="27"/>
                    </a:cubicBezTo>
                    <a:cubicBezTo>
                      <a:pt x="168" y="24"/>
                      <a:pt x="172" y="27"/>
                      <a:pt x="170" y="23"/>
                    </a:cubicBezTo>
                    <a:cubicBezTo>
                      <a:pt x="169" y="21"/>
                      <a:pt x="169" y="21"/>
                      <a:pt x="169" y="21"/>
                    </a:cubicBezTo>
                    <a:cubicBezTo>
                      <a:pt x="171" y="23"/>
                      <a:pt x="171" y="23"/>
                      <a:pt x="171" y="23"/>
                    </a:cubicBezTo>
                    <a:cubicBezTo>
                      <a:pt x="170" y="22"/>
                      <a:pt x="172" y="22"/>
                      <a:pt x="171" y="20"/>
                    </a:cubicBezTo>
                    <a:cubicBezTo>
                      <a:pt x="171" y="21"/>
                      <a:pt x="171" y="21"/>
                      <a:pt x="172" y="21"/>
                    </a:cubicBezTo>
                    <a:cubicBezTo>
                      <a:pt x="172" y="21"/>
                      <a:pt x="171" y="19"/>
                      <a:pt x="172" y="19"/>
                    </a:cubicBezTo>
                    <a:cubicBezTo>
                      <a:pt x="172" y="20"/>
                      <a:pt x="172" y="20"/>
                      <a:pt x="172" y="20"/>
                    </a:cubicBezTo>
                    <a:cubicBezTo>
                      <a:pt x="177" y="20"/>
                      <a:pt x="182" y="19"/>
                      <a:pt x="180" y="14"/>
                    </a:cubicBezTo>
                    <a:cubicBezTo>
                      <a:pt x="180" y="13"/>
                      <a:pt x="182" y="15"/>
                      <a:pt x="182" y="15"/>
                    </a:cubicBezTo>
                    <a:cubicBezTo>
                      <a:pt x="181" y="11"/>
                      <a:pt x="188" y="11"/>
                      <a:pt x="185" y="6"/>
                    </a:cubicBezTo>
                    <a:cubicBezTo>
                      <a:pt x="185" y="4"/>
                      <a:pt x="180" y="0"/>
                      <a:pt x="18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8" name="Freeform 342"/>
              <p:cNvSpPr/>
              <p:nvPr/>
            </p:nvSpPr>
            <p:spPr bwMode="auto">
              <a:xfrm>
                <a:off x="3757" y="2934"/>
                <a:ext cx="2" cy="2"/>
              </a:xfrm>
              <a:custGeom>
                <a:avLst/>
                <a:gdLst>
                  <a:gd name="T0" fmla="*/ 0 w 1"/>
                  <a:gd name="T1" fmla="*/ 0 h 1"/>
                  <a:gd name="T2" fmla="*/ 1 w 1"/>
                  <a:gd name="T3" fmla="*/ 0 h 1"/>
                  <a:gd name="T4" fmla="*/ 0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0" y="0"/>
                      <a:pt x="0" y="0"/>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9" name="Freeform 343"/>
              <p:cNvSpPr/>
              <p:nvPr/>
            </p:nvSpPr>
            <p:spPr bwMode="auto">
              <a:xfrm>
                <a:off x="4226" y="2525"/>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0" name="Freeform 344"/>
              <p:cNvSpPr/>
              <p:nvPr/>
            </p:nvSpPr>
            <p:spPr bwMode="auto">
              <a:xfrm>
                <a:off x="3752" y="2940"/>
                <a:ext cx="3" cy="3"/>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1"/>
                      <a:pt x="0" y="1"/>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1" name="Freeform 345"/>
              <p:cNvSpPr/>
              <p:nvPr/>
            </p:nvSpPr>
            <p:spPr bwMode="auto">
              <a:xfrm>
                <a:off x="3975" y="29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2" name="Freeform 346"/>
              <p:cNvSpPr/>
              <p:nvPr/>
            </p:nvSpPr>
            <p:spPr bwMode="auto">
              <a:xfrm>
                <a:off x="3905" y="22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3" name="Freeform 347"/>
              <p:cNvSpPr/>
              <p:nvPr/>
            </p:nvSpPr>
            <p:spPr bwMode="auto">
              <a:xfrm>
                <a:off x="4289" y="255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0"/>
                      <a:pt x="0" y="1"/>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4" name="Freeform 348"/>
              <p:cNvSpPr/>
              <p:nvPr/>
            </p:nvSpPr>
            <p:spPr bwMode="auto">
              <a:xfrm>
                <a:off x="3899" y="2262"/>
                <a:ext cx="2" cy="2"/>
              </a:xfrm>
              <a:custGeom>
                <a:avLst/>
                <a:gdLst>
                  <a:gd name="T0" fmla="*/ 2 w 2"/>
                  <a:gd name="T1" fmla="*/ 0 h 2"/>
                  <a:gd name="T2" fmla="*/ 0 w 2"/>
                  <a:gd name="T3" fmla="*/ 2 h 2"/>
                  <a:gd name="T4" fmla="*/ 0 w 2"/>
                  <a:gd name="T5" fmla="*/ 0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0" y="0"/>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5" name="Freeform 349"/>
              <p:cNvSpPr/>
              <p:nvPr/>
            </p:nvSpPr>
            <p:spPr bwMode="auto">
              <a:xfrm>
                <a:off x="3939" y="2926"/>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6" name="Freeform 350"/>
              <p:cNvSpPr/>
              <p:nvPr/>
            </p:nvSpPr>
            <p:spPr bwMode="auto">
              <a:xfrm>
                <a:off x="3888" y="2281"/>
                <a:ext cx="2" cy="4"/>
              </a:xfrm>
              <a:custGeom>
                <a:avLst/>
                <a:gdLst>
                  <a:gd name="T0" fmla="*/ 2 w 2"/>
                  <a:gd name="T1" fmla="*/ 0 h 4"/>
                  <a:gd name="T2" fmla="*/ 2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2" y="0"/>
                    </a:lnTo>
                    <a:lnTo>
                      <a:pt x="0" y="4"/>
                    </a:lnTo>
                    <a:lnTo>
                      <a:pt x="2"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7" name="Freeform 351"/>
              <p:cNvSpPr/>
              <p:nvPr/>
            </p:nvSpPr>
            <p:spPr bwMode="auto">
              <a:xfrm>
                <a:off x="3842" y="2270"/>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2"/>
                      <a:pt x="0" y="0"/>
                      <a:pt x="1" y="1"/>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8" name="Freeform 352"/>
              <p:cNvSpPr/>
              <p:nvPr/>
            </p:nvSpPr>
            <p:spPr bwMode="auto">
              <a:xfrm>
                <a:off x="3844" y="2268"/>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9" name="Freeform 353"/>
              <p:cNvSpPr/>
              <p:nvPr/>
            </p:nvSpPr>
            <p:spPr bwMode="auto">
              <a:xfrm>
                <a:off x="3899" y="2272"/>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0" name="Freeform 354"/>
              <p:cNvSpPr/>
              <p:nvPr/>
            </p:nvSpPr>
            <p:spPr bwMode="auto">
              <a:xfrm>
                <a:off x="3776" y="298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1" name="Freeform 355"/>
              <p:cNvSpPr/>
              <p:nvPr/>
            </p:nvSpPr>
            <p:spPr bwMode="auto">
              <a:xfrm>
                <a:off x="3795" y="2985"/>
                <a:ext cx="2" cy="6"/>
              </a:xfrm>
              <a:custGeom>
                <a:avLst/>
                <a:gdLst>
                  <a:gd name="T0" fmla="*/ 1 w 1"/>
                  <a:gd name="T1" fmla="*/ 2 h 3"/>
                  <a:gd name="T2" fmla="*/ 0 w 1"/>
                  <a:gd name="T3" fmla="*/ 1 h 3"/>
                  <a:gd name="T4" fmla="*/ 1 w 1"/>
                  <a:gd name="T5" fmla="*/ 2 h 3"/>
                </a:gdLst>
                <a:ahLst/>
                <a:cxnLst>
                  <a:cxn ang="0">
                    <a:pos x="T0" y="T1"/>
                  </a:cxn>
                  <a:cxn ang="0">
                    <a:pos x="T2" y="T3"/>
                  </a:cxn>
                  <a:cxn ang="0">
                    <a:pos x="T4" y="T5"/>
                  </a:cxn>
                </a:cxnLst>
                <a:rect l="0" t="0" r="r" b="b"/>
                <a:pathLst>
                  <a:path w="1" h="3">
                    <a:moveTo>
                      <a:pt x="1" y="2"/>
                    </a:moveTo>
                    <a:cubicBezTo>
                      <a:pt x="1" y="0"/>
                      <a:pt x="0" y="1"/>
                      <a:pt x="0" y="1"/>
                    </a:cubicBezTo>
                    <a:cubicBezTo>
                      <a:pt x="0" y="3"/>
                      <a:pt x="1" y="1"/>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2" name="Freeform 356"/>
              <p:cNvSpPr/>
              <p:nvPr/>
            </p:nvSpPr>
            <p:spPr bwMode="auto">
              <a:xfrm>
                <a:off x="3765" y="2972"/>
                <a:ext cx="7" cy="2"/>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1" y="1"/>
                      <a:pt x="2" y="1"/>
                      <a:pt x="3"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3" name="Freeform 357"/>
              <p:cNvSpPr/>
              <p:nvPr/>
            </p:nvSpPr>
            <p:spPr bwMode="auto">
              <a:xfrm>
                <a:off x="3803" y="2985"/>
                <a:ext cx="3"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4" name="Freeform 358"/>
              <p:cNvSpPr/>
              <p:nvPr/>
            </p:nvSpPr>
            <p:spPr bwMode="auto">
              <a:xfrm>
                <a:off x="3479"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5" name="Freeform 359"/>
              <p:cNvSpPr/>
              <p:nvPr/>
            </p:nvSpPr>
            <p:spPr bwMode="auto">
              <a:xfrm>
                <a:off x="3761" y="2966"/>
                <a:ext cx="2" cy="4"/>
              </a:xfrm>
              <a:custGeom>
                <a:avLst/>
                <a:gdLst>
                  <a:gd name="T0" fmla="*/ 1 w 1"/>
                  <a:gd name="T1" fmla="*/ 0 h 2"/>
                  <a:gd name="T2" fmla="*/ 0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1"/>
                      <a:pt x="1" y="1"/>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6" name="Freeform 360"/>
              <p:cNvSpPr/>
              <p:nvPr/>
            </p:nvSpPr>
            <p:spPr bwMode="auto">
              <a:xfrm>
                <a:off x="3943" y="2966"/>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7" name="Freeform 361"/>
              <p:cNvSpPr/>
              <p:nvPr/>
            </p:nvSpPr>
            <p:spPr bwMode="auto">
              <a:xfrm>
                <a:off x="4003" y="294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8" name="Freeform 362"/>
              <p:cNvSpPr/>
              <p:nvPr/>
            </p:nvSpPr>
            <p:spPr bwMode="auto">
              <a:xfrm>
                <a:off x="4003" y="29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9" name="Freeform 363"/>
              <p:cNvSpPr/>
              <p:nvPr/>
            </p:nvSpPr>
            <p:spPr bwMode="auto">
              <a:xfrm>
                <a:off x="3996" y="2951"/>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0" name="Freeform 364"/>
              <p:cNvSpPr/>
              <p:nvPr/>
            </p:nvSpPr>
            <p:spPr bwMode="auto">
              <a:xfrm>
                <a:off x="3757" y="3023"/>
                <a:ext cx="4" cy="4"/>
              </a:xfrm>
              <a:custGeom>
                <a:avLst/>
                <a:gdLst>
                  <a:gd name="T0" fmla="*/ 1 w 2"/>
                  <a:gd name="T1" fmla="*/ 0 h 2"/>
                  <a:gd name="T2" fmla="*/ 1 w 2"/>
                  <a:gd name="T3" fmla="*/ 2 h 2"/>
                  <a:gd name="T4" fmla="*/ 1 w 2"/>
                  <a:gd name="T5" fmla="*/ 0 h 2"/>
                </a:gdLst>
                <a:ahLst/>
                <a:cxnLst>
                  <a:cxn ang="0">
                    <a:pos x="T0" y="T1"/>
                  </a:cxn>
                  <a:cxn ang="0">
                    <a:pos x="T2" y="T3"/>
                  </a:cxn>
                  <a:cxn ang="0">
                    <a:pos x="T4" y="T5"/>
                  </a:cxn>
                </a:cxnLst>
                <a:rect l="0" t="0" r="r" b="b"/>
                <a:pathLst>
                  <a:path w="2" h="2">
                    <a:moveTo>
                      <a:pt x="1" y="0"/>
                    </a:moveTo>
                    <a:cubicBezTo>
                      <a:pt x="0" y="2"/>
                      <a:pt x="2" y="1"/>
                      <a:pt x="1" y="2"/>
                    </a:cubicBezTo>
                    <a:cubicBezTo>
                      <a:pt x="1"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1" name="Freeform 365"/>
              <p:cNvSpPr/>
              <p:nvPr/>
            </p:nvSpPr>
            <p:spPr bwMode="auto">
              <a:xfrm>
                <a:off x="4003" y="2949"/>
                <a:ext cx="0" cy="4"/>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2"/>
                      <a:pt x="0" y="0"/>
                      <a:pt x="0" y="1"/>
                    </a:cubicBezTo>
                    <a:cubicBezTo>
                      <a:pt x="0" y="1"/>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2" name="Freeform 366"/>
              <p:cNvSpPr/>
              <p:nvPr/>
            </p:nvSpPr>
            <p:spPr bwMode="auto">
              <a:xfrm>
                <a:off x="3869" y="293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3" name="Freeform 367"/>
              <p:cNvSpPr/>
              <p:nvPr/>
            </p:nvSpPr>
            <p:spPr bwMode="auto">
              <a:xfrm>
                <a:off x="4026" y="2926"/>
                <a:ext cx="2" cy="4"/>
              </a:xfrm>
              <a:custGeom>
                <a:avLst/>
                <a:gdLst>
                  <a:gd name="T0" fmla="*/ 0 w 2"/>
                  <a:gd name="T1" fmla="*/ 0 h 4"/>
                  <a:gd name="T2" fmla="*/ 2 w 2"/>
                  <a:gd name="T3" fmla="*/ 4 h 4"/>
                  <a:gd name="T4" fmla="*/ 2 w 2"/>
                  <a:gd name="T5" fmla="*/ 4 h 4"/>
                  <a:gd name="T6" fmla="*/ 0 w 2"/>
                  <a:gd name="T7" fmla="*/ 0 h 4"/>
                </a:gdLst>
                <a:ahLst/>
                <a:cxnLst>
                  <a:cxn ang="0">
                    <a:pos x="T0" y="T1"/>
                  </a:cxn>
                  <a:cxn ang="0">
                    <a:pos x="T2" y="T3"/>
                  </a:cxn>
                  <a:cxn ang="0">
                    <a:pos x="T4" y="T5"/>
                  </a:cxn>
                  <a:cxn ang="0">
                    <a:pos x="T6" y="T7"/>
                  </a:cxn>
                </a:cxnLst>
                <a:rect l="0" t="0" r="r" b="b"/>
                <a:pathLst>
                  <a:path w="2" h="4">
                    <a:moveTo>
                      <a:pt x="0" y="0"/>
                    </a:moveTo>
                    <a:lnTo>
                      <a:pt x="2" y="4"/>
                    </a:lnTo>
                    <a:lnTo>
                      <a:pt x="2" y="4"/>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4" name="Rectangle 368"/>
              <p:cNvSpPr>
                <a:spLocks noChangeArrowheads="1"/>
              </p:cNvSpPr>
              <p:nvPr/>
            </p:nvSpPr>
            <p:spPr bwMode="auto">
              <a:xfrm>
                <a:off x="4275" y="2542"/>
                <a:ext cx="1" cy="2"/>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5" name="Oval 369"/>
              <p:cNvSpPr>
                <a:spLocks noChangeArrowheads="1"/>
              </p:cNvSpPr>
              <p:nvPr/>
            </p:nvSpPr>
            <p:spPr bwMode="auto">
              <a:xfrm>
                <a:off x="3472" y="207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6" name="Freeform 370"/>
              <p:cNvSpPr/>
              <p:nvPr/>
            </p:nvSpPr>
            <p:spPr bwMode="auto">
              <a:xfrm>
                <a:off x="4219" y="2518"/>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7" name="Freeform 371"/>
              <p:cNvSpPr/>
              <p:nvPr/>
            </p:nvSpPr>
            <p:spPr bwMode="auto">
              <a:xfrm>
                <a:off x="4230" y="2525"/>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8" name="Freeform 372"/>
              <p:cNvSpPr/>
              <p:nvPr/>
            </p:nvSpPr>
            <p:spPr bwMode="auto">
              <a:xfrm>
                <a:off x="3472"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9" name="Freeform 373"/>
              <p:cNvSpPr/>
              <p:nvPr/>
            </p:nvSpPr>
            <p:spPr bwMode="auto">
              <a:xfrm>
                <a:off x="4217" y="2482"/>
                <a:ext cx="145" cy="117"/>
              </a:xfrm>
              <a:custGeom>
                <a:avLst/>
                <a:gdLst>
                  <a:gd name="T0" fmla="*/ 63 w 68"/>
                  <a:gd name="T1" fmla="*/ 35 h 55"/>
                  <a:gd name="T2" fmla="*/ 47 w 68"/>
                  <a:gd name="T3" fmla="*/ 21 h 55"/>
                  <a:gd name="T4" fmla="*/ 43 w 68"/>
                  <a:gd name="T5" fmla="*/ 21 h 55"/>
                  <a:gd name="T6" fmla="*/ 40 w 68"/>
                  <a:gd name="T7" fmla="*/ 15 h 55"/>
                  <a:gd name="T8" fmla="*/ 35 w 68"/>
                  <a:gd name="T9" fmla="*/ 11 h 55"/>
                  <a:gd name="T10" fmla="*/ 29 w 68"/>
                  <a:gd name="T11" fmla="*/ 6 h 55"/>
                  <a:gd name="T12" fmla="*/ 24 w 68"/>
                  <a:gd name="T13" fmla="*/ 7 h 55"/>
                  <a:gd name="T14" fmla="*/ 16 w 68"/>
                  <a:gd name="T15" fmla="*/ 6 h 55"/>
                  <a:gd name="T16" fmla="*/ 13 w 68"/>
                  <a:gd name="T17" fmla="*/ 5 h 55"/>
                  <a:gd name="T18" fmla="*/ 10 w 68"/>
                  <a:gd name="T19" fmla="*/ 1 h 55"/>
                  <a:gd name="T20" fmla="*/ 9 w 68"/>
                  <a:gd name="T21" fmla="*/ 1 h 55"/>
                  <a:gd name="T22" fmla="*/ 5 w 68"/>
                  <a:gd name="T23" fmla="*/ 2 h 55"/>
                  <a:gd name="T24" fmla="*/ 2 w 68"/>
                  <a:gd name="T25" fmla="*/ 3 h 55"/>
                  <a:gd name="T26" fmla="*/ 2 w 68"/>
                  <a:gd name="T27" fmla="*/ 6 h 55"/>
                  <a:gd name="T28" fmla="*/ 5 w 68"/>
                  <a:gd name="T29" fmla="*/ 8 h 55"/>
                  <a:gd name="T30" fmla="*/ 4 w 68"/>
                  <a:gd name="T31" fmla="*/ 10 h 55"/>
                  <a:gd name="T32" fmla="*/ 6 w 68"/>
                  <a:gd name="T33" fmla="*/ 13 h 55"/>
                  <a:gd name="T34" fmla="*/ 4 w 68"/>
                  <a:gd name="T35" fmla="*/ 16 h 55"/>
                  <a:gd name="T36" fmla="*/ 2 w 68"/>
                  <a:gd name="T37" fmla="*/ 19 h 55"/>
                  <a:gd name="T38" fmla="*/ 6 w 68"/>
                  <a:gd name="T39" fmla="*/ 16 h 55"/>
                  <a:gd name="T40" fmla="*/ 9 w 68"/>
                  <a:gd name="T41" fmla="*/ 13 h 55"/>
                  <a:gd name="T42" fmla="*/ 7 w 68"/>
                  <a:gd name="T43" fmla="*/ 19 h 55"/>
                  <a:gd name="T44" fmla="*/ 8 w 68"/>
                  <a:gd name="T45" fmla="*/ 18 h 55"/>
                  <a:gd name="T46" fmla="*/ 8 w 68"/>
                  <a:gd name="T47" fmla="*/ 21 h 55"/>
                  <a:gd name="T48" fmla="*/ 9 w 68"/>
                  <a:gd name="T49" fmla="*/ 21 h 55"/>
                  <a:gd name="T50" fmla="*/ 10 w 68"/>
                  <a:gd name="T51" fmla="*/ 22 h 55"/>
                  <a:gd name="T52" fmla="*/ 15 w 68"/>
                  <a:gd name="T53" fmla="*/ 17 h 55"/>
                  <a:gd name="T54" fmla="*/ 11 w 68"/>
                  <a:gd name="T55" fmla="*/ 23 h 55"/>
                  <a:gd name="T56" fmla="*/ 13 w 68"/>
                  <a:gd name="T57" fmla="*/ 23 h 55"/>
                  <a:gd name="T58" fmla="*/ 16 w 68"/>
                  <a:gd name="T59" fmla="*/ 23 h 55"/>
                  <a:gd name="T60" fmla="*/ 18 w 68"/>
                  <a:gd name="T61" fmla="*/ 24 h 55"/>
                  <a:gd name="T62" fmla="*/ 18 w 68"/>
                  <a:gd name="T63" fmla="*/ 24 h 55"/>
                  <a:gd name="T64" fmla="*/ 21 w 68"/>
                  <a:gd name="T65" fmla="*/ 24 h 55"/>
                  <a:gd name="T66" fmla="*/ 23 w 68"/>
                  <a:gd name="T67" fmla="*/ 23 h 55"/>
                  <a:gd name="T68" fmla="*/ 22 w 68"/>
                  <a:gd name="T69" fmla="*/ 26 h 55"/>
                  <a:gd name="T70" fmla="*/ 25 w 68"/>
                  <a:gd name="T71" fmla="*/ 24 h 55"/>
                  <a:gd name="T72" fmla="*/ 24 w 68"/>
                  <a:gd name="T73" fmla="*/ 27 h 55"/>
                  <a:gd name="T74" fmla="*/ 26 w 68"/>
                  <a:gd name="T75" fmla="*/ 29 h 55"/>
                  <a:gd name="T76" fmla="*/ 28 w 68"/>
                  <a:gd name="T77" fmla="*/ 30 h 55"/>
                  <a:gd name="T78" fmla="*/ 29 w 68"/>
                  <a:gd name="T79" fmla="*/ 32 h 55"/>
                  <a:gd name="T80" fmla="*/ 31 w 68"/>
                  <a:gd name="T81" fmla="*/ 31 h 55"/>
                  <a:gd name="T82" fmla="*/ 32 w 68"/>
                  <a:gd name="T83" fmla="*/ 32 h 55"/>
                  <a:gd name="T84" fmla="*/ 31 w 68"/>
                  <a:gd name="T85" fmla="*/ 33 h 55"/>
                  <a:gd name="T86" fmla="*/ 34 w 68"/>
                  <a:gd name="T87" fmla="*/ 34 h 55"/>
                  <a:gd name="T88" fmla="*/ 37 w 68"/>
                  <a:gd name="T89" fmla="*/ 34 h 55"/>
                  <a:gd name="T90" fmla="*/ 39 w 68"/>
                  <a:gd name="T91" fmla="*/ 34 h 55"/>
                  <a:gd name="T92" fmla="*/ 44 w 68"/>
                  <a:gd name="T93" fmla="*/ 32 h 55"/>
                  <a:gd name="T94" fmla="*/ 43 w 68"/>
                  <a:gd name="T95" fmla="*/ 36 h 55"/>
                  <a:gd name="T96" fmla="*/ 46 w 68"/>
                  <a:gd name="T97" fmla="*/ 36 h 55"/>
                  <a:gd name="T98" fmla="*/ 47 w 68"/>
                  <a:gd name="T99" fmla="*/ 38 h 55"/>
                  <a:gd name="T100" fmla="*/ 48 w 68"/>
                  <a:gd name="T101" fmla="*/ 43 h 55"/>
                  <a:gd name="T102" fmla="*/ 50 w 68"/>
                  <a:gd name="T103" fmla="*/ 44 h 55"/>
                  <a:gd name="T104" fmla="*/ 58 w 68"/>
                  <a:gd name="T105" fmla="*/ 45 h 55"/>
                  <a:gd name="T106" fmla="*/ 58 w 68"/>
                  <a:gd name="T107" fmla="*/ 5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55">
                    <a:moveTo>
                      <a:pt x="66" y="42"/>
                    </a:moveTo>
                    <a:cubicBezTo>
                      <a:pt x="65" y="40"/>
                      <a:pt x="67" y="35"/>
                      <a:pt x="64" y="34"/>
                    </a:cubicBezTo>
                    <a:cubicBezTo>
                      <a:pt x="63" y="35"/>
                      <a:pt x="62" y="35"/>
                      <a:pt x="62" y="36"/>
                    </a:cubicBezTo>
                    <a:cubicBezTo>
                      <a:pt x="62" y="35"/>
                      <a:pt x="62" y="35"/>
                      <a:pt x="62" y="35"/>
                    </a:cubicBezTo>
                    <a:cubicBezTo>
                      <a:pt x="61" y="36"/>
                      <a:pt x="61" y="36"/>
                      <a:pt x="61" y="36"/>
                    </a:cubicBezTo>
                    <a:cubicBezTo>
                      <a:pt x="61" y="36"/>
                      <a:pt x="62" y="35"/>
                      <a:pt x="63" y="35"/>
                    </a:cubicBezTo>
                    <a:cubicBezTo>
                      <a:pt x="62" y="34"/>
                      <a:pt x="61" y="34"/>
                      <a:pt x="61" y="33"/>
                    </a:cubicBezTo>
                    <a:cubicBezTo>
                      <a:pt x="59" y="34"/>
                      <a:pt x="60" y="32"/>
                      <a:pt x="58" y="34"/>
                    </a:cubicBezTo>
                    <a:cubicBezTo>
                      <a:pt x="59" y="33"/>
                      <a:pt x="59" y="33"/>
                      <a:pt x="59" y="33"/>
                    </a:cubicBezTo>
                    <a:cubicBezTo>
                      <a:pt x="58" y="33"/>
                      <a:pt x="58" y="33"/>
                      <a:pt x="59" y="31"/>
                    </a:cubicBezTo>
                    <a:cubicBezTo>
                      <a:pt x="59" y="28"/>
                      <a:pt x="56" y="27"/>
                      <a:pt x="55" y="24"/>
                    </a:cubicBezTo>
                    <a:cubicBezTo>
                      <a:pt x="53" y="22"/>
                      <a:pt x="50" y="22"/>
                      <a:pt x="47" y="21"/>
                    </a:cubicBezTo>
                    <a:cubicBezTo>
                      <a:pt x="45" y="23"/>
                      <a:pt x="45" y="22"/>
                      <a:pt x="43" y="23"/>
                    </a:cubicBezTo>
                    <a:cubicBezTo>
                      <a:pt x="44" y="23"/>
                      <a:pt x="44" y="23"/>
                      <a:pt x="44" y="23"/>
                    </a:cubicBezTo>
                    <a:cubicBezTo>
                      <a:pt x="42" y="23"/>
                      <a:pt x="43" y="22"/>
                      <a:pt x="44" y="21"/>
                    </a:cubicBezTo>
                    <a:cubicBezTo>
                      <a:pt x="43" y="22"/>
                      <a:pt x="44" y="21"/>
                      <a:pt x="42" y="22"/>
                    </a:cubicBezTo>
                    <a:cubicBezTo>
                      <a:pt x="41" y="24"/>
                      <a:pt x="44" y="20"/>
                      <a:pt x="43" y="21"/>
                    </a:cubicBezTo>
                    <a:cubicBezTo>
                      <a:pt x="44" y="20"/>
                      <a:pt x="42" y="22"/>
                      <a:pt x="43" y="21"/>
                    </a:cubicBezTo>
                    <a:cubicBezTo>
                      <a:pt x="41" y="22"/>
                      <a:pt x="44" y="20"/>
                      <a:pt x="44" y="18"/>
                    </a:cubicBezTo>
                    <a:cubicBezTo>
                      <a:pt x="43" y="18"/>
                      <a:pt x="41" y="19"/>
                      <a:pt x="41" y="17"/>
                    </a:cubicBezTo>
                    <a:cubicBezTo>
                      <a:pt x="41" y="17"/>
                      <a:pt x="40" y="18"/>
                      <a:pt x="40" y="18"/>
                    </a:cubicBezTo>
                    <a:cubicBezTo>
                      <a:pt x="42" y="16"/>
                      <a:pt x="39" y="19"/>
                      <a:pt x="40" y="17"/>
                    </a:cubicBezTo>
                    <a:cubicBezTo>
                      <a:pt x="40" y="17"/>
                      <a:pt x="40" y="17"/>
                      <a:pt x="40" y="17"/>
                    </a:cubicBezTo>
                    <a:cubicBezTo>
                      <a:pt x="41" y="15"/>
                      <a:pt x="39" y="17"/>
                      <a:pt x="40" y="15"/>
                    </a:cubicBezTo>
                    <a:cubicBezTo>
                      <a:pt x="40" y="15"/>
                      <a:pt x="40" y="15"/>
                      <a:pt x="40" y="15"/>
                    </a:cubicBezTo>
                    <a:cubicBezTo>
                      <a:pt x="38" y="16"/>
                      <a:pt x="40" y="13"/>
                      <a:pt x="39" y="15"/>
                    </a:cubicBezTo>
                    <a:cubicBezTo>
                      <a:pt x="40" y="14"/>
                      <a:pt x="39" y="14"/>
                      <a:pt x="40" y="13"/>
                    </a:cubicBezTo>
                    <a:cubicBezTo>
                      <a:pt x="37" y="16"/>
                      <a:pt x="40" y="12"/>
                      <a:pt x="38" y="13"/>
                    </a:cubicBezTo>
                    <a:cubicBezTo>
                      <a:pt x="38" y="13"/>
                      <a:pt x="38" y="13"/>
                      <a:pt x="38" y="13"/>
                    </a:cubicBezTo>
                    <a:cubicBezTo>
                      <a:pt x="37" y="12"/>
                      <a:pt x="37" y="11"/>
                      <a:pt x="35" y="11"/>
                    </a:cubicBezTo>
                    <a:cubicBezTo>
                      <a:pt x="34" y="11"/>
                      <a:pt x="36" y="8"/>
                      <a:pt x="34" y="9"/>
                    </a:cubicBezTo>
                    <a:cubicBezTo>
                      <a:pt x="33" y="10"/>
                      <a:pt x="33" y="10"/>
                      <a:pt x="33" y="10"/>
                    </a:cubicBezTo>
                    <a:cubicBezTo>
                      <a:pt x="32" y="10"/>
                      <a:pt x="33" y="9"/>
                      <a:pt x="34" y="9"/>
                    </a:cubicBezTo>
                    <a:cubicBezTo>
                      <a:pt x="32" y="10"/>
                      <a:pt x="33" y="8"/>
                      <a:pt x="33" y="7"/>
                    </a:cubicBezTo>
                    <a:cubicBezTo>
                      <a:pt x="32" y="8"/>
                      <a:pt x="32" y="8"/>
                      <a:pt x="32" y="8"/>
                    </a:cubicBezTo>
                    <a:cubicBezTo>
                      <a:pt x="32" y="7"/>
                      <a:pt x="29" y="7"/>
                      <a:pt x="29" y="6"/>
                    </a:cubicBezTo>
                    <a:cubicBezTo>
                      <a:pt x="28" y="9"/>
                      <a:pt x="28" y="7"/>
                      <a:pt x="28" y="8"/>
                    </a:cubicBezTo>
                    <a:cubicBezTo>
                      <a:pt x="28" y="8"/>
                      <a:pt x="28" y="7"/>
                      <a:pt x="28" y="6"/>
                    </a:cubicBezTo>
                    <a:cubicBezTo>
                      <a:pt x="28" y="6"/>
                      <a:pt x="28" y="6"/>
                      <a:pt x="28" y="5"/>
                    </a:cubicBezTo>
                    <a:cubicBezTo>
                      <a:pt x="27" y="6"/>
                      <a:pt x="26" y="7"/>
                      <a:pt x="26" y="7"/>
                    </a:cubicBezTo>
                    <a:cubicBezTo>
                      <a:pt x="27" y="4"/>
                      <a:pt x="26" y="6"/>
                      <a:pt x="26" y="5"/>
                    </a:cubicBezTo>
                    <a:cubicBezTo>
                      <a:pt x="25" y="7"/>
                      <a:pt x="24" y="8"/>
                      <a:pt x="24" y="7"/>
                    </a:cubicBezTo>
                    <a:cubicBezTo>
                      <a:pt x="26" y="5"/>
                      <a:pt x="26" y="5"/>
                      <a:pt x="26" y="5"/>
                    </a:cubicBezTo>
                    <a:cubicBezTo>
                      <a:pt x="24" y="6"/>
                      <a:pt x="24" y="3"/>
                      <a:pt x="22" y="5"/>
                    </a:cubicBezTo>
                    <a:cubicBezTo>
                      <a:pt x="22" y="4"/>
                      <a:pt x="22" y="4"/>
                      <a:pt x="22" y="4"/>
                    </a:cubicBezTo>
                    <a:cubicBezTo>
                      <a:pt x="21" y="5"/>
                      <a:pt x="21" y="3"/>
                      <a:pt x="19" y="5"/>
                    </a:cubicBezTo>
                    <a:cubicBezTo>
                      <a:pt x="19" y="4"/>
                      <a:pt x="19" y="4"/>
                      <a:pt x="19" y="3"/>
                    </a:cubicBezTo>
                    <a:cubicBezTo>
                      <a:pt x="18" y="4"/>
                      <a:pt x="18" y="4"/>
                      <a:pt x="16" y="6"/>
                    </a:cubicBezTo>
                    <a:cubicBezTo>
                      <a:pt x="16" y="6"/>
                      <a:pt x="17" y="5"/>
                      <a:pt x="17" y="4"/>
                    </a:cubicBezTo>
                    <a:cubicBezTo>
                      <a:pt x="17" y="4"/>
                      <a:pt x="18" y="2"/>
                      <a:pt x="16" y="4"/>
                    </a:cubicBezTo>
                    <a:cubicBezTo>
                      <a:pt x="17" y="3"/>
                      <a:pt x="17" y="3"/>
                      <a:pt x="17" y="3"/>
                    </a:cubicBezTo>
                    <a:cubicBezTo>
                      <a:pt x="16" y="4"/>
                      <a:pt x="14" y="5"/>
                      <a:pt x="15" y="3"/>
                    </a:cubicBezTo>
                    <a:cubicBezTo>
                      <a:pt x="14" y="4"/>
                      <a:pt x="14" y="5"/>
                      <a:pt x="13" y="6"/>
                    </a:cubicBezTo>
                    <a:cubicBezTo>
                      <a:pt x="13" y="6"/>
                      <a:pt x="14" y="4"/>
                      <a:pt x="13" y="5"/>
                    </a:cubicBezTo>
                    <a:cubicBezTo>
                      <a:pt x="14" y="4"/>
                      <a:pt x="14" y="4"/>
                      <a:pt x="14" y="4"/>
                    </a:cubicBezTo>
                    <a:cubicBezTo>
                      <a:pt x="14" y="3"/>
                      <a:pt x="13" y="3"/>
                      <a:pt x="12" y="4"/>
                    </a:cubicBezTo>
                    <a:cubicBezTo>
                      <a:pt x="13" y="2"/>
                      <a:pt x="11" y="3"/>
                      <a:pt x="12" y="2"/>
                    </a:cubicBezTo>
                    <a:cubicBezTo>
                      <a:pt x="11" y="3"/>
                      <a:pt x="12" y="1"/>
                      <a:pt x="9" y="3"/>
                    </a:cubicBezTo>
                    <a:cubicBezTo>
                      <a:pt x="10" y="2"/>
                      <a:pt x="10" y="2"/>
                      <a:pt x="10" y="2"/>
                    </a:cubicBezTo>
                    <a:cubicBezTo>
                      <a:pt x="10" y="2"/>
                      <a:pt x="10" y="2"/>
                      <a:pt x="10" y="1"/>
                    </a:cubicBezTo>
                    <a:cubicBezTo>
                      <a:pt x="11" y="1"/>
                      <a:pt x="9" y="2"/>
                      <a:pt x="8" y="2"/>
                    </a:cubicBezTo>
                    <a:cubicBezTo>
                      <a:pt x="9" y="1"/>
                      <a:pt x="9" y="1"/>
                      <a:pt x="9" y="1"/>
                    </a:cubicBezTo>
                    <a:cubicBezTo>
                      <a:pt x="9" y="2"/>
                      <a:pt x="7" y="3"/>
                      <a:pt x="6" y="4"/>
                    </a:cubicBezTo>
                    <a:cubicBezTo>
                      <a:pt x="6" y="3"/>
                      <a:pt x="5" y="4"/>
                      <a:pt x="6" y="3"/>
                    </a:cubicBezTo>
                    <a:cubicBezTo>
                      <a:pt x="7" y="3"/>
                      <a:pt x="8" y="2"/>
                      <a:pt x="10" y="1"/>
                    </a:cubicBezTo>
                    <a:cubicBezTo>
                      <a:pt x="10" y="0"/>
                      <a:pt x="7" y="2"/>
                      <a:pt x="9" y="1"/>
                    </a:cubicBezTo>
                    <a:cubicBezTo>
                      <a:pt x="9" y="0"/>
                      <a:pt x="9" y="1"/>
                      <a:pt x="7" y="2"/>
                    </a:cubicBezTo>
                    <a:cubicBezTo>
                      <a:pt x="9" y="1"/>
                      <a:pt x="9" y="1"/>
                      <a:pt x="9" y="1"/>
                    </a:cubicBezTo>
                    <a:cubicBezTo>
                      <a:pt x="9" y="1"/>
                      <a:pt x="8" y="1"/>
                      <a:pt x="8" y="1"/>
                    </a:cubicBezTo>
                    <a:cubicBezTo>
                      <a:pt x="8" y="1"/>
                      <a:pt x="8" y="1"/>
                      <a:pt x="8" y="1"/>
                    </a:cubicBezTo>
                    <a:cubicBezTo>
                      <a:pt x="6" y="2"/>
                      <a:pt x="6" y="1"/>
                      <a:pt x="4" y="2"/>
                    </a:cubicBezTo>
                    <a:cubicBezTo>
                      <a:pt x="5" y="2"/>
                      <a:pt x="5" y="2"/>
                      <a:pt x="5" y="2"/>
                    </a:cubicBezTo>
                    <a:cubicBezTo>
                      <a:pt x="4" y="3"/>
                      <a:pt x="3" y="3"/>
                      <a:pt x="4" y="2"/>
                    </a:cubicBezTo>
                    <a:cubicBezTo>
                      <a:pt x="6" y="1"/>
                      <a:pt x="7" y="1"/>
                      <a:pt x="7" y="1"/>
                    </a:cubicBezTo>
                    <a:cubicBezTo>
                      <a:pt x="4" y="2"/>
                      <a:pt x="4" y="2"/>
                      <a:pt x="4" y="2"/>
                    </a:cubicBezTo>
                    <a:cubicBezTo>
                      <a:pt x="5" y="1"/>
                      <a:pt x="4" y="2"/>
                      <a:pt x="3" y="3"/>
                    </a:cubicBezTo>
                    <a:cubicBezTo>
                      <a:pt x="4" y="2"/>
                      <a:pt x="4" y="2"/>
                      <a:pt x="4" y="2"/>
                    </a:cubicBezTo>
                    <a:cubicBezTo>
                      <a:pt x="2" y="3"/>
                      <a:pt x="2" y="3"/>
                      <a:pt x="2" y="3"/>
                    </a:cubicBezTo>
                    <a:cubicBezTo>
                      <a:pt x="3" y="3"/>
                      <a:pt x="2" y="4"/>
                      <a:pt x="3" y="4"/>
                    </a:cubicBezTo>
                    <a:cubicBezTo>
                      <a:pt x="4" y="3"/>
                      <a:pt x="4" y="3"/>
                      <a:pt x="4" y="3"/>
                    </a:cubicBezTo>
                    <a:cubicBezTo>
                      <a:pt x="5" y="3"/>
                      <a:pt x="7" y="2"/>
                      <a:pt x="5" y="3"/>
                    </a:cubicBezTo>
                    <a:cubicBezTo>
                      <a:pt x="3" y="5"/>
                      <a:pt x="3" y="5"/>
                      <a:pt x="3" y="5"/>
                    </a:cubicBezTo>
                    <a:cubicBezTo>
                      <a:pt x="3" y="4"/>
                      <a:pt x="4" y="4"/>
                      <a:pt x="4" y="4"/>
                    </a:cubicBezTo>
                    <a:cubicBezTo>
                      <a:pt x="2" y="6"/>
                      <a:pt x="2" y="6"/>
                      <a:pt x="2" y="6"/>
                    </a:cubicBezTo>
                    <a:cubicBezTo>
                      <a:pt x="5" y="4"/>
                      <a:pt x="3" y="6"/>
                      <a:pt x="4" y="5"/>
                    </a:cubicBezTo>
                    <a:cubicBezTo>
                      <a:pt x="3" y="6"/>
                      <a:pt x="3" y="6"/>
                      <a:pt x="3" y="6"/>
                    </a:cubicBezTo>
                    <a:cubicBezTo>
                      <a:pt x="2" y="7"/>
                      <a:pt x="4" y="5"/>
                      <a:pt x="5" y="5"/>
                    </a:cubicBezTo>
                    <a:cubicBezTo>
                      <a:pt x="4" y="5"/>
                      <a:pt x="2" y="7"/>
                      <a:pt x="2" y="8"/>
                    </a:cubicBezTo>
                    <a:cubicBezTo>
                      <a:pt x="2" y="8"/>
                      <a:pt x="4" y="7"/>
                      <a:pt x="3" y="9"/>
                    </a:cubicBezTo>
                    <a:cubicBezTo>
                      <a:pt x="3" y="9"/>
                      <a:pt x="4" y="9"/>
                      <a:pt x="5" y="8"/>
                    </a:cubicBezTo>
                    <a:cubicBezTo>
                      <a:pt x="5" y="8"/>
                      <a:pt x="3" y="10"/>
                      <a:pt x="4" y="9"/>
                    </a:cubicBezTo>
                    <a:cubicBezTo>
                      <a:pt x="3" y="10"/>
                      <a:pt x="2" y="12"/>
                      <a:pt x="1" y="13"/>
                    </a:cubicBezTo>
                    <a:cubicBezTo>
                      <a:pt x="1" y="13"/>
                      <a:pt x="0" y="14"/>
                      <a:pt x="1" y="14"/>
                    </a:cubicBezTo>
                    <a:cubicBezTo>
                      <a:pt x="0" y="14"/>
                      <a:pt x="0" y="15"/>
                      <a:pt x="0" y="15"/>
                    </a:cubicBezTo>
                    <a:cubicBezTo>
                      <a:pt x="1" y="14"/>
                      <a:pt x="2" y="13"/>
                      <a:pt x="2" y="12"/>
                    </a:cubicBezTo>
                    <a:cubicBezTo>
                      <a:pt x="3" y="10"/>
                      <a:pt x="3" y="12"/>
                      <a:pt x="4" y="10"/>
                    </a:cubicBezTo>
                    <a:cubicBezTo>
                      <a:pt x="4" y="11"/>
                      <a:pt x="5" y="11"/>
                      <a:pt x="5" y="11"/>
                    </a:cubicBezTo>
                    <a:cubicBezTo>
                      <a:pt x="5" y="11"/>
                      <a:pt x="4" y="12"/>
                      <a:pt x="3" y="13"/>
                    </a:cubicBezTo>
                    <a:cubicBezTo>
                      <a:pt x="5" y="12"/>
                      <a:pt x="6" y="11"/>
                      <a:pt x="6" y="12"/>
                    </a:cubicBezTo>
                    <a:cubicBezTo>
                      <a:pt x="7" y="11"/>
                      <a:pt x="7" y="11"/>
                      <a:pt x="8" y="9"/>
                    </a:cubicBezTo>
                    <a:cubicBezTo>
                      <a:pt x="8" y="9"/>
                      <a:pt x="8" y="8"/>
                      <a:pt x="8" y="9"/>
                    </a:cubicBezTo>
                    <a:cubicBezTo>
                      <a:pt x="7" y="10"/>
                      <a:pt x="6" y="12"/>
                      <a:pt x="6" y="13"/>
                    </a:cubicBezTo>
                    <a:cubicBezTo>
                      <a:pt x="4" y="15"/>
                      <a:pt x="6" y="12"/>
                      <a:pt x="4" y="14"/>
                    </a:cubicBezTo>
                    <a:cubicBezTo>
                      <a:pt x="2" y="16"/>
                      <a:pt x="2" y="15"/>
                      <a:pt x="3" y="14"/>
                    </a:cubicBezTo>
                    <a:cubicBezTo>
                      <a:pt x="1" y="16"/>
                      <a:pt x="3" y="15"/>
                      <a:pt x="1" y="16"/>
                    </a:cubicBezTo>
                    <a:cubicBezTo>
                      <a:pt x="1" y="17"/>
                      <a:pt x="2" y="16"/>
                      <a:pt x="3" y="16"/>
                    </a:cubicBezTo>
                    <a:cubicBezTo>
                      <a:pt x="4" y="15"/>
                      <a:pt x="4" y="15"/>
                      <a:pt x="4" y="14"/>
                    </a:cubicBezTo>
                    <a:cubicBezTo>
                      <a:pt x="6" y="12"/>
                      <a:pt x="4" y="16"/>
                      <a:pt x="4" y="16"/>
                    </a:cubicBezTo>
                    <a:cubicBezTo>
                      <a:pt x="3" y="16"/>
                      <a:pt x="3" y="16"/>
                      <a:pt x="3" y="16"/>
                    </a:cubicBezTo>
                    <a:cubicBezTo>
                      <a:pt x="3" y="17"/>
                      <a:pt x="4" y="16"/>
                      <a:pt x="4" y="16"/>
                    </a:cubicBezTo>
                    <a:cubicBezTo>
                      <a:pt x="2" y="19"/>
                      <a:pt x="4" y="16"/>
                      <a:pt x="2" y="18"/>
                    </a:cubicBezTo>
                    <a:cubicBezTo>
                      <a:pt x="1" y="20"/>
                      <a:pt x="1" y="20"/>
                      <a:pt x="1" y="20"/>
                    </a:cubicBezTo>
                    <a:cubicBezTo>
                      <a:pt x="1" y="20"/>
                      <a:pt x="3" y="18"/>
                      <a:pt x="3" y="18"/>
                    </a:cubicBezTo>
                    <a:cubicBezTo>
                      <a:pt x="2" y="19"/>
                      <a:pt x="2" y="19"/>
                      <a:pt x="2" y="19"/>
                    </a:cubicBezTo>
                    <a:cubicBezTo>
                      <a:pt x="3" y="19"/>
                      <a:pt x="3" y="19"/>
                      <a:pt x="3" y="19"/>
                    </a:cubicBezTo>
                    <a:cubicBezTo>
                      <a:pt x="3" y="18"/>
                      <a:pt x="4" y="17"/>
                      <a:pt x="4" y="17"/>
                    </a:cubicBezTo>
                    <a:cubicBezTo>
                      <a:pt x="6" y="14"/>
                      <a:pt x="4" y="16"/>
                      <a:pt x="5" y="16"/>
                    </a:cubicBezTo>
                    <a:cubicBezTo>
                      <a:pt x="6" y="15"/>
                      <a:pt x="5" y="16"/>
                      <a:pt x="6" y="15"/>
                    </a:cubicBezTo>
                    <a:cubicBezTo>
                      <a:pt x="7" y="13"/>
                      <a:pt x="7" y="13"/>
                      <a:pt x="7" y="13"/>
                    </a:cubicBezTo>
                    <a:cubicBezTo>
                      <a:pt x="8" y="14"/>
                      <a:pt x="6" y="15"/>
                      <a:pt x="6" y="16"/>
                    </a:cubicBezTo>
                    <a:cubicBezTo>
                      <a:pt x="6" y="16"/>
                      <a:pt x="5" y="16"/>
                      <a:pt x="6" y="15"/>
                    </a:cubicBezTo>
                    <a:cubicBezTo>
                      <a:pt x="5" y="17"/>
                      <a:pt x="4" y="19"/>
                      <a:pt x="3" y="19"/>
                    </a:cubicBezTo>
                    <a:cubicBezTo>
                      <a:pt x="3" y="21"/>
                      <a:pt x="4" y="18"/>
                      <a:pt x="5" y="18"/>
                    </a:cubicBezTo>
                    <a:cubicBezTo>
                      <a:pt x="4" y="19"/>
                      <a:pt x="5" y="17"/>
                      <a:pt x="6" y="16"/>
                    </a:cubicBezTo>
                    <a:cubicBezTo>
                      <a:pt x="9" y="13"/>
                      <a:pt x="4" y="20"/>
                      <a:pt x="5" y="19"/>
                    </a:cubicBezTo>
                    <a:cubicBezTo>
                      <a:pt x="7" y="17"/>
                      <a:pt x="8" y="16"/>
                      <a:pt x="9" y="13"/>
                    </a:cubicBezTo>
                    <a:cubicBezTo>
                      <a:pt x="10" y="13"/>
                      <a:pt x="10" y="12"/>
                      <a:pt x="10" y="12"/>
                    </a:cubicBezTo>
                    <a:cubicBezTo>
                      <a:pt x="9" y="14"/>
                      <a:pt x="9" y="14"/>
                      <a:pt x="8" y="15"/>
                    </a:cubicBezTo>
                    <a:cubicBezTo>
                      <a:pt x="8" y="16"/>
                      <a:pt x="8" y="16"/>
                      <a:pt x="8" y="16"/>
                    </a:cubicBezTo>
                    <a:cubicBezTo>
                      <a:pt x="7" y="17"/>
                      <a:pt x="7" y="17"/>
                      <a:pt x="7" y="17"/>
                    </a:cubicBezTo>
                    <a:cubicBezTo>
                      <a:pt x="6" y="19"/>
                      <a:pt x="6" y="20"/>
                      <a:pt x="5" y="21"/>
                    </a:cubicBezTo>
                    <a:cubicBezTo>
                      <a:pt x="6" y="20"/>
                      <a:pt x="6" y="19"/>
                      <a:pt x="7" y="19"/>
                    </a:cubicBezTo>
                    <a:cubicBezTo>
                      <a:pt x="6" y="20"/>
                      <a:pt x="6" y="21"/>
                      <a:pt x="6" y="21"/>
                    </a:cubicBezTo>
                    <a:cubicBezTo>
                      <a:pt x="6" y="20"/>
                      <a:pt x="7" y="18"/>
                      <a:pt x="8" y="18"/>
                    </a:cubicBezTo>
                    <a:cubicBezTo>
                      <a:pt x="8" y="18"/>
                      <a:pt x="7" y="20"/>
                      <a:pt x="7" y="20"/>
                    </a:cubicBezTo>
                    <a:cubicBezTo>
                      <a:pt x="6" y="22"/>
                      <a:pt x="6" y="22"/>
                      <a:pt x="6" y="22"/>
                    </a:cubicBezTo>
                    <a:cubicBezTo>
                      <a:pt x="7" y="20"/>
                      <a:pt x="5" y="22"/>
                      <a:pt x="6" y="22"/>
                    </a:cubicBezTo>
                    <a:cubicBezTo>
                      <a:pt x="8" y="18"/>
                      <a:pt x="8" y="18"/>
                      <a:pt x="8" y="18"/>
                    </a:cubicBezTo>
                    <a:cubicBezTo>
                      <a:pt x="9" y="18"/>
                      <a:pt x="8" y="19"/>
                      <a:pt x="8" y="19"/>
                    </a:cubicBezTo>
                    <a:cubicBezTo>
                      <a:pt x="7" y="20"/>
                      <a:pt x="7" y="20"/>
                      <a:pt x="7" y="20"/>
                    </a:cubicBezTo>
                    <a:cubicBezTo>
                      <a:pt x="8" y="20"/>
                      <a:pt x="6" y="23"/>
                      <a:pt x="7" y="22"/>
                    </a:cubicBezTo>
                    <a:cubicBezTo>
                      <a:pt x="7" y="21"/>
                      <a:pt x="7" y="21"/>
                      <a:pt x="7" y="21"/>
                    </a:cubicBezTo>
                    <a:cubicBezTo>
                      <a:pt x="7" y="22"/>
                      <a:pt x="7" y="22"/>
                      <a:pt x="7" y="22"/>
                    </a:cubicBezTo>
                    <a:cubicBezTo>
                      <a:pt x="7" y="21"/>
                      <a:pt x="7" y="22"/>
                      <a:pt x="8" y="21"/>
                    </a:cubicBezTo>
                    <a:cubicBezTo>
                      <a:pt x="7" y="22"/>
                      <a:pt x="7" y="22"/>
                      <a:pt x="7" y="22"/>
                    </a:cubicBezTo>
                    <a:cubicBezTo>
                      <a:pt x="8" y="22"/>
                      <a:pt x="9" y="20"/>
                      <a:pt x="8" y="22"/>
                    </a:cubicBezTo>
                    <a:cubicBezTo>
                      <a:pt x="9" y="19"/>
                      <a:pt x="8" y="21"/>
                      <a:pt x="8" y="20"/>
                    </a:cubicBezTo>
                    <a:cubicBezTo>
                      <a:pt x="9" y="19"/>
                      <a:pt x="9" y="19"/>
                      <a:pt x="10" y="19"/>
                    </a:cubicBezTo>
                    <a:cubicBezTo>
                      <a:pt x="8" y="21"/>
                      <a:pt x="10" y="19"/>
                      <a:pt x="10" y="19"/>
                    </a:cubicBezTo>
                    <a:cubicBezTo>
                      <a:pt x="9" y="21"/>
                      <a:pt x="9" y="21"/>
                      <a:pt x="9" y="21"/>
                    </a:cubicBezTo>
                    <a:cubicBezTo>
                      <a:pt x="10" y="19"/>
                      <a:pt x="10" y="19"/>
                      <a:pt x="10" y="19"/>
                    </a:cubicBezTo>
                    <a:cubicBezTo>
                      <a:pt x="8" y="23"/>
                      <a:pt x="11" y="19"/>
                      <a:pt x="10" y="20"/>
                    </a:cubicBezTo>
                    <a:cubicBezTo>
                      <a:pt x="10" y="21"/>
                      <a:pt x="9" y="22"/>
                      <a:pt x="9" y="23"/>
                    </a:cubicBezTo>
                    <a:cubicBezTo>
                      <a:pt x="10" y="20"/>
                      <a:pt x="11" y="20"/>
                      <a:pt x="12" y="18"/>
                    </a:cubicBezTo>
                    <a:cubicBezTo>
                      <a:pt x="11" y="19"/>
                      <a:pt x="10" y="21"/>
                      <a:pt x="9" y="23"/>
                    </a:cubicBezTo>
                    <a:cubicBezTo>
                      <a:pt x="10" y="21"/>
                      <a:pt x="9" y="24"/>
                      <a:pt x="10" y="22"/>
                    </a:cubicBezTo>
                    <a:cubicBezTo>
                      <a:pt x="10" y="21"/>
                      <a:pt x="11" y="21"/>
                      <a:pt x="12" y="20"/>
                    </a:cubicBezTo>
                    <a:cubicBezTo>
                      <a:pt x="12" y="20"/>
                      <a:pt x="11" y="21"/>
                      <a:pt x="11" y="21"/>
                    </a:cubicBezTo>
                    <a:cubicBezTo>
                      <a:pt x="11" y="21"/>
                      <a:pt x="12" y="19"/>
                      <a:pt x="12" y="19"/>
                    </a:cubicBezTo>
                    <a:cubicBezTo>
                      <a:pt x="12" y="19"/>
                      <a:pt x="14" y="17"/>
                      <a:pt x="13" y="19"/>
                    </a:cubicBezTo>
                    <a:cubicBezTo>
                      <a:pt x="12" y="20"/>
                      <a:pt x="12" y="19"/>
                      <a:pt x="12" y="20"/>
                    </a:cubicBezTo>
                    <a:cubicBezTo>
                      <a:pt x="12" y="21"/>
                      <a:pt x="14" y="17"/>
                      <a:pt x="15" y="17"/>
                    </a:cubicBezTo>
                    <a:cubicBezTo>
                      <a:pt x="15" y="16"/>
                      <a:pt x="16" y="13"/>
                      <a:pt x="17" y="12"/>
                    </a:cubicBezTo>
                    <a:cubicBezTo>
                      <a:pt x="17" y="13"/>
                      <a:pt x="16" y="13"/>
                      <a:pt x="16" y="15"/>
                    </a:cubicBezTo>
                    <a:cubicBezTo>
                      <a:pt x="16" y="15"/>
                      <a:pt x="16" y="15"/>
                      <a:pt x="16" y="15"/>
                    </a:cubicBezTo>
                    <a:cubicBezTo>
                      <a:pt x="15" y="18"/>
                      <a:pt x="13" y="19"/>
                      <a:pt x="12" y="21"/>
                    </a:cubicBezTo>
                    <a:cubicBezTo>
                      <a:pt x="13" y="20"/>
                      <a:pt x="13" y="20"/>
                      <a:pt x="13" y="20"/>
                    </a:cubicBezTo>
                    <a:cubicBezTo>
                      <a:pt x="11" y="23"/>
                      <a:pt x="11" y="23"/>
                      <a:pt x="11" y="23"/>
                    </a:cubicBezTo>
                    <a:cubicBezTo>
                      <a:pt x="12" y="21"/>
                      <a:pt x="12" y="23"/>
                      <a:pt x="12" y="22"/>
                    </a:cubicBezTo>
                    <a:cubicBezTo>
                      <a:pt x="13" y="21"/>
                      <a:pt x="12" y="23"/>
                      <a:pt x="12" y="22"/>
                    </a:cubicBezTo>
                    <a:cubicBezTo>
                      <a:pt x="13" y="21"/>
                      <a:pt x="14" y="19"/>
                      <a:pt x="14" y="20"/>
                    </a:cubicBezTo>
                    <a:cubicBezTo>
                      <a:pt x="12" y="23"/>
                      <a:pt x="12" y="23"/>
                      <a:pt x="12" y="23"/>
                    </a:cubicBezTo>
                    <a:cubicBezTo>
                      <a:pt x="12" y="23"/>
                      <a:pt x="13" y="21"/>
                      <a:pt x="13" y="22"/>
                    </a:cubicBezTo>
                    <a:cubicBezTo>
                      <a:pt x="13" y="23"/>
                      <a:pt x="13" y="23"/>
                      <a:pt x="13" y="23"/>
                    </a:cubicBezTo>
                    <a:cubicBezTo>
                      <a:pt x="13" y="23"/>
                      <a:pt x="14" y="24"/>
                      <a:pt x="16" y="20"/>
                    </a:cubicBezTo>
                    <a:cubicBezTo>
                      <a:pt x="16" y="22"/>
                      <a:pt x="16" y="22"/>
                      <a:pt x="15" y="23"/>
                    </a:cubicBezTo>
                    <a:cubicBezTo>
                      <a:pt x="16" y="23"/>
                      <a:pt x="16" y="22"/>
                      <a:pt x="16" y="22"/>
                    </a:cubicBezTo>
                    <a:cubicBezTo>
                      <a:pt x="16" y="23"/>
                      <a:pt x="16" y="23"/>
                      <a:pt x="16" y="23"/>
                    </a:cubicBezTo>
                    <a:cubicBezTo>
                      <a:pt x="15" y="25"/>
                      <a:pt x="16" y="23"/>
                      <a:pt x="17" y="22"/>
                    </a:cubicBezTo>
                    <a:cubicBezTo>
                      <a:pt x="16" y="23"/>
                      <a:pt x="16" y="23"/>
                      <a:pt x="16" y="23"/>
                    </a:cubicBezTo>
                    <a:cubicBezTo>
                      <a:pt x="16" y="25"/>
                      <a:pt x="17" y="23"/>
                      <a:pt x="17" y="22"/>
                    </a:cubicBezTo>
                    <a:cubicBezTo>
                      <a:pt x="17" y="23"/>
                      <a:pt x="17" y="23"/>
                      <a:pt x="17" y="23"/>
                    </a:cubicBezTo>
                    <a:cubicBezTo>
                      <a:pt x="18" y="22"/>
                      <a:pt x="18" y="22"/>
                      <a:pt x="18" y="22"/>
                    </a:cubicBezTo>
                    <a:cubicBezTo>
                      <a:pt x="18" y="22"/>
                      <a:pt x="18" y="22"/>
                      <a:pt x="17" y="24"/>
                    </a:cubicBezTo>
                    <a:cubicBezTo>
                      <a:pt x="18" y="23"/>
                      <a:pt x="18" y="23"/>
                      <a:pt x="18" y="23"/>
                    </a:cubicBezTo>
                    <a:cubicBezTo>
                      <a:pt x="17" y="24"/>
                      <a:pt x="18" y="24"/>
                      <a:pt x="18" y="24"/>
                    </a:cubicBezTo>
                    <a:cubicBezTo>
                      <a:pt x="18" y="24"/>
                      <a:pt x="18" y="23"/>
                      <a:pt x="18" y="24"/>
                    </a:cubicBezTo>
                    <a:cubicBezTo>
                      <a:pt x="18" y="23"/>
                      <a:pt x="19" y="23"/>
                      <a:pt x="20" y="21"/>
                    </a:cubicBezTo>
                    <a:cubicBezTo>
                      <a:pt x="21" y="19"/>
                      <a:pt x="19" y="22"/>
                      <a:pt x="20" y="21"/>
                    </a:cubicBezTo>
                    <a:cubicBezTo>
                      <a:pt x="19" y="23"/>
                      <a:pt x="19" y="23"/>
                      <a:pt x="19" y="23"/>
                    </a:cubicBezTo>
                    <a:cubicBezTo>
                      <a:pt x="19" y="23"/>
                      <a:pt x="19" y="24"/>
                      <a:pt x="18" y="24"/>
                    </a:cubicBezTo>
                    <a:cubicBezTo>
                      <a:pt x="18" y="24"/>
                      <a:pt x="18" y="24"/>
                      <a:pt x="18" y="24"/>
                    </a:cubicBezTo>
                    <a:cubicBezTo>
                      <a:pt x="19" y="23"/>
                      <a:pt x="19" y="23"/>
                      <a:pt x="19" y="23"/>
                    </a:cubicBezTo>
                    <a:cubicBezTo>
                      <a:pt x="18" y="25"/>
                      <a:pt x="20" y="23"/>
                      <a:pt x="20" y="24"/>
                    </a:cubicBezTo>
                    <a:cubicBezTo>
                      <a:pt x="20" y="24"/>
                      <a:pt x="22" y="22"/>
                      <a:pt x="22" y="22"/>
                    </a:cubicBezTo>
                    <a:cubicBezTo>
                      <a:pt x="24" y="20"/>
                      <a:pt x="21" y="24"/>
                      <a:pt x="20" y="25"/>
                    </a:cubicBezTo>
                    <a:cubicBezTo>
                      <a:pt x="21" y="24"/>
                      <a:pt x="21" y="24"/>
                      <a:pt x="21" y="24"/>
                    </a:cubicBezTo>
                    <a:cubicBezTo>
                      <a:pt x="21" y="24"/>
                      <a:pt x="21" y="24"/>
                      <a:pt x="21" y="24"/>
                    </a:cubicBezTo>
                    <a:cubicBezTo>
                      <a:pt x="22" y="24"/>
                      <a:pt x="22" y="23"/>
                      <a:pt x="22" y="24"/>
                    </a:cubicBezTo>
                    <a:cubicBezTo>
                      <a:pt x="22" y="24"/>
                      <a:pt x="22" y="24"/>
                      <a:pt x="22" y="24"/>
                    </a:cubicBezTo>
                    <a:cubicBezTo>
                      <a:pt x="22" y="25"/>
                      <a:pt x="21" y="26"/>
                      <a:pt x="21" y="26"/>
                    </a:cubicBezTo>
                    <a:cubicBezTo>
                      <a:pt x="22" y="24"/>
                      <a:pt x="22" y="25"/>
                      <a:pt x="23" y="24"/>
                    </a:cubicBezTo>
                    <a:cubicBezTo>
                      <a:pt x="22" y="25"/>
                      <a:pt x="22" y="25"/>
                      <a:pt x="22" y="25"/>
                    </a:cubicBezTo>
                    <a:cubicBezTo>
                      <a:pt x="23" y="23"/>
                      <a:pt x="23" y="23"/>
                      <a:pt x="23" y="23"/>
                    </a:cubicBezTo>
                    <a:cubicBezTo>
                      <a:pt x="23" y="24"/>
                      <a:pt x="23" y="24"/>
                      <a:pt x="23" y="24"/>
                    </a:cubicBezTo>
                    <a:cubicBezTo>
                      <a:pt x="22" y="26"/>
                      <a:pt x="22" y="26"/>
                      <a:pt x="22" y="26"/>
                    </a:cubicBezTo>
                    <a:cubicBezTo>
                      <a:pt x="21" y="26"/>
                      <a:pt x="23" y="24"/>
                      <a:pt x="24" y="24"/>
                    </a:cubicBezTo>
                    <a:cubicBezTo>
                      <a:pt x="24" y="23"/>
                      <a:pt x="23" y="24"/>
                      <a:pt x="23" y="25"/>
                    </a:cubicBezTo>
                    <a:cubicBezTo>
                      <a:pt x="22" y="25"/>
                      <a:pt x="23" y="25"/>
                      <a:pt x="23" y="25"/>
                    </a:cubicBezTo>
                    <a:cubicBezTo>
                      <a:pt x="22" y="26"/>
                      <a:pt x="23" y="25"/>
                      <a:pt x="22" y="26"/>
                    </a:cubicBezTo>
                    <a:cubicBezTo>
                      <a:pt x="22" y="26"/>
                      <a:pt x="23" y="25"/>
                      <a:pt x="23" y="25"/>
                    </a:cubicBezTo>
                    <a:cubicBezTo>
                      <a:pt x="23" y="25"/>
                      <a:pt x="24" y="25"/>
                      <a:pt x="23" y="26"/>
                    </a:cubicBezTo>
                    <a:cubicBezTo>
                      <a:pt x="23" y="26"/>
                      <a:pt x="23" y="26"/>
                      <a:pt x="24" y="25"/>
                    </a:cubicBezTo>
                    <a:cubicBezTo>
                      <a:pt x="24" y="25"/>
                      <a:pt x="24" y="24"/>
                      <a:pt x="25" y="24"/>
                    </a:cubicBezTo>
                    <a:cubicBezTo>
                      <a:pt x="25" y="24"/>
                      <a:pt x="25" y="23"/>
                      <a:pt x="25" y="24"/>
                    </a:cubicBezTo>
                    <a:cubicBezTo>
                      <a:pt x="25" y="24"/>
                      <a:pt x="25" y="24"/>
                      <a:pt x="25" y="24"/>
                    </a:cubicBezTo>
                    <a:cubicBezTo>
                      <a:pt x="25" y="24"/>
                      <a:pt x="25" y="24"/>
                      <a:pt x="26" y="23"/>
                    </a:cubicBezTo>
                    <a:cubicBezTo>
                      <a:pt x="24" y="25"/>
                      <a:pt x="24" y="25"/>
                      <a:pt x="24" y="25"/>
                    </a:cubicBezTo>
                    <a:cubicBezTo>
                      <a:pt x="25" y="24"/>
                      <a:pt x="25" y="24"/>
                      <a:pt x="26" y="24"/>
                    </a:cubicBezTo>
                    <a:cubicBezTo>
                      <a:pt x="25" y="25"/>
                      <a:pt x="23" y="27"/>
                      <a:pt x="23" y="27"/>
                    </a:cubicBezTo>
                    <a:cubicBezTo>
                      <a:pt x="25" y="26"/>
                      <a:pt x="25" y="26"/>
                      <a:pt x="25" y="26"/>
                    </a:cubicBezTo>
                    <a:cubicBezTo>
                      <a:pt x="25" y="26"/>
                      <a:pt x="25" y="26"/>
                      <a:pt x="24" y="27"/>
                    </a:cubicBezTo>
                    <a:cubicBezTo>
                      <a:pt x="24" y="28"/>
                      <a:pt x="27" y="24"/>
                      <a:pt x="27" y="25"/>
                    </a:cubicBezTo>
                    <a:cubicBezTo>
                      <a:pt x="25" y="27"/>
                      <a:pt x="25" y="27"/>
                      <a:pt x="25" y="27"/>
                    </a:cubicBezTo>
                    <a:cubicBezTo>
                      <a:pt x="26" y="27"/>
                      <a:pt x="26" y="27"/>
                      <a:pt x="26" y="27"/>
                    </a:cubicBezTo>
                    <a:cubicBezTo>
                      <a:pt x="26" y="26"/>
                      <a:pt x="25" y="28"/>
                      <a:pt x="25" y="27"/>
                    </a:cubicBezTo>
                    <a:cubicBezTo>
                      <a:pt x="26" y="26"/>
                      <a:pt x="26" y="26"/>
                      <a:pt x="26" y="26"/>
                    </a:cubicBezTo>
                    <a:cubicBezTo>
                      <a:pt x="24" y="29"/>
                      <a:pt x="27" y="27"/>
                      <a:pt x="26" y="29"/>
                    </a:cubicBezTo>
                    <a:cubicBezTo>
                      <a:pt x="27" y="27"/>
                      <a:pt x="26" y="29"/>
                      <a:pt x="27" y="28"/>
                    </a:cubicBezTo>
                    <a:cubicBezTo>
                      <a:pt x="25" y="30"/>
                      <a:pt x="27" y="28"/>
                      <a:pt x="26" y="29"/>
                    </a:cubicBezTo>
                    <a:cubicBezTo>
                      <a:pt x="28" y="27"/>
                      <a:pt x="28" y="27"/>
                      <a:pt x="28" y="27"/>
                    </a:cubicBezTo>
                    <a:cubicBezTo>
                      <a:pt x="27" y="29"/>
                      <a:pt x="31" y="25"/>
                      <a:pt x="29" y="27"/>
                    </a:cubicBezTo>
                    <a:cubicBezTo>
                      <a:pt x="27" y="29"/>
                      <a:pt x="27" y="29"/>
                      <a:pt x="27" y="29"/>
                    </a:cubicBezTo>
                    <a:cubicBezTo>
                      <a:pt x="26" y="31"/>
                      <a:pt x="29" y="27"/>
                      <a:pt x="28" y="30"/>
                    </a:cubicBezTo>
                    <a:cubicBezTo>
                      <a:pt x="28" y="29"/>
                      <a:pt x="29" y="28"/>
                      <a:pt x="30" y="27"/>
                    </a:cubicBezTo>
                    <a:cubicBezTo>
                      <a:pt x="30" y="28"/>
                      <a:pt x="29" y="29"/>
                      <a:pt x="29" y="30"/>
                    </a:cubicBezTo>
                    <a:cubicBezTo>
                      <a:pt x="29" y="29"/>
                      <a:pt x="30" y="29"/>
                      <a:pt x="29" y="30"/>
                    </a:cubicBezTo>
                    <a:cubicBezTo>
                      <a:pt x="28" y="30"/>
                      <a:pt x="28" y="30"/>
                      <a:pt x="28" y="30"/>
                    </a:cubicBezTo>
                    <a:cubicBezTo>
                      <a:pt x="28" y="31"/>
                      <a:pt x="29" y="30"/>
                      <a:pt x="30" y="30"/>
                    </a:cubicBezTo>
                    <a:cubicBezTo>
                      <a:pt x="28" y="31"/>
                      <a:pt x="29" y="31"/>
                      <a:pt x="29" y="32"/>
                    </a:cubicBezTo>
                    <a:cubicBezTo>
                      <a:pt x="31" y="30"/>
                      <a:pt x="29" y="33"/>
                      <a:pt x="31" y="31"/>
                    </a:cubicBezTo>
                    <a:cubicBezTo>
                      <a:pt x="30" y="31"/>
                      <a:pt x="30" y="31"/>
                      <a:pt x="30" y="31"/>
                    </a:cubicBezTo>
                    <a:cubicBezTo>
                      <a:pt x="31" y="31"/>
                      <a:pt x="32" y="29"/>
                      <a:pt x="32" y="29"/>
                    </a:cubicBezTo>
                    <a:cubicBezTo>
                      <a:pt x="31" y="31"/>
                      <a:pt x="31" y="31"/>
                      <a:pt x="31" y="31"/>
                    </a:cubicBezTo>
                    <a:cubicBezTo>
                      <a:pt x="29" y="33"/>
                      <a:pt x="31" y="31"/>
                      <a:pt x="30" y="32"/>
                    </a:cubicBezTo>
                    <a:cubicBezTo>
                      <a:pt x="31" y="31"/>
                      <a:pt x="30" y="32"/>
                      <a:pt x="31" y="31"/>
                    </a:cubicBezTo>
                    <a:cubicBezTo>
                      <a:pt x="32" y="31"/>
                      <a:pt x="32" y="31"/>
                      <a:pt x="32" y="31"/>
                    </a:cubicBezTo>
                    <a:cubicBezTo>
                      <a:pt x="33" y="30"/>
                      <a:pt x="33" y="30"/>
                      <a:pt x="33" y="30"/>
                    </a:cubicBezTo>
                    <a:cubicBezTo>
                      <a:pt x="33" y="30"/>
                      <a:pt x="31" y="32"/>
                      <a:pt x="31" y="32"/>
                    </a:cubicBezTo>
                    <a:cubicBezTo>
                      <a:pt x="31" y="33"/>
                      <a:pt x="31"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1" y="33"/>
                    </a:cubicBezTo>
                    <a:cubicBezTo>
                      <a:pt x="30" y="34"/>
                      <a:pt x="30" y="34"/>
                      <a:pt x="30" y="34"/>
                    </a:cubicBezTo>
                    <a:cubicBezTo>
                      <a:pt x="30" y="34"/>
                      <a:pt x="32" y="33"/>
                      <a:pt x="32" y="32"/>
                    </a:cubicBezTo>
                    <a:cubicBezTo>
                      <a:pt x="32" y="34"/>
                      <a:pt x="33" y="33"/>
                      <a:pt x="34" y="33"/>
                    </a:cubicBezTo>
                    <a:cubicBezTo>
                      <a:pt x="34" y="33"/>
                      <a:pt x="33" y="33"/>
                      <a:pt x="33" y="33"/>
                    </a:cubicBezTo>
                    <a:cubicBezTo>
                      <a:pt x="34" y="33"/>
                      <a:pt x="35" y="32"/>
                      <a:pt x="34" y="33"/>
                    </a:cubicBezTo>
                    <a:cubicBezTo>
                      <a:pt x="35" y="32"/>
                      <a:pt x="33" y="34"/>
                      <a:pt x="34" y="34"/>
                    </a:cubicBezTo>
                    <a:cubicBezTo>
                      <a:pt x="33" y="34"/>
                      <a:pt x="35" y="33"/>
                      <a:pt x="34" y="33"/>
                    </a:cubicBezTo>
                    <a:cubicBezTo>
                      <a:pt x="33" y="35"/>
                      <a:pt x="36" y="32"/>
                      <a:pt x="35" y="34"/>
                    </a:cubicBezTo>
                    <a:cubicBezTo>
                      <a:pt x="36" y="33"/>
                      <a:pt x="35" y="34"/>
                      <a:pt x="34" y="35"/>
                    </a:cubicBezTo>
                    <a:cubicBezTo>
                      <a:pt x="35" y="34"/>
                      <a:pt x="36" y="34"/>
                      <a:pt x="37" y="33"/>
                    </a:cubicBezTo>
                    <a:cubicBezTo>
                      <a:pt x="36" y="34"/>
                      <a:pt x="36" y="34"/>
                      <a:pt x="36" y="34"/>
                    </a:cubicBezTo>
                    <a:cubicBezTo>
                      <a:pt x="36" y="34"/>
                      <a:pt x="36" y="34"/>
                      <a:pt x="37" y="34"/>
                    </a:cubicBezTo>
                    <a:cubicBezTo>
                      <a:pt x="38" y="33"/>
                      <a:pt x="39" y="32"/>
                      <a:pt x="39" y="32"/>
                    </a:cubicBezTo>
                    <a:cubicBezTo>
                      <a:pt x="39" y="32"/>
                      <a:pt x="39" y="32"/>
                      <a:pt x="39" y="32"/>
                    </a:cubicBezTo>
                    <a:cubicBezTo>
                      <a:pt x="40" y="32"/>
                      <a:pt x="40" y="32"/>
                      <a:pt x="40" y="32"/>
                    </a:cubicBezTo>
                    <a:cubicBezTo>
                      <a:pt x="39" y="33"/>
                      <a:pt x="39" y="32"/>
                      <a:pt x="39" y="33"/>
                    </a:cubicBezTo>
                    <a:cubicBezTo>
                      <a:pt x="37" y="35"/>
                      <a:pt x="38" y="34"/>
                      <a:pt x="38" y="35"/>
                    </a:cubicBezTo>
                    <a:cubicBezTo>
                      <a:pt x="39" y="34"/>
                      <a:pt x="39" y="34"/>
                      <a:pt x="39" y="34"/>
                    </a:cubicBezTo>
                    <a:cubicBezTo>
                      <a:pt x="40" y="33"/>
                      <a:pt x="38" y="35"/>
                      <a:pt x="38" y="35"/>
                    </a:cubicBezTo>
                    <a:cubicBezTo>
                      <a:pt x="42" y="32"/>
                      <a:pt x="42" y="32"/>
                      <a:pt x="42" y="32"/>
                    </a:cubicBezTo>
                    <a:cubicBezTo>
                      <a:pt x="42" y="32"/>
                      <a:pt x="41" y="33"/>
                      <a:pt x="40" y="34"/>
                    </a:cubicBezTo>
                    <a:cubicBezTo>
                      <a:pt x="40" y="34"/>
                      <a:pt x="42" y="32"/>
                      <a:pt x="44" y="31"/>
                    </a:cubicBezTo>
                    <a:cubicBezTo>
                      <a:pt x="44" y="31"/>
                      <a:pt x="45" y="31"/>
                      <a:pt x="45" y="31"/>
                    </a:cubicBezTo>
                    <a:cubicBezTo>
                      <a:pt x="44" y="32"/>
                      <a:pt x="45" y="31"/>
                      <a:pt x="44" y="32"/>
                    </a:cubicBezTo>
                    <a:cubicBezTo>
                      <a:pt x="43" y="33"/>
                      <a:pt x="43" y="33"/>
                      <a:pt x="43" y="33"/>
                    </a:cubicBezTo>
                    <a:cubicBezTo>
                      <a:pt x="43" y="33"/>
                      <a:pt x="41" y="34"/>
                      <a:pt x="40" y="35"/>
                    </a:cubicBezTo>
                    <a:cubicBezTo>
                      <a:pt x="41" y="35"/>
                      <a:pt x="41" y="36"/>
                      <a:pt x="41" y="36"/>
                    </a:cubicBezTo>
                    <a:cubicBezTo>
                      <a:pt x="43" y="34"/>
                      <a:pt x="42" y="35"/>
                      <a:pt x="44" y="34"/>
                    </a:cubicBezTo>
                    <a:cubicBezTo>
                      <a:pt x="44" y="34"/>
                      <a:pt x="43" y="35"/>
                      <a:pt x="42" y="36"/>
                    </a:cubicBezTo>
                    <a:cubicBezTo>
                      <a:pt x="43" y="35"/>
                      <a:pt x="43" y="36"/>
                      <a:pt x="43" y="36"/>
                    </a:cubicBezTo>
                    <a:cubicBezTo>
                      <a:pt x="43" y="36"/>
                      <a:pt x="43" y="36"/>
                      <a:pt x="43" y="36"/>
                    </a:cubicBezTo>
                    <a:cubicBezTo>
                      <a:pt x="44" y="36"/>
                      <a:pt x="43" y="37"/>
                      <a:pt x="45" y="36"/>
                    </a:cubicBezTo>
                    <a:cubicBezTo>
                      <a:pt x="44" y="37"/>
                      <a:pt x="44" y="37"/>
                      <a:pt x="44" y="37"/>
                    </a:cubicBezTo>
                    <a:cubicBezTo>
                      <a:pt x="44" y="37"/>
                      <a:pt x="47" y="34"/>
                      <a:pt x="46" y="36"/>
                    </a:cubicBezTo>
                    <a:cubicBezTo>
                      <a:pt x="45" y="36"/>
                      <a:pt x="45" y="36"/>
                      <a:pt x="45" y="36"/>
                    </a:cubicBezTo>
                    <a:cubicBezTo>
                      <a:pt x="46" y="36"/>
                      <a:pt x="44" y="38"/>
                      <a:pt x="46" y="36"/>
                    </a:cubicBezTo>
                    <a:cubicBezTo>
                      <a:pt x="45" y="37"/>
                      <a:pt x="45" y="37"/>
                      <a:pt x="45" y="37"/>
                    </a:cubicBezTo>
                    <a:cubicBezTo>
                      <a:pt x="45" y="37"/>
                      <a:pt x="45" y="37"/>
                      <a:pt x="47" y="36"/>
                    </a:cubicBezTo>
                    <a:cubicBezTo>
                      <a:pt x="45" y="38"/>
                      <a:pt x="45" y="38"/>
                      <a:pt x="45" y="38"/>
                    </a:cubicBezTo>
                    <a:cubicBezTo>
                      <a:pt x="45" y="39"/>
                      <a:pt x="47" y="36"/>
                      <a:pt x="47" y="37"/>
                    </a:cubicBezTo>
                    <a:cubicBezTo>
                      <a:pt x="47" y="37"/>
                      <a:pt x="46" y="38"/>
                      <a:pt x="46" y="38"/>
                    </a:cubicBezTo>
                    <a:cubicBezTo>
                      <a:pt x="47" y="37"/>
                      <a:pt x="47" y="38"/>
                      <a:pt x="47" y="38"/>
                    </a:cubicBezTo>
                    <a:cubicBezTo>
                      <a:pt x="46" y="39"/>
                      <a:pt x="46" y="39"/>
                      <a:pt x="46" y="39"/>
                    </a:cubicBezTo>
                    <a:cubicBezTo>
                      <a:pt x="47" y="40"/>
                      <a:pt x="47" y="41"/>
                      <a:pt x="50" y="41"/>
                    </a:cubicBezTo>
                    <a:cubicBezTo>
                      <a:pt x="48" y="42"/>
                      <a:pt x="48" y="41"/>
                      <a:pt x="47" y="43"/>
                    </a:cubicBezTo>
                    <a:cubicBezTo>
                      <a:pt x="49" y="41"/>
                      <a:pt x="48" y="42"/>
                      <a:pt x="49" y="42"/>
                    </a:cubicBezTo>
                    <a:cubicBezTo>
                      <a:pt x="48" y="42"/>
                      <a:pt x="48" y="42"/>
                      <a:pt x="48" y="42"/>
                    </a:cubicBezTo>
                    <a:cubicBezTo>
                      <a:pt x="49" y="42"/>
                      <a:pt x="48" y="43"/>
                      <a:pt x="48" y="43"/>
                    </a:cubicBezTo>
                    <a:cubicBezTo>
                      <a:pt x="49" y="43"/>
                      <a:pt x="49" y="43"/>
                      <a:pt x="49" y="43"/>
                    </a:cubicBezTo>
                    <a:cubicBezTo>
                      <a:pt x="50" y="42"/>
                      <a:pt x="47" y="45"/>
                      <a:pt x="49" y="43"/>
                    </a:cubicBezTo>
                    <a:cubicBezTo>
                      <a:pt x="48" y="44"/>
                      <a:pt x="48" y="44"/>
                      <a:pt x="48" y="44"/>
                    </a:cubicBezTo>
                    <a:cubicBezTo>
                      <a:pt x="50" y="43"/>
                      <a:pt x="47" y="45"/>
                      <a:pt x="49" y="44"/>
                    </a:cubicBezTo>
                    <a:cubicBezTo>
                      <a:pt x="49" y="44"/>
                      <a:pt x="49" y="44"/>
                      <a:pt x="49" y="44"/>
                    </a:cubicBezTo>
                    <a:cubicBezTo>
                      <a:pt x="48" y="45"/>
                      <a:pt x="51" y="43"/>
                      <a:pt x="50" y="44"/>
                    </a:cubicBezTo>
                    <a:cubicBezTo>
                      <a:pt x="50" y="44"/>
                      <a:pt x="51" y="44"/>
                      <a:pt x="53" y="43"/>
                    </a:cubicBezTo>
                    <a:cubicBezTo>
                      <a:pt x="51" y="44"/>
                      <a:pt x="51" y="44"/>
                      <a:pt x="51" y="44"/>
                    </a:cubicBezTo>
                    <a:cubicBezTo>
                      <a:pt x="52" y="44"/>
                      <a:pt x="52" y="46"/>
                      <a:pt x="55" y="45"/>
                    </a:cubicBezTo>
                    <a:cubicBezTo>
                      <a:pt x="54" y="45"/>
                      <a:pt x="54" y="45"/>
                      <a:pt x="54" y="45"/>
                    </a:cubicBezTo>
                    <a:cubicBezTo>
                      <a:pt x="56" y="44"/>
                      <a:pt x="52" y="48"/>
                      <a:pt x="56" y="45"/>
                    </a:cubicBezTo>
                    <a:cubicBezTo>
                      <a:pt x="58" y="45"/>
                      <a:pt x="58" y="45"/>
                      <a:pt x="58" y="45"/>
                    </a:cubicBezTo>
                    <a:cubicBezTo>
                      <a:pt x="56" y="46"/>
                      <a:pt x="56" y="46"/>
                      <a:pt x="56" y="46"/>
                    </a:cubicBezTo>
                    <a:cubicBezTo>
                      <a:pt x="57" y="46"/>
                      <a:pt x="56" y="46"/>
                      <a:pt x="58" y="46"/>
                    </a:cubicBezTo>
                    <a:cubicBezTo>
                      <a:pt x="56" y="46"/>
                      <a:pt x="56" y="46"/>
                      <a:pt x="56" y="46"/>
                    </a:cubicBezTo>
                    <a:cubicBezTo>
                      <a:pt x="56" y="47"/>
                      <a:pt x="59" y="46"/>
                      <a:pt x="58" y="46"/>
                    </a:cubicBezTo>
                    <a:cubicBezTo>
                      <a:pt x="57" y="46"/>
                      <a:pt x="57" y="46"/>
                      <a:pt x="57" y="46"/>
                    </a:cubicBezTo>
                    <a:cubicBezTo>
                      <a:pt x="55" y="49"/>
                      <a:pt x="54" y="52"/>
                      <a:pt x="58" y="51"/>
                    </a:cubicBezTo>
                    <a:cubicBezTo>
                      <a:pt x="59" y="50"/>
                      <a:pt x="56" y="52"/>
                      <a:pt x="56" y="52"/>
                    </a:cubicBezTo>
                    <a:cubicBezTo>
                      <a:pt x="60" y="51"/>
                      <a:pt x="56" y="55"/>
                      <a:pt x="61" y="53"/>
                    </a:cubicBezTo>
                    <a:cubicBezTo>
                      <a:pt x="63" y="53"/>
                      <a:pt x="68" y="50"/>
                      <a:pt x="68" y="50"/>
                    </a:cubicBezTo>
                    <a:cubicBezTo>
                      <a:pt x="65" y="50"/>
                      <a:pt x="66" y="47"/>
                      <a:pt x="68" y="44"/>
                    </a:cubicBezTo>
                    <a:cubicBezTo>
                      <a:pt x="67" y="44"/>
                      <a:pt x="66" y="43"/>
                      <a:pt x="66" y="4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0" name="Freeform 374"/>
              <p:cNvSpPr/>
              <p:nvPr/>
            </p:nvSpPr>
            <p:spPr bwMode="auto">
              <a:xfrm>
                <a:off x="3472" y="2077"/>
                <a:ext cx="0" cy="2"/>
              </a:xfrm>
              <a:custGeom>
                <a:avLst/>
                <a:gdLst>
                  <a:gd name="T0" fmla="*/ 0 h 1"/>
                  <a:gd name="T1" fmla="*/ 1 h 1"/>
                  <a:gd name="T2" fmla="*/ 0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1" name="Freeform 375"/>
              <p:cNvSpPr/>
              <p:nvPr/>
            </p:nvSpPr>
            <p:spPr bwMode="auto">
              <a:xfrm>
                <a:off x="4219" y="2506"/>
                <a:ext cx="2" cy="4"/>
              </a:xfrm>
              <a:custGeom>
                <a:avLst/>
                <a:gdLst>
                  <a:gd name="T0" fmla="*/ 0 w 1"/>
                  <a:gd name="T1" fmla="*/ 1 h 2"/>
                  <a:gd name="T2" fmla="*/ 1 w 1"/>
                  <a:gd name="T3" fmla="*/ 1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1"/>
                    </a:cubicBezTo>
                    <a:cubicBezTo>
                      <a:pt x="1" y="1"/>
                      <a:pt x="1"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2" name="Freeform 376"/>
              <p:cNvSpPr/>
              <p:nvPr/>
            </p:nvSpPr>
            <p:spPr bwMode="auto">
              <a:xfrm>
                <a:off x="4228" y="2482"/>
                <a:ext cx="6" cy="3"/>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3" name="Freeform 377"/>
              <p:cNvSpPr/>
              <p:nvPr/>
            </p:nvSpPr>
            <p:spPr bwMode="auto">
              <a:xfrm>
                <a:off x="3472" y="2073"/>
                <a:ext cx="0" cy="2"/>
              </a:xfrm>
              <a:custGeom>
                <a:avLst/>
                <a:gdLst>
                  <a:gd name="T0" fmla="*/ 0 h 1"/>
                  <a:gd name="T1" fmla="*/ 0 h 1"/>
                  <a:gd name="T2" fmla="*/ 0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0"/>
                      <a:pt x="0" y="1"/>
                    </a:cubicBezTo>
                    <a:cubicBezTo>
                      <a:pt x="0" y="1"/>
                      <a:pt x="0" y="1"/>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4" name="Freeform 378"/>
              <p:cNvSpPr/>
              <p:nvPr/>
            </p:nvSpPr>
            <p:spPr bwMode="auto">
              <a:xfrm>
                <a:off x="3472" y="20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5" name="Freeform 379"/>
              <p:cNvSpPr/>
              <p:nvPr/>
            </p:nvSpPr>
            <p:spPr bwMode="auto">
              <a:xfrm>
                <a:off x="4219" y="2510"/>
                <a:ext cx="5" cy="2"/>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6" name="Freeform 380"/>
              <p:cNvSpPr/>
              <p:nvPr/>
            </p:nvSpPr>
            <p:spPr bwMode="auto">
              <a:xfrm>
                <a:off x="4221" y="2514"/>
                <a:ext cx="3" cy="4"/>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2"/>
                      <a:pt x="1" y="1"/>
                      <a:pt x="1" y="2"/>
                    </a:cubicBezTo>
                    <a:cubicBezTo>
                      <a:pt x="1" y="1"/>
                      <a:pt x="1"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7" name="Oval 381"/>
              <p:cNvSpPr>
                <a:spLocks noChangeArrowheads="1"/>
              </p:cNvSpPr>
              <p:nvPr/>
            </p:nvSpPr>
            <p:spPr bwMode="auto">
              <a:xfrm>
                <a:off x="3905" y="2275"/>
                <a:ext cx="1" cy="1"/>
              </a:xfrm>
              <a:prstGeom prst="ellipse">
                <a:avLst/>
              </a:pr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8" name="Freeform 382"/>
              <p:cNvSpPr/>
              <p:nvPr/>
            </p:nvSpPr>
            <p:spPr bwMode="auto">
              <a:xfrm>
                <a:off x="4217" y="2510"/>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9" name="Freeform 383"/>
              <p:cNvSpPr/>
              <p:nvPr/>
            </p:nvSpPr>
            <p:spPr bwMode="auto">
              <a:xfrm>
                <a:off x="4296" y="2552"/>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0" name="Freeform 384"/>
              <p:cNvSpPr/>
              <p:nvPr/>
            </p:nvSpPr>
            <p:spPr bwMode="auto">
              <a:xfrm>
                <a:off x="4289" y="25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1" name="Freeform 385"/>
              <p:cNvSpPr/>
              <p:nvPr/>
            </p:nvSpPr>
            <p:spPr bwMode="auto">
              <a:xfrm>
                <a:off x="4296" y="2552"/>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2" name="Freeform 386"/>
              <p:cNvSpPr/>
              <p:nvPr/>
            </p:nvSpPr>
            <p:spPr bwMode="auto">
              <a:xfrm>
                <a:off x="4306" y="2555"/>
                <a:ext cx="2" cy="4"/>
              </a:xfrm>
              <a:custGeom>
                <a:avLst/>
                <a:gdLst>
                  <a:gd name="T0" fmla="*/ 0 w 2"/>
                  <a:gd name="T1" fmla="*/ 4 h 4"/>
                  <a:gd name="T2" fmla="*/ 0 w 2"/>
                  <a:gd name="T3" fmla="*/ 4 h 4"/>
                  <a:gd name="T4" fmla="*/ 2 w 2"/>
                  <a:gd name="T5" fmla="*/ 0 h 4"/>
                  <a:gd name="T6" fmla="*/ 0 w 2"/>
                  <a:gd name="T7" fmla="*/ 4 h 4"/>
                </a:gdLst>
                <a:ahLst/>
                <a:cxnLst>
                  <a:cxn ang="0">
                    <a:pos x="T0" y="T1"/>
                  </a:cxn>
                  <a:cxn ang="0">
                    <a:pos x="T2" y="T3"/>
                  </a:cxn>
                  <a:cxn ang="0">
                    <a:pos x="T4" y="T5"/>
                  </a:cxn>
                  <a:cxn ang="0">
                    <a:pos x="T6" y="T7"/>
                  </a:cxn>
                </a:cxnLst>
                <a:rect l="0" t="0" r="r" b="b"/>
                <a:pathLst>
                  <a:path w="2" h="4">
                    <a:moveTo>
                      <a:pt x="0" y="4"/>
                    </a:moveTo>
                    <a:lnTo>
                      <a:pt x="0" y="4"/>
                    </a:lnTo>
                    <a:lnTo>
                      <a:pt x="2" y="0"/>
                    </a:lnTo>
                    <a:lnTo>
                      <a:pt x="0" y="4"/>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3" name="Freeform 387"/>
              <p:cNvSpPr/>
              <p:nvPr/>
            </p:nvSpPr>
            <p:spPr bwMode="auto">
              <a:xfrm>
                <a:off x="3903" y="2275"/>
                <a:ext cx="2"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4" name="Freeform 388"/>
              <p:cNvSpPr/>
              <p:nvPr/>
            </p:nvSpPr>
            <p:spPr bwMode="auto">
              <a:xfrm>
                <a:off x="3901" y="257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5" name="Freeform 389"/>
              <p:cNvSpPr/>
              <p:nvPr/>
            </p:nvSpPr>
            <p:spPr bwMode="auto">
              <a:xfrm>
                <a:off x="4285" y="25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6" name="Freeform 390"/>
              <p:cNvSpPr/>
              <p:nvPr/>
            </p:nvSpPr>
            <p:spPr bwMode="auto">
              <a:xfrm>
                <a:off x="3472" y="207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7" name="Rectangle 391"/>
              <p:cNvSpPr>
                <a:spLocks noChangeArrowheads="1"/>
              </p:cNvSpPr>
              <p:nvPr/>
            </p:nvSpPr>
            <p:spPr bwMode="auto">
              <a:xfrm>
                <a:off x="3472" y="2079"/>
                <a:ext cx="1"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8" name="Freeform 392"/>
              <p:cNvSpPr/>
              <p:nvPr/>
            </p:nvSpPr>
            <p:spPr bwMode="auto">
              <a:xfrm>
                <a:off x="4277" y="2495"/>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9" name="Freeform 393"/>
              <p:cNvSpPr/>
              <p:nvPr/>
            </p:nvSpPr>
            <p:spPr bwMode="auto">
              <a:xfrm>
                <a:off x="3472"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0" name="Freeform 394"/>
              <p:cNvSpPr/>
              <p:nvPr/>
            </p:nvSpPr>
            <p:spPr bwMode="auto">
              <a:xfrm>
                <a:off x="4255" y="25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1" name="Freeform 395"/>
              <p:cNvSpPr/>
              <p:nvPr/>
            </p:nvSpPr>
            <p:spPr bwMode="auto">
              <a:xfrm>
                <a:off x="3678" y="2461"/>
                <a:ext cx="19" cy="13"/>
              </a:xfrm>
              <a:custGeom>
                <a:avLst/>
                <a:gdLst>
                  <a:gd name="T0" fmla="*/ 0 w 9"/>
                  <a:gd name="T1" fmla="*/ 0 h 6"/>
                  <a:gd name="T2" fmla="*/ 9 w 9"/>
                  <a:gd name="T3" fmla="*/ 6 h 6"/>
                  <a:gd name="T4" fmla="*/ 0 w 9"/>
                  <a:gd name="T5" fmla="*/ 0 h 6"/>
                </a:gdLst>
                <a:ahLst/>
                <a:cxnLst>
                  <a:cxn ang="0">
                    <a:pos x="T0" y="T1"/>
                  </a:cxn>
                  <a:cxn ang="0">
                    <a:pos x="T2" y="T3"/>
                  </a:cxn>
                  <a:cxn ang="0">
                    <a:pos x="T4" y="T5"/>
                  </a:cxn>
                </a:cxnLst>
                <a:rect l="0" t="0" r="r" b="b"/>
                <a:pathLst>
                  <a:path w="9" h="6">
                    <a:moveTo>
                      <a:pt x="0" y="0"/>
                    </a:moveTo>
                    <a:cubicBezTo>
                      <a:pt x="9" y="6"/>
                      <a:pt x="9" y="6"/>
                      <a:pt x="9" y="6"/>
                    </a:cubicBezTo>
                    <a:cubicBezTo>
                      <a:pt x="6" y="3"/>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2" name="Freeform 396"/>
              <p:cNvSpPr/>
              <p:nvPr/>
            </p:nvSpPr>
            <p:spPr bwMode="auto">
              <a:xfrm>
                <a:off x="3496" y="2319"/>
                <a:ext cx="4" cy="6"/>
              </a:xfrm>
              <a:custGeom>
                <a:avLst/>
                <a:gdLst>
                  <a:gd name="T0" fmla="*/ 1 w 2"/>
                  <a:gd name="T1" fmla="*/ 1 h 3"/>
                  <a:gd name="T2" fmla="*/ 2 w 2"/>
                  <a:gd name="T3" fmla="*/ 3 h 3"/>
                  <a:gd name="T4" fmla="*/ 2 w 2"/>
                  <a:gd name="T5" fmla="*/ 1 h 3"/>
                  <a:gd name="T6" fmla="*/ 1 w 2"/>
                  <a:gd name="T7" fmla="*/ 1 h 3"/>
                </a:gdLst>
                <a:ahLst/>
                <a:cxnLst>
                  <a:cxn ang="0">
                    <a:pos x="T0" y="T1"/>
                  </a:cxn>
                  <a:cxn ang="0">
                    <a:pos x="T2" y="T3"/>
                  </a:cxn>
                  <a:cxn ang="0">
                    <a:pos x="T4" y="T5"/>
                  </a:cxn>
                  <a:cxn ang="0">
                    <a:pos x="T6" y="T7"/>
                  </a:cxn>
                </a:cxnLst>
                <a:rect l="0" t="0" r="r" b="b"/>
                <a:pathLst>
                  <a:path w="2" h="3">
                    <a:moveTo>
                      <a:pt x="1" y="1"/>
                    </a:moveTo>
                    <a:cubicBezTo>
                      <a:pt x="2" y="2"/>
                      <a:pt x="2" y="2"/>
                      <a:pt x="2" y="3"/>
                    </a:cubicBezTo>
                    <a:cubicBezTo>
                      <a:pt x="2" y="1"/>
                      <a:pt x="2" y="1"/>
                      <a:pt x="2" y="1"/>
                    </a:cubicBezTo>
                    <a:cubicBezTo>
                      <a:pt x="2" y="0"/>
                      <a:pt x="0"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3" name="Freeform 397"/>
              <p:cNvSpPr/>
              <p:nvPr/>
            </p:nvSpPr>
            <p:spPr bwMode="auto">
              <a:xfrm>
                <a:off x="3483" y="2156"/>
                <a:ext cx="6" cy="4"/>
              </a:xfrm>
              <a:custGeom>
                <a:avLst/>
                <a:gdLst>
                  <a:gd name="T0" fmla="*/ 2 w 3"/>
                  <a:gd name="T1" fmla="*/ 1 h 2"/>
                  <a:gd name="T2" fmla="*/ 1 w 3"/>
                  <a:gd name="T3" fmla="*/ 2 h 2"/>
                  <a:gd name="T4" fmla="*/ 2 w 3"/>
                  <a:gd name="T5" fmla="*/ 1 h 2"/>
                </a:gdLst>
                <a:ahLst/>
                <a:cxnLst>
                  <a:cxn ang="0">
                    <a:pos x="T0" y="T1"/>
                  </a:cxn>
                  <a:cxn ang="0">
                    <a:pos x="T2" y="T3"/>
                  </a:cxn>
                  <a:cxn ang="0">
                    <a:pos x="T4" y="T5"/>
                  </a:cxn>
                </a:cxnLst>
                <a:rect l="0" t="0" r="r" b="b"/>
                <a:pathLst>
                  <a:path w="3" h="2">
                    <a:moveTo>
                      <a:pt x="2" y="1"/>
                    </a:moveTo>
                    <a:cubicBezTo>
                      <a:pt x="0" y="0"/>
                      <a:pt x="3" y="1"/>
                      <a:pt x="1" y="2"/>
                    </a:cubicBezTo>
                    <a:cubicBezTo>
                      <a:pt x="2" y="2"/>
                      <a:pt x="2" y="2"/>
                      <a:pt x="2"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4" name="Freeform 398"/>
              <p:cNvSpPr/>
              <p:nvPr/>
            </p:nvSpPr>
            <p:spPr bwMode="auto">
              <a:xfrm>
                <a:off x="3534" y="2347"/>
                <a:ext cx="13" cy="6"/>
              </a:xfrm>
              <a:custGeom>
                <a:avLst/>
                <a:gdLst>
                  <a:gd name="T0" fmla="*/ 0 w 6"/>
                  <a:gd name="T1" fmla="*/ 0 h 3"/>
                  <a:gd name="T2" fmla="*/ 4 w 6"/>
                  <a:gd name="T3" fmla="*/ 3 h 3"/>
                  <a:gd name="T4" fmla="*/ 0 w 6"/>
                  <a:gd name="T5" fmla="*/ 0 h 3"/>
                </a:gdLst>
                <a:ahLst/>
                <a:cxnLst>
                  <a:cxn ang="0">
                    <a:pos x="T0" y="T1"/>
                  </a:cxn>
                  <a:cxn ang="0">
                    <a:pos x="T2" y="T3"/>
                  </a:cxn>
                  <a:cxn ang="0">
                    <a:pos x="T4" y="T5"/>
                  </a:cxn>
                </a:cxnLst>
                <a:rect l="0" t="0" r="r" b="b"/>
                <a:pathLst>
                  <a:path w="6" h="3">
                    <a:moveTo>
                      <a:pt x="0" y="0"/>
                    </a:moveTo>
                    <a:cubicBezTo>
                      <a:pt x="0" y="2"/>
                      <a:pt x="3" y="3"/>
                      <a:pt x="4" y="3"/>
                    </a:cubicBezTo>
                    <a:cubicBezTo>
                      <a:pt x="6" y="3"/>
                      <a:pt x="1" y="2"/>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5" name="Freeform 399"/>
              <p:cNvSpPr/>
              <p:nvPr/>
            </p:nvSpPr>
            <p:spPr bwMode="auto">
              <a:xfrm>
                <a:off x="3466" y="2090"/>
                <a:ext cx="4" cy="4"/>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6" name="Freeform 400"/>
              <p:cNvSpPr/>
              <p:nvPr/>
            </p:nvSpPr>
            <p:spPr bwMode="auto">
              <a:xfrm>
                <a:off x="3466" y="2103"/>
                <a:ext cx="4" cy="0"/>
              </a:xfrm>
              <a:custGeom>
                <a:avLst/>
                <a:gdLst>
                  <a:gd name="T0" fmla="*/ 0 w 2"/>
                  <a:gd name="T1" fmla="*/ 1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1" y="0"/>
                    </a:cubicBezTo>
                    <a:cubicBezTo>
                      <a:pt x="2" y="0"/>
                      <a:pt x="1" y="0"/>
                      <a:pt x="1" y="0"/>
                    </a:cubicBezTo>
                    <a:cubicBezTo>
                      <a:pt x="1"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7" name="Freeform 401"/>
              <p:cNvSpPr/>
              <p:nvPr/>
            </p:nvSpPr>
            <p:spPr bwMode="auto">
              <a:xfrm>
                <a:off x="3477" y="2152"/>
                <a:ext cx="4" cy="8"/>
              </a:xfrm>
              <a:custGeom>
                <a:avLst/>
                <a:gdLst>
                  <a:gd name="T0" fmla="*/ 2 w 2"/>
                  <a:gd name="T1" fmla="*/ 4 h 4"/>
                  <a:gd name="T2" fmla="*/ 1 w 2"/>
                  <a:gd name="T3" fmla="*/ 0 h 4"/>
                  <a:gd name="T4" fmla="*/ 2 w 2"/>
                  <a:gd name="T5" fmla="*/ 4 h 4"/>
                </a:gdLst>
                <a:ahLst/>
                <a:cxnLst>
                  <a:cxn ang="0">
                    <a:pos x="T0" y="T1"/>
                  </a:cxn>
                  <a:cxn ang="0">
                    <a:pos x="T2" y="T3"/>
                  </a:cxn>
                  <a:cxn ang="0">
                    <a:pos x="T4" y="T5"/>
                  </a:cxn>
                </a:cxnLst>
                <a:rect l="0" t="0" r="r" b="b"/>
                <a:pathLst>
                  <a:path w="2" h="4">
                    <a:moveTo>
                      <a:pt x="2" y="4"/>
                    </a:moveTo>
                    <a:cubicBezTo>
                      <a:pt x="2" y="3"/>
                      <a:pt x="1" y="1"/>
                      <a:pt x="1" y="0"/>
                    </a:cubicBezTo>
                    <a:cubicBezTo>
                      <a:pt x="0" y="2"/>
                      <a:pt x="1" y="2"/>
                      <a:pt x="2" y="4"/>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8" name="Freeform 402"/>
              <p:cNvSpPr/>
              <p:nvPr/>
            </p:nvSpPr>
            <p:spPr bwMode="auto">
              <a:xfrm>
                <a:off x="3466" y="2096"/>
                <a:ext cx="8" cy="5"/>
              </a:xfrm>
              <a:custGeom>
                <a:avLst/>
                <a:gdLst>
                  <a:gd name="T0" fmla="*/ 0 w 4"/>
                  <a:gd name="T1" fmla="*/ 2 h 2"/>
                  <a:gd name="T2" fmla="*/ 0 w 4"/>
                  <a:gd name="T3" fmla="*/ 2 h 2"/>
                  <a:gd name="T4" fmla="*/ 2 w 4"/>
                  <a:gd name="T5" fmla="*/ 2 h 2"/>
                  <a:gd name="T6" fmla="*/ 2 w 4"/>
                  <a:gd name="T7" fmla="*/ 1 h 2"/>
                  <a:gd name="T8" fmla="*/ 4 w 4"/>
                  <a:gd name="T9" fmla="*/ 0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0" y="2"/>
                      <a:pt x="0" y="2"/>
                    </a:cubicBezTo>
                    <a:cubicBezTo>
                      <a:pt x="1" y="2"/>
                      <a:pt x="1" y="2"/>
                      <a:pt x="2" y="2"/>
                    </a:cubicBezTo>
                    <a:cubicBezTo>
                      <a:pt x="2" y="2"/>
                      <a:pt x="3" y="1"/>
                      <a:pt x="2" y="1"/>
                    </a:cubicBezTo>
                    <a:cubicBezTo>
                      <a:pt x="3" y="0"/>
                      <a:pt x="4" y="1"/>
                      <a:pt x="4" y="0"/>
                    </a:cubicBezTo>
                    <a:cubicBezTo>
                      <a:pt x="3" y="0"/>
                      <a:pt x="1"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9" name="Freeform 403"/>
              <p:cNvSpPr/>
              <p:nvPr/>
            </p:nvSpPr>
            <p:spPr bwMode="auto">
              <a:xfrm>
                <a:off x="3470" y="210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0" name="Freeform 404"/>
              <p:cNvSpPr/>
              <p:nvPr/>
            </p:nvSpPr>
            <p:spPr bwMode="auto">
              <a:xfrm>
                <a:off x="3718" y="2501"/>
                <a:ext cx="5" cy="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2" y="1"/>
                      <a:pt x="2" y="2"/>
                    </a:cubicBezTo>
                    <a:cubicBezTo>
                      <a:pt x="2" y="1"/>
                      <a:pt x="1" y="1"/>
                      <a:pt x="0" y="0"/>
                    </a:cubicBezTo>
                    <a:cubicBezTo>
                      <a:pt x="0" y="0"/>
                      <a:pt x="0" y="2"/>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1" name="Freeform 405"/>
              <p:cNvSpPr/>
              <p:nvPr/>
            </p:nvSpPr>
            <p:spPr bwMode="auto">
              <a:xfrm>
                <a:off x="3629" y="2417"/>
                <a:ext cx="7" cy="6"/>
              </a:xfrm>
              <a:custGeom>
                <a:avLst/>
                <a:gdLst>
                  <a:gd name="T0" fmla="*/ 2 w 3"/>
                  <a:gd name="T1" fmla="*/ 3 h 3"/>
                  <a:gd name="T2" fmla="*/ 0 w 3"/>
                  <a:gd name="T3" fmla="*/ 0 h 3"/>
                  <a:gd name="T4" fmla="*/ 2 w 3"/>
                  <a:gd name="T5" fmla="*/ 3 h 3"/>
                </a:gdLst>
                <a:ahLst/>
                <a:cxnLst>
                  <a:cxn ang="0">
                    <a:pos x="T0" y="T1"/>
                  </a:cxn>
                  <a:cxn ang="0">
                    <a:pos x="T2" y="T3"/>
                  </a:cxn>
                  <a:cxn ang="0">
                    <a:pos x="T4" y="T5"/>
                  </a:cxn>
                </a:cxnLst>
                <a:rect l="0" t="0" r="r" b="b"/>
                <a:pathLst>
                  <a:path w="3" h="3">
                    <a:moveTo>
                      <a:pt x="2" y="3"/>
                    </a:moveTo>
                    <a:cubicBezTo>
                      <a:pt x="3" y="2"/>
                      <a:pt x="1" y="1"/>
                      <a:pt x="0" y="0"/>
                    </a:cubicBezTo>
                    <a:cubicBezTo>
                      <a:pt x="0" y="1"/>
                      <a:pt x="1" y="2"/>
                      <a:pt x="2"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sp>
          <p:nvSpPr>
            <p:cNvPr id="6" name="Freeform 407"/>
            <p:cNvSpPr/>
            <p:nvPr/>
          </p:nvSpPr>
          <p:spPr bwMode="auto">
            <a:xfrm>
              <a:off x="3716" y="2495"/>
              <a:ext cx="5" cy="4"/>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1"/>
                    <a:pt x="1" y="0"/>
                    <a:pt x="0" y="0"/>
                  </a:cubicBezTo>
                  <a:cubicBezTo>
                    <a:pt x="1" y="1"/>
                    <a:pt x="1" y="1"/>
                    <a:pt x="2"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7" name="Freeform 408"/>
            <p:cNvSpPr/>
            <p:nvPr/>
          </p:nvSpPr>
          <p:spPr bwMode="auto">
            <a:xfrm>
              <a:off x="3706" y="2480"/>
              <a:ext cx="10" cy="15"/>
            </a:xfrm>
            <a:custGeom>
              <a:avLst/>
              <a:gdLst>
                <a:gd name="T0" fmla="*/ 5 w 5"/>
                <a:gd name="T1" fmla="*/ 7 h 7"/>
                <a:gd name="T2" fmla="*/ 2 w 5"/>
                <a:gd name="T3" fmla="*/ 3 h 7"/>
                <a:gd name="T4" fmla="*/ 2 w 5"/>
                <a:gd name="T5" fmla="*/ 1 h 7"/>
                <a:gd name="T6" fmla="*/ 3 w 5"/>
                <a:gd name="T7" fmla="*/ 7 h 7"/>
                <a:gd name="T8" fmla="*/ 3 w 5"/>
                <a:gd name="T9" fmla="*/ 7 h 7"/>
                <a:gd name="T10" fmla="*/ 5 w 5"/>
                <a:gd name="T11" fmla="*/ 7 h 7"/>
              </a:gdLst>
              <a:ahLst/>
              <a:cxnLst>
                <a:cxn ang="0">
                  <a:pos x="T0" y="T1"/>
                </a:cxn>
                <a:cxn ang="0">
                  <a:pos x="T2" y="T3"/>
                </a:cxn>
                <a:cxn ang="0">
                  <a:pos x="T4" y="T5"/>
                </a:cxn>
                <a:cxn ang="0">
                  <a:pos x="T6" y="T7"/>
                </a:cxn>
                <a:cxn ang="0">
                  <a:pos x="T8" y="T9"/>
                </a:cxn>
                <a:cxn ang="0">
                  <a:pos x="T10" y="T11"/>
                </a:cxn>
              </a:cxnLst>
              <a:rect l="0" t="0" r="r" b="b"/>
              <a:pathLst>
                <a:path w="5" h="7">
                  <a:moveTo>
                    <a:pt x="5" y="7"/>
                  </a:moveTo>
                  <a:cubicBezTo>
                    <a:pt x="4" y="5"/>
                    <a:pt x="4" y="3"/>
                    <a:pt x="2" y="3"/>
                  </a:cubicBezTo>
                  <a:cubicBezTo>
                    <a:pt x="1" y="1"/>
                    <a:pt x="4" y="3"/>
                    <a:pt x="2" y="1"/>
                  </a:cubicBezTo>
                  <a:cubicBezTo>
                    <a:pt x="0" y="0"/>
                    <a:pt x="1" y="4"/>
                    <a:pt x="3" y="7"/>
                  </a:cubicBezTo>
                  <a:cubicBezTo>
                    <a:pt x="3" y="7"/>
                    <a:pt x="3" y="7"/>
                    <a:pt x="3" y="7"/>
                  </a:cubicBezTo>
                  <a:cubicBezTo>
                    <a:pt x="4" y="7"/>
                    <a:pt x="4" y="7"/>
                    <a:pt x="5"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8" name="Freeform 409"/>
            <p:cNvSpPr/>
            <p:nvPr/>
          </p:nvSpPr>
          <p:spPr bwMode="auto">
            <a:xfrm>
              <a:off x="3782" y="3038"/>
              <a:ext cx="2" cy="4"/>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0" y="2"/>
                    <a:pt x="1" y="1"/>
                    <a:pt x="1"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9" name="Freeform 410"/>
            <p:cNvSpPr/>
            <p:nvPr/>
          </p:nvSpPr>
          <p:spPr bwMode="auto">
            <a:xfrm>
              <a:off x="3631" y="2249"/>
              <a:ext cx="3" cy="2"/>
            </a:xfrm>
            <a:custGeom>
              <a:avLst/>
              <a:gdLst>
                <a:gd name="T0" fmla="*/ 3 w 3"/>
                <a:gd name="T1" fmla="*/ 0 h 2"/>
                <a:gd name="T2" fmla="*/ 0 w 3"/>
                <a:gd name="T3" fmla="*/ 0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0" y="2"/>
                  </a:lnTo>
                  <a:lnTo>
                    <a:pt x="3"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0" name="Freeform 411"/>
            <p:cNvSpPr/>
            <p:nvPr/>
          </p:nvSpPr>
          <p:spPr bwMode="auto">
            <a:xfrm>
              <a:off x="3988" y="3019"/>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1" name="Freeform 412"/>
            <p:cNvSpPr/>
            <p:nvPr/>
          </p:nvSpPr>
          <p:spPr bwMode="auto">
            <a:xfrm>
              <a:off x="3856" y="3002"/>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2" name="Freeform 413"/>
            <p:cNvSpPr/>
            <p:nvPr/>
          </p:nvSpPr>
          <p:spPr bwMode="auto">
            <a:xfrm>
              <a:off x="3924" y="2998"/>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0" y="0"/>
                    <a:pt x="1" y="0"/>
                  </a:cubicBezTo>
                  <a:lnTo>
                    <a:pt x="0"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3" name="Freeform 414"/>
            <p:cNvSpPr/>
            <p:nvPr/>
          </p:nvSpPr>
          <p:spPr bwMode="auto">
            <a:xfrm>
              <a:off x="3561" y="1990"/>
              <a:ext cx="3" cy="9"/>
            </a:xfrm>
            <a:custGeom>
              <a:avLst/>
              <a:gdLst>
                <a:gd name="T0" fmla="*/ 1 w 1"/>
                <a:gd name="T1" fmla="*/ 1 h 4"/>
                <a:gd name="T2" fmla="*/ 0 w 1"/>
                <a:gd name="T3" fmla="*/ 0 h 4"/>
                <a:gd name="T4" fmla="*/ 1 w 1"/>
                <a:gd name="T5" fmla="*/ 1 h 4"/>
              </a:gdLst>
              <a:ahLst/>
              <a:cxnLst>
                <a:cxn ang="0">
                  <a:pos x="T0" y="T1"/>
                </a:cxn>
                <a:cxn ang="0">
                  <a:pos x="T2" y="T3"/>
                </a:cxn>
                <a:cxn ang="0">
                  <a:pos x="T4" y="T5"/>
                </a:cxn>
              </a:cxnLst>
              <a:rect l="0" t="0" r="r" b="b"/>
              <a:pathLst>
                <a:path w="1" h="4">
                  <a:moveTo>
                    <a:pt x="1" y="1"/>
                  </a:moveTo>
                  <a:cubicBezTo>
                    <a:pt x="1" y="1"/>
                    <a:pt x="0" y="0"/>
                    <a:pt x="0" y="0"/>
                  </a:cubicBezTo>
                  <a:cubicBezTo>
                    <a:pt x="0" y="3"/>
                    <a:pt x="0" y="4"/>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4" name="Freeform 415"/>
            <p:cNvSpPr/>
            <p:nvPr/>
          </p:nvSpPr>
          <p:spPr bwMode="auto">
            <a:xfrm>
              <a:off x="3795" y="3040"/>
              <a:ext cx="2" cy="2"/>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0"/>
                    <a:pt x="1"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5" name="Freeform 416"/>
            <p:cNvSpPr/>
            <p:nvPr/>
          </p:nvSpPr>
          <p:spPr bwMode="auto">
            <a:xfrm>
              <a:off x="3958" y="30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6" name="Freeform 417"/>
            <p:cNvSpPr/>
            <p:nvPr/>
          </p:nvSpPr>
          <p:spPr bwMode="auto">
            <a:xfrm>
              <a:off x="3982" y="3027"/>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7" name="Freeform 418"/>
            <p:cNvSpPr/>
            <p:nvPr/>
          </p:nvSpPr>
          <p:spPr bwMode="auto">
            <a:xfrm>
              <a:off x="3595" y="18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8" name="Freeform 419"/>
            <p:cNvSpPr/>
            <p:nvPr/>
          </p:nvSpPr>
          <p:spPr bwMode="auto">
            <a:xfrm>
              <a:off x="3757" y="2981"/>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19" name="Freeform 420"/>
            <p:cNvSpPr/>
            <p:nvPr/>
          </p:nvSpPr>
          <p:spPr bwMode="auto">
            <a:xfrm>
              <a:off x="3627" y="1789"/>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0" name="Freeform 421"/>
            <p:cNvSpPr/>
            <p:nvPr/>
          </p:nvSpPr>
          <p:spPr bwMode="auto">
            <a:xfrm>
              <a:off x="3578" y="17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1" name="Rectangle 422"/>
            <p:cNvSpPr>
              <a:spLocks noChangeArrowheads="1"/>
            </p:cNvSpPr>
            <p:nvPr/>
          </p:nvSpPr>
          <p:spPr bwMode="auto">
            <a:xfrm>
              <a:off x="3593" y="1825"/>
              <a:ext cx="1" cy="1"/>
            </a:xfrm>
            <a:prstGeom prst="rect">
              <a:avLst/>
            </a:prstGeom>
            <a:grpFill/>
            <a:ln w="9525">
              <a:solidFill>
                <a:schemeClr val="tx1"/>
              </a:solidFill>
              <a:miter lim="800000"/>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2" name="Freeform 423"/>
            <p:cNvSpPr/>
            <p:nvPr/>
          </p:nvSpPr>
          <p:spPr bwMode="auto">
            <a:xfrm>
              <a:off x="3593" y="1825"/>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3" name="Freeform 424"/>
            <p:cNvSpPr/>
            <p:nvPr/>
          </p:nvSpPr>
          <p:spPr bwMode="auto">
            <a:xfrm>
              <a:off x="3593" y="1825"/>
              <a:ext cx="0" cy="2"/>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4" name="Freeform 425"/>
            <p:cNvSpPr/>
            <p:nvPr/>
          </p:nvSpPr>
          <p:spPr bwMode="auto">
            <a:xfrm>
              <a:off x="3638" y="2417"/>
              <a:ext cx="6" cy="6"/>
            </a:xfrm>
            <a:custGeom>
              <a:avLst/>
              <a:gdLst>
                <a:gd name="T0" fmla="*/ 1 w 3"/>
                <a:gd name="T1" fmla="*/ 2 h 3"/>
                <a:gd name="T2" fmla="*/ 3 w 3"/>
                <a:gd name="T3" fmla="*/ 2 h 3"/>
                <a:gd name="T4" fmla="*/ 1 w 3"/>
                <a:gd name="T5" fmla="*/ 2 h 3"/>
              </a:gdLst>
              <a:ahLst/>
              <a:cxnLst>
                <a:cxn ang="0">
                  <a:pos x="T0" y="T1"/>
                </a:cxn>
                <a:cxn ang="0">
                  <a:pos x="T2" y="T3"/>
                </a:cxn>
                <a:cxn ang="0">
                  <a:pos x="T4" y="T5"/>
                </a:cxn>
              </a:cxnLst>
              <a:rect l="0" t="0" r="r" b="b"/>
              <a:pathLst>
                <a:path w="3" h="3">
                  <a:moveTo>
                    <a:pt x="1" y="2"/>
                  </a:moveTo>
                  <a:cubicBezTo>
                    <a:pt x="2" y="2"/>
                    <a:pt x="3" y="3"/>
                    <a:pt x="3" y="2"/>
                  </a:cubicBezTo>
                  <a:cubicBezTo>
                    <a:pt x="0" y="0"/>
                    <a:pt x="0" y="0"/>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5" name="Freeform 426"/>
            <p:cNvSpPr/>
            <p:nvPr/>
          </p:nvSpPr>
          <p:spPr bwMode="auto">
            <a:xfrm>
              <a:off x="3708" y="2743"/>
              <a:ext cx="2" cy="7"/>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1" y="3"/>
                    <a:pt x="1" y="0"/>
                    <a:pt x="0" y="0"/>
                  </a:cubicBezTo>
                  <a:cubicBezTo>
                    <a:pt x="0" y="0"/>
                    <a:pt x="0" y="3"/>
                    <a:pt x="1"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6" name="Freeform 427"/>
            <p:cNvSpPr/>
            <p:nvPr/>
          </p:nvSpPr>
          <p:spPr bwMode="auto">
            <a:xfrm>
              <a:off x="3714" y="2737"/>
              <a:ext cx="4" cy="2"/>
            </a:xfrm>
            <a:custGeom>
              <a:avLst/>
              <a:gdLst>
                <a:gd name="T0" fmla="*/ 1 w 2"/>
                <a:gd name="T1" fmla="*/ 1 h 1"/>
                <a:gd name="T2" fmla="*/ 0 w 2"/>
                <a:gd name="T3" fmla="*/ 0 h 1"/>
                <a:gd name="T4" fmla="*/ 1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0" y="0"/>
                    <a:pt x="0" y="0"/>
                  </a:cubicBezTo>
                  <a:cubicBezTo>
                    <a:pt x="0" y="0"/>
                    <a:pt x="1" y="1"/>
                    <a:pt x="1" y="1"/>
                  </a:cubicBezTo>
                  <a:cubicBezTo>
                    <a:pt x="1" y="1"/>
                    <a:pt x="2"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7" name="Freeform 428"/>
            <p:cNvSpPr/>
            <p:nvPr/>
          </p:nvSpPr>
          <p:spPr bwMode="auto">
            <a:xfrm>
              <a:off x="3706" y="2737"/>
              <a:ext cx="10" cy="4"/>
            </a:xfrm>
            <a:custGeom>
              <a:avLst/>
              <a:gdLst>
                <a:gd name="T0" fmla="*/ 0 w 5"/>
                <a:gd name="T1" fmla="*/ 1 h 2"/>
                <a:gd name="T2" fmla="*/ 4 w 5"/>
                <a:gd name="T3" fmla="*/ 1 h 2"/>
                <a:gd name="T4" fmla="*/ 5 w 5"/>
                <a:gd name="T5" fmla="*/ 2 h 2"/>
                <a:gd name="T6" fmla="*/ 3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2"/>
                    <a:pt x="3" y="2"/>
                    <a:pt x="4" y="1"/>
                  </a:cubicBezTo>
                  <a:cubicBezTo>
                    <a:pt x="4" y="1"/>
                    <a:pt x="5" y="2"/>
                    <a:pt x="5" y="2"/>
                  </a:cubicBezTo>
                  <a:cubicBezTo>
                    <a:pt x="4" y="1"/>
                    <a:pt x="4" y="1"/>
                    <a:pt x="3" y="1"/>
                  </a:cubicBezTo>
                  <a:cubicBezTo>
                    <a:pt x="3" y="1"/>
                    <a:pt x="1" y="0"/>
                    <a:pt x="2" y="1"/>
                  </a:cubicBezTo>
                  <a:cubicBezTo>
                    <a:pt x="2" y="1"/>
                    <a:pt x="1"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8" name="Freeform 429"/>
            <p:cNvSpPr/>
            <p:nvPr/>
          </p:nvSpPr>
          <p:spPr bwMode="auto">
            <a:xfrm>
              <a:off x="3755" y="2718"/>
              <a:ext cx="4" cy="6"/>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cubicBezTo>
                    <a:pt x="0" y="0"/>
                    <a:pt x="0" y="0"/>
                    <a:pt x="0" y="0"/>
                  </a:cubicBezTo>
                  <a:cubicBezTo>
                    <a:pt x="1" y="2"/>
                    <a:pt x="1" y="2"/>
                    <a:pt x="2" y="3"/>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29" name="Freeform 430"/>
            <p:cNvSpPr/>
            <p:nvPr/>
          </p:nvSpPr>
          <p:spPr bwMode="auto">
            <a:xfrm>
              <a:off x="3761" y="2733"/>
              <a:ext cx="4" cy="17"/>
            </a:xfrm>
            <a:custGeom>
              <a:avLst/>
              <a:gdLst>
                <a:gd name="T0" fmla="*/ 1 w 2"/>
                <a:gd name="T1" fmla="*/ 7 h 8"/>
                <a:gd name="T2" fmla="*/ 0 w 2"/>
                <a:gd name="T3" fmla="*/ 3 h 8"/>
                <a:gd name="T4" fmla="*/ 1 w 2"/>
                <a:gd name="T5" fmla="*/ 7 h 8"/>
              </a:gdLst>
              <a:ahLst/>
              <a:cxnLst>
                <a:cxn ang="0">
                  <a:pos x="T0" y="T1"/>
                </a:cxn>
                <a:cxn ang="0">
                  <a:pos x="T2" y="T3"/>
                </a:cxn>
                <a:cxn ang="0">
                  <a:pos x="T4" y="T5"/>
                </a:cxn>
              </a:cxnLst>
              <a:rect l="0" t="0" r="r" b="b"/>
              <a:pathLst>
                <a:path w="2" h="8">
                  <a:moveTo>
                    <a:pt x="1" y="7"/>
                  </a:moveTo>
                  <a:cubicBezTo>
                    <a:pt x="2" y="0"/>
                    <a:pt x="1" y="8"/>
                    <a:pt x="0" y="3"/>
                  </a:cubicBezTo>
                  <a:cubicBezTo>
                    <a:pt x="0" y="5"/>
                    <a:pt x="0" y="6"/>
                    <a:pt x="1" y="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0" name="Freeform 431"/>
            <p:cNvSpPr/>
            <p:nvPr/>
          </p:nvSpPr>
          <p:spPr bwMode="auto">
            <a:xfrm>
              <a:off x="3759" y="2720"/>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1" name="Freeform 432"/>
            <p:cNvSpPr/>
            <p:nvPr/>
          </p:nvSpPr>
          <p:spPr bwMode="auto">
            <a:xfrm>
              <a:off x="3761" y="2714"/>
              <a:ext cx="6" cy="12"/>
            </a:xfrm>
            <a:custGeom>
              <a:avLst/>
              <a:gdLst>
                <a:gd name="T0" fmla="*/ 0 w 3"/>
                <a:gd name="T1" fmla="*/ 5 h 6"/>
                <a:gd name="T2" fmla="*/ 3 w 3"/>
                <a:gd name="T3" fmla="*/ 3 h 6"/>
                <a:gd name="T4" fmla="*/ 0 w 3"/>
                <a:gd name="T5" fmla="*/ 5 h 6"/>
              </a:gdLst>
              <a:ahLst/>
              <a:cxnLst>
                <a:cxn ang="0">
                  <a:pos x="T0" y="T1"/>
                </a:cxn>
                <a:cxn ang="0">
                  <a:pos x="T2" y="T3"/>
                </a:cxn>
                <a:cxn ang="0">
                  <a:pos x="T4" y="T5"/>
                </a:cxn>
              </a:cxnLst>
              <a:rect l="0" t="0" r="r" b="b"/>
              <a:pathLst>
                <a:path w="3" h="6">
                  <a:moveTo>
                    <a:pt x="0" y="5"/>
                  </a:moveTo>
                  <a:cubicBezTo>
                    <a:pt x="1" y="6"/>
                    <a:pt x="2" y="3"/>
                    <a:pt x="3" y="3"/>
                  </a:cubicBezTo>
                  <a:cubicBezTo>
                    <a:pt x="2" y="0"/>
                    <a:pt x="1" y="4"/>
                    <a:pt x="0" y="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2" name="Freeform 433"/>
            <p:cNvSpPr/>
            <p:nvPr/>
          </p:nvSpPr>
          <p:spPr bwMode="auto">
            <a:xfrm>
              <a:off x="3712" y="273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3" name="Freeform 434"/>
            <p:cNvSpPr>
              <a:spLocks noEditPoints="1"/>
            </p:cNvSpPr>
            <p:nvPr/>
          </p:nvSpPr>
          <p:spPr bwMode="auto">
            <a:xfrm>
              <a:off x="3742" y="2907"/>
              <a:ext cx="384" cy="146"/>
            </a:xfrm>
            <a:custGeom>
              <a:avLst/>
              <a:gdLst>
                <a:gd name="T0" fmla="*/ 150 w 181"/>
                <a:gd name="T1" fmla="*/ 21 h 69"/>
                <a:gd name="T2" fmla="*/ 144 w 181"/>
                <a:gd name="T3" fmla="*/ 25 h 69"/>
                <a:gd name="T4" fmla="*/ 103 w 181"/>
                <a:gd name="T5" fmla="*/ 42 h 69"/>
                <a:gd name="T6" fmla="*/ 91 w 181"/>
                <a:gd name="T7" fmla="*/ 45 h 69"/>
                <a:gd name="T8" fmla="*/ 79 w 181"/>
                <a:gd name="T9" fmla="*/ 44 h 69"/>
                <a:gd name="T10" fmla="*/ 60 w 181"/>
                <a:gd name="T11" fmla="*/ 44 h 69"/>
                <a:gd name="T12" fmla="*/ 50 w 181"/>
                <a:gd name="T13" fmla="*/ 47 h 69"/>
                <a:gd name="T14" fmla="*/ 32 w 181"/>
                <a:gd name="T15" fmla="*/ 47 h 69"/>
                <a:gd name="T16" fmla="*/ 22 w 181"/>
                <a:gd name="T17" fmla="*/ 44 h 69"/>
                <a:gd name="T18" fmla="*/ 10 w 181"/>
                <a:gd name="T19" fmla="*/ 39 h 69"/>
                <a:gd name="T20" fmla="*/ 10 w 181"/>
                <a:gd name="T21" fmla="*/ 37 h 69"/>
                <a:gd name="T22" fmla="*/ 10 w 181"/>
                <a:gd name="T23" fmla="*/ 35 h 69"/>
                <a:gd name="T24" fmla="*/ 10 w 181"/>
                <a:gd name="T25" fmla="*/ 34 h 69"/>
                <a:gd name="T26" fmla="*/ 10 w 181"/>
                <a:gd name="T27" fmla="*/ 30 h 69"/>
                <a:gd name="T28" fmla="*/ 2 w 181"/>
                <a:gd name="T29" fmla="*/ 32 h 69"/>
                <a:gd name="T30" fmla="*/ 6 w 181"/>
                <a:gd name="T31" fmla="*/ 44 h 69"/>
                <a:gd name="T32" fmla="*/ 10 w 181"/>
                <a:gd name="T33" fmla="*/ 51 h 69"/>
                <a:gd name="T34" fmla="*/ 4 w 181"/>
                <a:gd name="T35" fmla="*/ 55 h 69"/>
                <a:gd name="T36" fmla="*/ 8 w 181"/>
                <a:gd name="T37" fmla="*/ 58 h 69"/>
                <a:gd name="T38" fmla="*/ 13 w 181"/>
                <a:gd name="T39" fmla="*/ 57 h 69"/>
                <a:gd name="T40" fmla="*/ 13 w 181"/>
                <a:gd name="T41" fmla="*/ 60 h 69"/>
                <a:gd name="T42" fmla="*/ 19 w 181"/>
                <a:gd name="T43" fmla="*/ 57 h 69"/>
                <a:gd name="T44" fmla="*/ 20 w 181"/>
                <a:gd name="T45" fmla="*/ 63 h 69"/>
                <a:gd name="T46" fmla="*/ 22 w 181"/>
                <a:gd name="T47" fmla="*/ 66 h 69"/>
                <a:gd name="T48" fmla="*/ 24 w 181"/>
                <a:gd name="T49" fmla="*/ 64 h 69"/>
                <a:gd name="T50" fmla="*/ 28 w 181"/>
                <a:gd name="T51" fmla="*/ 64 h 69"/>
                <a:gd name="T52" fmla="*/ 31 w 181"/>
                <a:gd name="T53" fmla="*/ 66 h 69"/>
                <a:gd name="T54" fmla="*/ 36 w 181"/>
                <a:gd name="T55" fmla="*/ 58 h 69"/>
                <a:gd name="T56" fmla="*/ 36 w 181"/>
                <a:gd name="T57" fmla="*/ 65 h 69"/>
                <a:gd name="T58" fmla="*/ 46 w 181"/>
                <a:gd name="T59" fmla="*/ 67 h 69"/>
                <a:gd name="T60" fmla="*/ 50 w 181"/>
                <a:gd name="T61" fmla="*/ 66 h 69"/>
                <a:gd name="T62" fmla="*/ 55 w 181"/>
                <a:gd name="T63" fmla="*/ 62 h 69"/>
                <a:gd name="T64" fmla="*/ 65 w 181"/>
                <a:gd name="T65" fmla="*/ 66 h 69"/>
                <a:gd name="T66" fmla="*/ 69 w 181"/>
                <a:gd name="T67" fmla="*/ 63 h 69"/>
                <a:gd name="T68" fmla="*/ 71 w 181"/>
                <a:gd name="T69" fmla="*/ 63 h 69"/>
                <a:gd name="T70" fmla="*/ 72 w 181"/>
                <a:gd name="T71" fmla="*/ 61 h 69"/>
                <a:gd name="T72" fmla="*/ 76 w 181"/>
                <a:gd name="T73" fmla="*/ 65 h 69"/>
                <a:gd name="T74" fmla="*/ 79 w 181"/>
                <a:gd name="T75" fmla="*/ 63 h 69"/>
                <a:gd name="T76" fmla="*/ 88 w 181"/>
                <a:gd name="T77" fmla="*/ 60 h 69"/>
                <a:gd name="T78" fmla="*/ 92 w 181"/>
                <a:gd name="T79" fmla="*/ 62 h 69"/>
                <a:gd name="T80" fmla="*/ 98 w 181"/>
                <a:gd name="T81" fmla="*/ 60 h 69"/>
                <a:gd name="T82" fmla="*/ 102 w 181"/>
                <a:gd name="T83" fmla="*/ 59 h 69"/>
                <a:gd name="T84" fmla="*/ 103 w 181"/>
                <a:gd name="T85" fmla="*/ 59 h 69"/>
                <a:gd name="T86" fmla="*/ 108 w 181"/>
                <a:gd name="T87" fmla="*/ 58 h 69"/>
                <a:gd name="T88" fmla="*/ 115 w 181"/>
                <a:gd name="T89" fmla="*/ 53 h 69"/>
                <a:gd name="T90" fmla="*/ 117 w 181"/>
                <a:gd name="T91" fmla="*/ 52 h 69"/>
                <a:gd name="T92" fmla="*/ 122 w 181"/>
                <a:gd name="T93" fmla="*/ 45 h 69"/>
                <a:gd name="T94" fmla="*/ 127 w 181"/>
                <a:gd name="T95" fmla="*/ 45 h 69"/>
                <a:gd name="T96" fmla="*/ 134 w 181"/>
                <a:gd name="T97" fmla="*/ 43 h 69"/>
                <a:gd name="T98" fmla="*/ 139 w 181"/>
                <a:gd name="T99" fmla="*/ 41 h 69"/>
                <a:gd name="T100" fmla="*/ 152 w 181"/>
                <a:gd name="T101" fmla="*/ 37 h 69"/>
                <a:gd name="T102" fmla="*/ 156 w 181"/>
                <a:gd name="T103" fmla="*/ 35 h 69"/>
                <a:gd name="T104" fmla="*/ 163 w 181"/>
                <a:gd name="T105" fmla="*/ 27 h 69"/>
                <a:gd name="T106" fmla="*/ 167 w 181"/>
                <a:gd name="T107" fmla="*/ 19 h 69"/>
                <a:gd name="T108" fmla="*/ 10 w 181"/>
                <a:gd name="T109" fmla="*/ 31 h 69"/>
                <a:gd name="T110" fmla="*/ 10 w 181"/>
                <a:gd name="T111" fmla="*/ 35 h 69"/>
                <a:gd name="T112" fmla="*/ 9 w 181"/>
                <a:gd name="T113" fmla="*/ 34 h 69"/>
                <a:gd name="T114" fmla="*/ 7 w 181"/>
                <a:gd name="T115" fmla="*/ 35 h 69"/>
                <a:gd name="T116" fmla="*/ 8 w 181"/>
                <a:gd name="T117" fmla="*/ 36 h 69"/>
                <a:gd name="T118" fmla="*/ 10 w 181"/>
                <a:gd name="T119"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1" h="69">
                  <a:moveTo>
                    <a:pt x="177" y="5"/>
                  </a:moveTo>
                  <a:cubicBezTo>
                    <a:pt x="177" y="2"/>
                    <a:pt x="172" y="0"/>
                    <a:pt x="172" y="0"/>
                  </a:cubicBezTo>
                  <a:cubicBezTo>
                    <a:pt x="172" y="4"/>
                    <a:pt x="169" y="7"/>
                    <a:pt x="164" y="8"/>
                  </a:cubicBezTo>
                  <a:cubicBezTo>
                    <a:pt x="163" y="9"/>
                    <a:pt x="163" y="11"/>
                    <a:pt x="162" y="11"/>
                  </a:cubicBezTo>
                  <a:cubicBezTo>
                    <a:pt x="159" y="15"/>
                    <a:pt x="152" y="15"/>
                    <a:pt x="149" y="19"/>
                  </a:cubicBezTo>
                  <a:cubicBezTo>
                    <a:pt x="150" y="19"/>
                    <a:pt x="150" y="20"/>
                    <a:pt x="150" y="21"/>
                  </a:cubicBezTo>
                  <a:cubicBezTo>
                    <a:pt x="150" y="20"/>
                    <a:pt x="150" y="20"/>
                    <a:pt x="150" y="20"/>
                  </a:cubicBezTo>
                  <a:cubicBezTo>
                    <a:pt x="150" y="22"/>
                    <a:pt x="150" y="22"/>
                    <a:pt x="150" y="22"/>
                  </a:cubicBezTo>
                  <a:cubicBezTo>
                    <a:pt x="150" y="22"/>
                    <a:pt x="149" y="21"/>
                    <a:pt x="149" y="20"/>
                  </a:cubicBezTo>
                  <a:cubicBezTo>
                    <a:pt x="147" y="21"/>
                    <a:pt x="146" y="23"/>
                    <a:pt x="144" y="24"/>
                  </a:cubicBezTo>
                  <a:cubicBezTo>
                    <a:pt x="145" y="26"/>
                    <a:pt x="143" y="24"/>
                    <a:pt x="144" y="26"/>
                  </a:cubicBezTo>
                  <a:cubicBezTo>
                    <a:pt x="144" y="25"/>
                    <a:pt x="144" y="25"/>
                    <a:pt x="144" y="25"/>
                  </a:cubicBezTo>
                  <a:cubicBezTo>
                    <a:pt x="143" y="27"/>
                    <a:pt x="143" y="27"/>
                    <a:pt x="141" y="25"/>
                  </a:cubicBezTo>
                  <a:cubicBezTo>
                    <a:pt x="135" y="26"/>
                    <a:pt x="130" y="30"/>
                    <a:pt x="125" y="31"/>
                  </a:cubicBezTo>
                  <a:cubicBezTo>
                    <a:pt x="119" y="33"/>
                    <a:pt x="114" y="37"/>
                    <a:pt x="108" y="39"/>
                  </a:cubicBezTo>
                  <a:cubicBezTo>
                    <a:pt x="108" y="42"/>
                    <a:pt x="106" y="41"/>
                    <a:pt x="106" y="44"/>
                  </a:cubicBezTo>
                  <a:cubicBezTo>
                    <a:pt x="106" y="43"/>
                    <a:pt x="106" y="43"/>
                    <a:pt x="106" y="43"/>
                  </a:cubicBezTo>
                  <a:cubicBezTo>
                    <a:pt x="105" y="45"/>
                    <a:pt x="104" y="43"/>
                    <a:pt x="103" y="42"/>
                  </a:cubicBezTo>
                  <a:cubicBezTo>
                    <a:pt x="103" y="44"/>
                    <a:pt x="102" y="43"/>
                    <a:pt x="103" y="45"/>
                  </a:cubicBezTo>
                  <a:cubicBezTo>
                    <a:pt x="103" y="46"/>
                    <a:pt x="102" y="42"/>
                    <a:pt x="101" y="43"/>
                  </a:cubicBezTo>
                  <a:cubicBezTo>
                    <a:pt x="101" y="42"/>
                    <a:pt x="101" y="44"/>
                    <a:pt x="101" y="44"/>
                  </a:cubicBezTo>
                  <a:cubicBezTo>
                    <a:pt x="100" y="46"/>
                    <a:pt x="101" y="42"/>
                    <a:pt x="99" y="41"/>
                  </a:cubicBezTo>
                  <a:cubicBezTo>
                    <a:pt x="96" y="42"/>
                    <a:pt x="94" y="45"/>
                    <a:pt x="91" y="44"/>
                  </a:cubicBezTo>
                  <a:cubicBezTo>
                    <a:pt x="91" y="44"/>
                    <a:pt x="91" y="45"/>
                    <a:pt x="91" y="45"/>
                  </a:cubicBezTo>
                  <a:cubicBezTo>
                    <a:pt x="90" y="42"/>
                    <a:pt x="90" y="46"/>
                    <a:pt x="90" y="45"/>
                  </a:cubicBezTo>
                  <a:cubicBezTo>
                    <a:pt x="90" y="44"/>
                    <a:pt x="90" y="44"/>
                    <a:pt x="90" y="44"/>
                  </a:cubicBezTo>
                  <a:cubicBezTo>
                    <a:pt x="88" y="43"/>
                    <a:pt x="88" y="45"/>
                    <a:pt x="86" y="44"/>
                  </a:cubicBezTo>
                  <a:cubicBezTo>
                    <a:pt x="85" y="45"/>
                    <a:pt x="84" y="42"/>
                    <a:pt x="83" y="44"/>
                  </a:cubicBezTo>
                  <a:cubicBezTo>
                    <a:pt x="83" y="43"/>
                    <a:pt x="83" y="43"/>
                    <a:pt x="82" y="43"/>
                  </a:cubicBezTo>
                  <a:cubicBezTo>
                    <a:pt x="82" y="47"/>
                    <a:pt x="80" y="42"/>
                    <a:pt x="79" y="44"/>
                  </a:cubicBezTo>
                  <a:cubicBezTo>
                    <a:pt x="79" y="44"/>
                    <a:pt x="79" y="44"/>
                    <a:pt x="79" y="44"/>
                  </a:cubicBezTo>
                  <a:cubicBezTo>
                    <a:pt x="76" y="44"/>
                    <a:pt x="73" y="43"/>
                    <a:pt x="70" y="46"/>
                  </a:cubicBezTo>
                  <a:cubicBezTo>
                    <a:pt x="68" y="46"/>
                    <a:pt x="66" y="43"/>
                    <a:pt x="64" y="44"/>
                  </a:cubicBezTo>
                  <a:cubicBezTo>
                    <a:pt x="64" y="46"/>
                    <a:pt x="64" y="46"/>
                    <a:pt x="64" y="46"/>
                  </a:cubicBezTo>
                  <a:cubicBezTo>
                    <a:pt x="63" y="46"/>
                    <a:pt x="64" y="45"/>
                    <a:pt x="64" y="44"/>
                  </a:cubicBezTo>
                  <a:cubicBezTo>
                    <a:pt x="63" y="46"/>
                    <a:pt x="61" y="44"/>
                    <a:pt x="60" y="44"/>
                  </a:cubicBezTo>
                  <a:cubicBezTo>
                    <a:pt x="60" y="45"/>
                    <a:pt x="60" y="45"/>
                    <a:pt x="60" y="46"/>
                  </a:cubicBezTo>
                  <a:cubicBezTo>
                    <a:pt x="59" y="43"/>
                    <a:pt x="57" y="47"/>
                    <a:pt x="55" y="45"/>
                  </a:cubicBezTo>
                  <a:cubicBezTo>
                    <a:pt x="56" y="48"/>
                    <a:pt x="55" y="47"/>
                    <a:pt x="54" y="48"/>
                  </a:cubicBezTo>
                  <a:cubicBezTo>
                    <a:pt x="54" y="47"/>
                    <a:pt x="54" y="46"/>
                    <a:pt x="54" y="46"/>
                  </a:cubicBezTo>
                  <a:cubicBezTo>
                    <a:pt x="53" y="46"/>
                    <a:pt x="52" y="46"/>
                    <a:pt x="51" y="45"/>
                  </a:cubicBezTo>
                  <a:cubicBezTo>
                    <a:pt x="51" y="46"/>
                    <a:pt x="50" y="48"/>
                    <a:pt x="50" y="47"/>
                  </a:cubicBezTo>
                  <a:cubicBezTo>
                    <a:pt x="49" y="45"/>
                    <a:pt x="48" y="47"/>
                    <a:pt x="48" y="46"/>
                  </a:cubicBezTo>
                  <a:cubicBezTo>
                    <a:pt x="48" y="48"/>
                    <a:pt x="47" y="49"/>
                    <a:pt x="46" y="49"/>
                  </a:cubicBezTo>
                  <a:cubicBezTo>
                    <a:pt x="47" y="46"/>
                    <a:pt x="47" y="46"/>
                    <a:pt x="47" y="46"/>
                  </a:cubicBezTo>
                  <a:cubicBezTo>
                    <a:pt x="44" y="47"/>
                    <a:pt x="42" y="44"/>
                    <a:pt x="39" y="47"/>
                  </a:cubicBezTo>
                  <a:cubicBezTo>
                    <a:pt x="39" y="45"/>
                    <a:pt x="39" y="45"/>
                    <a:pt x="39" y="45"/>
                  </a:cubicBezTo>
                  <a:cubicBezTo>
                    <a:pt x="36" y="47"/>
                    <a:pt x="35" y="45"/>
                    <a:pt x="32" y="47"/>
                  </a:cubicBezTo>
                  <a:cubicBezTo>
                    <a:pt x="33" y="46"/>
                    <a:pt x="30" y="45"/>
                    <a:pt x="30" y="45"/>
                  </a:cubicBezTo>
                  <a:cubicBezTo>
                    <a:pt x="29" y="46"/>
                    <a:pt x="28" y="46"/>
                    <a:pt x="27" y="48"/>
                  </a:cubicBezTo>
                  <a:cubicBezTo>
                    <a:pt x="27" y="48"/>
                    <a:pt x="27" y="46"/>
                    <a:pt x="27" y="46"/>
                  </a:cubicBezTo>
                  <a:cubicBezTo>
                    <a:pt x="26" y="45"/>
                    <a:pt x="26" y="43"/>
                    <a:pt x="25" y="45"/>
                  </a:cubicBezTo>
                  <a:cubicBezTo>
                    <a:pt x="25" y="43"/>
                    <a:pt x="25" y="43"/>
                    <a:pt x="25" y="43"/>
                  </a:cubicBezTo>
                  <a:cubicBezTo>
                    <a:pt x="24" y="44"/>
                    <a:pt x="22" y="46"/>
                    <a:pt x="22" y="44"/>
                  </a:cubicBezTo>
                  <a:cubicBezTo>
                    <a:pt x="21" y="45"/>
                    <a:pt x="20" y="45"/>
                    <a:pt x="20" y="46"/>
                  </a:cubicBezTo>
                  <a:cubicBezTo>
                    <a:pt x="19" y="46"/>
                    <a:pt x="20" y="44"/>
                    <a:pt x="19" y="45"/>
                  </a:cubicBezTo>
                  <a:cubicBezTo>
                    <a:pt x="21" y="44"/>
                    <a:pt x="21" y="44"/>
                    <a:pt x="21" y="44"/>
                  </a:cubicBezTo>
                  <a:cubicBezTo>
                    <a:pt x="19" y="42"/>
                    <a:pt x="17" y="42"/>
                    <a:pt x="15" y="42"/>
                  </a:cubicBezTo>
                  <a:cubicBezTo>
                    <a:pt x="16" y="40"/>
                    <a:pt x="13" y="41"/>
                    <a:pt x="13" y="39"/>
                  </a:cubicBezTo>
                  <a:cubicBezTo>
                    <a:pt x="12" y="40"/>
                    <a:pt x="13" y="38"/>
                    <a:pt x="10" y="39"/>
                  </a:cubicBezTo>
                  <a:cubicBezTo>
                    <a:pt x="11" y="39"/>
                    <a:pt x="11" y="39"/>
                    <a:pt x="11" y="39"/>
                  </a:cubicBezTo>
                  <a:cubicBezTo>
                    <a:pt x="11" y="38"/>
                    <a:pt x="11" y="37"/>
                    <a:pt x="12" y="37"/>
                  </a:cubicBezTo>
                  <a:cubicBezTo>
                    <a:pt x="12" y="37"/>
                    <a:pt x="11" y="37"/>
                    <a:pt x="11" y="37"/>
                  </a:cubicBezTo>
                  <a:cubicBezTo>
                    <a:pt x="11" y="36"/>
                    <a:pt x="11" y="36"/>
                    <a:pt x="11" y="36"/>
                  </a:cubicBezTo>
                  <a:cubicBezTo>
                    <a:pt x="11" y="36"/>
                    <a:pt x="11" y="36"/>
                    <a:pt x="11" y="37"/>
                  </a:cubicBezTo>
                  <a:cubicBezTo>
                    <a:pt x="10" y="37"/>
                    <a:pt x="10" y="37"/>
                    <a:pt x="10" y="37"/>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1" y="36"/>
                    <a:pt x="11" y="36"/>
                  </a:cubicBezTo>
                  <a:cubicBezTo>
                    <a:pt x="11" y="36"/>
                    <a:pt x="11" y="36"/>
                    <a:pt x="10" y="35"/>
                  </a:cubicBezTo>
                  <a:cubicBezTo>
                    <a:pt x="10" y="35"/>
                    <a:pt x="10" y="35"/>
                    <a:pt x="10" y="35"/>
                  </a:cubicBezTo>
                  <a:cubicBezTo>
                    <a:pt x="11" y="35"/>
                    <a:pt x="11" y="35"/>
                    <a:pt x="11" y="35"/>
                  </a:cubicBezTo>
                  <a:cubicBezTo>
                    <a:pt x="11" y="35"/>
                    <a:pt x="11" y="35"/>
                    <a:pt x="11" y="34"/>
                  </a:cubicBezTo>
                  <a:cubicBezTo>
                    <a:pt x="11" y="34"/>
                    <a:pt x="11" y="34"/>
                    <a:pt x="11" y="34"/>
                  </a:cubicBezTo>
                  <a:cubicBezTo>
                    <a:pt x="11" y="34"/>
                    <a:pt x="11" y="34"/>
                    <a:pt x="11" y="34"/>
                  </a:cubicBezTo>
                  <a:cubicBezTo>
                    <a:pt x="9" y="35"/>
                    <a:pt x="12" y="34"/>
                    <a:pt x="10" y="34"/>
                  </a:cubicBezTo>
                  <a:cubicBezTo>
                    <a:pt x="10" y="34"/>
                    <a:pt x="10" y="33"/>
                    <a:pt x="11" y="32"/>
                  </a:cubicBezTo>
                  <a:cubicBezTo>
                    <a:pt x="10" y="34"/>
                    <a:pt x="10" y="32"/>
                    <a:pt x="10" y="31"/>
                  </a:cubicBezTo>
                  <a:cubicBezTo>
                    <a:pt x="10" y="31"/>
                    <a:pt x="10" y="31"/>
                    <a:pt x="10" y="31"/>
                  </a:cubicBezTo>
                  <a:cubicBezTo>
                    <a:pt x="10" y="30"/>
                    <a:pt x="10" y="30"/>
                    <a:pt x="10" y="29"/>
                  </a:cubicBezTo>
                  <a:cubicBezTo>
                    <a:pt x="10" y="29"/>
                    <a:pt x="10" y="29"/>
                    <a:pt x="10" y="29"/>
                  </a:cubicBezTo>
                  <a:cubicBezTo>
                    <a:pt x="10" y="29"/>
                    <a:pt x="10" y="30"/>
                    <a:pt x="10" y="30"/>
                  </a:cubicBezTo>
                  <a:cubicBezTo>
                    <a:pt x="10" y="30"/>
                    <a:pt x="9" y="30"/>
                    <a:pt x="5" y="31"/>
                  </a:cubicBezTo>
                  <a:cubicBezTo>
                    <a:pt x="4" y="32"/>
                    <a:pt x="9" y="31"/>
                    <a:pt x="8" y="32"/>
                  </a:cubicBezTo>
                  <a:cubicBezTo>
                    <a:pt x="5" y="32"/>
                    <a:pt x="9" y="34"/>
                    <a:pt x="6" y="34"/>
                  </a:cubicBezTo>
                  <a:cubicBezTo>
                    <a:pt x="4" y="33"/>
                    <a:pt x="4" y="33"/>
                    <a:pt x="4" y="33"/>
                  </a:cubicBezTo>
                  <a:cubicBezTo>
                    <a:pt x="4" y="33"/>
                    <a:pt x="5" y="33"/>
                    <a:pt x="5" y="33"/>
                  </a:cubicBezTo>
                  <a:cubicBezTo>
                    <a:pt x="2" y="32"/>
                    <a:pt x="2" y="32"/>
                    <a:pt x="2" y="32"/>
                  </a:cubicBezTo>
                  <a:cubicBezTo>
                    <a:pt x="5" y="34"/>
                    <a:pt x="3" y="35"/>
                    <a:pt x="3" y="35"/>
                  </a:cubicBezTo>
                  <a:cubicBezTo>
                    <a:pt x="3" y="35"/>
                    <a:pt x="3" y="35"/>
                    <a:pt x="3" y="35"/>
                  </a:cubicBezTo>
                  <a:cubicBezTo>
                    <a:pt x="1" y="36"/>
                    <a:pt x="4" y="35"/>
                    <a:pt x="4" y="36"/>
                  </a:cubicBezTo>
                  <a:cubicBezTo>
                    <a:pt x="4" y="36"/>
                    <a:pt x="1" y="36"/>
                    <a:pt x="0" y="37"/>
                  </a:cubicBezTo>
                  <a:cubicBezTo>
                    <a:pt x="1" y="38"/>
                    <a:pt x="3" y="40"/>
                    <a:pt x="2" y="42"/>
                  </a:cubicBezTo>
                  <a:cubicBezTo>
                    <a:pt x="3" y="43"/>
                    <a:pt x="4" y="44"/>
                    <a:pt x="6" y="44"/>
                  </a:cubicBezTo>
                  <a:cubicBezTo>
                    <a:pt x="6" y="44"/>
                    <a:pt x="3" y="45"/>
                    <a:pt x="5" y="45"/>
                  </a:cubicBezTo>
                  <a:cubicBezTo>
                    <a:pt x="4" y="46"/>
                    <a:pt x="3" y="47"/>
                    <a:pt x="3" y="47"/>
                  </a:cubicBezTo>
                  <a:cubicBezTo>
                    <a:pt x="4" y="47"/>
                    <a:pt x="4" y="49"/>
                    <a:pt x="5" y="46"/>
                  </a:cubicBezTo>
                  <a:cubicBezTo>
                    <a:pt x="6" y="48"/>
                    <a:pt x="7" y="49"/>
                    <a:pt x="8" y="49"/>
                  </a:cubicBezTo>
                  <a:cubicBezTo>
                    <a:pt x="8" y="49"/>
                    <a:pt x="6" y="50"/>
                    <a:pt x="6" y="51"/>
                  </a:cubicBezTo>
                  <a:cubicBezTo>
                    <a:pt x="8" y="50"/>
                    <a:pt x="9" y="50"/>
                    <a:pt x="10" y="51"/>
                  </a:cubicBezTo>
                  <a:cubicBezTo>
                    <a:pt x="11" y="50"/>
                    <a:pt x="10" y="50"/>
                    <a:pt x="11" y="48"/>
                  </a:cubicBezTo>
                  <a:cubicBezTo>
                    <a:pt x="12" y="48"/>
                    <a:pt x="12" y="48"/>
                    <a:pt x="13" y="48"/>
                  </a:cubicBezTo>
                  <a:cubicBezTo>
                    <a:pt x="12" y="49"/>
                    <a:pt x="10" y="52"/>
                    <a:pt x="11" y="52"/>
                  </a:cubicBezTo>
                  <a:cubicBezTo>
                    <a:pt x="9" y="55"/>
                    <a:pt x="10" y="51"/>
                    <a:pt x="8" y="54"/>
                  </a:cubicBezTo>
                  <a:cubicBezTo>
                    <a:pt x="7" y="55"/>
                    <a:pt x="5" y="54"/>
                    <a:pt x="6" y="53"/>
                  </a:cubicBezTo>
                  <a:cubicBezTo>
                    <a:pt x="3" y="54"/>
                    <a:pt x="6" y="54"/>
                    <a:pt x="4" y="55"/>
                  </a:cubicBezTo>
                  <a:cubicBezTo>
                    <a:pt x="5" y="56"/>
                    <a:pt x="6" y="55"/>
                    <a:pt x="8" y="55"/>
                  </a:cubicBezTo>
                  <a:cubicBezTo>
                    <a:pt x="8" y="54"/>
                    <a:pt x="8" y="54"/>
                    <a:pt x="9" y="53"/>
                  </a:cubicBezTo>
                  <a:cubicBezTo>
                    <a:pt x="11" y="52"/>
                    <a:pt x="9" y="56"/>
                    <a:pt x="9" y="56"/>
                  </a:cubicBezTo>
                  <a:cubicBezTo>
                    <a:pt x="9" y="56"/>
                    <a:pt x="9" y="56"/>
                    <a:pt x="9" y="56"/>
                  </a:cubicBezTo>
                  <a:cubicBezTo>
                    <a:pt x="9" y="57"/>
                    <a:pt x="10" y="56"/>
                    <a:pt x="11" y="57"/>
                  </a:cubicBezTo>
                  <a:cubicBezTo>
                    <a:pt x="9" y="60"/>
                    <a:pt x="9" y="56"/>
                    <a:pt x="8" y="58"/>
                  </a:cubicBezTo>
                  <a:cubicBezTo>
                    <a:pt x="7" y="60"/>
                    <a:pt x="7" y="60"/>
                    <a:pt x="7" y="60"/>
                  </a:cubicBezTo>
                  <a:cubicBezTo>
                    <a:pt x="8" y="61"/>
                    <a:pt x="9" y="58"/>
                    <a:pt x="10" y="59"/>
                  </a:cubicBezTo>
                  <a:cubicBezTo>
                    <a:pt x="9" y="60"/>
                    <a:pt x="9" y="60"/>
                    <a:pt x="9" y="60"/>
                  </a:cubicBezTo>
                  <a:cubicBezTo>
                    <a:pt x="10" y="60"/>
                    <a:pt x="10" y="60"/>
                    <a:pt x="10" y="60"/>
                  </a:cubicBezTo>
                  <a:cubicBezTo>
                    <a:pt x="11" y="59"/>
                    <a:pt x="11" y="57"/>
                    <a:pt x="11" y="57"/>
                  </a:cubicBezTo>
                  <a:cubicBezTo>
                    <a:pt x="13" y="55"/>
                    <a:pt x="11" y="57"/>
                    <a:pt x="13" y="57"/>
                  </a:cubicBezTo>
                  <a:cubicBezTo>
                    <a:pt x="14" y="56"/>
                    <a:pt x="12" y="57"/>
                    <a:pt x="13" y="56"/>
                  </a:cubicBezTo>
                  <a:cubicBezTo>
                    <a:pt x="14" y="54"/>
                    <a:pt x="14" y="54"/>
                    <a:pt x="15" y="54"/>
                  </a:cubicBezTo>
                  <a:cubicBezTo>
                    <a:pt x="15" y="55"/>
                    <a:pt x="14" y="56"/>
                    <a:pt x="14" y="57"/>
                  </a:cubicBezTo>
                  <a:cubicBezTo>
                    <a:pt x="14" y="58"/>
                    <a:pt x="13" y="57"/>
                    <a:pt x="14" y="57"/>
                  </a:cubicBezTo>
                  <a:cubicBezTo>
                    <a:pt x="12" y="58"/>
                    <a:pt x="12" y="60"/>
                    <a:pt x="11" y="61"/>
                  </a:cubicBezTo>
                  <a:cubicBezTo>
                    <a:pt x="11" y="62"/>
                    <a:pt x="12" y="60"/>
                    <a:pt x="13" y="60"/>
                  </a:cubicBezTo>
                  <a:cubicBezTo>
                    <a:pt x="13" y="60"/>
                    <a:pt x="14" y="58"/>
                    <a:pt x="14" y="58"/>
                  </a:cubicBezTo>
                  <a:cubicBezTo>
                    <a:pt x="17" y="54"/>
                    <a:pt x="13" y="61"/>
                    <a:pt x="15" y="61"/>
                  </a:cubicBezTo>
                  <a:cubicBezTo>
                    <a:pt x="16" y="58"/>
                    <a:pt x="18" y="58"/>
                    <a:pt x="19" y="54"/>
                  </a:cubicBezTo>
                  <a:cubicBezTo>
                    <a:pt x="19" y="54"/>
                    <a:pt x="20" y="53"/>
                    <a:pt x="20" y="54"/>
                  </a:cubicBezTo>
                  <a:cubicBezTo>
                    <a:pt x="19" y="56"/>
                    <a:pt x="20" y="56"/>
                    <a:pt x="18" y="57"/>
                  </a:cubicBezTo>
                  <a:cubicBezTo>
                    <a:pt x="19" y="57"/>
                    <a:pt x="19" y="57"/>
                    <a:pt x="19" y="57"/>
                  </a:cubicBezTo>
                  <a:cubicBezTo>
                    <a:pt x="17" y="59"/>
                    <a:pt x="17" y="59"/>
                    <a:pt x="17" y="59"/>
                  </a:cubicBezTo>
                  <a:cubicBezTo>
                    <a:pt x="17" y="61"/>
                    <a:pt x="17" y="63"/>
                    <a:pt x="17" y="64"/>
                  </a:cubicBezTo>
                  <a:cubicBezTo>
                    <a:pt x="18" y="63"/>
                    <a:pt x="18" y="62"/>
                    <a:pt x="19" y="62"/>
                  </a:cubicBezTo>
                  <a:cubicBezTo>
                    <a:pt x="18" y="62"/>
                    <a:pt x="18" y="63"/>
                    <a:pt x="19" y="64"/>
                  </a:cubicBezTo>
                  <a:cubicBezTo>
                    <a:pt x="18" y="63"/>
                    <a:pt x="20" y="61"/>
                    <a:pt x="20" y="60"/>
                  </a:cubicBezTo>
                  <a:cubicBezTo>
                    <a:pt x="21" y="61"/>
                    <a:pt x="21" y="63"/>
                    <a:pt x="20" y="63"/>
                  </a:cubicBezTo>
                  <a:cubicBezTo>
                    <a:pt x="19" y="65"/>
                    <a:pt x="19" y="65"/>
                    <a:pt x="19" y="65"/>
                  </a:cubicBezTo>
                  <a:cubicBezTo>
                    <a:pt x="20" y="63"/>
                    <a:pt x="19" y="65"/>
                    <a:pt x="20" y="65"/>
                  </a:cubicBezTo>
                  <a:cubicBezTo>
                    <a:pt x="20" y="64"/>
                    <a:pt x="21" y="62"/>
                    <a:pt x="22" y="61"/>
                  </a:cubicBezTo>
                  <a:cubicBezTo>
                    <a:pt x="22" y="61"/>
                    <a:pt x="22" y="62"/>
                    <a:pt x="23" y="62"/>
                  </a:cubicBezTo>
                  <a:cubicBezTo>
                    <a:pt x="21" y="63"/>
                    <a:pt x="21" y="63"/>
                    <a:pt x="21" y="63"/>
                  </a:cubicBezTo>
                  <a:cubicBezTo>
                    <a:pt x="22" y="63"/>
                    <a:pt x="21" y="66"/>
                    <a:pt x="22" y="66"/>
                  </a:cubicBezTo>
                  <a:cubicBezTo>
                    <a:pt x="23" y="64"/>
                    <a:pt x="23" y="64"/>
                    <a:pt x="23" y="64"/>
                  </a:cubicBezTo>
                  <a:cubicBezTo>
                    <a:pt x="22" y="66"/>
                    <a:pt x="22" y="66"/>
                    <a:pt x="22" y="66"/>
                  </a:cubicBezTo>
                  <a:cubicBezTo>
                    <a:pt x="23" y="65"/>
                    <a:pt x="23" y="65"/>
                    <a:pt x="24" y="65"/>
                  </a:cubicBezTo>
                  <a:cubicBezTo>
                    <a:pt x="23" y="66"/>
                    <a:pt x="23" y="66"/>
                    <a:pt x="23" y="66"/>
                  </a:cubicBezTo>
                  <a:cubicBezTo>
                    <a:pt x="24" y="65"/>
                    <a:pt x="25" y="63"/>
                    <a:pt x="25" y="65"/>
                  </a:cubicBezTo>
                  <a:cubicBezTo>
                    <a:pt x="25" y="63"/>
                    <a:pt x="24" y="65"/>
                    <a:pt x="24" y="64"/>
                  </a:cubicBezTo>
                  <a:cubicBezTo>
                    <a:pt x="24" y="62"/>
                    <a:pt x="25" y="62"/>
                    <a:pt x="25" y="62"/>
                  </a:cubicBezTo>
                  <a:cubicBezTo>
                    <a:pt x="25" y="62"/>
                    <a:pt x="25" y="62"/>
                    <a:pt x="25" y="63"/>
                  </a:cubicBezTo>
                  <a:cubicBezTo>
                    <a:pt x="26" y="62"/>
                    <a:pt x="26" y="62"/>
                    <a:pt x="26" y="62"/>
                  </a:cubicBezTo>
                  <a:cubicBezTo>
                    <a:pt x="26" y="63"/>
                    <a:pt x="26" y="64"/>
                    <a:pt x="26" y="65"/>
                  </a:cubicBezTo>
                  <a:cubicBezTo>
                    <a:pt x="27" y="63"/>
                    <a:pt x="27" y="63"/>
                    <a:pt x="27" y="63"/>
                  </a:cubicBezTo>
                  <a:cubicBezTo>
                    <a:pt x="26" y="66"/>
                    <a:pt x="28" y="62"/>
                    <a:pt x="28" y="64"/>
                  </a:cubicBezTo>
                  <a:cubicBezTo>
                    <a:pt x="28" y="65"/>
                    <a:pt x="27" y="66"/>
                    <a:pt x="27" y="67"/>
                  </a:cubicBezTo>
                  <a:cubicBezTo>
                    <a:pt x="28" y="64"/>
                    <a:pt x="29" y="64"/>
                    <a:pt x="30" y="62"/>
                  </a:cubicBezTo>
                  <a:cubicBezTo>
                    <a:pt x="30" y="63"/>
                    <a:pt x="28" y="65"/>
                    <a:pt x="28" y="67"/>
                  </a:cubicBezTo>
                  <a:cubicBezTo>
                    <a:pt x="29" y="65"/>
                    <a:pt x="29" y="69"/>
                    <a:pt x="30" y="66"/>
                  </a:cubicBezTo>
                  <a:cubicBezTo>
                    <a:pt x="30" y="65"/>
                    <a:pt x="31" y="64"/>
                    <a:pt x="31" y="63"/>
                  </a:cubicBezTo>
                  <a:cubicBezTo>
                    <a:pt x="32" y="64"/>
                    <a:pt x="31" y="64"/>
                    <a:pt x="31" y="66"/>
                  </a:cubicBezTo>
                  <a:cubicBezTo>
                    <a:pt x="32" y="65"/>
                    <a:pt x="32" y="63"/>
                    <a:pt x="32" y="62"/>
                  </a:cubicBezTo>
                  <a:cubicBezTo>
                    <a:pt x="32" y="63"/>
                    <a:pt x="33" y="61"/>
                    <a:pt x="34" y="62"/>
                  </a:cubicBezTo>
                  <a:cubicBezTo>
                    <a:pt x="33" y="64"/>
                    <a:pt x="32" y="63"/>
                    <a:pt x="33" y="64"/>
                  </a:cubicBezTo>
                  <a:cubicBezTo>
                    <a:pt x="34" y="65"/>
                    <a:pt x="34" y="60"/>
                    <a:pt x="35" y="60"/>
                  </a:cubicBezTo>
                  <a:cubicBezTo>
                    <a:pt x="35" y="59"/>
                    <a:pt x="36" y="56"/>
                    <a:pt x="36" y="55"/>
                  </a:cubicBezTo>
                  <a:cubicBezTo>
                    <a:pt x="37" y="56"/>
                    <a:pt x="36" y="56"/>
                    <a:pt x="36" y="58"/>
                  </a:cubicBezTo>
                  <a:cubicBezTo>
                    <a:pt x="36" y="58"/>
                    <a:pt x="36" y="58"/>
                    <a:pt x="36" y="58"/>
                  </a:cubicBezTo>
                  <a:cubicBezTo>
                    <a:pt x="36" y="61"/>
                    <a:pt x="34" y="63"/>
                    <a:pt x="34" y="65"/>
                  </a:cubicBezTo>
                  <a:cubicBezTo>
                    <a:pt x="35" y="64"/>
                    <a:pt x="35" y="64"/>
                    <a:pt x="35" y="64"/>
                  </a:cubicBezTo>
                  <a:cubicBezTo>
                    <a:pt x="35" y="65"/>
                    <a:pt x="34" y="66"/>
                    <a:pt x="34" y="67"/>
                  </a:cubicBezTo>
                  <a:cubicBezTo>
                    <a:pt x="35" y="65"/>
                    <a:pt x="36" y="67"/>
                    <a:pt x="36" y="66"/>
                  </a:cubicBezTo>
                  <a:cubicBezTo>
                    <a:pt x="36" y="65"/>
                    <a:pt x="35" y="67"/>
                    <a:pt x="36" y="65"/>
                  </a:cubicBezTo>
                  <a:cubicBezTo>
                    <a:pt x="36" y="65"/>
                    <a:pt x="37" y="62"/>
                    <a:pt x="37" y="63"/>
                  </a:cubicBezTo>
                  <a:cubicBezTo>
                    <a:pt x="37" y="65"/>
                    <a:pt x="37" y="66"/>
                    <a:pt x="37" y="67"/>
                  </a:cubicBezTo>
                  <a:cubicBezTo>
                    <a:pt x="37" y="68"/>
                    <a:pt x="37" y="65"/>
                    <a:pt x="38" y="66"/>
                  </a:cubicBezTo>
                  <a:cubicBezTo>
                    <a:pt x="38" y="67"/>
                    <a:pt x="38" y="67"/>
                    <a:pt x="38" y="67"/>
                  </a:cubicBezTo>
                  <a:cubicBezTo>
                    <a:pt x="40" y="68"/>
                    <a:pt x="42" y="67"/>
                    <a:pt x="45" y="63"/>
                  </a:cubicBezTo>
                  <a:cubicBezTo>
                    <a:pt x="45" y="65"/>
                    <a:pt x="45" y="65"/>
                    <a:pt x="46" y="67"/>
                  </a:cubicBezTo>
                  <a:cubicBezTo>
                    <a:pt x="46" y="66"/>
                    <a:pt x="46" y="65"/>
                    <a:pt x="47" y="65"/>
                  </a:cubicBezTo>
                  <a:cubicBezTo>
                    <a:pt x="47" y="67"/>
                    <a:pt x="47" y="67"/>
                    <a:pt x="47" y="67"/>
                  </a:cubicBezTo>
                  <a:cubicBezTo>
                    <a:pt x="48" y="68"/>
                    <a:pt x="49" y="66"/>
                    <a:pt x="49" y="65"/>
                  </a:cubicBezTo>
                  <a:cubicBezTo>
                    <a:pt x="49" y="66"/>
                    <a:pt x="49" y="66"/>
                    <a:pt x="49" y="66"/>
                  </a:cubicBezTo>
                  <a:cubicBezTo>
                    <a:pt x="50" y="68"/>
                    <a:pt x="50" y="65"/>
                    <a:pt x="50" y="65"/>
                  </a:cubicBezTo>
                  <a:cubicBezTo>
                    <a:pt x="50" y="66"/>
                    <a:pt x="50" y="66"/>
                    <a:pt x="50" y="66"/>
                  </a:cubicBezTo>
                  <a:cubicBezTo>
                    <a:pt x="51" y="65"/>
                    <a:pt x="51" y="65"/>
                    <a:pt x="51" y="65"/>
                  </a:cubicBezTo>
                  <a:cubicBezTo>
                    <a:pt x="51" y="64"/>
                    <a:pt x="52" y="65"/>
                    <a:pt x="52" y="67"/>
                  </a:cubicBezTo>
                  <a:cubicBezTo>
                    <a:pt x="52" y="66"/>
                    <a:pt x="52" y="66"/>
                    <a:pt x="52" y="65"/>
                  </a:cubicBezTo>
                  <a:cubicBezTo>
                    <a:pt x="52" y="67"/>
                    <a:pt x="54" y="67"/>
                    <a:pt x="55" y="66"/>
                  </a:cubicBezTo>
                  <a:cubicBezTo>
                    <a:pt x="54" y="65"/>
                    <a:pt x="54" y="65"/>
                    <a:pt x="54" y="63"/>
                  </a:cubicBezTo>
                  <a:cubicBezTo>
                    <a:pt x="54" y="61"/>
                    <a:pt x="55" y="64"/>
                    <a:pt x="55" y="62"/>
                  </a:cubicBezTo>
                  <a:cubicBezTo>
                    <a:pt x="55" y="63"/>
                    <a:pt x="55" y="64"/>
                    <a:pt x="55" y="65"/>
                  </a:cubicBezTo>
                  <a:cubicBezTo>
                    <a:pt x="56" y="68"/>
                    <a:pt x="58" y="65"/>
                    <a:pt x="59" y="66"/>
                  </a:cubicBezTo>
                  <a:cubicBezTo>
                    <a:pt x="60" y="65"/>
                    <a:pt x="60" y="65"/>
                    <a:pt x="60" y="65"/>
                  </a:cubicBezTo>
                  <a:cubicBezTo>
                    <a:pt x="61" y="67"/>
                    <a:pt x="62" y="64"/>
                    <a:pt x="63" y="65"/>
                  </a:cubicBezTo>
                  <a:cubicBezTo>
                    <a:pt x="63" y="65"/>
                    <a:pt x="63" y="62"/>
                    <a:pt x="64" y="62"/>
                  </a:cubicBezTo>
                  <a:cubicBezTo>
                    <a:pt x="64" y="60"/>
                    <a:pt x="64" y="64"/>
                    <a:pt x="65" y="66"/>
                  </a:cubicBezTo>
                  <a:cubicBezTo>
                    <a:pt x="65" y="65"/>
                    <a:pt x="65" y="64"/>
                    <a:pt x="66" y="64"/>
                  </a:cubicBezTo>
                  <a:cubicBezTo>
                    <a:pt x="66" y="65"/>
                    <a:pt x="66" y="65"/>
                    <a:pt x="66" y="65"/>
                  </a:cubicBezTo>
                  <a:cubicBezTo>
                    <a:pt x="66" y="64"/>
                    <a:pt x="67" y="63"/>
                    <a:pt x="67" y="64"/>
                  </a:cubicBezTo>
                  <a:cubicBezTo>
                    <a:pt x="67" y="64"/>
                    <a:pt x="67" y="64"/>
                    <a:pt x="67" y="64"/>
                  </a:cubicBezTo>
                  <a:cubicBezTo>
                    <a:pt x="67" y="64"/>
                    <a:pt x="68" y="66"/>
                    <a:pt x="68" y="65"/>
                  </a:cubicBezTo>
                  <a:cubicBezTo>
                    <a:pt x="68" y="64"/>
                    <a:pt x="69" y="65"/>
                    <a:pt x="69" y="63"/>
                  </a:cubicBezTo>
                  <a:cubicBezTo>
                    <a:pt x="69" y="64"/>
                    <a:pt x="69" y="64"/>
                    <a:pt x="69" y="64"/>
                  </a:cubicBezTo>
                  <a:cubicBezTo>
                    <a:pt x="69" y="62"/>
                    <a:pt x="69" y="62"/>
                    <a:pt x="69" y="62"/>
                  </a:cubicBezTo>
                  <a:cubicBezTo>
                    <a:pt x="70" y="63"/>
                    <a:pt x="70" y="63"/>
                    <a:pt x="70" y="63"/>
                  </a:cubicBezTo>
                  <a:cubicBezTo>
                    <a:pt x="70" y="65"/>
                    <a:pt x="70" y="65"/>
                    <a:pt x="70" y="65"/>
                  </a:cubicBezTo>
                  <a:cubicBezTo>
                    <a:pt x="71" y="66"/>
                    <a:pt x="70" y="63"/>
                    <a:pt x="70" y="62"/>
                  </a:cubicBezTo>
                  <a:cubicBezTo>
                    <a:pt x="71" y="61"/>
                    <a:pt x="71" y="63"/>
                    <a:pt x="71" y="63"/>
                  </a:cubicBezTo>
                  <a:cubicBezTo>
                    <a:pt x="71" y="64"/>
                    <a:pt x="71" y="63"/>
                    <a:pt x="71" y="63"/>
                  </a:cubicBezTo>
                  <a:cubicBezTo>
                    <a:pt x="70" y="65"/>
                    <a:pt x="71" y="64"/>
                    <a:pt x="71" y="65"/>
                  </a:cubicBezTo>
                  <a:cubicBezTo>
                    <a:pt x="71" y="65"/>
                    <a:pt x="71" y="63"/>
                    <a:pt x="72" y="63"/>
                  </a:cubicBezTo>
                  <a:cubicBezTo>
                    <a:pt x="72" y="63"/>
                    <a:pt x="73" y="63"/>
                    <a:pt x="73" y="65"/>
                  </a:cubicBezTo>
                  <a:cubicBezTo>
                    <a:pt x="73" y="64"/>
                    <a:pt x="73" y="64"/>
                    <a:pt x="73" y="63"/>
                  </a:cubicBezTo>
                  <a:cubicBezTo>
                    <a:pt x="73" y="63"/>
                    <a:pt x="73" y="62"/>
                    <a:pt x="72" y="61"/>
                  </a:cubicBezTo>
                  <a:cubicBezTo>
                    <a:pt x="73" y="61"/>
                    <a:pt x="73" y="61"/>
                    <a:pt x="73" y="61"/>
                  </a:cubicBezTo>
                  <a:cubicBezTo>
                    <a:pt x="73" y="62"/>
                    <a:pt x="73" y="62"/>
                    <a:pt x="73" y="62"/>
                  </a:cubicBezTo>
                  <a:cubicBezTo>
                    <a:pt x="73" y="61"/>
                    <a:pt x="74" y="62"/>
                    <a:pt x="74" y="60"/>
                  </a:cubicBezTo>
                  <a:cubicBezTo>
                    <a:pt x="74" y="62"/>
                    <a:pt x="74" y="62"/>
                    <a:pt x="74" y="62"/>
                  </a:cubicBezTo>
                  <a:cubicBezTo>
                    <a:pt x="74" y="61"/>
                    <a:pt x="75" y="61"/>
                    <a:pt x="75" y="61"/>
                  </a:cubicBezTo>
                  <a:cubicBezTo>
                    <a:pt x="75" y="62"/>
                    <a:pt x="75" y="64"/>
                    <a:pt x="76" y="65"/>
                  </a:cubicBezTo>
                  <a:cubicBezTo>
                    <a:pt x="77" y="63"/>
                    <a:pt x="77" y="63"/>
                    <a:pt x="77" y="63"/>
                  </a:cubicBezTo>
                  <a:cubicBezTo>
                    <a:pt x="77" y="63"/>
                    <a:pt x="77" y="63"/>
                    <a:pt x="77" y="64"/>
                  </a:cubicBezTo>
                  <a:cubicBezTo>
                    <a:pt x="78" y="65"/>
                    <a:pt x="78" y="59"/>
                    <a:pt x="79" y="61"/>
                  </a:cubicBezTo>
                  <a:cubicBezTo>
                    <a:pt x="79" y="63"/>
                    <a:pt x="79" y="63"/>
                    <a:pt x="80" y="64"/>
                  </a:cubicBezTo>
                  <a:cubicBezTo>
                    <a:pt x="80" y="63"/>
                    <a:pt x="80" y="63"/>
                    <a:pt x="80" y="62"/>
                  </a:cubicBezTo>
                  <a:cubicBezTo>
                    <a:pt x="80" y="61"/>
                    <a:pt x="80" y="64"/>
                    <a:pt x="79" y="63"/>
                  </a:cubicBezTo>
                  <a:cubicBezTo>
                    <a:pt x="79" y="61"/>
                    <a:pt x="80" y="62"/>
                    <a:pt x="80" y="61"/>
                  </a:cubicBezTo>
                  <a:cubicBezTo>
                    <a:pt x="81" y="66"/>
                    <a:pt x="83" y="62"/>
                    <a:pt x="84" y="64"/>
                  </a:cubicBezTo>
                  <a:cubicBezTo>
                    <a:pt x="84" y="61"/>
                    <a:pt x="85" y="63"/>
                    <a:pt x="85" y="62"/>
                  </a:cubicBezTo>
                  <a:cubicBezTo>
                    <a:pt x="85" y="65"/>
                    <a:pt x="86" y="62"/>
                    <a:pt x="86" y="63"/>
                  </a:cubicBezTo>
                  <a:cubicBezTo>
                    <a:pt x="86" y="61"/>
                    <a:pt x="86" y="61"/>
                    <a:pt x="86" y="61"/>
                  </a:cubicBezTo>
                  <a:cubicBezTo>
                    <a:pt x="87" y="62"/>
                    <a:pt x="87" y="57"/>
                    <a:pt x="88" y="60"/>
                  </a:cubicBezTo>
                  <a:cubicBezTo>
                    <a:pt x="88" y="60"/>
                    <a:pt x="88" y="61"/>
                    <a:pt x="88" y="62"/>
                  </a:cubicBezTo>
                  <a:cubicBezTo>
                    <a:pt x="89" y="65"/>
                    <a:pt x="89" y="59"/>
                    <a:pt x="90" y="62"/>
                  </a:cubicBezTo>
                  <a:cubicBezTo>
                    <a:pt x="90" y="61"/>
                    <a:pt x="89" y="60"/>
                    <a:pt x="90" y="59"/>
                  </a:cubicBezTo>
                  <a:cubicBezTo>
                    <a:pt x="91" y="60"/>
                    <a:pt x="92" y="61"/>
                    <a:pt x="92" y="62"/>
                  </a:cubicBezTo>
                  <a:cubicBezTo>
                    <a:pt x="92" y="61"/>
                    <a:pt x="92" y="60"/>
                    <a:pt x="92" y="61"/>
                  </a:cubicBezTo>
                  <a:cubicBezTo>
                    <a:pt x="93" y="62"/>
                    <a:pt x="92" y="62"/>
                    <a:pt x="92" y="62"/>
                  </a:cubicBezTo>
                  <a:cubicBezTo>
                    <a:pt x="93" y="63"/>
                    <a:pt x="93" y="61"/>
                    <a:pt x="94" y="60"/>
                  </a:cubicBezTo>
                  <a:cubicBezTo>
                    <a:pt x="94" y="62"/>
                    <a:pt x="95" y="61"/>
                    <a:pt x="96" y="62"/>
                  </a:cubicBezTo>
                  <a:cubicBezTo>
                    <a:pt x="96" y="60"/>
                    <a:pt x="98" y="63"/>
                    <a:pt x="97" y="60"/>
                  </a:cubicBezTo>
                  <a:cubicBezTo>
                    <a:pt x="98" y="61"/>
                    <a:pt x="98" y="61"/>
                    <a:pt x="98" y="61"/>
                  </a:cubicBezTo>
                  <a:cubicBezTo>
                    <a:pt x="98" y="60"/>
                    <a:pt x="98" y="58"/>
                    <a:pt x="98" y="58"/>
                  </a:cubicBezTo>
                  <a:cubicBezTo>
                    <a:pt x="98" y="60"/>
                    <a:pt x="98" y="60"/>
                    <a:pt x="98" y="60"/>
                  </a:cubicBezTo>
                  <a:cubicBezTo>
                    <a:pt x="99" y="62"/>
                    <a:pt x="99" y="60"/>
                    <a:pt x="100" y="61"/>
                  </a:cubicBezTo>
                  <a:cubicBezTo>
                    <a:pt x="99" y="59"/>
                    <a:pt x="100" y="61"/>
                    <a:pt x="100" y="60"/>
                  </a:cubicBezTo>
                  <a:cubicBezTo>
                    <a:pt x="100" y="59"/>
                    <a:pt x="100" y="59"/>
                    <a:pt x="100" y="59"/>
                  </a:cubicBezTo>
                  <a:cubicBezTo>
                    <a:pt x="101" y="58"/>
                    <a:pt x="100" y="58"/>
                    <a:pt x="101" y="57"/>
                  </a:cubicBezTo>
                  <a:cubicBezTo>
                    <a:pt x="101" y="57"/>
                    <a:pt x="101" y="60"/>
                    <a:pt x="101" y="59"/>
                  </a:cubicBezTo>
                  <a:cubicBezTo>
                    <a:pt x="102" y="60"/>
                    <a:pt x="102" y="60"/>
                    <a:pt x="102" y="59"/>
                  </a:cubicBezTo>
                  <a:cubicBezTo>
                    <a:pt x="102" y="59"/>
                    <a:pt x="102" y="59"/>
                    <a:pt x="102" y="59"/>
                  </a:cubicBezTo>
                  <a:cubicBezTo>
                    <a:pt x="102" y="59"/>
                    <a:pt x="102" y="59"/>
                    <a:pt x="102" y="59"/>
                  </a:cubicBezTo>
                  <a:cubicBezTo>
                    <a:pt x="103" y="59"/>
                    <a:pt x="103" y="59"/>
                    <a:pt x="103" y="59"/>
                  </a:cubicBezTo>
                  <a:cubicBezTo>
                    <a:pt x="103" y="59"/>
                    <a:pt x="103" y="59"/>
                    <a:pt x="103" y="59"/>
                  </a:cubicBezTo>
                  <a:cubicBezTo>
                    <a:pt x="103" y="59"/>
                    <a:pt x="103" y="59"/>
                    <a:pt x="102" y="59"/>
                  </a:cubicBezTo>
                  <a:cubicBezTo>
                    <a:pt x="103" y="59"/>
                    <a:pt x="103" y="59"/>
                    <a:pt x="103" y="59"/>
                  </a:cubicBezTo>
                  <a:cubicBezTo>
                    <a:pt x="103" y="59"/>
                    <a:pt x="103" y="59"/>
                    <a:pt x="103" y="59"/>
                  </a:cubicBezTo>
                  <a:cubicBezTo>
                    <a:pt x="103" y="59"/>
                    <a:pt x="103" y="59"/>
                    <a:pt x="103" y="60"/>
                  </a:cubicBezTo>
                  <a:cubicBezTo>
                    <a:pt x="104" y="61"/>
                    <a:pt x="104" y="61"/>
                    <a:pt x="104" y="61"/>
                  </a:cubicBezTo>
                  <a:cubicBezTo>
                    <a:pt x="104" y="61"/>
                    <a:pt x="104" y="59"/>
                    <a:pt x="104" y="59"/>
                  </a:cubicBezTo>
                  <a:cubicBezTo>
                    <a:pt x="106" y="60"/>
                    <a:pt x="108" y="58"/>
                    <a:pt x="108" y="57"/>
                  </a:cubicBezTo>
                  <a:cubicBezTo>
                    <a:pt x="108" y="57"/>
                    <a:pt x="108" y="58"/>
                    <a:pt x="108" y="58"/>
                  </a:cubicBezTo>
                  <a:cubicBezTo>
                    <a:pt x="108" y="57"/>
                    <a:pt x="108" y="56"/>
                    <a:pt x="109" y="57"/>
                  </a:cubicBezTo>
                  <a:cubicBezTo>
                    <a:pt x="109" y="56"/>
                    <a:pt x="109" y="58"/>
                    <a:pt x="110" y="58"/>
                  </a:cubicBezTo>
                  <a:cubicBezTo>
                    <a:pt x="110" y="58"/>
                    <a:pt x="110" y="56"/>
                    <a:pt x="109" y="56"/>
                  </a:cubicBezTo>
                  <a:cubicBezTo>
                    <a:pt x="111" y="59"/>
                    <a:pt x="111" y="55"/>
                    <a:pt x="113" y="56"/>
                  </a:cubicBezTo>
                  <a:cubicBezTo>
                    <a:pt x="113" y="56"/>
                    <a:pt x="113" y="57"/>
                    <a:pt x="113" y="57"/>
                  </a:cubicBezTo>
                  <a:cubicBezTo>
                    <a:pt x="114" y="56"/>
                    <a:pt x="114" y="55"/>
                    <a:pt x="115" y="53"/>
                  </a:cubicBezTo>
                  <a:cubicBezTo>
                    <a:pt x="115" y="55"/>
                    <a:pt x="115" y="55"/>
                    <a:pt x="115" y="55"/>
                  </a:cubicBezTo>
                  <a:cubicBezTo>
                    <a:pt x="115" y="55"/>
                    <a:pt x="116" y="55"/>
                    <a:pt x="116" y="54"/>
                  </a:cubicBezTo>
                  <a:cubicBezTo>
                    <a:pt x="115" y="52"/>
                    <a:pt x="116" y="51"/>
                    <a:pt x="116" y="51"/>
                  </a:cubicBezTo>
                  <a:cubicBezTo>
                    <a:pt x="116" y="51"/>
                    <a:pt x="116" y="51"/>
                    <a:pt x="116" y="51"/>
                  </a:cubicBezTo>
                  <a:cubicBezTo>
                    <a:pt x="117" y="50"/>
                    <a:pt x="117" y="50"/>
                    <a:pt x="117" y="50"/>
                  </a:cubicBezTo>
                  <a:cubicBezTo>
                    <a:pt x="118" y="51"/>
                    <a:pt x="117" y="51"/>
                    <a:pt x="117" y="52"/>
                  </a:cubicBezTo>
                  <a:cubicBezTo>
                    <a:pt x="118" y="54"/>
                    <a:pt x="119" y="53"/>
                    <a:pt x="119" y="53"/>
                  </a:cubicBezTo>
                  <a:cubicBezTo>
                    <a:pt x="119" y="51"/>
                    <a:pt x="119" y="51"/>
                    <a:pt x="119" y="51"/>
                  </a:cubicBezTo>
                  <a:cubicBezTo>
                    <a:pt x="120" y="51"/>
                    <a:pt x="120" y="53"/>
                    <a:pt x="120" y="53"/>
                  </a:cubicBezTo>
                  <a:cubicBezTo>
                    <a:pt x="120" y="47"/>
                    <a:pt x="120" y="47"/>
                    <a:pt x="120" y="47"/>
                  </a:cubicBezTo>
                  <a:cubicBezTo>
                    <a:pt x="120" y="48"/>
                    <a:pt x="121" y="50"/>
                    <a:pt x="121" y="51"/>
                  </a:cubicBezTo>
                  <a:cubicBezTo>
                    <a:pt x="122" y="50"/>
                    <a:pt x="122" y="47"/>
                    <a:pt x="122" y="45"/>
                  </a:cubicBezTo>
                  <a:cubicBezTo>
                    <a:pt x="122" y="46"/>
                    <a:pt x="123" y="44"/>
                    <a:pt x="123" y="44"/>
                  </a:cubicBezTo>
                  <a:cubicBezTo>
                    <a:pt x="124" y="45"/>
                    <a:pt x="123" y="44"/>
                    <a:pt x="123" y="45"/>
                  </a:cubicBezTo>
                  <a:cubicBezTo>
                    <a:pt x="124" y="47"/>
                    <a:pt x="124" y="47"/>
                    <a:pt x="124" y="47"/>
                  </a:cubicBezTo>
                  <a:cubicBezTo>
                    <a:pt x="123" y="47"/>
                    <a:pt x="125" y="49"/>
                    <a:pt x="125" y="50"/>
                  </a:cubicBezTo>
                  <a:cubicBezTo>
                    <a:pt x="125" y="49"/>
                    <a:pt x="126" y="49"/>
                    <a:pt x="127" y="50"/>
                  </a:cubicBezTo>
                  <a:cubicBezTo>
                    <a:pt x="126" y="47"/>
                    <a:pt x="128" y="48"/>
                    <a:pt x="127" y="45"/>
                  </a:cubicBezTo>
                  <a:cubicBezTo>
                    <a:pt x="128" y="45"/>
                    <a:pt x="128" y="47"/>
                    <a:pt x="129" y="48"/>
                  </a:cubicBezTo>
                  <a:cubicBezTo>
                    <a:pt x="129" y="46"/>
                    <a:pt x="131" y="47"/>
                    <a:pt x="131" y="46"/>
                  </a:cubicBezTo>
                  <a:cubicBezTo>
                    <a:pt x="131" y="47"/>
                    <a:pt x="131" y="47"/>
                    <a:pt x="131" y="47"/>
                  </a:cubicBezTo>
                  <a:cubicBezTo>
                    <a:pt x="132" y="46"/>
                    <a:pt x="134" y="46"/>
                    <a:pt x="133" y="43"/>
                  </a:cubicBezTo>
                  <a:cubicBezTo>
                    <a:pt x="134" y="45"/>
                    <a:pt x="134" y="45"/>
                    <a:pt x="134" y="45"/>
                  </a:cubicBezTo>
                  <a:cubicBezTo>
                    <a:pt x="135" y="45"/>
                    <a:pt x="133" y="42"/>
                    <a:pt x="134" y="43"/>
                  </a:cubicBezTo>
                  <a:cubicBezTo>
                    <a:pt x="135" y="44"/>
                    <a:pt x="135" y="44"/>
                    <a:pt x="135" y="44"/>
                  </a:cubicBezTo>
                  <a:cubicBezTo>
                    <a:pt x="135" y="43"/>
                    <a:pt x="136" y="45"/>
                    <a:pt x="136" y="43"/>
                  </a:cubicBezTo>
                  <a:cubicBezTo>
                    <a:pt x="136" y="44"/>
                    <a:pt x="136" y="44"/>
                    <a:pt x="136" y="44"/>
                  </a:cubicBezTo>
                  <a:cubicBezTo>
                    <a:pt x="137" y="43"/>
                    <a:pt x="138" y="43"/>
                    <a:pt x="137" y="41"/>
                  </a:cubicBezTo>
                  <a:cubicBezTo>
                    <a:pt x="138" y="43"/>
                    <a:pt x="138" y="43"/>
                    <a:pt x="138" y="43"/>
                  </a:cubicBezTo>
                  <a:cubicBezTo>
                    <a:pt x="139" y="44"/>
                    <a:pt x="138" y="41"/>
                    <a:pt x="139" y="41"/>
                  </a:cubicBezTo>
                  <a:cubicBezTo>
                    <a:pt x="139" y="42"/>
                    <a:pt x="140" y="42"/>
                    <a:pt x="139" y="42"/>
                  </a:cubicBezTo>
                  <a:cubicBezTo>
                    <a:pt x="139" y="41"/>
                    <a:pt x="140" y="41"/>
                    <a:pt x="140" y="40"/>
                  </a:cubicBezTo>
                  <a:cubicBezTo>
                    <a:pt x="142" y="42"/>
                    <a:pt x="142" y="42"/>
                    <a:pt x="142" y="42"/>
                  </a:cubicBezTo>
                  <a:cubicBezTo>
                    <a:pt x="145" y="41"/>
                    <a:pt x="148" y="39"/>
                    <a:pt x="150" y="36"/>
                  </a:cubicBezTo>
                  <a:cubicBezTo>
                    <a:pt x="152" y="38"/>
                    <a:pt x="150" y="38"/>
                    <a:pt x="151" y="39"/>
                  </a:cubicBezTo>
                  <a:cubicBezTo>
                    <a:pt x="150" y="37"/>
                    <a:pt x="151" y="38"/>
                    <a:pt x="152" y="37"/>
                  </a:cubicBezTo>
                  <a:cubicBezTo>
                    <a:pt x="152" y="37"/>
                    <a:pt x="152" y="37"/>
                    <a:pt x="152" y="37"/>
                  </a:cubicBezTo>
                  <a:cubicBezTo>
                    <a:pt x="152" y="37"/>
                    <a:pt x="153" y="38"/>
                    <a:pt x="153" y="37"/>
                  </a:cubicBezTo>
                  <a:cubicBezTo>
                    <a:pt x="153" y="37"/>
                    <a:pt x="153" y="37"/>
                    <a:pt x="153" y="37"/>
                  </a:cubicBezTo>
                  <a:cubicBezTo>
                    <a:pt x="153" y="35"/>
                    <a:pt x="155" y="38"/>
                    <a:pt x="154" y="36"/>
                  </a:cubicBezTo>
                  <a:cubicBezTo>
                    <a:pt x="155" y="37"/>
                    <a:pt x="155" y="37"/>
                    <a:pt x="155" y="37"/>
                  </a:cubicBezTo>
                  <a:cubicBezTo>
                    <a:pt x="154" y="35"/>
                    <a:pt x="156" y="37"/>
                    <a:pt x="156" y="35"/>
                  </a:cubicBezTo>
                  <a:cubicBezTo>
                    <a:pt x="156" y="36"/>
                    <a:pt x="156" y="36"/>
                    <a:pt x="156" y="36"/>
                  </a:cubicBezTo>
                  <a:cubicBezTo>
                    <a:pt x="157" y="36"/>
                    <a:pt x="156" y="32"/>
                    <a:pt x="157" y="34"/>
                  </a:cubicBezTo>
                  <a:cubicBezTo>
                    <a:pt x="157" y="33"/>
                    <a:pt x="158" y="32"/>
                    <a:pt x="157" y="31"/>
                  </a:cubicBezTo>
                  <a:cubicBezTo>
                    <a:pt x="158" y="33"/>
                    <a:pt x="158" y="33"/>
                    <a:pt x="158" y="33"/>
                  </a:cubicBezTo>
                  <a:cubicBezTo>
                    <a:pt x="160" y="30"/>
                    <a:pt x="163" y="29"/>
                    <a:pt x="162" y="26"/>
                  </a:cubicBezTo>
                  <a:cubicBezTo>
                    <a:pt x="163" y="27"/>
                    <a:pt x="163" y="27"/>
                    <a:pt x="163" y="27"/>
                  </a:cubicBezTo>
                  <a:cubicBezTo>
                    <a:pt x="163" y="24"/>
                    <a:pt x="167" y="27"/>
                    <a:pt x="165" y="23"/>
                  </a:cubicBezTo>
                  <a:cubicBezTo>
                    <a:pt x="164" y="21"/>
                    <a:pt x="164" y="21"/>
                    <a:pt x="164" y="21"/>
                  </a:cubicBezTo>
                  <a:cubicBezTo>
                    <a:pt x="166" y="23"/>
                    <a:pt x="166" y="23"/>
                    <a:pt x="166" y="23"/>
                  </a:cubicBezTo>
                  <a:cubicBezTo>
                    <a:pt x="165" y="21"/>
                    <a:pt x="167" y="21"/>
                    <a:pt x="166" y="20"/>
                  </a:cubicBezTo>
                  <a:cubicBezTo>
                    <a:pt x="166" y="21"/>
                    <a:pt x="166" y="21"/>
                    <a:pt x="167" y="21"/>
                  </a:cubicBezTo>
                  <a:cubicBezTo>
                    <a:pt x="167" y="21"/>
                    <a:pt x="166" y="19"/>
                    <a:pt x="167" y="19"/>
                  </a:cubicBezTo>
                  <a:cubicBezTo>
                    <a:pt x="167" y="20"/>
                    <a:pt x="167" y="20"/>
                    <a:pt x="167" y="20"/>
                  </a:cubicBezTo>
                  <a:cubicBezTo>
                    <a:pt x="171" y="20"/>
                    <a:pt x="176" y="17"/>
                    <a:pt x="174" y="13"/>
                  </a:cubicBezTo>
                  <a:cubicBezTo>
                    <a:pt x="174" y="12"/>
                    <a:pt x="177" y="14"/>
                    <a:pt x="177" y="14"/>
                  </a:cubicBezTo>
                  <a:cubicBezTo>
                    <a:pt x="175" y="10"/>
                    <a:pt x="181" y="9"/>
                    <a:pt x="177" y="5"/>
                  </a:cubicBezTo>
                  <a:close/>
                  <a:moveTo>
                    <a:pt x="10" y="32"/>
                  </a:moveTo>
                  <a:cubicBezTo>
                    <a:pt x="10" y="32"/>
                    <a:pt x="10" y="32"/>
                    <a:pt x="10" y="31"/>
                  </a:cubicBezTo>
                  <a:cubicBezTo>
                    <a:pt x="10" y="32"/>
                    <a:pt x="10" y="32"/>
                    <a:pt x="10" y="32"/>
                  </a:cubicBezTo>
                  <a:close/>
                  <a:moveTo>
                    <a:pt x="6" y="35"/>
                  </a:moveTo>
                  <a:cubicBezTo>
                    <a:pt x="6" y="35"/>
                    <a:pt x="6" y="35"/>
                    <a:pt x="5" y="35"/>
                  </a:cubicBezTo>
                  <a:cubicBezTo>
                    <a:pt x="6" y="34"/>
                    <a:pt x="6" y="34"/>
                    <a:pt x="6" y="34"/>
                  </a:cubicBezTo>
                  <a:cubicBezTo>
                    <a:pt x="6" y="34"/>
                    <a:pt x="6" y="35"/>
                    <a:pt x="6" y="35"/>
                  </a:cubicBezTo>
                  <a:close/>
                  <a:moveTo>
                    <a:pt x="10" y="35"/>
                  </a:moveTo>
                  <a:cubicBezTo>
                    <a:pt x="10" y="35"/>
                    <a:pt x="10" y="35"/>
                    <a:pt x="10" y="35"/>
                  </a:cubicBezTo>
                  <a:cubicBezTo>
                    <a:pt x="10" y="35"/>
                    <a:pt x="10" y="35"/>
                    <a:pt x="10" y="35"/>
                  </a:cubicBezTo>
                  <a:close/>
                  <a:moveTo>
                    <a:pt x="9" y="32"/>
                  </a:moveTo>
                  <a:cubicBezTo>
                    <a:pt x="9" y="33"/>
                    <a:pt x="8" y="33"/>
                    <a:pt x="8" y="33"/>
                  </a:cubicBezTo>
                  <a:cubicBezTo>
                    <a:pt x="9" y="31"/>
                    <a:pt x="10" y="31"/>
                    <a:pt x="10" y="32"/>
                  </a:cubicBezTo>
                  <a:cubicBezTo>
                    <a:pt x="9" y="33"/>
                    <a:pt x="9" y="34"/>
                    <a:pt x="9" y="34"/>
                  </a:cubicBezTo>
                  <a:cubicBezTo>
                    <a:pt x="8" y="34"/>
                    <a:pt x="8" y="34"/>
                    <a:pt x="8" y="34"/>
                  </a:cubicBezTo>
                  <a:cubicBezTo>
                    <a:pt x="8" y="34"/>
                    <a:pt x="9" y="34"/>
                    <a:pt x="9" y="32"/>
                  </a:cubicBezTo>
                  <a:close/>
                  <a:moveTo>
                    <a:pt x="7" y="35"/>
                  </a:moveTo>
                  <a:cubicBezTo>
                    <a:pt x="7" y="35"/>
                    <a:pt x="7" y="34"/>
                    <a:pt x="7" y="34"/>
                  </a:cubicBezTo>
                  <a:cubicBezTo>
                    <a:pt x="7" y="34"/>
                    <a:pt x="7" y="34"/>
                    <a:pt x="7" y="35"/>
                  </a:cubicBezTo>
                  <a:cubicBezTo>
                    <a:pt x="7" y="35"/>
                    <a:pt x="7" y="35"/>
                    <a:pt x="7" y="35"/>
                  </a:cubicBezTo>
                  <a:close/>
                  <a:moveTo>
                    <a:pt x="7" y="35"/>
                  </a:moveTo>
                  <a:cubicBezTo>
                    <a:pt x="7" y="35"/>
                    <a:pt x="7" y="35"/>
                    <a:pt x="7" y="35"/>
                  </a:cubicBezTo>
                  <a:cubicBezTo>
                    <a:pt x="7" y="35"/>
                    <a:pt x="7" y="35"/>
                    <a:pt x="7" y="35"/>
                  </a:cubicBezTo>
                  <a:cubicBezTo>
                    <a:pt x="7" y="35"/>
                    <a:pt x="7" y="35"/>
                    <a:pt x="7" y="35"/>
                  </a:cubicBezTo>
                  <a:cubicBezTo>
                    <a:pt x="8" y="35"/>
                    <a:pt x="8" y="35"/>
                    <a:pt x="8" y="35"/>
                  </a:cubicBezTo>
                  <a:cubicBezTo>
                    <a:pt x="8" y="35"/>
                    <a:pt x="8" y="35"/>
                    <a:pt x="8" y="36"/>
                  </a:cubicBezTo>
                  <a:cubicBezTo>
                    <a:pt x="8" y="36"/>
                    <a:pt x="9" y="35"/>
                    <a:pt x="9" y="35"/>
                  </a:cubicBezTo>
                  <a:cubicBezTo>
                    <a:pt x="9" y="35"/>
                    <a:pt x="10" y="36"/>
                    <a:pt x="10" y="36"/>
                  </a:cubicBezTo>
                  <a:cubicBezTo>
                    <a:pt x="10" y="36"/>
                    <a:pt x="10" y="36"/>
                    <a:pt x="10" y="36"/>
                  </a:cubicBezTo>
                  <a:cubicBezTo>
                    <a:pt x="9" y="36"/>
                    <a:pt x="8" y="36"/>
                    <a:pt x="7" y="35"/>
                  </a:cubicBezTo>
                  <a:close/>
                  <a:moveTo>
                    <a:pt x="9" y="36"/>
                  </a:moveTo>
                  <a:cubicBezTo>
                    <a:pt x="10" y="36"/>
                    <a:pt x="10" y="36"/>
                    <a:pt x="10" y="36"/>
                  </a:cubicBezTo>
                  <a:cubicBezTo>
                    <a:pt x="10" y="36"/>
                    <a:pt x="10" y="36"/>
                    <a:pt x="10" y="37"/>
                  </a:cubicBezTo>
                  <a:cubicBezTo>
                    <a:pt x="10" y="36"/>
                    <a:pt x="9" y="36"/>
                    <a:pt x="9" y="36"/>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4" name="Freeform 435"/>
            <p:cNvSpPr/>
            <p:nvPr/>
          </p:nvSpPr>
          <p:spPr bwMode="auto">
            <a:xfrm>
              <a:off x="3712" y="2809"/>
              <a:ext cx="4" cy="2"/>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1" y="1"/>
                    <a:pt x="2" y="1"/>
                    <a:pt x="2"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5" name="Freeform 436"/>
            <p:cNvSpPr>
              <a:spLocks noEditPoints="1"/>
            </p:cNvSpPr>
            <p:nvPr/>
          </p:nvSpPr>
          <p:spPr bwMode="auto">
            <a:xfrm>
              <a:off x="3434" y="1624"/>
              <a:ext cx="862" cy="1213"/>
            </a:xfrm>
            <a:custGeom>
              <a:avLst/>
              <a:gdLst>
                <a:gd name="T0" fmla="*/ 172 w 406"/>
                <a:gd name="T1" fmla="*/ 570 h 572"/>
                <a:gd name="T2" fmla="*/ 205 w 406"/>
                <a:gd name="T3" fmla="*/ 568 h 572"/>
                <a:gd name="T4" fmla="*/ 239 w 406"/>
                <a:gd name="T5" fmla="*/ 564 h 572"/>
                <a:gd name="T6" fmla="*/ 281 w 406"/>
                <a:gd name="T7" fmla="*/ 547 h 572"/>
                <a:gd name="T8" fmla="*/ 300 w 406"/>
                <a:gd name="T9" fmla="*/ 522 h 572"/>
                <a:gd name="T10" fmla="*/ 204 w 406"/>
                <a:gd name="T11" fmla="*/ 395 h 572"/>
                <a:gd name="T12" fmla="*/ 207 w 406"/>
                <a:gd name="T13" fmla="*/ 339 h 572"/>
                <a:gd name="T14" fmla="*/ 214 w 406"/>
                <a:gd name="T15" fmla="*/ 279 h 572"/>
                <a:gd name="T16" fmla="*/ 177 w 406"/>
                <a:gd name="T17" fmla="*/ 304 h 572"/>
                <a:gd name="T18" fmla="*/ 184 w 406"/>
                <a:gd name="T19" fmla="*/ 298 h 572"/>
                <a:gd name="T20" fmla="*/ 197 w 406"/>
                <a:gd name="T21" fmla="*/ 321 h 572"/>
                <a:gd name="T22" fmla="*/ 186 w 406"/>
                <a:gd name="T23" fmla="*/ 337 h 572"/>
                <a:gd name="T24" fmla="*/ 190 w 406"/>
                <a:gd name="T25" fmla="*/ 347 h 572"/>
                <a:gd name="T26" fmla="*/ 189 w 406"/>
                <a:gd name="T27" fmla="*/ 365 h 572"/>
                <a:gd name="T28" fmla="*/ 189 w 406"/>
                <a:gd name="T29" fmla="*/ 382 h 572"/>
                <a:gd name="T30" fmla="*/ 194 w 406"/>
                <a:gd name="T31" fmla="*/ 401 h 572"/>
                <a:gd name="T32" fmla="*/ 198 w 406"/>
                <a:gd name="T33" fmla="*/ 426 h 572"/>
                <a:gd name="T34" fmla="*/ 92 w 406"/>
                <a:gd name="T35" fmla="*/ 277 h 572"/>
                <a:gd name="T36" fmla="*/ 68 w 406"/>
                <a:gd name="T37" fmla="*/ 218 h 572"/>
                <a:gd name="T38" fmla="*/ 189 w 406"/>
                <a:gd name="T39" fmla="*/ 198 h 572"/>
                <a:gd name="T40" fmla="*/ 299 w 406"/>
                <a:gd name="T41" fmla="*/ 279 h 572"/>
                <a:gd name="T42" fmla="*/ 240 w 406"/>
                <a:gd name="T43" fmla="*/ 425 h 572"/>
                <a:gd name="T44" fmla="*/ 250 w 406"/>
                <a:gd name="T45" fmla="*/ 401 h 572"/>
                <a:gd name="T46" fmla="*/ 257 w 406"/>
                <a:gd name="T47" fmla="*/ 380 h 572"/>
                <a:gd name="T48" fmla="*/ 262 w 406"/>
                <a:gd name="T49" fmla="*/ 342 h 572"/>
                <a:gd name="T50" fmla="*/ 279 w 406"/>
                <a:gd name="T51" fmla="*/ 305 h 572"/>
                <a:gd name="T52" fmla="*/ 323 w 406"/>
                <a:gd name="T53" fmla="*/ 287 h 572"/>
                <a:gd name="T54" fmla="*/ 345 w 406"/>
                <a:gd name="T55" fmla="*/ 231 h 572"/>
                <a:gd name="T56" fmla="*/ 313 w 406"/>
                <a:gd name="T57" fmla="*/ 163 h 572"/>
                <a:gd name="T58" fmla="*/ 199 w 406"/>
                <a:gd name="T59" fmla="*/ 120 h 572"/>
                <a:gd name="T60" fmla="*/ 99 w 406"/>
                <a:gd name="T61" fmla="*/ 189 h 572"/>
                <a:gd name="T62" fmla="*/ 67 w 406"/>
                <a:gd name="T63" fmla="*/ 156 h 572"/>
                <a:gd name="T64" fmla="*/ 18 w 406"/>
                <a:gd name="T65" fmla="*/ 247 h 572"/>
                <a:gd name="T66" fmla="*/ 17 w 406"/>
                <a:gd name="T67" fmla="*/ 216 h 572"/>
                <a:gd name="T68" fmla="*/ 18 w 406"/>
                <a:gd name="T69" fmla="*/ 212 h 572"/>
                <a:gd name="T70" fmla="*/ 18 w 406"/>
                <a:gd name="T71" fmla="*/ 213 h 572"/>
                <a:gd name="T72" fmla="*/ 20 w 406"/>
                <a:gd name="T73" fmla="*/ 216 h 572"/>
                <a:gd name="T74" fmla="*/ 36 w 406"/>
                <a:gd name="T75" fmla="*/ 256 h 572"/>
                <a:gd name="T76" fmla="*/ 80 w 406"/>
                <a:gd name="T77" fmla="*/ 293 h 572"/>
                <a:gd name="T78" fmla="*/ 143 w 406"/>
                <a:gd name="T79" fmla="*/ 304 h 572"/>
                <a:gd name="T80" fmla="*/ 162 w 406"/>
                <a:gd name="T81" fmla="*/ 375 h 572"/>
                <a:gd name="T82" fmla="*/ 177 w 406"/>
                <a:gd name="T83" fmla="*/ 504 h 572"/>
                <a:gd name="T84" fmla="*/ 192 w 406"/>
                <a:gd name="T85" fmla="*/ 530 h 572"/>
                <a:gd name="T86" fmla="*/ 191 w 406"/>
                <a:gd name="T87" fmla="*/ 504 h 572"/>
                <a:gd name="T88" fmla="*/ 192 w 406"/>
                <a:gd name="T89" fmla="*/ 486 h 572"/>
                <a:gd name="T90" fmla="*/ 194 w 406"/>
                <a:gd name="T91" fmla="*/ 451 h 572"/>
                <a:gd name="T92" fmla="*/ 220 w 406"/>
                <a:gd name="T93" fmla="*/ 447 h 572"/>
                <a:gd name="T94" fmla="*/ 240 w 406"/>
                <a:gd name="T95" fmla="*/ 469 h 572"/>
                <a:gd name="T96" fmla="*/ 247 w 406"/>
                <a:gd name="T97" fmla="*/ 543 h 572"/>
                <a:gd name="T98" fmla="*/ 146 w 406"/>
                <a:gd name="T99" fmla="*/ 545 h 572"/>
                <a:gd name="T100" fmla="*/ 137 w 406"/>
                <a:gd name="T101" fmla="*/ 524 h 572"/>
                <a:gd name="T102" fmla="*/ 130 w 406"/>
                <a:gd name="T103" fmla="*/ 553 h 572"/>
                <a:gd name="T104" fmla="*/ 193 w 406"/>
                <a:gd name="T105" fmla="*/ 309 h 572"/>
                <a:gd name="T106" fmla="*/ 196 w 406"/>
                <a:gd name="T107" fmla="*/ 303 h 572"/>
                <a:gd name="T108" fmla="*/ 209 w 406"/>
                <a:gd name="T109" fmla="*/ 295 h 572"/>
                <a:gd name="T110" fmla="*/ 218 w 406"/>
                <a:gd name="T111" fmla="*/ 301 h 572"/>
                <a:gd name="T112" fmla="*/ 221 w 406"/>
                <a:gd name="T113" fmla="*/ 307 h 572"/>
                <a:gd name="T114" fmla="*/ 211 w 406"/>
                <a:gd name="T115" fmla="*/ 310 h 572"/>
                <a:gd name="T116" fmla="*/ 222 w 406"/>
                <a:gd name="T117" fmla="*/ 307 h 572"/>
                <a:gd name="T118" fmla="*/ 191 w 406"/>
                <a:gd name="T119" fmla="*/ 185 h 572"/>
                <a:gd name="T120" fmla="*/ 63 w 406"/>
                <a:gd name="T121" fmla="*/ 186 h 572"/>
                <a:gd name="T122" fmla="*/ 22 w 406"/>
                <a:gd name="T123" fmla="*/ 214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6" h="572">
                  <a:moveTo>
                    <a:pt x="135" y="564"/>
                  </a:moveTo>
                  <a:cubicBezTo>
                    <a:pt x="136" y="564"/>
                    <a:pt x="137" y="565"/>
                    <a:pt x="137" y="564"/>
                  </a:cubicBezTo>
                  <a:cubicBezTo>
                    <a:pt x="137" y="565"/>
                    <a:pt x="137" y="565"/>
                    <a:pt x="137" y="565"/>
                  </a:cubicBezTo>
                  <a:cubicBezTo>
                    <a:pt x="138" y="565"/>
                    <a:pt x="140" y="563"/>
                    <a:pt x="139" y="566"/>
                  </a:cubicBezTo>
                  <a:cubicBezTo>
                    <a:pt x="140" y="563"/>
                    <a:pt x="139" y="565"/>
                    <a:pt x="138" y="564"/>
                  </a:cubicBezTo>
                  <a:cubicBezTo>
                    <a:pt x="139" y="562"/>
                    <a:pt x="140" y="563"/>
                    <a:pt x="141" y="562"/>
                  </a:cubicBezTo>
                  <a:cubicBezTo>
                    <a:pt x="139" y="565"/>
                    <a:pt x="142" y="563"/>
                    <a:pt x="142" y="564"/>
                  </a:cubicBezTo>
                  <a:cubicBezTo>
                    <a:pt x="142" y="565"/>
                    <a:pt x="142" y="565"/>
                    <a:pt x="142" y="566"/>
                  </a:cubicBezTo>
                  <a:cubicBezTo>
                    <a:pt x="143" y="564"/>
                    <a:pt x="143" y="564"/>
                    <a:pt x="143" y="564"/>
                  </a:cubicBezTo>
                  <a:cubicBezTo>
                    <a:pt x="142" y="568"/>
                    <a:pt x="145" y="564"/>
                    <a:pt x="145" y="566"/>
                  </a:cubicBezTo>
                  <a:cubicBezTo>
                    <a:pt x="144" y="566"/>
                    <a:pt x="144" y="568"/>
                    <a:pt x="144" y="569"/>
                  </a:cubicBezTo>
                  <a:cubicBezTo>
                    <a:pt x="144" y="566"/>
                    <a:pt x="146" y="566"/>
                    <a:pt x="147" y="564"/>
                  </a:cubicBezTo>
                  <a:cubicBezTo>
                    <a:pt x="148" y="565"/>
                    <a:pt x="145" y="567"/>
                    <a:pt x="145" y="569"/>
                  </a:cubicBezTo>
                  <a:cubicBezTo>
                    <a:pt x="146" y="567"/>
                    <a:pt x="146" y="571"/>
                    <a:pt x="147" y="568"/>
                  </a:cubicBezTo>
                  <a:cubicBezTo>
                    <a:pt x="147" y="567"/>
                    <a:pt x="148" y="567"/>
                    <a:pt x="149" y="566"/>
                  </a:cubicBezTo>
                  <a:cubicBezTo>
                    <a:pt x="150" y="566"/>
                    <a:pt x="148" y="567"/>
                    <a:pt x="148" y="568"/>
                  </a:cubicBezTo>
                  <a:cubicBezTo>
                    <a:pt x="149" y="568"/>
                    <a:pt x="150" y="566"/>
                    <a:pt x="150" y="565"/>
                  </a:cubicBezTo>
                  <a:cubicBezTo>
                    <a:pt x="150" y="566"/>
                    <a:pt x="152" y="564"/>
                    <a:pt x="152" y="565"/>
                  </a:cubicBezTo>
                  <a:cubicBezTo>
                    <a:pt x="152" y="567"/>
                    <a:pt x="150" y="566"/>
                    <a:pt x="150" y="567"/>
                  </a:cubicBezTo>
                  <a:cubicBezTo>
                    <a:pt x="152" y="568"/>
                    <a:pt x="152" y="563"/>
                    <a:pt x="154" y="563"/>
                  </a:cubicBezTo>
                  <a:cubicBezTo>
                    <a:pt x="153" y="562"/>
                    <a:pt x="155" y="559"/>
                    <a:pt x="155" y="558"/>
                  </a:cubicBezTo>
                  <a:cubicBezTo>
                    <a:pt x="157" y="560"/>
                    <a:pt x="155" y="559"/>
                    <a:pt x="155" y="561"/>
                  </a:cubicBezTo>
                  <a:cubicBezTo>
                    <a:pt x="155" y="561"/>
                    <a:pt x="155" y="561"/>
                    <a:pt x="155" y="561"/>
                  </a:cubicBezTo>
                  <a:cubicBezTo>
                    <a:pt x="155" y="564"/>
                    <a:pt x="152" y="566"/>
                    <a:pt x="153" y="568"/>
                  </a:cubicBezTo>
                  <a:cubicBezTo>
                    <a:pt x="154" y="567"/>
                    <a:pt x="154" y="567"/>
                    <a:pt x="154" y="567"/>
                  </a:cubicBezTo>
                  <a:cubicBezTo>
                    <a:pt x="153" y="568"/>
                    <a:pt x="153" y="569"/>
                    <a:pt x="153" y="570"/>
                  </a:cubicBezTo>
                  <a:cubicBezTo>
                    <a:pt x="153" y="568"/>
                    <a:pt x="154" y="570"/>
                    <a:pt x="155" y="570"/>
                  </a:cubicBezTo>
                  <a:cubicBezTo>
                    <a:pt x="155" y="568"/>
                    <a:pt x="154" y="570"/>
                    <a:pt x="154" y="569"/>
                  </a:cubicBezTo>
                  <a:cubicBezTo>
                    <a:pt x="155" y="568"/>
                    <a:pt x="156" y="566"/>
                    <a:pt x="157" y="567"/>
                  </a:cubicBezTo>
                  <a:cubicBezTo>
                    <a:pt x="156" y="568"/>
                    <a:pt x="157" y="569"/>
                    <a:pt x="156" y="570"/>
                  </a:cubicBezTo>
                  <a:cubicBezTo>
                    <a:pt x="157" y="571"/>
                    <a:pt x="157" y="568"/>
                    <a:pt x="157" y="569"/>
                  </a:cubicBezTo>
                  <a:cubicBezTo>
                    <a:pt x="157" y="570"/>
                    <a:pt x="157" y="570"/>
                    <a:pt x="157" y="570"/>
                  </a:cubicBezTo>
                  <a:cubicBezTo>
                    <a:pt x="160" y="571"/>
                    <a:pt x="164" y="571"/>
                    <a:pt x="166" y="567"/>
                  </a:cubicBezTo>
                  <a:cubicBezTo>
                    <a:pt x="166" y="569"/>
                    <a:pt x="167" y="569"/>
                    <a:pt x="169" y="570"/>
                  </a:cubicBezTo>
                  <a:cubicBezTo>
                    <a:pt x="168" y="570"/>
                    <a:pt x="169" y="569"/>
                    <a:pt x="169" y="568"/>
                  </a:cubicBezTo>
                  <a:cubicBezTo>
                    <a:pt x="170" y="570"/>
                    <a:pt x="170" y="570"/>
                    <a:pt x="170" y="570"/>
                  </a:cubicBezTo>
                  <a:cubicBezTo>
                    <a:pt x="170" y="572"/>
                    <a:pt x="172" y="570"/>
                    <a:pt x="172" y="569"/>
                  </a:cubicBezTo>
                  <a:cubicBezTo>
                    <a:pt x="172" y="570"/>
                    <a:pt x="172" y="570"/>
                    <a:pt x="172" y="570"/>
                  </a:cubicBezTo>
                  <a:cubicBezTo>
                    <a:pt x="173" y="571"/>
                    <a:pt x="173" y="569"/>
                    <a:pt x="173" y="568"/>
                  </a:cubicBezTo>
                  <a:cubicBezTo>
                    <a:pt x="174" y="570"/>
                    <a:pt x="174" y="570"/>
                    <a:pt x="174" y="570"/>
                  </a:cubicBezTo>
                  <a:cubicBezTo>
                    <a:pt x="174" y="569"/>
                    <a:pt x="174" y="569"/>
                    <a:pt x="174" y="569"/>
                  </a:cubicBezTo>
                  <a:cubicBezTo>
                    <a:pt x="174" y="568"/>
                    <a:pt x="175" y="568"/>
                    <a:pt x="175" y="570"/>
                  </a:cubicBezTo>
                  <a:cubicBezTo>
                    <a:pt x="175" y="570"/>
                    <a:pt x="176" y="569"/>
                    <a:pt x="175" y="569"/>
                  </a:cubicBezTo>
                  <a:cubicBezTo>
                    <a:pt x="176" y="570"/>
                    <a:pt x="178" y="570"/>
                    <a:pt x="179" y="569"/>
                  </a:cubicBezTo>
                  <a:cubicBezTo>
                    <a:pt x="178" y="569"/>
                    <a:pt x="178" y="568"/>
                    <a:pt x="178" y="567"/>
                  </a:cubicBezTo>
                  <a:cubicBezTo>
                    <a:pt x="178" y="564"/>
                    <a:pt x="179" y="567"/>
                    <a:pt x="179" y="566"/>
                  </a:cubicBezTo>
                  <a:cubicBezTo>
                    <a:pt x="179" y="567"/>
                    <a:pt x="180" y="567"/>
                    <a:pt x="179" y="568"/>
                  </a:cubicBezTo>
                  <a:cubicBezTo>
                    <a:pt x="181" y="571"/>
                    <a:pt x="183" y="569"/>
                    <a:pt x="184" y="569"/>
                  </a:cubicBezTo>
                  <a:cubicBezTo>
                    <a:pt x="185" y="568"/>
                    <a:pt x="185" y="568"/>
                    <a:pt x="185" y="568"/>
                  </a:cubicBezTo>
                  <a:cubicBezTo>
                    <a:pt x="186" y="570"/>
                    <a:pt x="188" y="568"/>
                    <a:pt x="189" y="569"/>
                  </a:cubicBezTo>
                  <a:cubicBezTo>
                    <a:pt x="189" y="568"/>
                    <a:pt x="189" y="565"/>
                    <a:pt x="190" y="565"/>
                  </a:cubicBezTo>
                  <a:cubicBezTo>
                    <a:pt x="190" y="563"/>
                    <a:pt x="190" y="567"/>
                    <a:pt x="191" y="569"/>
                  </a:cubicBezTo>
                  <a:cubicBezTo>
                    <a:pt x="191" y="568"/>
                    <a:pt x="192" y="567"/>
                    <a:pt x="192" y="567"/>
                  </a:cubicBezTo>
                  <a:cubicBezTo>
                    <a:pt x="192" y="568"/>
                    <a:pt x="192" y="568"/>
                    <a:pt x="192" y="568"/>
                  </a:cubicBezTo>
                  <a:cubicBezTo>
                    <a:pt x="192" y="567"/>
                    <a:pt x="193" y="566"/>
                    <a:pt x="194" y="567"/>
                  </a:cubicBezTo>
                  <a:cubicBezTo>
                    <a:pt x="194" y="567"/>
                    <a:pt x="194" y="567"/>
                    <a:pt x="194" y="567"/>
                  </a:cubicBezTo>
                  <a:cubicBezTo>
                    <a:pt x="194" y="567"/>
                    <a:pt x="195" y="569"/>
                    <a:pt x="195" y="568"/>
                  </a:cubicBezTo>
                  <a:cubicBezTo>
                    <a:pt x="195" y="567"/>
                    <a:pt x="196" y="568"/>
                    <a:pt x="196" y="566"/>
                  </a:cubicBezTo>
                  <a:cubicBezTo>
                    <a:pt x="197" y="567"/>
                    <a:pt x="197" y="567"/>
                    <a:pt x="197" y="567"/>
                  </a:cubicBezTo>
                  <a:cubicBezTo>
                    <a:pt x="197" y="565"/>
                    <a:pt x="197" y="565"/>
                    <a:pt x="197" y="565"/>
                  </a:cubicBezTo>
                  <a:cubicBezTo>
                    <a:pt x="197" y="566"/>
                    <a:pt x="197" y="566"/>
                    <a:pt x="197" y="566"/>
                  </a:cubicBezTo>
                  <a:cubicBezTo>
                    <a:pt x="197" y="568"/>
                    <a:pt x="197" y="568"/>
                    <a:pt x="197" y="568"/>
                  </a:cubicBezTo>
                  <a:cubicBezTo>
                    <a:pt x="198" y="569"/>
                    <a:pt x="197" y="566"/>
                    <a:pt x="198" y="565"/>
                  </a:cubicBezTo>
                  <a:cubicBezTo>
                    <a:pt x="198" y="564"/>
                    <a:pt x="198" y="566"/>
                    <a:pt x="199" y="566"/>
                  </a:cubicBezTo>
                  <a:cubicBezTo>
                    <a:pt x="198" y="567"/>
                    <a:pt x="198" y="566"/>
                    <a:pt x="198" y="566"/>
                  </a:cubicBezTo>
                  <a:cubicBezTo>
                    <a:pt x="198" y="568"/>
                    <a:pt x="198" y="567"/>
                    <a:pt x="199" y="568"/>
                  </a:cubicBezTo>
                  <a:cubicBezTo>
                    <a:pt x="199" y="568"/>
                    <a:pt x="199" y="566"/>
                    <a:pt x="199" y="566"/>
                  </a:cubicBezTo>
                  <a:cubicBezTo>
                    <a:pt x="200" y="566"/>
                    <a:pt x="201" y="566"/>
                    <a:pt x="200" y="568"/>
                  </a:cubicBezTo>
                  <a:cubicBezTo>
                    <a:pt x="201" y="567"/>
                    <a:pt x="201" y="567"/>
                    <a:pt x="201" y="566"/>
                  </a:cubicBezTo>
                  <a:cubicBezTo>
                    <a:pt x="201" y="566"/>
                    <a:pt x="200" y="565"/>
                    <a:pt x="200" y="564"/>
                  </a:cubicBezTo>
                  <a:cubicBezTo>
                    <a:pt x="201" y="564"/>
                    <a:pt x="201" y="564"/>
                    <a:pt x="201" y="564"/>
                  </a:cubicBezTo>
                  <a:cubicBezTo>
                    <a:pt x="201" y="565"/>
                    <a:pt x="201" y="565"/>
                    <a:pt x="201" y="565"/>
                  </a:cubicBezTo>
                  <a:cubicBezTo>
                    <a:pt x="201" y="564"/>
                    <a:pt x="202" y="565"/>
                    <a:pt x="202" y="563"/>
                  </a:cubicBezTo>
                  <a:cubicBezTo>
                    <a:pt x="202" y="565"/>
                    <a:pt x="202" y="565"/>
                    <a:pt x="202" y="565"/>
                  </a:cubicBezTo>
                  <a:cubicBezTo>
                    <a:pt x="203" y="564"/>
                    <a:pt x="203" y="564"/>
                    <a:pt x="204" y="564"/>
                  </a:cubicBezTo>
                  <a:cubicBezTo>
                    <a:pt x="204" y="566"/>
                    <a:pt x="204" y="568"/>
                    <a:pt x="205" y="568"/>
                  </a:cubicBezTo>
                  <a:cubicBezTo>
                    <a:pt x="205" y="566"/>
                    <a:pt x="205" y="566"/>
                    <a:pt x="205" y="566"/>
                  </a:cubicBezTo>
                  <a:cubicBezTo>
                    <a:pt x="206" y="566"/>
                    <a:pt x="206" y="566"/>
                    <a:pt x="206" y="567"/>
                  </a:cubicBezTo>
                  <a:cubicBezTo>
                    <a:pt x="207" y="568"/>
                    <a:pt x="207" y="562"/>
                    <a:pt x="209" y="564"/>
                  </a:cubicBezTo>
                  <a:cubicBezTo>
                    <a:pt x="208" y="566"/>
                    <a:pt x="209" y="566"/>
                    <a:pt x="209" y="567"/>
                  </a:cubicBezTo>
                  <a:cubicBezTo>
                    <a:pt x="209" y="566"/>
                    <a:pt x="209" y="566"/>
                    <a:pt x="209" y="566"/>
                  </a:cubicBezTo>
                  <a:cubicBezTo>
                    <a:pt x="209" y="565"/>
                    <a:pt x="209" y="567"/>
                    <a:pt x="209" y="566"/>
                  </a:cubicBezTo>
                  <a:cubicBezTo>
                    <a:pt x="208" y="564"/>
                    <a:pt x="209" y="565"/>
                    <a:pt x="209" y="564"/>
                  </a:cubicBezTo>
                  <a:cubicBezTo>
                    <a:pt x="211" y="569"/>
                    <a:pt x="213" y="565"/>
                    <a:pt x="215" y="567"/>
                  </a:cubicBezTo>
                  <a:cubicBezTo>
                    <a:pt x="215" y="565"/>
                    <a:pt x="216" y="567"/>
                    <a:pt x="216" y="566"/>
                  </a:cubicBezTo>
                  <a:cubicBezTo>
                    <a:pt x="216" y="568"/>
                    <a:pt x="217" y="565"/>
                    <a:pt x="217" y="567"/>
                  </a:cubicBezTo>
                  <a:cubicBezTo>
                    <a:pt x="217" y="564"/>
                    <a:pt x="217" y="564"/>
                    <a:pt x="217" y="564"/>
                  </a:cubicBezTo>
                  <a:cubicBezTo>
                    <a:pt x="218" y="566"/>
                    <a:pt x="218" y="560"/>
                    <a:pt x="219" y="563"/>
                  </a:cubicBezTo>
                  <a:cubicBezTo>
                    <a:pt x="220" y="564"/>
                    <a:pt x="219" y="565"/>
                    <a:pt x="219" y="565"/>
                  </a:cubicBezTo>
                  <a:cubicBezTo>
                    <a:pt x="220" y="568"/>
                    <a:pt x="221" y="563"/>
                    <a:pt x="222" y="566"/>
                  </a:cubicBezTo>
                  <a:cubicBezTo>
                    <a:pt x="222" y="565"/>
                    <a:pt x="221" y="563"/>
                    <a:pt x="222" y="562"/>
                  </a:cubicBezTo>
                  <a:cubicBezTo>
                    <a:pt x="223" y="563"/>
                    <a:pt x="224" y="565"/>
                    <a:pt x="224" y="565"/>
                  </a:cubicBezTo>
                  <a:cubicBezTo>
                    <a:pt x="224" y="565"/>
                    <a:pt x="224" y="564"/>
                    <a:pt x="225" y="565"/>
                  </a:cubicBezTo>
                  <a:cubicBezTo>
                    <a:pt x="225" y="565"/>
                    <a:pt x="225" y="565"/>
                    <a:pt x="225" y="566"/>
                  </a:cubicBezTo>
                  <a:cubicBezTo>
                    <a:pt x="226" y="566"/>
                    <a:pt x="226" y="565"/>
                    <a:pt x="227" y="564"/>
                  </a:cubicBezTo>
                  <a:cubicBezTo>
                    <a:pt x="227" y="566"/>
                    <a:pt x="229" y="565"/>
                    <a:pt x="230" y="566"/>
                  </a:cubicBezTo>
                  <a:cubicBezTo>
                    <a:pt x="230" y="563"/>
                    <a:pt x="231" y="567"/>
                    <a:pt x="231" y="564"/>
                  </a:cubicBezTo>
                  <a:cubicBezTo>
                    <a:pt x="231" y="564"/>
                    <a:pt x="231" y="564"/>
                    <a:pt x="231" y="564"/>
                  </a:cubicBezTo>
                  <a:cubicBezTo>
                    <a:pt x="232" y="564"/>
                    <a:pt x="232" y="562"/>
                    <a:pt x="232" y="561"/>
                  </a:cubicBezTo>
                  <a:cubicBezTo>
                    <a:pt x="232" y="563"/>
                    <a:pt x="232" y="563"/>
                    <a:pt x="232" y="563"/>
                  </a:cubicBezTo>
                  <a:cubicBezTo>
                    <a:pt x="232" y="566"/>
                    <a:pt x="234" y="564"/>
                    <a:pt x="234" y="565"/>
                  </a:cubicBezTo>
                  <a:cubicBezTo>
                    <a:pt x="233" y="563"/>
                    <a:pt x="234" y="565"/>
                    <a:pt x="234" y="563"/>
                  </a:cubicBezTo>
                  <a:cubicBezTo>
                    <a:pt x="235" y="563"/>
                    <a:pt x="235" y="563"/>
                    <a:pt x="235" y="563"/>
                  </a:cubicBezTo>
                  <a:cubicBezTo>
                    <a:pt x="235" y="562"/>
                    <a:pt x="235" y="562"/>
                    <a:pt x="236" y="561"/>
                  </a:cubicBezTo>
                  <a:cubicBezTo>
                    <a:pt x="236" y="561"/>
                    <a:pt x="236" y="564"/>
                    <a:pt x="236" y="563"/>
                  </a:cubicBezTo>
                  <a:cubicBezTo>
                    <a:pt x="237" y="564"/>
                    <a:pt x="237" y="564"/>
                    <a:pt x="237" y="563"/>
                  </a:cubicBezTo>
                  <a:cubicBezTo>
                    <a:pt x="237" y="563"/>
                    <a:pt x="237" y="563"/>
                    <a:pt x="237" y="563"/>
                  </a:cubicBezTo>
                  <a:cubicBezTo>
                    <a:pt x="237" y="563"/>
                    <a:pt x="237" y="563"/>
                    <a:pt x="238" y="563"/>
                  </a:cubicBezTo>
                  <a:cubicBezTo>
                    <a:pt x="238" y="563"/>
                    <a:pt x="238" y="563"/>
                    <a:pt x="238" y="563"/>
                  </a:cubicBezTo>
                  <a:cubicBezTo>
                    <a:pt x="238" y="563"/>
                    <a:pt x="238" y="563"/>
                    <a:pt x="238" y="563"/>
                  </a:cubicBezTo>
                  <a:cubicBezTo>
                    <a:pt x="238" y="563"/>
                    <a:pt x="238" y="563"/>
                    <a:pt x="238" y="563"/>
                  </a:cubicBezTo>
                  <a:cubicBezTo>
                    <a:pt x="238" y="563"/>
                    <a:pt x="238" y="563"/>
                    <a:pt x="238" y="563"/>
                  </a:cubicBezTo>
                  <a:cubicBezTo>
                    <a:pt x="238" y="564"/>
                    <a:pt x="238" y="563"/>
                    <a:pt x="238" y="563"/>
                  </a:cubicBezTo>
                  <a:cubicBezTo>
                    <a:pt x="238" y="563"/>
                    <a:pt x="239" y="563"/>
                    <a:pt x="239" y="564"/>
                  </a:cubicBezTo>
                  <a:cubicBezTo>
                    <a:pt x="239" y="565"/>
                    <a:pt x="239" y="565"/>
                    <a:pt x="239" y="565"/>
                  </a:cubicBezTo>
                  <a:cubicBezTo>
                    <a:pt x="239" y="565"/>
                    <a:pt x="240" y="563"/>
                    <a:pt x="240" y="563"/>
                  </a:cubicBezTo>
                  <a:cubicBezTo>
                    <a:pt x="242" y="564"/>
                    <a:pt x="244" y="562"/>
                    <a:pt x="245" y="561"/>
                  </a:cubicBezTo>
                  <a:cubicBezTo>
                    <a:pt x="244" y="561"/>
                    <a:pt x="244" y="562"/>
                    <a:pt x="244" y="562"/>
                  </a:cubicBezTo>
                  <a:cubicBezTo>
                    <a:pt x="245" y="561"/>
                    <a:pt x="245" y="560"/>
                    <a:pt x="245" y="561"/>
                  </a:cubicBezTo>
                  <a:cubicBezTo>
                    <a:pt x="246" y="560"/>
                    <a:pt x="246" y="562"/>
                    <a:pt x="247" y="562"/>
                  </a:cubicBezTo>
                  <a:cubicBezTo>
                    <a:pt x="247" y="562"/>
                    <a:pt x="247" y="560"/>
                    <a:pt x="247" y="561"/>
                  </a:cubicBezTo>
                  <a:cubicBezTo>
                    <a:pt x="248" y="563"/>
                    <a:pt x="249" y="559"/>
                    <a:pt x="251" y="560"/>
                  </a:cubicBezTo>
                  <a:cubicBezTo>
                    <a:pt x="251" y="560"/>
                    <a:pt x="251" y="561"/>
                    <a:pt x="251" y="561"/>
                  </a:cubicBezTo>
                  <a:cubicBezTo>
                    <a:pt x="252" y="560"/>
                    <a:pt x="253" y="560"/>
                    <a:pt x="253" y="558"/>
                  </a:cubicBezTo>
                  <a:cubicBezTo>
                    <a:pt x="253" y="559"/>
                    <a:pt x="253" y="559"/>
                    <a:pt x="253" y="559"/>
                  </a:cubicBezTo>
                  <a:cubicBezTo>
                    <a:pt x="254" y="559"/>
                    <a:pt x="255" y="559"/>
                    <a:pt x="255" y="557"/>
                  </a:cubicBezTo>
                  <a:cubicBezTo>
                    <a:pt x="254" y="557"/>
                    <a:pt x="255" y="558"/>
                    <a:pt x="255" y="558"/>
                  </a:cubicBezTo>
                  <a:cubicBezTo>
                    <a:pt x="254" y="557"/>
                    <a:pt x="255" y="555"/>
                    <a:pt x="255" y="555"/>
                  </a:cubicBezTo>
                  <a:cubicBezTo>
                    <a:pt x="255" y="556"/>
                    <a:pt x="255" y="556"/>
                    <a:pt x="255" y="556"/>
                  </a:cubicBezTo>
                  <a:cubicBezTo>
                    <a:pt x="256" y="555"/>
                    <a:pt x="256" y="555"/>
                    <a:pt x="257" y="554"/>
                  </a:cubicBezTo>
                  <a:cubicBezTo>
                    <a:pt x="257" y="555"/>
                    <a:pt x="256" y="555"/>
                    <a:pt x="257" y="556"/>
                  </a:cubicBezTo>
                  <a:cubicBezTo>
                    <a:pt x="257" y="558"/>
                    <a:pt x="259" y="557"/>
                    <a:pt x="259" y="557"/>
                  </a:cubicBezTo>
                  <a:cubicBezTo>
                    <a:pt x="259" y="555"/>
                    <a:pt x="259" y="555"/>
                    <a:pt x="259" y="555"/>
                  </a:cubicBezTo>
                  <a:cubicBezTo>
                    <a:pt x="260" y="555"/>
                    <a:pt x="260" y="557"/>
                    <a:pt x="260" y="557"/>
                  </a:cubicBezTo>
                  <a:cubicBezTo>
                    <a:pt x="261" y="551"/>
                    <a:pt x="261" y="551"/>
                    <a:pt x="261" y="551"/>
                  </a:cubicBezTo>
                  <a:cubicBezTo>
                    <a:pt x="260" y="552"/>
                    <a:pt x="262" y="553"/>
                    <a:pt x="261" y="555"/>
                  </a:cubicBezTo>
                  <a:cubicBezTo>
                    <a:pt x="263" y="554"/>
                    <a:pt x="263" y="551"/>
                    <a:pt x="263" y="549"/>
                  </a:cubicBezTo>
                  <a:cubicBezTo>
                    <a:pt x="263" y="550"/>
                    <a:pt x="264" y="548"/>
                    <a:pt x="265" y="548"/>
                  </a:cubicBezTo>
                  <a:cubicBezTo>
                    <a:pt x="265" y="549"/>
                    <a:pt x="264" y="548"/>
                    <a:pt x="264" y="549"/>
                  </a:cubicBezTo>
                  <a:cubicBezTo>
                    <a:pt x="266" y="550"/>
                    <a:pt x="266" y="550"/>
                    <a:pt x="266" y="550"/>
                  </a:cubicBezTo>
                  <a:cubicBezTo>
                    <a:pt x="265" y="551"/>
                    <a:pt x="266" y="553"/>
                    <a:pt x="266" y="554"/>
                  </a:cubicBezTo>
                  <a:cubicBezTo>
                    <a:pt x="266" y="553"/>
                    <a:pt x="268" y="553"/>
                    <a:pt x="269" y="553"/>
                  </a:cubicBezTo>
                  <a:cubicBezTo>
                    <a:pt x="268" y="551"/>
                    <a:pt x="270" y="552"/>
                    <a:pt x="270" y="549"/>
                  </a:cubicBezTo>
                  <a:cubicBezTo>
                    <a:pt x="271" y="549"/>
                    <a:pt x="271" y="551"/>
                    <a:pt x="271" y="552"/>
                  </a:cubicBezTo>
                  <a:cubicBezTo>
                    <a:pt x="272" y="550"/>
                    <a:pt x="274" y="550"/>
                    <a:pt x="275" y="550"/>
                  </a:cubicBezTo>
                  <a:cubicBezTo>
                    <a:pt x="275" y="550"/>
                    <a:pt x="275" y="550"/>
                    <a:pt x="275" y="550"/>
                  </a:cubicBezTo>
                  <a:cubicBezTo>
                    <a:pt x="275" y="549"/>
                    <a:pt x="277" y="549"/>
                    <a:pt x="277" y="547"/>
                  </a:cubicBezTo>
                  <a:cubicBezTo>
                    <a:pt x="278" y="548"/>
                    <a:pt x="278" y="548"/>
                    <a:pt x="278" y="548"/>
                  </a:cubicBezTo>
                  <a:cubicBezTo>
                    <a:pt x="279" y="549"/>
                    <a:pt x="277" y="545"/>
                    <a:pt x="278" y="546"/>
                  </a:cubicBezTo>
                  <a:cubicBezTo>
                    <a:pt x="279" y="547"/>
                    <a:pt x="279" y="547"/>
                    <a:pt x="279" y="547"/>
                  </a:cubicBezTo>
                  <a:cubicBezTo>
                    <a:pt x="279" y="546"/>
                    <a:pt x="281" y="548"/>
                    <a:pt x="281" y="546"/>
                  </a:cubicBezTo>
                  <a:cubicBezTo>
                    <a:pt x="281" y="547"/>
                    <a:pt x="281" y="547"/>
                    <a:pt x="281" y="547"/>
                  </a:cubicBezTo>
                  <a:cubicBezTo>
                    <a:pt x="281" y="546"/>
                    <a:pt x="282" y="546"/>
                    <a:pt x="282" y="544"/>
                  </a:cubicBezTo>
                  <a:cubicBezTo>
                    <a:pt x="283" y="546"/>
                    <a:pt x="283" y="546"/>
                    <a:pt x="283" y="546"/>
                  </a:cubicBezTo>
                  <a:cubicBezTo>
                    <a:pt x="284" y="547"/>
                    <a:pt x="283" y="544"/>
                    <a:pt x="284" y="544"/>
                  </a:cubicBezTo>
                  <a:cubicBezTo>
                    <a:pt x="284" y="544"/>
                    <a:pt x="285" y="545"/>
                    <a:pt x="285" y="545"/>
                  </a:cubicBezTo>
                  <a:cubicBezTo>
                    <a:pt x="285" y="544"/>
                    <a:pt x="286" y="544"/>
                    <a:pt x="286" y="543"/>
                  </a:cubicBezTo>
                  <a:cubicBezTo>
                    <a:pt x="288" y="545"/>
                    <a:pt x="288" y="545"/>
                    <a:pt x="288" y="545"/>
                  </a:cubicBezTo>
                  <a:cubicBezTo>
                    <a:pt x="291" y="543"/>
                    <a:pt x="295" y="541"/>
                    <a:pt x="298" y="537"/>
                  </a:cubicBezTo>
                  <a:cubicBezTo>
                    <a:pt x="300" y="539"/>
                    <a:pt x="298" y="539"/>
                    <a:pt x="299" y="540"/>
                  </a:cubicBezTo>
                  <a:cubicBezTo>
                    <a:pt x="298" y="538"/>
                    <a:pt x="299" y="539"/>
                    <a:pt x="300" y="538"/>
                  </a:cubicBezTo>
                  <a:cubicBezTo>
                    <a:pt x="300" y="538"/>
                    <a:pt x="300" y="538"/>
                    <a:pt x="300" y="538"/>
                  </a:cubicBezTo>
                  <a:cubicBezTo>
                    <a:pt x="300" y="538"/>
                    <a:pt x="301" y="539"/>
                    <a:pt x="302" y="538"/>
                  </a:cubicBezTo>
                  <a:cubicBezTo>
                    <a:pt x="301" y="537"/>
                    <a:pt x="301" y="537"/>
                    <a:pt x="301" y="537"/>
                  </a:cubicBezTo>
                  <a:cubicBezTo>
                    <a:pt x="301" y="536"/>
                    <a:pt x="304" y="539"/>
                    <a:pt x="303" y="536"/>
                  </a:cubicBezTo>
                  <a:cubicBezTo>
                    <a:pt x="304" y="537"/>
                    <a:pt x="304" y="537"/>
                    <a:pt x="304" y="537"/>
                  </a:cubicBezTo>
                  <a:cubicBezTo>
                    <a:pt x="303" y="535"/>
                    <a:pt x="305" y="538"/>
                    <a:pt x="305" y="535"/>
                  </a:cubicBezTo>
                  <a:cubicBezTo>
                    <a:pt x="305" y="536"/>
                    <a:pt x="305" y="536"/>
                    <a:pt x="305" y="536"/>
                  </a:cubicBezTo>
                  <a:cubicBezTo>
                    <a:pt x="306" y="536"/>
                    <a:pt x="305" y="532"/>
                    <a:pt x="306" y="534"/>
                  </a:cubicBezTo>
                  <a:cubicBezTo>
                    <a:pt x="307" y="533"/>
                    <a:pt x="307" y="532"/>
                    <a:pt x="306" y="530"/>
                  </a:cubicBezTo>
                  <a:cubicBezTo>
                    <a:pt x="308" y="533"/>
                    <a:pt x="308" y="533"/>
                    <a:pt x="308" y="533"/>
                  </a:cubicBezTo>
                  <a:cubicBezTo>
                    <a:pt x="310" y="530"/>
                    <a:pt x="313" y="528"/>
                    <a:pt x="314" y="524"/>
                  </a:cubicBezTo>
                  <a:cubicBezTo>
                    <a:pt x="314" y="525"/>
                    <a:pt x="314" y="525"/>
                    <a:pt x="314" y="525"/>
                  </a:cubicBezTo>
                  <a:cubicBezTo>
                    <a:pt x="314" y="522"/>
                    <a:pt x="319" y="525"/>
                    <a:pt x="317" y="521"/>
                  </a:cubicBezTo>
                  <a:cubicBezTo>
                    <a:pt x="316" y="519"/>
                    <a:pt x="316" y="519"/>
                    <a:pt x="316" y="519"/>
                  </a:cubicBezTo>
                  <a:cubicBezTo>
                    <a:pt x="318" y="520"/>
                    <a:pt x="318" y="520"/>
                    <a:pt x="318" y="520"/>
                  </a:cubicBezTo>
                  <a:cubicBezTo>
                    <a:pt x="317" y="519"/>
                    <a:pt x="319" y="519"/>
                    <a:pt x="318" y="518"/>
                  </a:cubicBezTo>
                  <a:cubicBezTo>
                    <a:pt x="318" y="518"/>
                    <a:pt x="318" y="519"/>
                    <a:pt x="319" y="519"/>
                  </a:cubicBezTo>
                  <a:cubicBezTo>
                    <a:pt x="320" y="519"/>
                    <a:pt x="318" y="516"/>
                    <a:pt x="319" y="516"/>
                  </a:cubicBezTo>
                  <a:cubicBezTo>
                    <a:pt x="320" y="517"/>
                    <a:pt x="320" y="517"/>
                    <a:pt x="320" y="517"/>
                  </a:cubicBezTo>
                  <a:cubicBezTo>
                    <a:pt x="324" y="517"/>
                    <a:pt x="329" y="511"/>
                    <a:pt x="325" y="508"/>
                  </a:cubicBezTo>
                  <a:cubicBezTo>
                    <a:pt x="324" y="507"/>
                    <a:pt x="327" y="507"/>
                    <a:pt x="327" y="507"/>
                  </a:cubicBezTo>
                  <a:cubicBezTo>
                    <a:pt x="323" y="505"/>
                    <a:pt x="324" y="499"/>
                    <a:pt x="317" y="501"/>
                  </a:cubicBezTo>
                  <a:cubicBezTo>
                    <a:pt x="315" y="501"/>
                    <a:pt x="312" y="506"/>
                    <a:pt x="312" y="506"/>
                  </a:cubicBezTo>
                  <a:cubicBezTo>
                    <a:pt x="318" y="506"/>
                    <a:pt x="315" y="512"/>
                    <a:pt x="315" y="509"/>
                  </a:cubicBezTo>
                  <a:cubicBezTo>
                    <a:pt x="313" y="508"/>
                    <a:pt x="315" y="509"/>
                    <a:pt x="313" y="509"/>
                  </a:cubicBezTo>
                  <a:cubicBezTo>
                    <a:pt x="312" y="512"/>
                    <a:pt x="303" y="513"/>
                    <a:pt x="299" y="519"/>
                  </a:cubicBezTo>
                  <a:cubicBezTo>
                    <a:pt x="300" y="519"/>
                    <a:pt x="300" y="520"/>
                    <a:pt x="300" y="521"/>
                  </a:cubicBezTo>
                  <a:cubicBezTo>
                    <a:pt x="299" y="520"/>
                    <a:pt x="299" y="520"/>
                    <a:pt x="299" y="520"/>
                  </a:cubicBezTo>
                  <a:cubicBezTo>
                    <a:pt x="300" y="522"/>
                    <a:pt x="300" y="522"/>
                    <a:pt x="300" y="522"/>
                  </a:cubicBezTo>
                  <a:cubicBezTo>
                    <a:pt x="299" y="522"/>
                    <a:pt x="298" y="521"/>
                    <a:pt x="299" y="520"/>
                  </a:cubicBezTo>
                  <a:cubicBezTo>
                    <a:pt x="296" y="522"/>
                    <a:pt x="294" y="524"/>
                    <a:pt x="292" y="525"/>
                  </a:cubicBezTo>
                  <a:cubicBezTo>
                    <a:pt x="293" y="527"/>
                    <a:pt x="291" y="526"/>
                    <a:pt x="292" y="528"/>
                  </a:cubicBezTo>
                  <a:cubicBezTo>
                    <a:pt x="291" y="527"/>
                    <a:pt x="291" y="527"/>
                    <a:pt x="291" y="527"/>
                  </a:cubicBezTo>
                  <a:cubicBezTo>
                    <a:pt x="290" y="529"/>
                    <a:pt x="290" y="529"/>
                    <a:pt x="287" y="527"/>
                  </a:cubicBezTo>
                  <a:cubicBezTo>
                    <a:pt x="280" y="529"/>
                    <a:pt x="275" y="533"/>
                    <a:pt x="268" y="535"/>
                  </a:cubicBezTo>
                  <a:cubicBezTo>
                    <a:pt x="263" y="536"/>
                    <a:pt x="259" y="538"/>
                    <a:pt x="255" y="540"/>
                  </a:cubicBezTo>
                  <a:cubicBezTo>
                    <a:pt x="255" y="537"/>
                    <a:pt x="256" y="534"/>
                    <a:pt x="257" y="531"/>
                  </a:cubicBezTo>
                  <a:cubicBezTo>
                    <a:pt x="257" y="529"/>
                    <a:pt x="255" y="527"/>
                    <a:pt x="256" y="525"/>
                  </a:cubicBezTo>
                  <a:cubicBezTo>
                    <a:pt x="255" y="519"/>
                    <a:pt x="260" y="512"/>
                    <a:pt x="257" y="505"/>
                  </a:cubicBezTo>
                  <a:cubicBezTo>
                    <a:pt x="257" y="505"/>
                    <a:pt x="256" y="505"/>
                    <a:pt x="255" y="504"/>
                  </a:cubicBezTo>
                  <a:cubicBezTo>
                    <a:pt x="256" y="504"/>
                    <a:pt x="256" y="504"/>
                    <a:pt x="256" y="504"/>
                  </a:cubicBezTo>
                  <a:cubicBezTo>
                    <a:pt x="254" y="504"/>
                    <a:pt x="254" y="504"/>
                    <a:pt x="254" y="504"/>
                  </a:cubicBezTo>
                  <a:cubicBezTo>
                    <a:pt x="254" y="503"/>
                    <a:pt x="256" y="504"/>
                    <a:pt x="256" y="504"/>
                  </a:cubicBezTo>
                  <a:cubicBezTo>
                    <a:pt x="256" y="501"/>
                    <a:pt x="256" y="499"/>
                    <a:pt x="256" y="496"/>
                  </a:cubicBezTo>
                  <a:cubicBezTo>
                    <a:pt x="254" y="496"/>
                    <a:pt x="256" y="494"/>
                    <a:pt x="254" y="494"/>
                  </a:cubicBezTo>
                  <a:cubicBezTo>
                    <a:pt x="255" y="494"/>
                    <a:pt x="255" y="494"/>
                    <a:pt x="255" y="494"/>
                  </a:cubicBezTo>
                  <a:cubicBezTo>
                    <a:pt x="254" y="492"/>
                    <a:pt x="254" y="492"/>
                    <a:pt x="257" y="491"/>
                  </a:cubicBezTo>
                  <a:cubicBezTo>
                    <a:pt x="259" y="481"/>
                    <a:pt x="257" y="475"/>
                    <a:pt x="256" y="465"/>
                  </a:cubicBezTo>
                  <a:cubicBezTo>
                    <a:pt x="254" y="457"/>
                    <a:pt x="250" y="447"/>
                    <a:pt x="242" y="440"/>
                  </a:cubicBezTo>
                  <a:cubicBezTo>
                    <a:pt x="242" y="440"/>
                    <a:pt x="242" y="440"/>
                    <a:pt x="242" y="440"/>
                  </a:cubicBezTo>
                  <a:cubicBezTo>
                    <a:pt x="242" y="440"/>
                    <a:pt x="242" y="440"/>
                    <a:pt x="242" y="440"/>
                  </a:cubicBezTo>
                  <a:cubicBezTo>
                    <a:pt x="241" y="439"/>
                    <a:pt x="241" y="439"/>
                    <a:pt x="240" y="438"/>
                  </a:cubicBezTo>
                  <a:cubicBezTo>
                    <a:pt x="237" y="440"/>
                    <a:pt x="236" y="437"/>
                    <a:pt x="233" y="438"/>
                  </a:cubicBezTo>
                  <a:cubicBezTo>
                    <a:pt x="234" y="437"/>
                    <a:pt x="234" y="437"/>
                    <a:pt x="234" y="437"/>
                  </a:cubicBezTo>
                  <a:cubicBezTo>
                    <a:pt x="232" y="438"/>
                    <a:pt x="232" y="436"/>
                    <a:pt x="232" y="434"/>
                  </a:cubicBezTo>
                  <a:cubicBezTo>
                    <a:pt x="231" y="435"/>
                    <a:pt x="231" y="434"/>
                    <a:pt x="230" y="436"/>
                  </a:cubicBezTo>
                  <a:cubicBezTo>
                    <a:pt x="228" y="437"/>
                    <a:pt x="230" y="433"/>
                    <a:pt x="229" y="433"/>
                  </a:cubicBezTo>
                  <a:cubicBezTo>
                    <a:pt x="229" y="432"/>
                    <a:pt x="228" y="434"/>
                    <a:pt x="228" y="433"/>
                  </a:cubicBezTo>
                  <a:cubicBezTo>
                    <a:pt x="225" y="435"/>
                    <a:pt x="229" y="433"/>
                    <a:pt x="227" y="429"/>
                  </a:cubicBezTo>
                  <a:cubicBezTo>
                    <a:pt x="223" y="428"/>
                    <a:pt x="219" y="429"/>
                    <a:pt x="215" y="428"/>
                  </a:cubicBezTo>
                  <a:cubicBezTo>
                    <a:pt x="214" y="427"/>
                    <a:pt x="214" y="425"/>
                    <a:pt x="214" y="424"/>
                  </a:cubicBezTo>
                  <a:cubicBezTo>
                    <a:pt x="212" y="424"/>
                    <a:pt x="214" y="423"/>
                    <a:pt x="212" y="424"/>
                  </a:cubicBezTo>
                  <a:cubicBezTo>
                    <a:pt x="213" y="424"/>
                    <a:pt x="213" y="424"/>
                    <a:pt x="213" y="424"/>
                  </a:cubicBezTo>
                  <a:cubicBezTo>
                    <a:pt x="212" y="423"/>
                    <a:pt x="211" y="423"/>
                    <a:pt x="214" y="421"/>
                  </a:cubicBezTo>
                  <a:cubicBezTo>
                    <a:pt x="216" y="417"/>
                    <a:pt x="214" y="413"/>
                    <a:pt x="214" y="409"/>
                  </a:cubicBezTo>
                  <a:cubicBezTo>
                    <a:pt x="213" y="405"/>
                    <a:pt x="211" y="401"/>
                    <a:pt x="210" y="397"/>
                  </a:cubicBezTo>
                  <a:cubicBezTo>
                    <a:pt x="206" y="397"/>
                    <a:pt x="207" y="396"/>
                    <a:pt x="204" y="395"/>
                  </a:cubicBezTo>
                  <a:cubicBezTo>
                    <a:pt x="206" y="395"/>
                    <a:pt x="206" y="395"/>
                    <a:pt x="206" y="395"/>
                  </a:cubicBezTo>
                  <a:cubicBezTo>
                    <a:pt x="204" y="395"/>
                    <a:pt x="206" y="394"/>
                    <a:pt x="207" y="394"/>
                  </a:cubicBezTo>
                  <a:cubicBezTo>
                    <a:pt x="206" y="394"/>
                    <a:pt x="207" y="393"/>
                    <a:pt x="205" y="394"/>
                  </a:cubicBezTo>
                  <a:cubicBezTo>
                    <a:pt x="203" y="393"/>
                    <a:pt x="207" y="393"/>
                    <a:pt x="206" y="393"/>
                  </a:cubicBezTo>
                  <a:cubicBezTo>
                    <a:pt x="207" y="392"/>
                    <a:pt x="205" y="393"/>
                    <a:pt x="206" y="393"/>
                  </a:cubicBezTo>
                  <a:cubicBezTo>
                    <a:pt x="203" y="392"/>
                    <a:pt x="207" y="393"/>
                    <a:pt x="209" y="391"/>
                  </a:cubicBezTo>
                  <a:cubicBezTo>
                    <a:pt x="208" y="390"/>
                    <a:pt x="206" y="388"/>
                    <a:pt x="207" y="387"/>
                  </a:cubicBezTo>
                  <a:cubicBezTo>
                    <a:pt x="207" y="387"/>
                    <a:pt x="206" y="387"/>
                    <a:pt x="206" y="387"/>
                  </a:cubicBezTo>
                  <a:cubicBezTo>
                    <a:pt x="209" y="386"/>
                    <a:pt x="205" y="386"/>
                    <a:pt x="206" y="386"/>
                  </a:cubicBezTo>
                  <a:cubicBezTo>
                    <a:pt x="207" y="386"/>
                    <a:pt x="207" y="386"/>
                    <a:pt x="207" y="386"/>
                  </a:cubicBezTo>
                  <a:cubicBezTo>
                    <a:pt x="209" y="385"/>
                    <a:pt x="207" y="385"/>
                    <a:pt x="208" y="384"/>
                  </a:cubicBezTo>
                  <a:cubicBezTo>
                    <a:pt x="207" y="383"/>
                    <a:pt x="210" y="382"/>
                    <a:pt x="208" y="382"/>
                  </a:cubicBezTo>
                  <a:cubicBezTo>
                    <a:pt x="209" y="382"/>
                    <a:pt x="209" y="382"/>
                    <a:pt x="210" y="382"/>
                  </a:cubicBezTo>
                  <a:cubicBezTo>
                    <a:pt x="206" y="381"/>
                    <a:pt x="211" y="380"/>
                    <a:pt x="209" y="379"/>
                  </a:cubicBezTo>
                  <a:cubicBezTo>
                    <a:pt x="209" y="380"/>
                    <a:pt x="209" y="380"/>
                    <a:pt x="209" y="380"/>
                  </a:cubicBezTo>
                  <a:cubicBezTo>
                    <a:pt x="209" y="378"/>
                    <a:pt x="210" y="376"/>
                    <a:pt x="208" y="374"/>
                  </a:cubicBezTo>
                  <a:cubicBezTo>
                    <a:pt x="208" y="372"/>
                    <a:pt x="212" y="371"/>
                    <a:pt x="210" y="370"/>
                  </a:cubicBezTo>
                  <a:cubicBezTo>
                    <a:pt x="208" y="370"/>
                    <a:pt x="208" y="370"/>
                    <a:pt x="208" y="370"/>
                  </a:cubicBezTo>
                  <a:cubicBezTo>
                    <a:pt x="209" y="369"/>
                    <a:pt x="210" y="370"/>
                    <a:pt x="210" y="370"/>
                  </a:cubicBezTo>
                  <a:cubicBezTo>
                    <a:pt x="209" y="369"/>
                    <a:pt x="211" y="368"/>
                    <a:pt x="211" y="367"/>
                  </a:cubicBezTo>
                  <a:cubicBezTo>
                    <a:pt x="210" y="367"/>
                    <a:pt x="210" y="367"/>
                    <a:pt x="209" y="367"/>
                  </a:cubicBezTo>
                  <a:cubicBezTo>
                    <a:pt x="212" y="366"/>
                    <a:pt x="208" y="365"/>
                    <a:pt x="210" y="364"/>
                  </a:cubicBezTo>
                  <a:cubicBezTo>
                    <a:pt x="207" y="364"/>
                    <a:pt x="209" y="363"/>
                    <a:pt x="208" y="363"/>
                  </a:cubicBezTo>
                  <a:cubicBezTo>
                    <a:pt x="208" y="363"/>
                    <a:pt x="209" y="363"/>
                    <a:pt x="209" y="363"/>
                  </a:cubicBezTo>
                  <a:cubicBezTo>
                    <a:pt x="209" y="362"/>
                    <a:pt x="209" y="362"/>
                    <a:pt x="210" y="361"/>
                  </a:cubicBezTo>
                  <a:cubicBezTo>
                    <a:pt x="210" y="361"/>
                    <a:pt x="208" y="360"/>
                    <a:pt x="209" y="360"/>
                  </a:cubicBezTo>
                  <a:cubicBezTo>
                    <a:pt x="211" y="360"/>
                    <a:pt x="209" y="359"/>
                    <a:pt x="210" y="359"/>
                  </a:cubicBezTo>
                  <a:cubicBezTo>
                    <a:pt x="208" y="359"/>
                    <a:pt x="206" y="358"/>
                    <a:pt x="207" y="358"/>
                  </a:cubicBezTo>
                  <a:cubicBezTo>
                    <a:pt x="210" y="358"/>
                    <a:pt x="210" y="358"/>
                    <a:pt x="210" y="358"/>
                  </a:cubicBezTo>
                  <a:cubicBezTo>
                    <a:pt x="208" y="357"/>
                    <a:pt x="212" y="355"/>
                    <a:pt x="208" y="353"/>
                  </a:cubicBezTo>
                  <a:cubicBezTo>
                    <a:pt x="210" y="353"/>
                    <a:pt x="210" y="353"/>
                    <a:pt x="210" y="353"/>
                  </a:cubicBezTo>
                  <a:cubicBezTo>
                    <a:pt x="208" y="351"/>
                    <a:pt x="210" y="349"/>
                    <a:pt x="207" y="347"/>
                  </a:cubicBezTo>
                  <a:cubicBezTo>
                    <a:pt x="208" y="347"/>
                    <a:pt x="209" y="346"/>
                    <a:pt x="209" y="346"/>
                  </a:cubicBezTo>
                  <a:cubicBezTo>
                    <a:pt x="207" y="345"/>
                    <a:pt x="207" y="345"/>
                    <a:pt x="205" y="344"/>
                  </a:cubicBezTo>
                  <a:cubicBezTo>
                    <a:pt x="205" y="344"/>
                    <a:pt x="206" y="344"/>
                    <a:pt x="207" y="344"/>
                  </a:cubicBezTo>
                  <a:cubicBezTo>
                    <a:pt x="207" y="343"/>
                    <a:pt x="210" y="342"/>
                    <a:pt x="207" y="342"/>
                  </a:cubicBezTo>
                  <a:cubicBezTo>
                    <a:pt x="209" y="342"/>
                    <a:pt x="209" y="342"/>
                    <a:pt x="209" y="342"/>
                  </a:cubicBezTo>
                  <a:cubicBezTo>
                    <a:pt x="207" y="341"/>
                    <a:pt x="205" y="340"/>
                    <a:pt x="207" y="339"/>
                  </a:cubicBezTo>
                  <a:cubicBezTo>
                    <a:pt x="206" y="339"/>
                    <a:pt x="205" y="339"/>
                    <a:pt x="204" y="339"/>
                  </a:cubicBezTo>
                  <a:cubicBezTo>
                    <a:pt x="203" y="339"/>
                    <a:pt x="206" y="339"/>
                    <a:pt x="205" y="338"/>
                  </a:cubicBezTo>
                  <a:cubicBezTo>
                    <a:pt x="207" y="339"/>
                    <a:pt x="207" y="339"/>
                    <a:pt x="207" y="339"/>
                  </a:cubicBezTo>
                  <a:cubicBezTo>
                    <a:pt x="207" y="337"/>
                    <a:pt x="206" y="336"/>
                    <a:pt x="205" y="334"/>
                  </a:cubicBezTo>
                  <a:cubicBezTo>
                    <a:pt x="207" y="334"/>
                    <a:pt x="204" y="333"/>
                    <a:pt x="206" y="332"/>
                  </a:cubicBezTo>
                  <a:cubicBezTo>
                    <a:pt x="204" y="331"/>
                    <a:pt x="206" y="330"/>
                    <a:pt x="203" y="330"/>
                  </a:cubicBezTo>
                  <a:cubicBezTo>
                    <a:pt x="204" y="330"/>
                    <a:pt x="204" y="330"/>
                    <a:pt x="204" y="330"/>
                  </a:cubicBezTo>
                  <a:cubicBezTo>
                    <a:pt x="205" y="329"/>
                    <a:pt x="205" y="329"/>
                    <a:pt x="205" y="328"/>
                  </a:cubicBezTo>
                  <a:cubicBezTo>
                    <a:pt x="205" y="327"/>
                    <a:pt x="203" y="327"/>
                    <a:pt x="203" y="327"/>
                  </a:cubicBezTo>
                  <a:cubicBezTo>
                    <a:pt x="204" y="327"/>
                    <a:pt x="204" y="327"/>
                    <a:pt x="204" y="327"/>
                  </a:cubicBezTo>
                  <a:cubicBezTo>
                    <a:pt x="203" y="326"/>
                    <a:pt x="201" y="327"/>
                    <a:pt x="200" y="327"/>
                  </a:cubicBezTo>
                  <a:cubicBezTo>
                    <a:pt x="200" y="326"/>
                    <a:pt x="199" y="326"/>
                    <a:pt x="200" y="326"/>
                  </a:cubicBezTo>
                  <a:cubicBezTo>
                    <a:pt x="201" y="326"/>
                    <a:pt x="203" y="326"/>
                    <a:pt x="205" y="326"/>
                  </a:cubicBezTo>
                  <a:cubicBezTo>
                    <a:pt x="205" y="325"/>
                    <a:pt x="202" y="325"/>
                    <a:pt x="203" y="325"/>
                  </a:cubicBezTo>
                  <a:cubicBezTo>
                    <a:pt x="206" y="325"/>
                    <a:pt x="208" y="326"/>
                    <a:pt x="209" y="326"/>
                  </a:cubicBezTo>
                  <a:cubicBezTo>
                    <a:pt x="214" y="327"/>
                    <a:pt x="220" y="328"/>
                    <a:pt x="231" y="322"/>
                  </a:cubicBezTo>
                  <a:cubicBezTo>
                    <a:pt x="231" y="319"/>
                    <a:pt x="234" y="318"/>
                    <a:pt x="233" y="315"/>
                  </a:cubicBezTo>
                  <a:cubicBezTo>
                    <a:pt x="233" y="316"/>
                    <a:pt x="233" y="316"/>
                    <a:pt x="233" y="316"/>
                  </a:cubicBezTo>
                  <a:cubicBezTo>
                    <a:pt x="233" y="314"/>
                    <a:pt x="234" y="314"/>
                    <a:pt x="236" y="313"/>
                  </a:cubicBezTo>
                  <a:cubicBezTo>
                    <a:pt x="235" y="313"/>
                    <a:pt x="236" y="312"/>
                    <a:pt x="234" y="312"/>
                  </a:cubicBezTo>
                  <a:cubicBezTo>
                    <a:pt x="233" y="311"/>
                    <a:pt x="238" y="312"/>
                    <a:pt x="237" y="310"/>
                  </a:cubicBezTo>
                  <a:cubicBezTo>
                    <a:pt x="238" y="311"/>
                    <a:pt x="236" y="310"/>
                    <a:pt x="236" y="310"/>
                  </a:cubicBezTo>
                  <a:cubicBezTo>
                    <a:pt x="235" y="308"/>
                    <a:pt x="238" y="311"/>
                    <a:pt x="240" y="308"/>
                  </a:cubicBezTo>
                  <a:cubicBezTo>
                    <a:pt x="239" y="305"/>
                    <a:pt x="237" y="302"/>
                    <a:pt x="238" y="299"/>
                  </a:cubicBezTo>
                  <a:cubicBezTo>
                    <a:pt x="238" y="299"/>
                    <a:pt x="236" y="300"/>
                    <a:pt x="236" y="299"/>
                  </a:cubicBezTo>
                  <a:cubicBezTo>
                    <a:pt x="239" y="298"/>
                    <a:pt x="235" y="299"/>
                    <a:pt x="236" y="298"/>
                  </a:cubicBezTo>
                  <a:cubicBezTo>
                    <a:pt x="237" y="298"/>
                    <a:pt x="237" y="298"/>
                    <a:pt x="237" y="298"/>
                  </a:cubicBezTo>
                  <a:cubicBezTo>
                    <a:pt x="238" y="296"/>
                    <a:pt x="236" y="296"/>
                    <a:pt x="236" y="294"/>
                  </a:cubicBezTo>
                  <a:cubicBezTo>
                    <a:pt x="235" y="293"/>
                    <a:pt x="236" y="291"/>
                    <a:pt x="234" y="291"/>
                  </a:cubicBezTo>
                  <a:cubicBezTo>
                    <a:pt x="236" y="290"/>
                    <a:pt x="235" y="290"/>
                    <a:pt x="235" y="289"/>
                  </a:cubicBezTo>
                  <a:cubicBezTo>
                    <a:pt x="232" y="291"/>
                    <a:pt x="235" y="286"/>
                    <a:pt x="232" y="287"/>
                  </a:cubicBezTo>
                  <a:cubicBezTo>
                    <a:pt x="233" y="286"/>
                    <a:pt x="233" y="286"/>
                    <a:pt x="233" y="286"/>
                  </a:cubicBezTo>
                  <a:cubicBezTo>
                    <a:pt x="230" y="284"/>
                    <a:pt x="227" y="281"/>
                    <a:pt x="223" y="281"/>
                  </a:cubicBezTo>
                  <a:cubicBezTo>
                    <a:pt x="221" y="281"/>
                    <a:pt x="220" y="277"/>
                    <a:pt x="218" y="278"/>
                  </a:cubicBezTo>
                  <a:cubicBezTo>
                    <a:pt x="217" y="280"/>
                    <a:pt x="217" y="280"/>
                    <a:pt x="217" y="280"/>
                  </a:cubicBezTo>
                  <a:cubicBezTo>
                    <a:pt x="217" y="280"/>
                    <a:pt x="218" y="279"/>
                    <a:pt x="218" y="278"/>
                  </a:cubicBezTo>
                  <a:cubicBezTo>
                    <a:pt x="216" y="280"/>
                    <a:pt x="216" y="277"/>
                    <a:pt x="214" y="277"/>
                  </a:cubicBezTo>
                  <a:cubicBezTo>
                    <a:pt x="214" y="278"/>
                    <a:pt x="214" y="278"/>
                    <a:pt x="214" y="279"/>
                  </a:cubicBezTo>
                  <a:cubicBezTo>
                    <a:pt x="213" y="276"/>
                    <a:pt x="211" y="280"/>
                    <a:pt x="210" y="277"/>
                  </a:cubicBezTo>
                  <a:cubicBezTo>
                    <a:pt x="210" y="281"/>
                    <a:pt x="209" y="279"/>
                    <a:pt x="209" y="280"/>
                  </a:cubicBezTo>
                  <a:cubicBezTo>
                    <a:pt x="208" y="280"/>
                    <a:pt x="208" y="279"/>
                    <a:pt x="208" y="278"/>
                  </a:cubicBezTo>
                  <a:cubicBezTo>
                    <a:pt x="208" y="279"/>
                    <a:pt x="207" y="279"/>
                    <a:pt x="206" y="278"/>
                  </a:cubicBezTo>
                  <a:cubicBezTo>
                    <a:pt x="206" y="278"/>
                    <a:pt x="206" y="280"/>
                    <a:pt x="205" y="280"/>
                  </a:cubicBezTo>
                  <a:cubicBezTo>
                    <a:pt x="205" y="277"/>
                    <a:pt x="204" y="280"/>
                    <a:pt x="203" y="279"/>
                  </a:cubicBezTo>
                  <a:cubicBezTo>
                    <a:pt x="204" y="281"/>
                    <a:pt x="203" y="283"/>
                    <a:pt x="202" y="282"/>
                  </a:cubicBezTo>
                  <a:cubicBezTo>
                    <a:pt x="202" y="279"/>
                    <a:pt x="202" y="279"/>
                    <a:pt x="202" y="279"/>
                  </a:cubicBezTo>
                  <a:cubicBezTo>
                    <a:pt x="201" y="281"/>
                    <a:pt x="198" y="278"/>
                    <a:pt x="197" y="282"/>
                  </a:cubicBezTo>
                  <a:cubicBezTo>
                    <a:pt x="196" y="280"/>
                    <a:pt x="196" y="280"/>
                    <a:pt x="196" y="280"/>
                  </a:cubicBezTo>
                  <a:cubicBezTo>
                    <a:pt x="195" y="283"/>
                    <a:pt x="192" y="281"/>
                    <a:pt x="191" y="285"/>
                  </a:cubicBezTo>
                  <a:cubicBezTo>
                    <a:pt x="191" y="284"/>
                    <a:pt x="190" y="284"/>
                    <a:pt x="189" y="284"/>
                  </a:cubicBezTo>
                  <a:cubicBezTo>
                    <a:pt x="189" y="286"/>
                    <a:pt x="189" y="285"/>
                    <a:pt x="189" y="288"/>
                  </a:cubicBezTo>
                  <a:cubicBezTo>
                    <a:pt x="189" y="288"/>
                    <a:pt x="188" y="287"/>
                    <a:pt x="188" y="286"/>
                  </a:cubicBezTo>
                  <a:cubicBezTo>
                    <a:pt x="187" y="286"/>
                    <a:pt x="185" y="284"/>
                    <a:pt x="186" y="287"/>
                  </a:cubicBezTo>
                  <a:cubicBezTo>
                    <a:pt x="185" y="286"/>
                    <a:pt x="185" y="286"/>
                    <a:pt x="185" y="286"/>
                  </a:cubicBezTo>
                  <a:cubicBezTo>
                    <a:pt x="185" y="287"/>
                    <a:pt x="185" y="289"/>
                    <a:pt x="183" y="288"/>
                  </a:cubicBezTo>
                  <a:cubicBezTo>
                    <a:pt x="184" y="289"/>
                    <a:pt x="183" y="290"/>
                    <a:pt x="184" y="291"/>
                  </a:cubicBezTo>
                  <a:cubicBezTo>
                    <a:pt x="184" y="292"/>
                    <a:pt x="183" y="289"/>
                    <a:pt x="183" y="291"/>
                  </a:cubicBezTo>
                  <a:cubicBezTo>
                    <a:pt x="183" y="289"/>
                    <a:pt x="183" y="289"/>
                    <a:pt x="183" y="289"/>
                  </a:cubicBezTo>
                  <a:cubicBezTo>
                    <a:pt x="181" y="289"/>
                    <a:pt x="180" y="291"/>
                    <a:pt x="179" y="293"/>
                  </a:cubicBezTo>
                  <a:cubicBezTo>
                    <a:pt x="178" y="291"/>
                    <a:pt x="178" y="294"/>
                    <a:pt x="176" y="293"/>
                  </a:cubicBezTo>
                  <a:cubicBezTo>
                    <a:pt x="177" y="295"/>
                    <a:pt x="175" y="294"/>
                    <a:pt x="176" y="297"/>
                  </a:cubicBezTo>
                  <a:cubicBezTo>
                    <a:pt x="175" y="296"/>
                    <a:pt x="175" y="296"/>
                    <a:pt x="175" y="296"/>
                  </a:cubicBezTo>
                  <a:cubicBezTo>
                    <a:pt x="175" y="296"/>
                    <a:pt x="174" y="297"/>
                    <a:pt x="172" y="297"/>
                  </a:cubicBezTo>
                  <a:cubicBezTo>
                    <a:pt x="172" y="298"/>
                    <a:pt x="173" y="299"/>
                    <a:pt x="174" y="300"/>
                  </a:cubicBezTo>
                  <a:cubicBezTo>
                    <a:pt x="172" y="299"/>
                    <a:pt x="172" y="299"/>
                    <a:pt x="172" y="299"/>
                  </a:cubicBezTo>
                  <a:cubicBezTo>
                    <a:pt x="173" y="300"/>
                    <a:pt x="175" y="301"/>
                    <a:pt x="176" y="302"/>
                  </a:cubicBezTo>
                  <a:cubicBezTo>
                    <a:pt x="175" y="302"/>
                    <a:pt x="176" y="302"/>
                    <a:pt x="175" y="302"/>
                  </a:cubicBezTo>
                  <a:cubicBezTo>
                    <a:pt x="175" y="302"/>
                    <a:pt x="173" y="301"/>
                    <a:pt x="172" y="300"/>
                  </a:cubicBezTo>
                  <a:cubicBezTo>
                    <a:pt x="171" y="301"/>
                    <a:pt x="174" y="303"/>
                    <a:pt x="172" y="303"/>
                  </a:cubicBezTo>
                  <a:cubicBezTo>
                    <a:pt x="172" y="304"/>
                    <a:pt x="172" y="305"/>
                    <a:pt x="174" y="305"/>
                  </a:cubicBezTo>
                  <a:cubicBezTo>
                    <a:pt x="173" y="305"/>
                    <a:pt x="173" y="305"/>
                    <a:pt x="172" y="305"/>
                  </a:cubicBezTo>
                  <a:cubicBezTo>
                    <a:pt x="172" y="306"/>
                    <a:pt x="173" y="306"/>
                    <a:pt x="173" y="306"/>
                  </a:cubicBezTo>
                  <a:cubicBezTo>
                    <a:pt x="173" y="306"/>
                    <a:pt x="174" y="306"/>
                    <a:pt x="174" y="306"/>
                  </a:cubicBezTo>
                  <a:cubicBezTo>
                    <a:pt x="175" y="305"/>
                    <a:pt x="175" y="306"/>
                    <a:pt x="176" y="305"/>
                  </a:cubicBezTo>
                  <a:cubicBezTo>
                    <a:pt x="177" y="305"/>
                    <a:pt x="178" y="306"/>
                    <a:pt x="179" y="306"/>
                  </a:cubicBezTo>
                  <a:cubicBezTo>
                    <a:pt x="178" y="306"/>
                    <a:pt x="177" y="305"/>
                    <a:pt x="177" y="304"/>
                  </a:cubicBezTo>
                  <a:cubicBezTo>
                    <a:pt x="178" y="304"/>
                    <a:pt x="177" y="304"/>
                    <a:pt x="176" y="304"/>
                  </a:cubicBezTo>
                  <a:cubicBezTo>
                    <a:pt x="176" y="304"/>
                    <a:pt x="176" y="304"/>
                    <a:pt x="176" y="304"/>
                  </a:cubicBezTo>
                  <a:cubicBezTo>
                    <a:pt x="176" y="304"/>
                    <a:pt x="175" y="304"/>
                    <a:pt x="174" y="303"/>
                  </a:cubicBezTo>
                  <a:cubicBezTo>
                    <a:pt x="175" y="304"/>
                    <a:pt x="175" y="304"/>
                    <a:pt x="175" y="304"/>
                  </a:cubicBezTo>
                  <a:cubicBezTo>
                    <a:pt x="174" y="303"/>
                    <a:pt x="174" y="303"/>
                    <a:pt x="174" y="303"/>
                  </a:cubicBezTo>
                  <a:cubicBezTo>
                    <a:pt x="175" y="303"/>
                    <a:pt x="176" y="303"/>
                    <a:pt x="176" y="303"/>
                  </a:cubicBezTo>
                  <a:cubicBezTo>
                    <a:pt x="176" y="303"/>
                    <a:pt x="175" y="303"/>
                    <a:pt x="177" y="303"/>
                  </a:cubicBezTo>
                  <a:cubicBezTo>
                    <a:pt x="179" y="303"/>
                    <a:pt x="179" y="303"/>
                    <a:pt x="179" y="303"/>
                  </a:cubicBezTo>
                  <a:cubicBezTo>
                    <a:pt x="179" y="303"/>
                    <a:pt x="178" y="303"/>
                    <a:pt x="178"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8" y="302"/>
                    <a:pt x="178" y="302"/>
                    <a:pt x="178" y="302"/>
                  </a:cubicBezTo>
                  <a:cubicBezTo>
                    <a:pt x="178" y="302"/>
                    <a:pt x="179" y="302"/>
                    <a:pt x="179" y="303"/>
                  </a:cubicBezTo>
                  <a:cubicBezTo>
                    <a:pt x="180" y="303"/>
                    <a:pt x="180" y="303"/>
                    <a:pt x="180" y="303"/>
                  </a:cubicBezTo>
                  <a:cubicBezTo>
                    <a:pt x="180" y="303"/>
                    <a:pt x="180" y="303"/>
                    <a:pt x="180" y="303"/>
                  </a:cubicBezTo>
                  <a:cubicBezTo>
                    <a:pt x="180" y="303"/>
                    <a:pt x="180"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80" y="303"/>
                    <a:pt x="181" y="304"/>
                    <a:pt x="181" y="304"/>
                  </a:cubicBezTo>
                  <a:cubicBezTo>
                    <a:pt x="181" y="304"/>
                    <a:pt x="180" y="302"/>
                    <a:pt x="182" y="303"/>
                  </a:cubicBezTo>
                  <a:cubicBezTo>
                    <a:pt x="182" y="303"/>
                    <a:pt x="182" y="302"/>
                    <a:pt x="181" y="301"/>
                  </a:cubicBezTo>
                  <a:cubicBezTo>
                    <a:pt x="181" y="300"/>
                    <a:pt x="183" y="303"/>
                    <a:pt x="182" y="302"/>
                  </a:cubicBezTo>
                  <a:cubicBezTo>
                    <a:pt x="183" y="303"/>
                    <a:pt x="185" y="304"/>
                    <a:pt x="186" y="305"/>
                  </a:cubicBezTo>
                  <a:cubicBezTo>
                    <a:pt x="186" y="305"/>
                    <a:pt x="187" y="306"/>
                    <a:pt x="186" y="306"/>
                  </a:cubicBezTo>
                  <a:cubicBezTo>
                    <a:pt x="187" y="306"/>
                    <a:pt x="187" y="307"/>
                    <a:pt x="187" y="307"/>
                  </a:cubicBezTo>
                  <a:cubicBezTo>
                    <a:pt x="187" y="306"/>
                    <a:pt x="185" y="305"/>
                    <a:pt x="185" y="304"/>
                  </a:cubicBezTo>
                  <a:cubicBezTo>
                    <a:pt x="183" y="303"/>
                    <a:pt x="185" y="304"/>
                    <a:pt x="183" y="302"/>
                  </a:cubicBezTo>
                  <a:cubicBezTo>
                    <a:pt x="184" y="302"/>
                    <a:pt x="184" y="302"/>
                    <a:pt x="184" y="301"/>
                  </a:cubicBezTo>
                  <a:cubicBezTo>
                    <a:pt x="184" y="301"/>
                    <a:pt x="185" y="303"/>
                    <a:pt x="186" y="303"/>
                  </a:cubicBezTo>
                  <a:cubicBezTo>
                    <a:pt x="185" y="302"/>
                    <a:pt x="185" y="301"/>
                    <a:pt x="185" y="301"/>
                  </a:cubicBezTo>
                  <a:cubicBezTo>
                    <a:pt x="185" y="300"/>
                    <a:pt x="184" y="300"/>
                    <a:pt x="184" y="298"/>
                  </a:cubicBezTo>
                  <a:cubicBezTo>
                    <a:pt x="183" y="298"/>
                    <a:pt x="183" y="297"/>
                    <a:pt x="183" y="297"/>
                  </a:cubicBezTo>
                  <a:cubicBezTo>
                    <a:pt x="184" y="299"/>
                    <a:pt x="186" y="301"/>
                    <a:pt x="186" y="301"/>
                  </a:cubicBezTo>
                  <a:cubicBezTo>
                    <a:pt x="188" y="304"/>
                    <a:pt x="185" y="301"/>
                    <a:pt x="187" y="303"/>
                  </a:cubicBezTo>
                  <a:cubicBezTo>
                    <a:pt x="188" y="305"/>
                    <a:pt x="187" y="306"/>
                    <a:pt x="187" y="305"/>
                  </a:cubicBezTo>
                  <a:cubicBezTo>
                    <a:pt x="188" y="307"/>
                    <a:pt x="187" y="305"/>
                    <a:pt x="188" y="307"/>
                  </a:cubicBezTo>
                  <a:cubicBezTo>
                    <a:pt x="188" y="307"/>
                    <a:pt x="188" y="305"/>
                    <a:pt x="188" y="305"/>
                  </a:cubicBezTo>
                  <a:cubicBezTo>
                    <a:pt x="187" y="304"/>
                    <a:pt x="187" y="304"/>
                    <a:pt x="187" y="303"/>
                  </a:cubicBezTo>
                  <a:cubicBezTo>
                    <a:pt x="186" y="300"/>
                    <a:pt x="188" y="304"/>
                    <a:pt x="188" y="304"/>
                  </a:cubicBezTo>
                  <a:cubicBezTo>
                    <a:pt x="189" y="305"/>
                    <a:pt x="189" y="305"/>
                    <a:pt x="189" y="305"/>
                  </a:cubicBezTo>
                  <a:cubicBezTo>
                    <a:pt x="189" y="306"/>
                    <a:pt x="188" y="304"/>
                    <a:pt x="189" y="304"/>
                  </a:cubicBezTo>
                  <a:cubicBezTo>
                    <a:pt x="190" y="307"/>
                    <a:pt x="189" y="305"/>
                    <a:pt x="189" y="306"/>
                  </a:cubicBezTo>
                  <a:cubicBezTo>
                    <a:pt x="190" y="308"/>
                    <a:pt x="190" y="308"/>
                    <a:pt x="190" y="308"/>
                  </a:cubicBezTo>
                  <a:cubicBezTo>
                    <a:pt x="190" y="308"/>
                    <a:pt x="189" y="309"/>
                    <a:pt x="188" y="310"/>
                  </a:cubicBezTo>
                  <a:cubicBezTo>
                    <a:pt x="188" y="309"/>
                    <a:pt x="188" y="309"/>
                    <a:pt x="188" y="309"/>
                  </a:cubicBezTo>
                  <a:cubicBezTo>
                    <a:pt x="187" y="311"/>
                    <a:pt x="186" y="306"/>
                    <a:pt x="186" y="311"/>
                  </a:cubicBezTo>
                  <a:cubicBezTo>
                    <a:pt x="186" y="312"/>
                    <a:pt x="186" y="312"/>
                    <a:pt x="186" y="312"/>
                  </a:cubicBezTo>
                  <a:cubicBezTo>
                    <a:pt x="185" y="310"/>
                    <a:pt x="185" y="310"/>
                    <a:pt x="185" y="310"/>
                  </a:cubicBezTo>
                  <a:cubicBezTo>
                    <a:pt x="185" y="311"/>
                    <a:pt x="184" y="310"/>
                    <a:pt x="184" y="312"/>
                  </a:cubicBezTo>
                  <a:cubicBezTo>
                    <a:pt x="184" y="310"/>
                    <a:pt x="184" y="310"/>
                    <a:pt x="184" y="310"/>
                  </a:cubicBezTo>
                  <a:cubicBezTo>
                    <a:pt x="184" y="310"/>
                    <a:pt x="184" y="313"/>
                    <a:pt x="183" y="312"/>
                  </a:cubicBezTo>
                  <a:cubicBezTo>
                    <a:pt x="183" y="311"/>
                    <a:pt x="183" y="311"/>
                    <a:pt x="183" y="311"/>
                  </a:cubicBezTo>
                  <a:cubicBezTo>
                    <a:pt x="183" y="311"/>
                    <a:pt x="183" y="311"/>
                    <a:pt x="183" y="311"/>
                  </a:cubicBezTo>
                  <a:cubicBezTo>
                    <a:pt x="182" y="311"/>
                    <a:pt x="182" y="312"/>
                    <a:pt x="181" y="312"/>
                  </a:cubicBezTo>
                  <a:cubicBezTo>
                    <a:pt x="182" y="311"/>
                    <a:pt x="182" y="311"/>
                    <a:pt x="183" y="310"/>
                  </a:cubicBezTo>
                  <a:cubicBezTo>
                    <a:pt x="181" y="308"/>
                    <a:pt x="177" y="307"/>
                    <a:pt x="178" y="311"/>
                  </a:cubicBezTo>
                  <a:cubicBezTo>
                    <a:pt x="178" y="312"/>
                    <a:pt x="176" y="309"/>
                    <a:pt x="176" y="309"/>
                  </a:cubicBezTo>
                  <a:cubicBezTo>
                    <a:pt x="177" y="312"/>
                    <a:pt x="172" y="313"/>
                    <a:pt x="178" y="313"/>
                  </a:cubicBezTo>
                  <a:cubicBezTo>
                    <a:pt x="178" y="313"/>
                    <a:pt x="179" y="313"/>
                    <a:pt x="179" y="313"/>
                  </a:cubicBezTo>
                  <a:cubicBezTo>
                    <a:pt x="179" y="314"/>
                    <a:pt x="180" y="316"/>
                    <a:pt x="183" y="321"/>
                  </a:cubicBezTo>
                  <a:cubicBezTo>
                    <a:pt x="183" y="321"/>
                    <a:pt x="183" y="321"/>
                    <a:pt x="183" y="321"/>
                  </a:cubicBezTo>
                  <a:cubicBezTo>
                    <a:pt x="185" y="320"/>
                    <a:pt x="189" y="325"/>
                    <a:pt x="192" y="323"/>
                  </a:cubicBezTo>
                  <a:cubicBezTo>
                    <a:pt x="192" y="322"/>
                    <a:pt x="192" y="321"/>
                    <a:pt x="192" y="321"/>
                  </a:cubicBezTo>
                  <a:cubicBezTo>
                    <a:pt x="192" y="322"/>
                    <a:pt x="192" y="322"/>
                    <a:pt x="192" y="322"/>
                  </a:cubicBezTo>
                  <a:cubicBezTo>
                    <a:pt x="193" y="320"/>
                    <a:pt x="193" y="320"/>
                    <a:pt x="193" y="320"/>
                  </a:cubicBezTo>
                  <a:cubicBezTo>
                    <a:pt x="193" y="320"/>
                    <a:pt x="193" y="322"/>
                    <a:pt x="192" y="322"/>
                  </a:cubicBezTo>
                  <a:cubicBezTo>
                    <a:pt x="194" y="322"/>
                    <a:pt x="195" y="322"/>
                    <a:pt x="196" y="322"/>
                  </a:cubicBezTo>
                  <a:cubicBezTo>
                    <a:pt x="197" y="320"/>
                    <a:pt x="197" y="322"/>
                    <a:pt x="197" y="320"/>
                  </a:cubicBezTo>
                  <a:cubicBezTo>
                    <a:pt x="197" y="321"/>
                    <a:pt x="197" y="321"/>
                    <a:pt x="197" y="321"/>
                  </a:cubicBezTo>
                  <a:cubicBezTo>
                    <a:pt x="198" y="320"/>
                    <a:pt x="198" y="320"/>
                    <a:pt x="199" y="322"/>
                  </a:cubicBezTo>
                  <a:cubicBezTo>
                    <a:pt x="199" y="323"/>
                    <a:pt x="199" y="323"/>
                    <a:pt x="199" y="323"/>
                  </a:cubicBezTo>
                  <a:cubicBezTo>
                    <a:pt x="198" y="323"/>
                    <a:pt x="198" y="323"/>
                    <a:pt x="197" y="323"/>
                  </a:cubicBezTo>
                  <a:cubicBezTo>
                    <a:pt x="198" y="323"/>
                    <a:pt x="198" y="323"/>
                    <a:pt x="198" y="323"/>
                  </a:cubicBezTo>
                  <a:cubicBezTo>
                    <a:pt x="197" y="324"/>
                    <a:pt x="197" y="324"/>
                    <a:pt x="197" y="324"/>
                  </a:cubicBezTo>
                  <a:cubicBezTo>
                    <a:pt x="197" y="324"/>
                    <a:pt x="196" y="325"/>
                    <a:pt x="197" y="325"/>
                  </a:cubicBezTo>
                  <a:cubicBezTo>
                    <a:pt x="199" y="325"/>
                    <a:pt x="199" y="325"/>
                    <a:pt x="199" y="325"/>
                  </a:cubicBezTo>
                  <a:cubicBezTo>
                    <a:pt x="199" y="325"/>
                    <a:pt x="201" y="325"/>
                    <a:pt x="199" y="326"/>
                  </a:cubicBezTo>
                  <a:cubicBezTo>
                    <a:pt x="197" y="326"/>
                    <a:pt x="197" y="326"/>
                    <a:pt x="197" y="326"/>
                  </a:cubicBezTo>
                  <a:cubicBezTo>
                    <a:pt x="197" y="326"/>
                    <a:pt x="198" y="326"/>
                    <a:pt x="198" y="326"/>
                  </a:cubicBezTo>
                  <a:cubicBezTo>
                    <a:pt x="195" y="326"/>
                    <a:pt x="195" y="326"/>
                    <a:pt x="195" y="326"/>
                  </a:cubicBezTo>
                  <a:cubicBezTo>
                    <a:pt x="199" y="326"/>
                    <a:pt x="196" y="327"/>
                    <a:pt x="197" y="327"/>
                  </a:cubicBezTo>
                  <a:cubicBezTo>
                    <a:pt x="196" y="327"/>
                    <a:pt x="196" y="327"/>
                    <a:pt x="196" y="327"/>
                  </a:cubicBezTo>
                  <a:cubicBezTo>
                    <a:pt x="195" y="328"/>
                    <a:pt x="198" y="327"/>
                    <a:pt x="198" y="327"/>
                  </a:cubicBezTo>
                  <a:cubicBezTo>
                    <a:pt x="198" y="328"/>
                    <a:pt x="195" y="328"/>
                    <a:pt x="194" y="328"/>
                  </a:cubicBezTo>
                  <a:cubicBezTo>
                    <a:pt x="194" y="329"/>
                    <a:pt x="196" y="329"/>
                    <a:pt x="194" y="330"/>
                  </a:cubicBezTo>
                  <a:cubicBezTo>
                    <a:pt x="195" y="330"/>
                    <a:pt x="196" y="331"/>
                    <a:pt x="197" y="331"/>
                  </a:cubicBezTo>
                  <a:cubicBezTo>
                    <a:pt x="197" y="332"/>
                    <a:pt x="194" y="331"/>
                    <a:pt x="195" y="332"/>
                  </a:cubicBezTo>
                  <a:cubicBezTo>
                    <a:pt x="195" y="332"/>
                    <a:pt x="194" y="332"/>
                    <a:pt x="193" y="332"/>
                  </a:cubicBezTo>
                  <a:cubicBezTo>
                    <a:pt x="194" y="332"/>
                    <a:pt x="193" y="333"/>
                    <a:pt x="195" y="332"/>
                  </a:cubicBezTo>
                  <a:cubicBezTo>
                    <a:pt x="194" y="333"/>
                    <a:pt x="194" y="334"/>
                    <a:pt x="195" y="334"/>
                  </a:cubicBezTo>
                  <a:cubicBezTo>
                    <a:pt x="195" y="334"/>
                    <a:pt x="193" y="334"/>
                    <a:pt x="192" y="334"/>
                  </a:cubicBezTo>
                  <a:cubicBezTo>
                    <a:pt x="194" y="334"/>
                    <a:pt x="195" y="335"/>
                    <a:pt x="194" y="335"/>
                  </a:cubicBezTo>
                  <a:cubicBezTo>
                    <a:pt x="196" y="335"/>
                    <a:pt x="196" y="335"/>
                    <a:pt x="198" y="335"/>
                  </a:cubicBezTo>
                  <a:cubicBezTo>
                    <a:pt x="198" y="335"/>
                    <a:pt x="199" y="335"/>
                    <a:pt x="199" y="335"/>
                  </a:cubicBezTo>
                  <a:cubicBezTo>
                    <a:pt x="197" y="336"/>
                    <a:pt x="194" y="336"/>
                    <a:pt x="194" y="336"/>
                  </a:cubicBezTo>
                  <a:cubicBezTo>
                    <a:pt x="191" y="336"/>
                    <a:pt x="194" y="335"/>
                    <a:pt x="192" y="336"/>
                  </a:cubicBezTo>
                  <a:cubicBezTo>
                    <a:pt x="189" y="335"/>
                    <a:pt x="189" y="335"/>
                    <a:pt x="191" y="334"/>
                  </a:cubicBezTo>
                  <a:cubicBezTo>
                    <a:pt x="188" y="334"/>
                    <a:pt x="190" y="335"/>
                    <a:pt x="188" y="335"/>
                  </a:cubicBezTo>
                  <a:cubicBezTo>
                    <a:pt x="188" y="335"/>
                    <a:pt x="189" y="335"/>
                    <a:pt x="190" y="336"/>
                  </a:cubicBezTo>
                  <a:cubicBezTo>
                    <a:pt x="191" y="336"/>
                    <a:pt x="191" y="336"/>
                    <a:pt x="192" y="336"/>
                  </a:cubicBezTo>
                  <a:cubicBezTo>
                    <a:pt x="195" y="336"/>
                    <a:pt x="190" y="336"/>
                    <a:pt x="190" y="337"/>
                  </a:cubicBezTo>
                  <a:cubicBezTo>
                    <a:pt x="190" y="336"/>
                    <a:pt x="190" y="336"/>
                    <a:pt x="190" y="336"/>
                  </a:cubicBezTo>
                  <a:cubicBezTo>
                    <a:pt x="189" y="337"/>
                    <a:pt x="191" y="337"/>
                    <a:pt x="190" y="337"/>
                  </a:cubicBezTo>
                  <a:cubicBezTo>
                    <a:pt x="187" y="337"/>
                    <a:pt x="190" y="337"/>
                    <a:pt x="188" y="336"/>
                  </a:cubicBezTo>
                  <a:cubicBezTo>
                    <a:pt x="186" y="337"/>
                    <a:pt x="186" y="337"/>
                    <a:pt x="186" y="337"/>
                  </a:cubicBezTo>
                  <a:cubicBezTo>
                    <a:pt x="185" y="337"/>
                    <a:pt x="188" y="337"/>
                    <a:pt x="188" y="337"/>
                  </a:cubicBezTo>
                  <a:cubicBezTo>
                    <a:pt x="186" y="337"/>
                    <a:pt x="186" y="337"/>
                    <a:pt x="186" y="337"/>
                  </a:cubicBezTo>
                  <a:cubicBezTo>
                    <a:pt x="187" y="338"/>
                    <a:pt x="187" y="338"/>
                    <a:pt x="187" y="338"/>
                  </a:cubicBezTo>
                  <a:cubicBezTo>
                    <a:pt x="188" y="338"/>
                    <a:pt x="190" y="338"/>
                    <a:pt x="190" y="337"/>
                  </a:cubicBezTo>
                  <a:cubicBezTo>
                    <a:pt x="193" y="337"/>
                    <a:pt x="190" y="338"/>
                    <a:pt x="191" y="338"/>
                  </a:cubicBezTo>
                  <a:cubicBezTo>
                    <a:pt x="193" y="338"/>
                    <a:pt x="191" y="338"/>
                    <a:pt x="193" y="338"/>
                  </a:cubicBezTo>
                  <a:cubicBezTo>
                    <a:pt x="194" y="338"/>
                    <a:pt x="194" y="338"/>
                    <a:pt x="195" y="338"/>
                  </a:cubicBezTo>
                  <a:cubicBezTo>
                    <a:pt x="195" y="339"/>
                    <a:pt x="193" y="339"/>
                    <a:pt x="191" y="339"/>
                  </a:cubicBezTo>
                  <a:cubicBezTo>
                    <a:pt x="191" y="339"/>
                    <a:pt x="191" y="338"/>
                    <a:pt x="192" y="338"/>
                  </a:cubicBezTo>
                  <a:cubicBezTo>
                    <a:pt x="190" y="338"/>
                    <a:pt x="188" y="339"/>
                    <a:pt x="187" y="338"/>
                  </a:cubicBezTo>
                  <a:cubicBezTo>
                    <a:pt x="186" y="339"/>
                    <a:pt x="188" y="339"/>
                    <a:pt x="189" y="339"/>
                  </a:cubicBezTo>
                  <a:cubicBezTo>
                    <a:pt x="189" y="339"/>
                    <a:pt x="190" y="339"/>
                    <a:pt x="191" y="339"/>
                  </a:cubicBezTo>
                  <a:cubicBezTo>
                    <a:pt x="196" y="340"/>
                    <a:pt x="187" y="339"/>
                    <a:pt x="188" y="340"/>
                  </a:cubicBezTo>
                  <a:cubicBezTo>
                    <a:pt x="191" y="340"/>
                    <a:pt x="193" y="341"/>
                    <a:pt x="196" y="340"/>
                  </a:cubicBezTo>
                  <a:cubicBezTo>
                    <a:pt x="197" y="341"/>
                    <a:pt x="197" y="341"/>
                    <a:pt x="197" y="341"/>
                  </a:cubicBezTo>
                  <a:cubicBezTo>
                    <a:pt x="195" y="341"/>
                    <a:pt x="195" y="341"/>
                    <a:pt x="193" y="341"/>
                  </a:cubicBezTo>
                  <a:cubicBezTo>
                    <a:pt x="193" y="341"/>
                    <a:pt x="193" y="341"/>
                    <a:pt x="193" y="341"/>
                  </a:cubicBezTo>
                  <a:cubicBezTo>
                    <a:pt x="191" y="341"/>
                    <a:pt x="191" y="341"/>
                    <a:pt x="191" y="341"/>
                  </a:cubicBezTo>
                  <a:cubicBezTo>
                    <a:pt x="189" y="341"/>
                    <a:pt x="188" y="341"/>
                    <a:pt x="187" y="341"/>
                  </a:cubicBezTo>
                  <a:cubicBezTo>
                    <a:pt x="188" y="342"/>
                    <a:pt x="189" y="341"/>
                    <a:pt x="189" y="342"/>
                  </a:cubicBezTo>
                  <a:cubicBezTo>
                    <a:pt x="188" y="342"/>
                    <a:pt x="187" y="342"/>
                    <a:pt x="187" y="342"/>
                  </a:cubicBezTo>
                  <a:cubicBezTo>
                    <a:pt x="188" y="342"/>
                    <a:pt x="190" y="342"/>
                    <a:pt x="191" y="342"/>
                  </a:cubicBezTo>
                  <a:cubicBezTo>
                    <a:pt x="191" y="343"/>
                    <a:pt x="189" y="343"/>
                    <a:pt x="188" y="343"/>
                  </a:cubicBezTo>
                  <a:cubicBezTo>
                    <a:pt x="187" y="342"/>
                    <a:pt x="187" y="342"/>
                    <a:pt x="187" y="342"/>
                  </a:cubicBezTo>
                  <a:cubicBezTo>
                    <a:pt x="188" y="343"/>
                    <a:pt x="186" y="342"/>
                    <a:pt x="186" y="343"/>
                  </a:cubicBezTo>
                  <a:cubicBezTo>
                    <a:pt x="188" y="343"/>
                    <a:pt x="189" y="343"/>
                    <a:pt x="191" y="343"/>
                  </a:cubicBezTo>
                  <a:cubicBezTo>
                    <a:pt x="191" y="343"/>
                    <a:pt x="190" y="344"/>
                    <a:pt x="190" y="344"/>
                  </a:cubicBezTo>
                  <a:cubicBezTo>
                    <a:pt x="189" y="343"/>
                    <a:pt x="189" y="343"/>
                    <a:pt x="189" y="343"/>
                  </a:cubicBezTo>
                  <a:cubicBezTo>
                    <a:pt x="189" y="344"/>
                    <a:pt x="186" y="343"/>
                    <a:pt x="186" y="344"/>
                  </a:cubicBezTo>
                  <a:cubicBezTo>
                    <a:pt x="188" y="344"/>
                    <a:pt x="188" y="344"/>
                    <a:pt x="188" y="344"/>
                  </a:cubicBezTo>
                  <a:cubicBezTo>
                    <a:pt x="186" y="344"/>
                    <a:pt x="186" y="344"/>
                    <a:pt x="186" y="344"/>
                  </a:cubicBezTo>
                  <a:cubicBezTo>
                    <a:pt x="188" y="344"/>
                    <a:pt x="187" y="344"/>
                    <a:pt x="188" y="344"/>
                  </a:cubicBezTo>
                  <a:cubicBezTo>
                    <a:pt x="187" y="344"/>
                    <a:pt x="187" y="344"/>
                    <a:pt x="187" y="344"/>
                  </a:cubicBezTo>
                  <a:cubicBezTo>
                    <a:pt x="187" y="345"/>
                    <a:pt x="190" y="345"/>
                    <a:pt x="188" y="345"/>
                  </a:cubicBezTo>
                  <a:cubicBezTo>
                    <a:pt x="190" y="345"/>
                    <a:pt x="188" y="345"/>
                    <a:pt x="189" y="345"/>
                  </a:cubicBezTo>
                  <a:cubicBezTo>
                    <a:pt x="191" y="344"/>
                    <a:pt x="191" y="345"/>
                    <a:pt x="191" y="345"/>
                  </a:cubicBezTo>
                  <a:cubicBezTo>
                    <a:pt x="188" y="345"/>
                    <a:pt x="191" y="346"/>
                    <a:pt x="191" y="346"/>
                  </a:cubicBezTo>
                  <a:cubicBezTo>
                    <a:pt x="190" y="346"/>
                    <a:pt x="189" y="346"/>
                    <a:pt x="188" y="346"/>
                  </a:cubicBezTo>
                  <a:cubicBezTo>
                    <a:pt x="190" y="346"/>
                    <a:pt x="190" y="346"/>
                    <a:pt x="190" y="346"/>
                  </a:cubicBezTo>
                  <a:cubicBezTo>
                    <a:pt x="187" y="346"/>
                    <a:pt x="191" y="347"/>
                    <a:pt x="190" y="347"/>
                  </a:cubicBezTo>
                  <a:cubicBezTo>
                    <a:pt x="189" y="347"/>
                    <a:pt x="187" y="347"/>
                    <a:pt x="187" y="347"/>
                  </a:cubicBezTo>
                  <a:cubicBezTo>
                    <a:pt x="190" y="347"/>
                    <a:pt x="190" y="347"/>
                    <a:pt x="192" y="347"/>
                  </a:cubicBezTo>
                  <a:cubicBezTo>
                    <a:pt x="191" y="348"/>
                    <a:pt x="189" y="347"/>
                    <a:pt x="187" y="347"/>
                  </a:cubicBezTo>
                  <a:cubicBezTo>
                    <a:pt x="189" y="348"/>
                    <a:pt x="185" y="348"/>
                    <a:pt x="188" y="348"/>
                  </a:cubicBezTo>
                  <a:cubicBezTo>
                    <a:pt x="189" y="348"/>
                    <a:pt x="190" y="348"/>
                    <a:pt x="191" y="348"/>
                  </a:cubicBezTo>
                  <a:cubicBezTo>
                    <a:pt x="191" y="349"/>
                    <a:pt x="190" y="348"/>
                    <a:pt x="189" y="348"/>
                  </a:cubicBezTo>
                  <a:cubicBezTo>
                    <a:pt x="189" y="349"/>
                    <a:pt x="191" y="349"/>
                    <a:pt x="192" y="349"/>
                  </a:cubicBezTo>
                  <a:cubicBezTo>
                    <a:pt x="191" y="349"/>
                    <a:pt x="194" y="349"/>
                    <a:pt x="192" y="350"/>
                  </a:cubicBezTo>
                  <a:cubicBezTo>
                    <a:pt x="191" y="350"/>
                    <a:pt x="191" y="349"/>
                    <a:pt x="190" y="349"/>
                  </a:cubicBezTo>
                  <a:cubicBezTo>
                    <a:pt x="190" y="350"/>
                    <a:pt x="194" y="350"/>
                    <a:pt x="195" y="350"/>
                  </a:cubicBezTo>
                  <a:cubicBezTo>
                    <a:pt x="196" y="350"/>
                    <a:pt x="199" y="351"/>
                    <a:pt x="200" y="351"/>
                  </a:cubicBezTo>
                  <a:cubicBezTo>
                    <a:pt x="199" y="352"/>
                    <a:pt x="199" y="351"/>
                    <a:pt x="197" y="351"/>
                  </a:cubicBezTo>
                  <a:cubicBezTo>
                    <a:pt x="197" y="351"/>
                    <a:pt x="197" y="351"/>
                    <a:pt x="197" y="351"/>
                  </a:cubicBezTo>
                  <a:cubicBezTo>
                    <a:pt x="194" y="351"/>
                    <a:pt x="192" y="350"/>
                    <a:pt x="190" y="350"/>
                  </a:cubicBezTo>
                  <a:cubicBezTo>
                    <a:pt x="191" y="350"/>
                    <a:pt x="191" y="350"/>
                    <a:pt x="191" y="350"/>
                  </a:cubicBezTo>
                  <a:cubicBezTo>
                    <a:pt x="188" y="350"/>
                    <a:pt x="188" y="350"/>
                    <a:pt x="188" y="350"/>
                  </a:cubicBezTo>
                  <a:cubicBezTo>
                    <a:pt x="190" y="350"/>
                    <a:pt x="188" y="351"/>
                    <a:pt x="189" y="351"/>
                  </a:cubicBezTo>
                  <a:cubicBezTo>
                    <a:pt x="190" y="351"/>
                    <a:pt x="188" y="351"/>
                    <a:pt x="189" y="351"/>
                  </a:cubicBezTo>
                  <a:cubicBezTo>
                    <a:pt x="190" y="351"/>
                    <a:pt x="193" y="351"/>
                    <a:pt x="192" y="352"/>
                  </a:cubicBezTo>
                  <a:cubicBezTo>
                    <a:pt x="188" y="351"/>
                    <a:pt x="188" y="351"/>
                    <a:pt x="188" y="351"/>
                  </a:cubicBezTo>
                  <a:cubicBezTo>
                    <a:pt x="188" y="352"/>
                    <a:pt x="190" y="352"/>
                    <a:pt x="189" y="352"/>
                  </a:cubicBezTo>
                  <a:cubicBezTo>
                    <a:pt x="188" y="352"/>
                    <a:pt x="188" y="352"/>
                    <a:pt x="188" y="352"/>
                  </a:cubicBezTo>
                  <a:cubicBezTo>
                    <a:pt x="188" y="353"/>
                    <a:pt x="188" y="354"/>
                    <a:pt x="192" y="356"/>
                  </a:cubicBezTo>
                  <a:cubicBezTo>
                    <a:pt x="190" y="356"/>
                    <a:pt x="190" y="356"/>
                    <a:pt x="189" y="357"/>
                  </a:cubicBezTo>
                  <a:cubicBezTo>
                    <a:pt x="189" y="357"/>
                    <a:pt x="191" y="357"/>
                    <a:pt x="191" y="357"/>
                  </a:cubicBezTo>
                  <a:cubicBezTo>
                    <a:pt x="189" y="357"/>
                    <a:pt x="189" y="357"/>
                    <a:pt x="189" y="357"/>
                  </a:cubicBezTo>
                  <a:cubicBezTo>
                    <a:pt x="188" y="357"/>
                    <a:pt x="189" y="358"/>
                    <a:pt x="191" y="359"/>
                  </a:cubicBezTo>
                  <a:cubicBezTo>
                    <a:pt x="189" y="358"/>
                    <a:pt x="189" y="358"/>
                    <a:pt x="189" y="358"/>
                  </a:cubicBezTo>
                  <a:cubicBezTo>
                    <a:pt x="188" y="359"/>
                    <a:pt x="190" y="359"/>
                    <a:pt x="191" y="359"/>
                  </a:cubicBezTo>
                  <a:cubicBezTo>
                    <a:pt x="189" y="359"/>
                    <a:pt x="189" y="359"/>
                    <a:pt x="189" y="359"/>
                  </a:cubicBezTo>
                  <a:cubicBezTo>
                    <a:pt x="191" y="359"/>
                    <a:pt x="191" y="359"/>
                    <a:pt x="191" y="359"/>
                  </a:cubicBezTo>
                  <a:cubicBezTo>
                    <a:pt x="191" y="360"/>
                    <a:pt x="191" y="360"/>
                    <a:pt x="189" y="360"/>
                  </a:cubicBezTo>
                  <a:cubicBezTo>
                    <a:pt x="190" y="360"/>
                    <a:pt x="190" y="360"/>
                    <a:pt x="190" y="360"/>
                  </a:cubicBezTo>
                  <a:cubicBezTo>
                    <a:pt x="189" y="360"/>
                    <a:pt x="189" y="361"/>
                    <a:pt x="189" y="362"/>
                  </a:cubicBezTo>
                  <a:cubicBezTo>
                    <a:pt x="190" y="362"/>
                    <a:pt x="191" y="362"/>
                    <a:pt x="192" y="362"/>
                  </a:cubicBezTo>
                  <a:cubicBezTo>
                    <a:pt x="194" y="362"/>
                    <a:pt x="192" y="362"/>
                    <a:pt x="193" y="362"/>
                  </a:cubicBezTo>
                  <a:cubicBezTo>
                    <a:pt x="191" y="362"/>
                    <a:pt x="191" y="362"/>
                    <a:pt x="191" y="362"/>
                  </a:cubicBezTo>
                  <a:cubicBezTo>
                    <a:pt x="187" y="362"/>
                    <a:pt x="190" y="364"/>
                    <a:pt x="189" y="365"/>
                  </a:cubicBezTo>
                  <a:cubicBezTo>
                    <a:pt x="190" y="365"/>
                    <a:pt x="190" y="365"/>
                    <a:pt x="190" y="365"/>
                  </a:cubicBezTo>
                  <a:cubicBezTo>
                    <a:pt x="188" y="365"/>
                    <a:pt x="190" y="366"/>
                    <a:pt x="189" y="367"/>
                  </a:cubicBezTo>
                  <a:cubicBezTo>
                    <a:pt x="190" y="367"/>
                    <a:pt x="193" y="367"/>
                    <a:pt x="193" y="368"/>
                  </a:cubicBezTo>
                  <a:cubicBezTo>
                    <a:pt x="195" y="368"/>
                    <a:pt x="190" y="368"/>
                    <a:pt x="189" y="368"/>
                  </a:cubicBezTo>
                  <a:cubicBezTo>
                    <a:pt x="190" y="368"/>
                    <a:pt x="190" y="368"/>
                    <a:pt x="190" y="369"/>
                  </a:cubicBezTo>
                  <a:cubicBezTo>
                    <a:pt x="190" y="369"/>
                    <a:pt x="190" y="369"/>
                    <a:pt x="190" y="369"/>
                  </a:cubicBezTo>
                  <a:cubicBezTo>
                    <a:pt x="191" y="369"/>
                    <a:pt x="191" y="369"/>
                    <a:pt x="190" y="369"/>
                  </a:cubicBezTo>
                  <a:cubicBezTo>
                    <a:pt x="190" y="369"/>
                    <a:pt x="190" y="369"/>
                    <a:pt x="190" y="369"/>
                  </a:cubicBezTo>
                  <a:cubicBezTo>
                    <a:pt x="190" y="370"/>
                    <a:pt x="189" y="370"/>
                    <a:pt x="189" y="370"/>
                  </a:cubicBezTo>
                  <a:cubicBezTo>
                    <a:pt x="191" y="370"/>
                    <a:pt x="190" y="371"/>
                    <a:pt x="191" y="371"/>
                  </a:cubicBezTo>
                  <a:cubicBezTo>
                    <a:pt x="190" y="371"/>
                    <a:pt x="190" y="371"/>
                    <a:pt x="190" y="371"/>
                  </a:cubicBezTo>
                  <a:cubicBezTo>
                    <a:pt x="192" y="371"/>
                    <a:pt x="192" y="371"/>
                    <a:pt x="192" y="371"/>
                  </a:cubicBezTo>
                  <a:cubicBezTo>
                    <a:pt x="191" y="371"/>
                    <a:pt x="191" y="371"/>
                    <a:pt x="191" y="371"/>
                  </a:cubicBezTo>
                  <a:cubicBezTo>
                    <a:pt x="189" y="371"/>
                    <a:pt x="189" y="371"/>
                    <a:pt x="189" y="371"/>
                  </a:cubicBezTo>
                  <a:cubicBezTo>
                    <a:pt x="188" y="371"/>
                    <a:pt x="191" y="371"/>
                    <a:pt x="192" y="372"/>
                  </a:cubicBezTo>
                  <a:cubicBezTo>
                    <a:pt x="193" y="372"/>
                    <a:pt x="191" y="372"/>
                    <a:pt x="191" y="372"/>
                  </a:cubicBezTo>
                  <a:cubicBezTo>
                    <a:pt x="190" y="372"/>
                    <a:pt x="191" y="372"/>
                    <a:pt x="191" y="372"/>
                  </a:cubicBezTo>
                  <a:cubicBezTo>
                    <a:pt x="189" y="371"/>
                    <a:pt x="190" y="372"/>
                    <a:pt x="189" y="372"/>
                  </a:cubicBezTo>
                  <a:cubicBezTo>
                    <a:pt x="189" y="372"/>
                    <a:pt x="191" y="372"/>
                    <a:pt x="191" y="372"/>
                  </a:cubicBezTo>
                  <a:cubicBezTo>
                    <a:pt x="190" y="373"/>
                    <a:pt x="191" y="373"/>
                    <a:pt x="189" y="373"/>
                  </a:cubicBezTo>
                  <a:cubicBezTo>
                    <a:pt x="190" y="373"/>
                    <a:pt x="190" y="373"/>
                    <a:pt x="191" y="374"/>
                  </a:cubicBezTo>
                  <a:cubicBezTo>
                    <a:pt x="191" y="373"/>
                    <a:pt x="191" y="373"/>
                    <a:pt x="193" y="373"/>
                  </a:cubicBezTo>
                  <a:cubicBezTo>
                    <a:pt x="193" y="373"/>
                    <a:pt x="193" y="374"/>
                    <a:pt x="192" y="374"/>
                  </a:cubicBezTo>
                  <a:cubicBezTo>
                    <a:pt x="192" y="374"/>
                    <a:pt x="192" y="374"/>
                    <a:pt x="192" y="374"/>
                  </a:cubicBezTo>
                  <a:cubicBezTo>
                    <a:pt x="192" y="374"/>
                    <a:pt x="192" y="374"/>
                    <a:pt x="193" y="374"/>
                  </a:cubicBezTo>
                  <a:cubicBezTo>
                    <a:pt x="191" y="374"/>
                    <a:pt x="191" y="374"/>
                    <a:pt x="191" y="374"/>
                  </a:cubicBezTo>
                  <a:cubicBezTo>
                    <a:pt x="193" y="374"/>
                    <a:pt x="192" y="375"/>
                    <a:pt x="193" y="375"/>
                  </a:cubicBezTo>
                  <a:cubicBezTo>
                    <a:pt x="191" y="375"/>
                    <a:pt x="189" y="375"/>
                    <a:pt x="189" y="375"/>
                  </a:cubicBezTo>
                  <a:cubicBezTo>
                    <a:pt x="190" y="376"/>
                    <a:pt x="190" y="376"/>
                    <a:pt x="190" y="376"/>
                  </a:cubicBezTo>
                  <a:cubicBezTo>
                    <a:pt x="191" y="376"/>
                    <a:pt x="190" y="376"/>
                    <a:pt x="189" y="376"/>
                  </a:cubicBezTo>
                  <a:cubicBezTo>
                    <a:pt x="188" y="376"/>
                    <a:pt x="194" y="377"/>
                    <a:pt x="192" y="377"/>
                  </a:cubicBezTo>
                  <a:cubicBezTo>
                    <a:pt x="190" y="377"/>
                    <a:pt x="190" y="377"/>
                    <a:pt x="189" y="377"/>
                  </a:cubicBezTo>
                  <a:cubicBezTo>
                    <a:pt x="190" y="378"/>
                    <a:pt x="191" y="378"/>
                    <a:pt x="191" y="378"/>
                  </a:cubicBezTo>
                  <a:cubicBezTo>
                    <a:pt x="192" y="378"/>
                    <a:pt x="189" y="377"/>
                    <a:pt x="191" y="377"/>
                  </a:cubicBezTo>
                  <a:cubicBezTo>
                    <a:pt x="192" y="377"/>
                    <a:pt x="191" y="378"/>
                    <a:pt x="192" y="378"/>
                  </a:cubicBezTo>
                  <a:cubicBezTo>
                    <a:pt x="187" y="378"/>
                    <a:pt x="191" y="380"/>
                    <a:pt x="188" y="380"/>
                  </a:cubicBezTo>
                  <a:cubicBezTo>
                    <a:pt x="191" y="380"/>
                    <a:pt x="189" y="381"/>
                    <a:pt x="190" y="381"/>
                  </a:cubicBezTo>
                  <a:cubicBezTo>
                    <a:pt x="187" y="381"/>
                    <a:pt x="190" y="382"/>
                    <a:pt x="189" y="382"/>
                  </a:cubicBezTo>
                  <a:cubicBezTo>
                    <a:pt x="191" y="382"/>
                    <a:pt x="191" y="382"/>
                    <a:pt x="191" y="382"/>
                  </a:cubicBezTo>
                  <a:cubicBezTo>
                    <a:pt x="190" y="382"/>
                    <a:pt x="195" y="383"/>
                    <a:pt x="192" y="383"/>
                  </a:cubicBezTo>
                  <a:cubicBezTo>
                    <a:pt x="191" y="383"/>
                    <a:pt x="190" y="383"/>
                    <a:pt x="190" y="383"/>
                  </a:cubicBezTo>
                  <a:cubicBezTo>
                    <a:pt x="187" y="383"/>
                    <a:pt x="192" y="384"/>
                    <a:pt x="189" y="384"/>
                  </a:cubicBezTo>
                  <a:cubicBezTo>
                    <a:pt x="190" y="384"/>
                    <a:pt x="192" y="384"/>
                    <a:pt x="193" y="385"/>
                  </a:cubicBezTo>
                  <a:cubicBezTo>
                    <a:pt x="192" y="385"/>
                    <a:pt x="190" y="385"/>
                    <a:pt x="190" y="385"/>
                  </a:cubicBezTo>
                  <a:cubicBezTo>
                    <a:pt x="190" y="386"/>
                    <a:pt x="191" y="386"/>
                    <a:pt x="190" y="386"/>
                  </a:cubicBezTo>
                  <a:cubicBezTo>
                    <a:pt x="189" y="386"/>
                    <a:pt x="189" y="386"/>
                    <a:pt x="189" y="386"/>
                  </a:cubicBezTo>
                  <a:cubicBezTo>
                    <a:pt x="188" y="386"/>
                    <a:pt x="189" y="386"/>
                    <a:pt x="190" y="387"/>
                  </a:cubicBezTo>
                  <a:cubicBezTo>
                    <a:pt x="188" y="387"/>
                    <a:pt x="189" y="388"/>
                    <a:pt x="188" y="388"/>
                  </a:cubicBezTo>
                  <a:cubicBezTo>
                    <a:pt x="191" y="389"/>
                    <a:pt x="187" y="389"/>
                    <a:pt x="190" y="389"/>
                  </a:cubicBezTo>
                  <a:cubicBezTo>
                    <a:pt x="189" y="389"/>
                    <a:pt x="189" y="389"/>
                    <a:pt x="189" y="389"/>
                  </a:cubicBezTo>
                  <a:cubicBezTo>
                    <a:pt x="190" y="389"/>
                    <a:pt x="192" y="390"/>
                    <a:pt x="192" y="390"/>
                  </a:cubicBezTo>
                  <a:cubicBezTo>
                    <a:pt x="190" y="390"/>
                    <a:pt x="190" y="390"/>
                    <a:pt x="190" y="390"/>
                  </a:cubicBezTo>
                  <a:cubicBezTo>
                    <a:pt x="188" y="390"/>
                    <a:pt x="190" y="390"/>
                    <a:pt x="189" y="391"/>
                  </a:cubicBezTo>
                  <a:cubicBezTo>
                    <a:pt x="190" y="390"/>
                    <a:pt x="189" y="391"/>
                    <a:pt x="190" y="391"/>
                  </a:cubicBezTo>
                  <a:cubicBezTo>
                    <a:pt x="191" y="391"/>
                    <a:pt x="191" y="391"/>
                    <a:pt x="191" y="391"/>
                  </a:cubicBezTo>
                  <a:cubicBezTo>
                    <a:pt x="192" y="392"/>
                    <a:pt x="192" y="391"/>
                    <a:pt x="192" y="392"/>
                  </a:cubicBezTo>
                  <a:cubicBezTo>
                    <a:pt x="192" y="392"/>
                    <a:pt x="190" y="392"/>
                    <a:pt x="190" y="392"/>
                  </a:cubicBezTo>
                  <a:cubicBezTo>
                    <a:pt x="189" y="392"/>
                    <a:pt x="190" y="392"/>
                    <a:pt x="190" y="393"/>
                  </a:cubicBezTo>
                  <a:cubicBezTo>
                    <a:pt x="190" y="393"/>
                    <a:pt x="190" y="392"/>
                    <a:pt x="191" y="393"/>
                  </a:cubicBezTo>
                  <a:cubicBezTo>
                    <a:pt x="191" y="393"/>
                    <a:pt x="190" y="393"/>
                    <a:pt x="190" y="393"/>
                  </a:cubicBezTo>
                  <a:cubicBezTo>
                    <a:pt x="190" y="393"/>
                    <a:pt x="191" y="393"/>
                    <a:pt x="191" y="393"/>
                  </a:cubicBezTo>
                  <a:cubicBezTo>
                    <a:pt x="191" y="393"/>
                    <a:pt x="191" y="393"/>
                    <a:pt x="191" y="393"/>
                  </a:cubicBezTo>
                  <a:cubicBezTo>
                    <a:pt x="190" y="393"/>
                    <a:pt x="190" y="393"/>
                    <a:pt x="190" y="393"/>
                  </a:cubicBezTo>
                  <a:cubicBezTo>
                    <a:pt x="190" y="393"/>
                    <a:pt x="190" y="393"/>
                    <a:pt x="190" y="393"/>
                  </a:cubicBezTo>
                  <a:cubicBezTo>
                    <a:pt x="190" y="393"/>
                    <a:pt x="190" y="393"/>
                    <a:pt x="190" y="393"/>
                  </a:cubicBezTo>
                  <a:cubicBezTo>
                    <a:pt x="190" y="393"/>
                    <a:pt x="190" y="393"/>
                    <a:pt x="190" y="393"/>
                  </a:cubicBezTo>
                  <a:cubicBezTo>
                    <a:pt x="188" y="393"/>
                    <a:pt x="188" y="393"/>
                    <a:pt x="188" y="393"/>
                  </a:cubicBezTo>
                  <a:cubicBezTo>
                    <a:pt x="188" y="394"/>
                    <a:pt x="190" y="394"/>
                    <a:pt x="191" y="394"/>
                  </a:cubicBezTo>
                  <a:cubicBezTo>
                    <a:pt x="189" y="395"/>
                    <a:pt x="191" y="396"/>
                    <a:pt x="192" y="396"/>
                  </a:cubicBezTo>
                  <a:cubicBezTo>
                    <a:pt x="192" y="396"/>
                    <a:pt x="190" y="396"/>
                    <a:pt x="191" y="396"/>
                  </a:cubicBezTo>
                  <a:cubicBezTo>
                    <a:pt x="191" y="397"/>
                    <a:pt x="193" y="397"/>
                    <a:pt x="192" y="397"/>
                  </a:cubicBezTo>
                  <a:cubicBezTo>
                    <a:pt x="192" y="397"/>
                    <a:pt x="191" y="397"/>
                    <a:pt x="191" y="398"/>
                  </a:cubicBezTo>
                  <a:cubicBezTo>
                    <a:pt x="190" y="398"/>
                    <a:pt x="192" y="397"/>
                    <a:pt x="192" y="397"/>
                  </a:cubicBezTo>
                  <a:cubicBezTo>
                    <a:pt x="190" y="398"/>
                    <a:pt x="194" y="399"/>
                    <a:pt x="192" y="400"/>
                  </a:cubicBezTo>
                  <a:cubicBezTo>
                    <a:pt x="192" y="399"/>
                    <a:pt x="191" y="399"/>
                    <a:pt x="191" y="399"/>
                  </a:cubicBezTo>
                  <a:cubicBezTo>
                    <a:pt x="191" y="400"/>
                    <a:pt x="192" y="400"/>
                    <a:pt x="194" y="401"/>
                  </a:cubicBezTo>
                  <a:cubicBezTo>
                    <a:pt x="192" y="401"/>
                    <a:pt x="192" y="401"/>
                    <a:pt x="192" y="401"/>
                  </a:cubicBezTo>
                  <a:cubicBezTo>
                    <a:pt x="192" y="401"/>
                    <a:pt x="193" y="401"/>
                    <a:pt x="194" y="401"/>
                  </a:cubicBezTo>
                  <a:cubicBezTo>
                    <a:pt x="195" y="401"/>
                    <a:pt x="196" y="401"/>
                    <a:pt x="196" y="402"/>
                  </a:cubicBezTo>
                  <a:cubicBezTo>
                    <a:pt x="196" y="402"/>
                    <a:pt x="196" y="402"/>
                    <a:pt x="196" y="402"/>
                  </a:cubicBezTo>
                  <a:cubicBezTo>
                    <a:pt x="196" y="402"/>
                    <a:pt x="197" y="402"/>
                    <a:pt x="197" y="402"/>
                  </a:cubicBezTo>
                  <a:cubicBezTo>
                    <a:pt x="196" y="403"/>
                    <a:pt x="196" y="402"/>
                    <a:pt x="195" y="402"/>
                  </a:cubicBezTo>
                  <a:cubicBezTo>
                    <a:pt x="193" y="403"/>
                    <a:pt x="194" y="404"/>
                    <a:pt x="194" y="404"/>
                  </a:cubicBezTo>
                  <a:cubicBezTo>
                    <a:pt x="195" y="404"/>
                    <a:pt x="195" y="404"/>
                    <a:pt x="195" y="404"/>
                  </a:cubicBezTo>
                  <a:cubicBezTo>
                    <a:pt x="196" y="404"/>
                    <a:pt x="194" y="404"/>
                    <a:pt x="194" y="404"/>
                  </a:cubicBezTo>
                  <a:cubicBezTo>
                    <a:pt x="199" y="405"/>
                    <a:pt x="199" y="405"/>
                    <a:pt x="199" y="405"/>
                  </a:cubicBezTo>
                  <a:cubicBezTo>
                    <a:pt x="198" y="404"/>
                    <a:pt x="197" y="405"/>
                    <a:pt x="196" y="405"/>
                  </a:cubicBezTo>
                  <a:cubicBezTo>
                    <a:pt x="196" y="405"/>
                    <a:pt x="199" y="406"/>
                    <a:pt x="201" y="406"/>
                  </a:cubicBezTo>
                  <a:cubicBezTo>
                    <a:pt x="200" y="406"/>
                    <a:pt x="201" y="406"/>
                    <a:pt x="201" y="407"/>
                  </a:cubicBezTo>
                  <a:cubicBezTo>
                    <a:pt x="200" y="407"/>
                    <a:pt x="202" y="407"/>
                    <a:pt x="200" y="407"/>
                  </a:cubicBezTo>
                  <a:cubicBezTo>
                    <a:pt x="199" y="407"/>
                    <a:pt x="199" y="407"/>
                    <a:pt x="199" y="407"/>
                  </a:cubicBezTo>
                  <a:cubicBezTo>
                    <a:pt x="199" y="407"/>
                    <a:pt x="197" y="407"/>
                    <a:pt x="196" y="407"/>
                  </a:cubicBezTo>
                  <a:cubicBezTo>
                    <a:pt x="196" y="407"/>
                    <a:pt x="196" y="408"/>
                    <a:pt x="195" y="409"/>
                  </a:cubicBezTo>
                  <a:cubicBezTo>
                    <a:pt x="198" y="408"/>
                    <a:pt x="197" y="410"/>
                    <a:pt x="199" y="409"/>
                  </a:cubicBezTo>
                  <a:cubicBezTo>
                    <a:pt x="200" y="410"/>
                    <a:pt x="197" y="410"/>
                    <a:pt x="197" y="410"/>
                  </a:cubicBezTo>
                  <a:cubicBezTo>
                    <a:pt x="198" y="411"/>
                    <a:pt x="197" y="411"/>
                    <a:pt x="197" y="412"/>
                  </a:cubicBezTo>
                  <a:cubicBezTo>
                    <a:pt x="197" y="412"/>
                    <a:pt x="197" y="412"/>
                    <a:pt x="197" y="412"/>
                  </a:cubicBezTo>
                  <a:cubicBezTo>
                    <a:pt x="198" y="412"/>
                    <a:pt x="197" y="413"/>
                    <a:pt x="199" y="413"/>
                  </a:cubicBezTo>
                  <a:cubicBezTo>
                    <a:pt x="198" y="413"/>
                    <a:pt x="198" y="413"/>
                    <a:pt x="198" y="413"/>
                  </a:cubicBezTo>
                  <a:cubicBezTo>
                    <a:pt x="197" y="414"/>
                    <a:pt x="201" y="413"/>
                    <a:pt x="200" y="414"/>
                  </a:cubicBezTo>
                  <a:cubicBezTo>
                    <a:pt x="199" y="414"/>
                    <a:pt x="199" y="414"/>
                    <a:pt x="199" y="414"/>
                  </a:cubicBezTo>
                  <a:cubicBezTo>
                    <a:pt x="200" y="414"/>
                    <a:pt x="198" y="415"/>
                    <a:pt x="200" y="415"/>
                  </a:cubicBezTo>
                  <a:cubicBezTo>
                    <a:pt x="199" y="415"/>
                    <a:pt x="199" y="415"/>
                    <a:pt x="198" y="415"/>
                  </a:cubicBezTo>
                  <a:cubicBezTo>
                    <a:pt x="199" y="415"/>
                    <a:pt x="199" y="416"/>
                    <a:pt x="200" y="416"/>
                  </a:cubicBezTo>
                  <a:cubicBezTo>
                    <a:pt x="198" y="416"/>
                    <a:pt x="198" y="416"/>
                    <a:pt x="198" y="416"/>
                  </a:cubicBezTo>
                  <a:cubicBezTo>
                    <a:pt x="197" y="417"/>
                    <a:pt x="201" y="416"/>
                    <a:pt x="200" y="417"/>
                  </a:cubicBezTo>
                  <a:cubicBezTo>
                    <a:pt x="200" y="417"/>
                    <a:pt x="199" y="417"/>
                    <a:pt x="199" y="417"/>
                  </a:cubicBezTo>
                  <a:cubicBezTo>
                    <a:pt x="200" y="417"/>
                    <a:pt x="200" y="418"/>
                    <a:pt x="200" y="418"/>
                  </a:cubicBezTo>
                  <a:cubicBezTo>
                    <a:pt x="198" y="419"/>
                    <a:pt x="198" y="419"/>
                    <a:pt x="198" y="419"/>
                  </a:cubicBezTo>
                  <a:cubicBezTo>
                    <a:pt x="198" y="421"/>
                    <a:pt x="198" y="423"/>
                    <a:pt x="201" y="425"/>
                  </a:cubicBezTo>
                  <a:cubicBezTo>
                    <a:pt x="198" y="425"/>
                    <a:pt x="199" y="424"/>
                    <a:pt x="197" y="425"/>
                  </a:cubicBezTo>
                  <a:cubicBezTo>
                    <a:pt x="200" y="425"/>
                    <a:pt x="198" y="425"/>
                    <a:pt x="199" y="426"/>
                  </a:cubicBezTo>
                  <a:cubicBezTo>
                    <a:pt x="198" y="426"/>
                    <a:pt x="198" y="426"/>
                    <a:pt x="198" y="426"/>
                  </a:cubicBezTo>
                  <a:cubicBezTo>
                    <a:pt x="199" y="426"/>
                    <a:pt x="198" y="426"/>
                    <a:pt x="198" y="426"/>
                  </a:cubicBezTo>
                  <a:cubicBezTo>
                    <a:pt x="199" y="426"/>
                    <a:pt x="199" y="426"/>
                    <a:pt x="199" y="426"/>
                  </a:cubicBezTo>
                  <a:cubicBezTo>
                    <a:pt x="199" y="426"/>
                    <a:pt x="199" y="427"/>
                    <a:pt x="199" y="427"/>
                  </a:cubicBezTo>
                  <a:cubicBezTo>
                    <a:pt x="199" y="427"/>
                    <a:pt x="199" y="427"/>
                    <a:pt x="199" y="427"/>
                  </a:cubicBezTo>
                  <a:cubicBezTo>
                    <a:pt x="199" y="427"/>
                    <a:pt x="199" y="427"/>
                    <a:pt x="199" y="427"/>
                  </a:cubicBezTo>
                  <a:cubicBezTo>
                    <a:pt x="198" y="427"/>
                    <a:pt x="197" y="427"/>
                    <a:pt x="199" y="427"/>
                  </a:cubicBezTo>
                  <a:cubicBezTo>
                    <a:pt x="199" y="427"/>
                    <a:pt x="199" y="427"/>
                    <a:pt x="199" y="427"/>
                  </a:cubicBezTo>
                  <a:cubicBezTo>
                    <a:pt x="197" y="428"/>
                    <a:pt x="197" y="428"/>
                    <a:pt x="197" y="428"/>
                  </a:cubicBezTo>
                  <a:cubicBezTo>
                    <a:pt x="200" y="428"/>
                    <a:pt x="198" y="428"/>
                    <a:pt x="198" y="428"/>
                  </a:cubicBezTo>
                  <a:cubicBezTo>
                    <a:pt x="197" y="429"/>
                    <a:pt x="194" y="427"/>
                    <a:pt x="194" y="429"/>
                  </a:cubicBezTo>
                  <a:cubicBezTo>
                    <a:pt x="194" y="429"/>
                    <a:pt x="194" y="429"/>
                    <a:pt x="194" y="429"/>
                  </a:cubicBezTo>
                  <a:cubicBezTo>
                    <a:pt x="189" y="432"/>
                    <a:pt x="183" y="435"/>
                    <a:pt x="180" y="441"/>
                  </a:cubicBezTo>
                  <a:cubicBezTo>
                    <a:pt x="180" y="442"/>
                    <a:pt x="179" y="443"/>
                    <a:pt x="178" y="444"/>
                  </a:cubicBezTo>
                  <a:cubicBezTo>
                    <a:pt x="178" y="441"/>
                    <a:pt x="178" y="437"/>
                    <a:pt x="180" y="434"/>
                  </a:cubicBezTo>
                  <a:cubicBezTo>
                    <a:pt x="179" y="431"/>
                    <a:pt x="178" y="427"/>
                    <a:pt x="179" y="425"/>
                  </a:cubicBezTo>
                  <a:cubicBezTo>
                    <a:pt x="178" y="412"/>
                    <a:pt x="182" y="402"/>
                    <a:pt x="179" y="389"/>
                  </a:cubicBezTo>
                  <a:cubicBezTo>
                    <a:pt x="179" y="390"/>
                    <a:pt x="178" y="389"/>
                    <a:pt x="177" y="389"/>
                  </a:cubicBezTo>
                  <a:cubicBezTo>
                    <a:pt x="178" y="389"/>
                    <a:pt x="178" y="389"/>
                    <a:pt x="178" y="389"/>
                  </a:cubicBezTo>
                  <a:cubicBezTo>
                    <a:pt x="176" y="388"/>
                    <a:pt x="176" y="388"/>
                    <a:pt x="176" y="388"/>
                  </a:cubicBezTo>
                  <a:cubicBezTo>
                    <a:pt x="176" y="387"/>
                    <a:pt x="178" y="387"/>
                    <a:pt x="178" y="388"/>
                  </a:cubicBezTo>
                  <a:cubicBezTo>
                    <a:pt x="178" y="383"/>
                    <a:pt x="177" y="379"/>
                    <a:pt x="178" y="374"/>
                  </a:cubicBezTo>
                  <a:cubicBezTo>
                    <a:pt x="175" y="374"/>
                    <a:pt x="177" y="371"/>
                    <a:pt x="175" y="371"/>
                  </a:cubicBezTo>
                  <a:cubicBezTo>
                    <a:pt x="176" y="371"/>
                    <a:pt x="176" y="371"/>
                    <a:pt x="176" y="371"/>
                  </a:cubicBezTo>
                  <a:cubicBezTo>
                    <a:pt x="175" y="368"/>
                    <a:pt x="175" y="368"/>
                    <a:pt x="177" y="365"/>
                  </a:cubicBezTo>
                  <a:cubicBezTo>
                    <a:pt x="178" y="353"/>
                    <a:pt x="176" y="340"/>
                    <a:pt x="174" y="326"/>
                  </a:cubicBezTo>
                  <a:cubicBezTo>
                    <a:pt x="170" y="313"/>
                    <a:pt x="162" y="297"/>
                    <a:pt x="148" y="288"/>
                  </a:cubicBezTo>
                  <a:cubicBezTo>
                    <a:pt x="143" y="290"/>
                    <a:pt x="142" y="286"/>
                    <a:pt x="138" y="288"/>
                  </a:cubicBezTo>
                  <a:cubicBezTo>
                    <a:pt x="138" y="287"/>
                    <a:pt x="138" y="287"/>
                    <a:pt x="138" y="287"/>
                  </a:cubicBezTo>
                  <a:cubicBezTo>
                    <a:pt x="136" y="288"/>
                    <a:pt x="136" y="286"/>
                    <a:pt x="133" y="284"/>
                  </a:cubicBezTo>
                  <a:cubicBezTo>
                    <a:pt x="133" y="285"/>
                    <a:pt x="132" y="284"/>
                    <a:pt x="132" y="286"/>
                  </a:cubicBezTo>
                  <a:cubicBezTo>
                    <a:pt x="131" y="287"/>
                    <a:pt x="131" y="282"/>
                    <a:pt x="129" y="283"/>
                  </a:cubicBezTo>
                  <a:cubicBezTo>
                    <a:pt x="129" y="282"/>
                    <a:pt x="129" y="284"/>
                    <a:pt x="129" y="283"/>
                  </a:cubicBezTo>
                  <a:cubicBezTo>
                    <a:pt x="125" y="285"/>
                    <a:pt x="129" y="282"/>
                    <a:pt x="127" y="279"/>
                  </a:cubicBezTo>
                  <a:cubicBezTo>
                    <a:pt x="120" y="278"/>
                    <a:pt x="113" y="280"/>
                    <a:pt x="107" y="278"/>
                  </a:cubicBezTo>
                  <a:cubicBezTo>
                    <a:pt x="108" y="278"/>
                    <a:pt x="108" y="280"/>
                    <a:pt x="107" y="280"/>
                  </a:cubicBezTo>
                  <a:cubicBezTo>
                    <a:pt x="107" y="276"/>
                    <a:pt x="105" y="280"/>
                    <a:pt x="104" y="279"/>
                  </a:cubicBezTo>
                  <a:cubicBezTo>
                    <a:pt x="104" y="278"/>
                    <a:pt x="105" y="278"/>
                    <a:pt x="105" y="278"/>
                  </a:cubicBezTo>
                  <a:cubicBezTo>
                    <a:pt x="103" y="276"/>
                    <a:pt x="101" y="278"/>
                    <a:pt x="98" y="277"/>
                  </a:cubicBezTo>
                  <a:cubicBezTo>
                    <a:pt x="96" y="278"/>
                    <a:pt x="94" y="275"/>
                    <a:pt x="92" y="277"/>
                  </a:cubicBezTo>
                  <a:cubicBezTo>
                    <a:pt x="93" y="275"/>
                    <a:pt x="91" y="276"/>
                    <a:pt x="91" y="275"/>
                  </a:cubicBezTo>
                  <a:cubicBezTo>
                    <a:pt x="89" y="279"/>
                    <a:pt x="88" y="273"/>
                    <a:pt x="85" y="275"/>
                  </a:cubicBezTo>
                  <a:cubicBezTo>
                    <a:pt x="86" y="275"/>
                    <a:pt x="86" y="275"/>
                    <a:pt x="86" y="275"/>
                  </a:cubicBezTo>
                  <a:cubicBezTo>
                    <a:pt x="80" y="274"/>
                    <a:pt x="77" y="272"/>
                    <a:pt x="72" y="271"/>
                  </a:cubicBezTo>
                  <a:cubicBezTo>
                    <a:pt x="69" y="270"/>
                    <a:pt x="69" y="264"/>
                    <a:pt x="66" y="264"/>
                  </a:cubicBezTo>
                  <a:cubicBezTo>
                    <a:pt x="65" y="265"/>
                    <a:pt x="65" y="265"/>
                    <a:pt x="64" y="265"/>
                  </a:cubicBezTo>
                  <a:cubicBezTo>
                    <a:pt x="64" y="264"/>
                    <a:pt x="65" y="264"/>
                    <a:pt x="65" y="264"/>
                  </a:cubicBezTo>
                  <a:cubicBezTo>
                    <a:pt x="63" y="263"/>
                    <a:pt x="63" y="260"/>
                    <a:pt x="62" y="259"/>
                  </a:cubicBezTo>
                  <a:cubicBezTo>
                    <a:pt x="62" y="259"/>
                    <a:pt x="61" y="258"/>
                    <a:pt x="60" y="259"/>
                  </a:cubicBezTo>
                  <a:cubicBezTo>
                    <a:pt x="61" y="256"/>
                    <a:pt x="56" y="255"/>
                    <a:pt x="57" y="252"/>
                  </a:cubicBezTo>
                  <a:cubicBezTo>
                    <a:pt x="54" y="254"/>
                    <a:pt x="54" y="252"/>
                    <a:pt x="53" y="251"/>
                  </a:cubicBezTo>
                  <a:cubicBezTo>
                    <a:pt x="53" y="251"/>
                    <a:pt x="54" y="250"/>
                    <a:pt x="54" y="250"/>
                  </a:cubicBezTo>
                  <a:cubicBezTo>
                    <a:pt x="53" y="249"/>
                    <a:pt x="53" y="248"/>
                    <a:pt x="53" y="245"/>
                  </a:cubicBezTo>
                  <a:cubicBezTo>
                    <a:pt x="52" y="245"/>
                    <a:pt x="50" y="245"/>
                    <a:pt x="50" y="244"/>
                  </a:cubicBezTo>
                  <a:cubicBezTo>
                    <a:pt x="52" y="242"/>
                    <a:pt x="50" y="241"/>
                    <a:pt x="50" y="240"/>
                  </a:cubicBezTo>
                  <a:cubicBezTo>
                    <a:pt x="48" y="241"/>
                    <a:pt x="46" y="240"/>
                    <a:pt x="47" y="239"/>
                  </a:cubicBezTo>
                  <a:cubicBezTo>
                    <a:pt x="49" y="238"/>
                    <a:pt x="49" y="238"/>
                    <a:pt x="49" y="238"/>
                  </a:cubicBezTo>
                  <a:cubicBezTo>
                    <a:pt x="46" y="235"/>
                    <a:pt x="48" y="230"/>
                    <a:pt x="44" y="225"/>
                  </a:cubicBezTo>
                  <a:cubicBezTo>
                    <a:pt x="45" y="224"/>
                    <a:pt x="45" y="224"/>
                    <a:pt x="45" y="224"/>
                  </a:cubicBezTo>
                  <a:cubicBezTo>
                    <a:pt x="42" y="219"/>
                    <a:pt x="42" y="213"/>
                    <a:pt x="37" y="209"/>
                  </a:cubicBezTo>
                  <a:cubicBezTo>
                    <a:pt x="37" y="208"/>
                    <a:pt x="37" y="207"/>
                    <a:pt x="36" y="205"/>
                  </a:cubicBezTo>
                  <a:cubicBezTo>
                    <a:pt x="37" y="205"/>
                    <a:pt x="39" y="204"/>
                    <a:pt x="40" y="203"/>
                  </a:cubicBezTo>
                  <a:cubicBezTo>
                    <a:pt x="36" y="203"/>
                    <a:pt x="36" y="203"/>
                    <a:pt x="36" y="203"/>
                  </a:cubicBezTo>
                  <a:cubicBezTo>
                    <a:pt x="41" y="201"/>
                    <a:pt x="44" y="197"/>
                    <a:pt x="48" y="196"/>
                  </a:cubicBezTo>
                  <a:cubicBezTo>
                    <a:pt x="47" y="198"/>
                    <a:pt x="49" y="198"/>
                    <a:pt x="49" y="199"/>
                  </a:cubicBezTo>
                  <a:cubicBezTo>
                    <a:pt x="50" y="198"/>
                    <a:pt x="50" y="196"/>
                    <a:pt x="52" y="196"/>
                  </a:cubicBezTo>
                  <a:cubicBezTo>
                    <a:pt x="51" y="199"/>
                    <a:pt x="51" y="199"/>
                    <a:pt x="51" y="199"/>
                  </a:cubicBezTo>
                  <a:cubicBezTo>
                    <a:pt x="52" y="197"/>
                    <a:pt x="56" y="193"/>
                    <a:pt x="59" y="190"/>
                  </a:cubicBezTo>
                  <a:cubicBezTo>
                    <a:pt x="59" y="197"/>
                    <a:pt x="61" y="192"/>
                    <a:pt x="62" y="201"/>
                  </a:cubicBezTo>
                  <a:cubicBezTo>
                    <a:pt x="60" y="200"/>
                    <a:pt x="60" y="200"/>
                    <a:pt x="60" y="200"/>
                  </a:cubicBezTo>
                  <a:cubicBezTo>
                    <a:pt x="61" y="202"/>
                    <a:pt x="61" y="203"/>
                    <a:pt x="62" y="206"/>
                  </a:cubicBezTo>
                  <a:cubicBezTo>
                    <a:pt x="64" y="206"/>
                    <a:pt x="65" y="204"/>
                    <a:pt x="64" y="199"/>
                  </a:cubicBezTo>
                  <a:cubicBezTo>
                    <a:pt x="68" y="202"/>
                    <a:pt x="65" y="203"/>
                    <a:pt x="68" y="212"/>
                  </a:cubicBezTo>
                  <a:cubicBezTo>
                    <a:pt x="71" y="214"/>
                    <a:pt x="66" y="208"/>
                    <a:pt x="69" y="207"/>
                  </a:cubicBezTo>
                  <a:cubicBezTo>
                    <a:pt x="70" y="206"/>
                    <a:pt x="71" y="211"/>
                    <a:pt x="75" y="215"/>
                  </a:cubicBezTo>
                  <a:cubicBezTo>
                    <a:pt x="82" y="221"/>
                    <a:pt x="78" y="220"/>
                    <a:pt x="81" y="223"/>
                  </a:cubicBezTo>
                  <a:cubicBezTo>
                    <a:pt x="79" y="223"/>
                    <a:pt x="71" y="217"/>
                    <a:pt x="73" y="217"/>
                  </a:cubicBezTo>
                  <a:cubicBezTo>
                    <a:pt x="65" y="209"/>
                    <a:pt x="73" y="224"/>
                    <a:pt x="68" y="218"/>
                  </a:cubicBezTo>
                  <a:cubicBezTo>
                    <a:pt x="75" y="226"/>
                    <a:pt x="76" y="226"/>
                    <a:pt x="82" y="226"/>
                  </a:cubicBezTo>
                  <a:cubicBezTo>
                    <a:pt x="79" y="225"/>
                    <a:pt x="85" y="224"/>
                    <a:pt x="82" y="223"/>
                  </a:cubicBezTo>
                  <a:cubicBezTo>
                    <a:pt x="98" y="219"/>
                    <a:pt x="96" y="225"/>
                    <a:pt x="106" y="216"/>
                  </a:cubicBezTo>
                  <a:cubicBezTo>
                    <a:pt x="103" y="216"/>
                    <a:pt x="111" y="202"/>
                    <a:pt x="104" y="206"/>
                  </a:cubicBezTo>
                  <a:cubicBezTo>
                    <a:pt x="104" y="204"/>
                    <a:pt x="105" y="201"/>
                    <a:pt x="107" y="200"/>
                  </a:cubicBezTo>
                  <a:cubicBezTo>
                    <a:pt x="107" y="203"/>
                    <a:pt x="110" y="197"/>
                    <a:pt x="110" y="201"/>
                  </a:cubicBezTo>
                  <a:cubicBezTo>
                    <a:pt x="111" y="198"/>
                    <a:pt x="111" y="198"/>
                    <a:pt x="111" y="198"/>
                  </a:cubicBezTo>
                  <a:cubicBezTo>
                    <a:pt x="111" y="204"/>
                    <a:pt x="111" y="204"/>
                    <a:pt x="111" y="204"/>
                  </a:cubicBezTo>
                  <a:cubicBezTo>
                    <a:pt x="114" y="201"/>
                    <a:pt x="118" y="196"/>
                    <a:pt x="120" y="194"/>
                  </a:cubicBezTo>
                  <a:cubicBezTo>
                    <a:pt x="121" y="189"/>
                    <a:pt x="117" y="195"/>
                    <a:pt x="119" y="190"/>
                  </a:cubicBezTo>
                  <a:cubicBezTo>
                    <a:pt x="119" y="192"/>
                    <a:pt x="121" y="189"/>
                    <a:pt x="122" y="186"/>
                  </a:cubicBezTo>
                  <a:cubicBezTo>
                    <a:pt x="120" y="191"/>
                    <a:pt x="119" y="186"/>
                    <a:pt x="120" y="182"/>
                  </a:cubicBezTo>
                  <a:cubicBezTo>
                    <a:pt x="120" y="181"/>
                    <a:pt x="121" y="180"/>
                    <a:pt x="121" y="179"/>
                  </a:cubicBezTo>
                  <a:cubicBezTo>
                    <a:pt x="122" y="180"/>
                    <a:pt x="122" y="180"/>
                    <a:pt x="122" y="181"/>
                  </a:cubicBezTo>
                  <a:cubicBezTo>
                    <a:pt x="122" y="182"/>
                    <a:pt x="122" y="182"/>
                    <a:pt x="122" y="183"/>
                  </a:cubicBezTo>
                  <a:cubicBezTo>
                    <a:pt x="123" y="183"/>
                    <a:pt x="123" y="183"/>
                    <a:pt x="123" y="183"/>
                  </a:cubicBezTo>
                  <a:cubicBezTo>
                    <a:pt x="123" y="183"/>
                    <a:pt x="122" y="183"/>
                    <a:pt x="122" y="183"/>
                  </a:cubicBezTo>
                  <a:cubicBezTo>
                    <a:pt x="122" y="188"/>
                    <a:pt x="125" y="188"/>
                    <a:pt x="126" y="189"/>
                  </a:cubicBezTo>
                  <a:cubicBezTo>
                    <a:pt x="126" y="193"/>
                    <a:pt x="126" y="193"/>
                    <a:pt x="126" y="193"/>
                  </a:cubicBezTo>
                  <a:cubicBezTo>
                    <a:pt x="127" y="193"/>
                    <a:pt x="127" y="193"/>
                    <a:pt x="127" y="193"/>
                  </a:cubicBezTo>
                  <a:cubicBezTo>
                    <a:pt x="130" y="197"/>
                    <a:pt x="134" y="202"/>
                    <a:pt x="132" y="203"/>
                  </a:cubicBezTo>
                  <a:cubicBezTo>
                    <a:pt x="134" y="205"/>
                    <a:pt x="136" y="206"/>
                    <a:pt x="135" y="203"/>
                  </a:cubicBezTo>
                  <a:cubicBezTo>
                    <a:pt x="136" y="205"/>
                    <a:pt x="140" y="212"/>
                    <a:pt x="151" y="211"/>
                  </a:cubicBezTo>
                  <a:cubicBezTo>
                    <a:pt x="161" y="208"/>
                    <a:pt x="165" y="201"/>
                    <a:pt x="167" y="197"/>
                  </a:cubicBezTo>
                  <a:cubicBezTo>
                    <a:pt x="164" y="201"/>
                    <a:pt x="163" y="200"/>
                    <a:pt x="162" y="200"/>
                  </a:cubicBezTo>
                  <a:cubicBezTo>
                    <a:pt x="161" y="197"/>
                    <a:pt x="164" y="198"/>
                    <a:pt x="164" y="194"/>
                  </a:cubicBezTo>
                  <a:cubicBezTo>
                    <a:pt x="165" y="195"/>
                    <a:pt x="167" y="192"/>
                    <a:pt x="166" y="196"/>
                  </a:cubicBezTo>
                  <a:cubicBezTo>
                    <a:pt x="170" y="191"/>
                    <a:pt x="171" y="185"/>
                    <a:pt x="173" y="179"/>
                  </a:cubicBezTo>
                  <a:cubicBezTo>
                    <a:pt x="173" y="180"/>
                    <a:pt x="173" y="180"/>
                    <a:pt x="174" y="181"/>
                  </a:cubicBezTo>
                  <a:cubicBezTo>
                    <a:pt x="174" y="181"/>
                    <a:pt x="174" y="181"/>
                    <a:pt x="174" y="182"/>
                  </a:cubicBezTo>
                  <a:cubicBezTo>
                    <a:pt x="174" y="182"/>
                    <a:pt x="174" y="182"/>
                    <a:pt x="174" y="183"/>
                  </a:cubicBezTo>
                  <a:cubicBezTo>
                    <a:pt x="175" y="184"/>
                    <a:pt x="175" y="185"/>
                    <a:pt x="176" y="186"/>
                  </a:cubicBezTo>
                  <a:cubicBezTo>
                    <a:pt x="175" y="185"/>
                    <a:pt x="175" y="185"/>
                    <a:pt x="175" y="184"/>
                  </a:cubicBezTo>
                  <a:cubicBezTo>
                    <a:pt x="175" y="185"/>
                    <a:pt x="175" y="186"/>
                    <a:pt x="176" y="187"/>
                  </a:cubicBezTo>
                  <a:cubicBezTo>
                    <a:pt x="176" y="187"/>
                    <a:pt x="176" y="187"/>
                    <a:pt x="176" y="187"/>
                  </a:cubicBezTo>
                  <a:cubicBezTo>
                    <a:pt x="177" y="189"/>
                    <a:pt x="177" y="190"/>
                    <a:pt x="178" y="191"/>
                  </a:cubicBezTo>
                  <a:cubicBezTo>
                    <a:pt x="176" y="191"/>
                    <a:pt x="176" y="191"/>
                    <a:pt x="176" y="191"/>
                  </a:cubicBezTo>
                  <a:cubicBezTo>
                    <a:pt x="176" y="194"/>
                    <a:pt x="188" y="201"/>
                    <a:pt x="189" y="198"/>
                  </a:cubicBezTo>
                  <a:cubicBezTo>
                    <a:pt x="205" y="196"/>
                    <a:pt x="210" y="186"/>
                    <a:pt x="213" y="179"/>
                  </a:cubicBezTo>
                  <a:cubicBezTo>
                    <a:pt x="214" y="178"/>
                    <a:pt x="214" y="178"/>
                    <a:pt x="214" y="178"/>
                  </a:cubicBezTo>
                  <a:cubicBezTo>
                    <a:pt x="214" y="178"/>
                    <a:pt x="214" y="178"/>
                    <a:pt x="214" y="178"/>
                  </a:cubicBezTo>
                  <a:cubicBezTo>
                    <a:pt x="214" y="178"/>
                    <a:pt x="214" y="177"/>
                    <a:pt x="214" y="177"/>
                  </a:cubicBezTo>
                  <a:cubicBezTo>
                    <a:pt x="214" y="177"/>
                    <a:pt x="215" y="177"/>
                    <a:pt x="215" y="177"/>
                  </a:cubicBezTo>
                  <a:cubicBezTo>
                    <a:pt x="219" y="183"/>
                    <a:pt x="215" y="181"/>
                    <a:pt x="216" y="184"/>
                  </a:cubicBezTo>
                  <a:cubicBezTo>
                    <a:pt x="224" y="191"/>
                    <a:pt x="234" y="187"/>
                    <a:pt x="239" y="182"/>
                  </a:cubicBezTo>
                  <a:cubicBezTo>
                    <a:pt x="239" y="182"/>
                    <a:pt x="240" y="183"/>
                    <a:pt x="239" y="183"/>
                  </a:cubicBezTo>
                  <a:cubicBezTo>
                    <a:pt x="244" y="179"/>
                    <a:pt x="250" y="173"/>
                    <a:pt x="253" y="167"/>
                  </a:cubicBezTo>
                  <a:cubicBezTo>
                    <a:pt x="255" y="173"/>
                    <a:pt x="258" y="178"/>
                    <a:pt x="262" y="183"/>
                  </a:cubicBezTo>
                  <a:cubicBezTo>
                    <a:pt x="272" y="194"/>
                    <a:pt x="282" y="179"/>
                    <a:pt x="282" y="172"/>
                  </a:cubicBezTo>
                  <a:cubicBezTo>
                    <a:pt x="282" y="171"/>
                    <a:pt x="283" y="172"/>
                    <a:pt x="283" y="173"/>
                  </a:cubicBezTo>
                  <a:cubicBezTo>
                    <a:pt x="283" y="162"/>
                    <a:pt x="288" y="150"/>
                    <a:pt x="283" y="141"/>
                  </a:cubicBezTo>
                  <a:cubicBezTo>
                    <a:pt x="281" y="138"/>
                    <a:pt x="281" y="138"/>
                    <a:pt x="281" y="138"/>
                  </a:cubicBezTo>
                  <a:cubicBezTo>
                    <a:pt x="282" y="136"/>
                    <a:pt x="283" y="136"/>
                    <a:pt x="284" y="134"/>
                  </a:cubicBezTo>
                  <a:cubicBezTo>
                    <a:pt x="283" y="132"/>
                    <a:pt x="283" y="124"/>
                    <a:pt x="282" y="122"/>
                  </a:cubicBezTo>
                  <a:cubicBezTo>
                    <a:pt x="283" y="121"/>
                    <a:pt x="283" y="123"/>
                    <a:pt x="283" y="123"/>
                  </a:cubicBezTo>
                  <a:cubicBezTo>
                    <a:pt x="284" y="122"/>
                    <a:pt x="284" y="121"/>
                    <a:pt x="284" y="120"/>
                  </a:cubicBezTo>
                  <a:cubicBezTo>
                    <a:pt x="285" y="120"/>
                    <a:pt x="286" y="120"/>
                    <a:pt x="287" y="120"/>
                  </a:cubicBezTo>
                  <a:cubicBezTo>
                    <a:pt x="293" y="141"/>
                    <a:pt x="294" y="171"/>
                    <a:pt x="312" y="180"/>
                  </a:cubicBezTo>
                  <a:cubicBezTo>
                    <a:pt x="316" y="182"/>
                    <a:pt x="313" y="183"/>
                    <a:pt x="315" y="184"/>
                  </a:cubicBezTo>
                  <a:cubicBezTo>
                    <a:pt x="325" y="187"/>
                    <a:pt x="336" y="188"/>
                    <a:pt x="347" y="188"/>
                  </a:cubicBezTo>
                  <a:cubicBezTo>
                    <a:pt x="346" y="189"/>
                    <a:pt x="345" y="190"/>
                    <a:pt x="344" y="191"/>
                  </a:cubicBezTo>
                  <a:cubicBezTo>
                    <a:pt x="346" y="193"/>
                    <a:pt x="342" y="195"/>
                    <a:pt x="343" y="196"/>
                  </a:cubicBezTo>
                  <a:cubicBezTo>
                    <a:pt x="343" y="196"/>
                    <a:pt x="343" y="196"/>
                    <a:pt x="343" y="195"/>
                  </a:cubicBezTo>
                  <a:cubicBezTo>
                    <a:pt x="340" y="201"/>
                    <a:pt x="343" y="196"/>
                    <a:pt x="338" y="200"/>
                  </a:cubicBezTo>
                  <a:cubicBezTo>
                    <a:pt x="327" y="213"/>
                    <a:pt x="329" y="230"/>
                    <a:pt x="329" y="240"/>
                  </a:cubicBezTo>
                  <a:cubicBezTo>
                    <a:pt x="330" y="251"/>
                    <a:pt x="331" y="257"/>
                    <a:pt x="326" y="263"/>
                  </a:cubicBezTo>
                  <a:cubicBezTo>
                    <a:pt x="327" y="267"/>
                    <a:pt x="324" y="267"/>
                    <a:pt x="325" y="270"/>
                  </a:cubicBezTo>
                  <a:cubicBezTo>
                    <a:pt x="324" y="269"/>
                    <a:pt x="324" y="269"/>
                    <a:pt x="324" y="269"/>
                  </a:cubicBezTo>
                  <a:cubicBezTo>
                    <a:pt x="324" y="271"/>
                    <a:pt x="323" y="270"/>
                    <a:pt x="321" y="270"/>
                  </a:cubicBezTo>
                  <a:cubicBezTo>
                    <a:pt x="321" y="271"/>
                    <a:pt x="320" y="271"/>
                    <a:pt x="321" y="272"/>
                  </a:cubicBezTo>
                  <a:cubicBezTo>
                    <a:pt x="322" y="274"/>
                    <a:pt x="319" y="270"/>
                    <a:pt x="318" y="271"/>
                  </a:cubicBezTo>
                  <a:cubicBezTo>
                    <a:pt x="318" y="271"/>
                    <a:pt x="319" y="272"/>
                    <a:pt x="318" y="272"/>
                  </a:cubicBezTo>
                  <a:cubicBezTo>
                    <a:pt x="317" y="275"/>
                    <a:pt x="318" y="271"/>
                    <a:pt x="315" y="270"/>
                  </a:cubicBezTo>
                  <a:cubicBezTo>
                    <a:pt x="311" y="273"/>
                    <a:pt x="306" y="276"/>
                    <a:pt x="302" y="277"/>
                  </a:cubicBezTo>
                  <a:cubicBezTo>
                    <a:pt x="302" y="277"/>
                    <a:pt x="303" y="278"/>
                    <a:pt x="302" y="278"/>
                  </a:cubicBezTo>
                  <a:cubicBezTo>
                    <a:pt x="301" y="275"/>
                    <a:pt x="301" y="280"/>
                    <a:pt x="299" y="279"/>
                  </a:cubicBezTo>
                  <a:cubicBezTo>
                    <a:pt x="300" y="277"/>
                    <a:pt x="300" y="277"/>
                    <a:pt x="300" y="277"/>
                  </a:cubicBezTo>
                  <a:cubicBezTo>
                    <a:pt x="297" y="277"/>
                    <a:pt x="296" y="279"/>
                    <a:pt x="293" y="279"/>
                  </a:cubicBezTo>
                  <a:cubicBezTo>
                    <a:pt x="292" y="280"/>
                    <a:pt x="288" y="279"/>
                    <a:pt x="287" y="281"/>
                  </a:cubicBezTo>
                  <a:cubicBezTo>
                    <a:pt x="287" y="280"/>
                    <a:pt x="286" y="280"/>
                    <a:pt x="285" y="280"/>
                  </a:cubicBezTo>
                  <a:cubicBezTo>
                    <a:pt x="285" y="284"/>
                    <a:pt x="281" y="280"/>
                    <a:pt x="280" y="284"/>
                  </a:cubicBezTo>
                  <a:cubicBezTo>
                    <a:pt x="280" y="283"/>
                    <a:pt x="280" y="283"/>
                    <a:pt x="280" y="283"/>
                  </a:cubicBezTo>
                  <a:cubicBezTo>
                    <a:pt x="274" y="287"/>
                    <a:pt x="267" y="290"/>
                    <a:pt x="263" y="297"/>
                  </a:cubicBezTo>
                  <a:cubicBezTo>
                    <a:pt x="260" y="300"/>
                    <a:pt x="256" y="300"/>
                    <a:pt x="254" y="305"/>
                  </a:cubicBezTo>
                  <a:cubicBezTo>
                    <a:pt x="254" y="306"/>
                    <a:pt x="255" y="306"/>
                    <a:pt x="255" y="307"/>
                  </a:cubicBezTo>
                  <a:cubicBezTo>
                    <a:pt x="255" y="308"/>
                    <a:pt x="254" y="306"/>
                    <a:pt x="254" y="306"/>
                  </a:cubicBezTo>
                  <a:cubicBezTo>
                    <a:pt x="254" y="309"/>
                    <a:pt x="251" y="310"/>
                    <a:pt x="250" y="312"/>
                  </a:cubicBezTo>
                  <a:cubicBezTo>
                    <a:pt x="250" y="313"/>
                    <a:pt x="250" y="314"/>
                    <a:pt x="251" y="314"/>
                  </a:cubicBezTo>
                  <a:cubicBezTo>
                    <a:pt x="247" y="315"/>
                    <a:pt x="248" y="320"/>
                    <a:pt x="245" y="322"/>
                  </a:cubicBezTo>
                  <a:cubicBezTo>
                    <a:pt x="248" y="322"/>
                    <a:pt x="246" y="324"/>
                    <a:pt x="247" y="325"/>
                  </a:cubicBezTo>
                  <a:cubicBezTo>
                    <a:pt x="246" y="326"/>
                    <a:pt x="245" y="326"/>
                    <a:pt x="245" y="325"/>
                  </a:cubicBezTo>
                  <a:cubicBezTo>
                    <a:pt x="245" y="327"/>
                    <a:pt x="244" y="328"/>
                    <a:pt x="243" y="330"/>
                  </a:cubicBezTo>
                  <a:cubicBezTo>
                    <a:pt x="243" y="332"/>
                    <a:pt x="244" y="333"/>
                    <a:pt x="243" y="334"/>
                  </a:cubicBezTo>
                  <a:cubicBezTo>
                    <a:pt x="241" y="334"/>
                    <a:pt x="242" y="336"/>
                    <a:pt x="241" y="338"/>
                  </a:cubicBezTo>
                  <a:cubicBezTo>
                    <a:pt x="243" y="338"/>
                    <a:pt x="244" y="340"/>
                    <a:pt x="243" y="341"/>
                  </a:cubicBezTo>
                  <a:cubicBezTo>
                    <a:pt x="240" y="340"/>
                    <a:pt x="240" y="340"/>
                    <a:pt x="240" y="340"/>
                  </a:cubicBezTo>
                  <a:cubicBezTo>
                    <a:pt x="241" y="344"/>
                    <a:pt x="237" y="350"/>
                    <a:pt x="240" y="355"/>
                  </a:cubicBezTo>
                  <a:cubicBezTo>
                    <a:pt x="238" y="355"/>
                    <a:pt x="238" y="355"/>
                    <a:pt x="238" y="355"/>
                  </a:cubicBezTo>
                  <a:cubicBezTo>
                    <a:pt x="239" y="360"/>
                    <a:pt x="236" y="365"/>
                    <a:pt x="239" y="370"/>
                  </a:cubicBezTo>
                  <a:cubicBezTo>
                    <a:pt x="238" y="371"/>
                    <a:pt x="237" y="373"/>
                    <a:pt x="237" y="374"/>
                  </a:cubicBezTo>
                  <a:cubicBezTo>
                    <a:pt x="239" y="376"/>
                    <a:pt x="238" y="376"/>
                    <a:pt x="241" y="378"/>
                  </a:cubicBezTo>
                  <a:cubicBezTo>
                    <a:pt x="241" y="378"/>
                    <a:pt x="239" y="379"/>
                    <a:pt x="239" y="379"/>
                  </a:cubicBezTo>
                  <a:cubicBezTo>
                    <a:pt x="238" y="381"/>
                    <a:pt x="236" y="383"/>
                    <a:pt x="238" y="385"/>
                  </a:cubicBezTo>
                  <a:cubicBezTo>
                    <a:pt x="237" y="385"/>
                    <a:pt x="237" y="385"/>
                    <a:pt x="237" y="385"/>
                  </a:cubicBezTo>
                  <a:cubicBezTo>
                    <a:pt x="238" y="387"/>
                    <a:pt x="240" y="389"/>
                    <a:pt x="238" y="391"/>
                  </a:cubicBezTo>
                  <a:cubicBezTo>
                    <a:pt x="239" y="391"/>
                    <a:pt x="239" y="393"/>
                    <a:pt x="241" y="393"/>
                  </a:cubicBezTo>
                  <a:cubicBezTo>
                    <a:pt x="241" y="393"/>
                    <a:pt x="239" y="393"/>
                    <a:pt x="240" y="394"/>
                  </a:cubicBezTo>
                  <a:cubicBezTo>
                    <a:pt x="238" y="393"/>
                    <a:pt x="238" y="393"/>
                    <a:pt x="238" y="393"/>
                  </a:cubicBezTo>
                  <a:cubicBezTo>
                    <a:pt x="237" y="397"/>
                    <a:pt x="238" y="401"/>
                    <a:pt x="239" y="405"/>
                  </a:cubicBezTo>
                  <a:cubicBezTo>
                    <a:pt x="236" y="406"/>
                    <a:pt x="239" y="409"/>
                    <a:pt x="237" y="411"/>
                  </a:cubicBezTo>
                  <a:cubicBezTo>
                    <a:pt x="239" y="412"/>
                    <a:pt x="237" y="415"/>
                    <a:pt x="240" y="416"/>
                  </a:cubicBezTo>
                  <a:cubicBezTo>
                    <a:pt x="238" y="416"/>
                    <a:pt x="238" y="416"/>
                    <a:pt x="238" y="416"/>
                  </a:cubicBezTo>
                  <a:cubicBezTo>
                    <a:pt x="238" y="418"/>
                    <a:pt x="238" y="420"/>
                    <a:pt x="237" y="423"/>
                  </a:cubicBezTo>
                  <a:cubicBezTo>
                    <a:pt x="237" y="424"/>
                    <a:pt x="239" y="424"/>
                    <a:pt x="240" y="425"/>
                  </a:cubicBezTo>
                  <a:cubicBezTo>
                    <a:pt x="238" y="425"/>
                    <a:pt x="238" y="425"/>
                    <a:pt x="238" y="425"/>
                  </a:cubicBezTo>
                  <a:cubicBezTo>
                    <a:pt x="239" y="426"/>
                    <a:pt x="241" y="427"/>
                    <a:pt x="243" y="427"/>
                  </a:cubicBezTo>
                  <a:cubicBezTo>
                    <a:pt x="242" y="428"/>
                    <a:pt x="243" y="428"/>
                    <a:pt x="242" y="429"/>
                  </a:cubicBezTo>
                  <a:cubicBezTo>
                    <a:pt x="241" y="428"/>
                    <a:pt x="239" y="428"/>
                    <a:pt x="237" y="427"/>
                  </a:cubicBezTo>
                  <a:cubicBezTo>
                    <a:pt x="237" y="428"/>
                    <a:pt x="240" y="430"/>
                    <a:pt x="238" y="431"/>
                  </a:cubicBezTo>
                  <a:cubicBezTo>
                    <a:pt x="238" y="432"/>
                    <a:pt x="239" y="433"/>
                    <a:pt x="241" y="433"/>
                  </a:cubicBezTo>
                  <a:cubicBezTo>
                    <a:pt x="240" y="433"/>
                    <a:pt x="239" y="434"/>
                    <a:pt x="239" y="433"/>
                  </a:cubicBezTo>
                  <a:cubicBezTo>
                    <a:pt x="239" y="434"/>
                    <a:pt x="239" y="435"/>
                    <a:pt x="240" y="435"/>
                  </a:cubicBezTo>
                  <a:cubicBezTo>
                    <a:pt x="240" y="435"/>
                    <a:pt x="240" y="435"/>
                    <a:pt x="240" y="435"/>
                  </a:cubicBezTo>
                  <a:cubicBezTo>
                    <a:pt x="241" y="435"/>
                    <a:pt x="241" y="436"/>
                    <a:pt x="243" y="436"/>
                  </a:cubicBezTo>
                  <a:cubicBezTo>
                    <a:pt x="243" y="435"/>
                    <a:pt x="243" y="435"/>
                    <a:pt x="243" y="435"/>
                  </a:cubicBezTo>
                  <a:cubicBezTo>
                    <a:pt x="244" y="435"/>
                    <a:pt x="245" y="436"/>
                    <a:pt x="243" y="437"/>
                  </a:cubicBezTo>
                  <a:cubicBezTo>
                    <a:pt x="242" y="437"/>
                    <a:pt x="241" y="436"/>
                    <a:pt x="240" y="437"/>
                  </a:cubicBezTo>
                  <a:cubicBezTo>
                    <a:pt x="244" y="439"/>
                    <a:pt x="244" y="439"/>
                    <a:pt x="244" y="439"/>
                  </a:cubicBezTo>
                  <a:cubicBezTo>
                    <a:pt x="243" y="439"/>
                    <a:pt x="244" y="438"/>
                    <a:pt x="245" y="438"/>
                  </a:cubicBezTo>
                  <a:cubicBezTo>
                    <a:pt x="244" y="437"/>
                    <a:pt x="244" y="437"/>
                    <a:pt x="244" y="437"/>
                  </a:cubicBezTo>
                  <a:cubicBezTo>
                    <a:pt x="246" y="437"/>
                    <a:pt x="246" y="437"/>
                    <a:pt x="246" y="437"/>
                  </a:cubicBezTo>
                  <a:cubicBezTo>
                    <a:pt x="245" y="435"/>
                    <a:pt x="246" y="434"/>
                    <a:pt x="245" y="432"/>
                  </a:cubicBezTo>
                  <a:cubicBezTo>
                    <a:pt x="244" y="433"/>
                    <a:pt x="244" y="433"/>
                    <a:pt x="244" y="433"/>
                  </a:cubicBezTo>
                  <a:cubicBezTo>
                    <a:pt x="243" y="432"/>
                    <a:pt x="241" y="431"/>
                    <a:pt x="243" y="430"/>
                  </a:cubicBezTo>
                  <a:cubicBezTo>
                    <a:pt x="244" y="430"/>
                    <a:pt x="244" y="430"/>
                    <a:pt x="245" y="430"/>
                  </a:cubicBezTo>
                  <a:cubicBezTo>
                    <a:pt x="245" y="430"/>
                    <a:pt x="244" y="430"/>
                    <a:pt x="244" y="429"/>
                  </a:cubicBezTo>
                  <a:cubicBezTo>
                    <a:pt x="247" y="430"/>
                    <a:pt x="247" y="430"/>
                    <a:pt x="247" y="430"/>
                  </a:cubicBezTo>
                  <a:cubicBezTo>
                    <a:pt x="243" y="429"/>
                    <a:pt x="246" y="427"/>
                    <a:pt x="245" y="427"/>
                  </a:cubicBezTo>
                  <a:cubicBezTo>
                    <a:pt x="246" y="427"/>
                    <a:pt x="246" y="427"/>
                    <a:pt x="246" y="427"/>
                  </a:cubicBezTo>
                  <a:cubicBezTo>
                    <a:pt x="247" y="425"/>
                    <a:pt x="244" y="427"/>
                    <a:pt x="244" y="426"/>
                  </a:cubicBezTo>
                  <a:cubicBezTo>
                    <a:pt x="245" y="425"/>
                    <a:pt x="247" y="426"/>
                    <a:pt x="248" y="425"/>
                  </a:cubicBezTo>
                  <a:cubicBezTo>
                    <a:pt x="248" y="423"/>
                    <a:pt x="246" y="421"/>
                    <a:pt x="248" y="419"/>
                  </a:cubicBezTo>
                  <a:cubicBezTo>
                    <a:pt x="248" y="418"/>
                    <a:pt x="247" y="416"/>
                    <a:pt x="246" y="415"/>
                  </a:cubicBezTo>
                  <a:cubicBezTo>
                    <a:pt x="246" y="414"/>
                    <a:pt x="248" y="415"/>
                    <a:pt x="247" y="414"/>
                  </a:cubicBezTo>
                  <a:cubicBezTo>
                    <a:pt x="248" y="414"/>
                    <a:pt x="249" y="414"/>
                    <a:pt x="250" y="414"/>
                  </a:cubicBezTo>
                  <a:cubicBezTo>
                    <a:pt x="249" y="414"/>
                    <a:pt x="250" y="412"/>
                    <a:pt x="248" y="413"/>
                  </a:cubicBezTo>
                  <a:cubicBezTo>
                    <a:pt x="249" y="411"/>
                    <a:pt x="249" y="409"/>
                    <a:pt x="249" y="407"/>
                  </a:cubicBezTo>
                  <a:cubicBezTo>
                    <a:pt x="249" y="408"/>
                    <a:pt x="250" y="408"/>
                    <a:pt x="251" y="407"/>
                  </a:cubicBezTo>
                  <a:cubicBezTo>
                    <a:pt x="250" y="406"/>
                    <a:pt x="249" y="405"/>
                    <a:pt x="249" y="403"/>
                  </a:cubicBezTo>
                  <a:cubicBezTo>
                    <a:pt x="248" y="403"/>
                    <a:pt x="248" y="404"/>
                    <a:pt x="246" y="403"/>
                  </a:cubicBezTo>
                  <a:cubicBezTo>
                    <a:pt x="246" y="403"/>
                    <a:pt x="245" y="403"/>
                    <a:pt x="245" y="402"/>
                  </a:cubicBezTo>
                  <a:cubicBezTo>
                    <a:pt x="247" y="402"/>
                    <a:pt x="250" y="403"/>
                    <a:pt x="250" y="401"/>
                  </a:cubicBezTo>
                  <a:cubicBezTo>
                    <a:pt x="253" y="402"/>
                    <a:pt x="249" y="404"/>
                    <a:pt x="252" y="403"/>
                  </a:cubicBezTo>
                  <a:cubicBezTo>
                    <a:pt x="254" y="404"/>
                    <a:pt x="254" y="406"/>
                    <a:pt x="253" y="407"/>
                  </a:cubicBezTo>
                  <a:cubicBezTo>
                    <a:pt x="255" y="408"/>
                    <a:pt x="253" y="406"/>
                    <a:pt x="256" y="406"/>
                  </a:cubicBezTo>
                  <a:cubicBezTo>
                    <a:pt x="256" y="405"/>
                    <a:pt x="254" y="405"/>
                    <a:pt x="254" y="403"/>
                  </a:cubicBezTo>
                  <a:cubicBezTo>
                    <a:pt x="253" y="403"/>
                    <a:pt x="253" y="403"/>
                    <a:pt x="252" y="402"/>
                  </a:cubicBezTo>
                  <a:cubicBezTo>
                    <a:pt x="249" y="401"/>
                    <a:pt x="254" y="401"/>
                    <a:pt x="254" y="400"/>
                  </a:cubicBezTo>
                  <a:cubicBezTo>
                    <a:pt x="254" y="401"/>
                    <a:pt x="254" y="401"/>
                    <a:pt x="254" y="401"/>
                  </a:cubicBezTo>
                  <a:cubicBezTo>
                    <a:pt x="255" y="400"/>
                    <a:pt x="254" y="400"/>
                    <a:pt x="254" y="399"/>
                  </a:cubicBezTo>
                  <a:cubicBezTo>
                    <a:pt x="257" y="398"/>
                    <a:pt x="254" y="400"/>
                    <a:pt x="256" y="401"/>
                  </a:cubicBezTo>
                  <a:cubicBezTo>
                    <a:pt x="258" y="400"/>
                    <a:pt x="258" y="400"/>
                    <a:pt x="258" y="400"/>
                  </a:cubicBezTo>
                  <a:cubicBezTo>
                    <a:pt x="259" y="399"/>
                    <a:pt x="256" y="400"/>
                    <a:pt x="257" y="398"/>
                  </a:cubicBezTo>
                  <a:cubicBezTo>
                    <a:pt x="258" y="398"/>
                    <a:pt x="258" y="398"/>
                    <a:pt x="258" y="398"/>
                  </a:cubicBezTo>
                  <a:cubicBezTo>
                    <a:pt x="257" y="397"/>
                    <a:pt x="257" y="397"/>
                    <a:pt x="257" y="397"/>
                  </a:cubicBezTo>
                  <a:cubicBezTo>
                    <a:pt x="256" y="397"/>
                    <a:pt x="254" y="397"/>
                    <a:pt x="254" y="398"/>
                  </a:cubicBezTo>
                  <a:cubicBezTo>
                    <a:pt x="251" y="397"/>
                    <a:pt x="254" y="397"/>
                    <a:pt x="254" y="396"/>
                  </a:cubicBezTo>
                  <a:cubicBezTo>
                    <a:pt x="252" y="395"/>
                    <a:pt x="254" y="396"/>
                    <a:pt x="252" y="396"/>
                  </a:cubicBezTo>
                  <a:cubicBezTo>
                    <a:pt x="250" y="396"/>
                    <a:pt x="250" y="395"/>
                    <a:pt x="250" y="394"/>
                  </a:cubicBezTo>
                  <a:cubicBezTo>
                    <a:pt x="250" y="393"/>
                    <a:pt x="252" y="394"/>
                    <a:pt x="253" y="393"/>
                  </a:cubicBezTo>
                  <a:cubicBezTo>
                    <a:pt x="254" y="394"/>
                    <a:pt x="254" y="395"/>
                    <a:pt x="253" y="394"/>
                  </a:cubicBezTo>
                  <a:cubicBezTo>
                    <a:pt x="254" y="396"/>
                    <a:pt x="256" y="394"/>
                    <a:pt x="258" y="395"/>
                  </a:cubicBezTo>
                  <a:cubicBezTo>
                    <a:pt x="259" y="394"/>
                    <a:pt x="257" y="394"/>
                    <a:pt x="256" y="393"/>
                  </a:cubicBezTo>
                  <a:cubicBezTo>
                    <a:pt x="256" y="394"/>
                    <a:pt x="254" y="393"/>
                    <a:pt x="254" y="393"/>
                  </a:cubicBezTo>
                  <a:cubicBezTo>
                    <a:pt x="249" y="391"/>
                    <a:pt x="257" y="392"/>
                    <a:pt x="257" y="390"/>
                  </a:cubicBezTo>
                  <a:cubicBezTo>
                    <a:pt x="253" y="390"/>
                    <a:pt x="252" y="387"/>
                    <a:pt x="249" y="389"/>
                  </a:cubicBezTo>
                  <a:cubicBezTo>
                    <a:pt x="248" y="388"/>
                    <a:pt x="248" y="387"/>
                    <a:pt x="248" y="387"/>
                  </a:cubicBezTo>
                  <a:cubicBezTo>
                    <a:pt x="250" y="388"/>
                    <a:pt x="250" y="386"/>
                    <a:pt x="252" y="387"/>
                  </a:cubicBezTo>
                  <a:cubicBezTo>
                    <a:pt x="252" y="386"/>
                    <a:pt x="252" y="386"/>
                    <a:pt x="252" y="386"/>
                  </a:cubicBezTo>
                  <a:cubicBezTo>
                    <a:pt x="254" y="388"/>
                    <a:pt x="254" y="388"/>
                    <a:pt x="254" y="388"/>
                  </a:cubicBezTo>
                  <a:cubicBezTo>
                    <a:pt x="256" y="387"/>
                    <a:pt x="257" y="385"/>
                    <a:pt x="258" y="386"/>
                  </a:cubicBezTo>
                  <a:cubicBezTo>
                    <a:pt x="257" y="385"/>
                    <a:pt x="256" y="386"/>
                    <a:pt x="256" y="385"/>
                  </a:cubicBezTo>
                  <a:cubicBezTo>
                    <a:pt x="257" y="385"/>
                    <a:pt x="258" y="385"/>
                    <a:pt x="258" y="384"/>
                  </a:cubicBezTo>
                  <a:cubicBezTo>
                    <a:pt x="257" y="385"/>
                    <a:pt x="255" y="384"/>
                    <a:pt x="254" y="383"/>
                  </a:cubicBezTo>
                  <a:cubicBezTo>
                    <a:pt x="255" y="382"/>
                    <a:pt x="257" y="382"/>
                    <a:pt x="257" y="382"/>
                  </a:cubicBezTo>
                  <a:cubicBezTo>
                    <a:pt x="259" y="383"/>
                    <a:pt x="259" y="383"/>
                    <a:pt x="259" y="383"/>
                  </a:cubicBezTo>
                  <a:cubicBezTo>
                    <a:pt x="257" y="382"/>
                    <a:pt x="260" y="383"/>
                    <a:pt x="259" y="382"/>
                  </a:cubicBezTo>
                  <a:cubicBezTo>
                    <a:pt x="258" y="381"/>
                    <a:pt x="256" y="381"/>
                    <a:pt x="255" y="380"/>
                  </a:cubicBezTo>
                  <a:cubicBezTo>
                    <a:pt x="254" y="380"/>
                    <a:pt x="256" y="379"/>
                    <a:pt x="256" y="379"/>
                  </a:cubicBezTo>
                  <a:cubicBezTo>
                    <a:pt x="257" y="380"/>
                    <a:pt x="257" y="380"/>
                    <a:pt x="257" y="380"/>
                  </a:cubicBezTo>
                  <a:cubicBezTo>
                    <a:pt x="256" y="379"/>
                    <a:pt x="260" y="380"/>
                    <a:pt x="259" y="379"/>
                  </a:cubicBezTo>
                  <a:cubicBezTo>
                    <a:pt x="258" y="378"/>
                    <a:pt x="258" y="378"/>
                    <a:pt x="258" y="378"/>
                  </a:cubicBezTo>
                  <a:cubicBezTo>
                    <a:pt x="258" y="378"/>
                    <a:pt x="259" y="378"/>
                    <a:pt x="259" y="378"/>
                  </a:cubicBezTo>
                  <a:cubicBezTo>
                    <a:pt x="258" y="378"/>
                    <a:pt x="258" y="377"/>
                    <a:pt x="258" y="377"/>
                  </a:cubicBezTo>
                  <a:cubicBezTo>
                    <a:pt x="259" y="377"/>
                    <a:pt x="259" y="377"/>
                    <a:pt x="259" y="377"/>
                  </a:cubicBezTo>
                  <a:cubicBezTo>
                    <a:pt x="258" y="376"/>
                    <a:pt x="256" y="375"/>
                    <a:pt x="258" y="375"/>
                  </a:cubicBezTo>
                  <a:cubicBezTo>
                    <a:pt x="256" y="375"/>
                    <a:pt x="258" y="376"/>
                    <a:pt x="257" y="376"/>
                  </a:cubicBezTo>
                  <a:cubicBezTo>
                    <a:pt x="255" y="377"/>
                    <a:pt x="255" y="375"/>
                    <a:pt x="255" y="375"/>
                  </a:cubicBezTo>
                  <a:cubicBezTo>
                    <a:pt x="258" y="375"/>
                    <a:pt x="255" y="374"/>
                    <a:pt x="255" y="373"/>
                  </a:cubicBezTo>
                  <a:cubicBezTo>
                    <a:pt x="256" y="373"/>
                    <a:pt x="257" y="372"/>
                    <a:pt x="258" y="372"/>
                  </a:cubicBezTo>
                  <a:cubicBezTo>
                    <a:pt x="256" y="372"/>
                    <a:pt x="256" y="372"/>
                    <a:pt x="256" y="372"/>
                  </a:cubicBezTo>
                  <a:cubicBezTo>
                    <a:pt x="259" y="372"/>
                    <a:pt x="255" y="370"/>
                    <a:pt x="256" y="370"/>
                  </a:cubicBezTo>
                  <a:cubicBezTo>
                    <a:pt x="257" y="370"/>
                    <a:pt x="259" y="370"/>
                    <a:pt x="259" y="370"/>
                  </a:cubicBezTo>
                  <a:cubicBezTo>
                    <a:pt x="257" y="370"/>
                    <a:pt x="256" y="368"/>
                    <a:pt x="254" y="368"/>
                  </a:cubicBezTo>
                  <a:cubicBezTo>
                    <a:pt x="255" y="367"/>
                    <a:pt x="258" y="369"/>
                    <a:pt x="260" y="369"/>
                  </a:cubicBezTo>
                  <a:cubicBezTo>
                    <a:pt x="258" y="368"/>
                    <a:pt x="261" y="367"/>
                    <a:pt x="258" y="366"/>
                  </a:cubicBezTo>
                  <a:cubicBezTo>
                    <a:pt x="257" y="367"/>
                    <a:pt x="257" y="366"/>
                    <a:pt x="256" y="366"/>
                  </a:cubicBezTo>
                  <a:cubicBezTo>
                    <a:pt x="256" y="365"/>
                    <a:pt x="257" y="366"/>
                    <a:pt x="258" y="365"/>
                  </a:cubicBezTo>
                  <a:cubicBezTo>
                    <a:pt x="258" y="365"/>
                    <a:pt x="256" y="364"/>
                    <a:pt x="255" y="365"/>
                  </a:cubicBezTo>
                  <a:cubicBezTo>
                    <a:pt x="255" y="364"/>
                    <a:pt x="253" y="363"/>
                    <a:pt x="255" y="362"/>
                  </a:cubicBezTo>
                  <a:cubicBezTo>
                    <a:pt x="256" y="362"/>
                    <a:pt x="255" y="364"/>
                    <a:pt x="257" y="363"/>
                  </a:cubicBezTo>
                  <a:cubicBezTo>
                    <a:pt x="257" y="362"/>
                    <a:pt x="253" y="362"/>
                    <a:pt x="252" y="360"/>
                  </a:cubicBezTo>
                  <a:cubicBezTo>
                    <a:pt x="251" y="361"/>
                    <a:pt x="248" y="360"/>
                    <a:pt x="248" y="359"/>
                  </a:cubicBezTo>
                  <a:cubicBezTo>
                    <a:pt x="249" y="357"/>
                    <a:pt x="248" y="360"/>
                    <a:pt x="251" y="360"/>
                  </a:cubicBezTo>
                  <a:cubicBezTo>
                    <a:pt x="250" y="359"/>
                    <a:pt x="250" y="359"/>
                    <a:pt x="250" y="359"/>
                  </a:cubicBezTo>
                  <a:cubicBezTo>
                    <a:pt x="254" y="358"/>
                    <a:pt x="255" y="362"/>
                    <a:pt x="257" y="361"/>
                  </a:cubicBezTo>
                  <a:cubicBezTo>
                    <a:pt x="257" y="360"/>
                    <a:pt x="257" y="360"/>
                    <a:pt x="257" y="360"/>
                  </a:cubicBezTo>
                  <a:cubicBezTo>
                    <a:pt x="257" y="360"/>
                    <a:pt x="259" y="361"/>
                    <a:pt x="260" y="361"/>
                  </a:cubicBezTo>
                  <a:cubicBezTo>
                    <a:pt x="258" y="360"/>
                    <a:pt x="259" y="359"/>
                    <a:pt x="259" y="359"/>
                  </a:cubicBezTo>
                  <a:cubicBezTo>
                    <a:pt x="257" y="358"/>
                    <a:pt x="259" y="359"/>
                    <a:pt x="258" y="359"/>
                  </a:cubicBezTo>
                  <a:cubicBezTo>
                    <a:pt x="258" y="358"/>
                    <a:pt x="255" y="357"/>
                    <a:pt x="256" y="356"/>
                  </a:cubicBezTo>
                  <a:cubicBezTo>
                    <a:pt x="257" y="357"/>
                    <a:pt x="259" y="356"/>
                    <a:pt x="259" y="357"/>
                  </a:cubicBezTo>
                  <a:cubicBezTo>
                    <a:pt x="260" y="356"/>
                    <a:pt x="257" y="356"/>
                    <a:pt x="259" y="356"/>
                  </a:cubicBezTo>
                  <a:cubicBezTo>
                    <a:pt x="260" y="356"/>
                    <a:pt x="260" y="356"/>
                    <a:pt x="260" y="356"/>
                  </a:cubicBezTo>
                  <a:cubicBezTo>
                    <a:pt x="260" y="353"/>
                    <a:pt x="261" y="349"/>
                    <a:pt x="257" y="345"/>
                  </a:cubicBezTo>
                  <a:cubicBezTo>
                    <a:pt x="259" y="345"/>
                    <a:pt x="260" y="344"/>
                    <a:pt x="261" y="343"/>
                  </a:cubicBezTo>
                  <a:cubicBezTo>
                    <a:pt x="261" y="343"/>
                    <a:pt x="260" y="343"/>
                    <a:pt x="260" y="342"/>
                  </a:cubicBezTo>
                  <a:cubicBezTo>
                    <a:pt x="262" y="342"/>
                    <a:pt x="262" y="342"/>
                    <a:pt x="262" y="342"/>
                  </a:cubicBezTo>
                  <a:cubicBezTo>
                    <a:pt x="263" y="341"/>
                    <a:pt x="262" y="340"/>
                    <a:pt x="261" y="339"/>
                  </a:cubicBezTo>
                  <a:cubicBezTo>
                    <a:pt x="262" y="339"/>
                    <a:pt x="262" y="339"/>
                    <a:pt x="262" y="339"/>
                  </a:cubicBezTo>
                  <a:cubicBezTo>
                    <a:pt x="264" y="338"/>
                    <a:pt x="261" y="338"/>
                    <a:pt x="261" y="337"/>
                  </a:cubicBezTo>
                  <a:cubicBezTo>
                    <a:pt x="263" y="337"/>
                    <a:pt x="263" y="337"/>
                    <a:pt x="263" y="337"/>
                  </a:cubicBezTo>
                  <a:cubicBezTo>
                    <a:pt x="261" y="337"/>
                    <a:pt x="261" y="337"/>
                    <a:pt x="261" y="337"/>
                  </a:cubicBezTo>
                  <a:cubicBezTo>
                    <a:pt x="261" y="336"/>
                    <a:pt x="262" y="335"/>
                    <a:pt x="264" y="336"/>
                  </a:cubicBezTo>
                  <a:cubicBezTo>
                    <a:pt x="263" y="335"/>
                    <a:pt x="263" y="335"/>
                    <a:pt x="262" y="335"/>
                  </a:cubicBezTo>
                  <a:cubicBezTo>
                    <a:pt x="264" y="335"/>
                    <a:pt x="264" y="332"/>
                    <a:pt x="264" y="331"/>
                  </a:cubicBezTo>
                  <a:cubicBezTo>
                    <a:pt x="263" y="331"/>
                    <a:pt x="263" y="331"/>
                    <a:pt x="261" y="330"/>
                  </a:cubicBezTo>
                  <a:cubicBezTo>
                    <a:pt x="259" y="329"/>
                    <a:pt x="262" y="330"/>
                    <a:pt x="261" y="329"/>
                  </a:cubicBezTo>
                  <a:cubicBezTo>
                    <a:pt x="262" y="329"/>
                    <a:pt x="263" y="329"/>
                    <a:pt x="263" y="330"/>
                  </a:cubicBezTo>
                  <a:cubicBezTo>
                    <a:pt x="266" y="329"/>
                    <a:pt x="266" y="326"/>
                    <a:pt x="268" y="325"/>
                  </a:cubicBezTo>
                  <a:cubicBezTo>
                    <a:pt x="267" y="324"/>
                    <a:pt x="267" y="324"/>
                    <a:pt x="267" y="324"/>
                  </a:cubicBezTo>
                  <a:cubicBezTo>
                    <a:pt x="270" y="323"/>
                    <a:pt x="268" y="321"/>
                    <a:pt x="270" y="320"/>
                  </a:cubicBezTo>
                  <a:cubicBezTo>
                    <a:pt x="269" y="320"/>
                    <a:pt x="267" y="318"/>
                    <a:pt x="268" y="317"/>
                  </a:cubicBezTo>
                  <a:cubicBezTo>
                    <a:pt x="266" y="315"/>
                    <a:pt x="270" y="318"/>
                    <a:pt x="271" y="318"/>
                  </a:cubicBezTo>
                  <a:cubicBezTo>
                    <a:pt x="271" y="317"/>
                    <a:pt x="271" y="316"/>
                    <a:pt x="271" y="316"/>
                  </a:cubicBezTo>
                  <a:cubicBezTo>
                    <a:pt x="272" y="316"/>
                    <a:pt x="272" y="316"/>
                    <a:pt x="272" y="316"/>
                  </a:cubicBezTo>
                  <a:cubicBezTo>
                    <a:pt x="271" y="315"/>
                    <a:pt x="271" y="314"/>
                    <a:pt x="272" y="314"/>
                  </a:cubicBezTo>
                  <a:cubicBezTo>
                    <a:pt x="272" y="314"/>
                    <a:pt x="272" y="314"/>
                    <a:pt x="272" y="314"/>
                  </a:cubicBezTo>
                  <a:cubicBezTo>
                    <a:pt x="273" y="314"/>
                    <a:pt x="274" y="314"/>
                    <a:pt x="274" y="313"/>
                  </a:cubicBezTo>
                  <a:cubicBezTo>
                    <a:pt x="274" y="311"/>
                    <a:pt x="275" y="312"/>
                    <a:pt x="274" y="310"/>
                  </a:cubicBezTo>
                  <a:cubicBezTo>
                    <a:pt x="275" y="311"/>
                    <a:pt x="275" y="311"/>
                    <a:pt x="275" y="311"/>
                  </a:cubicBezTo>
                  <a:cubicBezTo>
                    <a:pt x="273" y="310"/>
                    <a:pt x="273" y="310"/>
                    <a:pt x="273" y="310"/>
                  </a:cubicBezTo>
                  <a:cubicBezTo>
                    <a:pt x="275" y="309"/>
                    <a:pt x="275" y="309"/>
                    <a:pt x="275" y="309"/>
                  </a:cubicBezTo>
                  <a:cubicBezTo>
                    <a:pt x="276" y="311"/>
                    <a:pt x="276" y="311"/>
                    <a:pt x="276" y="311"/>
                  </a:cubicBezTo>
                  <a:cubicBezTo>
                    <a:pt x="277" y="311"/>
                    <a:pt x="275" y="310"/>
                    <a:pt x="275" y="309"/>
                  </a:cubicBezTo>
                  <a:cubicBezTo>
                    <a:pt x="274" y="308"/>
                    <a:pt x="275" y="309"/>
                    <a:pt x="276" y="309"/>
                  </a:cubicBezTo>
                  <a:cubicBezTo>
                    <a:pt x="277" y="310"/>
                    <a:pt x="276" y="309"/>
                    <a:pt x="276" y="309"/>
                  </a:cubicBezTo>
                  <a:cubicBezTo>
                    <a:pt x="276" y="310"/>
                    <a:pt x="276" y="309"/>
                    <a:pt x="277" y="310"/>
                  </a:cubicBezTo>
                  <a:cubicBezTo>
                    <a:pt x="277" y="310"/>
                    <a:pt x="276" y="308"/>
                    <a:pt x="276" y="308"/>
                  </a:cubicBezTo>
                  <a:cubicBezTo>
                    <a:pt x="277" y="308"/>
                    <a:pt x="277" y="307"/>
                    <a:pt x="278" y="308"/>
                  </a:cubicBezTo>
                  <a:cubicBezTo>
                    <a:pt x="278" y="307"/>
                    <a:pt x="279" y="307"/>
                    <a:pt x="278" y="306"/>
                  </a:cubicBezTo>
                  <a:cubicBezTo>
                    <a:pt x="278" y="306"/>
                    <a:pt x="277" y="307"/>
                    <a:pt x="276" y="306"/>
                  </a:cubicBezTo>
                  <a:cubicBezTo>
                    <a:pt x="276" y="305"/>
                    <a:pt x="277" y="305"/>
                    <a:pt x="277" y="305"/>
                  </a:cubicBezTo>
                  <a:cubicBezTo>
                    <a:pt x="277" y="306"/>
                    <a:pt x="277" y="306"/>
                    <a:pt x="277" y="306"/>
                  </a:cubicBezTo>
                  <a:cubicBezTo>
                    <a:pt x="277" y="305"/>
                    <a:pt x="278" y="305"/>
                    <a:pt x="277" y="304"/>
                  </a:cubicBezTo>
                  <a:cubicBezTo>
                    <a:pt x="279" y="305"/>
                    <a:pt x="279" y="305"/>
                    <a:pt x="279" y="305"/>
                  </a:cubicBezTo>
                  <a:cubicBezTo>
                    <a:pt x="278" y="304"/>
                    <a:pt x="279" y="303"/>
                    <a:pt x="279" y="303"/>
                  </a:cubicBezTo>
                  <a:cubicBezTo>
                    <a:pt x="280" y="304"/>
                    <a:pt x="281" y="306"/>
                    <a:pt x="282" y="306"/>
                  </a:cubicBezTo>
                  <a:cubicBezTo>
                    <a:pt x="282" y="304"/>
                    <a:pt x="282" y="304"/>
                    <a:pt x="282" y="304"/>
                  </a:cubicBezTo>
                  <a:cubicBezTo>
                    <a:pt x="282" y="303"/>
                    <a:pt x="283" y="304"/>
                    <a:pt x="283" y="304"/>
                  </a:cubicBezTo>
                  <a:cubicBezTo>
                    <a:pt x="285" y="304"/>
                    <a:pt x="282" y="299"/>
                    <a:pt x="284" y="300"/>
                  </a:cubicBezTo>
                  <a:cubicBezTo>
                    <a:pt x="285" y="302"/>
                    <a:pt x="285" y="302"/>
                    <a:pt x="286" y="302"/>
                  </a:cubicBezTo>
                  <a:cubicBezTo>
                    <a:pt x="286" y="301"/>
                    <a:pt x="286" y="301"/>
                    <a:pt x="286" y="301"/>
                  </a:cubicBezTo>
                  <a:cubicBezTo>
                    <a:pt x="285" y="300"/>
                    <a:pt x="286" y="302"/>
                    <a:pt x="285" y="301"/>
                  </a:cubicBezTo>
                  <a:cubicBezTo>
                    <a:pt x="285" y="300"/>
                    <a:pt x="285" y="300"/>
                    <a:pt x="285" y="300"/>
                  </a:cubicBezTo>
                  <a:cubicBezTo>
                    <a:pt x="288" y="303"/>
                    <a:pt x="290" y="299"/>
                    <a:pt x="293" y="300"/>
                  </a:cubicBezTo>
                  <a:cubicBezTo>
                    <a:pt x="292" y="298"/>
                    <a:pt x="294" y="299"/>
                    <a:pt x="294" y="298"/>
                  </a:cubicBezTo>
                  <a:cubicBezTo>
                    <a:pt x="294" y="300"/>
                    <a:pt x="295" y="297"/>
                    <a:pt x="296" y="298"/>
                  </a:cubicBezTo>
                  <a:cubicBezTo>
                    <a:pt x="295" y="296"/>
                    <a:pt x="295" y="296"/>
                    <a:pt x="295" y="296"/>
                  </a:cubicBezTo>
                  <a:cubicBezTo>
                    <a:pt x="296" y="297"/>
                    <a:pt x="295" y="291"/>
                    <a:pt x="297" y="294"/>
                  </a:cubicBezTo>
                  <a:cubicBezTo>
                    <a:pt x="298" y="295"/>
                    <a:pt x="298" y="296"/>
                    <a:pt x="297" y="296"/>
                  </a:cubicBezTo>
                  <a:cubicBezTo>
                    <a:pt x="299" y="299"/>
                    <a:pt x="300" y="293"/>
                    <a:pt x="301" y="296"/>
                  </a:cubicBezTo>
                  <a:cubicBezTo>
                    <a:pt x="301" y="295"/>
                    <a:pt x="300" y="294"/>
                    <a:pt x="301" y="292"/>
                  </a:cubicBezTo>
                  <a:cubicBezTo>
                    <a:pt x="302" y="293"/>
                    <a:pt x="304" y="294"/>
                    <a:pt x="304" y="294"/>
                  </a:cubicBezTo>
                  <a:cubicBezTo>
                    <a:pt x="304" y="294"/>
                    <a:pt x="304" y="293"/>
                    <a:pt x="305" y="294"/>
                  </a:cubicBezTo>
                  <a:cubicBezTo>
                    <a:pt x="305" y="294"/>
                    <a:pt x="305" y="294"/>
                    <a:pt x="305" y="295"/>
                  </a:cubicBezTo>
                  <a:cubicBezTo>
                    <a:pt x="306" y="295"/>
                    <a:pt x="307" y="294"/>
                    <a:pt x="308" y="293"/>
                  </a:cubicBezTo>
                  <a:cubicBezTo>
                    <a:pt x="309" y="294"/>
                    <a:pt x="310" y="293"/>
                    <a:pt x="312" y="293"/>
                  </a:cubicBezTo>
                  <a:cubicBezTo>
                    <a:pt x="312" y="291"/>
                    <a:pt x="315" y="293"/>
                    <a:pt x="314" y="290"/>
                  </a:cubicBezTo>
                  <a:cubicBezTo>
                    <a:pt x="314" y="291"/>
                    <a:pt x="314" y="291"/>
                    <a:pt x="314" y="291"/>
                  </a:cubicBezTo>
                  <a:cubicBezTo>
                    <a:pt x="314" y="290"/>
                    <a:pt x="314" y="288"/>
                    <a:pt x="315" y="288"/>
                  </a:cubicBezTo>
                  <a:cubicBezTo>
                    <a:pt x="315" y="290"/>
                    <a:pt x="315" y="290"/>
                    <a:pt x="315" y="290"/>
                  </a:cubicBezTo>
                  <a:cubicBezTo>
                    <a:pt x="316" y="292"/>
                    <a:pt x="317" y="290"/>
                    <a:pt x="318" y="291"/>
                  </a:cubicBezTo>
                  <a:cubicBezTo>
                    <a:pt x="316" y="289"/>
                    <a:pt x="318" y="291"/>
                    <a:pt x="318" y="289"/>
                  </a:cubicBezTo>
                  <a:cubicBezTo>
                    <a:pt x="318" y="288"/>
                    <a:pt x="318" y="288"/>
                    <a:pt x="318" y="288"/>
                  </a:cubicBezTo>
                  <a:cubicBezTo>
                    <a:pt x="319" y="287"/>
                    <a:pt x="318" y="287"/>
                    <a:pt x="319" y="286"/>
                  </a:cubicBezTo>
                  <a:cubicBezTo>
                    <a:pt x="320" y="286"/>
                    <a:pt x="321" y="288"/>
                    <a:pt x="320" y="288"/>
                  </a:cubicBezTo>
                  <a:cubicBezTo>
                    <a:pt x="321" y="289"/>
                    <a:pt x="322" y="288"/>
                    <a:pt x="322" y="287"/>
                  </a:cubicBezTo>
                  <a:cubicBezTo>
                    <a:pt x="322" y="287"/>
                    <a:pt x="322" y="287"/>
                    <a:pt x="322" y="287"/>
                  </a:cubicBezTo>
                  <a:cubicBezTo>
                    <a:pt x="322" y="287"/>
                    <a:pt x="322" y="287"/>
                    <a:pt x="322" y="287"/>
                  </a:cubicBezTo>
                  <a:cubicBezTo>
                    <a:pt x="323" y="287"/>
                    <a:pt x="323" y="287"/>
                    <a:pt x="323" y="287"/>
                  </a:cubicBezTo>
                  <a:cubicBezTo>
                    <a:pt x="323" y="287"/>
                    <a:pt x="323" y="287"/>
                    <a:pt x="323" y="287"/>
                  </a:cubicBezTo>
                  <a:cubicBezTo>
                    <a:pt x="323" y="287"/>
                    <a:pt x="323" y="287"/>
                    <a:pt x="322" y="287"/>
                  </a:cubicBezTo>
                  <a:cubicBezTo>
                    <a:pt x="323" y="287"/>
                    <a:pt x="323" y="287"/>
                    <a:pt x="323" y="287"/>
                  </a:cubicBezTo>
                  <a:cubicBezTo>
                    <a:pt x="323" y="287"/>
                    <a:pt x="323" y="287"/>
                    <a:pt x="323" y="287"/>
                  </a:cubicBezTo>
                  <a:cubicBezTo>
                    <a:pt x="324" y="287"/>
                    <a:pt x="324" y="287"/>
                    <a:pt x="324" y="287"/>
                  </a:cubicBezTo>
                  <a:cubicBezTo>
                    <a:pt x="325" y="289"/>
                    <a:pt x="325" y="289"/>
                    <a:pt x="325" y="289"/>
                  </a:cubicBezTo>
                  <a:cubicBezTo>
                    <a:pt x="325" y="289"/>
                    <a:pt x="326" y="286"/>
                    <a:pt x="326" y="286"/>
                  </a:cubicBezTo>
                  <a:cubicBezTo>
                    <a:pt x="328" y="286"/>
                    <a:pt x="331" y="283"/>
                    <a:pt x="332" y="281"/>
                  </a:cubicBezTo>
                  <a:cubicBezTo>
                    <a:pt x="332" y="282"/>
                    <a:pt x="332" y="282"/>
                    <a:pt x="332" y="282"/>
                  </a:cubicBezTo>
                  <a:cubicBezTo>
                    <a:pt x="332" y="281"/>
                    <a:pt x="332" y="279"/>
                    <a:pt x="333" y="280"/>
                  </a:cubicBezTo>
                  <a:cubicBezTo>
                    <a:pt x="333" y="279"/>
                    <a:pt x="334" y="280"/>
                    <a:pt x="335" y="280"/>
                  </a:cubicBezTo>
                  <a:cubicBezTo>
                    <a:pt x="335" y="280"/>
                    <a:pt x="334" y="279"/>
                    <a:pt x="334" y="279"/>
                  </a:cubicBezTo>
                  <a:cubicBezTo>
                    <a:pt x="337" y="279"/>
                    <a:pt x="337" y="275"/>
                    <a:pt x="339" y="274"/>
                  </a:cubicBezTo>
                  <a:cubicBezTo>
                    <a:pt x="339" y="274"/>
                    <a:pt x="340" y="275"/>
                    <a:pt x="340" y="276"/>
                  </a:cubicBezTo>
                  <a:cubicBezTo>
                    <a:pt x="341" y="274"/>
                    <a:pt x="341" y="272"/>
                    <a:pt x="341" y="270"/>
                  </a:cubicBezTo>
                  <a:cubicBezTo>
                    <a:pt x="341" y="270"/>
                    <a:pt x="342" y="270"/>
                    <a:pt x="342" y="271"/>
                  </a:cubicBezTo>
                  <a:cubicBezTo>
                    <a:pt x="342" y="270"/>
                    <a:pt x="343" y="269"/>
                    <a:pt x="342" y="267"/>
                  </a:cubicBezTo>
                  <a:cubicBezTo>
                    <a:pt x="341" y="268"/>
                    <a:pt x="343" y="268"/>
                    <a:pt x="342" y="268"/>
                  </a:cubicBezTo>
                  <a:cubicBezTo>
                    <a:pt x="341" y="268"/>
                    <a:pt x="340" y="266"/>
                    <a:pt x="341" y="266"/>
                  </a:cubicBezTo>
                  <a:cubicBezTo>
                    <a:pt x="341" y="266"/>
                    <a:pt x="341" y="266"/>
                    <a:pt x="341" y="266"/>
                  </a:cubicBezTo>
                  <a:cubicBezTo>
                    <a:pt x="342" y="265"/>
                    <a:pt x="341" y="265"/>
                    <a:pt x="342" y="263"/>
                  </a:cubicBezTo>
                  <a:cubicBezTo>
                    <a:pt x="343" y="263"/>
                    <a:pt x="342" y="264"/>
                    <a:pt x="343" y="264"/>
                  </a:cubicBezTo>
                  <a:cubicBezTo>
                    <a:pt x="345" y="265"/>
                    <a:pt x="345" y="262"/>
                    <a:pt x="346" y="262"/>
                  </a:cubicBezTo>
                  <a:cubicBezTo>
                    <a:pt x="344" y="261"/>
                    <a:pt x="344" y="261"/>
                    <a:pt x="344" y="261"/>
                  </a:cubicBezTo>
                  <a:cubicBezTo>
                    <a:pt x="344" y="260"/>
                    <a:pt x="346" y="261"/>
                    <a:pt x="346" y="260"/>
                  </a:cubicBezTo>
                  <a:cubicBezTo>
                    <a:pt x="342" y="256"/>
                    <a:pt x="342" y="256"/>
                    <a:pt x="342" y="256"/>
                  </a:cubicBezTo>
                  <a:cubicBezTo>
                    <a:pt x="342" y="257"/>
                    <a:pt x="344" y="256"/>
                    <a:pt x="345" y="257"/>
                  </a:cubicBezTo>
                  <a:cubicBezTo>
                    <a:pt x="346" y="255"/>
                    <a:pt x="342" y="254"/>
                    <a:pt x="341" y="253"/>
                  </a:cubicBezTo>
                  <a:cubicBezTo>
                    <a:pt x="342" y="252"/>
                    <a:pt x="341" y="250"/>
                    <a:pt x="341" y="250"/>
                  </a:cubicBezTo>
                  <a:cubicBezTo>
                    <a:pt x="342" y="250"/>
                    <a:pt x="341" y="250"/>
                    <a:pt x="342" y="250"/>
                  </a:cubicBezTo>
                  <a:cubicBezTo>
                    <a:pt x="343" y="250"/>
                    <a:pt x="343" y="250"/>
                    <a:pt x="343" y="250"/>
                  </a:cubicBezTo>
                  <a:cubicBezTo>
                    <a:pt x="343" y="251"/>
                    <a:pt x="346" y="250"/>
                    <a:pt x="347" y="251"/>
                  </a:cubicBezTo>
                  <a:cubicBezTo>
                    <a:pt x="346" y="249"/>
                    <a:pt x="347" y="247"/>
                    <a:pt x="347" y="246"/>
                  </a:cubicBezTo>
                  <a:cubicBezTo>
                    <a:pt x="345" y="247"/>
                    <a:pt x="346" y="244"/>
                    <a:pt x="343" y="244"/>
                  </a:cubicBezTo>
                  <a:cubicBezTo>
                    <a:pt x="343" y="242"/>
                    <a:pt x="346" y="243"/>
                    <a:pt x="346" y="242"/>
                  </a:cubicBezTo>
                  <a:cubicBezTo>
                    <a:pt x="345" y="240"/>
                    <a:pt x="346" y="239"/>
                    <a:pt x="345" y="237"/>
                  </a:cubicBezTo>
                  <a:cubicBezTo>
                    <a:pt x="346" y="237"/>
                    <a:pt x="346" y="237"/>
                    <a:pt x="346" y="237"/>
                  </a:cubicBezTo>
                  <a:cubicBezTo>
                    <a:pt x="345" y="236"/>
                    <a:pt x="346" y="233"/>
                    <a:pt x="344" y="232"/>
                  </a:cubicBezTo>
                  <a:cubicBezTo>
                    <a:pt x="345" y="232"/>
                    <a:pt x="345" y="232"/>
                    <a:pt x="345" y="232"/>
                  </a:cubicBezTo>
                  <a:cubicBezTo>
                    <a:pt x="346" y="231"/>
                    <a:pt x="342" y="232"/>
                    <a:pt x="343" y="230"/>
                  </a:cubicBezTo>
                  <a:cubicBezTo>
                    <a:pt x="345" y="231"/>
                    <a:pt x="345" y="231"/>
                    <a:pt x="345" y="231"/>
                  </a:cubicBezTo>
                  <a:cubicBezTo>
                    <a:pt x="343" y="230"/>
                    <a:pt x="346" y="229"/>
                    <a:pt x="344" y="227"/>
                  </a:cubicBezTo>
                  <a:cubicBezTo>
                    <a:pt x="344" y="227"/>
                    <a:pt x="345" y="227"/>
                    <a:pt x="345" y="228"/>
                  </a:cubicBezTo>
                  <a:cubicBezTo>
                    <a:pt x="344" y="226"/>
                    <a:pt x="345" y="225"/>
                    <a:pt x="343" y="224"/>
                  </a:cubicBezTo>
                  <a:cubicBezTo>
                    <a:pt x="344" y="224"/>
                    <a:pt x="345" y="224"/>
                    <a:pt x="345" y="225"/>
                  </a:cubicBezTo>
                  <a:cubicBezTo>
                    <a:pt x="346" y="224"/>
                    <a:pt x="343" y="223"/>
                    <a:pt x="344" y="222"/>
                  </a:cubicBezTo>
                  <a:cubicBezTo>
                    <a:pt x="344" y="222"/>
                    <a:pt x="345" y="222"/>
                    <a:pt x="346" y="222"/>
                  </a:cubicBezTo>
                  <a:cubicBezTo>
                    <a:pt x="344" y="221"/>
                    <a:pt x="345" y="219"/>
                    <a:pt x="344" y="219"/>
                  </a:cubicBezTo>
                  <a:cubicBezTo>
                    <a:pt x="345" y="219"/>
                    <a:pt x="346" y="218"/>
                    <a:pt x="347" y="218"/>
                  </a:cubicBezTo>
                  <a:cubicBezTo>
                    <a:pt x="348" y="213"/>
                    <a:pt x="351" y="208"/>
                    <a:pt x="353" y="202"/>
                  </a:cubicBezTo>
                  <a:cubicBezTo>
                    <a:pt x="355" y="203"/>
                    <a:pt x="353" y="204"/>
                    <a:pt x="355" y="204"/>
                  </a:cubicBezTo>
                  <a:cubicBezTo>
                    <a:pt x="353" y="203"/>
                    <a:pt x="355" y="203"/>
                    <a:pt x="355" y="202"/>
                  </a:cubicBezTo>
                  <a:cubicBezTo>
                    <a:pt x="356" y="202"/>
                    <a:pt x="356" y="202"/>
                    <a:pt x="356" y="202"/>
                  </a:cubicBezTo>
                  <a:cubicBezTo>
                    <a:pt x="356" y="201"/>
                    <a:pt x="357" y="202"/>
                    <a:pt x="357" y="201"/>
                  </a:cubicBezTo>
                  <a:cubicBezTo>
                    <a:pt x="357" y="200"/>
                    <a:pt x="357" y="200"/>
                    <a:pt x="357" y="200"/>
                  </a:cubicBezTo>
                  <a:cubicBezTo>
                    <a:pt x="356" y="199"/>
                    <a:pt x="360" y="201"/>
                    <a:pt x="358" y="199"/>
                  </a:cubicBezTo>
                  <a:cubicBezTo>
                    <a:pt x="360" y="200"/>
                    <a:pt x="360" y="200"/>
                    <a:pt x="360" y="200"/>
                  </a:cubicBezTo>
                  <a:cubicBezTo>
                    <a:pt x="359" y="197"/>
                    <a:pt x="361" y="199"/>
                    <a:pt x="361" y="197"/>
                  </a:cubicBezTo>
                  <a:cubicBezTo>
                    <a:pt x="361" y="197"/>
                    <a:pt x="361" y="197"/>
                    <a:pt x="361" y="197"/>
                  </a:cubicBezTo>
                  <a:cubicBezTo>
                    <a:pt x="363" y="198"/>
                    <a:pt x="362" y="194"/>
                    <a:pt x="363" y="195"/>
                  </a:cubicBezTo>
                  <a:cubicBezTo>
                    <a:pt x="364" y="194"/>
                    <a:pt x="365" y="193"/>
                    <a:pt x="364" y="191"/>
                  </a:cubicBezTo>
                  <a:cubicBezTo>
                    <a:pt x="365" y="193"/>
                    <a:pt x="365" y="193"/>
                    <a:pt x="365" y="193"/>
                  </a:cubicBezTo>
                  <a:cubicBezTo>
                    <a:pt x="366" y="192"/>
                    <a:pt x="368" y="191"/>
                    <a:pt x="369" y="190"/>
                  </a:cubicBezTo>
                  <a:cubicBezTo>
                    <a:pt x="374" y="190"/>
                    <a:pt x="379" y="190"/>
                    <a:pt x="383" y="191"/>
                  </a:cubicBezTo>
                  <a:cubicBezTo>
                    <a:pt x="386" y="192"/>
                    <a:pt x="388" y="193"/>
                    <a:pt x="390" y="194"/>
                  </a:cubicBezTo>
                  <a:cubicBezTo>
                    <a:pt x="389" y="196"/>
                    <a:pt x="388" y="198"/>
                    <a:pt x="388" y="200"/>
                  </a:cubicBezTo>
                  <a:cubicBezTo>
                    <a:pt x="387" y="201"/>
                    <a:pt x="386" y="199"/>
                    <a:pt x="386" y="199"/>
                  </a:cubicBezTo>
                  <a:cubicBezTo>
                    <a:pt x="384" y="205"/>
                    <a:pt x="377" y="203"/>
                    <a:pt x="373" y="209"/>
                  </a:cubicBezTo>
                  <a:cubicBezTo>
                    <a:pt x="369" y="210"/>
                    <a:pt x="365" y="215"/>
                    <a:pt x="365" y="215"/>
                  </a:cubicBezTo>
                  <a:cubicBezTo>
                    <a:pt x="382" y="216"/>
                    <a:pt x="389" y="211"/>
                    <a:pt x="399" y="205"/>
                  </a:cubicBezTo>
                  <a:cubicBezTo>
                    <a:pt x="401" y="203"/>
                    <a:pt x="402" y="201"/>
                    <a:pt x="403" y="198"/>
                  </a:cubicBezTo>
                  <a:cubicBezTo>
                    <a:pt x="405" y="199"/>
                    <a:pt x="406" y="199"/>
                    <a:pt x="406" y="198"/>
                  </a:cubicBezTo>
                  <a:cubicBezTo>
                    <a:pt x="405" y="197"/>
                    <a:pt x="404" y="197"/>
                    <a:pt x="404" y="196"/>
                  </a:cubicBezTo>
                  <a:cubicBezTo>
                    <a:pt x="404" y="194"/>
                    <a:pt x="405" y="191"/>
                    <a:pt x="406" y="188"/>
                  </a:cubicBezTo>
                  <a:cubicBezTo>
                    <a:pt x="398" y="164"/>
                    <a:pt x="382" y="170"/>
                    <a:pt x="375" y="170"/>
                  </a:cubicBezTo>
                  <a:cubicBezTo>
                    <a:pt x="367" y="172"/>
                    <a:pt x="361" y="175"/>
                    <a:pt x="356" y="179"/>
                  </a:cubicBezTo>
                  <a:cubicBezTo>
                    <a:pt x="356" y="179"/>
                    <a:pt x="356" y="179"/>
                    <a:pt x="357" y="180"/>
                  </a:cubicBezTo>
                  <a:cubicBezTo>
                    <a:pt x="354" y="179"/>
                    <a:pt x="351" y="179"/>
                    <a:pt x="349" y="179"/>
                  </a:cubicBezTo>
                  <a:cubicBezTo>
                    <a:pt x="332" y="177"/>
                    <a:pt x="315" y="175"/>
                    <a:pt x="313" y="163"/>
                  </a:cubicBezTo>
                  <a:cubicBezTo>
                    <a:pt x="308" y="154"/>
                    <a:pt x="303" y="139"/>
                    <a:pt x="301" y="128"/>
                  </a:cubicBezTo>
                  <a:cubicBezTo>
                    <a:pt x="300" y="124"/>
                    <a:pt x="300" y="121"/>
                    <a:pt x="299" y="117"/>
                  </a:cubicBezTo>
                  <a:cubicBezTo>
                    <a:pt x="323" y="112"/>
                    <a:pt x="296" y="118"/>
                    <a:pt x="307" y="115"/>
                  </a:cubicBezTo>
                  <a:cubicBezTo>
                    <a:pt x="307" y="115"/>
                    <a:pt x="307" y="115"/>
                    <a:pt x="307" y="115"/>
                  </a:cubicBezTo>
                  <a:cubicBezTo>
                    <a:pt x="307" y="114"/>
                    <a:pt x="307" y="114"/>
                    <a:pt x="307" y="114"/>
                  </a:cubicBezTo>
                  <a:cubicBezTo>
                    <a:pt x="306" y="113"/>
                    <a:pt x="306" y="113"/>
                    <a:pt x="306" y="113"/>
                  </a:cubicBezTo>
                  <a:cubicBezTo>
                    <a:pt x="306" y="110"/>
                    <a:pt x="306" y="110"/>
                    <a:pt x="306" y="110"/>
                  </a:cubicBezTo>
                  <a:cubicBezTo>
                    <a:pt x="303" y="103"/>
                    <a:pt x="304" y="96"/>
                    <a:pt x="292" y="85"/>
                  </a:cubicBezTo>
                  <a:cubicBezTo>
                    <a:pt x="277" y="75"/>
                    <a:pt x="266" y="83"/>
                    <a:pt x="261" y="92"/>
                  </a:cubicBezTo>
                  <a:cubicBezTo>
                    <a:pt x="260" y="93"/>
                    <a:pt x="259" y="94"/>
                    <a:pt x="258" y="95"/>
                  </a:cubicBezTo>
                  <a:cubicBezTo>
                    <a:pt x="257" y="95"/>
                    <a:pt x="257" y="95"/>
                    <a:pt x="257" y="95"/>
                  </a:cubicBezTo>
                  <a:cubicBezTo>
                    <a:pt x="255" y="97"/>
                    <a:pt x="253" y="98"/>
                    <a:pt x="251" y="102"/>
                  </a:cubicBezTo>
                  <a:cubicBezTo>
                    <a:pt x="251" y="102"/>
                    <a:pt x="251" y="102"/>
                    <a:pt x="251" y="102"/>
                  </a:cubicBezTo>
                  <a:cubicBezTo>
                    <a:pt x="251" y="106"/>
                    <a:pt x="245" y="110"/>
                    <a:pt x="247" y="113"/>
                  </a:cubicBezTo>
                  <a:cubicBezTo>
                    <a:pt x="245" y="115"/>
                    <a:pt x="245" y="115"/>
                    <a:pt x="245" y="115"/>
                  </a:cubicBezTo>
                  <a:cubicBezTo>
                    <a:pt x="246" y="120"/>
                    <a:pt x="243" y="122"/>
                    <a:pt x="245" y="127"/>
                  </a:cubicBezTo>
                  <a:cubicBezTo>
                    <a:pt x="244" y="126"/>
                    <a:pt x="244" y="126"/>
                    <a:pt x="244" y="126"/>
                  </a:cubicBezTo>
                  <a:cubicBezTo>
                    <a:pt x="243" y="133"/>
                    <a:pt x="248" y="140"/>
                    <a:pt x="246" y="142"/>
                  </a:cubicBezTo>
                  <a:cubicBezTo>
                    <a:pt x="246" y="144"/>
                    <a:pt x="246" y="145"/>
                    <a:pt x="247" y="147"/>
                  </a:cubicBezTo>
                  <a:cubicBezTo>
                    <a:pt x="241" y="158"/>
                    <a:pt x="234" y="167"/>
                    <a:pt x="228" y="171"/>
                  </a:cubicBezTo>
                  <a:cubicBezTo>
                    <a:pt x="228" y="169"/>
                    <a:pt x="226" y="166"/>
                    <a:pt x="223" y="162"/>
                  </a:cubicBezTo>
                  <a:cubicBezTo>
                    <a:pt x="223" y="162"/>
                    <a:pt x="223" y="162"/>
                    <a:pt x="224" y="162"/>
                  </a:cubicBezTo>
                  <a:cubicBezTo>
                    <a:pt x="224" y="162"/>
                    <a:pt x="223" y="161"/>
                    <a:pt x="223" y="161"/>
                  </a:cubicBezTo>
                  <a:cubicBezTo>
                    <a:pt x="223" y="161"/>
                    <a:pt x="223" y="161"/>
                    <a:pt x="223" y="160"/>
                  </a:cubicBezTo>
                  <a:cubicBezTo>
                    <a:pt x="228" y="153"/>
                    <a:pt x="228" y="143"/>
                    <a:pt x="231" y="134"/>
                  </a:cubicBezTo>
                  <a:cubicBezTo>
                    <a:pt x="231" y="134"/>
                    <a:pt x="232" y="136"/>
                    <a:pt x="232" y="137"/>
                  </a:cubicBezTo>
                  <a:cubicBezTo>
                    <a:pt x="233" y="129"/>
                    <a:pt x="233" y="121"/>
                    <a:pt x="230" y="115"/>
                  </a:cubicBezTo>
                  <a:cubicBezTo>
                    <a:pt x="231" y="115"/>
                    <a:pt x="231" y="115"/>
                    <a:pt x="232" y="117"/>
                  </a:cubicBezTo>
                  <a:cubicBezTo>
                    <a:pt x="231" y="111"/>
                    <a:pt x="229" y="105"/>
                    <a:pt x="227" y="103"/>
                  </a:cubicBezTo>
                  <a:cubicBezTo>
                    <a:pt x="227" y="107"/>
                    <a:pt x="228" y="103"/>
                    <a:pt x="228" y="106"/>
                  </a:cubicBezTo>
                  <a:cubicBezTo>
                    <a:pt x="228" y="110"/>
                    <a:pt x="225" y="104"/>
                    <a:pt x="223" y="100"/>
                  </a:cubicBezTo>
                  <a:cubicBezTo>
                    <a:pt x="223" y="100"/>
                    <a:pt x="223" y="100"/>
                    <a:pt x="223" y="100"/>
                  </a:cubicBezTo>
                  <a:cubicBezTo>
                    <a:pt x="220" y="96"/>
                    <a:pt x="218" y="95"/>
                    <a:pt x="213" y="96"/>
                  </a:cubicBezTo>
                  <a:cubicBezTo>
                    <a:pt x="209" y="95"/>
                    <a:pt x="216" y="95"/>
                    <a:pt x="214" y="94"/>
                  </a:cubicBezTo>
                  <a:cubicBezTo>
                    <a:pt x="211" y="90"/>
                    <a:pt x="201" y="99"/>
                    <a:pt x="201" y="100"/>
                  </a:cubicBezTo>
                  <a:cubicBezTo>
                    <a:pt x="200" y="102"/>
                    <a:pt x="199" y="104"/>
                    <a:pt x="200" y="104"/>
                  </a:cubicBezTo>
                  <a:cubicBezTo>
                    <a:pt x="198" y="108"/>
                    <a:pt x="198" y="105"/>
                    <a:pt x="197" y="108"/>
                  </a:cubicBezTo>
                  <a:cubicBezTo>
                    <a:pt x="196" y="112"/>
                    <a:pt x="197" y="116"/>
                    <a:pt x="199" y="120"/>
                  </a:cubicBezTo>
                  <a:cubicBezTo>
                    <a:pt x="198" y="119"/>
                    <a:pt x="196" y="123"/>
                    <a:pt x="195" y="120"/>
                  </a:cubicBezTo>
                  <a:cubicBezTo>
                    <a:pt x="196" y="129"/>
                    <a:pt x="200" y="133"/>
                    <a:pt x="202" y="137"/>
                  </a:cubicBezTo>
                  <a:cubicBezTo>
                    <a:pt x="202" y="140"/>
                    <a:pt x="205" y="147"/>
                    <a:pt x="207" y="149"/>
                  </a:cubicBezTo>
                  <a:cubicBezTo>
                    <a:pt x="206" y="151"/>
                    <a:pt x="206" y="147"/>
                    <a:pt x="205" y="147"/>
                  </a:cubicBezTo>
                  <a:cubicBezTo>
                    <a:pt x="205" y="151"/>
                    <a:pt x="205" y="151"/>
                    <a:pt x="205" y="151"/>
                  </a:cubicBezTo>
                  <a:cubicBezTo>
                    <a:pt x="202" y="146"/>
                    <a:pt x="203" y="153"/>
                    <a:pt x="201" y="150"/>
                  </a:cubicBezTo>
                  <a:cubicBezTo>
                    <a:pt x="202" y="153"/>
                    <a:pt x="204" y="158"/>
                    <a:pt x="206" y="163"/>
                  </a:cubicBezTo>
                  <a:cubicBezTo>
                    <a:pt x="203" y="170"/>
                    <a:pt x="201" y="172"/>
                    <a:pt x="194" y="178"/>
                  </a:cubicBezTo>
                  <a:cubicBezTo>
                    <a:pt x="195" y="178"/>
                    <a:pt x="192" y="180"/>
                    <a:pt x="194" y="181"/>
                  </a:cubicBezTo>
                  <a:cubicBezTo>
                    <a:pt x="194" y="183"/>
                    <a:pt x="192" y="183"/>
                    <a:pt x="191" y="183"/>
                  </a:cubicBezTo>
                  <a:cubicBezTo>
                    <a:pt x="192" y="182"/>
                    <a:pt x="193" y="182"/>
                    <a:pt x="192" y="176"/>
                  </a:cubicBezTo>
                  <a:cubicBezTo>
                    <a:pt x="186" y="156"/>
                    <a:pt x="180" y="130"/>
                    <a:pt x="179" y="108"/>
                  </a:cubicBezTo>
                  <a:cubicBezTo>
                    <a:pt x="179" y="110"/>
                    <a:pt x="178" y="110"/>
                    <a:pt x="178" y="108"/>
                  </a:cubicBezTo>
                  <a:cubicBezTo>
                    <a:pt x="181" y="106"/>
                    <a:pt x="176" y="101"/>
                    <a:pt x="177" y="97"/>
                  </a:cubicBezTo>
                  <a:cubicBezTo>
                    <a:pt x="178" y="97"/>
                    <a:pt x="178" y="99"/>
                    <a:pt x="178" y="100"/>
                  </a:cubicBezTo>
                  <a:cubicBezTo>
                    <a:pt x="179" y="89"/>
                    <a:pt x="176" y="81"/>
                    <a:pt x="177" y="71"/>
                  </a:cubicBezTo>
                  <a:cubicBezTo>
                    <a:pt x="175" y="62"/>
                    <a:pt x="178" y="51"/>
                    <a:pt x="176" y="45"/>
                  </a:cubicBezTo>
                  <a:cubicBezTo>
                    <a:pt x="177" y="46"/>
                    <a:pt x="176" y="41"/>
                    <a:pt x="177" y="39"/>
                  </a:cubicBezTo>
                  <a:cubicBezTo>
                    <a:pt x="176" y="36"/>
                    <a:pt x="176" y="34"/>
                    <a:pt x="176" y="31"/>
                  </a:cubicBezTo>
                  <a:cubicBezTo>
                    <a:pt x="176" y="30"/>
                    <a:pt x="176" y="29"/>
                    <a:pt x="176" y="28"/>
                  </a:cubicBezTo>
                  <a:cubicBezTo>
                    <a:pt x="176" y="27"/>
                    <a:pt x="176" y="27"/>
                    <a:pt x="176" y="27"/>
                  </a:cubicBezTo>
                  <a:cubicBezTo>
                    <a:pt x="176" y="23"/>
                    <a:pt x="177" y="18"/>
                    <a:pt x="176" y="14"/>
                  </a:cubicBezTo>
                  <a:cubicBezTo>
                    <a:pt x="176" y="13"/>
                    <a:pt x="175" y="2"/>
                    <a:pt x="174" y="1"/>
                  </a:cubicBezTo>
                  <a:cubicBezTo>
                    <a:pt x="173" y="0"/>
                    <a:pt x="172" y="6"/>
                    <a:pt x="170" y="6"/>
                  </a:cubicBezTo>
                  <a:cubicBezTo>
                    <a:pt x="162" y="5"/>
                    <a:pt x="168" y="10"/>
                    <a:pt x="161" y="11"/>
                  </a:cubicBezTo>
                  <a:cubicBezTo>
                    <a:pt x="157" y="12"/>
                    <a:pt x="156" y="13"/>
                    <a:pt x="154" y="16"/>
                  </a:cubicBezTo>
                  <a:cubicBezTo>
                    <a:pt x="155" y="20"/>
                    <a:pt x="155" y="24"/>
                    <a:pt x="155" y="28"/>
                  </a:cubicBezTo>
                  <a:cubicBezTo>
                    <a:pt x="156" y="67"/>
                    <a:pt x="156" y="67"/>
                    <a:pt x="156" y="67"/>
                  </a:cubicBezTo>
                  <a:cubicBezTo>
                    <a:pt x="156" y="75"/>
                    <a:pt x="154" y="84"/>
                    <a:pt x="153" y="92"/>
                  </a:cubicBezTo>
                  <a:cubicBezTo>
                    <a:pt x="148" y="91"/>
                    <a:pt x="142" y="91"/>
                    <a:pt x="139" y="94"/>
                  </a:cubicBezTo>
                  <a:cubicBezTo>
                    <a:pt x="137" y="95"/>
                    <a:pt x="135" y="96"/>
                    <a:pt x="134" y="98"/>
                  </a:cubicBezTo>
                  <a:cubicBezTo>
                    <a:pt x="125" y="103"/>
                    <a:pt x="119" y="113"/>
                    <a:pt x="119" y="118"/>
                  </a:cubicBezTo>
                  <a:cubicBezTo>
                    <a:pt x="118" y="121"/>
                    <a:pt x="118" y="124"/>
                    <a:pt x="118" y="127"/>
                  </a:cubicBezTo>
                  <a:cubicBezTo>
                    <a:pt x="115" y="132"/>
                    <a:pt x="113" y="140"/>
                    <a:pt x="112" y="144"/>
                  </a:cubicBezTo>
                  <a:cubicBezTo>
                    <a:pt x="111" y="152"/>
                    <a:pt x="111" y="155"/>
                    <a:pt x="111" y="160"/>
                  </a:cubicBezTo>
                  <a:cubicBezTo>
                    <a:pt x="111" y="163"/>
                    <a:pt x="109" y="164"/>
                    <a:pt x="108" y="165"/>
                  </a:cubicBezTo>
                  <a:cubicBezTo>
                    <a:pt x="105" y="174"/>
                    <a:pt x="100" y="181"/>
                    <a:pt x="100" y="189"/>
                  </a:cubicBezTo>
                  <a:cubicBezTo>
                    <a:pt x="99" y="189"/>
                    <a:pt x="99" y="189"/>
                    <a:pt x="99" y="189"/>
                  </a:cubicBezTo>
                  <a:cubicBezTo>
                    <a:pt x="98" y="195"/>
                    <a:pt x="93" y="208"/>
                    <a:pt x="88" y="208"/>
                  </a:cubicBezTo>
                  <a:cubicBezTo>
                    <a:pt x="88" y="210"/>
                    <a:pt x="83" y="208"/>
                    <a:pt x="85" y="211"/>
                  </a:cubicBezTo>
                  <a:cubicBezTo>
                    <a:pt x="82" y="210"/>
                    <a:pt x="85" y="209"/>
                    <a:pt x="82" y="208"/>
                  </a:cubicBezTo>
                  <a:cubicBezTo>
                    <a:pt x="83" y="209"/>
                    <a:pt x="84" y="208"/>
                    <a:pt x="85" y="208"/>
                  </a:cubicBezTo>
                  <a:cubicBezTo>
                    <a:pt x="78" y="200"/>
                    <a:pt x="79" y="178"/>
                    <a:pt x="79" y="161"/>
                  </a:cubicBezTo>
                  <a:cubicBezTo>
                    <a:pt x="81" y="156"/>
                    <a:pt x="80" y="144"/>
                    <a:pt x="81" y="133"/>
                  </a:cubicBezTo>
                  <a:cubicBezTo>
                    <a:pt x="81" y="131"/>
                    <a:pt x="81" y="131"/>
                    <a:pt x="81" y="131"/>
                  </a:cubicBezTo>
                  <a:cubicBezTo>
                    <a:pt x="82" y="131"/>
                    <a:pt x="82" y="131"/>
                    <a:pt x="83" y="131"/>
                  </a:cubicBezTo>
                  <a:cubicBezTo>
                    <a:pt x="83" y="131"/>
                    <a:pt x="83" y="130"/>
                    <a:pt x="83" y="130"/>
                  </a:cubicBezTo>
                  <a:cubicBezTo>
                    <a:pt x="83" y="129"/>
                    <a:pt x="83" y="129"/>
                    <a:pt x="83" y="129"/>
                  </a:cubicBezTo>
                  <a:cubicBezTo>
                    <a:pt x="83" y="128"/>
                    <a:pt x="83" y="128"/>
                    <a:pt x="83" y="128"/>
                  </a:cubicBezTo>
                  <a:cubicBezTo>
                    <a:pt x="82" y="128"/>
                    <a:pt x="82" y="128"/>
                    <a:pt x="81" y="128"/>
                  </a:cubicBezTo>
                  <a:cubicBezTo>
                    <a:pt x="81" y="127"/>
                    <a:pt x="81" y="127"/>
                    <a:pt x="81" y="127"/>
                  </a:cubicBezTo>
                  <a:cubicBezTo>
                    <a:pt x="82" y="128"/>
                    <a:pt x="82" y="128"/>
                    <a:pt x="83" y="128"/>
                  </a:cubicBezTo>
                  <a:cubicBezTo>
                    <a:pt x="83" y="128"/>
                    <a:pt x="83" y="128"/>
                    <a:pt x="83" y="128"/>
                  </a:cubicBezTo>
                  <a:cubicBezTo>
                    <a:pt x="83" y="127"/>
                    <a:pt x="83" y="127"/>
                    <a:pt x="83" y="127"/>
                  </a:cubicBezTo>
                  <a:cubicBezTo>
                    <a:pt x="83" y="127"/>
                    <a:pt x="83" y="127"/>
                    <a:pt x="83" y="127"/>
                  </a:cubicBezTo>
                  <a:cubicBezTo>
                    <a:pt x="83" y="127"/>
                    <a:pt x="83" y="127"/>
                    <a:pt x="83" y="127"/>
                  </a:cubicBezTo>
                  <a:cubicBezTo>
                    <a:pt x="83" y="127"/>
                    <a:pt x="83" y="127"/>
                    <a:pt x="83" y="127"/>
                  </a:cubicBezTo>
                  <a:cubicBezTo>
                    <a:pt x="83" y="127"/>
                    <a:pt x="82" y="127"/>
                    <a:pt x="81" y="127"/>
                  </a:cubicBezTo>
                  <a:cubicBezTo>
                    <a:pt x="81" y="126"/>
                    <a:pt x="81" y="126"/>
                    <a:pt x="81" y="126"/>
                  </a:cubicBezTo>
                  <a:cubicBezTo>
                    <a:pt x="62" y="125"/>
                    <a:pt x="75" y="126"/>
                    <a:pt x="71" y="127"/>
                  </a:cubicBezTo>
                  <a:cubicBezTo>
                    <a:pt x="71" y="127"/>
                    <a:pt x="71" y="127"/>
                    <a:pt x="71" y="127"/>
                  </a:cubicBezTo>
                  <a:cubicBezTo>
                    <a:pt x="66" y="126"/>
                    <a:pt x="63" y="126"/>
                    <a:pt x="69" y="126"/>
                  </a:cubicBezTo>
                  <a:cubicBezTo>
                    <a:pt x="69" y="127"/>
                    <a:pt x="69" y="127"/>
                    <a:pt x="69" y="127"/>
                  </a:cubicBezTo>
                  <a:cubicBezTo>
                    <a:pt x="69" y="127"/>
                    <a:pt x="69" y="127"/>
                    <a:pt x="69" y="127"/>
                  </a:cubicBezTo>
                  <a:cubicBezTo>
                    <a:pt x="70" y="127"/>
                    <a:pt x="70" y="127"/>
                    <a:pt x="71" y="127"/>
                  </a:cubicBezTo>
                  <a:cubicBezTo>
                    <a:pt x="71" y="127"/>
                    <a:pt x="71" y="127"/>
                    <a:pt x="71" y="127"/>
                  </a:cubicBezTo>
                  <a:cubicBezTo>
                    <a:pt x="70" y="127"/>
                    <a:pt x="70" y="127"/>
                    <a:pt x="69" y="127"/>
                  </a:cubicBezTo>
                  <a:cubicBezTo>
                    <a:pt x="69" y="129"/>
                    <a:pt x="69" y="131"/>
                    <a:pt x="71" y="129"/>
                  </a:cubicBezTo>
                  <a:cubicBezTo>
                    <a:pt x="71" y="129"/>
                    <a:pt x="71" y="129"/>
                    <a:pt x="71" y="130"/>
                  </a:cubicBezTo>
                  <a:cubicBezTo>
                    <a:pt x="71" y="130"/>
                    <a:pt x="71" y="130"/>
                    <a:pt x="71" y="130"/>
                  </a:cubicBezTo>
                  <a:cubicBezTo>
                    <a:pt x="70" y="132"/>
                    <a:pt x="70" y="134"/>
                    <a:pt x="70" y="136"/>
                  </a:cubicBezTo>
                  <a:cubicBezTo>
                    <a:pt x="70" y="138"/>
                    <a:pt x="70" y="139"/>
                    <a:pt x="70" y="140"/>
                  </a:cubicBezTo>
                  <a:cubicBezTo>
                    <a:pt x="70" y="140"/>
                    <a:pt x="70" y="140"/>
                    <a:pt x="70" y="140"/>
                  </a:cubicBezTo>
                  <a:cubicBezTo>
                    <a:pt x="69" y="144"/>
                    <a:pt x="69" y="147"/>
                    <a:pt x="68" y="151"/>
                  </a:cubicBezTo>
                  <a:cubicBezTo>
                    <a:pt x="68" y="151"/>
                    <a:pt x="67" y="151"/>
                    <a:pt x="67" y="152"/>
                  </a:cubicBezTo>
                  <a:cubicBezTo>
                    <a:pt x="67" y="153"/>
                    <a:pt x="67" y="155"/>
                    <a:pt x="67" y="156"/>
                  </a:cubicBezTo>
                  <a:cubicBezTo>
                    <a:pt x="67" y="160"/>
                    <a:pt x="66" y="164"/>
                    <a:pt x="64" y="168"/>
                  </a:cubicBezTo>
                  <a:cubicBezTo>
                    <a:pt x="64" y="168"/>
                    <a:pt x="64" y="169"/>
                    <a:pt x="64" y="169"/>
                  </a:cubicBezTo>
                  <a:cubicBezTo>
                    <a:pt x="63" y="164"/>
                    <a:pt x="64" y="157"/>
                    <a:pt x="65" y="155"/>
                  </a:cubicBezTo>
                  <a:cubicBezTo>
                    <a:pt x="63" y="149"/>
                    <a:pt x="64" y="160"/>
                    <a:pt x="62" y="159"/>
                  </a:cubicBezTo>
                  <a:cubicBezTo>
                    <a:pt x="62" y="163"/>
                    <a:pt x="62" y="166"/>
                    <a:pt x="63" y="171"/>
                  </a:cubicBezTo>
                  <a:cubicBezTo>
                    <a:pt x="62" y="174"/>
                    <a:pt x="63" y="175"/>
                    <a:pt x="61" y="179"/>
                  </a:cubicBezTo>
                  <a:cubicBezTo>
                    <a:pt x="60" y="178"/>
                    <a:pt x="60" y="178"/>
                    <a:pt x="60" y="178"/>
                  </a:cubicBezTo>
                  <a:cubicBezTo>
                    <a:pt x="58" y="183"/>
                    <a:pt x="58" y="185"/>
                    <a:pt x="58" y="188"/>
                  </a:cubicBezTo>
                  <a:cubicBezTo>
                    <a:pt x="54" y="190"/>
                    <a:pt x="55" y="191"/>
                    <a:pt x="51" y="193"/>
                  </a:cubicBezTo>
                  <a:cubicBezTo>
                    <a:pt x="54" y="190"/>
                    <a:pt x="55" y="186"/>
                    <a:pt x="55" y="183"/>
                  </a:cubicBezTo>
                  <a:cubicBezTo>
                    <a:pt x="51" y="187"/>
                    <a:pt x="48" y="194"/>
                    <a:pt x="43" y="194"/>
                  </a:cubicBezTo>
                  <a:cubicBezTo>
                    <a:pt x="38" y="196"/>
                    <a:pt x="35" y="199"/>
                    <a:pt x="35" y="201"/>
                  </a:cubicBezTo>
                  <a:cubicBezTo>
                    <a:pt x="36" y="200"/>
                    <a:pt x="31" y="201"/>
                    <a:pt x="34" y="199"/>
                  </a:cubicBezTo>
                  <a:cubicBezTo>
                    <a:pt x="32" y="200"/>
                    <a:pt x="30" y="201"/>
                    <a:pt x="29" y="201"/>
                  </a:cubicBezTo>
                  <a:cubicBezTo>
                    <a:pt x="29" y="201"/>
                    <a:pt x="29" y="201"/>
                    <a:pt x="29" y="201"/>
                  </a:cubicBezTo>
                  <a:cubicBezTo>
                    <a:pt x="28" y="201"/>
                    <a:pt x="28" y="200"/>
                    <a:pt x="28" y="199"/>
                  </a:cubicBezTo>
                  <a:cubicBezTo>
                    <a:pt x="26" y="197"/>
                    <a:pt x="23" y="193"/>
                    <a:pt x="19" y="196"/>
                  </a:cubicBezTo>
                  <a:cubicBezTo>
                    <a:pt x="19" y="194"/>
                    <a:pt x="19" y="194"/>
                    <a:pt x="19" y="194"/>
                  </a:cubicBezTo>
                  <a:cubicBezTo>
                    <a:pt x="16" y="196"/>
                    <a:pt x="12" y="198"/>
                    <a:pt x="9" y="198"/>
                  </a:cubicBezTo>
                  <a:cubicBezTo>
                    <a:pt x="9" y="200"/>
                    <a:pt x="8" y="202"/>
                    <a:pt x="10" y="203"/>
                  </a:cubicBezTo>
                  <a:cubicBezTo>
                    <a:pt x="9" y="204"/>
                    <a:pt x="7" y="201"/>
                    <a:pt x="8" y="203"/>
                  </a:cubicBezTo>
                  <a:cubicBezTo>
                    <a:pt x="7" y="201"/>
                    <a:pt x="7" y="201"/>
                    <a:pt x="7" y="201"/>
                  </a:cubicBezTo>
                  <a:cubicBezTo>
                    <a:pt x="1" y="206"/>
                    <a:pt x="3" y="212"/>
                    <a:pt x="3" y="217"/>
                  </a:cubicBezTo>
                  <a:cubicBezTo>
                    <a:pt x="0" y="218"/>
                    <a:pt x="3" y="221"/>
                    <a:pt x="2" y="224"/>
                  </a:cubicBezTo>
                  <a:cubicBezTo>
                    <a:pt x="3" y="226"/>
                    <a:pt x="2" y="229"/>
                    <a:pt x="5" y="229"/>
                  </a:cubicBezTo>
                  <a:cubicBezTo>
                    <a:pt x="4" y="230"/>
                    <a:pt x="4" y="230"/>
                    <a:pt x="4" y="230"/>
                  </a:cubicBezTo>
                  <a:cubicBezTo>
                    <a:pt x="4" y="232"/>
                    <a:pt x="4" y="235"/>
                    <a:pt x="5" y="237"/>
                  </a:cubicBezTo>
                  <a:cubicBezTo>
                    <a:pt x="5" y="239"/>
                    <a:pt x="7" y="238"/>
                    <a:pt x="8" y="239"/>
                  </a:cubicBezTo>
                  <a:cubicBezTo>
                    <a:pt x="7" y="240"/>
                    <a:pt x="7" y="240"/>
                    <a:pt x="7" y="240"/>
                  </a:cubicBezTo>
                  <a:cubicBezTo>
                    <a:pt x="8" y="241"/>
                    <a:pt x="10" y="240"/>
                    <a:pt x="12" y="240"/>
                  </a:cubicBezTo>
                  <a:cubicBezTo>
                    <a:pt x="12" y="241"/>
                    <a:pt x="12" y="241"/>
                    <a:pt x="12" y="242"/>
                  </a:cubicBezTo>
                  <a:cubicBezTo>
                    <a:pt x="11" y="242"/>
                    <a:pt x="9" y="242"/>
                    <a:pt x="7" y="242"/>
                  </a:cubicBezTo>
                  <a:cubicBezTo>
                    <a:pt x="8" y="244"/>
                    <a:pt x="11" y="244"/>
                    <a:pt x="10" y="246"/>
                  </a:cubicBezTo>
                  <a:cubicBezTo>
                    <a:pt x="11" y="247"/>
                    <a:pt x="12" y="248"/>
                    <a:pt x="14" y="247"/>
                  </a:cubicBezTo>
                  <a:cubicBezTo>
                    <a:pt x="13" y="247"/>
                    <a:pt x="14" y="248"/>
                    <a:pt x="13" y="248"/>
                  </a:cubicBezTo>
                  <a:cubicBezTo>
                    <a:pt x="13" y="249"/>
                    <a:pt x="14" y="249"/>
                    <a:pt x="15" y="249"/>
                  </a:cubicBezTo>
                  <a:cubicBezTo>
                    <a:pt x="15" y="249"/>
                    <a:pt x="15" y="249"/>
                    <a:pt x="15" y="249"/>
                  </a:cubicBezTo>
                  <a:cubicBezTo>
                    <a:pt x="16" y="248"/>
                    <a:pt x="17" y="249"/>
                    <a:pt x="18" y="247"/>
                  </a:cubicBezTo>
                  <a:cubicBezTo>
                    <a:pt x="17" y="247"/>
                    <a:pt x="17" y="247"/>
                    <a:pt x="17" y="246"/>
                  </a:cubicBezTo>
                  <a:cubicBezTo>
                    <a:pt x="18" y="246"/>
                    <a:pt x="19" y="246"/>
                    <a:pt x="19" y="248"/>
                  </a:cubicBezTo>
                  <a:cubicBezTo>
                    <a:pt x="18" y="249"/>
                    <a:pt x="16" y="249"/>
                    <a:pt x="17" y="250"/>
                  </a:cubicBezTo>
                  <a:cubicBezTo>
                    <a:pt x="18" y="250"/>
                    <a:pt x="20" y="249"/>
                    <a:pt x="21" y="248"/>
                  </a:cubicBezTo>
                  <a:cubicBezTo>
                    <a:pt x="20" y="249"/>
                    <a:pt x="19" y="248"/>
                    <a:pt x="20" y="246"/>
                  </a:cubicBezTo>
                  <a:cubicBezTo>
                    <a:pt x="19" y="247"/>
                    <a:pt x="19" y="247"/>
                    <a:pt x="19" y="247"/>
                  </a:cubicBezTo>
                  <a:cubicBezTo>
                    <a:pt x="20" y="246"/>
                    <a:pt x="20" y="246"/>
                    <a:pt x="20" y="246"/>
                  </a:cubicBezTo>
                  <a:cubicBezTo>
                    <a:pt x="18" y="245"/>
                    <a:pt x="19" y="243"/>
                    <a:pt x="17" y="243"/>
                  </a:cubicBezTo>
                  <a:cubicBezTo>
                    <a:pt x="16" y="245"/>
                    <a:pt x="16" y="245"/>
                    <a:pt x="16" y="245"/>
                  </a:cubicBezTo>
                  <a:cubicBezTo>
                    <a:pt x="15" y="244"/>
                    <a:pt x="13" y="244"/>
                    <a:pt x="13" y="243"/>
                  </a:cubicBezTo>
                  <a:cubicBezTo>
                    <a:pt x="14" y="243"/>
                    <a:pt x="15" y="242"/>
                    <a:pt x="15" y="241"/>
                  </a:cubicBezTo>
                  <a:cubicBezTo>
                    <a:pt x="15" y="241"/>
                    <a:pt x="14" y="241"/>
                    <a:pt x="15" y="241"/>
                  </a:cubicBezTo>
                  <a:cubicBezTo>
                    <a:pt x="17" y="240"/>
                    <a:pt x="17" y="240"/>
                    <a:pt x="17" y="240"/>
                  </a:cubicBezTo>
                  <a:cubicBezTo>
                    <a:pt x="14" y="242"/>
                    <a:pt x="15" y="238"/>
                    <a:pt x="14" y="238"/>
                  </a:cubicBezTo>
                  <a:cubicBezTo>
                    <a:pt x="15" y="238"/>
                    <a:pt x="15" y="238"/>
                    <a:pt x="15" y="238"/>
                  </a:cubicBezTo>
                  <a:cubicBezTo>
                    <a:pt x="15" y="236"/>
                    <a:pt x="13" y="239"/>
                    <a:pt x="13" y="238"/>
                  </a:cubicBezTo>
                  <a:cubicBezTo>
                    <a:pt x="13" y="237"/>
                    <a:pt x="15" y="237"/>
                    <a:pt x="16" y="235"/>
                  </a:cubicBezTo>
                  <a:cubicBezTo>
                    <a:pt x="15" y="234"/>
                    <a:pt x="12" y="233"/>
                    <a:pt x="14" y="230"/>
                  </a:cubicBezTo>
                  <a:cubicBezTo>
                    <a:pt x="13" y="229"/>
                    <a:pt x="12" y="228"/>
                    <a:pt x="11" y="227"/>
                  </a:cubicBezTo>
                  <a:cubicBezTo>
                    <a:pt x="10" y="226"/>
                    <a:pt x="13" y="227"/>
                    <a:pt x="12" y="226"/>
                  </a:cubicBezTo>
                  <a:cubicBezTo>
                    <a:pt x="13" y="226"/>
                    <a:pt x="14" y="225"/>
                    <a:pt x="15" y="225"/>
                  </a:cubicBezTo>
                  <a:cubicBezTo>
                    <a:pt x="14" y="225"/>
                    <a:pt x="15" y="223"/>
                    <a:pt x="12" y="224"/>
                  </a:cubicBezTo>
                  <a:cubicBezTo>
                    <a:pt x="13" y="222"/>
                    <a:pt x="13" y="221"/>
                    <a:pt x="13" y="219"/>
                  </a:cubicBezTo>
                  <a:cubicBezTo>
                    <a:pt x="13" y="219"/>
                    <a:pt x="14" y="219"/>
                    <a:pt x="15" y="219"/>
                  </a:cubicBezTo>
                  <a:cubicBezTo>
                    <a:pt x="14" y="218"/>
                    <a:pt x="12" y="217"/>
                    <a:pt x="13" y="216"/>
                  </a:cubicBezTo>
                  <a:cubicBezTo>
                    <a:pt x="12" y="215"/>
                    <a:pt x="12" y="216"/>
                    <a:pt x="10" y="215"/>
                  </a:cubicBezTo>
                  <a:cubicBezTo>
                    <a:pt x="10" y="215"/>
                    <a:pt x="9" y="215"/>
                    <a:pt x="9" y="214"/>
                  </a:cubicBezTo>
                  <a:cubicBezTo>
                    <a:pt x="11" y="214"/>
                    <a:pt x="14" y="215"/>
                    <a:pt x="14" y="214"/>
                  </a:cubicBezTo>
                  <a:cubicBezTo>
                    <a:pt x="17" y="215"/>
                    <a:pt x="13" y="216"/>
                    <a:pt x="16" y="216"/>
                  </a:cubicBezTo>
                  <a:cubicBezTo>
                    <a:pt x="18" y="216"/>
                    <a:pt x="18" y="218"/>
                    <a:pt x="17" y="219"/>
                  </a:cubicBezTo>
                  <a:cubicBezTo>
                    <a:pt x="19" y="220"/>
                    <a:pt x="17" y="218"/>
                    <a:pt x="19" y="218"/>
                  </a:cubicBezTo>
                  <a:cubicBezTo>
                    <a:pt x="19" y="217"/>
                    <a:pt x="18" y="217"/>
                    <a:pt x="18" y="216"/>
                  </a:cubicBezTo>
                  <a:cubicBezTo>
                    <a:pt x="18" y="216"/>
                    <a:pt x="17" y="216"/>
                    <a:pt x="17" y="216"/>
                  </a:cubicBezTo>
                  <a:cubicBezTo>
                    <a:pt x="17" y="215"/>
                    <a:pt x="18" y="215"/>
                    <a:pt x="18" y="215"/>
                  </a:cubicBezTo>
                  <a:cubicBezTo>
                    <a:pt x="18" y="215"/>
                    <a:pt x="18" y="215"/>
                    <a:pt x="18" y="215"/>
                  </a:cubicBezTo>
                  <a:cubicBezTo>
                    <a:pt x="17" y="216"/>
                    <a:pt x="17" y="216"/>
                    <a:pt x="17" y="216"/>
                  </a:cubicBezTo>
                  <a:cubicBezTo>
                    <a:pt x="17" y="216"/>
                    <a:pt x="17" y="216"/>
                    <a:pt x="17" y="216"/>
                  </a:cubicBezTo>
                  <a:cubicBezTo>
                    <a:pt x="17" y="216"/>
                    <a:pt x="17" y="216"/>
                    <a:pt x="17" y="216"/>
                  </a:cubicBezTo>
                  <a:cubicBezTo>
                    <a:pt x="17" y="215"/>
                    <a:pt x="17" y="215"/>
                    <a:pt x="17" y="215"/>
                  </a:cubicBezTo>
                  <a:cubicBezTo>
                    <a:pt x="17" y="215"/>
                    <a:pt x="17" y="216"/>
                    <a:pt x="17" y="216"/>
                  </a:cubicBezTo>
                  <a:cubicBezTo>
                    <a:pt x="17" y="216"/>
                    <a:pt x="17" y="216"/>
                    <a:pt x="17" y="216"/>
                  </a:cubicBezTo>
                  <a:cubicBezTo>
                    <a:pt x="17" y="215"/>
                    <a:pt x="17" y="215"/>
                    <a:pt x="17" y="215"/>
                  </a:cubicBezTo>
                  <a:cubicBezTo>
                    <a:pt x="17" y="215"/>
                    <a:pt x="17" y="215"/>
                    <a:pt x="17" y="215"/>
                  </a:cubicBezTo>
                  <a:cubicBezTo>
                    <a:pt x="18" y="214"/>
                    <a:pt x="18" y="214"/>
                    <a:pt x="18" y="214"/>
                  </a:cubicBezTo>
                  <a:cubicBezTo>
                    <a:pt x="18" y="214"/>
                    <a:pt x="18" y="214"/>
                    <a:pt x="18" y="214"/>
                  </a:cubicBezTo>
                  <a:cubicBezTo>
                    <a:pt x="17" y="215"/>
                    <a:pt x="17" y="215"/>
                    <a:pt x="17" y="216"/>
                  </a:cubicBezTo>
                  <a:cubicBezTo>
                    <a:pt x="17" y="216"/>
                    <a:pt x="17" y="216"/>
                    <a:pt x="17" y="216"/>
                  </a:cubicBezTo>
                  <a:cubicBezTo>
                    <a:pt x="16" y="216"/>
                    <a:pt x="16" y="215"/>
                    <a:pt x="16" y="215"/>
                  </a:cubicBezTo>
                  <a:cubicBezTo>
                    <a:pt x="14" y="214"/>
                    <a:pt x="17" y="214"/>
                    <a:pt x="18" y="214"/>
                  </a:cubicBezTo>
                  <a:cubicBezTo>
                    <a:pt x="18" y="214"/>
                    <a:pt x="18" y="214"/>
                    <a:pt x="18" y="214"/>
                  </a:cubicBezTo>
                  <a:cubicBezTo>
                    <a:pt x="18" y="214"/>
                    <a:pt x="18" y="214"/>
                    <a:pt x="18" y="214"/>
                  </a:cubicBezTo>
                  <a:cubicBezTo>
                    <a:pt x="18" y="214"/>
                    <a:pt x="18" y="214"/>
                    <a:pt x="18" y="214"/>
                  </a:cubicBezTo>
                  <a:cubicBezTo>
                    <a:pt x="17" y="214"/>
                    <a:pt x="17" y="215"/>
                    <a:pt x="17" y="215"/>
                  </a:cubicBezTo>
                  <a:cubicBezTo>
                    <a:pt x="17" y="215"/>
                    <a:pt x="17" y="215"/>
                    <a:pt x="17" y="215"/>
                  </a:cubicBezTo>
                  <a:cubicBezTo>
                    <a:pt x="17" y="216"/>
                    <a:pt x="17" y="216"/>
                    <a:pt x="17" y="216"/>
                  </a:cubicBezTo>
                  <a:cubicBezTo>
                    <a:pt x="18" y="215"/>
                    <a:pt x="18" y="215"/>
                    <a:pt x="18" y="215"/>
                  </a:cubicBezTo>
                  <a:cubicBezTo>
                    <a:pt x="18" y="215"/>
                    <a:pt x="18" y="214"/>
                    <a:pt x="18" y="214"/>
                  </a:cubicBezTo>
                  <a:cubicBezTo>
                    <a:pt x="18" y="214"/>
                    <a:pt x="18" y="214"/>
                    <a:pt x="18" y="214"/>
                  </a:cubicBezTo>
                  <a:cubicBezTo>
                    <a:pt x="18" y="215"/>
                    <a:pt x="17" y="215"/>
                    <a:pt x="17" y="215"/>
                  </a:cubicBezTo>
                  <a:cubicBezTo>
                    <a:pt x="17" y="215"/>
                    <a:pt x="17" y="215"/>
                    <a:pt x="18" y="215"/>
                  </a:cubicBezTo>
                  <a:cubicBezTo>
                    <a:pt x="17" y="215"/>
                    <a:pt x="17" y="215"/>
                    <a:pt x="17" y="215"/>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9" y="212"/>
                  </a:cubicBezTo>
                  <a:cubicBezTo>
                    <a:pt x="19" y="212"/>
                    <a:pt x="19" y="212"/>
                    <a:pt x="19" y="212"/>
                  </a:cubicBezTo>
                  <a:cubicBezTo>
                    <a:pt x="19" y="212"/>
                    <a:pt x="19" y="212"/>
                    <a:pt x="19" y="212"/>
                  </a:cubicBezTo>
                  <a:cubicBezTo>
                    <a:pt x="19" y="212"/>
                    <a:pt x="19" y="212"/>
                    <a:pt x="19" y="212"/>
                  </a:cubicBezTo>
                  <a:cubicBezTo>
                    <a:pt x="20" y="212"/>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8" y="213"/>
                  </a:cubicBezTo>
                  <a:cubicBezTo>
                    <a:pt x="19" y="213"/>
                    <a:pt x="19" y="213"/>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9" y="213"/>
                    <a:pt x="19" y="213"/>
                  </a:cubicBezTo>
                  <a:cubicBezTo>
                    <a:pt x="18" y="213"/>
                    <a:pt x="18" y="213"/>
                    <a:pt x="18" y="213"/>
                  </a:cubicBezTo>
                  <a:cubicBezTo>
                    <a:pt x="18" y="213"/>
                    <a:pt x="18" y="214"/>
                    <a:pt x="18" y="214"/>
                  </a:cubicBezTo>
                  <a:cubicBezTo>
                    <a:pt x="18" y="214"/>
                    <a:pt x="18" y="214"/>
                    <a:pt x="18" y="213"/>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6"/>
                    <a:pt x="18" y="216"/>
                    <a:pt x="18" y="216"/>
                  </a:cubicBezTo>
                  <a:cubicBezTo>
                    <a:pt x="18" y="216"/>
                    <a:pt x="18" y="216"/>
                    <a:pt x="18" y="216"/>
                  </a:cubicBezTo>
                  <a:cubicBezTo>
                    <a:pt x="19" y="216"/>
                    <a:pt x="18" y="215"/>
                    <a:pt x="19" y="215"/>
                  </a:cubicBezTo>
                  <a:cubicBezTo>
                    <a:pt x="19" y="215"/>
                    <a:pt x="19" y="215"/>
                    <a:pt x="19" y="215"/>
                  </a:cubicBezTo>
                  <a:cubicBezTo>
                    <a:pt x="19" y="215"/>
                    <a:pt x="19" y="215"/>
                    <a:pt x="19" y="215"/>
                  </a:cubicBezTo>
                  <a:cubicBezTo>
                    <a:pt x="19" y="215"/>
                    <a:pt x="19" y="216"/>
                    <a:pt x="19" y="216"/>
                  </a:cubicBezTo>
                  <a:cubicBezTo>
                    <a:pt x="19" y="216"/>
                    <a:pt x="19" y="216"/>
                    <a:pt x="19" y="215"/>
                  </a:cubicBezTo>
                  <a:cubicBezTo>
                    <a:pt x="19" y="216"/>
                    <a:pt x="19" y="216"/>
                    <a:pt x="19" y="216"/>
                  </a:cubicBezTo>
                  <a:cubicBezTo>
                    <a:pt x="19" y="215"/>
                    <a:pt x="20" y="217"/>
                    <a:pt x="20" y="215"/>
                  </a:cubicBezTo>
                  <a:cubicBezTo>
                    <a:pt x="19" y="215"/>
                    <a:pt x="19" y="215"/>
                    <a:pt x="19" y="215"/>
                  </a:cubicBezTo>
                  <a:cubicBezTo>
                    <a:pt x="20" y="215"/>
                    <a:pt x="18" y="215"/>
                    <a:pt x="19" y="214"/>
                  </a:cubicBezTo>
                  <a:cubicBezTo>
                    <a:pt x="19" y="214"/>
                    <a:pt x="19" y="214"/>
                    <a:pt x="19" y="214"/>
                  </a:cubicBezTo>
                  <a:cubicBezTo>
                    <a:pt x="19" y="214"/>
                    <a:pt x="19" y="214"/>
                    <a:pt x="19" y="213"/>
                  </a:cubicBezTo>
                  <a:cubicBezTo>
                    <a:pt x="19" y="213"/>
                    <a:pt x="19" y="214"/>
                    <a:pt x="19" y="214"/>
                  </a:cubicBezTo>
                  <a:cubicBezTo>
                    <a:pt x="19" y="214"/>
                    <a:pt x="19" y="214"/>
                    <a:pt x="19" y="214"/>
                  </a:cubicBezTo>
                  <a:cubicBezTo>
                    <a:pt x="19" y="214"/>
                    <a:pt x="20" y="214"/>
                    <a:pt x="20" y="214"/>
                  </a:cubicBezTo>
                  <a:cubicBezTo>
                    <a:pt x="20" y="214"/>
                    <a:pt x="19" y="214"/>
                    <a:pt x="20" y="215"/>
                  </a:cubicBezTo>
                  <a:cubicBezTo>
                    <a:pt x="22" y="215"/>
                    <a:pt x="22" y="215"/>
                    <a:pt x="22" y="215"/>
                  </a:cubicBezTo>
                  <a:cubicBezTo>
                    <a:pt x="21" y="216"/>
                    <a:pt x="21" y="216"/>
                    <a:pt x="21" y="216"/>
                  </a:cubicBezTo>
                  <a:cubicBezTo>
                    <a:pt x="20" y="216"/>
                    <a:pt x="20" y="216"/>
                    <a:pt x="20" y="216"/>
                  </a:cubicBezTo>
                  <a:cubicBezTo>
                    <a:pt x="21" y="216"/>
                    <a:pt x="21" y="216"/>
                    <a:pt x="21" y="216"/>
                  </a:cubicBezTo>
                  <a:cubicBezTo>
                    <a:pt x="20" y="217"/>
                    <a:pt x="20" y="217"/>
                    <a:pt x="20" y="217"/>
                  </a:cubicBezTo>
                  <a:cubicBezTo>
                    <a:pt x="21" y="216"/>
                    <a:pt x="21" y="216"/>
                    <a:pt x="21" y="216"/>
                  </a:cubicBezTo>
                  <a:cubicBezTo>
                    <a:pt x="21" y="217"/>
                    <a:pt x="21" y="217"/>
                    <a:pt x="21" y="217"/>
                  </a:cubicBezTo>
                  <a:cubicBezTo>
                    <a:pt x="20" y="218"/>
                    <a:pt x="23" y="217"/>
                    <a:pt x="22" y="218"/>
                  </a:cubicBezTo>
                  <a:cubicBezTo>
                    <a:pt x="21" y="218"/>
                    <a:pt x="20" y="219"/>
                    <a:pt x="20" y="219"/>
                  </a:cubicBezTo>
                  <a:cubicBezTo>
                    <a:pt x="22" y="218"/>
                    <a:pt x="23" y="219"/>
                    <a:pt x="25" y="218"/>
                  </a:cubicBezTo>
                  <a:cubicBezTo>
                    <a:pt x="24" y="219"/>
                    <a:pt x="21" y="219"/>
                    <a:pt x="20" y="220"/>
                  </a:cubicBezTo>
                  <a:cubicBezTo>
                    <a:pt x="22" y="220"/>
                    <a:pt x="19" y="222"/>
                    <a:pt x="22" y="221"/>
                  </a:cubicBezTo>
                  <a:cubicBezTo>
                    <a:pt x="22" y="220"/>
                    <a:pt x="23" y="221"/>
                    <a:pt x="25" y="220"/>
                  </a:cubicBezTo>
                  <a:cubicBezTo>
                    <a:pt x="25" y="222"/>
                    <a:pt x="23" y="221"/>
                    <a:pt x="23" y="222"/>
                  </a:cubicBezTo>
                  <a:cubicBezTo>
                    <a:pt x="23" y="222"/>
                    <a:pt x="25" y="222"/>
                    <a:pt x="26" y="221"/>
                  </a:cubicBezTo>
                  <a:cubicBezTo>
                    <a:pt x="26" y="222"/>
                    <a:pt x="28" y="222"/>
                    <a:pt x="27" y="223"/>
                  </a:cubicBezTo>
                  <a:cubicBezTo>
                    <a:pt x="25" y="224"/>
                    <a:pt x="26" y="222"/>
                    <a:pt x="25" y="223"/>
                  </a:cubicBezTo>
                  <a:cubicBezTo>
                    <a:pt x="25" y="224"/>
                    <a:pt x="29" y="222"/>
                    <a:pt x="30" y="224"/>
                  </a:cubicBezTo>
                  <a:cubicBezTo>
                    <a:pt x="31" y="223"/>
                    <a:pt x="34" y="223"/>
                    <a:pt x="35" y="224"/>
                  </a:cubicBezTo>
                  <a:cubicBezTo>
                    <a:pt x="35" y="226"/>
                    <a:pt x="34" y="223"/>
                    <a:pt x="32" y="224"/>
                  </a:cubicBezTo>
                  <a:cubicBezTo>
                    <a:pt x="32" y="225"/>
                    <a:pt x="32" y="225"/>
                    <a:pt x="32" y="225"/>
                  </a:cubicBezTo>
                  <a:cubicBezTo>
                    <a:pt x="30" y="227"/>
                    <a:pt x="27" y="224"/>
                    <a:pt x="25" y="225"/>
                  </a:cubicBezTo>
                  <a:cubicBezTo>
                    <a:pt x="26" y="226"/>
                    <a:pt x="26" y="226"/>
                    <a:pt x="26" y="226"/>
                  </a:cubicBezTo>
                  <a:cubicBezTo>
                    <a:pt x="25" y="226"/>
                    <a:pt x="24" y="226"/>
                    <a:pt x="23" y="227"/>
                  </a:cubicBezTo>
                  <a:cubicBezTo>
                    <a:pt x="25" y="226"/>
                    <a:pt x="24" y="228"/>
                    <a:pt x="25" y="228"/>
                  </a:cubicBezTo>
                  <a:cubicBezTo>
                    <a:pt x="26" y="228"/>
                    <a:pt x="24" y="228"/>
                    <a:pt x="25" y="228"/>
                  </a:cubicBezTo>
                  <a:cubicBezTo>
                    <a:pt x="26" y="228"/>
                    <a:pt x="29" y="228"/>
                    <a:pt x="28" y="230"/>
                  </a:cubicBezTo>
                  <a:cubicBezTo>
                    <a:pt x="27" y="229"/>
                    <a:pt x="26" y="230"/>
                    <a:pt x="25" y="230"/>
                  </a:cubicBezTo>
                  <a:cubicBezTo>
                    <a:pt x="24" y="231"/>
                    <a:pt x="27" y="230"/>
                    <a:pt x="26" y="231"/>
                  </a:cubicBezTo>
                  <a:cubicBezTo>
                    <a:pt x="25" y="231"/>
                    <a:pt x="25" y="231"/>
                    <a:pt x="25" y="231"/>
                  </a:cubicBezTo>
                  <a:cubicBezTo>
                    <a:pt x="25" y="233"/>
                    <a:pt x="26" y="241"/>
                    <a:pt x="32" y="242"/>
                  </a:cubicBezTo>
                  <a:cubicBezTo>
                    <a:pt x="31" y="243"/>
                    <a:pt x="31" y="245"/>
                    <a:pt x="30" y="247"/>
                  </a:cubicBezTo>
                  <a:cubicBezTo>
                    <a:pt x="31" y="246"/>
                    <a:pt x="32" y="246"/>
                    <a:pt x="33" y="247"/>
                  </a:cubicBezTo>
                  <a:cubicBezTo>
                    <a:pt x="31" y="248"/>
                    <a:pt x="31" y="248"/>
                    <a:pt x="31" y="248"/>
                  </a:cubicBezTo>
                  <a:cubicBezTo>
                    <a:pt x="30" y="250"/>
                    <a:pt x="33" y="251"/>
                    <a:pt x="34" y="251"/>
                  </a:cubicBezTo>
                  <a:cubicBezTo>
                    <a:pt x="33" y="252"/>
                    <a:pt x="33" y="252"/>
                    <a:pt x="33" y="252"/>
                  </a:cubicBezTo>
                  <a:cubicBezTo>
                    <a:pt x="32" y="254"/>
                    <a:pt x="34" y="253"/>
                    <a:pt x="35" y="253"/>
                  </a:cubicBezTo>
                  <a:cubicBezTo>
                    <a:pt x="34" y="254"/>
                    <a:pt x="34" y="254"/>
                    <a:pt x="34" y="254"/>
                  </a:cubicBezTo>
                  <a:cubicBezTo>
                    <a:pt x="35" y="254"/>
                    <a:pt x="35" y="254"/>
                    <a:pt x="35" y="254"/>
                  </a:cubicBezTo>
                  <a:cubicBezTo>
                    <a:pt x="36" y="255"/>
                    <a:pt x="36" y="256"/>
                    <a:pt x="34" y="257"/>
                  </a:cubicBezTo>
                  <a:cubicBezTo>
                    <a:pt x="35" y="257"/>
                    <a:pt x="35" y="257"/>
                    <a:pt x="36" y="256"/>
                  </a:cubicBezTo>
                  <a:cubicBezTo>
                    <a:pt x="35" y="258"/>
                    <a:pt x="36" y="261"/>
                    <a:pt x="38" y="262"/>
                  </a:cubicBezTo>
                  <a:cubicBezTo>
                    <a:pt x="38" y="261"/>
                    <a:pt x="39" y="261"/>
                    <a:pt x="40" y="260"/>
                  </a:cubicBezTo>
                  <a:cubicBezTo>
                    <a:pt x="42" y="259"/>
                    <a:pt x="40" y="260"/>
                    <a:pt x="41" y="260"/>
                  </a:cubicBezTo>
                  <a:cubicBezTo>
                    <a:pt x="41" y="261"/>
                    <a:pt x="40" y="262"/>
                    <a:pt x="39" y="262"/>
                  </a:cubicBezTo>
                  <a:cubicBezTo>
                    <a:pt x="38" y="265"/>
                    <a:pt x="42" y="267"/>
                    <a:pt x="44" y="270"/>
                  </a:cubicBezTo>
                  <a:cubicBezTo>
                    <a:pt x="44" y="270"/>
                    <a:pt x="44" y="270"/>
                    <a:pt x="45" y="270"/>
                  </a:cubicBezTo>
                  <a:cubicBezTo>
                    <a:pt x="44" y="273"/>
                    <a:pt x="48" y="273"/>
                    <a:pt x="48" y="276"/>
                  </a:cubicBezTo>
                  <a:cubicBezTo>
                    <a:pt x="49" y="275"/>
                    <a:pt x="51" y="273"/>
                    <a:pt x="52" y="274"/>
                  </a:cubicBezTo>
                  <a:cubicBezTo>
                    <a:pt x="54" y="274"/>
                    <a:pt x="50" y="276"/>
                    <a:pt x="50" y="279"/>
                  </a:cubicBezTo>
                  <a:cubicBezTo>
                    <a:pt x="51" y="278"/>
                    <a:pt x="52" y="279"/>
                    <a:pt x="53" y="279"/>
                  </a:cubicBezTo>
                  <a:cubicBezTo>
                    <a:pt x="52" y="280"/>
                    <a:pt x="52" y="280"/>
                    <a:pt x="52" y="280"/>
                  </a:cubicBezTo>
                  <a:cubicBezTo>
                    <a:pt x="54" y="279"/>
                    <a:pt x="55" y="280"/>
                    <a:pt x="55" y="281"/>
                  </a:cubicBezTo>
                  <a:cubicBezTo>
                    <a:pt x="55" y="281"/>
                    <a:pt x="55" y="281"/>
                    <a:pt x="55" y="281"/>
                  </a:cubicBezTo>
                  <a:cubicBezTo>
                    <a:pt x="55" y="282"/>
                    <a:pt x="55" y="283"/>
                    <a:pt x="56" y="284"/>
                  </a:cubicBezTo>
                  <a:cubicBezTo>
                    <a:pt x="57" y="282"/>
                    <a:pt x="58" y="284"/>
                    <a:pt x="59" y="283"/>
                  </a:cubicBezTo>
                  <a:cubicBezTo>
                    <a:pt x="59" y="284"/>
                    <a:pt x="59" y="284"/>
                    <a:pt x="59" y="284"/>
                  </a:cubicBezTo>
                  <a:cubicBezTo>
                    <a:pt x="60" y="283"/>
                    <a:pt x="60" y="283"/>
                    <a:pt x="60" y="283"/>
                  </a:cubicBezTo>
                  <a:cubicBezTo>
                    <a:pt x="61" y="285"/>
                    <a:pt x="61" y="285"/>
                    <a:pt x="61" y="285"/>
                  </a:cubicBezTo>
                  <a:cubicBezTo>
                    <a:pt x="59" y="285"/>
                    <a:pt x="59" y="285"/>
                    <a:pt x="59" y="285"/>
                  </a:cubicBezTo>
                  <a:cubicBezTo>
                    <a:pt x="60" y="287"/>
                    <a:pt x="60" y="285"/>
                    <a:pt x="62" y="284"/>
                  </a:cubicBezTo>
                  <a:cubicBezTo>
                    <a:pt x="63" y="284"/>
                    <a:pt x="62" y="285"/>
                    <a:pt x="62" y="286"/>
                  </a:cubicBezTo>
                  <a:cubicBezTo>
                    <a:pt x="62" y="287"/>
                    <a:pt x="62" y="285"/>
                    <a:pt x="61" y="285"/>
                  </a:cubicBezTo>
                  <a:cubicBezTo>
                    <a:pt x="60" y="286"/>
                    <a:pt x="62" y="286"/>
                    <a:pt x="61" y="287"/>
                  </a:cubicBezTo>
                  <a:cubicBezTo>
                    <a:pt x="62" y="287"/>
                    <a:pt x="63" y="286"/>
                    <a:pt x="63" y="286"/>
                  </a:cubicBezTo>
                  <a:cubicBezTo>
                    <a:pt x="64" y="287"/>
                    <a:pt x="65" y="287"/>
                    <a:pt x="65" y="289"/>
                  </a:cubicBezTo>
                  <a:cubicBezTo>
                    <a:pt x="65" y="288"/>
                    <a:pt x="66" y="289"/>
                    <a:pt x="67" y="288"/>
                  </a:cubicBezTo>
                  <a:cubicBezTo>
                    <a:pt x="66" y="288"/>
                    <a:pt x="66" y="287"/>
                    <a:pt x="66" y="286"/>
                  </a:cubicBezTo>
                  <a:cubicBezTo>
                    <a:pt x="67" y="286"/>
                    <a:pt x="68" y="286"/>
                    <a:pt x="68" y="287"/>
                  </a:cubicBezTo>
                  <a:cubicBezTo>
                    <a:pt x="67" y="287"/>
                    <a:pt x="67" y="287"/>
                    <a:pt x="67" y="287"/>
                  </a:cubicBezTo>
                  <a:cubicBezTo>
                    <a:pt x="68" y="287"/>
                    <a:pt x="69" y="288"/>
                    <a:pt x="69" y="286"/>
                  </a:cubicBezTo>
                  <a:cubicBezTo>
                    <a:pt x="69" y="289"/>
                    <a:pt x="69" y="289"/>
                    <a:pt x="69" y="289"/>
                  </a:cubicBezTo>
                  <a:cubicBezTo>
                    <a:pt x="70" y="288"/>
                    <a:pt x="71" y="288"/>
                    <a:pt x="72" y="288"/>
                  </a:cubicBezTo>
                  <a:cubicBezTo>
                    <a:pt x="71" y="290"/>
                    <a:pt x="69" y="291"/>
                    <a:pt x="71" y="292"/>
                  </a:cubicBezTo>
                  <a:cubicBezTo>
                    <a:pt x="73" y="291"/>
                    <a:pt x="73" y="291"/>
                    <a:pt x="73" y="291"/>
                  </a:cubicBezTo>
                  <a:cubicBezTo>
                    <a:pt x="74" y="291"/>
                    <a:pt x="74" y="292"/>
                    <a:pt x="74" y="293"/>
                  </a:cubicBezTo>
                  <a:cubicBezTo>
                    <a:pt x="76" y="294"/>
                    <a:pt x="77" y="289"/>
                    <a:pt x="79" y="291"/>
                  </a:cubicBezTo>
                  <a:cubicBezTo>
                    <a:pt x="78" y="293"/>
                    <a:pt x="78" y="293"/>
                    <a:pt x="79" y="294"/>
                  </a:cubicBezTo>
                  <a:cubicBezTo>
                    <a:pt x="79" y="293"/>
                    <a:pt x="79" y="293"/>
                    <a:pt x="80" y="293"/>
                  </a:cubicBezTo>
                  <a:cubicBezTo>
                    <a:pt x="80" y="292"/>
                    <a:pt x="79" y="294"/>
                    <a:pt x="79" y="293"/>
                  </a:cubicBezTo>
                  <a:cubicBezTo>
                    <a:pt x="79" y="291"/>
                    <a:pt x="80" y="292"/>
                    <a:pt x="80" y="292"/>
                  </a:cubicBezTo>
                  <a:cubicBezTo>
                    <a:pt x="81" y="296"/>
                    <a:pt x="86" y="294"/>
                    <a:pt x="88" y="296"/>
                  </a:cubicBezTo>
                  <a:cubicBezTo>
                    <a:pt x="88" y="294"/>
                    <a:pt x="90" y="295"/>
                    <a:pt x="90" y="295"/>
                  </a:cubicBezTo>
                  <a:cubicBezTo>
                    <a:pt x="90" y="297"/>
                    <a:pt x="92" y="294"/>
                    <a:pt x="93" y="296"/>
                  </a:cubicBezTo>
                  <a:cubicBezTo>
                    <a:pt x="92" y="293"/>
                    <a:pt x="92" y="293"/>
                    <a:pt x="92" y="293"/>
                  </a:cubicBezTo>
                  <a:cubicBezTo>
                    <a:pt x="94" y="295"/>
                    <a:pt x="95" y="290"/>
                    <a:pt x="96" y="293"/>
                  </a:cubicBezTo>
                  <a:cubicBezTo>
                    <a:pt x="97" y="293"/>
                    <a:pt x="96" y="294"/>
                    <a:pt x="95" y="295"/>
                  </a:cubicBezTo>
                  <a:cubicBezTo>
                    <a:pt x="96" y="298"/>
                    <a:pt x="99" y="293"/>
                    <a:pt x="100" y="296"/>
                  </a:cubicBezTo>
                  <a:cubicBezTo>
                    <a:pt x="100" y="295"/>
                    <a:pt x="99" y="293"/>
                    <a:pt x="101" y="292"/>
                  </a:cubicBezTo>
                  <a:cubicBezTo>
                    <a:pt x="101" y="294"/>
                    <a:pt x="103" y="295"/>
                    <a:pt x="103" y="295"/>
                  </a:cubicBezTo>
                  <a:cubicBezTo>
                    <a:pt x="104" y="295"/>
                    <a:pt x="104" y="294"/>
                    <a:pt x="105" y="295"/>
                  </a:cubicBezTo>
                  <a:cubicBezTo>
                    <a:pt x="104" y="296"/>
                    <a:pt x="104" y="296"/>
                    <a:pt x="104" y="296"/>
                  </a:cubicBezTo>
                  <a:cubicBezTo>
                    <a:pt x="105" y="297"/>
                    <a:pt x="106" y="296"/>
                    <a:pt x="107" y="295"/>
                  </a:cubicBezTo>
                  <a:cubicBezTo>
                    <a:pt x="108" y="297"/>
                    <a:pt x="110" y="296"/>
                    <a:pt x="111" y="297"/>
                  </a:cubicBezTo>
                  <a:cubicBezTo>
                    <a:pt x="112" y="295"/>
                    <a:pt x="113" y="299"/>
                    <a:pt x="113" y="295"/>
                  </a:cubicBezTo>
                  <a:cubicBezTo>
                    <a:pt x="114" y="296"/>
                    <a:pt x="114" y="296"/>
                    <a:pt x="114" y="296"/>
                  </a:cubicBezTo>
                  <a:cubicBezTo>
                    <a:pt x="114" y="296"/>
                    <a:pt x="115" y="294"/>
                    <a:pt x="115" y="294"/>
                  </a:cubicBezTo>
                  <a:cubicBezTo>
                    <a:pt x="115" y="296"/>
                    <a:pt x="115" y="296"/>
                    <a:pt x="115" y="296"/>
                  </a:cubicBezTo>
                  <a:cubicBezTo>
                    <a:pt x="114" y="298"/>
                    <a:pt x="117" y="296"/>
                    <a:pt x="117" y="298"/>
                  </a:cubicBezTo>
                  <a:cubicBezTo>
                    <a:pt x="116" y="296"/>
                    <a:pt x="117" y="298"/>
                    <a:pt x="118" y="296"/>
                  </a:cubicBezTo>
                  <a:cubicBezTo>
                    <a:pt x="118" y="296"/>
                    <a:pt x="118" y="296"/>
                    <a:pt x="118" y="296"/>
                  </a:cubicBezTo>
                  <a:cubicBezTo>
                    <a:pt x="120" y="296"/>
                    <a:pt x="119" y="295"/>
                    <a:pt x="120" y="295"/>
                  </a:cubicBezTo>
                  <a:cubicBezTo>
                    <a:pt x="121" y="295"/>
                    <a:pt x="120" y="297"/>
                    <a:pt x="120" y="297"/>
                  </a:cubicBezTo>
                  <a:cubicBezTo>
                    <a:pt x="120" y="298"/>
                    <a:pt x="121" y="298"/>
                    <a:pt x="122" y="297"/>
                  </a:cubicBezTo>
                  <a:cubicBezTo>
                    <a:pt x="122" y="298"/>
                    <a:pt x="122" y="298"/>
                    <a:pt x="123" y="298"/>
                  </a:cubicBezTo>
                  <a:cubicBezTo>
                    <a:pt x="123" y="298"/>
                    <a:pt x="123" y="298"/>
                    <a:pt x="123" y="298"/>
                  </a:cubicBezTo>
                  <a:cubicBezTo>
                    <a:pt x="123" y="298"/>
                    <a:pt x="124" y="298"/>
                    <a:pt x="124" y="299"/>
                  </a:cubicBezTo>
                  <a:cubicBezTo>
                    <a:pt x="123" y="300"/>
                    <a:pt x="123" y="300"/>
                    <a:pt x="123" y="300"/>
                  </a:cubicBezTo>
                  <a:cubicBezTo>
                    <a:pt x="124" y="300"/>
                    <a:pt x="125" y="299"/>
                    <a:pt x="125" y="298"/>
                  </a:cubicBezTo>
                  <a:cubicBezTo>
                    <a:pt x="127" y="300"/>
                    <a:pt x="131" y="300"/>
                    <a:pt x="132" y="300"/>
                  </a:cubicBezTo>
                  <a:cubicBezTo>
                    <a:pt x="131" y="299"/>
                    <a:pt x="131" y="301"/>
                    <a:pt x="131" y="300"/>
                  </a:cubicBezTo>
                  <a:cubicBezTo>
                    <a:pt x="132" y="300"/>
                    <a:pt x="133" y="299"/>
                    <a:pt x="133" y="300"/>
                  </a:cubicBezTo>
                  <a:cubicBezTo>
                    <a:pt x="134" y="300"/>
                    <a:pt x="133" y="301"/>
                    <a:pt x="134" y="302"/>
                  </a:cubicBezTo>
                  <a:cubicBezTo>
                    <a:pt x="133" y="302"/>
                    <a:pt x="135" y="300"/>
                    <a:pt x="134" y="300"/>
                  </a:cubicBezTo>
                  <a:cubicBezTo>
                    <a:pt x="134" y="303"/>
                    <a:pt x="138" y="301"/>
                    <a:pt x="139" y="304"/>
                  </a:cubicBezTo>
                  <a:cubicBezTo>
                    <a:pt x="139" y="303"/>
                    <a:pt x="138" y="304"/>
                    <a:pt x="137" y="305"/>
                  </a:cubicBezTo>
                  <a:cubicBezTo>
                    <a:pt x="139" y="305"/>
                    <a:pt x="141" y="305"/>
                    <a:pt x="143" y="304"/>
                  </a:cubicBezTo>
                  <a:cubicBezTo>
                    <a:pt x="142" y="305"/>
                    <a:pt x="142" y="305"/>
                    <a:pt x="141" y="305"/>
                  </a:cubicBezTo>
                  <a:cubicBezTo>
                    <a:pt x="142" y="306"/>
                    <a:pt x="143" y="307"/>
                    <a:pt x="144" y="306"/>
                  </a:cubicBezTo>
                  <a:cubicBezTo>
                    <a:pt x="145" y="305"/>
                    <a:pt x="144" y="307"/>
                    <a:pt x="144" y="306"/>
                  </a:cubicBezTo>
                  <a:cubicBezTo>
                    <a:pt x="144" y="305"/>
                    <a:pt x="146" y="305"/>
                    <a:pt x="146" y="306"/>
                  </a:cubicBezTo>
                  <a:cubicBezTo>
                    <a:pt x="146" y="306"/>
                    <a:pt x="146" y="306"/>
                    <a:pt x="146" y="306"/>
                  </a:cubicBezTo>
                  <a:cubicBezTo>
                    <a:pt x="147" y="307"/>
                    <a:pt x="147" y="306"/>
                    <a:pt x="148" y="307"/>
                  </a:cubicBezTo>
                  <a:cubicBezTo>
                    <a:pt x="148" y="308"/>
                    <a:pt x="147" y="307"/>
                    <a:pt x="147" y="308"/>
                  </a:cubicBezTo>
                  <a:cubicBezTo>
                    <a:pt x="145" y="310"/>
                    <a:pt x="147" y="311"/>
                    <a:pt x="147" y="311"/>
                  </a:cubicBezTo>
                  <a:cubicBezTo>
                    <a:pt x="149" y="311"/>
                    <a:pt x="149" y="311"/>
                    <a:pt x="149" y="311"/>
                  </a:cubicBezTo>
                  <a:cubicBezTo>
                    <a:pt x="150" y="311"/>
                    <a:pt x="148" y="312"/>
                    <a:pt x="148" y="312"/>
                  </a:cubicBezTo>
                  <a:cubicBezTo>
                    <a:pt x="154" y="312"/>
                    <a:pt x="154" y="312"/>
                    <a:pt x="154" y="312"/>
                  </a:cubicBezTo>
                  <a:cubicBezTo>
                    <a:pt x="153" y="312"/>
                    <a:pt x="152" y="314"/>
                    <a:pt x="151" y="314"/>
                  </a:cubicBezTo>
                  <a:cubicBezTo>
                    <a:pt x="152" y="315"/>
                    <a:pt x="155" y="315"/>
                    <a:pt x="157" y="315"/>
                  </a:cubicBezTo>
                  <a:cubicBezTo>
                    <a:pt x="157" y="316"/>
                    <a:pt x="158" y="317"/>
                    <a:pt x="159" y="318"/>
                  </a:cubicBezTo>
                  <a:cubicBezTo>
                    <a:pt x="158" y="319"/>
                    <a:pt x="159" y="317"/>
                    <a:pt x="158" y="318"/>
                  </a:cubicBezTo>
                  <a:cubicBezTo>
                    <a:pt x="157" y="319"/>
                    <a:pt x="157" y="319"/>
                    <a:pt x="157" y="319"/>
                  </a:cubicBezTo>
                  <a:cubicBezTo>
                    <a:pt x="156" y="318"/>
                    <a:pt x="154" y="320"/>
                    <a:pt x="153" y="320"/>
                  </a:cubicBezTo>
                  <a:cubicBezTo>
                    <a:pt x="155" y="320"/>
                    <a:pt x="154" y="323"/>
                    <a:pt x="154" y="325"/>
                  </a:cubicBezTo>
                  <a:cubicBezTo>
                    <a:pt x="157" y="323"/>
                    <a:pt x="156" y="326"/>
                    <a:pt x="159" y="325"/>
                  </a:cubicBezTo>
                  <a:cubicBezTo>
                    <a:pt x="160" y="327"/>
                    <a:pt x="157" y="327"/>
                    <a:pt x="156" y="328"/>
                  </a:cubicBezTo>
                  <a:cubicBezTo>
                    <a:pt x="158" y="329"/>
                    <a:pt x="158" y="331"/>
                    <a:pt x="158" y="333"/>
                  </a:cubicBezTo>
                  <a:cubicBezTo>
                    <a:pt x="158" y="333"/>
                    <a:pt x="158" y="333"/>
                    <a:pt x="158" y="333"/>
                  </a:cubicBezTo>
                  <a:cubicBezTo>
                    <a:pt x="159" y="334"/>
                    <a:pt x="158" y="337"/>
                    <a:pt x="161" y="338"/>
                  </a:cubicBezTo>
                  <a:cubicBezTo>
                    <a:pt x="160" y="338"/>
                    <a:pt x="160" y="338"/>
                    <a:pt x="159" y="338"/>
                  </a:cubicBezTo>
                  <a:cubicBezTo>
                    <a:pt x="159" y="340"/>
                    <a:pt x="163" y="338"/>
                    <a:pt x="162" y="340"/>
                  </a:cubicBezTo>
                  <a:cubicBezTo>
                    <a:pt x="160" y="339"/>
                    <a:pt x="160" y="339"/>
                    <a:pt x="160" y="339"/>
                  </a:cubicBezTo>
                  <a:cubicBezTo>
                    <a:pt x="162" y="340"/>
                    <a:pt x="160" y="342"/>
                    <a:pt x="162" y="343"/>
                  </a:cubicBezTo>
                  <a:cubicBezTo>
                    <a:pt x="161" y="343"/>
                    <a:pt x="161" y="343"/>
                    <a:pt x="160" y="343"/>
                  </a:cubicBezTo>
                  <a:cubicBezTo>
                    <a:pt x="161" y="344"/>
                    <a:pt x="161" y="345"/>
                    <a:pt x="163" y="346"/>
                  </a:cubicBezTo>
                  <a:cubicBezTo>
                    <a:pt x="162" y="347"/>
                    <a:pt x="161" y="346"/>
                    <a:pt x="160" y="346"/>
                  </a:cubicBezTo>
                  <a:cubicBezTo>
                    <a:pt x="160" y="347"/>
                    <a:pt x="163" y="347"/>
                    <a:pt x="162" y="348"/>
                  </a:cubicBezTo>
                  <a:cubicBezTo>
                    <a:pt x="162" y="349"/>
                    <a:pt x="161" y="349"/>
                    <a:pt x="161" y="349"/>
                  </a:cubicBezTo>
                  <a:cubicBezTo>
                    <a:pt x="162" y="350"/>
                    <a:pt x="162" y="351"/>
                    <a:pt x="163" y="352"/>
                  </a:cubicBezTo>
                  <a:cubicBezTo>
                    <a:pt x="162" y="352"/>
                    <a:pt x="162" y="353"/>
                    <a:pt x="161" y="353"/>
                  </a:cubicBezTo>
                  <a:cubicBezTo>
                    <a:pt x="161" y="360"/>
                    <a:pt x="162" y="366"/>
                    <a:pt x="164" y="372"/>
                  </a:cubicBezTo>
                  <a:cubicBezTo>
                    <a:pt x="161" y="374"/>
                    <a:pt x="162" y="371"/>
                    <a:pt x="161" y="372"/>
                  </a:cubicBezTo>
                  <a:cubicBezTo>
                    <a:pt x="163" y="372"/>
                    <a:pt x="161" y="373"/>
                    <a:pt x="162" y="375"/>
                  </a:cubicBezTo>
                  <a:cubicBezTo>
                    <a:pt x="162" y="375"/>
                    <a:pt x="162" y="375"/>
                    <a:pt x="162" y="375"/>
                  </a:cubicBezTo>
                  <a:cubicBezTo>
                    <a:pt x="162" y="376"/>
                    <a:pt x="161" y="376"/>
                    <a:pt x="162" y="377"/>
                  </a:cubicBezTo>
                  <a:cubicBezTo>
                    <a:pt x="162" y="377"/>
                    <a:pt x="162" y="377"/>
                    <a:pt x="162" y="377"/>
                  </a:cubicBezTo>
                  <a:cubicBezTo>
                    <a:pt x="164" y="378"/>
                    <a:pt x="159" y="379"/>
                    <a:pt x="162" y="379"/>
                  </a:cubicBezTo>
                  <a:cubicBezTo>
                    <a:pt x="161" y="380"/>
                    <a:pt x="161" y="380"/>
                    <a:pt x="161" y="380"/>
                  </a:cubicBezTo>
                  <a:cubicBezTo>
                    <a:pt x="163" y="381"/>
                    <a:pt x="160" y="382"/>
                    <a:pt x="162" y="383"/>
                  </a:cubicBezTo>
                  <a:cubicBezTo>
                    <a:pt x="162" y="383"/>
                    <a:pt x="162" y="383"/>
                    <a:pt x="162" y="383"/>
                  </a:cubicBezTo>
                  <a:cubicBezTo>
                    <a:pt x="161" y="384"/>
                    <a:pt x="165" y="386"/>
                    <a:pt x="163" y="386"/>
                  </a:cubicBezTo>
                  <a:cubicBezTo>
                    <a:pt x="163" y="388"/>
                    <a:pt x="164" y="389"/>
                    <a:pt x="166" y="389"/>
                  </a:cubicBezTo>
                  <a:cubicBezTo>
                    <a:pt x="165" y="390"/>
                    <a:pt x="164" y="389"/>
                    <a:pt x="163" y="389"/>
                  </a:cubicBezTo>
                  <a:cubicBezTo>
                    <a:pt x="164" y="394"/>
                    <a:pt x="164" y="400"/>
                    <a:pt x="167" y="404"/>
                  </a:cubicBezTo>
                  <a:cubicBezTo>
                    <a:pt x="166" y="404"/>
                    <a:pt x="166" y="404"/>
                    <a:pt x="165" y="404"/>
                  </a:cubicBezTo>
                  <a:cubicBezTo>
                    <a:pt x="168" y="406"/>
                    <a:pt x="163" y="409"/>
                    <a:pt x="168" y="411"/>
                  </a:cubicBezTo>
                  <a:cubicBezTo>
                    <a:pt x="170" y="412"/>
                    <a:pt x="170" y="412"/>
                    <a:pt x="170" y="412"/>
                  </a:cubicBezTo>
                  <a:cubicBezTo>
                    <a:pt x="169" y="412"/>
                    <a:pt x="168" y="412"/>
                    <a:pt x="167" y="413"/>
                  </a:cubicBezTo>
                  <a:cubicBezTo>
                    <a:pt x="168" y="413"/>
                    <a:pt x="167" y="415"/>
                    <a:pt x="169" y="416"/>
                  </a:cubicBezTo>
                  <a:cubicBezTo>
                    <a:pt x="168" y="416"/>
                    <a:pt x="168" y="416"/>
                    <a:pt x="168" y="416"/>
                  </a:cubicBezTo>
                  <a:cubicBezTo>
                    <a:pt x="167" y="417"/>
                    <a:pt x="170" y="418"/>
                    <a:pt x="169" y="419"/>
                  </a:cubicBezTo>
                  <a:cubicBezTo>
                    <a:pt x="169" y="419"/>
                    <a:pt x="169" y="419"/>
                    <a:pt x="169" y="419"/>
                  </a:cubicBezTo>
                  <a:cubicBezTo>
                    <a:pt x="166" y="425"/>
                    <a:pt x="163" y="434"/>
                    <a:pt x="168" y="438"/>
                  </a:cubicBezTo>
                  <a:cubicBezTo>
                    <a:pt x="169" y="440"/>
                    <a:pt x="166" y="439"/>
                    <a:pt x="166" y="440"/>
                  </a:cubicBezTo>
                  <a:cubicBezTo>
                    <a:pt x="170" y="444"/>
                    <a:pt x="167" y="452"/>
                    <a:pt x="173" y="453"/>
                  </a:cubicBezTo>
                  <a:cubicBezTo>
                    <a:pt x="173" y="454"/>
                    <a:pt x="173" y="454"/>
                    <a:pt x="173" y="455"/>
                  </a:cubicBezTo>
                  <a:cubicBezTo>
                    <a:pt x="173" y="455"/>
                    <a:pt x="173" y="456"/>
                    <a:pt x="174" y="456"/>
                  </a:cubicBezTo>
                  <a:cubicBezTo>
                    <a:pt x="171" y="457"/>
                    <a:pt x="174" y="460"/>
                    <a:pt x="172" y="462"/>
                  </a:cubicBezTo>
                  <a:cubicBezTo>
                    <a:pt x="175" y="462"/>
                    <a:pt x="174" y="463"/>
                    <a:pt x="174" y="464"/>
                  </a:cubicBezTo>
                  <a:cubicBezTo>
                    <a:pt x="174" y="464"/>
                    <a:pt x="173" y="464"/>
                    <a:pt x="173" y="464"/>
                  </a:cubicBezTo>
                  <a:cubicBezTo>
                    <a:pt x="173" y="466"/>
                    <a:pt x="173" y="466"/>
                    <a:pt x="172" y="468"/>
                  </a:cubicBezTo>
                  <a:cubicBezTo>
                    <a:pt x="172" y="469"/>
                    <a:pt x="174" y="469"/>
                    <a:pt x="173" y="470"/>
                  </a:cubicBezTo>
                  <a:cubicBezTo>
                    <a:pt x="171" y="471"/>
                    <a:pt x="173" y="472"/>
                    <a:pt x="172" y="473"/>
                  </a:cubicBezTo>
                  <a:cubicBezTo>
                    <a:pt x="174" y="473"/>
                    <a:pt x="175" y="474"/>
                    <a:pt x="175" y="475"/>
                  </a:cubicBezTo>
                  <a:cubicBezTo>
                    <a:pt x="172" y="475"/>
                    <a:pt x="172" y="475"/>
                    <a:pt x="172" y="475"/>
                  </a:cubicBezTo>
                  <a:cubicBezTo>
                    <a:pt x="174" y="477"/>
                    <a:pt x="170" y="481"/>
                    <a:pt x="174" y="485"/>
                  </a:cubicBezTo>
                  <a:cubicBezTo>
                    <a:pt x="172" y="485"/>
                    <a:pt x="172" y="485"/>
                    <a:pt x="172" y="485"/>
                  </a:cubicBezTo>
                  <a:cubicBezTo>
                    <a:pt x="174" y="488"/>
                    <a:pt x="173" y="491"/>
                    <a:pt x="176" y="494"/>
                  </a:cubicBezTo>
                  <a:cubicBezTo>
                    <a:pt x="175" y="495"/>
                    <a:pt x="175" y="496"/>
                    <a:pt x="175" y="497"/>
                  </a:cubicBezTo>
                  <a:cubicBezTo>
                    <a:pt x="176" y="498"/>
                    <a:pt x="176" y="499"/>
                    <a:pt x="178" y="499"/>
                  </a:cubicBezTo>
                  <a:cubicBezTo>
                    <a:pt x="178" y="500"/>
                    <a:pt x="177" y="500"/>
                    <a:pt x="177" y="500"/>
                  </a:cubicBezTo>
                  <a:cubicBezTo>
                    <a:pt x="176" y="501"/>
                    <a:pt x="174" y="504"/>
                    <a:pt x="177" y="504"/>
                  </a:cubicBezTo>
                  <a:cubicBezTo>
                    <a:pt x="175" y="505"/>
                    <a:pt x="175" y="505"/>
                    <a:pt x="175" y="505"/>
                  </a:cubicBezTo>
                  <a:cubicBezTo>
                    <a:pt x="177" y="506"/>
                    <a:pt x="179" y="507"/>
                    <a:pt x="177" y="508"/>
                  </a:cubicBezTo>
                  <a:cubicBezTo>
                    <a:pt x="178" y="509"/>
                    <a:pt x="179" y="510"/>
                    <a:pt x="181" y="509"/>
                  </a:cubicBezTo>
                  <a:cubicBezTo>
                    <a:pt x="181" y="510"/>
                    <a:pt x="178" y="510"/>
                    <a:pt x="180" y="510"/>
                  </a:cubicBezTo>
                  <a:cubicBezTo>
                    <a:pt x="178" y="510"/>
                    <a:pt x="178" y="510"/>
                    <a:pt x="178" y="510"/>
                  </a:cubicBezTo>
                  <a:cubicBezTo>
                    <a:pt x="177" y="513"/>
                    <a:pt x="179" y="515"/>
                    <a:pt x="180" y="518"/>
                  </a:cubicBezTo>
                  <a:cubicBezTo>
                    <a:pt x="178" y="519"/>
                    <a:pt x="181" y="520"/>
                    <a:pt x="179" y="522"/>
                  </a:cubicBezTo>
                  <a:cubicBezTo>
                    <a:pt x="181" y="523"/>
                    <a:pt x="179" y="525"/>
                    <a:pt x="182" y="525"/>
                  </a:cubicBezTo>
                  <a:cubicBezTo>
                    <a:pt x="181" y="525"/>
                    <a:pt x="181" y="525"/>
                    <a:pt x="181" y="525"/>
                  </a:cubicBezTo>
                  <a:cubicBezTo>
                    <a:pt x="181" y="526"/>
                    <a:pt x="181" y="528"/>
                    <a:pt x="180" y="530"/>
                  </a:cubicBezTo>
                  <a:cubicBezTo>
                    <a:pt x="180" y="531"/>
                    <a:pt x="182" y="530"/>
                    <a:pt x="183" y="531"/>
                  </a:cubicBezTo>
                  <a:cubicBezTo>
                    <a:pt x="182" y="531"/>
                    <a:pt x="182" y="531"/>
                    <a:pt x="182" y="531"/>
                  </a:cubicBezTo>
                  <a:cubicBezTo>
                    <a:pt x="183" y="532"/>
                    <a:pt x="185" y="532"/>
                    <a:pt x="186" y="532"/>
                  </a:cubicBezTo>
                  <a:cubicBezTo>
                    <a:pt x="185" y="533"/>
                    <a:pt x="186" y="533"/>
                    <a:pt x="185" y="533"/>
                  </a:cubicBezTo>
                  <a:cubicBezTo>
                    <a:pt x="185" y="533"/>
                    <a:pt x="183" y="533"/>
                    <a:pt x="181" y="532"/>
                  </a:cubicBezTo>
                  <a:cubicBezTo>
                    <a:pt x="181" y="534"/>
                    <a:pt x="184" y="534"/>
                    <a:pt x="182" y="535"/>
                  </a:cubicBezTo>
                  <a:cubicBezTo>
                    <a:pt x="182" y="536"/>
                    <a:pt x="182" y="536"/>
                    <a:pt x="184" y="536"/>
                  </a:cubicBezTo>
                  <a:cubicBezTo>
                    <a:pt x="184" y="536"/>
                    <a:pt x="183" y="537"/>
                    <a:pt x="182" y="537"/>
                  </a:cubicBezTo>
                  <a:cubicBezTo>
                    <a:pt x="183" y="537"/>
                    <a:pt x="183" y="538"/>
                    <a:pt x="184" y="538"/>
                  </a:cubicBezTo>
                  <a:cubicBezTo>
                    <a:pt x="184" y="538"/>
                    <a:pt x="184" y="537"/>
                    <a:pt x="184" y="537"/>
                  </a:cubicBezTo>
                  <a:cubicBezTo>
                    <a:pt x="185" y="537"/>
                    <a:pt x="185" y="538"/>
                    <a:pt x="187" y="538"/>
                  </a:cubicBezTo>
                  <a:cubicBezTo>
                    <a:pt x="187" y="537"/>
                    <a:pt x="186" y="537"/>
                    <a:pt x="186" y="537"/>
                  </a:cubicBezTo>
                  <a:cubicBezTo>
                    <a:pt x="188" y="537"/>
                    <a:pt x="188" y="538"/>
                    <a:pt x="187" y="538"/>
                  </a:cubicBezTo>
                  <a:cubicBezTo>
                    <a:pt x="186" y="539"/>
                    <a:pt x="185" y="538"/>
                    <a:pt x="184" y="539"/>
                  </a:cubicBezTo>
                  <a:cubicBezTo>
                    <a:pt x="188" y="540"/>
                    <a:pt x="188" y="540"/>
                    <a:pt x="188" y="540"/>
                  </a:cubicBezTo>
                  <a:cubicBezTo>
                    <a:pt x="186" y="540"/>
                    <a:pt x="187" y="539"/>
                    <a:pt x="189" y="539"/>
                  </a:cubicBezTo>
                  <a:cubicBezTo>
                    <a:pt x="188" y="538"/>
                    <a:pt x="188" y="538"/>
                    <a:pt x="188" y="538"/>
                  </a:cubicBezTo>
                  <a:cubicBezTo>
                    <a:pt x="189" y="538"/>
                    <a:pt x="189" y="538"/>
                    <a:pt x="189" y="538"/>
                  </a:cubicBezTo>
                  <a:cubicBezTo>
                    <a:pt x="189" y="537"/>
                    <a:pt x="190" y="536"/>
                    <a:pt x="189" y="535"/>
                  </a:cubicBezTo>
                  <a:cubicBezTo>
                    <a:pt x="187" y="536"/>
                    <a:pt x="187" y="536"/>
                    <a:pt x="187" y="536"/>
                  </a:cubicBezTo>
                  <a:cubicBezTo>
                    <a:pt x="187" y="535"/>
                    <a:pt x="185" y="535"/>
                    <a:pt x="187" y="534"/>
                  </a:cubicBezTo>
                  <a:cubicBezTo>
                    <a:pt x="187" y="534"/>
                    <a:pt x="188" y="534"/>
                    <a:pt x="189" y="534"/>
                  </a:cubicBezTo>
                  <a:cubicBezTo>
                    <a:pt x="189" y="534"/>
                    <a:pt x="188" y="533"/>
                    <a:pt x="188" y="533"/>
                  </a:cubicBezTo>
                  <a:cubicBezTo>
                    <a:pt x="191" y="533"/>
                    <a:pt x="191" y="533"/>
                    <a:pt x="191" y="533"/>
                  </a:cubicBezTo>
                  <a:cubicBezTo>
                    <a:pt x="187" y="533"/>
                    <a:pt x="189" y="532"/>
                    <a:pt x="189" y="531"/>
                  </a:cubicBezTo>
                  <a:cubicBezTo>
                    <a:pt x="189" y="531"/>
                    <a:pt x="189" y="531"/>
                    <a:pt x="189" y="531"/>
                  </a:cubicBezTo>
                  <a:cubicBezTo>
                    <a:pt x="190" y="530"/>
                    <a:pt x="188" y="532"/>
                    <a:pt x="188" y="531"/>
                  </a:cubicBezTo>
                  <a:cubicBezTo>
                    <a:pt x="188" y="530"/>
                    <a:pt x="191" y="530"/>
                    <a:pt x="192" y="530"/>
                  </a:cubicBezTo>
                  <a:cubicBezTo>
                    <a:pt x="191" y="529"/>
                    <a:pt x="189" y="527"/>
                    <a:pt x="191" y="526"/>
                  </a:cubicBezTo>
                  <a:cubicBezTo>
                    <a:pt x="190" y="525"/>
                    <a:pt x="189" y="524"/>
                    <a:pt x="188" y="524"/>
                  </a:cubicBezTo>
                  <a:cubicBezTo>
                    <a:pt x="188" y="523"/>
                    <a:pt x="191" y="523"/>
                    <a:pt x="190" y="523"/>
                  </a:cubicBezTo>
                  <a:cubicBezTo>
                    <a:pt x="190" y="523"/>
                    <a:pt x="191" y="522"/>
                    <a:pt x="192" y="522"/>
                  </a:cubicBezTo>
                  <a:cubicBezTo>
                    <a:pt x="191" y="522"/>
                    <a:pt x="192" y="521"/>
                    <a:pt x="190" y="522"/>
                  </a:cubicBezTo>
                  <a:cubicBezTo>
                    <a:pt x="190" y="520"/>
                    <a:pt x="191" y="519"/>
                    <a:pt x="190" y="518"/>
                  </a:cubicBezTo>
                  <a:cubicBezTo>
                    <a:pt x="190" y="518"/>
                    <a:pt x="192" y="518"/>
                    <a:pt x="193" y="518"/>
                  </a:cubicBezTo>
                  <a:cubicBezTo>
                    <a:pt x="191" y="517"/>
                    <a:pt x="190" y="516"/>
                    <a:pt x="190" y="515"/>
                  </a:cubicBezTo>
                  <a:cubicBezTo>
                    <a:pt x="189" y="515"/>
                    <a:pt x="189" y="516"/>
                    <a:pt x="187" y="516"/>
                  </a:cubicBezTo>
                  <a:cubicBezTo>
                    <a:pt x="187" y="516"/>
                    <a:pt x="186" y="516"/>
                    <a:pt x="186" y="515"/>
                  </a:cubicBezTo>
                  <a:cubicBezTo>
                    <a:pt x="188" y="515"/>
                    <a:pt x="191" y="515"/>
                    <a:pt x="191" y="514"/>
                  </a:cubicBezTo>
                  <a:cubicBezTo>
                    <a:pt x="193" y="514"/>
                    <a:pt x="190" y="515"/>
                    <a:pt x="193" y="515"/>
                  </a:cubicBezTo>
                  <a:cubicBezTo>
                    <a:pt x="195" y="515"/>
                    <a:pt x="196" y="517"/>
                    <a:pt x="194" y="517"/>
                  </a:cubicBezTo>
                  <a:cubicBezTo>
                    <a:pt x="197" y="518"/>
                    <a:pt x="195" y="516"/>
                    <a:pt x="197" y="516"/>
                  </a:cubicBezTo>
                  <a:cubicBezTo>
                    <a:pt x="197" y="516"/>
                    <a:pt x="195" y="515"/>
                    <a:pt x="195" y="514"/>
                  </a:cubicBezTo>
                  <a:cubicBezTo>
                    <a:pt x="194" y="514"/>
                    <a:pt x="194" y="515"/>
                    <a:pt x="193" y="514"/>
                  </a:cubicBezTo>
                  <a:cubicBezTo>
                    <a:pt x="190" y="514"/>
                    <a:pt x="194" y="513"/>
                    <a:pt x="194" y="513"/>
                  </a:cubicBezTo>
                  <a:cubicBezTo>
                    <a:pt x="195" y="513"/>
                    <a:pt x="195" y="513"/>
                    <a:pt x="195" y="513"/>
                  </a:cubicBezTo>
                  <a:cubicBezTo>
                    <a:pt x="196" y="512"/>
                    <a:pt x="194" y="512"/>
                    <a:pt x="194" y="511"/>
                  </a:cubicBezTo>
                  <a:cubicBezTo>
                    <a:pt x="197" y="511"/>
                    <a:pt x="195" y="513"/>
                    <a:pt x="197" y="513"/>
                  </a:cubicBezTo>
                  <a:cubicBezTo>
                    <a:pt x="199" y="512"/>
                    <a:pt x="199" y="512"/>
                    <a:pt x="199" y="512"/>
                  </a:cubicBezTo>
                  <a:cubicBezTo>
                    <a:pt x="199" y="511"/>
                    <a:pt x="196" y="512"/>
                    <a:pt x="197" y="511"/>
                  </a:cubicBezTo>
                  <a:cubicBezTo>
                    <a:pt x="198" y="511"/>
                    <a:pt x="198" y="511"/>
                    <a:pt x="198" y="511"/>
                  </a:cubicBezTo>
                  <a:cubicBezTo>
                    <a:pt x="197" y="510"/>
                    <a:pt x="197" y="510"/>
                    <a:pt x="197" y="510"/>
                  </a:cubicBezTo>
                  <a:cubicBezTo>
                    <a:pt x="196" y="510"/>
                    <a:pt x="194" y="510"/>
                    <a:pt x="195" y="511"/>
                  </a:cubicBezTo>
                  <a:cubicBezTo>
                    <a:pt x="191" y="511"/>
                    <a:pt x="194" y="511"/>
                    <a:pt x="193" y="510"/>
                  </a:cubicBezTo>
                  <a:cubicBezTo>
                    <a:pt x="192" y="509"/>
                    <a:pt x="194" y="510"/>
                    <a:pt x="192" y="510"/>
                  </a:cubicBezTo>
                  <a:cubicBezTo>
                    <a:pt x="190" y="510"/>
                    <a:pt x="190" y="510"/>
                    <a:pt x="190" y="509"/>
                  </a:cubicBezTo>
                  <a:cubicBezTo>
                    <a:pt x="190" y="508"/>
                    <a:pt x="192" y="509"/>
                    <a:pt x="193" y="508"/>
                  </a:cubicBezTo>
                  <a:cubicBezTo>
                    <a:pt x="193" y="508"/>
                    <a:pt x="193" y="509"/>
                    <a:pt x="192" y="509"/>
                  </a:cubicBezTo>
                  <a:cubicBezTo>
                    <a:pt x="194" y="510"/>
                    <a:pt x="196" y="508"/>
                    <a:pt x="197" y="509"/>
                  </a:cubicBezTo>
                  <a:cubicBezTo>
                    <a:pt x="198" y="508"/>
                    <a:pt x="196" y="508"/>
                    <a:pt x="196" y="508"/>
                  </a:cubicBezTo>
                  <a:cubicBezTo>
                    <a:pt x="195" y="508"/>
                    <a:pt x="194" y="508"/>
                    <a:pt x="193" y="508"/>
                  </a:cubicBezTo>
                  <a:cubicBezTo>
                    <a:pt x="188" y="507"/>
                    <a:pt x="197" y="507"/>
                    <a:pt x="196" y="506"/>
                  </a:cubicBezTo>
                  <a:cubicBezTo>
                    <a:pt x="193" y="506"/>
                    <a:pt x="191" y="504"/>
                    <a:pt x="188" y="506"/>
                  </a:cubicBezTo>
                  <a:cubicBezTo>
                    <a:pt x="187" y="505"/>
                    <a:pt x="187" y="505"/>
                    <a:pt x="187" y="505"/>
                  </a:cubicBezTo>
                  <a:cubicBezTo>
                    <a:pt x="189" y="505"/>
                    <a:pt x="189" y="504"/>
                    <a:pt x="191" y="504"/>
                  </a:cubicBezTo>
                  <a:cubicBezTo>
                    <a:pt x="191" y="504"/>
                    <a:pt x="191" y="504"/>
                    <a:pt x="191" y="504"/>
                  </a:cubicBezTo>
                  <a:cubicBezTo>
                    <a:pt x="193" y="504"/>
                    <a:pt x="193" y="504"/>
                    <a:pt x="193" y="504"/>
                  </a:cubicBezTo>
                  <a:cubicBezTo>
                    <a:pt x="195" y="504"/>
                    <a:pt x="196" y="503"/>
                    <a:pt x="197" y="503"/>
                  </a:cubicBezTo>
                  <a:cubicBezTo>
                    <a:pt x="196" y="502"/>
                    <a:pt x="195" y="503"/>
                    <a:pt x="194" y="502"/>
                  </a:cubicBezTo>
                  <a:cubicBezTo>
                    <a:pt x="195" y="502"/>
                    <a:pt x="195" y="502"/>
                    <a:pt x="196" y="502"/>
                  </a:cubicBezTo>
                  <a:cubicBezTo>
                    <a:pt x="195" y="502"/>
                    <a:pt x="193" y="503"/>
                    <a:pt x="193" y="502"/>
                  </a:cubicBezTo>
                  <a:cubicBezTo>
                    <a:pt x="193" y="501"/>
                    <a:pt x="195" y="500"/>
                    <a:pt x="195" y="501"/>
                  </a:cubicBezTo>
                  <a:cubicBezTo>
                    <a:pt x="197" y="501"/>
                    <a:pt x="197" y="501"/>
                    <a:pt x="197" y="501"/>
                  </a:cubicBezTo>
                  <a:cubicBezTo>
                    <a:pt x="195" y="501"/>
                    <a:pt x="198" y="501"/>
                    <a:pt x="197" y="500"/>
                  </a:cubicBezTo>
                  <a:cubicBezTo>
                    <a:pt x="196" y="500"/>
                    <a:pt x="194" y="500"/>
                    <a:pt x="193" y="500"/>
                  </a:cubicBezTo>
                  <a:cubicBezTo>
                    <a:pt x="192" y="499"/>
                    <a:pt x="194" y="499"/>
                    <a:pt x="193" y="499"/>
                  </a:cubicBezTo>
                  <a:cubicBezTo>
                    <a:pt x="195" y="500"/>
                    <a:pt x="195" y="500"/>
                    <a:pt x="195" y="500"/>
                  </a:cubicBezTo>
                  <a:cubicBezTo>
                    <a:pt x="194" y="499"/>
                    <a:pt x="198" y="499"/>
                    <a:pt x="197" y="498"/>
                  </a:cubicBezTo>
                  <a:cubicBezTo>
                    <a:pt x="195" y="498"/>
                    <a:pt x="195" y="498"/>
                    <a:pt x="195" y="498"/>
                  </a:cubicBezTo>
                  <a:cubicBezTo>
                    <a:pt x="196" y="498"/>
                    <a:pt x="196" y="498"/>
                    <a:pt x="197" y="498"/>
                  </a:cubicBezTo>
                  <a:cubicBezTo>
                    <a:pt x="196" y="498"/>
                    <a:pt x="196" y="497"/>
                    <a:pt x="196" y="497"/>
                  </a:cubicBezTo>
                  <a:cubicBezTo>
                    <a:pt x="197" y="497"/>
                    <a:pt x="197" y="497"/>
                    <a:pt x="197" y="497"/>
                  </a:cubicBezTo>
                  <a:cubicBezTo>
                    <a:pt x="196" y="497"/>
                    <a:pt x="193" y="496"/>
                    <a:pt x="196" y="496"/>
                  </a:cubicBezTo>
                  <a:cubicBezTo>
                    <a:pt x="193" y="496"/>
                    <a:pt x="196" y="496"/>
                    <a:pt x="194" y="497"/>
                  </a:cubicBezTo>
                  <a:cubicBezTo>
                    <a:pt x="192" y="497"/>
                    <a:pt x="193" y="496"/>
                    <a:pt x="192" y="496"/>
                  </a:cubicBezTo>
                  <a:cubicBezTo>
                    <a:pt x="195" y="496"/>
                    <a:pt x="192" y="495"/>
                    <a:pt x="192" y="495"/>
                  </a:cubicBezTo>
                  <a:cubicBezTo>
                    <a:pt x="193" y="494"/>
                    <a:pt x="194" y="494"/>
                    <a:pt x="194" y="494"/>
                  </a:cubicBezTo>
                  <a:cubicBezTo>
                    <a:pt x="193" y="494"/>
                    <a:pt x="193" y="494"/>
                    <a:pt x="193" y="494"/>
                  </a:cubicBezTo>
                  <a:cubicBezTo>
                    <a:pt x="196" y="493"/>
                    <a:pt x="192" y="493"/>
                    <a:pt x="193" y="492"/>
                  </a:cubicBezTo>
                  <a:cubicBezTo>
                    <a:pt x="194" y="492"/>
                    <a:pt x="195" y="492"/>
                    <a:pt x="196" y="492"/>
                  </a:cubicBezTo>
                  <a:cubicBezTo>
                    <a:pt x="193" y="493"/>
                    <a:pt x="193" y="491"/>
                    <a:pt x="191" y="491"/>
                  </a:cubicBezTo>
                  <a:cubicBezTo>
                    <a:pt x="192" y="490"/>
                    <a:pt x="194" y="492"/>
                    <a:pt x="196" y="491"/>
                  </a:cubicBezTo>
                  <a:cubicBezTo>
                    <a:pt x="194" y="491"/>
                    <a:pt x="197" y="490"/>
                    <a:pt x="195" y="490"/>
                  </a:cubicBezTo>
                  <a:cubicBezTo>
                    <a:pt x="194" y="491"/>
                    <a:pt x="193" y="490"/>
                    <a:pt x="192" y="490"/>
                  </a:cubicBezTo>
                  <a:cubicBezTo>
                    <a:pt x="192" y="489"/>
                    <a:pt x="193" y="490"/>
                    <a:pt x="194" y="489"/>
                  </a:cubicBezTo>
                  <a:cubicBezTo>
                    <a:pt x="193" y="489"/>
                    <a:pt x="191" y="488"/>
                    <a:pt x="191" y="489"/>
                  </a:cubicBezTo>
                  <a:cubicBezTo>
                    <a:pt x="191" y="488"/>
                    <a:pt x="189" y="488"/>
                    <a:pt x="190" y="487"/>
                  </a:cubicBezTo>
                  <a:cubicBezTo>
                    <a:pt x="192" y="487"/>
                    <a:pt x="191" y="488"/>
                    <a:pt x="192" y="488"/>
                  </a:cubicBezTo>
                  <a:cubicBezTo>
                    <a:pt x="192" y="487"/>
                    <a:pt x="188" y="488"/>
                    <a:pt x="187" y="487"/>
                  </a:cubicBezTo>
                  <a:cubicBezTo>
                    <a:pt x="187" y="487"/>
                    <a:pt x="184" y="487"/>
                    <a:pt x="183" y="486"/>
                  </a:cubicBezTo>
                  <a:cubicBezTo>
                    <a:pt x="183" y="485"/>
                    <a:pt x="184" y="487"/>
                    <a:pt x="186" y="486"/>
                  </a:cubicBezTo>
                  <a:cubicBezTo>
                    <a:pt x="185" y="486"/>
                    <a:pt x="185" y="486"/>
                    <a:pt x="185" y="486"/>
                  </a:cubicBezTo>
                  <a:cubicBezTo>
                    <a:pt x="188" y="485"/>
                    <a:pt x="190" y="487"/>
                    <a:pt x="193" y="486"/>
                  </a:cubicBezTo>
                  <a:cubicBezTo>
                    <a:pt x="192" y="486"/>
                    <a:pt x="192" y="486"/>
                    <a:pt x="192" y="486"/>
                  </a:cubicBezTo>
                  <a:cubicBezTo>
                    <a:pt x="195" y="486"/>
                    <a:pt x="195" y="486"/>
                    <a:pt x="195" y="486"/>
                  </a:cubicBezTo>
                  <a:cubicBezTo>
                    <a:pt x="193" y="486"/>
                    <a:pt x="194" y="485"/>
                    <a:pt x="194" y="484"/>
                  </a:cubicBezTo>
                  <a:cubicBezTo>
                    <a:pt x="192" y="484"/>
                    <a:pt x="194" y="485"/>
                    <a:pt x="193" y="485"/>
                  </a:cubicBezTo>
                  <a:cubicBezTo>
                    <a:pt x="192" y="484"/>
                    <a:pt x="190" y="484"/>
                    <a:pt x="191" y="483"/>
                  </a:cubicBezTo>
                  <a:cubicBezTo>
                    <a:pt x="192" y="484"/>
                    <a:pt x="193" y="483"/>
                    <a:pt x="194" y="483"/>
                  </a:cubicBezTo>
                  <a:cubicBezTo>
                    <a:pt x="195" y="483"/>
                    <a:pt x="192" y="483"/>
                    <a:pt x="193" y="482"/>
                  </a:cubicBezTo>
                  <a:cubicBezTo>
                    <a:pt x="194" y="483"/>
                    <a:pt x="194" y="483"/>
                    <a:pt x="194" y="483"/>
                  </a:cubicBezTo>
                  <a:cubicBezTo>
                    <a:pt x="194" y="480"/>
                    <a:pt x="194" y="478"/>
                    <a:pt x="190" y="476"/>
                  </a:cubicBezTo>
                  <a:cubicBezTo>
                    <a:pt x="191" y="475"/>
                    <a:pt x="191" y="475"/>
                    <a:pt x="193" y="474"/>
                  </a:cubicBezTo>
                  <a:cubicBezTo>
                    <a:pt x="192" y="474"/>
                    <a:pt x="191" y="474"/>
                    <a:pt x="191" y="473"/>
                  </a:cubicBezTo>
                  <a:cubicBezTo>
                    <a:pt x="193" y="473"/>
                    <a:pt x="193" y="473"/>
                    <a:pt x="193" y="473"/>
                  </a:cubicBezTo>
                  <a:cubicBezTo>
                    <a:pt x="194" y="472"/>
                    <a:pt x="192" y="472"/>
                    <a:pt x="191" y="471"/>
                  </a:cubicBezTo>
                  <a:cubicBezTo>
                    <a:pt x="193" y="471"/>
                    <a:pt x="193" y="471"/>
                    <a:pt x="193" y="471"/>
                  </a:cubicBezTo>
                  <a:cubicBezTo>
                    <a:pt x="194" y="471"/>
                    <a:pt x="192" y="470"/>
                    <a:pt x="191" y="470"/>
                  </a:cubicBezTo>
                  <a:cubicBezTo>
                    <a:pt x="193" y="470"/>
                    <a:pt x="193" y="470"/>
                    <a:pt x="193" y="470"/>
                  </a:cubicBezTo>
                  <a:cubicBezTo>
                    <a:pt x="191" y="470"/>
                    <a:pt x="191" y="470"/>
                    <a:pt x="191" y="470"/>
                  </a:cubicBezTo>
                  <a:cubicBezTo>
                    <a:pt x="191" y="469"/>
                    <a:pt x="191" y="468"/>
                    <a:pt x="193" y="469"/>
                  </a:cubicBezTo>
                  <a:cubicBezTo>
                    <a:pt x="193" y="469"/>
                    <a:pt x="192" y="468"/>
                    <a:pt x="192" y="468"/>
                  </a:cubicBezTo>
                  <a:cubicBezTo>
                    <a:pt x="193" y="468"/>
                    <a:pt x="193" y="467"/>
                    <a:pt x="193" y="466"/>
                  </a:cubicBezTo>
                  <a:cubicBezTo>
                    <a:pt x="192" y="466"/>
                    <a:pt x="191" y="466"/>
                    <a:pt x="190" y="466"/>
                  </a:cubicBezTo>
                  <a:cubicBezTo>
                    <a:pt x="188" y="465"/>
                    <a:pt x="190" y="466"/>
                    <a:pt x="189" y="465"/>
                  </a:cubicBezTo>
                  <a:cubicBezTo>
                    <a:pt x="190" y="465"/>
                    <a:pt x="191" y="465"/>
                    <a:pt x="192" y="465"/>
                  </a:cubicBezTo>
                  <a:cubicBezTo>
                    <a:pt x="195" y="465"/>
                    <a:pt x="192" y="462"/>
                    <a:pt x="193" y="461"/>
                  </a:cubicBezTo>
                  <a:cubicBezTo>
                    <a:pt x="192" y="460"/>
                    <a:pt x="192" y="460"/>
                    <a:pt x="192" y="460"/>
                  </a:cubicBezTo>
                  <a:cubicBezTo>
                    <a:pt x="195" y="460"/>
                    <a:pt x="193" y="459"/>
                    <a:pt x="194" y="458"/>
                  </a:cubicBezTo>
                  <a:cubicBezTo>
                    <a:pt x="193" y="458"/>
                    <a:pt x="191" y="457"/>
                    <a:pt x="191" y="456"/>
                  </a:cubicBezTo>
                  <a:cubicBezTo>
                    <a:pt x="189" y="455"/>
                    <a:pt x="193" y="457"/>
                    <a:pt x="195" y="457"/>
                  </a:cubicBezTo>
                  <a:cubicBezTo>
                    <a:pt x="194" y="456"/>
                    <a:pt x="194" y="456"/>
                    <a:pt x="194" y="456"/>
                  </a:cubicBezTo>
                  <a:cubicBezTo>
                    <a:pt x="194" y="456"/>
                    <a:pt x="194" y="456"/>
                    <a:pt x="194" y="456"/>
                  </a:cubicBezTo>
                  <a:cubicBezTo>
                    <a:pt x="194" y="455"/>
                    <a:pt x="193" y="454"/>
                    <a:pt x="194" y="454"/>
                  </a:cubicBezTo>
                  <a:cubicBezTo>
                    <a:pt x="194" y="454"/>
                    <a:pt x="194" y="454"/>
                    <a:pt x="194" y="454"/>
                  </a:cubicBezTo>
                  <a:cubicBezTo>
                    <a:pt x="195" y="454"/>
                    <a:pt x="196" y="455"/>
                    <a:pt x="196" y="454"/>
                  </a:cubicBezTo>
                  <a:cubicBezTo>
                    <a:pt x="194" y="453"/>
                    <a:pt x="196" y="453"/>
                    <a:pt x="194" y="452"/>
                  </a:cubicBezTo>
                  <a:cubicBezTo>
                    <a:pt x="195" y="452"/>
                    <a:pt x="195" y="452"/>
                    <a:pt x="195" y="452"/>
                  </a:cubicBezTo>
                  <a:cubicBezTo>
                    <a:pt x="194" y="451"/>
                    <a:pt x="194" y="451"/>
                    <a:pt x="194" y="451"/>
                  </a:cubicBezTo>
                  <a:cubicBezTo>
                    <a:pt x="195" y="451"/>
                    <a:pt x="195" y="451"/>
                    <a:pt x="195" y="451"/>
                  </a:cubicBezTo>
                  <a:cubicBezTo>
                    <a:pt x="196" y="453"/>
                    <a:pt x="196" y="453"/>
                    <a:pt x="196" y="453"/>
                  </a:cubicBezTo>
                  <a:cubicBezTo>
                    <a:pt x="197" y="452"/>
                    <a:pt x="195" y="452"/>
                    <a:pt x="194" y="451"/>
                  </a:cubicBezTo>
                  <a:cubicBezTo>
                    <a:pt x="193" y="450"/>
                    <a:pt x="195" y="450"/>
                    <a:pt x="195" y="451"/>
                  </a:cubicBezTo>
                  <a:cubicBezTo>
                    <a:pt x="196" y="451"/>
                    <a:pt x="195" y="451"/>
                    <a:pt x="195" y="451"/>
                  </a:cubicBezTo>
                  <a:cubicBezTo>
                    <a:pt x="196" y="452"/>
                    <a:pt x="196" y="451"/>
                    <a:pt x="196" y="452"/>
                  </a:cubicBezTo>
                  <a:cubicBezTo>
                    <a:pt x="196" y="451"/>
                    <a:pt x="195" y="450"/>
                    <a:pt x="195" y="450"/>
                  </a:cubicBezTo>
                  <a:cubicBezTo>
                    <a:pt x="195" y="451"/>
                    <a:pt x="196" y="450"/>
                    <a:pt x="197" y="451"/>
                  </a:cubicBezTo>
                  <a:cubicBezTo>
                    <a:pt x="196" y="450"/>
                    <a:pt x="197" y="450"/>
                    <a:pt x="196" y="450"/>
                  </a:cubicBezTo>
                  <a:cubicBezTo>
                    <a:pt x="196" y="450"/>
                    <a:pt x="195" y="449"/>
                    <a:pt x="194" y="449"/>
                  </a:cubicBezTo>
                  <a:cubicBezTo>
                    <a:pt x="194" y="448"/>
                    <a:pt x="194" y="448"/>
                    <a:pt x="195" y="448"/>
                  </a:cubicBezTo>
                  <a:cubicBezTo>
                    <a:pt x="195" y="449"/>
                    <a:pt x="195" y="449"/>
                    <a:pt x="195" y="449"/>
                  </a:cubicBezTo>
                  <a:cubicBezTo>
                    <a:pt x="195" y="448"/>
                    <a:pt x="196" y="448"/>
                    <a:pt x="194" y="447"/>
                  </a:cubicBezTo>
                  <a:cubicBezTo>
                    <a:pt x="196" y="449"/>
                    <a:pt x="196" y="449"/>
                    <a:pt x="196" y="449"/>
                  </a:cubicBezTo>
                  <a:cubicBezTo>
                    <a:pt x="196" y="448"/>
                    <a:pt x="196" y="448"/>
                    <a:pt x="196" y="447"/>
                  </a:cubicBezTo>
                  <a:cubicBezTo>
                    <a:pt x="197" y="448"/>
                    <a:pt x="198" y="450"/>
                    <a:pt x="199" y="450"/>
                  </a:cubicBezTo>
                  <a:cubicBezTo>
                    <a:pt x="198" y="448"/>
                    <a:pt x="198" y="448"/>
                    <a:pt x="198" y="448"/>
                  </a:cubicBezTo>
                  <a:cubicBezTo>
                    <a:pt x="199" y="448"/>
                    <a:pt x="199" y="448"/>
                    <a:pt x="199" y="449"/>
                  </a:cubicBezTo>
                  <a:cubicBezTo>
                    <a:pt x="200" y="449"/>
                    <a:pt x="198" y="444"/>
                    <a:pt x="199" y="445"/>
                  </a:cubicBezTo>
                  <a:cubicBezTo>
                    <a:pt x="200" y="447"/>
                    <a:pt x="200" y="447"/>
                    <a:pt x="201" y="447"/>
                  </a:cubicBezTo>
                  <a:cubicBezTo>
                    <a:pt x="200" y="446"/>
                    <a:pt x="200" y="446"/>
                    <a:pt x="200" y="446"/>
                  </a:cubicBezTo>
                  <a:cubicBezTo>
                    <a:pt x="200" y="446"/>
                    <a:pt x="201" y="448"/>
                    <a:pt x="200" y="447"/>
                  </a:cubicBezTo>
                  <a:cubicBezTo>
                    <a:pt x="199" y="446"/>
                    <a:pt x="200" y="446"/>
                    <a:pt x="200" y="445"/>
                  </a:cubicBezTo>
                  <a:cubicBezTo>
                    <a:pt x="200" y="446"/>
                    <a:pt x="201" y="447"/>
                    <a:pt x="202" y="447"/>
                  </a:cubicBezTo>
                  <a:cubicBezTo>
                    <a:pt x="202" y="447"/>
                    <a:pt x="202" y="447"/>
                    <a:pt x="202" y="447"/>
                  </a:cubicBezTo>
                  <a:cubicBezTo>
                    <a:pt x="205" y="449"/>
                    <a:pt x="200" y="450"/>
                    <a:pt x="204" y="454"/>
                  </a:cubicBezTo>
                  <a:cubicBezTo>
                    <a:pt x="205" y="456"/>
                    <a:pt x="206" y="463"/>
                    <a:pt x="206" y="463"/>
                  </a:cubicBezTo>
                  <a:cubicBezTo>
                    <a:pt x="214" y="451"/>
                    <a:pt x="212" y="449"/>
                    <a:pt x="214" y="446"/>
                  </a:cubicBezTo>
                  <a:cubicBezTo>
                    <a:pt x="214" y="447"/>
                    <a:pt x="214" y="447"/>
                    <a:pt x="214" y="447"/>
                  </a:cubicBezTo>
                  <a:cubicBezTo>
                    <a:pt x="214" y="446"/>
                    <a:pt x="214" y="446"/>
                    <a:pt x="214" y="446"/>
                  </a:cubicBezTo>
                  <a:cubicBezTo>
                    <a:pt x="214" y="446"/>
                    <a:pt x="215" y="446"/>
                    <a:pt x="215" y="446"/>
                  </a:cubicBezTo>
                  <a:cubicBezTo>
                    <a:pt x="215" y="446"/>
                    <a:pt x="215" y="447"/>
                    <a:pt x="216" y="445"/>
                  </a:cubicBezTo>
                  <a:cubicBezTo>
                    <a:pt x="216" y="445"/>
                    <a:pt x="216" y="445"/>
                    <a:pt x="216" y="445"/>
                  </a:cubicBezTo>
                  <a:cubicBezTo>
                    <a:pt x="216" y="445"/>
                    <a:pt x="217" y="443"/>
                    <a:pt x="217" y="443"/>
                  </a:cubicBezTo>
                  <a:cubicBezTo>
                    <a:pt x="216" y="445"/>
                    <a:pt x="216" y="445"/>
                    <a:pt x="216" y="445"/>
                  </a:cubicBezTo>
                  <a:cubicBezTo>
                    <a:pt x="216" y="447"/>
                    <a:pt x="217" y="446"/>
                    <a:pt x="217" y="447"/>
                  </a:cubicBezTo>
                  <a:cubicBezTo>
                    <a:pt x="217" y="445"/>
                    <a:pt x="217" y="447"/>
                    <a:pt x="218" y="445"/>
                  </a:cubicBezTo>
                  <a:cubicBezTo>
                    <a:pt x="218" y="445"/>
                    <a:pt x="218" y="445"/>
                    <a:pt x="218" y="445"/>
                  </a:cubicBezTo>
                  <a:cubicBezTo>
                    <a:pt x="219" y="445"/>
                    <a:pt x="219" y="444"/>
                    <a:pt x="220" y="444"/>
                  </a:cubicBezTo>
                  <a:cubicBezTo>
                    <a:pt x="220" y="444"/>
                    <a:pt x="219" y="446"/>
                    <a:pt x="219" y="446"/>
                  </a:cubicBezTo>
                  <a:cubicBezTo>
                    <a:pt x="219" y="447"/>
                    <a:pt x="219" y="447"/>
                    <a:pt x="220" y="447"/>
                  </a:cubicBezTo>
                  <a:cubicBezTo>
                    <a:pt x="220" y="447"/>
                    <a:pt x="220" y="446"/>
                    <a:pt x="220" y="446"/>
                  </a:cubicBezTo>
                  <a:cubicBezTo>
                    <a:pt x="220" y="446"/>
                    <a:pt x="220" y="446"/>
                    <a:pt x="220" y="447"/>
                  </a:cubicBezTo>
                  <a:cubicBezTo>
                    <a:pt x="220" y="446"/>
                    <a:pt x="220" y="446"/>
                    <a:pt x="220" y="446"/>
                  </a:cubicBezTo>
                  <a:cubicBezTo>
                    <a:pt x="220" y="446"/>
                    <a:pt x="220" y="446"/>
                    <a:pt x="220" y="447"/>
                  </a:cubicBezTo>
                  <a:cubicBezTo>
                    <a:pt x="220" y="447"/>
                    <a:pt x="220" y="447"/>
                    <a:pt x="220" y="447"/>
                  </a:cubicBezTo>
                  <a:cubicBezTo>
                    <a:pt x="220" y="447"/>
                    <a:pt x="220" y="447"/>
                    <a:pt x="220" y="447"/>
                  </a:cubicBezTo>
                  <a:cubicBezTo>
                    <a:pt x="220" y="447"/>
                    <a:pt x="220" y="447"/>
                    <a:pt x="220" y="447"/>
                  </a:cubicBezTo>
                  <a:cubicBezTo>
                    <a:pt x="220" y="447"/>
                    <a:pt x="220" y="447"/>
                    <a:pt x="220" y="448"/>
                  </a:cubicBezTo>
                  <a:cubicBezTo>
                    <a:pt x="220" y="449"/>
                    <a:pt x="220" y="449"/>
                    <a:pt x="220" y="449"/>
                  </a:cubicBezTo>
                  <a:cubicBezTo>
                    <a:pt x="220" y="449"/>
                    <a:pt x="221" y="448"/>
                    <a:pt x="221" y="447"/>
                  </a:cubicBezTo>
                  <a:cubicBezTo>
                    <a:pt x="222" y="449"/>
                    <a:pt x="224" y="448"/>
                    <a:pt x="225" y="448"/>
                  </a:cubicBezTo>
                  <a:cubicBezTo>
                    <a:pt x="225" y="448"/>
                    <a:pt x="224" y="449"/>
                    <a:pt x="225" y="449"/>
                  </a:cubicBezTo>
                  <a:cubicBezTo>
                    <a:pt x="225" y="449"/>
                    <a:pt x="226" y="448"/>
                    <a:pt x="226" y="449"/>
                  </a:cubicBezTo>
                  <a:cubicBezTo>
                    <a:pt x="226" y="448"/>
                    <a:pt x="225" y="450"/>
                    <a:pt x="225" y="450"/>
                  </a:cubicBezTo>
                  <a:cubicBezTo>
                    <a:pt x="225" y="451"/>
                    <a:pt x="226" y="449"/>
                    <a:pt x="226" y="449"/>
                  </a:cubicBezTo>
                  <a:cubicBezTo>
                    <a:pt x="225" y="452"/>
                    <a:pt x="229" y="450"/>
                    <a:pt x="229" y="452"/>
                  </a:cubicBezTo>
                  <a:cubicBezTo>
                    <a:pt x="229" y="451"/>
                    <a:pt x="228" y="452"/>
                    <a:pt x="227" y="452"/>
                  </a:cubicBezTo>
                  <a:cubicBezTo>
                    <a:pt x="228" y="452"/>
                    <a:pt x="229" y="452"/>
                    <a:pt x="232" y="452"/>
                  </a:cubicBezTo>
                  <a:cubicBezTo>
                    <a:pt x="230" y="453"/>
                    <a:pt x="230" y="453"/>
                    <a:pt x="230" y="453"/>
                  </a:cubicBezTo>
                  <a:cubicBezTo>
                    <a:pt x="230" y="453"/>
                    <a:pt x="231" y="453"/>
                    <a:pt x="232" y="453"/>
                  </a:cubicBezTo>
                  <a:cubicBezTo>
                    <a:pt x="233" y="452"/>
                    <a:pt x="234" y="452"/>
                    <a:pt x="234" y="452"/>
                  </a:cubicBezTo>
                  <a:cubicBezTo>
                    <a:pt x="234" y="452"/>
                    <a:pt x="234" y="452"/>
                    <a:pt x="234" y="452"/>
                  </a:cubicBezTo>
                  <a:cubicBezTo>
                    <a:pt x="235" y="453"/>
                    <a:pt x="235" y="452"/>
                    <a:pt x="236" y="453"/>
                  </a:cubicBezTo>
                  <a:cubicBezTo>
                    <a:pt x="235" y="454"/>
                    <a:pt x="235" y="453"/>
                    <a:pt x="234" y="454"/>
                  </a:cubicBezTo>
                  <a:cubicBezTo>
                    <a:pt x="232" y="455"/>
                    <a:pt x="233" y="456"/>
                    <a:pt x="233" y="456"/>
                  </a:cubicBezTo>
                  <a:cubicBezTo>
                    <a:pt x="235" y="456"/>
                    <a:pt x="235" y="456"/>
                    <a:pt x="235" y="456"/>
                  </a:cubicBezTo>
                  <a:cubicBezTo>
                    <a:pt x="236" y="456"/>
                    <a:pt x="234" y="457"/>
                    <a:pt x="234" y="457"/>
                  </a:cubicBezTo>
                  <a:cubicBezTo>
                    <a:pt x="239" y="456"/>
                    <a:pt x="239" y="456"/>
                    <a:pt x="239" y="456"/>
                  </a:cubicBezTo>
                  <a:cubicBezTo>
                    <a:pt x="238" y="456"/>
                    <a:pt x="237" y="458"/>
                    <a:pt x="236" y="457"/>
                  </a:cubicBezTo>
                  <a:cubicBezTo>
                    <a:pt x="237" y="458"/>
                    <a:pt x="240" y="458"/>
                    <a:pt x="241" y="458"/>
                  </a:cubicBezTo>
                  <a:cubicBezTo>
                    <a:pt x="241" y="459"/>
                    <a:pt x="243" y="459"/>
                    <a:pt x="243" y="460"/>
                  </a:cubicBezTo>
                  <a:cubicBezTo>
                    <a:pt x="242" y="460"/>
                    <a:pt x="243" y="459"/>
                    <a:pt x="242" y="460"/>
                  </a:cubicBezTo>
                  <a:cubicBezTo>
                    <a:pt x="240" y="461"/>
                    <a:pt x="240" y="461"/>
                    <a:pt x="240" y="461"/>
                  </a:cubicBezTo>
                  <a:cubicBezTo>
                    <a:pt x="240" y="460"/>
                    <a:pt x="238" y="461"/>
                    <a:pt x="237" y="461"/>
                  </a:cubicBezTo>
                  <a:cubicBezTo>
                    <a:pt x="238" y="462"/>
                    <a:pt x="238" y="463"/>
                    <a:pt x="237" y="464"/>
                  </a:cubicBezTo>
                  <a:cubicBezTo>
                    <a:pt x="240" y="463"/>
                    <a:pt x="239" y="465"/>
                    <a:pt x="242" y="465"/>
                  </a:cubicBezTo>
                  <a:cubicBezTo>
                    <a:pt x="242" y="466"/>
                    <a:pt x="240" y="466"/>
                    <a:pt x="239" y="466"/>
                  </a:cubicBezTo>
                  <a:cubicBezTo>
                    <a:pt x="240" y="467"/>
                    <a:pt x="240" y="468"/>
                    <a:pt x="240" y="469"/>
                  </a:cubicBezTo>
                  <a:cubicBezTo>
                    <a:pt x="240" y="469"/>
                    <a:pt x="240" y="469"/>
                    <a:pt x="240" y="469"/>
                  </a:cubicBezTo>
                  <a:cubicBezTo>
                    <a:pt x="240" y="470"/>
                    <a:pt x="240" y="472"/>
                    <a:pt x="242" y="472"/>
                  </a:cubicBezTo>
                  <a:cubicBezTo>
                    <a:pt x="241" y="472"/>
                    <a:pt x="241" y="472"/>
                    <a:pt x="241" y="472"/>
                  </a:cubicBezTo>
                  <a:cubicBezTo>
                    <a:pt x="240" y="473"/>
                    <a:pt x="244" y="472"/>
                    <a:pt x="243" y="474"/>
                  </a:cubicBezTo>
                  <a:cubicBezTo>
                    <a:pt x="242" y="473"/>
                    <a:pt x="242" y="473"/>
                    <a:pt x="242" y="473"/>
                  </a:cubicBezTo>
                  <a:cubicBezTo>
                    <a:pt x="243" y="474"/>
                    <a:pt x="241" y="475"/>
                    <a:pt x="243" y="476"/>
                  </a:cubicBezTo>
                  <a:cubicBezTo>
                    <a:pt x="242" y="476"/>
                    <a:pt x="242" y="476"/>
                    <a:pt x="241" y="475"/>
                  </a:cubicBezTo>
                  <a:cubicBezTo>
                    <a:pt x="242" y="476"/>
                    <a:pt x="242" y="477"/>
                    <a:pt x="243" y="478"/>
                  </a:cubicBezTo>
                  <a:cubicBezTo>
                    <a:pt x="241" y="478"/>
                    <a:pt x="241" y="478"/>
                    <a:pt x="241" y="478"/>
                  </a:cubicBezTo>
                  <a:cubicBezTo>
                    <a:pt x="240" y="478"/>
                    <a:pt x="244" y="478"/>
                    <a:pt x="243" y="479"/>
                  </a:cubicBezTo>
                  <a:cubicBezTo>
                    <a:pt x="243" y="479"/>
                    <a:pt x="242" y="480"/>
                    <a:pt x="242" y="480"/>
                  </a:cubicBezTo>
                  <a:cubicBezTo>
                    <a:pt x="243" y="480"/>
                    <a:pt x="243" y="481"/>
                    <a:pt x="243" y="481"/>
                  </a:cubicBezTo>
                  <a:cubicBezTo>
                    <a:pt x="241" y="482"/>
                    <a:pt x="241" y="482"/>
                    <a:pt x="241" y="482"/>
                  </a:cubicBezTo>
                  <a:cubicBezTo>
                    <a:pt x="241" y="486"/>
                    <a:pt x="241" y="490"/>
                    <a:pt x="243" y="494"/>
                  </a:cubicBezTo>
                  <a:cubicBezTo>
                    <a:pt x="240" y="494"/>
                    <a:pt x="241" y="493"/>
                    <a:pt x="240" y="493"/>
                  </a:cubicBezTo>
                  <a:cubicBezTo>
                    <a:pt x="242" y="493"/>
                    <a:pt x="240" y="494"/>
                    <a:pt x="241" y="495"/>
                  </a:cubicBezTo>
                  <a:cubicBezTo>
                    <a:pt x="241" y="495"/>
                    <a:pt x="241" y="495"/>
                    <a:pt x="241" y="495"/>
                  </a:cubicBezTo>
                  <a:cubicBezTo>
                    <a:pt x="241" y="496"/>
                    <a:pt x="240" y="496"/>
                    <a:pt x="240" y="497"/>
                  </a:cubicBezTo>
                  <a:cubicBezTo>
                    <a:pt x="241" y="497"/>
                    <a:pt x="241" y="497"/>
                    <a:pt x="241" y="497"/>
                  </a:cubicBezTo>
                  <a:cubicBezTo>
                    <a:pt x="242" y="497"/>
                    <a:pt x="238" y="498"/>
                    <a:pt x="241" y="498"/>
                  </a:cubicBezTo>
                  <a:cubicBezTo>
                    <a:pt x="239" y="499"/>
                    <a:pt x="239" y="499"/>
                    <a:pt x="239" y="499"/>
                  </a:cubicBezTo>
                  <a:cubicBezTo>
                    <a:pt x="242" y="499"/>
                    <a:pt x="238" y="499"/>
                    <a:pt x="240" y="500"/>
                  </a:cubicBezTo>
                  <a:cubicBezTo>
                    <a:pt x="240" y="500"/>
                    <a:pt x="240" y="500"/>
                    <a:pt x="240" y="500"/>
                  </a:cubicBezTo>
                  <a:cubicBezTo>
                    <a:pt x="239" y="501"/>
                    <a:pt x="243" y="502"/>
                    <a:pt x="241" y="502"/>
                  </a:cubicBezTo>
                  <a:cubicBezTo>
                    <a:pt x="241" y="503"/>
                    <a:pt x="242" y="504"/>
                    <a:pt x="244" y="504"/>
                  </a:cubicBezTo>
                  <a:cubicBezTo>
                    <a:pt x="241" y="504"/>
                    <a:pt x="241" y="504"/>
                    <a:pt x="241" y="504"/>
                  </a:cubicBezTo>
                  <a:cubicBezTo>
                    <a:pt x="242" y="507"/>
                    <a:pt x="241" y="511"/>
                    <a:pt x="244" y="513"/>
                  </a:cubicBezTo>
                  <a:cubicBezTo>
                    <a:pt x="243" y="513"/>
                    <a:pt x="243" y="513"/>
                    <a:pt x="243" y="513"/>
                  </a:cubicBezTo>
                  <a:cubicBezTo>
                    <a:pt x="245" y="515"/>
                    <a:pt x="241" y="517"/>
                    <a:pt x="245" y="518"/>
                  </a:cubicBezTo>
                  <a:cubicBezTo>
                    <a:pt x="247" y="518"/>
                    <a:pt x="247" y="518"/>
                    <a:pt x="247" y="518"/>
                  </a:cubicBezTo>
                  <a:cubicBezTo>
                    <a:pt x="244" y="519"/>
                    <a:pt x="244" y="519"/>
                    <a:pt x="244" y="519"/>
                  </a:cubicBezTo>
                  <a:cubicBezTo>
                    <a:pt x="246" y="519"/>
                    <a:pt x="245" y="520"/>
                    <a:pt x="247" y="521"/>
                  </a:cubicBezTo>
                  <a:cubicBezTo>
                    <a:pt x="245" y="521"/>
                    <a:pt x="245" y="521"/>
                    <a:pt x="245" y="521"/>
                  </a:cubicBezTo>
                  <a:cubicBezTo>
                    <a:pt x="245" y="521"/>
                    <a:pt x="247" y="522"/>
                    <a:pt x="247" y="523"/>
                  </a:cubicBezTo>
                  <a:cubicBezTo>
                    <a:pt x="246" y="523"/>
                    <a:pt x="246" y="523"/>
                    <a:pt x="246" y="523"/>
                  </a:cubicBezTo>
                  <a:cubicBezTo>
                    <a:pt x="243" y="527"/>
                    <a:pt x="241" y="532"/>
                    <a:pt x="246" y="534"/>
                  </a:cubicBezTo>
                  <a:cubicBezTo>
                    <a:pt x="247" y="535"/>
                    <a:pt x="243" y="535"/>
                    <a:pt x="244" y="536"/>
                  </a:cubicBezTo>
                  <a:cubicBezTo>
                    <a:pt x="247" y="538"/>
                    <a:pt x="245" y="541"/>
                    <a:pt x="247" y="543"/>
                  </a:cubicBezTo>
                  <a:cubicBezTo>
                    <a:pt x="246" y="546"/>
                    <a:pt x="244" y="545"/>
                    <a:pt x="243" y="548"/>
                  </a:cubicBezTo>
                  <a:cubicBezTo>
                    <a:pt x="243" y="547"/>
                    <a:pt x="243" y="547"/>
                    <a:pt x="243" y="547"/>
                  </a:cubicBezTo>
                  <a:cubicBezTo>
                    <a:pt x="242" y="549"/>
                    <a:pt x="241" y="547"/>
                    <a:pt x="240" y="546"/>
                  </a:cubicBezTo>
                  <a:cubicBezTo>
                    <a:pt x="240" y="547"/>
                    <a:pt x="239" y="547"/>
                    <a:pt x="240" y="549"/>
                  </a:cubicBezTo>
                  <a:cubicBezTo>
                    <a:pt x="239" y="550"/>
                    <a:pt x="238" y="546"/>
                    <a:pt x="238" y="547"/>
                  </a:cubicBezTo>
                  <a:cubicBezTo>
                    <a:pt x="238" y="546"/>
                    <a:pt x="238" y="548"/>
                    <a:pt x="238" y="548"/>
                  </a:cubicBezTo>
                  <a:cubicBezTo>
                    <a:pt x="236" y="550"/>
                    <a:pt x="238" y="546"/>
                    <a:pt x="235" y="545"/>
                  </a:cubicBezTo>
                  <a:cubicBezTo>
                    <a:pt x="232" y="546"/>
                    <a:pt x="228" y="548"/>
                    <a:pt x="225" y="547"/>
                  </a:cubicBezTo>
                  <a:cubicBezTo>
                    <a:pt x="225" y="547"/>
                    <a:pt x="225" y="549"/>
                    <a:pt x="225" y="549"/>
                  </a:cubicBezTo>
                  <a:cubicBezTo>
                    <a:pt x="224" y="546"/>
                    <a:pt x="224" y="550"/>
                    <a:pt x="223" y="549"/>
                  </a:cubicBezTo>
                  <a:cubicBezTo>
                    <a:pt x="223" y="548"/>
                    <a:pt x="223" y="548"/>
                    <a:pt x="223" y="547"/>
                  </a:cubicBezTo>
                  <a:cubicBezTo>
                    <a:pt x="222" y="546"/>
                    <a:pt x="220" y="548"/>
                    <a:pt x="219" y="547"/>
                  </a:cubicBezTo>
                  <a:cubicBezTo>
                    <a:pt x="218" y="549"/>
                    <a:pt x="216" y="546"/>
                    <a:pt x="215" y="548"/>
                  </a:cubicBezTo>
                  <a:cubicBezTo>
                    <a:pt x="215" y="546"/>
                    <a:pt x="214" y="547"/>
                    <a:pt x="214" y="546"/>
                  </a:cubicBezTo>
                  <a:cubicBezTo>
                    <a:pt x="213" y="550"/>
                    <a:pt x="211" y="545"/>
                    <a:pt x="210" y="547"/>
                  </a:cubicBezTo>
                  <a:cubicBezTo>
                    <a:pt x="210" y="547"/>
                    <a:pt x="210" y="547"/>
                    <a:pt x="210" y="547"/>
                  </a:cubicBezTo>
                  <a:cubicBezTo>
                    <a:pt x="206" y="547"/>
                    <a:pt x="202" y="547"/>
                    <a:pt x="198" y="549"/>
                  </a:cubicBezTo>
                  <a:cubicBezTo>
                    <a:pt x="195" y="549"/>
                    <a:pt x="193" y="546"/>
                    <a:pt x="190" y="547"/>
                  </a:cubicBezTo>
                  <a:cubicBezTo>
                    <a:pt x="190" y="548"/>
                    <a:pt x="190" y="549"/>
                    <a:pt x="190" y="549"/>
                  </a:cubicBezTo>
                  <a:cubicBezTo>
                    <a:pt x="189" y="549"/>
                    <a:pt x="190" y="548"/>
                    <a:pt x="190" y="547"/>
                  </a:cubicBezTo>
                  <a:cubicBezTo>
                    <a:pt x="188" y="549"/>
                    <a:pt x="187" y="547"/>
                    <a:pt x="185" y="547"/>
                  </a:cubicBezTo>
                  <a:cubicBezTo>
                    <a:pt x="185" y="548"/>
                    <a:pt x="184" y="548"/>
                    <a:pt x="185" y="549"/>
                  </a:cubicBezTo>
                  <a:cubicBezTo>
                    <a:pt x="183" y="546"/>
                    <a:pt x="181" y="550"/>
                    <a:pt x="179" y="548"/>
                  </a:cubicBezTo>
                  <a:cubicBezTo>
                    <a:pt x="179" y="552"/>
                    <a:pt x="178" y="550"/>
                    <a:pt x="177" y="551"/>
                  </a:cubicBezTo>
                  <a:cubicBezTo>
                    <a:pt x="177" y="551"/>
                    <a:pt x="177" y="550"/>
                    <a:pt x="177" y="549"/>
                  </a:cubicBezTo>
                  <a:cubicBezTo>
                    <a:pt x="175" y="550"/>
                    <a:pt x="175" y="550"/>
                    <a:pt x="173" y="549"/>
                  </a:cubicBezTo>
                  <a:cubicBezTo>
                    <a:pt x="172" y="549"/>
                    <a:pt x="172" y="551"/>
                    <a:pt x="171" y="551"/>
                  </a:cubicBezTo>
                  <a:cubicBezTo>
                    <a:pt x="171" y="548"/>
                    <a:pt x="170" y="550"/>
                    <a:pt x="169" y="550"/>
                  </a:cubicBezTo>
                  <a:cubicBezTo>
                    <a:pt x="169" y="552"/>
                    <a:pt x="168" y="553"/>
                    <a:pt x="167" y="552"/>
                  </a:cubicBezTo>
                  <a:cubicBezTo>
                    <a:pt x="168" y="549"/>
                    <a:pt x="168" y="549"/>
                    <a:pt x="168" y="549"/>
                  </a:cubicBezTo>
                  <a:cubicBezTo>
                    <a:pt x="165" y="551"/>
                    <a:pt x="162" y="548"/>
                    <a:pt x="159" y="551"/>
                  </a:cubicBezTo>
                  <a:cubicBezTo>
                    <a:pt x="159" y="549"/>
                    <a:pt x="159" y="549"/>
                    <a:pt x="159" y="549"/>
                  </a:cubicBezTo>
                  <a:cubicBezTo>
                    <a:pt x="156" y="550"/>
                    <a:pt x="154" y="548"/>
                    <a:pt x="151" y="549"/>
                  </a:cubicBezTo>
                  <a:cubicBezTo>
                    <a:pt x="150" y="548"/>
                    <a:pt x="150" y="547"/>
                    <a:pt x="149" y="547"/>
                  </a:cubicBezTo>
                  <a:cubicBezTo>
                    <a:pt x="148" y="548"/>
                    <a:pt x="148" y="548"/>
                    <a:pt x="146" y="549"/>
                  </a:cubicBezTo>
                  <a:cubicBezTo>
                    <a:pt x="146" y="549"/>
                    <a:pt x="146" y="548"/>
                    <a:pt x="147" y="547"/>
                  </a:cubicBezTo>
                  <a:cubicBezTo>
                    <a:pt x="146" y="546"/>
                    <a:pt x="147" y="544"/>
                    <a:pt x="145" y="545"/>
                  </a:cubicBezTo>
                  <a:cubicBezTo>
                    <a:pt x="146" y="545"/>
                    <a:pt x="146" y="545"/>
                    <a:pt x="146" y="545"/>
                  </a:cubicBezTo>
                  <a:cubicBezTo>
                    <a:pt x="145" y="545"/>
                    <a:pt x="143" y="545"/>
                    <a:pt x="144" y="544"/>
                  </a:cubicBezTo>
                  <a:cubicBezTo>
                    <a:pt x="143" y="544"/>
                    <a:pt x="142" y="543"/>
                    <a:pt x="140" y="544"/>
                  </a:cubicBezTo>
                  <a:cubicBezTo>
                    <a:pt x="140" y="543"/>
                    <a:pt x="143" y="543"/>
                    <a:pt x="141" y="543"/>
                  </a:cubicBezTo>
                  <a:cubicBezTo>
                    <a:pt x="143" y="543"/>
                    <a:pt x="143" y="543"/>
                    <a:pt x="143" y="543"/>
                  </a:cubicBezTo>
                  <a:cubicBezTo>
                    <a:pt x="143" y="541"/>
                    <a:pt x="142" y="539"/>
                    <a:pt x="142" y="537"/>
                  </a:cubicBezTo>
                  <a:cubicBezTo>
                    <a:pt x="145" y="537"/>
                    <a:pt x="142" y="534"/>
                    <a:pt x="144" y="534"/>
                  </a:cubicBezTo>
                  <a:cubicBezTo>
                    <a:pt x="143" y="533"/>
                    <a:pt x="146" y="532"/>
                    <a:pt x="143" y="530"/>
                  </a:cubicBezTo>
                  <a:cubicBezTo>
                    <a:pt x="144" y="531"/>
                    <a:pt x="144" y="531"/>
                    <a:pt x="144" y="531"/>
                  </a:cubicBezTo>
                  <a:cubicBezTo>
                    <a:pt x="145" y="530"/>
                    <a:pt x="146" y="528"/>
                    <a:pt x="147" y="527"/>
                  </a:cubicBezTo>
                  <a:cubicBezTo>
                    <a:pt x="148" y="527"/>
                    <a:pt x="146" y="526"/>
                    <a:pt x="146" y="525"/>
                  </a:cubicBezTo>
                  <a:cubicBezTo>
                    <a:pt x="147" y="525"/>
                    <a:pt x="147" y="525"/>
                    <a:pt x="147" y="525"/>
                  </a:cubicBezTo>
                  <a:cubicBezTo>
                    <a:pt x="147" y="524"/>
                    <a:pt x="145" y="523"/>
                    <a:pt x="145" y="522"/>
                  </a:cubicBezTo>
                  <a:cubicBezTo>
                    <a:pt x="146" y="522"/>
                    <a:pt x="145" y="521"/>
                    <a:pt x="146" y="521"/>
                  </a:cubicBezTo>
                  <a:cubicBezTo>
                    <a:pt x="146" y="522"/>
                    <a:pt x="147" y="523"/>
                    <a:pt x="149" y="525"/>
                  </a:cubicBezTo>
                  <a:cubicBezTo>
                    <a:pt x="150" y="525"/>
                    <a:pt x="147" y="522"/>
                    <a:pt x="149" y="523"/>
                  </a:cubicBezTo>
                  <a:cubicBezTo>
                    <a:pt x="150" y="522"/>
                    <a:pt x="150" y="521"/>
                    <a:pt x="149" y="520"/>
                  </a:cubicBezTo>
                  <a:cubicBezTo>
                    <a:pt x="149" y="521"/>
                    <a:pt x="150" y="520"/>
                    <a:pt x="150" y="521"/>
                  </a:cubicBezTo>
                  <a:cubicBezTo>
                    <a:pt x="151" y="521"/>
                    <a:pt x="151" y="520"/>
                    <a:pt x="151" y="520"/>
                  </a:cubicBezTo>
                  <a:cubicBezTo>
                    <a:pt x="150" y="520"/>
                    <a:pt x="150" y="520"/>
                    <a:pt x="150" y="520"/>
                  </a:cubicBezTo>
                  <a:cubicBezTo>
                    <a:pt x="149" y="519"/>
                    <a:pt x="150" y="518"/>
                    <a:pt x="148" y="517"/>
                  </a:cubicBezTo>
                  <a:cubicBezTo>
                    <a:pt x="148" y="517"/>
                    <a:pt x="149" y="518"/>
                    <a:pt x="148" y="518"/>
                  </a:cubicBezTo>
                  <a:cubicBezTo>
                    <a:pt x="147" y="517"/>
                    <a:pt x="148" y="516"/>
                    <a:pt x="149" y="516"/>
                  </a:cubicBezTo>
                  <a:cubicBezTo>
                    <a:pt x="150" y="517"/>
                    <a:pt x="150" y="519"/>
                    <a:pt x="151" y="519"/>
                  </a:cubicBezTo>
                  <a:cubicBezTo>
                    <a:pt x="150" y="515"/>
                    <a:pt x="150" y="515"/>
                    <a:pt x="150" y="515"/>
                  </a:cubicBezTo>
                  <a:cubicBezTo>
                    <a:pt x="150" y="516"/>
                    <a:pt x="149" y="516"/>
                    <a:pt x="148" y="515"/>
                  </a:cubicBezTo>
                  <a:cubicBezTo>
                    <a:pt x="148" y="516"/>
                    <a:pt x="148" y="516"/>
                    <a:pt x="148" y="516"/>
                  </a:cubicBezTo>
                  <a:cubicBezTo>
                    <a:pt x="147" y="515"/>
                    <a:pt x="147" y="515"/>
                    <a:pt x="147" y="515"/>
                  </a:cubicBezTo>
                  <a:cubicBezTo>
                    <a:pt x="147" y="516"/>
                    <a:pt x="145" y="516"/>
                    <a:pt x="145" y="517"/>
                  </a:cubicBezTo>
                  <a:cubicBezTo>
                    <a:pt x="147" y="518"/>
                    <a:pt x="147" y="518"/>
                    <a:pt x="147" y="518"/>
                  </a:cubicBezTo>
                  <a:cubicBezTo>
                    <a:pt x="146" y="519"/>
                    <a:pt x="147" y="521"/>
                    <a:pt x="146" y="520"/>
                  </a:cubicBezTo>
                  <a:cubicBezTo>
                    <a:pt x="145" y="519"/>
                    <a:pt x="145" y="519"/>
                    <a:pt x="144" y="519"/>
                  </a:cubicBezTo>
                  <a:cubicBezTo>
                    <a:pt x="144" y="519"/>
                    <a:pt x="144" y="519"/>
                    <a:pt x="144" y="519"/>
                  </a:cubicBezTo>
                  <a:cubicBezTo>
                    <a:pt x="142" y="518"/>
                    <a:pt x="142" y="518"/>
                    <a:pt x="142" y="518"/>
                  </a:cubicBezTo>
                  <a:cubicBezTo>
                    <a:pt x="145" y="520"/>
                    <a:pt x="142" y="520"/>
                    <a:pt x="142" y="521"/>
                  </a:cubicBezTo>
                  <a:cubicBezTo>
                    <a:pt x="142" y="520"/>
                    <a:pt x="142" y="520"/>
                    <a:pt x="142" y="520"/>
                  </a:cubicBezTo>
                  <a:cubicBezTo>
                    <a:pt x="140" y="521"/>
                    <a:pt x="143" y="521"/>
                    <a:pt x="143" y="522"/>
                  </a:cubicBezTo>
                  <a:cubicBezTo>
                    <a:pt x="142" y="522"/>
                    <a:pt x="140" y="520"/>
                    <a:pt x="139" y="520"/>
                  </a:cubicBezTo>
                  <a:cubicBezTo>
                    <a:pt x="138" y="521"/>
                    <a:pt x="139" y="524"/>
                    <a:pt x="137" y="524"/>
                  </a:cubicBezTo>
                  <a:cubicBezTo>
                    <a:pt x="136" y="525"/>
                    <a:pt x="137" y="526"/>
                    <a:pt x="137" y="528"/>
                  </a:cubicBezTo>
                  <a:cubicBezTo>
                    <a:pt x="137" y="529"/>
                    <a:pt x="135" y="527"/>
                    <a:pt x="136" y="528"/>
                  </a:cubicBezTo>
                  <a:cubicBezTo>
                    <a:pt x="135" y="527"/>
                    <a:pt x="134" y="527"/>
                    <a:pt x="133" y="527"/>
                  </a:cubicBezTo>
                  <a:cubicBezTo>
                    <a:pt x="134" y="527"/>
                    <a:pt x="132" y="528"/>
                    <a:pt x="135" y="529"/>
                  </a:cubicBezTo>
                  <a:cubicBezTo>
                    <a:pt x="133" y="529"/>
                    <a:pt x="132" y="532"/>
                    <a:pt x="133" y="533"/>
                  </a:cubicBezTo>
                  <a:cubicBezTo>
                    <a:pt x="133" y="533"/>
                    <a:pt x="131" y="532"/>
                    <a:pt x="130" y="532"/>
                  </a:cubicBezTo>
                  <a:cubicBezTo>
                    <a:pt x="131" y="534"/>
                    <a:pt x="132" y="535"/>
                    <a:pt x="131" y="536"/>
                  </a:cubicBezTo>
                  <a:cubicBezTo>
                    <a:pt x="133" y="537"/>
                    <a:pt x="133" y="536"/>
                    <a:pt x="135" y="537"/>
                  </a:cubicBezTo>
                  <a:cubicBezTo>
                    <a:pt x="135" y="537"/>
                    <a:pt x="136" y="537"/>
                    <a:pt x="136" y="537"/>
                  </a:cubicBezTo>
                  <a:cubicBezTo>
                    <a:pt x="134" y="537"/>
                    <a:pt x="131" y="537"/>
                    <a:pt x="131" y="538"/>
                  </a:cubicBezTo>
                  <a:cubicBezTo>
                    <a:pt x="128" y="538"/>
                    <a:pt x="132" y="536"/>
                    <a:pt x="129" y="536"/>
                  </a:cubicBezTo>
                  <a:cubicBezTo>
                    <a:pt x="126" y="535"/>
                    <a:pt x="127" y="533"/>
                    <a:pt x="128" y="533"/>
                  </a:cubicBezTo>
                  <a:cubicBezTo>
                    <a:pt x="126" y="531"/>
                    <a:pt x="128" y="533"/>
                    <a:pt x="126" y="533"/>
                  </a:cubicBezTo>
                  <a:cubicBezTo>
                    <a:pt x="126" y="534"/>
                    <a:pt x="127" y="535"/>
                    <a:pt x="127" y="536"/>
                  </a:cubicBezTo>
                  <a:cubicBezTo>
                    <a:pt x="128" y="537"/>
                    <a:pt x="128" y="536"/>
                    <a:pt x="129" y="537"/>
                  </a:cubicBezTo>
                  <a:cubicBezTo>
                    <a:pt x="131" y="539"/>
                    <a:pt x="127" y="539"/>
                    <a:pt x="127" y="539"/>
                  </a:cubicBezTo>
                  <a:cubicBezTo>
                    <a:pt x="126" y="538"/>
                    <a:pt x="126" y="538"/>
                    <a:pt x="126" y="538"/>
                  </a:cubicBezTo>
                  <a:cubicBezTo>
                    <a:pt x="125" y="539"/>
                    <a:pt x="127" y="540"/>
                    <a:pt x="127" y="541"/>
                  </a:cubicBezTo>
                  <a:cubicBezTo>
                    <a:pt x="124" y="541"/>
                    <a:pt x="126" y="539"/>
                    <a:pt x="124" y="538"/>
                  </a:cubicBezTo>
                  <a:cubicBezTo>
                    <a:pt x="122" y="539"/>
                    <a:pt x="122" y="539"/>
                    <a:pt x="122" y="539"/>
                  </a:cubicBezTo>
                  <a:cubicBezTo>
                    <a:pt x="122" y="542"/>
                    <a:pt x="125" y="540"/>
                    <a:pt x="124" y="542"/>
                  </a:cubicBezTo>
                  <a:cubicBezTo>
                    <a:pt x="123" y="542"/>
                    <a:pt x="123" y="542"/>
                    <a:pt x="123" y="542"/>
                  </a:cubicBezTo>
                  <a:cubicBezTo>
                    <a:pt x="124" y="543"/>
                    <a:pt x="124" y="543"/>
                    <a:pt x="124" y="543"/>
                  </a:cubicBezTo>
                  <a:cubicBezTo>
                    <a:pt x="125" y="543"/>
                    <a:pt x="127" y="543"/>
                    <a:pt x="126" y="542"/>
                  </a:cubicBezTo>
                  <a:cubicBezTo>
                    <a:pt x="130" y="542"/>
                    <a:pt x="127" y="543"/>
                    <a:pt x="128" y="544"/>
                  </a:cubicBezTo>
                  <a:cubicBezTo>
                    <a:pt x="130" y="545"/>
                    <a:pt x="127" y="544"/>
                    <a:pt x="129" y="543"/>
                  </a:cubicBezTo>
                  <a:cubicBezTo>
                    <a:pt x="131" y="543"/>
                    <a:pt x="131" y="544"/>
                    <a:pt x="131" y="545"/>
                  </a:cubicBezTo>
                  <a:cubicBezTo>
                    <a:pt x="132" y="546"/>
                    <a:pt x="130" y="546"/>
                    <a:pt x="129" y="547"/>
                  </a:cubicBezTo>
                  <a:cubicBezTo>
                    <a:pt x="128" y="546"/>
                    <a:pt x="128" y="545"/>
                    <a:pt x="129" y="545"/>
                  </a:cubicBezTo>
                  <a:cubicBezTo>
                    <a:pt x="127" y="544"/>
                    <a:pt x="125" y="547"/>
                    <a:pt x="124" y="546"/>
                  </a:cubicBezTo>
                  <a:cubicBezTo>
                    <a:pt x="123" y="548"/>
                    <a:pt x="125" y="547"/>
                    <a:pt x="126" y="548"/>
                  </a:cubicBezTo>
                  <a:cubicBezTo>
                    <a:pt x="126" y="547"/>
                    <a:pt x="128" y="547"/>
                    <a:pt x="128" y="547"/>
                  </a:cubicBezTo>
                  <a:cubicBezTo>
                    <a:pt x="133" y="548"/>
                    <a:pt x="125" y="549"/>
                    <a:pt x="127" y="551"/>
                  </a:cubicBezTo>
                  <a:cubicBezTo>
                    <a:pt x="130" y="550"/>
                    <a:pt x="132" y="552"/>
                    <a:pt x="134" y="549"/>
                  </a:cubicBezTo>
                  <a:cubicBezTo>
                    <a:pt x="135" y="549"/>
                    <a:pt x="136" y="550"/>
                    <a:pt x="136" y="550"/>
                  </a:cubicBezTo>
                  <a:cubicBezTo>
                    <a:pt x="134" y="551"/>
                    <a:pt x="135" y="552"/>
                    <a:pt x="133" y="552"/>
                  </a:cubicBezTo>
                  <a:cubicBezTo>
                    <a:pt x="133" y="553"/>
                    <a:pt x="133" y="553"/>
                    <a:pt x="133" y="553"/>
                  </a:cubicBezTo>
                  <a:cubicBezTo>
                    <a:pt x="130" y="553"/>
                    <a:pt x="130" y="553"/>
                    <a:pt x="130" y="553"/>
                  </a:cubicBezTo>
                  <a:cubicBezTo>
                    <a:pt x="130" y="554"/>
                    <a:pt x="129" y="557"/>
                    <a:pt x="129" y="558"/>
                  </a:cubicBezTo>
                  <a:cubicBezTo>
                    <a:pt x="130" y="558"/>
                    <a:pt x="130" y="556"/>
                    <a:pt x="131" y="557"/>
                  </a:cubicBezTo>
                  <a:cubicBezTo>
                    <a:pt x="130" y="557"/>
                    <a:pt x="130" y="559"/>
                    <a:pt x="131" y="559"/>
                  </a:cubicBezTo>
                  <a:cubicBezTo>
                    <a:pt x="130" y="558"/>
                    <a:pt x="133" y="557"/>
                    <a:pt x="134" y="557"/>
                  </a:cubicBezTo>
                  <a:cubicBezTo>
                    <a:pt x="134" y="558"/>
                    <a:pt x="134" y="560"/>
                    <a:pt x="133" y="560"/>
                  </a:cubicBezTo>
                  <a:cubicBezTo>
                    <a:pt x="131" y="561"/>
                    <a:pt x="131" y="561"/>
                    <a:pt x="131" y="561"/>
                  </a:cubicBezTo>
                  <a:cubicBezTo>
                    <a:pt x="133" y="560"/>
                    <a:pt x="131" y="562"/>
                    <a:pt x="132" y="562"/>
                  </a:cubicBezTo>
                  <a:cubicBezTo>
                    <a:pt x="133" y="561"/>
                    <a:pt x="135" y="560"/>
                    <a:pt x="136" y="559"/>
                  </a:cubicBezTo>
                  <a:cubicBezTo>
                    <a:pt x="137" y="559"/>
                    <a:pt x="136" y="561"/>
                    <a:pt x="137" y="561"/>
                  </a:cubicBezTo>
                  <a:cubicBezTo>
                    <a:pt x="135" y="561"/>
                    <a:pt x="135" y="561"/>
                    <a:pt x="135" y="561"/>
                  </a:cubicBezTo>
                  <a:cubicBezTo>
                    <a:pt x="136" y="562"/>
                    <a:pt x="133" y="564"/>
                    <a:pt x="135" y="564"/>
                  </a:cubicBezTo>
                  <a:cubicBezTo>
                    <a:pt x="136" y="563"/>
                    <a:pt x="136" y="563"/>
                    <a:pt x="136" y="563"/>
                  </a:cubicBezTo>
                  <a:cubicBezTo>
                    <a:pt x="136" y="564"/>
                    <a:pt x="136" y="564"/>
                    <a:pt x="135" y="564"/>
                  </a:cubicBezTo>
                  <a:close/>
                  <a:moveTo>
                    <a:pt x="181" y="303"/>
                  </a:moveTo>
                  <a:cubicBezTo>
                    <a:pt x="181" y="303"/>
                    <a:pt x="181" y="303"/>
                    <a:pt x="181" y="303"/>
                  </a:cubicBezTo>
                  <a:cubicBezTo>
                    <a:pt x="181" y="303"/>
                    <a:pt x="181" y="303"/>
                    <a:pt x="181" y="303"/>
                  </a:cubicBezTo>
                  <a:cubicBezTo>
                    <a:pt x="181" y="303"/>
                    <a:pt x="181" y="303"/>
                    <a:pt x="181" y="303"/>
                  </a:cubicBezTo>
                  <a:close/>
                  <a:moveTo>
                    <a:pt x="191" y="308"/>
                  </a:moveTo>
                  <a:cubicBezTo>
                    <a:pt x="190" y="307"/>
                    <a:pt x="190" y="306"/>
                    <a:pt x="190" y="306"/>
                  </a:cubicBezTo>
                  <a:cubicBezTo>
                    <a:pt x="191" y="308"/>
                    <a:pt x="191" y="308"/>
                    <a:pt x="191" y="308"/>
                  </a:cubicBezTo>
                  <a:cubicBezTo>
                    <a:pt x="191" y="308"/>
                    <a:pt x="191" y="308"/>
                    <a:pt x="191" y="308"/>
                  </a:cubicBezTo>
                  <a:close/>
                  <a:moveTo>
                    <a:pt x="199" y="323"/>
                  </a:moveTo>
                  <a:cubicBezTo>
                    <a:pt x="199" y="323"/>
                    <a:pt x="199" y="323"/>
                    <a:pt x="199" y="324"/>
                  </a:cubicBezTo>
                  <a:cubicBezTo>
                    <a:pt x="199" y="324"/>
                    <a:pt x="199" y="324"/>
                    <a:pt x="199" y="324"/>
                  </a:cubicBezTo>
                  <a:cubicBezTo>
                    <a:pt x="199" y="324"/>
                    <a:pt x="199" y="324"/>
                    <a:pt x="199" y="324"/>
                  </a:cubicBezTo>
                  <a:cubicBezTo>
                    <a:pt x="199" y="324"/>
                    <a:pt x="200" y="324"/>
                    <a:pt x="200" y="324"/>
                  </a:cubicBezTo>
                  <a:cubicBezTo>
                    <a:pt x="200" y="324"/>
                    <a:pt x="200" y="324"/>
                    <a:pt x="200" y="324"/>
                  </a:cubicBezTo>
                  <a:cubicBezTo>
                    <a:pt x="198" y="324"/>
                    <a:pt x="198" y="324"/>
                    <a:pt x="199" y="323"/>
                  </a:cubicBezTo>
                  <a:close/>
                  <a:moveTo>
                    <a:pt x="198" y="307"/>
                  </a:moveTo>
                  <a:cubicBezTo>
                    <a:pt x="198" y="307"/>
                    <a:pt x="198" y="307"/>
                    <a:pt x="198" y="307"/>
                  </a:cubicBezTo>
                  <a:cubicBezTo>
                    <a:pt x="198" y="307"/>
                    <a:pt x="198" y="306"/>
                    <a:pt x="198" y="306"/>
                  </a:cubicBezTo>
                  <a:cubicBezTo>
                    <a:pt x="198" y="307"/>
                    <a:pt x="198" y="307"/>
                    <a:pt x="198" y="307"/>
                  </a:cubicBezTo>
                  <a:cubicBezTo>
                    <a:pt x="197" y="308"/>
                    <a:pt x="197" y="304"/>
                    <a:pt x="197" y="307"/>
                  </a:cubicBezTo>
                  <a:cubicBezTo>
                    <a:pt x="197" y="305"/>
                    <a:pt x="197" y="305"/>
                    <a:pt x="197" y="305"/>
                  </a:cubicBezTo>
                  <a:cubicBezTo>
                    <a:pt x="196" y="308"/>
                    <a:pt x="196" y="304"/>
                    <a:pt x="196" y="306"/>
                  </a:cubicBezTo>
                  <a:cubicBezTo>
                    <a:pt x="196" y="306"/>
                    <a:pt x="196" y="306"/>
                    <a:pt x="196" y="306"/>
                  </a:cubicBezTo>
                  <a:cubicBezTo>
                    <a:pt x="195" y="305"/>
                    <a:pt x="194" y="309"/>
                    <a:pt x="194" y="307"/>
                  </a:cubicBezTo>
                  <a:cubicBezTo>
                    <a:pt x="194" y="307"/>
                    <a:pt x="193" y="307"/>
                    <a:pt x="193" y="309"/>
                  </a:cubicBezTo>
                  <a:cubicBezTo>
                    <a:pt x="193" y="307"/>
                    <a:pt x="193" y="307"/>
                    <a:pt x="193" y="307"/>
                  </a:cubicBezTo>
                  <a:cubicBezTo>
                    <a:pt x="192" y="307"/>
                    <a:pt x="192" y="307"/>
                    <a:pt x="191" y="308"/>
                  </a:cubicBezTo>
                  <a:cubicBezTo>
                    <a:pt x="191" y="307"/>
                    <a:pt x="191" y="307"/>
                    <a:pt x="191" y="307"/>
                  </a:cubicBezTo>
                  <a:cubicBezTo>
                    <a:pt x="190" y="306"/>
                    <a:pt x="189" y="304"/>
                    <a:pt x="189" y="304"/>
                  </a:cubicBezTo>
                  <a:cubicBezTo>
                    <a:pt x="188" y="302"/>
                    <a:pt x="189" y="304"/>
                    <a:pt x="189" y="303"/>
                  </a:cubicBezTo>
                  <a:cubicBezTo>
                    <a:pt x="189" y="302"/>
                    <a:pt x="189" y="303"/>
                    <a:pt x="188" y="302"/>
                  </a:cubicBezTo>
                  <a:cubicBezTo>
                    <a:pt x="188" y="300"/>
                    <a:pt x="188" y="300"/>
                    <a:pt x="188" y="300"/>
                  </a:cubicBezTo>
                  <a:cubicBezTo>
                    <a:pt x="188" y="300"/>
                    <a:pt x="189" y="302"/>
                    <a:pt x="190" y="303"/>
                  </a:cubicBezTo>
                  <a:cubicBezTo>
                    <a:pt x="190" y="303"/>
                    <a:pt x="190" y="303"/>
                    <a:pt x="189" y="302"/>
                  </a:cubicBezTo>
                  <a:cubicBezTo>
                    <a:pt x="190" y="304"/>
                    <a:pt x="191" y="305"/>
                    <a:pt x="191" y="307"/>
                  </a:cubicBezTo>
                  <a:cubicBezTo>
                    <a:pt x="192" y="308"/>
                    <a:pt x="190" y="305"/>
                    <a:pt x="191" y="305"/>
                  </a:cubicBezTo>
                  <a:cubicBezTo>
                    <a:pt x="191" y="306"/>
                    <a:pt x="190" y="304"/>
                    <a:pt x="190" y="303"/>
                  </a:cubicBezTo>
                  <a:cubicBezTo>
                    <a:pt x="188" y="298"/>
                    <a:pt x="192" y="306"/>
                    <a:pt x="192" y="305"/>
                  </a:cubicBezTo>
                  <a:cubicBezTo>
                    <a:pt x="190" y="302"/>
                    <a:pt x="191" y="301"/>
                    <a:pt x="189" y="298"/>
                  </a:cubicBezTo>
                  <a:cubicBezTo>
                    <a:pt x="189" y="297"/>
                    <a:pt x="189" y="296"/>
                    <a:pt x="189" y="297"/>
                  </a:cubicBezTo>
                  <a:cubicBezTo>
                    <a:pt x="190" y="299"/>
                    <a:pt x="190" y="298"/>
                    <a:pt x="190" y="300"/>
                  </a:cubicBezTo>
                  <a:cubicBezTo>
                    <a:pt x="191" y="300"/>
                    <a:pt x="191" y="300"/>
                    <a:pt x="191" y="300"/>
                  </a:cubicBezTo>
                  <a:cubicBezTo>
                    <a:pt x="191" y="302"/>
                    <a:pt x="191" y="302"/>
                    <a:pt x="191" y="302"/>
                  </a:cubicBezTo>
                  <a:cubicBezTo>
                    <a:pt x="193" y="306"/>
                    <a:pt x="193" y="306"/>
                    <a:pt x="193" y="306"/>
                  </a:cubicBezTo>
                  <a:cubicBezTo>
                    <a:pt x="193" y="305"/>
                    <a:pt x="192" y="304"/>
                    <a:pt x="193" y="303"/>
                  </a:cubicBezTo>
                  <a:cubicBezTo>
                    <a:pt x="193" y="304"/>
                    <a:pt x="193" y="305"/>
                    <a:pt x="193" y="305"/>
                  </a:cubicBezTo>
                  <a:cubicBezTo>
                    <a:pt x="193" y="304"/>
                    <a:pt x="192" y="302"/>
                    <a:pt x="192" y="302"/>
                  </a:cubicBezTo>
                  <a:cubicBezTo>
                    <a:pt x="193" y="301"/>
                    <a:pt x="194" y="303"/>
                    <a:pt x="194" y="304"/>
                  </a:cubicBezTo>
                  <a:cubicBezTo>
                    <a:pt x="194" y="306"/>
                    <a:pt x="194" y="306"/>
                    <a:pt x="194" y="306"/>
                  </a:cubicBezTo>
                  <a:cubicBezTo>
                    <a:pt x="194" y="304"/>
                    <a:pt x="194" y="306"/>
                    <a:pt x="194" y="306"/>
                  </a:cubicBezTo>
                  <a:cubicBezTo>
                    <a:pt x="194" y="304"/>
                    <a:pt x="194" y="303"/>
                    <a:pt x="193" y="301"/>
                  </a:cubicBezTo>
                  <a:cubicBezTo>
                    <a:pt x="193" y="301"/>
                    <a:pt x="194" y="302"/>
                    <a:pt x="194" y="302"/>
                  </a:cubicBezTo>
                  <a:cubicBezTo>
                    <a:pt x="194" y="303"/>
                    <a:pt x="194" y="303"/>
                    <a:pt x="194" y="303"/>
                  </a:cubicBezTo>
                  <a:cubicBezTo>
                    <a:pt x="194" y="303"/>
                    <a:pt x="195" y="306"/>
                    <a:pt x="195" y="305"/>
                  </a:cubicBezTo>
                  <a:cubicBezTo>
                    <a:pt x="195" y="304"/>
                    <a:pt x="195" y="304"/>
                    <a:pt x="195" y="304"/>
                  </a:cubicBezTo>
                  <a:cubicBezTo>
                    <a:pt x="195" y="304"/>
                    <a:pt x="195" y="305"/>
                    <a:pt x="195" y="305"/>
                  </a:cubicBezTo>
                  <a:cubicBezTo>
                    <a:pt x="195" y="304"/>
                    <a:pt x="195" y="304"/>
                    <a:pt x="195" y="304"/>
                  </a:cubicBezTo>
                  <a:cubicBezTo>
                    <a:pt x="196" y="305"/>
                    <a:pt x="196" y="305"/>
                    <a:pt x="196" y="305"/>
                  </a:cubicBezTo>
                  <a:cubicBezTo>
                    <a:pt x="196" y="304"/>
                    <a:pt x="195" y="302"/>
                    <a:pt x="196" y="304"/>
                  </a:cubicBezTo>
                  <a:cubicBezTo>
                    <a:pt x="195" y="301"/>
                    <a:pt x="196" y="304"/>
                    <a:pt x="195" y="303"/>
                  </a:cubicBezTo>
                  <a:cubicBezTo>
                    <a:pt x="194" y="301"/>
                    <a:pt x="195" y="301"/>
                    <a:pt x="195" y="301"/>
                  </a:cubicBezTo>
                  <a:cubicBezTo>
                    <a:pt x="196" y="303"/>
                    <a:pt x="195" y="301"/>
                    <a:pt x="196" y="301"/>
                  </a:cubicBezTo>
                  <a:cubicBezTo>
                    <a:pt x="196" y="302"/>
                    <a:pt x="196" y="302"/>
                    <a:pt x="196" y="303"/>
                  </a:cubicBezTo>
                  <a:cubicBezTo>
                    <a:pt x="196" y="301"/>
                    <a:pt x="196" y="301"/>
                    <a:pt x="196" y="301"/>
                  </a:cubicBezTo>
                  <a:cubicBezTo>
                    <a:pt x="197" y="304"/>
                    <a:pt x="196" y="300"/>
                    <a:pt x="197" y="301"/>
                  </a:cubicBezTo>
                  <a:cubicBezTo>
                    <a:pt x="197" y="302"/>
                    <a:pt x="197" y="303"/>
                    <a:pt x="198" y="304"/>
                  </a:cubicBezTo>
                  <a:cubicBezTo>
                    <a:pt x="197" y="301"/>
                    <a:pt x="197" y="301"/>
                    <a:pt x="196" y="299"/>
                  </a:cubicBezTo>
                  <a:cubicBezTo>
                    <a:pt x="197" y="300"/>
                    <a:pt x="197" y="302"/>
                    <a:pt x="198" y="304"/>
                  </a:cubicBezTo>
                  <a:cubicBezTo>
                    <a:pt x="198" y="302"/>
                    <a:pt x="199" y="305"/>
                    <a:pt x="198" y="302"/>
                  </a:cubicBezTo>
                  <a:cubicBezTo>
                    <a:pt x="198" y="302"/>
                    <a:pt x="198" y="301"/>
                    <a:pt x="197" y="300"/>
                  </a:cubicBezTo>
                  <a:cubicBezTo>
                    <a:pt x="198" y="300"/>
                    <a:pt x="198" y="301"/>
                    <a:pt x="198" y="302"/>
                  </a:cubicBezTo>
                  <a:cubicBezTo>
                    <a:pt x="198" y="301"/>
                    <a:pt x="198" y="299"/>
                    <a:pt x="198" y="299"/>
                  </a:cubicBezTo>
                  <a:cubicBezTo>
                    <a:pt x="198" y="299"/>
                    <a:pt x="198" y="296"/>
                    <a:pt x="198" y="298"/>
                  </a:cubicBezTo>
                  <a:cubicBezTo>
                    <a:pt x="199" y="300"/>
                    <a:pt x="198" y="299"/>
                    <a:pt x="198" y="300"/>
                  </a:cubicBezTo>
                  <a:cubicBezTo>
                    <a:pt x="199" y="300"/>
                    <a:pt x="198" y="296"/>
                    <a:pt x="198" y="295"/>
                  </a:cubicBezTo>
                  <a:cubicBezTo>
                    <a:pt x="198" y="294"/>
                    <a:pt x="197" y="291"/>
                    <a:pt x="197" y="290"/>
                  </a:cubicBezTo>
                  <a:cubicBezTo>
                    <a:pt x="198" y="291"/>
                    <a:pt x="197" y="291"/>
                    <a:pt x="198" y="293"/>
                  </a:cubicBezTo>
                  <a:cubicBezTo>
                    <a:pt x="198" y="293"/>
                    <a:pt x="198" y="293"/>
                    <a:pt x="198" y="293"/>
                  </a:cubicBezTo>
                  <a:cubicBezTo>
                    <a:pt x="199" y="296"/>
                    <a:pt x="198" y="298"/>
                    <a:pt x="199" y="300"/>
                  </a:cubicBezTo>
                  <a:cubicBezTo>
                    <a:pt x="199" y="299"/>
                    <a:pt x="199" y="299"/>
                    <a:pt x="199" y="299"/>
                  </a:cubicBezTo>
                  <a:cubicBezTo>
                    <a:pt x="200" y="302"/>
                    <a:pt x="200" y="302"/>
                    <a:pt x="200" y="302"/>
                  </a:cubicBezTo>
                  <a:cubicBezTo>
                    <a:pt x="200" y="300"/>
                    <a:pt x="200" y="301"/>
                    <a:pt x="200" y="301"/>
                  </a:cubicBezTo>
                  <a:cubicBezTo>
                    <a:pt x="200" y="299"/>
                    <a:pt x="200" y="302"/>
                    <a:pt x="200" y="300"/>
                  </a:cubicBezTo>
                  <a:cubicBezTo>
                    <a:pt x="200" y="300"/>
                    <a:pt x="200" y="297"/>
                    <a:pt x="200" y="298"/>
                  </a:cubicBezTo>
                  <a:cubicBezTo>
                    <a:pt x="201" y="301"/>
                    <a:pt x="201" y="301"/>
                    <a:pt x="201" y="301"/>
                  </a:cubicBezTo>
                  <a:cubicBezTo>
                    <a:pt x="201" y="302"/>
                    <a:pt x="201" y="299"/>
                    <a:pt x="201" y="300"/>
                  </a:cubicBezTo>
                  <a:cubicBezTo>
                    <a:pt x="201" y="301"/>
                    <a:pt x="201" y="301"/>
                    <a:pt x="201" y="301"/>
                  </a:cubicBezTo>
                  <a:cubicBezTo>
                    <a:pt x="202" y="301"/>
                    <a:pt x="203" y="301"/>
                    <a:pt x="204" y="297"/>
                  </a:cubicBezTo>
                  <a:cubicBezTo>
                    <a:pt x="204" y="298"/>
                    <a:pt x="204" y="299"/>
                    <a:pt x="205" y="300"/>
                  </a:cubicBezTo>
                  <a:cubicBezTo>
                    <a:pt x="205" y="299"/>
                    <a:pt x="205" y="298"/>
                    <a:pt x="205" y="298"/>
                  </a:cubicBezTo>
                  <a:cubicBezTo>
                    <a:pt x="205" y="300"/>
                    <a:pt x="205" y="300"/>
                    <a:pt x="205" y="300"/>
                  </a:cubicBezTo>
                  <a:cubicBezTo>
                    <a:pt x="206" y="301"/>
                    <a:pt x="206" y="299"/>
                    <a:pt x="206" y="298"/>
                  </a:cubicBezTo>
                  <a:cubicBezTo>
                    <a:pt x="206" y="299"/>
                    <a:pt x="206" y="299"/>
                    <a:pt x="206" y="299"/>
                  </a:cubicBezTo>
                  <a:cubicBezTo>
                    <a:pt x="207" y="300"/>
                    <a:pt x="207" y="298"/>
                    <a:pt x="207" y="298"/>
                  </a:cubicBezTo>
                  <a:cubicBezTo>
                    <a:pt x="207" y="299"/>
                    <a:pt x="207" y="299"/>
                    <a:pt x="207" y="299"/>
                  </a:cubicBezTo>
                  <a:cubicBezTo>
                    <a:pt x="207" y="298"/>
                    <a:pt x="207" y="298"/>
                    <a:pt x="207" y="298"/>
                  </a:cubicBezTo>
                  <a:cubicBezTo>
                    <a:pt x="207" y="297"/>
                    <a:pt x="207" y="297"/>
                    <a:pt x="207" y="299"/>
                  </a:cubicBezTo>
                  <a:cubicBezTo>
                    <a:pt x="208" y="298"/>
                    <a:pt x="208" y="298"/>
                    <a:pt x="208" y="298"/>
                  </a:cubicBezTo>
                  <a:cubicBezTo>
                    <a:pt x="208" y="299"/>
                    <a:pt x="208" y="299"/>
                    <a:pt x="209" y="298"/>
                  </a:cubicBezTo>
                  <a:cubicBezTo>
                    <a:pt x="209" y="298"/>
                    <a:pt x="209" y="297"/>
                    <a:pt x="209" y="296"/>
                  </a:cubicBezTo>
                  <a:cubicBezTo>
                    <a:pt x="209" y="293"/>
                    <a:pt x="209" y="296"/>
                    <a:pt x="209" y="295"/>
                  </a:cubicBezTo>
                  <a:cubicBezTo>
                    <a:pt x="209" y="297"/>
                    <a:pt x="209" y="297"/>
                    <a:pt x="209" y="297"/>
                  </a:cubicBezTo>
                  <a:cubicBezTo>
                    <a:pt x="209" y="300"/>
                    <a:pt x="210" y="298"/>
                    <a:pt x="211" y="299"/>
                  </a:cubicBezTo>
                  <a:cubicBezTo>
                    <a:pt x="211" y="297"/>
                    <a:pt x="211" y="297"/>
                    <a:pt x="211" y="297"/>
                  </a:cubicBezTo>
                  <a:cubicBezTo>
                    <a:pt x="211" y="300"/>
                    <a:pt x="212" y="297"/>
                    <a:pt x="212" y="299"/>
                  </a:cubicBezTo>
                  <a:cubicBezTo>
                    <a:pt x="213" y="298"/>
                    <a:pt x="213" y="295"/>
                    <a:pt x="214" y="295"/>
                  </a:cubicBezTo>
                  <a:cubicBezTo>
                    <a:pt x="214" y="293"/>
                    <a:pt x="213" y="298"/>
                    <a:pt x="213" y="299"/>
                  </a:cubicBezTo>
                  <a:cubicBezTo>
                    <a:pt x="213" y="298"/>
                    <a:pt x="214" y="298"/>
                    <a:pt x="214" y="298"/>
                  </a:cubicBezTo>
                  <a:cubicBezTo>
                    <a:pt x="214" y="298"/>
                    <a:pt x="214" y="298"/>
                    <a:pt x="214" y="298"/>
                  </a:cubicBezTo>
                  <a:cubicBezTo>
                    <a:pt x="214" y="297"/>
                    <a:pt x="215" y="296"/>
                    <a:pt x="215" y="297"/>
                  </a:cubicBezTo>
                  <a:cubicBezTo>
                    <a:pt x="214" y="298"/>
                    <a:pt x="214" y="298"/>
                    <a:pt x="214" y="298"/>
                  </a:cubicBezTo>
                  <a:cubicBezTo>
                    <a:pt x="215" y="298"/>
                    <a:pt x="214" y="299"/>
                    <a:pt x="215" y="299"/>
                  </a:cubicBezTo>
                  <a:cubicBezTo>
                    <a:pt x="215" y="297"/>
                    <a:pt x="215" y="298"/>
                    <a:pt x="216" y="297"/>
                  </a:cubicBezTo>
                  <a:cubicBezTo>
                    <a:pt x="215" y="298"/>
                    <a:pt x="215" y="298"/>
                    <a:pt x="215" y="298"/>
                  </a:cubicBezTo>
                  <a:cubicBezTo>
                    <a:pt x="216" y="296"/>
                    <a:pt x="216" y="296"/>
                    <a:pt x="216" y="296"/>
                  </a:cubicBezTo>
                  <a:cubicBezTo>
                    <a:pt x="216" y="297"/>
                    <a:pt x="216" y="297"/>
                    <a:pt x="216" y="297"/>
                  </a:cubicBezTo>
                  <a:cubicBezTo>
                    <a:pt x="215" y="299"/>
                    <a:pt x="215" y="299"/>
                    <a:pt x="215" y="299"/>
                  </a:cubicBezTo>
                  <a:cubicBezTo>
                    <a:pt x="215" y="300"/>
                    <a:pt x="216" y="297"/>
                    <a:pt x="216" y="297"/>
                  </a:cubicBezTo>
                  <a:cubicBezTo>
                    <a:pt x="217" y="296"/>
                    <a:pt x="216" y="297"/>
                    <a:pt x="216" y="298"/>
                  </a:cubicBezTo>
                  <a:cubicBezTo>
                    <a:pt x="216" y="298"/>
                    <a:pt x="216" y="297"/>
                    <a:pt x="216" y="298"/>
                  </a:cubicBezTo>
                  <a:cubicBezTo>
                    <a:pt x="215" y="299"/>
                    <a:pt x="216" y="298"/>
                    <a:pt x="215" y="299"/>
                  </a:cubicBezTo>
                  <a:cubicBezTo>
                    <a:pt x="215" y="299"/>
                    <a:pt x="216" y="297"/>
                    <a:pt x="216" y="298"/>
                  </a:cubicBezTo>
                  <a:cubicBezTo>
                    <a:pt x="216" y="298"/>
                    <a:pt x="217" y="298"/>
                    <a:pt x="216" y="299"/>
                  </a:cubicBezTo>
                  <a:cubicBezTo>
                    <a:pt x="216" y="298"/>
                    <a:pt x="216" y="299"/>
                    <a:pt x="217" y="298"/>
                  </a:cubicBezTo>
                  <a:cubicBezTo>
                    <a:pt x="217" y="298"/>
                    <a:pt x="217" y="297"/>
                    <a:pt x="217" y="296"/>
                  </a:cubicBezTo>
                  <a:cubicBezTo>
                    <a:pt x="218" y="296"/>
                    <a:pt x="218" y="296"/>
                    <a:pt x="218" y="296"/>
                  </a:cubicBezTo>
                  <a:cubicBezTo>
                    <a:pt x="217" y="297"/>
                    <a:pt x="217" y="297"/>
                    <a:pt x="217" y="297"/>
                  </a:cubicBezTo>
                  <a:cubicBezTo>
                    <a:pt x="218" y="296"/>
                    <a:pt x="218" y="297"/>
                    <a:pt x="218" y="296"/>
                  </a:cubicBezTo>
                  <a:cubicBezTo>
                    <a:pt x="217" y="298"/>
                    <a:pt x="217" y="298"/>
                    <a:pt x="217" y="298"/>
                  </a:cubicBezTo>
                  <a:cubicBezTo>
                    <a:pt x="218" y="297"/>
                    <a:pt x="218" y="297"/>
                    <a:pt x="219" y="297"/>
                  </a:cubicBezTo>
                  <a:cubicBezTo>
                    <a:pt x="218" y="298"/>
                    <a:pt x="216" y="300"/>
                    <a:pt x="216" y="300"/>
                  </a:cubicBezTo>
                  <a:cubicBezTo>
                    <a:pt x="218" y="299"/>
                    <a:pt x="218" y="299"/>
                    <a:pt x="218" y="299"/>
                  </a:cubicBezTo>
                  <a:cubicBezTo>
                    <a:pt x="218" y="299"/>
                    <a:pt x="218" y="299"/>
                    <a:pt x="217" y="300"/>
                  </a:cubicBezTo>
                  <a:cubicBezTo>
                    <a:pt x="217" y="301"/>
                    <a:pt x="220" y="296"/>
                    <a:pt x="220" y="298"/>
                  </a:cubicBezTo>
                  <a:cubicBezTo>
                    <a:pt x="218" y="299"/>
                    <a:pt x="218" y="299"/>
                    <a:pt x="218" y="300"/>
                  </a:cubicBezTo>
                  <a:cubicBezTo>
                    <a:pt x="219" y="299"/>
                    <a:pt x="219" y="299"/>
                    <a:pt x="219" y="299"/>
                  </a:cubicBezTo>
                  <a:cubicBezTo>
                    <a:pt x="219" y="298"/>
                    <a:pt x="218" y="300"/>
                    <a:pt x="219" y="299"/>
                  </a:cubicBezTo>
                  <a:cubicBezTo>
                    <a:pt x="219" y="298"/>
                    <a:pt x="219" y="298"/>
                    <a:pt x="220" y="298"/>
                  </a:cubicBezTo>
                  <a:cubicBezTo>
                    <a:pt x="217" y="301"/>
                    <a:pt x="219" y="300"/>
                    <a:pt x="218" y="301"/>
                  </a:cubicBezTo>
                  <a:cubicBezTo>
                    <a:pt x="220" y="300"/>
                    <a:pt x="219" y="301"/>
                    <a:pt x="219" y="301"/>
                  </a:cubicBezTo>
                  <a:cubicBezTo>
                    <a:pt x="217" y="302"/>
                    <a:pt x="220" y="301"/>
                    <a:pt x="218" y="302"/>
                  </a:cubicBezTo>
                  <a:cubicBezTo>
                    <a:pt x="221" y="300"/>
                    <a:pt x="221" y="300"/>
                    <a:pt x="221" y="300"/>
                  </a:cubicBezTo>
                  <a:cubicBezTo>
                    <a:pt x="219" y="301"/>
                    <a:pt x="224" y="299"/>
                    <a:pt x="222" y="300"/>
                  </a:cubicBezTo>
                  <a:cubicBezTo>
                    <a:pt x="221" y="301"/>
                    <a:pt x="220" y="301"/>
                    <a:pt x="220" y="301"/>
                  </a:cubicBezTo>
                  <a:cubicBezTo>
                    <a:pt x="217" y="303"/>
                    <a:pt x="222" y="301"/>
                    <a:pt x="219" y="302"/>
                  </a:cubicBezTo>
                  <a:cubicBezTo>
                    <a:pt x="223" y="301"/>
                    <a:pt x="223" y="301"/>
                    <a:pt x="223" y="301"/>
                  </a:cubicBezTo>
                  <a:cubicBezTo>
                    <a:pt x="222" y="302"/>
                    <a:pt x="221" y="302"/>
                    <a:pt x="220" y="303"/>
                  </a:cubicBezTo>
                  <a:cubicBezTo>
                    <a:pt x="221" y="302"/>
                    <a:pt x="221" y="302"/>
                    <a:pt x="221" y="303"/>
                  </a:cubicBezTo>
                  <a:cubicBezTo>
                    <a:pt x="220" y="303"/>
                    <a:pt x="220" y="303"/>
                    <a:pt x="220" y="303"/>
                  </a:cubicBezTo>
                  <a:cubicBezTo>
                    <a:pt x="219" y="303"/>
                    <a:pt x="220" y="303"/>
                    <a:pt x="221" y="303"/>
                  </a:cubicBezTo>
                  <a:cubicBezTo>
                    <a:pt x="219" y="303"/>
                    <a:pt x="221" y="304"/>
                    <a:pt x="219" y="304"/>
                  </a:cubicBezTo>
                  <a:cubicBezTo>
                    <a:pt x="222" y="304"/>
                    <a:pt x="218" y="304"/>
                    <a:pt x="222" y="304"/>
                  </a:cubicBezTo>
                  <a:cubicBezTo>
                    <a:pt x="221" y="304"/>
                    <a:pt x="221" y="304"/>
                    <a:pt x="221" y="304"/>
                  </a:cubicBezTo>
                  <a:cubicBezTo>
                    <a:pt x="222" y="304"/>
                    <a:pt x="223" y="304"/>
                    <a:pt x="224" y="305"/>
                  </a:cubicBezTo>
                  <a:cubicBezTo>
                    <a:pt x="222" y="305"/>
                    <a:pt x="222" y="305"/>
                    <a:pt x="222" y="305"/>
                  </a:cubicBezTo>
                  <a:cubicBezTo>
                    <a:pt x="221" y="305"/>
                    <a:pt x="221" y="305"/>
                    <a:pt x="221" y="305"/>
                  </a:cubicBezTo>
                  <a:cubicBezTo>
                    <a:pt x="221" y="305"/>
                    <a:pt x="221" y="304"/>
                    <a:pt x="221" y="304"/>
                  </a:cubicBezTo>
                  <a:cubicBezTo>
                    <a:pt x="221" y="304"/>
                    <a:pt x="221" y="305"/>
                    <a:pt x="221" y="305"/>
                  </a:cubicBezTo>
                  <a:cubicBezTo>
                    <a:pt x="219" y="305"/>
                    <a:pt x="221" y="305"/>
                    <a:pt x="220" y="305"/>
                  </a:cubicBezTo>
                  <a:cubicBezTo>
                    <a:pt x="222" y="305"/>
                    <a:pt x="220" y="305"/>
                    <a:pt x="221" y="305"/>
                  </a:cubicBezTo>
                  <a:cubicBezTo>
                    <a:pt x="221" y="305"/>
                    <a:pt x="221" y="305"/>
                    <a:pt x="221" y="305"/>
                  </a:cubicBezTo>
                  <a:cubicBezTo>
                    <a:pt x="221" y="306"/>
                    <a:pt x="222" y="306"/>
                    <a:pt x="222" y="306"/>
                  </a:cubicBezTo>
                  <a:cubicBezTo>
                    <a:pt x="222" y="306"/>
                    <a:pt x="221" y="305"/>
                    <a:pt x="221" y="305"/>
                  </a:cubicBezTo>
                  <a:cubicBezTo>
                    <a:pt x="222" y="305"/>
                    <a:pt x="222" y="305"/>
                    <a:pt x="222" y="305"/>
                  </a:cubicBezTo>
                  <a:cubicBezTo>
                    <a:pt x="223" y="306"/>
                    <a:pt x="223" y="306"/>
                    <a:pt x="223" y="306"/>
                  </a:cubicBezTo>
                  <a:cubicBezTo>
                    <a:pt x="223" y="306"/>
                    <a:pt x="222" y="306"/>
                    <a:pt x="222" y="306"/>
                  </a:cubicBezTo>
                  <a:cubicBezTo>
                    <a:pt x="222" y="306"/>
                    <a:pt x="221" y="306"/>
                    <a:pt x="222" y="306"/>
                  </a:cubicBezTo>
                  <a:cubicBezTo>
                    <a:pt x="221" y="306"/>
                    <a:pt x="221" y="306"/>
                    <a:pt x="221" y="306"/>
                  </a:cubicBezTo>
                  <a:cubicBezTo>
                    <a:pt x="220"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7"/>
                    <a:pt x="221" y="307"/>
                    <a:pt x="222" y="307"/>
                  </a:cubicBezTo>
                  <a:cubicBezTo>
                    <a:pt x="222" y="307"/>
                    <a:pt x="221" y="307"/>
                    <a:pt x="221" y="307"/>
                  </a:cubicBezTo>
                  <a:cubicBezTo>
                    <a:pt x="221" y="307"/>
                    <a:pt x="221" y="307"/>
                    <a:pt x="221"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8"/>
                    <a:pt x="222" y="308"/>
                    <a:pt x="222" y="309"/>
                  </a:cubicBezTo>
                  <a:cubicBezTo>
                    <a:pt x="222" y="307"/>
                    <a:pt x="222" y="307"/>
                    <a:pt x="222" y="307"/>
                  </a:cubicBezTo>
                  <a:cubicBezTo>
                    <a:pt x="222" y="308"/>
                    <a:pt x="222" y="308"/>
                    <a:pt x="222" y="309"/>
                  </a:cubicBezTo>
                  <a:cubicBezTo>
                    <a:pt x="222" y="310"/>
                    <a:pt x="222" y="309"/>
                    <a:pt x="222" y="309"/>
                  </a:cubicBezTo>
                  <a:cubicBezTo>
                    <a:pt x="222" y="310"/>
                    <a:pt x="222" y="312"/>
                    <a:pt x="222" y="311"/>
                  </a:cubicBezTo>
                  <a:cubicBezTo>
                    <a:pt x="222" y="311"/>
                    <a:pt x="222" y="311"/>
                    <a:pt x="222" y="311"/>
                  </a:cubicBezTo>
                  <a:cubicBezTo>
                    <a:pt x="222" y="311"/>
                    <a:pt x="222" y="312"/>
                    <a:pt x="221" y="312"/>
                  </a:cubicBezTo>
                  <a:cubicBezTo>
                    <a:pt x="221" y="311"/>
                    <a:pt x="221" y="311"/>
                    <a:pt x="221" y="310"/>
                  </a:cubicBezTo>
                  <a:cubicBezTo>
                    <a:pt x="221" y="308"/>
                    <a:pt x="221" y="309"/>
                    <a:pt x="220" y="309"/>
                  </a:cubicBezTo>
                  <a:cubicBezTo>
                    <a:pt x="220" y="310"/>
                    <a:pt x="220" y="310"/>
                    <a:pt x="220" y="310"/>
                  </a:cubicBezTo>
                  <a:cubicBezTo>
                    <a:pt x="220" y="311"/>
                    <a:pt x="220" y="309"/>
                    <a:pt x="220" y="309"/>
                  </a:cubicBezTo>
                  <a:cubicBezTo>
                    <a:pt x="219" y="314"/>
                    <a:pt x="219" y="314"/>
                    <a:pt x="219" y="314"/>
                  </a:cubicBezTo>
                  <a:cubicBezTo>
                    <a:pt x="219" y="313"/>
                    <a:pt x="219" y="311"/>
                    <a:pt x="219" y="310"/>
                  </a:cubicBezTo>
                  <a:cubicBezTo>
                    <a:pt x="219" y="311"/>
                    <a:pt x="218" y="314"/>
                    <a:pt x="217" y="315"/>
                  </a:cubicBezTo>
                  <a:cubicBezTo>
                    <a:pt x="217" y="315"/>
                    <a:pt x="216" y="316"/>
                    <a:pt x="216" y="316"/>
                  </a:cubicBezTo>
                  <a:cubicBezTo>
                    <a:pt x="216" y="314"/>
                    <a:pt x="216" y="316"/>
                    <a:pt x="216" y="315"/>
                  </a:cubicBezTo>
                  <a:cubicBezTo>
                    <a:pt x="216" y="313"/>
                    <a:pt x="216" y="313"/>
                    <a:pt x="216" y="313"/>
                  </a:cubicBezTo>
                  <a:cubicBezTo>
                    <a:pt x="217" y="313"/>
                    <a:pt x="217" y="311"/>
                    <a:pt x="217" y="310"/>
                  </a:cubicBezTo>
                  <a:cubicBezTo>
                    <a:pt x="217" y="311"/>
                    <a:pt x="216" y="309"/>
                    <a:pt x="216" y="309"/>
                  </a:cubicBezTo>
                  <a:cubicBezTo>
                    <a:pt x="215" y="312"/>
                    <a:pt x="215" y="310"/>
                    <a:pt x="214" y="313"/>
                  </a:cubicBezTo>
                  <a:cubicBezTo>
                    <a:pt x="214" y="313"/>
                    <a:pt x="214" y="311"/>
                    <a:pt x="214" y="310"/>
                  </a:cubicBezTo>
                  <a:cubicBezTo>
                    <a:pt x="213" y="311"/>
                    <a:pt x="213" y="310"/>
                    <a:pt x="212" y="310"/>
                  </a:cubicBezTo>
                  <a:cubicBezTo>
                    <a:pt x="213" y="310"/>
                    <a:pt x="213" y="310"/>
                    <a:pt x="213" y="310"/>
                  </a:cubicBezTo>
                  <a:cubicBezTo>
                    <a:pt x="212" y="310"/>
                    <a:pt x="211" y="309"/>
                    <a:pt x="210" y="312"/>
                  </a:cubicBezTo>
                  <a:cubicBezTo>
                    <a:pt x="211" y="310"/>
                    <a:pt x="211" y="310"/>
                    <a:pt x="211" y="310"/>
                  </a:cubicBezTo>
                  <a:cubicBezTo>
                    <a:pt x="210" y="309"/>
                    <a:pt x="210" y="313"/>
                    <a:pt x="209" y="312"/>
                  </a:cubicBezTo>
                  <a:cubicBezTo>
                    <a:pt x="210" y="310"/>
                    <a:pt x="210" y="310"/>
                    <a:pt x="210" y="310"/>
                  </a:cubicBezTo>
                  <a:cubicBezTo>
                    <a:pt x="209" y="312"/>
                    <a:pt x="209" y="309"/>
                    <a:pt x="208" y="311"/>
                  </a:cubicBezTo>
                  <a:cubicBezTo>
                    <a:pt x="209" y="310"/>
                    <a:pt x="209" y="310"/>
                    <a:pt x="209" y="310"/>
                  </a:cubicBezTo>
                  <a:cubicBezTo>
                    <a:pt x="208" y="310"/>
                    <a:pt x="208" y="310"/>
                    <a:pt x="207" y="311"/>
                  </a:cubicBezTo>
                  <a:cubicBezTo>
                    <a:pt x="208" y="309"/>
                    <a:pt x="208" y="309"/>
                    <a:pt x="208" y="309"/>
                  </a:cubicBezTo>
                  <a:cubicBezTo>
                    <a:pt x="208" y="308"/>
                    <a:pt x="207" y="311"/>
                    <a:pt x="207" y="311"/>
                  </a:cubicBezTo>
                  <a:cubicBezTo>
                    <a:pt x="207" y="310"/>
                    <a:pt x="207" y="309"/>
                    <a:pt x="207" y="309"/>
                  </a:cubicBezTo>
                  <a:cubicBezTo>
                    <a:pt x="206" y="310"/>
                    <a:pt x="206" y="310"/>
                    <a:pt x="205" y="311"/>
                  </a:cubicBezTo>
                  <a:cubicBezTo>
                    <a:pt x="206" y="309"/>
                    <a:pt x="206" y="309"/>
                    <a:pt x="206" y="309"/>
                  </a:cubicBezTo>
                  <a:cubicBezTo>
                    <a:pt x="203" y="308"/>
                    <a:pt x="201" y="307"/>
                    <a:pt x="199" y="309"/>
                  </a:cubicBezTo>
                  <a:cubicBezTo>
                    <a:pt x="199" y="306"/>
                    <a:pt x="199" y="308"/>
                    <a:pt x="199" y="306"/>
                  </a:cubicBezTo>
                  <a:cubicBezTo>
                    <a:pt x="199" y="308"/>
                    <a:pt x="199" y="306"/>
                    <a:pt x="198" y="307"/>
                  </a:cubicBezTo>
                  <a:close/>
                  <a:moveTo>
                    <a:pt x="221" y="306"/>
                  </a:moveTo>
                  <a:cubicBezTo>
                    <a:pt x="221" y="306"/>
                    <a:pt x="222" y="306"/>
                    <a:pt x="222" y="306"/>
                  </a:cubicBezTo>
                  <a:cubicBezTo>
                    <a:pt x="222" y="306"/>
                    <a:pt x="222" y="306"/>
                    <a:pt x="222" y="306"/>
                  </a:cubicBezTo>
                  <a:cubicBezTo>
                    <a:pt x="222" y="306"/>
                    <a:pt x="222" y="306"/>
                    <a:pt x="222" y="306"/>
                  </a:cubicBezTo>
                  <a:cubicBezTo>
                    <a:pt x="222" y="306"/>
                    <a:pt x="222" y="306"/>
                    <a:pt x="222" y="306"/>
                  </a:cubicBezTo>
                  <a:cubicBezTo>
                    <a:pt x="222" y="306"/>
                    <a:pt x="222" y="307"/>
                    <a:pt x="222" y="307"/>
                  </a:cubicBezTo>
                  <a:cubicBezTo>
                    <a:pt x="222" y="307"/>
                    <a:pt x="222" y="307"/>
                    <a:pt x="222" y="307"/>
                  </a:cubicBezTo>
                  <a:cubicBezTo>
                    <a:pt x="222" y="307"/>
                    <a:pt x="222" y="306"/>
                    <a:pt x="222" y="306"/>
                  </a:cubicBezTo>
                  <a:cubicBezTo>
                    <a:pt x="222" y="306"/>
                    <a:pt x="221" y="306"/>
                    <a:pt x="221" y="306"/>
                  </a:cubicBezTo>
                  <a:close/>
                  <a:moveTo>
                    <a:pt x="222" y="306"/>
                  </a:moveTo>
                  <a:cubicBezTo>
                    <a:pt x="222" y="306"/>
                    <a:pt x="222" y="306"/>
                    <a:pt x="222" y="306"/>
                  </a:cubicBezTo>
                  <a:cubicBezTo>
                    <a:pt x="221" y="306"/>
                    <a:pt x="221" y="306"/>
                    <a:pt x="221" y="306"/>
                  </a:cubicBezTo>
                  <a:cubicBezTo>
                    <a:pt x="222" y="306"/>
                    <a:pt x="222" y="306"/>
                    <a:pt x="222" y="306"/>
                  </a:cubicBezTo>
                  <a:close/>
                  <a:moveTo>
                    <a:pt x="222" y="307"/>
                  </a:moveTo>
                  <a:cubicBezTo>
                    <a:pt x="222" y="307"/>
                    <a:pt x="222" y="307"/>
                    <a:pt x="222" y="307"/>
                  </a:cubicBez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6"/>
                    <a:pt x="222" y="307"/>
                    <a:pt x="222" y="307"/>
                  </a:cubicBezTo>
                  <a:close/>
                  <a:moveTo>
                    <a:pt x="382" y="181"/>
                  </a:moveTo>
                  <a:cubicBezTo>
                    <a:pt x="383" y="179"/>
                    <a:pt x="383" y="179"/>
                    <a:pt x="383" y="179"/>
                  </a:cubicBezTo>
                  <a:cubicBezTo>
                    <a:pt x="384" y="180"/>
                    <a:pt x="384" y="181"/>
                    <a:pt x="384" y="182"/>
                  </a:cubicBezTo>
                  <a:cubicBezTo>
                    <a:pt x="385" y="180"/>
                    <a:pt x="387" y="181"/>
                    <a:pt x="387" y="180"/>
                  </a:cubicBezTo>
                  <a:cubicBezTo>
                    <a:pt x="388" y="180"/>
                    <a:pt x="387" y="181"/>
                    <a:pt x="387" y="181"/>
                  </a:cubicBezTo>
                  <a:cubicBezTo>
                    <a:pt x="388" y="181"/>
                    <a:pt x="391" y="180"/>
                    <a:pt x="392" y="181"/>
                  </a:cubicBezTo>
                  <a:cubicBezTo>
                    <a:pt x="391" y="182"/>
                    <a:pt x="391" y="182"/>
                    <a:pt x="391" y="182"/>
                  </a:cubicBezTo>
                  <a:cubicBezTo>
                    <a:pt x="393" y="184"/>
                    <a:pt x="393" y="186"/>
                    <a:pt x="393" y="188"/>
                  </a:cubicBezTo>
                  <a:cubicBezTo>
                    <a:pt x="389" y="186"/>
                    <a:pt x="384" y="185"/>
                    <a:pt x="380" y="183"/>
                  </a:cubicBezTo>
                  <a:cubicBezTo>
                    <a:pt x="381" y="183"/>
                    <a:pt x="382" y="183"/>
                    <a:pt x="382" y="181"/>
                  </a:cubicBezTo>
                  <a:close/>
                  <a:moveTo>
                    <a:pt x="262" y="151"/>
                  </a:moveTo>
                  <a:cubicBezTo>
                    <a:pt x="262" y="150"/>
                    <a:pt x="262" y="150"/>
                    <a:pt x="262" y="150"/>
                  </a:cubicBezTo>
                  <a:cubicBezTo>
                    <a:pt x="262" y="150"/>
                    <a:pt x="262" y="150"/>
                    <a:pt x="262" y="150"/>
                  </a:cubicBezTo>
                  <a:cubicBezTo>
                    <a:pt x="263" y="148"/>
                    <a:pt x="264" y="146"/>
                    <a:pt x="264" y="144"/>
                  </a:cubicBezTo>
                  <a:cubicBezTo>
                    <a:pt x="265" y="144"/>
                    <a:pt x="265" y="145"/>
                    <a:pt x="265" y="146"/>
                  </a:cubicBezTo>
                  <a:cubicBezTo>
                    <a:pt x="267" y="141"/>
                    <a:pt x="267" y="135"/>
                    <a:pt x="267" y="130"/>
                  </a:cubicBezTo>
                  <a:cubicBezTo>
                    <a:pt x="268" y="130"/>
                    <a:pt x="268" y="131"/>
                    <a:pt x="269" y="133"/>
                  </a:cubicBezTo>
                  <a:cubicBezTo>
                    <a:pt x="271" y="128"/>
                    <a:pt x="267" y="127"/>
                    <a:pt x="269" y="122"/>
                  </a:cubicBezTo>
                  <a:cubicBezTo>
                    <a:pt x="270" y="121"/>
                    <a:pt x="271" y="118"/>
                    <a:pt x="271" y="119"/>
                  </a:cubicBezTo>
                  <a:cubicBezTo>
                    <a:pt x="271" y="117"/>
                    <a:pt x="272" y="109"/>
                    <a:pt x="271" y="107"/>
                  </a:cubicBezTo>
                  <a:cubicBezTo>
                    <a:pt x="272" y="106"/>
                    <a:pt x="272" y="105"/>
                    <a:pt x="273" y="103"/>
                  </a:cubicBezTo>
                  <a:cubicBezTo>
                    <a:pt x="274" y="104"/>
                    <a:pt x="274" y="105"/>
                    <a:pt x="275" y="107"/>
                  </a:cubicBezTo>
                  <a:cubicBezTo>
                    <a:pt x="274" y="107"/>
                    <a:pt x="273" y="107"/>
                    <a:pt x="272" y="107"/>
                  </a:cubicBezTo>
                  <a:cubicBezTo>
                    <a:pt x="272" y="107"/>
                    <a:pt x="272" y="107"/>
                    <a:pt x="272" y="107"/>
                  </a:cubicBezTo>
                  <a:cubicBezTo>
                    <a:pt x="272" y="107"/>
                    <a:pt x="272" y="107"/>
                    <a:pt x="272" y="107"/>
                  </a:cubicBezTo>
                  <a:cubicBezTo>
                    <a:pt x="272" y="108"/>
                    <a:pt x="272" y="108"/>
                    <a:pt x="272" y="108"/>
                  </a:cubicBezTo>
                  <a:cubicBezTo>
                    <a:pt x="272" y="111"/>
                    <a:pt x="272" y="111"/>
                    <a:pt x="272" y="111"/>
                  </a:cubicBezTo>
                  <a:cubicBezTo>
                    <a:pt x="272" y="120"/>
                    <a:pt x="272" y="120"/>
                    <a:pt x="272" y="120"/>
                  </a:cubicBezTo>
                  <a:cubicBezTo>
                    <a:pt x="272" y="133"/>
                    <a:pt x="272" y="145"/>
                    <a:pt x="271" y="156"/>
                  </a:cubicBezTo>
                  <a:cubicBezTo>
                    <a:pt x="271" y="160"/>
                    <a:pt x="271" y="162"/>
                    <a:pt x="270" y="164"/>
                  </a:cubicBezTo>
                  <a:cubicBezTo>
                    <a:pt x="268" y="161"/>
                    <a:pt x="265" y="157"/>
                    <a:pt x="265" y="152"/>
                  </a:cubicBezTo>
                  <a:cubicBezTo>
                    <a:pt x="265" y="155"/>
                    <a:pt x="263" y="153"/>
                    <a:pt x="262" y="151"/>
                  </a:cubicBezTo>
                  <a:cubicBezTo>
                    <a:pt x="262" y="151"/>
                    <a:pt x="262" y="151"/>
                    <a:pt x="262" y="151"/>
                  </a:cubicBezTo>
                  <a:close/>
                  <a:moveTo>
                    <a:pt x="212" y="121"/>
                  </a:moveTo>
                  <a:cubicBezTo>
                    <a:pt x="212" y="118"/>
                    <a:pt x="212" y="116"/>
                    <a:pt x="213" y="114"/>
                  </a:cubicBezTo>
                  <a:cubicBezTo>
                    <a:pt x="215" y="119"/>
                    <a:pt x="215" y="127"/>
                    <a:pt x="213" y="134"/>
                  </a:cubicBezTo>
                  <a:cubicBezTo>
                    <a:pt x="212" y="129"/>
                    <a:pt x="211" y="125"/>
                    <a:pt x="212" y="121"/>
                  </a:cubicBezTo>
                  <a:close/>
                  <a:moveTo>
                    <a:pt x="191" y="185"/>
                  </a:moveTo>
                  <a:cubicBezTo>
                    <a:pt x="191" y="185"/>
                    <a:pt x="191" y="184"/>
                    <a:pt x="191" y="185"/>
                  </a:cubicBezTo>
                  <a:cubicBezTo>
                    <a:pt x="190" y="185"/>
                    <a:pt x="190" y="184"/>
                    <a:pt x="190" y="184"/>
                  </a:cubicBezTo>
                  <a:cubicBezTo>
                    <a:pt x="190" y="184"/>
                    <a:pt x="191" y="184"/>
                    <a:pt x="191" y="185"/>
                  </a:cubicBezTo>
                  <a:close/>
                  <a:moveTo>
                    <a:pt x="148" y="192"/>
                  </a:moveTo>
                  <a:cubicBezTo>
                    <a:pt x="148" y="191"/>
                    <a:pt x="148" y="192"/>
                    <a:pt x="148" y="192"/>
                  </a:cubicBezTo>
                  <a:cubicBezTo>
                    <a:pt x="148" y="192"/>
                    <a:pt x="148" y="192"/>
                    <a:pt x="148" y="191"/>
                  </a:cubicBezTo>
                  <a:cubicBezTo>
                    <a:pt x="148" y="191"/>
                    <a:pt x="148" y="192"/>
                    <a:pt x="148" y="192"/>
                  </a:cubicBezTo>
                  <a:close/>
                  <a:moveTo>
                    <a:pt x="134" y="148"/>
                  </a:moveTo>
                  <a:cubicBezTo>
                    <a:pt x="136" y="149"/>
                    <a:pt x="136" y="149"/>
                    <a:pt x="136" y="149"/>
                  </a:cubicBezTo>
                  <a:cubicBezTo>
                    <a:pt x="135" y="142"/>
                    <a:pt x="136" y="133"/>
                    <a:pt x="139" y="125"/>
                  </a:cubicBezTo>
                  <a:cubicBezTo>
                    <a:pt x="140" y="124"/>
                    <a:pt x="140" y="124"/>
                    <a:pt x="140" y="124"/>
                  </a:cubicBezTo>
                  <a:cubicBezTo>
                    <a:pt x="140" y="124"/>
                    <a:pt x="140" y="124"/>
                    <a:pt x="139" y="124"/>
                  </a:cubicBezTo>
                  <a:cubicBezTo>
                    <a:pt x="140" y="123"/>
                    <a:pt x="140" y="123"/>
                    <a:pt x="140" y="122"/>
                  </a:cubicBezTo>
                  <a:cubicBezTo>
                    <a:pt x="140" y="121"/>
                    <a:pt x="141" y="120"/>
                    <a:pt x="141" y="120"/>
                  </a:cubicBezTo>
                  <a:cubicBezTo>
                    <a:pt x="142" y="120"/>
                    <a:pt x="142" y="121"/>
                    <a:pt x="142" y="120"/>
                  </a:cubicBezTo>
                  <a:cubicBezTo>
                    <a:pt x="142" y="119"/>
                    <a:pt x="144" y="118"/>
                    <a:pt x="145" y="117"/>
                  </a:cubicBezTo>
                  <a:cubicBezTo>
                    <a:pt x="146" y="117"/>
                    <a:pt x="147" y="118"/>
                    <a:pt x="149" y="118"/>
                  </a:cubicBezTo>
                  <a:cubicBezTo>
                    <a:pt x="142" y="122"/>
                    <a:pt x="144" y="121"/>
                    <a:pt x="149" y="118"/>
                  </a:cubicBezTo>
                  <a:cubicBezTo>
                    <a:pt x="149" y="118"/>
                    <a:pt x="150" y="119"/>
                    <a:pt x="151" y="119"/>
                  </a:cubicBezTo>
                  <a:cubicBezTo>
                    <a:pt x="151" y="121"/>
                    <a:pt x="151" y="121"/>
                    <a:pt x="151" y="121"/>
                  </a:cubicBezTo>
                  <a:cubicBezTo>
                    <a:pt x="152" y="121"/>
                    <a:pt x="154" y="120"/>
                    <a:pt x="155" y="120"/>
                  </a:cubicBezTo>
                  <a:cubicBezTo>
                    <a:pt x="155" y="123"/>
                    <a:pt x="154" y="119"/>
                    <a:pt x="153" y="121"/>
                  </a:cubicBezTo>
                  <a:cubicBezTo>
                    <a:pt x="155" y="129"/>
                    <a:pt x="153" y="139"/>
                    <a:pt x="153" y="149"/>
                  </a:cubicBezTo>
                  <a:cubicBezTo>
                    <a:pt x="154" y="151"/>
                    <a:pt x="154" y="153"/>
                    <a:pt x="155" y="153"/>
                  </a:cubicBezTo>
                  <a:cubicBezTo>
                    <a:pt x="152" y="164"/>
                    <a:pt x="154" y="178"/>
                    <a:pt x="149" y="185"/>
                  </a:cubicBezTo>
                  <a:cubicBezTo>
                    <a:pt x="153" y="184"/>
                    <a:pt x="150" y="189"/>
                    <a:pt x="149" y="191"/>
                  </a:cubicBezTo>
                  <a:cubicBezTo>
                    <a:pt x="148" y="189"/>
                    <a:pt x="146" y="186"/>
                    <a:pt x="144" y="183"/>
                  </a:cubicBezTo>
                  <a:cubicBezTo>
                    <a:pt x="143" y="180"/>
                    <a:pt x="140" y="179"/>
                    <a:pt x="140" y="174"/>
                  </a:cubicBezTo>
                  <a:cubicBezTo>
                    <a:pt x="141" y="170"/>
                    <a:pt x="137" y="163"/>
                    <a:pt x="137" y="158"/>
                  </a:cubicBezTo>
                  <a:cubicBezTo>
                    <a:pt x="136" y="160"/>
                    <a:pt x="133" y="153"/>
                    <a:pt x="134" y="148"/>
                  </a:cubicBezTo>
                  <a:close/>
                  <a:moveTo>
                    <a:pt x="65" y="183"/>
                  </a:moveTo>
                  <a:cubicBezTo>
                    <a:pt x="65" y="185"/>
                    <a:pt x="63" y="186"/>
                    <a:pt x="63" y="187"/>
                  </a:cubicBezTo>
                  <a:cubicBezTo>
                    <a:pt x="63" y="187"/>
                    <a:pt x="63" y="187"/>
                    <a:pt x="63" y="187"/>
                  </a:cubicBezTo>
                  <a:cubicBezTo>
                    <a:pt x="64" y="186"/>
                    <a:pt x="64" y="186"/>
                    <a:pt x="63" y="186"/>
                  </a:cubicBezTo>
                  <a:cubicBezTo>
                    <a:pt x="63" y="184"/>
                    <a:pt x="63" y="184"/>
                    <a:pt x="63" y="184"/>
                  </a:cubicBezTo>
                  <a:cubicBezTo>
                    <a:pt x="64" y="183"/>
                    <a:pt x="65" y="183"/>
                    <a:pt x="65" y="183"/>
                  </a:cubicBezTo>
                  <a:close/>
                  <a:moveTo>
                    <a:pt x="63" y="185"/>
                  </a:moveTo>
                  <a:cubicBezTo>
                    <a:pt x="63" y="185"/>
                    <a:pt x="63" y="186"/>
                    <a:pt x="63" y="186"/>
                  </a:cubicBezTo>
                  <a:cubicBezTo>
                    <a:pt x="62" y="186"/>
                    <a:pt x="62" y="186"/>
                    <a:pt x="63" y="185"/>
                  </a:cubicBezTo>
                  <a:close/>
                  <a:moveTo>
                    <a:pt x="62" y="188"/>
                  </a:moveTo>
                  <a:cubicBezTo>
                    <a:pt x="62" y="188"/>
                    <a:pt x="62" y="188"/>
                    <a:pt x="63" y="187"/>
                  </a:cubicBezTo>
                  <a:cubicBezTo>
                    <a:pt x="63" y="190"/>
                    <a:pt x="64" y="192"/>
                    <a:pt x="64" y="196"/>
                  </a:cubicBezTo>
                  <a:cubicBezTo>
                    <a:pt x="62" y="197"/>
                    <a:pt x="62" y="192"/>
                    <a:pt x="62" y="188"/>
                  </a:cubicBezTo>
                  <a:close/>
                  <a:moveTo>
                    <a:pt x="16" y="210"/>
                  </a:moveTo>
                  <a:cubicBezTo>
                    <a:pt x="16" y="210"/>
                    <a:pt x="16" y="210"/>
                    <a:pt x="16" y="210"/>
                  </a:cubicBezTo>
                  <a:cubicBezTo>
                    <a:pt x="16" y="210"/>
                    <a:pt x="16" y="210"/>
                    <a:pt x="16" y="210"/>
                  </a:cubicBezTo>
                  <a:cubicBezTo>
                    <a:pt x="16" y="210"/>
                    <a:pt x="16" y="210"/>
                    <a:pt x="16" y="210"/>
                  </a:cubicBezTo>
                  <a:close/>
                  <a:moveTo>
                    <a:pt x="17" y="208"/>
                  </a:moveTo>
                  <a:cubicBezTo>
                    <a:pt x="17" y="208"/>
                    <a:pt x="17" y="208"/>
                    <a:pt x="17" y="207"/>
                  </a:cubicBezTo>
                  <a:cubicBezTo>
                    <a:pt x="17" y="207"/>
                    <a:pt x="17" y="206"/>
                    <a:pt x="18" y="206"/>
                  </a:cubicBezTo>
                  <a:cubicBezTo>
                    <a:pt x="18" y="207"/>
                    <a:pt x="18" y="207"/>
                    <a:pt x="18" y="208"/>
                  </a:cubicBezTo>
                  <a:cubicBezTo>
                    <a:pt x="18" y="208"/>
                    <a:pt x="18" y="208"/>
                    <a:pt x="17" y="208"/>
                  </a:cubicBezTo>
                  <a:close/>
                  <a:moveTo>
                    <a:pt x="18" y="212"/>
                  </a:moveTo>
                  <a:cubicBezTo>
                    <a:pt x="18" y="212"/>
                    <a:pt x="18" y="212"/>
                    <a:pt x="18" y="212"/>
                  </a:cubicBezTo>
                  <a:cubicBezTo>
                    <a:pt x="18" y="212"/>
                    <a:pt x="18" y="212"/>
                    <a:pt x="18" y="212"/>
                  </a:cubicBezTo>
                  <a:close/>
                  <a:moveTo>
                    <a:pt x="19" y="213"/>
                  </a:moveTo>
                  <a:cubicBezTo>
                    <a:pt x="19" y="213"/>
                    <a:pt x="19" y="213"/>
                    <a:pt x="19" y="213"/>
                  </a:cubicBezTo>
                  <a:cubicBezTo>
                    <a:pt x="19" y="213"/>
                    <a:pt x="19" y="213"/>
                    <a:pt x="19" y="213"/>
                  </a:cubicBezTo>
                  <a:cubicBezTo>
                    <a:pt x="19" y="213"/>
                    <a:pt x="19" y="213"/>
                    <a:pt x="19" y="213"/>
                  </a:cubicBezTo>
                  <a:close/>
                  <a:moveTo>
                    <a:pt x="20" y="214"/>
                  </a:moveTo>
                  <a:cubicBezTo>
                    <a:pt x="20" y="214"/>
                    <a:pt x="20" y="214"/>
                    <a:pt x="20" y="214"/>
                  </a:cubicBezTo>
                  <a:cubicBezTo>
                    <a:pt x="20" y="214"/>
                    <a:pt x="20" y="214"/>
                    <a:pt x="20" y="214"/>
                  </a:cubicBezTo>
                  <a:cubicBezTo>
                    <a:pt x="20" y="214"/>
                    <a:pt x="20" y="214"/>
                    <a:pt x="21" y="214"/>
                  </a:cubicBezTo>
                  <a:cubicBezTo>
                    <a:pt x="21" y="214"/>
                    <a:pt x="20" y="214"/>
                    <a:pt x="20" y="214"/>
                  </a:cubicBezTo>
                  <a:close/>
                  <a:moveTo>
                    <a:pt x="21" y="217"/>
                  </a:moveTo>
                  <a:cubicBezTo>
                    <a:pt x="21" y="216"/>
                    <a:pt x="21" y="216"/>
                    <a:pt x="21" y="216"/>
                  </a:cubicBezTo>
                  <a:cubicBezTo>
                    <a:pt x="22" y="216"/>
                    <a:pt x="22" y="216"/>
                    <a:pt x="22" y="216"/>
                  </a:cubicBezTo>
                  <a:cubicBezTo>
                    <a:pt x="22" y="216"/>
                    <a:pt x="21" y="216"/>
                    <a:pt x="21" y="217"/>
                  </a:cubicBezTo>
                  <a:close/>
                  <a:moveTo>
                    <a:pt x="21" y="214"/>
                  </a:moveTo>
                  <a:cubicBezTo>
                    <a:pt x="21" y="214"/>
                    <a:pt x="21" y="214"/>
                    <a:pt x="21" y="214"/>
                  </a:cubicBezTo>
                  <a:cubicBezTo>
                    <a:pt x="21" y="214"/>
                    <a:pt x="21" y="214"/>
                    <a:pt x="21" y="214"/>
                  </a:cubicBezTo>
                  <a:cubicBezTo>
                    <a:pt x="21" y="214"/>
                    <a:pt x="21" y="214"/>
                    <a:pt x="21" y="214"/>
                  </a:cubicBezTo>
                  <a:cubicBezTo>
                    <a:pt x="21" y="214"/>
                    <a:pt x="20" y="214"/>
                    <a:pt x="20" y="214"/>
                  </a:cubicBezTo>
                  <a:cubicBezTo>
                    <a:pt x="21" y="214"/>
                    <a:pt x="21" y="214"/>
                    <a:pt x="21" y="214"/>
                  </a:cubicBezTo>
                  <a:cubicBezTo>
                    <a:pt x="21" y="214"/>
                    <a:pt x="21" y="214"/>
                    <a:pt x="21" y="214"/>
                  </a:cubicBezTo>
                  <a:cubicBezTo>
                    <a:pt x="22" y="214"/>
                    <a:pt x="22" y="214"/>
                    <a:pt x="22" y="214"/>
                  </a:cubicBezTo>
                  <a:lnTo>
                    <a:pt x="21" y="214"/>
                  </a:lnTo>
                  <a:close/>
                  <a:moveTo>
                    <a:pt x="122" y="297"/>
                  </a:moveTo>
                  <a:cubicBezTo>
                    <a:pt x="122" y="297"/>
                    <a:pt x="122" y="297"/>
                    <a:pt x="122" y="297"/>
                  </a:cubicBezTo>
                  <a:cubicBezTo>
                    <a:pt x="122" y="297"/>
                    <a:pt x="122" y="297"/>
                    <a:pt x="122" y="297"/>
                  </a:cubicBezTo>
                  <a:close/>
                  <a:moveTo>
                    <a:pt x="123" y="297"/>
                  </a:moveTo>
                  <a:cubicBezTo>
                    <a:pt x="122" y="298"/>
                    <a:pt x="122" y="297"/>
                    <a:pt x="122" y="297"/>
                  </a:cubicBezTo>
                  <a:cubicBezTo>
                    <a:pt x="122" y="297"/>
                    <a:pt x="122" y="297"/>
                    <a:pt x="123" y="297"/>
                  </a:cubicBezTo>
                  <a:cubicBezTo>
                    <a:pt x="123" y="297"/>
                    <a:pt x="123" y="297"/>
                    <a:pt x="123" y="297"/>
                  </a:cubicBezTo>
                  <a:close/>
                  <a:moveTo>
                    <a:pt x="213" y="429"/>
                  </a:moveTo>
                  <a:cubicBezTo>
                    <a:pt x="213" y="429"/>
                    <a:pt x="213" y="429"/>
                    <a:pt x="213" y="429"/>
                  </a:cubicBezTo>
                  <a:cubicBezTo>
                    <a:pt x="213" y="429"/>
                    <a:pt x="213" y="429"/>
                    <a:pt x="213" y="429"/>
                  </a:cubicBezTo>
                  <a:cubicBezTo>
                    <a:pt x="213" y="429"/>
                    <a:pt x="213" y="429"/>
                    <a:pt x="213" y="429"/>
                  </a:cubicBezTo>
                  <a:cubicBezTo>
                    <a:pt x="213" y="429"/>
                    <a:pt x="213" y="429"/>
                    <a:pt x="213" y="429"/>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6" name="Freeform 437"/>
            <p:cNvSpPr/>
            <p:nvPr/>
          </p:nvSpPr>
          <p:spPr bwMode="auto">
            <a:xfrm>
              <a:off x="3695" y="2760"/>
              <a:ext cx="4" cy="2"/>
            </a:xfrm>
            <a:custGeom>
              <a:avLst/>
              <a:gdLst>
                <a:gd name="T0" fmla="*/ 1 w 2"/>
                <a:gd name="T1" fmla="*/ 0 h 1"/>
                <a:gd name="T2" fmla="*/ 2 w 2"/>
                <a:gd name="T3" fmla="*/ 0 h 1"/>
                <a:gd name="T4" fmla="*/ 1 w 2"/>
                <a:gd name="T5" fmla="*/ 0 h 1"/>
              </a:gdLst>
              <a:ahLst/>
              <a:cxnLst>
                <a:cxn ang="0">
                  <a:pos x="T0" y="T1"/>
                </a:cxn>
                <a:cxn ang="0">
                  <a:pos x="T2" y="T3"/>
                </a:cxn>
                <a:cxn ang="0">
                  <a:pos x="T4" y="T5"/>
                </a:cxn>
              </a:cxnLst>
              <a:rect l="0" t="0" r="r" b="b"/>
              <a:pathLst>
                <a:path w="2" h="1">
                  <a:moveTo>
                    <a:pt x="1" y="0"/>
                  </a:moveTo>
                  <a:cubicBezTo>
                    <a:pt x="0" y="0"/>
                    <a:pt x="1" y="1"/>
                    <a:pt x="2" y="0"/>
                  </a:cubicBezTo>
                  <a:lnTo>
                    <a:pt x="1"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7" name="Freeform 438"/>
            <p:cNvSpPr/>
            <p:nvPr/>
          </p:nvSpPr>
          <p:spPr bwMode="auto">
            <a:xfrm>
              <a:off x="3699" y="2760"/>
              <a:ext cx="5" cy="4"/>
            </a:xfrm>
            <a:custGeom>
              <a:avLst/>
              <a:gdLst>
                <a:gd name="T0" fmla="*/ 1 w 2"/>
                <a:gd name="T1" fmla="*/ 2 h 2"/>
                <a:gd name="T2" fmla="*/ 2 w 2"/>
                <a:gd name="T3" fmla="*/ 1 h 2"/>
                <a:gd name="T4" fmla="*/ 1 w 2"/>
                <a:gd name="T5" fmla="*/ 2 h 2"/>
              </a:gdLst>
              <a:ahLst/>
              <a:cxnLst>
                <a:cxn ang="0">
                  <a:pos x="T0" y="T1"/>
                </a:cxn>
                <a:cxn ang="0">
                  <a:pos x="T2" y="T3"/>
                </a:cxn>
                <a:cxn ang="0">
                  <a:pos x="T4" y="T5"/>
                </a:cxn>
              </a:cxnLst>
              <a:rect l="0" t="0" r="r" b="b"/>
              <a:pathLst>
                <a:path w="2" h="2">
                  <a:moveTo>
                    <a:pt x="1" y="2"/>
                  </a:moveTo>
                  <a:cubicBezTo>
                    <a:pt x="1" y="2"/>
                    <a:pt x="2" y="1"/>
                    <a:pt x="2" y="1"/>
                  </a:cubicBezTo>
                  <a:cubicBezTo>
                    <a:pt x="0" y="0"/>
                    <a:pt x="2" y="2"/>
                    <a:pt x="1"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8" name="Freeform 439"/>
            <p:cNvSpPr/>
            <p:nvPr/>
          </p:nvSpPr>
          <p:spPr bwMode="auto">
            <a:xfrm>
              <a:off x="3916" y="2586"/>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0" y="0"/>
                    <a:pt x="2" y="0"/>
                    <a:pt x="1" y="0"/>
                  </a:cubicBezTo>
                  <a:cubicBezTo>
                    <a:pt x="1" y="0"/>
                    <a:pt x="0" y="0"/>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39" name="Freeform 440"/>
            <p:cNvSpPr/>
            <p:nvPr/>
          </p:nvSpPr>
          <p:spPr bwMode="auto">
            <a:xfrm>
              <a:off x="3941" y="2610"/>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0" name="Freeform 441"/>
            <p:cNvSpPr/>
            <p:nvPr/>
          </p:nvSpPr>
          <p:spPr bwMode="auto">
            <a:xfrm>
              <a:off x="3729" y="2272"/>
              <a:ext cx="2" cy="5"/>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0" y="1"/>
                    <a:pt x="1" y="0"/>
                    <a:pt x="1" y="1"/>
                  </a:cubicBezTo>
                  <a:cubicBezTo>
                    <a:pt x="1" y="1"/>
                    <a:pt x="0" y="1"/>
                    <a:pt x="0" y="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1" name="Freeform 442"/>
            <p:cNvSpPr/>
            <p:nvPr/>
          </p:nvSpPr>
          <p:spPr bwMode="auto">
            <a:xfrm>
              <a:off x="3852" y="271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2" name="Freeform 443"/>
            <p:cNvSpPr/>
            <p:nvPr/>
          </p:nvSpPr>
          <p:spPr bwMode="auto">
            <a:xfrm>
              <a:off x="3850" y="2692"/>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1"/>
                    <a:pt x="1" y="0"/>
                  </a:cubicBezTo>
                  <a:cubicBezTo>
                    <a:pt x="0" y="1"/>
                    <a:pt x="1"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3" name="Freeform 444"/>
            <p:cNvSpPr/>
            <p:nvPr/>
          </p:nvSpPr>
          <p:spPr bwMode="auto">
            <a:xfrm>
              <a:off x="3848" y="2686"/>
              <a:ext cx="2"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1"/>
                    <a:pt x="0" y="1"/>
                    <a:pt x="0" y="1"/>
                  </a:cubicBezTo>
                  <a:lnTo>
                    <a:pt x="1" y="1"/>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4" name="Freeform 445"/>
            <p:cNvSpPr/>
            <p:nvPr/>
          </p:nvSpPr>
          <p:spPr bwMode="auto">
            <a:xfrm>
              <a:off x="3846" y="2711"/>
              <a:ext cx="4" cy="3"/>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1"/>
                    <a:pt x="1" y="0"/>
                    <a:pt x="2" y="0"/>
                  </a:cubicBezTo>
                  <a:cubicBezTo>
                    <a:pt x="1"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5" name="Freeform 446"/>
            <p:cNvSpPr/>
            <p:nvPr/>
          </p:nvSpPr>
          <p:spPr bwMode="auto">
            <a:xfrm>
              <a:off x="3822" y="2773"/>
              <a:ext cx="5"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6" name="Freeform 447"/>
            <p:cNvSpPr/>
            <p:nvPr/>
          </p:nvSpPr>
          <p:spPr bwMode="auto">
            <a:xfrm>
              <a:off x="3765" y="2315"/>
              <a:ext cx="4" cy="0"/>
            </a:xfrm>
            <a:custGeom>
              <a:avLst/>
              <a:gdLst>
                <a:gd name="T0" fmla="*/ 0 w 4"/>
                <a:gd name="T1" fmla="*/ 0 w 4"/>
                <a:gd name="T2" fmla="*/ 4 w 4"/>
                <a:gd name="T3" fmla="*/ 0 w 4"/>
              </a:gdLst>
              <a:ahLst/>
              <a:cxnLst>
                <a:cxn ang="0">
                  <a:pos x="T0" y="0"/>
                </a:cxn>
                <a:cxn ang="0">
                  <a:pos x="T1" y="0"/>
                </a:cxn>
                <a:cxn ang="0">
                  <a:pos x="T2" y="0"/>
                </a:cxn>
                <a:cxn ang="0">
                  <a:pos x="T3" y="0"/>
                </a:cxn>
              </a:cxnLst>
              <a:rect l="0" t="0" r="r" b="b"/>
              <a:pathLst>
                <a:path w="4">
                  <a:moveTo>
                    <a:pt x="0" y="0"/>
                  </a:moveTo>
                  <a:lnTo>
                    <a:pt x="0" y="0"/>
                  </a:lnTo>
                  <a:lnTo>
                    <a:pt x="4" y="0"/>
                  </a:lnTo>
                  <a:lnTo>
                    <a:pt x="0" y="0"/>
                  </a:ln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7" name="Freeform 448"/>
            <p:cNvSpPr/>
            <p:nvPr/>
          </p:nvSpPr>
          <p:spPr bwMode="auto">
            <a:xfrm>
              <a:off x="3842" y="2733"/>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8" name="Freeform 449"/>
            <p:cNvSpPr/>
            <p:nvPr/>
          </p:nvSpPr>
          <p:spPr bwMode="auto">
            <a:xfrm>
              <a:off x="3822" y="2769"/>
              <a:ext cx="7" cy="2"/>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49" name="Freeform 450"/>
            <p:cNvSpPr/>
            <p:nvPr/>
          </p:nvSpPr>
          <p:spPr bwMode="auto">
            <a:xfrm>
              <a:off x="3846" y="273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0" name="Freeform 451"/>
            <p:cNvSpPr/>
            <p:nvPr/>
          </p:nvSpPr>
          <p:spPr bwMode="auto">
            <a:xfrm>
              <a:off x="3844" y="2724"/>
              <a:ext cx="4" cy="2"/>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2" y="1"/>
                    <a:pt x="2" y="1"/>
                    <a:pt x="2" y="1"/>
                  </a:cubicBezTo>
                  <a:cubicBezTo>
                    <a:pt x="2" y="0"/>
                    <a:pt x="1" y="0"/>
                    <a:pt x="0"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sp>
          <p:nvSpPr>
            <p:cNvPr id="51" name="Freeform 452"/>
            <p:cNvSpPr/>
            <p:nvPr/>
          </p:nvSpPr>
          <p:spPr bwMode="auto">
            <a:xfrm>
              <a:off x="3844" y="2728"/>
              <a:ext cx="8" cy="3"/>
            </a:xfrm>
            <a:custGeom>
              <a:avLst/>
              <a:gdLst>
                <a:gd name="T0" fmla="*/ 0 w 4"/>
                <a:gd name="T1" fmla="*/ 1 h 1"/>
                <a:gd name="T2" fmla="*/ 1 w 4"/>
                <a:gd name="T3" fmla="*/ 1 h 1"/>
                <a:gd name="T4" fmla="*/ 2 w 4"/>
                <a:gd name="T5" fmla="*/ 0 h 1"/>
                <a:gd name="T6" fmla="*/ 4 w 4"/>
                <a:gd name="T7" fmla="*/ 0 h 1"/>
                <a:gd name="T8" fmla="*/ 0 w 4"/>
                <a:gd name="T9" fmla="*/ 1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1" y="1"/>
                    <a:pt x="1" y="1"/>
                  </a:cubicBezTo>
                  <a:cubicBezTo>
                    <a:pt x="2" y="1"/>
                    <a:pt x="3" y="0"/>
                    <a:pt x="2" y="0"/>
                  </a:cubicBezTo>
                  <a:cubicBezTo>
                    <a:pt x="3" y="0"/>
                    <a:pt x="4" y="0"/>
                    <a:pt x="4" y="0"/>
                  </a:cubicBezTo>
                  <a:cubicBezTo>
                    <a:pt x="3" y="0"/>
                    <a:pt x="1" y="0"/>
                    <a:pt x="0" y="1"/>
                  </a:cubicBezTo>
                  <a:cubicBezTo>
                    <a:pt x="0" y="1"/>
                    <a:pt x="0" y="1"/>
                    <a:pt x="0"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white"/>
                </a:solidFill>
                <a:latin typeface="方正喵呜体" panose="02010600010101010101" pitchFamily="2" charset="-122"/>
                <a:ea typeface="方正喵呜体" panose="02010600010101010101" pitchFamily="2" charset="-122"/>
              </a:endParaRPr>
            </a:p>
          </p:txBody>
        </p:sp>
      </p:grpSp>
      <p:pic>
        <p:nvPicPr>
          <p:cNvPr id="453" name="图片 452"/>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flipH="1">
            <a:off x="3436908" y="1803042"/>
            <a:ext cx="2106914" cy="1903754"/>
          </a:xfrm>
          <a:prstGeom prst="rect">
            <a:avLst/>
          </a:prstGeom>
          <a:ln>
            <a:noFill/>
          </a:ln>
        </p:spPr>
      </p:pic>
      <p:sp>
        <p:nvSpPr>
          <p:cNvPr id="454" name="TextBox 12"/>
          <p:cNvSpPr txBox="1"/>
          <p:nvPr/>
        </p:nvSpPr>
        <p:spPr>
          <a:xfrm>
            <a:off x="3693125" y="2149077"/>
            <a:ext cx="1653269" cy="830997"/>
          </a:xfrm>
          <a:prstGeom prst="rect">
            <a:avLst/>
          </a:prstGeom>
          <a:noFill/>
          <a:ln>
            <a:noFill/>
          </a:ln>
        </p:spPr>
        <p:txBody>
          <a:bodyPr wrap="square" rtlCol="0">
            <a:spAutoFit/>
          </a:bodyPr>
          <a:lstStyle/>
          <a:p>
            <a:pPr algn="ctr"/>
            <a:r>
              <a:rPr lang="zh-CN" altLang="en-US" sz="2400" dirty="0">
                <a:latin typeface="Senty小丸子" panose="03000600000000000000" pitchFamily="66" charset="-122"/>
                <a:ea typeface="Senty小丸子" panose="03000600000000000000" pitchFamily="66" charset="-122"/>
                <a:cs typeface="+mn-ea"/>
                <a:sym typeface="字魂36号-正文宋楷" panose="02000000000000000000" pitchFamily="2" charset="-122"/>
              </a:rPr>
              <a:t>点击此处</a:t>
            </a:r>
            <a:endParaRPr lang="en-US" altLang="zh-CN" sz="2400" dirty="0">
              <a:latin typeface="Senty小丸子" panose="03000600000000000000" pitchFamily="66" charset="-122"/>
              <a:ea typeface="Senty小丸子" panose="03000600000000000000" pitchFamily="66" charset="-122"/>
              <a:cs typeface="+mn-ea"/>
              <a:sym typeface="字魂36号-正文宋楷" panose="02000000000000000000" pitchFamily="2" charset="-122"/>
            </a:endParaRPr>
          </a:p>
          <a:p>
            <a:pPr algn="ctr"/>
            <a:r>
              <a:rPr lang="zh-CN" altLang="en-US" sz="2400" dirty="0">
                <a:latin typeface="Senty小丸子" panose="03000600000000000000" pitchFamily="66" charset="-122"/>
                <a:ea typeface="Senty小丸子" panose="03000600000000000000" pitchFamily="66" charset="-122"/>
                <a:cs typeface="+mn-ea"/>
                <a:sym typeface="字魂36号-正文宋楷" panose="02000000000000000000" pitchFamily="2" charset="-122"/>
              </a:rPr>
              <a:t>添加文字</a:t>
            </a:r>
            <a:endParaRPr lang="zh-CN" altLang="en-US" sz="2400" dirty="0">
              <a:latin typeface="Senty小丸子" panose="03000600000000000000" pitchFamily="66" charset="-122"/>
              <a:ea typeface="Senty小丸子" panose="03000600000000000000" pitchFamily="66" charset="-122"/>
              <a:cs typeface="+mn-ea"/>
              <a:sym typeface="字魂36号-正文宋楷" panose="02000000000000000000" pitchFamily="2" charset="-122"/>
            </a:endParaRPr>
          </a:p>
        </p:txBody>
      </p:sp>
      <p:sp>
        <p:nvSpPr>
          <p:cNvPr id="455" name="TextBox 12"/>
          <p:cNvSpPr txBox="1"/>
          <p:nvPr/>
        </p:nvSpPr>
        <p:spPr>
          <a:xfrm>
            <a:off x="5821508" y="2179855"/>
            <a:ext cx="3095691" cy="830997"/>
          </a:xfrm>
          <a:prstGeom prst="rect">
            <a:avLst/>
          </a:prstGeom>
          <a:noFill/>
          <a:ln>
            <a:noFill/>
          </a:ln>
        </p:spPr>
        <p:txBody>
          <a:bodyPr wrap="square" rtlCol="0">
            <a:spAutoFit/>
          </a:bodyPr>
          <a:lstStyle/>
          <a:p>
            <a:pPr>
              <a:lnSpc>
                <a:spcPct val="150000"/>
              </a:lnSpc>
            </a:pPr>
            <a:r>
              <a:rPr lang="zh-CN" altLang="en-US" sz="1600" dirty="0">
                <a:latin typeface="Senty小丸子" panose="03000600000000000000" pitchFamily="66" charset="-122"/>
                <a:ea typeface="Senty小丸子" panose="03000600000000000000" pitchFamily="66" charset="-122"/>
                <a:cs typeface="+mn-ea"/>
                <a:sym typeface="字魂36号-正文宋楷" panose="02000000000000000000" pitchFamily="2" charset="-122"/>
              </a:rPr>
              <a:t>点击此处添加文字描述，文字可根据需求进行更改。</a:t>
            </a:r>
            <a:endParaRPr lang="zh-CN" altLang="en-US" sz="1600" dirty="0">
              <a:latin typeface="Senty小丸子" panose="03000600000000000000" pitchFamily="66" charset="-122"/>
              <a:ea typeface="Senty小丸子" panose="03000600000000000000" pitchFamily="66" charset="-122"/>
              <a:cs typeface="+mn-ea"/>
              <a:sym typeface="字魂36号-正文宋楷" panose="02000000000000000000" pitchFamily="2" charset="-122"/>
            </a:endParaRPr>
          </a:p>
        </p:txBody>
      </p:sp>
      <p:sp>
        <p:nvSpPr>
          <p:cNvPr id="456" name="TextBox 12"/>
          <p:cNvSpPr txBox="1"/>
          <p:nvPr/>
        </p:nvSpPr>
        <p:spPr>
          <a:xfrm>
            <a:off x="5867325" y="3411236"/>
            <a:ext cx="3095691" cy="830997"/>
          </a:xfrm>
          <a:prstGeom prst="rect">
            <a:avLst/>
          </a:prstGeom>
          <a:noFill/>
          <a:ln>
            <a:noFill/>
          </a:ln>
        </p:spPr>
        <p:txBody>
          <a:bodyPr wrap="square" rtlCol="0">
            <a:spAutoFit/>
          </a:bodyPr>
          <a:lstStyle/>
          <a:p>
            <a:pPr>
              <a:lnSpc>
                <a:spcPct val="150000"/>
              </a:lnSpc>
            </a:pPr>
            <a:r>
              <a:rPr lang="zh-CN" altLang="en-US" sz="1600" dirty="0">
                <a:latin typeface="Senty小丸子" panose="03000600000000000000" pitchFamily="66" charset="-122"/>
                <a:ea typeface="Senty小丸子" panose="03000600000000000000" pitchFamily="66" charset="-122"/>
                <a:cs typeface="+mn-ea"/>
                <a:sym typeface="字魂36号-正文宋楷" panose="02000000000000000000" pitchFamily="2" charset="-122"/>
              </a:rPr>
              <a:t>点击此处添加文字描述，文字可根据需求进行更改。</a:t>
            </a:r>
            <a:endParaRPr lang="zh-CN" altLang="en-US" sz="1600" dirty="0">
              <a:latin typeface="Senty小丸子" panose="03000600000000000000" pitchFamily="66" charset="-122"/>
              <a:ea typeface="Senty小丸子" panose="03000600000000000000" pitchFamily="66" charset="-122"/>
              <a:cs typeface="+mn-ea"/>
              <a:sym typeface="字魂36号-正文宋楷" panose="02000000000000000000" pitchFamily="2" charset="-122"/>
            </a:endParaRPr>
          </a:p>
        </p:txBody>
      </p:sp>
      <p:sp>
        <p:nvSpPr>
          <p:cNvPr id="457" name="TextBox 12"/>
          <p:cNvSpPr txBox="1"/>
          <p:nvPr/>
        </p:nvSpPr>
        <p:spPr>
          <a:xfrm>
            <a:off x="5867325" y="4590349"/>
            <a:ext cx="3095691" cy="830997"/>
          </a:xfrm>
          <a:prstGeom prst="rect">
            <a:avLst/>
          </a:prstGeom>
          <a:noFill/>
          <a:ln>
            <a:noFill/>
          </a:ln>
        </p:spPr>
        <p:txBody>
          <a:bodyPr wrap="square" rtlCol="0">
            <a:spAutoFit/>
          </a:bodyPr>
          <a:lstStyle/>
          <a:p>
            <a:pPr>
              <a:lnSpc>
                <a:spcPct val="150000"/>
              </a:lnSpc>
            </a:pPr>
            <a:r>
              <a:rPr lang="zh-CN" altLang="en-US" sz="1600" dirty="0">
                <a:latin typeface="Senty小丸子" panose="03000600000000000000" pitchFamily="66" charset="-122"/>
                <a:ea typeface="Senty小丸子" panose="03000600000000000000" pitchFamily="66" charset="-122"/>
                <a:cs typeface="+mn-ea"/>
                <a:sym typeface="字魂36号-正文宋楷" panose="02000000000000000000" pitchFamily="2" charset="-122"/>
              </a:rPr>
              <a:t>点击此处添加文字描述，文字可根据需求进行更改。</a:t>
            </a:r>
            <a:endParaRPr lang="zh-CN" altLang="en-US" sz="1600" dirty="0">
              <a:latin typeface="Senty小丸子" panose="03000600000000000000" pitchFamily="66" charset="-122"/>
              <a:ea typeface="Senty小丸子" panose="03000600000000000000" pitchFamily="66" charset="-122"/>
              <a:cs typeface="+mn-ea"/>
              <a:sym typeface="字魂36号-正文宋楷" panose="02000000000000000000" pitchFamily="2" charset="-122"/>
            </a:endParaRPr>
          </a:p>
        </p:txBody>
      </p:sp>
      <p:sp>
        <p:nvSpPr>
          <p:cNvPr id="458" name="任意多边形 7"/>
          <p:cNvSpPr/>
          <p:nvPr>
            <p:custDataLst>
              <p:tags r:id="rId2"/>
            </p:custDataLst>
          </p:nvPr>
        </p:nvSpPr>
        <p:spPr>
          <a:xfrm flipH="1">
            <a:off x="5808197" y="2980074"/>
            <a:ext cx="3674152" cy="226491"/>
          </a:xfrm>
          <a:custGeom>
            <a:avLst/>
            <a:gdLst>
              <a:gd name="connsiteX0" fmla="*/ 0 w 3556000"/>
              <a:gd name="connsiteY0" fmla="*/ 0 h 220464"/>
              <a:gd name="connsiteX1" fmla="*/ 304800 w 3556000"/>
              <a:gd name="connsiteY1" fmla="*/ 215900 h 220464"/>
              <a:gd name="connsiteX2" fmla="*/ 1168400 w 3556000"/>
              <a:gd name="connsiteY2" fmla="*/ 152400 h 220464"/>
              <a:gd name="connsiteX3" fmla="*/ 2590800 w 3556000"/>
              <a:gd name="connsiteY3" fmla="*/ 38100 h 220464"/>
              <a:gd name="connsiteX4" fmla="*/ 3556000 w 3556000"/>
              <a:gd name="connsiteY4" fmla="*/ 165100 h 220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6000" h="220464">
                <a:moveTo>
                  <a:pt x="0" y="0"/>
                </a:moveTo>
                <a:cubicBezTo>
                  <a:pt x="55033" y="95250"/>
                  <a:pt x="110067" y="190500"/>
                  <a:pt x="304800" y="215900"/>
                </a:cubicBezTo>
                <a:cubicBezTo>
                  <a:pt x="499533" y="241300"/>
                  <a:pt x="1168400" y="152400"/>
                  <a:pt x="1168400" y="152400"/>
                </a:cubicBezTo>
                <a:cubicBezTo>
                  <a:pt x="1549400" y="122767"/>
                  <a:pt x="2192867" y="35983"/>
                  <a:pt x="2590800" y="38100"/>
                </a:cubicBezTo>
                <a:cubicBezTo>
                  <a:pt x="2988733" y="40217"/>
                  <a:pt x="3272366" y="102658"/>
                  <a:pt x="3556000" y="165100"/>
                </a:cubicBezTo>
              </a:path>
            </a:pathLst>
          </a:custGeom>
          <a:no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600">
              <a:solidFill>
                <a:schemeClr val="tx1"/>
              </a:solidFill>
              <a:latin typeface="Senty小丸子" panose="03000600000000000000" pitchFamily="66" charset="-122"/>
              <a:ea typeface="Senty小丸子" panose="03000600000000000000" pitchFamily="66" charset="-122"/>
              <a:sym typeface="字魂36号-正文宋楷" panose="02000000000000000000" pitchFamily="2" charset="-122"/>
            </a:endParaRPr>
          </a:p>
        </p:txBody>
      </p:sp>
      <p:sp>
        <p:nvSpPr>
          <p:cNvPr id="459" name="任意多边形 7"/>
          <p:cNvSpPr/>
          <p:nvPr>
            <p:custDataLst>
              <p:tags r:id="rId3"/>
            </p:custDataLst>
          </p:nvPr>
        </p:nvSpPr>
        <p:spPr>
          <a:xfrm flipH="1">
            <a:off x="5822337" y="5390568"/>
            <a:ext cx="3674152" cy="226491"/>
          </a:xfrm>
          <a:custGeom>
            <a:avLst/>
            <a:gdLst>
              <a:gd name="connsiteX0" fmla="*/ 0 w 3556000"/>
              <a:gd name="connsiteY0" fmla="*/ 0 h 220464"/>
              <a:gd name="connsiteX1" fmla="*/ 304800 w 3556000"/>
              <a:gd name="connsiteY1" fmla="*/ 215900 h 220464"/>
              <a:gd name="connsiteX2" fmla="*/ 1168400 w 3556000"/>
              <a:gd name="connsiteY2" fmla="*/ 152400 h 220464"/>
              <a:gd name="connsiteX3" fmla="*/ 2590800 w 3556000"/>
              <a:gd name="connsiteY3" fmla="*/ 38100 h 220464"/>
              <a:gd name="connsiteX4" fmla="*/ 3556000 w 3556000"/>
              <a:gd name="connsiteY4" fmla="*/ 165100 h 220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6000" h="220464">
                <a:moveTo>
                  <a:pt x="0" y="0"/>
                </a:moveTo>
                <a:cubicBezTo>
                  <a:pt x="55033" y="95250"/>
                  <a:pt x="110067" y="190500"/>
                  <a:pt x="304800" y="215900"/>
                </a:cubicBezTo>
                <a:cubicBezTo>
                  <a:pt x="499533" y="241300"/>
                  <a:pt x="1168400" y="152400"/>
                  <a:pt x="1168400" y="152400"/>
                </a:cubicBezTo>
                <a:cubicBezTo>
                  <a:pt x="1549400" y="122767"/>
                  <a:pt x="2192867" y="35983"/>
                  <a:pt x="2590800" y="38100"/>
                </a:cubicBezTo>
                <a:cubicBezTo>
                  <a:pt x="2988733" y="40217"/>
                  <a:pt x="3272366" y="102658"/>
                  <a:pt x="3556000" y="165100"/>
                </a:cubicBezTo>
              </a:path>
            </a:pathLst>
          </a:custGeom>
          <a:no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600">
              <a:solidFill>
                <a:schemeClr val="tx1"/>
              </a:solidFill>
              <a:latin typeface="Senty小丸子" panose="03000600000000000000" pitchFamily="66" charset="-122"/>
              <a:ea typeface="Senty小丸子" panose="03000600000000000000" pitchFamily="66" charset="-122"/>
              <a:sym typeface="字魂36号-正文宋楷" panose="02000000000000000000" pitchFamily="2" charset="-122"/>
            </a:endParaRPr>
          </a:p>
        </p:txBody>
      </p:sp>
      <p:pic>
        <p:nvPicPr>
          <p:cNvPr id="460" name="图片 459"/>
          <p:cNvPicPr>
            <a:picLocks noChangeAspect="1"/>
          </p:cNvPicPr>
          <p:nvPr/>
        </p:nvPicPr>
        <p:blipFill>
          <a:blip r:embed="rId4" cstate="print">
            <a:biLevel thresh="50000"/>
            <a:extLst>
              <a:ext uri="{BEBA8EAE-BF5A-486C-A8C5-ECC9F3942E4B}">
                <a14:imgProps xmlns:a14="http://schemas.microsoft.com/office/drawing/2010/main">
                  <a14:imgLayer r:embed="rId5">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9275054" y="1882099"/>
            <a:ext cx="1344829" cy="1237351"/>
          </a:xfrm>
          <a:prstGeom prst="rect">
            <a:avLst/>
          </a:prstGeom>
          <a:ln>
            <a:noFill/>
          </a:ln>
        </p:spPr>
      </p:pic>
      <p:pic>
        <p:nvPicPr>
          <p:cNvPr id="461" name="图片 460"/>
          <p:cNvPicPr>
            <a:picLocks noChangeAspect="1"/>
          </p:cNvPicPr>
          <p:nvPr/>
        </p:nvPicPr>
        <p:blipFill>
          <a:blip r:embed="rId4" cstate="print">
            <a:biLevel thresh="50000"/>
            <a:extLst>
              <a:ext uri="{BEBA8EAE-BF5A-486C-A8C5-ECC9F3942E4B}">
                <a14:imgProps xmlns:a14="http://schemas.microsoft.com/office/drawing/2010/main">
                  <a14:imgLayer r:embed="rId5">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9269070" y="4311742"/>
            <a:ext cx="1344829" cy="1237351"/>
          </a:xfrm>
          <a:prstGeom prst="rect">
            <a:avLst/>
          </a:prstGeom>
          <a:ln>
            <a:noFill/>
          </a:ln>
        </p:spPr>
      </p:pic>
      <p:sp>
        <p:nvSpPr>
          <p:cNvPr id="462" name="任意多边形 7"/>
          <p:cNvSpPr/>
          <p:nvPr>
            <p:custDataLst>
              <p:tags r:id="rId6"/>
            </p:custDataLst>
          </p:nvPr>
        </p:nvSpPr>
        <p:spPr>
          <a:xfrm flipH="1">
            <a:off x="5821510" y="4198497"/>
            <a:ext cx="3674152" cy="226491"/>
          </a:xfrm>
          <a:custGeom>
            <a:avLst/>
            <a:gdLst>
              <a:gd name="connsiteX0" fmla="*/ 0 w 3556000"/>
              <a:gd name="connsiteY0" fmla="*/ 0 h 220464"/>
              <a:gd name="connsiteX1" fmla="*/ 304800 w 3556000"/>
              <a:gd name="connsiteY1" fmla="*/ 215900 h 220464"/>
              <a:gd name="connsiteX2" fmla="*/ 1168400 w 3556000"/>
              <a:gd name="connsiteY2" fmla="*/ 152400 h 220464"/>
              <a:gd name="connsiteX3" fmla="*/ 2590800 w 3556000"/>
              <a:gd name="connsiteY3" fmla="*/ 38100 h 220464"/>
              <a:gd name="connsiteX4" fmla="*/ 3556000 w 3556000"/>
              <a:gd name="connsiteY4" fmla="*/ 165100 h 220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6000" h="220464">
                <a:moveTo>
                  <a:pt x="0" y="0"/>
                </a:moveTo>
                <a:cubicBezTo>
                  <a:pt x="55033" y="95250"/>
                  <a:pt x="110067" y="190500"/>
                  <a:pt x="304800" y="215900"/>
                </a:cubicBezTo>
                <a:cubicBezTo>
                  <a:pt x="499533" y="241300"/>
                  <a:pt x="1168400" y="152400"/>
                  <a:pt x="1168400" y="152400"/>
                </a:cubicBezTo>
                <a:cubicBezTo>
                  <a:pt x="1549400" y="122767"/>
                  <a:pt x="2192867" y="35983"/>
                  <a:pt x="2590800" y="38100"/>
                </a:cubicBezTo>
                <a:cubicBezTo>
                  <a:pt x="2988733" y="40217"/>
                  <a:pt x="3272366" y="102658"/>
                  <a:pt x="3556000" y="165100"/>
                </a:cubicBezTo>
              </a:path>
            </a:pathLst>
          </a:custGeom>
          <a:no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600">
              <a:solidFill>
                <a:schemeClr val="tx1"/>
              </a:solidFill>
              <a:latin typeface="Senty小丸子" panose="03000600000000000000" pitchFamily="66" charset="-122"/>
              <a:ea typeface="Senty小丸子" panose="03000600000000000000" pitchFamily="66" charset="-122"/>
              <a:sym typeface="字魂36号-正文宋楷" panose="02000000000000000000" pitchFamily="2" charset="-122"/>
            </a:endParaRPr>
          </a:p>
        </p:txBody>
      </p:sp>
      <p:pic>
        <p:nvPicPr>
          <p:cNvPr id="463" name="图片 462"/>
          <p:cNvPicPr>
            <a:picLocks noChangeAspect="1"/>
          </p:cNvPicPr>
          <p:nvPr/>
        </p:nvPicPr>
        <p:blipFill>
          <a:blip r:embed="rId4" cstate="print">
            <a:biLevel thresh="50000"/>
            <a:extLst>
              <a:ext uri="{BEBA8EAE-BF5A-486C-A8C5-ECC9F3942E4B}">
                <a14:imgProps xmlns:a14="http://schemas.microsoft.com/office/drawing/2010/main">
                  <a14:imgLayer r:embed="rId5">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9274228" y="3100523"/>
            <a:ext cx="1344829" cy="1237351"/>
          </a:xfrm>
          <a:prstGeom prst="rect">
            <a:avLst/>
          </a:prstGeom>
          <a:ln>
            <a:noFill/>
          </a:ln>
        </p:spPr>
      </p:pic>
      <p:grpSp>
        <p:nvGrpSpPr>
          <p:cNvPr id="511" name="组合 510"/>
          <p:cNvGrpSpPr/>
          <p:nvPr/>
        </p:nvGrpSpPr>
        <p:grpSpPr>
          <a:xfrm flipH="1">
            <a:off x="1322707" y="3010852"/>
            <a:ext cx="1981611" cy="3091803"/>
            <a:chOff x="6226177" y="2133600"/>
            <a:chExt cx="1804987" cy="2816225"/>
          </a:xfrm>
          <a:solidFill>
            <a:schemeClr val="tx1"/>
          </a:solidFill>
        </p:grpSpPr>
        <p:sp>
          <p:nvSpPr>
            <p:cNvPr id="512" name="Freeform 14"/>
            <p:cNvSpPr/>
            <p:nvPr/>
          </p:nvSpPr>
          <p:spPr bwMode="auto">
            <a:xfrm>
              <a:off x="6973889" y="2311400"/>
              <a:ext cx="182563" cy="198437"/>
            </a:xfrm>
            <a:custGeom>
              <a:avLst/>
              <a:gdLst>
                <a:gd name="T0" fmla="*/ 30 w 37"/>
                <a:gd name="T1" fmla="*/ 37 h 40"/>
                <a:gd name="T2" fmla="*/ 35 w 37"/>
                <a:gd name="T3" fmla="*/ 34 h 40"/>
                <a:gd name="T4" fmla="*/ 17 w 37"/>
                <a:gd name="T5" fmla="*/ 15 h 40"/>
                <a:gd name="T6" fmla="*/ 10 w 37"/>
                <a:gd name="T7" fmla="*/ 7 h 40"/>
                <a:gd name="T8" fmla="*/ 10 w 37"/>
                <a:gd name="T9" fmla="*/ 7 h 40"/>
                <a:gd name="T10" fmla="*/ 6 w 37"/>
                <a:gd name="T11" fmla="*/ 3 h 40"/>
                <a:gd name="T12" fmla="*/ 6 w 37"/>
                <a:gd name="T13" fmla="*/ 2 h 40"/>
                <a:gd name="T14" fmla="*/ 2 w 37"/>
                <a:gd name="T15" fmla="*/ 1 h 40"/>
                <a:gd name="T16" fmla="*/ 1 w 37"/>
                <a:gd name="T17" fmla="*/ 3 h 40"/>
                <a:gd name="T18" fmla="*/ 1 w 37"/>
                <a:gd name="T19" fmla="*/ 7 h 40"/>
                <a:gd name="T20" fmla="*/ 5 w 37"/>
                <a:gd name="T21" fmla="*/ 13 h 40"/>
                <a:gd name="T22" fmla="*/ 30 w 37"/>
                <a:gd name="T23" fmla="*/ 3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40">
                  <a:moveTo>
                    <a:pt x="30" y="37"/>
                  </a:moveTo>
                  <a:cubicBezTo>
                    <a:pt x="32" y="40"/>
                    <a:pt x="37" y="37"/>
                    <a:pt x="35" y="34"/>
                  </a:cubicBezTo>
                  <a:cubicBezTo>
                    <a:pt x="30" y="27"/>
                    <a:pt x="24" y="21"/>
                    <a:pt x="17" y="15"/>
                  </a:cubicBezTo>
                  <a:cubicBezTo>
                    <a:pt x="15" y="13"/>
                    <a:pt x="12" y="10"/>
                    <a:pt x="10" y="7"/>
                  </a:cubicBezTo>
                  <a:cubicBezTo>
                    <a:pt x="10" y="7"/>
                    <a:pt x="10" y="7"/>
                    <a:pt x="10" y="7"/>
                  </a:cubicBezTo>
                  <a:cubicBezTo>
                    <a:pt x="9" y="6"/>
                    <a:pt x="7" y="4"/>
                    <a:pt x="6" y="3"/>
                  </a:cubicBezTo>
                  <a:cubicBezTo>
                    <a:pt x="6" y="3"/>
                    <a:pt x="6" y="3"/>
                    <a:pt x="6" y="2"/>
                  </a:cubicBezTo>
                  <a:cubicBezTo>
                    <a:pt x="6" y="1"/>
                    <a:pt x="3" y="0"/>
                    <a:pt x="2" y="1"/>
                  </a:cubicBezTo>
                  <a:cubicBezTo>
                    <a:pt x="1" y="2"/>
                    <a:pt x="1" y="2"/>
                    <a:pt x="1" y="3"/>
                  </a:cubicBezTo>
                  <a:cubicBezTo>
                    <a:pt x="0" y="4"/>
                    <a:pt x="0" y="6"/>
                    <a:pt x="1" y="7"/>
                  </a:cubicBezTo>
                  <a:cubicBezTo>
                    <a:pt x="1" y="9"/>
                    <a:pt x="3" y="12"/>
                    <a:pt x="5" y="13"/>
                  </a:cubicBezTo>
                  <a:cubicBezTo>
                    <a:pt x="13" y="21"/>
                    <a:pt x="22" y="28"/>
                    <a:pt x="30" y="37"/>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solidFill>
                  <a:prstClr val="black"/>
                </a:solidFill>
              </a:endParaRPr>
            </a:p>
          </p:txBody>
        </p:sp>
        <p:sp>
          <p:nvSpPr>
            <p:cNvPr id="513" name="Freeform 15"/>
            <p:cNvSpPr/>
            <p:nvPr/>
          </p:nvSpPr>
          <p:spPr bwMode="auto">
            <a:xfrm>
              <a:off x="7561264" y="2538413"/>
              <a:ext cx="469900" cy="100012"/>
            </a:xfrm>
            <a:custGeom>
              <a:avLst/>
              <a:gdLst>
                <a:gd name="T0" fmla="*/ 49 w 95"/>
                <a:gd name="T1" fmla="*/ 0 h 20"/>
                <a:gd name="T2" fmla="*/ 1 w 95"/>
                <a:gd name="T3" fmla="*/ 17 h 20"/>
                <a:gd name="T4" fmla="*/ 3 w 95"/>
                <a:gd name="T5" fmla="*/ 20 h 20"/>
                <a:gd name="T6" fmla="*/ 49 w 95"/>
                <a:gd name="T7" fmla="*/ 11 h 20"/>
                <a:gd name="T8" fmla="*/ 49 w 95"/>
                <a:gd name="T9" fmla="*/ 11 h 20"/>
                <a:gd name="T10" fmla="*/ 53 w 95"/>
                <a:gd name="T11" fmla="*/ 10 h 20"/>
                <a:gd name="T12" fmla="*/ 92 w 95"/>
                <a:gd name="T13" fmla="*/ 11 h 20"/>
                <a:gd name="T14" fmla="*/ 93 w 95"/>
                <a:gd name="T15" fmla="*/ 6 h 20"/>
                <a:gd name="T16" fmla="*/ 53 w 95"/>
                <a:gd name="T17" fmla="*/ 0 h 20"/>
                <a:gd name="T18" fmla="*/ 49 w 95"/>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5" h="20">
                  <a:moveTo>
                    <a:pt x="49" y="0"/>
                  </a:moveTo>
                  <a:cubicBezTo>
                    <a:pt x="30" y="1"/>
                    <a:pt x="12" y="6"/>
                    <a:pt x="1" y="17"/>
                  </a:cubicBezTo>
                  <a:cubicBezTo>
                    <a:pt x="0" y="19"/>
                    <a:pt x="2" y="20"/>
                    <a:pt x="3" y="20"/>
                  </a:cubicBezTo>
                  <a:cubicBezTo>
                    <a:pt x="18" y="16"/>
                    <a:pt x="33" y="12"/>
                    <a:pt x="49" y="11"/>
                  </a:cubicBezTo>
                  <a:cubicBezTo>
                    <a:pt x="49" y="11"/>
                    <a:pt x="49" y="11"/>
                    <a:pt x="49" y="11"/>
                  </a:cubicBezTo>
                  <a:cubicBezTo>
                    <a:pt x="50" y="11"/>
                    <a:pt x="52" y="11"/>
                    <a:pt x="53" y="10"/>
                  </a:cubicBezTo>
                  <a:cubicBezTo>
                    <a:pt x="66" y="10"/>
                    <a:pt x="79" y="12"/>
                    <a:pt x="92" y="11"/>
                  </a:cubicBezTo>
                  <a:cubicBezTo>
                    <a:pt x="95" y="10"/>
                    <a:pt x="95" y="7"/>
                    <a:pt x="93" y="6"/>
                  </a:cubicBezTo>
                  <a:cubicBezTo>
                    <a:pt x="82" y="2"/>
                    <a:pt x="68" y="0"/>
                    <a:pt x="53" y="0"/>
                  </a:cubicBezTo>
                  <a:cubicBezTo>
                    <a:pt x="52" y="0"/>
                    <a:pt x="50" y="0"/>
                    <a:pt x="49" y="0"/>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solidFill>
                  <a:prstClr val="black"/>
                </a:solidFill>
              </a:endParaRPr>
            </a:p>
          </p:txBody>
        </p:sp>
        <p:sp>
          <p:nvSpPr>
            <p:cNvPr id="514" name="Freeform 16"/>
            <p:cNvSpPr/>
            <p:nvPr/>
          </p:nvSpPr>
          <p:spPr bwMode="auto">
            <a:xfrm>
              <a:off x="7581902" y="2652713"/>
              <a:ext cx="434975" cy="128587"/>
            </a:xfrm>
            <a:custGeom>
              <a:avLst/>
              <a:gdLst>
                <a:gd name="T0" fmla="*/ 85 w 88"/>
                <a:gd name="T1" fmla="*/ 26 h 26"/>
                <a:gd name="T2" fmla="*/ 86 w 88"/>
                <a:gd name="T3" fmla="*/ 22 h 26"/>
                <a:gd name="T4" fmla="*/ 49 w 88"/>
                <a:gd name="T5" fmla="*/ 8 h 26"/>
                <a:gd name="T6" fmla="*/ 45 w 88"/>
                <a:gd name="T7" fmla="*/ 7 h 26"/>
                <a:gd name="T8" fmla="*/ 2 w 88"/>
                <a:gd name="T9" fmla="*/ 2 h 26"/>
                <a:gd name="T10" fmla="*/ 2 w 88"/>
                <a:gd name="T11" fmla="*/ 5 h 26"/>
                <a:gd name="T12" fmla="*/ 45 w 88"/>
                <a:gd name="T13" fmla="*/ 18 h 26"/>
                <a:gd name="T14" fmla="*/ 49 w 88"/>
                <a:gd name="T15" fmla="*/ 19 h 26"/>
                <a:gd name="T16" fmla="*/ 85 w 88"/>
                <a:gd name="T1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6">
                  <a:moveTo>
                    <a:pt x="85" y="26"/>
                  </a:moveTo>
                  <a:cubicBezTo>
                    <a:pt x="87" y="26"/>
                    <a:pt x="88" y="23"/>
                    <a:pt x="86" y="22"/>
                  </a:cubicBezTo>
                  <a:cubicBezTo>
                    <a:pt x="75" y="17"/>
                    <a:pt x="62" y="12"/>
                    <a:pt x="49" y="8"/>
                  </a:cubicBezTo>
                  <a:cubicBezTo>
                    <a:pt x="48" y="7"/>
                    <a:pt x="46" y="7"/>
                    <a:pt x="45" y="7"/>
                  </a:cubicBezTo>
                  <a:cubicBezTo>
                    <a:pt x="31" y="3"/>
                    <a:pt x="16" y="0"/>
                    <a:pt x="2" y="2"/>
                  </a:cubicBezTo>
                  <a:cubicBezTo>
                    <a:pt x="1" y="2"/>
                    <a:pt x="0" y="5"/>
                    <a:pt x="2" y="5"/>
                  </a:cubicBezTo>
                  <a:cubicBezTo>
                    <a:pt x="16" y="9"/>
                    <a:pt x="30" y="14"/>
                    <a:pt x="45" y="18"/>
                  </a:cubicBezTo>
                  <a:cubicBezTo>
                    <a:pt x="46" y="18"/>
                    <a:pt x="48" y="19"/>
                    <a:pt x="49" y="19"/>
                  </a:cubicBezTo>
                  <a:cubicBezTo>
                    <a:pt x="61" y="22"/>
                    <a:pt x="73" y="25"/>
                    <a:pt x="85" y="26"/>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solidFill>
                  <a:prstClr val="black"/>
                </a:solidFill>
              </a:endParaRPr>
            </a:p>
          </p:txBody>
        </p:sp>
        <p:sp>
          <p:nvSpPr>
            <p:cNvPr id="515" name="Freeform 17"/>
            <p:cNvSpPr/>
            <p:nvPr/>
          </p:nvSpPr>
          <p:spPr bwMode="auto">
            <a:xfrm>
              <a:off x="6567489" y="2133600"/>
              <a:ext cx="331788" cy="549275"/>
            </a:xfrm>
            <a:custGeom>
              <a:avLst/>
              <a:gdLst>
                <a:gd name="T0" fmla="*/ 36 w 67"/>
                <a:gd name="T1" fmla="*/ 43 h 111"/>
                <a:gd name="T2" fmla="*/ 34 w 67"/>
                <a:gd name="T3" fmla="*/ 39 h 111"/>
                <a:gd name="T4" fmla="*/ 32 w 67"/>
                <a:gd name="T5" fmla="*/ 36 h 111"/>
                <a:gd name="T6" fmla="*/ 4 w 67"/>
                <a:gd name="T7" fmla="*/ 1 h 111"/>
                <a:gd name="T8" fmla="*/ 1 w 67"/>
                <a:gd name="T9" fmla="*/ 4 h 111"/>
                <a:gd name="T10" fmla="*/ 23 w 67"/>
                <a:gd name="T11" fmla="*/ 39 h 111"/>
                <a:gd name="T12" fmla="*/ 26 w 67"/>
                <a:gd name="T13" fmla="*/ 43 h 111"/>
                <a:gd name="T14" fmla="*/ 26 w 67"/>
                <a:gd name="T15" fmla="*/ 44 h 111"/>
                <a:gd name="T16" fmla="*/ 50 w 67"/>
                <a:gd name="T17" fmla="*/ 79 h 111"/>
                <a:gd name="T18" fmla="*/ 52 w 67"/>
                <a:gd name="T19" fmla="*/ 80 h 111"/>
                <a:gd name="T20" fmla="*/ 50 w 67"/>
                <a:gd name="T21" fmla="*/ 80 h 111"/>
                <a:gd name="T22" fmla="*/ 32 w 67"/>
                <a:gd name="T23" fmla="*/ 85 h 111"/>
                <a:gd name="T24" fmla="*/ 26 w 67"/>
                <a:gd name="T25" fmla="*/ 96 h 111"/>
                <a:gd name="T26" fmla="*/ 33 w 67"/>
                <a:gd name="T27" fmla="*/ 110 h 111"/>
                <a:gd name="T28" fmla="*/ 35 w 67"/>
                <a:gd name="T29" fmla="*/ 108 h 111"/>
                <a:gd name="T30" fmla="*/ 38 w 67"/>
                <a:gd name="T31" fmla="*/ 88 h 111"/>
                <a:gd name="T32" fmla="*/ 50 w 67"/>
                <a:gd name="T33" fmla="*/ 86 h 111"/>
                <a:gd name="T34" fmla="*/ 54 w 67"/>
                <a:gd name="T35" fmla="*/ 87 h 111"/>
                <a:gd name="T36" fmla="*/ 62 w 67"/>
                <a:gd name="T37" fmla="*/ 90 h 111"/>
                <a:gd name="T38" fmla="*/ 64 w 67"/>
                <a:gd name="T39" fmla="*/ 84 h 111"/>
                <a:gd name="T40" fmla="*/ 54 w 67"/>
                <a:gd name="T41" fmla="*/ 81 h 111"/>
                <a:gd name="T42" fmla="*/ 54 w 67"/>
                <a:gd name="T43" fmla="*/ 80 h 111"/>
                <a:gd name="T44" fmla="*/ 54 w 67"/>
                <a:gd name="T45" fmla="*/ 79 h 111"/>
                <a:gd name="T46" fmla="*/ 50 w 67"/>
                <a:gd name="T47" fmla="*/ 71 h 111"/>
                <a:gd name="T48" fmla="*/ 36 w 67"/>
                <a:gd name="T49" fmla="*/ 4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7" h="111">
                  <a:moveTo>
                    <a:pt x="36" y="43"/>
                  </a:moveTo>
                  <a:cubicBezTo>
                    <a:pt x="35" y="42"/>
                    <a:pt x="35" y="40"/>
                    <a:pt x="34" y="39"/>
                  </a:cubicBezTo>
                  <a:cubicBezTo>
                    <a:pt x="33" y="38"/>
                    <a:pt x="33" y="37"/>
                    <a:pt x="32" y="36"/>
                  </a:cubicBezTo>
                  <a:cubicBezTo>
                    <a:pt x="26" y="24"/>
                    <a:pt x="17" y="6"/>
                    <a:pt x="4" y="1"/>
                  </a:cubicBezTo>
                  <a:cubicBezTo>
                    <a:pt x="2" y="0"/>
                    <a:pt x="0" y="2"/>
                    <a:pt x="1" y="4"/>
                  </a:cubicBezTo>
                  <a:cubicBezTo>
                    <a:pt x="5" y="16"/>
                    <a:pt x="16" y="27"/>
                    <a:pt x="23" y="39"/>
                  </a:cubicBezTo>
                  <a:cubicBezTo>
                    <a:pt x="24" y="40"/>
                    <a:pt x="25" y="42"/>
                    <a:pt x="26" y="43"/>
                  </a:cubicBezTo>
                  <a:cubicBezTo>
                    <a:pt x="26" y="43"/>
                    <a:pt x="26" y="44"/>
                    <a:pt x="26" y="44"/>
                  </a:cubicBezTo>
                  <a:cubicBezTo>
                    <a:pt x="33" y="56"/>
                    <a:pt x="40" y="69"/>
                    <a:pt x="50" y="79"/>
                  </a:cubicBezTo>
                  <a:cubicBezTo>
                    <a:pt x="51" y="79"/>
                    <a:pt x="51" y="80"/>
                    <a:pt x="52" y="80"/>
                  </a:cubicBezTo>
                  <a:cubicBezTo>
                    <a:pt x="51" y="80"/>
                    <a:pt x="51" y="80"/>
                    <a:pt x="50" y="80"/>
                  </a:cubicBezTo>
                  <a:cubicBezTo>
                    <a:pt x="44" y="80"/>
                    <a:pt x="37" y="81"/>
                    <a:pt x="32" y="85"/>
                  </a:cubicBezTo>
                  <a:cubicBezTo>
                    <a:pt x="28" y="87"/>
                    <a:pt x="26" y="91"/>
                    <a:pt x="26" y="96"/>
                  </a:cubicBezTo>
                  <a:cubicBezTo>
                    <a:pt x="25" y="101"/>
                    <a:pt x="29" y="106"/>
                    <a:pt x="33" y="110"/>
                  </a:cubicBezTo>
                  <a:cubicBezTo>
                    <a:pt x="34" y="111"/>
                    <a:pt x="35" y="109"/>
                    <a:pt x="35" y="108"/>
                  </a:cubicBezTo>
                  <a:cubicBezTo>
                    <a:pt x="32" y="101"/>
                    <a:pt x="30" y="93"/>
                    <a:pt x="38" y="88"/>
                  </a:cubicBezTo>
                  <a:cubicBezTo>
                    <a:pt x="42" y="86"/>
                    <a:pt x="46" y="86"/>
                    <a:pt x="50" y="86"/>
                  </a:cubicBezTo>
                  <a:cubicBezTo>
                    <a:pt x="51" y="86"/>
                    <a:pt x="53" y="87"/>
                    <a:pt x="54" y="87"/>
                  </a:cubicBezTo>
                  <a:cubicBezTo>
                    <a:pt x="57" y="88"/>
                    <a:pt x="59" y="89"/>
                    <a:pt x="62" y="90"/>
                  </a:cubicBezTo>
                  <a:cubicBezTo>
                    <a:pt x="65" y="92"/>
                    <a:pt x="67" y="86"/>
                    <a:pt x="64" y="84"/>
                  </a:cubicBezTo>
                  <a:cubicBezTo>
                    <a:pt x="61" y="83"/>
                    <a:pt x="58" y="82"/>
                    <a:pt x="54" y="81"/>
                  </a:cubicBezTo>
                  <a:cubicBezTo>
                    <a:pt x="54" y="81"/>
                    <a:pt x="55" y="80"/>
                    <a:pt x="54" y="80"/>
                  </a:cubicBezTo>
                  <a:cubicBezTo>
                    <a:pt x="54" y="80"/>
                    <a:pt x="54" y="80"/>
                    <a:pt x="54" y="79"/>
                  </a:cubicBezTo>
                  <a:cubicBezTo>
                    <a:pt x="53" y="76"/>
                    <a:pt x="51" y="74"/>
                    <a:pt x="50" y="71"/>
                  </a:cubicBezTo>
                  <a:cubicBezTo>
                    <a:pt x="46" y="61"/>
                    <a:pt x="41" y="52"/>
                    <a:pt x="36" y="43"/>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solidFill>
                  <a:prstClr val="black"/>
                </a:solidFill>
              </a:endParaRPr>
            </a:p>
          </p:txBody>
        </p:sp>
        <p:sp>
          <p:nvSpPr>
            <p:cNvPr id="516" name="Freeform 18"/>
            <p:cNvSpPr/>
            <p:nvPr/>
          </p:nvSpPr>
          <p:spPr bwMode="auto">
            <a:xfrm>
              <a:off x="6375402" y="2306638"/>
              <a:ext cx="339725" cy="231775"/>
            </a:xfrm>
            <a:custGeom>
              <a:avLst/>
              <a:gdLst>
                <a:gd name="T0" fmla="*/ 37 w 69"/>
                <a:gd name="T1" fmla="*/ 28 h 47"/>
                <a:gd name="T2" fmla="*/ 66 w 69"/>
                <a:gd name="T3" fmla="*/ 46 h 47"/>
                <a:gd name="T4" fmla="*/ 68 w 69"/>
                <a:gd name="T5" fmla="*/ 43 h 47"/>
                <a:gd name="T6" fmla="*/ 37 w 69"/>
                <a:gd name="T7" fmla="*/ 15 h 47"/>
                <a:gd name="T8" fmla="*/ 27 w 69"/>
                <a:gd name="T9" fmla="*/ 8 h 47"/>
                <a:gd name="T10" fmla="*/ 20 w 69"/>
                <a:gd name="T11" fmla="*/ 4 h 47"/>
                <a:gd name="T12" fmla="*/ 2 w 69"/>
                <a:gd name="T13" fmla="*/ 1 h 47"/>
                <a:gd name="T14" fmla="*/ 0 w 69"/>
                <a:gd name="T15" fmla="*/ 4 h 47"/>
                <a:gd name="T16" fmla="*/ 1 w 69"/>
                <a:gd name="T17" fmla="*/ 6 h 47"/>
                <a:gd name="T18" fmla="*/ 5 w 69"/>
                <a:gd name="T19" fmla="*/ 8 h 47"/>
                <a:gd name="T20" fmla="*/ 16 w 69"/>
                <a:gd name="T21" fmla="*/ 13 h 47"/>
                <a:gd name="T22" fmla="*/ 37 w 69"/>
                <a:gd name="T23"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9" h="47">
                  <a:moveTo>
                    <a:pt x="37" y="28"/>
                  </a:moveTo>
                  <a:cubicBezTo>
                    <a:pt x="46" y="35"/>
                    <a:pt x="54" y="44"/>
                    <a:pt x="66" y="46"/>
                  </a:cubicBezTo>
                  <a:cubicBezTo>
                    <a:pt x="69" y="47"/>
                    <a:pt x="69" y="44"/>
                    <a:pt x="68" y="43"/>
                  </a:cubicBezTo>
                  <a:cubicBezTo>
                    <a:pt x="59" y="33"/>
                    <a:pt x="47" y="24"/>
                    <a:pt x="37" y="15"/>
                  </a:cubicBezTo>
                  <a:cubicBezTo>
                    <a:pt x="34" y="13"/>
                    <a:pt x="31" y="10"/>
                    <a:pt x="27" y="8"/>
                  </a:cubicBezTo>
                  <a:cubicBezTo>
                    <a:pt x="25" y="7"/>
                    <a:pt x="22" y="5"/>
                    <a:pt x="20" y="4"/>
                  </a:cubicBezTo>
                  <a:cubicBezTo>
                    <a:pt x="14" y="1"/>
                    <a:pt x="8" y="0"/>
                    <a:pt x="2" y="1"/>
                  </a:cubicBezTo>
                  <a:cubicBezTo>
                    <a:pt x="1" y="1"/>
                    <a:pt x="0" y="3"/>
                    <a:pt x="0" y="4"/>
                  </a:cubicBezTo>
                  <a:cubicBezTo>
                    <a:pt x="0" y="5"/>
                    <a:pt x="0" y="5"/>
                    <a:pt x="1" y="6"/>
                  </a:cubicBezTo>
                  <a:cubicBezTo>
                    <a:pt x="2" y="7"/>
                    <a:pt x="4" y="7"/>
                    <a:pt x="5" y="8"/>
                  </a:cubicBezTo>
                  <a:cubicBezTo>
                    <a:pt x="9" y="10"/>
                    <a:pt x="12" y="11"/>
                    <a:pt x="16" y="13"/>
                  </a:cubicBezTo>
                  <a:cubicBezTo>
                    <a:pt x="24" y="16"/>
                    <a:pt x="31" y="22"/>
                    <a:pt x="37" y="28"/>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solidFill>
                  <a:prstClr val="black"/>
                </a:solidFill>
              </a:endParaRPr>
            </a:p>
          </p:txBody>
        </p:sp>
        <p:sp>
          <p:nvSpPr>
            <p:cNvPr id="517" name="Freeform 19"/>
            <p:cNvSpPr/>
            <p:nvPr/>
          </p:nvSpPr>
          <p:spPr bwMode="auto">
            <a:xfrm>
              <a:off x="6226177" y="2573338"/>
              <a:ext cx="460375" cy="163512"/>
            </a:xfrm>
            <a:custGeom>
              <a:avLst/>
              <a:gdLst>
                <a:gd name="T0" fmla="*/ 1 w 93"/>
                <a:gd name="T1" fmla="*/ 29 h 33"/>
                <a:gd name="T2" fmla="*/ 3 w 93"/>
                <a:gd name="T3" fmla="*/ 33 h 33"/>
                <a:gd name="T4" fmla="*/ 19 w 93"/>
                <a:gd name="T5" fmla="*/ 29 h 33"/>
                <a:gd name="T6" fmla="*/ 23 w 93"/>
                <a:gd name="T7" fmla="*/ 28 h 33"/>
                <a:gd name="T8" fmla="*/ 91 w 93"/>
                <a:gd name="T9" fmla="*/ 4 h 33"/>
                <a:gd name="T10" fmla="*/ 89 w 93"/>
                <a:gd name="T11" fmla="*/ 0 h 33"/>
                <a:gd name="T12" fmla="*/ 23 w 93"/>
                <a:gd name="T13" fmla="*/ 18 h 33"/>
                <a:gd name="T14" fmla="*/ 19 w 93"/>
                <a:gd name="T15" fmla="*/ 20 h 33"/>
                <a:gd name="T16" fmla="*/ 1 w 93"/>
                <a:gd name="T17" fmla="*/ 2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33">
                  <a:moveTo>
                    <a:pt x="1" y="29"/>
                  </a:moveTo>
                  <a:cubicBezTo>
                    <a:pt x="0" y="30"/>
                    <a:pt x="1" y="33"/>
                    <a:pt x="3" y="33"/>
                  </a:cubicBezTo>
                  <a:cubicBezTo>
                    <a:pt x="8" y="32"/>
                    <a:pt x="13" y="30"/>
                    <a:pt x="19" y="29"/>
                  </a:cubicBezTo>
                  <a:cubicBezTo>
                    <a:pt x="20" y="28"/>
                    <a:pt x="22" y="28"/>
                    <a:pt x="23" y="28"/>
                  </a:cubicBezTo>
                  <a:cubicBezTo>
                    <a:pt x="46" y="22"/>
                    <a:pt x="70" y="14"/>
                    <a:pt x="91" y="4"/>
                  </a:cubicBezTo>
                  <a:cubicBezTo>
                    <a:pt x="93" y="3"/>
                    <a:pt x="92" y="0"/>
                    <a:pt x="89" y="0"/>
                  </a:cubicBezTo>
                  <a:cubicBezTo>
                    <a:pt x="68" y="2"/>
                    <a:pt x="44" y="9"/>
                    <a:pt x="23" y="18"/>
                  </a:cubicBezTo>
                  <a:cubicBezTo>
                    <a:pt x="22" y="19"/>
                    <a:pt x="20" y="19"/>
                    <a:pt x="19" y="20"/>
                  </a:cubicBezTo>
                  <a:cubicBezTo>
                    <a:pt x="13" y="23"/>
                    <a:pt x="7" y="26"/>
                    <a:pt x="1" y="29"/>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solidFill>
                  <a:prstClr val="black"/>
                </a:solidFill>
              </a:endParaRPr>
            </a:p>
          </p:txBody>
        </p:sp>
        <p:sp>
          <p:nvSpPr>
            <p:cNvPr id="518" name="Freeform 20"/>
            <p:cNvSpPr/>
            <p:nvPr/>
          </p:nvSpPr>
          <p:spPr bwMode="auto">
            <a:xfrm>
              <a:off x="6908802" y="2751138"/>
              <a:ext cx="69850" cy="119062"/>
            </a:xfrm>
            <a:custGeom>
              <a:avLst/>
              <a:gdLst>
                <a:gd name="T0" fmla="*/ 14 w 14"/>
                <a:gd name="T1" fmla="*/ 14 h 24"/>
                <a:gd name="T2" fmla="*/ 14 w 14"/>
                <a:gd name="T3" fmla="*/ 13 h 24"/>
                <a:gd name="T4" fmla="*/ 12 w 14"/>
                <a:gd name="T5" fmla="*/ 5 h 24"/>
                <a:gd name="T6" fmla="*/ 4 w 14"/>
                <a:gd name="T7" fmla="*/ 11 h 24"/>
                <a:gd name="T8" fmla="*/ 4 w 14"/>
                <a:gd name="T9" fmla="*/ 14 h 24"/>
                <a:gd name="T10" fmla="*/ 4 w 14"/>
                <a:gd name="T11" fmla="*/ 14 h 24"/>
                <a:gd name="T12" fmla="*/ 4 w 14"/>
                <a:gd name="T13" fmla="*/ 18 h 24"/>
                <a:gd name="T14" fmla="*/ 5 w 14"/>
                <a:gd name="T15" fmla="*/ 20 h 24"/>
                <a:gd name="T16" fmla="*/ 12 w 14"/>
                <a:gd name="T17" fmla="*/ 21 h 24"/>
                <a:gd name="T18" fmla="*/ 14 w 14"/>
                <a:gd name="T19" fmla="*/ 18 h 24"/>
                <a:gd name="T20" fmla="*/ 14 w 14"/>
                <a:gd name="T21" fmla="*/ 17 h 24"/>
                <a:gd name="T22" fmla="*/ 14 w 14"/>
                <a:gd name="T23"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24">
                  <a:moveTo>
                    <a:pt x="14" y="14"/>
                  </a:moveTo>
                  <a:cubicBezTo>
                    <a:pt x="14" y="14"/>
                    <a:pt x="14" y="13"/>
                    <a:pt x="14" y="13"/>
                  </a:cubicBezTo>
                  <a:cubicBezTo>
                    <a:pt x="14" y="10"/>
                    <a:pt x="13" y="7"/>
                    <a:pt x="12" y="5"/>
                  </a:cubicBezTo>
                  <a:cubicBezTo>
                    <a:pt x="8" y="0"/>
                    <a:pt x="0" y="6"/>
                    <a:pt x="4" y="11"/>
                  </a:cubicBezTo>
                  <a:cubicBezTo>
                    <a:pt x="4" y="12"/>
                    <a:pt x="4" y="13"/>
                    <a:pt x="4" y="14"/>
                  </a:cubicBezTo>
                  <a:cubicBezTo>
                    <a:pt x="4" y="14"/>
                    <a:pt x="4" y="14"/>
                    <a:pt x="4" y="14"/>
                  </a:cubicBezTo>
                  <a:cubicBezTo>
                    <a:pt x="4" y="16"/>
                    <a:pt x="4" y="17"/>
                    <a:pt x="4" y="18"/>
                  </a:cubicBezTo>
                  <a:cubicBezTo>
                    <a:pt x="4" y="19"/>
                    <a:pt x="4" y="19"/>
                    <a:pt x="5" y="20"/>
                  </a:cubicBezTo>
                  <a:cubicBezTo>
                    <a:pt x="6" y="23"/>
                    <a:pt x="11" y="24"/>
                    <a:pt x="12" y="21"/>
                  </a:cubicBezTo>
                  <a:cubicBezTo>
                    <a:pt x="13" y="20"/>
                    <a:pt x="14" y="19"/>
                    <a:pt x="14" y="18"/>
                  </a:cubicBezTo>
                  <a:cubicBezTo>
                    <a:pt x="14" y="18"/>
                    <a:pt x="14" y="17"/>
                    <a:pt x="14" y="17"/>
                  </a:cubicBezTo>
                  <a:cubicBezTo>
                    <a:pt x="14" y="16"/>
                    <a:pt x="14" y="15"/>
                    <a:pt x="14" y="14"/>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solidFill>
                  <a:prstClr val="black"/>
                </a:solidFill>
              </a:endParaRPr>
            </a:p>
          </p:txBody>
        </p:sp>
        <p:sp>
          <p:nvSpPr>
            <p:cNvPr id="519" name="Freeform 21"/>
            <p:cNvSpPr/>
            <p:nvPr/>
          </p:nvSpPr>
          <p:spPr bwMode="auto">
            <a:xfrm>
              <a:off x="7231064" y="2767013"/>
              <a:ext cx="63500" cy="98425"/>
            </a:xfrm>
            <a:custGeom>
              <a:avLst/>
              <a:gdLst>
                <a:gd name="T0" fmla="*/ 13 w 13"/>
                <a:gd name="T1" fmla="*/ 11 h 20"/>
                <a:gd name="T2" fmla="*/ 11 w 13"/>
                <a:gd name="T3" fmla="*/ 4 h 20"/>
                <a:gd name="T4" fmla="*/ 4 w 13"/>
                <a:gd name="T5" fmla="*/ 10 h 20"/>
                <a:gd name="T6" fmla="*/ 4 w 13"/>
                <a:gd name="T7" fmla="*/ 11 h 20"/>
                <a:gd name="T8" fmla="*/ 5 w 13"/>
                <a:gd name="T9" fmla="*/ 15 h 20"/>
                <a:gd name="T10" fmla="*/ 5 w 13"/>
                <a:gd name="T11" fmla="*/ 15 h 20"/>
                <a:gd name="T12" fmla="*/ 13 w 13"/>
                <a:gd name="T13" fmla="*/ 16 h 20"/>
                <a:gd name="T14" fmla="*/ 13 w 13"/>
                <a:gd name="T15" fmla="*/ 15 h 20"/>
                <a:gd name="T16" fmla="*/ 13 w 13"/>
                <a:gd name="T17"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20">
                  <a:moveTo>
                    <a:pt x="13" y="11"/>
                  </a:moveTo>
                  <a:cubicBezTo>
                    <a:pt x="13" y="9"/>
                    <a:pt x="12" y="6"/>
                    <a:pt x="11" y="4"/>
                  </a:cubicBezTo>
                  <a:cubicBezTo>
                    <a:pt x="8" y="0"/>
                    <a:pt x="0" y="5"/>
                    <a:pt x="4" y="10"/>
                  </a:cubicBezTo>
                  <a:cubicBezTo>
                    <a:pt x="4" y="10"/>
                    <a:pt x="4" y="11"/>
                    <a:pt x="4" y="11"/>
                  </a:cubicBezTo>
                  <a:cubicBezTo>
                    <a:pt x="5" y="12"/>
                    <a:pt x="4" y="14"/>
                    <a:pt x="5" y="15"/>
                  </a:cubicBezTo>
                  <a:cubicBezTo>
                    <a:pt x="5" y="15"/>
                    <a:pt x="5" y="15"/>
                    <a:pt x="5" y="15"/>
                  </a:cubicBezTo>
                  <a:cubicBezTo>
                    <a:pt x="5" y="19"/>
                    <a:pt x="11" y="20"/>
                    <a:pt x="13" y="16"/>
                  </a:cubicBezTo>
                  <a:cubicBezTo>
                    <a:pt x="13" y="16"/>
                    <a:pt x="13" y="15"/>
                    <a:pt x="13" y="15"/>
                  </a:cubicBezTo>
                  <a:cubicBezTo>
                    <a:pt x="13" y="14"/>
                    <a:pt x="13" y="12"/>
                    <a:pt x="13" y="11"/>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solidFill>
                  <a:prstClr val="black"/>
                </a:solidFill>
              </a:endParaRPr>
            </a:p>
          </p:txBody>
        </p:sp>
        <p:sp>
          <p:nvSpPr>
            <p:cNvPr id="520" name="Freeform 22"/>
            <p:cNvSpPr/>
            <p:nvPr/>
          </p:nvSpPr>
          <p:spPr bwMode="auto">
            <a:xfrm>
              <a:off x="7067552" y="2895600"/>
              <a:ext cx="88900" cy="49212"/>
            </a:xfrm>
            <a:custGeom>
              <a:avLst/>
              <a:gdLst>
                <a:gd name="T0" fmla="*/ 13 w 18"/>
                <a:gd name="T1" fmla="*/ 1 h 10"/>
                <a:gd name="T2" fmla="*/ 8 w 18"/>
                <a:gd name="T3" fmla="*/ 0 h 10"/>
                <a:gd name="T4" fmla="*/ 1 w 18"/>
                <a:gd name="T5" fmla="*/ 6 h 10"/>
                <a:gd name="T6" fmla="*/ 4 w 18"/>
                <a:gd name="T7" fmla="*/ 8 h 10"/>
                <a:gd name="T8" fmla="*/ 12 w 18"/>
                <a:gd name="T9" fmla="*/ 8 h 10"/>
                <a:gd name="T10" fmla="*/ 17 w 18"/>
                <a:gd name="T11" fmla="*/ 8 h 10"/>
                <a:gd name="T12" fmla="*/ 17 w 18"/>
                <a:gd name="T13" fmla="*/ 4 h 10"/>
                <a:gd name="T14" fmla="*/ 13 w 18"/>
                <a:gd name="T15" fmla="*/ 1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0">
                  <a:moveTo>
                    <a:pt x="13" y="1"/>
                  </a:moveTo>
                  <a:cubicBezTo>
                    <a:pt x="12" y="0"/>
                    <a:pt x="10" y="0"/>
                    <a:pt x="8" y="0"/>
                  </a:cubicBezTo>
                  <a:cubicBezTo>
                    <a:pt x="5" y="0"/>
                    <a:pt x="2" y="3"/>
                    <a:pt x="1" y="6"/>
                  </a:cubicBezTo>
                  <a:cubicBezTo>
                    <a:pt x="0" y="8"/>
                    <a:pt x="2" y="10"/>
                    <a:pt x="4" y="8"/>
                  </a:cubicBezTo>
                  <a:cubicBezTo>
                    <a:pt x="6" y="7"/>
                    <a:pt x="9" y="7"/>
                    <a:pt x="12" y="8"/>
                  </a:cubicBezTo>
                  <a:cubicBezTo>
                    <a:pt x="13" y="8"/>
                    <a:pt x="15" y="9"/>
                    <a:pt x="17" y="8"/>
                  </a:cubicBezTo>
                  <a:cubicBezTo>
                    <a:pt x="18" y="7"/>
                    <a:pt x="18" y="5"/>
                    <a:pt x="17" y="4"/>
                  </a:cubicBezTo>
                  <a:cubicBezTo>
                    <a:pt x="16" y="2"/>
                    <a:pt x="15" y="2"/>
                    <a:pt x="13" y="1"/>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solidFill>
                  <a:prstClr val="black"/>
                </a:solidFill>
              </a:endParaRPr>
            </a:p>
          </p:txBody>
        </p:sp>
        <p:sp>
          <p:nvSpPr>
            <p:cNvPr id="521" name="Freeform 23"/>
            <p:cNvSpPr/>
            <p:nvPr/>
          </p:nvSpPr>
          <p:spPr bwMode="auto">
            <a:xfrm>
              <a:off x="7018339" y="3059113"/>
              <a:ext cx="157163" cy="112712"/>
            </a:xfrm>
            <a:custGeom>
              <a:avLst/>
              <a:gdLst>
                <a:gd name="T0" fmla="*/ 27 w 32"/>
                <a:gd name="T1" fmla="*/ 4 h 23"/>
                <a:gd name="T2" fmla="*/ 15 w 32"/>
                <a:gd name="T3" fmla="*/ 15 h 23"/>
                <a:gd name="T4" fmla="*/ 5 w 32"/>
                <a:gd name="T5" fmla="*/ 2 h 23"/>
                <a:gd name="T6" fmla="*/ 1 w 32"/>
                <a:gd name="T7" fmla="*/ 4 h 23"/>
                <a:gd name="T8" fmla="*/ 15 w 32"/>
                <a:gd name="T9" fmla="*/ 22 h 23"/>
                <a:gd name="T10" fmla="*/ 31 w 32"/>
                <a:gd name="T11" fmla="*/ 5 h 23"/>
                <a:gd name="T12" fmla="*/ 27 w 32"/>
                <a:gd name="T13" fmla="*/ 4 h 23"/>
              </a:gdLst>
              <a:ahLst/>
              <a:cxnLst>
                <a:cxn ang="0">
                  <a:pos x="T0" y="T1"/>
                </a:cxn>
                <a:cxn ang="0">
                  <a:pos x="T2" y="T3"/>
                </a:cxn>
                <a:cxn ang="0">
                  <a:pos x="T4" y="T5"/>
                </a:cxn>
                <a:cxn ang="0">
                  <a:pos x="T6" y="T7"/>
                </a:cxn>
                <a:cxn ang="0">
                  <a:pos x="T8" y="T9"/>
                </a:cxn>
                <a:cxn ang="0">
                  <a:pos x="T10" y="T11"/>
                </a:cxn>
                <a:cxn ang="0">
                  <a:pos x="T12" y="T13"/>
                </a:cxn>
              </a:cxnLst>
              <a:rect l="0" t="0" r="r" b="b"/>
              <a:pathLst>
                <a:path w="32" h="23">
                  <a:moveTo>
                    <a:pt x="27" y="4"/>
                  </a:moveTo>
                  <a:cubicBezTo>
                    <a:pt x="25" y="8"/>
                    <a:pt x="21" y="16"/>
                    <a:pt x="15" y="15"/>
                  </a:cubicBezTo>
                  <a:cubicBezTo>
                    <a:pt x="11" y="14"/>
                    <a:pt x="7" y="5"/>
                    <a:pt x="5" y="2"/>
                  </a:cubicBezTo>
                  <a:cubicBezTo>
                    <a:pt x="4" y="0"/>
                    <a:pt x="0" y="1"/>
                    <a:pt x="1" y="4"/>
                  </a:cubicBezTo>
                  <a:cubicBezTo>
                    <a:pt x="3" y="11"/>
                    <a:pt x="7" y="21"/>
                    <a:pt x="15" y="22"/>
                  </a:cubicBezTo>
                  <a:cubicBezTo>
                    <a:pt x="24" y="23"/>
                    <a:pt x="28" y="12"/>
                    <a:pt x="31" y="5"/>
                  </a:cubicBezTo>
                  <a:cubicBezTo>
                    <a:pt x="32" y="3"/>
                    <a:pt x="28" y="1"/>
                    <a:pt x="27" y="4"/>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solidFill>
                  <a:prstClr val="black"/>
                </a:solidFill>
              </a:endParaRPr>
            </a:p>
          </p:txBody>
        </p:sp>
        <p:sp>
          <p:nvSpPr>
            <p:cNvPr id="522" name="Freeform 24"/>
            <p:cNvSpPr>
              <a:spLocks noEditPoints="1"/>
            </p:cNvSpPr>
            <p:nvPr/>
          </p:nvSpPr>
          <p:spPr bwMode="auto">
            <a:xfrm>
              <a:off x="6567489" y="2281238"/>
              <a:ext cx="1330325" cy="2668587"/>
            </a:xfrm>
            <a:custGeom>
              <a:avLst/>
              <a:gdLst>
                <a:gd name="T0" fmla="*/ 132 w 269"/>
                <a:gd name="T1" fmla="*/ 9 h 539"/>
                <a:gd name="T2" fmla="*/ 120 w 269"/>
                <a:gd name="T3" fmla="*/ 13 h 539"/>
                <a:gd name="T4" fmla="*/ 50 w 269"/>
                <a:gd name="T5" fmla="*/ 78 h 539"/>
                <a:gd name="T6" fmla="*/ 54 w 269"/>
                <a:gd name="T7" fmla="*/ 179 h 539"/>
                <a:gd name="T8" fmla="*/ 104 w 269"/>
                <a:gd name="T9" fmla="*/ 209 h 539"/>
                <a:gd name="T10" fmla="*/ 91 w 269"/>
                <a:gd name="T11" fmla="*/ 238 h 539"/>
                <a:gd name="T12" fmla="*/ 50 w 269"/>
                <a:gd name="T13" fmla="*/ 213 h 539"/>
                <a:gd name="T14" fmla="*/ 4 w 269"/>
                <a:gd name="T15" fmla="*/ 179 h 539"/>
                <a:gd name="T16" fmla="*/ 41 w 269"/>
                <a:gd name="T17" fmla="*/ 216 h 539"/>
                <a:gd name="T18" fmla="*/ 69 w 269"/>
                <a:gd name="T19" fmla="*/ 309 h 539"/>
                <a:gd name="T20" fmla="*/ 46 w 269"/>
                <a:gd name="T21" fmla="*/ 409 h 539"/>
                <a:gd name="T22" fmla="*/ 50 w 269"/>
                <a:gd name="T23" fmla="*/ 462 h 539"/>
                <a:gd name="T24" fmla="*/ 62 w 269"/>
                <a:gd name="T25" fmla="*/ 465 h 539"/>
                <a:gd name="T26" fmla="*/ 70 w 269"/>
                <a:gd name="T27" fmla="*/ 511 h 539"/>
                <a:gd name="T28" fmla="*/ 54 w 269"/>
                <a:gd name="T29" fmla="*/ 525 h 539"/>
                <a:gd name="T30" fmla="*/ 50 w 269"/>
                <a:gd name="T31" fmla="*/ 538 h 539"/>
                <a:gd name="T32" fmla="*/ 75 w 269"/>
                <a:gd name="T33" fmla="*/ 513 h 539"/>
                <a:gd name="T34" fmla="*/ 69 w 269"/>
                <a:gd name="T35" fmla="*/ 483 h 539"/>
                <a:gd name="T36" fmla="*/ 134 w 269"/>
                <a:gd name="T37" fmla="*/ 472 h 539"/>
                <a:gd name="T38" fmla="*/ 131 w 269"/>
                <a:gd name="T39" fmla="*/ 516 h 539"/>
                <a:gd name="T40" fmla="*/ 161 w 269"/>
                <a:gd name="T41" fmla="*/ 527 h 539"/>
                <a:gd name="T42" fmla="*/ 137 w 269"/>
                <a:gd name="T43" fmla="*/ 513 h 539"/>
                <a:gd name="T44" fmla="*/ 140 w 269"/>
                <a:gd name="T45" fmla="*/ 473 h 539"/>
                <a:gd name="T46" fmla="*/ 169 w 269"/>
                <a:gd name="T47" fmla="*/ 424 h 539"/>
                <a:gd name="T48" fmla="*/ 154 w 269"/>
                <a:gd name="T49" fmla="*/ 344 h 539"/>
                <a:gd name="T50" fmla="*/ 133 w 269"/>
                <a:gd name="T51" fmla="*/ 244 h 539"/>
                <a:gd name="T52" fmla="*/ 219 w 269"/>
                <a:gd name="T53" fmla="*/ 209 h 539"/>
                <a:gd name="T54" fmla="*/ 196 w 269"/>
                <a:gd name="T55" fmla="*/ 213 h 539"/>
                <a:gd name="T56" fmla="*/ 131 w 269"/>
                <a:gd name="T57" fmla="*/ 238 h 539"/>
                <a:gd name="T58" fmla="*/ 107 w 269"/>
                <a:gd name="T59" fmla="*/ 238 h 539"/>
                <a:gd name="T60" fmla="*/ 111 w 269"/>
                <a:gd name="T61" fmla="*/ 206 h 539"/>
                <a:gd name="T62" fmla="*/ 205 w 269"/>
                <a:gd name="T63" fmla="*/ 151 h 539"/>
                <a:gd name="T64" fmla="*/ 191 w 269"/>
                <a:gd name="T65" fmla="*/ 109 h 539"/>
                <a:gd name="T66" fmla="*/ 193 w 269"/>
                <a:gd name="T67" fmla="*/ 93 h 539"/>
                <a:gd name="T68" fmla="*/ 189 w 269"/>
                <a:gd name="T69" fmla="*/ 64 h 539"/>
                <a:gd name="T70" fmla="*/ 268 w 269"/>
                <a:gd name="T71" fmla="*/ 24 h 539"/>
                <a:gd name="T72" fmla="*/ 188 w 269"/>
                <a:gd name="T73" fmla="*/ 62 h 539"/>
                <a:gd name="T74" fmla="*/ 150 w 269"/>
                <a:gd name="T75" fmla="*/ 46 h 539"/>
                <a:gd name="T76" fmla="*/ 149 w 269"/>
                <a:gd name="T77" fmla="*/ 24 h 539"/>
                <a:gd name="T78" fmla="*/ 170 w 269"/>
                <a:gd name="T79" fmla="*/ 10 h 539"/>
                <a:gd name="T80" fmla="*/ 145 w 269"/>
                <a:gd name="T81" fmla="*/ 13 h 539"/>
                <a:gd name="T82" fmla="*/ 66 w 269"/>
                <a:gd name="T83" fmla="*/ 466 h 539"/>
                <a:gd name="T84" fmla="*/ 140 w 269"/>
                <a:gd name="T85" fmla="*/ 309 h 539"/>
                <a:gd name="T86" fmla="*/ 154 w 269"/>
                <a:gd name="T87" fmla="*/ 387 h 539"/>
                <a:gd name="T88" fmla="*/ 165 w 269"/>
                <a:gd name="T89" fmla="*/ 457 h 539"/>
                <a:gd name="T90" fmla="*/ 64 w 269"/>
                <a:gd name="T91" fmla="*/ 457 h 539"/>
                <a:gd name="T92" fmla="*/ 50 w 269"/>
                <a:gd name="T93" fmla="*/ 426 h 539"/>
                <a:gd name="T94" fmla="*/ 75 w 269"/>
                <a:gd name="T95" fmla="*/ 309 h 539"/>
                <a:gd name="T96" fmla="*/ 106 w 269"/>
                <a:gd name="T97" fmla="*/ 246 h 539"/>
                <a:gd name="T98" fmla="*/ 184 w 269"/>
                <a:gd name="T99" fmla="*/ 156 h 539"/>
                <a:gd name="T100" fmla="*/ 124 w 269"/>
                <a:gd name="T101" fmla="*/ 49 h 539"/>
                <a:gd name="T102" fmla="*/ 184 w 269"/>
                <a:gd name="T103" fmla="*/ 109 h 539"/>
                <a:gd name="T104" fmla="*/ 176 w 269"/>
                <a:gd name="T105" fmla="*/ 158 h 539"/>
                <a:gd name="T106" fmla="*/ 54 w 269"/>
                <a:gd name="T107" fmla="*/ 168 h 539"/>
                <a:gd name="T108" fmla="*/ 50 w 269"/>
                <a:gd name="T109" fmla="*/ 96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9" h="539">
                  <a:moveTo>
                    <a:pt x="123" y="36"/>
                  </a:moveTo>
                  <a:cubicBezTo>
                    <a:pt x="123" y="31"/>
                    <a:pt x="124" y="27"/>
                    <a:pt x="125" y="22"/>
                  </a:cubicBezTo>
                  <a:cubicBezTo>
                    <a:pt x="126" y="19"/>
                    <a:pt x="128" y="16"/>
                    <a:pt x="130" y="13"/>
                  </a:cubicBezTo>
                  <a:cubicBezTo>
                    <a:pt x="131" y="12"/>
                    <a:pt x="131" y="10"/>
                    <a:pt x="132" y="9"/>
                  </a:cubicBezTo>
                  <a:cubicBezTo>
                    <a:pt x="133" y="7"/>
                    <a:pt x="134" y="5"/>
                    <a:pt x="135" y="4"/>
                  </a:cubicBezTo>
                  <a:cubicBezTo>
                    <a:pt x="136" y="2"/>
                    <a:pt x="134" y="0"/>
                    <a:pt x="132" y="1"/>
                  </a:cubicBezTo>
                  <a:cubicBezTo>
                    <a:pt x="128" y="3"/>
                    <a:pt x="125" y="6"/>
                    <a:pt x="122" y="9"/>
                  </a:cubicBezTo>
                  <a:cubicBezTo>
                    <a:pt x="121" y="10"/>
                    <a:pt x="120" y="12"/>
                    <a:pt x="120" y="13"/>
                  </a:cubicBezTo>
                  <a:cubicBezTo>
                    <a:pt x="115" y="22"/>
                    <a:pt x="114" y="34"/>
                    <a:pt x="121" y="43"/>
                  </a:cubicBezTo>
                  <a:cubicBezTo>
                    <a:pt x="119" y="43"/>
                    <a:pt x="118" y="45"/>
                    <a:pt x="120" y="47"/>
                  </a:cubicBezTo>
                  <a:cubicBezTo>
                    <a:pt x="90" y="43"/>
                    <a:pt x="68" y="54"/>
                    <a:pt x="54" y="72"/>
                  </a:cubicBezTo>
                  <a:cubicBezTo>
                    <a:pt x="53" y="74"/>
                    <a:pt x="51" y="76"/>
                    <a:pt x="50" y="78"/>
                  </a:cubicBezTo>
                  <a:cubicBezTo>
                    <a:pt x="44" y="87"/>
                    <a:pt x="40" y="98"/>
                    <a:pt x="38" y="109"/>
                  </a:cubicBezTo>
                  <a:cubicBezTo>
                    <a:pt x="38" y="110"/>
                    <a:pt x="37" y="112"/>
                    <a:pt x="37" y="113"/>
                  </a:cubicBezTo>
                  <a:cubicBezTo>
                    <a:pt x="34" y="134"/>
                    <a:pt x="38" y="156"/>
                    <a:pt x="50" y="173"/>
                  </a:cubicBezTo>
                  <a:cubicBezTo>
                    <a:pt x="51" y="175"/>
                    <a:pt x="53" y="177"/>
                    <a:pt x="54" y="179"/>
                  </a:cubicBezTo>
                  <a:cubicBezTo>
                    <a:pt x="64" y="191"/>
                    <a:pt x="78" y="200"/>
                    <a:pt x="97" y="204"/>
                  </a:cubicBezTo>
                  <a:cubicBezTo>
                    <a:pt x="100" y="205"/>
                    <a:pt x="102" y="205"/>
                    <a:pt x="105" y="206"/>
                  </a:cubicBezTo>
                  <a:cubicBezTo>
                    <a:pt x="105" y="206"/>
                    <a:pt x="105" y="206"/>
                    <a:pt x="105" y="206"/>
                  </a:cubicBezTo>
                  <a:cubicBezTo>
                    <a:pt x="105" y="207"/>
                    <a:pt x="105" y="208"/>
                    <a:pt x="104" y="209"/>
                  </a:cubicBezTo>
                  <a:cubicBezTo>
                    <a:pt x="104" y="210"/>
                    <a:pt x="104" y="212"/>
                    <a:pt x="104" y="213"/>
                  </a:cubicBezTo>
                  <a:cubicBezTo>
                    <a:pt x="104" y="215"/>
                    <a:pt x="103" y="217"/>
                    <a:pt x="103" y="219"/>
                  </a:cubicBezTo>
                  <a:cubicBezTo>
                    <a:pt x="102" y="225"/>
                    <a:pt x="100" y="233"/>
                    <a:pt x="104" y="238"/>
                  </a:cubicBezTo>
                  <a:cubicBezTo>
                    <a:pt x="100" y="237"/>
                    <a:pt x="95" y="237"/>
                    <a:pt x="91" y="238"/>
                  </a:cubicBezTo>
                  <a:cubicBezTo>
                    <a:pt x="90" y="238"/>
                    <a:pt x="89" y="238"/>
                    <a:pt x="89" y="239"/>
                  </a:cubicBezTo>
                  <a:cubicBezTo>
                    <a:pt x="89" y="239"/>
                    <a:pt x="89" y="239"/>
                    <a:pt x="89" y="239"/>
                  </a:cubicBezTo>
                  <a:cubicBezTo>
                    <a:pt x="75" y="234"/>
                    <a:pt x="65" y="225"/>
                    <a:pt x="54" y="216"/>
                  </a:cubicBezTo>
                  <a:cubicBezTo>
                    <a:pt x="53" y="215"/>
                    <a:pt x="51" y="214"/>
                    <a:pt x="50" y="213"/>
                  </a:cubicBezTo>
                  <a:cubicBezTo>
                    <a:pt x="50" y="213"/>
                    <a:pt x="50" y="213"/>
                    <a:pt x="50" y="213"/>
                  </a:cubicBezTo>
                  <a:cubicBezTo>
                    <a:pt x="48" y="212"/>
                    <a:pt x="47" y="211"/>
                    <a:pt x="46" y="210"/>
                  </a:cubicBezTo>
                  <a:cubicBezTo>
                    <a:pt x="45" y="210"/>
                    <a:pt x="45" y="209"/>
                    <a:pt x="44" y="209"/>
                  </a:cubicBezTo>
                  <a:cubicBezTo>
                    <a:pt x="31" y="199"/>
                    <a:pt x="18" y="189"/>
                    <a:pt x="4" y="179"/>
                  </a:cubicBezTo>
                  <a:cubicBezTo>
                    <a:pt x="3" y="178"/>
                    <a:pt x="0" y="179"/>
                    <a:pt x="1" y="181"/>
                  </a:cubicBezTo>
                  <a:cubicBezTo>
                    <a:pt x="6" y="194"/>
                    <a:pt x="19" y="202"/>
                    <a:pt x="31" y="209"/>
                  </a:cubicBezTo>
                  <a:cubicBezTo>
                    <a:pt x="33" y="210"/>
                    <a:pt x="35" y="212"/>
                    <a:pt x="37" y="213"/>
                  </a:cubicBezTo>
                  <a:cubicBezTo>
                    <a:pt x="39" y="214"/>
                    <a:pt x="40" y="215"/>
                    <a:pt x="41" y="216"/>
                  </a:cubicBezTo>
                  <a:cubicBezTo>
                    <a:pt x="44" y="217"/>
                    <a:pt x="47" y="220"/>
                    <a:pt x="50" y="222"/>
                  </a:cubicBezTo>
                  <a:cubicBezTo>
                    <a:pt x="51" y="223"/>
                    <a:pt x="53" y="224"/>
                    <a:pt x="54" y="226"/>
                  </a:cubicBezTo>
                  <a:cubicBezTo>
                    <a:pt x="64" y="234"/>
                    <a:pt x="75" y="243"/>
                    <a:pt x="88" y="243"/>
                  </a:cubicBezTo>
                  <a:cubicBezTo>
                    <a:pt x="81" y="265"/>
                    <a:pt x="74" y="287"/>
                    <a:pt x="69" y="309"/>
                  </a:cubicBezTo>
                  <a:cubicBezTo>
                    <a:pt x="68" y="310"/>
                    <a:pt x="68" y="312"/>
                    <a:pt x="68" y="313"/>
                  </a:cubicBezTo>
                  <a:cubicBezTo>
                    <a:pt x="63" y="333"/>
                    <a:pt x="58" y="352"/>
                    <a:pt x="54" y="372"/>
                  </a:cubicBezTo>
                  <a:cubicBezTo>
                    <a:pt x="53" y="378"/>
                    <a:pt x="51" y="384"/>
                    <a:pt x="50" y="390"/>
                  </a:cubicBezTo>
                  <a:cubicBezTo>
                    <a:pt x="49" y="396"/>
                    <a:pt x="47" y="403"/>
                    <a:pt x="46" y="409"/>
                  </a:cubicBezTo>
                  <a:cubicBezTo>
                    <a:pt x="46" y="410"/>
                    <a:pt x="45" y="412"/>
                    <a:pt x="45" y="413"/>
                  </a:cubicBezTo>
                  <a:cubicBezTo>
                    <a:pt x="42" y="427"/>
                    <a:pt x="39" y="440"/>
                    <a:pt x="36" y="454"/>
                  </a:cubicBezTo>
                  <a:cubicBezTo>
                    <a:pt x="35" y="456"/>
                    <a:pt x="37" y="458"/>
                    <a:pt x="38" y="458"/>
                  </a:cubicBezTo>
                  <a:cubicBezTo>
                    <a:pt x="42" y="460"/>
                    <a:pt x="46" y="461"/>
                    <a:pt x="50" y="462"/>
                  </a:cubicBezTo>
                  <a:cubicBezTo>
                    <a:pt x="51" y="463"/>
                    <a:pt x="53" y="463"/>
                    <a:pt x="54" y="463"/>
                  </a:cubicBezTo>
                  <a:cubicBezTo>
                    <a:pt x="57" y="464"/>
                    <a:pt x="59" y="465"/>
                    <a:pt x="62" y="465"/>
                  </a:cubicBezTo>
                  <a:cubicBezTo>
                    <a:pt x="62" y="465"/>
                    <a:pt x="62" y="465"/>
                    <a:pt x="62" y="465"/>
                  </a:cubicBezTo>
                  <a:cubicBezTo>
                    <a:pt x="62" y="465"/>
                    <a:pt x="62" y="465"/>
                    <a:pt x="62" y="465"/>
                  </a:cubicBezTo>
                  <a:cubicBezTo>
                    <a:pt x="61" y="472"/>
                    <a:pt x="63" y="480"/>
                    <a:pt x="64" y="486"/>
                  </a:cubicBezTo>
                  <a:cubicBezTo>
                    <a:pt x="64" y="494"/>
                    <a:pt x="65" y="502"/>
                    <a:pt x="69" y="509"/>
                  </a:cubicBezTo>
                  <a:cubicBezTo>
                    <a:pt x="69" y="509"/>
                    <a:pt x="69" y="510"/>
                    <a:pt x="69" y="510"/>
                  </a:cubicBezTo>
                  <a:cubicBezTo>
                    <a:pt x="69" y="510"/>
                    <a:pt x="69" y="511"/>
                    <a:pt x="70" y="511"/>
                  </a:cubicBezTo>
                  <a:cubicBezTo>
                    <a:pt x="70" y="511"/>
                    <a:pt x="70" y="511"/>
                    <a:pt x="70" y="511"/>
                  </a:cubicBezTo>
                  <a:cubicBezTo>
                    <a:pt x="69" y="511"/>
                    <a:pt x="68" y="512"/>
                    <a:pt x="67" y="513"/>
                  </a:cubicBezTo>
                  <a:cubicBezTo>
                    <a:pt x="63" y="516"/>
                    <a:pt x="60" y="520"/>
                    <a:pt x="56" y="523"/>
                  </a:cubicBezTo>
                  <a:cubicBezTo>
                    <a:pt x="55" y="524"/>
                    <a:pt x="55" y="524"/>
                    <a:pt x="54" y="525"/>
                  </a:cubicBezTo>
                  <a:cubicBezTo>
                    <a:pt x="53" y="526"/>
                    <a:pt x="51" y="527"/>
                    <a:pt x="50" y="528"/>
                  </a:cubicBezTo>
                  <a:cubicBezTo>
                    <a:pt x="48" y="530"/>
                    <a:pt x="45" y="532"/>
                    <a:pt x="45" y="536"/>
                  </a:cubicBezTo>
                  <a:cubicBezTo>
                    <a:pt x="45" y="537"/>
                    <a:pt x="46" y="538"/>
                    <a:pt x="47" y="538"/>
                  </a:cubicBezTo>
                  <a:cubicBezTo>
                    <a:pt x="48" y="539"/>
                    <a:pt x="49" y="538"/>
                    <a:pt x="50" y="538"/>
                  </a:cubicBezTo>
                  <a:cubicBezTo>
                    <a:pt x="51" y="538"/>
                    <a:pt x="53" y="537"/>
                    <a:pt x="54" y="537"/>
                  </a:cubicBezTo>
                  <a:cubicBezTo>
                    <a:pt x="57" y="535"/>
                    <a:pt x="59" y="533"/>
                    <a:pt x="62" y="531"/>
                  </a:cubicBezTo>
                  <a:cubicBezTo>
                    <a:pt x="66" y="526"/>
                    <a:pt x="73" y="521"/>
                    <a:pt x="75" y="515"/>
                  </a:cubicBezTo>
                  <a:cubicBezTo>
                    <a:pt x="76" y="514"/>
                    <a:pt x="76" y="514"/>
                    <a:pt x="75" y="513"/>
                  </a:cubicBezTo>
                  <a:cubicBezTo>
                    <a:pt x="75" y="512"/>
                    <a:pt x="75" y="512"/>
                    <a:pt x="74" y="511"/>
                  </a:cubicBezTo>
                  <a:cubicBezTo>
                    <a:pt x="75" y="511"/>
                    <a:pt x="76" y="510"/>
                    <a:pt x="76" y="509"/>
                  </a:cubicBezTo>
                  <a:cubicBezTo>
                    <a:pt x="76" y="508"/>
                    <a:pt x="76" y="508"/>
                    <a:pt x="75" y="507"/>
                  </a:cubicBezTo>
                  <a:cubicBezTo>
                    <a:pt x="72" y="500"/>
                    <a:pt x="70" y="492"/>
                    <a:pt x="69" y="483"/>
                  </a:cubicBezTo>
                  <a:cubicBezTo>
                    <a:pt x="69" y="482"/>
                    <a:pt x="69" y="481"/>
                    <a:pt x="68" y="480"/>
                  </a:cubicBezTo>
                  <a:cubicBezTo>
                    <a:pt x="69" y="479"/>
                    <a:pt x="69" y="479"/>
                    <a:pt x="69" y="478"/>
                  </a:cubicBezTo>
                  <a:cubicBezTo>
                    <a:pt x="70" y="474"/>
                    <a:pt x="70" y="471"/>
                    <a:pt x="70" y="467"/>
                  </a:cubicBezTo>
                  <a:cubicBezTo>
                    <a:pt x="91" y="470"/>
                    <a:pt x="113" y="471"/>
                    <a:pt x="134" y="472"/>
                  </a:cubicBezTo>
                  <a:cubicBezTo>
                    <a:pt x="132" y="477"/>
                    <a:pt x="132" y="484"/>
                    <a:pt x="131" y="489"/>
                  </a:cubicBezTo>
                  <a:cubicBezTo>
                    <a:pt x="130" y="496"/>
                    <a:pt x="130" y="502"/>
                    <a:pt x="130" y="509"/>
                  </a:cubicBezTo>
                  <a:cubicBezTo>
                    <a:pt x="130" y="510"/>
                    <a:pt x="130" y="512"/>
                    <a:pt x="130" y="513"/>
                  </a:cubicBezTo>
                  <a:cubicBezTo>
                    <a:pt x="131" y="514"/>
                    <a:pt x="131" y="515"/>
                    <a:pt x="131" y="516"/>
                  </a:cubicBezTo>
                  <a:cubicBezTo>
                    <a:pt x="133" y="527"/>
                    <a:pt x="140" y="533"/>
                    <a:pt x="150" y="535"/>
                  </a:cubicBezTo>
                  <a:cubicBezTo>
                    <a:pt x="151" y="535"/>
                    <a:pt x="153" y="535"/>
                    <a:pt x="154" y="535"/>
                  </a:cubicBezTo>
                  <a:cubicBezTo>
                    <a:pt x="157" y="535"/>
                    <a:pt x="159" y="535"/>
                    <a:pt x="162" y="534"/>
                  </a:cubicBezTo>
                  <a:cubicBezTo>
                    <a:pt x="166" y="533"/>
                    <a:pt x="165" y="527"/>
                    <a:pt x="161" y="527"/>
                  </a:cubicBezTo>
                  <a:cubicBezTo>
                    <a:pt x="159" y="527"/>
                    <a:pt x="156" y="527"/>
                    <a:pt x="154" y="527"/>
                  </a:cubicBezTo>
                  <a:cubicBezTo>
                    <a:pt x="153" y="527"/>
                    <a:pt x="151" y="527"/>
                    <a:pt x="150" y="526"/>
                  </a:cubicBezTo>
                  <a:cubicBezTo>
                    <a:pt x="147" y="526"/>
                    <a:pt x="144" y="524"/>
                    <a:pt x="141" y="522"/>
                  </a:cubicBezTo>
                  <a:cubicBezTo>
                    <a:pt x="139" y="519"/>
                    <a:pt x="138" y="516"/>
                    <a:pt x="137" y="513"/>
                  </a:cubicBezTo>
                  <a:cubicBezTo>
                    <a:pt x="137" y="512"/>
                    <a:pt x="137" y="510"/>
                    <a:pt x="137" y="509"/>
                  </a:cubicBezTo>
                  <a:cubicBezTo>
                    <a:pt x="137" y="507"/>
                    <a:pt x="137" y="505"/>
                    <a:pt x="137" y="504"/>
                  </a:cubicBezTo>
                  <a:cubicBezTo>
                    <a:pt x="136" y="497"/>
                    <a:pt x="138" y="489"/>
                    <a:pt x="139" y="482"/>
                  </a:cubicBezTo>
                  <a:cubicBezTo>
                    <a:pt x="139" y="479"/>
                    <a:pt x="140" y="476"/>
                    <a:pt x="140" y="473"/>
                  </a:cubicBezTo>
                  <a:cubicBezTo>
                    <a:pt x="143" y="473"/>
                    <a:pt x="147" y="473"/>
                    <a:pt x="150" y="473"/>
                  </a:cubicBezTo>
                  <a:cubicBezTo>
                    <a:pt x="151" y="473"/>
                    <a:pt x="153" y="473"/>
                    <a:pt x="154" y="473"/>
                  </a:cubicBezTo>
                  <a:cubicBezTo>
                    <a:pt x="163" y="472"/>
                    <a:pt x="172" y="469"/>
                    <a:pt x="174" y="458"/>
                  </a:cubicBezTo>
                  <a:cubicBezTo>
                    <a:pt x="175" y="448"/>
                    <a:pt x="171" y="435"/>
                    <a:pt x="169" y="424"/>
                  </a:cubicBezTo>
                  <a:cubicBezTo>
                    <a:pt x="169" y="421"/>
                    <a:pt x="168" y="417"/>
                    <a:pt x="167" y="413"/>
                  </a:cubicBezTo>
                  <a:cubicBezTo>
                    <a:pt x="167" y="412"/>
                    <a:pt x="167" y="410"/>
                    <a:pt x="167" y="409"/>
                  </a:cubicBezTo>
                  <a:cubicBezTo>
                    <a:pt x="164" y="396"/>
                    <a:pt x="162" y="383"/>
                    <a:pt x="159" y="370"/>
                  </a:cubicBezTo>
                  <a:cubicBezTo>
                    <a:pt x="158" y="361"/>
                    <a:pt x="156" y="353"/>
                    <a:pt x="154" y="344"/>
                  </a:cubicBezTo>
                  <a:cubicBezTo>
                    <a:pt x="153" y="338"/>
                    <a:pt x="151" y="332"/>
                    <a:pt x="150" y="325"/>
                  </a:cubicBezTo>
                  <a:cubicBezTo>
                    <a:pt x="149" y="321"/>
                    <a:pt x="148" y="317"/>
                    <a:pt x="147" y="313"/>
                  </a:cubicBezTo>
                  <a:cubicBezTo>
                    <a:pt x="147" y="312"/>
                    <a:pt x="147" y="310"/>
                    <a:pt x="147" y="309"/>
                  </a:cubicBezTo>
                  <a:cubicBezTo>
                    <a:pt x="142" y="287"/>
                    <a:pt x="138" y="266"/>
                    <a:pt x="133" y="244"/>
                  </a:cubicBezTo>
                  <a:cubicBezTo>
                    <a:pt x="139" y="244"/>
                    <a:pt x="144" y="243"/>
                    <a:pt x="150" y="242"/>
                  </a:cubicBezTo>
                  <a:cubicBezTo>
                    <a:pt x="151" y="241"/>
                    <a:pt x="153" y="241"/>
                    <a:pt x="154" y="241"/>
                  </a:cubicBezTo>
                  <a:cubicBezTo>
                    <a:pt x="174" y="236"/>
                    <a:pt x="195" y="225"/>
                    <a:pt x="214" y="213"/>
                  </a:cubicBezTo>
                  <a:cubicBezTo>
                    <a:pt x="216" y="212"/>
                    <a:pt x="218" y="210"/>
                    <a:pt x="219" y="209"/>
                  </a:cubicBezTo>
                  <a:cubicBezTo>
                    <a:pt x="227" y="204"/>
                    <a:pt x="233" y="199"/>
                    <a:pt x="239" y="194"/>
                  </a:cubicBezTo>
                  <a:cubicBezTo>
                    <a:pt x="240" y="194"/>
                    <a:pt x="239" y="192"/>
                    <a:pt x="238" y="193"/>
                  </a:cubicBezTo>
                  <a:cubicBezTo>
                    <a:pt x="226" y="196"/>
                    <a:pt x="214" y="203"/>
                    <a:pt x="203" y="209"/>
                  </a:cubicBezTo>
                  <a:cubicBezTo>
                    <a:pt x="200" y="210"/>
                    <a:pt x="198" y="212"/>
                    <a:pt x="196" y="213"/>
                  </a:cubicBezTo>
                  <a:cubicBezTo>
                    <a:pt x="193" y="214"/>
                    <a:pt x="190" y="216"/>
                    <a:pt x="188" y="217"/>
                  </a:cubicBezTo>
                  <a:cubicBezTo>
                    <a:pt x="176" y="223"/>
                    <a:pt x="165" y="228"/>
                    <a:pt x="154" y="232"/>
                  </a:cubicBezTo>
                  <a:cubicBezTo>
                    <a:pt x="153" y="232"/>
                    <a:pt x="151" y="233"/>
                    <a:pt x="150" y="233"/>
                  </a:cubicBezTo>
                  <a:cubicBezTo>
                    <a:pt x="144" y="235"/>
                    <a:pt x="138" y="237"/>
                    <a:pt x="131" y="238"/>
                  </a:cubicBezTo>
                  <a:cubicBezTo>
                    <a:pt x="131" y="237"/>
                    <a:pt x="130" y="237"/>
                    <a:pt x="128" y="237"/>
                  </a:cubicBezTo>
                  <a:cubicBezTo>
                    <a:pt x="122" y="237"/>
                    <a:pt x="115" y="238"/>
                    <a:pt x="108" y="239"/>
                  </a:cubicBezTo>
                  <a:cubicBezTo>
                    <a:pt x="108" y="238"/>
                    <a:pt x="108" y="238"/>
                    <a:pt x="107" y="238"/>
                  </a:cubicBezTo>
                  <a:cubicBezTo>
                    <a:pt x="107" y="238"/>
                    <a:pt x="107" y="238"/>
                    <a:pt x="107" y="238"/>
                  </a:cubicBezTo>
                  <a:cubicBezTo>
                    <a:pt x="110" y="231"/>
                    <a:pt x="110" y="224"/>
                    <a:pt x="110" y="217"/>
                  </a:cubicBezTo>
                  <a:cubicBezTo>
                    <a:pt x="110" y="216"/>
                    <a:pt x="111" y="214"/>
                    <a:pt x="111" y="213"/>
                  </a:cubicBezTo>
                  <a:cubicBezTo>
                    <a:pt x="111" y="212"/>
                    <a:pt x="111" y="210"/>
                    <a:pt x="111" y="209"/>
                  </a:cubicBezTo>
                  <a:cubicBezTo>
                    <a:pt x="111" y="208"/>
                    <a:pt x="111" y="207"/>
                    <a:pt x="111" y="206"/>
                  </a:cubicBezTo>
                  <a:cubicBezTo>
                    <a:pt x="126" y="207"/>
                    <a:pt x="139" y="204"/>
                    <a:pt x="150" y="198"/>
                  </a:cubicBezTo>
                  <a:cubicBezTo>
                    <a:pt x="151" y="197"/>
                    <a:pt x="153" y="196"/>
                    <a:pt x="154" y="195"/>
                  </a:cubicBezTo>
                  <a:cubicBezTo>
                    <a:pt x="166" y="187"/>
                    <a:pt x="176" y="175"/>
                    <a:pt x="182" y="160"/>
                  </a:cubicBezTo>
                  <a:cubicBezTo>
                    <a:pt x="191" y="162"/>
                    <a:pt x="202" y="160"/>
                    <a:pt x="205" y="151"/>
                  </a:cubicBezTo>
                  <a:cubicBezTo>
                    <a:pt x="207" y="147"/>
                    <a:pt x="205" y="143"/>
                    <a:pt x="202" y="139"/>
                  </a:cubicBezTo>
                  <a:cubicBezTo>
                    <a:pt x="200" y="136"/>
                    <a:pt x="195" y="132"/>
                    <a:pt x="190" y="131"/>
                  </a:cubicBezTo>
                  <a:cubicBezTo>
                    <a:pt x="191" y="125"/>
                    <a:pt x="191" y="119"/>
                    <a:pt x="191" y="113"/>
                  </a:cubicBezTo>
                  <a:cubicBezTo>
                    <a:pt x="191" y="112"/>
                    <a:pt x="191" y="110"/>
                    <a:pt x="191" y="109"/>
                  </a:cubicBezTo>
                  <a:cubicBezTo>
                    <a:pt x="190" y="94"/>
                    <a:pt x="185" y="80"/>
                    <a:pt x="178" y="68"/>
                  </a:cubicBezTo>
                  <a:cubicBezTo>
                    <a:pt x="183" y="69"/>
                    <a:pt x="189" y="70"/>
                    <a:pt x="193" y="75"/>
                  </a:cubicBezTo>
                  <a:cubicBezTo>
                    <a:pt x="195" y="77"/>
                    <a:pt x="195" y="80"/>
                    <a:pt x="195" y="83"/>
                  </a:cubicBezTo>
                  <a:cubicBezTo>
                    <a:pt x="194" y="87"/>
                    <a:pt x="192" y="89"/>
                    <a:pt x="193" y="93"/>
                  </a:cubicBezTo>
                  <a:cubicBezTo>
                    <a:pt x="193" y="94"/>
                    <a:pt x="194" y="95"/>
                    <a:pt x="195" y="95"/>
                  </a:cubicBezTo>
                  <a:cubicBezTo>
                    <a:pt x="200" y="94"/>
                    <a:pt x="201" y="88"/>
                    <a:pt x="202" y="84"/>
                  </a:cubicBezTo>
                  <a:cubicBezTo>
                    <a:pt x="203" y="80"/>
                    <a:pt x="201" y="75"/>
                    <a:pt x="199" y="72"/>
                  </a:cubicBezTo>
                  <a:cubicBezTo>
                    <a:pt x="197" y="68"/>
                    <a:pt x="193" y="66"/>
                    <a:pt x="189" y="64"/>
                  </a:cubicBezTo>
                  <a:cubicBezTo>
                    <a:pt x="190" y="64"/>
                    <a:pt x="190" y="64"/>
                    <a:pt x="190" y="64"/>
                  </a:cubicBezTo>
                  <a:cubicBezTo>
                    <a:pt x="208" y="46"/>
                    <a:pt x="227" y="35"/>
                    <a:pt x="250" y="28"/>
                  </a:cubicBezTo>
                  <a:cubicBezTo>
                    <a:pt x="251" y="28"/>
                    <a:pt x="253" y="27"/>
                    <a:pt x="254" y="27"/>
                  </a:cubicBezTo>
                  <a:cubicBezTo>
                    <a:pt x="258" y="26"/>
                    <a:pt x="263" y="25"/>
                    <a:pt x="268" y="24"/>
                  </a:cubicBezTo>
                  <a:cubicBezTo>
                    <a:pt x="269" y="24"/>
                    <a:pt x="269" y="22"/>
                    <a:pt x="268" y="22"/>
                  </a:cubicBezTo>
                  <a:cubicBezTo>
                    <a:pt x="263" y="21"/>
                    <a:pt x="259" y="22"/>
                    <a:pt x="254" y="22"/>
                  </a:cubicBezTo>
                  <a:cubicBezTo>
                    <a:pt x="253" y="22"/>
                    <a:pt x="251" y="22"/>
                    <a:pt x="250" y="23"/>
                  </a:cubicBezTo>
                  <a:cubicBezTo>
                    <a:pt x="225" y="26"/>
                    <a:pt x="199" y="41"/>
                    <a:pt x="188" y="62"/>
                  </a:cubicBezTo>
                  <a:cubicBezTo>
                    <a:pt x="187" y="63"/>
                    <a:pt x="187" y="63"/>
                    <a:pt x="188" y="64"/>
                  </a:cubicBezTo>
                  <a:cubicBezTo>
                    <a:pt x="183" y="62"/>
                    <a:pt x="179" y="62"/>
                    <a:pt x="174" y="64"/>
                  </a:cubicBezTo>
                  <a:cubicBezTo>
                    <a:pt x="169" y="57"/>
                    <a:pt x="162" y="51"/>
                    <a:pt x="154" y="47"/>
                  </a:cubicBezTo>
                  <a:cubicBezTo>
                    <a:pt x="153" y="47"/>
                    <a:pt x="151" y="46"/>
                    <a:pt x="150" y="46"/>
                  </a:cubicBezTo>
                  <a:cubicBezTo>
                    <a:pt x="142" y="43"/>
                    <a:pt x="133" y="42"/>
                    <a:pt x="123" y="42"/>
                  </a:cubicBezTo>
                  <a:cubicBezTo>
                    <a:pt x="123" y="42"/>
                    <a:pt x="123" y="41"/>
                    <a:pt x="123" y="40"/>
                  </a:cubicBezTo>
                  <a:cubicBezTo>
                    <a:pt x="124" y="41"/>
                    <a:pt x="126" y="41"/>
                    <a:pt x="127" y="40"/>
                  </a:cubicBezTo>
                  <a:cubicBezTo>
                    <a:pt x="135" y="35"/>
                    <a:pt x="141" y="29"/>
                    <a:pt x="149" y="24"/>
                  </a:cubicBezTo>
                  <a:cubicBezTo>
                    <a:pt x="149" y="24"/>
                    <a:pt x="150" y="23"/>
                    <a:pt x="150" y="23"/>
                  </a:cubicBezTo>
                  <a:cubicBezTo>
                    <a:pt x="151" y="22"/>
                    <a:pt x="153" y="21"/>
                    <a:pt x="154" y="20"/>
                  </a:cubicBezTo>
                  <a:cubicBezTo>
                    <a:pt x="158" y="18"/>
                    <a:pt x="163" y="16"/>
                    <a:pt x="167" y="13"/>
                  </a:cubicBezTo>
                  <a:cubicBezTo>
                    <a:pt x="168" y="12"/>
                    <a:pt x="169" y="11"/>
                    <a:pt x="170" y="10"/>
                  </a:cubicBezTo>
                  <a:cubicBezTo>
                    <a:pt x="171" y="10"/>
                    <a:pt x="171" y="10"/>
                    <a:pt x="172" y="9"/>
                  </a:cubicBezTo>
                  <a:cubicBezTo>
                    <a:pt x="172" y="7"/>
                    <a:pt x="171" y="5"/>
                    <a:pt x="168" y="5"/>
                  </a:cubicBezTo>
                  <a:cubicBezTo>
                    <a:pt x="164" y="5"/>
                    <a:pt x="159" y="6"/>
                    <a:pt x="154" y="8"/>
                  </a:cubicBezTo>
                  <a:cubicBezTo>
                    <a:pt x="151" y="10"/>
                    <a:pt x="148" y="11"/>
                    <a:pt x="145" y="13"/>
                  </a:cubicBezTo>
                  <a:cubicBezTo>
                    <a:pt x="136" y="19"/>
                    <a:pt x="128" y="27"/>
                    <a:pt x="123" y="36"/>
                  </a:cubicBezTo>
                  <a:close/>
                  <a:moveTo>
                    <a:pt x="65" y="467"/>
                  </a:moveTo>
                  <a:cubicBezTo>
                    <a:pt x="65" y="467"/>
                    <a:pt x="65" y="466"/>
                    <a:pt x="65" y="466"/>
                  </a:cubicBezTo>
                  <a:cubicBezTo>
                    <a:pt x="65" y="466"/>
                    <a:pt x="65" y="466"/>
                    <a:pt x="66" y="466"/>
                  </a:cubicBezTo>
                  <a:cubicBezTo>
                    <a:pt x="66" y="466"/>
                    <a:pt x="66" y="467"/>
                    <a:pt x="65" y="467"/>
                  </a:cubicBezTo>
                  <a:close/>
                  <a:moveTo>
                    <a:pt x="127" y="250"/>
                  </a:moveTo>
                  <a:cubicBezTo>
                    <a:pt x="129" y="263"/>
                    <a:pt x="132" y="275"/>
                    <a:pt x="135" y="287"/>
                  </a:cubicBezTo>
                  <a:cubicBezTo>
                    <a:pt x="137" y="294"/>
                    <a:pt x="138" y="302"/>
                    <a:pt x="140" y="309"/>
                  </a:cubicBezTo>
                  <a:cubicBezTo>
                    <a:pt x="140" y="310"/>
                    <a:pt x="141" y="312"/>
                    <a:pt x="141" y="313"/>
                  </a:cubicBezTo>
                  <a:cubicBezTo>
                    <a:pt x="144" y="330"/>
                    <a:pt x="147" y="346"/>
                    <a:pt x="150" y="363"/>
                  </a:cubicBezTo>
                  <a:cubicBezTo>
                    <a:pt x="150" y="366"/>
                    <a:pt x="151" y="368"/>
                    <a:pt x="151" y="371"/>
                  </a:cubicBezTo>
                  <a:cubicBezTo>
                    <a:pt x="152" y="376"/>
                    <a:pt x="153" y="381"/>
                    <a:pt x="154" y="387"/>
                  </a:cubicBezTo>
                  <a:cubicBezTo>
                    <a:pt x="155" y="394"/>
                    <a:pt x="156" y="402"/>
                    <a:pt x="158" y="409"/>
                  </a:cubicBezTo>
                  <a:cubicBezTo>
                    <a:pt x="158" y="410"/>
                    <a:pt x="158" y="412"/>
                    <a:pt x="158" y="413"/>
                  </a:cubicBezTo>
                  <a:cubicBezTo>
                    <a:pt x="159" y="419"/>
                    <a:pt x="160" y="425"/>
                    <a:pt x="162" y="431"/>
                  </a:cubicBezTo>
                  <a:cubicBezTo>
                    <a:pt x="163" y="439"/>
                    <a:pt x="165" y="448"/>
                    <a:pt x="165" y="457"/>
                  </a:cubicBezTo>
                  <a:cubicBezTo>
                    <a:pt x="165" y="461"/>
                    <a:pt x="160" y="463"/>
                    <a:pt x="154" y="464"/>
                  </a:cubicBezTo>
                  <a:cubicBezTo>
                    <a:pt x="153" y="464"/>
                    <a:pt x="151" y="464"/>
                    <a:pt x="150" y="464"/>
                  </a:cubicBezTo>
                  <a:cubicBezTo>
                    <a:pt x="142" y="464"/>
                    <a:pt x="132" y="463"/>
                    <a:pt x="129" y="463"/>
                  </a:cubicBezTo>
                  <a:cubicBezTo>
                    <a:pt x="107" y="461"/>
                    <a:pt x="86" y="460"/>
                    <a:pt x="64" y="457"/>
                  </a:cubicBezTo>
                  <a:cubicBezTo>
                    <a:pt x="60" y="456"/>
                    <a:pt x="57" y="455"/>
                    <a:pt x="54" y="454"/>
                  </a:cubicBezTo>
                  <a:cubicBezTo>
                    <a:pt x="52" y="453"/>
                    <a:pt x="51" y="451"/>
                    <a:pt x="50" y="450"/>
                  </a:cubicBezTo>
                  <a:cubicBezTo>
                    <a:pt x="46" y="445"/>
                    <a:pt x="48" y="437"/>
                    <a:pt x="50" y="427"/>
                  </a:cubicBezTo>
                  <a:cubicBezTo>
                    <a:pt x="50" y="427"/>
                    <a:pt x="50" y="427"/>
                    <a:pt x="50" y="426"/>
                  </a:cubicBezTo>
                  <a:cubicBezTo>
                    <a:pt x="51" y="420"/>
                    <a:pt x="53" y="413"/>
                    <a:pt x="54" y="406"/>
                  </a:cubicBezTo>
                  <a:cubicBezTo>
                    <a:pt x="56" y="397"/>
                    <a:pt x="57" y="389"/>
                    <a:pt x="59" y="380"/>
                  </a:cubicBezTo>
                  <a:cubicBezTo>
                    <a:pt x="64" y="357"/>
                    <a:pt x="69" y="335"/>
                    <a:pt x="74" y="313"/>
                  </a:cubicBezTo>
                  <a:cubicBezTo>
                    <a:pt x="74" y="312"/>
                    <a:pt x="75" y="310"/>
                    <a:pt x="75" y="309"/>
                  </a:cubicBezTo>
                  <a:cubicBezTo>
                    <a:pt x="76" y="305"/>
                    <a:pt x="77" y="300"/>
                    <a:pt x="78" y="296"/>
                  </a:cubicBezTo>
                  <a:cubicBezTo>
                    <a:pt x="82" y="281"/>
                    <a:pt x="86" y="265"/>
                    <a:pt x="91" y="251"/>
                  </a:cubicBezTo>
                  <a:cubicBezTo>
                    <a:pt x="93" y="242"/>
                    <a:pt x="96" y="244"/>
                    <a:pt x="102" y="244"/>
                  </a:cubicBezTo>
                  <a:cubicBezTo>
                    <a:pt x="103" y="245"/>
                    <a:pt x="104" y="246"/>
                    <a:pt x="106" y="246"/>
                  </a:cubicBezTo>
                  <a:cubicBezTo>
                    <a:pt x="112" y="245"/>
                    <a:pt x="125" y="241"/>
                    <a:pt x="127" y="250"/>
                  </a:cubicBezTo>
                  <a:close/>
                  <a:moveTo>
                    <a:pt x="195" y="140"/>
                  </a:moveTo>
                  <a:cubicBezTo>
                    <a:pt x="198" y="142"/>
                    <a:pt x="201" y="145"/>
                    <a:pt x="200" y="149"/>
                  </a:cubicBezTo>
                  <a:cubicBezTo>
                    <a:pt x="199" y="156"/>
                    <a:pt x="191" y="156"/>
                    <a:pt x="184" y="156"/>
                  </a:cubicBezTo>
                  <a:cubicBezTo>
                    <a:pt x="186" y="150"/>
                    <a:pt x="188" y="144"/>
                    <a:pt x="189" y="137"/>
                  </a:cubicBezTo>
                  <a:cubicBezTo>
                    <a:pt x="191" y="138"/>
                    <a:pt x="194" y="139"/>
                    <a:pt x="195" y="140"/>
                  </a:cubicBezTo>
                  <a:close/>
                  <a:moveTo>
                    <a:pt x="124" y="49"/>
                  </a:moveTo>
                  <a:cubicBezTo>
                    <a:pt x="124" y="49"/>
                    <a:pt x="124" y="49"/>
                    <a:pt x="124" y="49"/>
                  </a:cubicBezTo>
                  <a:cubicBezTo>
                    <a:pt x="134" y="51"/>
                    <a:pt x="142" y="53"/>
                    <a:pt x="150" y="57"/>
                  </a:cubicBezTo>
                  <a:cubicBezTo>
                    <a:pt x="151" y="58"/>
                    <a:pt x="153" y="58"/>
                    <a:pt x="154" y="59"/>
                  </a:cubicBezTo>
                  <a:cubicBezTo>
                    <a:pt x="161" y="63"/>
                    <a:pt x="167" y="68"/>
                    <a:pt x="172" y="76"/>
                  </a:cubicBezTo>
                  <a:cubicBezTo>
                    <a:pt x="179" y="86"/>
                    <a:pt x="183" y="97"/>
                    <a:pt x="184" y="109"/>
                  </a:cubicBezTo>
                  <a:cubicBezTo>
                    <a:pt x="184" y="110"/>
                    <a:pt x="184" y="112"/>
                    <a:pt x="184" y="113"/>
                  </a:cubicBezTo>
                  <a:cubicBezTo>
                    <a:pt x="184" y="119"/>
                    <a:pt x="184" y="125"/>
                    <a:pt x="184" y="130"/>
                  </a:cubicBezTo>
                  <a:cubicBezTo>
                    <a:pt x="183" y="139"/>
                    <a:pt x="180" y="148"/>
                    <a:pt x="177" y="156"/>
                  </a:cubicBezTo>
                  <a:cubicBezTo>
                    <a:pt x="176" y="156"/>
                    <a:pt x="176" y="157"/>
                    <a:pt x="176" y="158"/>
                  </a:cubicBezTo>
                  <a:cubicBezTo>
                    <a:pt x="171" y="169"/>
                    <a:pt x="163" y="178"/>
                    <a:pt x="154" y="185"/>
                  </a:cubicBezTo>
                  <a:cubicBezTo>
                    <a:pt x="153" y="186"/>
                    <a:pt x="151" y="187"/>
                    <a:pt x="150" y="188"/>
                  </a:cubicBezTo>
                  <a:cubicBezTo>
                    <a:pt x="136" y="196"/>
                    <a:pt x="118" y="200"/>
                    <a:pt x="98" y="196"/>
                  </a:cubicBezTo>
                  <a:cubicBezTo>
                    <a:pt x="77" y="193"/>
                    <a:pt x="63" y="182"/>
                    <a:pt x="54" y="168"/>
                  </a:cubicBezTo>
                  <a:cubicBezTo>
                    <a:pt x="53" y="166"/>
                    <a:pt x="51" y="163"/>
                    <a:pt x="50" y="161"/>
                  </a:cubicBezTo>
                  <a:cubicBezTo>
                    <a:pt x="43" y="146"/>
                    <a:pt x="42" y="129"/>
                    <a:pt x="45" y="113"/>
                  </a:cubicBezTo>
                  <a:cubicBezTo>
                    <a:pt x="45" y="112"/>
                    <a:pt x="46" y="110"/>
                    <a:pt x="46" y="109"/>
                  </a:cubicBezTo>
                  <a:cubicBezTo>
                    <a:pt x="47" y="105"/>
                    <a:pt x="48" y="100"/>
                    <a:pt x="50" y="96"/>
                  </a:cubicBezTo>
                  <a:cubicBezTo>
                    <a:pt x="51" y="93"/>
                    <a:pt x="53" y="90"/>
                    <a:pt x="54" y="87"/>
                  </a:cubicBezTo>
                  <a:cubicBezTo>
                    <a:pt x="67" y="63"/>
                    <a:pt x="91" y="45"/>
                    <a:pt x="124" y="49"/>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solidFill>
                  <a:prstClr val="black"/>
                </a:solidFill>
              </a:endParaRPr>
            </a:p>
          </p:txBody>
        </p:sp>
      </p:grpSp>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mc:AlternateContent xmlns:mc="http://schemas.openxmlformats.org/markup-compatibility/2006">
    <mc:Choice xmlns:p14="http://schemas.microsoft.com/office/powerpoint/2010/main"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 presetClass="entr" presetSubtype="4" accel="56000" fill="hold" nodeType="afterEffect" p14:presetBounceEnd="56000">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14:bounceEnd="56000">
                                          <p:cBhvr additive="base">
                                            <p:cTn id="11" dur="1000" fill="hold"/>
                                            <p:tgtEl>
                                              <p:spTgt spid="3"/>
                                            </p:tgtEl>
                                            <p:attrNameLst>
                                              <p:attrName>ppt_x</p:attrName>
                                            </p:attrNameLst>
                                          </p:cBhvr>
                                          <p:tavLst>
                                            <p:tav tm="0">
                                              <p:val>
                                                <p:strVal val="#ppt_x"/>
                                              </p:val>
                                            </p:tav>
                                            <p:tav tm="100000">
                                              <p:val>
                                                <p:strVal val="#ppt_x"/>
                                              </p:val>
                                            </p:tav>
                                          </p:tavLst>
                                        </p:anim>
                                        <p:anim calcmode="lin" valueType="num" p14:bounceEnd="56000">
                                          <p:cBhvr additive="base">
                                            <p:cTn id="12" dur="10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mc:Choice>
    <mc:Fallback>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 presetClass="entr" presetSubtype="4" accel="5600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000" fill="hold"/>
                                            <p:tgtEl>
                                              <p:spTgt spid="3"/>
                                            </p:tgtEl>
                                            <p:attrNameLst>
                                              <p:attrName>ppt_x</p:attrName>
                                            </p:attrNameLst>
                                          </p:cBhvr>
                                          <p:tavLst>
                                            <p:tav tm="0">
                                              <p:val>
                                                <p:strVal val="#ppt_x"/>
                                              </p:val>
                                            </p:tav>
                                            <p:tav tm="100000">
                                              <p:val>
                                                <p:strVal val="#ppt_x"/>
                                              </p:val>
                                            </p:tav>
                                          </p:tavLst>
                                        </p:anim>
                                        <p:anim calcmode="lin" valueType="num">
                                          <p:cBhvr additive="base">
                                            <p:cTn id="12" dur="10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 name="组合 28"/>
          <p:cNvGrpSpPr/>
          <p:nvPr/>
        </p:nvGrpSpPr>
        <p:grpSpPr>
          <a:xfrm>
            <a:off x="7700360" y="1725769"/>
            <a:ext cx="3719226" cy="3217288"/>
            <a:chOff x="4242706" y="611903"/>
            <a:chExt cx="3387725" cy="2930525"/>
          </a:xfrm>
        </p:grpSpPr>
        <p:grpSp>
          <p:nvGrpSpPr>
            <p:cNvPr id="4" name="组合 3"/>
            <p:cNvGrpSpPr/>
            <p:nvPr/>
          </p:nvGrpSpPr>
          <p:grpSpPr>
            <a:xfrm>
              <a:off x="4242706" y="611903"/>
              <a:ext cx="1681163" cy="2930525"/>
              <a:chOff x="4643439" y="2103438"/>
              <a:chExt cx="1681163" cy="2930525"/>
            </a:xfrm>
            <a:solidFill>
              <a:schemeClr val="tx1"/>
            </a:solidFill>
          </p:grpSpPr>
          <p:sp>
            <p:nvSpPr>
              <p:cNvPr id="5" name="Freeform 6"/>
              <p:cNvSpPr/>
              <p:nvPr/>
            </p:nvSpPr>
            <p:spPr bwMode="auto">
              <a:xfrm>
                <a:off x="5692777" y="2201863"/>
                <a:ext cx="192088" cy="233362"/>
              </a:xfrm>
              <a:custGeom>
                <a:avLst/>
                <a:gdLst>
                  <a:gd name="T0" fmla="*/ 16 w 39"/>
                  <a:gd name="T1" fmla="*/ 22 h 47"/>
                  <a:gd name="T2" fmla="*/ 13 w 39"/>
                  <a:gd name="T3" fmla="*/ 25 h 47"/>
                  <a:gd name="T4" fmla="*/ 10 w 39"/>
                  <a:gd name="T5" fmla="*/ 29 h 47"/>
                  <a:gd name="T6" fmla="*/ 1 w 39"/>
                  <a:gd name="T7" fmla="*/ 44 h 47"/>
                  <a:gd name="T8" fmla="*/ 3 w 39"/>
                  <a:gd name="T9" fmla="*/ 46 h 47"/>
                  <a:gd name="T10" fmla="*/ 20 w 39"/>
                  <a:gd name="T11" fmla="*/ 29 h 47"/>
                  <a:gd name="T12" fmla="*/ 22 w 39"/>
                  <a:gd name="T13" fmla="*/ 27 h 47"/>
                  <a:gd name="T14" fmla="*/ 24 w 39"/>
                  <a:gd name="T15" fmla="*/ 25 h 47"/>
                  <a:gd name="T16" fmla="*/ 27 w 39"/>
                  <a:gd name="T17" fmla="*/ 21 h 47"/>
                  <a:gd name="T18" fmla="*/ 31 w 39"/>
                  <a:gd name="T19" fmla="*/ 16 h 47"/>
                  <a:gd name="T20" fmla="*/ 38 w 39"/>
                  <a:gd name="T21" fmla="*/ 3 h 47"/>
                  <a:gd name="T22" fmla="*/ 35 w 39"/>
                  <a:gd name="T23" fmla="*/ 1 h 47"/>
                  <a:gd name="T24" fmla="*/ 31 w 39"/>
                  <a:gd name="T25" fmla="*/ 5 h 47"/>
                  <a:gd name="T26" fmla="*/ 27 w 39"/>
                  <a:gd name="T27" fmla="*/ 9 h 47"/>
                  <a:gd name="T28" fmla="*/ 16 w 39"/>
                  <a:gd name="T29" fmla="*/ 2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47">
                    <a:moveTo>
                      <a:pt x="16" y="22"/>
                    </a:moveTo>
                    <a:cubicBezTo>
                      <a:pt x="15" y="23"/>
                      <a:pt x="14" y="24"/>
                      <a:pt x="13" y="25"/>
                    </a:cubicBezTo>
                    <a:cubicBezTo>
                      <a:pt x="12" y="26"/>
                      <a:pt x="11" y="28"/>
                      <a:pt x="10" y="29"/>
                    </a:cubicBezTo>
                    <a:cubicBezTo>
                      <a:pt x="7" y="34"/>
                      <a:pt x="3" y="38"/>
                      <a:pt x="1" y="44"/>
                    </a:cubicBezTo>
                    <a:cubicBezTo>
                      <a:pt x="0" y="45"/>
                      <a:pt x="2" y="47"/>
                      <a:pt x="3" y="46"/>
                    </a:cubicBezTo>
                    <a:cubicBezTo>
                      <a:pt x="10" y="42"/>
                      <a:pt x="15" y="35"/>
                      <a:pt x="20" y="29"/>
                    </a:cubicBezTo>
                    <a:cubicBezTo>
                      <a:pt x="21" y="28"/>
                      <a:pt x="21" y="28"/>
                      <a:pt x="22" y="27"/>
                    </a:cubicBezTo>
                    <a:cubicBezTo>
                      <a:pt x="23" y="26"/>
                      <a:pt x="23" y="26"/>
                      <a:pt x="24" y="25"/>
                    </a:cubicBezTo>
                    <a:cubicBezTo>
                      <a:pt x="25" y="24"/>
                      <a:pt x="26" y="22"/>
                      <a:pt x="27" y="21"/>
                    </a:cubicBezTo>
                    <a:cubicBezTo>
                      <a:pt x="28" y="19"/>
                      <a:pt x="30" y="17"/>
                      <a:pt x="31" y="16"/>
                    </a:cubicBezTo>
                    <a:cubicBezTo>
                      <a:pt x="34" y="12"/>
                      <a:pt x="36" y="7"/>
                      <a:pt x="38" y="3"/>
                    </a:cubicBezTo>
                    <a:cubicBezTo>
                      <a:pt x="39" y="1"/>
                      <a:pt x="37" y="0"/>
                      <a:pt x="35" y="1"/>
                    </a:cubicBezTo>
                    <a:cubicBezTo>
                      <a:pt x="34" y="2"/>
                      <a:pt x="32" y="3"/>
                      <a:pt x="31" y="5"/>
                    </a:cubicBezTo>
                    <a:cubicBezTo>
                      <a:pt x="30" y="6"/>
                      <a:pt x="28" y="7"/>
                      <a:pt x="27" y="9"/>
                    </a:cubicBezTo>
                    <a:cubicBezTo>
                      <a:pt x="23" y="13"/>
                      <a:pt x="20" y="17"/>
                      <a:pt x="16" y="22"/>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black"/>
                  </a:solidFill>
                </a:endParaRPr>
              </a:p>
            </p:txBody>
          </p:sp>
          <p:sp>
            <p:nvSpPr>
              <p:cNvPr id="6" name="Freeform 7"/>
              <p:cNvSpPr>
                <a:spLocks noEditPoints="1"/>
              </p:cNvSpPr>
              <p:nvPr/>
            </p:nvSpPr>
            <p:spPr bwMode="auto">
              <a:xfrm>
                <a:off x="4643439" y="2103438"/>
                <a:ext cx="1681163" cy="2930525"/>
              </a:xfrm>
              <a:custGeom>
                <a:avLst/>
                <a:gdLst>
                  <a:gd name="T0" fmla="*/ 88 w 340"/>
                  <a:gd name="T1" fmla="*/ 145 h 592"/>
                  <a:gd name="T2" fmla="*/ 111 w 340"/>
                  <a:gd name="T3" fmla="*/ 174 h 592"/>
                  <a:gd name="T4" fmla="*/ 158 w 340"/>
                  <a:gd name="T5" fmla="*/ 240 h 592"/>
                  <a:gd name="T6" fmla="*/ 179 w 340"/>
                  <a:gd name="T7" fmla="*/ 249 h 592"/>
                  <a:gd name="T8" fmla="*/ 139 w 340"/>
                  <a:gd name="T9" fmla="*/ 279 h 592"/>
                  <a:gd name="T10" fmla="*/ 139 w 340"/>
                  <a:gd name="T11" fmla="*/ 287 h 592"/>
                  <a:gd name="T12" fmla="*/ 228 w 340"/>
                  <a:gd name="T13" fmla="*/ 315 h 592"/>
                  <a:gd name="T14" fmla="*/ 206 w 340"/>
                  <a:gd name="T15" fmla="*/ 445 h 592"/>
                  <a:gd name="T16" fmla="*/ 183 w 340"/>
                  <a:gd name="T17" fmla="*/ 523 h 592"/>
                  <a:gd name="T18" fmla="*/ 139 w 340"/>
                  <a:gd name="T19" fmla="*/ 518 h 592"/>
                  <a:gd name="T20" fmla="*/ 116 w 340"/>
                  <a:gd name="T21" fmla="*/ 449 h 592"/>
                  <a:gd name="T22" fmla="*/ 105 w 340"/>
                  <a:gd name="T23" fmla="*/ 345 h 592"/>
                  <a:gd name="T24" fmla="*/ 91 w 340"/>
                  <a:gd name="T25" fmla="*/ 249 h 592"/>
                  <a:gd name="T26" fmla="*/ 45 w 340"/>
                  <a:gd name="T27" fmla="*/ 201 h 592"/>
                  <a:gd name="T28" fmla="*/ 81 w 340"/>
                  <a:gd name="T29" fmla="*/ 249 h 592"/>
                  <a:gd name="T30" fmla="*/ 97 w 340"/>
                  <a:gd name="T31" fmla="*/ 349 h 592"/>
                  <a:gd name="T32" fmla="*/ 112 w 340"/>
                  <a:gd name="T33" fmla="*/ 518 h 592"/>
                  <a:gd name="T34" fmla="*/ 92 w 340"/>
                  <a:gd name="T35" fmla="*/ 549 h 592"/>
                  <a:gd name="T36" fmla="*/ 43 w 340"/>
                  <a:gd name="T37" fmla="*/ 567 h 592"/>
                  <a:gd name="T38" fmla="*/ 2 w 340"/>
                  <a:gd name="T39" fmla="*/ 572 h 592"/>
                  <a:gd name="T40" fmla="*/ 43 w 340"/>
                  <a:gd name="T41" fmla="*/ 577 h 592"/>
                  <a:gd name="T42" fmla="*/ 98 w 340"/>
                  <a:gd name="T43" fmla="*/ 555 h 592"/>
                  <a:gd name="T44" fmla="*/ 118 w 340"/>
                  <a:gd name="T45" fmla="*/ 523 h 592"/>
                  <a:gd name="T46" fmla="*/ 187 w 340"/>
                  <a:gd name="T47" fmla="*/ 532 h 592"/>
                  <a:gd name="T48" fmla="*/ 198 w 340"/>
                  <a:gd name="T49" fmla="*/ 562 h 592"/>
                  <a:gd name="T50" fmla="*/ 219 w 340"/>
                  <a:gd name="T51" fmla="*/ 591 h 592"/>
                  <a:gd name="T52" fmla="*/ 271 w 340"/>
                  <a:gd name="T53" fmla="*/ 570 h 592"/>
                  <a:gd name="T54" fmla="*/ 239 w 340"/>
                  <a:gd name="T55" fmla="*/ 574 h 592"/>
                  <a:gd name="T56" fmla="*/ 200 w 340"/>
                  <a:gd name="T57" fmla="*/ 549 h 592"/>
                  <a:gd name="T58" fmla="*/ 194 w 340"/>
                  <a:gd name="T59" fmla="*/ 529 h 592"/>
                  <a:gd name="T60" fmla="*/ 220 w 340"/>
                  <a:gd name="T61" fmla="*/ 406 h 592"/>
                  <a:gd name="T62" fmla="*/ 236 w 340"/>
                  <a:gd name="T63" fmla="*/ 308 h 592"/>
                  <a:gd name="T64" fmla="*/ 243 w 340"/>
                  <a:gd name="T65" fmla="*/ 297 h 592"/>
                  <a:gd name="T66" fmla="*/ 339 w 340"/>
                  <a:gd name="T67" fmla="*/ 256 h 592"/>
                  <a:gd name="T68" fmla="*/ 293 w 340"/>
                  <a:gd name="T69" fmla="*/ 267 h 592"/>
                  <a:gd name="T70" fmla="*/ 232 w 340"/>
                  <a:gd name="T71" fmla="*/ 294 h 592"/>
                  <a:gd name="T72" fmla="*/ 180 w 340"/>
                  <a:gd name="T73" fmla="*/ 267 h 592"/>
                  <a:gd name="T74" fmla="*/ 232 w 340"/>
                  <a:gd name="T75" fmla="*/ 245 h 592"/>
                  <a:gd name="T76" fmla="*/ 267 w 340"/>
                  <a:gd name="T77" fmla="*/ 209 h 592"/>
                  <a:gd name="T78" fmla="*/ 277 w 340"/>
                  <a:gd name="T79" fmla="*/ 181 h 592"/>
                  <a:gd name="T80" fmla="*/ 276 w 340"/>
                  <a:gd name="T81" fmla="*/ 145 h 592"/>
                  <a:gd name="T82" fmla="*/ 229 w 340"/>
                  <a:gd name="T83" fmla="*/ 75 h 592"/>
                  <a:gd name="T84" fmla="*/ 265 w 340"/>
                  <a:gd name="T85" fmla="*/ 49 h 592"/>
                  <a:gd name="T86" fmla="*/ 266 w 340"/>
                  <a:gd name="T87" fmla="*/ 43 h 592"/>
                  <a:gd name="T88" fmla="*/ 243 w 340"/>
                  <a:gd name="T89" fmla="*/ 53 h 592"/>
                  <a:gd name="T90" fmla="*/ 218 w 340"/>
                  <a:gd name="T91" fmla="*/ 71 h 592"/>
                  <a:gd name="T92" fmla="*/ 243 w 340"/>
                  <a:gd name="T93" fmla="*/ 95 h 592"/>
                  <a:gd name="T94" fmla="*/ 272 w 340"/>
                  <a:gd name="T95" fmla="*/ 191 h 592"/>
                  <a:gd name="T96" fmla="*/ 243 w 340"/>
                  <a:gd name="T97" fmla="*/ 236 h 592"/>
                  <a:gd name="T98" fmla="*/ 188 w 340"/>
                  <a:gd name="T99" fmla="*/ 245 h 592"/>
                  <a:gd name="T100" fmla="*/ 139 w 340"/>
                  <a:gd name="T101" fmla="*/ 219 h 592"/>
                  <a:gd name="T102" fmla="*/ 139 w 340"/>
                  <a:gd name="T103" fmla="*/ 89 h 592"/>
                  <a:gd name="T104" fmla="*/ 221 w 340"/>
                  <a:gd name="T105" fmla="*/ 71 h 592"/>
                  <a:gd name="T106" fmla="*/ 208 w 340"/>
                  <a:gd name="T107" fmla="*/ 49 h 592"/>
                  <a:gd name="T108" fmla="*/ 213 w 340"/>
                  <a:gd name="T109" fmla="*/ 4 h 592"/>
                  <a:gd name="T110" fmla="*/ 201 w 340"/>
                  <a:gd name="T111" fmla="*/ 45 h 592"/>
                  <a:gd name="T112" fmla="*/ 201 w 340"/>
                  <a:gd name="T113" fmla="*/ 62 h 592"/>
                  <a:gd name="T114" fmla="*/ 120 w 340"/>
                  <a:gd name="T115" fmla="*/ 112 h 592"/>
                  <a:gd name="T116" fmla="*/ 96 w 340"/>
                  <a:gd name="T117" fmla="*/ 145 h 592"/>
                  <a:gd name="T118" fmla="*/ 109 w 340"/>
                  <a:gd name="T119" fmla="*/ 148 h 592"/>
                  <a:gd name="T120" fmla="*/ 111 w 340"/>
                  <a:gd name="T121" fmla="*/ 169 h 592"/>
                  <a:gd name="T122" fmla="*/ 276 w 340"/>
                  <a:gd name="T123" fmla="*/ 182 h 592"/>
                  <a:gd name="T124" fmla="*/ 271 w 340"/>
                  <a:gd name="T125" fmla="*/ 204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0" h="592">
                    <a:moveTo>
                      <a:pt x="120" y="112"/>
                    </a:moveTo>
                    <a:cubicBezTo>
                      <a:pt x="115" y="122"/>
                      <a:pt x="113" y="132"/>
                      <a:pt x="111" y="142"/>
                    </a:cubicBezTo>
                    <a:cubicBezTo>
                      <a:pt x="103" y="136"/>
                      <a:pt x="92" y="136"/>
                      <a:pt x="88" y="145"/>
                    </a:cubicBezTo>
                    <a:cubicBezTo>
                      <a:pt x="88" y="146"/>
                      <a:pt x="87" y="148"/>
                      <a:pt x="87" y="149"/>
                    </a:cubicBezTo>
                    <a:cubicBezTo>
                      <a:pt x="87" y="150"/>
                      <a:pt x="87" y="150"/>
                      <a:pt x="87" y="151"/>
                    </a:cubicBezTo>
                    <a:cubicBezTo>
                      <a:pt x="87" y="164"/>
                      <a:pt x="99" y="175"/>
                      <a:pt x="111" y="174"/>
                    </a:cubicBezTo>
                    <a:cubicBezTo>
                      <a:pt x="115" y="193"/>
                      <a:pt x="124" y="212"/>
                      <a:pt x="139" y="226"/>
                    </a:cubicBezTo>
                    <a:cubicBezTo>
                      <a:pt x="140" y="227"/>
                      <a:pt x="142" y="229"/>
                      <a:pt x="143" y="230"/>
                    </a:cubicBezTo>
                    <a:cubicBezTo>
                      <a:pt x="147" y="234"/>
                      <a:pt x="152" y="237"/>
                      <a:pt x="158" y="240"/>
                    </a:cubicBezTo>
                    <a:cubicBezTo>
                      <a:pt x="161" y="242"/>
                      <a:pt x="164" y="244"/>
                      <a:pt x="167" y="245"/>
                    </a:cubicBezTo>
                    <a:cubicBezTo>
                      <a:pt x="171" y="247"/>
                      <a:pt x="175" y="248"/>
                      <a:pt x="178" y="249"/>
                    </a:cubicBezTo>
                    <a:cubicBezTo>
                      <a:pt x="179" y="249"/>
                      <a:pt x="179" y="249"/>
                      <a:pt x="179" y="249"/>
                    </a:cubicBezTo>
                    <a:cubicBezTo>
                      <a:pt x="176" y="259"/>
                      <a:pt x="172" y="271"/>
                      <a:pt x="176" y="282"/>
                    </a:cubicBezTo>
                    <a:cubicBezTo>
                      <a:pt x="165" y="281"/>
                      <a:pt x="154" y="280"/>
                      <a:pt x="143" y="279"/>
                    </a:cubicBezTo>
                    <a:cubicBezTo>
                      <a:pt x="142" y="279"/>
                      <a:pt x="140" y="279"/>
                      <a:pt x="139" y="279"/>
                    </a:cubicBezTo>
                    <a:cubicBezTo>
                      <a:pt x="129" y="278"/>
                      <a:pt x="119" y="278"/>
                      <a:pt x="110" y="277"/>
                    </a:cubicBezTo>
                    <a:cubicBezTo>
                      <a:pt x="107" y="277"/>
                      <a:pt x="107" y="281"/>
                      <a:pt x="109" y="281"/>
                    </a:cubicBezTo>
                    <a:cubicBezTo>
                      <a:pt x="119" y="284"/>
                      <a:pt x="129" y="285"/>
                      <a:pt x="139" y="287"/>
                    </a:cubicBezTo>
                    <a:cubicBezTo>
                      <a:pt x="140" y="287"/>
                      <a:pt x="142" y="287"/>
                      <a:pt x="143" y="287"/>
                    </a:cubicBezTo>
                    <a:cubicBezTo>
                      <a:pt x="156" y="289"/>
                      <a:pt x="169" y="290"/>
                      <a:pt x="183" y="292"/>
                    </a:cubicBezTo>
                    <a:cubicBezTo>
                      <a:pt x="202" y="293"/>
                      <a:pt x="231" y="289"/>
                      <a:pt x="228" y="315"/>
                    </a:cubicBezTo>
                    <a:cubicBezTo>
                      <a:pt x="227" y="325"/>
                      <a:pt x="226" y="335"/>
                      <a:pt x="224" y="345"/>
                    </a:cubicBezTo>
                    <a:cubicBezTo>
                      <a:pt x="224" y="346"/>
                      <a:pt x="224" y="348"/>
                      <a:pt x="224" y="349"/>
                    </a:cubicBezTo>
                    <a:cubicBezTo>
                      <a:pt x="219" y="381"/>
                      <a:pt x="213" y="413"/>
                      <a:pt x="206" y="445"/>
                    </a:cubicBezTo>
                    <a:cubicBezTo>
                      <a:pt x="206" y="446"/>
                      <a:pt x="206" y="448"/>
                      <a:pt x="206" y="449"/>
                    </a:cubicBezTo>
                    <a:cubicBezTo>
                      <a:pt x="203" y="461"/>
                      <a:pt x="200" y="473"/>
                      <a:pt x="198" y="485"/>
                    </a:cubicBezTo>
                    <a:cubicBezTo>
                      <a:pt x="196" y="491"/>
                      <a:pt x="192" y="524"/>
                      <a:pt x="183" y="523"/>
                    </a:cubicBezTo>
                    <a:cubicBezTo>
                      <a:pt x="170" y="522"/>
                      <a:pt x="156" y="520"/>
                      <a:pt x="143" y="519"/>
                    </a:cubicBezTo>
                    <a:cubicBezTo>
                      <a:pt x="142" y="519"/>
                      <a:pt x="142" y="519"/>
                      <a:pt x="141" y="518"/>
                    </a:cubicBezTo>
                    <a:cubicBezTo>
                      <a:pt x="140" y="518"/>
                      <a:pt x="140" y="518"/>
                      <a:pt x="139" y="518"/>
                    </a:cubicBezTo>
                    <a:cubicBezTo>
                      <a:pt x="121" y="516"/>
                      <a:pt x="120" y="512"/>
                      <a:pt x="120" y="493"/>
                    </a:cubicBezTo>
                    <a:cubicBezTo>
                      <a:pt x="120" y="480"/>
                      <a:pt x="118" y="466"/>
                      <a:pt x="117" y="453"/>
                    </a:cubicBezTo>
                    <a:cubicBezTo>
                      <a:pt x="116" y="452"/>
                      <a:pt x="116" y="450"/>
                      <a:pt x="116" y="449"/>
                    </a:cubicBezTo>
                    <a:cubicBezTo>
                      <a:pt x="116" y="448"/>
                      <a:pt x="116" y="446"/>
                      <a:pt x="116" y="445"/>
                    </a:cubicBezTo>
                    <a:cubicBezTo>
                      <a:pt x="111" y="413"/>
                      <a:pt x="106" y="381"/>
                      <a:pt x="105" y="349"/>
                    </a:cubicBezTo>
                    <a:cubicBezTo>
                      <a:pt x="105" y="348"/>
                      <a:pt x="105" y="346"/>
                      <a:pt x="105" y="345"/>
                    </a:cubicBezTo>
                    <a:cubicBezTo>
                      <a:pt x="104" y="325"/>
                      <a:pt x="105" y="305"/>
                      <a:pt x="110" y="285"/>
                    </a:cubicBezTo>
                    <a:cubicBezTo>
                      <a:pt x="110" y="282"/>
                      <a:pt x="109" y="281"/>
                      <a:pt x="107" y="280"/>
                    </a:cubicBezTo>
                    <a:cubicBezTo>
                      <a:pt x="102" y="271"/>
                      <a:pt x="97" y="260"/>
                      <a:pt x="91" y="249"/>
                    </a:cubicBezTo>
                    <a:cubicBezTo>
                      <a:pt x="91" y="248"/>
                      <a:pt x="90" y="246"/>
                      <a:pt x="89" y="245"/>
                    </a:cubicBezTo>
                    <a:cubicBezTo>
                      <a:pt x="79" y="225"/>
                      <a:pt x="68" y="205"/>
                      <a:pt x="49" y="195"/>
                    </a:cubicBezTo>
                    <a:cubicBezTo>
                      <a:pt x="46" y="193"/>
                      <a:pt x="43" y="198"/>
                      <a:pt x="45" y="201"/>
                    </a:cubicBezTo>
                    <a:cubicBezTo>
                      <a:pt x="58" y="215"/>
                      <a:pt x="70" y="228"/>
                      <a:pt x="79" y="245"/>
                    </a:cubicBezTo>
                    <a:cubicBezTo>
                      <a:pt x="79" y="245"/>
                      <a:pt x="79" y="245"/>
                      <a:pt x="79" y="245"/>
                    </a:cubicBezTo>
                    <a:cubicBezTo>
                      <a:pt x="80" y="246"/>
                      <a:pt x="80" y="248"/>
                      <a:pt x="81" y="249"/>
                    </a:cubicBezTo>
                    <a:cubicBezTo>
                      <a:pt x="88" y="261"/>
                      <a:pt x="94" y="273"/>
                      <a:pt x="103" y="283"/>
                    </a:cubicBezTo>
                    <a:cubicBezTo>
                      <a:pt x="98" y="304"/>
                      <a:pt x="97" y="324"/>
                      <a:pt x="97" y="345"/>
                    </a:cubicBezTo>
                    <a:cubicBezTo>
                      <a:pt x="97" y="346"/>
                      <a:pt x="97" y="348"/>
                      <a:pt x="97" y="349"/>
                    </a:cubicBezTo>
                    <a:cubicBezTo>
                      <a:pt x="98" y="381"/>
                      <a:pt x="103" y="413"/>
                      <a:pt x="107" y="445"/>
                    </a:cubicBezTo>
                    <a:cubicBezTo>
                      <a:pt x="107" y="446"/>
                      <a:pt x="107" y="448"/>
                      <a:pt x="107" y="449"/>
                    </a:cubicBezTo>
                    <a:cubicBezTo>
                      <a:pt x="110" y="472"/>
                      <a:pt x="112" y="495"/>
                      <a:pt x="112" y="518"/>
                    </a:cubicBezTo>
                    <a:cubicBezTo>
                      <a:pt x="112" y="519"/>
                      <a:pt x="112" y="520"/>
                      <a:pt x="112" y="521"/>
                    </a:cubicBezTo>
                    <a:cubicBezTo>
                      <a:pt x="106" y="528"/>
                      <a:pt x="100" y="537"/>
                      <a:pt x="95" y="545"/>
                    </a:cubicBezTo>
                    <a:cubicBezTo>
                      <a:pt x="94" y="546"/>
                      <a:pt x="93" y="548"/>
                      <a:pt x="92" y="549"/>
                    </a:cubicBezTo>
                    <a:cubicBezTo>
                      <a:pt x="92" y="550"/>
                      <a:pt x="91" y="550"/>
                      <a:pt x="91" y="551"/>
                    </a:cubicBezTo>
                    <a:cubicBezTo>
                      <a:pt x="86" y="558"/>
                      <a:pt x="78" y="570"/>
                      <a:pt x="78" y="580"/>
                    </a:cubicBezTo>
                    <a:cubicBezTo>
                      <a:pt x="68" y="574"/>
                      <a:pt x="56" y="570"/>
                      <a:pt x="43" y="567"/>
                    </a:cubicBezTo>
                    <a:cubicBezTo>
                      <a:pt x="42" y="567"/>
                      <a:pt x="40" y="567"/>
                      <a:pt x="39" y="567"/>
                    </a:cubicBezTo>
                    <a:cubicBezTo>
                      <a:pt x="26" y="565"/>
                      <a:pt x="13" y="565"/>
                      <a:pt x="2" y="568"/>
                    </a:cubicBezTo>
                    <a:cubicBezTo>
                      <a:pt x="0" y="569"/>
                      <a:pt x="0" y="572"/>
                      <a:pt x="2" y="572"/>
                    </a:cubicBezTo>
                    <a:cubicBezTo>
                      <a:pt x="14" y="575"/>
                      <a:pt x="27" y="575"/>
                      <a:pt x="39" y="577"/>
                    </a:cubicBezTo>
                    <a:cubicBezTo>
                      <a:pt x="39" y="577"/>
                      <a:pt x="40" y="577"/>
                      <a:pt x="40" y="577"/>
                    </a:cubicBezTo>
                    <a:cubicBezTo>
                      <a:pt x="41" y="577"/>
                      <a:pt x="42" y="577"/>
                      <a:pt x="43" y="577"/>
                    </a:cubicBezTo>
                    <a:cubicBezTo>
                      <a:pt x="56" y="579"/>
                      <a:pt x="68" y="584"/>
                      <a:pt x="79" y="589"/>
                    </a:cubicBezTo>
                    <a:cubicBezTo>
                      <a:pt x="82" y="590"/>
                      <a:pt x="84" y="588"/>
                      <a:pt x="84" y="586"/>
                    </a:cubicBezTo>
                    <a:cubicBezTo>
                      <a:pt x="91" y="577"/>
                      <a:pt x="93" y="564"/>
                      <a:pt x="98" y="555"/>
                    </a:cubicBezTo>
                    <a:cubicBezTo>
                      <a:pt x="100" y="553"/>
                      <a:pt x="101" y="551"/>
                      <a:pt x="102" y="549"/>
                    </a:cubicBezTo>
                    <a:cubicBezTo>
                      <a:pt x="103" y="548"/>
                      <a:pt x="104" y="546"/>
                      <a:pt x="104" y="545"/>
                    </a:cubicBezTo>
                    <a:cubicBezTo>
                      <a:pt x="109" y="538"/>
                      <a:pt x="114" y="531"/>
                      <a:pt x="118" y="523"/>
                    </a:cubicBezTo>
                    <a:cubicBezTo>
                      <a:pt x="125" y="524"/>
                      <a:pt x="132" y="525"/>
                      <a:pt x="139" y="526"/>
                    </a:cubicBezTo>
                    <a:cubicBezTo>
                      <a:pt x="140" y="527"/>
                      <a:pt x="142" y="527"/>
                      <a:pt x="143" y="527"/>
                    </a:cubicBezTo>
                    <a:cubicBezTo>
                      <a:pt x="158" y="529"/>
                      <a:pt x="172" y="530"/>
                      <a:pt x="187" y="532"/>
                    </a:cubicBezTo>
                    <a:cubicBezTo>
                      <a:pt x="188" y="536"/>
                      <a:pt x="189" y="541"/>
                      <a:pt x="191" y="545"/>
                    </a:cubicBezTo>
                    <a:cubicBezTo>
                      <a:pt x="191" y="546"/>
                      <a:pt x="192" y="548"/>
                      <a:pt x="192" y="549"/>
                    </a:cubicBezTo>
                    <a:cubicBezTo>
                      <a:pt x="194" y="553"/>
                      <a:pt x="196" y="558"/>
                      <a:pt x="198" y="562"/>
                    </a:cubicBezTo>
                    <a:cubicBezTo>
                      <a:pt x="202" y="572"/>
                      <a:pt x="207" y="585"/>
                      <a:pt x="216" y="592"/>
                    </a:cubicBezTo>
                    <a:cubicBezTo>
                      <a:pt x="217" y="592"/>
                      <a:pt x="218" y="592"/>
                      <a:pt x="219" y="591"/>
                    </a:cubicBezTo>
                    <a:cubicBezTo>
                      <a:pt x="219" y="591"/>
                      <a:pt x="219" y="591"/>
                      <a:pt x="219" y="591"/>
                    </a:cubicBezTo>
                    <a:cubicBezTo>
                      <a:pt x="226" y="589"/>
                      <a:pt x="232" y="587"/>
                      <a:pt x="239" y="584"/>
                    </a:cubicBezTo>
                    <a:cubicBezTo>
                      <a:pt x="240" y="584"/>
                      <a:pt x="242" y="583"/>
                      <a:pt x="243" y="583"/>
                    </a:cubicBezTo>
                    <a:cubicBezTo>
                      <a:pt x="253" y="579"/>
                      <a:pt x="262" y="575"/>
                      <a:pt x="271" y="570"/>
                    </a:cubicBezTo>
                    <a:cubicBezTo>
                      <a:pt x="273" y="569"/>
                      <a:pt x="272" y="566"/>
                      <a:pt x="270" y="566"/>
                    </a:cubicBezTo>
                    <a:cubicBezTo>
                      <a:pt x="261" y="566"/>
                      <a:pt x="252" y="569"/>
                      <a:pt x="243" y="572"/>
                    </a:cubicBezTo>
                    <a:cubicBezTo>
                      <a:pt x="242" y="573"/>
                      <a:pt x="240" y="573"/>
                      <a:pt x="239" y="574"/>
                    </a:cubicBezTo>
                    <a:cubicBezTo>
                      <a:pt x="231" y="577"/>
                      <a:pt x="224" y="581"/>
                      <a:pt x="217" y="584"/>
                    </a:cubicBezTo>
                    <a:cubicBezTo>
                      <a:pt x="213" y="575"/>
                      <a:pt x="207" y="566"/>
                      <a:pt x="203" y="557"/>
                    </a:cubicBezTo>
                    <a:cubicBezTo>
                      <a:pt x="202" y="554"/>
                      <a:pt x="201" y="552"/>
                      <a:pt x="200" y="549"/>
                    </a:cubicBezTo>
                    <a:cubicBezTo>
                      <a:pt x="199" y="548"/>
                      <a:pt x="199" y="546"/>
                      <a:pt x="198" y="545"/>
                    </a:cubicBezTo>
                    <a:cubicBezTo>
                      <a:pt x="197" y="540"/>
                      <a:pt x="195" y="535"/>
                      <a:pt x="193" y="531"/>
                    </a:cubicBezTo>
                    <a:cubicBezTo>
                      <a:pt x="193" y="530"/>
                      <a:pt x="194" y="530"/>
                      <a:pt x="194" y="529"/>
                    </a:cubicBezTo>
                    <a:cubicBezTo>
                      <a:pt x="202" y="503"/>
                      <a:pt x="208" y="476"/>
                      <a:pt x="213" y="449"/>
                    </a:cubicBezTo>
                    <a:cubicBezTo>
                      <a:pt x="213" y="448"/>
                      <a:pt x="213" y="446"/>
                      <a:pt x="214" y="445"/>
                    </a:cubicBezTo>
                    <a:cubicBezTo>
                      <a:pt x="216" y="432"/>
                      <a:pt x="218" y="419"/>
                      <a:pt x="220" y="406"/>
                    </a:cubicBezTo>
                    <a:cubicBezTo>
                      <a:pt x="223" y="387"/>
                      <a:pt x="227" y="368"/>
                      <a:pt x="231" y="349"/>
                    </a:cubicBezTo>
                    <a:cubicBezTo>
                      <a:pt x="231" y="348"/>
                      <a:pt x="231" y="346"/>
                      <a:pt x="232" y="345"/>
                    </a:cubicBezTo>
                    <a:cubicBezTo>
                      <a:pt x="234" y="332"/>
                      <a:pt x="235" y="320"/>
                      <a:pt x="236" y="308"/>
                    </a:cubicBezTo>
                    <a:cubicBezTo>
                      <a:pt x="236" y="304"/>
                      <a:pt x="236" y="301"/>
                      <a:pt x="235" y="299"/>
                    </a:cubicBezTo>
                    <a:cubicBezTo>
                      <a:pt x="236" y="299"/>
                      <a:pt x="238" y="298"/>
                      <a:pt x="239" y="298"/>
                    </a:cubicBezTo>
                    <a:cubicBezTo>
                      <a:pt x="240" y="298"/>
                      <a:pt x="242" y="297"/>
                      <a:pt x="243" y="297"/>
                    </a:cubicBezTo>
                    <a:cubicBezTo>
                      <a:pt x="256" y="293"/>
                      <a:pt x="268" y="288"/>
                      <a:pt x="280" y="283"/>
                    </a:cubicBezTo>
                    <a:cubicBezTo>
                      <a:pt x="299" y="274"/>
                      <a:pt x="321" y="268"/>
                      <a:pt x="339" y="257"/>
                    </a:cubicBezTo>
                    <a:cubicBezTo>
                      <a:pt x="339" y="257"/>
                      <a:pt x="339" y="256"/>
                      <a:pt x="339" y="256"/>
                    </a:cubicBezTo>
                    <a:cubicBezTo>
                      <a:pt x="340" y="255"/>
                      <a:pt x="340" y="254"/>
                      <a:pt x="339" y="254"/>
                    </a:cubicBezTo>
                    <a:cubicBezTo>
                      <a:pt x="339" y="253"/>
                      <a:pt x="338" y="253"/>
                      <a:pt x="337" y="253"/>
                    </a:cubicBezTo>
                    <a:cubicBezTo>
                      <a:pt x="322" y="252"/>
                      <a:pt x="307" y="261"/>
                      <a:pt x="293" y="267"/>
                    </a:cubicBezTo>
                    <a:cubicBezTo>
                      <a:pt x="277" y="275"/>
                      <a:pt x="260" y="282"/>
                      <a:pt x="243" y="289"/>
                    </a:cubicBezTo>
                    <a:cubicBezTo>
                      <a:pt x="242" y="290"/>
                      <a:pt x="240" y="290"/>
                      <a:pt x="239" y="291"/>
                    </a:cubicBezTo>
                    <a:cubicBezTo>
                      <a:pt x="237" y="292"/>
                      <a:pt x="234" y="293"/>
                      <a:pt x="232" y="294"/>
                    </a:cubicBezTo>
                    <a:cubicBezTo>
                      <a:pt x="228" y="291"/>
                      <a:pt x="224" y="289"/>
                      <a:pt x="218" y="288"/>
                    </a:cubicBezTo>
                    <a:cubicBezTo>
                      <a:pt x="206" y="285"/>
                      <a:pt x="192" y="283"/>
                      <a:pt x="179" y="282"/>
                    </a:cubicBezTo>
                    <a:cubicBezTo>
                      <a:pt x="180" y="277"/>
                      <a:pt x="180" y="272"/>
                      <a:pt x="180" y="267"/>
                    </a:cubicBezTo>
                    <a:cubicBezTo>
                      <a:pt x="180" y="262"/>
                      <a:pt x="181" y="256"/>
                      <a:pt x="182" y="250"/>
                    </a:cubicBezTo>
                    <a:cubicBezTo>
                      <a:pt x="195" y="253"/>
                      <a:pt x="209" y="253"/>
                      <a:pt x="221" y="249"/>
                    </a:cubicBezTo>
                    <a:cubicBezTo>
                      <a:pt x="225" y="248"/>
                      <a:pt x="228" y="247"/>
                      <a:pt x="232" y="245"/>
                    </a:cubicBezTo>
                    <a:cubicBezTo>
                      <a:pt x="234" y="244"/>
                      <a:pt x="237" y="242"/>
                      <a:pt x="239" y="241"/>
                    </a:cubicBezTo>
                    <a:cubicBezTo>
                      <a:pt x="240" y="240"/>
                      <a:pt x="242" y="239"/>
                      <a:pt x="243" y="238"/>
                    </a:cubicBezTo>
                    <a:cubicBezTo>
                      <a:pt x="253" y="231"/>
                      <a:pt x="261" y="221"/>
                      <a:pt x="267" y="209"/>
                    </a:cubicBezTo>
                    <a:cubicBezTo>
                      <a:pt x="268" y="209"/>
                      <a:pt x="268" y="210"/>
                      <a:pt x="269" y="210"/>
                    </a:cubicBezTo>
                    <a:cubicBezTo>
                      <a:pt x="279" y="212"/>
                      <a:pt x="292" y="211"/>
                      <a:pt x="295" y="199"/>
                    </a:cubicBezTo>
                    <a:cubicBezTo>
                      <a:pt x="298" y="190"/>
                      <a:pt x="287" y="176"/>
                      <a:pt x="277" y="181"/>
                    </a:cubicBezTo>
                    <a:cubicBezTo>
                      <a:pt x="277" y="181"/>
                      <a:pt x="276" y="181"/>
                      <a:pt x="276" y="182"/>
                    </a:cubicBezTo>
                    <a:cubicBezTo>
                      <a:pt x="278" y="171"/>
                      <a:pt x="278" y="160"/>
                      <a:pt x="276" y="149"/>
                    </a:cubicBezTo>
                    <a:cubicBezTo>
                      <a:pt x="276" y="148"/>
                      <a:pt x="276" y="146"/>
                      <a:pt x="276" y="145"/>
                    </a:cubicBezTo>
                    <a:cubicBezTo>
                      <a:pt x="272" y="122"/>
                      <a:pt x="261" y="99"/>
                      <a:pt x="243" y="85"/>
                    </a:cubicBezTo>
                    <a:cubicBezTo>
                      <a:pt x="242" y="84"/>
                      <a:pt x="240" y="83"/>
                      <a:pt x="239" y="82"/>
                    </a:cubicBezTo>
                    <a:cubicBezTo>
                      <a:pt x="236" y="79"/>
                      <a:pt x="232" y="77"/>
                      <a:pt x="229" y="75"/>
                    </a:cubicBezTo>
                    <a:cubicBezTo>
                      <a:pt x="232" y="73"/>
                      <a:pt x="235" y="70"/>
                      <a:pt x="239" y="67"/>
                    </a:cubicBezTo>
                    <a:cubicBezTo>
                      <a:pt x="240" y="66"/>
                      <a:pt x="242" y="66"/>
                      <a:pt x="243" y="65"/>
                    </a:cubicBezTo>
                    <a:cubicBezTo>
                      <a:pt x="250" y="59"/>
                      <a:pt x="258" y="54"/>
                      <a:pt x="265" y="49"/>
                    </a:cubicBezTo>
                    <a:cubicBezTo>
                      <a:pt x="266" y="48"/>
                      <a:pt x="267" y="48"/>
                      <a:pt x="268" y="47"/>
                    </a:cubicBezTo>
                    <a:cubicBezTo>
                      <a:pt x="269" y="47"/>
                      <a:pt x="269" y="46"/>
                      <a:pt x="269" y="45"/>
                    </a:cubicBezTo>
                    <a:cubicBezTo>
                      <a:pt x="269" y="44"/>
                      <a:pt x="268" y="42"/>
                      <a:pt x="266" y="43"/>
                    </a:cubicBezTo>
                    <a:cubicBezTo>
                      <a:pt x="264" y="43"/>
                      <a:pt x="261" y="44"/>
                      <a:pt x="259" y="45"/>
                    </a:cubicBezTo>
                    <a:cubicBezTo>
                      <a:pt x="256" y="46"/>
                      <a:pt x="253" y="47"/>
                      <a:pt x="250" y="49"/>
                    </a:cubicBezTo>
                    <a:cubicBezTo>
                      <a:pt x="248" y="50"/>
                      <a:pt x="245" y="52"/>
                      <a:pt x="243" y="53"/>
                    </a:cubicBezTo>
                    <a:cubicBezTo>
                      <a:pt x="242" y="54"/>
                      <a:pt x="240" y="55"/>
                      <a:pt x="239" y="56"/>
                    </a:cubicBezTo>
                    <a:cubicBezTo>
                      <a:pt x="233" y="61"/>
                      <a:pt x="227" y="67"/>
                      <a:pt x="223" y="73"/>
                    </a:cubicBezTo>
                    <a:cubicBezTo>
                      <a:pt x="222" y="72"/>
                      <a:pt x="220" y="72"/>
                      <a:pt x="218" y="71"/>
                    </a:cubicBezTo>
                    <a:cubicBezTo>
                      <a:pt x="216" y="71"/>
                      <a:pt x="215" y="74"/>
                      <a:pt x="217" y="75"/>
                    </a:cubicBezTo>
                    <a:cubicBezTo>
                      <a:pt x="225" y="80"/>
                      <a:pt x="232" y="86"/>
                      <a:pt x="239" y="92"/>
                    </a:cubicBezTo>
                    <a:cubicBezTo>
                      <a:pt x="240" y="93"/>
                      <a:pt x="242" y="94"/>
                      <a:pt x="243" y="95"/>
                    </a:cubicBezTo>
                    <a:cubicBezTo>
                      <a:pt x="257" y="110"/>
                      <a:pt x="268" y="126"/>
                      <a:pt x="272" y="145"/>
                    </a:cubicBezTo>
                    <a:cubicBezTo>
                      <a:pt x="272" y="146"/>
                      <a:pt x="272" y="148"/>
                      <a:pt x="273" y="149"/>
                    </a:cubicBezTo>
                    <a:cubicBezTo>
                      <a:pt x="275" y="162"/>
                      <a:pt x="275" y="176"/>
                      <a:pt x="272" y="191"/>
                    </a:cubicBezTo>
                    <a:cubicBezTo>
                      <a:pt x="271" y="196"/>
                      <a:pt x="270" y="200"/>
                      <a:pt x="268" y="204"/>
                    </a:cubicBezTo>
                    <a:cubicBezTo>
                      <a:pt x="267" y="205"/>
                      <a:pt x="267" y="206"/>
                      <a:pt x="267" y="208"/>
                    </a:cubicBezTo>
                    <a:cubicBezTo>
                      <a:pt x="261" y="220"/>
                      <a:pt x="253" y="230"/>
                      <a:pt x="243" y="236"/>
                    </a:cubicBezTo>
                    <a:cubicBezTo>
                      <a:pt x="242" y="237"/>
                      <a:pt x="240" y="238"/>
                      <a:pt x="239" y="238"/>
                    </a:cubicBezTo>
                    <a:cubicBezTo>
                      <a:pt x="234" y="241"/>
                      <a:pt x="228" y="244"/>
                      <a:pt x="222" y="245"/>
                    </a:cubicBezTo>
                    <a:cubicBezTo>
                      <a:pt x="211" y="247"/>
                      <a:pt x="199" y="247"/>
                      <a:pt x="188" y="245"/>
                    </a:cubicBezTo>
                    <a:cubicBezTo>
                      <a:pt x="179" y="243"/>
                      <a:pt x="169" y="240"/>
                      <a:pt x="161" y="235"/>
                    </a:cubicBezTo>
                    <a:cubicBezTo>
                      <a:pt x="154" y="232"/>
                      <a:pt x="148" y="228"/>
                      <a:pt x="143" y="223"/>
                    </a:cubicBezTo>
                    <a:cubicBezTo>
                      <a:pt x="142" y="222"/>
                      <a:pt x="140" y="220"/>
                      <a:pt x="139" y="219"/>
                    </a:cubicBezTo>
                    <a:cubicBezTo>
                      <a:pt x="122" y="200"/>
                      <a:pt x="116" y="174"/>
                      <a:pt x="117" y="149"/>
                    </a:cubicBezTo>
                    <a:cubicBezTo>
                      <a:pt x="118" y="148"/>
                      <a:pt x="118" y="146"/>
                      <a:pt x="118" y="145"/>
                    </a:cubicBezTo>
                    <a:cubicBezTo>
                      <a:pt x="120" y="124"/>
                      <a:pt x="127" y="104"/>
                      <a:pt x="139" y="89"/>
                    </a:cubicBezTo>
                    <a:cubicBezTo>
                      <a:pt x="140" y="88"/>
                      <a:pt x="142" y="86"/>
                      <a:pt x="143" y="85"/>
                    </a:cubicBezTo>
                    <a:cubicBezTo>
                      <a:pt x="161" y="64"/>
                      <a:pt x="188" y="56"/>
                      <a:pt x="221" y="71"/>
                    </a:cubicBezTo>
                    <a:cubicBezTo>
                      <a:pt x="221" y="71"/>
                      <a:pt x="221" y="71"/>
                      <a:pt x="221" y="71"/>
                    </a:cubicBezTo>
                    <a:cubicBezTo>
                      <a:pt x="215" y="67"/>
                      <a:pt x="208" y="64"/>
                      <a:pt x="202" y="63"/>
                    </a:cubicBezTo>
                    <a:cubicBezTo>
                      <a:pt x="203" y="63"/>
                      <a:pt x="204" y="62"/>
                      <a:pt x="205" y="61"/>
                    </a:cubicBezTo>
                    <a:cubicBezTo>
                      <a:pt x="207" y="57"/>
                      <a:pt x="208" y="53"/>
                      <a:pt x="208" y="49"/>
                    </a:cubicBezTo>
                    <a:cubicBezTo>
                      <a:pt x="209" y="48"/>
                      <a:pt x="209" y="46"/>
                      <a:pt x="209" y="45"/>
                    </a:cubicBezTo>
                    <a:cubicBezTo>
                      <a:pt x="210" y="42"/>
                      <a:pt x="210" y="38"/>
                      <a:pt x="210" y="35"/>
                    </a:cubicBezTo>
                    <a:cubicBezTo>
                      <a:pt x="211" y="25"/>
                      <a:pt x="213" y="14"/>
                      <a:pt x="213" y="4"/>
                    </a:cubicBezTo>
                    <a:cubicBezTo>
                      <a:pt x="214" y="1"/>
                      <a:pt x="209" y="0"/>
                      <a:pt x="208" y="3"/>
                    </a:cubicBezTo>
                    <a:cubicBezTo>
                      <a:pt x="204" y="11"/>
                      <a:pt x="204" y="20"/>
                      <a:pt x="203" y="29"/>
                    </a:cubicBezTo>
                    <a:cubicBezTo>
                      <a:pt x="202" y="34"/>
                      <a:pt x="201" y="40"/>
                      <a:pt x="201" y="45"/>
                    </a:cubicBezTo>
                    <a:cubicBezTo>
                      <a:pt x="200" y="46"/>
                      <a:pt x="200" y="48"/>
                      <a:pt x="200" y="49"/>
                    </a:cubicBezTo>
                    <a:cubicBezTo>
                      <a:pt x="200" y="53"/>
                      <a:pt x="200" y="56"/>
                      <a:pt x="200" y="60"/>
                    </a:cubicBezTo>
                    <a:cubicBezTo>
                      <a:pt x="200" y="61"/>
                      <a:pt x="200" y="62"/>
                      <a:pt x="201" y="62"/>
                    </a:cubicBezTo>
                    <a:cubicBezTo>
                      <a:pt x="180" y="57"/>
                      <a:pt x="159" y="64"/>
                      <a:pt x="143" y="79"/>
                    </a:cubicBezTo>
                    <a:cubicBezTo>
                      <a:pt x="142" y="81"/>
                      <a:pt x="140" y="82"/>
                      <a:pt x="139" y="83"/>
                    </a:cubicBezTo>
                    <a:cubicBezTo>
                      <a:pt x="131" y="92"/>
                      <a:pt x="125" y="101"/>
                      <a:pt x="120" y="112"/>
                    </a:cubicBezTo>
                    <a:close/>
                    <a:moveTo>
                      <a:pt x="94" y="152"/>
                    </a:moveTo>
                    <a:cubicBezTo>
                      <a:pt x="93" y="151"/>
                      <a:pt x="94" y="150"/>
                      <a:pt x="94" y="149"/>
                    </a:cubicBezTo>
                    <a:cubicBezTo>
                      <a:pt x="94" y="147"/>
                      <a:pt x="95" y="146"/>
                      <a:pt x="96" y="145"/>
                    </a:cubicBezTo>
                    <a:cubicBezTo>
                      <a:pt x="96" y="145"/>
                      <a:pt x="96" y="145"/>
                      <a:pt x="96" y="145"/>
                    </a:cubicBezTo>
                    <a:cubicBezTo>
                      <a:pt x="98" y="143"/>
                      <a:pt x="101" y="144"/>
                      <a:pt x="104" y="145"/>
                    </a:cubicBezTo>
                    <a:cubicBezTo>
                      <a:pt x="106" y="146"/>
                      <a:pt x="108" y="147"/>
                      <a:pt x="109" y="148"/>
                    </a:cubicBezTo>
                    <a:cubicBezTo>
                      <a:pt x="110" y="148"/>
                      <a:pt x="110" y="148"/>
                      <a:pt x="110" y="148"/>
                    </a:cubicBezTo>
                    <a:cubicBezTo>
                      <a:pt x="110" y="148"/>
                      <a:pt x="110" y="149"/>
                      <a:pt x="110" y="149"/>
                    </a:cubicBezTo>
                    <a:cubicBezTo>
                      <a:pt x="110" y="156"/>
                      <a:pt x="110" y="163"/>
                      <a:pt x="111" y="169"/>
                    </a:cubicBezTo>
                    <a:cubicBezTo>
                      <a:pt x="103" y="166"/>
                      <a:pt x="95" y="162"/>
                      <a:pt x="94" y="152"/>
                    </a:cubicBezTo>
                    <a:close/>
                    <a:moveTo>
                      <a:pt x="271" y="200"/>
                    </a:moveTo>
                    <a:cubicBezTo>
                      <a:pt x="274" y="194"/>
                      <a:pt x="275" y="188"/>
                      <a:pt x="276" y="182"/>
                    </a:cubicBezTo>
                    <a:cubicBezTo>
                      <a:pt x="276" y="183"/>
                      <a:pt x="276" y="183"/>
                      <a:pt x="276" y="184"/>
                    </a:cubicBezTo>
                    <a:cubicBezTo>
                      <a:pt x="280" y="189"/>
                      <a:pt x="289" y="189"/>
                      <a:pt x="289" y="197"/>
                    </a:cubicBezTo>
                    <a:cubicBezTo>
                      <a:pt x="289" y="206"/>
                      <a:pt x="276" y="205"/>
                      <a:pt x="271" y="204"/>
                    </a:cubicBezTo>
                    <a:cubicBezTo>
                      <a:pt x="270" y="204"/>
                      <a:pt x="270" y="204"/>
                      <a:pt x="270" y="204"/>
                    </a:cubicBezTo>
                    <a:cubicBezTo>
                      <a:pt x="270" y="202"/>
                      <a:pt x="271" y="201"/>
                      <a:pt x="271" y="20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black"/>
                  </a:solidFill>
                </a:endParaRPr>
              </a:p>
            </p:txBody>
          </p:sp>
          <p:sp>
            <p:nvSpPr>
              <p:cNvPr id="7" name="Freeform 8"/>
              <p:cNvSpPr/>
              <p:nvPr/>
            </p:nvSpPr>
            <p:spPr bwMode="auto">
              <a:xfrm>
                <a:off x="5553077" y="2989263"/>
                <a:ext cx="79375" cy="44450"/>
              </a:xfrm>
              <a:custGeom>
                <a:avLst/>
                <a:gdLst>
                  <a:gd name="T0" fmla="*/ 15 w 16"/>
                  <a:gd name="T1" fmla="*/ 8 h 9"/>
                  <a:gd name="T2" fmla="*/ 16 w 16"/>
                  <a:gd name="T3" fmla="*/ 6 h 9"/>
                  <a:gd name="T4" fmla="*/ 4 w 16"/>
                  <a:gd name="T5" fmla="*/ 1 h 9"/>
                  <a:gd name="T6" fmla="*/ 3 w 16"/>
                  <a:gd name="T7" fmla="*/ 5 h 9"/>
                  <a:gd name="T8" fmla="*/ 15 w 16"/>
                  <a:gd name="T9" fmla="*/ 8 h 9"/>
                </a:gdLst>
                <a:ahLst/>
                <a:cxnLst>
                  <a:cxn ang="0">
                    <a:pos x="T0" y="T1"/>
                  </a:cxn>
                  <a:cxn ang="0">
                    <a:pos x="T2" y="T3"/>
                  </a:cxn>
                  <a:cxn ang="0">
                    <a:pos x="T4" y="T5"/>
                  </a:cxn>
                  <a:cxn ang="0">
                    <a:pos x="T6" y="T7"/>
                  </a:cxn>
                  <a:cxn ang="0">
                    <a:pos x="T8" y="T9"/>
                  </a:cxn>
                </a:cxnLst>
                <a:rect l="0" t="0" r="r" b="b"/>
                <a:pathLst>
                  <a:path w="16" h="9">
                    <a:moveTo>
                      <a:pt x="15" y="8"/>
                    </a:moveTo>
                    <a:cubicBezTo>
                      <a:pt x="15" y="8"/>
                      <a:pt x="16" y="7"/>
                      <a:pt x="16" y="6"/>
                    </a:cubicBezTo>
                    <a:cubicBezTo>
                      <a:pt x="14" y="2"/>
                      <a:pt x="8" y="2"/>
                      <a:pt x="4" y="1"/>
                    </a:cubicBezTo>
                    <a:cubicBezTo>
                      <a:pt x="1" y="0"/>
                      <a:pt x="0" y="4"/>
                      <a:pt x="3" y="5"/>
                    </a:cubicBezTo>
                    <a:cubicBezTo>
                      <a:pt x="7" y="6"/>
                      <a:pt x="11" y="9"/>
                      <a:pt x="15" y="8"/>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black"/>
                  </a:solidFill>
                </a:endParaRPr>
              </a:p>
            </p:txBody>
          </p:sp>
          <p:sp>
            <p:nvSpPr>
              <p:cNvPr id="8" name="Freeform 9"/>
              <p:cNvSpPr/>
              <p:nvPr/>
            </p:nvSpPr>
            <p:spPr bwMode="auto">
              <a:xfrm>
                <a:off x="5494339" y="3113088"/>
                <a:ext cx="168275" cy="104775"/>
              </a:xfrm>
              <a:custGeom>
                <a:avLst/>
                <a:gdLst>
                  <a:gd name="T0" fmla="*/ 32 w 34"/>
                  <a:gd name="T1" fmla="*/ 5 h 21"/>
                  <a:gd name="T2" fmla="*/ 18 w 34"/>
                  <a:gd name="T3" fmla="*/ 12 h 21"/>
                  <a:gd name="T4" fmla="*/ 5 w 34"/>
                  <a:gd name="T5" fmla="*/ 2 h 21"/>
                  <a:gd name="T6" fmla="*/ 0 w 34"/>
                  <a:gd name="T7" fmla="*/ 4 h 21"/>
                  <a:gd name="T8" fmla="*/ 16 w 34"/>
                  <a:gd name="T9" fmla="*/ 20 h 21"/>
                  <a:gd name="T10" fmla="*/ 34 w 34"/>
                  <a:gd name="T11" fmla="*/ 6 h 21"/>
                  <a:gd name="T12" fmla="*/ 32 w 34"/>
                  <a:gd name="T13" fmla="*/ 5 h 21"/>
                </a:gdLst>
                <a:ahLst/>
                <a:cxnLst>
                  <a:cxn ang="0">
                    <a:pos x="T0" y="T1"/>
                  </a:cxn>
                  <a:cxn ang="0">
                    <a:pos x="T2" y="T3"/>
                  </a:cxn>
                  <a:cxn ang="0">
                    <a:pos x="T4" y="T5"/>
                  </a:cxn>
                  <a:cxn ang="0">
                    <a:pos x="T6" y="T7"/>
                  </a:cxn>
                  <a:cxn ang="0">
                    <a:pos x="T8" y="T9"/>
                  </a:cxn>
                  <a:cxn ang="0">
                    <a:pos x="T10" y="T11"/>
                  </a:cxn>
                  <a:cxn ang="0">
                    <a:pos x="T12" y="T13"/>
                  </a:cxn>
                </a:cxnLst>
                <a:rect l="0" t="0" r="r" b="b"/>
                <a:pathLst>
                  <a:path w="34" h="21">
                    <a:moveTo>
                      <a:pt x="32" y="5"/>
                    </a:moveTo>
                    <a:cubicBezTo>
                      <a:pt x="27" y="7"/>
                      <a:pt x="23" y="10"/>
                      <a:pt x="18" y="12"/>
                    </a:cubicBezTo>
                    <a:cubicBezTo>
                      <a:pt x="11" y="15"/>
                      <a:pt x="8" y="8"/>
                      <a:pt x="5" y="2"/>
                    </a:cubicBezTo>
                    <a:cubicBezTo>
                      <a:pt x="4" y="0"/>
                      <a:pt x="0" y="1"/>
                      <a:pt x="0" y="4"/>
                    </a:cubicBezTo>
                    <a:cubicBezTo>
                      <a:pt x="1" y="13"/>
                      <a:pt x="7" y="19"/>
                      <a:pt x="16" y="20"/>
                    </a:cubicBezTo>
                    <a:cubicBezTo>
                      <a:pt x="24" y="21"/>
                      <a:pt x="33" y="14"/>
                      <a:pt x="34" y="6"/>
                    </a:cubicBezTo>
                    <a:cubicBezTo>
                      <a:pt x="34" y="5"/>
                      <a:pt x="33" y="5"/>
                      <a:pt x="32" y="5"/>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black"/>
                  </a:solidFill>
                </a:endParaRPr>
              </a:p>
            </p:txBody>
          </p:sp>
          <p:sp>
            <p:nvSpPr>
              <p:cNvPr id="9" name="Freeform 10"/>
              <p:cNvSpPr/>
              <p:nvPr/>
            </p:nvSpPr>
            <p:spPr bwMode="auto">
              <a:xfrm>
                <a:off x="5776914" y="2909888"/>
                <a:ext cx="63500" cy="100012"/>
              </a:xfrm>
              <a:custGeom>
                <a:avLst/>
                <a:gdLst>
                  <a:gd name="T0" fmla="*/ 8 w 13"/>
                  <a:gd name="T1" fmla="*/ 17 h 20"/>
                  <a:gd name="T2" fmla="*/ 10 w 13"/>
                  <a:gd name="T3" fmla="*/ 13 h 20"/>
                  <a:gd name="T4" fmla="*/ 11 w 13"/>
                  <a:gd name="T5" fmla="*/ 9 h 20"/>
                  <a:gd name="T6" fmla="*/ 10 w 13"/>
                  <a:gd name="T7" fmla="*/ 0 h 20"/>
                  <a:gd name="T8" fmla="*/ 10 w 13"/>
                  <a:gd name="T9" fmla="*/ 0 h 20"/>
                  <a:gd name="T10" fmla="*/ 6 w 13"/>
                  <a:gd name="T11" fmla="*/ 1 h 20"/>
                  <a:gd name="T12" fmla="*/ 4 w 13"/>
                  <a:gd name="T13" fmla="*/ 4 h 20"/>
                  <a:gd name="T14" fmla="*/ 4 w 13"/>
                  <a:gd name="T15" fmla="*/ 4 h 20"/>
                  <a:gd name="T16" fmla="*/ 0 w 13"/>
                  <a:gd name="T17" fmla="*/ 15 h 20"/>
                  <a:gd name="T18" fmla="*/ 8 w 13"/>
                  <a:gd name="T19"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20">
                    <a:moveTo>
                      <a:pt x="8" y="17"/>
                    </a:moveTo>
                    <a:cubicBezTo>
                      <a:pt x="9" y="16"/>
                      <a:pt x="9" y="14"/>
                      <a:pt x="10" y="13"/>
                    </a:cubicBezTo>
                    <a:cubicBezTo>
                      <a:pt x="11" y="12"/>
                      <a:pt x="11" y="10"/>
                      <a:pt x="11" y="9"/>
                    </a:cubicBezTo>
                    <a:cubicBezTo>
                      <a:pt x="12" y="6"/>
                      <a:pt x="13" y="2"/>
                      <a:pt x="10" y="0"/>
                    </a:cubicBezTo>
                    <a:cubicBezTo>
                      <a:pt x="10" y="0"/>
                      <a:pt x="10" y="0"/>
                      <a:pt x="10" y="0"/>
                    </a:cubicBezTo>
                    <a:cubicBezTo>
                      <a:pt x="9" y="0"/>
                      <a:pt x="7" y="0"/>
                      <a:pt x="6" y="1"/>
                    </a:cubicBezTo>
                    <a:cubicBezTo>
                      <a:pt x="5" y="1"/>
                      <a:pt x="5" y="2"/>
                      <a:pt x="4" y="4"/>
                    </a:cubicBezTo>
                    <a:cubicBezTo>
                      <a:pt x="4" y="4"/>
                      <a:pt x="4" y="4"/>
                      <a:pt x="4" y="4"/>
                    </a:cubicBezTo>
                    <a:cubicBezTo>
                      <a:pt x="2" y="8"/>
                      <a:pt x="0" y="12"/>
                      <a:pt x="0" y="15"/>
                    </a:cubicBezTo>
                    <a:cubicBezTo>
                      <a:pt x="0" y="20"/>
                      <a:pt x="6" y="20"/>
                      <a:pt x="8" y="17"/>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black"/>
                  </a:solidFill>
                </a:endParaRPr>
              </a:p>
            </p:txBody>
          </p:sp>
          <p:sp>
            <p:nvSpPr>
              <p:cNvPr id="10" name="Freeform 11"/>
              <p:cNvSpPr/>
              <p:nvPr/>
            </p:nvSpPr>
            <p:spPr bwMode="auto">
              <a:xfrm>
                <a:off x="5365752" y="2851150"/>
                <a:ext cx="58738" cy="119062"/>
              </a:xfrm>
              <a:custGeom>
                <a:avLst/>
                <a:gdLst>
                  <a:gd name="T0" fmla="*/ 5 w 12"/>
                  <a:gd name="T1" fmla="*/ 1 h 24"/>
                  <a:gd name="T2" fmla="*/ 0 w 12"/>
                  <a:gd name="T3" fmla="*/ 4 h 24"/>
                  <a:gd name="T4" fmla="*/ 0 w 12"/>
                  <a:gd name="T5" fmla="*/ 5 h 24"/>
                  <a:gd name="T6" fmla="*/ 0 w 12"/>
                  <a:gd name="T7" fmla="*/ 11 h 24"/>
                  <a:gd name="T8" fmla="*/ 5 w 12"/>
                  <a:gd name="T9" fmla="*/ 21 h 24"/>
                  <a:gd name="T10" fmla="*/ 12 w 12"/>
                  <a:gd name="T11" fmla="*/ 17 h 24"/>
                  <a:gd name="T12" fmla="*/ 11 w 12"/>
                  <a:gd name="T13" fmla="*/ 8 h 24"/>
                  <a:gd name="T14" fmla="*/ 5 w 12"/>
                  <a:gd name="T15" fmla="*/ 1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4">
                    <a:moveTo>
                      <a:pt x="5" y="1"/>
                    </a:moveTo>
                    <a:cubicBezTo>
                      <a:pt x="3" y="0"/>
                      <a:pt x="1" y="1"/>
                      <a:pt x="0" y="4"/>
                    </a:cubicBezTo>
                    <a:cubicBezTo>
                      <a:pt x="0" y="4"/>
                      <a:pt x="0" y="5"/>
                      <a:pt x="0" y="5"/>
                    </a:cubicBezTo>
                    <a:cubicBezTo>
                      <a:pt x="0" y="7"/>
                      <a:pt x="0" y="9"/>
                      <a:pt x="0" y="11"/>
                    </a:cubicBezTo>
                    <a:cubicBezTo>
                      <a:pt x="0" y="15"/>
                      <a:pt x="2" y="18"/>
                      <a:pt x="5" y="21"/>
                    </a:cubicBezTo>
                    <a:cubicBezTo>
                      <a:pt x="8" y="24"/>
                      <a:pt x="12" y="21"/>
                      <a:pt x="12" y="17"/>
                    </a:cubicBezTo>
                    <a:cubicBezTo>
                      <a:pt x="12" y="14"/>
                      <a:pt x="12" y="11"/>
                      <a:pt x="11" y="8"/>
                    </a:cubicBezTo>
                    <a:cubicBezTo>
                      <a:pt x="10" y="5"/>
                      <a:pt x="8" y="1"/>
                      <a:pt x="5" y="1"/>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black"/>
                  </a:solidFill>
                </a:endParaRPr>
              </a:p>
            </p:txBody>
          </p:sp>
          <p:sp>
            <p:nvSpPr>
              <p:cNvPr id="11" name="Freeform 12"/>
              <p:cNvSpPr/>
              <p:nvPr/>
            </p:nvSpPr>
            <p:spPr bwMode="auto">
              <a:xfrm>
                <a:off x="5356227" y="2643188"/>
                <a:ext cx="84138" cy="44450"/>
              </a:xfrm>
              <a:custGeom>
                <a:avLst/>
                <a:gdLst>
                  <a:gd name="T0" fmla="*/ 3 w 17"/>
                  <a:gd name="T1" fmla="*/ 8 h 9"/>
                  <a:gd name="T2" fmla="*/ 16 w 17"/>
                  <a:gd name="T3" fmla="*/ 4 h 9"/>
                  <a:gd name="T4" fmla="*/ 16 w 17"/>
                  <a:gd name="T5" fmla="*/ 1 h 9"/>
                  <a:gd name="T6" fmla="*/ 2 w 17"/>
                  <a:gd name="T7" fmla="*/ 5 h 9"/>
                  <a:gd name="T8" fmla="*/ 3 w 17"/>
                  <a:gd name="T9" fmla="*/ 8 h 9"/>
                </a:gdLst>
                <a:ahLst/>
                <a:cxnLst>
                  <a:cxn ang="0">
                    <a:pos x="T0" y="T1"/>
                  </a:cxn>
                  <a:cxn ang="0">
                    <a:pos x="T2" y="T3"/>
                  </a:cxn>
                  <a:cxn ang="0">
                    <a:pos x="T4" y="T5"/>
                  </a:cxn>
                  <a:cxn ang="0">
                    <a:pos x="T6" y="T7"/>
                  </a:cxn>
                  <a:cxn ang="0">
                    <a:pos x="T8" y="T9"/>
                  </a:cxn>
                </a:cxnLst>
                <a:rect l="0" t="0" r="r" b="b"/>
                <a:pathLst>
                  <a:path w="17" h="9">
                    <a:moveTo>
                      <a:pt x="3" y="8"/>
                    </a:moveTo>
                    <a:cubicBezTo>
                      <a:pt x="8" y="7"/>
                      <a:pt x="12" y="6"/>
                      <a:pt x="16" y="4"/>
                    </a:cubicBezTo>
                    <a:cubicBezTo>
                      <a:pt x="17" y="3"/>
                      <a:pt x="17" y="2"/>
                      <a:pt x="16" y="1"/>
                    </a:cubicBezTo>
                    <a:cubicBezTo>
                      <a:pt x="11" y="0"/>
                      <a:pt x="6" y="2"/>
                      <a:pt x="2" y="5"/>
                    </a:cubicBezTo>
                    <a:cubicBezTo>
                      <a:pt x="0" y="6"/>
                      <a:pt x="1" y="9"/>
                      <a:pt x="3" y="8"/>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black"/>
                  </a:solidFill>
                </a:endParaRPr>
              </a:p>
            </p:txBody>
          </p:sp>
          <p:sp>
            <p:nvSpPr>
              <p:cNvPr id="12" name="Freeform 13"/>
              <p:cNvSpPr/>
              <p:nvPr/>
            </p:nvSpPr>
            <p:spPr bwMode="auto">
              <a:xfrm>
                <a:off x="5835652" y="2682875"/>
                <a:ext cx="53975" cy="34925"/>
              </a:xfrm>
              <a:custGeom>
                <a:avLst/>
                <a:gdLst>
                  <a:gd name="T0" fmla="*/ 3 w 11"/>
                  <a:gd name="T1" fmla="*/ 0 h 7"/>
                  <a:gd name="T2" fmla="*/ 2 w 11"/>
                  <a:gd name="T3" fmla="*/ 0 h 7"/>
                  <a:gd name="T4" fmla="*/ 2 w 11"/>
                  <a:gd name="T5" fmla="*/ 3 h 7"/>
                  <a:gd name="T6" fmla="*/ 2 w 11"/>
                  <a:gd name="T7" fmla="*/ 3 h 7"/>
                  <a:gd name="T8" fmla="*/ 10 w 11"/>
                  <a:gd name="T9" fmla="*/ 6 h 7"/>
                  <a:gd name="T10" fmla="*/ 11 w 11"/>
                  <a:gd name="T11" fmla="*/ 4 h 7"/>
                  <a:gd name="T12" fmla="*/ 3 w 11"/>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1" h="7">
                    <a:moveTo>
                      <a:pt x="3" y="0"/>
                    </a:moveTo>
                    <a:cubicBezTo>
                      <a:pt x="3" y="0"/>
                      <a:pt x="2" y="0"/>
                      <a:pt x="2" y="0"/>
                    </a:cubicBezTo>
                    <a:cubicBezTo>
                      <a:pt x="1" y="1"/>
                      <a:pt x="0" y="3"/>
                      <a:pt x="2" y="3"/>
                    </a:cubicBezTo>
                    <a:cubicBezTo>
                      <a:pt x="2" y="3"/>
                      <a:pt x="2" y="3"/>
                      <a:pt x="2" y="3"/>
                    </a:cubicBezTo>
                    <a:cubicBezTo>
                      <a:pt x="5" y="5"/>
                      <a:pt x="7" y="7"/>
                      <a:pt x="10" y="6"/>
                    </a:cubicBezTo>
                    <a:cubicBezTo>
                      <a:pt x="11" y="6"/>
                      <a:pt x="11" y="5"/>
                      <a:pt x="11" y="4"/>
                    </a:cubicBezTo>
                    <a:cubicBezTo>
                      <a:pt x="9" y="2"/>
                      <a:pt x="6" y="1"/>
                      <a:pt x="3" y="0"/>
                    </a:cubicBezTo>
                    <a:close/>
                  </a:path>
                </a:pathLst>
              </a:custGeom>
              <a:grpFill/>
              <a:ln w="9525">
                <a:solidFill>
                  <a:schemeClr val="tx1"/>
                </a:solidFill>
                <a:round/>
              </a:ln>
            </p:spPr>
            <p:txBody>
              <a:bodyPr vert="horz" wrap="square" lIns="91440" tIns="45720" rIns="91440" bIns="45720" numCol="1" anchor="t" anchorCtr="0" compatLnSpc="1"/>
              <a:lstStyle/>
              <a:p>
                <a:endParaRPr lang="zh-CN" altLang="en-US">
                  <a:solidFill>
                    <a:prstClr val="black"/>
                  </a:solidFill>
                </a:endParaRPr>
              </a:p>
            </p:txBody>
          </p:sp>
        </p:grpSp>
        <p:grpSp>
          <p:nvGrpSpPr>
            <p:cNvPr id="13" name="组合 12"/>
            <p:cNvGrpSpPr/>
            <p:nvPr/>
          </p:nvGrpSpPr>
          <p:grpSpPr>
            <a:xfrm>
              <a:off x="5825444" y="642065"/>
              <a:ext cx="1804987" cy="2816225"/>
              <a:chOff x="6226177" y="2133600"/>
              <a:chExt cx="1804987" cy="2816225"/>
            </a:xfrm>
            <a:solidFill>
              <a:schemeClr val="tx1"/>
            </a:solidFill>
          </p:grpSpPr>
          <p:sp>
            <p:nvSpPr>
              <p:cNvPr id="14" name="Freeform 14"/>
              <p:cNvSpPr/>
              <p:nvPr/>
            </p:nvSpPr>
            <p:spPr bwMode="auto">
              <a:xfrm>
                <a:off x="6973889" y="2311400"/>
                <a:ext cx="182563" cy="198437"/>
              </a:xfrm>
              <a:custGeom>
                <a:avLst/>
                <a:gdLst>
                  <a:gd name="T0" fmla="*/ 30 w 37"/>
                  <a:gd name="T1" fmla="*/ 37 h 40"/>
                  <a:gd name="T2" fmla="*/ 35 w 37"/>
                  <a:gd name="T3" fmla="*/ 34 h 40"/>
                  <a:gd name="T4" fmla="*/ 17 w 37"/>
                  <a:gd name="T5" fmla="*/ 15 h 40"/>
                  <a:gd name="T6" fmla="*/ 10 w 37"/>
                  <a:gd name="T7" fmla="*/ 7 h 40"/>
                  <a:gd name="T8" fmla="*/ 10 w 37"/>
                  <a:gd name="T9" fmla="*/ 7 h 40"/>
                  <a:gd name="T10" fmla="*/ 6 w 37"/>
                  <a:gd name="T11" fmla="*/ 3 h 40"/>
                  <a:gd name="T12" fmla="*/ 6 w 37"/>
                  <a:gd name="T13" fmla="*/ 2 h 40"/>
                  <a:gd name="T14" fmla="*/ 2 w 37"/>
                  <a:gd name="T15" fmla="*/ 1 h 40"/>
                  <a:gd name="T16" fmla="*/ 1 w 37"/>
                  <a:gd name="T17" fmla="*/ 3 h 40"/>
                  <a:gd name="T18" fmla="*/ 1 w 37"/>
                  <a:gd name="T19" fmla="*/ 7 h 40"/>
                  <a:gd name="T20" fmla="*/ 5 w 37"/>
                  <a:gd name="T21" fmla="*/ 13 h 40"/>
                  <a:gd name="T22" fmla="*/ 30 w 37"/>
                  <a:gd name="T23" fmla="*/ 3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40">
                    <a:moveTo>
                      <a:pt x="30" y="37"/>
                    </a:moveTo>
                    <a:cubicBezTo>
                      <a:pt x="32" y="40"/>
                      <a:pt x="37" y="37"/>
                      <a:pt x="35" y="34"/>
                    </a:cubicBezTo>
                    <a:cubicBezTo>
                      <a:pt x="30" y="27"/>
                      <a:pt x="24" y="21"/>
                      <a:pt x="17" y="15"/>
                    </a:cubicBezTo>
                    <a:cubicBezTo>
                      <a:pt x="15" y="13"/>
                      <a:pt x="12" y="10"/>
                      <a:pt x="10" y="7"/>
                    </a:cubicBezTo>
                    <a:cubicBezTo>
                      <a:pt x="10" y="7"/>
                      <a:pt x="10" y="7"/>
                      <a:pt x="10" y="7"/>
                    </a:cubicBezTo>
                    <a:cubicBezTo>
                      <a:pt x="9" y="6"/>
                      <a:pt x="7" y="4"/>
                      <a:pt x="6" y="3"/>
                    </a:cubicBezTo>
                    <a:cubicBezTo>
                      <a:pt x="6" y="3"/>
                      <a:pt x="6" y="3"/>
                      <a:pt x="6" y="2"/>
                    </a:cubicBezTo>
                    <a:cubicBezTo>
                      <a:pt x="6" y="1"/>
                      <a:pt x="3" y="0"/>
                      <a:pt x="2" y="1"/>
                    </a:cubicBezTo>
                    <a:cubicBezTo>
                      <a:pt x="1" y="2"/>
                      <a:pt x="1" y="2"/>
                      <a:pt x="1" y="3"/>
                    </a:cubicBezTo>
                    <a:cubicBezTo>
                      <a:pt x="0" y="4"/>
                      <a:pt x="0" y="6"/>
                      <a:pt x="1" y="7"/>
                    </a:cubicBezTo>
                    <a:cubicBezTo>
                      <a:pt x="1" y="9"/>
                      <a:pt x="3" y="12"/>
                      <a:pt x="5" y="13"/>
                    </a:cubicBezTo>
                    <a:cubicBezTo>
                      <a:pt x="13" y="21"/>
                      <a:pt x="22" y="28"/>
                      <a:pt x="30" y="37"/>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solidFill>
                    <a:prstClr val="black"/>
                  </a:solidFill>
                </a:endParaRPr>
              </a:p>
            </p:txBody>
          </p:sp>
          <p:sp>
            <p:nvSpPr>
              <p:cNvPr id="15" name="Freeform 15"/>
              <p:cNvSpPr/>
              <p:nvPr/>
            </p:nvSpPr>
            <p:spPr bwMode="auto">
              <a:xfrm>
                <a:off x="7561264" y="2538413"/>
                <a:ext cx="469900" cy="100012"/>
              </a:xfrm>
              <a:custGeom>
                <a:avLst/>
                <a:gdLst>
                  <a:gd name="T0" fmla="*/ 49 w 95"/>
                  <a:gd name="T1" fmla="*/ 0 h 20"/>
                  <a:gd name="T2" fmla="*/ 1 w 95"/>
                  <a:gd name="T3" fmla="*/ 17 h 20"/>
                  <a:gd name="T4" fmla="*/ 3 w 95"/>
                  <a:gd name="T5" fmla="*/ 20 h 20"/>
                  <a:gd name="T6" fmla="*/ 49 w 95"/>
                  <a:gd name="T7" fmla="*/ 11 h 20"/>
                  <a:gd name="T8" fmla="*/ 49 w 95"/>
                  <a:gd name="T9" fmla="*/ 11 h 20"/>
                  <a:gd name="T10" fmla="*/ 53 w 95"/>
                  <a:gd name="T11" fmla="*/ 10 h 20"/>
                  <a:gd name="T12" fmla="*/ 92 w 95"/>
                  <a:gd name="T13" fmla="*/ 11 h 20"/>
                  <a:gd name="T14" fmla="*/ 93 w 95"/>
                  <a:gd name="T15" fmla="*/ 6 h 20"/>
                  <a:gd name="T16" fmla="*/ 53 w 95"/>
                  <a:gd name="T17" fmla="*/ 0 h 20"/>
                  <a:gd name="T18" fmla="*/ 49 w 95"/>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5" h="20">
                    <a:moveTo>
                      <a:pt x="49" y="0"/>
                    </a:moveTo>
                    <a:cubicBezTo>
                      <a:pt x="30" y="1"/>
                      <a:pt x="12" y="6"/>
                      <a:pt x="1" y="17"/>
                    </a:cubicBezTo>
                    <a:cubicBezTo>
                      <a:pt x="0" y="19"/>
                      <a:pt x="2" y="20"/>
                      <a:pt x="3" y="20"/>
                    </a:cubicBezTo>
                    <a:cubicBezTo>
                      <a:pt x="18" y="16"/>
                      <a:pt x="33" y="12"/>
                      <a:pt x="49" y="11"/>
                    </a:cubicBezTo>
                    <a:cubicBezTo>
                      <a:pt x="49" y="11"/>
                      <a:pt x="49" y="11"/>
                      <a:pt x="49" y="11"/>
                    </a:cubicBezTo>
                    <a:cubicBezTo>
                      <a:pt x="50" y="11"/>
                      <a:pt x="52" y="11"/>
                      <a:pt x="53" y="10"/>
                    </a:cubicBezTo>
                    <a:cubicBezTo>
                      <a:pt x="66" y="10"/>
                      <a:pt x="79" y="12"/>
                      <a:pt x="92" y="11"/>
                    </a:cubicBezTo>
                    <a:cubicBezTo>
                      <a:pt x="95" y="10"/>
                      <a:pt x="95" y="7"/>
                      <a:pt x="93" y="6"/>
                    </a:cubicBezTo>
                    <a:cubicBezTo>
                      <a:pt x="82" y="2"/>
                      <a:pt x="68" y="0"/>
                      <a:pt x="53" y="0"/>
                    </a:cubicBezTo>
                    <a:cubicBezTo>
                      <a:pt x="52" y="0"/>
                      <a:pt x="50" y="0"/>
                      <a:pt x="49" y="0"/>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solidFill>
                    <a:prstClr val="black"/>
                  </a:solidFill>
                </a:endParaRPr>
              </a:p>
            </p:txBody>
          </p:sp>
          <p:sp>
            <p:nvSpPr>
              <p:cNvPr id="16" name="Freeform 16"/>
              <p:cNvSpPr/>
              <p:nvPr/>
            </p:nvSpPr>
            <p:spPr bwMode="auto">
              <a:xfrm>
                <a:off x="7581902" y="2652713"/>
                <a:ext cx="434975" cy="128587"/>
              </a:xfrm>
              <a:custGeom>
                <a:avLst/>
                <a:gdLst>
                  <a:gd name="T0" fmla="*/ 85 w 88"/>
                  <a:gd name="T1" fmla="*/ 26 h 26"/>
                  <a:gd name="T2" fmla="*/ 86 w 88"/>
                  <a:gd name="T3" fmla="*/ 22 h 26"/>
                  <a:gd name="T4" fmla="*/ 49 w 88"/>
                  <a:gd name="T5" fmla="*/ 8 h 26"/>
                  <a:gd name="T6" fmla="*/ 45 w 88"/>
                  <a:gd name="T7" fmla="*/ 7 h 26"/>
                  <a:gd name="T8" fmla="*/ 2 w 88"/>
                  <a:gd name="T9" fmla="*/ 2 h 26"/>
                  <a:gd name="T10" fmla="*/ 2 w 88"/>
                  <a:gd name="T11" fmla="*/ 5 h 26"/>
                  <a:gd name="T12" fmla="*/ 45 w 88"/>
                  <a:gd name="T13" fmla="*/ 18 h 26"/>
                  <a:gd name="T14" fmla="*/ 49 w 88"/>
                  <a:gd name="T15" fmla="*/ 19 h 26"/>
                  <a:gd name="T16" fmla="*/ 85 w 88"/>
                  <a:gd name="T1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6">
                    <a:moveTo>
                      <a:pt x="85" y="26"/>
                    </a:moveTo>
                    <a:cubicBezTo>
                      <a:pt x="87" y="26"/>
                      <a:pt x="88" y="23"/>
                      <a:pt x="86" y="22"/>
                    </a:cubicBezTo>
                    <a:cubicBezTo>
                      <a:pt x="75" y="17"/>
                      <a:pt x="62" y="12"/>
                      <a:pt x="49" y="8"/>
                    </a:cubicBezTo>
                    <a:cubicBezTo>
                      <a:pt x="48" y="7"/>
                      <a:pt x="46" y="7"/>
                      <a:pt x="45" y="7"/>
                    </a:cubicBezTo>
                    <a:cubicBezTo>
                      <a:pt x="31" y="3"/>
                      <a:pt x="16" y="0"/>
                      <a:pt x="2" y="2"/>
                    </a:cubicBezTo>
                    <a:cubicBezTo>
                      <a:pt x="1" y="2"/>
                      <a:pt x="0" y="5"/>
                      <a:pt x="2" y="5"/>
                    </a:cubicBezTo>
                    <a:cubicBezTo>
                      <a:pt x="16" y="9"/>
                      <a:pt x="30" y="14"/>
                      <a:pt x="45" y="18"/>
                    </a:cubicBezTo>
                    <a:cubicBezTo>
                      <a:pt x="46" y="18"/>
                      <a:pt x="48" y="19"/>
                      <a:pt x="49" y="19"/>
                    </a:cubicBezTo>
                    <a:cubicBezTo>
                      <a:pt x="61" y="22"/>
                      <a:pt x="73" y="25"/>
                      <a:pt x="85" y="26"/>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solidFill>
                    <a:prstClr val="black"/>
                  </a:solidFill>
                </a:endParaRPr>
              </a:p>
            </p:txBody>
          </p:sp>
          <p:sp>
            <p:nvSpPr>
              <p:cNvPr id="17" name="Freeform 17"/>
              <p:cNvSpPr/>
              <p:nvPr/>
            </p:nvSpPr>
            <p:spPr bwMode="auto">
              <a:xfrm>
                <a:off x="6567489" y="2133600"/>
                <a:ext cx="331788" cy="549275"/>
              </a:xfrm>
              <a:custGeom>
                <a:avLst/>
                <a:gdLst>
                  <a:gd name="T0" fmla="*/ 36 w 67"/>
                  <a:gd name="T1" fmla="*/ 43 h 111"/>
                  <a:gd name="T2" fmla="*/ 34 w 67"/>
                  <a:gd name="T3" fmla="*/ 39 h 111"/>
                  <a:gd name="T4" fmla="*/ 32 w 67"/>
                  <a:gd name="T5" fmla="*/ 36 h 111"/>
                  <a:gd name="T6" fmla="*/ 4 w 67"/>
                  <a:gd name="T7" fmla="*/ 1 h 111"/>
                  <a:gd name="T8" fmla="*/ 1 w 67"/>
                  <a:gd name="T9" fmla="*/ 4 h 111"/>
                  <a:gd name="T10" fmla="*/ 23 w 67"/>
                  <a:gd name="T11" fmla="*/ 39 h 111"/>
                  <a:gd name="T12" fmla="*/ 26 w 67"/>
                  <a:gd name="T13" fmla="*/ 43 h 111"/>
                  <a:gd name="T14" fmla="*/ 26 w 67"/>
                  <a:gd name="T15" fmla="*/ 44 h 111"/>
                  <a:gd name="T16" fmla="*/ 50 w 67"/>
                  <a:gd name="T17" fmla="*/ 79 h 111"/>
                  <a:gd name="T18" fmla="*/ 52 w 67"/>
                  <a:gd name="T19" fmla="*/ 80 h 111"/>
                  <a:gd name="T20" fmla="*/ 50 w 67"/>
                  <a:gd name="T21" fmla="*/ 80 h 111"/>
                  <a:gd name="T22" fmla="*/ 32 w 67"/>
                  <a:gd name="T23" fmla="*/ 85 h 111"/>
                  <a:gd name="T24" fmla="*/ 26 w 67"/>
                  <a:gd name="T25" fmla="*/ 96 h 111"/>
                  <a:gd name="T26" fmla="*/ 33 w 67"/>
                  <a:gd name="T27" fmla="*/ 110 h 111"/>
                  <a:gd name="T28" fmla="*/ 35 w 67"/>
                  <a:gd name="T29" fmla="*/ 108 h 111"/>
                  <a:gd name="T30" fmla="*/ 38 w 67"/>
                  <a:gd name="T31" fmla="*/ 88 h 111"/>
                  <a:gd name="T32" fmla="*/ 50 w 67"/>
                  <a:gd name="T33" fmla="*/ 86 h 111"/>
                  <a:gd name="T34" fmla="*/ 54 w 67"/>
                  <a:gd name="T35" fmla="*/ 87 h 111"/>
                  <a:gd name="T36" fmla="*/ 62 w 67"/>
                  <a:gd name="T37" fmla="*/ 90 h 111"/>
                  <a:gd name="T38" fmla="*/ 64 w 67"/>
                  <a:gd name="T39" fmla="*/ 84 h 111"/>
                  <a:gd name="T40" fmla="*/ 54 w 67"/>
                  <a:gd name="T41" fmla="*/ 81 h 111"/>
                  <a:gd name="T42" fmla="*/ 54 w 67"/>
                  <a:gd name="T43" fmla="*/ 80 h 111"/>
                  <a:gd name="T44" fmla="*/ 54 w 67"/>
                  <a:gd name="T45" fmla="*/ 79 h 111"/>
                  <a:gd name="T46" fmla="*/ 50 w 67"/>
                  <a:gd name="T47" fmla="*/ 71 h 111"/>
                  <a:gd name="T48" fmla="*/ 36 w 67"/>
                  <a:gd name="T49" fmla="*/ 4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7" h="111">
                    <a:moveTo>
                      <a:pt x="36" y="43"/>
                    </a:moveTo>
                    <a:cubicBezTo>
                      <a:pt x="35" y="42"/>
                      <a:pt x="35" y="40"/>
                      <a:pt x="34" y="39"/>
                    </a:cubicBezTo>
                    <a:cubicBezTo>
                      <a:pt x="33" y="38"/>
                      <a:pt x="33" y="37"/>
                      <a:pt x="32" y="36"/>
                    </a:cubicBezTo>
                    <a:cubicBezTo>
                      <a:pt x="26" y="24"/>
                      <a:pt x="17" y="6"/>
                      <a:pt x="4" y="1"/>
                    </a:cubicBezTo>
                    <a:cubicBezTo>
                      <a:pt x="2" y="0"/>
                      <a:pt x="0" y="2"/>
                      <a:pt x="1" y="4"/>
                    </a:cubicBezTo>
                    <a:cubicBezTo>
                      <a:pt x="5" y="16"/>
                      <a:pt x="16" y="27"/>
                      <a:pt x="23" y="39"/>
                    </a:cubicBezTo>
                    <a:cubicBezTo>
                      <a:pt x="24" y="40"/>
                      <a:pt x="25" y="42"/>
                      <a:pt x="26" y="43"/>
                    </a:cubicBezTo>
                    <a:cubicBezTo>
                      <a:pt x="26" y="43"/>
                      <a:pt x="26" y="44"/>
                      <a:pt x="26" y="44"/>
                    </a:cubicBezTo>
                    <a:cubicBezTo>
                      <a:pt x="33" y="56"/>
                      <a:pt x="40" y="69"/>
                      <a:pt x="50" y="79"/>
                    </a:cubicBezTo>
                    <a:cubicBezTo>
                      <a:pt x="51" y="79"/>
                      <a:pt x="51" y="80"/>
                      <a:pt x="52" y="80"/>
                    </a:cubicBezTo>
                    <a:cubicBezTo>
                      <a:pt x="51" y="80"/>
                      <a:pt x="51" y="80"/>
                      <a:pt x="50" y="80"/>
                    </a:cubicBezTo>
                    <a:cubicBezTo>
                      <a:pt x="44" y="80"/>
                      <a:pt x="37" y="81"/>
                      <a:pt x="32" y="85"/>
                    </a:cubicBezTo>
                    <a:cubicBezTo>
                      <a:pt x="28" y="87"/>
                      <a:pt x="26" y="91"/>
                      <a:pt x="26" y="96"/>
                    </a:cubicBezTo>
                    <a:cubicBezTo>
                      <a:pt x="25" y="101"/>
                      <a:pt x="29" y="106"/>
                      <a:pt x="33" y="110"/>
                    </a:cubicBezTo>
                    <a:cubicBezTo>
                      <a:pt x="34" y="111"/>
                      <a:pt x="35" y="109"/>
                      <a:pt x="35" y="108"/>
                    </a:cubicBezTo>
                    <a:cubicBezTo>
                      <a:pt x="32" y="101"/>
                      <a:pt x="30" y="93"/>
                      <a:pt x="38" y="88"/>
                    </a:cubicBezTo>
                    <a:cubicBezTo>
                      <a:pt x="42" y="86"/>
                      <a:pt x="46" y="86"/>
                      <a:pt x="50" y="86"/>
                    </a:cubicBezTo>
                    <a:cubicBezTo>
                      <a:pt x="51" y="86"/>
                      <a:pt x="53" y="87"/>
                      <a:pt x="54" y="87"/>
                    </a:cubicBezTo>
                    <a:cubicBezTo>
                      <a:pt x="57" y="88"/>
                      <a:pt x="59" y="89"/>
                      <a:pt x="62" y="90"/>
                    </a:cubicBezTo>
                    <a:cubicBezTo>
                      <a:pt x="65" y="92"/>
                      <a:pt x="67" y="86"/>
                      <a:pt x="64" y="84"/>
                    </a:cubicBezTo>
                    <a:cubicBezTo>
                      <a:pt x="61" y="83"/>
                      <a:pt x="58" y="82"/>
                      <a:pt x="54" y="81"/>
                    </a:cubicBezTo>
                    <a:cubicBezTo>
                      <a:pt x="54" y="81"/>
                      <a:pt x="55" y="80"/>
                      <a:pt x="54" y="80"/>
                    </a:cubicBezTo>
                    <a:cubicBezTo>
                      <a:pt x="54" y="80"/>
                      <a:pt x="54" y="80"/>
                      <a:pt x="54" y="79"/>
                    </a:cubicBezTo>
                    <a:cubicBezTo>
                      <a:pt x="53" y="76"/>
                      <a:pt x="51" y="74"/>
                      <a:pt x="50" y="71"/>
                    </a:cubicBezTo>
                    <a:cubicBezTo>
                      <a:pt x="46" y="61"/>
                      <a:pt x="41" y="52"/>
                      <a:pt x="36" y="43"/>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solidFill>
                    <a:prstClr val="black"/>
                  </a:solidFill>
                </a:endParaRPr>
              </a:p>
            </p:txBody>
          </p:sp>
          <p:sp>
            <p:nvSpPr>
              <p:cNvPr id="18" name="Freeform 18"/>
              <p:cNvSpPr/>
              <p:nvPr/>
            </p:nvSpPr>
            <p:spPr bwMode="auto">
              <a:xfrm>
                <a:off x="6375402" y="2306638"/>
                <a:ext cx="339725" cy="231775"/>
              </a:xfrm>
              <a:custGeom>
                <a:avLst/>
                <a:gdLst>
                  <a:gd name="T0" fmla="*/ 37 w 69"/>
                  <a:gd name="T1" fmla="*/ 28 h 47"/>
                  <a:gd name="T2" fmla="*/ 66 w 69"/>
                  <a:gd name="T3" fmla="*/ 46 h 47"/>
                  <a:gd name="T4" fmla="*/ 68 w 69"/>
                  <a:gd name="T5" fmla="*/ 43 h 47"/>
                  <a:gd name="T6" fmla="*/ 37 w 69"/>
                  <a:gd name="T7" fmla="*/ 15 h 47"/>
                  <a:gd name="T8" fmla="*/ 27 w 69"/>
                  <a:gd name="T9" fmla="*/ 8 h 47"/>
                  <a:gd name="T10" fmla="*/ 20 w 69"/>
                  <a:gd name="T11" fmla="*/ 4 h 47"/>
                  <a:gd name="T12" fmla="*/ 2 w 69"/>
                  <a:gd name="T13" fmla="*/ 1 h 47"/>
                  <a:gd name="T14" fmla="*/ 0 w 69"/>
                  <a:gd name="T15" fmla="*/ 4 h 47"/>
                  <a:gd name="T16" fmla="*/ 1 w 69"/>
                  <a:gd name="T17" fmla="*/ 6 h 47"/>
                  <a:gd name="T18" fmla="*/ 5 w 69"/>
                  <a:gd name="T19" fmla="*/ 8 h 47"/>
                  <a:gd name="T20" fmla="*/ 16 w 69"/>
                  <a:gd name="T21" fmla="*/ 13 h 47"/>
                  <a:gd name="T22" fmla="*/ 37 w 69"/>
                  <a:gd name="T23"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9" h="47">
                    <a:moveTo>
                      <a:pt x="37" y="28"/>
                    </a:moveTo>
                    <a:cubicBezTo>
                      <a:pt x="46" y="35"/>
                      <a:pt x="54" y="44"/>
                      <a:pt x="66" y="46"/>
                    </a:cubicBezTo>
                    <a:cubicBezTo>
                      <a:pt x="69" y="47"/>
                      <a:pt x="69" y="44"/>
                      <a:pt x="68" y="43"/>
                    </a:cubicBezTo>
                    <a:cubicBezTo>
                      <a:pt x="59" y="33"/>
                      <a:pt x="47" y="24"/>
                      <a:pt x="37" y="15"/>
                    </a:cubicBezTo>
                    <a:cubicBezTo>
                      <a:pt x="34" y="13"/>
                      <a:pt x="31" y="10"/>
                      <a:pt x="27" y="8"/>
                    </a:cubicBezTo>
                    <a:cubicBezTo>
                      <a:pt x="25" y="7"/>
                      <a:pt x="22" y="5"/>
                      <a:pt x="20" y="4"/>
                    </a:cubicBezTo>
                    <a:cubicBezTo>
                      <a:pt x="14" y="1"/>
                      <a:pt x="8" y="0"/>
                      <a:pt x="2" y="1"/>
                    </a:cubicBezTo>
                    <a:cubicBezTo>
                      <a:pt x="1" y="1"/>
                      <a:pt x="0" y="3"/>
                      <a:pt x="0" y="4"/>
                    </a:cubicBezTo>
                    <a:cubicBezTo>
                      <a:pt x="0" y="5"/>
                      <a:pt x="0" y="5"/>
                      <a:pt x="1" y="6"/>
                    </a:cubicBezTo>
                    <a:cubicBezTo>
                      <a:pt x="2" y="7"/>
                      <a:pt x="4" y="7"/>
                      <a:pt x="5" y="8"/>
                    </a:cubicBezTo>
                    <a:cubicBezTo>
                      <a:pt x="9" y="10"/>
                      <a:pt x="12" y="11"/>
                      <a:pt x="16" y="13"/>
                    </a:cubicBezTo>
                    <a:cubicBezTo>
                      <a:pt x="24" y="16"/>
                      <a:pt x="31" y="22"/>
                      <a:pt x="37" y="28"/>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solidFill>
                    <a:prstClr val="black"/>
                  </a:solidFill>
                </a:endParaRPr>
              </a:p>
            </p:txBody>
          </p:sp>
          <p:sp>
            <p:nvSpPr>
              <p:cNvPr id="19" name="Freeform 19"/>
              <p:cNvSpPr/>
              <p:nvPr/>
            </p:nvSpPr>
            <p:spPr bwMode="auto">
              <a:xfrm>
                <a:off x="6226177" y="2573338"/>
                <a:ext cx="460375" cy="163512"/>
              </a:xfrm>
              <a:custGeom>
                <a:avLst/>
                <a:gdLst>
                  <a:gd name="T0" fmla="*/ 1 w 93"/>
                  <a:gd name="T1" fmla="*/ 29 h 33"/>
                  <a:gd name="T2" fmla="*/ 3 w 93"/>
                  <a:gd name="T3" fmla="*/ 33 h 33"/>
                  <a:gd name="T4" fmla="*/ 19 w 93"/>
                  <a:gd name="T5" fmla="*/ 29 h 33"/>
                  <a:gd name="T6" fmla="*/ 23 w 93"/>
                  <a:gd name="T7" fmla="*/ 28 h 33"/>
                  <a:gd name="T8" fmla="*/ 91 w 93"/>
                  <a:gd name="T9" fmla="*/ 4 h 33"/>
                  <a:gd name="T10" fmla="*/ 89 w 93"/>
                  <a:gd name="T11" fmla="*/ 0 h 33"/>
                  <a:gd name="T12" fmla="*/ 23 w 93"/>
                  <a:gd name="T13" fmla="*/ 18 h 33"/>
                  <a:gd name="T14" fmla="*/ 19 w 93"/>
                  <a:gd name="T15" fmla="*/ 20 h 33"/>
                  <a:gd name="T16" fmla="*/ 1 w 93"/>
                  <a:gd name="T17" fmla="*/ 2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33">
                    <a:moveTo>
                      <a:pt x="1" y="29"/>
                    </a:moveTo>
                    <a:cubicBezTo>
                      <a:pt x="0" y="30"/>
                      <a:pt x="1" y="33"/>
                      <a:pt x="3" y="33"/>
                    </a:cubicBezTo>
                    <a:cubicBezTo>
                      <a:pt x="8" y="32"/>
                      <a:pt x="13" y="30"/>
                      <a:pt x="19" y="29"/>
                    </a:cubicBezTo>
                    <a:cubicBezTo>
                      <a:pt x="20" y="28"/>
                      <a:pt x="22" y="28"/>
                      <a:pt x="23" y="28"/>
                    </a:cubicBezTo>
                    <a:cubicBezTo>
                      <a:pt x="46" y="22"/>
                      <a:pt x="70" y="14"/>
                      <a:pt x="91" y="4"/>
                    </a:cubicBezTo>
                    <a:cubicBezTo>
                      <a:pt x="93" y="3"/>
                      <a:pt x="92" y="0"/>
                      <a:pt x="89" y="0"/>
                    </a:cubicBezTo>
                    <a:cubicBezTo>
                      <a:pt x="68" y="2"/>
                      <a:pt x="44" y="9"/>
                      <a:pt x="23" y="18"/>
                    </a:cubicBezTo>
                    <a:cubicBezTo>
                      <a:pt x="22" y="19"/>
                      <a:pt x="20" y="19"/>
                      <a:pt x="19" y="20"/>
                    </a:cubicBezTo>
                    <a:cubicBezTo>
                      <a:pt x="13" y="23"/>
                      <a:pt x="7" y="26"/>
                      <a:pt x="1" y="29"/>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solidFill>
                    <a:prstClr val="black"/>
                  </a:solidFill>
                </a:endParaRPr>
              </a:p>
            </p:txBody>
          </p:sp>
          <p:sp>
            <p:nvSpPr>
              <p:cNvPr id="20" name="Freeform 20"/>
              <p:cNvSpPr/>
              <p:nvPr/>
            </p:nvSpPr>
            <p:spPr bwMode="auto">
              <a:xfrm>
                <a:off x="6908802" y="2751138"/>
                <a:ext cx="69850" cy="119062"/>
              </a:xfrm>
              <a:custGeom>
                <a:avLst/>
                <a:gdLst>
                  <a:gd name="T0" fmla="*/ 14 w 14"/>
                  <a:gd name="T1" fmla="*/ 14 h 24"/>
                  <a:gd name="T2" fmla="*/ 14 w 14"/>
                  <a:gd name="T3" fmla="*/ 13 h 24"/>
                  <a:gd name="T4" fmla="*/ 12 w 14"/>
                  <a:gd name="T5" fmla="*/ 5 h 24"/>
                  <a:gd name="T6" fmla="*/ 4 w 14"/>
                  <a:gd name="T7" fmla="*/ 11 h 24"/>
                  <a:gd name="T8" fmla="*/ 4 w 14"/>
                  <a:gd name="T9" fmla="*/ 14 h 24"/>
                  <a:gd name="T10" fmla="*/ 4 w 14"/>
                  <a:gd name="T11" fmla="*/ 14 h 24"/>
                  <a:gd name="T12" fmla="*/ 4 w 14"/>
                  <a:gd name="T13" fmla="*/ 18 h 24"/>
                  <a:gd name="T14" fmla="*/ 5 w 14"/>
                  <a:gd name="T15" fmla="*/ 20 h 24"/>
                  <a:gd name="T16" fmla="*/ 12 w 14"/>
                  <a:gd name="T17" fmla="*/ 21 h 24"/>
                  <a:gd name="T18" fmla="*/ 14 w 14"/>
                  <a:gd name="T19" fmla="*/ 18 h 24"/>
                  <a:gd name="T20" fmla="*/ 14 w 14"/>
                  <a:gd name="T21" fmla="*/ 17 h 24"/>
                  <a:gd name="T22" fmla="*/ 14 w 14"/>
                  <a:gd name="T23"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24">
                    <a:moveTo>
                      <a:pt x="14" y="14"/>
                    </a:moveTo>
                    <a:cubicBezTo>
                      <a:pt x="14" y="14"/>
                      <a:pt x="14" y="13"/>
                      <a:pt x="14" y="13"/>
                    </a:cubicBezTo>
                    <a:cubicBezTo>
                      <a:pt x="14" y="10"/>
                      <a:pt x="13" y="7"/>
                      <a:pt x="12" y="5"/>
                    </a:cubicBezTo>
                    <a:cubicBezTo>
                      <a:pt x="8" y="0"/>
                      <a:pt x="0" y="6"/>
                      <a:pt x="4" y="11"/>
                    </a:cubicBezTo>
                    <a:cubicBezTo>
                      <a:pt x="4" y="12"/>
                      <a:pt x="4" y="13"/>
                      <a:pt x="4" y="14"/>
                    </a:cubicBezTo>
                    <a:cubicBezTo>
                      <a:pt x="4" y="14"/>
                      <a:pt x="4" y="14"/>
                      <a:pt x="4" y="14"/>
                    </a:cubicBezTo>
                    <a:cubicBezTo>
                      <a:pt x="4" y="16"/>
                      <a:pt x="4" y="17"/>
                      <a:pt x="4" y="18"/>
                    </a:cubicBezTo>
                    <a:cubicBezTo>
                      <a:pt x="4" y="19"/>
                      <a:pt x="4" y="19"/>
                      <a:pt x="5" y="20"/>
                    </a:cubicBezTo>
                    <a:cubicBezTo>
                      <a:pt x="6" y="23"/>
                      <a:pt x="11" y="24"/>
                      <a:pt x="12" y="21"/>
                    </a:cubicBezTo>
                    <a:cubicBezTo>
                      <a:pt x="13" y="20"/>
                      <a:pt x="14" y="19"/>
                      <a:pt x="14" y="18"/>
                    </a:cubicBezTo>
                    <a:cubicBezTo>
                      <a:pt x="14" y="18"/>
                      <a:pt x="14" y="17"/>
                      <a:pt x="14" y="17"/>
                    </a:cubicBezTo>
                    <a:cubicBezTo>
                      <a:pt x="14" y="16"/>
                      <a:pt x="14" y="15"/>
                      <a:pt x="14" y="14"/>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solidFill>
                    <a:prstClr val="black"/>
                  </a:solidFill>
                </a:endParaRPr>
              </a:p>
            </p:txBody>
          </p:sp>
          <p:sp>
            <p:nvSpPr>
              <p:cNvPr id="21" name="Freeform 21"/>
              <p:cNvSpPr/>
              <p:nvPr/>
            </p:nvSpPr>
            <p:spPr bwMode="auto">
              <a:xfrm>
                <a:off x="7231064" y="2767013"/>
                <a:ext cx="63500" cy="98425"/>
              </a:xfrm>
              <a:custGeom>
                <a:avLst/>
                <a:gdLst>
                  <a:gd name="T0" fmla="*/ 13 w 13"/>
                  <a:gd name="T1" fmla="*/ 11 h 20"/>
                  <a:gd name="T2" fmla="*/ 11 w 13"/>
                  <a:gd name="T3" fmla="*/ 4 h 20"/>
                  <a:gd name="T4" fmla="*/ 4 w 13"/>
                  <a:gd name="T5" fmla="*/ 10 h 20"/>
                  <a:gd name="T6" fmla="*/ 4 w 13"/>
                  <a:gd name="T7" fmla="*/ 11 h 20"/>
                  <a:gd name="T8" fmla="*/ 5 w 13"/>
                  <a:gd name="T9" fmla="*/ 15 h 20"/>
                  <a:gd name="T10" fmla="*/ 5 w 13"/>
                  <a:gd name="T11" fmla="*/ 15 h 20"/>
                  <a:gd name="T12" fmla="*/ 13 w 13"/>
                  <a:gd name="T13" fmla="*/ 16 h 20"/>
                  <a:gd name="T14" fmla="*/ 13 w 13"/>
                  <a:gd name="T15" fmla="*/ 15 h 20"/>
                  <a:gd name="T16" fmla="*/ 13 w 13"/>
                  <a:gd name="T17"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20">
                    <a:moveTo>
                      <a:pt x="13" y="11"/>
                    </a:moveTo>
                    <a:cubicBezTo>
                      <a:pt x="13" y="9"/>
                      <a:pt x="12" y="6"/>
                      <a:pt x="11" y="4"/>
                    </a:cubicBezTo>
                    <a:cubicBezTo>
                      <a:pt x="8" y="0"/>
                      <a:pt x="0" y="5"/>
                      <a:pt x="4" y="10"/>
                    </a:cubicBezTo>
                    <a:cubicBezTo>
                      <a:pt x="4" y="10"/>
                      <a:pt x="4" y="11"/>
                      <a:pt x="4" y="11"/>
                    </a:cubicBezTo>
                    <a:cubicBezTo>
                      <a:pt x="5" y="12"/>
                      <a:pt x="4" y="14"/>
                      <a:pt x="5" y="15"/>
                    </a:cubicBezTo>
                    <a:cubicBezTo>
                      <a:pt x="5" y="15"/>
                      <a:pt x="5" y="15"/>
                      <a:pt x="5" y="15"/>
                    </a:cubicBezTo>
                    <a:cubicBezTo>
                      <a:pt x="5" y="19"/>
                      <a:pt x="11" y="20"/>
                      <a:pt x="13" y="16"/>
                    </a:cubicBezTo>
                    <a:cubicBezTo>
                      <a:pt x="13" y="16"/>
                      <a:pt x="13" y="15"/>
                      <a:pt x="13" y="15"/>
                    </a:cubicBezTo>
                    <a:cubicBezTo>
                      <a:pt x="13" y="14"/>
                      <a:pt x="13" y="12"/>
                      <a:pt x="13" y="11"/>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solidFill>
                    <a:prstClr val="black"/>
                  </a:solidFill>
                </a:endParaRPr>
              </a:p>
            </p:txBody>
          </p:sp>
          <p:sp>
            <p:nvSpPr>
              <p:cNvPr id="22" name="Freeform 22"/>
              <p:cNvSpPr/>
              <p:nvPr/>
            </p:nvSpPr>
            <p:spPr bwMode="auto">
              <a:xfrm>
                <a:off x="7067552" y="2895600"/>
                <a:ext cx="88900" cy="49212"/>
              </a:xfrm>
              <a:custGeom>
                <a:avLst/>
                <a:gdLst>
                  <a:gd name="T0" fmla="*/ 13 w 18"/>
                  <a:gd name="T1" fmla="*/ 1 h 10"/>
                  <a:gd name="T2" fmla="*/ 8 w 18"/>
                  <a:gd name="T3" fmla="*/ 0 h 10"/>
                  <a:gd name="T4" fmla="*/ 1 w 18"/>
                  <a:gd name="T5" fmla="*/ 6 h 10"/>
                  <a:gd name="T6" fmla="*/ 4 w 18"/>
                  <a:gd name="T7" fmla="*/ 8 h 10"/>
                  <a:gd name="T8" fmla="*/ 12 w 18"/>
                  <a:gd name="T9" fmla="*/ 8 h 10"/>
                  <a:gd name="T10" fmla="*/ 17 w 18"/>
                  <a:gd name="T11" fmla="*/ 8 h 10"/>
                  <a:gd name="T12" fmla="*/ 17 w 18"/>
                  <a:gd name="T13" fmla="*/ 4 h 10"/>
                  <a:gd name="T14" fmla="*/ 13 w 18"/>
                  <a:gd name="T15" fmla="*/ 1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0">
                    <a:moveTo>
                      <a:pt x="13" y="1"/>
                    </a:moveTo>
                    <a:cubicBezTo>
                      <a:pt x="12" y="0"/>
                      <a:pt x="10" y="0"/>
                      <a:pt x="8" y="0"/>
                    </a:cubicBezTo>
                    <a:cubicBezTo>
                      <a:pt x="5" y="0"/>
                      <a:pt x="2" y="3"/>
                      <a:pt x="1" y="6"/>
                    </a:cubicBezTo>
                    <a:cubicBezTo>
                      <a:pt x="0" y="8"/>
                      <a:pt x="2" y="10"/>
                      <a:pt x="4" y="8"/>
                    </a:cubicBezTo>
                    <a:cubicBezTo>
                      <a:pt x="6" y="7"/>
                      <a:pt x="9" y="7"/>
                      <a:pt x="12" y="8"/>
                    </a:cubicBezTo>
                    <a:cubicBezTo>
                      <a:pt x="13" y="8"/>
                      <a:pt x="15" y="9"/>
                      <a:pt x="17" y="8"/>
                    </a:cubicBezTo>
                    <a:cubicBezTo>
                      <a:pt x="18" y="7"/>
                      <a:pt x="18" y="5"/>
                      <a:pt x="17" y="4"/>
                    </a:cubicBezTo>
                    <a:cubicBezTo>
                      <a:pt x="16" y="2"/>
                      <a:pt x="15" y="2"/>
                      <a:pt x="13" y="1"/>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solidFill>
                    <a:prstClr val="black"/>
                  </a:solidFill>
                </a:endParaRPr>
              </a:p>
            </p:txBody>
          </p:sp>
          <p:sp>
            <p:nvSpPr>
              <p:cNvPr id="23" name="Freeform 23"/>
              <p:cNvSpPr/>
              <p:nvPr/>
            </p:nvSpPr>
            <p:spPr bwMode="auto">
              <a:xfrm>
                <a:off x="7018339" y="3059113"/>
                <a:ext cx="157163" cy="112712"/>
              </a:xfrm>
              <a:custGeom>
                <a:avLst/>
                <a:gdLst>
                  <a:gd name="T0" fmla="*/ 27 w 32"/>
                  <a:gd name="T1" fmla="*/ 4 h 23"/>
                  <a:gd name="T2" fmla="*/ 15 w 32"/>
                  <a:gd name="T3" fmla="*/ 15 h 23"/>
                  <a:gd name="T4" fmla="*/ 5 w 32"/>
                  <a:gd name="T5" fmla="*/ 2 h 23"/>
                  <a:gd name="T6" fmla="*/ 1 w 32"/>
                  <a:gd name="T7" fmla="*/ 4 h 23"/>
                  <a:gd name="T8" fmla="*/ 15 w 32"/>
                  <a:gd name="T9" fmla="*/ 22 h 23"/>
                  <a:gd name="T10" fmla="*/ 31 w 32"/>
                  <a:gd name="T11" fmla="*/ 5 h 23"/>
                  <a:gd name="T12" fmla="*/ 27 w 32"/>
                  <a:gd name="T13" fmla="*/ 4 h 23"/>
                </a:gdLst>
                <a:ahLst/>
                <a:cxnLst>
                  <a:cxn ang="0">
                    <a:pos x="T0" y="T1"/>
                  </a:cxn>
                  <a:cxn ang="0">
                    <a:pos x="T2" y="T3"/>
                  </a:cxn>
                  <a:cxn ang="0">
                    <a:pos x="T4" y="T5"/>
                  </a:cxn>
                  <a:cxn ang="0">
                    <a:pos x="T6" y="T7"/>
                  </a:cxn>
                  <a:cxn ang="0">
                    <a:pos x="T8" y="T9"/>
                  </a:cxn>
                  <a:cxn ang="0">
                    <a:pos x="T10" y="T11"/>
                  </a:cxn>
                  <a:cxn ang="0">
                    <a:pos x="T12" y="T13"/>
                  </a:cxn>
                </a:cxnLst>
                <a:rect l="0" t="0" r="r" b="b"/>
                <a:pathLst>
                  <a:path w="32" h="23">
                    <a:moveTo>
                      <a:pt x="27" y="4"/>
                    </a:moveTo>
                    <a:cubicBezTo>
                      <a:pt x="25" y="8"/>
                      <a:pt x="21" y="16"/>
                      <a:pt x="15" y="15"/>
                    </a:cubicBezTo>
                    <a:cubicBezTo>
                      <a:pt x="11" y="14"/>
                      <a:pt x="7" y="5"/>
                      <a:pt x="5" y="2"/>
                    </a:cubicBezTo>
                    <a:cubicBezTo>
                      <a:pt x="4" y="0"/>
                      <a:pt x="0" y="1"/>
                      <a:pt x="1" y="4"/>
                    </a:cubicBezTo>
                    <a:cubicBezTo>
                      <a:pt x="3" y="11"/>
                      <a:pt x="7" y="21"/>
                      <a:pt x="15" y="22"/>
                    </a:cubicBezTo>
                    <a:cubicBezTo>
                      <a:pt x="24" y="23"/>
                      <a:pt x="28" y="12"/>
                      <a:pt x="31" y="5"/>
                    </a:cubicBezTo>
                    <a:cubicBezTo>
                      <a:pt x="32" y="3"/>
                      <a:pt x="28" y="1"/>
                      <a:pt x="27" y="4"/>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solidFill>
                    <a:prstClr val="black"/>
                  </a:solidFill>
                </a:endParaRPr>
              </a:p>
            </p:txBody>
          </p:sp>
          <p:sp>
            <p:nvSpPr>
              <p:cNvPr id="24" name="Freeform 24"/>
              <p:cNvSpPr>
                <a:spLocks noEditPoints="1"/>
              </p:cNvSpPr>
              <p:nvPr/>
            </p:nvSpPr>
            <p:spPr bwMode="auto">
              <a:xfrm>
                <a:off x="6567489" y="2281238"/>
                <a:ext cx="1330325" cy="2668587"/>
              </a:xfrm>
              <a:custGeom>
                <a:avLst/>
                <a:gdLst>
                  <a:gd name="T0" fmla="*/ 132 w 269"/>
                  <a:gd name="T1" fmla="*/ 9 h 539"/>
                  <a:gd name="T2" fmla="*/ 120 w 269"/>
                  <a:gd name="T3" fmla="*/ 13 h 539"/>
                  <a:gd name="T4" fmla="*/ 50 w 269"/>
                  <a:gd name="T5" fmla="*/ 78 h 539"/>
                  <a:gd name="T6" fmla="*/ 54 w 269"/>
                  <a:gd name="T7" fmla="*/ 179 h 539"/>
                  <a:gd name="T8" fmla="*/ 104 w 269"/>
                  <a:gd name="T9" fmla="*/ 209 h 539"/>
                  <a:gd name="T10" fmla="*/ 91 w 269"/>
                  <a:gd name="T11" fmla="*/ 238 h 539"/>
                  <a:gd name="T12" fmla="*/ 50 w 269"/>
                  <a:gd name="T13" fmla="*/ 213 h 539"/>
                  <a:gd name="T14" fmla="*/ 4 w 269"/>
                  <a:gd name="T15" fmla="*/ 179 h 539"/>
                  <a:gd name="T16" fmla="*/ 41 w 269"/>
                  <a:gd name="T17" fmla="*/ 216 h 539"/>
                  <a:gd name="T18" fmla="*/ 69 w 269"/>
                  <a:gd name="T19" fmla="*/ 309 h 539"/>
                  <a:gd name="T20" fmla="*/ 46 w 269"/>
                  <a:gd name="T21" fmla="*/ 409 h 539"/>
                  <a:gd name="T22" fmla="*/ 50 w 269"/>
                  <a:gd name="T23" fmla="*/ 462 h 539"/>
                  <a:gd name="T24" fmla="*/ 62 w 269"/>
                  <a:gd name="T25" fmla="*/ 465 h 539"/>
                  <a:gd name="T26" fmla="*/ 70 w 269"/>
                  <a:gd name="T27" fmla="*/ 511 h 539"/>
                  <a:gd name="T28" fmla="*/ 54 w 269"/>
                  <a:gd name="T29" fmla="*/ 525 h 539"/>
                  <a:gd name="T30" fmla="*/ 50 w 269"/>
                  <a:gd name="T31" fmla="*/ 538 h 539"/>
                  <a:gd name="T32" fmla="*/ 75 w 269"/>
                  <a:gd name="T33" fmla="*/ 513 h 539"/>
                  <a:gd name="T34" fmla="*/ 69 w 269"/>
                  <a:gd name="T35" fmla="*/ 483 h 539"/>
                  <a:gd name="T36" fmla="*/ 134 w 269"/>
                  <a:gd name="T37" fmla="*/ 472 h 539"/>
                  <a:gd name="T38" fmla="*/ 131 w 269"/>
                  <a:gd name="T39" fmla="*/ 516 h 539"/>
                  <a:gd name="T40" fmla="*/ 161 w 269"/>
                  <a:gd name="T41" fmla="*/ 527 h 539"/>
                  <a:gd name="T42" fmla="*/ 137 w 269"/>
                  <a:gd name="T43" fmla="*/ 513 h 539"/>
                  <a:gd name="T44" fmla="*/ 140 w 269"/>
                  <a:gd name="T45" fmla="*/ 473 h 539"/>
                  <a:gd name="T46" fmla="*/ 169 w 269"/>
                  <a:gd name="T47" fmla="*/ 424 h 539"/>
                  <a:gd name="T48" fmla="*/ 154 w 269"/>
                  <a:gd name="T49" fmla="*/ 344 h 539"/>
                  <a:gd name="T50" fmla="*/ 133 w 269"/>
                  <a:gd name="T51" fmla="*/ 244 h 539"/>
                  <a:gd name="T52" fmla="*/ 219 w 269"/>
                  <a:gd name="T53" fmla="*/ 209 h 539"/>
                  <a:gd name="T54" fmla="*/ 196 w 269"/>
                  <a:gd name="T55" fmla="*/ 213 h 539"/>
                  <a:gd name="T56" fmla="*/ 131 w 269"/>
                  <a:gd name="T57" fmla="*/ 238 h 539"/>
                  <a:gd name="T58" fmla="*/ 107 w 269"/>
                  <a:gd name="T59" fmla="*/ 238 h 539"/>
                  <a:gd name="T60" fmla="*/ 111 w 269"/>
                  <a:gd name="T61" fmla="*/ 206 h 539"/>
                  <a:gd name="T62" fmla="*/ 205 w 269"/>
                  <a:gd name="T63" fmla="*/ 151 h 539"/>
                  <a:gd name="T64" fmla="*/ 191 w 269"/>
                  <a:gd name="T65" fmla="*/ 109 h 539"/>
                  <a:gd name="T66" fmla="*/ 193 w 269"/>
                  <a:gd name="T67" fmla="*/ 93 h 539"/>
                  <a:gd name="T68" fmla="*/ 189 w 269"/>
                  <a:gd name="T69" fmla="*/ 64 h 539"/>
                  <a:gd name="T70" fmla="*/ 268 w 269"/>
                  <a:gd name="T71" fmla="*/ 24 h 539"/>
                  <a:gd name="T72" fmla="*/ 188 w 269"/>
                  <a:gd name="T73" fmla="*/ 62 h 539"/>
                  <a:gd name="T74" fmla="*/ 150 w 269"/>
                  <a:gd name="T75" fmla="*/ 46 h 539"/>
                  <a:gd name="T76" fmla="*/ 149 w 269"/>
                  <a:gd name="T77" fmla="*/ 24 h 539"/>
                  <a:gd name="T78" fmla="*/ 170 w 269"/>
                  <a:gd name="T79" fmla="*/ 10 h 539"/>
                  <a:gd name="T80" fmla="*/ 145 w 269"/>
                  <a:gd name="T81" fmla="*/ 13 h 539"/>
                  <a:gd name="T82" fmla="*/ 66 w 269"/>
                  <a:gd name="T83" fmla="*/ 466 h 539"/>
                  <a:gd name="T84" fmla="*/ 140 w 269"/>
                  <a:gd name="T85" fmla="*/ 309 h 539"/>
                  <a:gd name="T86" fmla="*/ 154 w 269"/>
                  <a:gd name="T87" fmla="*/ 387 h 539"/>
                  <a:gd name="T88" fmla="*/ 165 w 269"/>
                  <a:gd name="T89" fmla="*/ 457 h 539"/>
                  <a:gd name="T90" fmla="*/ 64 w 269"/>
                  <a:gd name="T91" fmla="*/ 457 h 539"/>
                  <a:gd name="T92" fmla="*/ 50 w 269"/>
                  <a:gd name="T93" fmla="*/ 426 h 539"/>
                  <a:gd name="T94" fmla="*/ 75 w 269"/>
                  <a:gd name="T95" fmla="*/ 309 h 539"/>
                  <a:gd name="T96" fmla="*/ 106 w 269"/>
                  <a:gd name="T97" fmla="*/ 246 h 539"/>
                  <a:gd name="T98" fmla="*/ 184 w 269"/>
                  <a:gd name="T99" fmla="*/ 156 h 539"/>
                  <a:gd name="T100" fmla="*/ 124 w 269"/>
                  <a:gd name="T101" fmla="*/ 49 h 539"/>
                  <a:gd name="T102" fmla="*/ 184 w 269"/>
                  <a:gd name="T103" fmla="*/ 109 h 539"/>
                  <a:gd name="T104" fmla="*/ 176 w 269"/>
                  <a:gd name="T105" fmla="*/ 158 h 539"/>
                  <a:gd name="T106" fmla="*/ 54 w 269"/>
                  <a:gd name="T107" fmla="*/ 168 h 539"/>
                  <a:gd name="T108" fmla="*/ 50 w 269"/>
                  <a:gd name="T109" fmla="*/ 96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9" h="539">
                    <a:moveTo>
                      <a:pt x="123" y="36"/>
                    </a:moveTo>
                    <a:cubicBezTo>
                      <a:pt x="123" y="31"/>
                      <a:pt x="124" y="27"/>
                      <a:pt x="125" y="22"/>
                    </a:cubicBezTo>
                    <a:cubicBezTo>
                      <a:pt x="126" y="19"/>
                      <a:pt x="128" y="16"/>
                      <a:pt x="130" y="13"/>
                    </a:cubicBezTo>
                    <a:cubicBezTo>
                      <a:pt x="131" y="12"/>
                      <a:pt x="131" y="10"/>
                      <a:pt x="132" y="9"/>
                    </a:cubicBezTo>
                    <a:cubicBezTo>
                      <a:pt x="133" y="7"/>
                      <a:pt x="134" y="5"/>
                      <a:pt x="135" y="4"/>
                    </a:cubicBezTo>
                    <a:cubicBezTo>
                      <a:pt x="136" y="2"/>
                      <a:pt x="134" y="0"/>
                      <a:pt x="132" y="1"/>
                    </a:cubicBezTo>
                    <a:cubicBezTo>
                      <a:pt x="128" y="3"/>
                      <a:pt x="125" y="6"/>
                      <a:pt x="122" y="9"/>
                    </a:cubicBezTo>
                    <a:cubicBezTo>
                      <a:pt x="121" y="10"/>
                      <a:pt x="120" y="12"/>
                      <a:pt x="120" y="13"/>
                    </a:cubicBezTo>
                    <a:cubicBezTo>
                      <a:pt x="115" y="22"/>
                      <a:pt x="114" y="34"/>
                      <a:pt x="121" y="43"/>
                    </a:cubicBezTo>
                    <a:cubicBezTo>
                      <a:pt x="119" y="43"/>
                      <a:pt x="118" y="45"/>
                      <a:pt x="120" y="47"/>
                    </a:cubicBezTo>
                    <a:cubicBezTo>
                      <a:pt x="90" y="43"/>
                      <a:pt x="68" y="54"/>
                      <a:pt x="54" y="72"/>
                    </a:cubicBezTo>
                    <a:cubicBezTo>
                      <a:pt x="53" y="74"/>
                      <a:pt x="51" y="76"/>
                      <a:pt x="50" y="78"/>
                    </a:cubicBezTo>
                    <a:cubicBezTo>
                      <a:pt x="44" y="87"/>
                      <a:pt x="40" y="98"/>
                      <a:pt x="38" y="109"/>
                    </a:cubicBezTo>
                    <a:cubicBezTo>
                      <a:pt x="38" y="110"/>
                      <a:pt x="37" y="112"/>
                      <a:pt x="37" y="113"/>
                    </a:cubicBezTo>
                    <a:cubicBezTo>
                      <a:pt x="34" y="134"/>
                      <a:pt x="38" y="156"/>
                      <a:pt x="50" y="173"/>
                    </a:cubicBezTo>
                    <a:cubicBezTo>
                      <a:pt x="51" y="175"/>
                      <a:pt x="53" y="177"/>
                      <a:pt x="54" y="179"/>
                    </a:cubicBezTo>
                    <a:cubicBezTo>
                      <a:pt x="64" y="191"/>
                      <a:pt x="78" y="200"/>
                      <a:pt x="97" y="204"/>
                    </a:cubicBezTo>
                    <a:cubicBezTo>
                      <a:pt x="100" y="205"/>
                      <a:pt x="102" y="205"/>
                      <a:pt x="105" y="206"/>
                    </a:cubicBezTo>
                    <a:cubicBezTo>
                      <a:pt x="105" y="206"/>
                      <a:pt x="105" y="206"/>
                      <a:pt x="105" y="206"/>
                    </a:cubicBezTo>
                    <a:cubicBezTo>
                      <a:pt x="105" y="207"/>
                      <a:pt x="105" y="208"/>
                      <a:pt x="104" y="209"/>
                    </a:cubicBezTo>
                    <a:cubicBezTo>
                      <a:pt x="104" y="210"/>
                      <a:pt x="104" y="212"/>
                      <a:pt x="104" y="213"/>
                    </a:cubicBezTo>
                    <a:cubicBezTo>
                      <a:pt x="104" y="215"/>
                      <a:pt x="103" y="217"/>
                      <a:pt x="103" y="219"/>
                    </a:cubicBezTo>
                    <a:cubicBezTo>
                      <a:pt x="102" y="225"/>
                      <a:pt x="100" y="233"/>
                      <a:pt x="104" y="238"/>
                    </a:cubicBezTo>
                    <a:cubicBezTo>
                      <a:pt x="100" y="237"/>
                      <a:pt x="95" y="237"/>
                      <a:pt x="91" y="238"/>
                    </a:cubicBezTo>
                    <a:cubicBezTo>
                      <a:pt x="90" y="238"/>
                      <a:pt x="89" y="238"/>
                      <a:pt x="89" y="239"/>
                    </a:cubicBezTo>
                    <a:cubicBezTo>
                      <a:pt x="89" y="239"/>
                      <a:pt x="89" y="239"/>
                      <a:pt x="89" y="239"/>
                    </a:cubicBezTo>
                    <a:cubicBezTo>
                      <a:pt x="75" y="234"/>
                      <a:pt x="65" y="225"/>
                      <a:pt x="54" y="216"/>
                    </a:cubicBezTo>
                    <a:cubicBezTo>
                      <a:pt x="53" y="215"/>
                      <a:pt x="51" y="214"/>
                      <a:pt x="50" y="213"/>
                    </a:cubicBezTo>
                    <a:cubicBezTo>
                      <a:pt x="50" y="213"/>
                      <a:pt x="50" y="213"/>
                      <a:pt x="50" y="213"/>
                    </a:cubicBezTo>
                    <a:cubicBezTo>
                      <a:pt x="48" y="212"/>
                      <a:pt x="47" y="211"/>
                      <a:pt x="46" y="210"/>
                    </a:cubicBezTo>
                    <a:cubicBezTo>
                      <a:pt x="45" y="210"/>
                      <a:pt x="45" y="209"/>
                      <a:pt x="44" y="209"/>
                    </a:cubicBezTo>
                    <a:cubicBezTo>
                      <a:pt x="31" y="199"/>
                      <a:pt x="18" y="189"/>
                      <a:pt x="4" y="179"/>
                    </a:cubicBezTo>
                    <a:cubicBezTo>
                      <a:pt x="3" y="178"/>
                      <a:pt x="0" y="179"/>
                      <a:pt x="1" y="181"/>
                    </a:cubicBezTo>
                    <a:cubicBezTo>
                      <a:pt x="6" y="194"/>
                      <a:pt x="19" y="202"/>
                      <a:pt x="31" y="209"/>
                    </a:cubicBezTo>
                    <a:cubicBezTo>
                      <a:pt x="33" y="210"/>
                      <a:pt x="35" y="212"/>
                      <a:pt x="37" y="213"/>
                    </a:cubicBezTo>
                    <a:cubicBezTo>
                      <a:pt x="39" y="214"/>
                      <a:pt x="40" y="215"/>
                      <a:pt x="41" y="216"/>
                    </a:cubicBezTo>
                    <a:cubicBezTo>
                      <a:pt x="44" y="217"/>
                      <a:pt x="47" y="220"/>
                      <a:pt x="50" y="222"/>
                    </a:cubicBezTo>
                    <a:cubicBezTo>
                      <a:pt x="51" y="223"/>
                      <a:pt x="53" y="224"/>
                      <a:pt x="54" y="226"/>
                    </a:cubicBezTo>
                    <a:cubicBezTo>
                      <a:pt x="64" y="234"/>
                      <a:pt x="75" y="243"/>
                      <a:pt x="88" y="243"/>
                    </a:cubicBezTo>
                    <a:cubicBezTo>
                      <a:pt x="81" y="265"/>
                      <a:pt x="74" y="287"/>
                      <a:pt x="69" y="309"/>
                    </a:cubicBezTo>
                    <a:cubicBezTo>
                      <a:pt x="68" y="310"/>
                      <a:pt x="68" y="312"/>
                      <a:pt x="68" y="313"/>
                    </a:cubicBezTo>
                    <a:cubicBezTo>
                      <a:pt x="63" y="333"/>
                      <a:pt x="58" y="352"/>
                      <a:pt x="54" y="372"/>
                    </a:cubicBezTo>
                    <a:cubicBezTo>
                      <a:pt x="53" y="378"/>
                      <a:pt x="51" y="384"/>
                      <a:pt x="50" y="390"/>
                    </a:cubicBezTo>
                    <a:cubicBezTo>
                      <a:pt x="49" y="396"/>
                      <a:pt x="47" y="403"/>
                      <a:pt x="46" y="409"/>
                    </a:cubicBezTo>
                    <a:cubicBezTo>
                      <a:pt x="46" y="410"/>
                      <a:pt x="45" y="412"/>
                      <a:pt x="45" y="413"/>
                    </a:cubicBezTo>
                    <a:cubicBezTo>
                      <a:pt x="42" y="427"/>
                      <a:pt x="39" y="440"/>
                      <a:pt x="36" y="454"/>
                    </a:cubicBezTo>
                    <a:cubicBezTo>
                      <a:pt x="35" y="456"/>
                      <a:pt x="37" y="458"/>
                      <a:pt x="38" y="458"/>
                    </a:cubicBezTo>
                    <a:cubicBezTo>
                      <a:pt x="42" y="460"/>
                      <a:pt x="46" y="461"/>
                      <a:pt x="50" y="462"/>
                    </a:cubicBezTo>
                    <a:cubicBezTo>
                      <a:pt x="51" y="463"/>
                      <a:pt x="53" y="463"/>
                      <a:pt x="54" y="463"/>
                    </a:cubicBezTo>
                    <a:cubicBezTo>
                      <a:pt x="57" y="464"/>
                      <a:pt x="59" y="465"/>
                      <a:pt x="62" y="465"/>
                    </a:cubicBezTo>
                    <a:cubicBezTo>
                      <a:pt x="62" y="465"/>
                      <a:pt x="62" y="465"/>
                      <a:pt x="62" y="465"/>
                    </a:cubicBezTo>
                    <a:cubicBezTo>
                      <a:pt x="62" y="465"/>
                      <a:pt x="62" y="465"/>
                      <a:pt x="62" y="465"/>
                    </a:cubicBezTo>
                    <a:cubicBezTo>
                      <a:pt x="61" y="472"/>
                      <a:pt x="63" y="480"/>
                      <a:pt x="64" y="486"/>
                    </a:cubicBezTo>
                    <a:cubicBezTo>
                      <a:pt x="64" y="494"/>
                      <a:pt x="65" y="502"/>
                      <a:pt x="69" y="509"/>
                    </a:cubicBezTo>
                    <a:cubicBezTo>
                      <a:pt x="69" y="509"/>
                      <a:pt x="69" y="510"/>
                      <a:pt x="69" y="510"/>
                    </a:cubicBezTo>
                    <a:cubicBezTo>
                      <a:pt x="69" y="510"/>
                      <a:pt x="69" y="511"/>
                      <a:pt x="70" y="511"/>
                    </a:cubicBezTo>
                    <a:cubicBezTo>
                      <a:pt x="70" y="511"/>
                      <a:pt x="70" y="511"/>
                      <a:pt x="70" y="511"/>
                    </a:cubicBezTo>
                    <a:cubicBezTo>
                      <a:pt x="69" y="511"/>
                      <a:pt x="68" y="512"/>
                      <a:pt x="67" y="513"/>
                    </a:cubicBezTo>
                    <a:cubicBezTo>
                      <a:pt x="63" y="516"/>
                      <a:pt x="60" y="520"/>
                      <a:pt x="56" y="523"/>
                    </a:cubicBezTo>
                    <a:cubicBezTo>
                      <a:pt x="55" y="524"/>
                      <a:pt x="55" y="524"/>
                      <a:pt x="54" y="525"/>
                    </a:cubicBezTo>
                    <a:cubicBezTo>
                      <a:pt x="53" y="526"/>
                      <a:pt x="51" y="527"/>
                      <a:pt x="50" y="528"/>
                    </a:cubicBezTo>
                    <a:cubicBezTo>
                      <a:pt x="48" y="530"/>
                      <a:pt x="45" y="532"/>
                      <a:pt x="45" y="536"/>
                    </a:cubicBezTo>
                    <a:cubicBezTo>
                      <a:pt x="45" y="537"/>
                      <a:pt x="46" y="538"/>
                      <a:pt x="47" y="538"/>
                    </a:cubicBezTo>
                    <a:cubicBezTo>
                      <a:pt x="48" y="539"/>
                      <a:pt x="49" y="538"/>
                      <a:pt x="50" y="538"/>
                    </a:cubicBezTo>
                    <a:cubicBezTo>
                      <a:pt x="51" y="538"/>
                      <a:pt x="53" y="537"/>
                      <a:pt x="54" y="537"/>
                    </a:cubicBezTo>
                    <a:cubicBezTo>
                      <a:pt x="57" y="535"/>
                      <a:pt x="59" y="533"/>
                      <a:pt x="62" y="531"/>
                    </a:cubicBezTo>
                    <a:cubicBezTo>
                      <a:pt x="66" y="526"/>
                      <a:pt x="73" y="521"/>
                      <a:pt x="75" y="515"/>
                    </a:cubicBezTo>
                    <a:cubicBezTo>
                      <a:pt x="76" y="514"/>
                      <a:pt x="76" y="514"/>
                      <a:pt x="75" y="513"/>
                    </a:cubicBezTo>
                    <a:cubicBezTo>
                      <a:pt x="75" y="512"/>
                      <a:pt x="75" y="512"/>
                      <a:pt x="74" y="511"/>
                    </a:cubicBezTo>
                    <a:cubicBezTo>
                      <a:pt x="75" y="511"/>
                      <a:pt x="76" y="510"/>
                      <a:pt x="76" y="509"/>
                    </a:cubicBezTo>
                    <a:cubicBezTo>
                      <a:pt x="76" y="508"/>
                      <a:pt x="76" y="508"/>
                      <a:pt x="75" y="507"/>
                    </a:cubicBezTo>
                    <a:cubicBezTo>
                      <a:pt x="72" y="500"/>
                      <a:pt x="70" y="492"/>
                      <a:pt x="69" y="483"/>
                    </a:cubicBezTo>
                    <a:cubicBezTo>
                      <a:pt x="69" y="482"/>
                      <a:pt x="69" y="481"/>
                      <a:pt x="68" y="480"/>
                    </a:cubicBezTo>
                    <a:cubicBezTo>
                      <a:pt x="69" y="479"/>
                      <a:pt x="69" y="479"/>
                      <a:pt x="69" y="478"/>
                    </a:cubicBezTo>
                    <a:cubicBezTo>
                      <a:pt x="70" y="474"/>
                      <a:pt x="70" y="471"/>
                      <a:pt x="70" y="467"/>
                    </a:cubicBezTo>
                    <a:cubicBezTo>
                      <a:pt x="91" y="470"/>
                      <a:pt x="113" y="471"/>
                      <a:pt x="134" y="472"/>
                    </a:cubicBezTo>
                    <a:cubicBezTo>
                      <a:pt x="132" y="477"/>
                      <a:pt x="132" y="484"/>
                      <a:pt x="131" y="489"/>
                    </a:cubicBezTo>
                    <a:cubicBezTo>
                      <a:pt x="130" y="496"/>
                      <a:pt x="130" y="502"/>
                      <a:pt x="130" y="509"/>
                    </a:cubicBezTo>
                    <a:cubicBezTo>
                      <a:pt x="130" y="510"/>
                      <a:pt x="130" y="512"/>
                      <a:pt x="130" y="513"/>
                    </a:cubicBezTo>
                    <a:cubicBezTo>
                      <a:pt x="131" y="514"/>
                      <a:pt x="131" y="515"/>
                      <a:pt x="131" y="516"/>
                    </a:cubicBezTo>
                    <a:cubicBezTo>
                      <a:pt x="133" y="527"/>
                      <a:pt x="140" y="533"/>
                      <a:pt x="150" y="535"/>
                    </a:cubicBezTo>
                    <a:cubicBezTo>
                      <a:pt x="151" y="535"/>
                      <a:pt x="153" y="535"/>
                      <a:pt x="154" y="535"/>
                    </a:cubicBezTo>
                    <a:cubicBezTo>
                      <a:pt x="157" y="535"/>
                      <a:pt x="159" y="535"/>
                      <a:pt x="162" y="534"/>
                    </a:cubicBezTo>
                    <a:cubicBezTo>
                      <a:pt x="166" y="533"/>
                      <a:pt x="165" y="527"/>
                      <a:pt x="161" y="527"/>
                    </a:cubicBezTo>
                    <a:cubicBezTo>
                      <a:pt x="159" y="527"/>
                      <a:pt x="156" y="527"/>
                      <a:pt x="154" y="527"/>
                    </a:cubicBezTo>
                    <a:cubicBezTo>
                      <a:pt x="153" y="527"/>
                      <a:pt x="151" y="527"/>
                      <a:pt x="150" y="526"/>
                    </a:cubicBezTo>
                    <a:cubicBezTo>
                      <a:pt x="147" y="526"/>
                      <a:pt x="144" y="524"/>
                      <a:pt x="141" y="522"/>
                    </a:cubicBezTo>
                    <a:cubicBezTo>
                      <a:pt x="139" y="519"/>
                      <a:pt x="138" y="516"/>
                      <a:pt x="137" y="513"/>
                    </a:cubicBezTo>
                    <a:cubicBezTo>
                      <a:pt x="137" y="512"/>
                      <a:pt x="137" y="510"/>
                      <a:pt x="137" y="509"/>
                    </a:cubicBezTo>
                    <a:cubicBezTo>
                      <a:pt x="137" y="507"/>
                      <a:pt x="137" y="505"/>
                      <a:pt x="137" y="504"/>
                    </a:cubicBezTo>
                    <a:cubicBezTo>
                      <a:pt x="136" y="497"/>
                      <a:pt x="138" y="489"/>
                      <a:pt x="139" y="482"/>
                    </a:cubicBezTo>
                    <a:cubicBezTo>
                      <a:pt x="139" y="479"/>
                      <a:pt x="140" y="476"/>
                      <a:pt x="140" y="473"/>
                    </a:cubicBezTo>
                    <a:cubicBezTo>
                      <a:pt x="143" y="473"/>
                      <a:pt x="147" y="473"/>
                      <a:pt x="150" y="473"/>
                    </a:cubicBezTo>
                    <a:cubicBezTo>
                      <a:pt x="151" y="473"/>
                      <a:pt x="153" y="473"/>
                      <a:pt x="154" y="473"/>
                    </a:cubicBezTo>
                    <a:cubicBezTo>
                      <a:pt x="163" y="472"/>
                      <a:pt x="172" y="469"/>
                      <a:pt x="174" y="458"/>
                    </a:cubicBezTo>
                    <a:cubicBezTo>
                      <a:pt x="175" y="448"/>
                      <a:pt x="171" y="435"/>
                      <a:pt x="169" y="424"/>
                    </a:cubicBezTo>
                    <a:cubicBezTo>
                      <a:pt x="169" y="421"/>
                      <a:pt x="168" y="417"/>
                      <a:pt x="167" y="413"/>
                    </a:cubicBezTo>
                    <a:cubicBezTo>
                      <a:pt x="167" y="412"/>
                      <a:pt x="167" y="410"/>
                      <a:pt x="167" y="409"/>
                    </a:cubicBezTo>
                    <a:cubicBezTo>
                      <a:pt x="164" y="396"/>
                      <a:pt x="162" y="383"/>
                      <a:pt x="159" y="370"/>
                    </a:cubicBezTo>
                    <a:cubicBezTo>
                      <a:pt x="158" y="361"/>
                      <a:pt x="156" y="353"/>
                      <a:pt x="154" y="344"/>
                    </a:cubicBezTo>
                    <a:cubicBezTo>
                      <a:pt x="153" y="338"/>
                      <a:pt x="151" y="332"/>
                      <a:pt x="150" y="325"/>
                    </a:cubicBezTo>
                    <a:cubicBezTo>
                      <a:pt x="149" y="321"/>
                      <a:pt x="148" y="317"/>
                      <a:pt x="147" y="313"/>
                    </a:cubicBezTo>
                    <a:cubicBezTo>
                      <a:pt x="147" y="312"/>
                      <a:pt x="147" y="310"/>
                      <a:pt x="147" y="309"/>
                    </a:cubicBezTo>
                    <a:cubicBezTo>
                      <a:pt x="142" y="287"/>
                      <a:pt x="138" y="266"/>
                      <a:pt x="133" y="244"/>
                    </a:cubicBezTo>
                    <a:cubicBezTo>
                      <a:pt x="139" y="244"/>
                      <a:pt x="144" y="243"/>
                      <a:pt x="150" y="242"/>
                    </a:cubicBezTo>
                    <a:cubicBezTo>
                      <a:pt x="151" y="241"/>
                      <a:pt x="153" y="241"/>
                      <a:pt x="154" y="241"/>
                    </a:cubicBezTo>
                    <a:cubicBezTo>
                      <a:pt x="174" y="236"/>
                      <a:pt x="195" y="225"/>
                      <a:pt x="214" y="213"/>
                    </a:cubicBezTo>
                    <a:cubicBezTo>
                      <a:pt x="216" y="212"/>
                      <a:pt x="218" y="210"/>
                      <a:pt x="219" y="209"/>
                    </a:cubicBezTo>
                    <a:cubicBezTo>
                      <a:pt x="227" y="204"/>
                      <a:pt x="233" y="199"/>
                      <a:pt x="239" y="194"/>
                    </a:cubicBezTo>
                    <a:cubicBezTo>
                      <a:pt x="240" y="194"/>
                      <a:pt x="239" y="192"/>
                      <a:pt x="238" y="193"/>
                    </a:cubicBezTo>
                    <a:cubicBezTo>
                      <a:pt x="226" y="196"/>
                      <a:pt x="214" y="203"/>
                      <a:pt x="203" y="209"/>
                    </a:cubicBezTo>
                    <a:cubicBezTo>
                      <a:pt x="200" y="210"/>
                      <a:pt x="198" y="212"/>
                      <a:pt x="196" y="213"/>
                    </a:cubicBezTo>
                    <a:cubicBezTo>
                      <a:pt x="193" y="214"/>
                      <a:pt x="190" y="216"/>
                      <a:pt x="188" y="217"/>
                    </a:cubicBezTo>
                    <a:cubicBezTo>
                      <a:pt x="176" y="223"/>
                      <a:pt x="165" y="228"/>
                      <a:pt x="154" y="232"/>
                    </a:cubicBezTo>
                    <a:cubicBezTo>
                      <a:pt x="153" y="232"/>
                      <a:pt x="151" y="233"/>
                      <a:pt x="150" y="233"/>
                    </a:cubicBezTo>
                    <a:cubicBezTo>
                      <a:pt x="144" y="235"/>
                      <a:pt x="138" y="237"/>
                      <a:pt x="131" y="238"/>
                    </a:cubicBezTo>
                    <a:cubicBezTo>
                      <a:pt x="131" y="237"/>
                      <a:pt x="130" y="237"/>
                      <a:pt x="128" y="237"/>
                    </a:cubicBezTo>
                    <a:cubicBezTo>
                      <a:pt x="122" y="237"/>
                      <a:pt x="115" y="238"/>
                      <a:pt x="108" y="239"/>
                    </a:cubicBezTo>
                    <a:cubicBezTo>
                      <a:pt x="108" y="238"/>
                      <a:pt x="108" y="238"/>
                      <a:pt x="107" y="238"/>
                    </a:cubicBezTo>
                    <a:cubicBezTo>
                      <a:pt x="107" y="238"/>
                      <a:pt x="107" y="238"/>
                      <a:pt x="107" y="238"/>
                    </a:cubicBezTo>
                    <a:cubicBezTo>
                      <a:pt x="110" y="231"/>
                      <a:pt x="110" y="224"/>
                      <a:pt x="110" y="217"/>
                    </a:cubicBezTo>
                    <a:cubicBezTo>
                      <a:pt x="110" y="216"/>
                      <a:pt x="111" y="214"/>
                      <a:pt x="111" y="213"/>
                    </a:cubicBezTo>
                    <a:cubicBezTo>
                      <a:pt x="111" y="212"/>
                      <a:pt x="111" y="210"/>
                      <a:pt x="111" y="209"/>
                    </a:cubicBezTo>
                    <a:cubicBezTo>
                      <a:pt x="111" y="208"/>
                      <a:pt x="111" y="207"/>
                      <a:pt x="111" y="206"/>
                    </a:cubicBezTo>
                    <a:cubicBezTo>
                      <a:pt x="126" y="207"/>
                      <a:pt x="139" y="204"/>
                      <a:pt x="150" y="198"/>
                    </a:cubicBezTo>
                    <a:cubicBezTo>
                      <a:pt x="151" y="197"/>
                      <a:pt x="153" y="196"/>
                      <a:pt x="154" y="195"/>
                    </a:cubicBezTo>
                    <a:cubicBezTo>
                      <a:pt x="166" y="187"/>
                      <a:pt x="176" y="175"/>
                      <a:pt x="182" y="160"/>
                    </a:cubicBezTo>
                    <a:cubicBezTo>
                      <a:pt x="191" y="162"/>
                      <a:pt x="202" y="160"/>
                      <a:pt x="205" y="151"/>
                    </a:cubicBezTo>
                    <a:cubicBezTo>
                      <a:pt x="207" y="147"/>
                      <a:pt x="205" y="143"/>
                      <a:pt x="202" y="139"/>
                    </a:cubicBezTo>
                    <a:cubicBezTo>
                      <a:pt x="200" y="136"/>
                      <a:pt x="195" y="132"/>
                      <a:pt x="190" y="131"/>
                    </a:cubicBezTo>
                    <a:cubicBezTo>
                      <a:pt x="191" y="125"/>
                      <a:pt x="191" y="119"/>
                      <a:pt x="191" y="113"/>
                    </a:cubicBezTo>
                    <a:cubicBezTo>
                      <a:pt x="191" y="112"/>
                      <a:pt x="191" y="110"/>
                      <a:pt x="191" y="109"/>
                    </a:cubicBezTo>
                    <a:cubicBezTo>
                      <a:pt x="190" y="94"/>
                      <a:pt x="185" y="80"/>
                      <a:pt x="178" y="68"/>
                    </a:cubicBezTo>
                    <a:cubicBezTo>
                      <a:pt x="183" y="69"/>
                      <a:pt x="189" y="70"/>
                      <a:pt x="193" y="75"/>
                    </a:cubicBezTo>
                    <a:cubicBezTo>
                      <a:pt x="195" y="77"/>
                      <a:pt x="195" y="80"/>
                      <a:pt x="195" y="83"/>
                    </a:cubicBezTo>
                    <a:cubicBezTo>
                      <a:pt x="194" y="87"/>
                      <a:pt x="192" y="89"/>
                      <a:pt x="193" y="93"/>
                    </a:cubicBezTo>
                    <a:cubicBezTo>
                      <a:pt x="193" y="94"/>
                      <a:pt x="194" y="95"/>
                      <a:pt x="195" y="95"/>
                    </a:cubicBezTo>
                    <a:cubicBezTo>
                      <a:pt x="200" y="94"/>
                      <a:pt x="201" y="88"/>
                      <a:pt x="202" y="84"/>
                    </a:cubicBezTo>
                    <a:cubicBezTo>
                      <a:pt x="203" y="80"/>
                      <a:pt x="201" y="75"/>
                      <a:pt x="199" y="72"/>
                    </a:cubicBezTo>
                    <a:cubicBezTo>
                      <a:pt x="197" y="68"/>
                      <a:pt x="193" y="66"/>
                      <a:pt x="189" y="64"/>
                    </a:cubicBezTo>
                    <a:cubicBezTo>
                      <a:pt x="190" y="64"/>
                      <a:pt x="190" y="64"/>
                      <a:pt x="190" y="64"/>
                    </a:cubicBezTo>
                    <a:cubicBezTo>
                      <a:pt x="208" y="46"/>
                      <a:pt x="227" y="35"/>
                      <a:pt x="250" y="28"/>
                    </a:cubicBezTo>
                    <a:cubicBezTo>
                      <a:pt x="251" y="28"/>
                      <a:pt x="253" y="27"/>
                      <a:pt x="254" y="27"/>
                    </a:cubicBezTo>
                    <a:cubicBezTo>
                      <a:pt x="258" y="26"/>
                      <a:pt x="263" y="25"/>
                      <a:pt x="268" y="24"/>
                    </a:cubicBezTo>
                    <a:cubicBezTo>
                      <a:pt x="269" y="24"/>
                      <a:pt x="269" y="22"/>
                      <a:pt x="268" y="22"/>
                    </a:cubicBezTo>
                    <a:cubicBezTo>
                      <a:pt x="263" y="21"/>
                      <a:pt x="259" y="22"/>
                      <a:pt x="254" y="22"/>
                    </a:cubicBezTo>
                    <a:cubicBezTo>
                      <a:pt x="253" y="22"/>
                      <a:pt x="251" y="22"/>
                      <a:pt x="250" y="23"/>
                    </a:cubicBezTo>
                    <a:cubicBezTo>
                      <a:pt x="225" y="26"/>
                      <a:pt x="199" y="41"/>
                      <a:pt x="188" y="62"/>
                    </a:cubicBezTo>
                    <a:cubicBezTo>
                      <a:pt x="187" y="63"/>
                      <a:pt x="187" y="63"/>
                      <a:pt x="188" y="64"/>
                    </a:cubicBezTo>
                    <a:cubicBezTo>
                      <a:pt x="183" y="62"/>
                      <a:pt x="179" y="62"/>
                      <a:pt x="174" y="64"/>
                    </a:cubicBezTo>
                    <a:cubicBezTo>
                      <a:pt x="169" y="57"/>
                      <a:pt x="162" y="51"/>
                      <a:pt x="154" y="47"/>
                    </a:cubicBezTo>
                    <a:cubicBezTo>
                      <a:pt x="153" y="47"/>
                      <a:pt x="151" y="46"/>
                      <a:pt x="150" y="46"/>
                    </a:cubicBezTo>
                    <a:cubicBezTo>
                      <a:pt x="142" y="43"/>
                      <a:pt x="133" y="42"/>
                      <a:pt x="123" y="42"/>
                    </a:cubicBezTo>
                    <a:cubicBezTo>
                      <a:pt x="123" y="42"/>
                      <a:pt x="123" y="41"/>
                      <a:pt x="123" y="40"/>
                    </a:cubicBezTo>
                    <a:cubicBezTo>
                      <a:pt x="124" y="41"/>
                      <a:pt x="126" y="41"/>
                      <a:pt x="127" y="40"/>
                    </a:cubicBezTo>
                    <a:cubicBezTo>
                      <a:pt x="135" y="35"/>
                      <a:pt x="141" y="29"/>
                      <a:pt x="149" y="24"/>
                    </a:cubicBezTo>
                    <a:cubicBezTo>
                      <a:pt x="149" y="24"/>
                      <a:pt x="150" y="23"/>
                      <a:pt x="150" y="23"/>
                    </a:cubicBezTo>
                    <a:cubicBezTo>
                      <a:pt x="151" y="22"/>
                      <a:pt x="153" y="21"/>
                      <a:pt x="154" y="20"/>
                    </a:cubicBezTo>
                    <a:cubicBezTo>
                      <a:pt x="158" y="18"/>
                      <a:pt x="163" y="16"/>
                      <a:pt x="167" y="13"/>
                    </a:cubicBezTo>
                    <a:cubicBezTo>
                      <a:pt x="168" y="12"/>
                      <a:pt x="169" y="11"/>
                      <a:pt x="170" y="10"/>
                    </a:cubicBezTo>
                    <a:cubicBezTo>
                      <a:pt x="171" y="10"/>
                      <a:pt x="171" y="10"/>
                      <a:pt x="172" y="9"/>
                    </a:cubicBezTo>
                    <a:cubicBezTo>
                      <a:pt x="172" y="7"/>
                      <a:pt x="171" y="5"/>
                      <a:pt x="168" y="5"/>
                    </a:cubicBezTo>
                    <a:cubicBezTo>
                      <a:pt x="164" y="5"/>
                      <a:pt x="159" y="6"/>
                      <a:pt x="154" y="8"/>
                    </a:cubicBezTo>
                    <a:cubicBezTo>
                      <a:pt x="151" y="10"/>
                      <a:pt x="148" y="11"/>
                      <a:pt x="145" y="13"/>
                    </a:cubicBezTo>
                    <a:cubicBezTo>
                      <a:pt x="136" y="19"/>
                      <a:pt x="128" y="27"/>
                      <a:pt x="123" y="36"/>
                    </a:cubicBezTo>
                    <a:close/>
                    <a:moveTo>
                      <a:pt x="65" y="467"/>
                    </a:moveTo>
                    <a:cubicBezTo>
                      <a:pt x="65" y="467"/>
                      <a:pt x="65" y="466"/>
                      <a:pt x="65" y="466"/>
                    </a:cubicBezTo>
                    <a:cubicBezTo>
                      <a:pt x="65" y="466"/>
                      <a:pt x="65" y="466"/>
                      <a:pt x="66" y="466"/>
                    </a:cubicBezTo>
                    <a:cubicBezTo>
                      <a:pt x="66" y="466"/>
                      <a:pt x="66" y="467"/>
                      <a:pt x="65" y="467"/>
                    </a:cubicBezTo>
                    <a:close/>
                    <a:moveTo>
                      <a:pt x="127" y="250"/>
                    </a:moveTo>
                    <a:cubicBezTo>
                      <a:pt x="129" y="263"/>
                      <a:pt x="132" y="275"/>
                      <a:pt x="135" y="287"/>
                    </a:cubicBezTo>
                    <a:cubicBezTo>
                      <a:pt x="137" y="294"/>
                      <a:pt x="138" y="302"/>
                      <a:pt x="140" y="309"/>
                    </a:cubicBezTo>
                    <a:cubicBezTo>
                      <a:pt x="140" y="310"/>
                      <a:pt x="141" y="312"/>
                      <a:pt x="141" y="313"/>
                    </a:cubicBezTo>
                    <a:cubicBezTo>
                      <a:pt x="144" y="330"/>
                      <a:pt x="147" y="346"/>
                      <a:pt x="150" y="363"/>
                    </a:cubicBezTo>
                    <a:cubicBezTo>
                      <a:pt x="150" y="366"/>
                      <a:pt x="151" y="368"/>
                      <a:pt x="151" y="371"/>
                    </a:cubicBezTo>
                    <a:cubicBezTo>
                      <a:pt x="152" y="376"/>
                      <a:pt x="153" y="381"/>
                      <a:pt x="154" y="387"/>
                    </a:cubicBezTo>
                    <a:cubicBezTo>
                      <a:pt x="155" y="394"/>
                      <a:pt x="156" y="402"/>
                      <a:pt x="158" y="409"/>
                    </a:cubicBezTo>
                    <a:cubicBezTo>
                      <a:pt x="158" y="410"/>
                      <a:pt x="158" y="412"/>
                      <a:pt x="158" y="413"/>
                    </a:cubicBezTo>
                    <a:cubicBezTo>
                      <a:pt x="159" y="419"/>
                      <a:pt x="160" y="425"/>
                      <a:pt x="162" y="431"/>
                    </a:cubicBezTo>
                    <a:cubicBezTo>
                      <a:pt x="163" y="439"/>
                      <a:pt x="165" y="448"/>
                      <a:pt x="165" y="457"/>
                    </a:cubicBezTo>
                    <a:cubicBezTo>
                      <a:pt x="165" y="461"/>
                      <a:pt x="160" y="463"/>
                      <a:pt x="154" y="464"/>
                    </a:cubicBezTo>
                    <a:cubicBezTo>
                      <a:pt x="153" y="464"/>
                      <a:pt x="151" y="464"/>
                      <a:pt x="150" y="464"/>
                    </a:cubicBezTo>
                    <a:cubicBezTo>
                      <a:pt x="142" y="464"/>
                      <a:pt x="132" y="463"/>
                      <a:pt x="129" y="463"/>
                    </a:cubicBezTo>
                    <a:cubicBezTo>
                      <a:pt x="107" y="461"/>
                      <a:pt x="86" y="460"/>
                      <a:pt x="64" y="457"/>
                    </a:cubicBezTo>
                    <a:cubicBezTo>
                      <a:pt x="60" y="456"/>
                      <a:pt x="57" y="455"/>
                      <a:pt x="54" y="454"/>
                    </a:cubicBezTo>
                    <a:cubicBezTo>
                      <a:pt x="52" y="453"/>
                      <a:pt x="51" y="451"/>
                      <a:pt x="50" y="450"/>
                    </a:cubicBezTo>
                    <a:cubicBezTo>
                      <a:pt x="46" y="445"/>
                      <a:pt x="48" y="437"/>
                      <a:pt x="50" y="427"/>
                    </a:cubicBezTo>
                    <a:cubicBezTo>
                      <a:pt x="50" y="427"/>
                      <a:pt x="50" y="427"/>
                      <a:pt x="50" y="426"/>
                    </a:cubicBezTo>
                    <a:cubicBezTo>
                      <a:pt x="51" y="420"/>
                      <a:pt x="53" y="413"/>
                      <a:pt x="54" y="406"/>
                    </a:cubicBezTo>
                    <a:cubicBezTo>
                      <a:pt x="56" y="397"/>
                      <a:pt x="57" y="389"/>
                      <a:pt x="59" y="380"/>
                    </a:cubicBezTo>
                    <a:cubicBezTo>
                      <a:pt x="64" y="357"/>
                      <a:pt x="69" y="335"/>
                      <a:pt x="74" y="313"/>
                    </a:cubicBezTo>
                    <a:cubicBezTo>
                      <a:pt x="74" y="312"/>
                      <a:pt x="75" y="310"/>
                      <a:pt x="75" y="309"/>
                    </a:cubicBezTo>
                    <a:cubicBezTo>
                      <a:pt x="76" y="305"/>
                      <a:pt x="77" y="300"/>
                      <a:pt x="78" y="296"/>
                    </a:cubicBezTo>
                    <a:cubicBezTo>
                      <a:pt x="82" y="281"/>
                      <a:pt x="86" y="265"/>
                      <a:pt x="91" y="251"/>
                    </a:cubicBezTo>
                    <a:cubicBezTo>
                      <a:pt x="93" y="242"/>
                      <a:pt x="96" y="244"/>
                      <a:pt x="102" y="244"/>
                    </a:cubicBezTo>
                    <a:cubicBezTo>
                      <a:pt x="103" y="245"/>
                      <a:pt x="104" y="246"/>
                      <a:pt x="106" y="246"/>
                    </a:cubicBezTo>
                    <a:cubicBezTo>
                      <a:pt x="112" y="245"/>
                      <a:pt x="125" y="241"/>
                      <a:pt x="127" y="250"/>
                    </a:cubicBezTo>
                    <a:close/>
                    <a:moveTo>
                      <a:pt x="195" y="140"/>
                    </a:moveTo>
                    <a:cubicBezTo>
                      <a:pt x="198" y="142"/>
                      <a:pt x="201" y="145"/>
                      <a:pt x="200" y="149"/>
                    </a:cubicBezTo>
                    <a:cubicBezTo>
                      <a:pt x="199" y="156"/>
                      <a:pt x="191" y="156"/>
                      <a:pt x="184" y="156"/>
                    </a:cubicBezTo>
                    <a:cubicBezTo>
                      <a:pt x="186" y="150"/>
                      <a:pt x="188" y="144"/>
                      <a:pt x="189" y="137"/>
                    </a:cubicBezTo>
                    <a:cubicBezTo>
                      <a:pt x="191" y="138"/>
                      <a:pt x="194" y="139"/>
                      <a:pt x="195" y="140"/>
                    </a:cubicBezTo>
                    <a:close/>
                    <a:moveTo>
                      <a:pt x="124" y="49"/>
                    </a:moveTo>
                    <a:cubicBezTo>
                      <a:pt x="124" y="49"/>
                      <a:pt x="124" y="49"/>
                      <a:pt x="124" y="49"/>
                    </a:cubicBezTo>
                    <a:cubicBezTo>
                      <a:pt x="134" y="51"/>
                      <a:pt x="142" y="53"/>
                      <a:pt x="150" y="57"/>
                    </a:cubicBezTo>
                    <a:cubicBezTo>
                      <a:pt x="151" y="58"/>
                      <a:pt x="153" y="58"/>
                      <a:pt x="154" y="59"/>
                    </a:cubicBezTo>
                    <a:cubicBezTo>
                      <a:pt x="161" y="63"/>
                      <a:pt x="167" y="68"/>
                      <a:pt x="172" y="76"/>
                    </a:cubicBezTo>
                    <a:cubicBezTo>
                      <a:pt x="179" y="86"/>
                      <a:pt x="183" y="97"/>
                      <a:pt x="184" y="109"/>
                    </a:cubicBezTo>
                    <a:cubicBezTo>
                      <a:pt x="184" y="110"/>
                      <a:pt x="184" y="112"/>
                      <a:pt x="184" y="113"/>
                    </a:cubicBezTo>
                    <a:cubicBezTo>
                      <a:pt x="184" y="119"/>
                      <a:pt x="184" y="125"/>
                      <a:pt x="184" y="130"/>
                    </a:cubicBezTo>
                    <a:cubicBezTo>
                      <a:pt x="183" y="139"/>
                      <a:pt x="180" y="148"/>
                      <a:pt x="177" y="156"/>
                    </a:cubicBezTo>
                    <a:cubicBezTo>
                      <a:pt x="176" y="156"/>
                      <a:pt x="176" y="157"/>
                      <a:pt x="176" y="158"/>
                    </a:cubicBezTo>
                    <a:cubicBezTo>
                      <a:pt x="171" y="169"/>
                      <a:pt x="163" y="178"/>
                      <a:pt x="154" y="185"/>
                    </a:cubicBezTo>
                    <a:cubicBezTo>
                      <a:pt x="153" y="186"/>
                      <a:pt x="151" y="187"/>
                      <a:pt x="150" y="188"/>
                    </a:cubicBezTo>
                    <a:cubicBezTo>
                      <a:pt x="136" y="196"/>
                      <a:pt x="118" y="200"/>
                      <a:pt x="98" y="196"/>
                    </a:cubicBezTo>
                    <a:cubicBezTo>
                      <a:pt x="77" y="193"/>
                      <a:pt x="63" y="182"/>
                      <a:pt x="54" y="168"/>
                    </a:cubicBezTo>
                    <a:cubicBezTo>
                      <a:pt x="53" y="166"/>
                      <a:pt x="51" y="163"/>
                      <a:pt x="50" y="161"/>
                    </a:cubicBezTo>
                    <a:cubicBezTo>
                      <a:pt x="43" y="146"/>
                      <a:pt x="42" y="129"/>
                      <a:pt x="45" y="113"/>
                    </a:cubicBezTo>
                    <a:cubicBezTo>
                      <a:pt x="45" y="112"/>
                      <a:pt x="46" y="110"/>
                      <a:pt x="46" y="109"/>
                    </a:cubicBezTo>
                    <a:cubicBezTo>
                      <a:pt x="47" y="105"/>
                      <a:pt x="48" y="100"/>
                      <a:pt x="50" y="96"/>
                    </a:cubicBezTo>
                    <a:cubicBezTo>
                      <a:pt x="51" y="93"/>
                      <a:pt x="53" y="90"/>
                      <a:pt x="54" y="87"/>
                    </a:cubicBezTo>
                    <a:cubicBezTo>
                      <a:pt x="67" y="63"/>
                      <a:pt x="91" y="45"/>
                      <a:pt x="124" y="49"/>
                    </a:cubicBezTo>
                    <a:close/>
                  </a:path>
                </a:pathLst>
              </a:custGeom>
              <a:grpFill/>
              <a:ln w="9525">
                <a:solidFill>
                  <a:srgbClr val="000000"/>
                </a:solidFill>
                <a:round/>
              </a:ln>
            </p:spPr>
            <p:txBody>
              <a:bodyPr vert="horz" wrap="square" lIns="91440" tIns="45720" rIns="91440" bIns="45720" numCol="1" anchor="t" anchorCtr="0" compatLnSpc="1"/>
              <a:lstStyle/>
              <a:p>
                <a:endParaRPr lang="zh-CN" altLang="en-US">
                  <a:solidFill>
                    <a:prstClr val="black"/>
                  </a:solidFill>
                </a:endParaRPr>
              </a:p>
            </p:txBody>
          </p:sp>
        </p:grpSp>
      </p:grpSp>
      <p:sp>
        <p:nvSpPr>
          <p:cNvPr id="25" name="文本框 24"/>
          <p:cNvSpPr txBox="1"/>
          <p:nvPr/>
        </p:nvSpPr>
        <p:spPr>
          <a:xfrm>
            <a:off x="430847" y="1893705"/>
            <a:ext cx="6509634" cy="2169825"/>
          </a:xfrm>
          <a:prstGeom prst="rect">
            <a:avLst/>
          </a:prstGeom>
          <a:noFill/>
        </p:spPr>
        <p:txBody>
          <a:bodyPr wrap="square" rtlCol="0">
            <a:spAutoFit/>
          </a:bodyPr>
          <a:lstStyle/>
          <a:p>
            <a:pPr algn="ctr">
              <a:lnSpc>
                <a:spcPct val="125000"/>
              </a:lnSpc>
            </a:pPr>
            <a:r>
              <a:rPr lang="zh-CN" altLang="en-US" sz="5400" b="1" dirty="0" smtClean="0">
                <a:solidFill>
                  <a:prstClr val="black"/>
                </a:solidFill>
                <a:latin typeface="Senty小丸子" panose="03000600000000000000" pitchFamily="66" charset="-122"/>
                <a:ea typeface="Senty小丸子" panose="03000600000000000000" pitchFamily="66" charset="-122"/>
              </a:rPr>
              <a:t>演示完毕，</a:t>
            </a:r>
            <a:endParaRPr lang="en-US" altLang="zh-CN" sz="5400" b="1" dirty="0" smtClean="0">
              <a:solidFill>
                <a:prstClr val="black"/>
              </a:solidFill>
              <a:latin typeface="Senty小丸子" panose="03000600000000000000" pitchFamily="66" charset="-122"/>
              <a:ea typeface="Senty小丸子" panose="03000600000000000000" pitchFamily="66" charset="-122"/>
            </a:endParaRPr>
          </a:p>
          <a:p>
            <a:pPr algn="ctr">
              <a:lnSpc>
                <a:spcPct val="125000"/>
              </a:lnSpc>
            </a:pPr>
            <a:r>
              <a:rPr lang="en-US" altLang="zh-CN" sz="5400" b="1" dirty="0">
                <a:solidFill>
                  <a:prstClr val="black"/>
                </a:solidFill>
                <a:latin typeface="Senty小丸子" panose="03000600000000000000" pitchFamily="66" charset="-122"/>
                <a:ea typeface="Senty小丸子" panose="03000600000000000000" pitchFamily="66" charset="-122"/>
              </a:rPr>
              <a:t> </a:t>
            </a:r>
            <a:r>
              <a:rPr lang="en-US" altLang="zh-CN" sz="5400" b="1" dirty="0" smtClean="0">
                <a:solidFill>
                  <a:prstClr val="black"/>
                </a:solidFill>
                <a:latin typeface="Senty小丸子" panose="03000600000000000000" pitchFamily="66" charset="-122"/>
                <a:ea typeface="Senty小丸子" panose="03000600000000000000" pitchFamily="66" charset="-122"/>
              </a:rPr>
              <a:t>           </a:t>
            </a:r>
            <a:r>
              <a:rPr lang="zh-CN" altLang="en-US" sz="5400" b="1" dirty="0" smtClean="0">
                <a:solidFill>
                  <a:prstClr val="black"/>
                </a:solidFill>
                <a:latin typeface="Senty小丸子" panose="03000600000000000000" pitchFamily="66" charset="-122"/>
                <a:ea typeface="Senty小丸子" panose="03000600000000000000" pitchFamily="66" charset="-122"/>
              </a:rPr>
              <a:t>感谢观看！</a:t>
            </a:r>
            <a:endParaRPr lang="zh-CN" altLang="en-US" sz="5400" b="1" dirty="0">
              <a:solidFill>
                <a:prstClr val="black"/>
              </a:solidFill>
              <a:latin typeface="Senty小丸子" panose="03000600000000000000" pitchFamily="66" charset="-122"/>
              <a:ea typeface="Senty小丸子" panose="03000600000000000000" pitchFamily="66" charset="-122"/>
            </a:endParaRPr>
          </a:p>
        </p:txBody>
      </p:sp>
      <p:sp>
        <p:nvSpPr>
          <p:cNvPr id="27" name="文本框 26"/>
          <p:cNvSpPr txBox="1"/>
          <p:nvPr/>
        </p:nvSpPr>
        <p:spPr>
          <a:xfrm>
            <a:off x="1376324" y="4408466"/>
            <a:ext cx="5324202" cy="400110"/>
          </a:xfrm>
          <a:prstGeom prst="rect">
            <a:avLst/>
          </a:prstGeom>
          <a:noFill/>
        </p:spPr>
        <p:txBody>
          <a:bodyPr wrap="square" rtlCol="0">
            <a:spAutoFit/>
          </a:bodyPr>
          <a:lstStyle/>
          <a:p>
            <a:pPr algn="ctr"/>
            <a:r>
              <a:rPr lang="zh-CN" altLang="en-US" sz="2000" b="1" dirty="0">
                <a:solidFill>
                  <a:prstClr val="black"/>
                </a:solidFill>
                <a:latin typeface="Senty小丸子" panose="03000600000000000000" pitchFamily="66" charset="-122"/>
                <a:ea typeface="Senty小丸子" panose="03000600000000000000" pitchFamily="66" charset="-122"/>
              </a:rPr>
              <a:t>授课人：</a:t>
            </a:r>
            <a:r>
              <a:rPr lang="en-US" altLang="zh-CN" sz="2000" b="1" dirty="0">
                <a:solidFill>
                  <a:prstClr val="black"/>
                </a:solidFill>
                <a:latin typeface="Senty小丸子" panose="03000600000000000000" pitchFamily="66" charset="-122"/>
                <a:ea typeface="Senty小丸子" panose="03000600000000000000" pitchFamily="66" charset="-122"/>
              </a:rPr>
              <a:t>XXX                      </a:t>
            </a:r>
            <a:r>
              <a:rPr lang="zh-CN" altLang="en-US" sz="2000" b="1" dirty="0">
                <a:solidFill>
                  <a:prstClr val="black"/>
                </a:solidFill>
                <a:latin typeface="Senty小丸子" panose="03000600000000000000" pitchFamily="66" charset="-122"/>
                <a:ea typeface="Senty小丸子" panose="03000600000000000000" pitchFamily="66" charset="-122"/>
              </a:rPr>
              <a:t>日期：</a:t>
            </a:r>
            <a:r>
              <a:rPr lang="en-US" altLang="zh-CN" sz="2000" b="1" dirty="0">
                <a:solidFill>
                  <a:prstClr val="black"/>
                </a:solidFill>
                <a:latin typeface="Senty小丸子" panose="03000600000000000000" pitchFamily="66" charset="-122"/>
                <a:ea typeface="Senty小丸子" panose="03000600000000000000" pitchFamily="66" charset="-122"/>
              </a:rPr>
              <a:t>XXX</a:t>
            </a:r>
            <a:endParaRPr lang="zh-CN" altLang="en-US" sz="2000" b="1" dirty="0">
              <a:solidFill>
                <a:prstClr val="black"/>
              </a:solidFill>
              <a:latin typeface="Senty小丸子" panose="03000600000000000000" pitchFamily="66" charset="-122"/>
              <a:ea typeface="Senty小丸子" panose="03000600000000000000" pitchFamily="66"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advTm="3000">
        <p:fade/>
      </p:transition>
    </mc:Choice>
    <mc:Fallback>
      <p:transition spd="med" advClick="0" advTm="3000">
        <p:fade/>
      </p:transition>
    </mc:Fallback>
  </mc:AlternateContent>
  <p:timing>
    <p:tnLst>
      <p:par>
        <p:cTn id="1" dur="indefinite" restart="never" nodeType="tmRoot"/>
      </p:par>
    </p:tnLst>
  </p:timing>
</p:sld>
</file>

<file path=ppt/tags/tag1.xml><?xml version="1.0" encoding="utf-8"?>
<p:tagLst xmlns:p="http://schemas.openxmlformats.org/presentationml/2006/main">
  <p:tag name="PA" val="v3.0.0"/>
</p:tagLst>
</file>

<file path=ppt/tags/tag2.xml><?xml version="1.0" encoding="utf-8"?>
<p:tagLst xmlns:p="http://schemas.openxmlformats.org/presentationml/2006/main">
  <p:tag name="PA" val="v3.0.0"/>
</p:tagLst>
</file>

<file path=ppt/tags/tag3.xml><?xml version="1.0" encoding="utf-8"?>
<p:tagLst xmlns:p="http://schemas.openxmlformats.org/presentationml/2006/main">
  <p:tag name="PA" val="v3.0.0"/>
</p:tagLst>
</file>

<file path=ppt/tags/tag4.xml><?xml version="1.0" encoding="utf-8"?>
<p:tagLst xmlns:p="http://schemas.openxmlformats.org/presentationml/2006/main">
  <p:tag name="PA" val="v3.0.0"/>
</p:tagLst>
</file>

<file path=ppt/tags/tag5.xml><?xml version="1.0" encoding="utf-8"?>
<p:tagLst xmlns:p="http://schemas.openxmlformats.org/presentationml/2006/main">
  <p:tag name="PA" val="v3.0.0"/>
</p:tagLst>
</file>

<file path=ppt/tags/tag6.xml><?xml version="1.0" encoding="utf-8"?>
<p:tagLst xmlns:p="http://schemas.openxmlformats.org/presentationml/2006/main">
  <p:tag name="MH" val="20170707100548"/>
  <p:tag name="MH_LIBRARY" val="GRAPHIC"/>
  <p:tag name="MH_ORDER" val="任意多边形 7"/>
</p:tagLst>
</file>

<file path=ppt/tags/tag7.xml><?xml version="1.0" encoding="utf-8"?>
<p:tagLst xmlns:p="http://schemas.openxmlformats.org/presentationml/2006/main">
  <p:tag name="MH" val="20170707100548"/>
  <p:tag name="MH_LIBRARY" val="GRAPHIC"/>
  <p:tag name="MH_ORDER" val="任意多边形 7"/>
</p:tagLst>
</file>

<file path=ppt/tags/tag8.xml><?xml version="1.0" encoding="utf-8"?>
<p:tagLst xmlns:p="http://schemas.openxmlformats.org/presentationml/2006/main">
  <p:tag name="MH" val="20170707100548"/>
  <p:tag name="MH_LIBRARY" val="GRAPHIC"/>
  <p:tag name="MH_ORDER" val="任意多边形 7"/>
</p:tagLst>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1350</Words>
  <Application>WPS 演示</Application>
  <PresentationFormat>宽屏</PresentationFormat>
  <Paragraphs>157</Paragraphs>
  <Slides>15</Slides>
  <Notes>0</Notes>
  <HiddenSlides>0</HiddenSlides>
  <MMClips>0</MMClips>
  <ScaleCrop>false</ScaleCrop>
  <HeadingPairs>
    <vt:vector size="6" baseType="variant">
      <vt:variant>
        <vt:lpstr>已用的字体</vt:lpstr>
      </vt:variant>
      <vt:variant>
        <vt:i4>14</vt:i4>
      </vt:variant>
      <vt:variant>
        <vt:lpstr>主题</vt:lpstr>
      </vt:variant>
      <vt:variant>
        <vt:i4>1</vt:i4>
      </vt:variant>
      <vt:variant>
        <vt:lpstr>幻灯片标题</vt:lpstr>
      </vt:variant>
      <vt:variant>
        <vt:i4>15</vt:i4>
      </vt:variant>
    </vt:vector>
  </HeadingPairs>
  <TitlesOfParts>
    <vt:vector size="30" baseType="lpstr">
      <vt:lpstr>Arial</vt:lpstr>
      <vt:lpstr>宋体</vt:lpstr>
      <vt:lpstr>Wingdings</vt:lpstr>
      <vt:lpstr>Senty小丸子</vt:lpstr>
      <vt:lpstr>方正喵呜体</vt:lpstr>
      <vt:lpstr>方正舒体</vt:lpstr>
      <vt:lpstr>华文隶书</vt:lpstr>
      <vt:lpstr>字魂36号-正文宋楷</vt:lpstr>
      <vt:lpstr>方正静蕾简体</vt:lpstr>
      <vt:lpstr>Segoe Print</vt:lpstr>
      <vt:lpstr>Calibri</vt:lpstr>
      <vt:lpstr>微软雅黑</vt:lpstr>
      <vt:lpstr>Arial Unicode MS</vt:lpstr>
      <vt:lpstr>Calibri Light</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P R C</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Windows User</dc:creator>
  <cp:lastModifiedBy>FIND YOU</cp:lastModifiedBy>
  <cp:revision>6</cp:revision>
  <dcterms:created xsi:type="dcterms:W3CDTF">2019-11-09T06:52:00Z</dcterms:created>
  <dcterms:modified xsi:type="dcterms:W3CDTF">2026-10-25T06:06:36Z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2052-12.1.0.28505</vt:lpwstr>
  </property>
  <property fmtid="{D5CDD505-2E9C-101B-9397-08002B2CF9AE}" pid="3" name="KSOTemplateUUID">
    <vt:lpwstr>v1.0_mb_QM0KpDojVEnSoahI+6tvhg==</vt:lpwstr>
  </property>
  <property fmtid="{D5CDD505-2E9C-101B-9397-08002B2CF9AE}" pid="4" name="ICV">
    <vt:lpwstr>F92002E9E54D474DB659150AC90F3D02_11</vt:lpwstr>
  </property>
</Properties>
</file>